
<file path=[Content_Types].xml><?xml version="1.0" encoding="utf-8"?>
<Types xmlns="http://schemas.openxmlformats.org/package/2006/content-types"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notesMasterIdLst>
    <p:notesMasterId r:id="rId73"/>
  </p:notesMasterIdLst>
  <p:sldIdLst>
    <p:sldId id="256" r:id="rId2"/>
    <p:sldId id="603" r:id="rId3"/>
    <p:sldId id="492" r:id="rId4"/>
    <p:sldId id="602" r:id="rId5"/>
    <p:sldId id="550" r:id="rId6"/>
    <p:sldId id="552" r:id="rId7"/>
    <p:sldId id="553" r:id="rId8"/>
    <p:sldId id="551" r:id="rId9"/>
    <p:sldId id="554" r:id="rId10"/>
    <p:sldId id="555" r:id="rId11"/>
    <p:sldId id="556" r:id="rId12"/>
    <p:sldId id="576" r:id="rId13"/>
    <p:sldId id="577" r:id="rId14"/>
    <p:sldId id="578" r:id="rId15"/>
    <p:sldId id="579" r:id="rId16"/>
    <p:sldId id="580" r:id="rId17"/>
    <p:sldId id="583" r:id="rId18"/>
    <p:sldId id="593" r:id="rId19"/>
    <p:sldId id="569" r:id="rId20"/>
    <p:sldId id="568" r:id="rId21"/>
    <p:sldId id="584" r:id="rId22"/>
    <p:sldId id="606" r:id="rId23"/>
    <p:sldId id="505" r:id="rId24"/>
    <p:sldId id="585" r:id="rId25"/>
    <p:sldId id="586" r:id="rId26"/>
    <p:sldId id="587" r:id="rId27"/>
    <p:sldId id="605" r:id="rId28"/>
    <p:sldId id="604" r:id="rId29"/>
    <p:sldId id="304" r:id="rId30"/>
    <p:sldId id="590" r:id="rId31"/>
    <p:sldId id="591" r:id="rId32"/>
    <p:sldId id="592" r:id="rId33"/>
    <p:sldId id="317" r:id="rId34"/>
    <p:sldId id="318" r:id="rId35"/>
    <p:sldId id="610" r:id="rId36"/>
    <p:sldId id="515" r:id="rId37"/>
    <p:sldId id="332" r:id="rId38"/>
    <p:sldId id="526" r:id="rId39"/>
    <p:sldId id="529" r:id="rId40"/>
    <p:sldId id="607" r:id="rId41"/>
    <p:sldId id="531" r:id="rId42"/>
    <p:sldId id="528" r:id="rId43"/>
    <p:sldId id="596" r:id="rId44"/>
    <p:sldId id="597" r:id="rId45"/>
    <p:sldId id="612" r:id="rId46"/>
    <p:sldId id="598" r:id="rId47"/>
    <p:sldId id="533" r:id="rId48"/>
    <p:sldId id="535" r:id="rId49"/>
    <p:sldId id="536" r:id="rId50"/>
    <p:sldId id="537" r:id="rId51"/>
    <p:sldId id="324" r:id="rId52"/>
    <p:sldId id="326" r:id="rId53"/>
    <p:sldId id="611" r:id="rId54"/>
    <p:sldId id="538" r:id="rId55"/>
    <p:sldId id="522" r:id="rId56"/>
    <p:sldId id="347" r:id="rId57"/>
    <p:sldId id="348" r:id="rId58"/>
    <p:sldId id="539" r:id="rId59"/>
    <p:sldId id="608" r:id="rId60"/>
    <p:sldId id="609" r:id="rId61"/>
    <p:sldId id="521" r:id="rId62"/>
    <p:sldId id="517" r:id="rId63"/>
    <p:sldId id="336" r:id="rId64"/>
    <p:sldId id="338" r:id="rId65"/>
    <p:sldId id="601" r:id="rId66"/>
    <p:sldId id="541" r:id="rId67"/>
    <p:sldId id="542" r:id="rId68"/>
    <p:sldId id="543" r:id="rId69"/>
    <p:sldId id="544" r:id="rId70"/>
    <p:sldId id="546" r:id="rId71"/>
    <p:sldId id="547" r:id="rId72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lu" initials="l" lastIdx="1" clrIdx="0">
    <p:extLst>
      <p:ext uri="{19B8F6BF-5375-455C-9EA6-DF929625EA0E}">
        <p15:presenceInfo xmlns:p15="http://schemas.microsoft.com/office/powerpoint/2012/main" userId="lu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1F1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6011" autoAdjust="0"/>
    <p:restoredTop sz="68977"/>
  </p:normalViewPr>
  <p:slideViewPr>
    <p:cSldViewPr snapToGrid="0">
      <p:cViewPr varScale="1">
        <p:scale>
          <a:sx n="43" d="100"/>
          <a:sy n="43" d="100"/>
        </p:scale>
        <p:origin x="1200" y="4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commentAuthors" Target="commentAuthor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78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8B4E883-838E-46A4-BC24-2EBE39BEFC29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AD7A338-FDA7-4604-81C9-D3D2E770A9F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8551476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en-US" altLang="zh-CN" dirty="0"/>
              <a:t>ATA</a:t>
            </a:r>
            <a:r>
              <a:rPr kumimoji="1" lang="zh-CN" altLang="en-US" dirty="0"/>
              <a:t> 是旧接口了，最后更新在</a:t>
            </a:r>
            <a:r>
              <a:rPr kumimoji="1" lang="en-US" altLang="zh-CN" dirty="0"/>
              <a:t>2010</a:t>
            </a:r>
            <a:r>
              <a:rPr kumimoji="1" lang="zh-CN" altLang="en-US" dirty="0"/>
              <a:t>，达到</a:t>
            </a:r>
            <a:r>
              <a:rPr kumimoji="1" lang="en-US" altLang="zh-CN" dirty="0"/>
              <a:t>167MB/s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AD7A338-FDA7-4604-81C9-D3D2E770A9F6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340839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AD7A338-FDA7-4604-81C9-D3D2E770A9F6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6973575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AD7A338-FDA7-4604-81C9-D3D2E770A9F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2279571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AD7A338-FDA7-4604-81C9-D3D2E770A9F6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3001061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AD7A338-FDA7-4604-81C9-D3D2E770A9F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535753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AD7A338-FDA7-4604-81C9-D3D2E770A9F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612867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标题和内容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8522025" y="6372225"/>
            <a:ext cx="492444" cy="3693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>
              <a:defRPr/>
            </a:pPr>
            <a:fld id="{07D0F245-42B0-4928-B62E-A4ECCACBA439}" type="slidenum">
              <a:rPr lang="zh-CN" altLang="en-US" sz="1800" b="0">
                <a:solidFill>
                  <a:srgbClr val="6600CC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 pitchFamily="34" charset="0"/>
              </a:rPr>
              <a:t>‹#›</a:t>
            </a:fld>
            <a:endParaRPr lang="zh-CN" altLang="en-US" sz="1800" b="0" dirty="0">
              <a:solidFill>
                <a:srgbClr val="6600CC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-1" y="989704"/>
            <a:ext cx="9144001" cy="0"/>
          </a:xfrm>
          <a:prstGeom prst="line">
            <a:avLst/>
          </a:prstGeom>
          <a:ln w="57150">
            <a:solidFill>
              <a:srgbClr val="67077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图片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04104" y="2383668"/>
            <a:ext cx="4970033" cy="35154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506282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1143000" y="1541911"/>
            <a:ext cx="6858000" cy="1968052"/>
          </a:xfrm>
        </p:spPr>
        <p:txBody>
          <a:bodyPr anchor="b">
            <a:normAutofit/>
          </a:bodyPr>
          <a:lstStyle>
            <a:lvl1pPr algn="ctr">
              <a:defRPr sz="48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zh-CN" altLang="en-US" dirty="0"/>
              <a:t>单击此处编辑母版标题样式 </a:t>
            </a:r>
            <a:r>
              <a:rPr lang="en-US" altLang="zh-CN" dirty="0"/>
              <a:t>English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4432152"/>
            <a:ext cx="6858000" cy="1925619"/>
          </a:xfrm>
        </p:spPr>
        <p:txBody>
          <a:bodyPr/>
          <a:lstStyle>
            <a:lvl1pPr marL="0" indent="0" algn="ctr"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  <a:endParaRPr lang="en-US" dirty="0"/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058" t="4510" r="36009" b="51185"/>
          <a:stretch/>
        </p:blipFill>
        <p:spPr>
          <a:xfrm>
            <a:off x="7606602" y="0"/>
            <a:ext cx="1537398" cy="1557494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0" y="-1"/>
            <a:ext cx="7596000" cy="792000"/>
          </a:xfrm>
          <a:prstGeom prst="rect">
            <a:avLst/>
          </a:prstGeom>
          <a:solidFill>
            <a:srgbClr val="71207C"/>
          </a:solidFill>
        </p:spPr>
        <p:txBody>
          <a:bodyPr wrap="square" rtlCol="0" anchor="ctr" anchorCtr="0">
            <a:noAutofit/>
          </a:bodyPr>
          <a:lstStyle/>
          <a:p>
            <a:pPr algn="ctr"/>
            <a:endParaRPr lang="zh-CN" altLang="en-US" sz="3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585507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9700" y="82103"/>
            <a:ext cx="8659905" cy="814272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3381233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41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623888" y="4589466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4964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279700" y="1075765"/>
            <a:ext cx="4235151" cy="510119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4629150" y="1075765"/>
            <a:ext cx="4310454" cy="510119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192548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79698" y="1156393"/>
            <a:ext cx="4218483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79699" y="2146993"/>
            <a:ext cx="4218484" cy="4042670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4629150" y="1154975"/>
            <a:ext cx="4310454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4629150" y="2144157"/>
            <a:ext cx="4310454" cy="4045506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279700" y="82103"/>
            <a:ext cx="8659905" cy="907602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344600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9681056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7524132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3887391" y="987428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3332276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8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6309172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6106719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25"/>
            <a:ext cx="1971675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 hasCustomPrompt="1"/>
          </p:nvPr>
        </p:nvSpPr>
        <p:spPr>
          <a:xfrm>
            <a:off x="628651" y="365125"/>
            <a:ext cx="5800725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4223038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标题和内容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8522025" y="6372225"/>
            <a:ext cx="492444" cy="3693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>
              <a:defRPr/>
            </a:pPr>
            <a:fld id="{07D0F245-42B0-4928-B62E-A4ECCACBA439}" type="slidenum">
              <a:rPr lang="zh-CN" altLang="en-US" sz="1800" b="0">
                <a:solidFill>
                  <a:srgbClr val="6600CC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 pitchFamily="34" charset="0"/>
              </a:rPr>
              <a:t>‹#›</a:t>
            </a:fld>
            <a:endParaRPr lang="zh-CN" altLang="en-US" sz="1800" b="0" dirty="0">
              <a:solidFill>
                <a:srgbClr val="6600CC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-1" y="688254"/>
            <a:ext cx="8065638" cy="72000"/>
            <a:chOff x="0" y="688254"/>
            <a:chExt cx="7861147" cy="72000"/>
          </a:xfrm>
        </p:grpSpPr>
        <p:sp>
          <p:nvSpPr>
            <p:cNvPr id="6" name="矩形 5"/>
            <p:cNvSpPr/>
            <p:nvPr userDrawn="1"/>
          </p:nvSpPr>
          <p:spPr>
            <a:xfrm>
              <a:off x="0" y="688254"/>
              <a:ext cx="2598057" cy="72000"/>
            </a:xfrm>
            <a:prstGeom prst="rect">
              <a:avLst/>
            </a:prstGeom>
            <a:solidFill>
              <a:srgbClr val="9900CC"/>
            </a:solidFill>
            <a:ln>
              <a:solidFill>
                <a:srgbClr val="9900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00"/>
            </a:p>
          </p:txBody>
        </p:sp>
        <p:cxnSp>
          <p:nvCxnSpPr>
            <p:cNvPr id="7" name="直接连接符 6"/>
            <p:cNvCxnSpPr/>
            <p:nvPr userDrawn="1"/>
          </p:nvCxnSpPr>
          <p:spPr>
            <a:xfrm>
              <a:off x="2598055" y="724254"/>
              <a:ext cx="5263092" cy="0"/>
            </a:xfrm>
            <a:prstGeom prst="line">
              <a:avLst/>
            </a:prstGeom>
            <a:ln w="19050">
              <a:solidFill>
                <a:srgbClr val="9900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2098357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5/15/2024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898989"/>
                </a:solidFill>
                <a:latin typeface="Times New Roman"/>
                <a:cs typeface="Times New Roman"/>
              </a:defRPr>
            </a:lvl1pPr>
          </a:lstStyle>
          <a:p>
            <a:pPr marL="114300">
              <a:lnSpc>
                <a:spcPts val="1410"/>
              </a:lnSpc>
            </a:pPr>
            <a:fld id="{81D60167-4931-47E6-BA6A-407CBD079E47}" type="slidenum">
              <a:rPr dirty="0"/>
              <a:t>‹#›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172599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79700" y="82103"/>
            <a:ext cx="8659905" cy="9076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 </a:t>
            </a:r>
            <a:r>
              <a:rPr lang="en-US" altLang="zh-CN" dirty="0"/>
              <a:t>Arial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79700" y="1075765"/>
            <a:ext cx="8659905" cy="51011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编辑母版文本样式 </a:t>
            </a:r>
            <a:r>
              <a:rPr lang="en-US" altLang="zh-CN" dirty="0"/>
              <a:t>Arial</a:t>
            </a:r>
            <a:endParaRPr lang="zh-CN" altLang="en-US" dirty="0"/>
          </a:p>
          <a:p>
            <a:pPr lvl="1"/>
            <a:r>
              <a:rPr lang="zh-CN" altLang="en-US" dirty="0"/>
              <a:t>第二级 </a:t>
            </a:r>
            <a:r>
              <a:rPr lang="en-US" altLang="zh-CN" dirty="0"/>
              <a:t>Arial</a:t>
            </a:r>
            <a:endParaRPr lang="zh-CN" altLang="en-US" dirty="0"/>
          </a:p>
          <a:p>
            <a:pPr lvl="2"/>
            <a:r>
              <a:rPr lang="zh-CN" altLang="en-US" dirty="0"/>
              <a:t>第三级 </a:t>
            </a:r>
            <a:r>
              <a:rPr lang="en-US" altLang="zh-CN" dirty="0"/>
              <a:t>Arial</a:t>
            </a:r>
            <a:endParaRPr lang="zh-CN" altLang="en-US" dirty="0"/>
          </a:p>
          <a:p>
            <a:pPr lvl="3"/>
            <a:r>
              <a:rPr lang="zh-CN" altLang="en-US" dirty="0"/>
              <a:t>第四级 </a:t>
            </a:r>
            <a:r>
              <a:rPr lang="en-US" altLang="zh-CN" dirty="0"/>
              <a:t>Arial</a:t>
            </a:r>
            <a:endParaRPr lang="zh-CN" altLang="en-US" dirty="0"/>
          </a:p>
          <a:p>
            <a:pPr lvl="4"/>
            <a:r>
              <a:rPr lang="zh-CN" altLang="en-US" dirty="0"/>
              <a:t>第五级 </a:t>
            </a:r>
            <a:r>
              <a:rPr lang="en-US" altLang="zh-CN" dirty="0"/>
              <a:t>Arial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79699" y="6364274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3269FAC-3CDF-443A-A3CB-F875BD82E087}" type="datetimeFigureOut">
              <a:rPr lang="zh-CN" altLang="en-US" smtClean="0"/>
              <a:t>2024/5/15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3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882204" y="6354935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800">
                <a:solidFill>
                  <a:srgbClr val="670775"/>
                </a:solidFill>
              </a:defRPr>
            </a:lvl1pPr>
          </a:lstStyle>
          <a:p>
            <a:fld id="{37CFED53-ABF0-479B-9E8C-D233DBD172AF}" type="slidenum">
              <a:rPr lang="zh-CN" altLang="en-US" smtClean="0"/>
              <a:t>‹#›</a:t>
            </a:fld>
            <a:endParaRPr lang="zh-CN" altLang="en-US"/>
          </a:p>
        </p:txBody>
      </p:sp>
      <p:cxnSp>
        <p:nvCxnSpPr>
          <p:cNvPr id="7" name="直接连接符 6"/>
          <p:cNvCxnSpPr/>
          <p:nvPr/>
        </p:nvCxnSpPr>
        <p:spPr>
          <a:xfrm>
            <a:off x="-1" y="989704"/>
            <a:ext cx="9144001" cy="0"/>
          </a:xfrm>
          <a:prstGeom prst="line">
            <a:avLst/>
          </a:prstGeom>
          <a:ln w="57150">
            <a:solidFill>
              <a:srgbClr val="67077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734527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Arial" panose="020B0604020202020204" pitchFamily="34" charset="0"/>
          <a:ea typeface="黑体" panose="02010609060101010101" pitchFamily="49" charset="-122"/>
          <a:cs typeface="Arial" panose="020B0604020202020204" pitchFamily="34" charset="0"/>
        </a:defRPr>
      </a:lvl1pPr>
    </p:titleStyle>
    <p:bodyStyle>
      <a:lvl1pPr marL="228600" indent="-360000" algn="l" defTabSz="914400" rtl="0" eaLnBrk="1" latinLnBrk="0" hangingPunct="1">
        <a:lnSpc>
          <a:spcPct val="100000"/>
        </a:lnSpc>
        <a:spcBef>
          <a:spcPts val="1000"/>
        </a:spcBef>
        <a:buSzPct val="100000"/>
        <a:buFont typeface="Wingdings" panose="05000000000000000000" pitchFamily="2" charset="2"/>
        <a:buChar char="p"/>
        <a:defRPr sz="2800" kern="1200">
          <a:solidFill>
            <a:schemeClr val="tx1"/>
          </a:solidFill>
          <a:latin typeface="Arial" panose="020B0604020202020204" pitchFamily="34" charset="0"/>
          <a:ea typeface="黑体" panose="02010609060101010101" pitchFamily="49" charset="-122"/>
          <a:cs typeface="Arial" panose="020B0604020202020204" pitchFamily="34" charset="0"/>
        </a:defRPr>
      </a:lvl1pPr>
      <a:lvl2pPr marL="685800" indent="-288000" algn="l" defTabSz="914400" rtl="0" eaLnBrk="1" latinLnBrk="0" hangingPunct="1">
        <a:lnSpc>
          <a:spcPct val="100000"/>
        </a:lnSpc>
        <a:spcBef>
          <a:spcPts val="500"/>
        </a:spcBef>
        <a:buSzPct val="100000"/>
        <a:buFont typeface="Wingdings" panose="05000000000000000000" pitchFamily="2" charset="2"/>
        <a:buChar char="n"/>
        <a:defRPr sz="2400" kern="1200">
          <a:solidFill>
            <a:schemeClr val="tx1"/>
          </a:solidFill>
          <a:latin typeface="Arial" panose="020B0604020202020204" pitchFamily="34" charset="0"/>
          <a:ea typeface="黑体" panose="02010609060101010101" pitchFamily="49" charset="-122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buSzPct val="100000"/>
        <a:buFont typeface="Wingdings" panose="05000000000000000000" pitchFamily="2" charset="2"/>
        <a:buChar char="n"/>
        <a:defRPr sz="2000" kern="1200">
          <a:solidFill>
            <a:schemeClr val="tx1"/>
          </a:solidFill>
          <a:latin typeface="Arial" panose="020B0604020202020204" pitchFamily="34" charset="0"/>
          <a:ea typeface="黑体" panose="02010609060101010101" pitchFamily="49" charset="-122"/>
          <a:cs typeface="Arial" panose="020B0604020202020204" pitchFamily="34" charset="0"/>
        </a:defRPr>
      </a:lvl3pPr>
      <a:lvl4pPr marL="1657350" indent="-285750" algn="l" defTabSz="914400" rtl="0" eaLnBrk="1" latinLnBrk="0" hangingPunct="1">
        <a:lnSpc>
          <a:spcPct val="100000"/>
        </a:lnSpc>
        <a:spcBef>
          <a:spcPts val="500"/>
        </a:spcBef>
        <a:buSzPct val="100000"/>
        <a:buFont typeface="Wingdings" panose="05000000000000000000" pitchFamily="2" charset="2"/>
        <a:buChar char="n"/>
        <a:defRPr sz="1800" kern="1200">
          <a:solidFill>
            <a:schemeClr val="tx1"/>
          </a:solidFill>
          <a:latin typeface="Arial" panose="020B0604020202020204" pitchFamily="34" charset="0"/>
          <a:ea typeface="黑体" panose="02010609060101010101" pitchFamily="49" charset="-122"/>
          <a:cs typeface="Arial" panose="020B0604020202020204" pitchFamily="34" charset="0"/>
        </a:defRPr>
      </a:lvl4pPr>
      <a:lvl5pPr marL="2114550" indent="-285750" algn="l" defTabSz="914400" rtl="0" eaLnBrk="1" latinLnBrk="0" hangingPunct="1">
        <a:lnSpc>
          <a:spcPct val="100000"/>
        </a:lnSpc>
        <a:spcBef>
          <a:spcPts val="500"/>
        </a:spcBef>
        <a:buSzPct val="100000"/>
        <a:buFont typeface="Wingdings" panose="05000000000000000000" pitchFamily="2" charset="2"/>
        <a:buChar char="n"/>
        <a:defRPr sz="1800" kern="1200">
          <a:solidFill>
            <a:schemeClr val="tx1"/>
          </a:solidFill>
          <a:latin typeface="Arial" panose="020B0604020202020204" pitchFamily="34" charset="0"/>
          <a:ea typeface="黑体" panose="02010609060101010101" pitchFamily="49" charset="-122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4.png"/><Relationship Id="rId4" Type="http://schemas.openxmlformats.org/officeDocument/2006/relationships/image" Target="../media/image13.jp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9.jpg"/><Relationship Id="rId4" Type="http://schemas.openxmlformats.org/officeDocument/2006/relationships/image" Target="../media/image18.jp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4.png"/><Relationship Id="rId18" Type="http://schemas.openxmlformats.org/officeDocument/2006/relationships/image" Target="../media/image49.png"/><Relationship Id="rId26" Type="http://schemas.openxmlformats.org/officeDocument/2006/relationships/image" Target="../media/image57.png"/><Relationship Id="rId39" Type="http://schemas.openxmlformats.org/officeDocument/2006/relationships/image" Target="../media/image69.png"/><Relationship Id="rId21" Type="http://schemas.openxmlformats.org/officeDocument/2006/relationships/image" Target="../media/image52.png"/><Relationship Id="rId34" Type="http://schemas.openxmlformats.org/officeDocument/2006/relationships/image" Target="../media/image64.png"/><Relationship Id="rId7" Type="http://schemas.openxmlformats.org/officeDocument/2006/relationships/image" Target="../media/image38.png"/><Relationship Id="rId2" Type="http://schemas.openxmlformats.org/officeDocument/2006/relationships/image" Target="../media/image33.png"/><Relationship Id="rId16" Type="http://schemas.openxmlformats.org/officeDocument/2006/relationships/image" Target="../media/image47.png"/><Relationship Id="rId20" Type="http://schemas.openxmlformats.org/officeDocument/2006/relationships/image" Target="../media/image51.png"/><Relationship Id="rId29" Type="http://schemas.openxmlformats.org/officeDocument/2006/relationships/image" Target="../media/image59.png"/><Relationship Id="rId41" Type="http://schemas.openxmlformats.org/officeDocument/2006/relationships/image" Target="../media/image7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7.png"/><Relationship Id="rId11" Type="http://schemas.openxmlformats.org/officeDocument/2006/relationships/image" Target="../media/image42.png"/><Relationship Id="rId24" Type="http://schemas.openxmlformats.org/officeDocument/2006/relationships/image" Target="../media/image55.png"/><Relationship Id="rId32" Type="http://schemas.openxmlformats.org/officeDocument/2006/relationships/image" Target="../media/image62.png"/><Relationship Id="rId37" Type="http://schemas.openxmlformats.org/officeDocument/2006/relationships/image" Target="../media/image67.png"/><Relationship Id="rId40" Type="http://schemas.openxmlformats.org/officeDocument/2006/relationships/image" Target="../media/image70.png"/><Relationship Id="rId5" Type="http://schemas.openxmlformats.org/officeDocument/2006/relationships/image" Target="../media/image36.png"/><Relationship Id="rId15" Type="http://schemas.openxmlformats.org/officeDocument/2006/relationships/image" Target="../media/image46.png"/><Relationship Id="rId23" Type="http://schemas.openxmlformats.org/officeDocument/2006/relationships/image" Target="../media/image54.png"/><Relationship Id="rId28" Type="http://schemas.openxmlformats.org/officeDocument/2006/relationships/image" Target="../media/image58.png"/><Relationship Id="rId36" Type="http://schemas.openxmlformats.org/officeDocument/2006/relationships/image" Target="../media/image66.png"/><Relationship Id="rId10" Type="http://schemas.openxmlformats.org/officeDocument/2006/relationships/image" Target="../media/image41.png"/><Relationship Id="rId19" Type="http://schemas.openxmlformats.org/officeDocument/2006/relationships/image" Target="../media/image50.png"/><Relationship Id="rId31" Type="http://schemas.openxmlformats.org/officeDocument/2006/relationships/image" Target="../media/image61.png"/><Relationship Id="rId4" Type="http://schemas.openxmlformats.org/officeDocument/2006/relationships/image" Target="../media/image35.png"/><Relationship Id="rId9" Type="http://schemas.openxmlformats.org/officeDocument/2006/relationships/image" Target="../media/image40.png"/><Relationship Id="rId14" Type="http://schemas.openxmlformats.org/officeDocument/2006/relationships/image" Target="../media/image45.png"/><Relationship Id="rId22" Type="http://schemas.openxmlformats.org/officeDocument/2006/relationships/image" Target="../media/image53.png"/><Relationship Id="rId27" Type="http://schemas.openxmlformats.org/officeDocument/2006/relationships/image" Target="../media/image3.png"/><Relationship Id="rId30" Type="http://schemas.openxmlformats.org/officeDocument/2006/relationships/image" Target="../media/image60.png"/><Relationship Id="rId35" Type="http://schemas.openxmlformats.org/officeDocument/2006/relationships/image" Target="../media/image65.png"/><Relationship Id="rId8" Type="http://schemas.openxmlformats.org/officeDocument/2006/relationships/image" Target="../media/image39.png"/><Relationship Id="rId3" Type="http://schemas.openxmlformats.org/officeDocument/2006/relationships/image" Target="../media/image34.png"/><Relationship Id="rId12" Type="http://schemas.openxmlformats.org/officeDocument/2006/relationships/image" Target="../media/image43.png"/><Relationship Id="rId17" Type="http://schemas.openxmlformats.org/officeDocument/2006/relationships/image" Target="../media/image48.png"/><Relationship Id="rId25" Type="http://schemas.openxmlformats.org/officeDocument/2006/relationships/image" Target="../media/image56.png"/><Relationship Id="rId33" Type="http://schemas.openxmlformats.org/officeDocument/2006/relationships/image" Target="../media/image63.png"/><Relationship Id="rId38" Type="http://schemas.openxmlformats.org/officeDocument/2006/relationships/image" Target="../media/image68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6.png"/><Relationship Id="rId5" Type="http://schemas.openxmlformats.org/officeDocument/2006/relationships/image" Target="../media/image75.png"/><Relationship Id="rId4" Type="http://schemas.openxmlformats.org/officeDocument/2006/relationships/image" Target="../media/image74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image" Target="../media/image85.png"/><Relationship Id="rId18" Type="http://schemas.openxmlformats.org/officeDocument/2006/relationships/image" Target="../media/image86.png"/><Relationship Id="rId26" Type="http://schemas.openxmlformats.org/officeDocument/2006/relationships/image" Target="../media/image91.png"/><Relationship Id="rId3" Type="http://schemas.openxmlformats.org/officeDocument/2006/relationships/image" Target="../media/image79.png"/><Relationship Id="rId21" Type="http://schemas.openxmlformats.org/officeDocument/2006/relationships/image" Target="../media/image34.png"/><Relationship Id="rId7" Type="http://schemas.openxmlformats.org/officeDocument/2006/relationships/image" Target="../media/image83.png"/><Relationship Id="rId12" Type="http://schemas.openxmlformats.org/officeDocument/2006/relationships/image" Target="../media/image84.png"/><Relationship Id="rId17" Type="http://schemas.openxmlformats.org/officeDocument/2006/relationships/image" Target="../media/image46.png"/><Relationship Id="rId25" Type="http://schemas.openxmlformats.org/officeDocument/2006/relationships/image" Target="../media/image90.png"/><Relationship Id="rId2" Type="http://schemas.openxmlformats.org/officeDocument/2006/relationships/image" Target="../media/image78.png"/><Relationship Id="rId16" Type="http://schemas.openxmlformats.org/officeDocument/2006/relationships/image" Target="../media/image45.png"/><Relationship Id="rId20" Type="http://schemas.openxmlformats.org/officeDocument/2006/relationships/image" Target="../media/image8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2.png"/><Relationship Id="rId11" Type="http://schemas.openxmlformats.org/officeDocument/2006/relationships/image" Target="../media/image41.png"/><Relationship Id="rId24" Type="http://schemas.openxmlformats.org/officeDocument/2006/relationships/image" Target="../media/image47.png"/><Relationship Id="rId5" Type="http://schemas.openxmlformats.org/officeDocument/2006/relationships/image" Target="../media/image81.png"/><Relationship Id="rId15" Type="http://schemas.openxmlformats.org/officeDocument/2006/relationships/image" Target="../media/image44.png"/><Relationship Id="rId23" Type="http://schemas.openxmlformats.org/officeDocument/2006/relationships/image" Target="../media/image89.png"/><Relationship Id="rId10" Type="http://schemas.openxmlformats.org/officeDocument/2006/relationships/image" Target="../media/image40.png"/><Relationship Id="rId19" Type="http://schemas.openxmlformats.org/officeDocument/2006/relationships/image" Target="../media/image87.png"/><Relationship Id="rId4" Type="http://schemas.openxmlformats.org/officeDocument/2006/relationships/image" Target="../media/image80.png"/><Relationship Id="rId9" Type="http://schemas.openxmlformats.org/officeDocument/2006/relationships/image" Target="../media/image39.png"/><Relationship Id="rId14" Type="http://schemas.openxmlformats.org/officeDocument/2006/relationships/image" Target="../media/image43.png"/><Relationship Id="rId22" Type="http://schemas.openxmlformats.org/officeDocument/2006/relationships/image" Target="../media/image35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png"/><Relationship Id="rId3" Type="http://schemas.openxmlformats.org/officeDocument/2006/relationships/image" Target="../media/image35.png"/><Relationship Id="rId7" Type="http://schemas.openxmlformats.org/officeDocument/2006/relationships/image" Target="../media/image94.png"/><Relationship Id="rId12" Type="http://schemas.openxmlformats.org/officeDocument/2006/relationships/image" Target="../media/image97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3.png"/><Relationship Id="rId11" Type="http://schemas.openxmlformats.org/officeDocument/2006/relationships/image" Target="../media/image96.png"/><Relationship Id="rId5" Type="http://schemas.openxmlformats.org/officeDocument/2006/relationships/image" Target="../media/image50.png"/><Relationship Id="rId10" Type="http://schemas.openxmlformats.org/officeDocument/2006/relationships/image" Target="../media/image90.png"/><Relationship Id="rId4" Type="http://schemas.openxmlformats.org/officeDocument/2006/relationships/image" Target="../media/image92.png"/><Relationship Id="rId9" Type="http://schemas.openxmlformats.org/officeDocument/2006/relationships/image" Target="../media/image47.png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jpg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13" Type="http://schemas.openxmlformats.org/officeDocument/2006/relationships/image" Target="../media/image109.png"/><Relationship Id="rId18" Type="http://schemas.openxmlformats.org/officeDocument/2006/relationships/image" Target="../media/image114.png"/><Relationship Id="rId26" Type="http://schemas.openxmlformats.org/officeDocument/2006/relationships/image" Target="../media/image54.png"/><Relationship Id="rId3" Type="http://schemas.openxmlformats.org/officeDocument/2006/relationships/image" Target="../media/image3.png"/><Relationship Id="rId21" Type="http://schemas.openxmlformats.org/officeDocument/2006/relationships/image" Target="../media/image117.png"/><Relationship Id="rId7" Type="http://schemas.openxmlformats.org/officeDocument/2006/relationships/image" Target="../media/image103.png"/><Relationship Id="rId12" Type="http://schemas.openxmlformats.org/officeDocument/2006/relationships/image" Target="../media/image108.png"/><Relationship Id="rId17" Type="http://schemas.openxmlformats.org/officeDocument/2006/relationships/image" Target="../media/image113.png"/><Relationship Id="rId25" Type="http://schemas.openxmlformats.org/officeDocument/2006/relationships/image" Target="../media/image121.png"/><Relationship Id="rId2" Type="http://schemas.openxmlformats.org/officeDocument/2006/relationships/image" Target="../media/image100.png"/><Relationship Id="rId16" Type="http://schemas.openxmlformats.org/officeDocument/2006/relationships/image" Target="../media/image112.png"/><Relationship Id="rId20" Type="http://schemas.openxmlformats.org/officeDocument/2006/relationships/image" Target="../media/image116.png"/><Relationship Id="rId29" Type="http://schemas.openxmlformats.org/officeDocument/2006/relationships/image" Target="../media/image12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11" Type="http://schemas.openxmlformats.org/officeDocument/2006/relationships/image" Target="../media/image107.png"/><Relationship Id="rId24" Type="http://schemas.openxmlformats.org/officeDocument/2006/relationships/image" Target="../media/image120.png"/><Relationship Id="rId5" Type="http://schemas.openxmlformats.org/officeDocument/2006/relationships/image" Target="../media/image101.png"/><Relationship Id="rId15" Type="http://schemas.openxmlformats.org/officeDocument/2006/relationships/image" Target="../media/image111.png"/><Relationship Id="rId23" Type="http://schemas.openxmlformats.org/officeDocument/2006/relationships/image" Target="../media/image119.png"/><Relationship Id="rId28" Type="http://schemas.openxmlformats.org/officeDocument/2006/relationships/image" Target="../media/image123.png"/><Relationship Id="rId10" Type="http://schemas.openxmlformats.org/officeDocument/2006/relationships/image" Target="../media/image106.png"/><Relationship Id="rId19" Type="http://schemas.openxmlformats.org/officeDocument/2006/relationships/image" Target="../media/image115.png"/><Relationship Id="rId4" Type="http://schemas.openxmlformats.org/officeDocument/2006/relationships/image" Target="../media/image4.png"/><Relationship Id="rId9" Type="http://schemas.openxmlformats.org/officeDocument/2006/relationships/image" Target="../media/image105.png"/><Relationship Id="rId14" Type="http://schemas.openxmlformats.org/officeDocument/2006/relationships/image" Target="../media/image110.png"/><Relationship Id="rId22" Type="http://schemas.openxmlformats.org/officeDocument/2006/relationships/image" Target="../media/image118.png"/><Relationship Id="rId27" Type="http://schemas.openxmlformats.org/officeDocument/2006/relationships/image" Target="../media/image122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png"/><Relationship Id="rId13" Type="http://schemas.openxmlformats.org/officeDocument/2006/relationships/image" Target="../media/image132.png"/><Relationship Id="rId3" Type="http://schemas.openxmlformats.org/officeDocument/2006/relationships/image" Target="../media/image126.png"/><Relationship Id="rId7" Type="http://schemas.openxmlformats.org/officeDocument/2006/relationships/image" Target="../media/image129.png"/><Relationship Id="rId12" Type="http://schemas.openxmlformats.org/officeDocument/2006/relationships/image" Target="../media/image131.png"/><Relationship Id="rId2" Type="http://schemas.openxmlformats.org/officeDocument/2006/relationships/image" Target="../media/image12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5.png"/><Relationship Id="rId11" Type="http://schemas.openxmlformats.org/officeDocument/2006/relationships/image" Target="../media/image108.png"/><Relationship Id="rId5" Type="http://schemas.openxmlformats.org/officeDocument/2006/relationships/image" Target="../media/image128.png"/><Relationship Id="rId10" Type="http://schemas.openxmlformats.org/officeDocument/2006/relationships/image" Target="../media/image107.png"/><Relationship Id="rId4" Type="http://schemas.openxmlformats.org/officeDocument/2006/relationships/image" Target="../media/image127.png"/><Relationship Id="rId9" Type="http://schemas.openxmlformats.org/officeDocument/2006/relationships/image" Target="../media/image118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jpg"/><Relationship Id="rId2" Type="http://schemas.openxmlformats.org/officeDocument/2006/relationships/image" Target="../media/image133.jpg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jpg"/><Relationship Id="rId2" Type="http://schemas.openxmlformats.org/officeDocument/2006/relationships/image" Target="../media/image135.jpg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jp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5.png"/><Relationship Id="rId18" Type="http://schemas.openxmlformats.org/officeDocument/2006/relationships/image" Target="../media/image149.png"/><Relationship Id="rId26" Type="http://schemas.openxmlformats.org/officeDocument/2006/relationships/image" Target="../media/image157.png"/><Relationship Id="rId21" Type="http://schemas.openxmlformats.org/officeDocument/2006/relationships/image" Target="../media/image152.png"/><Relationship Id="rId34" Type="http://schemas.openxmlformats.org/officeDocument/2006/relationships/image" Target="../media/image118.png"/><Relationship Id="rId7" Type="http://schemas.openxmlformats.org/officeDocument/2006/relationships/image" Target="../media/image143.png"/><Relationship Id="rId12" Type="http://schemas.openxmlformats.org/officeDocument/2006/relationships/image" Target="../media/image144.png"/><Relationship Id="rId17" Type="http://schemas.openxmlformats.org/officeDocument/2006/relationships/image" Target="../media/image148.png"/><Relationship Id="rId25" Type="http://schemas.openxmlformats.org/officeDocument/2006/relationships/image" Target="../media/image156.png"/><Relationship Id="rId33" Type="http://schemas.openxmlformats.org/officeDocument/2006/relationships/image" Target="../media/image162.png"/><Relationship Id="rId2" Type="http://schemas.openxmlformats.org/officeDocument/2006/relationships/image" Target="../media/image3.png"/><Relationship Id="rId16" Type="http://schemas.openxmlformats.org/officeDocument/2006/relationships/image" Target="../media/image147.png"/><Relationship Id="rId20" Type="http://schemas.openxmlformats.org/officeDocument/2006/relationships/image" Target="../media/image151.png"/><Relationship Id="rId29" Type="http://schemas.openxmlformats.org/officeDocument/2006/relationships/image" Target="../media/image1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108.png"/><Relationship Id="rId24" Type="http://schemas.openxmlformats.org/officeDocument/2006/relationships/image" Target="../media/image155.png"/><Relationship Id="rId32" Type="http://schemas.openxmlformats.org/officeDocument/2006/relationships/image" Target="../media/image116.png"/><Relationship Id="rId37" Type="http://schemas.openxmlformats.org/officeDocument/2006/relationships/image" Target="../media/image165.png"/><Relationship Id="rId5" Type="http://schemas.openxmlformats.org/officeDocument/2006/relationships/image" Target="../media/image142.png"/><Relationship Id="rId15" Type="http://schemas.openxmlformats.org/officeDocument/2006/relationships/image" Target="../media/image111.png"/><Relationship Id="rId23" Type="http://schemas.openxmlformats.org/officeDocument/2006/relationships/image" Target="../media/image154.png"/><Relationship Id="rId28" Type="http://schemas.openxmlformats.org/officeDocument/2006/relationships/image" Target="../media/image159.png"/><Relationship Id="rId36" Type="http://schemas.openxmlformats.org/officeDocument/2006/relationships/image" Target="../media/image164.png"/><Relationship Id="rId10" Type="http://schemas.openxmlformats.org/officeDocument/2006/relationships/image" Target="../media/image107.png"/><Relationship Id="rId19" Type="http://schemas.openxmlformats.org/officeDocument/2006/relationships/image" Target="../media/image150.png"/><Relationship Id="rId31" Type="http://schemas.openxmlformats.org/officeDocument/2006/relationships/image" Target="../media/image115.png"/><Relationship Id="rId4" Type="http://schemas.openxmlformats.org/officeDocument/2006/relationships/image" Target="../media/image141.png"/><Relationship Id="rId9" Type="http://schemas.openxmlformats.org/officeDocument/2006/relationships/image" Target="../media/image106.png"/><Relationship Id="rId14" Type="http://schemas.openxmlformats.org/officeDocument/2006/relationships/image" Target="../media/image146.png"/><Relationship Id="rId22" Type="http://schemas.openxmlformats.org/officeDocument/2006/relationships/image" Target="../media/image153.png"/><Relationship Id="rId27" Type="http://schemas.openxmlformats.org/officeDocument/2006/relationships/image" Target="../media/image158.png"/><Relationship Id="rId30" Type="http://schemas.openxmlformats.org/officeDocument/2006/relationships/image" Target="../media/image161.png"/><Relationship Id="rId35" Type="http://schemas.openxmlformats.org/officeDocument/2006/relationships/image" Target="../media/image163.png"/><Relationship Id="rId8" Type="http://schemas.openxmlformats.org/officeDocument/2006/relationships/image" Target="../media/image102.png"/><Relationship Id="rId3" Type="http://schemas.openxmlformats.org/officeDocument/2006/relationships/image" Target="../media/image140.png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6.jpg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3.png"/><Relationship Id="rId13" Type="http://schemas.openxmlformats.org/officeDocument/2006/relationships/image" Target="../media/image178.png"/><Relationship Id="rId18" Type="http://schemas.openxmlformats.org/officeDocument/2006/relationships/image" Target="../media/image183.png"/><Relationship Id="rId3" Type="http://schemas.openxmlformats.org/officeDocument/2006/relationships/image" Target="../media/image168.png"/><Relationship Id="rId7" Type="http://schemas.openxmlformats.org/officeDocument/2006/relationships/image" Target="../media/image172.png"/><Relationship Id="rId12" Type="http://schemas.openxmlformats.org/officeDocument/2006/relationships/image" Target="../media/image177.png"/><Relationship Id="rId17" Type="http://schemas.openxmlformats.org/officeDocument/2006/relationships/image" Target="../media/image182.png"/><Relationship Id="rId2" Type="http://schemas.openxmlformats.org/officeDocument/2006/relationships/image" Target="../media/image167.png"/><Relationship Id="rId16" Type="http://schemas.openxmlformats.org/officeDocument/2006/relationships/image" Target="../media/image18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71.png"/><Relationship Id="rId11" Type="http://schemas.openxmlformats.org/officeDocument/2006/relationships/image" Target="../media/image176.png"/><Relationship Id="rId5" Type="http://schemas.openxmlformats.org/officeDocument/2006/relationships/image" Target="../media/image170.jpg"/><Relationship Id="rId15" Type="http://schemas.openxmlformats.org/officeDocument/2006/relationships/image" Target="../media/image180.png"/><Relationship Id="rId10" Type="http://schemas.openxmlformats.org/officeDocument/2006/relationships/image" Target="../media/image175.png"/><Relationship Id="rId19" Type="http://schemas.openxmlformats.org/officeDocument/2006/relationships/image" Target="../media/image184.png"/><Relationship Id="rId4" Type="http://schemas.openxmlformats.org/officeDocument/2006/relationships/image" Target="../media/image169.png"/><Relationship Id="rId9" Type="http://schemas.openxmlformats.org/officeDocument/2006/relationships/image" Target="../media/image174.png"/><Relationship Id="rId14" Type="http://schemas.openxmlformats.org/officeDocument/2006/relationships/image" Target="../media/image179.pn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5.png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3.png"/><Relationship Id="rId3" Type="http://schemas.openxmlformats.org/officeDocument/2006/relationships/image" Target="../media/image188.png"/><Relationship Id="rId7" Type="http://schemas.openxmlformats.org/officeDocument/2006/relationships/image" Target="../media/image192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91.png"/><Relationship Id="rId5" Type="http://schemas.openxmlformats.org/officeDocument/2006/relationships/image" Target="../media/image190.png"/><Relationship Id="rId4" Type="http://schemas.openxmlformats.org/officeDocument/2006/relationships/image" Target="../media/image189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0.png"/><Relationship Id="rId3" Type="http://schemas.openxmlformats.org/officeDocument/2006/relationships/image" Target="../media/image195.png"/><Relationship Id="rId7" Type="http://schemas.openxmlformats.org/officeDocument/2006/relationships/image" Target="../media/image199.png"/><Relationship Id="rId2" Type="http://schemas.openxmlformats.org/officeDocument/2006/relationships/image" Target="../media/image19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98.png"/><Relationship Id="rId5" Type="http://schemas.openxmlformats.org/officeDocument/2006/relationships/image" Target="../media/image197.png"/><Relationship Id="rId10" Type="http://schemas.openxmlformats.org/officeDocument/2006/relationships/image" Target="../media/image202.png"/><Relationship Id="rId4" Type="http://schemas.openxmlformats.org/officeDocument/2006/relationships/image" Target="../media/image196.png"/><Relationship Id="rId9" Type="http://schemas.openxmlformats.org/officeDocument/2006/relationships/image" Target="../media/image201.png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.png"/><Relationship Id="rId13" Type="http://schemas.openxmlformats.org/officeDocument/2006/relationships/image" Target="../media/image212.png"/><Relationship Id="rId3" Type="http://schemas.openxmlformats.org/officeDocument/2006/relationships/image" Target="../media/image204.png"/><Relationship Id="rId7" Type="http://schemas.openxmlformats.org/officeDocument/2006/relationships/image" Target="../media/image206.png"/><Relationship Id="rId12" Type="http://schemas.openxmlformats.org/officeDocument/2006/relationships/image" Target="../media/image211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0.png"/><Relationship Id="rId11" Type="http://schemas.openxmlformats.org/officeDocument/2006/relationships/image" Target="../media/image210.png"/><Relationship Id="rId5" Type="http://schemas.openxmlformats.org/officeDocument/2006/relationships/image" Target="../media/image34.png"/><Relationship Id="rId10" Type="http://schemas.openxmlformats.org/officeDocument/2006/relationships/image" Target="../media/image209.png"/><Relationship Id="rId4" Type="http://schemas.openxmlformats.org/officeDocument/2006/relationships/image" Target="../media/image205.png"/><Relationship Id="rId9" Type="http://schemas.openxmlformats.org/officeDocument/2006/relationships/image" Target="../media/image208.png"/><Relationship Id="rId14" Type="http://schemas.openxmlformats.org/officeDocument/2006/relationships/image" Target="../media/image213.jp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218.png"/><Relationship Id="rId3" Type="http://schemas.openxmlformats.org/officeDocument/2006/relationships/image" Target="../media/image215.png"/><Relationship Id="rId7" Type="http://schemas.openxmlformats.org/officeDocument/2006/relationships/image" Target="../media/image34.png"/><Relationship Id="rId12" Type="http://schemas.openxmlformats.org/officeDocument/2006/relationships/image" Target="../media/image208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05.png"/><Relationship Id="rId11" Type="http://schemas.openxmlformats.org/officeDocument/2006/relationships/image" Target="../media/image217.png"/><Relationship Id="rId5" Type="http://schemas.openxmlformats.org/officeDocument/2006/relationships/image" Target="../media/image204.png"/><Relationship Id="rId10" Type="http://schemas.openxmlformats.org/officeDocument/2006/relationships/image" Target="../media/image216.png"/><Relationship Id="rId4" Type="http://schemas.openxmlformats.org/officeDocument/2006/relationships/image" Target="../media/image203.png"/><Relationship Id="rId9" Type="http://schemas.openxmlformats.org/officeDocument/2006/relationships/image" Target="../media/image213.jp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zh-CN" altLang="en-US" dirty="0"/>
              <a:t>网络存储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zh-CN" altLang="en-US" dirty="0"/>
              <a:t>陆游游</a:t>
            </a:r>
            <a:endParaRPr lang="en-US" altLang="zh-CN" dirty="0"/>
          </a:p>
          <a:p>
            <a:r>
              <a:rPr lang="en-US" altLang="zh-CN" dirty="0"/>
              <a:t>luyouyou@tsinghua.edu.cn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213360" y="132080"/>
            <a:ext cx="33324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dirty="0">
                <a:solidFill>
                  <a:schemeClr val="bg1"/>
                </a:solidFill>
              </a:rPr>
              <a:t>存储技术基础</a:t>
            </a:r>
          </a:p>
        </p:txBody>
      </p:sp>
    </p:spTree>
    <p:extLst>
      <p:ext uri="{BB962C8B-B14F-4D97-AF65-F5344CB8AC3E}">
        <p14:creationId xmlns:p14="http://schemas.microsoft.com/office/powerpoint/2010/main" val="300069447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网络存储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设备接口</a:t>
            </a:r>
            <a:endParaRPr lang="en-US" altLang="zh-CN" dirty="0"/>
          </a:p>
          <a:p>
            <a:r>
              <a:rPr lang="zh-CN" altLang="en-US" dirty="0"/>
              <a:t>直连式存储（</a:t>
            </a:r>
            <a:r>
              <a:rPr lang="en-US" altLang="zh-CN" dirty="0"/>
              <a:t>Direct</a:t>
            </a:r>
            <a:r>
              <a:rPr lang="zh-CN" altLang="en-US" dirty="0"/>
              <a:t> </a:t>
            </a:r>
            <a:r>
              <a:rPr lang="en-US" altLang="zh-CN" dirty="0"/>
              <a:t>Attached</a:t>
            </a:r>
            <a:r>
              <a:rPr lang="zh-CN" altLang="en-US" dirty="0"/>
              <a:t> </a:t>
            </a:r>
            <a:r>
              <a:rPr lang="en-US" altLang="zh-CN" dirty="0"/>
              <a:t>Storage,</a:t>
            </a:r>
            <a:r>
              <a:rPr lang="zh-CN" altLang="en-US" dirty="0"/>
              <a:t> </a:t>
            </a:r>
            <a:r>
              <a:rPr lang="en-US" altLang="zh-CN" dirty="0"/>
              <a:t>DAS</a:t>
            </a:r>
            <a:r>
              <a:rPr lang="zh-CN" altLang="en-US" dirty="0"/>
              <a:t>）</a:t>
            </a:r>
            <a:endParaRPr lang="en-US" altLang="zh-CN" dirty="0"/>
          </a:p>
          <a:p>
            <a:r>
              <a:rPr lang="zh-CN" altLang="en-US" dirty="0"/>
              <a:t>网络附加存储（</a:t>
            </a:r>
            <a:r>
              <a:rPr lang="en-US" altLang="zh-CN" dirty="0"/>
              <a:t>Network</a:t>
            </a:r>
            <a:r>
              <a:rPr lang="zh-CN" altLang="en-US" dirty="0"/>
              <a:t> </a:t>
            </a:r>
            <a:r>
              <a:rPr lang="en-US" altLang="zh-CN" dirty="0"/>
              <a:t>Attached</a:t>
            </a:r>
            <a:r>
              <a:rPr lang="zh-CN" altLang="en-US" dirty="0"/>
              <a:t> </a:t>
            </a:r>
            <a:r>
              <a:rPr lang="en-US" altLang="zh-CN" dirty="0"/>
              <a:t>Storage,</a:t>
            </a:r>
            <a:r>
              <a:rPr lang="zh-CN" altLang="en-US" dirty="0"/>
              <a:t> </a:t>
            </a:r>
            <a:r>
              <a:rPr lang="en-US" altLang="zh-CN" dirty="0"/>
              <a:t>NAS</a:t>
            </a:r>
            <a:r>
              <a:rPr lang="zh-CN" altLang="en-US" dirty="0"/>
              <a:t>）</a:t>
            </a:r>
            <a:endParaRPr lang="en-US" altLang="zh-CN" dirty="0"/>
          </a:p>
          <a:p>
            <a:r>
              <a:rPr lang="zh-CN" altLang="en-US" dirty="0"/>
              <a:t>存储区域网络（</a:t>
            </a:r>
            <a:r>
              <a:rPr lang="en-US" altLang="zh-CN" dirty="0"/>
              <a:t>Storage</a:t>
            </a:r>
            <a:r>
              <a:rPr lang="zh-CN" altLang="en-US" dirty="0"/>
              <a:t> </a:t>
            </a:r>
            <a:r>
              <a:rPr lang="en-US" altLang="zh-CN" dirty="0"/>
              <a:t>Area</a:t>
            </a:r>
            <a:r>
              <a:rPr lang="zh-CN" altLang="en-US" dirty="0"/>
              <a:t> </a:t>
            </a:r>
            <a:r>
              <a:rPr lang="en-US" altLang="zh-CN" dirty="0"/>
              <a:t>Network,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r>
              <a:rPr lang="zh-CN" altLang="en-US" dirty="0"/>
              <a:t>）</a:t>
            </a:r>
            <a:endParaRPr lang="en-US" altLang="zh-CN" dirty="0"/>
          </a:p>
          <a:p>
            <a:r>
              <a:rPr lang="zh-CN" altLang="en-US" dirty="0"/>
              <a:t>内容寻址存储（</a:t>
            </a:r>
            <a:r>
              <a:rPr lang="en-US" altLang="zh-CN" dirty="0"/>
              <a:t>Content-Addressable</a:t>
            </a:r>
            <a:r>
              <a:rPr lang="zh-CN" altLang="en-US" dirty="0"/>
              <a:t> </a:t>
            </a:r>
            <a:r>
              <a:rPr lang="en-US" altLang="zh-CN" dirty="0"/>
              <a:t>Storage,</a:t>
            </a:r>
            <a:r>
              <a:rPr lang="zh-CN" altLang="en-US" dirty="0"/>
              <a:t> </a:t>
            </a:r>
            <a:r>
              <a:rPr lang="en-US" altLang="zh-CN" dirty="0"/>
              <a:t>CAS</a:t>
            </a:r>
            <a:r>
              <a:rPr lang="zh-CN" altLang="en-US" dirty="0"/>
              <a:t>）</a:t>
            </a: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7447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网络存储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4"/>
            <a:ext cx="8659905" cy="5644295"/>
          </a:xfrm>
        </p:spPr>
        <p:txBody>
          <a:bodyPr>
            <a:normAutofit/>
          </a:bodyPr>
          <a:lstStyle/>
          <a:p>
            <a:r>
              <a:rPr lang="zh-CN" altLang="en-US" dirty="0"/>
              <a:t>设备接口</a:t>
            </a:r>
            <a:endParaRPr lang="en-US" altLang="zh-CN" dirty="0"/>
          </a:p>
          <a:p>
            <a:pPr lvl="1"/>
            <a:r>
              <a:rPr lang="en-US" altLang="zh-CN" dirty="0"/>
              <a:t>ATA</a:t>
            </a:r>
          </a:p>
          <a:p>
            <a:pPr lvl="1"/>
            <a:r>
              <a:rPr lang="en-US" altLang="zh-CN" dirty="0"/>
              <a:t>SATA</a:t>
            </a:r>
          </a:p>
          <a:p>
            <a:pPr lvl="1"/>
            <a:r>
              <a:rPr lang="en-US" altLang="zh-CN" dirty="0"/>
              <a:t>SCSI</a:t>
            </a:r>
          </a:p>
          <a:p>
            <a:pPr lvl="1"/>
            <a:r>
              <a:rPr lang="en-US" altLang="zh-CN" dirty="0"/>
              <a:t>SAS</a:t>
            </a:r>
          </a:p>
          <a:p>
            <a:pPr lvl="1"/>
            <a:r>
              <a:rPr lang="en-US" altLang="zh-CN" dirty="0"/>
              <a:t>FC</a:t>
            </a:r>
          </a:p>
          <a:p>
            <a:pPr lvl="1"/>
            <a:r>
              <a:rPr lang="en-US" altLang="zh-CN" dirty="0" err="1"/>
              <a:t>NVMe</a:t>
            </a:r>
            <a:endParaRPr lang="en-US" altLang="zh-CN" dirty="0"/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直连式存储（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DAS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网络附加存储（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NAS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存储区域网络（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SAN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内容寻址存储（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Content-Addressable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 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Storage,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 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CAS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780658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矩形 246">
            <a:extLst>
              <a:ext uri="{FF2B5EF4-FFF2-40B4-BE49-F238E27FC236}">
                <a16:creationId xmlns:a16="http://schemas.microsoft.com/office/drawing/2014/main" id="{8EB6A06E-ACC3-D761-E000-A272D9488138}"/>
              </a:ext>
            </a:extLst>
          </p:cNvPr>
          <p:cNvSpPr/>
          <p:nvPr/>
        </p:nvSpPr>
        <p:spPr>
          <a:xfrm>
            <a:off x="2523774" y="3463131"/>
            <a:ext cx="4296192" cy="1111906"/>
          </a:xfrm>
          <a:prstGeom prst="rect">
            <a:avLst/>
          </a:prstGeom>
          <a:solidFill>
            <a:schemeClr val="accent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  <p:sp>
        <p:nvSpPr>
          <p:cNvPr id="7" name="标题 6">
            <a:extLst>
              <a:ext uri="{FF2B5EF4-FFF2-40B4-BE49-F238E27FC236}">
                <a16:creationId xmlns:a16="http://schemas.microsoft.com/office/drawing/2014/main" id="{3E343608-65BA-8C5F-223E-C7BB0DE18B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设备接口</a:t>
            </a:r>
          </a:p>
        </p:txBody>
      </p:sp>
      <p:sp>
        <p:nvSpPr>
          <p:cNvPr id="5" name="object 3">
            <a:extLst>
              <a:ext uri="{FF2B5EF4-FFF2-40B4-BE49-F238E27FC236}">
                <a16:creationId xmlns:a16="http://schemas.microsoft.com/office/drawing/2014/main" id="{8383408D-D075-C588-AF2F-A5EC69E2E64F}"/>
              </a:ext>
            </a:extLst>
          </p:cNvPr>
          <p:cNvSpPr txBox="1"/>
          <p:nvPr/>
        </p:nvSpPr>
        <p:spPr>
          <a:xfrm>
            <a:off x="899641" y="3059409"/>
            <a:ext cx="1037091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n-US" altLang="zh-CN" sz="2400" spc="5" dirty="0">
                <a:latin typeface="Arial MT"/>
              </a:rPr>
              <a:t>Host</a:t>
            </a:r>
            <a:endParaRPr sz="2400" spc="5" dirty="0">
              <a:latin typeface="Arial MT"/>
            </a:endParaRPr>
          </a:p>
        </p:txBody>
      </p:sp>
      <p:sp>
        <p:nvSpPr>
          <p:cNvPr id="14" name="object 10">
            <a:extLst>
              <a:ext uri="{FF2B5EF4-FFF2-40B4-BE49-F238E27FC236}">
                <a16:creationId xmlns:a16="http://schemas.microsoft.com/office/drawing/2014/main" id="{4EC9A685-385F-7E01-D9DA-CAC67A24814D}"/>
              </a:ext>
            </a:extLst>
          </p:cNvPr>
          <p:cNvSpPr/>
          <p:nvPr/>
        </p:nvSpPr>
        <p:spPr>
          <a:xfrm>
            <a:off x="1676304" y="2415402"/>
            <a:ext cx="5819082" cy="50392"/>
          </a:xfrm>
          <a:custGeom>
            <a:avLst/>
            <a:gdLst/>
            <a:ahLst/>
            <a:cxnLst/>
            <a:rect l="l" t="t" r="r" b="b"/>
            <a:pathLst>
              <a:path w="4855209">
                <a:moveTo>
                  <a:pt x="0" y="0"/>
                </a:moveTo>
                <a:lnTo>
                  <a:pt x="4855209" y="0"/>
                </a:lnTo>
              </a:path>
            </a:pathLst>
          </a:custGeom>
          <a:ln w="93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7" name="object 223">
            <a:extLst>
              <a:ext uri="{FF2B5EF4-FFF2-40B4-BE49-F238E27FC236}">
                <a16:creationId xmlns:a16="http://schemas.microsoft.com/office/drawing/2014/main" id="{1A51E5E2-A474-C3F6-A64F-FF0ABE747446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89117" y="1911453"/>
            <a:ext cx="1945050" cy="984636"/>
          </a:xfrm>
          <a:prstGeom prst="rect">
            <a:avLst/>
          </a:prstGeom>
        </p:spPr>
      </p:pic>
      <p:sp>
        <p:nvSpPr>
          <p:cNvPr id="228" name="object 224">
            <a:extLst>
              <a:ext uri="{FF2B5EF4-FFF2-40B4-BE49-F238E27FC236}">
                <a16:creationId xmlns:a16="http://schemas.microsoft.com/office/drawing/2014/main" id="{D34D4D4B-5754-FECE-98CF-E25D8615F043}"/>
              </a:ext>
            </a:extLst>
          </p:cNvPr>
          <p:cNvSpPr txBox="1"/>
          <p:nvPr/>
        </p:nvSpPr>
        <p:spPr>
          <a:xfrm>
            <a:off x="3773573" y="2271644"/>
            <a:ext cx="1823164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n-US" altLang="zh-CN" sz="2000" b="1" spc="5" dirty="0">
                <a:solidFill>
                  <a:srgbClr val="7030A0"/>
                </a:solidFill>
                <a:latin typeface="Arial MT"/>
              </a:rPr>
              <a:t>connectivity</a:t>
            </a:r>
            <a:endParaRPr sz="2000" b="1" spc="5" dirty="0">
              <a:solidFill>
                <a:srgbClr val="7030A0"/>
              </a:solidFill>
              <a:latin typeface="Arial MT"/>
            </a:endParaRPr>
          </a:p>
        </p:txBody>
      </p:sp>
      <p:grpSp>
        <p:nvGrpSpPr>
          <p:cNvPr id="229" name="object 225">
            <a:extLst>
              <a:ext uri="{FF2B5EF4-FFF2-40B4-BE49-F238E27FC236}">
                <a16:creationId xmlns:a16="http://schemas.microsoft.com/office/drawing/2014/main" id="{33D61347-74C9-64F7-6CF9-1AC2B5882353}"/>
              </a:ext>
            </a:extLst>
          </p:cNvPr>
          <p:cNvGrpSpPr/>
          <p:nvPr/>
        </p:nvGrpSpPr>
        <p:grpSpPr>
          <a:xfrm>
            <a:off x="930816" y="1831205"/>
            <a:ext cx="661670" cy="1074420"/>
            <a:chOff x="1456689" y="2131060"/>
            <a:chExt cx="661670" cy="1074420"/>
          </a:xfrm>
        </p:grpSpPr>
        <p:pic>
          <p:nvPicPr>
            <p:cNvPr id="230" name="object 226">
              <a:extLst>
                <a:ext uri="{FF2B5EF4-FFF2-40B4-BE49-F238E27FC236}">
                  <a16:creationId xmlns:a16="http://schemas.microsoft.com/office/drawing/2014/main" id="{B5DCB5F8-1CEC-1A92-53D2-FEDC8C1A191D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56689" y="2261870"/>
              <a:ext cx="652779" cy="943610"/>
            </a:xfrm>
            <a:prstGeom prst="rect">
              <a:avLst/>
            </a:prstGeom>
          </p:spPr>
        </p:pic>
        <p:sp>
          <p:nvSpPr>
            <p:cNvPr id="231" name="object 227">
              <a:extLst>
                <a:ext uri="{FF2B5EF4-FFF2-40B4-BE49-F238E27FC236}">
                  <a16:creationId xmlns:a16="http://schemas.microsoft.com/office/drawing/2014/main" id="{16C996EF-34A3-6F1E-E9EE-D5C239326A45}"/>
                </a:ext>
              </a:extLst>
            </p:cNvPr>
            <p:cNvSpPr/>
            <p:nvPr/>
          </p:nvSpPr>
          <p:spPr>
            <a:xfrm>
              <a:off x="1545589" y="22707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28">
              <a:extLst>
                <a:ext uri="{FF2B5EF4-FFF2-40B4-BE49-F238E27FC236}">
                  <a16:creationId xmlns:a16="http://schemas.microsoft.com/office/drawing/2014/main" id="{565D2CCD-2642-7073-AC06-C748B54C3529}"/>
                </a:ext>
              </a:extLst>
            </p:cNvPr>
            <p:cNvSpPr/>
            <p:nvPr/>
          </p:nvSpPr>
          <p:spPr>
            <a:xfrm>
              <a:off x="1545589" y="22707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77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" name="object 229">
              <a:extLst>
                <a:ext uri="{FF2B5EF4-FFF2-40B4-BE49-F238E27FC236}">
                  <a16:creationId xmlns:a16="http://schemas.microsoft.com/office/drawing/2014/main" id="{3CFF6BF4-862D-BDBC-6DAB-53874E5B0E60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59229" y="2131060"/>
              <a:ext cx="659130" cy="132079"/>
            </a:xfrm>
            <a:prstGeom prst="rect">
              <a:avLst/>
            </a:prstGeom>
          </p:spPr>
        </p:pic>
        <p:pic>
          <p:nvPicPr>
            <p:cNvPr id="234" name="object 230">
              <a:extLst>
                <a:ext uri="{FF2B5EF4-FFF2-40B4-BE49-F238E27FC236}">
                  <a16:creationId xmlns:a16="http://schemas.microsoft.com/office/drawing/2014/main" id="{C4F29207-AFAA-1D4D-63CA-3A8BD0F8DD8C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13839" y="2261870"/>
              <a:ext cx="539749" cy="896619"/>
            </a:xfrm>
            <a:prstGeom prst="rect">
              <a:avLst/>
            </a:prstGeom>
          </p:spPr>
        </p:pic>
        <p:sp>
          <p:nvSpPr>
            <p:cNvPr id="235" name="object 231">
              <a:extLst>
                <a:ext uri="{FF2B5EF4-FFF2-40B4-BE49-F238E27FC236}">
                  <a16:creationId xmlns:a16="http://schemas.microsoft.com/office/drawing/2014/main" id="{568653C9-6BA3-EAC2-77B3-876A6C035483}"/>
                </a:ext>
              </a:extLst>
            </p:cNvPr>
            <p:cNvSpPr/>
            <p:nvPr/>
          </p:nvSpPr>
          <p:spPr>
            <a:xfrm>
              <a:off x="1634477" y="2454909"/>
              <a:ext cx="297815" cy="127000"/>
            </a:xfrm>
            <a:custGeom>
              <a:avLst/>
              <a:gdLst/>
              <a:ahLst/>
              <a:cxnLst/>
              <a:rect l="l" t="t" r="r" b="b"/>
              <a:pathLst>
                <a:path w="297814" h="127000">
                  <a:moveTo>
                    <a:pt x="297192" y="86360"/>
                  </a:moveTo>
                  <a:lnTo>
                    <a:pt x="0" y="86360"/>
                  </a:lnTo>
                  <a:lnTo>
                    <a:pt x="0" y="127000"/>
                  </a:lnTo>
                  <a:lnTo>
                    <a:pt x="297192" y="127000"/>
                  </a:lnTo>
                  <a:lnTo>
                    <a:pt x="297192" y="86360"/>
                  </a:lnTo>
                  <a:close/>
                </a:path>
                <a:path w="297814" h="127000">
                  <a:moveTo>
                    <a:pt x="297192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297192" y="40640"/>
                  </a:lnTo>
                  <a:lnTo>
                    <a:pt x="297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B5BE0D8F-505F-6E12-5E5F-002317C2FD0F}"/>
              </a:ext>
            </a:extLst>
          </p:cNvPr>
          <p:cNvGrpSpPr/>
          <p:nvPr/>
        </p:nvGrpSpPr>
        <p:grpSpPr>
          <a:xfrm>
            <a:off x="7303390" y="1970905"/>
            <a:ext cx="1636214" cy="1470660"/>
            <a:chOff x="7365628" y="2651394"/>
            <a:chExt cx="1636214" cy="1470660"/>
          </a:xfrm>
        </p:grpSpPr>
        <p:sp>
          <p:nvSpPr>
            <p:cNvPr id="15" name="object 11">
              <a:extLst>
                <a:ext uri="{FF2B5EF4-FFF2-40B4-BE49-F238E27FC236}">
                  <a16:creationId xmlns:a16="http://schemas.microsoft.com/office/drawing/2014/main" id="{9F2C851A-7BA6-39C4-016E-09861E00525A}"/>
                </a:ext>
              </a:extLst>
            </p:cNvPr>
            <p:cNvSpPr/>
            <p:nvPr/>
          </p:nvSpPr>
          <p:spPr>
            <a:xfrm>
              <a:off x="7478885" y="2769504"/>
              <a:ext cx="6350" cy="561340"/>
            </a:xfrm>
            <a:custGeom>
              <a:avLst/>
              <a:gdLst/>
              <a:ahLst/>
              <a:cxnLst/>
              <a:rect l="l" t="t" r="r" b="b"/>
              <a:pathLst>
                <a:path w="6350" h="561339">
                  <a:moveTo>
                    <a:pt x="6350" y="0"/>
                  </a:moveTo>
                  <a:lnTo>
                    <a:pt x="5079" y="0"/>
                  </a:lnTo>
                  <a:lnTo>
                    <a:pt x="5079" y="3809"/>
                  </a:lnTo>
                  <a:lnTo>
                    <a:pt x="3809" y="3809"/>
                  </a:lnTo>
                  <a:lnTo>
                    <a:pt x="3809" y="7619"/>
                  </a:lnTo>
                  <a:lnTo>
                    <a:pt x="2539" y="7619"/>
                  </a:lnTo>
                  <a:lnTo>
                    <a:pt x="2539" y="11429"/>
                  </a:lnTo>
                  <a:lnTo>
                    <a:pt x="1270" y="11429"/>
                  </a:lnTo>
                  <a:lnTo>
                    <a:pt x="1270" y="15239"/>
                  </a:lnTo>
                  <a:lnTo>
                    <a:pt x="0" y="15239"/>
                  </a:lnTo>
                  <a:lnTo>
                    <a:pt x="0" y="547369"/>
                  </a:lnTo>
                  <a:lnTo>
                    <a:pt x="1270" y="547369"/>
                  </a:lnTo>
                  <a:lnTo>
                    <a:pt x="1270" y="551179"/>
                  </a:lnTo>
                  <a:lnTo>
                    <a:pt x="2539" y="551179"/>
                  </a:lnTo>
                  <a:lnTo>
                    <a:pt x="2539" y="554989"/>
                  </a:lnTo>
                  <a:lnTo>
                    <a:pt x="3809" y="554989"/>
                  </a:lnTo>
                  <a:lnTo>
                    <a:pt x="3809" y="557529"/>
                  </a:lnTo>
                  <a:lnTo>
                    <a:pt x="5079" y="557529"/>
                  </a:lnTo>
                  <a:lnTo>
                    <a:pt x="5079" y="561339"/>
                  </a:lnTo>
                  <a:lnTo>
                    <a:pt x="6350" y="56133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5588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2">
              <a:extLst>
                <a:ext uri="{FF2B5EF4-FFF2-40B4-BE49-F238E27FC236}">
                  <a16:creationId xmlns:a16="http://schemas.microsoft.com/office/drawing/2014/main" id="{25BE8A70-59D8-F122-1E17-CFB0B28AB94D}"/>
                </a:ext>
              </a:extLst>
            </p:cNvPr>
            <p:cNvSpPr/>
            <p:nvPr/>
          </p:nvSpPr>
          <p:spPr>
            <a:xfrm>
              <a:off x="7485235" y="2756804"/>
              <a:ext cx="7620" cy="586740"/>
            </a:xfrm>
            <a:custGeom>
              <a:avLst/>
              <a:gdLst/>
              <a:ahLst/>
              <a:cxnLst/>
              <a:rect l="l" t="t" r="r" b="b"/>
              <a:pathLst>
                <a:path w="7620" h="586739">
                  <a:moveTo>
                    <a:pt x="7620" y="0"/>
                  </a:moveTo>
                  <a:lnTo>
                    <a:pt x="6350" y="0"/>
                  </a:lnTo>
                  <a:lnTo>
                    <a:pt x="6350" y="1397"/>
                  </a:lnTo>
                  <a:lnTo>
                    <a:pt x="5079" y="1397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5207"/>
                  </a:lnTo>
                  <a:lnTo>
                    <a:pt x="2539" y="5207"/>
                  </a:lnTo>
                  <a:lnTo>
                    <a:pt x="2539" y="7747"/>
                  </a:lnTo>
                  <a:lnTo>
                    <a:pt x="1270" y="7747"/>
                  </a:lnTo>
                  <a:lnTo>
                    <a:pt x="1270" y="10160"/>
                  </a:lnTo>
                  <a:lnTo>
                    <a:pt x="7620" y="10160"/>
                  </a:lnTo>
                  <a:lnTo>
                    <a:pt x="7620" y="0"/>
                  </a:lnTo>
                  <a:close/>
                </a:path>
                <a:path w="7620" h="586739">
                  <a:moveTo>
                    <a:pt x="7620" y="10160"/>
                  </a:moveTo>
                  <a:lnTo>
                    <a:pt x="0" y="10160"/>
                  </a:lnTo>
                  <a:lnTo>
                    <a:pt x="0" y="577850"/>
                  </a:lnTo>
                  <a:lnTo>
                    <a:pt x="1270" y="577850"/>
                  </a:lnTo>
                  <a:lnTo>
                    <a:pt x="1270" y="580390"/>
                  </a:lnTo>
                  <a:lnTo>
                    <a:pt x="2539" y="580390"/>
                  </a:lnTo>
                  <a:lnTo>
                    <a:pt x="2539" y="581660"/>
                  </a:lnTo>
                  <a:lnTo>
                    <a:pt x="7620" y="581660"/>
                  </a:lnTo>
                  <a:lnTo>
                    <a:pt x="7620" y="10160"/>
                  </a:lnTo>
                  <a:close/>
                </a:path>
                <a:path w="7620" h="586739">
                  <a:moveTo>
                    <a:pt x="7620" y="581660"/>
                  </a:moveTo>
                  <a:lnTo>
                    <a:pt x="3809" y="581660"/>
                  </a:lnTo>
                  <a:lnTo>
                    <a:pt x="3809" y="584200"/>
                  </a:lnTo>
                  <a:lnTo>
                    <a:pt x="5079" y="584200"/>
                  </a:lnTo>
                  <a:lnTo>
                    <a:pt x="5079" y="585470"/>
                  </a:lnTo>
                  <a:lnTo>
                    <a:pt x="6350" y="585470"/>
                  </a:lnTo>
                  <a:lnTo>
                    <a:pt x="6350" y="586740"/>
                  </a:lnTo>
                  <a:lnTo>
                    <a:pt x="7620" y="586740"/>
                  </a:lnTo>
                  <a:lnTo>
                    <a:pt x="7620" y="581660"/>
                  </a:lnTo>
                  <a:close/>
                </a:path>
              </a:pathLst>
            </a:custGeom>
            <a:solidFill>
              <a:srgbClr val="5587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3">
              <a:extLst>
                <a:ext uri="{FF2B5EF4-FFF2-40B4-BE49-F238E27FC236}">
                  <a16:creationId xmlns:a16="http://schemas.microsoft.com/office/drawing/2014/main" id="{DC9CA90E-8C83-6773-AE99-5398E3774797}"/>
                </a:ext>
              </a:extLst>
            </p:cNvPr>
            <p:cNvSpPr/>
            <p:nvPr/>
          </p:nvSpPr>
          <p:spPr>
            <a:xfrm>
              <a:off x="7492855" y="2749311"/>
              <a:ext cx="6350" cy="601980"/>
            </a:xfrm>
            <a:custGeom>
              <a:avLst/>
              <a:gdLst/>
              <a:ahLst/>
              <a:cxnLst/>
              <a:rect l="l" t="t" r="r" b="b"/>
              <a:pathLst>
                <a:path w="6350" h="601980">
                  <a:moveTo>
                    <a:pt x="6350" y="7619"/>
                  </a:moveTo>
                  <a:lnTo>
                    <a:pt x="0" y="7619"/>
                  </a:lnTo>
                  <a:lnTo>
                    <a:pt x="0" y="17652"/>
                  </a:lnTo>
                  <a:lnTo>
                    <a:pt x="6350" y="17652"/>
                  </a:lnTo>
                  <a:lnTo>
                    <a:pt x="6350" y="7619"/>
                  </a:lnTo>
                  <a:close/>
                </a:path>
                <a:path w="6350" h="601980">
                  <a:moveTo>
                    <a:pt x="5079" y="1142"/>
                  </a:moveTo>
                  <a:lnTo>
                    <a:pt x="3809" y="1142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3810"/>
                  </a:lnTo>
                  <a:lnTo>
                    <a:pt x="1269" y="3810"/>
                  </a:lnTo>
                  <a:lnTo>
                    <a:pt x="1269" y="6350"/>
                  </a:lnTo>
                  <a:lnTo>
                    <a:pt x="0" y="635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1269"/>
                  </a:lnTo>
                  <a:lnTo>
                    <a:pt x="5079" y="1269"/>
                  </a:lnTo>
                  <a:close/>
                </a:path>
                <a:path w="6350" h="601980">
                  <a:moveTo>
                    <a:pt x="6350" y="0"/>
                  </a:moveTo>
                  <a:lnTo>
                    <a:pt x="5079" y="0"/>
                  </a:lnTo>
                  <a:lnTo>
                    <a:pt x="5079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601980">
                  <a:moveTo>
                    <a:pt x="6350" y="17653"/>
                  </a:moveTo>
                  <a:lnTo>
                    <a:pt x="0" y="17653"/>
                  </a:lnTo>
                  <a:lnTo>
                    <a:pt x="0" y="589152"/>
                  </a:lnTo>
                  <a:lnTo>
                    <a:pt x="6350" y="589152"/>
                  </a:lnTo>
                  <a:lnTo>
                    <a:pt x="6350" y="17653"/>
                  </a:lnTo>
                  <a:close/>
                </a:path>
                <a:path w="6350" h="601980">
                  <a:moveTo>
                    <a:pt x="6350" y="589153"/>
                  </a:moveTo>
                  <a:lnTo>
                    <a:pt x="0" y="589153"/>
                  </a:lnTo>
                  <a:lnTo>
                    <a:pt x="0" y="595502"/>
                  </a:lnTo>
                  <a:lnTo>
                    <a:pt x="6350" y="595502"/>
                  </a:lnTo>
                  <a:lnTo>
                    <a:pt x="6350" y="589153"/>
                  </a:lnTo>
                  <a:close/>
                </a:path>
                <a:path w="6350" h="601980">
                  <a:moveTo>
                    <a:pt x="6350" y="598170"/>
                  </a:moveTo>
                  <a:lnTo>
                    <a:pt x="2539" y="598170"/>
                  </a:lnTo>
                  <a:lnTo>
                    <a:pt x="2539" y="599313"/>
                  </a:lnTo>
                  <a:lnTo>
                    <a:pt x="3809" y="599313"/>
                  </a:lnTo>
                  <a:lnTo>
                    <a:pt x="3809" y="600583"/>
                  </a:lnTo>
                  <a:lnTo>
                    <a:pt x="5079" y="600583"/>
                  </a:lnTo>
                  <a:lnTo>
                    <a:pt x="5079" y="601853"/>
                  </a:lnTo>
                  <a:lnTo>
                    <a:pt x="6350" y="601853"/>
                  </a:lnTo>
                  <a:lnTo>
                    <a:pt x="6350" y="598170"/>
                  </a:lnTo>
                  <a:close/>
                </a:path>
                <a:path w="6350" h="601980">
                  <a:moveTo>
                    <a:pt x="6350" y="595630"/>
                  </a:moveTo>
                  <a:lnTo>
                    <a:pt x="1269" y="595630"/>
                  </a:lnTo>
                  <a:lnTo>
                    <a:pt x="1269" y="598170"/>
                  </a:lnTo>
                  <a:lnTo>
                    <a:pt x="2539" y="598170"/>
                  </a:lnTo>
                  <a:lnTo>
                    <a:pt x="6350" y="598043"/>
                  </a:lnTo>
                  <a:lnTo>
                    <a:pt x="6350" y="595630"/>
                  </a:lnTo>
                  <a:close/>
                </a:path>
              </a:pathLst>
            </a:custGeom>
            <a:solidFill>
              <a:srgbClr val="5486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4">
              <a:extLst>
                <a:ext uri="{FF2B5EF4-FFF2-40B4-BE49-F238E27FC236}">
                  <a16:creationId xmlns:a16="http://schemas.microsoft.com/office/drawing/2014/main" id="{14DC2D46-3A64-083F-C439-0DBBC6910A9D}"/>
                </a:ext>
              </a:extLst>
            </p:cNvPr>
            <p:cNvSpPr/>
            <p:nvPr/>
          </p:nvSpPr>
          <p:spPr>
            <a:xfrm>
              <a:off x="7499205" y="2742961"/>
              <a:ext cx="7620" cy="615950"/>
            </a:xfrm>
            <a:custGeom>
              <a:avLst/>
              <a:gdLst/>
              <a:ahLst/>
              <a:cxnLst/>
              <a:rect l="l" t="t" r="r" b="b"/>
              <a:pathLst>
                <a:path w="7620" h="615950">
                  <a:moveTo>
                    <a:pt x="7619" y="13969"/>
                  </a:moveTo>
                  <a:lnTo>
                    <a:pt x="0" y="13969"/>
                  </a:lnTo>
                  <a:lnTo>
                    <a:pt x="0" y="24002"/>
                  </a:lnTo>
                  <a:lnTo>
                    <a:pt x="7619" y="24002"/>
                  </a:lnTo>
                  <a:lnTo>
                    <a:pt x="7619" y="13969"/>
                  </a:lnTo>
                  <a:close/>
                </a:path>
                <a:path w="7620" h="615950">
                  <a:moveTo>
                    <a:pt x="7619" y="7619"/>
                  </a:moveTo>
                  <a:lnTo>
                    <a:pt x="0" y="7619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7619"/>
                  </a:lnTo>
                  <a:close/>
                </a:path>
                <a:path w="7620" h="615950">
                  <a:moveTo>
                    <a:pt x="2539" y="3682"/>
                  </a:moveTo>
                  <a:lnTo>
                    <a:pt x="1269" y="3682"/>
                  </a:lnTo>
                  <a:lnTo>
                    <a:pt x="1269" y="4952"/>
                  </a:lnTo>
                  <a:lnTo>
                    <a:pt x="0" y="4952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3810"/>
                  </a:lnTo>
                  <a:lnTo>
                    <a:pt x="2539" y="3810"/>
                  </a:lnTo>
                  <a:lnTo>
                    <a:pt x="2539" y="3682"/>
                  </a:lnTo>
                  <a:close/>
                </a:path>
                <a:path w="7620" h="615950">
                  <a:moveTo>
                    <a:pt x="6350" y="1142"/>
                  </a:moveTo>
                  <a:lnTo>
                    <a:pt x="3809" y="1142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3682"/>
                  </a:lnTo>
                  <a:lnTo>
                    <a:pt x="7619" y="3682"/>
                  </a:lnTo>
                  <a:lnTo>
                    <a:pt x="7619" y="1269"/>
                  </a:lnTo>
                  <a:lnTo>
                    <a:pt x="6350" y="1269"/>
                  </a:lnTo>
                  <a:close/>
                </a:path>
                <a:path w="7620" h="615950">
                  <a:moveTo>
                    <a:pt x="7619" y="0"/>
                  </a:moveTo>
                  <a:lnTo>
                    <a:pt x="6350" y="0"/>
                  </a:lnTo>
                  <a:lnTo>
                    <a:pt x="6350" y="1142"/>
                  </a:lnTo>
                  <a:lnTo>
                    <a:pt x="7619" y="1142"/>
                  </a:lnTo>
                  <a:lnTo>
                    <a:pt x="7619" y="0"/>
                  </a:lnTo>
                  <a:close/>
                </a:path>
                <a:path w="7620" h="615950">
                  <a:moveTo>
                    <a:pt x="7619" y="24003"/>
                  </a:moveTo>
                  <a:lnTo>
                    <a:pt x="0" y="24003"/>
                  </a:lnTo>
                  <a:lnTo>
                    <a:pt x="0" y="595502"/>
                  </a:lnTo>
                  <a:lnTo>
                    <a:pt x="7619" y="595502"/>
                  </a:lnTo>
                  <a:lnTo>
                    <a:pt x="7619" y="24003"/>
                  </a:lnTo>
                  <a:close/>
                </a:path>
                <a:path w="7620" h="615950">
                  <a:moveTo>
                    <a:pt x="7619" y="595503"/>
                  </a:moveTo>
                  <a:lnTo>
                    <a:pt x="0" y="595503"/>
                  </a:lnTo>
                  <a:lnTo>
                    <a:pt x="0" y="601852"/>
                  </a:lnTo>
                  <a:lnTo>
                    <a:pt x="7619" y="601852"/>
                  </a:lnTo>
                  <a:lnTo>
                    <a:pt x="7619" y="595503"/>
                  </a:lnTo>
                  <a:close/>
                </a:path>
                <a:path w="7620" h="615950">
                  <a:moveTo>
                    <a:pt x="7619" y="610870"/>
                  </a:moveTo>
                  <a:lnTo>
                    <a:pt x="2539" y="610870"/>
                  </a:lnTo>
                  <a:lnTo>
                    <a:pt x="2539" y="612013"/>
                  </a:lnTo>
                  <a:lnTo>
                    <a:pt x="3809" y="612013"/>
                  </a:lnTo>
                  <a:lnTo>
                    <a:pt x="3809" y="613283"/>
                  </a:lnTo>
                  <a:lnTo>
                    <a:pt x="5079" y="613283"/>
                  </a:lnTo>
                  <a:lnTo>
                    <a:pt x="5079" y="614553"/>
                  </a:lnTo>
                  <a:lnTo>
                    <a:pt x="6350" y="614553"/>
                  </a:lnTo>
                  <a:lnTo>
                    <a:pt x="6350" y="615823"/>
                  </a:lnTo>
                  <a:lnTo>
                    <a:pt x="7619" y="615823"/>
                  </a:lnTo>
                  <a:lnTo>
                    <a:pt x="7619" y="610870"/>
                  </a:lnTo>
                  <a:close/>
                </a:path>
                <a:path w="7620" h="615950">
                  <a:moveTo>
                    <a:pt x="7619" y="604520"/>
                  </a:moveTo>
                  <a:lnTo>
                    <a:pt x="0" y="604520"/>
                  </a:lnTo>
                  <a:lnTo>
                    <a:pt x="0" y="609473"/>
                  </a:lnTo>
                  <a:lnTo>
                    <a:pt x="1269" y="609473"/>
                  </a:lnTo>
                  <a:lnTo>
                    <a:pt x="1269" y="610870"/>
                  </a:lnTo>
                  <a:lnTo>
                    <a:pt x="2539" y="610870"/>
                  </a:lnTo>
                  <a:lnTo>
                    <a:pt x="7619" y="610743"/>
                  </a:lnTo>
                  <a:lnTo>
                    <a:pt x="7619" y="604520"/>
                  </a:lnTo>
                  <a:close/>
                </a:path>
                <a:path w="7620" h="615950">
                  <a:moveTo>
                    <a:pt x="7619" y="601980"/>
                  </a:moveTo>
                  <a:lnTo>
                    <a:pt x="0" y="601980"/>
                  </a:lnTo>
                  <a:lnTo>
                    <a:pt x="0" y="604393"/>
                  </a:lnTo>
                  <a:lnTo>
                    <a:pt x="7619" y="604393"/>
                  </a:lnTo>
                  <a:lnTo>
                    <a:pt x="7619" y="601980"/>
                  </a:lnTo>
                  <a:close/>
                </a:path>
              </a:pathLst>
            </a:custGeom>
            <a:solidFill>
              <a:srgbClr val="5385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5">
              <a:extLst>
                <a:ext uri="{FF2B5EF4-FFF2-40B4-BE49-F238E27FC236}">
                  <a16:creationId xmlns:a16="http://schemas.microsoft.com/office/drawing/2014/main" id="{ABCAB1C7-6A02-33A9-ADEC-3A45097C2BB4}"/>
                </a:ext>
              </a:extLst>
            </p:cNvPr>
            <p:cNvSpPr/>
            <p:nvPr/>
          </p:nvSpPr>
          <p:spPr>
            <a:xfrm>
              <a:off x="7506824" y="2736611"/>
              <a:ext cx="7620" cy="628650"/>
            </a:xfrm>
            <a:custGeom>
              <a:avLst/>
              <a:gdLst/>
              <a:ahLst/>
              <a:cxnLst/>
              <a:rect l="l" t="t" r="r" b="b"/>
              <a:pathLst>
                <a:path w="7620" h="628650">
                  <a:moveTo>
                    <a:pt x="7620" y="20319"/>
                  </a:moveTo>
                  <a:lnTo>
                    <a:pt x="0" y="20319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0319"/>
                  </a:lnTo>
                  <a:close/>
                </a:path>
                <a:path w="7620" h="628650">
                  <a:moveTo>
                    <a:pt x="7620" y="13969"/>
                  </a:moveTo>
                  <a:lnTo>
                    <a:pt x="0" y="1396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3969"/>
                  </a:lnTo>
                  <a:close/>
                </a:path>
                <a:path w="7620" h="62865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62865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628650">
                  <a:moveTo>
                    <a:pt x="2540" y="3682"/>
                  </a:moveTo>
                  <a:lnTo>
                    <a:pt x="1270" y="3682"/>
                  </a:lnTo>
                  <a:lnTo>
                    <a:pt x="1270" y="4952"/>
                  </a:lnTo>
                  <a:lnTo>
                    <a:pt x="0" y="4952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lnTo>
                    <a:pt x="2540" y="3810"/>
                  </a:lnTo>
                  <a:lnTo>
                    <a:pt x="2540" y="3682"/>
                  </a:lnTo>
                  <a:close/>
                </a:path>
                <a:path w="7620" h="628650">
                  <a:moveTo>
                    <a:pt x="5080" y="1142"/>
                  </a:moveTo>
                  <a:lnTo>
                    <a:pt x="3810" y="1142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3682"/>
                  </a:lnTo>
                  <a:lnTo>
                    <a:pt x="7620" y="3682"/>
                  </a:lnTo>
                  <a:lnTo>
                    <a:pt x="7620" y="1269"/>
                  </a:lnTo>
                  <a:lnTo>
                    <a:pt x="5080" y="1269"/>
                  </a:lnTo>
                  <a:close/>
                </a:path>
                <a:path w="7620" h="628650">
                  <a:moveTo>
                    <a:pt x="7620" y="0"/>
                  </a:moveTo>
                  <a:lnTo>
                    <a:pt x="5080" y="0"/>
                  </a:lnTo>
                  <a:lnTo>
                    <a:pt x="508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628650">
                  <a:moveTo>
                    <a:pt x="7620" y="30353"/>
                  </a:moveTo>
                  <a:lnTo>
                    <a:pt x="0" y="30353"/>
                  </a:lnTo>
                  <a:lnTo>
                    <a:pt x="0" y="601852"/>
                  </a:lnTo>
                  <a:lnTo>
                    <a:pt x="7620" y="601852"/>
                  </a:lnTo>
                  <a:lnTo>
                    <a:pt x="7620" y="30353"/>
                  </a:lnTo>
                  <a:close/>
                </a:path>
                <a:path w="7620" h="628650">
                  <a:moveTo>
                    <a:pt x="7620" y="601853"/>
                  </a:moveTo>
                  <a:lnTo>
                    <a:pt x="0" y="601853"/>
                  </a:lnTo>
                  <a:lnTo>
                    <a:pt x="0" y="608202"/>
                  </a:lnTo>
                  <a:lnTo>
                    <a:pt x="7620" y="608202"/>
                  </a:lnTo>
                  <a:lnTo>
                    <a:pt x="7620" y="601853"/>
                  </a:lnTo>
                  <a:close/>
                </a:path>
                <a:path w="7620" h="628650">
                  <a:moveTo>
                    <a:pt x="7620" y="623570"/>
                  </a:moveTo>
                  <a:lnTo>
                    <a:pt x="1270" y="623570"/>
                  </a:lnTo>
                  <a:lnTo>
                    <a:pt x="1270" y="624713"/>
                  </a:lnTo>
                  <a:lnTo>
                    <a:pt x="2540" y="624713"/>
                  </a:lnTo>
                  <a:lnTo>
                    <a:pt x="2540" y="625983"/>
                  </a:lnTo>
                  <a:lnTo>
                    <a:pt x="3810" y="625983"/>
                  </a:lnTo>
                  <a:lnTo>
                    <a:pt x="3810" y="627253"/>
                  </a:lnTo>
                  <a:lnTo>
                    <a:pt x="6350" y="627253"/>
                  </a:lnTo>
                  <a:lnTo>
                    <a:pt x="6350" y="628523"/>
                  </a:lnTo>
                  <a:lnTo>
                    <a:pt x="7620" y="628523"/>
                  </a:lnTo>
                  <a:lnTo>
                    <a:pt x="7620" y="623570"/>
                  </a:lnTo>
                  <a:close/>
                </a:path>
                <a:path w="7620" h="628650">
                  <a:moveTo>
                    <a:pt x="7620" y="617220"/>
                  </a:moveTo>
                  <a:lnTo>
                    <a:pt x="0" y="617220"/>
                  </a:lnTo>
                  <a:lnTo>
                    <a:pt x="0" y="623570"/>
                  </a:lnTo>
                  <a:lnTo>
                    <a:pt x="1270" y="623570"/>
                  </a:lnTo>
                  <a:lnTo>
                    <a:pt x="7620" y="623443"/>
                  </a:lnTo>
                  <a:lnTo>
                    <a:pt x="7620" y="617220"/>
                  </a:lnTo>
                  <a:close/>
                </a:path>
                <a:path w="7620" h="628650">
                  <a:moveTo>
                    <a:pt x="7620" y="610870"/>
                  </a:moveTo>
                  <a:lnTo>
                    <a:pt x="0" y="610870"/>
                  </a:lnTo>
                  <a:lnTo>
                    <a:pt x="0" y="617093"/>
                  </a:lnTo>
                  <a:lnTo>
                    <a:pt x="7620" y="617093"/>
                  </a:lnTo>
                  <a:lnTo>
                    <a:pt x="7620" y="610870"/>
                  </a:lnTo>
                  <a:close/>
                </a:path>
                <a:path w="7620" h="628650">
                  <a:moveTo>
                    <a:pt x="7620" y="608330"/>
                  </a:moveTo>
                  <a:lnTo>
                    <a:pt x="0" y="608330"/>
                  </a:lnTo>
                  <a:lnTo>
                    <a:pt x="0" y="610743"/>
                  </a:lnTo>
                  <a:lnTo>
                    <a:pt x="7620" y="610743"/>
                  </a:lnTo>
                  <a:lnTo>
                    <a:pt x="7620" y="608330"/>
                  </a:lnTo>
                  <a:close/>
                </a:path>
              </a:pathLst>
            </a:custGeom>
            <a:solidFill>
              <a:srgbClr val="5283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16">
              <a:extLst>
                <a:ext uri="{FF2B5EF4-FFF2-40B4-BE49-F238E27FC236}">
                  <a16:creationId xmlns:a16="http://schemas.microsoft.com/office/drawing/2014/main" id="{5A6B9DFC-EFB2-2790-4287-C1BF2DE5090B}"/>
                </a:ext>
              </a:extLst>
            </p:cNvPr>
            <p:cNvSpPr/>
            <p:nvPr/>
          </p:nvSpPr>
          <p:spPr>
            <a:xfrm>
              <a:off x="7514444" y="2731404"/>
              <a:ext cx="6350" cy="638810"/>
            </a:xfrm>
            <a:custGeom>
              <a:avLst/>
              <a:gdLst/>
              <a:ahLst/>
              <a:cxnLst/>
              <a:rect l="l" t="t" r="r" b="b"/>
              <a:pathLst>
                <a:path w="6350" h="638810">
                  <a:moveTo>
                    <a:pt x="6350" y="25526"/>
                  </a:moveTo>
                  <a:lnTo>
                    <a:pt x="0" y="25526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25526"/>
                  </a:lnTo>
                  <a:close/>
                </a:path>
                <a:path w="6350" h="638810">
                  <a:moveTo>
                    <a:pt x="6350" y="19176"/>
                  </a:moveTo>
                  <a:lnTo>
                    <a:pt x="0" y="19176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19176"/>
                  </a:lnTo>
                  <a:close/>
                </a:path>
                <a:path w="6350" h="638810">
                  <a:moveTo>
                    <a:pt x="635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5367"/>
                  </a:lnTo>
                  <a:close/>
                </a:path>
                <a:path w="6350" h="638810">
                  <a:moveTo>
                    <a:pt x="635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826"/>
                  </a:lnTo>
                  <a:close/>
                </a:path>
                <a:path w="6350" h="638810">
                  <a:moveTo>
                    <a:pt x="635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9017"/>
                  </a:lnTo>
                  <a:close/>
                </a:path>
                <a:path w="6350" h="638810">
                  <a:moveTo>
                    <a:pt x="635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476"/>
                  </a:lnTo>
                  <a:close/>
                </a:path>
                <a:path w="6350" h="638810">
                  <a:moveTo>
                    <a:pt x="2540" y="2539"/>
                  </a:moveTo>
                  <a:lnTo>
                    <a:pt x="1270" y="2539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667"/>
                  </a:lnTo>
                  <a:lnTo>
                    <a:pt x="2540" y="2667"/>
                  </a:lnTo>
                  <a:lnTo>
                    <a:pt x="2540" y="2539"/>
                  </a:lnTo>
                  <a:close/>
                </a:path>
                <a:path w="6350" h="638810">
                  <a:moveTo>
                    <a:pt x="6350" y="0"/>
                  </a:moveTo>
                  <a:lnTo>
                    <a:pt x="5079" y="0"/>
                  </a:lnTo>
                  <a:lnTo>
                    <a:pt x="5079" y="1397"/>
                  </a:lnTo>
                  <a:lnTo>
                    <a:pt x="2540" y="1397"/>
                  </a:lnTo>
                  <a:lnTo>
                    <a:pt x="254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638810">
                  <a:moveTo>
                    <a:pt x="6350" y="35560"/>
                  </a:moveTo>
                  <a:lnTo>
                    <a:pt x="0" y="35560"/>
                  </a:lnTo>
                  <a:lnTo>
                    <a:pt x="0" y="607060"/>
                  </a:lnTo>
                  <a:lnTo>
                    <a:pt x="6350" y="607060"/>
                  </a:lnTo>
                  <a:lnTo>
                    <a:pt x="6350" y="35560"/>
                  </a:lnTo>
                  <a:close/>
                </a:path>
                <a:path w="6350" h="638810">
                  <a:moveTo>
                    <a:pt x="6350" y="607060"/>
                  </a:moveTo>
                  <a:lnTo>
                    <a:pt x="0" y="607060"/>
                  </a:lnTo>
                  <a:lnTo>
                    <a:pt x="0" y="613410"/>
                  </a:lnTo>
                  <a:lnTo>
                    <a:pt x="6350" y="613410"/>
                  </a:lnTo>
                  <a:lnTo>
                    <a:pt x="6350" y="607060"/>
                  </a:lnTo>
                  <a:close/>
                </a:path>
                <a:path w="6350" h="638810">
                  <a:moveTo>
                    <a:pt x="6350" y="635127"/>
                  </a:moveTo>
                  <a:lnTo>
                    <a:pt x="1270" y="635127"/>
                  </a:lnTo>
                  <a:lnTo>
                    <a:pt x="1270" y="636270"/>
                  </a:lnTo>
                  <a:lnTo>
                    <a:pt x="3810" y="636270"/>
                  </a:lnTo>
                  <a:lnTo>
                    <a:pt x="3810" y="637540"/>
                  </a:lnTo>
                  <a:lnTo>
                    <a:pt x="5079" y="637540"/>
                  </a:lnTo>
                  <a:lnTo>
                    <a:pt x="5079" y="638810"/>
                  </a:lnTo>
                  <a:lnTo>
                    <a:pt x="6350" y="638810"/>
                  </a:lnTo>
                  <a:lnTo>
                    <a:pt x="6350" y="635127"/>
                  </a:lnTo>
                  <a:close/>
                </a:path>
                <a:path w="6350" h="638810">
                  <a:moveTo>
                    <a:pt x="6350" y="628777"/>
                  </a:moveTo>
                  <a:lnTo>
                    <a:pt x="0" y="628777"/>
                  </a:lnTo>
                  <a:lnTo>
                    <a:pt x="0" y="635127"/>
                  </a:lnTo>
                  <a:lnTo>
                    <a:pt x="1270" y="635127"/>
                  </a:lnTo>
                  <a:lnTo>
                    <a:pt x="6350" y="635000"/>
                  </a:lnTo>
                  <a:lnTo>
                    <a:pt x="6350" y="628777"/>
                  </a:lnTo>
                  <a:close/>
                </a:path>
                <a:path w="6350" h="638810">
                  <a:moveTo>
                    <a:pt x="6350" y="622427"/>
                  </a:moveTo>
                  <a:lnTo>
                    <a:pt x="0" y="622427"/>
                  </a:lnTo>
                  <a:lnTo>
                    <a:pt x="0" y="628650"/>
                  </a:lnTo>
                  <a:lnTo>
                    <a:pt x="6350" y="628650"/>
                  </a:lnTo>
                  <a:lnTo>
                    <a:pt x="6350" y="622427"/>
                  </a:lnTo>
                  <a:close/>
                </a:path>
                <a:path w="6350" h="638810">
                  <a:moveTo>
                    <a:pt x="6350" y="616077"/>
                  </a:moveTo>
                  <a:lnTo>
                    <a:pt x="0" y="616077"/>
                  </a:lnTo>
                  <a:lnTo>
                    <a:pt x="0" y="622300"/>
                  </a:lnTo>
                  <a:lnTo>
                    <a:pt x="6350" y="622300"/>
                  </a:lnTo>
                  <a:lnTo>
                    <a:pt x="6350" y="616077"/>
                  </a:lnTo>
                  <a:close/>
                </a:path>
                <a:path w="6350" h="638810">
                  <a:moveTo>
                    <a:pt x="6350" y="613537"/>
                  </a:moveTo>
                  <a:lnTo>
                    <a:pt x="0" y="613537"/>
                  </a:lnTo>
                  <a:lnTo>
                    <a:pt x="0" y="615950"/>
                  </a:lnTo>
                  <a:lnTo>
                    <a:pt x="6350" y="615950"/>
                  </a:lnTo>
                  <a:lnTo>
                    <a:pt x="6350" y="613537"/>
                  </a:lnTo>
                  <a:close/>
                </a:path>
              </a:pathLst>
            </a:custGeom>
            <a:solidFill>
              <a:srgbClr val="5282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17">
              <a:extLst>
                <a:ext uri="{FF2B5EF4-FFF2-40B4-BE49-F238E27FC236}">
                  <a16:creationId xmlns:a16="http://schemas.microsoft.com/office/drawing/2014/main" id="{5AB391DA-E797-C706-CA6A-5FDCE939B098}"/>
                </a:ext>
              </a:extLst>
            </p:cNvPr>
            <p:cNvSpPr/>
            <p:nvPr/>
          </p:nvSpPr>
          <p:spPr>
            <a:xfrm>
              <a:off x="7520794" y="2726451"/>
              <a:ext cx="7620" cy="648970"/>
            </a:xfrm>
            <a:custGeom>
              <a:avLst/>
              <a:gdLst/>
              <a:ahLst/>
              <a:cxnLst/>
              <a:rect l="l" t="t" r="r" b="b"/>
              <a:pathLst>
                <a:path w="7620" h="648969">
                  <a:moveTo>
                    <a:pt x="7620" y="30479"/>
                  </a:moveTo>
                  <a:lnTo>
                    <a:pt x="0" y="30479"/>
                  </a:lnTo>
                  <a:lnTo>
                    <a:pt x="0" y="40512"/>
                  </a:lnTo>
                  <a:lnTo>
                    <a:pt x="7620" y="40512"/>
                  </a:lnTo>
                  <a:lnTo>
                    <a:pt x="7620" y="30479"/>
                  </a:lnTo>
                  <a:close/>
                </a:path>
                <a:path w="7620" h="648969">
                  <a:moveTo>
                    <a:pt x="7620" y="24129"/>
                  </a:moveTo>
                  <a:lnTo>
                    <a:pt x="0" y="24129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4129"/>
                  </a:lnTo>
                  <a:close/>
                </a:path>
                <a:path w="7620" h="648969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648969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648969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648969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648969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648969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648969">
                  <a:moveTo>
                    <a:pt x="5079" y="1142"/>
                  </a:moveTo>
                  <a:lnTo>
                    <a:pt x="3810" y="1142"/>
                  </a:lnTo>
                  <a:lnTo>
                    <a:pt x="3810" y="2412"/>
                  </a:lnTo>
                  <a:lnTo>
                    <a:pt x="2540" y="2412"/>
                  </a:lnTo>
                  <a:lnTo>
                    <a:pt x="2540" y="3810"/>
                  </a:lnTo>
                  <a:lnTo>
                    <a:pt x="0" y="3810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1270"/>
                  </a:lnTo>
                  <a:lnTo>
                    <a:pt x="5079" y="1270"/>
                  </a:lnTo>
                  <a:lnTo>
                    <a:pt x="5079" y="1142"/>
                  </a:lnTo>
                  <a:close/>
                </a:path>
                <a:path w="7620" h="648969">
                  <a:moveTo>
                    <a:pt x="7620" y="0"/>
                  </a:moveTo>
                  <a:lnTo>
                    <a:pt x="5079" y="0"/>
                  </a:lnTo>
                  <a:lnTo>
                    <a:pt x="5079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648969">
                  <a:moveTo>
                    <a:pt x="7620" y="40513"/>
                  </a:moveTo>
                  <a:lnTo>
                    <a:pt x="0" y="40513"/>
                  </a:lnTo>
                  <a:lnTo>
                    <a:pt x="0" y="612013"/>
                  </a:lnTo>
                  <a:lnTo>
                    <a:pt x="7620" y="612013"/>
                  </a:lnTo>
                  <a:lnTo>
                    <a:pt x="7620" y="40513"/>
                  </a:lnTo>
                  <a:close/>
                </a:path>
                <a:path w="7620" h="648969">
                  <a:moveTo>
                    <a:pt x="7620" y="612013"/>
                  </a:moveTo>
                  <a:lnTo>
                    <a:pt x="0" y="612013"/>
                  </a:lnTo>
                  <a:lnTo>
                    <a:pt x="0" y="618363"/>
                  </a:lnTo>
                  <a:lnTo>
                    <a:pt x="7620" y="618363"/>
                  </a:lnTo>
                  <a:lnTo>
                    <a:pt x="7620" y="612013"/>
                  </a:lnTo>
                  <a:close/>
                </a:path>
                <a:path w="7620" h="648969">
                  <a:moveTo>
                    <a:pt x="7620" y="646430"/>
                  </a:moveTo>
                  <a:lnTo>
                    <a:pt x="3810" y="646430"/>
                  </a:lnTo>
                  <a:lnTo>
                    <a:pt x="3810" y="647573"/>
                  </a:lnTo>
                  <a:lnTo>
                    <a:pt x="6350" y="647573"/>
                  </a:lnTo>
                  <a:lnTo>
                    <a:pt x="6350" y="648843"/>
                  </a:lnTo>
                  <a:lnTo>
                    <a:pt x="7620" y="648843"/>
                  </a:lnTo>
                  <a:lnTo>
                    <a:pt x="7620" y="646430"/>
                  </a:lnTo>
                  <a:close/>
                </a:path>
                <a:path w="7620" h="648969">
                  <a:moveTo>
                    <a:pt x="7620" y="640080"/>
                  </a:moveTo>
                  <a:lnTo>
                    <a:pt x="0" y="640080"/>
                  </a:lnTo>
                  <a:lnTo>
                    <a:pt x="0" y="643763"/>
                  </a:lnTo>
                  <a:lnTo>
                    <a:pt x="1270" y="643763"/>
                  </a:lnTo>
                  <a:lnTo>
                    <a:pt x="1270" y="645033"/>
                  </a:lnTo>
                  <a:lnTo>
                    <a:pt x="2540" y="645033"/>
                  </a:lnTo>
                  <a:lnTo>
                    <a:pt x="2540" y="646430"/>
                  </a:lnTo>
                  <a:lnTo>
                    <a:pt x="3810" y="646430"/>
                  </a:lnTo>
                  <a:lnTo>
                    <a:pt x="7620" y="646303"/>
                  </a:lnTo>
                  <a:lnTo>
                    <a:pt x="7620" y="640080"/>
                  </a:lnTo>
                  <a:close/>
                </a:path>
                <a:path w="7620" h="648969">
                  <a:moveTo>
                    <a:pt x="7620" y="633730"/>
                  </a:moveTo>
                  <a:lnTo>
                    <a:pt x="0" y="633730"/>
                  </a:lnTo>
                  <a:lnTo>
                    <a:pt x="0" y="639953"/>
                  </a:lnTo>
                  <a:lnTo>
                    <a:pt x="7620" y="639953"/>
                  </a:lnTo>
                  <a:lnTo>
                    <a:pt x="7620" y="633730"/>
                  </a:lnTo>
                  <a:close/>
                </a:path>
                <a:path w="7620" h="648969">
                  <a:moveTo>
                    <a:pt x="7620" y="627380"/>
                  </a:moveTo>
                  <a:lnTo>
                    <a:pt x="0" y="627380"/>
                  </a:lnTo>
                  <a:lnTo>
                    <a:pt x="0" y="633603"/>
                  </a:lnTo>
                  <a:lnTo>
                    <a:pt x="7620" y="633603"/>
                  </a:lnTo>
                  <a:lnTo>
                    <a:pt x="7620" y="627380"/>
                  </a:lnTo>
                  <a:close/>
                </a:path>
                <a:path w="7620" h="648969">
                  <a:moveTo>
                    <a:pt x="7620" y="621030"/>
                  </a:moveTo>
                  <a:lnTo>
                    <a:pt x="0" y="621030"/>
                  </a:lnTo>
                  <a:lnTo>
                    <a:pt x="0" y="627253"/>
                  </a:lnTo>
                  <a:lnTo>
                    <a:pt x="7620" y="627253"/>
                  </a:lnTo>
                  <a:lnTo>
                    <a:pt x="7620" y="621030"/>
                  </a:lnTo>
                  <a:close/>
                </a:path>
                <a:path w="7620" h="648969">
                  <a:moveTo>
                    <a:pt x="7620" y="618490"/>
                  </a:moveTo>
                  <a:lnTo>
                    <a:pt x="0" y="618490"/>
                  </a:lnTo>
                  <a:lnTo>
                    <a:pt x="0" y="620903"/>
                  </a:lnTo>
                  <a:lnTo>
                    <a:pt x="7620" y="620903"/>
                  </a:lnTo>
                  <a:lnTo>
                    <a:pt x="7620" y="618490"/>
                  </a:lnTo>
                  <a:close/>
                </a:path>
              </a:pathLst>
            </a:custGeom>
            <a:solidFill>
              <a:srgbClr val="5181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8">
              <a:extLst>
                <a:ext uri="{FF2B5EF4-FFF2-40B4-BE49-F238E27FC236}">
                  <a16:creationId xmlns:a16="http://schemas.microsoft.com/office/drawing/2014/main" id="{14210504-1692-4A90-7E16-0658CF24CFEF}"/>
                </a:ext>
              </a:extLst>
            </p:cNvPr>
            <p:cNvSpPr/>
            <p:nvPr/>
          </p:nvSpPr>
          <p:spPr>
            <a:xfrm>
              <a:off x="7528415" y="2721244"/>
              <a:ext cx="7620" cy="658495"/>
            </a:xfrm>
            <a:custGeom>
              <a:avLst/>
              <a:gdLst/>
              <a:ahLst/>
              <a:cxnLst/>
              <a:rect l="l" t="t" r="r" b="b"/>
              <a:pathLst>
                <a:path w="7620" h="658494">
                  <a:moveTo>
                    <a:pt x="7620" y="35687"/>
                  </a:moveTo>
                  <a:lnTo>
                    <a:pt x="0" y="35687"/>
                  </a:lnTo>
                  <a:lnTo>
                    <a:pt x="0" y="45720"/>
                  </a:lnTo>
                  <a:lnTo>
                    <a:pt x="7620" y="45720"/>
                  </a:lnTo>
                  <a:lnTo>
                    <a:pt x="7620" y="35687"/>
                  </a:lnTo>
                  <a:close/>
                </a:path>
                <a:path w="7620" h="658494">
                  <a:moveTo>
                    <a:pt x="7620" y="29337"/>
                  </a:moveTo>
                  <a:lnTo>
                    <a:pt x="0" y="2933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29337"/>
                  </a:lnTo>
                  <a:close/>
                </a:path>
                <a:path w="7620" h="658494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658494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658494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658494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658494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658494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658494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658494">
                  <a:moveTo>
                    <a:pt x="127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lnTo>
                    <a:pt x="1270" y="3937"/>
                  </a:lnTo>
                  <a:close/>
                </a:path>
                <a:path w="7620" h="658494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09" y="1270"/>
                  </a:lnTo>
                  <a:lnTo>
                    <a:pt x="3809" y="2667"/>
                  </a:lnTo>
                  <a:lnTo>
                    <a:pt x="1270" y="2667"/>
                  </a:lnTo>
                  <a:lnTo>
                    <a:pt x="127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20" h="658494">
                  <a:moveTo>
                    <a:pt x="7620" y="45720"/>
                  </a:moveTo>
                  <a:lnTo>
                    <a:pt x="0" y="45720"/>
                  </a:lnTo>
                  <a:lnTo>
                    <a:pt x="0" y="617220"/>
                  </a:lnTo>
                  <a:lnTo>
                    <a:pt x="7620" y="617220"/>
                  </a:lnTo>
                  <a:lnTo>
                    <a:pt x="7620" y="45720"/>
                  </a:lnTo>
                  <a:close/>
                </a:path>
                <a:path w="7620" h="658494">
                  <a:moveTo>
                    <a:pt x="7620" y="617220"/>
                  </a:moveTo>
                  <a:lnTo>
                    <a:pt x="0" y="617220"/>
                  </a:lnTo>
                  <a:lnTo>
                    <a:pt x="0" y="623570"/>
                  </a:lnTo>
                  <a:lnTo>
                    <a:pt x="7620" y="623570"/>
                  </a:lnTo>
                  <a:lnTo>
                    <a:pt x="7620" y="617220"/>
                  </a:lnTo>
                  <a:close/>
                </a:path>
                <a:path w="7620" h="658494">
                  <a:moveTo>
                    <a:pt x="7620" y="651637"/>
                  </a:moveTo>
                  <a:lnTo>
                    <a:pt x="0" y="651637"/>
                  </a:lnTo>
                  <a:lnTo>
                    <a:pt x="0" y="655320"/>
                  </a:lnTo>
                  <a:lnTo>
                    <a:pt x="2540" y="655320"/>
                  </a:lnTo>
                  <a:lnTo>
                    <a:pt x="2540" y="656590"/>
                  </a:lnTo>
                  <a:lnTo>
                    <a:pt x="5079" y="656590"/>
                  </a:lnTo>
                  <a:lnTo>
                    <a:pt x="5079" y="657987"/>
                  </a:lnTo>
                  <a:lnTo>
                    <a:pt x="7620" y="657987"/>
                  </a:lnTo>
                  <a:lnTo>
                    <a:pt x="7620" y="651637"/>
                  </a:lnTo>
                  <a:close/>
                </a:path>
                <a:path w="7620" h="658494">
                  <a:moveTo>
                    <a:pt x="7620" y="645287"/>
                  </a:moveTo>
                  <a:lnTo>
                    <a:pt x="0" y="645287"/>
                  </a:lnTo>
                  <a:lnTo>
                    <a:pt x="0" y="651510"/>
                  </a:lnTo>
                  <a:lnTo>
                    <a:pt x="7620" y="651510"/>
                  </a:lnTo>
                  <a:lnTo>
                    <a:pt x="7620" y="645287"/>
                  </a:lnTo>
                  <a:close/>
                </a:path>
                <a:path w="7620" h="658494">
                  <a:moveTo>
                    <a:pt x="7620" y="638937"/>
                  </a:moveTo>
                  <a:lnTo>
                    <a:pt x="0" y="638937"/>
                  </a:lnTo>
                  <a:lnTo>
                    <a:pt x="0" y="645160"/>
                  </a:lnTo>
                  <a:lnTo>
                    <a:pt x="7620" y="645160"/>
                  </a:lnTo>
                  <a:lnTo>
                    <a:pt x="7620" y="638937"/>
                  </a:lnTo>
                  <a:close/>
                </a:path>
                <a:path w="7620" h="658494">
                  <a:moveTo>
                    <a:pt x="7620" y="632587"/>
                  </a:moveTo>
                  <a:lnTo>
                    <a:pt x="0" y="632587"/>
                  </a:lnTo>
                  <a:lnTo>
                    <a:pt x="0" y="638810"/>
                  </a:lnTo>
                  <a:lnTo>
                    <a:pt x="7620" y="638810"/>
                  </a:lnTo>
                  <a:lnTo>
                    <a:pt x="7620" y="632587"/>
                  </a:lnTo>
                  <a:close/>
                </a:path>
                <a:path w="7620" h="658494">
                  <a:moveTo>
                    <a:pt x="7620" y="626237"/>
                  </a:moveTo>
                  <a:lnTo>
                    <a:pt x="0" y="626237"/>
                  </a:lnTo>
                  <a:lnTo>
                    <a:pt x="0" y="632460"/>
                  </a:lnTo>
                  <a:lnTo>
                    <a:pt x="7620" y="632460"/>
                  </a:lnTo>
                  <a:lnTo>
                    <a:pt x="7620" y="626237"/>
                  </a:lnTo>
                  <a:close/>
                </a:path>
                <a:path w="7620" h="658494">
                  <a:moveTo>
                    <a:pt x="7620" y="623697"/>
                  </a:moveTo>
                  <a:lnTo>
                    <a:pt x="0" y="623697"/>
                  </a:lnTo>
                  <a:lnTo>
                    <a:pt x="0" y="626110"/>
                  </a:lnTo>
                  <a:lnTo>
                    <a:pt x="7620" y="626110"/>
                  </a:lnTo>
                  <a:lnTo>
                    <a:pt x="7620" y="623697"/>
                  </a:lnTo>
                  <a:close/>
                </a:path>
              </a:pathLst>
            </a:custGeom>
            <a:solidFill>
              <a:srgbClr val="5080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19">
              <a:extLst>
                <a:ext uri="{FF2B5EF4-FFF2-40B4-BE49-F238E27FC236}">
                  <a16:creationId xmlns:a16="http://schemas.microsoft.com/office/drawing/2014/main" id="{3A7B970A-B23F-0903-A712-23C8CFC72198}"/>
                </a:ext>
              </a:extLst>
            </p:cNvPr>
            <p:cNvSpPr/>
            <p:nvPr/>
          </p:nvSpPr>
          <p:spPr>
            <a:xfrm>
              <a:off x="7536035" y="2717561"/>
              <a:ext cx="6350" cy="665480"/>
            </a:xfrm>
            <a:custGeom>
              <a:avLst/>
              <a:gdLst/>
              <a:ahLst/>
              <a:cxnLst/>
              <a:rect l="l" t="t" r="r" b="b"/>
              <a:pathLst>
                <a:path w="6350" h="665480">
                  <a:moveTo>
                    <a:pt x="6350" y="39369"/>
                  </a:moveTo>
                  <a:lnTo>
                    <a:pt x="0" y="39369"/>
                  </a:lnTo>
                  <a:lnTo>
                    <a:pt x="0" y="49402"/>
                  </a:lnTo>
                  <a:lnTo>
                    <a:pt x="6350" y="49402"/>
                  </a:lnTo>
                  <a:lnTo>
                    <a:pt x="6350" y="39369"/>
                  </a:lnTo>
                  <a:close/>
                </a:path>
                <a:path w="6350" h="665480">
                  <a:moveTo>
                    <a:pt x="6350" y="33019"/>
                  </a:moveTo>
                  <a:lnTo>
                    <a:pt x="0" y="33019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3019"/>
                  </a:lnTo>
                  <a:close/>
                </a:path>
                <a:path w="6350" h="665480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665480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665480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665480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665480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665480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665480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665480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665480">
                  <a:moveTo>
                    <a:pt x="1270" y="3682"/>
                  </a:moveTo>
                  <a:lnTo>
                    <a:pt x="0" y="3682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lnTo>
                    <a:pt x="1270" y="3810"/>
                  </a:lnTo>
                  <a:lnTo>
                    <a:pt x="1270" y="3682"/>
                  </a:lnTo>
                  <a:close/>
                </a:path>
                <a:path w="6350" h="665480">
                  <a:moveTo>
                    <a:pt x="5079" y="1142"/>
                  </a:moveTo>
                  <a:lnTo>
                    <a:pt x="2539" y="1142"/>
                  </a:lnTo>
                  <a:lnTo>
                    <a:pt x="2539" y="2539"/>
                  </a:lnTo>
                  <a:lnTo>
                    <a:pt x="1270" y="2539"/>
                  </a:lnTo>
                  <a:lnTo>
                    <a:pt x="1270" y="3682"/>
                  </a:lnTo>
                  <a:lnTo>
                    <a:pt x="6350" y="3682"/>
                  </a:lnTo>
                  <a:lnTo>
                    <a:pt x="6350" y="1269"/>
                  </a:lnTo>
                  <a:lnTo>
                    <a:pt x="5079" y="1269"/>
                  </a:lnTo>
                  <a:close/>
                </a:path>
                <a:path w="6350" h="665480">
                  <a:moveTo>
                    <a:pt x="6350" y="0"/>
                  </a:moveTo>
                  <a:lnTo>
                    <a:pt x="5079" y="0"/>
                  </a:lnTo>
                  <a:lnTo>
                    <a:pt x="5079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665480">
                  <a:moveTo>
                    <a:pt x="6350" y="49403"/>
                  </a:moveTo>
                  <a:lnTo>
                    <a:pt x="0" y="49403"/>
                  </a:lnTo>
                  <a:lnTo>
                    <a:pt x="0" y="620902"/>
                  </a:lnTo>
                  <a:lnTo>
                    <a:pt x="6350" y="620902"/>
                  </a:lnTo>
                  <a:lnTo>
                    <a:pt x="6350" y="49403"/>
                  </a:lnTo>
                  <a:close/>
                </a:path>
                <a:path w="6350" h="665480">
                  <a:moveTo>
                    <a:pt x="6350" y="620903"/>
                  </a:moveTo>
                  <a:lnTo>
                    <a:pt x="0" y="620903"/>
                  </a:lnTo>
                  <a:lnTo>
                    <a:pt x="0" y="627252"/>
                  </a:lnTo>
                  <a:lnTo>
                    <a:pt x="6350" y="627252"/>
                  </a:lnTo>
                  <a:lnTo>
                    <a:pt x="6350" y="620903"/>
                  </a:lnTo>
                  <a:close/>
                </a:path>
                <a:path w="6350" h="665480">
                  <a:moveTo>
                    <a:pt x="6350" y="661670"/>
                  </a:moveTo>
                  <a:lnTo>
                    <a:pt x="0" y="661670"/>
                  </a:lnTo>
                  <a:lnTo>
                    <a:pt x="0" y="662813"/>
                  </a:lnTo>
                  <a:lnTo>
                    <a:pt x="2539" y="662813"/>
                  </a:lnTo>
                  <a:lnTo>
                    <a:pt x="2539" y="664083"/>
                  </a:lnTo>
                  <a:lnTo>
                    <a:pt x="3809" y="664083"/>
                  </a:lnTo>
                  <a:lnTo>
                    <a:pt x="3809" y="665353"/>
                  </a:lnTo>
                  <a:lnTo>
                    <a:pt x="6350" y="665353"/>
                  </a:lnTo>
                  <a:lnTo>
                    <a:pt x="6350" y="661670"/>
                  </a:lnTo>
                  <a:close/>
                </a:path>
                <a:path w="6350" h="665480">
                  <a:moveTo>
                    <a:pt x="6350" y="655320"/>
                  </a:moveTo>
                  <a:lnTo>
                    <a:pt x="0" y="655320"/>
                  </a:lnTo>
                  <a:lnTo>
                    <a:pt x="0" y="661543"/>
                  </a:lnTo>
                  <a:lnTo>
                    <a:pt x="6350" y="661543"/>
                  </a:lnTo>
                  <a:lnTo>
                    <a:pt x="6350" y="655320"/>
                  </a:lnTo>
                  <a:close/>
                </a:path>
                <a:path w="6350" h="665480">
                  <a:moveTo>
                    <a:pt x="6350" y="648970"/>
                  </a:moveTo>
                  <a:lnTo>
                    <a:pt x="0" y="648970"/>
                  </a:lnTo>
                  <a:lnTo>
                    <a:pt x="0" y="655193"/>
                  </a:lnTo>
                  <a:lnTo>
                    <a:pt x="6350" y="655193"/>
                  </a:lnTo>
                  <a:lnTo>
                    <a:pt x="6350" y="648970"/>
                  </a:lnTo>
                  <a:close/>
                </a:path>
                <a:path w="6350" h="665480">
                  <a:moveTo>
                    <a:pt x="6350" y="642620"/>
                  </a:moveTo>
                  <a:lnTo>
                    <a:pt x="0" y="642620"/>
                  </a:lnTo>
                  <a:lnTo>
                    <a:pt x="0" y="648843"/>
                  </a:lnTo>
                  <a:lnTo>
                    <a:pt x="6350" y="648843"/>
                  </a:lnTo>
                  <a:lnTo>
                    <a:pt x="6350" y="642620"/>
                  </a:lnTo>
                  <a:close/>
                </a:path>
                <a:path w="6350" h="665480">
                  <a:moveTo>
                    <a:pt x="6350" y="636270"/>
                  </a:moveTo>
                  <a:lnTo>
                    <a:pt x="0" y="636270"/>
                  </a:lnTo>
                  <a:lnTo>
                    <a:pt x="0" y="642493"/>
                  </a:lnTo>
                  <a:lnTo>
                    <a:pt x="6350" y="642493"/>
                  </a:lnTo>
                  <a:lnTo>
                    <a:pt x="6350" y="636270"/>
                  </a:lnTo>
                  <a:close/>
                </a:path>
                <a:path w="6350" h="665480">
                  <a:moveTo>
                    <a:pt x="6350" y="629920"/>
                  </a:moveTo>
                  <a:lnTo>
                    <a:pt x="0" y="629920"/>
                  </a:lnTo>
                  <a:lnTo>
                    <a:pt x="0" y="636143"/>
                  </a:lnTo>
                  <a:lnTo>
                    <a:pt x="6350" y="636143"/>
                  </a:lnTo>
                  <a:lnTo>
                    <a:pt x="6350" y="629920"/>
                  </a:lnTo>
                  <a:close/>
                </a:path>
                <a:path w="6350" h="665480">
                  <a:moveTo>
                    <a:pt x="6350" y="627380"/>
                  </a:moveTo>
                  <a:lnTo>
                    <a:pt x="0" y="627380"/>
                  </a:lnTo>
                  <a:lnTo>
                    <a:pt x="0" y="629793"/>
                  </a:lnTo>
                  <a:lnTo>
                    <a:pt x="6350" y="629793"/>
                  </a:lnTo>
                  <a:lnTo>
                    <a:pt x="6350" y="627380"/>
                  </a:lnTo>
                  <a:close/>
                </a:path>
              </a:pathLst>
            </a:custGeom>
            <a:solidFill>
              <a:srgbClr val="4F7E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0">
              <a:extLst>
                <a:ext uri="{FF2B5EF4-FFF2-40B4-BE49-F238E27FC236}">
                  <a16:creationId xmlns:a16="http://schemas.microsoft.com/office/drawing/2014/main" id="{70457699-723B-DDC5-DAF6-560C38CC5773}"/>
                </a:ext>
              </a:extLst>
            </p:cNvPr>
            <p:cNvSpPr/>
            <p:nvPr/>
          </p:nvSpPr>
          <p:spPr>
            <a:xfrm>
              <a:off x="7542385" y="2713751"/>
              <a:ext cx="7620" cy="674370"/>
            </a:xfrm>
            <a:custGeom>
              <a:avLst/>
              <a:gdLst/>
              <a:ahLst/>
              <a:cxnLst/>
              <a:rect l="l" t="t" r="r" b="b"/>
              <a:pathLst>
                <a:path w="7620" h="674369">
                  <a:moveTo>
                    <a:pt x="7620" y="43179"/>
                  </a:moveTo>
                  <a:lnTo>
                    <a:pt x="0" y="43179"/>
                  </a:lnTo>
                  <a:lnTo>
                    <a:pt x="0" y="53212"/>
                  </a:lnTo>
                  <a:lnTo>
                    <a:pt x="7620" y="53212"/>
                  </a:lnTo>
                  <a:lnTo>
                    <a:pt x="7620" y="43179"/>
                  </a:lnTo>
                  <a:close/>
                </a:path>
                <a:path w="7620" h="674369">
                  <a:moveTo>
                    <a:pt x="7620" y="36829"/>
                  </a:moveTo>
                  <a:lnTo>
                    <a:pt x="0" y="36829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6829"/>
                  </a:lnTo>
                  <a:close/>
                </a:path>
                <a:path w="7620" h="674369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674369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674369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674369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674369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674369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674369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674369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674369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674369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674369">
                  <a:moveTo>
                    <a:pt x="6350" y="1142"/>
                  </a:moveTo>
                  <a:lnTo>
                    <a:pt x="3809" y="1142"/>
                  </a:lnTo>
                  <a:lnTo>
                    <a:pt x="3809" y="2412"/>
                  </a:lnTo>
                  <a:lnTo>
                    <a:pt x="1270" y="2412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1270"/>
                  </a:lnTo>
                  <a:lnTo>
                    <a:pt x="6350" y="1270"/>
                  </a:lnTo>
                  <a:lnTo>
                    <a:pt x="6350" y="1142"/>
                  </a:lnTo>
                  <a:close/>
                </a:path>
                <a:path w="7620" h="674369">
                  <a:moveTo>
                    <a:pt x="7620" y="0"/>
                  </a:moveTo>
                  <a:lnTo>
                    <a:pt x="6350" y="0"/>
                  </a:lnTo>
                  <a:lnTo>
                    <a:pt x="635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674369">
                  <a:moveTo>
                    <a:pt x="7620" y="53213"/>
                  </a:moveTo>
                  <a:lnTo>
                    <a:pt x="0" y="53213"/>
                  </a:lnTo>
                  <a:lnTo>
                    <a:pt x="0" y="624713"/>
                  </a:lnTo>
                  <a:lnTo>
                    <a:pt x="7620" y="624713"/>
                  </a:lnTo>
                  <a:lnTo>
                    <a:pt x="7620" y="53213"/>
                  </a:lnTo>
                  <a:close/>
                </a:path>
                <a:path w="7620" h="674369">
                  <a:moveTo>
                    <a:pt x="7620" y="624713"/>
                  </a:moveTo>
                  <a:lnTo>
                    <a:pt x="0" y="624713"/>
                  </a:lnTo>
                  <a:lnTo>
                    <a:pt x="0" y="631063"/>
                  </a:lnTo>
                  <a:lnTo>
                    <a:pt x="7620" y="631063"/>
                  </a:lnTo>
                  <a:lnTo>
                    <a:pt x="7620" y="624713"/>
                  </a:lnTo>
                  <a:close/>
                </a:path>
                <a:path w="7620" h="674369">
                  <a:moveTo>
                    <a:pt x="7620" y="671830"/>
                  </a:moveTo>
                  <a:lnTo>
                    <a:pt x="5079" y="671830"/>
                  </a:lnTo>
                  <a:lnTo>
                    <a:pt x="5079" y="672973"/>
                  </a:lnTo>
                  <a:lnTo>
                    <a:pt x="6350" y="672973"/>
                  </a:lnTo>
                  <a:lnTo>
                    <a:pt x="6350" y="674243"/>
                  </a:lnTo>
                  <a:lnTo>
                    <a:pt x="7620" y="674243"/>
                  </a:lnTo>
                  <a:lnTo>
                    <a:pt x="7620" y="671830"/>
                  </a:lnTo>
                  <a:close/>
                </a:path>
                <a:path w="7620" h="674369">
                  <a:moveTo>
                    <a:pt x="7620" y="665480"/>
                  </a:moveTo>
                  <a:lnTo>
                    <a:pt x="0" y="665480"/>
                  </a:lnTo>
                  <a:lnTo>
                    <a:pt x="0" y="670433"/>
                  </a:lnTo>
                  <a:lnTo>
                    <a:pt x="2539" y="670433"/>
                  </a:lnTo>
                  <a:lnTo>
                    <a:pt x="2539" y="671830"/>
                  </a:lnTo>
                  <a:lnTo>
                    <a:pt x="5079" y="671830"/>
                  </a:lnTo>
                  <a:lnTo>
                    <a:pt x="7620" y="671703"/>
                  </a:lnTo>
                  <a:lnTo>
                    <a:pt x="7620" y="665480"/>
                  </a:lnTo>
                  <a:close/>
                </a:path>
                <a:path w="7620" h="674369">
                  <a:moveTo>
                    <a:pt x="7620" y="659130"/>
                  </a:moveTo>
                  <a:lnTo>
                    <a:pt x="0" y="659130"/>
                  </a:lnTo>
                  <a:lnTo>
                    <a:pt x="0" y="665353"/>
                  </a:lnTo>
                  <a:lnTo>
                    <a:pt x="7620" y="665353"/>
                  </a:lnTo>
                  <a:lnTo>
                    <a:pt x="7620" y="659130"/>
                  </a:lnTo>
                  <a:close/>
                </a:path>
                <a:path w="7620" h="674369">
                  <a:moveTo>
                    <a:pt x="7620" y="652780"/>
                  </a:moveTo>
                  <a:lnTo>
                    <a:pt x="0" y="652780"/>
                  </a:lnTo>
                  <a:lnTo>
                    <a:pt x="0" y="659003"/>
                  </a:lnTo>
                  <a:lnTo>
                    <a:pt x="7620" y="659003"/>
                  </a:lnTo>
                  <a:lnTo>
                    <a:pt x="7620" y="652780"/>
                  </a:lnTo>
                  <a:close/>
                </a:path>
                <a:path w="7620" h="674369">
                  <a:moveTo>
                    <a:pt x="7620" y="646430"/>
                  </a:moveTo>
                  <a:lnTo>
                    <a:pt x="0" y="646430"/>
                  </a:lnTo>
                  <a:lnTo>
                    <a:pt x="0" y="652653"/>
                  </a:lnTo>
                  <a:lnTo>
                    <a:pt x="7620" y="652653"/>
                  </a:lnTo>
                  <a:lnTo>
                    <a:pt x="7620" y="646430"/>
                  </a:lnTo>
                  <a:close/>
                </a:path>
                <a:path w="7620" h="674369">
                  <a:moveTo>
                    <a:pt x="7620" y="640080"/>
                  </a:moveTo>
                  <a:lnTo>
                    <a:pt x="0" y="640080"/>
                  </a:lnTo>
                  <a:lnTo>
                    <a:pt x="0" y="646303"/>
                  </a:lnTo>
                  <a:lnTo>
                    <a:pt x="7620" y="646303"/>
                  </a:lnTo>
                  <a:lnTo>
                    <a:pt x="7620" y="640080"/>
                  </a:lnTo>
                  <a:close/>
                </a:path>
                <a:path w="7620" h="674369">
                  <a:moveTo>
                    <a:pt x="7620" y="633730"/>
                  </a:moveTo>
                  <a:lnTo>
                    <a:pt x="0" y="633730"/>
                  </a:lnTo>
                  <a:lnTo>
                    <a:pt x="0" y="639953"/>
                  </a:lnTo>
                  <a:lnTo>
                    <a:pt x="7620" y="639953"/>
                  </a:lnTo>
                  <a:lnTo>
                    <a:pt x="7620" y="633730"/>
                  </a:lnTo>
                  <a:close/>
                </a:path>
                <a:path w="7620" h="674369">
                  <a:moveTo>
                    <a:pt x="7620" y="631190"/>
                  </a:moveTo>
                  <a:lnTo>
                    <a:pt x="0" y="631190"/>
                  </a:lnTo>
                  <a:lnTo>
                    <a:pt x="0" y="633603"/>
                  </a:lnTo>
                  <a:lnTo>
                    <a:pt x="7620" y="633603"/>
                  </a:lnTo>
                  <a:lnTo>
                    <a:pt x="7620" y="631190"/>
                  </a:lnTo>
                  <a:close/>
                </a:path>
              </a:pathLst>
            </a:custGeom>
            <a:solidFill>
              <a:srgbClr val="4E7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1">
              <a:extLst>
                <a:ext uri="{FF2B5EF4-FFF2-40B4-BE49-F238E27FC236}">
                  <a16:creationId xmlns:a16="http://schemas.microsoft.com/office/drawing/2014/main" id="{706ACE72-114B-93CF-2014-2420A88E57E5}"/>
                </a:ext>
              </a:extLst>
            </p:cNvPr>
            <p:cNvSpPr/>
            <p:nvPr/>
          </p:nvSpPr>
          <p:spPr>
            <a:xfrm>
              <a:off x="7550005" y="2709814"/>
              <a:ext cx="7620" cy="680720"/>
            </a:xfrm>
            <a:custGeom>
              <a:avLst/>
              <a:gdLst/>
              <a:ahLst/>
              <a:cxnLst/>
              <a:rect l="l" t="t" r="r" b="b"/>
              <a:pathLst>
                <a:path w="7620" h="680719">
                  <a:moveTo>
                    <a:pt x="7619" y="47116"/>
                  </a:moveTo>
                  <a:lnTo>
                    <a:pt x="0" y="47116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47116"/>
                  </a:lnTo>
                  <a:close/>
                </a:path>
                <a:path w="7620" h="680719">
                  <a:moveTo>
                    <a:pt x="7619" y="40766"/>
                  </a:moveTo>
                  <a:lnTo>
                    <a:pt x="0" y="40766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0766"/>
                  </a:lnTo>
                  <a:close/>
                </a:path>
                <a:path w="7620" h="680719">
                  <a:moveTo>
                    <a:pt x="7619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6957"/>
                  </a:lnTo>
                  <a:close/>
                </a:path>
                <a:path w="7620" h="680719">
                  <a:moveTo>
                    <a:pt x="7619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19" y="36829"/>
                  </a:lnTo>
                  <a:lnTo>
                    <a:pt x="7619" y="34416"/>
                  </a:lnTo>
                  <a:close/>
                </a:path>
                <a:path w="7620" h="680719">
                  <a:moveTo>
                    <a:pt x="7619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0607"/>
                  </a:lnTo>
                  <a:close/>
                </a:path>
                <a:path w="7620" h="680719">
                  <a:moveTo>
                    <a:pt x="7619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28066"/>
                  </a:lnTo>
                  <a:close/>
                </a:path>
                <a:path w="7620" h="680719">
                  <a:moveTo>
                    <a:pt x="7619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4257"/>
                  </a:lnTo>
                  <a:close/>
                </a:path>
                <a:path w="7620" h="680719">
                  <a:moveTo>
                    <a:pt x="7619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1716"/>
                  </a:lnTo>
                  <a:close/>
                </a:path>
                <a:path w="7620" h="680719">
                  <a:moveTo>
                    <a:pt x="7619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7907"/>
                  </a:lnTo>
                  <a:close/>
                </a:path>
                <a:path w="7620" h="680719">
                  <a:moveTo>
                    <a:pt x="7619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5366"/>
                  </a:lnTo>
                  <a:close/>
                </a:path>
                <a:path w="7620" h="680719">
                  <a:moveTo>
                    <a:pt x="7619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1557"/>
                  </a:lnTo>
                  <a:close/>
                </a:path>
                <a:path w="7620" h="680719">
                  <a:moveTo>
                    <a:pt x="7619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9016"/>
                  </a:lnTo>
                  <a:close/>
                </a:path>
                <a:path w="7620" h="680719">
                  <a:moveTo>
                    <a:pt x="7619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5207"/>
                  </a:lnTo>
                  <a:close/>
                </a:path>
                <a:path w="7620" h="680719">
                  <a:moveTo>
                    <a:pt x="3809" y="2539"/>
                  </a:moveTo>
                  <a:lnTo>
                    <a:pt x="1269" y="2539"/>
                  </a:lnTo>
                  <a:lnTo>
                    <a:pt x="1269" y="3937"/>
                  </a:lnTo>
                  <a:lnTo>
                    <a:pt x="0" y="3937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2666"/>
                  </a:lnTo>
                  <a:lnTo>
                    <a:pt x="3809" y="2666"/>
                  </a:lnTo>
                  <a:close/>
                </a:path>
                <a:path w="7620" h="680719">
                  <a:moveTo>
                    <a:pt x="7619" y="0"/>
                  </a:moveTo>
                  <a:lnTo>
                    <a:pt x="6350" y="0"/>
                  </a:lnTo>
                  <a:lnTo>
                    <a:pt x="6350" y="1397"/>
                  </a:lnTo>
                  <a:lnTo>
                    <a:pt x="3809" y="1397"/>
                  </a:lnTo>
                  <a:lnTo>
                    <a:pt x="3809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20" h="680719">
                  <a:moveTo>
                    <a:pt x="7619" y="57150"/>
                  </a:moveTo>
                  <a:lnTo>
                    <a:pt x="0" y="57150"/>
                  </a:lnTo>
                  <a:lnTo>
                    <a:pt x="0" y="628650"/>
                  </a:lnTo>
                  <a:lnTo>
                    <a:pt x="7619" y="628650"/>
                  </a:lnTo>
                  <a:lnTo>
                    <a:pt x="7619" y="57150"/>
                  </a:lnTo>
                  <a:close/>
                </a:path>
                <a:path w="7620" h="680719">
                  <a:moveTo>
                    <a:pt x="7619" y="628650"/>
                  </a:moveTo>
                  <a:lnTo>
                    <a:pt x="0" y="628650"/>
                  </a:lnTo>
                  <a:lnTo>
                    <a:pt x="0" y="635000"/>
                  </a:lnTo>
                  <a:lnTo>
                    <a:pt x="7619" y="635000"/>
                  </a:lnTo>
                  <a:lnTo>
                    <a:pt x="7619" y="628650"/>
                  </a:lnTo>
                  <a:close/>
                </a:path>
                <a:path w="7620" h="680719">
                  <a:moveTo>
                    <a:pt x="7619" y="675767"/>
                  </a:moveTo>
                  <a:lnTo>
                    <a:pt x="0" y="675767"/>
                  </a:lnTo>
                  <a:lnTo>
                    <a:pt x="0" y="678180"/>
                  </a:lnTo>
                  <a:lnTo>
                    <a:pt x="2539" y="678180"/>
                  </a:lnTo>
                  <a:lnTo>
                    <a:pt x="2539" y="679450"/>
                  </a:lnTo>
                  <a:lnTo>
                    <a:pt x="5079" y="679450"/>
                  </a:lnTo>
                  <a:lnTo>
                    <a:pt x="5079" y="680720"/>
                  </a:lnTo>
                  <a:lnTo>
                    <a:pt x="7619" y="680720"/>
                  </a:lnTo>
                  <a:lnTo>
                    <a:pt x="7619" y="675767"/>
                  </a:lnTo>
                  <a:close/>
                </a:path>
                <a:path w="7620" h="680719">
                  <a:moveTo>
                    <a:pt x="7619" y="669417"/>
                  </a:moveTo>
                  <a:lnTo>
                    <a:pt x="0" y="669417"/>
                  </a:lnTo>
                  <a:lnTo>
                    <a:pt x="0" y="675640"/>
                  </a:lnTo>
                  <a:lnTo>
                    <a:pt x="7619" y="675640"/>
                  </a:lnTo>
                  <a:lnTo>
                    <a:pt x="7619" y="669417"/>
                  </a:lnTo>
                  <a:close/>
                </a:path>
                <a:path w="7620" h="680719">
                  <a:moveTo>
                    <a:pt x="7619" y="663067"/>
                  </a:moveTo>
                  <a:lnTo>
                    <a:pt x="0" y="663067"/>
                  </a:lnTo>
                  <a:lnTo>
                    <a:pt x="0" y="669290"/>
                  </a:lnTo>
                  <a:lnTo>
                    <a:pt x="7619" y="669290"/>
                  </a:lnTo>
                  <a:lnTo>
                    <a:pt x="7619" y="663067"/>
                  </a:lnTo>
                  <a:close/>
                </a:path>
                <a:path w="7620" h="680719">
                  <a:moveTo>
                    <a:pt x="7619" y="656717"/>
                  </a:moveTo>
                  <a:lnTo>
                    <a:pt x="0" y="656717"/>
                  </a:lnTo>
                  <a:lnTo>
                    <a:pt x="0" y="662940"/>
                  </a:lnTo>
                  <a:lnTo>
                    <a:pt x="7619" y="662940"/>
                  </a:lnTo>
                  <a:lnTo>
                    <a:pt x="7619" y="656717"/>
                  </a:lnTo>
                  <a:close/>
                </a:path>
                <a:path w="7620" h="680719">
                  <a:moveTo>
                    <a:pt x="7619" y="650367"/>
                  </a:moveTo>
                  <a:lnTo>
                    <a:pt x="0" y="650367"/>
                  </a:lnTo>
                  <a:lnTo>
                    <a:pt x="0" y="656590"/>
                  </a:lnTo>
                  <a:lnTo>
                    <a:pt x="7619" y="656590"/>
                  </a:lnTo>
                  <a:lnTo>
                    <a:pt x="7619" y="650367"/>
                  </a:lnTo>
                  <a:close/>
                </a:path>
                <a:path w="7620" h="680719">
                  <a:moveTo>
                    <a:pt x="7619" y="644017"/>
                  </a:moveTo>
                  <a:lnTo>
                    <a:pt x="0" y="644017"/>
                  </a:lnTo>
                  <a:lnTo>
                    <a:pt x="0" y="650240"/>
                  </a:lnTo>
                  <a:lnTo>
                    <a:pt x="7619" y="650240"/>
                  </a:lnTo>
                  <a:lnTo>
                    <a:pt x="7619" y="644017"/>
                  </a:lnTo>
                  <a:close/>
                </a:path>
                <a:path w="7620" h="680719">
                  <a:moveTo>
                    <a:pt x="7619" y="637667"/>
                  </a:moveTo>
                  <a:lnTo>
                    <a:pt x="0" y="637667"/>
                  </a:lnTo>
                  <a:lnTo>
                    <a:pt x="0" y="643890"/>
                  </a:lnTo>
                  <a:lnTo>
                    <a:pt x="7619" y="643890"/>
                  </a:lnTo>
                  <a:lnTo>
                    <a:pt x="7619" y="637667"/>
                  </a:lnTo>
                  <a:close/>
                </a:path>
                <a:path w="7620" h="680719">
                  <a:moveTo>
                    <a:pt x="7619" y="635127"/>
                  </a:moveTo>
                  <a:lnTo>
                    <a:pt x="0" y="635127"/>
                  </a:lnTo>
                  <a:lnTo>
                    <a:pt x="0" y="637540"/>
                  </a:lnTo>
                  <a:lnTo>
                    <a:pt x="7619" y="637540"/>
                  </a:lnTo>
                  <a:lnTo>
                    <a:pt x="7619" y="635127"/>
                  </a:lnTo>
                  <a:close/>
                </a:path>
              </a:pathLst>
            </a:custGeom>
            <a:solidFill>
              <a:srgbClr val="4E7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2">
              <a:extLst>
                <a:ext uri="{FF2B5EF4-FFF2-40B4-BE49-F238E27FC236}">
                  <a16:creationId xmlns:a16="http://schemas.microsoft.com/office/drawing/2014/main" id="{76455714-C41C-DB19-9304-4B2655CFEEE3}"/>
                </a:ext>
              </a:extLst>
            </p:cNvPr>
            <p:cNvSpPr/>
            <p:nvPr/>
          </p:nvSpPr>
          <p:spPr>
            <a:xfrm>
              <a:off x="7557624" y="2707401"/>
              <a:ext cx="6350" cy="685800"/>
            </a:xfrm>
            <a:custGeom>
              <a:avLst/>
              <a:gdLst/>
              <a:ahLst/>
              <a:cxnLst/>
              <a:rect l="l" t="t" r="r" b="b"/>
              <a:pathLst>
                <a:path w="6350" h="685800">
                  <a:moveTo>
                    <a:pt x="6350" y="49529"/>
                  </a:moveTo>
                  <a:lnTo>
                    <a:pt x="0" y="49529"/>
                  </a:lnTo>
                  <a:lnTo>
                    <a:pt x="0" y="59562"/>
                  </a:lnTo>
                  <a:lnTo>
                    <a:pt x="6350" y="59562"/>
                  </a:lnTo>
                  <a:lnTo>
                    <a:pt x="6350" y="49529"/>
                  </a:lnTo>
                  <a:close/>
                </a:path>
                <a:path w="6350" h="685800">
                  <a:moveTo>
                    <a:pt x="6350" y="43179"/>
                  </a:moveTo>
                  <a:lnTo>
                    <a:pt x="0" y="43179"/>
                  </a:lnTo>
                  <a:lnTo>
                    <a:pt x="0" y="49402"/>
                  </a:lnTo>
                  <a:lnTo>
                    <a:pt x="6350" y="49402"/>
                  </a:lnTo>
                  <a:lnTo>
                    <a:pt x="6350" y="43179"/>
                  </a:lnTo>
                  <a:close/>
                </a:path>
                <a:path w="6350" h="685800">
                  <a:moveTo>
                    <a:pt x="635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6350" y="43052"/>
                  </a:lnTo>
                  <a:lnTo>
                    <a:pt x="6350" y="39370"/>
                  </a:lnTo>
                  <a:close/>
                </a:path>
                <a:path w="6350" h="685800">
                  <a:moveTo>
                    <a:pt x="635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6829"/>
                  </a:lnTo>
                  <a:close/>
                </a:path>
                <a:path w="6350" h="685800">
                  <a:moveTo>
                    <a:pt x="635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6350" y="36702"/>
                  </a:lnTo>
                  <a:lnTo>
                    <a:pt x="6350" y="33020"/>
                  </a:lnTo>
                  <a:close/>
                </a:path>
                <a:path w="6350" h="685800">
                  <a:moveTo>
                    <a:pt x="635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30479"/>
                  </a:lnTo>
                  <a:close/>
                </a:path>
                <a:path w="6350" h="685800">
                  <a:moveTo>
                    <a:pt x="635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6350" y="30352"/>
                  </a:lnTo>
                  <a:lnTo>
                    <a:pt x="6350" y="26670"/>
                  </a:lnTo>
                  <a:close/>
                </a:path>
                <a:path w="6350" h="685800">
                  <a:moveTo>
                    <a:pt x="635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4129"/>
                  </a:lnTo>
                  <a:close/>
                </a:path>
                <a:path w="6350" h="685800">
                  <a:moveTo>
                    <a:pt x="635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6350" y="24002"/>
                  </a:lnTo>
                  <a:lnTo>
                    <a:pt x="6350" y="20320"/>
                  </a:lnTo>
                  <a:close/>
                </a:path>
                <a:path w="6350" h="685800">
                  <a:moveTo>
                    <a:pt x="635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7779"/>
                  </a:lnTo>
                  <a:close/>
                </a:path>
                <a:path w="6350" h="685800">
                  <a:moveTo>
                    <a:pt x="635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6350" y="17652"/>
                  </a:lnTo>
                  <a:lnTo>
                    <a:pt x="6350" y="13970"/>
                  </a:lnTo>
                  <a:close/>
                </a:path>
                <a:path w="6350" h="685800">
                  <a:moveTo>
                    <a:pt x="635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1429"/>
                  </a:lnTo>
                  <a:close/>
                </a:path>
                <a:path w="6350" h="685800">
                  <a:moveTo>
                    <a:pt x="635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6350" y="11302"/>
                  </a:lnTo>
                  <a:lnTo>
                    <a:pt x="6350" y="7620"/>
                  </a:lnTo>
                  <a:close/>
                </a:path>
                <a:path w="6350" h="685800">
                  <a:moveTo>
                    <a:pt x="635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5079"/>
                  </a:lnTo>
                  <a:close/>
                </a:path>
                <a:path w="6350" h="685800">
                  <a:moveTo>
                    <a:pt x="3810" y="1142"/>
                  </a:moveTo>
                  <a:lnTo>
                    <a:pt x="1270" y="1142"/>
                  </a:lnTo>
                  <a:lnTo>
                    <a:pt x="1270" y="2412"/>
                  </a:lnTo>
                  <a:lnTo>
                    <a:pt x="0" y="2412"/>
                  </a:lnTo>
                  <a:lnTo>
                    <a:pt x="0" y="4952"/>
                  </a:lnTo>
                  <a:lnTo>
                    <a:pt x="6350" y="4952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1142"/>
                  </a:lnTo>
                  <a:close/>
                </a:path>
                <a:path w="6350" h="685800">
                  <a:moveTo>
                    <a:pt x="6350" y="0"/>
                  </a:moveTo>
                  <a:lnTo>
                    <a:pt x="3810" y="0"/>
                  </a:lnTo>
                  <a:lnTo>
                    <a:pt x="381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685800">
                  <a:moveTo>
                    <a:pt x="6350" y="59563"/>
                  </a:moveTo>
                  <a:lnTo>
                    <a:pt x="0" y="59563"/>
                  </a:lnTo>
                  <a:lnTo>
                    <a:pt x="0" y="631063"/>
                  </a:lnTo>
                  <a:lnTo>
                    <a:pt x="6350" y="631063"/>
                  </a:lnTo>
                  <a:lnTo>
                    <a:pt x="6350" y="59563"/>
                  </a:lnTo>
                  <a:close/>
                </a:path>
                <a:path w="6350" h="685800">
                  <a:moveTo>
                    <a:pt x="6350" y="631063"/>
                  </a:moveTo>
                  <a:lnTo>
                    <a:pt x="0" y="631063"/>
                  </a:lnTo>
                  <a:lnTo>
                    <a:pt x="0" y="637413"/>
                  </a:lnTo>
                  <a:lnTo>
                    <a:pt x="6350" y="637413"/>
                  </a:lnTo>
                  <a:lnTo>
                    <a:pt x="6350" y="631063"/>
                  </a:lnTo>
                  <a:close/>
                </a:path>
                <a:path w="6350" h="685800">
                  <a:moveTo>
                    <a:pt x="6350" y="684530"/>
                  </a:moveTo>
                  <a:lnTo>
                    <a:pt x="3810" y="684530"/>
                  </a:lnTo>
                  <a:lnTo>
                    <a:pt x="3810" y="685673"/>
                  </a:lnTo>
                  <a:lnTo>
                    <a:pt x="6350" y="685673"/>
                  </a:lnTo>
                  <a:lnTo>
                    <a:pt x="6350" y="684530"/>
                  </a:lnTo>
                  <a:close/>
                </a:path>
                <a:path w="6350" h="685800">
                  <a:moveTo>
                    <a:pt x="6350" y="678180"/>
                  </a:moveTo>
                  <a:lnTo>
                    <a:pt x="0" y="678180"/>
                  </a:lnTo>
                  <a:lnTo>
                    <a:pt x="0" y="683133"/>
                  </a:lnTo>
                  <a:lnTo>
                    <a:pt x="1270" y="683133"/>
                  </a:lnTo>
                  <a:lnTo>
                    <a:pt x="1270" y="684530"/>
                  </a:lnTo>
                  <a:lnTo>
                    <a:pt x="3810" y="684530"/>
                  </a:lnTo>
                  <a:lnTo>
                    <a:pt x="6350" y="684403"/>
                  </a:lnTo>
                  <a:lnTo>
                    <a:pt x="6350" y="678180"/>
                  </a:lnTo>
                  <a:close/>
                </a:path>
                <a:path w="6350" h="685800">
                  <a:moveTo>
                    <a:pt x="635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6350" y="678053"/>
                  </a:lnTo>
                  <a:lnTo>
                    <a:pt x="6350" y="671830"/>
                  </a:lnTo>
                  <a:close/>
                </a:path>
                <a:path w="6350" h="685800">
                  <a:moveTo>
                    <a:pt x="635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6350" y="671703"/>
                  </a:lnTo>
                  <a:lnTo>
                    <a:pt x="6350" y="665480"/>
                  </a:lnTo>
                  <a:close/>
                </a:path>
                <a:path w="6350" h="685800">
                  <a:moveTo>
                    <a:pt x="6350" y="659130"/>
                  </a:moveTo>
                  <a:lnTo>
                    <a:pt x="0" y="659130"/>
                  </a:lnTo>
                  <a:lnTo>
                    <a:pt x="0" y="665353"/>
                  </a:lnTo>
                  <a:lnTo>
                    <a:pt x="6350" y="665353"/>
                  </a:lnTo>
                  <a:lnTo>
                    <a:pt x="6350" y="659130"/>
                  </a:lnTo>
                  <a:close/>
                </a:path>
                <a:path w="6350" h="685800">
                  <a:moveTo>
                    <a:pt x="6350" y="652780"/>
                  </a:moveTo>
                  <a:lnTo>
                    <a:pt x="0" y="652780"/>
                  </a:lnTo>
                  <a:lnTo>
                    <a:pt x="0" y="659003"/>
                  </a:lnTo>
                  <a:lnTo>
                    <a:pt x="6350" y="659003"/>
                  </a:lnTo>
                  <a:lnTo>
                    <a:pt x="6350" y="652780"/>
                  </a:lnTo>
                  <a:close/>
                </a:path>
                <a:path w="6350" h="685800">
                  <a:moveTo>
                    <a:pt x="6350" y="646430"/>
                  </a:moveTo>
                  <a:lnTo>
                    <a:pt x="0" y="646430"/>
                  </a:lnTo>
                  <a:lnTo>
                    <a:pt x="0" y="652653"/>
                  </a:lnTo>
                  <a:lnTo>
                    <a:pt x="6350" y="652653"/>
                  </a:lnTo>
                  <a:lnTo>
                    <a:pt x="6350" y="646430"/>
                  </a:lnTo>
                  <a:close/>
                </a:path>
                <a:path w="6350" h="685800">
                  <a:moveTo>
                    <a:pt x="6350" y="640080"/>
                  </a:moveTo>
                  <a:lnTo>
                    <a:pt x="0" y="640080"/>
                  </a:lnTo>
                  <a:lnTo>
                    <a:pt x="0" y="646303"/>
                  </a:lnTo>
                  <a:lnTo>
                    <a:pt x="6350" y="646303"/>
                  </a:lnTo>
                  <a:lnTo>
                    <a:pt x="6350" y="640080"/>
                  </a:lnTo>
                  <a:close/>
                </a:path>
                <a:path w="6350" h="685800">
                  <a:moveTo>
                    <a:pt x="6350" y="637540"/>
                  </a:moveTo>
                  <a:lnTo>
                    <a:pt x="0" y="637540"/>
                  </a:lnTo>
                  <a:lnTo>
                    <a:pt x="0" y="639953"/>
                  </a:lnTo>
                  <a:lnTo>
                    <a:pt x="6350" y="639953"/>
                  </a:lnTo>
                  <a:lnTo>
                    <a:pt x="6350" y="637540"/>
                  </a:lnTo>
                  <a:close/>
                </a:path>
              </a:pathLst>
            </a:custGeom>
            <a:solidFill>
              <a:srgbClr val="4D7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3">
              <a:extLst>
                <a:ext uri="{FF2B5EF4-FFF2-40B4-BE49-F238E27FC236}">
                  <a16:creationId xmlns:a16="http://schemas.microsoft.com/office/drawing/2014/main" id="{9E2D8143-1554-EFF7-2F1E-DBF04D265C76}"/>
                </a:ext>
              </a:extLst>
            </p:cNvPr>
            <p:cNvSpPr/>
            <p:nvPr/>
          </p:nvSpPr>
          <p:spPr>
            <a:xfrm>
              <a:off x="7563974" y="2703464"/>
              <a:ext cx="7620" cy="693420"/>
            </a:xfrm>
            <a:custGeom>
              <a:avLst/>
              <a:gdLst/>
              <a:ahLst/>
              <a:cxnLst/>
              <a:rect l="l" t="t" r="r" b="b"/>
              <a:pathLst>
                <a:path w="7620" h="693419">
                  <a:moveTo>
                    <a:pt x="7620" y="53466"/>
                  </a:moveTo>
                  <a:lnTo>
                    <a:pt x="0" y="53466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3466"/>
                  </a:lnTo>
                  <a:close/>
                </a:path>
                <a:path w="7620" h="693419">
                  <a:moveTo>
                    <a:pt x="7620" y="47116"/>
                  </a:moveTo>
                  <a:lnTo>
                    <a:pt x="0" y="4711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7116"/>
                  </a:lnTo>
                  <a:close/>
                </a:path>
                <a:path w="7620" h="693419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693419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693419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693419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693419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693419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693419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693419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693419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693419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693419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693419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693419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693419">
                  <a:moveTo>
                    <a:pt x="2540" y="2539"/>
                  </a:moveTo>
                  <a:lnTo>
                    <a:pt x="0" y="2539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lnTo>
                    <a:pt x="2540" y="2666"/>
                  </a:lnTo>
                  <a:close/>
                </a:path>
                <a:path w="7620" h="693419">
                  <a:moveTo>
                    <a:pt x="7620" y="0"/>
                  </a:moveTo>
                  <a:lnTo>
                    <a:pt x="5080" y="0"/>
                  </a:lnTo>
                  <a:lnTo>
                    <a:pt x="5080" y="1397"/>
                  </a:lnTo>
                  <a:lnTo>
                    <a:pt x="2540" y="1397"/>
                  </a:lnTo>
                  <a:lnTo>
                    <a:pt x="254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693419">
                  <a:moveTo>
                    <a:pt x="7620" y="63500"/>
                  </a:moveTo>
                  <a:lnTo>
                    <a:pt x="0" y="63500"/>
                  </a:lnTo>
                  <a:lnTo>
                    <a:pt x="0" y="635000"/>
                  </a:lnTo>
                  <a:lnTo>
                    <a:pt x="7620" y="635000"/>
                  </a:lnTo>
                  <a:lnTo>
                    <a:pt x="7620" y="63500"/>
                  </a:lnTo>
                  <a:close/>
                </a:path>
                <a:path w="7620" h="693419">
                  <a:moveTo>
                    <a:pt x="7620" y="635000"/>
                  </a:moveTo>
                  <a:lnTo>
                    <a:pt x="0" y="635000"/>
                  </a:lnTo>
                  <a:lnTo>
                    <a:pt x="0" y="641350"/>
                  </a:lnTo>
                  <a:lnTo>
                    <a:pt x="7620" y="641350"/>
                  </a:lnTo>
                  <a:lnTo>
                    <a:pt x="7620" y="635000"/>
                  </a:lnTo>
                  <a:close/>
                </a:path>
                <a:path w="7620" h="693419">
                  <a:moveTo>
                    <a:pt x="7620" y="688467"/>
                  </a:moveTo>
                  <a:lnTo>
                    <a:pt x="0" y="688467"/>
                  </a:lnTo>
                  <a:lnTo>
                    <a:pt x="0" y="689610"/>
                  </a:lnTo>
                  <a:lnTo>
                    <a:pt x="1270" y="689610"/>
                  </a:lnTo>
                  <a:lnTo>
                    <a:pt x="1270" y="690880"/>
                  </a:lnTo>
                  <a:lnTo>
                    <a:pt x="3810" y="690880"/>
                  </a:lnTo>
                  <a:lnTo>
                    <a:pt x="3810" y="692150"/>
                  </a:lnTo>
                  <a:lnTo>
                    <a:pt x="6350" y="692150"/>
                  </a:lnTo>
                  <a:lnTo>
                    <a:pt x="6350" y="693420"/>
                  </a:lnTo>
                  <a:lnTo>
                    <a:pt x="7620" y="693420"/>
                  </a:lnTo>
                  <a:lnTo>
                    <a:pt x="7620" y="688467"/>
                  </a:lnTo>
                  <a:close/>
                </a:path>
                <a:path w="7620" h="693419">
                  <a:moveTo>
                    <a:pt x="762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2117"/>
                  </a:lnTo>
                  <a:close/>
                </a:path>
                <a:path w="7620" h="693419">
                  <a:moveTo>
                    <a:pt x="7620" y="675767"/>
                  </a:moveTo>
                  <a:lnTo>
                    <a:pt x="0" y="675767"/>
                  </a:lnTo>
                  <a:lnTo>
                    <a:pt x="0" y="681990"/>
                  </a:lnTo>
                  <a:lnTo>
                    <a:pt x="7620" y="681990"/>
                  </a:lnTo>
                  <a:lnTo>
                    <a:pt x="7620" y="675767"/>
                  </a:lnTo>
                  <a:close/>
                </a:path>
                <a:path w="7620" h="693419">
                  <a:moveTo>
                    <a:pt x="7620" y="669417"/>
                  </a:moveTo>
                  <a:lnTo>
                    <a:pt x="0" y="669417"/>
                  </a:lnTo>
                  <a:lnTo>
                    <a:pt x="0" y="675640"/>
                  </a:lnTo>
                  <a:lnTo>
                    <a:pt x="7620" y="675640"/>
                  </a:lnTo>
                  <a:lnTo>
                    <a:pt x="7620" y="669417"/>
                  </a:lnTo>
                  <a:close/>
                </a:path>
                <a:path w="7620" h="693419">
                  <a:moveTo>
                    <a:pt x="7620" y="663067"/>
                  </a:moveTo>
                  <a:lnTo>
                    <a:pt x="0" y="663067"/>
                  </a:lnTo>
                  <a:lnTo>
                    <a:pt x="0" y="669290"/>
                  </a:lnTo>
                  <a:lnTo>
                    <a:pt x="7620" y="669290"/>
                  </a:lnTo>
                  <a:lnTo>
                    <a:pt x="7620" y="663067"/>
                  </a:lnTo>
                  <a:close/>
                </a:path>
                <a:path w="7620" h="693419">
                  <a:moveTo>
                    <a:pt x="7620" y="656717"/>
                  </a:moveTo>
                  <a:lnTo>
                    <a:pt x="0" y="656717"/>
                  </a:lnTo>
                  <a:lnTo>
                    <a:pt x="0" y="662940"/>
                  </a:lnTo>
                  <a:lnTo>
                    <a:pt x="7620" y="662940"/>
                  </a:lnTo>
                  <a:lnTo>
                    <a:pt x="7620" y="656717"/>
                  </a:lnTo>
                  <a:close/>
                </a:path>
                <a:path w="7620" h="693419">
                  <a:moveTo>
                    <a:pt x="7620" y="650367"/>
                  </a:moveTo>
                  <a:lnTo>
                    <a:pt x="0" y="650367"/>
                  </a:lnTo>
                  <a:lnTo>
                    <a:pt x="0" y="656590"/>
                  </a:lnTo>
                  <a:lnTo>
                    <a:pt x="7620" y="656590"/>
                  </a:lnTo>
                  <a:lnTo>
                    <a:pt x="7620" y="650367"/>
                  </a:lnTo>
                  <a:close/>
                </a:path>
                <a:path w="7620" h="693419">
                  <a:moveTo>
                    <a:pt x="7620" y="644017"/>
                  </a:moveTo>
                  <a:lnTo>
                    <a:pt x="0" y="644017"/>
                  </a:lnTo>
                  <a:lnTo>
                    <a:pt x="0" y="650240"/>
                  </a:lnTo>
                  <a:lnTo>
                    <a:pt x="7620" y="650240"/>
                  </a:lnTo>
                  <a:lnTo>
                    <a:pt x="7620" y="644017"/>
                  </a:lnTo>
                  <a:close/>
                </a:path>
                <a:path w="7620" h="693419">
                  <a:moveTo>
                    <a:pt x="7620" y="641477"/>
                  </a:moveTo>
                  <a:lnTo>
                    <a:pt x="0" y="641477"/>
                  </a:lnTo>
                  <a:lnTo>
                    <a:pt x="0" y="643890"/>
                  </a:lnTo>
                  <a:lnTo>
                    <a:pt x="7620" y="643890"/>
                  </a:lnTo>
                  <a:lnTo>
                    <a:pt x="7620" y="641477"/>
                  </a:lnTo>
                  <a:close/>
                </a:path>
              </a:pathLst>
            </a:custGeom>
            <a:solidFill>
              <a:srgbClr val="4C7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4">
              <a:extLst>
                <a:ext uri="{FF2B5EF4-FFF2-40B4-BE49-F238E27FC236}">
                  <a16:creationId xmlns:a16="http://schemas.microsoft.com/office/drawing/2014/main" id="{748186F9-6F89-59BC-705E-224574A211EA}"/>
                </a:ext>
              </a:extLst>
            </p:cNvPr>
            <p:cNvSpPr/>
            <p:nvPr/>
          </p:nvSpPr>
          <p:spPr>
            <a:xfrm>
              <a:off x="7571594" y="2699654"/>
              <a:ext cx="7620" cy="699770"/>
            </a:xfrm>
            <a:custGeom>
              <a:avLst/>
              <a:gdLst/>
              <a:ahLst/>
              <a:cxnLst/>
              <a:rect l="l" t="t" r="r" b="b"/>
              <a:pathLst>
                <a:path w="7620" h="699769">
                  <a:moveTo>
                    <a:pt x="7620" y="57276"/>
                  </a:moveTo>
                  <a:lnTo>
                    <a:pt x="0" y="57276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57276"/>
                  </a:lnTo>
                  <a:close/>
                </a:path>
                <a:path w="7620" h="699769">
                  <a:moveTo>
                    <a:pt x="7620" y="50926"/>
                  </a:moveTo>
                  <a:lnTo>
                    <a:pt x="0" y="50926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0926"/>
                  </a:lnTo>
                  <a:close/>
                </a:path>
                <a:path w="7620" h="699769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699769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699769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699769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699769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699769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699769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699769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699769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699769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699769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699769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699769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699769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699769">
                  <a:moveTo>
                    <a:pt x="3810" y="2539"/>
                  </a:moveTo>
                  <a:lnTo>
                    <a:pt x="1270" y="2539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lnTo>
                    <a:pt x="3810" y="2667"/>
                  </a:lnTo>
                  <a:lnTo>
                    <a:pt x="3810" y="2539"/>
                  </a:lnTo>
                  <a:close/>
                </a:path>
                <a:path w="7620" h="699769">
                  <a:moveTo>
                    <a:pt x="7620" y="0"/>
                  </a:moveTo>
                  <a:lnTo>
                    <a:pt x="6350" y="0"/>
                  </a:lnTo>
                  <a:lnTo>
                    <a:pt x="6350" y="1397"/>
                  </a:lnTo>
                  <a:lnTo>
                    <a:pt x="3810" y="1397"/>
                  </a:lnTo>
                  <a:lnTo>
                    <a:pt x="381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699769">
                  <a:moveTo>
                    <a:pt x="7620" y="67310"/>
                  </a:moveTo>
                  <a:lnTo>
                    <a:pt x="0" y="67310"/>
                  </a:lnTo>
                  <a:lnTo>
                    <a:pt x="0" y="638810"/>
                  </a:lnTo>
                  <a:lnTo>
                    <a:pt x="7620" y="638810"/>
                  </a:lnTo>
                  <a:lnTo>
                    <a:pt x="7620" y="67310"/>
                  </a:lnTo>
                  <a:close/>
                </a:path>
                <a:path w="7620" h="699769">
                  <a:moveTo>
                    <a:pt x="7620" y="638810"/>
                  </a:moveTo>
                  <a:lnTo>
                    <a:pt x="0" y="638810"/>
                  </a:lnTo>
                  <a:lnTo>
                    <a:pt x="0" y="645160"/>
                  </a:lnTo>
                  <a:lnTo>
                    <a:pt x="7620" y="645160"/>
                  </a:lnTo>
                  <a:lnTo>
                    <a:pt x="7620" y="638810"/>
                  </a:lnTo>
                  <a:close/>
                </a:path>
                <a:path w="7620" h="699769">
                  <a:moveTo>
                    <a:pt x="7620" y="698627"/>
                  </a:moveTo>
                  <a:lnTo>
                    <a:pt x="5079" y="698627"/>
                  </a:lnTo>
                  <a:lnTo>
                    <a:pt x="5079" y="699770"/>
                  </a:lnTo>
                  <a:lnTo>
                    <a:pt x="7620" y="699770"/>
                  </a:lnTo>
                  <a:lnTo>
                    <a:pt x="7620" y="698627"/>
                  </a:lnTo>
                  <a:close/>
                </a:path>
                <a:path w="7620" h="699769">
                  <a:moveTo>
                    <a:pt x="7620" y="692277"/>
                  </a:moveTo>
                  <a:lnTo>
                    <a:pt x="0" y="692277"/>
                  </a:lnTo>
                  <a:lnTo>
                    <a:pt x="0" y="697230"/>
                  </a:lnTo>
                  <a:lnTo>
                    <a:pt x="1270" y="697230"/>
                  </a:lnTo>
                  <a:lnTo>
                    <a:pt x="1270" y="698627"/>
                  </a:lnTo>
                  <a:lnTo>
                    <a:pt x="5079" y="698627"/>
                  </a:lnTo>
                  <a:lnTo>
                    <a:pt x="7620" y="698500"/>
                  </a:lnTo>
                  <a:lnTo>
                    <a:pt x="7620" y="692277"/>
                  </a:lnTo>
                  <a:close/>
                </a:path>
                <a:path w="7620" h="699769">
                  <a:moveTo>
                    <a:pt x="7620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5927"/>
                  </a:lnTo>
                  <a:close/>
                </a:path>
                <a:path w="7620" h="699769">
                  <a:moveTo>
                    <a:pt x="7620" y="679577"/>
                  </a:moveTo>
                  <a:lnTo>
                    <a:pt x="0" y="679577"/>
                  </a:lnTo>
                  <a:lnTo>
                    <a:pt x="0" y="685800"/>
                  </a:lnTo>
                  <a:lnTo>
                    <a:pt x="7620" y="685800"/>
                  </a:lnTo>
                  <a:lnTo>
                    <a:pt x="7620" y="679577"/>
                  </a:lnTo>
                  <a:close/>
                </a:path>
                <a:path w="7620" h="699769">
                  <a:moveTo>
                    <a:pt x="7620" y="673227"/>
                  </a:moveTo>
                  <a:lnTo>
                    <a:pt x="0" y="673227"/>
                  </a:lnTo>
                  <a:lnTo>
                    <a:pt x="0" y="679450"/>
                  </a:lnTo>
                  <a:lnTo>
                    <a:pt x="7620" y="679450"/>
                  </a:lnTo>
                  <a:lnTo>
                    <a:pt x="7620" y="673227"/>
                  </a:lnTo>
                  <a:close/>
                </a:path>
                <a:path w="7620" h="699769">
                  <a:moveTo>
                    <a:pt x="7620" y="666877"/>
                  </a:moveTo>
                  <a:lnTo>
                    <a:pt x="0" y="666877"/>
                  </a:lnTo>
                  <a:lnTo>
                    <a:pt x="0" y="673100"/>
                  </a:lnTo>
                  <a:lnTo>
                    <a:pt x="7620" y="673100"/>
                  </a:lnTo>
                  <a:lnTo>
                    <a:pt x="7620" y="666877"/>
                  </a:lnTo>
                  <a:close/>
                </a:path>
                <a:path w="7620" h="699769">
                  <a:moveTo>
                    <a:pt x="7620" y="660527"/>
                  </a:moveTo>
                  <a:lnTo>
                    <a:pt x="0" y="660527"/>
                  </a:lnTo>
                  <a:lnTo>
                    <a:pt x="0" y="666750"/>
                  </a:lnTo>
                  <a:lnTo>
                    <a:pt x="7620" y="666750"/>
                  </a:lnTo>
                  <a:lnTo>
                    <a:pt x="7620" y="660527"/>
                  </a:lnTo>
                  <a:close/>
                </a:path>
                <a:path w="7620" h="699769">
                  <a:moveTo>
                    <a:pt x="7620" y="654177"/>
                  </a:moveTo>
                  <a:lnTo>
                    <a:pt x="0" y="654177"/>
                  </a:lnTo>
                  <a:lnTo>
                    <a:pt x="0" y="660400"/>
                  </a:lnTo>
                  <a:lnTo>
                    <a:pt x="7620" y="660400"/>
                  </a:lnTo>
                  <a:lnTo>
                    <a:pt x="7620" y="654177"/>
                  </a:lnTo>
                  <a:close/>
                </a:path>
                <a:path w="7620" h="699769">
                  <a:moveTo>
                    <a:pt x="7620" y="647827"/>
                  </a:moveTo>
                  <a:lnTo>
                    <a:pt x="0" y="647827"/>
                  </a:lnTo>
                  <a:lnTo>
                    <a:pt x="0" y="654050"/>
                  </a:lnTo>
                  <a:lnTo>
                    <a:pt x="7620" y="654050"/>
                  </a:lnTo>
                  <a:lnTo>
                    <a:pt x="7620" y="647827"/>
                  </a:lnTo>
                  <a:close/>
                </a:path>
                <a:path w="7620" h="699769">
                  <a:moveTo>
                    <a:pt x="7620" y="645287"/>
                  </a:moveTo>
                  <a:lnTo>
                    <a:pt x="0" y="645287"/>
                  </a:lnTo>
                  <a:lnTo>
                    <a:pt x="0" y="647700"/>
                  </a:lnTo>
                  <a:lnTo>
                    <a:pt x="7620" y="647700"/>
                  </a:lnTo>
                  <a:lnTo>
                    <a:pt x="7620" y="645287"/>
                  </a:lnTo>
                  <a:close/>
                </a:path>
              </a:pathLst>
            </a:custGeom>
            <a:solidFill>
              <a:srgbClr val="4B7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5">
              <a:extLst>
                <a:ext uri="{FF2B5EF4-FFF2-40B4-BE49-F238E27FC236}">
                  <a16:creationId xmlns:a16="http://schemas.microsoft.com/office/drawing/2014/main" id="{32C5FA9E-2C7E-EE4A-24A9-AD7A2B49217C}"/>
                </a:ext>
              </a:extLst>
            </p:cNvPr>
            <p:cNvSpPr/>
            <p:nvPr/>
          </p:nvSpPr>
          <p:spPr>
            <a:xfrm>
              <a:off x="7579215" y="2697114"/>
              <a:ext cx="6350" cy="704850"/>
            </a:xfrm>
            <a:custGeom>
              <a:avLst/>
              <a:gdLst/>
              <a:ahLst/>
              <a:cxnLst/>
              <a:rect l="l" t="t" r="r" b="b"/>
              <a:pathLst>
                <a:path w="6350" h="704850">
                  <a:moveTo>
                    <a:pt x="6350" y="59816"/>
                  </a:moveTo>
                  <a:lnTo>
                    <a:pt x="0" y="59816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59816"/>
                  </a:lnTo>
                  <a:close/>
                </a:path>
                <a:path w="6350" h="704850">
                  <a:moveTo>
                    <a:pt x="6350" y="53466"/>
                  </a:moveTo>
                  <a:lnTo>
                    <a:pt x="0" y="53466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3466"/>
                  </a:lnTo>
                  <a:close/>
                </a:path>
                <a:path w="6350" h="704850">
                  <a:moveTo>
                    <a:pt x="635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49657"/>
                  </a:lnTo>
                  <a:close/>
                </a:path>
                <a:path w="6350" h="704850">
                  <a:moveTo>
                    <a:pt x="635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7116"/>
                  </a:lnTo>
                  <a:close/>
                </a:path>
                <a:path w="6350" h="704850">
                  <a:moveTo>
                    <a:pt x="635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3307"/>
                  </a:lnTo>
                  <a:close/>
                </a:path>
                <a:path w="6350" h="704850">
                  <a:moveTo>
                    <a:pt x="635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0766"/>
                  </a:lnTo>
                  <a:close/>
                </a:path>
                <a:path w="6350" h="704850">
                  <a:moveTo>
                    <a:pt x="635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6957"/>
                  </a:lnTo>
                  <a:close/>
                </a:path>
                <a:path w="6350" h="704850">
                  <a:moveTo>
                    <a:pt x="635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4416"/>
                  </a:lnTo>
                  <a:close/>
                </a:path>
                <a:path w="6350" h="704850">
                  <a:moveTo>
                    <a:pt x="635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0607"/>
                  </a:lnTo>
                  <a:close/>
                </a:path>
                <a:path w="6350" h="704850">
                  <a:moveTo>
                    <a:pt x="635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8066"/>
                  </a:lnTo>
                  <a:close/>
                </a:path>
                <a:path w="6350" h="704850">
                  <a:moveTo>
                    <a:pt x="635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4257"/>
                  </a:lnTo>
                  <a:close/>
                </a:path>
                <a:path w="6350" h="704850">
                  <a:moveTo>
                    <a:pt x="635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1716"/>
                  </a:lnTo>
                  <a:close/>
                </a:path>
                <a:path w="6350" h="704850">
                  <a:moveTo>
                    <a:pt x="635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7907"/>
                  </a:lnTo>
                  <a:close/>
                </a:path>
                <a:path w="6350" h="704850">
                  <a:moveTo>
                    <a:pt x="635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5366"/>
                  </a:lnTo>
                  <a:close/>
                </a:path>
                <a:path w="6350" h="704850">
                  <a:moveTo>
                    <a:pt x="635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1557"/>
                  </a:lnTo>
                  <a:close/>
                </a:path>
                <a:path w="6350" h="704850">
                  <a:moveTo>
                    <a:pt x="635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9016"/>
                  </a:lnTo>
                  <a:close/>
                </a:path>
                <a:path w="6350" h="704850">
                  <a:moveTo>
                    <a:pt x="635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5207"/>
                  </a:lnTo>
                  <a:close/>
                </a:path>
                <a:path w="6350" h="704850">
                  <a:moveTo>
                    <a:pt x="2540" y="2539"/>
                  </a:moveTo>
                  <a:lnTo>
                    <a:pt x="0" y="2539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666"/>
                  </a:lnTo>
                  <a:lnTo>
                    <a:pt x="2540" y="2666"/>
                  </a:lnTo>
                  <a:close/>
                </a:path>
                <a:path w="6350" h="704850">
                  <a:moveTo>
                    <a:pt x="6350" y="0"/>
                  </a:moveTo>
                  <a:lnTo>
                    <a:pt x="5079" y="0"/>
                  </a:lnTo>
                  <a:lnTo>
                    <a:pt x="5079" y="1397"/>
                  </a:lnTo>
                  <a:lnTo>
                    <a:pt x="2540" y="1397"/>
                  </a:lnTo>
                  <a:lnTo>
                    <a:pt x="254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704850">
                  <a:moveTo>
                    <a:pt x="6350" y="69850"/>
                  </a:moveTo>
                  <a:lnTo>
                    <a:pt x="0" y="69850"/>
                  </a:lnTo>
                  <a:lnTo>
                    <a:pt x="0" y="641350"/>
                  </a:lnTo>
                  <a:lnTo>
                    <a:pt x="6350" y="641350"/>
                  </a:lnTo>
                  <a:lnTo>
                    <a:pt x="6350" y="69850"/>
                  </a:lnTo>
                  <a:close/>
                </a:path>
                <a:path w="6350" h="704850">
                  <a:moveTo>
                    <a:pt x="6350" y="641350"/>
                  </a:moveTo>
                  <a:lnTo>
                    <a:pt x="0" y="641350"/>
                  </a:lnTo>
                  <a:lnTo>
                    <a:pt x="0" y="647700"/>
                  </a:lnTo>
                  <a:lnTo>
                    <a:pt x="6350" y="647700"/>
                  </a:lnTo>
                  <a:lnTo>
                    <a:pt x="6350" y="641350"/>
                  </a:lnTo>
                  <a:close/>
                </a:path>
                <a:path w="6350" h="704850">
                  <a:moveTo>
                    <a:pt x="6350" y="701167"/>
                  </a:moveTo>
                  <a:lnTo>
                    <a:pt x="0" y="701167"/>
                  </a:lnTo>
                  <a:lnTo>
                    <a:pt x="0" y="702310"/>
                  </a:lnTo>
                  <a:lnTo>
                    <a:pt x="1270" y="702310"/>
                  </a:lnTo>
                  <a:lnTo>
                    <a:pt x="1270" y="703580"/>
                  </a:lnTo>
                  <a:lnTo>
                    <a:pt x="3809" y="703580"/>
                  </a:lnTo>
                  <a:lnTo>
                    <a:pt x="3809" y="704850"/>
                  </a:lnTo>
                  <a:lnTo>
                    <a:pt x="6350" y="704850"/>
                  </a:lnTo>
                  <a:lnTo>
                    <a:pt x="6350" y="701167"/>
                  </a:lnTo>
                  <a:close/>
                </a:path>
                <a:path w="6350" h="704850">
                  <a:moveTo>
                    <a:pt x="635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6350" y="701040"/>
                  </a:lnTo>
                  <a:lnTo>
                    <a:pt x="6350" y="694817"/>
                  </a:lnTo>
                  <a:close/>
                </a:path>
                <a:path w="6350" h="704850">
                  <a:moveTo>
                    <a:pt x="635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6350" y="694690"/>
                  </a:lnTo>
                  <a:lnTo>
                    <a:pt x="6350" y="688467"/>
                  </a:lnTo>
                  <a:close/>
                </a:path>
                <a:path w="6350" h="704850">
                  <a:moveTo>
                    <a:pt x="635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6350" y="688340"/>
                  </a:lnTo>
                  <a:lnTo>
                    <a:pt x="6350" y="682117"/>
                  </a:lnTo>
                  <a:close/>
                </a:path>
                <a:path w="6350" h="704850">
                  <a:moveTo>
                    <a:pt x="6350" y="675767"/>
                  </a:moveTo>
                  <a:lnTo>
                    <a:pt x="0" y="675767"/>
                  </a:lnTo>
                  <a:lnTo>
                    <a:pt x="0" y="681990"/>
                  </a:lnTo>
                  <a:lnTo>
                    <a:pt x="6350" y="681990"/>
                  </a:lnTo>
                  <a:lnTo>
                    <a:pt x="6350" y="675767"/>
                  </a:lnTo>
                  <a:close/>
                </a:path>
                <a:path w="6350" h="704850">
                  <a:moveTo>
                    <a:pt x="6350" y="669417"/>
                  </a:moveTo>
                  <a:lnTo>
                    <a:pt x="0" y="669417"/>
                  </a:lnTo>
                  <a:lnTo>
                    <a:pt x="0" y="675640"/>
                  </a:lnTo>
                  <a:lnTo>
                    <a:pt x="6350" y="675640"/>
                  </a:lnTo>
                  <a:lnTo>
                    <a:pt x="6350" y="669417"/>
                  </a:lnTo>
                  <a:close/>
                </a:path>
                <a:path w="6350" h="704850">
                  <a:moveTo>
                    <a:pt x="6350" y="663067"/>
                  </a:moveTo>
                  <a:lnTo>
                    <a:pt x="0" y="663067"/>
                  </a:lnTo>
                  <a:lnTo>
                    <a:pt x="0" y="669290"/>
                  </a:lnTo>
                  <a:lnTo>
                    <a:pt x="6350" y="669290"/>
                  </a:lnTo>
                  <a:lnTo>
                    <a:pt x="6350" y="663067"/>
                  </a:lnTo>
                  <a:close/>
                </a:path>
                <a:path w="6350" h="704850">
                  <a:moveTo>
                    <a:pt x="6350" y="656717"/>
                  </a:moveTo>
                  <a:lnTo>
                    <a:pt x="0" y="656717"/>
                  </a:lnTo>
                  <a:lnTo>
                    <a:pt x="0" y="662940"/>
                  </a:lnTo>
                  <a:lnTo>
                    <a:pt x="6350" y="662940"/>
                  </a:lnTo>
                  <a:lnTo>
                    <a:pt x="6350" y="656717"/>
                  </a:lnTo>
                  <a:close/>
                </a:path>
                <a:path w="6350" h="704850">
                  <a:moveTo>
                    <a:pt x="6350" y="650367"/>
                  </a:moveTo>
                  <a:lnTo>
                    <a:pt x="0" y="650367"/>
                  </a:lnTo>
                  <a:lnTo>
                    <a:pt x="0" y="656590"/>
                  </a:lnTo>
                  <a:lnTo>
                    <a:pt x="6350" y="656590"/>
                  </a:lnTo>
                  <a:lnTo>
                    <a:pt x="6350" y="650367"/>
                  </a:lnTo>
                  <a:close/>
                </a:path>
                <a:path w="6350" h="704850">
                  <a:moveTo>
                    <a:pt x="6350" y="647827"/>
                  </a:moveTo>
                  <a:lnTo>
                    <a:pt x="0" y="647827"/>
                  </a:lnTo>
                  <a:lnTo>
                    <a:pt x="0" y="650240"/>
                  </a:lnTo>
                  <a:lnTo>
                    <a:pt x="6350" y="650240"/>
                  </a:lnTo>
                  <a:lnTo>
                    <a:pt x="6350" y="647827"/>
                  </a:lnTo>
                  <a:close/>
                </a:path>
              </a:pathLst>
            </a:custGeom>
            <a:solidFill>
              <a:srgbClr val="4B7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6">
              <a:extLst>
                <a:ext uri="{FF2B5EF4-FFF2-40B4-BE49-F238E27FC236}">
                  <a16:creationId xmlns:a16="http://schemas.microsoft.com/office/drawing/2014/main" id="{0821C542-C721-58AB-18AD-6DF24611736E}"/>
                </a:ext>
              </a:extLst>
            </p:cNvPr>
            <p:cNvSpPr/>
            <p:nvPr/>
          </p:nvSpPr>
          <p:spPr>
            <a:xfrm>
              <a:off x="7585565" y="2694701"/>
              <a:ext cx="7620" cy="709930"/>
            </a:xfrm>
            <a:custGeom>
              <a:avLst/>
              <a:gdLst/>
              <a:ahLst/>
              <a:cxnLst/>
              <a:rect l="l" t="t" r="r" b="b"/>
              <a:pathLst>
                <a:path w="7620" h="709930">
                  <a:moveTo>
                    <a:pt x="7620" y="62229"/>
                  </a:moveTo>
                  <a:lnTo>
                    <a:pt x="0" y="62229"/>
                  </a:lnTo>
                  <a:lnTo>
                    <a:pt x="0" y="72262"/>
                  </a:lnTo>
                  <a:lnTo>
                    <a:pt x="7620" y="72262"/>
                  </a:lnTo>
                  <a:lnTo>
                    <a:pt x="7620" y="62229"/>
                  </a:lnTo>
                  <a:close/>
                </a:path>
                <a:path w="7620" h="709930">
                  <a:moveTo>
                    <a:pt x="7620" y="55879"/>
                  </a:moveTo>
                  <a:lnTo>
                    <a:pt x="0" y="55879"/>
                  </a:lnTo>
                  <a:lnTo>
                    <a:pt x="0" y="62102"/>
                  </a:lnTo>
                  <a:lnTo>
                    <a:pt x="7620" y="62102"/>
                  </a:lnTo>
                  <a:lnTo>
                    <a:pt x="7620" y="55879"/>
                  </a:lnTo>
                  <a:close/>
                </a:path>
                <a:path w="7620" h="709930">
                  <a:moveTo>
                    <a:pt x="762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20" y="55752"/>
                  </a:lnTo>
                  <a:lnTo>
                    <a:pt x="7620" y="52070"/>
                  </a:lnTo>
                  <a:close/>
                </a:path>
                <a:path w="7620" h="709930">
                  <a:moveTo>
                    <a:pt x="762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9529"/>
                  </a:lnTo>
                  <a:close/>
                </a:path>
                <a:path w="7620" h="709930">
                  <a:moveTo>
                    <a:pt x="762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20" y="49402"/>
                  </a:lnTo>
                  <a:lnTo>
                    <a:pt x="7620" y="45720"/>
                  </a:lnTo>
                  <a:close/>
                </a:path>
                <a:path w="7620" h="709930">
                  <a:moveTo>
                    <a:pt x="762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3179"/>
                  </a:lnTo>
                  <a:close/>
                </a:path>
                <a:path w="7620" h="709930">
                  <a:moveTo>
                    <a:pt x="762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9370"/>
                  </a:lnTo>
                  <a:close/>
                </a:path>
                <a:path w="7620" h="709930">
                  <a:moveTo>
                    <a:pt x="762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6829"/>
                  </a:lnTo>
                  <a:close/>
                </a:path>
                <a:path w="7620" h="709930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709930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709930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709930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709930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709930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709930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709930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709930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709930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709930">
                  <a:moveTo>
                    <a:pt x="5079" y="1142"/>
                  </a:moveTo>
                  <a:lnTo>
                    <a:pt x="2540" y="1142"/>
                  </a:lnTo>
                  <a:lnTo>
                    <a:pt x="2540" y="2412"/>
                  </a:lnTo>
                  <a:lnTo>
                    <a:pt x="0" y="2412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1270"/>
                  </a:lnTo>
                  <a:lnTo>
                    <a:pt x="5079" y="1270"/>
                  </a:lnTo>
                  <a:lnTo>
                    <a:pt x="5079" y="1142"/>
                  </a:lnTo>
                  <a:close/>
                </a:path>
                <a:path w="7620" h="709930">
                  <a:moveTo>
                    <a:pt x="7620" y="0"/>
                  </a:moveTo>
                  <a:lnTo>
                    <a:pt x="5079" y="0"/>
                  </a:lnTo>
                  <a:lnTo>
                    <a:pt x="5079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709930">
                  <a:moveTo>
                    <a:pt x="7620" y="72263"/>
                  </a:moveTo>
                  <a:lnTo>
                    <a:pt x="0" y="72263"/>
                  </a:lnTo>
                  <a:lnTo>
                    <a:pt x="0" y="643763"/>
                  </a:lnTo>
                  <a:lnTo>
                    <a:pt x="7620" y="643763"/>
                  </a:lnTo>
                  <a:lnTo>
                    <a:pt x="7620" y="72263"/>
                  </a:lnTo>
                  <a:close/>
                </a:path>
                <a:path w="7620" h="709930">
                  <a:moveTo>
                    <a:pt x="7620" y="643763"/>
                  </a:moveTo>
                  <a:lnTo>
                    <a:pt x="0" y="643763"/>
                  </a:lnTo>
                  <a:lnTo>
                    <a:pt x="0" y="650113"/>
                  </a:lnTo>
                  <a:lnTo>
                    <a:pt x="7620" y="650113"/>
                  </a:lnTo>
                  <a:lnTo>
                    <a:pt x="7620" y="643763"/>
                  </a:lnTo>
                  <a:close/>
                </a:path>
                <a:path w="7620" h="709930">
                  <a:moveTo>
                    <a:pt x="7620" y="703580"/>
                  </a:moveTo>
                  <a:lnTo>
                    <a:pt x="0" y="703580"/>
                  </a:lnTo>
                  <a:lnTo>
                    <a:pt x="0" y="707263"/>
                  </a:lnTo>
                  <a:lnTo>
                    <a:pt x="1270" y="707263"/>
                  </a:lnTo>
                  <a:lnTo>
                    <a:pt x="1270" y="708533"/>
                  </a:lnTo>
                  <a:lnTo>
                    <a:pt x="3809" y="708533"/>
                  </a:lnTo>
                  <a:lnTo>
                    <a:pt x="3809" y="709930"/>
                  </a:lnTo>
                  <a:lnTo>
                    <a:pt x="7620" y="709930"/>
                  </a:lnTo>
                  <a:lnTo>
                    <a:pt x="7620" y="703580"/>
                  </a:lnTo>
                  <a:close/>
                </a:path>
                <a:path w="7620" h="709930">
                  <a:moveTo>
                    <a:pt x="7620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20" y="703453"/>
                  </a:lnTo>
                  <a:lnTo>
                    <a:pt x="7620" y="697230"/>
                  </a:lnTo>
                  <a:close/>
                </a:path>
                <a:path w="7620" h="709930">
                  <a:moveTo>
                    <a:pt x="762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20" y="697103"/>
                  </a:lnTo>
                  <a:lnTo>
                    <a:pt x="7620" y="690880"/>
                  </a:lnTo>
                  <a:close/>
                </a:path>
                <a:path w="7620" h="709930">
                  <a:moveTo>
                    <a:pt x="762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7620" y="690753"/>
                  </a:lnTo>
                  <a:lnTo>
                    <a:pt x="7620" y="684530"/>
                  </a:lnTo>
                  <a:close/>
                </a:path>
                <a:path w="7620" h="709930">
                  <a:moveTo>
                    <a:pt x="762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7620" y="684403"/>
                  </a:lnTo>
                  <a:lnTo>
                    <a:pt x="7620" y="678180"/>
                  </a:lnTo>
                  <a:close/>
                </a:path>
                <a:path w="7620" h="709930">
                  <a:moveTo>
                    <a:pt x="762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7620" y="678053"/>
                  </a:lnTo>
                  <a:lnTo>
                    <a:pt x="7620" y="671830"/>
                  </a:lnTo>
                  <a:close/>
                </a:path>
                <a:path w="7620" h="709930">
                  <a:moveTo>
                    <a:pt x="762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7620" y="671703"/>
                  </a:lnTo>
                  <a:lnTo>
                    <a:pt x="7620" y="665480"/>
                  </a:lnTo>
                  <a:close/>
                </a:path>
                <a:path w="7620" h="709930">
                  <a:moveTo>
                    <a:pt x="7620" y="659130"/>
                  </a:moveTo>
                  <a:lnTo>
                    <a:pt x="0" y="659130"/>
                  </a:lnTo>
                  <a:lnTo>
                    <a:pt x="0" y="665353"/>
                  </a:lnTo>
                  <a:lnTo>
                    <a:pt x="7620" y="665353"/>
                  </a:lnTo>
                  <a:lnTo>
                    <a:pt x="7620" y="659130"/>
                  </a:lnTo>
                  <a:close/>
                </a:path>
                <a:path w="7620" h="709930">
                  <a:moveTo>
                    <a:pt x="7620" y="652780"/>
                  </a:moveTo>
                  <a:lnTo>
                    <a:pt x="0" y="652780"/>
                  </a:lnTo>
                  <a:lnTo>
                    <a:pt x="0" y="659003"/>
                  </a:lnTo>
                  <a:lnTo>
                    <a:pt x="7620" y="659003"/>
                  </a:lnTo>
                  <a:lnTo>
                    <a:pt x="7620" y="652780"/>
                  </a:lnTo>
                  <a:close/>
                </a:path>
                <a:path w="7620" h="709930">
                  <a:moveTo>
                    <a:pt x="7620" y="650240"/>
                  </a:moveTo>
                  <a:lnTo>
                    <a:pt x="0" y="650240"/>
                  </a:lnTo>
                  <a:lnTo>
                    <a:pt x="0" y="652653"/>
                  </a:lnTo>
                  <a:lnTo>
                    <a:pt x="7620" y="652653"/>
                  </a:lnTo>
                  <a:lnTo>
                    <a:pt x="7620" y="650240"/>
                  </a:lnTo>
                  <a:close/>
                </a:path>
              </a:pathLst>
            </a:custGeom>
            <a:solidFill>
              <a:srgbClr val="4A76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7">
              <a:extLst>
                <a:ext uri="{FF2B5EF4-FFF2-40B4-BE49-F238E27FC236}">
                  <a16:creationId xmlns:a16="http://schemas.microsoft.com/office/drawing/2014/main" id="{F158F402-635B-85A2-14D2-B20E90B2D92C}"/>
                </a:ext>
              </a:extLst>
            </p:cNvPr>
            <p:cNvSpPr/>
            <p:nvPr/>
          </p:nvSpPr>
          <p:spPr>
            <a:xfrm>
              <a:off x="7593185" y="2692161"/>
              <a:ext cx="7620" cy="716280"/>
            </a:xfrm>
            <a:custGeom>
              <a:avLst/>
              <a:gdLst/>
              <a:ahLst/>
              <a:cxnLst/>
              <a:rect l="l" t="t" r="r" b="b"/>
              <a:pathLst>
                <a:path w="7620" h="716280">
                  <a:moveTo>
                    <a:pt x="7620" y="64769"/>
                  </a:moveTo>
                  <a:lnTo>
                    <a:pt x="0" y="64769"/>
                  </a:lnTo>
                  <a:lnTo>
                    <a:pt x="0" y="74802"/>
                  </a:lnTo>
                  <a:lnTo>
                    <a:pt x="7620" y="74802"/>
                  </a:lnTo>
                  <a:lnTo>
                    <a:pt x="7620" y="64769"/>
                  </a:lnTo>
                  <a:close/>
                </a:path>
                <a:path w="7620" h="716280">
                  <a:moveTo>
                    <a:pt x="7620" y="58419"/>
                  </a:moveTo>
                  <a:lnTo>
                    <a:pt x="0" y="58419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58419"/>
                  </a:lnTo>
                  <a:close/>
                </a:path>
                <a:path w="7620" h="71628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71628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71628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71628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71628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71628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71628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71628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71628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71628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71628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71628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71628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71628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71628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71628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71628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716280">
                  <a:moveTo>
                    <a:pt x="5079" y="1142"/>
                  </a:moveTo>
                  <a:lnTo>
                    <a:pt x="1270" y="1142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lnTo>
                    <a:pt x="5079" y="1269"/>
                  </a:lnTo>
                  <a:close/>
                </a:path>
                <a:path w="7620" h="716280">
                  <a:moveTo>
                    <a:pt x="7620" y="0"/>
                  </a:moveTo>
                  <a:lnTo>
                    <a:pt x="5079" y="0"/>
                  </a:lnTo>
                  <a:lnTo>
                    <a:pt x="5079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716280">
                  <a:moveTo>
                    <a:pt x="7620" y="74803"/>
                  </a:moveTo>
                  <a:lnTo>
                    <a:pt x="0" y="74803"/>
                  </a:lnTo>
                  <a:lnTo>
                    <a:pt x="0" y="646302"/>
                  </a:lnTo>
                  <a:lnTo>
                    <a:pt x="7620" y="646302"/>
                  </a:lnTo>
                  <a:lnTo>
                    <a:pt x="7620" y="74803"/>
                  </a:lnTo>
                  <a:close/>
                </a:path>
                <a:path w="7620" h="716280">
                  <a:moveTo>
                    <a:pt x="7620" y="646303"/>
                  </a:moveTo>
                  <a:lnTo>
                    <a:pt x="0" y="646303"/>
                  </a:lnTo>
                  <a:lnTo>
                    <a:pt x="0" y="652652"/>
                  </a:lnTo>
                  <a:lnTo>
                    <a:pt x="7620" y="652652"/>
                  </a:lnTo>
                  <a:lnTo>
                    <a:pt x="7620" y="646303"/>
                  </a:lnTo>
                  <a:close/>
                </a:path>
                <a:path w="7620" h="716280">
                  <a:moveTo>
                    <a:pt x="7620" y="712470"/>
                  </a:moveTo>
                  <a:lnTo>
                    <a:pt x="0" y="712470"/>
                  </a:lnTo>
                  <a:lnTo>
                    <a:pt x="0" y="713613"/>
                  </a:lnTo>
                  <a:lnTo>
                    <a:pt x="2539" y="713613"/>
                  </a:lnTo>
                  <a:lnTo>
                    <a:pt x="2539" y="714883"/>
                  </a:lnTo>
                  <a:lnTo>
                    <a:pt x="5079" y="714883"/>
                  </a:lnTo>
                  <a:lnTo>
                    <a:pt x="5079" y="716153"/>
                  </a:lnTo>
                  <a:lnTo>
                    <a:pt x="7620" y="716153"/>
                  </a:lnTo>
                  <a:lnTo>
                    <a:pt x="7620" y="712470"/>
                  </a:lnTo>
                  <a:close/>
                </a:path>
                <a:path w="7620" h="716280">
                  <a:moveTo>
                    <a:pt x="762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20" y="712343"/>
                  </a:lnTo>
                  <a:lnTo>
                    <a:pt x="7620" y="706120"/>
                  </a:lnTo>
                  <a:close/>
                </a:path>
                <a:path w="7620" h="716280">
                  <a:moveTo>
                    <a:pt x="762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20" y="705993"/>
                  </a:lnTo>
                  <a:lnTo>
                    <a:pt x="7620" y="699770"/>
                  </a:lnTo>
                  <a:close/>
                </a:path>
                <a:path w="7620" h="716280">
                  <a:moveTo>
                    <a:pt x="762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20" y="699643"/>
                  </a:lnTo>
                  <a:lnTo>
                    <a:pt x="7620" y="693420"/>
                  </a:lnTo>
                  <a:close/>
                </a:path>
                <a:path w="7620" h="716280">
                  <a:moveTo>
                    <a:pt x="762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7620" y="693293"/>
                  </a:lnTo>
                  <a:lnTo>
                    <a:pt x="7620" y="687070"/>
                  </a:lnTo>
                  <a:close/>
                </a:path>
                <a:path w="7620" h="716280">
                  <a:moveTo>
                    <a:pt x="762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7620" y="686943"/>
                  </a:lnTo>
                  <a:lnTo>
                    <a:pt x="7620" y="680720"/>
                  </a:lnTo>
                  <a:close/>
                </a:path>
                <a:path w="7620" h="716280">
                  <a:moveTo>
                    <a:pt x="7620" y="674370"/>
                  </a:moveTo>
                  <a:lnTo>
                    <a:pt x="0" y="674370"/>
                  </a:lnTo>
                  <a:lnTo>
                    <a:pt x="0" y="680593"/>
                  </a:lnTo>
                  <a:lnTo>
                    <a:pt x="7620" y="680593"/>
                  </a:lnTo>
                  <a:lnTo>
                    <a:pt x="7620" y="674370"/>
                  </a:lnTo>
                  <a:close/>
                </a:path>
                <a:path w="7620" h="716280">
                  <a:moveTo>
                    <a:pt x="7620" y="668020"/>
                  </a:moveTo>
                  <a:lnTo>
                    <a:pt x="0" y="668020"/>
                  </a:lnTo>
                  <a:lnTo>
                    <a:pt x="0" y="674243"/>
                  </a:lnTo>
                  <a:lnTo>
                    <a:pt x="7620" y="674243"/>
                  </a:lnTo>
                  <a:lnTo>
                    <a:pt x="7620" y="668020"/>
                  </a:lnTo>
                  <a:close/>
                </a:path>
                <a:path w="7620" h="716280">
                  <a:moveTo>
                    <a:pt x="7620" y="661670"/>
                  </a:moveTo>
                  <a:lnTo>
                    <a:pt x="0" y="661670"/>
                  </a:lnTo>
                  <a:lnTo>
                    <a:pt x="0" y="667893"/>
                  </a:lnTo>
                  <a:lnTo>
                    <a:pt x="7620" y="667893"/>
                  </a:lnTo>
                  <a:lnTo>
                    <a:pt x="7620" y="661670"/>
                  </a:lnTo>
                  <a:close/>
                </a:path>
                <a:path w="7620" h="716280">
                  <a:moveTo>
                    <a:pt x="7620" y="655320"/>
                  </a:moveTo>
                  <a:lnTo>
                    <a:pt x="0" y="655320"/>
                  </a:lnTo>
                  <a:lnTo>
                    <a:pt x="0" y="661543"/>
                  </a:lnTo>
                  <a:lnTo>
                    <a:pt x="7620" y="661543"/>
                  </a:lnTo>
                  <a:lnTo>
                    <a:pt x="7620" y="655320"/>
                  </a:lnTo>
                  <a:close/>
                </a:path>
                <a:path w="7620" h="716280">
                  <a:moveTo>
                    <a:pt x="7620" y="652780"/>
                  </a:moveTo>
                  <a:lnTo>
                    <a:pt x="0" y="652780"/>
                  </a:lnTo>
                  <a:lnTo>
                    <a:pt x="0" y="655193"/>
                  </a:lnTo>
                  <a:lnTo>
                    <a:pt x="7620" y="655193"/>
                  </a:lnTo>
                  <a:lnTo>
                    <a:pt x="7620" y="652780"/>
                  </a:lnTo>
                  <a:close/>
                </a:path>
              </a:pathLst>
            </a:custGeom>
            <a:solidFill>
              <a:srgbClr val="497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8">
              <a:extLst>
                <a:ext uri="{FF2B5EF4-FFF2-40B4-BE49-F238E27FC236}">
                  <a16:creationId xmlns:a16="http://schemas.microsoft.com/office/drawing/2014/main" id="{88F8D588-3AA9-EF9A-8179-8ECE80621ADD}"/>
                </a:ext>
              </a:extLst>
            </p:cNvPr>
            <p:cNvSpPr/>
            <p:nvPr/>
          </p:nvSpPr>
          <p:spPr>
            <a:xfrm>
              <a:off x="7600805" y="2689494"/>
              <a:ext cx="6350" cy="720090"/>
            </a:xfrm>
            <a:custGeom>
              <a:avLst/>
              <a:gdLst/>
              <a:ahLst/>
              <a:cxnLst/>
              <a:rect l="l" t="t" r="r" b="b"/>
              <a:pathLst>
                <a:path w="6350" h="720089">
                  <a:moveTo>
                    <a:pt x="6350" y="67437"/>
                  </a:moveTo>
                  <a:lnTo>
                    <a:pt x="0" y="67437"/>
                  </a:lnTo>
                  <a:lnTo>
                    <a:pt x="0" y="77470"/>
                  </a:lnTo>
                  <a:lnTo>
                    <a:pt x="6350" y="77470"/>
                  </a:lnTo>
                  <a:lnTo>
                    <a:pt x="6350" y="67437"/>
                  </a:lnTo>
                  <a:close/>
                </a:path>
                <a:path w="6350" h="720089">
                  <a:moveTo>
                    <a:pt x="6350" y="61087"/>
                  </a:moveTo>
                  <a:lnTo>
                    <a:pt x="0" y="61087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1087"/>
                  </a:lnTo>
                  <a:close/>
                </a:path>
                <a:path w="6350" h="720089">
                  <a:moveTo>
                    <a:pt x="635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7277"/>
                  </a:lnTo>
                  <a:close/>
                </a:path>
                <a:path w="6350" h="720089">
                  <a:moveTo>
                    <a:pt x="635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737"/>
                  </a:lnTo>
                  <a:close/>
                </a:path>
                <a:path w="6350" h="720089">
                  <a:moveTo>
                    <a:pt x="635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0927"/>
                  </a:lnTo>
                  <a:close/>
                </a:path>
                <a:path w="6350" h="720089">
                  <a:moveTo>
                    <a:pt x="635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387"/>
                  </a:lnTo>
                  <a:close/>
                </a:path>
                <a:path w="6350" h="720089">
                  <a:moveTo>
                    <a:pt x="635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4577"/>
                  </a:lnTo>
                  <a:close/>
                </a:path>
                <a:path w="6350" h="720089">
                  <a:moveTo>
                    <a:pt x="635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2037"/>
                  </a:lnTo>
                  <a:close/>
                </a:path>
                <a:path w="6350" h="720089">
                  <a:moveTo>
                    <a:pt x="635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8227"/>
                  </a:lnTo>
                  <a:close/>
                </a:path>
                <a:path w="6350" h="720089">
                  <a:moveTo>
                    <a:pt x="635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687"/>
                  </a:lnTo>
                  <a:close/>
                </a:path>
                <a:path w="6350" h="720089">
                  <a:moveTo>
                    <a:pt x="635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1877"/>
                  </a:lnTo>
                  <a:close/>
                </a:path>
                <a:path w="6350" h="720089">
                  <a:moveTo>
                    <a:pt x="635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337"/>
                  </a:lnTo>
                  <a:close/>
                </a:path>
                <a:path w="6350" h="720089">
                  <a:moveTo>
                    <a:pt x="635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5527"/>
                  </a:lnTo>
                  <a:close/>
                </a:path>
                <a:path w="6350" h="720089">
                  <a:moveTo>
                    <a:pt x="635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987"/>
                  </a:lnTo>
                  <a:close/>
                </a:path>
                <a:path w="6350" h="720089">
                  <a:moveTo>
                    <a:pt x="635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19177"/>
                  </a:lnTo>
                  <a:close/>
                </a:path>
                <a:path w="6350" h="720089">
                  <a:moveTo>
                    <a:pt x="635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637"/>
                  </a:lnTo>
                  <a:close/>
                </a:path>
                <a:path w="6350" h="720089">
                  <a:moveTo>
                    <a:pt x="635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2827"/>
                  </a:lnTo>
                  <a:close/>
                </a:path>
                <a:path w="6350" h="720089">
                  <a:moveTo>
                    <a:pt x="635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287"/>
                  </a:lnTo>
                  <a:close/>
                </a:path>
                <a:path w="6350" h="720089">
                  <a:moveTo>
                    <a:pt x="635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6477"/>
                  </a:lnTo>
                  <a:close/>
                </a:path>
                <a:path w="6350" h="720089">
                  <a:moveTo>
                    <a:pt x="635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937"/>
                  </a:lnTo>
                  <a:close/>
                </a:path>
                <a:path w="6350" h="720089">
                  <a:moveTo>
                    <a:pt x="6350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  <a:path w="6350" h="720089">
                  <a:moveTo>
                    <a:pt x="6350" y="77470"/>
                  </a:moveTo>
                  <a:lnTo>
                    <a:pt x="0" y="77470"/>
                  </a:lnTo>
                  <a:lnTo>
                    <a:pt x="0" y="648970"/>
                  </a:lnTo>
                  <a:lnTo>
                    <a:pt x="6350" y="648970"/>
                  </a:lnTo>
                  <a:lnTo>
                    <a:pt x="6350" y="77470"/>
                  </a:lnTo>
                  <a:close/>
                </a:path>
                <a:path w="6350" h="720089">
                  <a:moveTo>
                    <a:pt x="6350" y="648970"/>
                  </a:moveTo>
                  <a:lnTo>
                    <a:pt x="0" y="648970"/>
                  </a:lnTo>
                  <a:lnTo>
                    <a:pt x="0" y="655320"/>
                  </a:lnTo>
                  <a:lnTo>
                    <a:pt x="6350" y="655320"/>
                  </a:lnTo>
                  <a:lnTo>
                    <a:pt x="6350" y="648970"/>
                  </a:lnTo>
                  <a:close/>
                </a:path>
                <a:path w="6350" h="720089">
                  <a:moveTo>
                    <a:pt x="6350" y="715137"/>
                  </a:moveTo>
                  <a:lnTo>
                    <a:pt x="0" y="715137"/>
                  </a:lnTo>
                  <a:lnTo>
                    <a:pt x="0" y="718820"/>
                  </a:lnTo>
                  <a:lnTo>
                    <a:pt x="2539" y="718820"/>
                  </a:lnTo>
                  <a:lnTo>
                    <a:pt x="2539" y="720090"/>
                  </a:lnTo>
                  <a:lnTo>
                    <a:pt x="6350" y="720090"/>
                  </a:lnTo>
                  <a:lnTo>
                    <a:pt x="6350" y="715137"/>
                  </a:lnTo>
                  <a:close/>
                </a:path>
                <a:path w="6350" h="720089">
                  <a:moveTo>
                    <a:pt x="635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6350" y="715010"/>
                  </a:lnTo>
                  <a:lnTo>
                    <a:pt x="6350" y="708787"/>
                  </a:lnTo>
                  <a:close/>
                </a:path>
                <a:path w="6350" h="720089">
                  <a:moveTo>
                    <a:pt x="635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6350" y="708660"/>
                  </a:lnTo>
                  <a:lnTo>
                    <a:pt x="6350" y="702437"/>
                  </a:lnTo>
                  <a:close/>
                </a:path>
                <a:path w="6350" h="720089">
                  <a:moveTo>
                    <a:pt x="635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6350" y="702310"/>
                  </a:lnTo>
                  <a:lnTo>
                    <a:pt x="6350" y="696087"/>
                  </a:lnTo>
                  <a:close/>
                </a:path>
                <a:path w="6350" h="720089">
                  <a:moveTo>
                    <a:pt x="635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6350" y="695960"/>
                  </a:lnTo>
                  <a:lnTo>
                    <a:pt x="6350" y="689737"/>
                  </a:lnTo>
                  <a:close/>
                </a:path>
                <a:path w="6350" h="720089">
                  <a:moveTo>
                    <a:pt x="6350" y="683387"/>
                  </a:moveTo>
                  <a:lnTo>
                    <a:pt x="0" y="683387"/>
                  </a:lnTo>
                  <a:lnTo>
                    <a:pt x="0" y="689610"/>
                  </a:lnTo>
                  <a:lnTo>
                    <a:pt x="6350" y="689610"/>
                  </a:lnTo>
                  <a:lnTo>
                    <a:pt x="6350" y="683387"/>
                  </a:lnTo>
                  <a:close/>
                </a:path>
                <a:path w="6350" h="720089">
                  <a:moveTo>
                    <a:pt x="6350" y="677037"/>
                  </a:moveTo>
                  <a:lnTo>
                    <a:pt x="0" y="677037"/>
                  </a:lnTo>
                  <a:lnTo>
                    <a:pt x="0" y="683260"/>
                  </a:lnTo>
                  <a:lnTo>
                    <a:pt x="6350" y="683260"/>
                  </a:lnTo>
                  <a:lnTo>
                    <a:pt x="6350" y="677037"/>
                  </a:lnTo>
                  <a:close/>
                </a:path>
                <a:path w="6350" h="720089">
                  <a:moveTo>
                    <a:pt x="6350" y="670687"/>
                  </a:moveTo>
                  <a:lnTo>
                    <a:pt x="0" y="670687"/>
                  </a:lnTo>
                  <a:lnTo>
                    <a:pt x="0" y="676910"/>
                  </a:lnTo>
                  <a:lnTo>
                    <a:pt x="6350" y="676910"/>
                  </a:lnTo>
                  <a:lnTo>
                    <a:pt x="6350" y="670687"/>
                  </a:lnTo>
                  <a:close/>
                </a:path>
                <a:path w="6350" h="720089">
                  <a:moveTo>
                    <a:pt x="6350" y="664337"/>
                  </a:moveTo>
                  <a:lnTo>
                    <a:pt x="0" y="664337"/>
                  </a:lnTo>
                  <a:lnTo>
                    <a:pt x="0" y="670560"/>
                  </a:lnTo>
                  <a:lnTo>
                    <a:pt x="6350" y="670560"/>
                  </a:lnTo>
                  <a:lnTo>
                    <a:pt x="6350" y="664337"/>
                  </a:lnTo>
                  <a:close/>
                </a:path>
                <a:path w="6350" h="720089">
                  <a:moveTo>
                    <a:pt x="6350" y="657987"/>
                  </a:moveTo>
                  <a:lnTo>
                    <a:pt x="0" y="657987"/>
                  </a:lnTo>
                  <a:lnTo>
                    <a:pt x="0" y="664210"/>
                  </a:lnTo>
                  <a:lnTo>
                    <a:pt x="6350" y="664210"/>
                  </a:lnTo>
                  <a:lnTo>
                    <a:pt x="6350" y="657987"/>
                  </a:lnTo>
                  <a:close/>
                </a:path>
                <a:path w="6350" h="720089">
                  <a:moveTo>
                    <a:pt x="6350" y="655447"/>
                  </a:moveTo>
                  <a:lnTo>
                    <a:pt x="0" y="655447"/>
                  </a:lnTo>
                  <a:lnTo>
                    <a:pt x="0" y="657860"/>
                  </a:lnTo>
                  <a:lnTo>
                    <a:pt x="6350" y="657860"/>
                  </a:lnTo>
                  <a:lnTo>
                    <a:pt x="6350" y="655447"/>
                  </a:lnTo>
                  <a:close/>
                </a:path>
              </a:pathLst>
            </a:custGeom>
            <a:solidFill>
              <a:srgbClr val="487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29">
              <a:extLst>
                <a:ext uri="{FF2B5EF4-FFF2-40B4-BE49-F238E27FC236}">
                  <a16:creationId xmlns:a16="http://schemas.microsoft.com/office/drawing/2014/main" id="{F9D5C7AA-6C10-5D28-373A-50FF48454EAE}"/>
                </a:ext>
              </a:extLst>
            </p:cNvPr>
            <p:cNvSpPr/>
            <p:nvPr/>
          </p:nvSpPr>
          <p:spPr>
            <a:xfrm>
              <a:off x="7607155" y="2686954"/>
              <a:ext cx="7620" cy="726440"/>
            </a:xfrm>
            <a:custGeom>
              <a:avLst/>
              <a:gdLst/>
              <a:ahLst/>
              <a:cxnLst/>
              <a:rect l="l" t="t" r="r" b="b"/>
              <a:pathLst>
                <a:path w="7620" h="726439">
                  <a:moveTo>
                    <a:pt x="7619" y="69976"/>
                  </a:moveTo>
                  <a:lnTo>
                    <a:pt x="0" y="69976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69976"/>
                  </a:lnTo>
                  <a:close/>
                </a:path>
                <a:path w="7620" h="726439">
                  <a:moveTo>
                    <a:pt x="7619" y="63626"/>
                  </a:moveTo>
                  <a:lnTo>
                    <a:pt x="0" y="63626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3626"/>
                  </a:lnTo>
                  <a:close/>
                </a:path>
                <a:path w="7620" h="726439">
                  <a:moveTo>
                    <a:pt x="7619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59817"/>
                  </a:lnTo>
                  <a:close/>
                </a:path>
                <a:path w="7620" h="726439">
                  <a:moveTo>
                    <a:pt x="7619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7276"/>
                  </a:lnTo>
                  <a:close/>
                </a:path>
                <a:path w="7620" h="726439">
                  <a:moveTo>
                    <a:pt x="7619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3467"/>
                  </a:lnTo>
                  <a:close/>
                </a:path>
                <a:path w="7620" h="726439">
                  <a:moveTo>
                    <a:pt x="7619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0926"/>
                  </a:lnTo>
                  <a:close/>
                </a:path>
                <a:path w="7620" h="726439">
                  <a:moveTo>
                    <a:pt x="7619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7117"/>
                  </a:lnTo>
                  <a:close/>
                </a:path>
                <a:path w="7620" h="726439">
                  <a:moveTo>
                    <a:pt x="7619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4576"/>
                  </a:lnTo>
                  <a:close/>
                </a:path>
                <a:path w="7620" h="726439">
                  <a:moveTo>
                    <a:pt x="7619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0767"/>
                  </a:lnTo>
                  <a:close/>
                </a:path>
                <a:path w="7620" h="726439">
                  <a:moveTo>
                    <a:pt x="7619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8226"/>
                  </a:lnTo>
                  <a:close/>
                </a:path>
                <a:path w="7620" h="726439">
                  <a:moveTo>
                    <a:pt x="7619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4417"/>
                  </a:lnTo>
                  <a:close/>
                </a:path>
                <a:path w="7620" h="726439">
                  <a:moveTo>
                    <a:pt x="7619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1876"/>
                  </a:lnTo>
                  <a:close/>
                </a:path>
                <a:path w="7620" h="726439">
                  <a:moveTo>
                    <a:pt x="7619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8067"/>
                  </a:lnTo>
                  <a:close/>
                </a:path>
                <a:path w="7620" h="726439">
                  <a:moveTo>
                    <a:pt x="7619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5526"/>
                  </a:lnTo>
                  <a:close/>
                </a:path>
                <a:path w="7620" h="726439">
                  <a:moveTo>
                    <a:pt x="7619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1717"/>
                  </a:lnTo>
                  <a:close/>
                </a:path>
                <a:path w="7620" h="726439">
                  <a:moveTo>
                    <a:pt x="7619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176"/>
                  </a:lnTo>
                  <a:close/>
                </a:path>
                <a:path w="7620" h="726439">
                  <a:moveTo>
                    <a:pt x="7619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5367"/>
                  </a:lnTo>
                  <a:close/>
                </a:path>
                <a:path w="7620" h="726439">
                  <a:moveTo>
                    <a:pt x="7619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826"/>
                  </a:lnTo>
                  <a:close/>
                </a:path>
                <a:path w="7620" h="726439">
                  <a:moveTo>
                    <a:pt x="7619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9017"/>
                  </a:lnTo>
                  <a:close/>
                </a:path>
                <a:path w="7620" h="726439">
                  <a:moveTo>
                    <a:pt x="7619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6476"/>
                  </a:lnTo>
                  <a:close/>
                </a:path>
                <a:path w="7620" h="726439">
                  <a:moveTo>
                    <a:pt x="2539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2667"/>
                  </a:lnTo>
                  <a:lnTo>
                    <a:pt x="2539" y="2667"/>
                  </a:lnTo>
                  <a:lnTo>
                    <a:pt x="2539" y="2539"/>
                  </a:lnTo>
                  <a:close/>
                </a:path>
                <a:path w="7620" h="726439">
                  <a:moveTo>
                    <a:pt x="7619" y="0"/>
                  </a:moveTo>
                  <a:lnTo>
                    <a:pt x="6350" y="0"/>
                  </a:lnTo>
                  <a:lnTo>
                    <a:pt x="6350" y="1397"/>
                  </a:lnTo>
                  <a:lnTo>
                    <a:pt x="2539" y="1397"/>
                  </a:lnTo>
                  <a:lnTo>
                    <a:pt x="2539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20" h="726439">
                  <a:moveTo>
                    <a:pt x="7619" y="80010"/>
                  </a:moveTo>
                  <a:lnTo>
                    <a:pt x="0" y="80010"/>
                  </a:lnTo>
                  <a:lnTo>
                    <a:pt x="0" y="651510"/>
                  </a:lnTo>
                  <a:lnTo>
                    <a:pt x="7619" y="651510"/>
                  </a:lnTo>
                  <a:lnTo>
                    <a:pt x="7619" y="80010"/>
                  </a:lnTo>
                  <a:close/>
                </a:path>
                <a:path w="7620" h="726439">
                  <a:moveTo>
                    <a:pt x="7619" y="651510"/>
                  </a:moveTo>
                  <a:lnTo>
                    <a:pt x="0" y="651510"/>
                  </a:lnTo>
                  <a:lnTo>
                    <a:pt x="0" y="657860"/>
                  </a:lnTo>
                  <a:lnTo>
                    <a:pt x="7619" y="657860"/>
                  </a:lnTo>
                  <a:lnTo>
                    <a:pt x="7619" y="651510"/>
                  </a:lnTo>
                  <a:close/>
                </a:path>
                <a:path w="7620" h="726439">
                  <a:moveTo>
                    <a:pt x="7619" y="724027"/>
                  </a:moveTo>
                  <a:lnTo>
                    <a:pt x="3809" y="724027"/>
                  </a:lnTo>
                  <a:lnTo>
                    <a:pt x="3809" y="725170"/>
                  </a:lnTo>
                  <a:lnTo>
                    <a:pt x="6350" y="725170"/>
                  </a:lnTo>
                  <a:lnTo>
                    <a:pt x="6350" y="726440"/>
                  </a:lnTo>
                  <a:lnTo>
                    <a:pt x="7619" y="726440"/>
                  </a:lnTo>
                  <a:lnTo>
                    <a:pt x="7619" y="724027"/>
                  </a:lnTo>
                  <a:close/>
                </a:path>
                <a:path w="7620" h="726439">
                  <a:moveTo>
                    <a:pt x="7619" y="717677"/>
                  </a:moveTo>
                  <a:lnTo>
                    <a:pt x="0" y="717677"/>
                  </a:lnTo>
                  <a:lnTo>
                    <a:pt x="0" y="724027"/>
                  </a:lnTo>
                  <a:lnTo>
                    <a:pt x="3809" y="724027"/>
                  </a:lnTo>
                  <a:lnTo>
                    <a:pt x="7619" y="723900"/>
                  </a:lnTo>
                  <a:lnTo>
                    <a:pt x="7619" y="717677"/>
                  </a:lnTo>
                  <a:close/>
                </a:path>
                <a:path w="7620" h="726439">
                  <a:moveTo>
                    <a:pt x="7619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7619" y="717550"/>
                  </a:lnTo>
                  <a:lnTo>
                    <a:pt x="7619" y="711327"/>
                  </a:lnTo>
                  <a:close/>
                </a:path>
                <a:path w="7620" h="726439">
                  <a:moveTo>
                    <a:pt x="7619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7619" y="711200"/>
                  </a:lnTo>
                  <a:lnTo>
                    <a:pt x="7619" y="704977"/>
                  </a:lnTo>
                  <a:close/>
                </a:path>
                <a:path w="7620" h="726439">
                  <a:moveTo>
                    <a:pt x="7619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7619" y="704850"/>
                  </a:lnTo>
                  <a:lnTo>
                    <a:pt x="7619" y="698627"/>
                  </a:lnTo>
                  <a:close/>
                </a:path>
                <a:path w="7620" h="726439">
                  <a:moveTo>
                    <a:pt x="7619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7619" y="698500"/>
                  </a:lnTo>
                  <a:lnTo>
                    <a:pt x="7619" y="692277"/>
                  </a:lnTo>
                  <a:close/>
                </a:path>
                <a:path w="7620" h="726439">
                  <a:moveTo>
                    <a:pt x="7619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7619" y="692150"/>
                  </a:lnTo>
                  <a:lnTo>
                    <a:pt x="7619" y="685927"/>
                  </a:lnTo>
                  <a:close/>
                </a:path>
                <a:path w="7620" h="726439">
                  <a:moveTo>
                    <a:pt x="7619" y="679577"/>
                  </a:moveTo>
                  <a:lnTo>
                    <a:pt x="0" y="679577"/>
                  </a:lnTo>
                  <a:lnTo>
                    <a:pt x="0" y="685800"/>
                  </a:lnTo>
                  <a:lnTo>
                    <a:pt x="7619" y="685800"/>
                  </a:lnTo>
                  <a:lnTo>
                    <a:pt x="7619" y="679577"/>
                  </a:lnTo>
                  <a:close/>
                </a:path>
                <a:path w="7620" h="726439">
                  <a:moveTo>
                    <a:pt x="7619" y="673227"/>
                  </a:moveTo>
                  <a:lnTo>
                    <a:pt x="0" y="673227"/>
                  </a:lnTo>
                  <a:lnTo>
                    <a:pt x="0" y="679450"/>
                  </a:lnTo>
                  <a:lnTo>
                    <a:pt x="7619" y="679450"/>
                  </a:lnTo>
                  <a:lnTo>
                    <a:pt x="7619" y="673227"/>
                  </a:lnTo>
                  <a:close/>
                </a:path>
                <a:path w="7620" h="726439">
                  <a:moveTo>
                    <a:pt x="7619" y="666877"/>
                  </a:moveTo>
                  <a:lnTo>
                    <a:pt x="0" y="666877"/>
                  </a:lnTo>
                  <a:lnTo>
                    <a:pt x="0" y="673100"/>
                  </a:lnTo>
                  <a:lnTo>
                    <a:pt x="7619" y="673100"/>
                  </a:lnTo>
                  <a:lnTo>
                    <a:pt x="7619" y="666877"/>
                  </a:lnTo>
                  <a:close/>
                </a:path>
                <a:path w="7620" h="726439">
                  <a:moveTo>
                    <a:pt x="7619" y="660527"/>
                  </a:moveTo>
                  <a:lnTo>
                    <a:pt x="0" y="660527"/>
                  </a:lnTo>
                  <a:lnTo>
                    <a:pt x="0" y="666750"/>
                  </a:lnTo>
                  <a:lnTo>
                    <a:pt x="7619" y="666750"/>
                  </a:lnTo>
                  <a:lnTo>
                    <a:pt x="7619" y="660527"/>
                  </a:lnTo>
                  <a:close/>
                </a:path>
                <a:path w="7620" h="726439">
                  <a:moveTo>
                    <a:pt x="7619" y="657987"/>
                  </a:moveTo>
                  <a:lnTo>
                    <a:pt x="0" y="657987"/>
                  </a:lnTo>
                  <a:lnTo>
                    <a:pt x="0" y="660400"/>
                  </a:lnTo>
                  <a:lnTo>
                    <a:pt x="7619" y="660400"/>
                  </a:lnTo>
                  <a:lnTo>
                    <a:pt x="7619" y="657987"/>
                  </a:lnTo>
                  <a:close/>
                </a:path>
              </a:pathLst>
            </a:custGeom>
            <a:solidFill>
              <a:srgbClr val="4772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0">
              <a:extLst>
                <a:ext uri="{FF2B5EF4-FFF2-40B4-BE49-F238E27FC236}">
                  <a16:creationId xmlns:a16="http://schemas.microsoft.com/office/drawing/2014/main" id="{27ED9C19-7EBB-D076-3A40-4CE3DF7B5AB6}"/>
                </a:ext>
              </a:extLst>
            </p:cNvPr>
            <p:cNvSpPr/>
            <p:nvPr/>
          </p:nvSpPr>
          <p:spPr>
            <a:xfrm>
              <a:off x="7614774" y="2685811"/>
              <a:ext cx="7620" cy="730250"/>
            </a:xfrm>
            <a:custGeom>
              <a:avLst/>
              <a:gdLst/>
              <a:ahLst/>
              <a:cxnLst/>
              <a:rect l="l" t="t" r="r" b="b"/>
              <a:pathLst>
                <a:path w="7620" h="730250">
                  <a:moveTo>
                    <a:pt x="7620" y="71119"/>
                  </a:moveTo>
                  <a:lnTo>
                    <a:pt x="0" y="71119"/>
                  </a:lnTo>
                  <a:lnTo>
                    <a:pt x="0" y="81152"/>
                  </a:lnTo>
                  <a:lnTo>
                    <a:pt x="7620" y="81152"/>
                  </a:lnTo>
                  <a:lnTo>
                    <a:pt x="7620" y="71119"/>
                  </a:lnTo>
                  <a:close/>
                </a:path>
                <a:path w="7620" h="730250">
                  <a:moveTo>
                    <a:pt x="7620" y="64769"/>
                  </a:moveTo>
                  <a:lnTo>
                    <a:pt x="0" y="64769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4769"/>
                  </a:lnTo>
                  <a:close/>
                </a:path>
                <a:path w="7620" h="730250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730250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73025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73025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73025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73025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73025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73025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73025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73025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73025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73025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73025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73025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73025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73025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73025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73025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73025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730250">
                  <a:moveTo>
                    <a:pt x="2540" y="1142"/>
                  </a:moveTo>
                  <a:lnTo>
                    <a:pt x="0" y="1142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lnTo>
                    <a:pt x="2540" y="1269"/>
                  </a:lnTo>
                  <a:close/>
                </a:path>
                <a:path w="7620" h="730250">
                  <a:moveTo>
                    <a:pt x="7620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730250">
                  <a:moveTo>
                    <a:pt x="7620" y="81153"/>
                  </a:moveTo>
                  <a:lnTo>
                    <a:pt x="0" y="81153"/>
                  </a:lnTo>
                  <a:lnTo>
                    <a:pt x="0" y="652652"/>
                  </a:lnTo>
                  <a:lnTo>
                    <a:pt x="7620" y="652652"/>
                  </a:lnTo>
                  <a:lnTo>
                    <a:pt x="7620" y="81153"/>
                  </a:lnTo>
                  <a:close/>
                </a:path>
                <a:path w="7620" h="730250">
                  <a:moveTo>
                    <a:pt x="7620" y="652653"/>
                  </a:moveTo>
                  <a:lnTo>
                    <a:pt x="0" y="652653"/>
                  </a:lnTo>
                  <a:lnTo>
                    <a:pt x="0" y="659002"/>
                  </a:lnTo>
                  <a:lnTo>
                    <a:pt x="7620" y="659002"/>
                  </a:lnTo>
                  <a:lnTo>
                    <a:pt x="7620" y="652653"/>
                  </a:lnTo>
                  <a:close/>
                </a:path>
                <a:path w="7620" h="730250">
                  <a:moveTo>
                    <a:pt x="7620" y="725170"/>
                  </a:moveTo>
                  <a:lnTo>
                    <a:pt x="0" y="725170"/>
                  </a:lnTo>
                  <a:lnTo>
                    <a:pt x="0" y="727583"/>
                  </a:lnTo>
                  <a:lnTo>
                    <a:pt x="2540" y="727583"/>
                  </a:lnTo>
                  <a:lnTo>
                    <a:pt x="2540" y="728853"/>
                  </a:lnTo>
                  <a:lnTo>
                    <a:pt x="6350" y="728853"/>
                  </a:lnTo>
                  <a:lnTo>
                    <a:pt x="6350" y="730123"/>
                  </a:lnTo>
                  <a:lnTo>
                    <a:pt x="7620" y="730123"/>
                  </a:lnTo>
                  <a:lnTo>
                    <a:pt x="7620" y="725170"/>
                  </a:lnTo>
                  <a:close/>
                </a:path>
                <a:path w="7620" h="730250">
                  <a:moveTo>
                    <a:pt x="762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7620" y="725043"/>
                  </a:lnTo>
                  <a:lnTo>
                    <a:pt x="7620" y="718820"/>
                  </a:lnTo>
                  <a:close/>
                </a:path>
                <a:path w="7620" h="730250">
                  <a:moveTo>
                    <a:pt x="762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7620" y="718693"/>
                  </a:lnTo>
                  <a:lnTo>
                    <a:pt x="7620" y="712470"/>
                  </a:lnTo>
                  <a:close/>
                </a:path>
                <a:path w="7620" h="730250">
                  <a:moveTo>
                    <a:pt x="762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20" y="712343"/>
                  </a:lnTo>
                  <a:lnTo>
                    <a:pt x="7620" y="706120"/>
                  </a:lnTo>
                  <a:close/>
                </a:path>
                <a:path w="7620" h="730250">
                  <a:moveTo>
                    <a:pt x="762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20" y="705993"/>
                  </a:lnTo>
                  <a:lnTo>
                    <a:pt x="7620" y="699770"/>
                  </a:lnTo>
                  <a:close/>
                </a:path>
                <a:path w="7620" h="730250">
                  <a:moveTo>
                    <a:pt x="762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20" y="699643"/>
                  </a:lnTo>
                  <a:lnTo>
                    <a:pt x="7620" y="693420"/>
                  </a:lnTo>
                  <a:close/>
                </a:path>
                <a:path w="7620" h="730250">
                  <a:moveTo>
                    <a:pt x="762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7620" y="693293"/>
                  </a:lnTo>
                  <a:lnTo>
                    <a:pt x="7620" y="687070"/>
                  </a:lnTo>
                  <a:close/>
                </a:path>
                <a:path w="7620" h="730250">
                  <a:moveTo>
                    <a:pt x="762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7620" y="686943"/>
                  </a:lnTo>
                  <a:lnTo>
                    <a:pt x="7620" y="680720"/>
                  </a:lnTo>
                  <a:close/>
                </a:path>
                <a:path w="7620" h="730250">
                  <a:moveTo>
                    <a:pt x="7620" y="674370"/>
                  </a:moveTo>
                  <a:lnTo>
                    <a:pt x="0" y="674370"/>
                  </a:lnTo>
                  <a:lnTo>
                    <a:pt x="0" y="680593"/>
                  </a:lnTo>
                  <a:lnTo>
                    <a:pt x="7620" y="680593"/>
                  </a:lnTo>
                  <a:lnTo>
                    <a:pt x="7620" y="674370"/>
                  </a:lnTo>
                  <a:close/>
                </a:path>
                <a:path w="7620" h="730250">
                  <a:moveTo>
                    <a:pt x="7620" y="668020"/>
                  </a:moveTo>
                  <a:lnTo>
                    <a:pt x="0" y="668020"/>
                  </a:lnTo>
                  <a:lnTo>
                    <a:pt x="0" y="674243"/>
                  </a:lnTo>
                  <a:lnTo>
                    <a:pt x="7620" y="674243"/>
                  </a:lnTo>
                  <a:lnTo>
                    <a:pt x="7620" y="668020"/>
                  </a:lnTo>
                  <a:close/>
                </a:path>
                <a:path w="7620" h="730250">
                  <a:moveTo>
                    <a:pt x="7620" y="661670"/>
                  </a:moveTo>
                  <a:lnTo>
                    <a:pt x="0" y="661670"/>
                  </a:lnTo>
                  <a:lnTo>
                    <a:pt x="0" y="667893"/>
                  </a:lnTo>
                  <a:lnTo>
                    <a:pt x="7620" y="667893"/>
                  </a:lnTo>
                  <a:lnTo>
                    <a:pt x="7620" y="661670"/>
                  </a:lnTo>
                  <a:close/>
                </a:path>
                <a:path w="7620" h="730250">
                  <a:moveTo>
                    <a:pt x="7620" y="659130"/>
                  </a:moveTo>
                  <a:lnTo>
                    <a:pt x="0" y="659130"/>
                  </a:lnTo>
                  <a:lnTo>
                    <a:pt x="0" y="661543"/>
                  </a:lnTo>
                  <a:lnTo>
                    <a:pt x="7620" y="661543"/>
                  </a:lnTo>
                  <a:lnTo>
                    <a:pt x="7620" y="659130"/>
                  </a:lnTo>
                  <a:close/>
                </a:path>
              </a:pathLst>
            </a:custGeom>
            <a:solidFill>
              <a:srgbClr val="4771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1">
              <a:extLst>
                <a:ext uri="{FF2B5EF4-FFF2-40B4-BE49-F238E27FC236}">
                  <a16:creationId xmlns:a16="http://schemas.microsoft.com/office/drawing/2014/main" id="{666BF615-47E0-4310-0CD4-6AC4B7C52004}"/>
                </a:ext>
              </a:extLst>
            </p:cNvPr>
            <p:cNvSpPr/>
            <p:nvPr/>
          </p:nvSpPr>
          <p:spPr>
            <a:xfrm>
              <a:off x="7622394" y="2683144"/>
              <a:ext cx="6350" cy="735330"/>
            </a:xfrm>
            <a:custGeom>
              <a:avLst/>
              <a:gdLst/>
              <a:ahLst/>
              <a:cxnLst/>
              <a:rect l="l" t="t" r="r" b="b"/>
              <a:pathLst>
                <a:path w="6350" h="735330">
                  <a:moveTo>
                    <a:pt x="6350" y="73787"/>
                  </a:moveTo>
                  <a:lnTo>
                    <a:pt x="0" y="73787"/>
                  </a:lnTo>
                  <a:lnTo>
                    <a:pt x="0" y="83820"/>
                  </a:lnTo>
                  <a:lnTo>
                    <a:pt x="6350" y="83820"/>
                  </a:lnTo>
                  <a:lnTo>
                    <a:pt x="6350" y="73787"/>
                  </a:lnTo>
                  <a:close/>
                </a:path>
                <a:path w="6350" h="735330">
                  <a:moveTo>
                    <a:pt x="6350" y="67437"/>
                  </a:moveTo>
                  <a:lnTo>
                    <a:pt x="0" y="67437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67437"/>
                  </a:lnTo>
                  <a:close/>
                </a:path>
                <a:path w="6350" h="735330">
                  <a:moveTo>
                    <a:pt x="635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3627"/>
                  </a:lnTo>
                  <a:close/>
                </a:path>
                <a:path w="6350" h="735330">
                  <a:moveTo>
                    <a:pt x="635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1087"/>
                  </a:lnTo>
                  <a:close/>
                </a:path>
                <a:path w="6350" h="735330">
                  <a:moveTo>
                    <a:pt x="635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7277"/>
                  </a:lnTo>
                  <a:close/>
                </a:path>
                <a:path w="6350" h="735330">
                  <a:moveTo>
                    <a:pt x="635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737"/>
                  </a:lnTo>
                  <a:close/>
                </a:path>
                <a:path w="6350" h="735330">
                  <a:moveTo>
                    <a:pt x="635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0927"/>
                  </a:lnTo>
                  <a:close/>
                </a:path>
                <a:path w="6350" h="735330">
                  <a:moveTo>
                    <a:pt x="635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387"/>
                  </a:lnTo>
                  <a:close/>
                </a:path>
                <a:path w="6350" h="735330">
                  <a:moveTo>
                    <a:pt x="635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4577"/>
                  </a:lnTo>
                  <a:close/>
                </a:path>
                <a:path w="6350" h="735330">
                  <a:moveTo>
                    <a:pt x="635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2037"/>
                  </a:lnTo>
                  <a:close/>
                </a:path>
                <a:path w="6350" h="735330">
                  <a:moveTo>
                    <a:pt x="635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8227"/>
                  </a:lnTo>
                  <a:close/>
                </a:path>
                <a:path w="6350" h="735330">
                  <a:moveTo>
                    <a:pt x="635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687"/>
                  </a:lnTo>
                  <a:close/>
                </a:path>
                <a:path w="6350" h="735330">
                  <a:moveTo>
                    <a:pt x="635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1877"/>
                  </a:lnTo>
                  <a:close/>
                </a:path>
                <a:path w="6350" h="735330">
                  <a:moveTo>
                    <a:pt x="635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337"/>
                  </a:lnTo>
                  <a:close/>
                </a:path>
                <a:path w="6350" h="735330">
                  <a:moveTo>
                    <a:pt x="635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5527"/>
                  </a:lnTo>
                  <a:close/>
                </a:path>
                <a:path w="6350" h="735330">
                  <a:moveTo>
                    <a:pt x="635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987"/>
                  </a:lnTo>
                  <a:close/>
                </a:path>
                <a:path w="6350" h="735330">
                  <a:moveTo>
                    <a:pt x="635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19177"/>
                  </a:lnTo>
                  <a:close/>
                </a:path>
                <a:path w="6350" h="735330">
                  <a:moveTo>
                    <a:pt x="635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637"/>
                  </a:lnTo>
                  <a:close/>
                </a:path>
                <a:path w="6350" h="735330">
                  <a:moveTo>
                    <a:pt x="635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2827"/>
                  </a:lnTo>
                  <a:close/>
                </a:path>
                <a:path w="6350" h="735330">
                  <a:moveTo>
                    <a:pt x="635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287"/>
                  </a:lnTo>
                  <a:close/>
                </a:path>
                <a:path w="6350" h="735330">
                  <a:moveTo>
                    <a:pt x="635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6477"/>
                  </a:lnTo>
                  <a:close/>
                </a:path>
                <a:path w="6350" h="735330">
                  <a:moveTo>
                    <a:pt x="635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937"/>
                  </a:lnTo>
                  <a:close/>
                </a:path>
                <a:path w="6350" h="735330">
                  <a:moveTo>
                    <a:pt x="6350" y="0"/>
                  </a:moveTo>
                  <a:lnTo>
                    <a:pt x="5079" y="0"/>
                  </a:lnTo>
                  <a:lnTo>
                    <a:pt x="507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  <a:path w="6350" h="735330">
                  <a:moveTo>
                    <a:pt x="6350" y="83820"/>
                  </a:moveTo>
                  <a:lnTo>
                    <a:pt x="0" y="83820"/>
                  </a:lnTo>
                  <a:lnTo>
                    <a:pt x="0" y="655320"/>
                  </a:lnTo>
                  <a:lnTo>
                    <a:pt x="6350" y="655320"/>
                  </a:lnTo>
                  <a:lnTo>
                    <a:pt x="6350" y="83820"/>
                  </a:lnTo>
                  <a:close/>
                </a:path>
                <a:path w="6350" h="735330">
                  <a:moveTo>
                    <a:pt x="6350" y="655320"/>
                  </a:moveTo>
                  <a:lnTo>
                    <a:pt x="0" y="655320"/>
                  </a:lnTo>
                  <a:lnTo>
                    <a:pt x="0" y="661670"/>
                  </a:lnTo>
                  <a:lnTo>
                    <a:pt x="6350" y="661670"/>
                  </a:lnTo>
                  <a:lnTo>
                    <a:pt x="6350" y="655320"/>
                  </a:lnTo>
                  <a:close/>
                </a:path>
                <a:path w="6350" h="735330">
                  <a:moveTo>
                    <a:pt x="6350" y="734187"/>
                  </a:moveTo>
                  <a:lnTo>
                    <a:pt x="5079" y="734187"/>
                  </a:lnTo>
                  <a:lnTo>
                    <a:pt x="5079" y="735330"/>
                  </a:lnTo>
                  <a:lnTo>
                    <a:pt x="6350" y="735330"/>
                  </a:lnTo>
                  <a:lnTo>
                    <a:pt x="6350" y="734187"/>
                  </a:lnTo>
                  <a:close/>
                </a:path>
                <a:path w="6350" h="735330">
                  <a:moveTo>
                    <a:pt x="6350" y="727837"/>
                  </a:moveTo>
                  <a:lnTo>
                    <a:pt x="0" y="727837"/>
                  </a:lnTo>
                  <a:lnTo>
                    <a:pt x="0" y="732790"/>
                  </a:lnTo>
                  <a:lnTo>
                    <a:pt x="2540" y="732790"/>
                  </a:lnTo>
                  <a:lnTo>
                    <a:pt x="2540" y="734187"/>
                  </a:lnTo>
                  <a:lnTo>
                    <a:pt x="5079" y="734187"/>
                  </a:lnTo>
                  <a:lnTo>
                    <a:pt x="6350" y="734060"/>
                  </a:lnTo>
                  <a:lnTo>
                    <a:pt x="6350" y="727837"/>
                  </a:lnTo>
                  <a:close/>
                </a:path>
                <a:path w="6350" h="735330">
                  <a:moveTo>
                    <a:pt x="6350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6350" y="727710"/>
                  </a:lnTo>
                  <a:lnTo>
                    <a:pt x="6350" y="721487"/>
                  </a:lnTo>
                  <a:close/>
                </a:path>
                <a:path w="6350" h="735330">
                  <a:moveTo>
                    <a:pt x="6350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6350" y="721360"/>
                  </a:lnTo>
                  <a:lnTo>
                    <a:pt x="6350" y="715137"/>
                  </a:lnTo>
                  <a:close/>
                </a:path>
                <a:path w="6350" h="735330">
                  <a:moveTo>
                    <a:pt x="635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6350" y="715010"/>
                  </a:lnTo>
                  <a:lnTo>
                    <a:pt x="6350" y="708787"/>
                  </a:lnTo>
                  <a:close/>
                </a:path>
                <a:path w="6350" h="735330">
                  <a:moveTo>
                    <a:pt x="635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6350" y="708660"/>
                  </a:lnTo>
                  <a:lnTo>
                    <a:pt x="6350" y="702437"/>
                  </a:lnTo>
                  <a:close/>
                </a:path>
                <a:path w="6350" h="735330">
                  <a:moveTo>
                    <a:pt x="635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6350" y="702310"/>
                  </a:lnTo>
                  <a:lnTo>
                    <a:pt x="6350" y="696087"/>
                  </a:lnTo>
                  <a:close/>
                </a:path>
                <a:path w="6350" h="735330">
                  <a:moveTo>
                    <a:pt x="635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6350" y="695960"/>
                  </a:lnTo>
                  <a:lnTo>
                    <a:pt x="6350" y="689737"/>
                  </a:lnTo>
                  <a:close/>
                </a:path>
                <a:path w="6350" h="735330">
                  <a:moveTo>
                    <a:pt x="6350" y="683387"/>
                  </a:moveTo>
                  <a:lnTo>
                    <a:pt x="0" y="683387"/>
                  </a:lnTo>
                  <a:lnTo>
                    <a:pt x="0" y="689610"/>
                  </a:lnTo>
                  <a:lnTo>
                    <a:pt x="6350" y="689610"/>
                  </a:lnTo>
                  <a:lnTo>
                    <a:pt x="6350" y="683387"/>
                  </a:lnTo>
                  <a:close/>
                </a:path>
                <a:path w="6350" h="735330">
                  <a:moveTo>
                    <a:pt x="6350" y="677037"/>
                  </a:moveTo>
                  <a:lnTo>
                    <a:pt x="0" y="677037"/>
                  </a:lnTo>
                  <a:lnTo>
                    <a:pt x="0" y="683260"/>
                  </a:lnTo>
                  <a:lnTo>
                    <a:pt x="6350" y="683260"/>
                  </a:lnTo>
                  <a:lnTo>
                    <a:pt x="6350" y="677037"/>
                  </a:lnTo>
                  <a:close/>
                </a:path>
                <a:path w="6350" h="735330">
                  <a:moveTo>
                    <a:pt x="6350" y="670687"/>
                  </a:moveTo>
                  <a:lnTo>
                    <a:pt x="0" y="670687"/>
                  </a:lnTo>
                  <a:lnTo>
                    <a:pt x="0" y="676910"/>
                  </a:lnTo>
                  <a:lnTo>
                    <a:pt x="6350" y="676910"/>
                  </a:lnTo>
                  <a:lnTo>
                    <a:pt x="6350" y="670687"/>
                  </a:lnTo>
                  <a:close/>
                </a:path>
                <a:path w="6350" h="735330">
                  <a:moveTo>
                    <a:pt x="6350" y="664337"/>
                  </a:moveTo>
                  <a:lnTo>
                    <a:pt x="0" y="664337"/>
                  </a:lnTo>
                  <a:lnTo>
                    <a:pt x="0" y="670560"/>
                  </a:lnTo>
                  <a:lnTo>
                    <a:pt x="6350" y="670560"/>
                  </a:lnTo>
                  <a:lnTo>
                    <a:pt x="6350" y="664337"/>
                  </a:lnTo>
                  <a:close/>
                </a:path>
                <a:path w="6350" h="735330">
                  <a:moveTo>
                    <a:pt x="6350" y="661797"/>
                  </a:moveTo>
                  <a:lnTo>
                    <a:pt x="0" y="661797"/>
                  </a:lnTo>
                  <a:lnTo>
                    <a:pt x="0" y="664210"/>
                  </a:lnTo>
                  <a:lnTo>
                    <a:pt x="6350" y="664210"/>
                  </a:lnTo>
                  <a:lnTo>
                    <a:pt x="6350" y="661797"/>
                  </a:lnTo>
                  <a:close/>
                </a:path>
              </a:pathLst>
            </a:custGeom>
            <a:solidFill>
              <a:srgbClr val="466F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2">
              <a:extLst>
                <a:ext uri="{FF2B5EF4-FFF2-40B4-BE49-F238E27FC236}">
                  <a16:creationId xmlns:a16="http://schemas.microsoft.com/office/drawing/2014/main" id="{C8353817-631A-99BE-A154-412CF5ED4CF7}"/>
                </a:ext>
              </a:extLst>
            </p:cNvPr>
            <p:cNvSpPr/>
            <p:nvPr/>
          </p:nvSpPr>
          <p:spPr>
            <a:xfrm>
              <a:off x="7628744" y="2682001"/>
              <a:ext cx="7620" cy="737870"/>
            </a:xfrm>
            <a:custGeom>
              <a:avLst/>
              <a:gdLst/>
              <a:ahLst/>
              <a:cxnLst/>
              <a:rect l="l" t="t" r="r" b="b"/>
              <a:pathLst>
                <a:path w="7620" h="737869">
                  <a:moveTo>
                    <a:pt x="7620" y="74929"/>
                  </a:moveTo>
                  <a:lnTo>
                    <a:pt x="0" y="74929"/>
                  </a:lnTo>
                  <a:lnTo>
                    <a:pt x="0" y="84962"/>
                  </a:lnTo>
                  <a:lnTo>
                    <a:pt x="7620" y="84962"/>
                  </a:lnTo>
                  <a:lnTo>
                    <a:pt x="7620" y="74929"/>
                  </a:lnTo>
                  <a:close/>
                </a:path>
                <a:path w="7620" h="737869">
                  <a:moveTo>
                    <a:pt x="7620" y="68579"/>
                  </a:moveTo>
                  <a:lnTo>
                    <a:pt x="0" y="68579"/>
                  </a:lnTo>
                  <a:lnTo>
                    <a:pt x="0" y="74802"/>
                  </a:lnTo>
                  <a:lnTo>
                    <a:pt x="7620" y="74802"/>
                  </a:lnTo>
                  <a:lnTo>
                    <a:pt x="7620" y="68579"/>
                  </a:lnTo>
                  <a:close/>
                </a:path>
                <a:path w="7620" h="737869">
                  <a:moveTo>
                    <a:pt x="7620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20" y="68452"/>
                  </a:lnTo>
                  <a:lnTo>
                    <a:pt x="7620" y="64770"/>
                  </a:lnTo>
                  <a:close/>
                </a:path>
                <a:path w="7620" h="737869">
                  <a:moveTo>
                    <a:pt x="7620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2229"/>
                  </a:lnTo>
                  <a:close/>
                </a:path>
                <a:path w="7620" h="737869">
                  <a:moveTo>
                    <a:pt x="7620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20" y="62102"/>
                  </a:lnTo>
                  <a:lnTo>
                    <a:pt x="7620" y="58420"/>
                  </a:lnTo>
                  <a:close/>
                </a:path>
                <a:path w="7620" h="737869">
                  <a:moveTo>
                    <a:pt x="7620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5879"/>
                  </a:lnTo>
                  <a:close/>
                </a:path>
                <a:path w="7620" h="737869">
                  <a:moveTo>
                    <a:pt x="762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20" y="55752"/>
                  </a:lnTo>
                  <a:lnTo>
                    <a:pt x="7620" y="52070"/>
                  </a:lnTo>
                  <a:close/>
                </a:path>
                <a:path w="7620" h="737869">
                  <a:moveTo>
                    <a:pt x="762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9529"/>
                  </a:lnTo>
                  <a:close/>
                </a:path>
                <a:path w="7620" h="737869">
                  <a:moveTo>
                    <a:pt x="762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20" y="49402"/>
                  </a:lnTo>
                  <a:lnTo>
                    <a:pt x="7620" y="45720"/>
                  </a:lnTo>
                  <a:close/>
                </a:path>
                <a:path w="7620" h="737869">
                  <a:moveTo>
                    <a:pt x="762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3179"/>
                  </a:lnTo>
                  <a:close/>
                </a:path>
                <a:path w="7620" h="737869">
                  <a:moveTo>
                    <a:pt x="762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9370"/>
                  </a:lnTo>
                  <a:close/>
                </a:path>
                <a:path w="7620" h="737869">
                  <a:moveTo>
                    <a:pt x="762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6829"/>
                  </a:lnTo>
                  <a:close/>
                </a:path>
                <a:path w="7620" h="737869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737869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737869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737869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737869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737869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737869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737869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737869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737869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737869">
                  <a:moveTo>
                    <a:pt x="2540" y="1142"/>
                  </a:moveTo>
                  <a:lnTo>
                    <a:pt x="0" y="1142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1270"/>
                  </a:lnTo>
                  <a:lnTo>
                    <a:pt x="2540" y="1270"/>
                  </a:lnTo>
                  <a:lnTo>
                    <a:pt x="2540" y="1142"/>
                  </a:lnTo>
                  <a:close/>
                </a:path>
                <a:path w="7620" h="737869">
                  <a:moveTo>
                    <a:pt x="7620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737869">
                  <a:moveTo>
                    <a:pt x="7620" y="84963"/>
                  </a:moveTo>
                  <a:lnTo>
                    <a:pt x="0" y="84963"/>
                  </a:lnTo>
                  <a:lnTo>
                    <a:pt x="0" y="656463"/>
                  </a:lnTo>
                  <a:lnTo>
                    <a:pt x="7620" y="656463"/>
                  </a:lnTo>
                  <a:lnTo>
                    <a:pt x="7620" y="84963"/>
                  </a:lnTo>
                  <a:close/>
                </a:path>
                <a:path w="7620" h="737869">
                  <a:moveTo>
                    <a:pt x="7620" y="656463"/>
                  </a:moveTo>
                  <a:lnTo>
                    <a:pt x="0" y="656463"/>
                  </a:lnTo>
                  <a:lnTo>
                    <a:pt x="0" y="662813"/>
                  </a:lnTo>
                  <a:lnTo>
                    <a:pt x="7620" y="662813"/>
                  </a:lnTo>
                  <a:lnTo>
                    <a:pt x="7620" y="656463"/>
                  </a:lnTo>
                  <a:close/>
                </a:path>
                <a:path w="7620" h="737869">
                  <a:moveTo>
                    <a:pt x="7620" y="735330"/>
                  </a:moveTo>
                  <a:lnTo>
                    <a:pt x="0" y="735330"/>
                  </a:lnTo>
                  <a:lnTo>
                    <a:pt x="0" y="736473"/>
                  </a:lnTo>
                  <a:lnTo>
                    <a:pt x="6350" y="736473"/>
                  </a:lnTo>
                  <a:lnTo>
                    <a:pt x="6350" y="737743"/>
                  </a:lnTo>
                  <a:lnTo>
                    <a:pt x="7620" y="737743"/>
                  </a:lnTo>
                  <a:lnTo>
                    <a:pt x="7620" y="735330"/>
                  </a:lnTo>
                  <a:close/>
                </a:path>
                <a:path w="7620" h="737869">
                  <a:moveTo>
                    <a:pt x="7620" y="728980"/>
                  </a:moveTo>
                  <a:lnTo>
                    <a:pt x="0" y="728980"/>
                  </a:lnTo>
                  <a:lnTo>
                    <a:pt x="0" y="735203"/>
                  </a:lnTo>
                  <a:lnTo>
                    <a:pt x="7620" y="735203"/>
                  </a:lnTo>
                  <a:lnTo>
                    <a:pt x="7620" y="728980"/>
                  </a:lnTo>
                  <a:close/>
                </a:path>
                <a:path w="7620" h="737869">
                  <a:moveTo>
                    <a:pt x="7620" y="722630"/>
                  </a:moveTo>
                  <a:lnTo>
                    <a:pt x="0" y="722630"/>
                  </a:lnTo>
                  <a:lnTo>
                    <a:pt x="0" y="728853"/>
                  </a:lnTo>
                  <a:lnTo>
                    <a:pt x="7620" y="728853"/>
                  </a:lnTo>
                  <a:lnTo>
                    <a:pt x="7620" y="722630"/>
                  </a:lnTo>
                  <a:close/>
                </a:path>
                <a:path w="7620" h="737869">
                  <a:moveTo>
                    <a:pt x="7620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7620" y="722503"/>
                  </a:lnTo>
                  <a:lnTo>
                    <a:pt x="7620" y="716280"/>
                  </a:lnTo>
                  <a:close/>
                </a:path>
                <a:path w="7620" h="737869">
                  <a:moveTo>
                    <a:pt x="7620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7620" y="716153"/>
                  </a:lnTo>
                  <a:lnTo>
                    <a:pt x="7620" y="709930"/>
                  </a:lnTo>
                  <a:close/>
                </a:path>
                <a:path w="7620" h="737869">
                  <a:moveTo>
                    <a:pt x="7620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7620" y="709803"/>
                  </a:lnTo>
                  <a:lnTo>
                    <a:pt x="7620" y="703580"/>
                  </a:lnTo>
                  <a:close/>
                </a:path>
                <a:path w="7620" h="737869">
                  <a:moveTo>
                    <a:pt x="7620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20" y="703453"/>
                  </a:lnTo>
                  <a:lnTo>
                    <a:pt x="7620" y="697230"/>
                  </a:lnTo>
                  <a:close/>
                </a:path>
                <a:path w="7620" h="737869">
                  <a:moveTo>
                    <a:pt x="762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20" y="697103"/>
                  </a:lnTo>
                  <a:lnTo>
                    <a:pt x="7620" y="690880"/>
                  </a:lnTo>
                  <a:close/>
                </a:path>
                <a:path w="7620" h="737869">
                  <a:moveTo>
                    <a:pt x="762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7620" y="690753"/>
                  </a:lnTo>
                  <a:lnTo>
                    <a:pt x="7620" y="684530"/>
                  </a:lnTo>
                  <a:close/>
                </a:path>
                <a:path w="7620" h="737869">
                  <a:moveTo>
                    <a:pt x="762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7620" y="684403"/>
                  </a:lnTo>
                  <a:lnTo>
                    <a:pt x="7620" y="678180"/>
                  </a:lnTo>
                  <a:close/>
                </a:path>
                <a:path w="7620" h="737869">
                  <a:moveTo>
                    <a:pt x="762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7620" y="678053"/>
                  </a:lnTo>
                  <a:lnTo>
                    <a:pt x="7620" y="671830"/>
                  </a:lnTo>
                  <a:close/>
                </a:path>
                <a:path w="7620" h="737869">
                  <a:moveTo>
                    <a:pt x="762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7620" y="671703"/>
                  </a:lnTo>
                  <a:lnTo>
                    <a:pt x="7620" y="665480"/>
                  </a:lnTo>
                  <a:close/>
                </a:path>
                <a:path w="7620" h="737869">
                  <a:moveTo>
                    <a:pt x="7620" y="662940"/>
                  </a:moveTo>
                  <a:lnTo>
                    <a:pt x="0" y="662940"/>
                  </a:lnTo>
                  <a:lnTo>
                    <a:pt x="0" y="665353"/>
                  </a:lnTo>
                  <a:lnTo>
                    <a:pt x="7620" y="665353"/>
                  </a:lnTo>
                  <a:lnTo>
                    <a:pt x="7620" y="662940"/>
                  </a:lnTo>
                  <a:close/>
                </a:path>
              </a:pathLst>
            </a:custGeom>
            <a:solidFill>
              <a:srgbClr val="456E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3">
              <a:extLst>
                <a:ext uri="{FF2B5EF4-FFF2-40B4-BE49-F238E27FC236}">
                  <a16:creationId xmlns:a16="http://schemas.microsoft.com/office/drawing/2014/main" id="{8C81FA47-AD59-BFE0-D77A-69BC2786913E}"/>
                </a:ext>
              </a:extLst>
            </p:cNvPr>
            <p:cNvSpPr/>
            <p:nvPr/>
          </p:nvSpPr>
          <p:spPr>
            <a:xfrm>
              <a:off x="7636365" y="2679461"/>
              <a:ext cx="7620" cy="741680"/>
            </a:xfrm>
            <a:custGeom>
              <a:avLst/>
              <a:gdLst/>
              <a:ahLst/>
              <a:cxnLst/>
              <a:rect l="l" t="t" r="r" b="b"/>
              <a:pathLst>
                <a:path w="7620" h="741680">
                  <a:moveTo>
                    <a:pt x="7620" y="77469"/>
                  </a:moveTo>
                  <a:lnTo>
                    <a:pt x="0" y="77469"/>
                  </a:lnTo>
                  <a:lnTo>
                    <a:pt x="0" y="87502"/>
                  </a:lnTo>
                  <a:lnTo>
                    <a:pt x="7620" y="87502"/>
                  </a:lnTo>
                  <a:lnTo>
                    <a:pt x="7620" y="77469"/>
                  </a:lnTo>
                  <a:close/>
                </a:path>
                <a:path w="7620" h="741680">
                  <a:moveTo>
                    <a:pt x="7620" y="71119"/>
                  </a:moveTo>
                  <a:lnTo>
                    <a:pt x="0" y="71119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1119"/>
                  </a:lnTo>
                  <a:close/>
                </a:path>
                <a:path w="7620" h="741680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741680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741680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741680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74168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74168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74168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74168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74168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74168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74168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74168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74168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74168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74168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74168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74168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74168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74168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74168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74168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741680">
                  <a:moveTo>
                    <a:pt x="5079" y="1142"/>
                  </a:moveTo>
                  <a:lnTo>
                    <a:pt x="0" y="1142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lnTo>
                    <a:pt x="5079" y="1269"/>
                  </a:lnTo>
                  <a:close/>
                </a:path>
                <a:path w="7620" h="741680">
                  <a:moveTo>
                    <a:pt x="7620" y="0"/>
                  </a:moveTo>
                  <a:lnTo>
                    <a:pt x="5079" y="0"/>
                  </a:lnTo>
                  <a:lnTo>
                    <a:pt x="5079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741680">
                  <a:moveTo>
                    <a:pt x="7620" y="87503"/>
                  </a:moveTo>
                  <a:lnTo>
                    <a:pt x="0" y="87503"/>
                  </a:lnTo>
                  <a:lnTo>
                    <a:pt x="0" y="659002"/>
                  </a:lnTo>
                  <a:lnTo>
                    <a:pt x="7620" y="659002"/>
                  </a:lnTo>
                  <a:lnTo>
                    <a:pt x="7620" y="87503"/>
                  </a:lnTo>
                  <a:close/>
                </a:path>
                <a:path w="7620" h="741680">
                  <a:moveTo>
                    <a:pt x="7620" y="659003"/>
                  </a:moveTo>
                  <a:lnTo>
                    <a:pt x="0" y="659003"/>
                  </a:lnTo>
                  <a:lnTo>
                    <a:pt x="0" y="665352"/>
                  </a:lnTo>
                  <a:lnTo>
                    <a:pt x="7620" y="665352"/>
                  </a:lnTo>
                  <a:lnTo>
                    <a:pt x="7620" y="659003"/>
                  </a:lnTo>
                  <a:close/>
                </a:path>
                <a:path w="7620" h="741680">
                  <a:moveTo>
                    <a:pt x="7620" y="737870"/>
                  </a:moveTo>
                  <a:lnTo>
                    <a:pt x="0" y="737870"/>
                  </a:lnTo>
                  <a:lnTo>
                    <a:pt x="0" y="740283"/>
                  </a:lnTo>
                  <a:lnTo>
                    <a:pt x="3809" y="740283"/>
                  </a:lnTo>
                  <a:lnTo>
                    <a:pt x="3809" y="741553"/>
                  </a:lnTo>
                  <a:lnTo>
                    <a:pt x="7620" y="741553"/>
                  </a:lnTo>
                  <a:lnTo>
                    <a:pt x="7620" y="737870"/>
                  </a:lnTo>
                  <a:close/>
                </a:path>
                <a:path w="7620" h="741680">
                  <a:moveTo>
                    <a:pt x="762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7620" y="737743"/>
                  </a:lnTo>
                  <a:lnTo>
                    <a:pt x="7620" y="731520"/>
                  </a:lnTo>
                  <a:close/>
                </a:path>
                <a:path w="7620" h="741680">
                  <a:moveTo>
                    <a:pt x="762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7620" y="731393"/>
                  </a:lnTo>
                  <a:lnTo>
                    <a:pt x="7620" y="725170"/>
                  </a:lnTo>
                  <a:close/>
                </a:path>
                <a:path w="7620" h="741680">
                  <a:moveTo>
                    <a:pt x="762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7620" y="725043"/>
                  </a:lnTo>
                  <a:lnTo>
                    <a:pt x="7620" y="718820"/>
                  </a:lnTo>
                  <a:close/>
                </a:path>
                <a:path w="7620" h="741680">
                  <a:moveTo>
                    <a:pt x="762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7620" y="718693"/>
                  </a:lnTo>
                  <a:lnTo>
                    <a:pt x="7620" y="712470"/>
                  </a:lnTo>
                  <a:close/>
                </a:path>
                <a:path w="7620" h="741680">
                  <a:moveTo>
                    <a:pt x="762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20" y="712343"/>
                  </a:lnTo>
                  <a:lnTo>
                    <a:pt x="7620" y="706120"/>
                  </a:lnTo>
                  <a:close/>
                </a:path>
                <a:path w="7620" h="741680">
                  <a:moveTo>
                    <a:pt x="762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20" y="705993"/>
                  </a:lnTo>
                  <a:lnTo>
                    <a:pt x="7620" y="699770"/>
                  </a:lnTo>
                  <a:close/>
                </a:path>
                <a:path w="7620" h="741680">
                  <a:moveTo>
                    <a:pt x="762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20" y="699643"/>
                  </a:lnTo>
                  <a:lnTo>
                    <a:pt x="7620" y="693420"/>
                  </a:lnTo>
                  <a:close/>
                </a:path>
                <a:path w="7620" h="741680">
                  <a:moveTo>
                    <a:pt x="762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7620" y="693293"/>
                  </a:lnTo>
                  <a:lnTo>
                    <a:pt x="7620" y="687070"/>
                  </a:lnTo>
                  <a:close/>
                </a:path>
                <a:path w="7620" h="741680">
                  <a:moveTo>
                    <a:pt x="762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7620" y="686943"/>
                  </a:lnTo>
                  <a:lnTo>
                    <a:pt x="7620" y="680720"/>
                  </a:lnTo>
                  <a:close/>
                </a:path>
                <a:path w="7620" h="741680">
                  <a:moveTo>
                    <a:pt x="7620" y="674370"/>
                  </a:moveTo>
                  <a:lnTo>
                    <a:pt x="0" y="674370"/>
                  </a:lnTo>
                  <a:lnTo>
                    <a:pt x="0" y="680593"/>
                  </a:lnTo>
                  <a:lnTo>
                    <a:pt x="7620" y="680593"/>
                  </a:lnTo>
                  <a:lnTo>
                    <a:pt x="7620" y="674370"/>
                  </a:lnTo>
                  <a:close/>
                </a:path>
                <a:path w="7620" h="741680">
                  <a:moveTo>
                    <a:pt x="7620" y="668020"/>
                  </a:moveTo>
                  <a:lnTo>
                    <a:pt x="0" y="668020"/>
                  </a:lnTo>
                  <a:lnTo>
                    <a:pt x="0" y="674243"/>
                  </a:lnTo>
                  <a:lnTo>
                    <a:pt x="7620" y="674243"/>
                  </a:lnTo>
                  <a:lnTo>
                    <a:pt x="7620" y="668020"/>
                  </a:lnTo>
                  <a:close/>
                </a:path>
                <a:path w="7620" h="741680">
                  <a:moveTo>
                    <a:pt x="7620" y="665480"/>
                  </a:moveTo>
                  <a:lnTo>
                    <a:pt x="0" y="665480"/>
                  </a:lnTo>
                  <a:lnTo>
                    <a:pt x="0" y="667893"/>
                  </a:lnTo>
                  <a:lnTo>
                    <a:pt x="7620" y="667893"/>
                  </a:lnTo>
                  <a:lnTo>
                    <a:pt x="7620" y="665480"/>
                  </a:lnTo>
                  <a:close/>
                </a:path>
              </a:pathLst>
            </a:custGeom>
            <a:solidFill>
              <a:srgbClr val="446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4">
              <a:extLst>
                <a:ext uri="{FF2B5EF4-FFF2-40B4-BE49-F238E27FC236}">
                  <a16:creationId xmlns:a16="http://schemas.microsoft.com/office/drawing/2014/main" id="{732783F7-F3FF-0F25-95A2-0F2379E42F56}"/>
                </a:ext>
              </a:extLst>
            </p:cNvPr>
            <p:cNvSpPr/>
            <p:nvPr/>
          </p:nvSpPr>
          <p:spPr>
            <a:xfrm>
              <a:off x="7643985" y="2678064"/>
              <a:ext cx="6350" cy="744220"/>
            </a:xfrm>
            <a:custGeom>
              <a:avLst/>
              <a:gdLst/>
              <a:ahLst/>
              <a:cxnLst/>
              <a:rect l="l" t="t" r="r" b="b"/>
              <a:pathLst>
                <a:path w="6350" h="744219">
                  <a:moveTo>
                    <a:pt x="6350" y="78866"/>
                  </a:moveTo>
                  <a:lnTo>
                    <a:pt x="0" y="78866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78866"/>
                  </a:lnTo>
                  <a:close/>
                </a:path>
                <a:path w="6350" h="744219">
                  <a:moveTo>
                    <a:pt x="6350" y="72516"/>
                  </a:moveTo>
                  <a:lnTo>
                    <a:pt x="0" y="72516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2516"/>
                  </a:lnTo>
                  <a:close/>
                </a:path>
                <a:path w="6350" h="744219">
                  <a:moveTo>
                    <a:pt x="635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8707"/>
                  </a:lnTo>
                  <a:close/>
                </a:path>
                <a:path w="6350" h="744219">
                  <a:moveTo>
                    <a:pt x="635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6166"/>
                  </a:lnTo>
                  <a:close/>
                </a:path>
                <a:path w="6350" h="744219">
                  <a:moveTo>
                    <a:pt x="635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2357"/>
                  </a:lnTo>
                  <a:close/>
                </a:path>
                <a:path w="6350" h="744219">
                  <a:moveTo>
                    <a:pt x="635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59816"/>
                  </a:lnTo>
                  <a:close/>
                </a:path>
                <a:path w="6350" h="744219">
                  <a:moveTo>
                    <a:pt x="635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6007"/>
                  </a:lnTo>
                  <a:close/>
                </a:path>
                <a:path w="6350" h="744219">
                  <a:moveTo>
                    <a:pt x="635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3466"/>
                  </a:lnTo>
                  <a:close/>
                </a:path>
                <a:path w="6350" h="744219">
                  <a:moveTo>
                    <a:pt x="635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49657"/>
                  </a:lnTo>
                  <a:close/>
                </a:path>
                <a:path w="6350" h="744219">
                  <a:moveTo>
                    <a:pt x="635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7116"/>
                  </a:lnTo>
                  <a:close/>
                </a:path>
                <a:path w="6350" h="744219">
                  <a:moveTo>
                    <a:pt x="635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3307"/>
                  </a:lnTo>
                  <a:close/>
                </a:path>
                <a:path w="6350" h="744219">
                  <a:moveTo>
                    <a:pt x="635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0766"/>
                  </a:lnTo>
                  <a:close/>
                </a:path>
                <a:path w="6350" h="744219">
                  <a:moveTo>
                    <a:pt x="635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6957"/>
                  </a:lnTo>
                  <a:close/>
                </a:path>
                <a:path w="6350" h="744219">
                  <a:moveTo>
                    <a:pt x="635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4416"/>
                  </a:lnTo>
                  <a:close/>
                </a:path>
                <a:path w="6350" h="744219">
                  <a:moveTo>
                    <a:pt x="635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0607"/>
                  </a:lnTo>
                  <a:close/>
                </a:path>
                <a:path w="6350" h="744219">
                  <a:moveTo>
                    <a:pt x="635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8066"/>
                  </a:lnTo>
                  <a:close/>
                </a:path>
                <a:path w="6350" h="744219">
                  <a:moveTo>
                    <a:pt x="635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4257"/>
                  </a:lnTo>
                  <a:close/>
                </a:path>
                <a:path w="6350" h="744219">
                  <a:moveTo>
                    <a:pt x="635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1716"/>
                  </a:lnTo>
                  <a:close/>
                </a:path>
                <a:path w="6350" h="744219">
                  <a:moveTo>
                    <a:pt x="635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7907"/>
                  </a:lnTo>
                  <a:close/>
                </a:path>
                <a:path w="6350" h="744219">
                  <a:moveTo>
                    <a:pt x="635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5366"/>
                  </a:lnTo>
                  <a:close/>
                </a:path>
                <a:path w="6350" h="744219">
                  <a:moveTo>
                    <a:pt x="635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1557"/>
                  </a:lnTo>
                  <a:close/>
                </a:path>
                <a:path w="6350" h="744219">
                  <a:moveTo>
                    <a:pt x="635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9016"/>
                  </a:lnTo>
                  <a:close/>
                </a:path>
                <a:path w="6350" h="744219">
                  <a:moveTo>
                    <a:pt x="635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5207"/>
                  </a:lnTo>
                  <a:close/>
                </a:path>
                <a:path w="6350" h="744219">
                  <a:moveTo>
                    <a:pt x="635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666"/>
                  </a:lnTo>
                  <a:close/>
                </a:path>
                <a:path w="6350" h="744219">
                  <a:moveTo>
                    <a:pt x="6350" y="0"/>
                  </a:moveTo>
                  <a:lnTo>
                    <a:pt x="2539" y="0"/>
                  </a:lnTo>
                  <a:lnTo>
                    <a:pt x="2539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744219">
                  <a:moveTo>
                    <a:pt x="6350" y="88900"/>
                  </a:moveTo>
                  <a:lnTo>
                    <a:pt x="0" y="88900"/>
                  </a:lnTo>
                  <a:lnTo>
                    <a:pt x="0" y="660400"/>
                  </a:lnTo>
                  <a:lnTo>
                    <a:pt x="6350" y="660400"/>
                  </a:lnTo>
                  <a:lnTo>
                    <a:pt x="6350" y="88900"/>
                  </a:lnTo>
                  <a:close/>
                </a:path>
                <a:path w="6350" h="744219">
                  <a:moveTo>
                    <a:pt x="6350" y="660400"/>
                  </a:moveTo>
                  <a:lnTo>
                    <a:pt x="0" y="660400"/>
                  </a:lnTo>
                  <a:lnTo>
                    <a:pt x="0" y="666750"/>
                  </a:lnTo>
                  <a:lnTo>
                    <a:pt x="6350" y="666750"/>
                  </a:lnTo>
                  <a:lnTo>
                    <a:pt x="6350" y="660400"/>
                  </a:lnTo>
                  <a:close/>
                </a:path>
                <a:path w="6350" h="744219">
                  <a:moveTo>
                    <a:pt x="6350" y="739267"/>
                  </a:moveTo>
                  <a:lnTo>
                    <a:pt x="0" y="739267"/>
                  </a:lnTo>
                  <a:lnTo>
                    <a:pt x="0" y="742950"/>
                  </a:lnTo>
                  <a:lnTo>
                    <a:pt x="1270" y="742950"/>
                  </a:lnTo>
                  <a:lnTo>
                    <a:pt x="1270" y="744220"/>
                  </a:lnTo>
                  <a:lnTo>
                    <a:pt x="6350" y="744220"/>
                  </a:lnTo>
                  <a:lnTo>
                    <a:pt x="6350" y="739267"/>
                  </a:lnTo>
                  <a:close/>
                </a:path>
                <a:path w="6350" h="744219">
                  <a:moveTo>
                    <a:pt x="635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6350" y="739140"/>
                  </a:lnTo>
                  <a:lnTo>
                    <a:pt x="6350" y="732917"/>
                  </a:lnTo>
                  <a:close/>
                </a:path>
                <a:path w="6350" h="744219">
                  <a:moveTo>
                    <a:pt x="635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6350" y="732790"/>
                  </a:lnTo>
                  <a:lnTo>
                    <a:pt x="6350" y="726567"/>
                  </a:lnTo>
                  <a:close/>
                </a:path>
                <a:path w="6350" h="744219">
                  <a:moveTo>
                    <a:pt x="635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6350" y="726440"/>
                  </a:lnTo>
                  <a:lnTo>
                    <a:pt x="6350" y="720217"/>
                  </a:lnTo>
                  <a:close/>
                </a:path>
                <a:path w="6350" h="744219">
                  <a:moveTo>
                    <a:pt x="635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6350" y="720090"/>
                  </a:lnTo>
                  <a:lnTo>
                    <a:pt x="6350" y="713867"/>
                  </a:lnTo>
                  <a:close/>
                </a:path>
                <a:path w="6350" h="744219">
                  <a:moveTo>
                    <a:pt x="635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6350" y="713740"/>
                  </a:lnTo>
                  <a:lnTo>
                    <a:pt x="6350" y="707517"/>
                  </a:lnTo>
                  <a:close/>
                </a:path>
                <a:path w="6350" h="744219">
                  <a:moveTo>
                    <a:pt x="635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6350" y="707390"/>
                  </a:lnTo>
                  <a:lnTo>
                    <a:pt x="6350" y="701167"/>
                  </a:lnTo>
                  <a:close/>
                </a:path>
                <a:path w="6350" h="744219">
                  <a:moveTo>
                    <a:pt x="635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6350" y="701040"/>
                  </a:lnTo>
                  <a:lnTo>
                    <a:pt x="6350" y="694817"/>
                  </a:lnTo>
                  <a:close/>
                </a:path>
                <a:path w="6350" h="744219">
                  <a:moveTo>
                    <a:pt x="635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6350" y="694690"/>
                  </a:lnTo>
                  <a:lnTo>
                    <a:pt x="6350" y="688467"/>
                  </a:lnTo>
                  <a:close/>
                </a:path>
                <a:path w="6350" h="744219">
                  <a:moveTo>
                    <a:pt x="635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6350" y="688340"/>
                  </a:lnTo>
                  <a:lnTo>
                    <a:pt x="6350" y="682117"/>
                  </a:lnTo>
                  <a:close/>
                </a:path>
                <a:path w="6350" h="744219">
                  <a:moveTo>
                    <a:pt x="6350" y="675767"/>
                  </a:moveTo>
                  <a:lnTo>
                    <a:pt x="0" y="675767"/>
                  </a:lnTo>
                  <a:lnTo>
                    <a:pt x="0" y="681990"/>
                  </a:lnTo>
                  <a:lnTo>
                    <a:pt x="6350" y="681990"/>
                  </a:lnTo>
                  <a:lnTo>
                    <a:pt x="6350" y="675767"/>
                  </a:lnTo>
                  <a:close/>
                </a:path>
                <a:path w="6350" h="744219">
                  <a:moveTo>
                    <a:pt x="6350" y="669417"/>
                  </a:moveTo>
                  <a:lnTo>
                    <a:pt x="0" y="669417"/>
                  </a:lnTo>
                  <a:lnTo>
                    <a:pt x="0" y="675640"/>
                  </a:lnTo>
                  <a:lnTo>
                    <a:pt x="6350" y="675640"/>
                  </a:lnTo>
                  <a:lnTo>
                    <a:pt x="6350" y="669417"/>
                  </a:lnTo>
                  <a:close/>
                </a:path>
                <a:path w="6350" h="744219">
                  <a:moveTo>
                    <a:pt x="6350" y="666877"/>
                  </a:moveTo>
                  <a:lnTo>
                    <a:pt x="0" y="666877"/>
                  </a:lnTo>
                  <a:lnTo>
                    <a:pt x="0" y="669290"/>
                  </a:lnTo>
                  <a:lnTo>
                    <a:pt x="6350" y="669290"/>
                  </a:lnTo>
                  <a:lnTo>
                    <a:pt x="6350" y="666877"/>
                  </a:lnTo>
                  <a:close/>
                </a:path>
              </a:pathLst>
            </a:custGeom>
            <a:solidFill>
              <a:srgbClr val="436C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5">
              <a:extLst>
                <a:ext uri="{FF2B5EF4-FFF2-40B4-BE49-F238E27FC236}">
                  <a16:creationId xmlns:a16="http://schemas.microsoft.com/office/drawing/2014/main" id="{601A7B1F-60C5-48FA-55DC-EFD47161322F}"/>
                </a:ext>
              </a:extLst>
            </p:cNvPr>
            <p:cNvSpPr/>
            <p:nvPr/>
          </p:nvSpPr>
          <p:spPr>
            <a:xfrm>
              <a:off x="7650335" y="2676794"/>
              <a:ext cx="7620" cy="748030"/>
            </a:xfrm>
            <a:custGeom>
              <a:avLst/>
              <a:gdLst/>
              <a:ahLst/>
              <a:cxnLst/>
              <a:rect l="l" t="t" r="r" b="b"/>
              <a:pathLst>
                <a:path w="7620" h="748030">
                  <a:moveTo>
                    <a:pt x="7620" y="80137"/>
                  </a:moveTo>
                  <a:lnTo>
                    <a:pt x="0" y="80137"/>
                  </a:lnTo>
                  <a:lnTo>
                    <a:pt x="0" y="90170"/>
                  </a:lnTo>
                  <a:lnTo>
                    <a:pt x="7620" y="90170"/>
                  </a:lnTo>
                  <a:lnTo>
                    <a:pt x="7620" y="80137"/>
                  </a:lnTo>
                  <a:close/>
                </a:path>
                <a:path w="7620" h="748030">
                  <a:moveTo>
                    <a:pt x="7620" y="73787"/>
                  </a:moveTo>
                  <a:lnTo>
                    <a:pt x="0" y="73787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3787"/>
                  </a:lnTo>
                  <a:close/>
                </a:path>
                <a:path w="7620" h="748030">
                  <a:moveTo>
                    <a:pt x="762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69977"/>
                  </a:lnTo>
                  <a:close/>
                </a:path>
                <a:path w="7620" h="748030">
                  <a:moveTo>
                    <a:pt x="762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437"/>
                  </a:lnTo>
                  <a:close/>
                </a:path>
                <a:path w="7620" h="748030">
                  <a:moveTo>
                    <a:pt x="762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3627"/>
                  </a:lnTo>
                  <a:close/>
                </a:path>
                <a:path w="7620" h="748030">
                  <a:moveTo>
                    <a:pt x="762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1087"/>
                  </a:lnTo>
                  <a:close/>
                </a:path>
                <a:path w="7620" h="748030">
                  <a:moveTo>
                    <a:pt x="762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7277"/>
                  </a:lnTo>
                  <a:close/>
                </a:path>
                <a:path w="7620" h="748030">
                  <a:moveTo>
                    <a:pt x="762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737"/>
                  </a:lnTo>
                  <a:close/>
                </a:path>
                <a:path w="7620" h="748030">
                  <a:moveTo>
                    <a:pt x="762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0927"/>
                  </a:lnTo>
                  <a:close/>
                </a:path>
                <a:path w="7620" h="748030">
                  <a:moveTo>
                    <a:pt x="762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387"/>
                  </a:lnTo>
                  <a:close/>
                </a:path>
                <a:path w="7620" h="748030">
                  <a:moveTo>
                    <a:pt x="762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4577"/>
                  </a:lnTo>
                  <a:close/>
                </a:path>
                <a:path w="7620" h="748030">
                  <a:moveTo>
                    <a:pt x="762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2037"/>
                  </a:lnTo>
                  <a:close/>
                </a:path>
                <a:path w="7620" h="748030">
                  <a:moveTo>
                    <a:pt x="762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8227"/>
                  </a:lnTo>
                  <a:close/>
                </a:path>
                <a:path w="7620" h="748030">
                  <a:moveTo>
                    <a:pt x="762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687"/>
                  </a:lnTo>
                  <a:close/>
                </a:path>
                <a:path w="7620" h="748030">
                  <a:moveTo>
                    <a:pt x="762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1877"/>
                  </a:lnTo>
                  <a:close/>
                </a:path>
                <a:path w="7620" h="748030">
                  <a:moveTo>
                    <a:pt x="762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337"/>
                  </a:lnTo>
                  <a:close/>
                </a:path>
                <a:path w="7620" h="748030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748030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748030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748030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748030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748030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748030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748030">
                  <a:moveTo>
                    <a:pt x="762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close/>
                </a:path>
                <a:path w="7620" h="748030">
                  <a:moveTo>
                    <a:pt x="762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20" h="748030">
                  <a:moveTo>
                    <a:pt x="7620" y="90170"/>
                  </a:moveTo>
                  <a:lnTo>
                    <a:pt x="0" y="90170"/>
                  </a:lnTo>
                  <a:lnTo>
                    <a:pt x="0" y="661670"/>
                  </a:lnTo>
                  <a:lnTo>
                    <a:pt x="7620" y="661670"/>
                  </a:lnTo>
                  <a:lnTo>
                    <a:pt x="7620" y="90170"/>
                  </a:lnTo>
                  <a:close/>
                </a:path>
                <a:path w="7620" h="748030">
                  <a:moveTo>
                    <a:pt x="7620" y="661670"/>
                  </a:moveTo>
                  <a:lnTo>
                    <a:pt x="0" y="661670"/>
                  </a:lnTo>
                  <a:lnTo>
                    <a:pt x="0" y="668020"/>
                  </a:lnTo>
                  <a:lnTo>
                    <a:pt x="7620" y="668020"/>
                  </a:lnTo>
                  <a:lnTo>
                    <a:pt x="7620" y="661670"/>
                  </a:lnTo>
                  <a:close/>
                </a:path>
                <a:path w="7620" h="748030">
                  <a:moveTo>
                    <a:pt x="7620" y="746887"/>
                  </a:moveTo>
                  <a:lnTo>
                    <a:pt x="5079" y="746887"/>
                  </a:lnTo>
                  <a:lnTo>
                    <a:pt x="5079" y="748030"/>
                  </a:lnTo>
                  <a:lnTo>
                    <a:pt x="7620" y="748030"/>
                  </a:lnTo>
                  <a:lnTo>
                    <a:pt x="7620" y="746887"/>
                  </a:lnTo>
                  <a:close/>
                </a:path>
                <a:path w="7620" h="748030">
                  <a:moveTo>
                    <a:pt x="7620" y="740537"/>
                  </a:moveTo>
                  <a:lnTo>
                    <a:pt x="0" y="740537"/>
                  </a:lnTo>
                  <a:lnTo>
                    <a:pt x="0" y="746887"/>
                  </a:lnTo>
                  <a:lnTo>
                    <a:pt x="5079" y="746887"/>
                  </a:lnTo>
                  <a:lnTo>
                    <a:pt x="7620" y="746760"/>
                  </a:lnTo>
                  <a:lnTo>
                    <a:pt x="7620" y="740537"/>
                  </a:lnTo>
                  <a:close/>
                </a:path>
                <a:path w="7620" h="748030">
                  <a:moveTo>
                    <a:pt x="7620" y="734187"/>
                  </a:moveTo>
                  <a:lnTo>
                    <a:pt x="0" y="734187"/>
                  </a:lnTo>
                  <a:lnTo>
                    <a:pt x="0" y="740410"/>
                  </a:lnTo>
                  <a:lnTo>
                    <a:pt x="7620" y="740410"/>
                  </a:lnTo>
                  <a:lnTo>
                    <a:pt x="7620" y="734187"/>
                  </a:lnTo>
                  <a:close/>
                </a:path>
                <a:path w="7620" h="748030">
                  <a:moveTo>
                    <a:pt x="7620" y="727837"/>
                  </a:moveTo>
                  <a:lnTo>
                    <a:pt x="0" y="727837"/>
                  </a:lnTo>
                  <a:lnTo>
                    <a:pt x="0" y="734060"/>
                  </a:lnTo>
                  <a:lnTo>
                    <a:pt x="7620" y="734060"/>
                  </a:lnTo>
                  <a:lnTo>
                    <a:pt x="7620" y="727837"/>
                  </a:lnTo>
                  <a:close/>
                </a:path>
                <a:path w="7620" h="748030">
                  <a:moveTo>
                    <a:pt x="7620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7620" y="727710"/>
                  </a:lnTo>
                  <a:lnTo>
                    <a:pt x="7620" y="721487"/>
                  </a:lnTo>
                  <a:close/>
                </a:path>
                <a:path w="7620" h="748030">
                  <a:moveTo>
                    <a:pt x="7620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7620" y="721360"/>
                  </a:lnTo>
                  <a:lnTo>
                    <a:pt x="7620" y="715137"/>
                  </a:lnTo>
                  <a:close/>
                </a:path>
                <a:path w="7620" h="748030">
                  <a:moveTo>
                    <a:pt x="762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7620" y="715010"/>
                  </a:lnTo>
                  <a:lnTo>
                    <a:pt x="7620" y="708787"/>
                  </a:lnTo>
                  <a:close/>
                </a:path>
                <a:path w="7620" h="748030">
                  <a:moveTo>
                    <a:pt x="762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7620" y="708660"/>
                  </a:lnTo>
                  <a:lnTo>
                    <a:pt x="7620" y="702437"/>
                  </a:lnTo>
                  <a:close/>
                </a:path>
                <a:path w="7620" h="748030">
                  <a:moveTo>
                    <a:pt x="762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7620" y="702310"/>
                  </a:lnTo>
                  <a:lnTo>
                    <a:pt x="7620" y="696087"/>
                  </a:lnTo>
                  <a:close/>
                </a:path>
                <a:path w="7620" h="748030">
                  <a:moveTo>
                    <a:pt x="762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7620" y="695960"/>
                  </a:lnTo>
                  <a:lnTo>
                    <a:pt x="7620" y="689737"/>
                  </a:lnTo>
                  <a:close/>
                </a:path>
                <a:path w="7620" h="748030">
                  <a:moveTo>
                    <a:pt x="7620" y="683387"/>
                  </a:moveTo>
                  <a:lnTo>
                    <a:pt x="0" y="683387"/>
                  </a:lnTo>
                  <a:lnTo>
                    <a:pt x="0" y="689610"/>
                  </a:lnTo>
                  <a:lnTo>
                    <a:pt x="7620" y="689610"/>
                  </a:lnTo>
                  <a:lnTo>
                    <a:pt x="7620" y="683387"/>
                  </a:lnTo>
                  <a:close/>
                </a:path>
                <a:path w="7620" h="748030">
                  <a:moveTo>
                    <a:pt x="7620" y="677037"/>
                  </a:moveTo>
                  <a:lnTo>
                    <a:pt x="0" y="677037"/>
                  </a:lnTo>
                  <a:lnTo>
                    <a:pt x="0" y="683260"/>
                  </a:lnTo>
                  <a:lnTo>
                    <a:pt x="7620" y="683260"/>
                  </a:lnTo>
                  <a:lnTo>
                    <a:pt x="7620" y="677037"/>
                  </a:lnTo>
                  <a:close/>
                </a:path>
                <a:path w="7620" h="748030">
                  <a:moveTo>
                    <a:pt x="7620" y="670687"/>
                  </a:moveTo>
                  <a:lnTo>
                    <a:pt x="0" y="670687"/>
                  </a:lnTo>
                  <a:lnTo>
                    <a:pt x="0" y="676910"/>
                  </a:lnTo>
                  <a:lnTo>
                    <a:pt x="7620" y="676910"/>
                  </a:lnTo>
                  <a:lnTo>
                    <a:pt x="7620" y="670687"/>
                  </a:lnTo>
                  <a:close/>
                </a:path>
                <a:path w="7620" h="748030">
                  <a:moveTo>
                    <a:pt x="7620" y="668147"/>
                  </a:moveTo>
                  <a:lnTo>
                    <a:pt x="0" y="668147"/>
                  </a:lnTo>
                  <a:lnTo>
                    <a:pt x="0" y="670560"/>
                  </a:lnTo>
                  <a:lnTo>
                    <a:pt x="7620" y="670560"/>
                  </a:lnTo>
                  <a:lnTo>
                    <a:pt x="7620" y="668147"/>
                  </a:lnTo>
                  <a:close/>
                </a:path>
              </a:pathLst>
            </a:custGeom>
            <a:solidFill>
              <a:srgbClr val="436A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36">
              <a:extLst>
                <a:ext uri="{FF2B5EF4-FFF2-40B4-BE49-F238E27FC236}">
                  <a16:creationId xmlns:a16="http://schemas.microsoft.com/office/drawing/2014/main" id="{809BD778-579C-5167-A850-3A4316867976}"/>
                </a:ext>
              </a:extLst>
            </p:cNvPr>
            <p:cNvSpPr/>
            <p:nvPr/>
          </p:nvSpPr>
          <p:spPr>
            <a:xfrm>
              <a:off x="7657955" y="2674254"/>
              <a:ext cx="7620" cy="751840"/>
            </a:xfrm>
            <a:custGeom>
              <a:avLst/>
              <a:gdLst/>
              <a:ahLst/>
              <a:cxnLst/>
              <a:rect l="l" t="t" r="r" b="b"/>
              <a:pathLst>
                <a:path w="7620" h="751839">
                  <a:moveTo>
                    <a:pt x="7619" y="82676"/>
                  </a:moveTo>
                  <a:lnTo>
                    <a:pt x="0" y="82676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82676"/>
                  </a:lnTo>
                  <a:close/>
                </a:path>
                <a:path w="7620" h="751839">
                  <a:moveTo>
                    <a:pt x="7619" y="76326"/>
                  </a:moveTo>
                  <a:lnTo>
                    <a:pt x="0" y="76326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76326"/>
                  </a:lnTo>
                  <a:close/>
                </a:path>
                <a:path w="7620" h="751839">
                  <a:moveTo>
                    <a:pt x="7619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2517"/>
                  </a:lnTo>
                  <a:close/>
                </a:path>
                <a:path w="7620" h="751839">
                  <a:moveTo>
                    <a:pt x="7619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9976"/>
                  </a:lnTo>
                  <a:close/>
                </a:path>
                <a:path w="7620" h="751839">
                  <a:moveTo>
                    <a:pt x="7619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6167"/>
                  </a:lnTo>
                  <a:close/>
                </a:path>
                <a:path w="7620" h="751839">
                  <a:moveTo>
                    <a:pt x="7619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3626"/>
                  </a:lnTo>
                  <a:close/>
                </a:path>
                <a:path w="7620" h="751839">
                  <a:moveTo>
                    <a:pt x="7619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59817"/>
                  </a:lnTo>
                  <a:close/>
                </a:path>
                <a:path w="7620" h="751839">
                  <a:moveTo>
                    <a:pt x="7619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7276"/>
                  </a:lnTo>
                  <a:close/>
                </a:path>
                <a:path w="7620" h="751839">
                  <a:moveTo>
                    <a:pt x="7619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3467"/>
                  </a:lnTo>
                  <a:close/>
                </a:path>
                <a:path w="7620" h="751839">
                  <a:moveTo>
                    <a:pt x="7619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0926"/>
                  </a:lnTo>
                  <a:close/>
                </a:path>
                <a:path w="7620" h="751839">
                  <a:moveTo>
                    <a:pt x="7619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7117"/>
                  </a:lnTo>
                  <a:close/>
                </a:path>
                <a:path w="7620" h="751839">
                  <a:moveTo>
                    <a:pt x="7619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4576"/>
                  </a:lnTo>
                  <a:close/>
                </a:path>
                <a:path w="7620" h="751839">
                  <a:moveTo>
                    <a:pt x="7619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0767"/>
                  </a:lnTo>
                  <a:close/>
                </a:path>
                <a:path w="7620" h="751839">
                  <a:moveTo>
                    <a:pt x="7619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8226"/>
                  </a:lnTo>
                  <a:close/>
                </a:path>
                <a:path w="7620" h="751839">
                  <a:moveTo>
                    <a:pt x="7619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4417"/>
                  </a:lnTo>
                  <a:close/>
                </a:path>
                <a:path w="7620" h="751839">
                  <a:moveTo>
                    <a:pt x="7619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1876"/>
                  </a:lnTo>
                  <a:close/>
                </a:path>
                <a:path w="7620" h="751839">
                  <a:moveTo>
                    <a:pt x="7619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8067"/>
                  </a:lnTo>
                  <a:close/>
                </a:path>
                <a:path w="7620" h="751839">
                  <a:moveTo>
                    <a:pt x="7619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5526"/>
                  </a:lnTo>
                  <a:close/>
                </a:path>
                <a:path w="7620" h="751839">
                  <a:moveTo>
                    <a:pt x="7619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1717"/>
                  </a:lnTo>
                  <a:close/>
                </a:path>
                <a:path w="7620" h="751839">
                  <a:moveTo>
                    <a:pt x="7619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176"/>
                  </a:lnTo>
                  <a:close/>
                </a:path>
                <a:path w="7620" h="751839">
                  <a:moveTo>
                    <a:pt x="7619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5367"/>
                  </a:lnTo>
                  <a:close/>
                </a:path>
                <a:path w="7620" h="751839">
                  <a:moveTo>
                    <a:pt x="7619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826"/>
                  </a:lnTo>
                  <a:close/>
                </a:path>
                <a:path w="7620" h="751839">
                  <a:moveTo>
                    <a:pt x="7619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9017"/>
                  </a:lnTo>
                  <a:close/>
                </a:path>
                <a:path w="7620" h="751839">
                  <a:moveTo>
                    <a:pt x="7619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6476"/>
                  </a:lnTo>
                  <a:close/>
                </a:path>
                <a:path w="7620" h="751839">
                  <a:moveTo>
                    <a:pt x="1269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2667"/>
                  </a:lnTo>
                  <a:lnTo>
                    <a:pt x="1269" y="2667"/>
                  </a:lnTo>
                  <a:lnTo>
                    <a:pt x="1269" y="2539"/>
                  </a:lnTo>
                  <a:close/>
                </a:path>
                <a:path w="7620" h="751839">
                  <a:moveTo>
                    <a:pt x="7619" y="0"/>
                  </a:moveTo>
                  <a:lnTo>
                    <a:pt x="5079" y="0"/>
                  </a:lnTo>
                  <a:lnTo>
                    <a:pt x="5079" y="1397"/>
                  </a:lnTo>
                  <a:lnTo>
                    <a:pt x="1269" y="1397"/>
                  </a:lnTo>
                  <a:lnTo>
                    <a:pt x="1269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20" h="751839">
                  <a:moveTo>
                    <a:pt x="7619" y="92710"/>
                  </a:moveTo>
                  <a:lnTo>
                    <a:pt x="0" y="92710"/>
                  </a:lnTo>
                  <a:lnTo>
                    <a:pt x="0" y="664210"/>
                  </a:lnTo>
                  <a:lnTo>
                    <a:pt x="7619" y="664210"/>
                  </a:lnTo>
                  <a:lnTo>
                    <a:pt x="7619" y="92710"/>
                  </a:lnTo>
                  <a:close/>
                </a:path>
                <a:path w="7620" h="751839">
                  <a:moveTo>
                    <a:pt x="7619" y="664210"/>
                  </a:moveTo>
                  <a:lnTo>
                    <a:pt x="0" y="664210"/>
                  </a:lnTo>
                  <a:lnTo>
                    <a:pt x="0" y="670560"/>
                  </a:lnTo>
                  <a:lnTo>
                    <a:pt x="7619" y="670560"/>
                  </a:lnTo>
                  <a:lnTo>
                    <a:pt x="7619" y="664210"/>
                  </a:lnTo>
                  <a:close/>
                </a:path>
                <a:path w="7620" h="751839">
                  <a:moveTo>
                    <a:pt x="7619" y="749427"/>
                  </a:moveTo>
                  <a:lnTo>
                    <a:pt x="0" y="749427"/>
                  </a:lnTo>
                  <a:lnTo>
                    <a:pt x="0" y="750570"/>
                  </a:lnTo>
                  <a:lnTo>
                    <a:pt x="1269" y="750570"/>
                  </a:lnTo>
                  <a:lnTo>
                    <a:pt x="1269" y="751840"/>
                  </a:lnTo>
                  <a:lnTo>
                    <a:pt x="7619" y="751840"/>
                  </a:lnTo>
                  <a:lnTo>
                    <a:pt x="7619" y="749427"/>
                  </a:lnTo>
                  <a:close/>
                </a:path>
                <a:path w="7620" h="751839">
                  <a:moveTo>
                    <a:pt x="7619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7619" y="749300"/>
                  </a:lnTo>
                  <a:lnTo>
                    <a:pt x="7619" y="743077"/>
                  </a:lnTo>
                  <a:close/>
                </a:path>
                <a:path w="7620" h="751839">
                  <a:moveTo>
                    <a:pt x="7619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7619" y="742950"/>
                  </a:lnTo>
                  <a:lnTo>
                    <a:pt x="7619" y="736727"/>
                  </a:lnTo>
                  <a:close/>
                </a:path>
                <a:path w="7620" h="751839">
                  <a:moveTo>
                    <a:pt x="7619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7619" y="736600"/>
                  </a:lnTo>
                  <a:lnTo>
                    <a:pt x="7619" y="730377"/>
                  </a:lnTo>
                  <a:close/>
                </a:path>
                <a:path w="7620" h="751839">
                  <a:moveTo>
                    <a:pt x="7619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7619" y="730250"/>
                  </a:lnTo>
                  <a:lnTo>
                    <a:pt x="7619" y="724027"/>
                  </a:lnTo>
                  <a:close/>
                </a:path>
                <a:path w="7620" h="751839">
                  <a:moveTo>
                    <a:pt x="7619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7619" y="723900"/>
                  </a:lnTo>
                  <a:lnTo>
                    <a:pt x="7619" y="717677"/>
                  </a:lnTo>
                  <a:close/>
                </a:path>
                <a:path w="7620" h="751839">
                  <a:moveTo>
                    <a:pt x="7619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7619" y="717550"/>
                  </a:lnTo>
                  <a:lnTo>
                    <a:pt x="7619" y="711327"/>
                  </a:lnTo>
                  <a:close/>
                </a:path>
                <a:path w="7620" h="751839">
                  <a:moveTo>
                    <a:pt x="7619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7619" y="711200"/>
                  </a:lnTo>
                  <a:lnTo>
                    <a:pt x="7619" y="704977"/>
                  </a:lnTo>
                  <a:close/>
                </a:path>
                <a:path w="7620" h="751839">
                  <a:moveTo>
                    <a:pt x="7619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7619" y="704850"/>
                  </a:lnTo>
                  <a:lnTo>
                    <a:pt x="7619" y="698627"/>
                  </a:lnTo>
                  <a:close/>
                </a:path>
                <a:path w="7620" h="751839">
                  <a:moveTo>
                    <a:pt x="7619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7619" y="698500"/>
                  </a:lnTo>
                  <a:lnTo>
                    <a:pt x="7619" y="692277"/>
                  </a:lnTo>
                  <a:close/>
                </a:path>
                <a:path w="7620" h="751839">
                  <a:moveTo>
                    <a:pt x="7619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7619" y="692150"/>
                  </a:lnTo>
                  <a:lnTo>
                    <a:pt x="7619" y="685927"/>
                  </a:lnTo>
                  <a:close/>
                </a:path>
                <a:path w="7620" h="751839">
                  <a:moveTo>
                    <a:pt x="7619" y="679577"/>
                  </a:moveTo>
                  <a:lnTo>
                    <a:pt x="0" y="679577"/>
                  </a:lnTo>
                  <a:lnTo>
                    <a:pt x="0" y="685800"/>
                  </a:lnTo>
                  <a:lnTo>
                    <a:pt x="7619" y="685800"/>
                  </a:lnTo>
                  <a:lnTo>
                    <a:pt x="7619" y="679577"/>
                  </a:lnTo>
                  <a:close/>
                </a:path>
                <a:path w="7620" h="751839">
                  <a:moveTo>
                    <a:pt x="7619" y="673227"/>
                  </a:moveTo>
                  <a:lnTo>
                    <a:pt x="0" y="673227"/>
                  </a:lnTo>
                  <a:lnTo>
                    <a:pt x="0" y="679450"/>
                  </a:lnTo>
                  <a:lnTo>
                    <a:pt x="7619" y="679450"/>
                  </a:lnTo>
                  <a:lnTo>
                    <a:pt x="7619" y="673227"/>
                  </a:lnTo>
                  <a:close/>
                </a:path>
                <a:path w="7620" h="751839">
                  <a:moveTo>
                    <a:pt x="7619" y="670687"/>
                  </a:moveTo>
                  <a:lnTo>
                    <a:pt x="0" y="670687"/>
                  </a:lnTo>
                  <a:lnTo>
                    <a:pt x="0" y="673100"/>
                  </a:lnTo>
                  <a:lnTo>
                    <a:pt x="7619" y="673100"/>
                  </a:lnTo>
                  <a:lnTo>
                    <a:pt x="7619" y="670687"/>
                  </a:lnTo>
                  <a:close/>
                </a:path>
              </a:pathLst>
            </a:custGeom>
            <a:solidFill>
              <a:srgbClr val="4269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37">
              <a:extLst>
                <a:ext uri="{FF2B5EF4-FFF2-40B4-BE49-F238E27FC236}">
                  <a16:creationId xmlns:a16="http://schemas.microsoft.com/office/drawing/2014/main" id="{CD83C12B-57B3-9EA2-BE19-3B667ED578C0}"/>
                </a:ext>
              </a:extLst>
            </p:cNvPr>
            <p:cNvSpPr/>
            <p:nvPr/>
          </p:nvSpPr>
          <p:spPr>
            <a:xfrm>
              <a:off x="7665574" y="2673111"/>
              <a:ext cx="6350" cy="754380"/>
            </a:xfrm>
            <a:custGeom>
              <a:avLst/>
              <a:gdLst/>
              <a:ahLst/>
              <a:cxnLst/>
              <a:rect l="l" t="t" r="r" b="b"/>
              <a:pathLst>
                <a:path w="6350" h="754380">
                  <a:moveTo>
                    <a:pt x="6350" y="83819"/>
                  </a:moveTo>
                  <a:lnTo>
                    <a:pt x="0" y="83819"/>
                  </a:lnTo>
                  <a:lnTo>
                    <a:pt x="0" y="93852"/>
                  </a:lnTo>
                  <a:lnTo>
                    <a:pt x="6350" y="93852"/>
                  </a:lnTo>
                  <a:lnTo>
                    <a:pt x="6350" y="83819"/>
                  </a:lnTo>
                  <a:close/>
                </a:path>
                <a:path w="6350" h="754380">
                  <a:moveTo>
                    <a:pt x="6350" y="77469"/>
                  </a:moveTo>
                  <a:lnTo>
                    <a:pt x="0" y="77469"/>
                  </a:lnTo>
                  <a:lnTo>
                    <a:pt x="0" y="83692"/>
                  </a:lnTo>
                  <a:lnTo>
                    <a:pt x="6350" y="83692"/>
                  </a:lnTo>
                  <a:lnTo>
                    <a:pt x="6350" y="77469"/>
                  </a:lnTo>
                  <a:close/>
                </a:path>
                <a:path w="6350" h="754380">
                  <a:moveTo>
                    <a:pt x="635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6350" y="77342"/>
                  </a:lnTo>
                  <a:lnTo>
                    <a:pt x="6350" y="73660"/>
                  </a:lnTo>
                  <a:close/>
                </a:path>
                <a:path w="6350" h="754380">
                  <a:moveTo>
                    <a:pt x="635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6350" y="73532"/>
                  </a:lnTo>
                  <a:lnTo>
                    <a:pt x="6350" y="71119"/>
                  </a:lnTo>
                  <a:close/>
                </a:path>
                <a:path w="6350" h="754380">
                  <a:moveTo>
                    <a:pt x="635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7310"/>
                  </a:lnTo>
                  <a:close/>
                </a:path>
                <a:path w="6350" h="754380">
                  <a:moveTo>
                    <a:pt x="635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6350" y="67182"/>
                  </a:lnTo>
                  <a:lnTo>
                    <a:pt x="6350" y="64769"/>
                  </a:lnTo>
                  <a:close/>
                </a:path>
                <a:path w="6350" h="754380">
                  <a:moveTo>
                    <a:pt x="635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0960"/>
                  </a:lnTo>
                  <a:close/>
                </a:path>
                <a:path w="6350" h="754380">
                  <a:moveTo>
                    <a:pt x="635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6350" y="60832"/>
                  </a:lnTo>
                  <a:lnTo>
                    <a:pt x="6350" y="58419"/>
                  </a:lnTo>
                  <a:close/>
                </a:path>
                <a:path w="6350" h="754380">
                  <a:moveTo>
                    <a:pt x="635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4610"/>
                  </a:lnTo>
                  <a:close/>
                </a:path>
                <a:path w="6350" h="754380">
                  <a:moveTo>
                    <a:pt x="635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6350" y="54482"/>
                  </a:lnTo>
                  <a:lnTo>
                    <a:pt x="6350" y="52069"/>
                  </a:lnTo>
                  <a:close/>
                </a:path>
                <a:path w="6350" h="754380">
                  <a:moveTo>
                    <a:pt x="635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8260"/>
                  </a:lnTo>
                  <a:close/>
                </a:path>
                <a:path w="6350" h="754380">
                  <a:moveTo>
                    <a:pt x="635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6350" y="48132"/>
                  </a:lnTo>
                  <a:lnTo>
                    <a:pt x="6350" y="45719"/>
                  </a:lnTo>
                  <a:close/>
                </a:path>
                <a:path w="6350" h="754380">
                  <a:moveTo>
                    <a:pt x="635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1910"/>
                  </a:lnTo>
                  <a:close/>
                </a:path>
                <a:path w="6350" h="754380">
                  <a:moveTo>
                    <a:pt x="635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6350" y="41782"/>
                  </a:lnTo>
                  <a:lnTo>
                    <a:pt x="6350" y="39369"/>
                  </a:lnTo>
                  <a:close/>
                </a:path>
                <a:path w="6350" h="754380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754380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754380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754380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754380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754380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754380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754380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754380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754380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754380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754380">
                  <a:moveTo>
                    <a:pt x="3810" y="1142"/>
                  </a:moveTo>
                  <a:lnTo>
                    <a:pt x="0" y="1142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1269"/>
                  </a:lnTo>
                  <a:lnTo>
                    <a:pt x="3810" y="1269"/>
                  </a:lnTo>
                  <a:close/>
                </a:path>
                <a:path w="6350" h="754380">
                  <a:moveTo>
                    <a:pt x="6350" y="0"/>
                  </a:moveTo>
                  <a:lnTo>
                    <a:pt x="3810" y="0"/>
                  </a:lnTo>
                  <a:lnTo>
                    <a:pt x="381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754380">
                  <a:moveTo>
                    <a:pt x="6350" y="93853"/>
                  </a:moveTo>
                  <a:lnTo>
                    <a:pt x="0" y="93853"/>
                  </a:lnTo>
                  <a:lnTo>
                    <a:pt x="0" y="665352"/>
                  </a:lnTo>
                  <a:lnTo>
                    <a:pt x="6350" y="665352"/>
                  </a:lnTo>
                  <a:lnTo>
                    <a:pt x="6350" y="93853"/>
                  </a:lnTo>
                  <a:close/>
                </a:path>
                <a:path w="6350" h="754380">
                  <a:moveTo>
                    <a:pt x="6350" y="665353"/>
                  </a:moveTo>
                  <a:lnTo>
                    <a:pt x="0" y="665353"/>
                  </a:lnTo>
                  <a:lnTo>
                    <a:pt x="0" y="671702"/>
                  </a:lnTo>
                  <a:lnTo>
                    <a:pt x="6350" y="671702"/>
                  </a:lnTo>
                  <a:lnTo>
                    <a:pt x="6350" y="665353"/>
                  </a:lnTo>
                  <a:close/>
                </a:path>
                <a:path w="6350" h="754380">
                  <a:moveTo>
                    <a:pt x="6350" y="750570"/>
                  </a:moveTo>
                  <a:lnTo>
                    <a:pt x="0" y="750570"/>
                  </a:lnTo>
                  <a:lnTo>
                    <a:pt x="0" y="752983"/>
                  </a:lnTo>
                  <a:lnTo>
                    <a:pt x="2540" y="752983"/>
                  </a:lnTo>
                  <a:lnTo>
                    <a:pt x="2540" y="754253"/>
                  </a:lnTo>
                  <a:lnTo>
                    <a:pt x="6350" y="754253"/>
                  </a:lnTo>
                  <a:lnTo>
                    <a:pt x="6350" y="750570"/>
                  </a:lnTo>
                  <a:close/>
                </a:path>
                <a:path w="6350" h="754380">
                  <a:moveTo>
                    <a:pt x="6350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6350" y="750443"/>
                  </a:lnTo>
                  <a:lnTo>
                    <a:pt x="6350" y="744220"/>
                  </a:lnTo>
                  <a:close/>
                </a:path>
                <a:path w="6350" h="754380">
                  <a:moveTo>
                    <a:pt x="6350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6350" y="744093"/>
                  </a:lnTo>
                  <a:lnTo>
                    <a:pt x="6350" y="737870"/>
                  </a:lnTo>
                  <a:close/>
                </a:path>
                <a:path w="6350" h="754380">
                  <a:moveTo>
                    <a:pt x="635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6350" y="737743"/>
                  </a:lnTo>
                  <a:lnTo>
                    <a:pt x="6350" y="731520"/>
                  </a:lnTo>
                  <a:close/>
                </a:path>
                <a:path w="6350" h="754380">
                  <a:moveTo>
                    <a:pt x="635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6350" y="731393"/>
                  </a:lnTo>
                  <a:lnTo>
                    <a:pt x="6350" y="725170"/>
                  </a:lnTo>
                  <a:close/>
                </a:path>
                <a:path w="6350" h="754380">
                  <a:moveTo>
                    <a:pt x="635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6350" y="725043"/>
                  </a:lnTo>
                  <a:lnTo>
                    <a:pt x="6350" y="718820"/>
                  </a:lnTo>
                  <a:close/>
                </a:path>
                <a:path w="6350" h="754380">
                  <a:moveTo>
                    <a:pt x="635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6350" y="718693"/>
                  </a:lnTo>
                  <a:lnTo>
                    <a:pt x="6350" y="712470"/>
                  </a:lnTo>
                  <a:close/>
                </a:path>
                <a:path w="6350" h="754380">
                  <a:moveTo>
                    <a:pt x="635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6350" y="712343"/>
                  </a:lnTo>
                  <a:lnTo>
                    <a:pt x="6350" y="706120"/>
                  </a:lnTo>
                  <a:close/>
                </a:path>
                <a:path w="6350" h="754380">
                  <a:moveTo>
                    <a:pt x="635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6350" y="705993"/>
                  </a:lnTo>
                  <a:lnTo>
                    <a:pt x="6350" y="699770"/>
                  </a:lnTo>
                  <a:close/>
                </a:path>
                <a:path w="6350" h="754380">
                  <a:moveTo>
                    <a:pt x="635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6350" y="699643"/>
                  </a:lnTo>
                  <a:lnTo>
                    <a:pt x="6350" y="693420"/>
                  </a:lnTo>
                  <a:close/>
                </a:path>
                <a:path w="6350" h="754380">
                  <a:moveTo>
                    <a:pt x="635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6350" y="693293"/>
                  </a:lnTo>
                  <a:lnTo>
                    <a:pt x="6350" y="687070"/>
                  </a:lnTo>
                  <a:close/>
                </a:path>
                <a:path w="6350" h="754380">
                  <a:moveTo>
                    <a:pt x="635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6350" y="686943"/>
                  </a:lnTo>
                  <a:lnTo>
                    <a:pt x="6350" y="680720"/>
                  </a:lnTo>
                  <a:close/>
                </a:path>
                <a:path w="6350" h="754380">
                  <a:moveTo>
                    <a:pt x="6350" y="674370"/>
                  </a:moveTo>
                  <a:lnTo>
                    <a:pt x="0" y="674370"/>
                  </a:lnTo>
                  <a:lnTo>
                    <a:pt x="0" y="680593"/>
                  </a:lnTo>
                  <a:lnTo>
                    <a:pt x="6350" y="680593"/>
                  </a:lnTo>
                  <a:lnTo>
                    <a:pt x="6350" y="674370"/>
                  </a:lnTo>
                  <a:close/>
                </a:path>
                <a:path w="6350" h="754380">
                  <a:moveTo>
                    <a:pt x="6350" y="671830"/>
                  </a:moveTo>
                  <a:lnTo>
                    <a:pt x="0" y="671830"/>
                  </a:lnTo>
                  <a:lnTo>
                    <a:pt x="0" y="674243"/>
                  </a:lnTo>
                  <a:lnTo>
                    <a:pt x="6350" y="674243"/>
                  </a:lnTo>
                  <a:lnTo>
                    <a:pt x="6350" y="671830"/>
                  </a:lnTo>
                  <a:close/>
                </a:path>
              </a:pathLst>
            </a:custGeom>
            <a:solidFill>
              <a:srgbClr val="4168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38">
              <a:extLst>
                <a:ext uri="{FF2B5EF4-FFF2-40B4-BE49-F238E27FC236}">
                  <a16:creationId xmlns:a16="http://schemas.microsoft.com/office/drawing/2014/main" id="{05EF6B5F-D48E-6AE0-6AEB-D73497F0C95F}"/>
                </a:ext>
              </a:extLst>
            </p:cNvPr>
            <p:cNvSpPr/>
            <p:nvPr/>
          </p:nvSpPr>
          <p:spPr>
            <a:xfrm>
              <a:off x="7671924" y="2671714"/>
              <a:ext cx="7620" cy="756920"/>
            </a:xfrm>
            <a:custGeom>
              <a:avLst/>
              <a:gdLst/>
              <a:ahLst/>
              <a:cxnLst/>
              <a:rect l="l" t="t" r="r" b="b"/>
              <a:pathLst>
                <a:path w="7620" h="756919">
                  <a:moveTo>
                    <a:pt x="7620" y="85216"/>
                  </a:moveTo>
                  <a:lnTo>
                    <a:pt x="0" y="85216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85216"/>
                  </a:lnTo>
                  <a:close/>
                </a:path>
                <a:path w="7620" h="756919">
                  <a:moveTo>
                    <a:pt x="7620" y="78866"/>
                  </a:moveTo>
                  <a:lnTo>
                    <a:pt x="0" y="78866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78866"/>
                  </a:lnTo>
                  <a:close/>
                </a:path>
                <a:path w="7620" h="756919">
                  <a:moveTo>
                    <a:pt x="762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5057"/>
                  </a:lnTo>
                  <a:close/>
                </a:path>
                <a:path w="7620" h="756919">
                  <a:moveTo>
                    <a:pt x="762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516"/>
                  </a:lnTo>
                  <a:close/>
                </a:path>
                <a:path w="7620" h="756919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756919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756919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756919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756919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756919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756919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756919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756919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756919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756919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756919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756919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756919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756919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756919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756919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756919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756919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756919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756919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756919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756919">
                  <a:moveTo>
                    <a:pt x="7620" y="0"/>
                  </a:moveTo>
                  <a:lnTo>
                    <a:pt x="3810" y="0"/>
                  </a:lnTo>
                  <a:lnTo>
                    <a:pt x="3810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756919">
                  <a:moveTo>
                    <a:pt x="7620" y="95250"/>
                  </a:moveTo>
                  <a:lnTo>
                    <a:pt x="0" y="95250"/>
                  </a:lnTo>
                  <a:lnTo>
                    <a:pt x="0" y="666750"/>
                  </a:lnTo>
                  <a:lnTo>
                    <a:pt x="7620" y="666750"/>
                  </a:lnTo>
                  <a:lnTo>
                    <a:pt x="7620" y="95250"/>
                  </a:lnTo>
                  <a:close/>
                </a:path>
                <a:path w="7620" h="756919">
                  <a:moveTo>
                    <a:pt x="7620" y="666750"/>
                  </a:moveTo>
                  <a:lnTo>
                    <a:pt x="0" y="666750"/>
                  </a:lnTo>
                  <a:lnTo>
                    <a:pt x="0" y="673100"/>
                  </a:lnTo>
                  <a:lnTo>
                    <a:pt x="7620" y="673100"/>
                  </a:lnTo>
                  <a:lnTo>
                    <a:pt x="7620" y="666750"/>
                  </a:lnTo>
                  <a:close/>
                </a:path>
                <a:path w="7620" h="756919">
                  <a:moveTo>
                    <a:pt x="7620" y="751967"/>
                  </a:moveTo>
                  <a:lnTo>
                    <a:pt x="0" y="751967"/>
                  </a:lnTo>
                  <a:lnTo>
                    <a:pt x="0" y="755650"/>
                  </a:lnTo>
                  <a:lnTo>
                    <a:pt x="2540" y="755650"/>
                  </a:lnTo>
                  <a:lnTo>
                    <a:pt x="2540" y="756920"/>
                  </a:lnTo>
                  <a:lnTo>
                    <a:pt x="7620" y="756920"/>
                  </a:lnTo>
                  <a:lnTo>
                    <a:pt x="7620" y="751967"/>
                  </a:lnTo>
                  <a:close/>
                </a:path>
                <a:path w="7620" h="756919">
                  <a:moveTo>
                    <a:pt x="7620" y="745617"/>
                  </a:moveTo>
                  <a:lnTo>
                    <a:pt x="0" y="745617"/>
                  </a:lnTo>
                  <a:lnTo>
                    <a:pt x="0" y="751840"/>
                  </a:lnTo>
                  <a:lnTo>
                    <a:pt x="7620" y="751840"/>
                  </a:lnTo>
                  <a:lnTo>
                    <a:pt x="7620" y="745617"/>
                  </a:lnTo>
                  <a:close/>
                </a:path>
                <a:path w="7620" h="756919">
                  <a:moveTo>
                    <a:pt x="7620" y="739267"/>
                  </a:moveTo>
                  <a:lnTo>
                    <a:pt x="0" y="739267"/>
                  </a:lnTo>
                  <a:lnTo>
                    <a:pt x="0" y="745490"/>
                  </a:lnTo>
                  <a:lnTo>
                    <a:pt x="7620" y="745490"/>
                  </a:lnTo>
                  <a:lnTo>
                    <a:pt x="7620" y="739267"/>
                  </a:lnTo>
                  <a:close/>
                </a:path>
                <a:path w="7620" h="756919">
                  <a:moveTo>
                    <a:pt x="762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7620" y="739140"/>
                  </a:lnTo>
                  <a:lnTo>
                    <a:pt x="7620" y="732917"/>
                  </a:lnTo>
                  <a:close/>
                </a:path>
                <a:path w="7620" h="756919">
                  <a:moveTo>
                    <a:pt x="762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7620" y="732790"/>
                  </a:lnTo>
                  <a:lnTo>
                    <a:pt x="7620" y="726567"/>
                  </a:lnTo>
                  <a:close/>
                </a:path>
                <a:path w="7620" h="756919">
                  <a:moveTo>
                    <a:pt x="762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7620" y="726440"/>
                  </a:lnTo>
                  <a:lnTo>
                    <a:pt x="7620" y="720217"/>
                  </a:lnTo>
                  <a:close/>
                </a:path>
                <a:path w="7620" h="756919">
                  <a:moveTo>
                    <a:pt x="762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7620" y="720090"/>
                  </a:lnTo>
                  <a:lnTo>
                    <a:pt x="7620" y="713867"/>
                  </a:lnTo>
                  <a:close/>
                </a:path>
                <a:path w="7620" h="756919">
                  <a:moveTo>
                    <a:pt x="762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7620" y="713740"/>
                  </a:lnTo>
                  <a:lnTo>
                    <a:pt x="7620" y="707517"/>
                  </a:lnTo>
                  <a:close/>
                </a:path>
                <a:path w="7620" h="756919">
                  <a:moveTo>
                    <a:pt x="762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7620" y="707390"/>
                  </a:lnTo>
                  <a:lnTo>
                    <a:pt x="7620" y="701167"/>
                  </a:lnTo>
                  <a:close/>
                </a:path>
                <a:path w="7620" h="756919">
                  <a:moveTo>
                    <a:pt x="762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817"/>
                  </a:lnTo>
                  <a:close/>
                </a:path>
                <a:path w="7620" h="756919">
                  <a:moveTo>
                    <a:pt x="762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467"/>
                  </a:lnTo>
                  <a:close/>
                </a:path>
                <a:path w="7620" h="756919">
                  <a:moveTo>
                    <a:pt x="762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2117"/>
                  </a:lnTo>
                  <a:close/>
                </a:path>
                <a:path w="7620" h="756919">
                  <a:moveTo>
                    <a:pt x="7620" y="675767"/>
                  </a:moveTo>
                  <a:lnTo>
                    <a:pt x="0" y="675767"/>
                  </a:lnTo>
                  <a:lnTo>
                    <a:pt x="0" y="681990"/>
                  </a:lnTo>
                  <a:lnTo>
                    <a:pt x="7620" y="681990"/>
                  </a:lnTo>
                  <a:lnTo>
                    <a:pt x="7620" y="675767"/>
                  </a:lnTo>
                  <a:close/>
                </a:path>
                <a:path w="7620" h="756919">
                  <a:moveTo>
                    <a:pt x="7620" y="673227"/>
                  </a:moveTo>
                  <a:lnTo>
                    <a:pt x="0" y="673227"/>
                  </a:lnTo>
                  <a:lnTo>
                    <a:pt x="0" y="675640"/>
                  </a:lnTo>
                  <a:lnTo>
                    <a:pt x="7620" y="675640"/>
                  </a:lnTo>
                  <a:lnTo>
                    <a:pt x="7620" y="673227"/>
                  </a:lnTo>
                  <a:close/>
                </a:path>
              </a:pathLst>
            </a:custGeom>
            <a:solidFill>
              <a:srgbClr val="4067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39">
              <a:extLst>
                <a:ext uri="{FF2B5EF4-FFF2-40B4-BE49-F238E27FC236}">
                  <a16:creationId xmlns:a16="http://schemas.microsoft.com/office/drawing/2014/main" id="{9C5C3037-0D7D-4B35-288E-36821B8210E4}"/>
                </a:ext>
              </a:extLst>
            </p:cNvPr>
            <p:cNvSpPr/>
            <p:nvPr/>
          </p:nvSpPr>
          <p:spPr>
            <a:xfrm>
              <a:off x="7679544" y="2670444"/>
              <a:ext cx="7620" cy="760095"/>
            </a:xfrm>
            <a:custGeom>
              <a:avLst/>
              <a:gdLst/>
              <a:ahLst/>
              <a:cxnLst/>
              <a:rect l="l" t="t" r="r" b="b"/>
              <a:pathLst>
                <a:path w="7620" h="760094">
                  <a:moveTo>
                    <a:pt x="7620" y="86487"/>
                  </a:moveTo>
                  <a:lnTo>
                    <a:pt x="0" y="86487"/>
                  </a:lnTo>
                  <a:lnTo>
                    <a:pt x="0" y="96520"/>
                  </a:lnTo>
                  <a:lnTo>
                    <a:pt x="7620" y="96520"/>
                  </a:lnTo>
                  <a:lnTo>
                    <a:pt x="7620" y="86487"/>
                  </a:lnTo>
                  <a:close/>
                </a:path>
                <a:path w="7620" h="760094">
                  <a:moveTo>
                    <a:pt x="7620" y="80137"/>
                  </a:moveTo>
                  <a:lnTo>
                    <a:pt x="0" y="80137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0137"/>
                  </a:lnTo>
                  <a:close/>
                </a:path>
                <a:path w="7620" h="760094">
                  <a:moveTo>
                    <a:pt x="762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6327"/>
                  </a:lnTo>
                  <a:close/>
                </a:path>
                <a:path w="7620" h="760094">
                  <a:moveTo>
                    <a:pt x="762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787"/>
                  </a:lnTo>
                  <a:close/>
                </a:path>
                <a:path w="7620" h="760094">
                  <a:moveTo>
                    <a:pt x="762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69977"/>
                  </a:lnTo>
                  <a:close/>
                </a:path>
                <a:path w="7620" h="760094">
                  <a:moveTo>
                    <a:pt x="762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437"/>
                  </a:lnTo>
                  <a:close/>
                </a:path>
                <a:path w="7620" h="760094">
                  <a:moveTo>
                    <a:pt x="762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3627"/>
                  </a:lnTo>
                  <a:close/>
                </a:path>
                <a:path w="7620" h="760094">
                  <a:moveTo>
                    <a:pt x="762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1087"/>
                  </a:lnTo>
                  <a:close/>
                </a:path>
                <a:path w="7620" h="760094">
                  <a:moveTo>
                    <a:pt x="762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7277"/>
                  </a:lnTo>
                  <a:close/>
                </a:path>
                <a:path w="7620" h="760094">
                  <a:moveTo>
                    <a:pt x="762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737"/>
                  </a:lnTo>
                  <a:close/>
                </a:path>
                <a:path w="7620" h="760094">
                  <a:moveTo>
                    <a:pt x="762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0927"/>
                  </a:lnTo>
                  <a:close/>
                </a:path>
                <a:path w="7620" h="760094">
                  <a:moveTo>
                    <a:pt x="762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387"/>
                  </a:lnTo>
                  <a:close/>
                </a:path>
                <a:path w="7620" h="760094">
                  <a:moveTo>
                    <a:pt x="762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4577"/>
                  </a:lnTo>
                  <a:close/>
                </a:path>
                <a:path w="7620" h="760094">
                  <a:moveTo>
                    <a:pt x="762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2037"/>
                  </a:lnTo>
                  <a:close/>
                </a:path>
                <a:path w="7620" h="760094">
                  <a:moveTo>
                    <a:pt x="762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8227"/>
                  </a:lnTo>
                  <a:close/>
                </a:path>
                <a:path w="7620" h="760094">
                  <a:moveTo>
                    <a:pt x="762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687"/>
                  </a:lnTo>
                  <a:close/>
                </a:path>
                <a:path w="7620" h="760094">
                  <a:moveTo>
                    <a:pt x="762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1877"/>
                  </a:lnTo>
                  <a:close/>
                </a:path>
                <a:path w="7620" h="760094">
                  <a:moveTo>
                    <a:pt x="762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337"/>
                  </a:lnTo>
                  <a:close/>
                </a:path>
                <a:path w="7620" h="760094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760094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760094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760094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760094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760094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760094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760094">
                  <a:moveTo>
                    <a:pt x="762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close/>
                </a:path>
                <a:path w="7620" h="760094">
                  <a:moveTo>
                    <a:pt x="762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20" h="760094">
                  <a:moveTo>
                    <a:pt x="7620" y="96520"/>
                  </a:moveTo>
                  <a:lnTo>
                    <a:pt x="0" y="96520"/>
                  </a:lnTo>
                  <a:lnTo>
                    <a:pt x="0" y="668020"/>
                  </a:lnTo>
                  <a:lnTo>
                    <a:pt x="7620" y="668020"/>
                  </a:lnTo>
                  <a:lnTo>
                    <a:pt x="7620" y="96520"/>
                  </a:lnTo>
                  <a:close/>
                </a:path>
                <a:path w="7620" h="760094">
                  <a:moveTo>
                    <a:pt x="7620" y="668020"/>
                  </a:moveTo>
                  <a:lnTo>
                    <a:pt x="0" y="668020"/>
                  </a:lnTo>
                  <a:lnTo>
                    <a:pt x="0" y="674370"/>
                  </a:lnTo>
                  <a:lnTo>
                    <a:pt x="7620" y="674370"/>
                  </a:lnTo>
                  <a:lnTo>
                    <a:pt x="7620" y="668020"/>
                  </a:lnTo>
                  <a:close/>
                </a:path>
                <a:path w="7620" h="760094">
                  <a:moveTo>
                    <a:pt x="7620" y="753237"/>
                  </a:moveTo>
                  <a:lnTo>
                    <a:pt x="0" y="753237"/>
                  </a:lnTo>
                  <a:lnTo>
                    <a:pt x="0" y="758190"/>
                  </a:lnTo>
                  <a:lnTo>
                    <a:pt x="1270" y="758190"/>
                  </a:lnTo>
                  <a:lnTo>
                    <a:pt x="1270" y="759587"/>
                  </a:lnTo>
                  <a:lnTo>
                    <a:pt x="7620" y="759587"/>
                  </a:lnTo>
                  <a:lnTo>
                    <a:pt x="7620" y="753237"/>
                  </a:lnTo>
                  <a:close/>
                </a:path>
                <a:path w="7620" h="760094">
                  <a:moveTo>
                    <a:pt x="7620" y="746887"/>
                  </a:moveTo>
                  <a:lnTo>
                    <a:pt x="0" y="746887"/>
                  </a:lnTo>
                  <a:lnTo>
                    <a:pt x="0" y="753110"/>
                  </a:lnTo>
                  <a:lnTo>
                    <a:pt x="7620" y="753110"/>
                  </a:lnTo>
                  <a:lnTo>
                    <a:pt x="7620" y="746887"/>
                  </a:lnTo>
                  <a:close/>
                </a:path>
                <a:path w="7620" h="760094">
                  <a:moveTo>
                    <a:pt x="7620" y="740537"/>
                  </a:moveTo>
                  <a:lnTo>
                    <a:pt x="0" y="740537"/>
                  </a:lnTo>
                  <a:lnTo>
                    <a:pt x="0" y="746760"/>
                  </a:lnTo>
                  <a:lnTo>
                    <a:pt x="7620" y="746760"/>
                  </a:lnTo>
                  <a:lnTo>
                    <a:pt x="7620" y="740537"/>
                  </a:lnTo>
                  <a:close/>
                </a:path>
                <a:path w="7620" h="760094">
                  <a:moveTo>
                    <a:pt x="7620" y="734187"/>
                  </a:moveTo>
                  <a:lnTo>
                    <a:pt x="0" y="734187"/>
                  </a:lnTo>
                  <a:lnTo>
                    <a:pt x="0" y="740410"/>
                  </a:lnTo>
                  <a:lnTo>
                    <a:pt x="7620" y="740410"/>
                  </a:lnTo>
                  <a:lnTo>
                    <a:pt x="7620" y="734187"/>
                  </a:lnTo>
                  <a:close/>
                </a:path>
                <a:path w="7620" h="760094">
                  <a:moveTo>
                    <a:pt x="7620" y="727837"/>
                  </a:moveTo>
                  <a:lnTo>
                    <a:pt x="0" y="727837"/>
                  </a:lnTo>
                  <a:lnTo>
                    <a:pt x="0" y="734060"/>
                  </a:lnTo>
                  <a:lnTo>
                    <a:pt x="7620" y="734060"/>
                  </a:lnTo>
                  <a:lnTo>
                    <a:pt x="7620" y="727837"/>
                  </a:lnTo>
                  <a:close/>
                </a:path>
                <a:path w="7620" h="760094">
                  <a:moveTo>
                    <a:pt x="7620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7620" y="727710"/>
                  </a:lnTo>
                  <a:lnTo>
                    <a:pt x="7620" y="721487"/>
                  </a:lnTo>
                  <a:close/>
                </a:path>
                <a:path w="7620" h="760094">
                  <a:moveTo>
                    <a:pt x="7620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7620" y="721360"/>
                  </a:lnTo>
                  <a:lnTo>
                    <a:pt x="7620" y="715137"/>
                  </a:lnTo>
                  <a:close/>
                </a:path>
                <a:path w="7620" h="760094">
                  <a:moveTo>
                    <a:pt x="762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7620" y="715010"/>
                  </a:lnTo>
                  <a:lnTo>
                    <a:pt x="7620" y="708787"/>
                  </a:lnTo>
                  <a:close/>
                </a:path>
                <a:path w="7620" h="760094">
                  <a:moveTo>
                    <a:pt x="762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7620" y="708660"/>
                  </a:lnTo>
                  <a:lnTo>
                    <a:pt x="7620" y="702437"/>
                  </a:lnTo>
                  <a:close/>
                </a:path>
                <a:path w="7620" h="760094">
                  <a:moveTo>
                    <a:pt x="762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7620" y="702310"/>
                  </a:lnTo>
                  <a:lnTo>
                    <a:pt x="7620" y="696087"/>
                  </a:lnTo>
                  <a:close/>
                </a:path>
                <a:path w="7620" h="760094">
                  <a:moveTo>
                    <a:pt x="762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7620" y="695960"/>
                  </a:lnTo>
                  <a:lnTo>
                    <a:pt x="7620" y="689737"/>
                  </a:lnTo>
                  <a:close/>
                </a:path>
                <a:path w="7620" h="760094">
                  <a:moveTo>
                    <a:pt x="7620" y="683387"/>
                  </a:moveTo>
                  <a:lnTo>
                    <a:pt x="0" y="683387"/>
                  </a:lnTo>
                  <a:lnTo>
                    <a:pt x="0" y="689610"/>
                  </a:lnTo>
                  <a:lnTo>
                    <a:pt x="7620" y="689610"/>
                  </a:lnTo>
                  <a:lnTo>
                    <a:pt x="7620" y="683387"/>
                  </a:lnTo>
                  <a:close/>
                </a:path>
                <a:path w="7620" h="760094">
                  <a:moveTo>
                    <a:pt x="7620" y="677037"/>
                  </a:moveTo>
                  <a:lnTo>
                    <a:pt x="0" y="677037"/>
                  </a:lnTo>
                  <a:lnTo>
                    <a:pt x="0" y="683260"/>
                  </a:lnTo>
                  <a:lnTo>
                    <a:pt x="7620" y="683260"/>
                  </a:lnTo>
                  <a:lnTo>
                    <a:pt x="7620" y="677037"/>
                  </a:lnTo>
                  <a:close/>
                </a:path>
                <a:path w="7620" h="760094">
                  <a:moveTo>
                    <a:pt x="7620" y="674497"/>
                  </a:moveTo>
                  <a:lnTo>
                    <a:pt x="0" y="674497"/>
                  </a:lnTo>
                  <a:lnTo>
                    <a:pt x="0" y="676910"/>
                  </a:lnTo>
                  <a:lnTo>
                    <a:pt x="7620" y="676910"/>
                  </a:lnTo>
                  <a:lnTo>
                    <a:pt x="7620" y="674497"/>
                  </a:lnTo>
                  <a:close/>
                </a:path>
              </a:pathLst>
            </a:custGeom>
            <a:solidFill>
              <a:srgbClr val="4066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0">
              <a:extLst>
                <a:ext uri="{FF2B5EF4-FFF2-40B4-BE49-F238E27FC236}">
                  <a16:creationId xmlns:a16="http://schemas.microsoft.com/office/drawing/2014/main" id="{EE20BA33-69EB-3F84-B1BD-D6C7FCA72634}"/>
                </a:ext>
              </a:extLst>
            </p:cNvPr>
            <p:cNvSpPr/>
            <p:nvPr/>
          </p:nvSpPr>
          <p:spPr>
            <a:xfrm>
              <a:off x="7687165" y="2669301"/>
              <a:ext cx="6350" cy="762000"/>
            </a:xfrm>
            <a:custGeom>
              <a:avLst/>
              <a:gdLst/>
              <a:ahLst/>
              <a:cxnLst/>
              <a:rect l="l" t="t" r="r" b="b"/>
              <a:pathLst>
                <a:path w="6350" h="762000">
                  <a:moveTo>
                    <a:pt x="6350" y="87629"/>
                  </a:moveTo>
                  <a:lnTo>
                    <a:pt x="0" y="87629"/>
                  </a:lnTo>
                  <a:lnTo>
                    <a:pt x="0" y="97662"/>
                  </a:lnTo>
                  <a:lnTo>
                    <a:pt x="6350" y="97662"/>
                  </a:lnTo>
                  <a:lnTo>
                    <a:pt x="6350" y="87629"/>
                  </a:lnTo>
                  <a:close/>
                </a:path>
                <a:path w="6350" h="762000">
                  <a:moveTo>
                    <a:pt x="6350" y="81279"/>
                  </a:moveTo>
                  <a:lnTo>
                    <a:pt x="0" y="81279"/>
                  </a:lnTo>
                  <a:lnTo>
                    <a:pt x="0" y="87502"/>
                  </a:lnTo>
                  <a:lnTo>
                    <a:pt x="6350" y="87502"/>
                  </a:lnTo>
                  <a:lnTo>
                    <a:pt x="6350" y="81279"/>
                  </a:lnTo>
                  <a:close/>
                </a:path>
                <a:path w="6350" h="762000">
                  <a:moveTo>
                    <a:pt x="6350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6350" y="81152"/>
                  </a:lnTo>
                  <a:lnTo>
                    <a:pt x="6350" y="77470"/>
                  </a:lnTo>
                  <a:close/>
                </a:path>
                <a:path w="6350" h="762000">
                  <a:moveTo>
                    <a:pt x="6350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6350" y="77342"/>
                  </a:lnTo>
                  <a:lnTo>
                    <a:pt x="6350" y="74929"/>
                  </a:lnTo>
                  <a:close/>
                </a:path>
                <a:path w="6350" h="762000">
                  <a:moveTo>
                    <a:pt x="6350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6350" y="74802"/>
                  </a:lnTo>
                  <a:lnTo>
                    <a:pt x="6350" y="71120"/>
                  </a:lnTo>
                  <a:close/>
                </a:path>
                <a:path w="6350" h="762000">
                  <a:moveTo>
                    <a:pt x="6350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8579"/>
                  </a:lnTo>
                  <a:close/>
                </a:path>
                <a:path w="6350" h="762000">
                  <a:moveTo>
                    <a:pt x="6350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6350" y="68452"/>
                  </a:lnTo>
                  <a:lnTo>
                    <a:pt x="6350" y="64770"/>
                  </a:lnTo>
                  <a:close/>
                </a:path>
                <a:path w="6350" h="762000">
                  <a:moveTo>
                    <a:pt x="6350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2229"/>
                  </a:lnTo>
                  <a:close/>
                </a:path>
                <a:path w="6350" h="762000">
                  <a:moveTo>
                    <a:pt x="6350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6350" y="62102"/>
                  </a:lnTo>
                  <a:lnTo>
                    <a:pt x="6350" y="58420"/>
                  </a:lnTo>
                  <a:close/>
                </a:path>
                <a:path w="6350" h="762000">
                  <a:moveTo>
                    <a:pt x="6350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5879"/>
                  </a:lnTo>
                  <a:close/>
                </a:path>
                <a:path w="6350" h="762000">
                  <a:moveTo>
                    <a:pt x="635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6350" y="55752"/>
                  </a:lnTo>
                  <a:lnTo>
                    <a:pt x="6350" y="52070"/>
                  </a:lnTo>
                  <a:close/>
                </a:path>
                <a:path w="6350" h="762000">
                  <a:moveTo>
                    <a:pt x="635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9529"/>
                  </a:lnTo>
                  <a:close/>
                </a:path>
                <a:path w="6350" h="762000">
                  <a:moveTo>
                    <a:pt x="635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6350" y="49402"/>
                  </a:lnTo>
                  <a:lnTo>
                    <a:pt x="6350" y="45720"/>
                  </a:lnTo>
                  <a:close/>
                </a:path>
                <a:path w="6350" h="762000">
                  <a:moveTo>
                    <a:pt x="635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3179"/>
                  </a:lnTo>
                  <a:close/>
                </a:path>
                <a:path w="6350" h="762000">
                  <a:moveTo>
                    <a:pt x="635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6350" y="43052"/>
                  </a:lnTo>
                  <a:lnTo>
                    <a:pt x="6350" y="39370"/>
                  </a:lnTo>
                  <a:close/>
                </a:path>
                <a:path w="6350" h="762000">
                  <a:moveTo>
                    <a:pt x="635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6829"/>
                  </a:lnTo>
                  <a:close/>
                </a:path>
                <a:path w="6350" h="762000">
                  <a:moveTo>
                    <a:pt x="635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6350" y="36702"/>
                  </a:lnTo>
                  <a:lnTo>
                    <a:pt x="6350" y="33020"/>
                  </a:lnTo>
                  <a:close/>
                </a:path>
                <a:path w="6350" h="762000">
                  <a:moveTo>
                    <a:pt x="635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30479"/>
                  </a:lnTo>
                  <a:close/>
                </a:path>
                <a:path w="6350" h="762000">
                  <a:moveTo>
                    <a:pt x="635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6350" y="30352"/>
                  </a:lnTo>
                  <a:lnTo>
                    <a:pt x="6350" y="26670"/>
                  </a:lnTo>
                  <a:close/>
                </a:path>
                <a:path w="6350" h="762000">
                  <a:moveTo>
                    <a:pt x="635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4129"/>
                  </a:lnTo>
                  <a:close/>
                </a:path>
                <a:path w="6350" h="762000">
                  <a:moveTo>
                    <a:pt x="635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6350" y="24002"/>
                  </a:lnTo>
                  <a:lnTo>
                    <a:pt x="6350" y="20320"/>
                  </a:lnTo>
                  <a:close/>
                </a:path>
                <a:path w="6350" h="762000">
                  <a:moveTo>
                    <a:pt x="635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7779"/>
                  </a:lnTo>
                  <a:close/>
                </a:path>
                <a:path w="6350" h="762000">
                  <a:moveTo>
                    <a:pt x="635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6350" y="17652"/>
                  </a:lnTo>
                  <a:lnTo>
                    <a:pt x="6350" y="13970"/>
                  </a:lnTo>
                  <a:close/>
                </a:path>
                <a:path w="6350" h="762000">
                  <a:moveTo>
                    <a:pt x="635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1429"/>
                  </a:lnTo>
                  <a:close/>
                </a:path>
                <a:path w="6350" h="762000">
                  <a:moveTo>
                    <a:pt x="635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6350" y="11302"/>
                  </a:lnTo>
                  <a:lnTo>
                    <a:pt x="6350" y="7620"/>
                  </a:lnTo>
                  <a:close/>
                </a:path>
                <a:path w="6350" h="762000">
                  <a:moveTo>
                    <a:pt x="635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5079"/>
                  </a:lnTo>
                  <a:close/>
                </a:path>
                <a:path w="6350" h="762000">
                  <a:moveTo>
                    <a:pt x="1270" y="1142"/>
                  </a:moveTo>
                  <a:lnTo>
                    <a:pt x="0" y="1142"/>
                  </a:lnTo>
                  <a:lnTo>
                    <a:pt x="0" y="4952"/>
                  </a:lnTo>
                  <a:lnTo>
                    <a:pt x="6350" y="4952"/>
                  </a:lnTo>
                  <a:lnTo>
                    <a:pt x="6350" y="1270"/>
                  </a:lnTo>
                  <a:lnTo>
                    <a:pt x="1270" y="1270"/>
                  </a:lnTo>
                  <a:lnTo>
                    <a:pt x="1270" y="1142"/>
                  </a:lnTo>
                  <a:close/>
                </a:path>
                <a:path w="6350" h="762000">
                  <a:moveTo>
                    <a:pt x="6350" y="0"/>
                  </a:moveTo>
                  <a:lnTo>
                    <a:pt x="1270" y="0"/>
                  </a:lnTo>
                  <a:lnTo>
                    <a:pt x="127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762000">
                  <a:moveTo>
                    <a:pt x="6350" y="97663"/>
                  </a:moveTo>
                  <a:lnTo>
                    <a:pt x="0" y="97663"/>
                  </a:lnTo>
                  <a:lnTo>
                    <a:pt x="0" y="669163"/>
                  </a:lnTo>
                  <a:lnTo>
                    <a:pt x="6350" y="669163"/>
                  </a:lnTo>
                  <a:lnTo>
                    <a:pt x="6350" y="97663"/>
                  </a:lnTo>
                  <a:close/>
                </a:path>
                <a:path w="6350" h="762000">
                  <a:moveTo>
                    <a:pt x="6350" y="669163"/>
                  </a:moveTo>
                  <a:lnTo>
                    <a:pt x="0" y="669163"/>
                  </a:lnTo>
                  <a:lnTo>
                    <a:pt x="0" y="675513"/>
                  </a:lnTo>
                  <a:lnTo>
                    <a:pt x="6350" y="675513"/>
                  </a:lnTo>
                  <a:lnTo>
                    <a:pt x="6350" y="669163"/>
                  </a:lnTo>
                  <a:close/>
                </a:path>
                <a:path w="6350" h="762000">
                  <a:moveTo>
                    <a:pt x="6350" y="760730"/>
                  </a:moveTo>
                  <a:lnTo>
                    <a:pt x="0" y="760730"/>
                  </a:lnTo>
                  <a:lnTo>
                    <a:pt x="0" y="761873"/>
                  </a:lnTo>
                  <a:lnTo>
                    <a:pt x="6350" y="761873"/>
                  </a:lnTo>
                  <a:lnTo>
                    <a:pt x="6350" y="760730"/>
                  </a:lnTo>
                  <a:close/>
                </a:path>
                <a:path w="6350" h="762000">
                  <a:moveTo>
                    <a:pt x="6350" y="754380"/>
                  </a:moveTo>
                  <a:lnTo>
                    <a:pt x="0" y="754380"/>
                  </a:lnTo>
                  <a:lnTo>
                    <a:pt x="0" y="760603"/>
                  </a:lnTo>
                  <a:lnTo>
                    <a:pt x="6350" y="760603"/>
                  </a:lnTo>
                  <a:lnTo>
                    <a:pt x="6350" y="754380"/>
                  </a:lnTo>
                  <a:close/>
                </a:path>
                <a:path w="6350" h="762000">
                  <a:moveTo>
                    <a:pt x="6350" y="748030"/>
                  </a:moveTo>
                  <a:lnTo>
                    <a:pt x="0" y="748030"/>
                  </a:lnTo>
                  <a:lnTo>
                    <a:pt x="0" y="754253"/>
                  </a:lnTo>
                  <a:lnTo>
                    <a:pt x="6350" y="754253"/>
                  </a:lnTo>
                  <a:lnTo>
                    <a:pt x="6350" y="748030"/>
                  </a:lnTo>
                  <a:close/>
                </a:path>
                <a:path w="6350" h="762000">
                  <a:moveTo>
                    <a:pt x="6350" y="741680"/>
                  </a:moveTo>
                  <a:lnTo>
                    <a:pt x="0" y="741680"/>
                  </a:lnTo>
                  <a:lnTo>
                    <a:pt x="0" y="747903"/>
                  </a:lnTo>
                  <a:lnTo>
                    <a:pt x="6350" y="747903"/>
                  </a:lnTo>
                  <a:lnTo>
                    <a:pt x="6350" y="741680"/>
                  </a:lnTo>
                  <a:close/>
                </a:path>
                <a:path w="6350" h="762000">
                  <a:moveTo>
                    <a:pt x="6350" y="735330"/>
                  </a:moveTo>
                  <a:lnTo>
                    <a:pt x="0" y="735330"/>
                  </a:lnTo>
                  <a:lnTo>
                    <a:pt x="0" y="741553"/>
                  </a:lnTo>
                  <a:lnTo>
                    <a:pt x="6350" y="741553"/>
                  </a:lnTo>
                  <a:lnTo>
                    <a:pt x="6350" y="735330"/>
                  </a:lnTo>
                  <a:close/>
                </a:path>
                <a:path w="6350" h="762000">
                  <a:moveTo>
                    <a:pt x="6350" y="728980"/>
                  </a:moveTo>
                  <a:lnTo>
                    <a:pt x="0" y="728980"/>
                  </a:lnTo>
                  <a:lnTo>
                    <a:pt x="0" y="735203"/>
                  </a:lnTo>
                  <a:lnTo>
                    <a:pt x="6350" y="735203"/>
                  </a:lnTo>
                  <a:lnTo>
                    <a:pt x="6350" y="728980"/>
                  </a:lnTo>
                  <a:close/>
                </a:path>
                <a:path w="6350" h="762000">
                  <a:moveTo>
                    <a:pt x="6350" y="722630"/>
                  </a:moveTo>
                  <a:lnTo>
                    <a:pt x="0" y="722630"/>
                  </a:lnTo>
                  <a:lnTo>
                    <a:pt x="0" y="728853"/>
                  </a:lnTo>
                  <a:lnTo>
                    <a:pt x="6350" y="728853"/>
                  </a:lnTo>
                  <a:lnTo>
                    <a:pt x="6350" y="722630"/>
                  </a:lnTo>
                  <a:close/>
                </a:path>
                <a:path w="6350" h="762000">
                  <a:moveTo>
                    <a:pt x="6350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6350" y="722503"/>
                  </a:lnTo>
                  <a:lnTo>
                    <a:pt x="6350" y="716280"/>
                  </a:lnTo>
                  <a:close/>
                </a:path>
                <a:path w="6350" h="762000">
                  <a:moveTo>
                    <a:pt x="6350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6350" y="716153"/>
                  </a:lnTo>
                  <a:lnTo>
                    <a:pt x="6350" y="709930"/>
                  </a:lnTo>
                  <a:close/>
                </a:path>
                <a:path w="6350" h="762000">
                  <a:moveTo>
                    <a:pt x="6350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6350" y="709803"/>
                  </a:lnTo>
                  <a:lnTo>
                    <a:pt x="6350" y="703580"/>
                  </a:lnTo>
                  <a:close/>
                </a:path>
                <a:path w="6350" h="762000">
                  <a:moveTo>
                    <a:pt x="6350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6350" y="703453"/>
                  </a:lnTo>
                  <a:lnTo>
                    <a:pt x="6350" y="697230"/>
                  </a:lnTo>
                  <a:close/>
                </a:path>
                <a:path w="6350" h="762000">
                  <a:moveTo>
                    <a:pt x="635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6350" y="697103"/>
                  </a:lnTo>
                  <a:lnTo>
                    <a:pt x="6350" y="690880"/>
                  </a:lnTo>
                  <a:close/>
                </a:path>
                <a:path w="6350" h="762000">
                  <a:moveTo>
                    <a:pt x="635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6350" y="690753"/>
                  </a:lnTo>
                  <a:lnTo>
                    <a:pt x="6350" y="684530"/>
                  </a:lnTo>
                  <a:close/>
                </a:path>
                <a:path w="6350" h="762000">
                  <a:moveTo>
                    <a:pt x="635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6350" y="684403"/>
                  </a:lnTo>
                  <a:lnTo>
                    <a:pt x="6350" y="678180"/>
                  </a:lnTo>
                  <a:close/>
                </a:path>
                <a:path w="6350" h="762000">
                  <a:moveTo>
                    <a:pt x="6350" y="675640"/>
                  </a:moveTo>
                  <a:lnTo>
                    <a:pt x="0" y="675640"/>
                  </a:lnTo>
                  <a:lnTo>
                    <a:pt x="0" y="678053"/>
                  </a:lnTo>
                  <a:lnTo>
                    <a:pt x="6350" y="678053"/>
                  </a:lnTo>
                  <a:lnTo>
                    <a:pt x="6350" y="675640"/>
                  </a:lnTo>
                  <a:close/>
                </a:path>
              </a:pathLst>
            </a:custGeom>
            <a:solidFill>
              <a:srgbClr val="3F64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1">
              <a:extLst>
                <a:ext uri="{FF2B5EF4-FFF2-40B4-BE49-F238E27FC236}">
                  <a16:creationId xmlns:a16="http://schemas.microsoft.com/office/drawing/2014/main" id="{1D04E93E-9BBA-B7F1-C55C-2A80AA18E72E}"/>
                </a:ext>
              </a:extLst>
            </p:cNvPr>
            <p:cNvSpPr/>
            <p:nvPr/>
          </p:nvSpPr>
          <p:spPr>
            <a:xfrm>
              <a:off x="7693515" y="2666761"/>
              <a:ext cx="7620" cy="767080"/>
            </a:xfrm>
            <a:custGeom>
              <a:avLst/>
              <a:gdLst/>
              <a:ahLst/>
              <a:cxnLst/>
              <a:rect l="l" t="t" r="r" b="b"/>
              <a:pathLst>
                <a:path w="7620" h="767080">
                  <a:moveTo>
                    <a:pt x="7620" y="90169"/>
                  </a:moveTo>
                  <a:lnTo>
                    <a:pt x="0" y="90169"/>
                  </a:lnTo>
                  <a:lnTo>
                    <a:pt x="0" y="100202"/>
                  </a:lnTo>
                  <a:lnTo>
                    <a:pt x="7620" y="100202"/>
                  </a:lnTo>
                  <a:lnTo>
                    <a:pt x="7620" y="90169"/>
                  </a:lnTo>
                  <a:close/>
                </a:path>
                <a:path w="7620" h="767080">
                  <a:moveTo>
                    <a:pt x="7620" y="83819"/>
                  </a:moveTo>
                  <a:lnTo>
                    <a:pt x="0" y="83819"/>
                  </a:lnTo>
                  <a:lnTo>
                    <a:pt x="0" y="90042"/>
                  </a:lnTo>
                  <a:lnTo>
                    <a:pt x="7620" y="90042"/>
                  </a:lnTo>
                  <a:lnTo>
                    <a:pt x="7620" y="83819"/>
                  </a:lnTo>
                  <a:close/>
                </a:path>
                <a:path w="7620" h="767080">
                  <a:moveTo>
                    <a:pt x="762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20" y="83692"/>
                  </a:lnTo>
                  <a:lnTo>
                    <a:pt x="7620" y="80010"/>
                  </a:lnTo>
                  <a:close/>
                </a:path>
                <a:path w="7620" h="767080">
                  <a:moveTo>
                    <a:pt x="762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20" y="79882"/>
                  </a:lnTo>
                  <a:lnTo>
                    <a:pt x="7620" y="77469"/>
                  </a:lnTo>
                  <a:close/>
                </a:path>
                <a:path w="7620" h="767080">
                  <a:moveTo>
                    <a:pt x="762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3660"/>
                  </a:lnTo>
                  <a:close/>
                </a:path>
                <a:path w="7620" h="767080">
                  <a:moveTo>
                    <a:pt x="762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20" y="73532"/>
                  </a:lnTo>
                  <a:lnTo>
                    <a:pt x="7620" y="71119"/>
                  </a:lnTo>
                  <a:close/>
                </a:path>
                <a:path w="7620" h="767080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767080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767080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767080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76708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76708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76708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76708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76708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76708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76708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76708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76708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76708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76708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76708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76708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76708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76708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76708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76708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767080">
                  <a:moveTo>
                    <a:pt x="6350" y="1142"/>
                  </a:moveTo>
                  <a:lnTo>
                    <a:pt x="0" y="1142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lnTo>
                    <a:pt x="6350" y="1269"/>
                  </a:lnTo>
                  <a:close/>
                </a:path>
                <a:path w="7620" h="767080">
                  <a:moveTo>
                    <a:pt x="7620" y="0"/>
                  </a:moveTo>
                  <a:lnTo>
                    <a:pt x="6350" y="0"/>
                  </a:lnTo>
                  <a:lnTo>
                    <a:pt x="635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767080">
                  <a:moveTo>
                    <a:pt x="7620" y="100203"/>
                  </a:moveTo>
                  <a:lnTo>
                    <a:pt x="0" y="100203"/>
                  </a:lnTo>
                  <a:lnTo>
                    <a:pt x="0" y="671702"/>
                  </a:lnTo>
                  <a:lnTo>
                    <a:pt x="7620" y="671702"/>
                  </a:lnTo>
                  <a:lnTo>
                    <a:pt x="7620" y="100203"/>
                  </a:lnTo>
                  <a:close/>
                </a:path>
                <a:path w="7620" h="767080">
                  <a:moveTo>
                    <a:pt x="7620" y="671703"/>
                  </a:moveTo>
                  <a:lnTo>
                    <a:pt x="0" y="671703"/>
                  </a:lnTo>
                  <a:lnTo>
                    <a:pt x="0" y="678052"/>
                  </a:lnTo>
                  <a:lnTo>
                    <a:pt x="7620" y="678052"/>
                  </a:lnTo>
                  <a:lnTo>
                    <a:pt x="7620" y="671703"/>
                  </a:lnTo>
                  <a:close/>
                </a:path>
                <a:path w="7620" h="767080">
                  <a:moveTo>
                    <a:pt x="7620" y="763270"/>
                  </a:moveTo>
                  <a:lnTo>
                    <a:pt x="0" y="763270"/>
                  </a:lnTo>
                  <a:lnTo>
                    <a:pt x="0" y="765683"/>
                  </a:lnTo>
                  <a:lnTo>
                    <a:pt x="5079" y="765683"/>
                  </a:lnTo>
                  <a:lnTo>
                    <a:pt x="5079" y="766953"/>
                  </a:lnTo>
                  <a:lnTo>
                    <a:pt x="7620" y="766953"/>
                  </a:lnTo>
                  <a:lnTo>
                    <a:pt x="7620" y="763270"/>
                  </a:lnTo>
                  <a:close/>
                </a:path>
                <a:path w="7620" h="767080">
                  <a:moveTo>
                    <a:pt x="7620" y="756920"/>
                  </a:moveTo>
                  <a:lnTo>
                    <a:pt x="0" y="756920"/>
                  </a:lnTo>
                  <a:lnTo>
                    <a:pt x="0" y="763143"/>
                  </a:lnTo>
                  <a:lnTo>
                    <a:pt x="7620" y="763143"/>
                  </a:lnTo>
                  <a:lnTo>
                    <a:pt x="7620" y="756920"/>
                  </a:lnTo>
                  <a:close/>
                </a:path>
                <a:path w="7620" h="767080">
                  <a:moveTo>
                    <a:pt x="7620" y="750570"/>
                  </a:moveTo>
                  <a:lnTo>
                    <a:pt x="0" y="750570"/>
                  </a:lnTo>
                  <a:lnTo>
                    <a:pt x="0" y="756793"/>
                  </a:lnTo>
                  <a:lnTo>
                    <a:pt x="7620" y="756793"/>
                  </a:lnTo>
                  <a:lnTo>
                    <a:pt x="7620" y="750570"/>
                  </a:lnTo>
                  <a:close/>
                </a:path>
                <a:path w="7620" h="767080">
                  <a:moveTo>
                    <a:pt x="7620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7620" y="750443"/>
                  </a:lnTo>
                  <a:lnTo>
                    <a:pt x="7620" y="744220"/>
                  </a:lnTo>
                  <a:close/>
                </a:path>
                <a:path w="7620" h="767080">
                  <a:moveTo>
                    <a:pt x="7620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7620" y="744093"/>
                  </a:lnTo>
                  <a:lnTo>
                    <a:pt x="7620" y="737870"/>
                  </a:lnTo>
                  <a:close/>
                </a:path>
                <a:path w="7620" h="767080">
                  <a:moveTo>
                    <a:pt x="762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7620" y="737743"/>
                  </a:lnTo>
                  <a:lnTo>
                    <a:pt x="7620" y="731520"/>
                  </a:lnTo>
                  <a:close/>
                </a:path>
                <a:path w="7620" h="767080">
                  <a:moveTo>
                    <a:pt x="762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7620" y="731393"/>
                  </a:lnTo>
                  <a:lnTo>
                    <a:pt x="7620" y="725170"/>
                  </a:lnTo>
                  <a:close/>
                </a:path>
                <a:path w="7620" h="767080">
                  <a:moveTo>
                    <a:pt x="762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7620" y="725043"/>
                  </a:lnTo>
                  <a:lnTo>
                    <a:pt x="7620" y="718820"/>
                  </a:lnTo>
                  <a:close/>
                </a:path>
                <a:path w="7620" h="767080">
                  <a:moveTo>
                    <a:pt x="762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7620" y="718693"/>
                  </a:lnTo>
                  <a:lnTo>
                    <a:pt x="7620" y="712470"/>
                  </a:lnTo>
                  <a:close/>
                </a:path>
                <a:path w="7620" h="767080">
                  <a:moveTo>
                    <a:pt x="762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20" y="712343"/>
                  </a:lnTo>
                  <a:lnTo>
                    <a:pt x="7620" y="706120"/>
                  </a:lnTo>
                  <a:close/>
                </a:path>
                <a:path w="7620" h="767080">
                  <a:moveTo>
                    <a:pt x="762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20" y="705993"/>
                  </a:lnTo>
                  <a:lnTo>
                    <a:pt x="7620" y="699770"/>
                  </a:lnTo>
                  <a:close/>
                </a:path>
                <a:path w="7620" h="767080">
                  <a:moveTo>
                    <a:pt x="762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20" y="699643"/>
                  </a:lnTo>
                  <a:lnTo>
                    <a:pt x="7620" y="693420"/>
                  </a:lnTo>
                  <a:close/>
                </a:path>
                <a:path w="7620" h="767080">
                  <a:moveTo>
                    <a:pt x="762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7620" y="693293"/>
                  </a:lnTo>
                  <a:lnTo>
                    <a:pt x="7620" y="687070"/>
                  </a:lnTo>
                  <a:close/>
                </a:path>
                <a:path w="7620" h="767080">
                  <a:moveTo>
                    <a:pt x="762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7620" y="686943"/>
                  </a:lnTo>
                  <a:lnTo>
                    <a:pt x="7620" y="680720"/>
                  </a:lnTo>
                  <a:close/>
                </a:path>
                <a:path w="7620" h="767080">
                  <a:moveTo>
                    <a:pt x="7620" y="678180"/>
                  </a:moveTo>
                  <a:lnTo>
                    <a:pt x="0" y="678180"/>
                  </a:lnTo>
                  <a:lnTo>
                    <a:pt x="0" y="680593"/>
                  </a:lnTo>
                  <a:lnTo>
                    <a:pt x="7620" y="680593"/>
                  </a:lnTo>
                  <a:lnTo>
                    <a:pt x="7620" y="678180"/>
                  </a:lnTo>
                  <a:close/>
                </a:path>
              </a:pathLst>
            </a:custGeom>
            <a:solidFill>
              <a:srgbClr val="3E63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2">
              <a:extLst>
                <a:ext uri="{FF2B5EF4-FFF2-40B4-BE49-F238E27FC236}">
                  <a16:creationId xmlns:a16="http://schemas.microsoft.com/office/drawing/2014/main" id="{D7C4F689-A12A-9A30-3AF2-C0FF595045D3}"/>
                </a:ext>
              </a:extLst>
            </p:cNvPr>
            <p:cNvSpPr/>
            <p:nvPr/>
          </p:nvSpPr>
          <p:spPr>
            <a:xfrm>
              <a:off x="7701135" y="2665364"/>
              <a:ext cx="7620" cy="769620"/>
            </a:xfrm>
            <a:custGeom>
              <a:avLst/>
              <a:gdLst/>
              <a:ahLst/>
              <a:cxnLst/>
              <a:rect l="l" t="t" r="r" b="b"/>
              <a:pathLst>
                <a:path w="7620" h="769619">
                  <a:moveTo>
                    <a:pt x="7620" y="91566"/>
                  </a:moveTo>
                  <a:lnTo>
                    <a:pt x="0" y="91566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1566"/>
                  </a:lnTo>
                  <a:close/>
                </a:path>
                <a:path w="7620" h="769619">
                  <a:moveTo>
                    <a:pt x="7620" y="85216"/>
                  </a:moveTo>
                  <a:lnTo>
                    <a:pt x="0" y="85216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5216"/>
                  </a:lnTo>
                  <a:close/>
                </a:path>
                <a:path w="7620" h="769619">
                  <a:moveTo>
                    <a:pt x="762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1407"/>
                  </a:lnTo>
                  <a:close/>
                </a:path>
                <a:path w="7620" h="769619">
                  <a:moveTo>
                    <a:pt x="762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866"/>
                  </a:lnTo>
                  <a:close/>
                </a:path>
                <a:path w="7620" h="769619">
                  <a:moveTo>
                    <a:pt x="762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5057"/>
                  </a:lnTo>
                  <a:close/>
                </a:path>
                <a:path w="7620" h="769619">
                  <a:moveTo>
                    <a:pt x="762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516"/>
                  </a:lnTo>
                  <a:close/>
                </a:path>
                <a:path w="7620" h="769619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769619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769619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769619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769619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769619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769619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769619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769619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769619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769619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769619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769619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769619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769619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769619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769619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769619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769619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769619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769619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769619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769619">
                  <a:moveTo>
                    <a:pt x="7620" y="0"/>
                  </a:moveTo>
                  <a:lnTo>
                    <a:pt x="5079" y="0"/>
                  </a:lnTo>
                  <a:lnTo>
                    <a:pt x="5079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769619">
                  <a:moveTo>
                    <a:pt x="7620" y="101600"/>
                  </a:moveTo>
                  <a:lnTo>
                    <a:pt x="0" y="101600"/>
                  </a:lnTo>
                  <a:lnTo>
                    <a:pt x="0" y="673100"/>
                  </a:lnTo>
                  <a:lnTo>
                    <a:pt x="7620" y="673100"/>
                  </a:lnTo>
                  <a:lnTo>
                    <a:pt x="7620" y="101600"/>
                  </a:lnTo>
                  <a:close/>
                </a:path>
                <a:path w="7620" h="769619">
                  <a:moveTo>
                    <a:pt x="7620" y="673100"/>
                  </a:moveTo>
                  <a:lnTo>
                    <a:pt x="0" y="673100"/>
                  </a:lnTo>
                  <a:lnTo>
                    <a:pt x="0" y="679450"/>
                  </a:lnTo>
                  <a:lnTo>
                    <a:pt x="7620" y="679450"/>
                  </a:lnTo>
                  <a:lnTo>
                    <a:pt x="7620" y="673100"/>
                  </a:lnTo>
                  <a:close/>
                </a:path>
                <a:path w="7620" h="769619">
                  <a:moveTo>
                    <a:pt x="7620" y="764667"/>
                  </a:moveTo>
                  <a:lnTo>
                    <a:pt x="0" y="764667"/>
                  </a:lnTo>
                  <a:lnTo>
                    <a:pt x="0" y="768350"/>
                  </a:lnTo>
                  <a:lnTo>
                    <a:pt x="3809" y="768350"/>
                  </a:lnTo>
                  <a:lnTo>
                    <a:pt x="3809" y="769620"/>
                  </a:lnTo>
                  <a:lnTo>
                    <a:pt x="7620" y="769620"/>
                  </a:lnTo>
                  <a:lnTo>
                    <a:pt x="7620" y="764667"/>
                  </a:lnTo>
                  <a:close/>
                </a:path>
                <a:path w="7620" h="769619">
                  <a:moveTo>
                    <a:pt x="7620" y="758317"/>
                  </a:moveTo>
                  <a:lnTo>
                    <a:pt x="0" y="758317"/>
                  </a:lnTo>
                  <a:lnTo>
                    <a:pt x="0" y="764540"/>
                  </a:lnTo>
                  <a:lnTo>
                    <a:pt x="7620" y="764540"/>
                  </a:lnTo>
                  <a:lnTo>
                    <a:pt x="7620" y="758317"/>
                  </a:lnTo>
                  <a:close/>
                </a:path>
                <a:path w="7620" h="769619">
                  <a:moveTo>
                    <a:pt x="7620" y="751967"/>
                  </a:moveTo>
                  <a:lnTo>
                    <a:pt x="0" y="751967"/>
                  </a:lnTo>
                  <a:lnTo>
                    <a:pt x="0" y="758190"/>
                  </a:lnTo>
                  <a:lnTo>
                    <a:pt x="7620" y="758190"/>
                  </a:lnTo>
                  <a:lnTo>
                    <a:pt x="7620" y="751967"/>
                  </a:lnTo>
                  <a:close/>
                </a:path>
                <a:path w="7620" h="769619">
                  <a:moveTo>
                    <a:pt x="7620" y="745617"/>
                  </a:moveTo>
                  <a:lnTo>
                    <a:pt x="0" y="745617"/>
                  </a:lnTo>
                  <a:lnTo>
                    <a:pt x="0" y="751840"/>
                  </a:lnTo>
                  <a:lnTo>
                    <a:pt x="7620" y="751840"/>
                  </a:lnTo>
                  <a:lnTo>
                    <a:pt x="7620" y="745617"/>
                  </a:lnTo>
                  <a:close/>
                </a:path>
                <a:path w="7620" h="769619">
                  <a:moveTo>
                    <a:pt x="7620" y="739267"/>
                  </a:moveTo>
                  <a:lnTo>
                    <a:pt x="0" y="739267"/>
                  </a:lnTo>
                  <a:lnTo>
                    <a:pt x="0" y="745490"/>
                  </a:lnTo>
                  <a:lnTo>
                    <a:pt x="7620" y="745490"/>
                  </a:lnTo>
                  <a:lnTo>
                    <a:pt x="7620" y="739267"/>
                  </a:lnTo>
                  <a:close/>
                </a:path>
                <a:path w="7620" h="769619">
                  <a:moveTo>
                    <a:pt x="762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7620" y="739140"/>
                  </a:lnTo>
                  <a:lnTo>
                    <a:pt x="7620" y="732917"/>
                  </a:lnTo>
                  <a:close/>
                </a:path>
                <a:path w="7620" h="769619">
                  <a:moveTo>
                    <a:pt x="762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7620" y="732790"/>
                  </a:lnTo>
                  <a:lnTo>
                    <a:pt x="7620" y="726567"/>
                  </a:lnTo>
                  <a:close/>
                </a:path>
                <a:path w="7620" h="769619">
                  <a:moveTo>
                    <a:pt x="762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7620" y="726440"/>
                  </a:lnTo>
                  <a:lnTo>
                    <a:pt x="7620" y="720217"/>
                  </a:lnTo>
                  <a:close/>
                </a:path>
                <a:path w="7620" h="769619">
                  <a:moveTo>
                    <a:pt x="762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7620" y="720090"/>
                  </a:lnTo>
                  <a:lnTo>
                    <a:pt x="7620" y="713867"/>
                  </a:lnTo>
                  <a:close/>
                </a:path>
                <a:path w="7620" h="769619">
                  <a:moveTo>
                    <a:pt x="762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7620" y="713740"/>
                  </a:lnTo>
                  <a:lnTo>
                    <a:pt x="7620" y="707517"/>
                  </a:lnTo>
                  <a:close/>
                </a:path>
                <a:path w="7620" h="769619">
                  <a:moveTo>
                    <a:pt x="762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7620" y="707390"/>
                  </a:lnTo>
                  <a:lnTo>
                    <a:pt x="7620" y="701167"/>
                  </a:lnTo>
                  <a:close/>
                </a:path>
                <a:path w="7620" h="769619">
                  <a:moveTo>
                    <a:pt x="762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817"/>
                  </a:lnTo>
                  <a:close/>
                </a:path>
                <a:path w="7620" h="769619">
                  <a:moveTo>
                    <a:pt x="762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467"/>
                  </a:lnTo>
                  <a:close/>
                </a:path>
                <a:path w="7620" h="769619">
                  <a:moveTo>
                    <a:pt x="762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2117"/>
                  </a:lnTo>
                  <a:close/>
                </a:path>
                <a:path w="7620" h="769619">
                  <a:moveTo>
                    <a:pt x="7620" y="679577"/>
                  </a:moveTo>
                  <a:lnTo>
                    <a:pt x="0" y="679577"/>
                  </a:lnTo>
                  <a:lnTo>
                    <a:pt x="0" y="681990"/>
                  </a:lnTo>
                  <a:lnTo>
                    <a:pt x="7620" y="681990"/>
                  </a:lnTo>
                  <a:lnTo>
                    <a:pt x="7620" y="679577"/>
                  </a:lnTo>
                  <a:close/>
                </a:path>
              </a:pathLst>
            </a:custGeom>
            <a:solidFill>
              <a:srgbClr val="3D62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3">
              <a:extLst>
                <a:ext uri="{FF2B5EF4-FFF2-40B4-BE49-F238E27FC236}">
                  <a16:creationId xmlns:a16="http://schemas.microsoft.com/office/drawing/2014/main" id="{7A38034F-0E84-C2A2-CE85-CDE7B581FE0D}"/>
                </a:ext>
              </a:extLst>
            </p:cNvPr>
            <p:cNvSpPr/>
            <p:nvPr/>
          </p:nvSpPr>
          <p:spPr>
            <a:xfrm>
              <a:off x="7708755" y="2664094"/>
              <a:ext cx="6350" cy="772795"/>
            </a:xfrm>
            <a:custGeom>
              <a:avLst/>
              <a:gdLst/>
              <a:ahLst/>
              <a:cxnLst/>
              <a:rect l="l" t="t" r="r" b="b"/>
              <a:pathLst>
                <a:path w="6350" h="772794">
                  <a:moveTo>
                    <a:pt x="6350" y="92837"/>
                  </a:moveTo>
                  <a:lnTo>
                    <a:pt x="0" y="92837"/>
                  </a:lnTo>
                  <a:lnTo>
                    <a:pt x="0" y="102870"/>
                  </a:lnTo>
                  <a:lnTo>
                    <a:pt x="6350" y="102870"/>
                  </a:lnTo>
                  <a:lnTo>
                    <a:pt x="6350" y="92837"/>
                  </a:lnTo>
                  <a:close/>
                </a:path>
                <a:path w="6350" h="772794">
                  <a:moveTo>
                    <a:pt x="6350" y="86487"/>
                  </a:moveTo>
                  <a:lnTo>
                    <a:pt x="0" y="86487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86487"/>
                  </a:lnTo>
                  <a:close/>
                </a:path>
                <a:path w="6350" h="772794">
                  <a:moveTo>
                    <a:pt x="635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2677"/>
                  </a:lnTo>
                  <a:close/>
                </a:path>
                <a:path w="6350" h="772794">
                  <a:moveTo>
                    <a:pt x="635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137"/>
                  </a:lnTo>
                  <a:close/>
                </a:path>
                <a:path w="6350" h="772794">
                  <a:moveTo>
                    <a:pt x="635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6327"/>
                  </a:lnTo>
                  <a:close/>
                </a:path>
                <a:path w="6350" h="772794">
                  <a:moveTo>
                    <a:pt x="635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787"/>
                  </a:lnTo>
                  <a:close/>
                </a:path>
                <a:path w="6350" h="772794">
                  <a:moveTo>
                    <a:pt x="635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69977"/>
                  </a:lnTo>
                  <a:close/>
                </a:path>
                <a:path w="6350" h="772794">
                  <a:moveTo>
                    <a:pt x="635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437"/>
                  </a:lnTo>
                  <a:close/>
                </a:path>
                <a:path w="6350" h="772794">
                  <a:moveTo>
                    <a:pt x="635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3627"/>
                  </a:lnTo>
                  <a:close/>
                </a:path>
                <a:path w="6350" h="772794">
                  <a:moveTo>
                    <a:pt x="635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1087"/>
                  </a:lnTo>
                  <a:close/>
                </a:path>
                <a:path w="6350" h="772794">
                  <a:moveTo>
                    <a:pt x="635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7277"/>
                  </a:lnTo>
                  <a:close/>
                </a:path>
                <a:path w="6350" h="772794">
                  <a:moveTo>
                    <a:pt x="635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737"/>
                  </a:lnTo>
                  <a:close/>
                </a:path>
                <a:path w="6350" h="772794">
                  <a:moveTo>
                    <a:pt x="635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0927"/>
                  </a:lnTo>
                  <a:close/>
                </a:path>
                <a:path w="6350" h="772794">
                  <a:moveTo>
                    <a:pt x="635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387"/>
                  </a:lnTo>
                  <a:close/>
                </a:path>
                <a:path w="6350" h="772794">
                  <a:moveTo>
                    <a:pt x="635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4577"/>
                  </a:lnTo>
                  <a:close/>
                </a:path>
                <a:path w="6350" h="772794">
                  <a:moveTo>
                    <a:pt x="635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2037"/>
                  </a:lnTo>
                  <a:close/>
                </a:path>
                <a:path w="6350" h="772794">
                  <a:moveTo>
                    <a:pt x="635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8227"/>
                  </a:lnTo>
                  <a:close/>
                </a:path>
                <a:path w="6350" h="772794">
                  <a:moveTo>
                    <a:pt x="635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687"/>
                  </a:lnTo>
                  <a:close/>
                </a:path>
                <a:path w="6350" h="772794">
                  <a:moveTo>
                    <a:pt x="635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1877"/>
                  </a:lnTo>
                  <a:close/>
                </a:path>
                <a:path w="6350" h="772794">
                  <a:moveTo>
                    <a:pt x="635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337"/>
                  </a:lnTo>
                  <a:close/>
                </a:path>
                <a:path w="6350" h="772794">
                  <a:moveTo>
                    <a:pt x="635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5527"/>
                  </a:lnTo>
                  <a:close/>
                </a:path>
                <a:path w="6350" h="772794">
                  <a:moveTo>
                    <a:pt x="635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987"/>
                  </a:lnTo>
                  <a:close/>
                </a:path>
                <a:path w="6350" h="772794">
                  <a:moveTo>
                    <a:pt x="635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19177"/>
                  </a:lnTo>
                  <a:close/>
                </a:path>
                <a:path w="6350" h="772794">
                  <a:moveTo>
                    <a:pt x="635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637"/>
                  </a:lnTo>
                  <a:close/>
                </a:path>
                <a:path w="6350" h="772794">
                  <a:moveTo>
                    <a:pt x="635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2827"/>
                  </a:lnTo>
                  <a:close/>
                </a:path>
                <a:path w="6350" h="772794">
                  <a:moveTo>
                    <a:pt x="635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287"/>
                  </a:lnTo>
                  <a:close/>
                </a:path>
                <a:path w="6350" h="772794">
                  <a:moveTo>
                    <a:pt x="635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6477"/>
                  </a:lnTo>
                  <a:close/>
                </a:path>
                <a:path w="6350" h="772794">
                  <a:moveTo>
                    <a:pt x="635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937"/>
                  </a:lnTo>
                  <a:close/>
                </a:path>
                <a:path w="6350" h="772794">
                  <a:moveTo>
                    <a:pt x="6350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  <a:path w="6350" h="772794">
                  <a:moveTo>
                    <a:pt x="6350" y="102870"/>
                  </a:moveTo>
                  <a:lnTo>
                    <a:pt x="0" y="102870"/>
                  </a:lnTo>
                  <a:lnTo>
                    <a:pt x="0" y="674370"/>
                  </a:lnTo>
                  <a:lnTo>
                    <a:pt x="6350" y="674370"/>
                  </a:lnTo>
                  <a:lnTo>
                    <a:pt x="6350" y="102870"/>
                  </a:lnTo>
                  <a:close/>
                </a:path>
                <a:path w="6350" h="772794">
                  <a:moveTo>
                    <a:pt x="6350" y="674370"/>
                  </a:moveTo>
                  <a:lnTo>
                    <a:pt x="0" y="674370"/>
                  </a:lnTo>
                  <a:lnTo>
                    <a:pt x="0" y="680720"/>
                  </a:lnTo>
                  <a:lnTo>
                    <a:pt x="6350" y="680720"/>
                  </a:lnTo>
                  <a:lnTo>
                    <a:pt x="6350" y="674370"/>
                  </a:lnTo>
                  <a:close/>
                </a:path>
                <a:path w="6350" h="772794">
                  <a:moveTo>
                    <a:pt x="6350" y="765937"/>
                  </a:moveTo>
                  <a:lnTo>
                    <a:pt x="0" y="765937"/>
                  </a:lnTo>
                  <a:lnTo>
                    <a:pt x="0" y="770890"/>
                  </a:lnTo>
                  <a:lnTo>
                    <a:pt x="2539" y="770890"/>
                  </a:lnTo>
                  <a:lnTo>
                    <a:pt x="2539" y="772287"/>
                  </a:lnTo>
                  <a:lnTo>
                    <a:pt x="6350" y="772287"/>
                  </a:lnTo>
                  <a:lnTo>
                    <a:pt x="6350" y="765937"/>
                  </a:lnTo>
                  <a:close/>
                </a:path>
                <a:path w="6350" h="772794">
                  <a:moveTo>
                    <a:pt x="6350" y="759587"/>
                  </a:moveTo>
                  <a:lnTo>
                    <a:pt x="0" y="759587"/>
                  </a:lnTo>
                  <a:lnTo>
                    <a:pt x="0" y="765810"/>
                  </a:lnTo>
                  <a:lnTo>
                    <a:pt x="6350" y="765810"/>
                  </a:lnTo>
                  <a:lnTo>
                    <a:pt x="6350" y="759587"/>
                  </a:lnTo>
                  <a:close/>
                </a:path>
                <a:path w="6350" h="772794">
                  <a:moveTo>
                    <a:pt x="6350" y="753237"/>
                  </a:moveTo>
                  <a:lnTo>
                    <a:pt x="0" y="753237"/>
                  </a:lnTo>
                  <a:lnTo>
                    <a:pt x="0" y="759460"/>
                  </a:lnTo>
                  <a:lnTo>
                    <a:pt x="6350" y="759460"/>
                  </a:lnTo>
                  <a:lnTo>
                    <a:pt x="6350" y="753237"/>
                  </a:lnTo>
                  <a:close/>
                </a:path>
                <a:path w="6350" h="772794">
                  <a:moveTo>
                    <a:pt x="6350" y="746887"/>
                  </a:moveTo>
                  <a:lnTo>
                    <a:pt x="0" y="746887"/>
                  </a:lnTo>
                  <a:lnTo>
                    <a:pt x="0" y="753110"/>
                  </a:lnTo>
                  <a:lnTo>
                    <a:pt x="6350" y="753110"/>
                  </a:lnTo>
                  <a:lnTo>
                    <a:pt x="6350" y="746887"/>
                  </a:lnTo>
                  <a:close/>
                </a:path>
                <a:path w="6350" h="772794">
                  <a:moveTo>
                    <a:pt x="6350" y="740537"/>
                  </a:moveTo>
                  <a:lnTo>
                    <a:pt x="0" y="740537"/>
                  </a:lnTo>
                  <a:lnTo>
                    <a:pt x="0" y="746760"/>
                  </a:lnTo>
                  <a:lnTo>
                    <a:pt x="6350" y="746760"/>
                  </a:lnTo>
                  <a:lnTo>
                    <a:pt x="6350" y="740537"/>
                  </a:lnTo>
                  <a:close/>
                </a:path>
                <a:path w="6350" h="772794">
                  <a:moveTo>
                    <a:pt x="6350" y="734187"/>
                  </a:moveTo>
                  <a:lnTo>
                    <a:pt x="0" y="734187"/>
                  </a:lnTo>
                  <a:lnTo>
                    <a:pt x="0" y="740410"/>
                  </a:lnTo>
                  <a:lnTo>
                    <a:pt x="6350" y="740410"/>
                  </a:lnTo>
                  <a:lnTo>
                    <a:pt x="6350" y="734187"/>
                  </a:lnTo>
                  <a:close/>
                </a:path>
                <a:path w="6350" h="772794">
                  <a:moveTo>
                    <a:pt x="6350" y="727837"/>
                  </a:moveTo>
                  <a:lnTo>
                    <a:pt x="0" y="727837"/>
                  </a:lnTo>
                  <a:lnTo>
                    <a:pt x="0" y="734060"/>
                  </a:lnTo>
                  <a:lnTo>
                    <a:pt x="6350" y="734060"/>
                  </a:lnTo>
                  <a:lnTo>
                    <a:pt x="6350" y="727837"/>
                  </a:lnTo>
                  <a:close/>
                </a:path>
                <a:path w="6350" h="772794">
                  <a:moveTo>
                    <a:pt x="6350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6350" y="727710"/>
                  </a:lnTo>
                  <a:lnTo>
                    <a:pt x="6350" y="721487"/>
                  </a:lnTo>
                  <a:close/>
                </a:path>
                <a:path w="6350" h="772794">
                  <a:moveTo>
                    <a:pt x="6350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6350" y="721360"/>
                  </a:lnTo>
                  <a:lnTo>
                    <a:pt x="6350" y="715137"/>
                  </a:lnTo>
                  <a:close/>
                </a:path>
                <a:path w="6350" h="772794">
                  <a:moveTo>
                    <a:pt x="635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6350" y="715010"/>
                  </a:lnTo>
                  <a:lnTo>
                    <a:pt x="6350" y="708787"/>
                  </a:lnTo>
                  <a:close/>
                </a:path>
                <a:path w="6350" h="772794">
                  <a:moveTo>
                    <a:pt x="635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6350" y="708660"/>
                  </a:lnTo>
                  <a:lnTo>
                    <a:pt x="6350" y="702437"/>
                  </a:lnTo>
                  <a:close/>
                </a:path>
                <a:path w="6350" h="772794">
                  <a:moveTo>
                    <a:pt x="635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6350" y="702310"/>
                  </a:lnTo>
                  <a:lnTo>
                    <a:pt x="6350" y="696087"/>
                  </a:lnTo>
                  <a:close/>
                </a:path>
                <a:path w="6350" h="772794">
                  <a:moveTo>
                    <a:pt x="635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6350" y="695960"/>
                  </a:lnTo>
                  <a:lnTo>
                    <a:pt x="6350" y="689737"/>
                  </a:lnTo>
                  <a:close/>
                </a:path>
                <a:path w="6350" h="772794">
                  <a:moveTo>
                    <a:pt x="6350" y="683387"/>
                  </a:moveTo>
                  <a:lnTo>
                    <a:pt x="0" y="683387"/>
                  </a:lnTo>
                  <a:lnTo>
                    <a:pt x="0" y="689610"/>
                  </a:lnTo>
                  <a:lnTo>
                    <a:pt x="6350" y="689610"/>
                  </a:lnTo>
                  <a:lnTo>
                    <a:pt x="6350" y="683387"/>
                  </a:lnTo>
                  <a:close/>
                </a:path>
                <a:path w="6350" h="772794">
                  <a:moveTo>
                    <a:pt x="6350" y="680847"/>
                  </a:moveTo>
                  <a:lnTo>
                    <a:pt x="0" y="680847"/>
                  </a:lnTo>
                  <a:lnTo>
                    <a:pt x="0" y="683260"/>
                  </a:lnTo>
                  <a:lnTo>
                    <a:pt x="6350" y="683260"/>
                  </a:lnTo>
                  <a:lnTo>
                    <a:pt x="6350" y="680847"/>
                  </a:lnTo>
                  <a:close/>
                </a:path>
              </a:pathLst>
            </a:custGeom>
            <a:solidFill>
              <a:srgbClr val="3C60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4">
              <a:extLst>
                <a:ext uri="{FF2B5EF4-FFF2-40B4-BE49-F238E27FC236}">
                  <a16:creationId xmlns:a16="http://schemas.microsoft.com/office/drawing/2014/main" id="{86AB6DFD-AFBA-7F28-4FC0-AA9EB8898BB2}"/>
                </a:ext>
              </a:extLst>
            </p:cNvPr>
            <p:cNvSpPr/>
            <p:nvPr/>
          </p:nvSpPr>
          <p:spPr>
            <a:xfrm>
              <a:off x="7715105" y="2662951"/>
              <a:ext cx="7620" cy="774700"/>
            </a:xfrm>
            <a:custGeom>
              <a:avLst/>
              <a:gdLst/>
              <a:ahLst/>
              <a:cxnLst/>
              <a:rect l="l" t="t" r="r" b="b"/>
              <a:pathLst>
                <a:path w="7620" h="774700">
                  <a:moveTo>
                    <a:pt x="7619" y="93979"/>
                  </a:moveTo>
                  <a:lnTo>
                    <a:pt x="0" y="93979"/>
                  </a:lnTo>
                  <a:lnTo>
                    <a:pt x="0" y="104012"/>
                  </a:lnTo>
                  <a:lnTo>
                    <a:pt x="7619" y="104012"/>
                  </a:lnTo>
                  <a:lnTo>
                    <a:pt x="7619" y="93979"/>
                  </a:lnTo>
                  <a:close/>
                </a:path>
                <a:path w="7620" h="774700">
                  <a:moveTo>
                    <a:pt x="7619" y="87629"/>
                  </a:moveTo>
                  <a:lnTo>
                    <a:pt x="0" y="87629"/>
                  </a:lnTo>
                  <a:lnTo>
                    <a:pt x="0" y="93852"/>
                  </a:lnTo>
                  <a:lnTo>
                    <a:pt x="7619" y="93852"/>
                  </a:lnTo>
                  <a:lnTo>
                    <a:pt x="7619" y="87629"/>
                  </a:lnTo>
                  <a:close/>
                </a:path>
                <a:path w="7620" h="774700">
                  <a:moveTo>
                    <a:pt x="7619" y="83820"/>
                  </a:moveTo>
                  <a:lnTo>
                    <a:pt x="0" y="83820"/>
                  </a:lnTo>
                  <a:lnTo>
                    <a:pt x="0" y="87502"/>
                  </a:lnTo>
                  <a:lnTo>
                    <a:pt x="7619" y="87502"/>
                  </a:lnTo>
                  <a:lnTo>
                    <a:pt x="7619" y="83820"/>
                  </a:lnTo>
                  <a:close/>
                </a:path>
                <a:path w="7620" h="774700">
                  <a:moveTo>
                    <a:pt x="7619" y="81279"/>
                  </a:moveTo>
                  <a:lnTo>
                    <a:pt x="0" y="81279"/>
                  </a:lnTo>
                  <a:lnTo>
                    <a:pt x="0" y="83692"/>
                  </a:lnTo>
                  <a:lnTo>
                    <a:pt x="7619" y="83692"/>
                  </a:lnTo>
                  <a:lnTo>
                    <a:pt x="7619" y="81279"/>
                  </a:lnTo>
                  <a:close/>
                </a:path>
                <a:path w="7620" h="774700">
                  <a:moveTo>
                    <a:pt x="7619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7619" y="81152"/>
                  </a:lnTo>
                  <a:lnTo>
                    <a:pt x="7619" y="77470"/>
                  </a:lnTo>
                  <a:close/>
                </a:path>
                <a:path w="7620" h="774700">
                  <a:moveTo>
                    <a:pt x="7619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7619" y="77342"/>
                  </a:lnTo>
                  <a:lnTo>
                    <a:pt x="7619" y="74929"/>
                  </a:lnTo>
                  <a:close/>
                </a:path>
                <a:path w="7620" h="774700">
                  <a:moveTo>
                    <a:pt x="7619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7619" y="74802"/>
                  </a:lnTo>
                  <a:lnTo>
                    <a:pt x="7619" y="71120"/>
                  </a:lnTo>
                  <a:close/>
                </a:path>
                <a:path w="7620" h="774700">
                  <a:moveTo>
                    <a:pt x="7619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7619" y="70992"/>
                  </a:lnTo>
                  <a:lnTo>
                    <a:pt x="7619" y="68579"/>
                  </a:lnTo>
                  <a:close/>
                </a:path>
                <a:path w="7620" h="774700">
                  <a:moveTo>
                    <a:pt x="7619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19" y="68452"/>
                  </a:lnTo>
                  <a:lnTo>
                    <a:pt x="7619" y="64770"/>
                  </a:lnTo>
                  <a:close/>
                </a:path>
                <a:path w="7620" h="774700">
                  <a:moveTo>
                    <a:pt x="7619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19" y="64642"/>
                  </a:lnTo>
                  <a:lnTo>
                    <a:pt x="7619" y="62229"/>
                  </a:lnTo>
                  <a:close/>
                </a:path>
                <a:path w="7620" h="774700">
                  <a:moveTo>
                    <a:pt x="7619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19" y="62102"/>
                  </a:lnTo>
                  <a:lnTo>
                    <a:pt x="7619" y="58420"/>
                  </a:lnTo>
                  <a:close/>
                </a:path>
                <a:path w="7620" h="774700">
                  <a:moveTo>
                    <a:pt x="7619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19" y="58292"/>
                  </a:lnTo>
                  <a:lnTo>
                    <a:pt x="7619" y="55879"/>
                  </a:lnTo>
                  <a:close/>
                </a:path>
                <a:path w="7620" h="774700">
                  <a:moveTo>
                    <a:pt x="7619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19" y="55752"/>
                  </a:lnTo>
                  <a:lnTo>
                    <a:pt x="7619" y="52070"/>
                  </a:lnTo>
                  <a:close/>
                </a:path>
                <a:path w="7620" h="774700">
                  <a:moveTo>
                    <a:pt x="7619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19" y="51942"/>
                  </a:lnTo>
                  <a:lnTo>
                    <a:pt x="7619" y="49529"/>
                  </a:lnTo>
                  <a:close/>
                </a:path>
                <a:path w="7620" h="774700">
                  <a:moveTo>
                    <a:pt x="7619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19" y="49402"/>
                  </a:lnTo>
                  <a:lnTo>
                    <a:pt x="7619" y="45720"/>
                  </a:lnTo>
                  <a:close/>
                </a:path>
                <a:path w="7620" h="774700">
                  <a:moveTo>
                    <a:pt x="7619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19" y="45592"/>
                  </a:lnTo>
                  <a:lnTo>
                    <a:pt x="7619" y="43179"/>
                  </a:lnTo>
                  <a:close/>
                </a:path>
                <a:path w="7620" h="774700">
                  <a:moveTo>
                    <a:pt x="7619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19" y="43052"/>
                  </a:lnTo>
                  <a:lnTo>
                    <a:pt x="7619" y="39370"/>
                  </a:lnTo>
                  <a:close/>
                </a:path>
                <a:path w="7620" h="774700">
                  <a:moveTo>
                    <a:pt x="7619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19" y="39242"/>
                  </a:lnTo>
                  <a:lnTo>
                    <a:pt x="7619" y="36829"/>
                  </a:lnTo>
                  <a:close/>
                </a:path>
                <a:path w="7620" h="774700">
                  <a:moveTo>
                    <a:pt x="7619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19" y="36702"/>
                  </a:lnTo>
                  <a:lnTo>
                    <a:pt x="7619" y="33020"/>
                  </a:lnTo>
                  <a:close/>
                </a:path>
                <a:path w="7620" h="774700">
                  <a:moveTo>
                    <a:pt x="7619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19" y="32892"/>
                  </a:lnTo>
                  <a:lnTo>
                    <a:pt x="7619" y="30479"/>
                  </a:lnTo>
                  <a:close/>
                </a:path>
                <a:path w="7620" h="774700">
                  <a:moveTo>
                    <a:pt x="7619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19" y="30352"/>
                  </a:lnTo>
                  <a:lnTo>
                    <a:pt x="7619" y="26670"/>
                  </a:lnTo>
                  <a:close/>
                </a:path>
                <a:path w="7620" h="774700">
                  <a:moveTo>
                    <a:pt x="7619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19" y="26542"/>
                  </a:lnTo>
                  <a:lnTo>
                    <a:pt x="7619" y="24129"/>
                  </a:lnTo>
                  <a:close/>
                </a:path>
                <a:path w="7620" h="774700">
                  <a:moveTo>
                    <a:pt x="7619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19" y="24002"/>
                  </a:lnTo>
                  <a:lnTo>
                    <a:pt x="7619" y="20320"/>
                  </a:lnTo>
                  <a:close/>
                </a:path>
                <a:path w="7620" h="774700">
                  <a:moveTo>
                    <a:pt x="7619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19" y="20192"/>
                  </a:lnTo>
                  <a:lnTo>
                    <a:pt x="7619" y="17779"/>
                  </a:lnTo>
                  <a:close/>
                </a:path>
                <a:path w="7620" h="774700">
                  <a:moveTo>
                    <a:pt x="7619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19" y="17652"/>
                  </a:lnTo>
                  <a:lnTo>
                    <a:pt x="7619" y="13970"/>
                  </a:lnTo>
                  <a:close/>
                </a:path>
                <a:path w="7620" h="774700">
                  <a:moveTo>
                    <a:pt x="7619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11429"/>
                  </a:lnTo>
                  <a:close/>
                </a:path>
                <a:path w="7620" h="774700">
                  <a:moveTo>
                    <a:pt x="7619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19" y="11302"/>
                  </a:lnTo>
                  <a:lnTo>
                    <a:pt x="7619" y="7620"/>
                  </a:lnTo>
                  <a:close/>
                </a:path>
                <a:path w="7620" h="774700">
                  <a:moveTo>
                    <a:pt x="7619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5079"/>
                  </a:lnTo>
                  <a:close/>
                </a:path>
                <a:path w="7620" h="774700">
                  <a:moveTo>
                    <a:pt x="3809" y="1142"/>
                  </a:moveTo>
                  <a:lnTo>
                    <a:pt x="0" y="1142"/>
                  </a:lnTo>
                  <a:lnTo>
                    <a:pt x="0" y="4952"/>
                  </a:lnTo>
                  <a:lnTo>
                    <a:pt x="7619" y="4952"/>
                  </a:lnTo>
                  <a:lnTo>
                    <a:pt x="7619" y="1270"/>
                  </a:lnTo>
                  <a:lnTo>
                    <a:pt x="3809" y="1270"/>
                  </a:lnTo>
                  <a:lnTo>
                    <a:pt x="3809" y="1142"/>
                  </a:lnTo>
                  <a:close/>
                </a:path>
                <a:path w="7620" h="774700">
                  <a:moveTo>
                    <a:pt x="7619" y="0"/>
                  </a:moveTo>
                  <a:lnTo>
                    <a:pt x="3809" y="0"/>
                  </a:lnTo>
                  <a:lnTo>
                    <a:pt x="3809" y="1142"/>
                  </a:lnTo>
                  <a:lnTo>
                    <a:pt x="7619" y="1142"/>
                  </a:lnTo>
                  <a:lnTo>
                    <a:pt x="7619" y="0"/>
                  </a:lnTo>
                  <a:close/>
                </a:path>
                <a:path w="7620" h="774700">
                  <a:moveTo>
                    <a:pt x="7619" y="104013"/>
                  </a:moveTo>
                  <a:lnTo>
                    <a:pt x="0" y="104013"/>
                  </a:lnTo>
                  <a:lnTo>
                    <a:pt x="0" y="675513"/>
                  </a:lnTo>
                  <a:lnTo>
                    <a:pt x="7619" y="675513"/>
                  </a:lnTo>
                  <a:lnTo>
                    <a:pt x="7619" y="104013"/>
                  </a:lnTo>
                  <a:close/>
                </a:path>
                <a:path w="7620" h="774700">
                  <a:moveTo>
                    <a:pt x="7619" y="675513"/>
                  </a:moveTo>
                  <a:lnTo>
                    <a:pt x="0" y="675513"/>
                  </a:lnTo>
                  <a:lnTo>
                    <a:pt x="0" y="681863"/>
                  </a:lnTo>
                  <a:lnTo>
                    <a:pt x="7619" y="681863"/>
                  </a:lnTo>
                  <a:lnTo>
                    <a:pt x="7619" y="675513"/>
                  </a:lnTo>
                  <a:close/>
                </a:path>
                <a:path w="7620" h="774700">
                  <a:moveTo>
                    <a:pt x="7619" y="773430"/>
                  </a:moveTo>
                  <a:lnTo>
                    <a:pt x="2539" y="773430"/>
                  </a:lnTo>
                  <a:lnTo>
                    <a:pt x="2539" y="774573"/>
                  </a:lnTo>
                  <a:lnTo>
                    <a:pt x="7619" y="774573"/>
                  </a:lnTo>
                  <a:lnTo>
                    <a:pt x="7619" y="773430"/>
                  </a:lnTo>
                  <a:close/>
                </a:path>
                <a:path w="7620" h="774700">
                  <a:moveTo>
                    <a:pt x="7619" y="767080"/>
                  </a:moveTo>
                  <a:lnTo>
                    <a:pt x="0" y="767080"/>
                  </a:lnTo>
                  <a:lnTo>
                    <a:pt x="0" y="773430"/>
                  </a:lnTo>
                  <a:lnTo>
                    <a:pt x="2539" y="773430"/>
                  </a:lnTo>
                  <a:lnTo>
                    <a:pt x="7619" y="773303"/>
                  </a:lnTo>
                  <a:lnTo>
                    <a:pt x="7619" y="767080"/>
                  </a:lnTo>
                  <a:close/>
                </a:path>
                <a:path w="7620" h="774700">
                  <a:moveTo>
                    <a:pt x="7619" y="760730"/>
                  </a:moveTo>
                  <a:lnTo>
                    <a:pt x="0" y="760730"/>
                  </a:lnTo>
                  <a:lnTo>
                    <a:pt x="0" y="766953"/>
                  </a:lnTo>
                  <a:lnTo>
                    <a:pt x="7619" y="766953"/>
                  </a:lnTo>
                  <a:lnTo>
                    <a:pt x="7619" y="760730"/>
                  </a:lnTo>
                  <a:close/>
                </a:path>
                <a:path w="7620" h="774700">
                  <a:moveTo>
                    <a:pt x="7619" y="754380"/>
                  </a:moveTo>
                  <a:lnTo>
                    <a:pt x="0" y="754380"/>
                  </a:lnTo>
                  <a:lnTo>
                    <a:pt x="0" y="760603"/>
                  </a:lnTo>
                  <a:lnTo>
                    <a:pt x="7619" y="760603"/>
                  </a:lnTo>
                  <a:lnTo>
                    <a:pt x="7619" y="754380"/>
                  </a:lnTo>
                  <a:close/>
                </a:path>
                <a:path w="7620" h="774700">
                  <a:moveTo>
                    <a:pt x="7619" y="748030"/>
                  </a:moveTo>
                  <a:lnTo>
                    <a:pt x="0" y="748030"/>
                  </a:lnTo>
                  <a:lnTo>
                    <a:pt x="0" y="754253"/>
                  </a:lnTo>
                  <a:lnTo>
                    <a:pt x="7619" y="754253"/>
                  </a:lnTo>
                  <a:lnTo>
                    <a:pt x="7619" y="748030"/>
                  </a:lnTo>
                  <a:close/>
                </a:path>
                <a:path w="7620" h="774700">
                  <a:moveTo>
                    <a:pt x="7619" y="741680"/>
                  </a:moveTo>
                  <a:lnTo>
                    <a:pt x="0" y="741680"/>
                  </a:lnTo>
                  <a:lnTo>
                    <a:pt x="0" y="747903"/>
                  </a:lnTo>
                  <a:lnTo>
                    <a:pt x="7619" y="747903"/>
                  </a:lnTo>
                  <a:lnTo>
                    <a:pt x="7619" y="741680"/>
                  </a:lnTo>
                  <a:close/>
                </a:path>
                <a:path w="7620" h="774700">
                  <a:moveTo>
                    <a:pt x="7619" y="735330"/>
                  </a:moveTo>
                  <a:lnTo>
                    <a:pt x="0" y="735330"/>
                  </a:lnTo>
                  <a:lnTo>
                    <a:pt x="0" y="741553"/>
                  </a:lnTo>
                  <a:lnTo>
                    <a:pt x="7619" y="741553"/>
                  </a:lnTo>
                  <a:lnTo>
                    <a:pt x="7619" y="735330"/>
                  </a:lnTo>
                  <a:close/>
                </a:path>
                <a:path w="7620" h="774700">
                  <a:moveTo>
                    <a:pt x="7619" y="728980"/>
                  </a:moveTo>
                  <a:lnTo>
                    <a:pt x="0" y="728980"/>
                  </a:lnTo>
                  <a:lnTo>
                    <a:pt x="0" y="735203"/>
                  </a:lnTo>
                  <a:lnTo>
                    <a:pt x="7619" y="735203"/>
                  </a:lnTo>
                  <a:lnTo>
                    <a:pt x="7619" y="728980"/>
                  </a:lnTo>
                  <a:close/>
                </a:path>
                <a:path w="7620" h="774700">
                  <a:moveTo>
                    <a:pt x="7619" y="722630"/>
                  </a:moveTo>
                  <a:lnTo>
                    <a:pt x="0" y="722630"/>
                  </a:lnTo>
                  <a:lnTo>
                    <a:pt x="0" y="728853"/>
                  </a:lnTo>
                  <a:lnTo>
                    <a:pt x="7619" y="728853"/>
                  </a:lnTo>
                  <a:lnTo>
                    <a:pt x="7619" y="722630"/>
                  </a:lnTo>
                  <a:close/>
                </a:path>
                <a:path w="7620" h="774700">
                  <a:moveTo>
                    <a:pt x="7619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7619" y="722503"/>
                  </a:lnTo>
                  <a:lnTo>
                    <a:pt x="7619" y="716280"/>
                  </a:lnTo>
                  <a:close/>
                </a:path>
                <a:path w="7620" h="774700">
                  <a:moveTo>
                    <a:pt x="7619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7619" y="716153"/>
                  </a:lnTo>
                  <a:lnTo>
                    <a:pt x="7619" y="709930"/>
                  </a:lnTo>
                  <a:close/>
                </a:path>
                <a:path w="7620" h="774700">
                  <a:moveTo>
                    <a:pt x="7619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7619" y="709803"/>
                  </a:lnTo>
                  <a:lnTo>
                    <a:pt x="7619" y="703580"/>
                  </a:lnTo>
                  <a:close/>
                </a:path>
                <a:path w="7620" h="774700">
                  <a:moveTo>
                    <a:pt x="7619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19" y="703453"/>
                  </a:lnTo>
                  <a:lnTo>
                    <a:pt x="7619" y="697230"/>
                  </a:lnTo>
                  <a:close/>
                </a:path>
                <a:path w="7620" h="774700">
                  <a:moveTo>
                    <a:pt x="7619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19" y="697103"/>
                  </a:lnTo>
                  <a:lnTo>
                    <a:pt x="7619" y="690880"/>
                  </a:lnTo>
                  <a:close/>
                </a:path>
                <a:path w="7620" h="774700">
                  <a:moveTo>
                    <a:pt x="7619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7619" y="690753"/>
                  </a:lnTo>
                  <a:lnTo>
                    <a:pt x="7619" y="684530"/>
                  </a:lnTo>
                  <a:close/>
                </a:path>
                <a:path w="7620" h="774700">
                  <a:moveTo>
                    <a:pt x="7619" y="681990"/>
                  </a:moveTo>
                  <a:lnTo>
                    <a:pt x="0" y="681990"/>
                  </a:lnTo>
                  <a:lnTo>
                    <a:pt x="0" y="684403"/>
                  </a:lnTo>
                  <a:lnTo>
                    <a:pt x="7619" y="684403"/>
                  </a:lnTo>
                  <a:lnTo>
                    <a:pt x="7619" y="681990"/>
                  </a:lnTo>
                  <a:close/>
                </a:path>
              </a:pathLst>
            </a:custGeom>
            <a:solidFill>
              <a:srgbClr val="3C5F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5">
              <a:extLst>
                <a:ext uri="{FF2B5EF4-FFF2-40B4-BE49-F238E27FC236}">
                  <a16:creationId xmlns:a16="http://schemas.microsoft.com/office/drawing/2014/main" id="{853CB5E2-38A6-C8FA-7D2C-638FBBB2580D}"/>
                </a:ext>
              </a:extLst>
            </p:cNvPr>
            <p:cNvSpPr/>
            <p:nvPr/>
          </p:nvSpPr>
          <p:spPr>
            <a:xfrm>
              <a:off x="7722724" y="2661554"/>
              <a:ext cx="7620" cy="778510"/>
            </a:xfrm>
            <a:custGeom>
              <a:avLst/>
              <a:gdLst/>
              <a:ahLst/>
              <a:cxnLst/>
              <a:rect l="l" t="t" r="r" b="b"/>
              <a:pathLst>
                <a:path w="7620" h="778510">
                  <a:moveTo>
                    <a:pt x="7620" y="95376"/>
                  </a:moveTo>
                  <a:lnTo>
                    <a:pt x="0" y="95376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95376"/>
                  </a:lnTo>
                  <a:close/>
                </a:path>
                <a:path w="7620" h="778510">
                  <a:moveTo>
                    <a:pt x="7620" y="89026"/>
                  </a:moveTo>
                  <a:lnTo>
                    <a:pt x="0" y="89026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89026"/>
                  </a:lnTo>
                  <a:close/>
                </a:path>
                <a:path w="7620" h="778510">
                  <a:moveTo>
                    <a:pt x="762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5217"/>
                  </a:lnTo>
                  <a:close/>
                </a:path>
                <a:path w="7620" h="778510">
                  <a:moveTo>
                    <a:pt x="762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676"/>
                  </a:lnTo>
                  <a:close/>
                </a:path>
                <a:path w="7620" h="778510">
                  <a:moveTo>
                    <a:pt x="762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8867"/>
                  </a:lnTo>
                  <a:close/>
                </a:path>
                <a:path w="7620" h="778510">
                  <a:moveTo>
                    <a:pt x="762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326"/>
                  </a:lnTo>
                  <a:close/>
                </a:path>
                <a:path w="7620" h="778510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778510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778510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778510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778510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778510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778510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778510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778510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778510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778510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778510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778510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778510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778510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778510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778510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778510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778510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778510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778510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778510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778510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778510">
                  <a:moveTo>
                    <a:pt x="7620" y="0"/>
                  </a:moveTo>
                  <a:lnTo>
                    <a:pt x="5080" y="0"/>
                  </a:lnTo>
                  <a:lnTo>
                    <a:pt x="5080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778510">
                  <a:moveTo>
                    <a:pt x="7620" y="105410"/>
                  </a:moveTo>
                  <a:lnTo>
                    <a:pt x="0" y="105410"/>
                  </a:lnTo>
                  <a:lnTo>
                    <a:pt x="0" y="676910"/>
                  </a:lnTo>
                  <a:lnTo>
                    <a:pt x="7620" y="676910"/>
                  </a:lnTo>
                  <a:lnTo>
                    <a:pt x="7620" y="105410"/>
                  </a:lnTo>
                  <a:close/>
                </a:path>
                <a:path w="7620" h="778510">
                  <a:moveTo>
                    <a:pt x="7620" y="676910"/>
                  </a:moveTo>
                  <a:lnTo>
                    <a:pt x="0" y="676910"/>
                  </a:lnTo>
                  <a:lnTo>
                    <a:pt x="0" y="683260"/>
                  </a:lnTo>
                  <a:lnTo>
                    <a:pt x="7620" y="683260"/>
                  </a:lnTo>
                  <a:lnTo>
                    <a:pt x="7620" y="676910"/>
                  </a:lnTo>
                  <a:close/>
                </a:path>
                <a:path w="7620" h="778510">
                  <a:moveTo>
                    <a:pt x="7620" y="774827"/>
                  </a:moveTo>
                  <a:lnTo>
                    <a:pt x="0" y="774827"/>
                  </a:lnTo>
                  <a:lnTo>
                    <a:pt x="0" y="775970"/>
                  </a:lnTo>
                  <a:lnTo>
                    <a:pt x="1270" y="775970"/>
                  </a:lnTo>
                  <a:lnTo>
                    <a:pt x="1270" y="777240"/>
                  </a:lnTo>
                  <a:lnTo>
                    <a:pt x="5080" y="777240"/>
                  </a:lnTo>
                  <a:lnTo>
                    <a:pt x="5080" y="778510"/>
                  </a:lnTo>
                  <a:lnTo>
                    <a:pt x="7620" y="778510"/>
                  </a:lnTo>
                  <a:lnTo>
                    <a:pt x="7620" y="774827"/>
                  </a:lnTo>
                  <a:close/>
                </a:path>
                <a:path w="7620" h="778510">
                  <a:moveTo>
                    <a:pt x="7620" y="768477"/>
                  </a:moveTo>
                  <a:lnTo>
                    <a:pt x="0" y="768477"/>
                  </a:lnTo>
                  <a:lnTo>
                    <a:pt x="0" y="774700"/>
                  </a:lnTo>
                  <a:lnTo>
                    <a:pt x="7620" y="774700"/>
                  </a:lnTo>
                  <a:lnTo>
                    <a:pt x="7620" y="768477"/>
                  </a:lnTo>
                  <a:close/>
                </a:path>
                <a:path w="7620" h="778510">
                  <a:moveTo>
                    <a:pt x="7620" y="762127"/>
                  </a:moveTo>
                  <a:lnTo>
                    <a:pt x="0" y="762127"/>
                  </a:lnTo>
                  <a:lnTo>
                    <a:pt x="0" y="768350"/>
                  </a:lnTo>
                  <a:lnTo>
                    <a:pt x="7620" y="768350"/>
                  </a:lnTo>
                  <a:lnTo>
                    <a:pt x="7620" y="762127"/>
                  </a:lnTo>
                  <a:close/>
                </a:path>
                <a:path w="7620" h="778510">
                  <a:moveTo>
                    <a:pt x="7620" y="755777"/>
                  </a:moveTo>
                  <a:lnTo>
                    <a:pt x="0" y="755777"/>
                  </a:lnTo>
                  <a:lnTo>
                    <a:pt x="0" y="762000"/>
                  </a:lnTo>
                  <a:lnTo>
                    <a:pt x="7620" y="762000"/>
                  </a:lnTo>
                  <a:lnTo>
                    <a:pt x="7620" y="755777"/>
                  </a:lnTo>
                  <a:close/>
                </a:path>
                <a:path w="7620" h="778510">
                  <a:moveTo>
                    <a:pt x="7620" y="749427"/>
                  </a:moveTo>
                  <a:lnTo>
                    <a:pt x="0" y="749427"/>
                  </a:lnTo>
                  <a:lnTo>
                    <a:pt x="0" y="755650"/>
                  </a:lnTo>
                  <a:lnTo>
                    <a:pt x="7620" y="755650"/>
                  </a:lnTo>
                  <a:lnTo>
                    <a:pt x="7620" y="749427"/>
                  </a:lnTo>
                  <a:close/>
                </a:path>
                <a:path w="7620" h="778510">
                  <a:moveTo>
                    <a:pt x="7620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7620" y="749300"/>
                  </a:lnTo>
                  <a:lnTo>
                    <a:pt x="7620" y="743077"/>
                  </a:lnTo>
                  <a:close/>
                </a:path>
                <a:path w="7620" h="778510">
                  <a:moveTo>
                    <a:pt x="7620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7620" y="742950"/>
                  </a:lnTo>
                  <a:lnTo>
                    <a:pt x="7620" y="736727"/>
                  </a:lnTo>
                  <a:close/>
                </a:path>
                <a:path w="7620" h="778510">
                  <a:moveTo>
                    <a:pt x="7620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7620" y="736600"/>
                  </a:lnTo>
                  <a:lnTo>
                    <a:pt x="7620" y="730377"/>
                  </a:lnTo>
                  <a:close/>
                </a:path>
                <a:path w="7620" h="778510">
                  <a:moveTo>
                    <a:pt x="7620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7620" y="730250"/>
                  </a:lnTo>
                  <a:lnTo>
                    <a:pt x="7620" y="724027"/>
                  </a:lnTo>
                  <a:close/>
                </a:path>
                <a:path w="7620" h="778510">
                  <a:moveTo>
                    <a:pt x="7620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7620" y="723900"/>
                  </a:lnTo>
                  <a:lnTo>
                    <a:pt x="7620" y="717677"/>
                  </a:lnTo>
                  <a:close/>
                </a:path>
                <a:path w="7620" h="778510">
                  <a:moveTo>
                    <a:pt x="7620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7620" y="717550"/>
                  </a:lnTo>
                  <a:lnTo>
                    <a:pt x="7620" y="711327"/>
                  </a:lnTo>
                  <a:close/>
                </a:path>
                <a:path w="7620" h="778510">
                  <a:moveTo>
                    <a:pt x="7620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7620" y="711200"/>
                  </a:lnTo>
                  <a:lnTo>
                    <a:pt x="7620" y="704977"/>
                  </a:lnTo>
                  <a:close/>
                </a:path>
                <a:path w="7620" h="778510">
                  <a:moveTo>
                    <a:pt x="7620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7620" y="704850"/>
                  </a:lnTo>
                  <a:lnTo>
                    <a:pt x="7620" y="698627"/>
                  </a:lnTo>
                  <a:close/>
                </a:path>
                <a:path w="7620" h="778510">
                  <a:moveTo>
                    <a:pt x="7620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7620" y="698500"/>
                  </a:lnTo>
                  <a:lnTo>
                    <a:pt x="7620" y="692277"/>
                  </a:lnTo>
                  <a:close/>
                </a:path>
                <a:path w="7620" h="778510">
                  <a:moveTo>
                    <a:pt x="7620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5927"/>
                  </a:lnTo>
                  <a:close/>
                </a:path>
                <a:path w="7620" h="778510">
                  <a:moveTo>
                    <a:pt x="7620" y="683387"/>
                  </a:moveTo>
                  <a:lnTo>
                    <a:pt x="0" y="683387"/>
                  </a:lnTo>
                  <a:lnTo>
                    <a:pt x="0" y="685800"/>
                  </a:lnTo>
                  <a:lnTo>
                    <a:pt x="7620" y="685800"/>
                  </a:lnTo>
                  <a:lnTo>
                    <a:pt x="7620" y="683387"/>
                  </a:lnTo>
                  <a:close/>
                </a:path>
              </a:pathLst>
            </a:custGeom>
            <a:solidFill>
              <a:srgbClr val="3B5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46">
              <a:extLst>
                <a:ext uri="{FF2B5EF4-FFF2-40B4-BE49-F238E27FC236}">
                  <a16:creationId xmlns:a16="http://schemas.microsoft.com/office/drawing/2014/main" id="{73C6B1C7-2CDF-A34E-11B7-A2DF93D57CC0}"/>
                </a:ext>
              </a:extLst>
            </p:cNvPr>
            <p:cNvSpPr/>
            <p:nvPr/>
          </p:nvSpPr>
          <p:spPr>
            <a:xfrm>
              <a:off x="7730344" y="2660411"/>
              <a:ext cx="6350" cy="779780"/>
            </a:xfrm>
            <a:custGeom>
              <a:avLst/>
              <a:gdLst/>
              <a:ahLst/>
              <a:cxnLst/>
              <a:rect l="l" t="t" r="r" b="b"/>
              <a:pathLst>
                <a:path w="6350" h="779780">
                  <a:moveTo>
                    <a:pt x="6350" y="96519"/>
                  </a:moveTo>
                  <a:lnTo>
                    <a:pt x="0" y="96519"/>
                  </a:lnTo>
                  <a:lnTo>
                    <a:pt x="0" y="106552"/>
                  </a:lnTo>
                  <a:lnTo>
                    <a:pt x="6350" y="106552"/>
                  </a:lnTo>
                  <a:lnTo>
                    <a:pt x="6350" y="96519"/>
                  </a:lnTo>
                  <a:close/>
                </a:path>
                <a:path w="6350" h="779780">
                  <a:moveTo>
                    <a:pt x="6350" y="90169"/>
                  </a:moveTo>
                  <a:lnTo>
                    <a:pt x="0" y="90169"/>
                  </a:lnTo>
                  <a:lnTo>
                    <a:pt x="0" y="96392"/>
                  </a:lnTo>
                  <a:lnTo>
                    <a:pt x="6350" y="96392"/>
                  </a:lnTo>
                  <a:lnTo>
                    <a:pt x="6350" y="90169"/>
                  </a:lnTo>
                  <a:close/>
                </a:path>
                <a:path w="6350" h="779780">
                  <a:moveTo>
                    <a:pt x="635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6350" y="90042"/>
                  </a:lnTo>
                  <a:lnTo>
                    <a:pt x="6350" y="86360"/>
                  </a:lnTo>
                  <a:close/>
                </a:path>
                <a:path w="6350" h="779780">
                  <a:moveTo>
                    <a:pt x="635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6350" y="86232"/>
                  </a:lnTo>
                  <a:lnTo>
                    <a:pt x="6350" y="83819"/>
                  </a:lnTo>
                  <a:close/>
                </a:path>
                <a:path w="6350" h="779780">
                  <a:moveTo>
                    <a:pt x="635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6350" y="83692"/>
                  </a:lnTo>
                  <a:lnTo>
                    <a:pt x="6350" y="80010"/>
                  </a:lnTo>
                  <a:close/>
                </a:path>
                <a:path w="6350" h="779780">
                  <a:moveTo>
                    <a:pt x="635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6350" y="79882"/>
                  </a:lnTo>
                  <a:lnTo>
                    <a:pt x="6350" y="77469"/>
                  </a:lnTo>
                  <a:close/>
                </a:path>
                <a:path w="6350" h="779780">
                  <a:moveTo>
                    <a:pt x="635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6350" y="77342"/>
                  </a:lnTo>
                  <a:lnTo>
                    <a:pt x="6350" y="73660"/>
                  </a:lnTo>
                  <a:close/>
                </a:path>
                <a:path w="6350" h="779780">
                  <a:moveTo>
                    <a:pt x="635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6350" y="73532"/>
                  </a:lnTo>
                  <a:lnTo>
                    <a:pt x="6350" y="71119"/>
                  </a:lnTo>
                  <a:close/>
                </a:path>
                <a:path w="6350" h="779780">
                  <a:moveTo>
                    <a:pt x="635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7310"/>
                  </a:lnTo>
                  <a:close/>
                </a:path>
                <a:path w="6350" h="779780">
                  <a:moveTo>
                    <a:pt x="635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6350" y="67182"/>
                  </a:lnTo>
                  <a:lnTo>
                    <a:pt x="6350" y="64769"/>
                  </a:lnTo>
                  <a:close/>
                </a:path>
                <a:path w="6350" h="779780">
                  <a:moveTo>
                    <a:pt x="635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0960"/>
                  </a:lnTo>
                  <a:close/>
                </a:path>
                <a:path w="6350" h="779780">
                  <a:moveTo>
                    <a:pt x="635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6350" y="60832"/>
                  </a:lnTo>
                  <a:lnTo>
                    <a:pt x="6350" y="58419"/>
                  </a:lnTo>
                  <a:close/>
                </a:path>
                <a:path w="6350" h="779780">
                  <a:moveTo>
                    <a:pt x="635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4610"/>
                  </a:lnTo>
                  <a:close/>
                </a:path>
                <a:path w="6350" h="779780">
                  <a:moveTo>
                    <a:pt x="635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6350" y="54482"/>
                  </a:lnTo>
                  <a:lnTo>
                    <a:pt x="6350" y="52069"/>
                  </a:lnTo>
                  <a:close/>
                </a:path>
                <a:path w="6350" h="779780">
                  <a:moveTo>
                    <a:pt x="635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8260"/>
                  </a:lnTo>
                  <a:close/>
                </a:path>
                <a:path w="6350" h="779780">
                  <a:moveTo>
                    <a:pt x="635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6350" y="48132"/>
                  </a:lnTo>
                  <a:lnTo>
                    <a:pt x="6350" y="45719"/>
                  </a:lnTo>
                  <a:close/>
                </a:path>
                <a:path w="6350" h="779780">
                  <a:moveTo>
                    <a:pt x="635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1910"/>
                  </a:lnTo>
                  <a:close/>
                </a:path>
                <a:path w="6350" h="779780">
                  <a:moveTo>
                    <a:pt x="635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6350" y="41782"/>
                  </a:lnTo>
                  <a:lnTo>
                    <a:pt x="6350" y="39369"/>
                  </a:lnTo>
                  <a:close/>
                </a:path>
                <a:path w="6350" h="779780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779780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779780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779780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779780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779780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779780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779780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779780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779780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779780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779780">
                  <a:moveTo>
                    <a:pt x="3810" y="1142"/>
                  </a:moveTo>
                  <a:lnTo>
                    <a:pt x="0" y="1142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1269"/>
                  </a:lnTo>
                  <a:lnTo>
                    <a:pt x="3810" y="1269"/>
                  </a:lnTo>
                  <a:close/>
                </a:path>
                <a:path w="6350" h="779780">
                  <a:moveTo>
                    <a:pt x="6350" y="0"/>
                  </a:moveTo>
                  <a:lnTo>
                    <a:pt x="3810" y="0"/>
                  </a:lnTo>
                  <a:lnTo>
                    <a:pt x="381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779780">
                  <a:moveTo>
                    <a:pt x="6350" y="106553"/>
                  </a:moveTo>
                  <a:lnTo>
                    <a:pt x="0" y="106553"/>
                  </a:lnTo>
                  <a:lnTo>
                    <a:pt x="0" y="678052"/>
                  </a:lnTo>
                  <a:lnTo>
                    <a:pt x="6350" y="678052"/>
                  </a:lnTo>
                  <a:lnTo>
                    <a:pt x="6350" y="106553"/>
                  </a:lnTo>
                  <a:close/>
                </a:path>
                <a:path w="6350" h="779780">
                  <a:moveTo>
                    <a:pt x="6350" y="678053"/>
                  </a:moveTo>
                  <a:lnTo>
                    <a:pt x="0" y="678053"/>
                  </a:lnTo>
                  <a:lnTo>
                    <a:pt x="0" y="684402"/>
                  </a:lnTo>
                  <a:lnTo>
                    <a:pt x="6350" y="684402"/>
                  </a:lnTo>
                  <a:lnTo>
                    <a:pt x="6350" y="678053"/>
                  </a:lnTo>
                  <a:close/>
                </a:path>
                <a:path w="6350" h="779780">
                  <a:moveTo>
                    <a:pt x="6350" y="775970"/>
                  </a:moveTo>
                  <a:lnTo>
                    <a:pt x="0" y="775970"/>
                  </a:lnTo>
                  <a:lnTo>
                    <a:pt x="0" y="779653"/>
                  </a:lnTo>
                  <a:lnTo>
                    <a:pt x="6350" y="779653"/>
                  </a:lnTo>
                  <a:lnTo>
                    <a:pt x="6350" y="775970"/>
                  </a:lnTo>
                  <a:close/>
                </a:path>
                <a:path w="6350" h="779780">
                  <a:moveTo>
                    <a:pt x="6350" y="769620"/>
                  </a:moveTo>
                  <a:lnTo>
                    <a:pt x="0" y="769620"/>
                  </a:lnTo>
                  <a:lnTo>
                    <a:pt x="0" y="775843"/>
                  </a:lnTo>
                  <a:lnTo>
                    <a:pt x="6350" y="775843"/>
                  </a:lnTo>
                  <a:lnTo>
                    <a:pt x="6350" y="769620"/>
                  </a:lnTo>
                  <a:close/>
                </a:path>
                <a:path w="6350" h="779780">
                  <a:moveTo>
                    <a:pt x="6350" y="763270"/>
                  </a:moveTo>
                  <a:lnTo>
                    <a:pt x="0" y="763270"/>
                  </a:lnTo>
                  <a:lnTo>
                    <a:pt x="0" y="769493"/>
                  </a:lnTo>
                  <a:lnTo>
                    <a:pt x="6350" y="769493"/>
                  </a:lnTo>
                  <a:lnTo>
                    <a:pt x="6350" y="763270"/>
                  </a:lnTo>
                  <a:close/>
                </a:path>
                <a:path w="6350" h="779780">
                  <a:moveTo>
                    <a:pt x="6350" y="756920"/>
                  </a:moveTo>
                  <a:lnTo>
                    <a:pt x="0" y="756920"/>
                  </a:lnTo>
                  <a:lnTo>
                    <a:pt x="0" y="763143"/>
                  </a:lnTo>
                  <a:lnTo>
                    <a:pt x="6350" y="763143"/>
                  </a:lnTo>
                  <a:lnTo>
                    <a:pt x="6350" y="756920"/>
                  </a:lnTo>
                  <a:close/>
                </a:path>
                <a:path w="6350" h="779780">
                  <a:moveTo>
                    <a:pt x="6350" y="750570"/>
                  </a:moveTo>
                  <a:lnTo>
                    <a:pt x="0" y="750570"/>
                  </a:lnTo>
                  <a:lnTo>
                    <a:pt x="0" y="756793"/>
                  </a:lnTo>
                  <a:lnTo>
                    <a:pt x="6350" y="756793"/>
                  </a:lnTo>
                  <a:lnTo>
                    <a:pt x="6350" y="750570"/>
                  </a:lnTo>
                  <a:close/>
                </a:path>
                <a:path w="6350" h="779780">
                  <a:moveTo>
                    <a:pt x="6350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6350" y="750443"/>
                  </a:lnTo>
                  <a:lnTo>
                    <a:pt x="6350" y="744220"/>
                  </a:lnTo>
                  <a:close/>
                </a:path>
                <a:path w="6350" h="779780">
                  <a:moveTo>
                    <a:pt x="6350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6350" y="744093"/>
                  </a:lnTo>
                  <a:lnTo>
                    <a:pt x="6350" y="737870"/>
                  </a:lnTo>
                  <a:close/>
                </a:path>
                <a:path w="6350" h="779780">
                  <a:moveTo>
                    <a:pt x="635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6350" y="737743"/>
                  </a:lnTo>
                  <a:lnTo>
                    <a:pt x="6350" y="731520"/>
                  </a:lnTo>
                  <a:close/>
                </a:path>
                <a:path w="6350" h="779780">
                  <a:moveTo>
                    <a:pt x="635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6350" y="731393"/>
                  </a:lnTo>
                  <a:lnTo>
                    <a:pt x="6350" y="725170"/>
                  </a:lnTo>
                  <a:close/>
                </a:path>
                <a:path w="6350" h="779780">
                  <a:moveTo>
                    <a:pt x="635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6350" y="725043"/>
                  </a:lnTo>
                  <a:lnTo>
                    <a:pt x="6350" y="718820"/>
                  </a:lnTo>
                  <a:close/>
                </a:path>
                <a:path w="6350" h="779780">
                  <a:moveTo>
                    <a:pt x="635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6350" y="718693"/>
                  </a:lnTo>
                  <a:lnTo>
                    <a:pt x="6350" y="712470"/>
                  </a:lnTo>
                  <a:close/>
                </a:path>
                <a:path w="6350" h="779780">
                  <a:moveTo>
                    <a:pt x="635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6350" y="712343"/>
                  </a:lnTo>
                  <a:lnTo>
                    <a:pt x="6350" y="706120"/>
                  </a:lnTo>
                  <a:close/>
                </a:path>
                <a:path w="6350" h="779780">
                  <a:moveTo>
                    <a:pt x="635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6350" y="705993"/>
                  </a:lnTo>
                  <a:lnTo>
                    <a:pt x="6350" y="699770"/>
                  </a:lnTo>
                  <a:close/>
                </a:path>
                <a:path w="6350" h="779780">
                  <a:moveTo>
                    <a:pt x="635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6350" y="699643"/>
                  </a:lnTo>
                  <a:lnTo>
                    <a:pt x="6350" y="693420"/>
                  </a:lnTo>
                  <a:close/>
                </a:path>
                <a:path w="6350" h="779780">
                  <a:moveTo>
                    <a:pt x="635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6350" y="693293"/>
                  </a:lnTo>
                  <a:lnTo>
                    <a:pt x="6350" y="687070"/>
                  </a:lnTo>
                  <a:close/>
                </a:path>
                <a:path w="6350" h="779780">
                  <a:moveTo>
                    <a:pt x="6350" y="684530"/>
                  </a:moveTo>
                  <a:lnTo>
                    <a:pt x="0" y="684530"/>
                  </a:lnTo>
                  <a:lnTo>
                    <a:pt x="0" y="686943"/>
                  </a:lnTo>
                  <a:lnTo>
                    <a:pt x="6350" y="686943"/>
                  </a:lnTo>
                  <a:lnTo>
                    <a:pt x="6350" y="684530"/>
                  </a:lnTo>
                  <a:close/>
                </a:path>
              </a:pathLst>
            </a:custGeom>
            <a:solidFill>
              <a:srgbClr val="3A5D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47">
              <a:extLst>
                <a:ext uri="{FF2B5EF4-FFF2-40B4-BE49-F238E27FC236}">
                  <a16:creationId xmlns:a16="http://schemas.microsoft.com/office/drawing/2014/main" id="{067EC2BB-B33D-A819-353C-C96F324FE16E}"/>
                </a:ext>
              </a:extLst>
            </p:cNvPr>
            <p:cNvSpPr/>
            <p:nvPr/>
          </p:nvSpPr>
          <p:spPr>
            <a:xfrm>
              <a:off x="7740505" y="2660411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h="106680">
                  <a:moveTo>
                    <a:pt x="0" y="0"/>
                  </a:moveTo>
                  <a:lnTo>
                    <a:pt x="0" y="106552"/>
                  </a:lnTo>
                </a:path>
              </a:pathLst>
            </a:custGeom>
            <a:ln w="7620">
              <a:solidFill>
                <a:srgbClr val="395B8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48">
              <a:extLst>
                <a:ext uri="{FF2B5EF4-FFF2-40B4-BE49-F238E27FC236}">
                  <a16:creationId xmlns:a16="http://schemas.microsoft.com/office/drawing/2014/main" id="{4BD61114-93A4-A964-6DFA-E0E8BC4767BE}"/>
                </a:ext>
              </a:extLst>
            </p:cNvPr>
            <p:cNvSpPr/>
            <p:nvPr/>
          </p:nvSpPr>
          <p:spPr>
            <a:xfrm>
              <a:off x="773669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95B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49">
              <a:extLst>
                <a:ext uri="{FF2B5EF4-FFF2-40B4-BE49-F238E27FC236}">
                  <a16:creationId xmlns:a16="http://schemas.microsoft.com/office/drawing/2014/main" id="{EF70E0BE-FAF2-18D0-B4AE-4B5945DEE62B}"/>
                </a:ext>
              </a:extLst>
            </p:cNvPr>
            <p:cNvSpPr/>
            <p:nvPr/>
          </p:nvSpPr>
          <p:spPr>
            <a:xfrm>
              <a:off x="7740505" y="3338464"/>
              <a:ext cx="0" cy="101600"/>
            </a:xfrm>
            <a:custGeom>
              <a:avLst/>
              <a:gdLst/>
              <a:ahLst/>
              <a:cxnLst/>
              <a:rect l="l" t="t" r="r" b="b"/>
              <a:pathLst>
                <a:path h="101600">
                  <a:moveTo>
                    <a:pt x="0" y="0"/>
                  </a:moveTo>
                  <a:lnTo>
                    <a:pt x="0" y="101600"/>
                  </a:lnTo>
                </a:path>
              </a:pathLst>
            </a:custGeom>
            <a:ln w="7620">
              <a:solidFill>
                <a:srgbClr val="395B8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0">
              <a:extLst>
                <a:ext uri="{FF2B5EF4-FFF2-40B4-BE49-F238E27FC236}">
                  <a16:creationId xmlns:a16="http://schemas.microsoft.com/office/drawing/2014/main" id="{28DED2EA-B0AA-87C7-879D-C2CBDDF82365}"/>
                </a:ext>
              </a:extLst>
            </p:cNvPr>
            <p:cNvSpPr/>
            <p:nvPr/>
          </p:nvSpPr>
          <p:spPr>
            <a:xfrm>
              <a:off x="7744315" y="2659014"/>
              <a:ext cx="7620" cy="782320"/>
            </a:xfrm>
            <a:custGeom>
              <a:avLst/>
              <a:gdLst/>
              <a:ahLst/>
              <a:cxnLst/>
              <a:rect l="l" t="t" r="r" b="b"/>
              <a:pathLst>
                <a:path w="7620" h="782319">
                  <a:moveTo>
                    <a:pt x="7620" y="97916"/>
                  </a:moveTo>
                  <a:lnTo>
                    <a:pt x="0" y="97916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97916"/>
                  </a:lnTo>
                  <a:close/>
                </a:path>
                <a:path w="7620" h="782319">
                  <a:moveTo>
                    <a:pt x="7620" y="91566"/>
                  </a:moveTo>
                  <a:lnTo>
                    <a:pt x="0" y="91566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1566"/>
                  </a:lnTo>
                  <a:close/>
                </a:path>
                <a:path w="7620" h="782319">
                  <a:moveTo>
                    <a:pt x="7620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7757"/>
                  </a:lnTo>
                  <a:close/>
                </a:path>
                <a:path w="7620" h="782319">
                  <a:moveTo>
                    <a:pt x="7620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7620" y="87629"/>
                  </a:lnTo>
                  <a:lnTo>
                    <a:pt x="7620" y="85216"/>
                  </a:lnTo>
                  <a:close/>
                </a:path>
                <a:path w="7620" h="782319">
                  <a:moveTo>
                    <a:pt x="762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1407"/>
                  </a:lnTo>
                  <a:close/>
                </a:path>
                <a:path w="7620" h="782319">
                  <a:moveTo>
                    <a:pt x="762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866"/>
                  </a:lnTo>
                  <a:close/>
                </a:path>
                <a:path w="7620" h="782319">
                  <a:moveTo>
                    <a:pt x="762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5057"/>
                  </a:lnTo>
                  <a:close/>
                </a:path>
                <a:path w="7620" h="782319">
                  <a:moveTo>
                    <a:pt x="762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516"/>
                  </a:lnTo>
                  <a:close/>
                </a:path>
                <a:path w="7620" h="782319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782319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782319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782319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782319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782319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782319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782319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782319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782319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782319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782319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782319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782319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782319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782319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782319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782319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782319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782319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782319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782319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782319">
                  <a:moveTo>
                    <a:pt x="7620" y="0"/>
                  </a:moveTo>
                  <a:lnTo>
                    <a:pt x="2540" y="0"/>
                  </a:lnTo>
                  <a:lnTo>
                    <a:pt x="2540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782319">
                  <a:moveTo>
                    <a:pt x="7620" y="107950"/>
                  </a:moveTo>
                  <a:lnTo>
                    <a:pt x="0" y="107950"/>
                  </a:lnTo>
                  <a:lnTo>
                    <a:pt x="0" y="679450"/>
                  </a:lnTo>
                  <a:lnTo>
                    <a:pt x="7620" y="679450"/>
                  </a:lnTo>
                  <a:lnTo>
                    <a:pt x="7620" y="107950"/>
                  </a:lnTo>
                  <a:close/>
                </a:path>
                <a:path w="7620" h="782319">
                  <a:moveTo>
                    <a:pt x="7620" y="679450"/>
                  </a:moveTo>
                  <a:lnTo>
                    <a:pt x="0" y="679450"/>
                  </a:lnTo>
                  <a:lnTo>
                    <a:pt x="0" y="685800"/>
                  </a:lnTo>
                  <a:lnTo>
                    <a:pt x="7620" y="685800"/>
                  </a:lnTo>
                  <a:lnTo>
                    <a:pt x="7620" y="679450"/>
                  </a:lnTo>
                  <a:close/>
                </a:path>
                <a:path w="7620" h="782319">
                  <a:moveTo>
                    <a:pt x="7620" y="777367"/>
                  </a:moveTo>
                  <a:lnTo>
                    <a:pt x="0" y="777367"/>
                  </a:lnTo>
                  <a:lnTo>
                    <a:pt x="0" y="781050"/>
                  </a:lnTo>
                  <a:lnTo>
                    <a:pt x="2540" y="781050"/>
                  </a:lnTo>
                  <a:lnTo>
                    <a:pt x="2540" y="782320"/>
                  </a:lnTo>
                  <a:lnTo>
                    <a:pt x="7620" y="782320"/>
                  </a:lnTo>
                  <a:lnTo>
                    <a:pt x="7620" y="777367"/>
                  </a:lnTo>
                  <a:close/>
                </a:path>
                <a:path w="7620" h="782319">
                  <a:moveTo>
                    <a:pt x="7620" y="771017"/>
                  </a:moveTo>
                  <a:lnTo>
                    <a:pt x="0" y="771017"/>
                  </a:lnTo>
                  <a:lnTo>
                    <a:pt x="0" y="777240"/>
                  </a:lnTo>
                  <a:lnTo>
                    <a:pt x="7620" y="777240"/>
                  </a:lnTo>
                  <a:lnTo>
                    <a:pt x="7620" y="771017"/>
                  </a:lnTo>
                  <a:close/>
                </a:path>
                <a:path w="7620" h="782319">
                  <a:moveTo>
                    <a:pt x="7620" y="764667"/>
                  </a:moveTo>
                  <a:lnTo>
                    <a:pt x="0" y="764667"/>
                  </a:lnTo>
                  <a:lnTo>
                    <a:pt x="0" y="770890"/>
                  </a:lnTo>
                  <a:lnTo>
                    <a:pt x="7620" y="770890"/>
                  </a:lnTo>
                  <a:lnTo>
                    <a:pt x="7620" y="764667"/>
                  </a:lnTo>
                  <a:close/>
                </a:path>
                <a:path w="7620" h="782319">
                  <a:moveTo>
                    <a:pt x="7620" y="758317"/>
                  </a:moveTo>
                  <a:lnTo>
                    <a:pt x="0" y="758317"/>
                  </a:lnTo>
                  <a:lnTo>
                    <a:pt x="0" y="764540"/>
                  </a:lnTo>
                  <a:lnTo>
                    <a:pt x="7620" y="764540"/>
                  </a:lnTo>
                  <a:lnTo>
                    <a:pt x="7620" y="758317"/>
                  </a:lnTo>
                  <a:close/>
                </a:path>
                <a:path w="7620" h="782319">
                  <a:moveTo>
                    <a:pt x="7620" y="751967"/>
                  </a:moveTo>
                  <a:lnTo>
                    <a:pt x="0" y="751967"/>
                  </a:lnTo>
                  <a:lnTo>
                    <a:pt x="0" y="758190"/>
                  </a:lnTo>
                  <a:lnTo>
                    <a:pt x="7620" y="758190"/>
                  </a:lnTo>
                  <a:lnTo>
                    <a:pt x="7620" y="751967"/>
                  </a:lnTo>
                  <a:close/>
                </a:path>
                <a:path w="7620" h="782319">
                  <a:moveTo>
                    <a:pt x="7620" y="745617"/>
                  </a:moveTo>
                  <a:lnTo>
                    <a:pt x="0" y="745617"/>
                  </a:lnTo>
                  <a:lnTo>
                    <a:pt x="0" y="751840"/>
                  </a:lnTo>
                  <a:lnTo>
                    <a:pt x="7620" y="751840"/>
                  </a:lnTo>
                  <a:lnTo>
                    <a:pt x="7620" y="745617"/>
                  </a:lnTo>
                  <a:close/>
                </a:path>
                <a:path w="7620" h="782319">
                  <a:moveTo>
                    <a:pt x="7620" y="739267"/>
                  </a:moveTo>
                  <a:lnTo>
                    <a:pt x="0" y="739267"/>
                  </a:lnTo>
                  <a:lnTo>
                    <a:pt x="0" y="745490"/>
                  </a:lnTo>
                  <a:lnTo>
                    <a:pt x="7620" y="745490"/>
                  </a:lnTo>
                  <a:lnTo>
                    <a:pt x="7620" y="739267"/>
                  </a:lnTo>
                  <a:close/>
                </a:path>
                <a:path w="7620" h="782319">
                  <a:moveTo>
                    <a:pt x="762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7620" y="739140"/>
                  </a:lnTo>
                  <a:lnTo>
                    <a:pt x="7620" y="732917"/>
                  </a:lnTo>
                  <a:close/>
                </a:path>
                <a:path w="7620" h="782319">
                  <a:moveTo>
                    <a:pt x="762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7620" y="732790"/>
                  </a:lnTo>
                  <a:lnTo>
                    <a:pt x="7620" y="726567"/>
                  </a:lnTo>
                  <a:close/>
                </a:path>
                <a:path w="7620" h="782319">
                  <a:moveTo>
                    <a:pt x="762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7620" y="726440"/>
                  </a:lnTo>
                  <a:lnTo>
                    <a:pt x="7620" y="720217"/>
                  </a:lnTo>
                  <a:close/>
                </a:path>
                <a:path w="7620" h="782319">
                  <a:moveTo>
                    <a:pt x="762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7620" y="720090"/>
                  </a:lnTo>
                  <a:lnTo>
                    <a:pt x="7620" y="713867"/>
                  </a:lnTo>
                  <a:close/>
                </a:path>
                <a:path w="7620" h="782319">
                  <a:moveTo>
                    <a:pt x="762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7620" y="713740"/>
                  </a:lnTo>
                  <a:lnTo>
                    <a:pt x="7620" y="707517"/>
                  </a:lnTo>
                  <a:close/>
                </a:path>
                <a:path w="7620" h="782319">
                  <a:moveTo>
                    <a:pt x="762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7620" y="707390"/>
                  </a:lnTo>
                  <a:lnTo>
                    <a:pt x="7620" y="701167"/>
                  </a:lnTo>
                  <a:close/>
                </a:path>
                <a:path w="7620" h="782319">
                  <a:moveTo>
                    <a:pt x="762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817"/>
                  </a:lnTo>
                  <a:close/>
                </a:path>
                <a:path w="7620" h="782319">
                  <a:moveTo>
                    <a:pt x="762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467"/>
                  </a:lnTo>
                  <a:close/>
                </a:path>
                <a:path w="7620" h="782319">
                  <a:moveTo>
                    <a:pt x="7620" y="685927"/>
                  </a:moveTo>
                  <a:lnTo>
                    <a:pt x="0" y="685927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5927"/>
                  </a:lnTo>
                  <a:close/>
                </a:path>
              </a:pathLst>
            </a:custGeom>
            <a:solidFill>
              <a:srgbClr val="395A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1">
              <a:extLst>
                <a:ext uri="{FF2B5EF4-FFF2-40B4-BE49-F238E27FC236}">
                  <a16:creationId xmlns:a16="http://schemas.microsoft.com/office/drawing/2014/main" id="{F8EF7702-0E9E-AEDB-B1CA-278BF0AC5003}"/>
                </a:ext>
              </a:extLst>
            </p:cNvPr>
            <p:cNvSpPr/>
            <p:nvPr/>
          </p:nvSpPr>
          <p:spPr>
            <a:xfrm>
              <a:off x="7755110" y="2659014"/>
              <a:ext cx="0" cy="107950"/>
            </a:xfrm>
            <a:custGeom>
              <a:avLst/>
              <a:gdLst/>
              <a:ahLst/>
              <a:cxnLst/>
              <a:rect l="l" t="t" r="r" b="b"/>
              <a:pathLst>
                <a:path h="107950">
                  <a:moveTo>
                    <a:pt x="0" y="0"/>
                  </a:moveTo>
                  <a:lnTo>
                    <a:pt x="0" y="107950"/>
                  </a:lnTo>
                </a:path>
              </a:pathLst>
            </a:custGeom>
            <a:ln w="6350">
              <a:solidFill>
                <a:srgbClr val="3859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2">
              <a:extLst>
                <a:ext uri="{FF2B5EF4-FFF2-40B4-BE49-F238E27FC236}">
                  <a16:creationId xmlns:a16="http://schemas.microsoft.com/office/drawing/2014/main" id="{FB417440-A9C2-A4EA-F937-7BF9A078F7EF}"/>
                </a:ext>
              </a:extLst>
            </p:cNvPr>
            <p:cNvSpPr/>
            <p:nvPr/>
          </p:nvSpPr>
          <p:spPr>
            <a:xfrm>
              <a:off x="7751935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859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3">
              <a:extLst>
                <a:ext uri="{FF2B5EF4-FFF2-40B4-BE49-F238E27FC236}">
                  <a16:creationId xmlns:a16="http://schemas.microsoft.com/office/drawing/2014/main" id="{87D5AD61-2FEC-0D07-3A58-D066436B7675}"/>
                </a:ext>
              </a:extLst>
            </p:cNvPr>
            <p:cNvSpPr/>
            <p:nvPr/>
          </p:nvSpPr>
          <p:spPr>
            <a:xfrm>
              <a:off x="7755110" y="3338464"/>
              <a:ext cx="0" cy="102870"/>
            </a:xfrm>
            <a:custGeom>
              <a:avLst/>
              <a:gdLst/>
              <a:ahLst/>
              <a:cxnLst/>
              <a:rect l="l" t="t" r="r" b="b"/>
              <a:pathLst>
                <a:path h="102869">
                  <a:moveTo>
                    <a:pt x="0" y="0"/>
                  </a:moveTo>
                  <a:lnTo>
                    <a:pt x="0" y="102869"/>
                  </a:lnTo>
                </a:path>
              </a:pathLst>
            </a:custGeom>
            <a:ln w="6350">
              <a:solidFill>
                <a:srgbClr val="3859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4">
              <a:extLst>
                <a:ext uri="{FF2B5EF4-FFF2-40B4-BE49-F238E27FC236}">
                  <a16:creationId xmlns:a16="http://schemas.microsoft.com/office/drawing/2014/main" id="{EB241E95-AE13-527B-DA5B-DCFCC2224FF9}"/>
                </a:ext>
              </a:extLst>
            </p:cNvPr>
            <p:cNvSpPr/>
            <p:nvPr/>
          </p:nvSpPr>
          <p:spPr>
            <a:xfrm>
              <a:off x="7758285" y="2657744"/>
              <a:ext cx="7620" cy="785495"/>
            </a:xfrm>
            <a:custGeom>
              <a:avLst/>
              <a:gdLst/>
              <a:ahLst/>
              <a:cxnLst/>
              <a:rect l="l" t="t" r="r" b="b"/>
              <a:pathLst>
                <a:path w="7620" h="785494">
                  <a:moveTo>
                    <a:pt x="7620" y="99187"/>
                  </a:moveTo>
                  <a:lnTo>
                    <a:pt x="0" y="99187"/>
                  </a:lnTo>
                  <a:lnTo>
                    <a:pt x="0" y="109220"/>
                  </a:lnTo>
                  <a:lnTo>
                    <a:pt x="7620" y="109220"/>
                  </a:lnTo>
                  <a:lnTo>
                    <a:pt x="7620" y="99187"/>
                  </a:lnTo>
                  <a:close/>
                </a:path>
                <a:path w="7620" h="785494">
                  <a:moveTo>
                    <a:pt x="7620" y="92837"/>
                  </a:moveTo>
                  <a:lnTo>
                    <a:pt x="0" y="92837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2837"/>
                  </a:lnTo>
                  <a:close/>
                </a:path>
                <a:path w="7620" h="785494">
                  <a:moveTo>
                    <a:pt x="7620" y="89027"/>
                  </a:moveTo>
                  <a:lnTo>
                    <a:pt x="0" y="89027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89027"/>
                  </a:lnTo>
                  <a:close/>
                </a:path>
                <a:path w="7620" h="785494">
                  <a:moveTo>
                    <a:pt x="7620" y="86487"/>
                  </a:moveTo>
                  <a:lnTo>
                    <a:pt x="0" y="8648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487"/>
                  </a:lnTo>
                  <a:close/>
                </a:path>
                <a:path w="7620" h="785494">
                  <a:moveTo>
                    <a:pt x="762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2677"/>
                  </a:lnTo>
                  <a:close/>
                </a:path>
                <a:path w="7620" h="785494">
                  <a:moveTo>
                    <a:pt x="762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137"/>
                  </a:lnTo>
                  <a:close/>
                </a:path>
                <a:path w="7620" h="785494">
                  <a:moveTo>
                    <a:pt x="762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6327"/>
                  </a:lnTo>
                  <a:close/>
                </a:path>
                <a:path w="7620" h="785494">
                  <a:moveTo>
                    <a:pt x="762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787"/>
                  </a:lnTo>
                  <a:close/>
                </a:path>
                <a:path w="7620" h="785494">
                  <a:moveTo>
                    <a:pt x="762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69977"/>
                  </a:lnTo>
                  <a:close/>
                </a:path>
                <a:path w="7620" h="785494">
                  <a:moveTo>
                    <a:pt x="762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437"/>
                  </a:lnTo>
                  <a:close/>
                </a:path>
                <a:path w="7620" h="785494">
                  <a:moveTo>
                    <a:pt x="762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3627"/>
                  </a:lnTo>
                  <a:close/>
                </a:path>
                <a:path w="7620" h="785494">
                  <a:moveTo>
                    <a:pt x="762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1087"/>
                  </a:lnTo>
                  <a:close/>
                </a:path>
                <a:path w="7620" h="785494">
                  <a:moveTo>
                    <a:pt x="762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7277"/>
                  </a:lnTo>
                  <a:close/>
                </a:path>
                <a:path w="7620" h="785494">
                  <a:moveTo>
                    <a:pt x="762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737"/>
                  </a:lnTo>
                  <a:close/>
                </a:path>
                <a:path w="7620" h="785494">
                  <a:moveTo>
                    <a:pt x="762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0927"/>
                  </a:lnTo>
                  <a:close/>
                </a:path>
                <a:path w="7620" h="785494">
                  <a:moveTo>
                    <a:pt x="762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387"/>
                  </a:lnTo>
                  <a:close/>
                </a:path>
                <a:path w="7620" h="785494">
                  <a:moveTo>
                    <a:pt x="762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4577"/>
                  </a:lnTo>
                  <a:close/>
                </a:path>
                <a:path w="7620" h="785494">
                  <a:moveTo>
                    <a:pt x="762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2037"/>
                  </a:lnTo>
                  <a:close/>
                </a:path>
                <a:path w="7620" h="785494">
                  <a:moveTo>
                    <a:pt x="762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8227"/>
                  </a:lnTo>
                  <a:close/>
                </a:path>
                <a:path w="7620" h="785494">
                  <a:moveTo>
                    <a:pt x="762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687"/>
                  </a:lnTo>
                  <a:close/>
                </a:path>
                <a:path w="7620" h="785494">
                  <a:moveTo>
                    <a:pt x="762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1877"/>
                  </a:lnTo>
                  <a:close/>
                </a:path>
                <a:path w="7620" h="785494">
                  <a:moveTo>
                    <a:pt x="762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337"/>
                  </a:lnTo>
                  <a:close/>
                </a:path>
                <a:path w="7620" h="785494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785494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785494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785494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785494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785494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785494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785494">
                  <a:moveTo>
                    <a:pt x="762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close/>
                </a:path>
                <a:path w="7620" h="785494">
                  <a:moveTo>
                    <a:pt x="762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20" h="785494">
                  <a:moveTo>
                    <a:pt x="7620" y="109220"/>
                  </a:moveTo>
                  <a:lnTo>
                    <a:pt x="0" y="10922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109220"/>
                  </a:lnTo>
                  <a:close/>
                </a:path>
                <a:path w="7620" h="785494">
                  <a:moveTo>
                    <a:pt x="7620" y="680720"/>
                  </a:moveTo>
                  <a:lnTo>
                    <a:pt x="0" y="680720"/>
                  </a:lnTo>
                  <a:lnTo>
                    <a:pt x="0" y="687070"/>
                  </a:lnTo>
                  <a:lnTo>
                    <a:pt x="7620" y="687070"/>
                  </a:lnTo>
                  <a:lnTo>
                    <a:pt x="7620" y="680720"/>
                  </a:lnTo>
                  <a:close/>
                </a:path>
                <a:path w="7620" h="785494">
                  <a:moveTo>
                    <a:pt x="7620" y="778637"/>
                  </a:moveTo>
                  <a:lnTo>
                    <a:pt x="0" y="778637"/>
                  </a:lnTo>
                  <a:lnTo>
                    <a:pt x="0" y="783590"/>
                  </a:lnTo>
                  <a:lnTo>
                    <a:pt x="1270" y="783590"/>
                  </a:lnTo>
                  <a:lnTo>
                    <a:pt x="1270" y="784987"/>
                  </a:lnTo>
                  <a:lnTo>
                    <a:pt x="7620" y="784987"/>
                  </a:lnTo>
                  <a:lnTo>
                    <a:pt x="7620" y="778637"/>
                  </a:lnTo>
                  <a:close/>
                </a:path>
                <a:path w="7620" h="785494">
                  <a:moveTo>
                    <a:pt x="7620" y="772287"/>
                  </a:moveTo>
                  <a:lnTo>
                    <a:pt x="0" y="772287"/>
                  </a:lnTo>
                  <a:lnTo>
                    <a:pt x="0" y="778510"/>
                  </a:lnTo>
                  <a:lnTo>
                    <a:pt x="7620" y="778510"/>
                  </a:lnTo>
                  <a:lnTo>
                    <a:pt x="7620" y="772287"/>
                  </a:lnTo>
                  <a:close/>
                </a:path>
                <a:path w="7620" h="785494">
                  <a:moveTo>
                    <a:pt x="7620" y="765937"/>
                  </a:moveTo>
                  <a:lnTo>
                    <a:pt x="0" y="765937"/>
                  </a:lnTo>
                  <a:lnTo>
                    <a:pt x="0" y="772160"/>
                  </a:lnTo>
                  <a:lnTo>
                    <a:pt x="7620" y="772160"/>
                  </a:lnTo>
                  <a:lnTo>
                    <a:pt x="7620" y="765937"/>
                  </a:lnTo>
                  <a:close/>
                </a:path>
                <a:path w="7620" h="785494">
                  <a:moveTo>
                    <a:pt x="7620" y="759587"/>
                  </a:moveTo>
                  <a:lnTo>
                    <a:pt x="0" y="759587"/>
                  </a:lnTo>
                  <a:lnTo>
                    <a:pt x="0" y="765810"/>
                  </a:lnTo>
                  <a:lnTo>
                    <a:pt x="7620" y="765810"/>
                  </a:lnTo>
                  <a:lnTo>
                    <a:pt x="7620" y="759587"/>
                  </a:lnTo>
                  <a:close/>
                </a:path>
                <a:path w="7620" h="785494">
                  <a:moveTo>
                    <a:pt x="7620" y="753237"/>
                  </a:moveTo>
                  <a:lnTo>
                    <a:pt x="0" y="753237"/>
                  </a:lnTo>
                  <a:lnTo>
                    <a:pt x="0" y="759460"/>
                  </a:lnTo>
                  <a:lnTo>
                    <a:pt x="7620" y="759460"/>
                  </a:lnTo>
                  <a:lnTo>
                    <a:pt x="7620" y="753237"/>
                  </a:lnTo>
                  <a:close/>
                </a:path>
                <a:path w="7620" h="785494">
                  <a:moveTo>
                    <a:pt x="7620" y="746887"/>
                  </a:moveTo>
                  <a:lnTo>
                    <a:pt x="0" y="746887"/>
                  </a:lnTo>
                  <a:lnTo>
                    <a:pt x="0" y="753110"/>
                  </a:lnTo>
                  <a:lnTo>
                    <a:pt x="7620" y="753110"/>
                  </a:lnTo>
                  <a:lnTo>
                    <a:pt x="7620" y="746887"/>
                  </a:lnTo>
                  <a:close/>
                </a:path>
                <a:path w="7620" h="785494">
                  <a:moveTo>
                    <a:pt x="7620" y="740537"/>
                  </a:moveTo>
                  <a:lnTo>
                    <a:pt x="0" y="740537"/>
                  </a:lnTo>
                  <a:lnTo>
                    <a:pt x="0" y="746760"/>
                  </a:lnTo>
                  <a:lnTo>
                    <a:pt x="7620" y="746760"/>
                  </a:lnTo>
                  <a:lnTo>
                    <a:pt x="7620" y="740537"/>
                  </a:lnTo>
                  <a:close/>
                </a:path>
                <a:path w="7620" h="785494">
                  <a:moveTo>
                    <a:pt x="7620" y="734187"/>
                  </a:moveTo>
                  <a:lnTo>
                    <a:pt x="0" y="734187"/>
                  </a:lnTo>
                  <a:lnTo>
                    <a:pt x="0" y="740410"/>
                  </a:lnTo>
                  <a:lnTo>
                    <a:pt x="7620" y="740410"/>
                  </a:lnTo>
                  <a:lnTo>
                    <a:pt x="7620" y="734187"/>
                  </a:lnTo>
                  <a:close/>
                </a:path>
                <a:path w="7620" h="785494">
                  <a:moveTo>
                    <a:pt x="7620" y="727837"/>
                  </a:moveTo>
                  <a:lnTo>
                    <a:pt x="0" y="727837"/>
                  </a:lnTo>
                  <a:lnTo>
                    <a:pt x="0" y="734060"/>
                  </a:lnTo>
                  <a:lnTo>
                    <a:pt x="7620" y="734060"/>
                  </a:lnTo>
                  <a:lnTo>
                    <a:pt x="7620" y="727837"/>
                  </a:lnTo>
                  <a:close/>
                </a:path>
                <a:path w="7620" h="785494">
                  <a:moveTo>
                    <a:pt x="7620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7620" y="727710"/>
                  </a:lnTo>
                  <a:lnTo>
                    <a:pt x="7620" y="721487"/>
                  </a:lnTo>
                  <a:close/>
                </a:path>
                <a:path w="7620" h="785494">
                  <a:moveTo>
                    <a:pt x="7620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7620" y="721360"/>
                  </a:lnTo>
                  <a:lnTo>
                    <a:pt x="7620" y="715137"/>
                  </a:lnTo>
                  <a:close/>
                </a:path>
                <a:path w="7620" h="785494">
                  <a:moveTo>
                    <a:pt x="762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7620" y="715010"/>
                  </a:lnTo>
                  <a:lnTo>
                    <a:pt x="7620" y="708787"/>
                  </a:lnTo>
                  <a:close/>
                </a:path>
                <a:path w="7620" h="785494">
                  <a:moveTo>
                    <a:pt x="762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7620" y="708660"/>
                  </a:lnTo>
                  <a:lnTo>
                    <a:pt x="7620" y="702437"/>
                  </a:lnTo>
                  <a:close/>
                </a:path>
                <a:path w="7620" h="785494">
                  <a:moveTo>
                    <a:pt x="762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7620" y="702310"/>
                  </a:lnTo>
                  <a:lnTo>
                    <a:pt x="7620" y="696087"/>
                  </a:lnTo>
                  <a:close/>
                </a:path>
                <a:path w="7620" h="785494">
                  <a:moveTo>
                    <a:pt x="762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7620" y="695960"/>
                  </a:lnTo>
                  <a:lnTo>
                    <a:pt x="7620" y="689737"/>
                  </a:lnTo>
                  <a:close/>
                </a:path>
                <a:path w="7620" h="785494">
                  <a:moveTo>
                    <a:pt x="7620" y="687197"/>
                  </a:moveTo>
                  <a:lnTo>
                    <a:pt x="0" y="687197"/>
                  </a:lnTo>
                  <a:lnTo>
                    <a:pt x="0" y="689610"/>
                  </a:lnTo>
                  <a:lnTo>
                    <a:pt x="7620" y="689610"/>
                  </a:lnTo>
                  <a:lnTo>
                    <a:pt x="7620" y="687197"/>
                  </a:lnTo>
                  <a:close/>
                </a:path>
              </a:pathLst>
            </a:custGeom>
            <a:solidFill>
              <a:srgbClr val="3758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5">
              <a:extLst>
                <a:ext uri="{FF2B5EF4-FFF2-40B4-BE49-F238E27FC236}">
                  <a16:creationId xmlns:a16="http://schemas.microsoft.com/office/drawing/2014/main" id="{A1E99D48-4182-0C91-A6E8-073276E98EEB}"/>
                </a:ext>
              </a:extLst>
            </p:cNvPr>
            <p:cNvSpPr/>
            <p:nvPr/>
          </p:nvSpPr>
          <p:spPr>
            <a:xfrm>
              <a:off x="7765905" y="2656601"/>
              <a:ext cx="7620" cy="787400"/>
            </a:xfrm>
            <a:custGeom>
              <a:avLst/>
              <a:gdLst/>
              <a:ahLst/>
              <a:cxnLst/>
              <a:rect l="l" t="t" r="r" b="b"/>
              <a:pathLst>
                <a:path w="7620" h="787400">
                  <a:moveTo>
                    <a:pt x="7619" y="100329"/>
                  </a:moveTo>
                  <a:lnTo>
                    <a:pt x="0" y="100329"/>
                  </a:lnTo>
                  <a:lnTo>
                    <a:pt x="0" y="110362"/>
                  </a:lnTo>
                  <a:lnTo>
                    <a:pt x="7619" y="110362"/>
                  </a:lnTo>
                  <a:lnTo>
                    <a:pt x="7619" y="100329"/>
                  </a:lnTo>
                  <a:close/>
                </a:path>
                <a:path w="7620" h="787400">
                  <a:moveTo>
                    <a:pt x="7619" y="93979"/>
                  </a:moveTo>
                  <a:lnTo>
                    <a:pt x="0" y="93979"/>
                  </a:lnTo>
                  <a:lnTo>
                    <a:pt x="0" y="100202"/>
                  </a:lnTo>
                  <a:lnTo>
                    <a:pt x="7619" y="100202"/>
                  </a:lnTo>
                  <a:lnTo>
                    <a:pt x="7619" y="93979"/>
                  </a:lnTo>
                  <a:close/>
                </a:path>
                <a:path w="7620" h="787400">
                  <a:moveTo>
                    <a:pt x="7619" y="90170"/>
                  </a:moveTo>
                  <a:lnTo>
                    <a:pt x="0" y="90170"/>
                  </a:lnTo>
                  <a:lnTo>
                    <a:pt x="0" y="93852"/>
                  </a:lnTo>
                  <a:lnTo>
                    <a:pt x="7619" y="93852"/>
                  </a:lnTo>
                  <a:lnTo>
                    <a:pt x="7619" y="90170"/>
                  </a:lnTo>
                  <a:close/>
                </a:path>
                <a:path w="7620" h="787400">
                  <a:moveTo>
                    <a:pt x="7619" y="87629"/>
                  </a:moveTo>
                  <a:lnTo>
                    <a:pt x="0" y="87629"/>
                  </a:lnTo>
                  <a:lnTo>
                    <a:pt x="0" y="90042"/>
                  </a:lnTo>
                  <a:lnTo>
                    <a:pt x="7619" y="90042"/>
                  </a:lnTo>
                  <a:lnTo>
                    <a:pt x="7619" y="87629"/>
                  </a:lnTo>
                  <a:close/>
                </a:path>
                <a:path w="7620" h="787400">
                  <a:moveTo>
                    <a:pt x="7619" y="83820"/>
                  </a:moveTo>
                  <a:lnTo>
                    <a:pt x="0" y="83820"/>
                  </a:lnTo>
                  <a:lnTo>
                    <a:pt x="0" y="87502"/>
                  </a:lnTo>
                  <a:lnTo>
                    <a:pt x="7619" y="87502"/>
                  </a:lnTo>
                  <a:lnTo>
                    <a:pt x="7619" y="83820"/>
                  </a:lnTo>
                  <a:close/>
                </a:path>
                <a:path w="7620" h="787400">
                  <a:moveTo>
                    <a:pt x="7619" y="81279"/>
                  </a:moveTo>
                  <a:lnTo>
                    <a:pt x="0" y="81279"/>
                  </a:lnTo>
                  <a:lnTo>
                    <a:pt x="0" y="83692"/>
                  </a:lnTo>
                  <a:lnTo>
                    <a:pt x="7619" y="83692"/>
                  </a:lnTo>
                  <a:lnTo>
                    <a:pt x="7619" y="81279"/>
                  </a:lnTo>
                  <a:close/>
                </a:path>
                <a:path w="7620" h="787400">
                  <a:moveTo>
                    <a:pt x="7619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7619" y="81152"/>
                  </a:lnTo>
                  <a:lnTo>
                    <a:pt x="7619" y="77470"/>
                  </a:lnTo>
                  <a:close/>
                </a:path>
                <a:path w="7620" h="787400">
                  <a:moveTo>
                    <a:pt x="7619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7619" y="77342"/>
                  </a:lnTo>
                  <a:lnTo>
                    <a:pt x="7619" y="74929"/>
                  </a:lnTo>
                  <a:close/>
                </a:path>
                <a:path w="7620" h="787400">
                  <a:moveTo>
                    <a:pt x="7619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7619" y="74802"/>
                  </a:lnTo>
                  <a:lnTo>
                    <a:pt x="7619" y="71120"/>
                  </a:lnTo>
                  <a:close/>
                </a:path>
                <a:path w="7620" h="787400">
                  <a:moveTo>
                    <a:pt x="7619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7619" y="70992"/>
                  </a:lnTo>
                  <a:lnTo>
                    <a:pt x="7619" y="68579"/>
                  </a:lnTo>
                  <a:close/>
                </a:path>
                <a:path w="7620" h="787400">
                  <a:moveTo>
                    <a:pt x="7619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19" y="68452"/>
                  </a:lnTo>
                  <a:lnTo>
                    <a:pt x="7619" y="64770"/>
                  </a:lnTo>
                  <a:close/>
                </a:path>
                <a:path w="7620" h="787400">
                  <a:moveTo>
                    <a:pt x="7619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19" y="64642"/>
                  </a:lnTo>
                  <a:lnTo>
                    <a:pt x="7619" y="62229"/>
                  </a:lnTo>
                  <a:close/>
                </a:path>
                <a:path w="7620" h="787400">
                  <a:moveTo>
                    <a:pt x="7619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19" y="62102"/>
                  </a:lnTo>
                  <a:lnTo>
                    <a:pt x="7619" y="58420"/>
                  </a:lnTo>
                  <a:close/>
                </a:path>
                <a:path w="7620" h="787400">
                  <a:moveTo>
                    <a:pt x="7619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19" y="58292"/>
                  </a:lnTo>
                  <a:lnTo>
                    <a:pt x="7619" y="55879"/>
                  </a:lnTo>
                  <a:close/>
                </a:path>
                <a:path w="7620" h="787400">
                  <a:moveTo>
                    <a:pt x="7619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19" y="55752"/>
                  </a:lnTo>
                  <a:lnTo>
                    <a:pt x="7619" y="52070"/>
                  </a:lnTo>
                  <a:close/>
                </a:path>
                <a:path w="7620" h="787400">
                  <a:moveTo>
                    <a:pt x="7619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19" y="51942"/>
                  </a:lnTo>
                  <a:lnTo>
                    <a:pt x="7619" y="49529"/>
                  </a:lnTo>
                  <a:close/>
                </a:path>
                <a:path w="7620" h="787400">
                  <a:moveTo>
                    <a:pt x="7619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19" y="49402"/>
                  </a:lnTo>
                  <a:lnTo>
                    <a:pt x="7619" y="45720"/>
                  </a:lnTo>
                  <a:close/>
                </a:path>
                <a:path w="7620" h="787400">
                  <a:moveTo>
                    <a:pt x="7619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19" y="45592"/>
                  </a:lnTo>
                  <a:lnTo>
                    <a:pt x="7619" y="43179"/>
                  </a:lnTo>
                  <a:close/>
                </a:path>
                <a:path w="7620" h="787400">
                  <a:moveTo>
                    <a:pt x="7619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19" y="43052"/>
                  </a:lnTo>
                  <a:lnTo>
                    <a:pt x="7619" y="39370"/>
                  </a:lnTo>
                  <a:close/>
                </a:path>
                <a:path w="7620" h="787400">
                  <a:moveTo>
                    <a:pt x="7619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19" y="39242"/>
                  </a:lnTo>
                  <a:lnTo>
                    <a:pt x="7619" y="36829"/>
                  </a:lnTo>
                  <a:close/>
                </a:path>
                <a:path w="7620" h="787400">
                  <a:moveTo>
                    <a:pt x="7619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19" y="36702"/>
                  </a:lnTo>
                  <a:lnTo>
                    <a:pt x="7619" y="33020"/>
                  </a:lnTo>
                  <a:close/>
                </a:path>
                <a:path w="7620" h="787400">
                  <a:moveTo>
                    <a:pt x="7619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19" y="32892"/>
                  </a:lnTo>
                  <a:lnTo>
                    <a:pt x="7619" y="30479"/>
                  </a:lnTo>
                  <a:close/>
                </a:path>
                <a:path w="7620" h="787400">
                  <a:moveTo>
                    <a:pt x="7619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19" y="30352"/>
                  </a:lnTo>
                  <a:lnTo>
                    <a:pt x="7619" y="26670"/>
                  </a:lnTo>
                  <a:close/>
                </a:path>
                <a:path w="7620" h="787400">
                  <a:moveTo>
                    <a:pt x="7619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19" y="26542"/>
                  </a:lnTo>
                  <a:lnTo>
                    <a:pt x="7619" y="24129"/>
                  </a:lnTo>
                  <a:close/>
                </a:path>
                <a:path w="7620" h="787400">
                  <a:moveTo>
                    <a:pt x="7619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19" y="24002"/>
                  </a:lnTo>
                  <a:lnTo>
                    <a:pt x="7619" y="20320"/>
                  </a:lnTo>
                  <a:close/>
                </a:path>
                <a:path w="7620" h="787400">
                  <a:moveTo>
                    <a:pt x="7619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19" y="20192"/>
                  </a:lnTo>
                  <a:lnTo>
                    <a:pt x="7619" y="17779"/>
                  </a:lnTo>
                  <a:close/>
                </a:path>
                <a:path w="7620" h="787400">
                  <a:moveTo>
                    <a:pt x="7619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19" y="17652"/>
                  </a:lnTo>
                  <a:lnTo>
                    <a:pt x="7619" y="13970"/>
                  </a:lnTo>
                  <a:close/>
                </a:path>
                <a:path w="7620" h="787400">
                  <a:moveTo>
                    <a:pt x="7619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11429"/>
                  </a:lnTo>
                  <a:close/>
                </a:path>
                <a:path w="7620" h="787400">
                  <a:moveTo>
                    <a:pt x="7619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19" y="11302"/>
                  </a:lnTo>
                  <a:lnTo>
                    <a:pt x="7619" y="7620"/>
                  </a:lnTo>
                  <a:close/>
                </a:path>
                <a:path w="7620" h="787400">
                  <a:moveTo>
                    <a:pt x="7619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5079"/>
                  </a:lnTo>
                  <a:close/>
                </a:path>
                <a:path w="7620" h="787400">
                  <a:moveTo>
                    <a:pt x="6350" y="1142"/>
                  </a:moveTo>
                  <a:lnTo>
                    <a:pt x="0" y="1142"/>
                  </a:lnTo>
                  <a:lnTo>
                    <a:pt x="0" y="4952"/>
                  </a:lnTo>
                  <a:lnTo>
                    <a:pt x="7619" y="4952"/>
                  </a:lnTo>
                  <a:lnTo>
                    <a:pt x="7619" y="1270"/>
                  </a:lnTo>
                  <a:lnTo>
                    <a:pt x="6350" y="1270"/>
                  </a:lnTo>
                  <a:lnTo>
                    <a:pt x="6350" y="1142"/>
                  </a:lnTo>
                  <a:close/>
                </a:path>
                <a:path w="7620" h="787400">
                  <a:moveTo>
                    <a:pt x="7619" y="0"/>
                  </a:moveTo>
                  <a:lnTo>
                    <a:pt x="6350" y="0"/>
                  </a:lnTo>
                  <a:lnTo>
                    <a:pt x="6350" y="1142"/>
                  </a:lnTo>
                  <a:lnTo>
                    <a:pt x="7619" y="1142"/>
                  </a:lnTo>
                  <a:lnTo>
                    <a:pt x="7619" y="0"/>
                  </a:lnTo>
                  <a:close/>
                </a:path>
                <a:path w="7620" h="787400">
                  <a:moveTo>
                    <a:pt x="7619" y="110363"/>
                  </a:moveTo>
                  <a:lnTo>
                    <a:pt x="0" y="110363"/>
                  </a:lnTo>
                  <a:lnTo>
                    <a:pt x="0" y="681863"/>
                  </a:lnTo>
                  <a:lnTo>
                    <a:pt x="7619" y="681863"/>
                  </a:lnTo>
                  <a:lnTo>
                    <a:pt x="7619" y="110363"/>
                  </a:lnTo>
                  <a:close/>
                </a:path>
                <a:path w="7620" h="787400">
                  <a:moveTo>
                    <a:pt x="7619" y="681863"/>
                  </a:moveTo>
                  <a:lnTo>
                    <a:pt x="0" y="681863"/>
                  </a:lnTo>
                  <a:lnTo>
                    <a:pt x="0" y="688213"/>
                  </a:lnTo>
                  <a:lnTo>
                    <a:pt x="7619" y="688213"/>
                  </a:lnTo>
                  <a:lnTo>
                    <a:pt x="7619" y="681863"/>
                  </a:lnTo>
                  <a:close/>
                </a:path>
                <a:path w="7620" h="787400">
                  <a:moveTo>
                    <a:pt x="7619" y="786130"/>
                  </a:moveTo>
                  <a:lnTo>
                    <a:pt x="6350" y="786130"/>
                  </a:lnTo>
                  <a:lnTo>
                    <a:pt x="6350" y="787273"/>
                  </a:lnTo>
                  <a:lnTo>
                    <a:pt x="7619" y="787273"/>
                  </a:lnTo>
                  <a:lnTo>
                    <a:pt x="7619" y="786130"/>
                  </a:lnTo>
                  <a:close/>
                </a:path>
                <a:path w="7620" h="787400">
                  <a:moveTo>
                    <a:pt x="7619" y="779780"/>
                  </a:moveTo>
                  <a:lnTo>
                    <a:pt x="0" y="779780"/>
                  </a:lnTo>
                  <a:lnTo>
                    <a:pt x="0" y="786130"/>
                  </a:lnTo>
                  <a:lnTo>
                    <a:pt x="6350" y="786130"/>
                  </a:lnTo>
                  <a:lnTo>
                    <a:pt x="7619" y="786003"/>
                  </a:lnTo>
                  <a:lnTo>
                    <a:pt x="7619" y="779780"/>
                  </a:lnTo>
                  <a:close/>
                </a:path>
                <a:path w="7620" h="787400">
                  <a:moveTo>
                    <a:pt x="7619" y="773430"/>
                  </a:moveTo>
                  <a:lnTo>
                    <a:pt x="0" y="773430"/>
                  </a:lnTo>
                  <a:lnTo>
                    <a:pt x="0" y="779653"/>
                  </a:lnTo>
                  <a:lnTo>
                    <a:pt x="7619" y="779653"/>
                  </a:lnTo>
                  <a:lnTo>
                    <a:pt x="7619" y="773430"/>
                  </a:lnTo>
                  <a:close/>
                </a:path>
                <a:path w="7620" h="787400">
                  <a:moveTo>
                    <a:pt x="7619" y="767080"/>
                  </a:moveTo>
                  <a:lnTo>
                    <a:pt x="0" y="767080"/>
                  </a:lnTo>
                  <a:lnTo>
                    <a:pt x="0" y="773303"/>
                  </a:lnTo>
                  <a:lnTo>
                    <a:pt x="7619" y="773303"/>
                  </a:lnTo>
                  <a:lnTo>
                    <a:pt x="7619" y="767080"/>
                  </a:lnTo>
                  <a:close/>
                </a:path>
                <a:path w="7620" h="787400">
                  <a:moveTo>
                    <a:pt x="7619" y="760730"/>
                  </a:moveTo>
                  <a:lnTo>
                    <a:pt x="0" y="760730"/>
                  </a:lnTo>
                  <a:lnTo>
                    <a:pt x="0" y="766953"/>
                  </a:lnTo>
                  <a:lnTo>
                    <a:pt x="7619" y="766953"/>
                  </a:lnTo>
                  <a:lnTo>
                    <a:pt x="7619" y="760730"/>
                  </a:lnTo>
                  <a:close/>
                </a:path>
                <a:path w="7620" h="787400">
                  <a:moveTo>
                    <a:pt x="7619" y="754380"/>
                  </a:moveTo>
                  <a:lnTo>
                    <a:pt x="0" y="754380"/>
                  </a:lnTo>
                  <a:lnTo>
                    <a:pt x="0" y="760603"/>
                  </a:lnTo>
                  <a:lnTo>
                    <a:pt x="7619" y="760603"/>
                  </a:lnTo>
                  <a:lnTo>
                    <a:pt x="7619" y="754380"/>
                  </a:lnTo>
                  <a:close/>
                </a:path>
                <a:path w="7620" h="787400">
                  <a:moveTo>
                    <a:pt x="7619" y="748030"/>
                  </a:moveTo>
                  <a:lnTo>
                    <a:pt x="0" y="748030"/>
                  </a:lnTo>
                  <a:lnTo>
                    <a:pt x="0" y="754253"/>
                  </a:lnTo>
                  <a:lnTo>
                    <a:pt x="7619" y="754253"/>
                  </a:lnTo>
                  <a:lnTo>
                    <a:pt x="7619" y="748030"/>
                  </a:lnTo>
                  <a:close/>
                </a:path>
                <a:path w="7620" h="787400">
                  <a:moveTo>
                    <a:pt x="7619" y="741680"/>
                  </a:moveTo>
                  <a:lnTo>
                    <a:pt x="0" y="741680"/>
                  </a:lnTo>
                  <a:lnTo>
                    <a:pt x="0" y="747903"/>
                  </a:lnTo>
                  <a:lnTo>
                    <a:pt x="7619" y="747903"/>
                  </a:lnTo>
                  <a:lnTo>
                    <a:pt x="7619" y="741680"/>
                  </a:lnTo>
                  <a:close/>
                </a:path>
                <a:path w="7620" h="787400">
                  <a:moveTo>
                    <a:pt x="7619" y="735330"/>
                  </a:moveTo>
                  <a:lnTo>
                    <a:pt x="0" y="735330"/>
                  </a:lnTo>
                  <a:lnTo>
                    <a:pt x="0" y="741553"/>
                  </a:lnTo>
                  <a:lnTo>
                    <a:pt x="7619" y="741553"/>
                  </a:lnTo>
                  <a:lnTo>
                    <a:pt x="7619" y="735330"/>
                  </a:lnTo>
                  <a:close/>
                </a:path>
                <a:path w="7620" h="787400">
                  <a:moveTo>
                    <a:pt x="7619" y="728980"/>
                  </a:moveTo>
                  <a:lnTo>
                    <a:pt x="0" y="728980"/>
                  </a:lnTo>
                  <a:lnTo>
                    <a:pt x="0" y="735203"/>
                  </a:lnTo>
                  <a:lnTo>
                    <a:pt x="7619" y="735203"/>
                  </a:lnTo>
                  <a:lnTo>
                    <a:pt x="7619" y="728980"/>
                  </a:lnTo>
                  <a:close/>
                </a:path>
                <a:path w="7620" h="787400">
                  <a:moveTo>
                    <a:pt x="7619" y="722630"/>
                  </a:moveTo>
                  <a:lnTo>
                    <a:pt x="0" y="722630"/>
                  </a:lnTo>
                  <a:lnTo>
                    <a:pt x="0" y="728853"/>
                  </a:lnTo>
                  <a:lnTo>
                    <a:pt x="7619" y="728853"/>
                  </a:lnTo>
                  <a:lnTo>
                    <a:pt x="7619" y="722630"/>
                  </a:lnTo>
                  <a:close/>
                </a:path>
                <a:path w="7620" h="787400">
                  <a:moveTo>
                    <a:pt x="7619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7619" y="722503"/>
                  </a:lnTo>
                  <a:lnTo>
                    <a:pt x="7619" y="716280"/>
                  </a:lnTo>
                  <a:close/>
                </a:path>
                <a:path w="7620" h="787400">
                  <a:moveTo>
                    <a:pt x="7619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7619" y="716153"/>
                  </a:lnTo>
                  <a:lnTo>
                    <a:pt x="7619" y="709930"/>
                  </a:lnTo>
                  <a:close/>
                </a:path>
                <a:path w="7620" h="787400">
                  <a:moveTo>
                    <a:pt x="7619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7619" y="709803"/>
                  </a:lnTo>
                  <a:lnTo>
                    <a:pt x="7619" y="703580"/>
                  </a:lnTo>
                  <a:close/>
                </a:path>
                <a:path w="7620" h="787400">
                  <a:moveTo>
                    <a:pt x="7619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19" y="703453"/>
                  </a:lnTo>
                  <a:lnTo>
                    <a:pt x="7619" y="697230"/>
                  </a:lnTo>
                  <a:close/>
                </a:path>
                <a:path w="7620" h="787400">
                  <a:moveTo>
                    <a:pt x="7619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19" y="697103"/>
                  </a:lnTo>
                  <a:lnTo>
                    <a:pt x="7619" y="690880"/>
                  </a:lnTo>
                  <a:close/>
                </a:path>
                <a:path w="7620" h="787400">
                  <a:moveTo>
                    <a:pt x="7619" y="688340"/>
                  </a:moveTo>
                  <a:lnTo>
                    <a:pt x="0" y="688340"/>
                  </a:lnTo>
                  <a:lnTo>
                    <a:pt x="0" y="690753"/>
                  </a:lnTo>
                  <a:lnTo>
                    <a:pt x="7619" y="690753"/>
                  </a:lnTo>
                  <a:lnTo>
                    <a:pt x="7619" y="688340"/>
                  </a:lnTo>
                  <a:close/>
                </a:path>
              </a:pathLst>
            </a:custGeom>
            <a:solidFill>
              <a:srgbClr val="3656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56">
              <a:extLst>
                <a:ext uri="{FF2B5EF4-FFF2-40B4-BE49-F238E27FC236}">
                  <a16:creationId xmlns:a16="http://schemas.microsoft.com/office/drawing/2014/main" id="{F8FCF859-D0D1-96BC-CD36-79968A6E77F8}"/>
                </a:ext>
              </a:extLst>
            </p:cNvPr>
            <p:cNvSpPr/>
            <p:nvPr/>
          </p:nvSpPr>
          <p:spPr>
            <a:xfrm>
              <a:off x="7776699" y="2656601"/>
              <a:ext cx="0" cy="110489"/>
            </a:xfrm>
            <a:custGeom>
              <a:avLst/>
              <a:gdLst/>
              <a:ahLst/>
              <a:cxnLst/>
              <a:rect l="l" t="t" r="r" b="b"/>
              <a:pathLst>
                <a:path h="110489">
                  <a:moveTo>
                    <a:pt x="0" y="0"/>
                  </a:moveTo>
                  <a:lnTo>
                    <a:pt x="0" y="110362"/>
                  </a:lnTo>
                </a:path>
              </a:pathLst>
            </a:custGeom>
            <a:ln w="6350">
              <a:solidFill>
                <a:srgbClr val="355579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57">
              <a:extLst>
                <a:ext uri="{FF2B5EF4-FFF2-40B4-BE49-F238E27FC236}">
                  <a16:creationId xmlns:a16="http://schemas.microsoft.com/office/drawing/2014/main" id="{4E0948BA-7190-A823-5BAF-0E6D0C1F4FA7}"/>
                </a:ext>
              </a:extLst>
            </p:cNvPr>
            <p:cNvSpPr/>
            <p:nvPr/>
          </p:nvSpPr>
          <p:spPr>
            <a:xfrm>
              <a:off x="7773524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555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58">
              <a:extLst>
                <a:ext uri="{FF2B5EF4-FFF2-40B4-BE49-F238E27FC236}">
                  <a16:creationId xmlns:a16="http://schemas.microsoft.com/office/drawing/2014/main" id="{7B8AC1F7-23F0-F064-4F05-60B2EC5A1502}"/>
                </a:ext>
              </a:extLst>
            </p:cNvPr>
            <p:cNvSpPr/>
            <p:nvPr/>
          </p:nvSpPr>
          <p:spPr>
            <a:xfrm>
              <a:off x="7776699" y="333846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h="105410">
                  <a:moveTo>
                    <a:pt x="0" y="0"/>
                  </a:moveTo>
                  <a:lnTo>
                    <a:pt x="0" y="105409"/>
                  </a:lnTo>
                </a:path>
              </a:pathLst>
            </a:custGeom>
            <a:ln w="6350">
              <a:solidFill>
                <a:srgbClr val="3555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59">
              <a:extLst>
                <a:ext uri="{FF2B5EF4-FFF2-40B4-BE49-F238E27FC236}">
                  <a16:creationId xmlns:a16="http://schemas.microsoft.com/office/drawing/2014/main" id="{A3F2D6ED-755F-74B5-42F9-B5C0E5E844D5}"/>
                </a:ext>
              </a:extLst>
            </p:cNvPr>
            <p:cNvSpPr/>
            <p:nvPr/>
          </p:nvSpPr>
          <p:spPr>
            <a:xfrm>
              <a:off x="7779874" y="2655204"/>
              <a:ext cx="7620" cy="789940"/>
            </a:xfrm>
            <a:custGeom>
              <a:avLst/>
              <a:gdLst/>
              <a:ahLst/>
              <a:cxnLst/>
              <a:rect l="l" t="t" r="r" b="b"/>
              <a:pathLst>
                <a:path w="7620" h="789939">
                  <a:moveTo>
                    <a:pt x="7620" y="101726"/>
                  </a:moveTo>
                  <a:lnTo>
                    <a:pt x="0" y="101726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1726"/>
                  </a:lnTo>
                  <a:close/>
                </a:path>
                <a:path w="7620" h="789939">
                  <a:moveTo>
                    <a:pt x="7620" y="95376"/>
                  </a:moveTo>
                  <a:lnTo>
                    <a:pt x="0" y="95376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5376"/>
                  </a:lnTo>
                  <a:close/>
                </a:path>
                <a:path w="7620" h="789939">
                  <a:moveTo>
                    <a:pt x="7620" y="91567"/>
                  </a:moveTo>
                  <a:lnTo>
                    <a:pt x="0" y="91567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1567"/>
                  </a:lnTo>
                  <a:close/>
                </a:path>
                <a:path w="7620" h="789939">
                  <a:moveTo>
                    <a:pt x="7620" y="89026"/>
                  </a:moveTo>
                  <a:lnTo>
                    <a:pt x="0" y="89026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9026"/>
                  </a:lnTo>
                  <a:close/>
                </a:path>
                <a:path w="7620" h="789939">
                  <a:moveTo>
                    <a:pt x="762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5217"/>
                  </a:lnTo>
                  <a:close/>
                </a:path>
                <a:path w="7620" h="789939">
                  <a:moveTo>
                    <a:pt x="762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676"/>
                  </a:lnTo>
                  <a:close/>
                </a:path>
                <a:path w="7620" h="789939">
                  <a:moveTo>
                    <a:pt x="762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8867"/>
                  </a:lnTo>
                  <a:close/>
                </a:path>
                <a:path w="7620" h="789939">
                  <a:moveTo>
                    <a:pt x="762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326"/>
                  </a:lnTo>
                  <a:close/>
                </a:path>
                <a:path w="7620" h="789939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789939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789939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789939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789939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789939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789939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789939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789939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789939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789939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789939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789939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789939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789939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789939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789939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789939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789939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789939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789939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789939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789939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789939">
                  <a:moveTo>
                    <a:pt x="7620" y="0"/>
                  </a:moveTo>
                  <a:lnTo>
                    <a:pt x="5080" y="0"/>
                  </a:lnTo>
                  <a:lnTo>
                    <a:pt x="5080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789939">
                  <a:moveTo>
                    <a:pt x="7620" y="111760"/>
                  </a:moveTo>
                  <a:lnTo>
                    <a:pt x="0" y="111760"/>
                  </a:lnTo>
                  <a:lnTo>
                    <a:pt x="0" y="683260"/>
                  </a:lnTo>
                  <a:lnTo>
                    <a:pt x="7620" y="683260"/>
                  </a:lnTo>
                  <a:lnTo>
                    <a:pt x="7620" y="111760"/>
                  </a:lnTo>
                  <a:close/>
                </a:path>
                <a:path w="7620" h="789939">
                  <a:moveTo>
                    <a:pt x="7620" y="683260"/>
                  </a:moveTo>
                  <a:lnTo>
                    <a:pt x="0" y="683260"/>
                  </a:lnTo>
                  <a:lnTo>
                    <a:pt x="0" y="689610"/>
                  </a:lnTo>
                  <a:lnTo>
                    <a:pt x="7620" y="689610"/>
                  </a:lnTo>
                  <a:lnTo>
                    <a:pt x="7620" y="683260"/>
                  </a:lnTo>
                  <a:close/>
                </a:path>
                <a:path w="7620" h="789939">
                  <a:moveTo>
                    <a:pt x="7620" y="787527"/>
                  </a:moveTo>
                  <a:lnTo>
                    <a:pt x="0" y="787527"/>
                  </a:lnTo>
                  <a:lnTo>
                    <a:pt x="0" y="788670"/>
                  </a:lnTo>
                  <a:lnTo>
                    <a:pt x="5080" y="788670"/>
                  </a:lnTo>
                  <a:lnTo>
                    <a:pt x="5080" y="789940"/>
                  </a:lnTo>
                  <a:lnTo>
                    <a:pt x="7620" y="789940"/>
                  </a:lnTo>
                  <a:lnTo>
                    <a:pt x="7620" y="787527"/>
                  </a:lnTo>
                  <a:close/>
                </a:path>
                <a:path w="7620" h="789939">
                  <a:moveTo>
                    <a:pt x="7620" y="781177"/>
                  </a:moveTo>
                  <a:lnTo>
                    <a:pt x="0" y="781177"/>
                  </a:lnTo>
                  <a:lnTo>
                    <a:pt x="0" y="787400"/>
                  </a:lnTo>
                  <a:lnTo>
                    <a:pt x="7620" y="787400"/>
                  </a:lnTo>
                  <a:lnTo>
                    <a:pt x="7620" y="781177"/>
                  </a:lnTo>
                  <a:close/>
                </a:path>
                <a:path w="7620" h="789939">
                  <a:moveTo>
                    <a:pt x="7620" y="774827"/>
                  </a:moveTo>
                  <a:lnTo>
                    <a:pt x="0" y="774827"/>
                  </a:lnTo>
                  <a:lnTo>
                    <a:pt x="0" y="781050"/>
                  </a:lnTo>
                  <a:lnTo>
                    <a:pt x="7620" y="781050"/>
                  </a:lnTo>
                  <a:lnTo>
                    <a:pt x="7620" y="774827"/>
                  </a:lnTo>
                  <a:close/>
                </a:path>
                <a:path w="7620" h="789939">
                  <a:moveTo>
                    <a:pt x="7620" y="768477"/>
                  </a:moveTo>
                  <a:lnTo>
                    <a:pt x="0" y="768477"/>
                  </a:lnTo>
                  <a:lnTo>
                    <a:pt x="0" y="774700"/>
                  </a:lnTo>
                  <a:lnTo>
                    <a:pt x="7620" y="774700"/>
                  </a:lnTo>
                  <a:lnTo>
                    <a:pt x="7620" y="768477"/>
                  </a:lnTo>
                  <a:close/>
                </a:path>
                <a:path w="7620" h="789939">
                  <a:moveTo>
                    <a:pt x="7620" y="762127"/>
                  </a:moveTo>
                  <a:lnTo>
                    <a:pt x="0" y="762127"/>
                  </a:lnTo>
                  <a:lnTo>
                    <a:pt x="0" y="768350"/>
                  </a:lnTo>
                  <a:lnTo>
                    <a:pt x="7620" y="768350"/>
                  </a:lnTo>
                  <a:lnTo>
                    <a:pt x="7620" y="762127"/>
                  </a:lnTo>
                  <a:close/>
                </a:path>
                <a:path w="7620" h="789939">
                  <a:moveTo>
                    <a:pt x="7620" y="755777"/>
                  </a:moveTo>
                  <a:lnTo>
                    <a:pt x="0" y="755777"/>
                  </a:lnTo>
                  <a:lnTo>
                    <a:pt x="0" y="762000"/>
                  </a:lnTo>
                  <a:lnTo>
                    <a:pt x="7620" y="762000"/>
                  </a:lnTo>
                  <a:lnTo>
                    <a:pt x="7620" y="755777"/>
                  </a:lnTo>
                  <a:close/>
                </a:path>
                <a:path w="7620" h="789939">
                  <a:moveTo>
                    <a:pt x="7620" y="749427"/>
                  </a:moveTo>
                  <a:lnTo>
                    <a:pt x="0" y="749427"/>
                  </a:lnTo>
                  <a:lnTo>
                    <a:pt x="0" y="755650"/>
                  </a:lnTo>
                  <a:lnTo>
                    <a:pt x="7620" y="755650"/>
                  </a:lnTo>
                  <a:lnTo>
                    <a:pt x="7620" y="749427"/>
                  </a:lnTo>
                  <a:close/>
                </a:path>
                <a:path w="7620" h="789939">
                  <a:moveTo>
                    <a:pt x="7620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7620" y="749300"/>
                  </a:lnTo>
                  <a:lnTo>
                    <a:pt x="7620" y="743077"/>
                  </a:lnTo>
                  <a:close/>
                </a:path>
                <a:path w="7620" h="789939">
                  <a:moveTo>
                    <a:pt x="7620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7620" y="742950"/>
                  </a:lnTo>
                  <a:lnTo>
                    <a:pt x="7620" y="736727"/>
                  </a:lnTo>
                  <a:close/>
                </a:path>
                <a:path w="7620" h="789939">
                  <a:moveTo>
                    <a:pt x="7620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7620" y="736600"/>
                  </a:lnTo>
                  <a:lnTo>
                    <a:pt x="7620" y="730377"/>
                  </a:lnTo>
                  <a:close/>
                </a:path>
                <a:path w="7620" h="789939">
                  <a:moveTo>
                    <a:pt x="7620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7620" y="730250"/>
                  </a:lnTo>
                  <a:lnTo>
                    <a:pt x="7620" y="724027"/>
                  </a:lnTo>
                  <a:close/>
                </a:path>
                <a:path w="7620" h="789939">
                  <a:moveTo>
                    <a:pt x="7620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7620" y="723900"/>
                  </a:lnTo>
                  <a:lnTo>
                    <a:pt x="7620" y="717677"/>
                  </a:lnTo>
                  <a:close/>
                </a:path>
                <a:path w="7620" h="789939">
                  <a:moveTo>
                    <a:pt x="7620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7620" y="717550"/>
                  </a:lnTo>
                  <a:lnTo>
                    <a:pt x="7620" y="711327"/>
                  </a:lnTo>
                  <a:close/>
                </a:path>
                <a:path w="7620" h="789939">
                  <a:moveTo>
                    <a:pt x="7620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7620" y="711200"/>
                  </a:lnTo>
                  <a:lnTo>
                    <a:pt x="7620" y="704977"/>
                  </a:lnTo>
                  <a:close/>
                </a:path>
                <a:path w="7620" h="789939">
                  <a:moveTo>
                    <a:pt x="7620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7620" y="704850"/>
                  </a:lnTo>
                  <a:lnTo>
                    <a:pt x="7620" y="698627"/>
                  </a:lnTo>
                  <a:close/>
                </a:path>
                <a:path w="7620" h="789939">
                  <a:moveTo>
                    <a:pt x="7620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7620" y="698500"/>
                  </a:lnTo>
                  <a:lnTo>
                    <a:pt x="7620" y="692277"/>
                  </a:lnTo>
                  <a:close/>
                </a:path>
                <a:path w="7620" h="789939">
                  <a:moveTo>
                    <a:pt x="7620" y="689737"/>
                  </a:moveTo>
                  <a:lnTo>
                    <a:pt x="0" y="689737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9737"/>
                  </a:lnTo>
                  <a:close/>
                </a:path>
              </a:pathLst>
            </a:custGeom>
            <a:solidFill>
              <a:srgbClr val="355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0">
              <a:extLst>
                <a:ext uri="{FF2B5EF4-FFF2-40B4-BE49-F238E27FC236}">
                  <a16:creationId xmlns:a16="http://schemas.microsoft.com/office/drawing/2014/main" id="{139845F7-1DE0-8B8C-6C3B-3BCAC10DF8A9}"/>
                </a:ext>
              </a:extLst>
            </p:cNvPr>
            <p:cNvSpPr/>
            <p:nvPr/>
          </p:nvSpPr>
          <p:spPr>
            <a:xfrm>
              <a:off x="7791305" y="2655204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0"/>
                  </a:moveTo>
                  <a:lnTo>
                    <a:pt x="0" y="111760"/>
                  </a:lnTo>
                </a:path>
              </a:pathLst>
            </a:custGeom>
            <a:ln w="7620">
              <a:solidFill>
                <a:srgbClr val="34537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1">
              <a:extLst>
                <a:ext uri="{FF2B5EF4-FFF2-40B4-BE49-F238E27FC236}">
                  <a16:creationId xmlns:a16="http://schemas.microsoft.com/office/drawing/2014/main" id="{BE20673B-BD49-9566-B96A-309D9585DBF4}"/>
                </a:ext>
              </a:extLst>
            </p:cNvPr>
            <p:cNvSpPr/>
            <p:nvPr/>
          </p:nvSpPr>
          <p:spPr>
            <a:xfrm>
              <a:off x="778749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453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2">
              <a:extLst>
                <a:ext uri="{FF2B5EF4-FFF2-40B4-BE49-F238E27FC236}">
                  <a16:creationId xmlns:a16="http://schemas.microsoft.com/office/drawing/2014/main" id="{4BE6ABB2-0400-8717-BCBB-741893BB3A3F}"/>
                </a:ext>
              </a:extLst>
            </p:cNvPr>
            <p:cNvSpPr/>
            <p:nvPr/>
          </p:nvSpPr>
          <p:spPr>
            <a:xfrm>
              <a:off x="7791305" y="3338464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h="106680">
                  <a:moveTo>
                    <a:pt x="0" y="0"/>
                  </a:moveTo>
                  <a:lnTo>
                    <a:pt x="0" y="106679"/>
                  </a:lnTo>
                </a:path>
              </a:pathLst>
            </a:custGeom>
            <a:ln w="7620">
              <a:solidFill>
                <a:srgbClr val="34537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3">
              <a:extLst>
                <a:ext uri="{FF2B5EF4-FFF2-40B4-BE49-F238E27FC236}">
                  <a16:creationId xmlns:a16="http://schemas.microsoft.com/office/drawing/2014/main" id="{7458F75B-D3D7-DB23-60AD-CDBA0B1833BD}"/>
                </a:ext>
              </a:extLst>
            </p:cNvPr>
            <p:cNvSpPr/>
            <p:nvPr/>
          </p:nvSpPr>
          <p:spPr>
            <a:xfrm>
              <a:off x="7795115" y="2655204"/>
              <a:ext cx="6350" cy="791210"/>
            </a:xfrm>
            <a:custGeom>
              <a:avLst/>
              <a:gdLst/>
              <a:ahLst/>
              <a:cxnLst/>
              <a:rect l="l" t="t" r="r" b="b"/>
              <a:pathLst>
                <a:path w="6350" h="791210">
                  <a:moveTo>
                    <a:pt x="6350" y="101726"/>
                  </a:moveTo>
                  <a:lnTo>
                    <a:pt x="0" y="101726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1726"/>
                  </a:lnTo>
                  <a:close/>
                </a:path>
                <a:path w="6350" h="791210">
                  <a:moveTo>
                    <a:pt x="6350" y="95376"/>
                  </a:moveTo>
                  <a:lnTo>
                    <a:pt x="0" y="95376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5376"/>
                  </a:lnTo>
                  <a:close/>
                </a:path>
                <a:path w="6350" h="791210">
                  <a:moveTo>
                    <a:pt x="6350" y="91567"/>
                  </a:moveTo>
                  <a:lnTo>
                    <a:pt x="0" y="91567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1567"/>
                  </a:lnTo>
                  <a:close/>
                </a:path>
                <a:path w="6350" h="791210">
                  <a:moveTo>
                    <a:pt x="6350" y="89026"/>
                  </a:moveTo>
                  <a:lnTo>
                    <a:pt x="0" y="89026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9026"/>
                  </a:lnTo>
                  <a:close/>
                </a:path>
                <a:path w="6350" h="791210">
                  <a:moveTo>
                    <a:pt x="635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5217"/>
                  </a:lnTo>
                  <a:close/>
                </a:path>
                <a:path w="6350" h="791210">
                  <a:moveTo>
                    <a:pt x="635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676"/>
                  </a:lnTo>
                  <a:close/>
                </a:path>
                <a:path w="6350" h="791210">
                  <a:moveTo>
                    <a:pt x="635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78867"/>
                  </a:lnTo>
                  <a:close/>
                </a:path>
                <a:path w="6350" h="791210">
                  <a:moveTo>
                    <a:pt x="635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326"/>
                  </a:lnTo>
                  <a:close/>
                </a:path>
                <a:path w="6350" h="791210">
                  <a:moveTo>
                    <a:pt x="635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2517"/>
                  </a:lnTo>
                  <a:close/>
                </a:path>
                <a:path w="6350" h="791210">
                  <a:moveTo>
                    <a:pt x="635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976"/>
                  </a:lnTo>
                  <a:close/>
                </a:path>
                <a:path w="6350" h="791210">
                  <a:moveTo>
                    <a:pt x="635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6167"/>
                  </a:lnTo>
                  <a:close/>
                </a:path>
                <a:path w="6350" h="791210">
                  <a:moveTo>
                    <a:pt x="635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626"/>
                  </a:lnTo>
                  <a:close/>
                </a:path>
                <a:path w="6350" h="791210">
                  <a:moveTo>
                    <a:pt x="635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59817"/>
                  </a:lnTo>
                  <a:close/>
                </a:path>
                <a:path w="6350" h="791210">
                  <a:moveTo>
                    <a:pt x="635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276"/>
                  </a:lnTo>
                  <a:close/>
                </a:path>
                <a:path w="6350" h="791210">
                  <a:moveTo>
                    <a:pt x="635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3467"/>
                  </a:lnTo>
                  <a:close/>
                </a:path>
                <a:path w="6350" h="791210">
                  <a:moveTo>
                    <a:pt x="635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926"/>
                  </a:lnTo>
                  <a:close/>
                </a:path>
                <a:path w="6350" h="791210">
                  <a:moveTo>
                    <a:pt x="635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7117"/>
                  </a:lnTo>
                  <a:close/>
                </a:path>
                <a:path w="6350" h="791210">
                  <a:moveTo>
                    <a:pt x="635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576"/>
                  </a:lnTo>
                  <a:close/>
                </a:path>
                <a:path w="6350" h="791210">
                  <a:moveTo>
                    <a:pt x="635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0767"/>
                  </a:lnTo>
                  <a:close/>
                </a:path>
                <a:path w="6350" h="791210">
                  <a:moveTo>
                    <a:pt x="635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226"/>
                  </a:lnTo>
                  <a:close/>
                </a:path>
                <a:path w="6350" h="791210">
                  <a:moveTo>
                    <a:pt x="635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4417"/>
                  </a:lnTo>
                  <a:close/>
                </a:path>
                <a:path w="6350" h="791210">
                  <a:moveTo>
                    <a:pt x="635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876"/>
                  </a:lnTo>
                  <a:close/>
                </a:path>
                <a:path w="6350" h="791210">
                  <a:moveTo>
                    <a:pt x="635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8067"/>
                  </a:lnTo>
                  <a:close/>
                </a:path>
                <a:path w="6350" h="791210">
                  <a:moveTo>
                    <a:pt x="635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526"/>
                  </a:lnTo>
                  <a:close/>
                </a:path>
                <a:path w="6350" h="791210">
                  <a:moveTo>
                    <a:pt x="635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1717"/>
                  </a:lnTo>
                  <a:close/>
                </a:path>
                <a:path w="6350" h="791210">
                  <a:moveTo>
                    <a:pt x="635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176"/>
                  </a:lnTo>
                  <a:close/>
                </a:path>
                <a:path w="6350" h="791210">
                  <a:moveTo>
                    <a:pt x="635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5367"/>
                  </a:lnTo>
                  <a:close/>
                </a:path>
                <a:path w="6350" h="791210">
                  <a:moveTo>
                    <a:pt x="635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826"/>
                  </a:lnTo>
                  <a:close/>
                </a:path>
                <a:path w="6350" h="791210">
                  <a:moveTo>
                    <a:pt x="635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9017"/>
                  </a:lnTo>
                  <a:close/>
                </a:path>
                <a:path w="6350" h="791210">
                  <a:moveTo>
                    <a:pt x="635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476"/>
                  </a:lnTo>
                  <a:close/>
                </a:path>
                <a:path w="6350" h="791210">
                  <a:moveTo>
                    <a:pt x="635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667"/>
                  </a:lnTo>
                  <a:close/>
                </a:path>
                <a:path w="6350" h="791210">
                  <a:moveTo>
                    <a:pt x="63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791210">
                  <a:moveTo>
                    <a:pt x="6350" y="111760"/>
                  </a:moveTo>
                  <a:lnTo>
                    <a:pt x="0" y="111760"/>
                  </a:lnTo>
                  <a:lnTo>
                    <a:pt x="0" y="683260"/>
                  </a:lnTo>
                  <a:lnTo>
                    <a:pt x="6350" y="683260"/>
                  </a:lnTo>
                  <a:lnTo>
                    <a:pt x="6350" y="111760"/>
                  </a:lnTo>
                  <a:close/>
                </a:path>
                <a:path w="6350" h="791210">
                  <a:moveTo>
                    <a:pt x="6350" y="683260"/>
                  </a:moveTo>
                  <a:lnTo>
                    <a:pt x="0" y="683260"/>
                  </a:lnTo>
                  <a:lnTo>
                    <a:pt x="0" y="689610"/>
                  </a:lnTo>
                  <a:lnTo>
                    <a:pt x="6350" y="689610"/>
                  </a:lnTo>
                  <a:lnTo>
                    <a:pt x="6350" y="683260"/>
                  </a:lnTo>
                  <a:close/>
                </a:path>
                <a:path w="6350" h="791210">
                  <a:moveTo>
                    <a:pt x="6350" y="787527"/>
                  </a:moveTo>
                  <a:lnTo>
                    <a:pt x="0" y="787527"/>
                  </a:lnTo>
                  <a:lnTo>
                    <a:pt x="0" y="789940"/>
                  </a:lnTo>
                  <a:lnTo>
                    <a:pt x="2540" y="789940"/>
                  </a:lnTo>
                  <a:lnTo>
                    <a:pt x="2540" y="791210"/>
                  </a:lnTo>
                  <a:lnTo>
                    <a:pt x="6350" y="791210"/>
                  </a:lnTo>
                  <a:lnTo>
                    <a:pt x="6350" y="787527"/>
                  </a:lnTo>
                  <a:close/>
                </a:path>
                <a:path w="6350" h="791210">
                  <a:moveTo>
                    <a:pt x="6350" y="781177"/>
                  </a:moveTo>
                  <a:lnTo>
                    <a:pt x="0" y="781177"/>
                  </a:lnTo>
                  <a:lnTo>
                    <a:pt x="0" y="787400"/>
                  </a:lnTo>
                  <a:lnTo>
                    <a:pt x="6350" y="787400"/>
                  </a:lnTo>
                  <a:lnTo>
                    <a:pt x="6350" y="781177"/>
                  </a:lnTo>
                  <a:close/>
                </a:path>
                <a:path w="6350" h="791210">
                  <a:moveTo>
                    <a:pt x="6350" y="774827"/>
                  </a:moveTo>
                  <a:lnTo>
                    <a:pt x="0" y="774827"/>
                  </a:lnTo>
                  <a:lnTo>
                    <a:pt x="0" y="781050"/>
                  </a:lnTo>
                  <a:lnTo>
                    <a:pt x="6350" y="781050"/>
                  </a:lnTo>
                  <a:lnTo>
                    <a:pt x="6350" y="774827"/>
                  </a:lnTo>
                  <a:close/>
                </a:path>
                <a:path w="6350" h="791210">
                  <a:moveTo>
                    <a:pt x="6350" y="768477"/>
                  </a:moveTo>
                  <a:lnTo>
                    <a:pt x="0" y="768477"/>
                  </a:lnTo>
                  <a:lnTo>
                    <a:pt x="0" y="774700"/>
                  </a:lnTo>
                  <a:lnTo>
                    <a:pt x="6350" y="774700"/>
                  </a:lnTo>
                  <a:lnTo>
                    <a:pt x="6350" y="768477"/>
                  </a:lnTo>
                  <a:close/>
                </a:path>
                <a:path w="6350" h="791210">
                  <a:moveTo>
                    <a:pt x="6350" y="762127"/>
                  </a:moveTo>
                  <a:lnTo>
                    <a:pt x="0" y="762127"/>
                  </a:lnTo>
                  <a:lnTo>
                    <a:pt x="0" y="768350"/>
                  </a:lnTo>
                  <a:lnTo>
                    <a:pt x="6350" y="768350"/>
                  </a:lnTo>
                  <a:lnTo>
                    <a:pt x="6350" y="762127"/>
                  </a:lnTo>
                  <a:close/>
                </a:path>
                <a:path w="6350" h="791210">
                  <a:moveTo>
                    <a:pt x="6350" y="755777"/>
                  </a:moveTo>
                  <a:lnTo>
                    <a:pt x="0" y="755777"/>
                  </a:lnTo>
                  <a:lnTo>
                    <a:pt x="0" y="762000"/>
                  </a:lnTo>
                  <a:lnTo>
                    <a:pt x="6350" y="762000"/>
                  </a:lnTo>
                  <a:lnTo>
                    <a:pt x="6350" y="755777"/>
                  </a:lnTo>
                  <a:close/>
                </a:path>
                <a:path w="6350" h="791210">
                  <a:moveTo>
                    <a:pt x="6350" y="749427"/>
                  </a:moveTo>
                  <a:lnTo>
                    <a:pt x="0" y="749427"/>
                  </a:lnTo>
                  <a:lnTo>
                    <a:pt x="0" y="755650"/>
                  </a:lnTo>
                  <a:lnTo>
                    <a:pt x="6350" y="755650"/>
                  </a:lnTo>
                  <a:lnTo>
                    <a:pt x="6350" y="749427"/>
                  </a:lnTo>
                  <a:close/>
                </a:path>
                <a:path w="6350" h="791210">
                  <a:moveTo>
                    <a:pt x="6350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6350" y="749300"/>
                  </a:lnTo>
                  <a:lnTo>
                    <a:pt x="6350" y="743077"/>
                  </a:lnTo>
                  <a:close/>
                </a:path>
                <a:path w="6350" h="791210">
                  <a:moveTo>
                    <a:pt x="6350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6350" y="742950"/>
                  </a:lnTo>
                  <a:lnTo>
                    <a:pt x="6350" y="736727"/>
                  </a:lnTo>
                  <a:close/>
                </a:path>
                <a:path w="6350" h="791210">
                  <a:moveTo>
                    <a:pt x="6350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6350" y="736600"/>
                  </a:lnTo>
                  <a:lnTo>
                    <a:pt x="6350" y="730377"/>
                  </a:lnTo>
                  <a:close/>
                </a:path>
                <a:path w="6350" h="791210">
                  <a:moveTo>
                    <a:pt x="6350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6350" y="730250"/>
                  </a:lnTo>
                  <a:lnTo>
                    <a:pt x="6350" y="724027"/>
                  </a:lnTo>
                  <a:close/>
                </a:path>
                <a:path w="6350" h="791210">
                  <a:moveTo>
                    <a:pt x="6350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6350" y="723900"/>
                  </a:lnTo>
                  <a:lnTo>
                    <a:pt x="6350" y="717677"/>
                  </a:lnTo>
                  <a:close/>
                </a:path>
                <a:path w="6350" h="791210">
                  <a:moveTo>
                    <a:pt x="6350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6350" y="717550"/>
                  </a:lnTo>
                  <a:lnTo>
                    <a:pt x="6350" y="711327"/>
                  </a:lnTo>
                  <a:close/>
                </a:path>
                <a:path w="6350" h="791210">
                  <a:moveTo>
                    <a:pt x="6350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6350" y="711200"/>
                  </a:lnTo>
                  <a:lnTo>
                    <a:pt x="6350" y="704977"/>
                  </a:lnTo>
                  <a:close/>
                </a:path>
                <a:path w="6350" h="791210">
                  <a:moveTo>
                    <a:pt x="6350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6350" y="704850"/>
                  </a:lnTo>
                  <a:lnTo>
                    <a:pt x="6350" y="698627"/>
                  </a:lnTo>
                  <a:close/>
                </a:path>
                <a:path w="6350" h="791210">
                  <a:moveTo>
                    <a:pt x="6350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6350" y="698500"/>
                  </a:lnTo>
                  <a:lnTo>
                    <a:pt x="6350" y="692277"/>
                  </a:lnTo>
                  <a:close/>
                </a:path>
                <a:path w="6350" h="791210">
                  <a:moveTo>
                    <a:pt x="6350" y="689737"/>
                  </a:moveTo>
                  <a:lnTo>
                    <a:pt x="0" y="689737"/>
                  </a:lnTo>
                  <a:lnTo>
                    <a:pt x="0" y="692150"/>
                  </a:lnTo>
                  <a:lnTo>
                    <a:pt x="6350" y="692150"/>
                  </a:lnTo>
                  <a:lnTo>
                    <a:pt x="6350" y="689737"/>
                  </a:lnTo>
                  <a:close/>
                </a:path>
              </a:pathLst>
            </a:custGeom>
            <a:solidFill>
              <a:srgbClr val="335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4">
              <a:extLst>
                <a:ext uri="{FF2B5EF4-FFF2-40B4-BE49-F238E27FC236}">
                  <a16:creationId xmlns:a16="http://schemas.microsoft.com/office/drawing/2014/main" id="{E1CF49D1-5C38-24B2-DF48-C1DEE201D7AD}"/>
                </a:ext>
              </a:extLst>
            </p:cNvPr>
            <p:cNvSpPr/>
            <p:nvPr/>
          </p:nvSpPr>
          <p:spPr>
            <a:xfrm>
              <a:off x="7801465" y="2654061"/>
              <a:ext cx="7620" cy="793750"/>
            </a:xfrm>
            <a:custGeom>
              <a:avLst/>
              <a:gdLst/>
              <a:ahLst/>
              <a:cxnLst/>
              <a:rect l="l" t="t" r="r" b="b"/>
              <a:pathLst>
                <a:path w="7620" h="793750">
                  <a:moveTo>
                    <a:pt x="7620" y="102869"/>
                  </a:moveTo>
                  <a:lnTo>
                    <a:pt x="0" y="102869"/>
                  </a:lnTo>
                  <a:lnTo>
                    <a:pt x="0" y="112902"/>
                  </a:lnTo>
                  <a:lnTo>
                    <a:pt x="7620" y="112902"/>
                  </a:lnTo>
                  <a:lnTo>
                    <a:pt x="7620" y="102869"/>
                  </a:lnTo>
                  <a:close/>
                </a:path>
                <a:path w="7620" h="793750">
                  <a:moveTo>
                    <a:pt x="7620" y="96519"/>
                  </a:moveTo>
                  <a:lnTo>
                    <a:pt x="0" y="96519"/>
                  </a:lnTo>
                  <a:lnTo>
                    <a:pt x="0" y="102742"/>
                  </a:lnTo>
                  <a:lnTo>
                    <a:pt x="7620" y="102742"/>
                  </a:lnTo>
                  <a:lnTo>
                    <a:pt x="7620" y="96519"/>
                  </a:lnTo>
                  <a:close/>
                </a:path>
                <a:path w="7620" h="793750">
                  <a:moveTo>
                    <a:pt x="7620" y="92710"/>
                  </a:moveTo>
                  <a:lnTo>
                    <a:pt x="0" y="92710"/>
                  </a:lnTo>
                  <a:lnTo>
                    <a:pt x="0" y="96392"/>
                  </a:lnTo>
                  <a:lnTo>
                    <a:pt x="7620" y="96392"/>
                  </a:lnTo>
                  <a:lnTo>
                    <a:pt x="7620" y="92710"/>
                  </a:lnTo>
                  <a:close/>
                </a:path>
                <a:path w="7620" h="793750">
                  <a:moveTo>
                    <a:pt x="7620" y="90169"/>
                  </a:moveTo>
                  <a:lnTo>
                    <a:pt x="0" y="90169"/>
                  </a:lnTo>
                  <a:lnTo>
                    <a:pt x="0" y="92582"/>
                  </a:lnTo>
                  <a:lnTo>
                    <a:pt x="7620" y="92582"/>
                  </a:lnTo>
                  <a:lnTo>
                    <a:pt x="7620" y="90169"/>
                  </a:lnTo>
                  <a:close/>
                </a:path>
                <a:path w="7620" h="793750">
                  <a:moveTo>
                    <a:pt x="762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7620" y="90042"/>
                  </a:lnTo>
                  <a:lnTo>
                    <a:pt x="7620" y="86360"/>
                  </a:lnTo>
                  <a:close/>
                </a:path>
                <a:path w="7620" h="793750">
                  <a:moveTo>
                    <a:pt x="762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7620" y="86232"/>
                  </a:lnTo>
                  <a:lnTo>
                    <a:pt x="7620" y="83819"/>
                  </a:lnTo>
                  <a:close/>
                </a:path>
                <a:path w="7620" h="793750">
                  <a:moveTo>
                    <a:pt x="762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20" y="83692"/>
                  </a:lnTo>
                  <a:lnTo>
                    <a:pt x="7620" y="80010"/>
                  </a:lnTo>
                  <a:close/>
                </a:path>
                <a:path w="7620" h="793750">
                  <a:moveTo>
                    <a:pt x="762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20" y="79882"/>
                  </a:lnTo>
                  <a:lnTo>
                    <a:pt x="7620" y="77469"/>
                  </a:lnTo>
                  <a:close/>
                </a:path>
                <a:path w="7620" h="793750">
                  <a:moveTo>
                    <a:pt x="762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3660"/>
                  </a:lnTo>
                  <a:close/>
                </a:path>
                <a:path w="7620" h="793750">
                  <a:moveTo>
                    <a:pt x="762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20" y="73532"/>
                  </a:lnTo>
                  <a:lnTo>
                    <a:pt x="7620" y="71119"/>
                  </a:lnTo>
                  <a:close/>
                </a:path>
                <a:path w="7620" h="793750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793750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793750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793750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79375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79375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79375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79375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79375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79375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79375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79375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79375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79375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79375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79375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79375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79375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79375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79375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79375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793750">
                  <a:moveTo>
                    <a:pt x="2540" y="1142"/>
                  </a:moveTo>
                  <a:lnTo>
                    <a:pt x="0" y="1142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lnTo>
                    <a:pt x="2540" y="1269"/>
                  </a:lnTo>
                  <a:close/>
                </a:path>
                <a:path w="7620" h="793750">
                  <a:moveTo>
                    <a:pt x="7620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793750">
                  <a:moveTo>
                    <a:pt x="7620" y="112903"/>
                  </a:moveTo>
                  <a:lnTo>
                    <a:pt x="0" y="112903"/>
                  </a:lnTo>
                  <a:lnTo>
                    <a:pt x="0" y="684402"/>
                  </a:lnTo>
                  <a:lnTo>
                    <a:pt x="7620" y="684402"/>
                  </a:lnTo>
                  <a:lnTo>
                    <a:pt x="7620" y="112903"/>
                  </a:lnTo>
                  <a:close/>
                </a:path>
                <a:path w="7620" h="793750">
                  <a:moveTo>
                    <a:pt x="7620" y="684403"/>
                  </a:moveTo>
                  <a:lnTo>
                    <a:pt x="0" y="684403"/>
                  </a:lnTo>
                  <a:lnTo>
                    <a:pt x="0" y="690752"/>
                  </a:lnTo>
                  <a:lnTo>
                    <a:pt x="7620" y="690752"/>
                  </a:lnTo>
                  <a:lnTo>
                    <a:pt x="7620" y="684403"/>
                  </a:lnTo>
                  <a:close/>
                </a:path>
                <a:path w="7620" h="793750">
                  <a:moveTo>
                    <a:pt x="7620" y="788670"/>
                  </a:moveTo>
                  <a:lnTo>
                    <a:pt x="0" y="788670"/>
                  </a:lnTo>
                  <a:lnTo>
                    <a:pt x="0" y="792353"/>
                  </a:lnTo>
                  <a:lnTo>
                    <a:pt x="2540" y="792353"/>
                  </a:lnTo>
                  <a:lnTo>
                    <a:pt x="2540" y="793623"/>
                  </a:lnTo>
                  <a:lnTo>
                    <a:pt x="7620" y="793623"/>
                  </a:lnTo>
                  <a:lnTo>
                    <a:pt x="7620" y="788670"/>
                  </a:lnTo>
                  <a:close/>
                </a:path>
                <a:path w="7620" h="793750">
                  <a:moveTo>
                    <a:pt x="7620" y="782320"/>
                  </a:moveTo>
                  <a:lnTo>
                    <a:pt x="0" y="782320"/>
                  </a:lnTo>
                  <a:lnTo>
                    <a:pt x="0" y="788543"/>
                  </a:lnTo>
                  <a:lnTo>
                    <a:pt x="7620" y="788543"/>
                  </a:lnTo>
                  <a:lnTo>
                    <a:pt x="7620" y="782320"/>
                  </a:lnTo>
                  <a:close/>
                </a:path>
                <a:path w="7620" h="793750">
                  <a:moveTo>
                    <a:pt x="7620" y="775970"/>
                  </a:moveTo>
                  <a:lnTo>
                    <a:pt x="0" y="775970"/>
                  </a:lnTo>
                  <a:lnTo>
                    <a:pt x="0" y="782193"/>
                  </a:lnTo>
                  <a:lnTo>
                    <a:pt x="7620" y="782193"/>
                  </a:lnTo>
                  <a:lnTo>
                    <a:pt x="7620" y="775970"/>
                  </a:lnTo>
                  <a:close/>
                </a:path>
                <a:path w="7620" h="793750">
                  <a:moveTo>
                    <a:pt x="7620" y="769620"/>
                  </a:moveTo>
                  <a:lnTo>
                    <a:pt x="0" y="769620"/>
                  </a:lnTo>
                  <a:lnTo>
                    <a:pt x="0" y="775843"/>
                  </a:lnTo>
                  <a:lnTo>
                    <a:pt x="7620" y="775843"/>
                  </a:lnTo>
                  <a:lnTo>
                    <a:pt x="7620" y="769620"/>
                  </a:lnTo>
                  <a:close/>
                </a:path>
                <a:path w="7620" h="793750">
                  <a:moveTo>
                    <a:pt x="7620" y="763270"/>
                  </a:moveTo>
                  <a:lnTo>
                    <a:pt x="0" y="763270"/>
                  </a:lnTo>
                  <a:lnTo>
                    <a:pt x="0" y="769493"/>
                  </a:lnTo>
                  <a:lnTo>
                    <a:pt x="7620" y="769493"/>
                  </a:lnTo>
                  <a:lnTo>
                    <a:pt x="7620" y="763270"/>
                  </a:lnTo>
                  <a:close/>
                </a:path>
                <a:path w="7620" h="793750">
                  <a:moveTo>
                    <a:pt x="7620" y="756920"/>
                  </a:moveTo>
                  <a:lnTo>
                    <a:pt x="0" y="756920"/>
                  </a:lnTo>
                  <a:lnTo>
                    <a:pt x="0" y="763143"/>
                  </a:lnTo>
                  <a:lnTo>
                    <a:pt x="7620" y="763143"/>
                  </a:lnTo>
                  <a:lnTo>
                    <a:pt x="7620" y="756920"/>
                  </a:lnTo>
                  <a:close/>
                </a:path>
                <a:path w="7620" h="793750">
                  <a:moveTo>
                    <a:pt x="7620" y="750570"/>
                  </a:moveTo>
                  <a:lnTo>
                    <a:pt x="0" y="750570"/>
                  </a:lnTo>
                  <a:lnTo>
                    <a:pt x="0" y="756793"/>
                  </a:lnTo>
                  <a:lnTo>
                    <a:pt x="7620" y="756793"/>
                  </a:lnTo>
                  <a:lnTo>
                    <a:pt x="7620" y="750570"/>
                  </a:lnTo>
                  <a:close/>
                </a:path>
                <a:path w="7620" h="793750">
                  <a:moveTo>
                    <a:pt x="7620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7620" y="750443"/>
                  </a:lnTo>
                  <a:lnTo>
                    <a:pt x="7620" y="744220"/>
                  </a:lnTo>
                  <a:close/>
                </a:path>
                <a:path w="7620" h="793750">
                  <a:moveTo>
                    <a:pt x="7620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7620" y="744093"/>
                  </a:lnTo>
                  <a:lnTo>
                    <a:pt x="7620" y="737870"/>
                  </a:lnTo>
                  <a:close/>
                </a:path>
                <a:path w="7620" h="793750">
                  <a:moveTo>
                    <a:pt x="762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7620" y="737743"/>
                  </a:lnTo>
                  <a:lnTo>
                    <a:pt x="7620" y="731520"/>
                  </a:lnTo>
                  <a:close/>
                </a:path>
                <a:path w="7620" h="793750">
                  <a:moveTo>
                    <a:pt x="762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7620" y="731393"/>
                  </a:lnTo>
                  <a:lnTo>
                    <a:pt x="7620" y="725170"/>
                  </a:lnTo>
                  <a:close/>
                </a:path>
                <a:path w="7620" h="793750">
                  <a:moveTo>
                    <a:pt x="762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7620" y="725043"/>
                  </a:lnTo>
                  <a:lnTo>
                    <a:pt x="7620" y="718820"/>
                  </a:lnTo>
                  <a:close/>
                </a:path>
                <a:path w="7620" h="793750">
                  <a:moveTo>
                    <a:pt x="762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7620" y="718693"/>
                  </a:lnTo>
                  <a:lnTo>
                    <a:pt x="7620" y="712470"/>
                  </a:lnTo>
                  <a:close/>
                </a:path>
                <a:path w="7620" h="793750">
                  <a:moveTo>
                    <a:pt x="762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20" y="712343"/>
                  </a:lnTo>
                  <a:lnTo>
                    <a:pt x="7620" y="706120"/>
                  </a:lnTo>
                  <a:close/>
                </a:path>
                <a:path w="7620" h="793750">
                  <a:moveTo>
                    <a:pt x="762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20" y="705993"/>
                  </a:lnTo>
                  <a:lnTo>
                    <a:pt x="7620" y="699770"/>
                  </a:lnTo>
                  <a:close/>
                </a:path>
                <a:path w="7620" h="793750">
                  <a:moveTo>
                    <a:pt x="762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20" y="699643"/>
                  </a:lnTo>
                  <a:lnTo>
                    <a:pt x="7620" y="693420"/>
                  </a:lnTo>
                  <a:close/>
                </a:path>
                <a:path w="7620" h="793750">
                  <a:moveTo>
                    <a:pt x="7620" y="690880"/>
                  </a:moveTo>
                  <a:lnTo>
                    <a:pt x="0" y="690880"/>
                  </a:lnTo>
                  <a:lnTo>
                    <a:pt x="0" y="693293"/>
                  </a:lnTo>
                  <a:lnTo>
                    <a:pt x="7620" y="693293"/>
                  </a:lnTo>
                  <a:lnTo>
                    <a:pt x="7620" y="690880"/>
                  </a:lnTo>
                  <a:close/>
                </a:path>
              </a:pathLst>
            </a:custGeom>
            <a:solidFill>
              <a:srgbClr val="335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5">
              <a:extLst>
                <a:ext uri="{FF2B5EF4-FFF2-40B4-BE49-F238E27FC236}">
                  <a16:creationId xmlns:a16="http://schemas.microsoft.com/office/drawing/2014/main" id="{F56E7BF4-BFE7-CF73-CAE7-CBB9445AEE67}"/>
                </a:ext>
              </a:extLst>
            </p:cNvPr>
            <p:cNvSpPr/>
            <p:nvPr/>
          </p:nvSpPr>
          <p:spPr>
            <a:xfrm>
              <a:off x="7812894" y="2654061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02"/>
                  </a:lnTo>
                </a:path>
              </a:pathLst>
            </a:custGeom>
            <a:ln w="7620">
              <a:solidFill>
                <a:srgbClr val="314F7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66">
              <a:extLst>
                <a:ext uri="{FF2B5EF4-FFF2-40B4-BE49-F238E27FC236}">
                  <a16:creationId xmlns:a16="http://schemas.microsoft.com/office/drawing/2014/main" id="{08859401-4D34-5421-E1D6-6664757B56BD}"/>
                </a:ext>
              </a:extLst>
            </p:cNvPr>
            <p:cNvSpPr/>
            <p:nvPr/>
          </p:nvSpPr>
          <p:spPr>
            <a:xfrm>
              <a:off x="7809085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14F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67">
              <a:extLst>
                <a:ext uri="{FF2B5EF4-FFF2-40B4-BE49-F238E27FC236}">
                  <a16:creationId xmlns:a16="http://schemas.microsoft.com/office/drawing/2014/main" id="{F0D8F3B7-18AB-98DE-A21B-ED4C87BB281C}"/>
                </a:ext>
              </a:extLst>
            </p:cNvPr>
            <p:cNvSpPr/>
            <p:nvPr/>
          </p:nvSpPr>
          <p:spPr>
            <a:xfrm>
              <a:off x="7812894" y="3338464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19">
                  <a:moveTo>
                    <a:pt x="0" y="0"/>
                  </a:moveTo>
                  <a:lnTo>
                    <a:pt x="0" y="109219"/>
                  </a:lnTo>
                </a:path>
              </a:pathLst>
            </a:custGeom>
            <a:ln w="7620">
              <a:solidFill>
                <a:srgbClr val="314F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68">
              <a:extLst>
                <a:ext uri="{FF2B5EF4-FFF2-40B4-BE49-F238E27FC236}">
                  <a16:creationId xmlns:a16="http://schemas.microsoft.com/office/drawing/2014/main" id="{4DDA5AD4-D127-3889-1A6C-CCBD16A309CA}"/>
                </a:ext>
              </a:extLst>
            </p:cNvPr>
            <p:cNvSpPr/>
            <p:nvPr/>
          </p:nvSpPr>
          <p:spPr>
            <a:xfrm>
              <a:off x="7819880" y="2654061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02"/>
                  </a:lnTo>
                </a:path>
              </a:pathLst>
            </a:custGeom>
            <a:ln w="6350">
              <a:solidFill>
                <a:srgbClr val="314E6E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69">
              <a:extLst>
                <a:ext uri="{FF2B5EF4-FFF2-40B4-BE49-F238E27FC236}">
                  <a16:creationId xmlns:a16="http://schemas.microsoft.com/office/drawing/2014/main" id="{A74A6BB5-1ACD-EF93-1546-2633EBC17088}"/>
                </a:ext>
              </a:extLst>
            </p:cNvPr>
            <p:cNvSpPr/>
            <p:nvPr/>
          </p:nvSpPr>
          <p:spPr>
            <a:xfrm>
              <a:off x="7816705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14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0">
              <a:extLst>
                <a:ext uri="{FF2B5EF4-FFF2-40B4-BE49-F238E27FC236}">
                  <a16:creationId xmlns:a16="http://schemas.microsoft.com/office/drawing/2014/main" id="{1E655F4C-AB47-7033-A5A5-6F7F11DFB4DC}"/>
                </a:ext>
              </a:extLst>
            </p:cNvPr>
            <p:cNvSpPr/>
            <p:nvPr/>
          </p:nvSpPr>
          <p:spPr>
            <a:xfrm>
              <a:off x="7819880" y="3338464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19">
                  <a:moveTo>
                    <a:pt x="0" y="0"/>
                  </a:moveTo>
                  <a:lnTo>
                    <a:pt x="0" y="109219"/>
                  </a:lnTo>
                </a:path>
              </a:pathLst>
            </a:custGeom>
            <a:ln w="6350">
              <a:solidFill>
                <a:srgbClr val="314E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1">
              <a:extLst>
                <a:ext uri="{FF2B5EF4-FFF2-40B4-BE49-F238E27FC236}">
                  <a16:creationId xmlns:a16="http://schemas.microsoft.com/office/drawing/2014/main" id="{441E9D4D-88CD-2DCE-972C-36E656F425BF}"/>
                </a:ext>
              </a:extLst>
            </p:cNvPr>
            <p:cNvSpPr/>
            <p:nvPr/>
          </p:nvSpPr>
          <p:spPr>
            <a:xfrm>
              <a:off x="7823055" y="2652664"/>
              <a:ext cx="7620" cy="795020"/>
            </a:xfrm>
            <a:custGeom>
              <a:avLst/>
              <a:gdLst/>
              <a:ahLst/>
              <a:cxnLst/>
              <a:rect l="l" t="t" r="r" b="b"/>
              <a:pathLst>
                <a:path w="7620" h="795019">
                  <a:moveTo>
                    <a:pt x="7619" y="104266"/>
                  </a:moveTo>
                  <a:lnTo>
                    <a:pt x="0" y="104266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04266"/>
                  </a:lnTo>
                  <a:close/>
                </a:path>
                <a:path w="7620" h="795019">
                  <a:moveTo>
                    <a:pt x="7619" y="97916"/>
                  </a:moveTo>
                  <a:lnTo>
                    <a:pt x="0" y="97916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97916"/>
                  </a:lnTo>
                  <a:close/>
                </a:path>
                <a:path w="7620" h="795019">
                  <a:moveTo>
                    <a:pt x="7619" y="94107"/>
                  </a:moveTo>
                  <a:lnTo>
                    <a:pt x="0" y="94107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4107"/>
                  </a:lnTo>
                  <a:close/>
                </a:path>
                <a:path w="7620" h="795019">
                  <a:moveTo>
                    <a:pt x="7619" y="91566"/>
                  </a:moveTo>
                  <a:lnTo>
                    <a:pt x="0" y="91566"/>
                  </a:lnTo>
                  <a:lnTo>
                    <a:pt x="0" y="93979"/>
                  </a:lnTo>
                  <a:lnTo>
                    <a:pt x="7619" y="93979"/>
                  </a:lnTo>
                  <a:lnTo>
                    <a:pt x="7619" y="91566"/>
                  </a:lnTo>
                  <a:close/>
                </a:path>
                <a:path w="7620" h="795019">
                  <a:moveTo>
                    <a:pt x="7619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87757"/>
                  </a:lnTo>
                  <a:close/>
                </a:path>
                <a:path w="7620" h="795019">
                  <a:moveTo>
                    <a:pt x="7619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7619" y="87629"/>
                  </a:lnTo>
                  <a:lnTo>
                    <a:pt x="7619" y="85216"/>
                  </a:lnTo>
                  <a:close/>
                </a:path>
                <a:path w="7620" h="795019">
                  <a:moveTo>
                    <a:pt x="7619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1407"/>
                  </a:lnTo>
                  <a:close/>
                </a:path>
                <a:path w="7620" h="795019">
                  <a:moveTo>
                    <a:pt x="7619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78866"/>
                  </a:lnTo>
                  <a:close/>
                </a:path>
                <a:path w="7620" h="795019">
                  <a:moveTo>
                    <a:pt x="7619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5057"/>
                  </a:lnTo>
                  <a:close/>
                </a:path>
                <a:path w="7620" h="795019">
                  <a:moveTo>
                    <a:pt x="7619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19" y="74929"/>
                  </a:lnTo>
                  <a:lnTo>
                    <a:pt x="7619" y="72516"/>
                  </a:lnTo>
                  <a:close/>
                </a:path>
                <a:path w="7620" h="795019">
                  <a:moveTo>
                    <a:pt x="7619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8707"/>
                  </a:lnTo>
                  <a:close/>
                </a:path>
                <a:path w="7620" h="795019">
                  <a:moveTo>
                    <a:pt x="7619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19" y="68579"/>
                  </a:lnTo>
                  <a:lnTo>
                    <a:pt x="7619" y="66166"/>
                  </a:lnTo>
                  <a:close/>
                </a:path>
                <a:path w="7620" h="795019">
                  <a:moveTo>
                    <a:pt x="7619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2357"/>
                  </a:lnTo>
                  <a:close/>
                </a:path>
                <a:path w="7620" h="795019">
                  <a:moveTo>
                    <a:pt x="7619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19" y="62229"/>
                  </a:lnTo>
                  <a:lnTo>
                    <a:pt x="7619" y="59816"/>
                  </a:lnTo>
                  <a:close/>
                </a:path>
                <a:path w="7620" h="795019">
                  <a:moveTo>
                    <a:pt x="7619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6007"/>
                  </a:lnTo>
                  <a:close/>
                </a:path>
                <a:path w="7620" h="795019">
                  <a:moveTo>
                    <a:pt x="7619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53466"/>
                  </a:lnTo>
                  <a:close/>
                </a:path>
                <a:path w="7620" h="795019">
                  <a:moveTo>
                    <a:pt x="7619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49657"/>
                  </a:lnTo>
                  <a:close/>
                </a:path>
                <a:path w="7620" h="795019">
                  <a:moveTo>
                    <a:pt x="7619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19" y="49529"/>
                  </a:lnTo>
                  <a:lnTo>
                    <a:pt x="7619" y="47116"/>
                  </a:lnTo>
                  <a:close/>
                </a:path>
                <a:path w="7620" h="795019">
                  <a:moveTo>
                    <a:pt x="7619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3307"/>
                  </a:lnTo>
                  <a:close/>
                </a:path>
                <a:path w="7620" h="795019">
                  <a:moveTo>
                    <a:pt x="7619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19" y="43179"/>
                  </a:lnTo>
                  <a:lnTo>
                    <a:pt x="7619" y="40766"/>
                  </a:lnTo>
                  <a:close/>
                </a:path>
                <a:path w="7620" h="795019">
                  <a:moveTo>
                    <a:pt x="7619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6957"/>
                  </a:lnTo>
                  <a:close/>
                </a:path>
                <a:path w="7620" h="795019">
                  <a:moveTo>
                    <a:pt x="7619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19" y="36829"/>
                  </a:lnTo>
                  <a:lnTo>
                    <a:pt x="7619" y="34416"/>
                  </a:lnTo>
                  <a:close/>
                </a:path>
                <a:path w="7620" h="795019">
                  <a:moveTo>
                    <a:pt x="7619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0607"/>
                  </a:lnTo>
                  <a:close/>
                </a:path>
                <a:path w="7620" h="795019">
                  <a:moveTo>
                    <a:pt x="7619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28066"/>
                  </a:lnTo>
                  <a:close/>
                </a:path>
                <a:path w="7620" h="795019">
                  <a:moveTo>
                    <a:pt x="7619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4257"/>
                  </a:lnTo>
                  <a:close/>
                </a:path>
                <a:path w="7620" h="795019">
                  <a:moveTo>
                    <a:pt x="7619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1716"/>
                  </a:lnTo>
                  <a:close/>
                </a:path>
                <a:path w="7620" h="795019">
                  <a:moveTo>
                    <a:pt x="7619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7907"/>
                  </a:lnTo>
                  <a:close/>
                </a:path>
                <a:path w="7620" h="795019">
                  <a:moveTo>
                    <a:pt x="7619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5366"/>
                  </a:lnTo>
                  <a:close/>
                </a:path>
                <a:path w="7620" h="795019">
                  <a:moveTo>
                    <a:pt x="7619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1557"/>
                  </a:lnTo>
                  <a:close/>
                </a:path>
                <a:path w="7620" h="795019">
                  <a:moveTo>
                    <a:pt x="7619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9016"/>
                  </a:lnTo>
                  <a:close/>
                </a:path>
                <a:path w="7620" h="795019">
                  <a:moveTo>
                    <a:pt x="7619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5207"/>
                  </a:lnTo>
                  <a:close/>
                </a:path>
                <a:path w="7620" h="795019">
                  <a:moveTo>
                    <a:pt x="7619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2666"/>
                  </a:lnTo>
                  <a:close/>
                </a:path>
                <a:path w="7620" h="795019">
                  <a:moveTo>
                    <a:pt x="7619" y="0"/>
                  </a:moveTo>
                  <a:lnTo>
                    <a:pt x="1269" y="0"/>
                  </a:lnTo>
                  <a:lnTo>
                    <a:pt x="1269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20" h="795019">
                  <a:moveTo>
                    <a:pt x="7619" y="114300"/>
                  </a:moveTo>
                  <a:lnTo>
                    <a:pt x="0" y="114300"/>
                  </a:lnTo>
                  <a:lnTo>
                    <a:pt x="0" y="685800"/>
                  </a:lnTo>
                  <a:lnTo>
                    <a:pt x="7619" y="685800"/>
                  </a:lnTo>
                  <a:lnTo>
                    <a:pt x="7619" y="114300"/>
                  </a:lnTo>
                  <a:close/>
                </a:path>
                <a:path w="7620" h="795019">
                  <a:moveTo>
                    <a:pt x="7619" y="685800"/>
                  </a:moveTo>
                  <a:lnTo>
                    <a:pt x="0" y="685800"/>
                  </a:lnTo>
                  <a:lnTo>
                    <a:pt x="0" y="692150"/>
                  </a:lnTo>
                  <a:lnTo>
                    <a:pt x="7619" y="692150"/>
                  </a:lnTo>
                  <a:lnTo>
                    <a:pt x="7619" y="685800"/>
                  </a:lnTo>
                  <a:close/>
                </a:path>
                <a:path w="7620" h="795019">
                  <a:moveTo>
                    <a:pt x="7619" y="790067"/>
                  </a:moveTo>
                  <a:lnTo>
                    <a:pt x="0" y="790067"/>
                  </a:lnTo>
                  <a:lnTo>
                    <a:pt x="0" y="795020"/>
                  </a:lnTo>
                  <a:lnTo>
                    <a:pt x="7619" y="795020"/>
                  </a:lnTo>
                  <a:lnTo>
                    <a:pt x="7619" y="790067"/>
                  </a:lnTo>
                  <a:close/>
                </a:path>
                <a:path w="7620" h="795019">
                  <a:moveTo>
                    <a:pt x="7619" y="783717"/>
                  </a:moveTo>
                  <a:lnTo>
                    <a:pt x="0" y="783717"/>
                  </a:lnTo>
                  <a:lnTo>
                    <a:pt x="0" y="789940"/>
                  </a:lnTo>
                  <a:lnTo>
                    <a:pt x="7619" y="789940"/>
                  </a:lnTo>
                  <a:lnTo>
                    <a:pt x="7619" y="783717"/>
                  </a:lnTo>
                  <a:close/>
                </a:path>
                <a:path w="7620" h="795019">
                  <a:moveTo>
                    <a:pt x="7619" y="777367"/>
                  </a:moveTo>
                  <a:lnTo>
                    <a:pt x="0" y="777367"/>
                  </a:lnTo>
                  <a:lnTo>
                    <a:pt x="0" y="783590"/>
                  </a:lnTo>
                  <a:lnTo>
                    <a:pt x="7619" y="783590"/>
                  </a:lnTo>
                  <a:lnTo>
                    <a:pt x="7619" y="777367"/>
                  </a:lnTo>
                  <a:close/>
                </a:path>
                <a:path w="7620" h="795019">
                  <a:moveTo>
                    <a:pt x="7619" y="771017"/>
                  </a:moveTo>
                  <a:lnTo>
                    <a:pt x="0" y="771017"/>
                  </a:lnTo>
                  <a:lnTo>
                    <a:pt x="0" y="777240"/>
                  </a:lnTo>
                  <a:lnTo>
                    <a:pt x="7619" y="777240"/>
                  </a:lnTo>
                  <a:lnTo>
                    <a:pt x="7619" y="771017"/>
                  </a:lnTo>
                  <a:close/>
                </a:path>
                <a:path w="7620" h="795019">
                  <a:moveTo>
                    <a:pt x="7619" y="764667"/>
                  </a:moveTo>
                  <a:lnTo>
                    <a:pt x="0" y="764667"/>
                  </a:lnTo>
                  <a:lnTo>
                    <a:pt x="0" y="770890"/>
                  </a:lnTo>
                  <a:lnTo>
                    <a:pt x="7619" y="770890"/>
                  </a:lnTo>
                  <a:lnTo>
                    <a:pt x="7619" y="764667"/>
                  </a:lnTo>
                  <a:close/>
                </a:path>
                <a:path w="7620" h="795019">
                  <a:moveTo>
                    <a:pt x="7619" y="758317"/>
                  </a:moveTo>
                  <a:lnTo>
                    <a:pt x="0" y="758317"/>
                  </a:lnTo>
                  <a:lnTo>
                    <a:pt x="0" y="764540"/>
                  </a:lnTo>
                  <a:lnTo>
                    <a:pt x="7619" y="764540"/>
                  </a:lnTo>
                  <a:lnTo>
                    <a:pt x="7619" y="758317"/>
                  </a:lnTo>
                  <a:close/>
                </a:path>
                <a:path w="7620" h="795019">
                  <a:moveTo>
                    <a:pt x="7619" y="751967"/>
                  </a:moveTo>
                  <a:lnTo>
                    <a:pt x="0" y="751967"/>
                  </a:lnTo>
                  <a:lnTo>
                    <a:pt x="0" y="758190"/>
                  </a:lnTo>
                  <a:lnTo>
                    <a:pt x="7619" y="758190"/>
                  </a:lnTo>
                  <a:lnTo>
                    <a:pt x="7619" y="751967"/>
                  </a:lnTo>
                  <a:close/>
                </a:path>
                <a:path w="7620" h="795019">
                  <a:moveTo>
                    <a:pt x="7619" y="745617"/>
                  </a:moveTo>
                  <a:lnTo>
                    <a:pt x="0" y="745617"/>
                  </a:lnTo>
                  <a:lnTo>
                    <a:pt x="0" y="751840"/>
                  </a:lnTo>
                  <a:lnTo>
                    <a:pt x="7619" y="751840"/>
                  </a:lnTo>
                  <a:lnTo>
                    <a:pt x="7619" y="745617"/>
                  </a:lnTo>
                  <a:close/>
                </a:path>
                <a:path w="7620" h="795019">
                  <a:moveTo>
                    <a:pt x="7619" y="739267"/>
                  </a:moveTo>
                  <a:lnTo>
                    <a:pt x="0" y="739267"/>
                  </a:lnTo>
                  <a:lnTo>
                    <a:pt x="0" y="745490"/>
                  </a:lnTo>
                  <a:lnTo>
                    <a:pt x="7619" y="745490"/>
                  </a:lnTo>
                  <a:lnTo>
                    <a:pt x="7619" y="739267"/>
                  </a:lnTo>
                  <a:close/>
                </a:path>
                <a:path w="7620" h="795019">
                  <a:moveTo>
                    <a:pt x="7619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7619" y="739140"/>
                  </a:lnTo>
                  <a:lnTo>
                    <a:pt x="7619" y="732917"/>
                  </a:lnTo>
                  <a:close/>
                </a:path>
                <a:path w="7620" h="795019">
                  <a:moveTo>
                    <a:pt x="7619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7619" y="732790"/>
                  </a:lnTo>
                  <a:lnTo>
                    <a:pt x="7619" y="726567"/>
                  </a:lnTo>
                  <a:close/>
                </a:path>
                <a:path w="7620" h="795019">
                  <a:moveTo>
                    <a:pt x="7619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7619" y="726440"/>
                  </a:lnTo>
                  <a:lnTo>
                    <a:pt x="7619" y="720217"/>
                  </a:lnTo>
                  <a:close/>
                </a:path>
                <a:path w="7620" h="795019">
                  <a:moveTo>
                    <a:pt x="7619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7619" y="720090"/>
                  </a:lnTo>
                  <a:lnTo>
                    <a:pt x="7619" y="713867"/>
                  </a:lnTo>
                  <a:close/>
                </a:path>
                <a:path w="7620" h="795019">
                  <a:moveTo>
                    <a:pt x="7619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7619" y="713740"/>
                  </a:lnTo>
                  <a:lnTo>
                    <a:pt x="7619" y="707517"/>
                  </a:lnTo>
                  <a:close/>
                </a:path>
                <a:path w="7620" h="795019">
                  <a:moveTo>
                    <a:pt x="7619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7619" y="707390"/>
                  </a:lnTo>
                  <a:lnTo>
                    <a:pt x="7619" y="701167"/>
                  </a:lnTo>
                  <a:close/>
                </a:path>
                <a:path w="7620" h="795019">
                  <a:moveTo>
                    <a:pt x="7619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7619" y="701040"/>
                  </a:lnTo>
                  <a:lnTo>
                    <a:pt x="7619" y="694817"/>
                  </a:lnTo>
                  <a:close/>
                </a:path>
                <a:path w="7620" h="795019">
                  <a:moveTo>
                    <a:pt x="7619" y="692277"/>
                  </a:moveTo>
                  <a:lnTo>
                    <a:pt x="0" y="692277"/>
                  </a:lnTo>
                  <a:lnTo>
                    <a:pt x="0" y="694690"/>
                  </a:lnTo>
                  <a:lnTo>
                    <a:pt x="7619" y="694690"/>
                  </a:lnTo>
                  <a:lnTo>
                    <a:pt x="7619" y="692277"/>
                  </a:lnTo>
                  <a:close/>
                </a:path>
              </a:pathLst>
            </a:custGeom>
            <a:solidFill>
              <a:srgbClr val="304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2">
              <a:extLst>
                <a:ext uri="{FF2B5EF4-FFF2-40B4-BE49-F238E27FC236}">
                  <a16:creationId xmlns:a16="http://schemas.microsoft.com/office/drawing/2014/main" id="{D5CB919A-F303-B00B-CFC5-3110DD2A1091}"/>
                </a:ext>
              </a:extLst>
            </p:cNvPr>
            <p:cNvSpPr/>
            <p:nvPr/>
          </p:nvSpPr>
          <p:spPr>
            <a:xfrm>
              <a:off x="7834485" y="2652664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7620">
              <a:solidFill>
                <a:srgbClr val="2F4B6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3">
              <a:extLst>
                <a:ext uri="{FF2B5EF4-FFF2-40B4-BE49-F238E27FC236}">
                  <a16:creationId xmlns:a16="http://schemas.microsoft.com/office/drawing/2014/main" id="{B9FEE14B-EC9B-1922-BAB5-8CA86941BF23}"/>
                </a:ext>
              </a:extLst>
            </p:cNvPr>
            <p:cNvSpPr/>
            <p:nvPr/>
          </p:nvSpPr>
          <p:spPr>
            <a:xfrm>
              <a:off x="783067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F4B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4">
              <a:extLst>
                <a:ext uri="{FF2B5EF4-FFF2-40B4-BE49-F238E27FC236}">
                  <a16:creationId xmlns:a16="http://schemas.microsoft.com/office/drawing/2014/main" id="{8979231C-C7A7-257F-4A36-E7C183961B37}"/>
                </a:ext>
              </a:extLst>
            </p:cNvPr>
            <p:cNvSpPr/>
            <p:nvPr/>
          </p:nvSpPr>
          <p:spPr>
            <a:xfrm>
              <a:off x="7834485" y="3338464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19">
                  <a:moveTo>
                    <a:pt x="0" y="0"/>
                  </a:moveTo>
                  <a:lnTo>
                    <a:pt x="0" y="109219"/>
                  </a:lnTo>
                </a:path>
              </a:pathLst>
            </a:custGeom>
            <a:ln w="7620">
              <a:solidFill>
                <a:srgbClr val="2F4B6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5">
              <a:extLst>
                <a:ext uri="{FF2B5EF4-FFF2-40B4-BE49-F238E27FC236}">
                  <a16:creationId xmlns:a16="http://schemas.microsoft.com/office/drawing/2014/main" id="{78879EFD-3D7F-69BF-B10E-FBBC60A104C6}"/>
                </a:ext>
              </a:extLst>
            </p:cNvPr>
            <p:cNvSpPr/>
            <p:nvPr/>
          </p:nvSpPr>
          <p:spPr>
            <a:xfrm>
              <a:off x="7841469" y="2652664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6350">
              <a:solidFill>
                <a:srgbClr val="2E4A69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76">
              <a:extLst>
                <a:ext uri="{FF2B5EF4-FFF2-40B4-BE49-F238E27FC236}">
                  <a16:creationId xmlns:a16="http://schemas.microsoft.com/office/drawing/2014/main" id="{1E1591E6-9A8B-7309-C7C3-7C597434CC2C}"/>
                </a:ext>
              </a:extLst>
            </p:cNvPr>
            <p:cNvSpPr/>
            <p:nvPr/>
          </p:nvSpPr>
          <p:spPr>
            <a:xfrm>
              <a:off x="7838294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E4A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77">
              <a:extLst>
                <a:ext uri="{FF2B5EF4-FFF2-40B4-BE49-F238E27FC236}">
                  <a16:creationId xmlns:a16="http://schemas.microsoft.com/office/drawing/2014/main" id="{BBBF288D-14E6-9D02-7419-36A0CA864561}"/>
                </a:ext>
              </a:extLst>
            </p:cNvPr>
            <p:cNvSpPr/>
            <p:nvPr/>
          </p:nvSpPr>
          <p:spPr>
            <a:xfrm>
              <a:off x="7841469" y="3338464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19">
                  <a:moveTo>
                    <a:pt x="0" y="0"/>
                  </a:moveTo>
                  <a:lnTo>
                    <a:pt x="0" y="109219"/>
                  </a:lnTo>
                </a:path>
              </a:pathLst>
            </a:custGeom>
            <a:ln w="6350">
              <a:solidFill>
                <a:srgbClr val="2E4A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78">
              <a:extLst>
                <a:ext uri="{FF2B5EF4-FFF2-40B4-BE49-F238E27FC236}">
                  <a16:creationId xmlns:a16="http://schemas.microsoft.com/office/drawing/2014/main" id="{C35965D2-DF52-1AFE-106B-AFFD16F234AC}"/>
                </a:ext>
              </a:extLst>
            </p:cNvPr>
            <p:cNvSpPr/>
            <p:nvPr/>
          </p:nvSpPr>
          <p:spPr>
            <a:xfrm>
              <a:off x="7848455" y="2652664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7620">
              <a:solidFill>
                <a:srgbClr val="2E4967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79">
              <a:extLst>
                <a:ext uri="{FF2B5EF4-FFF2-40B4-BE49-F238E27FC236}">
                  <a16:creationId xmlns:a16="http://schemas.microsoft.com/office/drawing/2014/main" id="{5DAC15E1-C67A-5595-C909-9EA67352D769}"/>
                </a:ext>
              </a:extLst>
            </p:cNvPr>
            <p:cNvSpPr/>
            <p:nvPr/>
          </p:nvSpPr>
          <p:spPr>
            <a:xfrm>
              <a:off x="784464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E49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0">
              <a:extLst>
                <a:ext uri="{FF2B5EF4-FFF2-40B4-BE49-F238E27FC236}">
                  <a16:creationId xmlns:a16="http://schemas.microsoft.com/office/drawing/2014/main" id="{5CA129A6-5F14-CCA4-2CDF-CD6B71CCDB0C}"/>
                </a:ext>
              </a:extLst>
            </p:cNvPr>
            <p:cNvSpPr/>
            <p:nvPr/>
          </p:nvSpPr>
          <p:spPr>
            <a:xfrm>
              <a:off x="7848455" y="3338464"/>
              <a:ext cx="0" cy="111125"/>
            </a:xfrm>
            <a:custGeom>
              <a:avLst/>
              <a:gdLst/>
              <a:ahLst/>
              <a:cxnLst/>
              <a:rect l="l" t="t" r="r" b="b"/>
              <a:pathLst>
                <a:path h="111125">
                  <a:moveTo>
                    <a:pt x="0" y="0"/>
                  </a:moveTo>
                  <a:lnTo>
                    <a:pt x="0" y="110616"/>
                  </a:lnTo>
                </a:path>
              </a:pathLst>
            </a:custGeom>
            <a:ln w="7620">
              <a:solidFill>
                <a:srgbClr val="2E496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1">
              <a:extLst>
                <a:ext uri="{FF2B5EF4-FFF2-40B4-BE49-F238E27FC236}">
                  <a16:creationId xmlns:a16="http://schemas.microsoft.com/office/drawing/2014/main" id="{9D19DC27-6A0B-C3D6-368B-BFBBA866FFD4}"/>
                </a:ext>
              </a:extLst>
            </p:cNvPr>
            <p:cNvSpPr/>
            <p:nvPr/>
          </p:nvSpPr>
          <p:spPr>
            <a:xfrm>
              <a:off x="7856074" y="2652664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7620">
              <a:solidFill>
                <a:srgbClr val="2D4766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2">
              <a:extLst>
                <a:ext uri="{FF2B5EF4-FFF2-40B4-BE49-F238E27FC236}">
                  <a16:creationId xmlns:a16="http://schemas.microsoft.com/office/drawing/2014/main" id="{FCDD2961-4945-02BB-6CB0-0BC65C73FBC1}"/>
                </a:ext>
              </a:extLst>
            </p:cNvPr>
            <p:cNvSpPr/>
            <p:nvPr/>
          </p:nvSpPr>
          <p:spPr>
            <a:xfrm>
              <a:off x="7852265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D47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3">
              <a:extLst>
                <a:ext uri="{FF2B5EF4-FFF2-40B4-BE49-F238E27FC236}">
                  <a16:creationId xmlns:a16="http://schemas.microsoft.com/office/drawing/2014/main" id="{27AF676B-FA08-4722-95C8-21896B74460C}"/>
                </a:ext>
              </a:extLst>
            </p:cNvPr>
            <p:cNvSpPr/>
            <p:nvPr/>
          </p:nvSpPr>
          <p:spPr>
            <a:xfrm>
              <a:off x="7856074" y="3338464"/>
              <a:ext cx="0" cy="111125"/>
            </a:xfrm>
            <a:custGeom>
              <a:avLst/>
              <a:gdLst/>
              <a:ahLst/>
              <a:cxnLst/>
              <a:rect l="l" t="t" r="r" b="b"/>
              <a:pathLst>
                <a:path h="111125">
                  <a:moveTo>
                    <a:pt x="0" y="0"/>
                  </a:moveTo>
                  <a:lnTo>
                    <a:pt x="0" y="110616"/>
                  </a:lnTo>
                </a:path>
              </a:pathLst>
            </a:custGeom>
            <a:ln w="7620">
              <a:solidFill>
                <a:srgbClr val="2D47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4">
              <a:extLst>
                <a:ext uri="{FF2B5EF4-FFF2-40B4-BE49-F238E27FC236}">
                  <a16:creationId xmlns:a16="http://schemas.microsoft.com/office/drawing/2014/main" id="{92363385-DD49-226A-D8E0-40674CB8F00C}"/>
                </a:ext>
              </a:extLst>
            </p:cNvPr>
            <p:cNvSpPr/>
            <p:nvPr/>
          </p:nvSpPr>
          <p:spPr>
            <a:xfrm>
              <a:off x="7863060" y="2652664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6350">
              <a:solidFill>
                <a:srgbClr val="2C4663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5">
              <a:extLst>
                <a:ext uri="{FF2B5EF4-FFF2-40B4-BE49-F238E27FC236}">
                  <a16:creationId xmlns:a16="http://schemas.microsoft.com/office/drawing/2014/main" id="{9B63C3F2-F584-87F9-C8EE-92C34A901A33}"/>
                </a:ext>
              </a:extLst>
            </p:cNvPr>
            <p:cNvSpPr/>
            <p:nvPr/>
          </p:nvSpPr>
          <p:spPr>
            <a:xfrm>
              <a:off x="7859885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C46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86">
              <a:extLst>
                <a:ext uri="{FF2B5EF4-FFF2-40B4-BE49-F238E27FC236}">
                  <a16:creationId xmlns:a16="http://schemas.microsoft.com/office/drawing/2014/main" id="{59B1B6E5-21E9-33D2-A792-BE8893069BCC}"/>
                </a:ext>
              </a:extLst>
            </p:cNvPr>
            <p:cNvSpPr/>
            <p:nvPr/>
          </p:nvSpPr>
          <p:spPr>
            <a:xfrm>
              <a:off x="7863060" y="3338464"/>
              <a:ext cx="0" cy="111125"/>
            </a:xfrm>
            <a:custGeom>
              <a:avLst/>
              <a:gdLst/>
              <a:ahLst/>
              <a:cxnLst/>
              <a:rect l="l" t="t" r="r" b="b"/>
              <a:pathLst>
                <a:path h="111125">
                  <a:moveTo>
                    <a:pt x="0" y="0"/>
                  </a:moveTo>
                  <a:lnTo>
                    <a:pt x="0" y="110616"/>
                  </a:lnTo>
                </a:path>
              </a:pathLst>
            </a:custGeom>
            <a:ln w="6350">
              <a:solidFill>
                <a:srgbClr val="2C46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87">
              <a:extLst>
                <a:ext uri="{FF2B5EF4-FFF2-40B4-BE49-F238E27FC236}">
                  <a16:creationId xmlns:a16="http://schemas.microsoft.com/office/drawing/2014/main" id="{ACF39394-A881-7CFD-B69E-66C0E39AFD61}"/>
                </a:ext>
              </a:extLst>
            </p:cNvPr>
            <p:cNvSpPr/>
            <p:nvPr/>
          </p:nvSpPr>
          <p:spPr>
            <a:xfrm>
              <a:off x="7866235" y="2652664"/>
              <a:ext cx="7620" cy="797560"/>
            </a:xfrm>
            <a:custGeom>
              <a:avLst/>
              <a:gdLst/>
              <a:ahLst/>
              <a:cxnLst/>
              <a:rect l="l" t="t" r="r" b="b"/>
              <a:pathLst>
                <a:path w="7620" h="797560">
                  <a:moveTo>
                    <a:pt x="7620" y="104266"/>
                  </a:moveTo>
                  <a:lnTo>
                    <a:pt x="0" y="104266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04266"/>
                  </a:lnTo>
                  <a:close/>
                </a:path>
                <a:path w="7620" h="797560">
                  <a:moveTo>
                    <a:pt x="7620" y="97916"/>
                  </a:moveTo>
                  <a:lnTo>
                    <a:pt x="0" y="97916"/>
                  </a:lnTo>
                  <a:lnTo>
                    <a:pt x="0" y="104139"/>
                  </a:lnTo>
                  <a:lnTo>
                    <a:pt x="7620" y="104139"/>
                  </a:lnTo>
                  <a:lnTo>
                    <a:pt x="7620" y="97916"/>
                  </a:lnTo>
                  <a:close/>
                </a:path>
                <a:path w="7620" h="797560">
                  <a:moveTo>
                    <a:pt x="7620" y="94107"/>
                  </a:moveTo>
                  <a:lnTo>
                    <a:pt x="0" y="94107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4107"/>
                  </a:lnTo>
                  <a:close/>
                </a:path>
                <a:path w="7620" h="797560">
                  <a:moveTo>
                    <a:pt x="7620" y="91566"/>
                  </a:moveTo>
                  <a:lnTo>
                    <a:pt x="0" y="91566"/>
                  </a:lnTo>
                  <a:lnTo>
                    <a:pt x="0" y="93979"/>
                  </a:lnTo>
                  <a:lnTo>
                    <a:pt x="7620" y="93979"/>
                  </a:lnTo>
                  <a:lnTo>
                    <a:pt x="7620" y="91566"/>
                  </a:lnTo>
                  <a:close/>
                </a:path>
                <a:path w="7620" h="797560">
                  <a:moveTo>
                    <a:pt x="7620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7757"/>
                  </a:lnTo>
                  <a:close/>
                </a:path>
                <a:path w="7620" h="797560">
                  <a:moveTo>
                    <a:pt x="7620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7620" y="87629"/>
                  </a:lnTo>
                  <a:lnTo>
                    <a:pt x="7620" y="85216"/>
                  </a:lnTo>
                  <a:close/>
                </a:path>
                <a:path w="7620" h="797560">
                  <a:moveTo>
                    <a:pt x="762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1407"/>
                  </a:lnTo>
                  <a:close/>
                </a:path>
                <a:path w="7620" h="797560">
                  <a:moveTo>
                    <a:pt x="762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866"/>
                  </a:lnTo>
                  <a:close/>
                </a:path>
                <a:path w="7620" h="797560">
                  <a:moveTo>
                    <a:pt x="762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5057"/>
                  </a:lnTo>
                  <a:close/>
                </a:path>
                <a:path w="7620" h="797560">
                  <a:moveTo>
                    <a:pt x="762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516"/>
                  </a:lnTo>
                  <a:close/>
                </a:path>
                <a:path w="7620" h="797560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797560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797560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797560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797560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797560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797560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797560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797560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797560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797560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797560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797560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797560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797560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797560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797560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797560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797560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797560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797560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797560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797560">
                  <a:moveTo>
                    <a:pt x="762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797560">
                  <a:moveTo>
                    <a:pt x="7620" y="114300"/>
                  </a:moveTo>
                  <a:lnTo>
                    <a:pt x="0" y="114300"/>
                  </a:lnTo>
                  <a:lnTo>
                    <a:pt x="0" y="685800"/>
                  </a:lnTo>
                  <a:lnTo>
                    <a:pt x="7620" y="685800"/>
                  </a:lnTo>
                  <a:lnTo>
                    <a:pt x="7620" y="114300"/>
                  </a:lnTo>
                  <a:close/>
                </a:path>
                <a:path w="7620" h="797560">
                  <a:moveTo>
                    <a:pt x="7620" y="685800"/>
                  </a:moveTo>
                  <a:lnTo>
                    <a:pt x="0" y="685800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5800"/>
                  </a:lnTo>
                  <a:close/>
                </a:path>
                <a:path w="7620" h="797560">
                  <a:moveTo>
                    <a:pt x="7620" y="796417"/>
                  </a:moveTo>
                  <a:lnTo>
                    <a:pt x="5079" y="796417"/>
                  </a:lnTo>
                  <a:lnTo>
                    <a:pt x="5079" y="797560"/>
                  </a:lnTo>
                  <a:lnTo>
                    <a:pt x="7620" y="797560"/>
                  </a:lnTo>
                  <a:lnTo>
                    <a:pt x="7620" y="796417"/>
                  </a:lnTo>
                  <a:close/>
                </a:path>
                <a:path w="7620" h="797560">
                  <a:moveTo>
                    <a:pt x="7620" y="790067"/>
                  </a:moveTo>
                  <a:lnTo>
                    <a:pt x="0" y="790067"/>
                  </a:lnTo>
                  <a:lnTo>
                    <a:pt x="0" y="796417"/>
                  </a:lnTo>
                  <a:lnTo>
                    <a:pt x="5079" y="796417"/>
                  </a:lnTo>
                  <a:lnTo>
                    <a:pt x="7620" y="796290"/>
                  </a:lnTo>
                  <a:lnTo>
                    <a:pt x="7620" y="790067"/>
                  </a:lnTo>
                  <a:close/>
                </a:path>
                <a:path w="7620" h="797560">
                  <a:moveTo>
                    <a:pt x="7620" y="783717"/>
                  </a:moveTo>
                  <a:lnTo>
                    <a:pt x="0" y="783717"/>
                  </a:lnTo>
                  <a:lnTo>
                    <a:pt x="0" y="789940"/>
                  </a:lnTo>
                  <a:lnTo>
                    <a:pt x="7620" y="789940"/>
                  </a:lnTo>
                  <a:lnTo>
                    <a:pt x="7620" y="783717"/>
                  </a:lnTo>
                  <a:close/>
                </a:path>
                <a:path w="7620" h="797560">
                  <a:moveTo>
                    <a:pt x="7620" y="777367"/>
                  </a:moveTo>
                  <a:lnTo>
                    <a:pt x="0" y="777367"/>
                  </a:lnTo>
                  <a:lnTo>
                    <a:pt x="0" y="783590"/>
                  </a:lnTo>
                  <a:lnTo>
                    <a:pt x="7620" y="783590"/>
                  </a:lnTo>
                  <a:lnTo>
                    <a:pt x="7620" y="777367"/>
                  </a:lnTo>
                  <a:close/>
                </a:path>
                <a:path w="7620" h="797560">
                  <a:moveTo>
                    <a:pt x="7620" y="771017"/>
                  </a:moveTo>
                  <a:lnTo>
                    <a:pt x="0" y="771017"/>
                  </a:lnTo>
                  <a:lnTo>
                    <a:pt x="0" y="777240"/>
                  </a:lnTo>
                  <a:lnTo>
                    <a:pt x="7620" y="777240"/>
                  </a:lnTo>
                  <a:lnTo>
                    <a:pt x="7620" y="771017"/>
                  </a:lnTo>
                  <a:close/>
                </a:path>
                <a:path w="7620" h="797560">
                  <a:moveTo>
                    <a:pt x="7620" y="764667"/>
                  </a:moveTo>
                  <a:lnTo>
                    <a:pt x="0" y="764667"/>
                  </a:lnTo>
                  <a:lnTo>
                    <a:pt x="0" y="770890"/>
                  </a:lnTo>
                  <a:lnTo>
                    <a:pt x="7620" y="770890"/>
                  </a:lnTo>
                  <a:lnTo>
                    <a:pt x="7620" y="764667"/>
                  </a:lnTo>
                  <a:close/>
                </a:path>
                <a:path w="7620" h="797560">
                  <a:moveTo>
                    <a:pt x="7620" y="758317"/>
                  </a:moveTo>
                  <a:lnTo>
                    <a:pt x="0" y="758317"/>
                  </a:lnTo>
                  <a:lnTo>
                    <a:pt x="0" y="764540"/>
                  </a:lnTo>
                  <a:lnTo>
                    <a:pt x="7620" y="764540"/>
                  </a:lnTo>
                  <a:lnTo>
                    <a:pt x="7620" y="758317"/>
                  </a:lnTo>
                  <a:close/>
                </a:path>
                <a:path w="7620" h="797560">
                  <a:moveTo>
                    <a:pt x="7620" y="751967"/>
                  </a:moveTo>
                  <a:lnTo>
                    <a:pt x="0" y="751967"/>
                  </a:lnTo>
                  <a:lnTo>
                    <a:pt x="0" y="758190"/>
                  </a:lnTo>
                  <a:lnTo>
                    <a:pt x="7620" y="758190"/>
                  </a:lnTo>
                  <a:lnTo>
                    <a:pt x="7620" y="751967"/>
                  </a:lnTo>
                  <a:close/>
                </a:path>
                <a:path w="7620" h="797560">
                  <a:moveTo>
                    <a:pt x="7620" y="745617"/>
                  </a:moveTo>
                  <a:lnTo>
                    <a:pt x="0" y="745617"/>
                  </a:lnTo>
                  <a:lnTo>
                    <a:pt x="0" y="751840"/>
                  </a:lnTo>
                  <a:lnTo>
                    <a:pt x="7620" y="751840"/>
                  </a:lnTo>
                  <a:lnTo>
                    <a:pt x="7620" y="745617"/>
                  </a:lnTo>
                  <a:close/>
                </a:path>
                <a:path w="7620" h="797560">
                  <a:moveTo>
                    <a:pt x="7620" y="739267"/>
                  </a:moveTo>
                  <a:lnTo>
                    <a:pt x="0" y="739267"/>
                  </a:lnTo>
                  <a:lnTo>
                    <a:pt x="0" y="745490"/>
                  </a:lnTo>
                  <a:lnTo>
                    <a:pt x="7620" y="745490"/>
                  </a:lnTo>
                  <a:lnTo>
                    <a:pt x="7620" y="739267"/>
                  </a:lnTo>
                  <a:close/>
                </a:path>
                <a:path w="7620" h="797560">
                  <a:moveTo>
                    <a:pt x="762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7620" y="739140"/>
                  </a:lnTo>
                  <a:lnTo>
                    <a:pt x="7620" y="732917"/>
                  </a:lnTo>
                  <a:close/>
                </a:path>
                <a:path w="7620" h="797560">
                  <a:moveTo>
                    <a:pt x="762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7620" y="732790"/>
                  </a:lnTo>
                  <a:lnTo>
                    <a:pt x="7620" y="726567"/>
                  </a:lnTo>
                  <a:close/>
                </a:path>
                <a:path w="7620" h="797560">
                  <a:moveTo>
                    <a:pt x="762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7620" y="726440"/>
                  </a:lnTo>
                  <a:lnTo>
                    <a:pt x="7620" y="720217"/>
                  </a:lnTo>
                  <a:close/>
                </a:path>
                <a:path w="7620" h="797560">
                  <a:moveTo>
                    <a:pt x="762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7620" y="720090"/>
                  </a:lnTo>
                  <a:lnTo>
                    <a:pt x="7620" y="713867"/>
                  </a:lnTo>
                  <a:close/>
                </a:path>
                <a:path w="7620" h="797560">
                  <a:moveTo>
                    <a:pt x="762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7620" y="713740"/>
                  </a:lnTo>
                  <a:lnTo>
                    <a:pt x="7620" y="707517"/>
                  </a:lnTo>
                  <a:close/>
                </a:path>
                <a:path w="7620" h="797560">
                  <a:moveTo>
                    <a:pt x="762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7620" y="707390"/>
                  </a:lnTo>
                  <a:lnTo>
                    <a:pt x="7620" y="701167"/>
                  </a:lnTo>
                  <a:close/>
                </a:path>
                <a:path w="7620" h="797560">
                  <a:moveTo>
                    <a:pt x="762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817"/>
                  </a:lnTo>
                  <a:close/>
                </a:path>
                <a:path w="7620" h="797560">
                  <a:moveTo>
                    <a:pt x="7620" y="692277"/>
                  </a:moveTo>
                  <a:lnTo>
                    <a:pt x="0" y="692277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92277"/>
                  </a:lnTo>
                  <a:close/>
                </a:path>
              </a:pathLst>
            </a:custGeom>
            <a:solidFill>
              <a:srgbClr val="2B45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88">
              <a:extLst>
                <a:ext uri="{FF2B5EF4-FFF2-40B4-BE49-F238E27FC236}">
                  <a16:creationId xmlns:a16="http://schemas.microsoft.com/office/drawing/2014/main" id="{564D9C17-4B05-2A8A-EDCF-372A84BE410C}"/>
                </a:ext>
              </a:extLst>
            </p:cNvPr>
            <p:cNvSpPr/>
            <p:nvPr/>
          </p:nvSpPr>
          <p:spPr>
            <a:xfrm>
              <a:off x="7877665" y="2652664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7619">
              <a:solidFill>
                <a:srgbClr val="2A446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89">
              <a:extLst>
                <a:ext uri="{FF2B5EF4-FFF2-40B4-BE49-F238E27FC236}">
                  <a16:creationId xmlns:a16="http://schemas.microsoft.com/office/drawing/2014/main" id="{178E85A9-8E94-BE25-E73B-34AE8D44ECDA}"/>
                </a:ext>
              </a:extLst>
            </p:cNvPr>
            <p:cNvSpPr/>
            <p:nvPr/>
          </p:nvSpPr>
          <p:spPr>
            <a:xfrm>
              <a:off x="7873855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19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19" y="571499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2A44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0">
              <a:extLst>
                <a:ext uri="{FF2B5EF4-FFF2-40B4-BE49-F238E27FC236}">
                  <a16:creationId xmlns:a16="http://schemas.microsoft.com/office/drawing/2014/main" id="{4BDB1484-97B4-65F9-2F2E-23879D610BFC}"/>
                </a:ext>
              </a:extLst>
            </p:cNvPr>
            <p:cNvSpPr/>
            <p:nvPr/>
          </p:nvSpPr>
          <p:spPr>
            <a:xfrm>
              <a:off x="7877665" y="3338464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0"/>
                  </a:moveTo>
                  <a:lnTo>
                    <a:pt x="0" y="111759"/>
                  </a:lnTo>
                </a:path>
              </a:pathLst>
            </a:custGeom>
            <a:ln w="7619">
              <a:solidFill>
                <a:srgbClr val="2A446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1">
              <a:extLst>
                <a:ext uri="{FF2B5EF4-FFF2-40B4-BE49-F238E27FC236}">
                  <a16:creationId xmlns:a16="http://schemas.microsoft.com/office/drawing/2014/main" id="{6F0DBA68-6548-7AE8-01A7-13E1AE1345E8}"/>
                </a:ext>
              </a:extLst>
            </p:cNvPr>
            <p:cNvSpPr/>
            <p:nvPr/>
          </p:nvSpPr>
          <p:spPr>
            <a:xfrm>
              <a:off x="7884649" y="2651394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h="115569">
                  <a:moveTo>
                    <a:pt x="0" y="0"/>
                  </a:moveTo>
                  <a:lnTo>
                    <a:pt x="0" y="115570"/>
                  </a:lnTo>
                </a:path>
              </a:pathLst>
            </a:custGeom>
            <a:ln w="6350">
              <a:solidFill>
                <a:srgbClr val="2A42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2">
              <a:extLst>
                <a:ext uri="{FF2B5EF4-FFF2-40B4-BE49-F238E27FC236}">
                  <a16:creationId xmlns:a16="http://schemas.microsoft.com/office/drawing/2014/main" id="{6D642293-8F35-C2DF-AD55-144668A61514}"/>
                </a:ext>
              </a:extLst>
            </p:cNvPr>
            <p:cNvSpPr/>
            <p:nvPr/>
          </p:nvSpPr>
          <p:spPr>
            <a:xfrm>
              <a:off x="7881474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A42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3">
              <a:extLst>
                <a:ext uri="{FF2B5EF4-FFF2-40B4-BE49-F238E27FC236}">
                  <a16:creationId xmlns:a16="http://schemas.microsoft.com/office/drawing/2014/main" id="{BC713AF9-81DF-A5A4-DB26-0DDD9042C4A8}"/>
                </a:ext>
              </a:extLst>
            </p:cNvPr>
            <p:cNvSpPr/>
            <p:nvPr/>
          </p:nvSpPr>
          <p:spPr>
            <a:xfrm>
              <a:off x="7884649" y="3338464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0"/>
                  </a:moveTo>
                  <a:lnTo>
                    <a:pt x="0" y="111759"/>
                  </a:lnTo>
                </a:path>
              </a:pathLst>
            </a:custGeom>
            <a:ln w="6350">
              <a:solidFill>
                <a:srgbClr val="2A42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4">
              <a:extLst>
                <a:ext uri="{FF2B5EF4-FFF2-40B4-BE49-F238E27FC236}">
                  <a16:creationId xmlns:a16="http://schemas.microsoft.com/office/drawing/2014/main" id="{422A595A-C95D-3581-C72A-9EAACF991E59}"/>
                </a:ext>
              </a:extLst>
            </p:cNvPr>
            <p:cNvSpPr/>
            <p:nvPr/>
          </p:nvSpPr>
          <p:spPr>
            <a:xfrm>
              <a:off x="7891635" y="2652664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7620">
              <a:solidFill>
                <a:srgbClr val="28415C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5">
              <a:extLst>
                <a:ext uri="{FF2B5EF4-FFF2-40B4-BE49-F238E27FC236}">
                  <a16:creationId xmlns:a16="http://schemas.microsoft.com/office/drawing/2014/main" id="{80834EE7-19A7-1740-0C9E-316C3782A733}"/>
                </a:ext>
              </a:extLst>
            </p:cNvPr>
            <p:cNvSpPr/>
            <p:nvPr/>
          </p:nvSpPr>
          <p:spPr>
            <a:xfrm>
              <a:off x="788782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841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96">
              <a:extLst>
                <a:ext uri="{FF2B5EF4-FFF2-40B4-BE49-F238E27FC236}">
                  <a16:creationId xmlns:a16="http://schemas.microsoft.com/office/drawing/2014/main" id="{2CC8E462-849F-7211-F5C1-DA96644145D9}"/>
                </a:ext>
              </a:extLst>
            </p:cNvPr>
            <p:cNvSpPr/>
            <p:nvPr/>
          </p:nvSpPr>
          <p:spPr>
            <a:xfrm>
              <a:off x="7891635" y="3338464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0"/>
                  </a:moveTo>
                  <a:lnTo>
                    <a:pt x="0" y="111759"/>
                  </a:lnTo>
                </a:path>
              </a:pathLst>
            </a:custGeom>
            <a:ln w="7620">
              <a:solidFill>
                <a:srgbClr val="28415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97">
              <a:extLst>
                <a:ext uri="{FF2B5EF4-FFF2-40B4-BE49-F238E27FC236}">
                  <a16:creationId xmlns:a16="http://schemas.microsoft.com/office/drawing/2014/main" id="{261ECE83-2320-84E2-7A53-7C4B200312F2}"/>
                </a:ext>
              </a:extLst>
            </p:cNvPr>
            <p:cNvSpPr/>
            <p:nvPr/>
          </p:nvSpPr>
          <p:spPr>
            <a:xfrm>
              <a:off x="7899255" y="2652664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ln w="7620">
              <a:solidFill>
                <a:srgbClr val="29425E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98">
              <a:extLst>
                <a:ext uri="{FF2B5EF4-FFF2-40B4-BE49-F238E27FC236}">
                  <a16:creationId xmlns:a16="http://schemas.microsoft.com/office/drawing/2014/main" id="{A2E1A2B0-BBA1-8CF4-D70C-E81B2A551770}"/>
                </a:ext>
              </a:extLst>
            </p:cNvPr>
            <p:cNvSpPr/>
            <p:nvPr/>
          </p:nvSpPr>
          <p:spPr>
            <a:xfrm>
              <a:off x="789544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942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99">
              <a:extLst>
                <a:ext uri="{FF2B5EF4-FFF2-40B4-BE49-F238E27FC236}">
                  <a16:creationId xmlns:a16="http://schemas.microsoft.com/office/drawing/2014/main" id="{D73F71C2-F26F-4503-B559-EB1C2099B1A6}"/>
                </a:ext>
              </a:extLst>
            </p:cNvPr>
            <p:cNvSpPr/>
            <p:nvPr/>
          </p:nvSpPr>
          <p:spPr>
            <a:xfrm>
              <a:off x="7899255" y="3338464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0"/>
                  </a:moveTo>
                  <a:lnTo>
                    <a:pt x="0" y="111759"/>
                  </a:lnTo>
                </a:path>
              </a:pathLst>
            </a:custGeom>
            <a:ln w="7620">
              <a:solidFill>
                <a:srgbClr val="2942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0">
              <a:extLst>
                <a:ext uri="{FF2B5EF4-FFF2-40B4-BE49-F238E27FC236}">
                  <a16:creationId xmlns:a16="http://schemas.microsoft.com/office/drawing/2014/main" id="{9DDCC8CB-8CDC-C1ED-6884-C542807F7419}"/>
                </a:ext>
              </a:extLst>
            </p:cNvPr>
            <p:cNvSpPr/>
            <p:nvPr/>
          </p:nvSpPr>
          <p:spPr>
            <a:xfrm>
              <a:off x="7903065" y="2652664"/>
              <a:ext cx="6350" cy="797560"/>
            </a:xfrm>
            <a:custGeom>
              <a:avLst/>
              <a:gdLst/>
              <a:ahLst/>
              <a:cxnLst/>
              <a:rect l="l" t="t" r="r" b="b"/>
              <a:pathLst>
                <a:path w="6350" h="797560">
                  <a:moveTo>
                    <a:pt x="6350" y="104266"/>
                  </a:moveTo>
                  <a:lnTo>
                    <a:pt x="0" y="104266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04266"/>
                  </a:lnTo>
                  <a:close/>
                </a:path>
                <a:path w="6350" h="797560">
                  <a:moveTo>
                    <a:pt x="6350" y="97916"/>
                  </a:moveTo>
                  <a:lnTo>
                    <a:pt x="0" y="97916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97916"/>
                  </a:lnTo>
                  <a:close/>
                </a:path>
                <a:path w="6350" h="797560">
                  <a:moveTo>
                    <a:pt x="6350" y="94107"/>
                  </a:moveTo>
                  <a:lnTo>
                    <a:pt x="0" y="94107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4107"/>
                  </a:lnTo>
                  <a:close/>
                </a:path>
                <a:path w="6350" h="797560">
                  <a:moveTo>
                    <a:pt x="6350" y="91566"/>
                  </a:moveTo>
                  <a:lnTo>
                    <a:pt x="0" y="91566"/>
                  </a:lnTo>
                  <a:lnTo>
                    <a:pt x="0" y="93979"/>
                  </a:lnTo>
                  <a:lnTo>
                    <a:pt x="6350" y="93979"/>
                  </a:lnTo>
                  <a:lnTo>
                    <a:pt x="6350" y="91566"/>
                  </a:lnTo>
                  <a:close/>
                </a:path>
                <a:path w="6350" h="797560">
                  <a:moveTo>
                    <a:pt x="6350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7757"/>
                  </a:lnTo>
                  <a:close/>
                </a:path>
                <a:path w="6350" h="797560">
                  <a:moveTo>
                    <a:pt x="6350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6350" y="87629"/>
                  </a:lnTo>
                  <a:lnTo>
                    <a:pt x="6350" y="85216"/>
                  </a:lnTo>
                  <a:close/>
                </a:path>
                <a:path w="6350" h="797560">
                  <a:moveTo>
                    <a:pt x="635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1407"/>
                  </a:lnTo>
                  <a:close/>
                </a:path>
                <a:path w="6350" h="797560">
                  <a:moveTo>
                    <a:pt x="635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78866"/>
                  </a:lnTo>
                  <a:close/>
                </a:path>
                <a:path w="6350" h="797560">
                  <a:moveTo>
                    <a:pt x="635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5057"/>
                  </a:lnTo>
                  <a:close/>
                </a:path>
                <a:path w="6350" h="797560">
                  <a:moveTo>
                    <a:pt x="635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2516"/>
                  </a:lnTo>
                  <a:close/>
                </a:path>
                <a:path w="6350" h="797560">
                  <a:moveTo>
                    <a:pt x="635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8707"/>
                  </a:lnTo>
                  <a:close/>
                </a:path>
                <a:path w="6350" h="797560">
                  <a:moveTo>
                    <a:pt x="635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6166"/>
                  </a:lnTo>
                  <a:close/>
                </a:path>
                <a:path w="6350" h="797560">
                  <a:moveTo>
                    <a:pt x="635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2357"/>
                  </a:lnTo>
                  <a:close/>
                </a:path>
                <a:path w="6350" h="797560">
                  <a:moveTo>
                    <a:pt x="635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59816"/>
                  </a:lnTo>
                  <a:close/>
                </a:path>
                <a:path w="6350" h="797560">
                  <a:moveTo>
                    <a:pt x="635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6007"/>
                  </a:lnTo>
                  <a:close/>
                </a:path>
                <a:path w="6350" h="797560">
                  <a:moveTo>
                    <a:pt x="635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3466"/>
                  </a:lnTo>
                  <a:close/>
                </a:path>
                <a:path w="6350" h="797560">
                  <a:moveTo>
                    <a:pt x="635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49657"/>
                  </a:lnTo>
                  <a:close/>
                </a:path>
                <a:path w="6350" h="797560">
                  <a:moveTo>
                    <a:pt x="635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7116"/>
                  </a:lnTo>
                  <a:close/>
                </a:path>
                <a:path w="6350" h="797560">
                  <a:moveTo>
                    <a:pt x="635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3307"/>
                  </a:lnTo>
                  <a:close/>
                </a:path>
                <a:path w="6350" h="797560">
                  <a:moveTo>
                    <a:pt x="635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0766"/>
                  </a:lnTo>
                  <a:close/>
                </a:path>
                <a:path w="6350" h="797560">
                  <a:moveTo>
                    <a:pt x="635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6957"/>
                  </a:lnTo>
                  <a:close/>
                </a:path>
                <a:path w="6350" h="797560">
                  <a:moveTo>
                    <a:pt x="635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4416"/>
                  </a:lnTo>
                  <a:close/>
                </a:path>
                <a:path w="6350" h="797560">
                  <a:moveTo>
                    <a:pt x="635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0607"/>
                  </a:lnTo>
                  <a:close/>
                </a:path>
                <a:path w="6350" h="797560">
                  <a:moveTo>
                    <a:pt x="635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8066"/>
                  </a:lnTo>
                  <a:close/>
                </a:path>
                <a:path w="6350" h="797560">
                  <a:moveTo>
                    <a:pt x="635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4257"/>
                  </a:lnTo>
                  <a:close/>
                </a:path>
                <a:path w="6350" h="797560">
                  <a:moveTo>
                    <a:pt x="635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1716"/>
                  </a:lnTo>
                  <a:close/>
                </a:path>
                <a:path w="6350" h="797560">
                  <a:moveTo>
                    <a:pt x="635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7907"/>
                  </a:lnTo>
                  <a:close/>
                </a:path>
                <a:path w="6350" h="797560">
                  <a:moveTo>
                    <a:pt x="635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5366"/>
                  </a:lnTo>
                  <a:close/>
                </a:path>
                <a:path w="6350" h="797560">
                  <a:moveTo>
                    <a:pt x="635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1557"/>
                  </a:lnTo>
                  <a:close/>
                </a:path>
                <a:path w="6350" h="797560">
                  <a:moveTo>
                    <a:pt x="635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9016"/>
                  </a:lnTo>
                  <a:close/>
                </a:path>
                <a:path w="6350" h="797560">
                  <a:moveTo>
                    <a:pt x="635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5207"/>
                  </a:lnTo>
                  <a:close/>
                </a:path>
                <a:path w="6350" h="797560">
                  <a:moveTo>
                    <a:pt x="635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666"/>
                  </a:lnTo>
                  <a:close/>
                </a:path>
                <a:path w="6350" h="79756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  <a:path w="6350" h="797560">
                  <a:moveTo>
                    <a:pt x="6350" y="114300"/>
                  </a:moveTo>
                  <a:lnTo>
                    <a:pt x="0" y="114300"/>
                  </a:lnTo>
                  <a:lnTo>
                    <a:pt x="0" y="685800"/>
                  </a:lnTo>
                  <a:lnTo>
                    <a:pt x="6350" y="685800"/>
                  </a:lnTo>
                  <a:lnTo>
                    <a:pt x="6350" y="114300"/>
                  </a:lnTo>
                  <a:close/>
                </a:path>
                <a:path w="6350" h="797560">
                  <a:moveTo>
                    <a:pt x="6350" y="685800"/>
                  </a:moveTo>
                  <a:lnTo>
                    <a:pt x="0" y="685800"/>
                  </a:lnTo>
                  <a:lnTo>
                    <a:pt x="0" y="692150"/>
                  </a:lnTo>
                  <a:lnTo>
                    <a:pt x="6350" y="692150"/>
                  </a:lnTo>
                  <a:lnTo>
                    <a:pt x="6350" y="685800"/>
                  </a:lnTo>
                  <a:close/>
                </a:path>
                <a:path w="6350" h="797560">
                  <a:moveTo>
                    <a:pt x="6350" y="796417"/>
                  </a:moveTo>
                  <a:lnTo>
                    <a:pt x="0" y="796417"/>
                  </a:lnTo>
                  <a:lnTo>
                    <a:pt x="0" y="797560"/>
                  </a:lnTo>
                  <a:lnTo>
                    <a:pt x="6350" y="797560"/>
                  </a:lnTo>
                  <a:lnTo>
                    <a:pt x="6350" y="796417"/>
                  </a:lnTo>
                  <a:close/>
                </a:path>
                <a:path w="6350" h="797560">
                  <a:moveTo>
                    <a:pt x="6350" y="790067"/>
                  </a:moveTo>
                  <a:lnTo>
                    <a:pt x="0" y="790067"/>
                  </a:lnTo>
                  <a:lnTo>
                    <a:pt x="0" y="796290"/>
                  </a:lnTo>
                  <a:lnTo>
                    <a:pt x="6350" y="796290"/>
                  </a:lnTo>
                  <a:lnTo>
                    <a:pt x="6350" y="790067"/>
                  </a:lnTo>
                  <a:close/>
                </a:path>
                <a:path w="6350" h="797560">
                  <a:moveTo>
                    <a:pt x="6350" y="783717"/>
                  </a:moveTo>
                  <a:lnTo>
                    <a:pt x="0" y="783717"/>
                  </a:lnTo>
                  <a:lnTo>
                    <a:pt x="0" y="789940"/>
                  </a:lnTo>
                  <a:lnTo>
                    <a:pt x="6350" y="789940"/>
                  </a:lnTo>
                  <a:lnTo>
                    <a:pt x="6350" y="783717"/>
                  </a:lnTo>
                  <a:close/>
                </a:path>
                <a:path w="6350" h="797560">
                  <a:moveTo>
                    <a:pt x="6350" y="777367"/>
                  </a:moveTo>
                  <a:lnTo>
                    <a:pt x="0" y="777367"/>
                  </a:lnTo>
                  <a:lnTo>
                    <a:pt x="0" y="783590"/>
                  </a:lnTo>
                  <a:lnTo>
                    <a:pt x="6350" y="783590"/>
                  </a:lnTo>
                  <a:lnTo>
                    <a:pt x="6350" y="777367"/>
                  </a:lnTo>
                  <a:close/>
                </a:path>
                <a:path w="6350" h="797560">
                  <a:moveTo>
                    <a:pt x="6350" y="771017"/>
                  </a:moveTo>
                  <a:lnTo>
                    <a:pt x="0" y="771017"/>
                  </a:lnTo>
                  <a:lnTo>
                    <a:pt x="0" y="777240"/>
                  </a:lnTo>
                  <a:lnTo>
                    <a:pt x="6350" y="777240"/>
                  </a:lnTo>
                  <a:lnTo>
                    <a:pt x="6350" y="771017"/>
                  </a:lnTo>
                  <a:close/>
                </a:path>
                <a:path w="6350" h="797560">
                  <a:moveTo>
                    <a:pt x="6350" y="764667"/>
                  </a:moveTo>
                  <a:lnTo>
                    <a:pt x="0" y="764667"/>
                  </a:lnTo>
                  <a:lnTo>
                    <a:pt x="0" y="770890"/>
                  </a:lnTo>
                  <a:lnTo>
                    <a:pt x="6350" y="770890"/>
                  </a:lnTo>
                  <a:lnTo>
                    <a:pt x="6350" y="764667"/>
                  </a:lnTo>
                  <a:close/>
                </a:path>
                <a:path w="6350" h="797560">
                  <a:moveTo>
                    <a:pt x="6350" y="758317"/>
                  </a:moveTo>
                  <a:lnTo>
                    <a:pt x="0" y="758317"/>
                  </a:lnTo>
                  <a:lnTo>
                    <a:pt x="0" y="764540"/>
                  </a:lnTo>
                  <a:lnTo>
                    <a:pt x="6350" y="764540"/>
                  </a:lnTo>
                  <a:lnTo>
                    <a:pt x="6350" y="758317"/>
                  </a:lnTo>
                  <a:close/>
                </a:path>
                <a:path w="6350" h="797560">
                  <a:moveTo>
                    <a:pt x="6350" y="751967"/>
                  </a:moveTo>
                  <a:lnTo>
                    <a:pt x="0" y="751967"/>
                  </a:lnTo>
                  <a:lnTo>
                    <a:pt x="0" y="758190"/>
                  </a:lnTo>
                  <a:lnTo>
                    <a:pt x="6350" y="758190"/>
                  </a:lnTo>
                  <a:lnTo>
                    <a:pt x="6350" y="751967"/>
                  </a:lnTo>
                  <a:close/>
                </a:path>
                <a:path w="6350" h="797560">
                  <a:moveTo>
                    <a:pt x="6350" y="745617"/>
                  </a:moveTo>
                  <a:lnTo>
                    <a:pt x="0" y="745617"/>
                  </a:lnTo>
                  <a:lnTo>
                    <a:pt x="0" y="751840"/>
                  </a:lnTo>
                  <a:lnTo>
                    <a:pt x="6350" y="751840"/>
                  </a:lnTo>
                  <a:lnTo>
                    <a:pt x="6350" y="745617"/>
                  </a:lnTo>
                  <a:close/>
                </a:path>
                <a:path w="6350" h="797560">
                  <a:moveTo>
                    <a:pt x="6350" y="739267"/>
                  </a:moveTo>
                  <a:lnTo>
                    <a:pt x="0" y="739267"/>
                  </a:lnTo>
                  <a:lnTo>
                    <a:pt x="0" y="745490"/>
                  </a:lnTo>
                  <a:lnTo>
                    <a:pt x="6350" y="745490"/>
                  </a:lnTo>
                  <a:lnTo>
                    <a:pt x="6350" y="739267"/>
                  </a:lnTo>
                  <a:close/>
                </a:path>
                <a:path w="6350" h="797560">
                  <a:moveTo>
                    <a:pt x="635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6350" y="739140"/>
                  </a:lnTo>
                  <a:lnTo>
                    <a:pt x="6350" y="732917"/>
                  </a:lnTo>
                  <a:close/>
                </a:path>
                <a:path w="6350" h="797560">
                  <a:moveTo>
                    <a:pt x="635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6350" y="732790"/>
                  </a:lnTo>
                  <a:lnTo>
                    <a:pt x="6350" y="726567"/>
                  </a:lnTo>
                  <a:close/>
                </a:path>
                <a:path w="6350" h="797560">
                  <a:moveTo>
                    <a:pt x="635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6350" y="726440"/>
                  </a:lnTo>
                  <a:lnTo>
                    <a:pt x="6350" y="720217"/>
                  </a:lnTo>
                  <a:close/>
                </a:path>
                <a:path w="6350" h="797560">
                  <a:moveTo>
                    <a:pt x="635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6350" y="720090"/>
                  </a:lnTo>
                  <a:lnTo>
                    <a:pt x="6350" y="713867"/>
                  </a:lnTo>
                  <a:close/>
                </a:path>
                <a:path w="6350" h="797560">
                  <a:moveTo>
                    <a:pt x="635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6350" y="713740"/>
                  </a:lnTo>
                  <a:lnTo>
                    <a:pt x="6350" y="707517"/>
                  </a:lnTo>
                  <a:close/>
                </a:path>
                <a:path w="6350" h="797560">
                  <a:moveTo>
                    <a:pt x="635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6350" y="707390"/>
                  </a:lnTo>
                  <a:lnTo>
                    <a:pt x="6350" y="701167"/>
                  </a:lnTo>
                  <a:close/>
                </a:path>
                <a:path w="6350" h="797560">
                  <a:moveTo>
                    <a:pt x="635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6350" y="701040"/>
                  </a:lnTo>
                  <a:lnTo>
                    <a:pt x="6350" y="694817"/>
                  </a:lnTo>
                  <a:close/>
                </a:path>
                <a:path w="6350" h="797560">
                  <a:moveTo>
                    <a:pt x="6350" y="692277"/>
                  </a:moveTo>
                  <a:lnTo>
                    <a:pt x="0" y="692277"/>
                  </a:lnTo>
                  <a:lnTo>
                    <a:pt x="0" y="694690"/>
                  </a:lnTo>
                  <a:lnTo>
                    <a:pt x="6350" y="694690"/>
                  </a:lnTo>
                  <a:lnTo>
                    <a:pt x="6350" y="692277"/>
                  </a:lnTo>
                  <a:close/>
                </a:path>
              </a:pathLst>
            </a:custGeom>
            <a:solidFill>
              <a:srgbClr val="2A43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1">
              <a:extLst>
                <a:ext uri="{FF2B5EF4-FFF2-40B4-BE49-F238E27FC236}">
                  <a16:creationId xmlns:a16="http://schemas.microsoft.com/office/drawing/2014/main" id="{34235D34-65F2-ADCC-74EC-802377972E5B}"/>
                </a:ext>
              </a:extLst>
            </p:cNvPr>
            <p:cNvSpPr/>
            <p:nvPr/>
          </p:nvSpPr>
          <p:spPr>
            <a:xfrm>
              <a:off x="7913224" y="2654061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02"/>
                  </a:lnTo>
                </a:path>
              </a:pathLst>
            </a:custGeom>
            <a:ln w="7620">
              <a:solidFill>
                <a:srgbClr val="2B4562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2">
              <a:extLst>
                <a:ext uri="{FF2B5EF4-FFF2-40B4-BE49-F238E27FC236}">
                  <a16:creationId xmlns:a16="http://schemas.microsoft.com/office/drawing/2014/main" id="{599CD5AA-D119-DE15-7D20-9666D33CDD2F}"/>
                </a:ext>
              </a:extLst>
            </p:cNvPr>
            <p:cNvSpPr/>
            <p:nvPr/>
          </p:nvSpPr>
          <p:spPr>
            <a:xfrm>
              <a:off x="7909415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B45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3">
              <a:extLst>
                <a:ext uri="{FF2B5EF4-FFF2-40B4-BE49-F238E27FC236}">
                  <a16:creationId xmlns:a16="http://schemas.microsoft.com/office/drawing/2014/main" id="{6D3263F3-CB8B-0152-B3EA-E58A59C094AC}"/>
                </a:ext>
              </a:extLst>
            </p:cNvPr>
            <p:cNvSpPr/>
            <p:nvPr/>
          </p:nvSpPr>
          <p:spPr>
            <a:xfrm>
              <a:off x="7913224" y="3338464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0"/>
                  </a:moveTo>
                  <a:lnTo>
                    <a:pt x="0" y="111759"/>
                  </a:lnTo>
                </a:path>
              </a:pathLst>
            </a:custGeom>
            <a:ln w="7620">
              <a:solidFill>
                <a:srgbClr val="2B456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4">
              <a:extLst>
                <a:ext uri="{FF2B5EF4-FFF2-40B4-BE49-F238E27FC236}">
                  <a16:creationId xmlns:a16="http://schemas.microsoft.com/office/drawing/2014/main" id="{BB342FC7-F701-EEAD-CF25-B0DB8C343C84}"/>
                </a:ext>
              </a:extLst>
            </p:cNvPr>
            <p:cNvSpPr/>
            <p:nvPr/>
          </p:nvSpPr>
          <p:spPr>
            <a:xfrm>
              <a:off x="7920844" y="2654061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02"/>
                  </a:lnTo>
                </a:path>
              </a:pathLst>
            </a:custGeom>
            <a:ln w="7620">
              <a:solidFill>
                <a:srgbClr val="2B4663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5">
              <a:extLst>
                <a:ext uri="{FF2B5EF4-FFF2-40B4-BE49-F238E27FC236}">
                  <a16:creationId xmlns:a16="http://schemas.microsoft.com/office/drawing/2014/main" id="{58DCD149-EDD6-CA54-3863-D5F073480653}"/>
                </a:ext>
              </a:extLst>
            </p:cNvPr>
            <p:cNvSpPr/>
            <p:nvPr/>
          </p:nvSpPr>
          <p:spPr>
            <a:xfrm>
              <a:off x="7917035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B46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06">
              <a:extLst>
                <a:ext uri="{FF2B5EF4-FFF2-40B4-BE49-F238E27FC236}">
                  <a16:creationId xmlns:a16="http://schemas.microsoft.com/office/drawing/2014/main" id="{252491A8-7EA2-7EC7-81CE-AE06C361A1B4}"/>
                </a:ext>
              </a:extLst>
            </p:cNvPr>
            <p:cNvSpPr/>
            <p:nvPr/>
          </p:nvSpPr>
          <p:spPr>
            <a:xfrm>
              <a:off x="7920844" y="3338464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0"/>
                  </a:moveTo>
                  <a:lnTo>
                    <a:pt x="0" y="111759"/>
                  </a:lnTo>
                </a:path>
              </a:pathLst>
            </a:custGeom>
            <a:ln w="7620">
              <a:solidFill>
                <a:srgbClr val="2B46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07">
              <a:extLst>
                <a:ext uri="{FF2B5EF4-FFF2-40B4-BE49-F238E27FC236}">
                  <a16:creationId xmlns:a16="http://schemas.microsoft.com/office/drawing/2014/main" id="{0C0D0872-2B75-55BB-B63E-07600919B729}"/>
                </a:ext>
              </a:extLst>
            </p:cNvPr>
            <p:cNvSpPr/>
            <p:nvPr/>
          </p:nvSpPr>
          <p:spPr>
            <a:xfrm>
              <a:off x="7924655" y="2654061"/>
              <a:ext cx="7620" cy="796290"/>
            </a:xfrm>
            <a:custGeom>
              <a:avLst/>
              <a:gdLst/>
              <a:ahLst/>
              <a:cxnLst/>
              <a:rect l="l" t="t" r="r" b="b"/>
              <a:pathLst>
                <a:path w="7620" h="796289">
                  <a:moveTo>
                    <a:pt x="7619" y="102869"/>
                  </a:moveTo>
                  <a:lnTo>
                    <a:pt x="0" y="102869"/>
                  </a:lnTo>
                  <a:lnTo>
                    <a:pt x="0" y="112902"/>
                  </a:lnTo>
                  <a:lnTo>
                    <a:pt x="7619" y="112902"/>
                  </a:lnTo>
                  <a:lnTo>
                    <a:pt x="7619" y="102869"/>
                  </a:lnTo>
                  <a:close/>
                </a:path>
                <a:path w="7620" h="796289">
                  <a:moveTo>
                    <a:pt x="7619" y="96519"/>
                  </a:moveTo>
                  <a:lnTo>
                    <a:pt x="0" y="96519"/>
                  </a:lnTo>
                  <a:lnTo>
                    <a:pt x="0" y="102742"/>
                  </a:lnTo>
                  <a:lnTo>
                    <a:pt x="7619" y="102742"/>
                  </a:lnTo>
                  <a:lnTo>
                    <a:pt x="7619" y="96519"/>
                  </a:lnTo>
                  <a:close/>
                </a:path>
                <a:path w="7620" h="796289">
                  <a:moveTo>
                    <a:pt x="7619" y="92710"/>
                  </a:moveTo>
                  <a:lnTo>
                    <a:pt x="0" y="92710"/>
                  </a:lnTo>
                  <a:lnTo>
                    <a:pt x="0" y="96392"/>
                  </a:lnTo>
                  <a:lnTo>
                    <a:pt x="7619" y="96392"/>
                  </a:lnTo>
                  <a:lnTo>
                    <a:pt x="7619" y="92710"/>
                  </a:lnTo>
                  <a:close/>
                </a:path>
                <a:path w="7620" h="796289">
                  <a:moveTo>
                    <a:pt x="7619" y="90169"/>
                  </a:moveTo>
                  <a:lnTo>
                    <a:pt x="0" y="90169"/>
                  </a:lnTo>
                  <a:lnTo>
                    <a:pt x="0" y="92582"/>
                  </a:lnTo>
                  <a:lnTo>
                    <a:pt x="7619" y="92582"/>
                  </a:lnTo>
                  <a:lnTo>
                    <a:pt x="7619" y="90169"/>
                  </a:lnTo>
                  <a:close/>
                </a:path>
                <a:path w="7620" h="796289">
                  <a:moveTo>
                    <a:pt x="7619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7619" y="90042"/>
                  </a:lnTo>
                  <a:lnTo>
                    <a:pt x="7619" y="86360"/>
                  </a:lnTo>
                  <a:close/>
                </a:path>
                <a:path w="7620" h="796289">
                  <a:moveTo>
                    <a:pt x="7619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7619" y="86232"/>
                  </a:lnTo>
                  <a:lnTo>
                    <a:pt x="7619" y="83819"/>
                  </a:lnTo>
                  <a:close/>
                </a:path>
                <a:path w="7620" h="796289">
                  <a:moveTo>
                    <a:pt x="7619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19" y="83692"/>
                  </a:lnTo>
                  <a:lnTo>
                    <a:pt x="7619" y="80010"/>
                  </a:lnTo>
                  <a:close/>
                </a:path>
                <a:path w="7620" h="796289">
                  <a:moveTo>
                    <a:pt x="7619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19" y="79882"/>
                  </a:lnTo>
                  <a:lnTo>
                    <a:pt x="7619" y="77469"/>
                  </a:lnTo>
                  <a:close/>
                </a:path>
                <a:path w="7620" h="796289">
                  <a:moveTo>
                    <a:pt x="7619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19" y="77342"/>
                  </a:lnTo>
                  <a:lnTo>
                    <a:pt x="7619" y="73660"/>
                  </a:lnTo>
                  <a:close/>
                </a:path>
                <a:path w="7620" h="796289">
                  <a:moveTo>
                    <a:pt x="7619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19" y="73532"/>
                  </a:lnTo>
                  <a:lnTo>
                    <a:pt x="7619" y="71119"/>
                  </a:lnTo>
                  <a:close/>
                </a:path>
                <a:path w="7620" h="796289">
                  <a:moveTo>
                    <a:pt x="7619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19" y="70992"/>
                  </a:lnTo>
                  <a:lnTo>
                    <a:pt x="7619" y="67310"/>
                  </a:lnTo>
                  <a:close/>
                </a:path>
                <a:path w="7620" h="796289">
                  <a:moveTo>
                    <a:pt x="7619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19" y="67182"/>
                  </a:lnTo>
                  <a:lnTo>
                    <a:pt x="7619" y="64769"/>
                  </a:lnTo>
                  <a:close/>
                </a:path>
                <a:path w="7620" h="796289">
                  <a:moveTo>
                    <a:pt x="7619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19" y="64642"/>
                  </a:lnTo>
                  <a:lnTo>
                    <a:pt x="7619" y="60960"/>
                  </a:lnTo>
                  <a:close/>
                </a:path>
                <a:path w="7620" h="796289">
                  <a:moveTo>
                    <a:pt x="7619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19" y="60832"/>
                  </a:lnTo>
                  <a:lnTo>
                    <a:pt x="7619" y="58419"/>
                  </a:lnTo>
                  <a:close/>
                </a:path>
                <a:path w="7620" h="796289">
                  <a:moveTo>
                    <a:pt x="7619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19" y="58292"/>
                  </a:lnTo>
                  <a:lnTo>
                    <a:pt x="7619" y="54610"/>
                  </a:lnTo>
                  <a:close/>
                </a:path>
                <a:path w="7620" h="796289">
                  <a:moveTo>
                    <a:pt x="7619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19" y="54482"/>
                  </a:lnTo>
                  <a:lnTo>
                    <a:pt x="7619" y="52069"/>
                  </a:lnTo>
                  <a:close/>
                </a:path>
                <a:path w="7620" h="796289">
                  <a:moveTo>
                    <a:pt x="7619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19" y="51942"/>
                  </a:lnTo>
                  <a:lnTo>
                    <a:pt x="7619" y="48260"/>
                  </a:lnTo>
                  <a:close/>
                </a:path>
                <a:path w="7620" h="796289">
                  <a:moveTo>
                    <a:pt x="7619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19" y="48132"/>
                  </a:lnTo>
                  <a:lnTo>
                    <a:pt x="7619" y="45719"/>
                  </a:lnTo>
                  <a:close/>
                </a:path>
                <a:path w="7620" h="796289">
                  <a:moveTo>
                    <a:pt x="7619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19" y="45592"/>
                  </a:lnTo>
                  <a:lnTo>
                    <a:pt x="7619" y="41910"/>
                  </a:lnTo>
                  <a:close/>
                </a:path>
                <a:path w="7620" h="796289">
                  <a:moveTo>
                    <a:pt x="7619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19" y="41782"/>
                  </a:lnTo>
                  <a:lnTo>
                    <a:pt x="7619" y="39369"/>
                  </a:lnTo>
                  <a:close/>
                </a:path>
                <a:path w="7620" h="796289">
                  <a:moveTo>
                    <a:pt x="7619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19" y="39242"/>
                  </a:lnTo>
                  <a:lnTo>
                    <a:pt x="7619" y="35560"/>
                  </a:lnTo>
                  <a:close/>
                </a:path>
                <a:path w="7620" h="796289">
                  <a:moveTo>
                    <a:pt x="7619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19" y="35432"/>
                  </a:lnTo>
                  <a:lnTo>
                    <a:pt x="7619" y="33019"/>
                  </a:lnTo>
                  <a:close/>
                </a:path>
                <a:path w="7620" h="796289">
                  <a:moveTo>
                    <a:pt x="7619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19" y="32892"/>
                  </a:lnTo>
                  <a:lnTo>
                    <a:pt x="7619" y="29210"/>
                  </a:lnTo>
                  <a:close/>
                </a:path>
                <a:path w="7620" h="796289">
                  <a:moveTo>
                    <a:pt x="7619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19" y="29082"/>
                  </a:lnTo>
                  <a:lnTo>
                    <a:pt x="7619" y="26669"/>
                  </a:lnTo>
                  <a:close/>
                </a:path>
                <a:path w="7620" h="796289">
                  <a:moveTo>
                    <a:pt x="7619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19" y="26542"/>
                  </a:lnTo>
                  <a:lnTo>
                    <a:pt x="7619" y="22860"/>
                  </a:lnTo>
                  <a:close/>
                </a:path>
                <a:path w="7620" h="796289">
                  <a:moveTo>
                    <a:pt x="7619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19" y="22732"/>
                  </a:lnTo>
                  <a:lnTo>
                    <a:pt x="7619" y="20319"/>
                  </a:lnTo>
                  <a:close/>
                </a:path>
                <a:path w="7620" h="796289">
                  <a:moveTo>
                    <a:pt x="7619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19" y="20192"/>
                  </a:lnTo>
                  <a:lnTo>
                    <a:pt x="7619" y="16510"/>
                  </a:lnTo>
                  <a:close/>
                </a:path>
                <a:path w="7620" h="796289">
                  <a:moveTo>
                    <a:pt x="7619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19" y="16382"/>
                  </a:lnTo>
                  <a:lnTo>
                    <a:pt x="7619" y="13969"/>
                  </a:lnTo>
                  <a:close/>
                </a:path>
                <a:path w="7620" h="796289">
                  <a:moveTo>
                    <a:pt x="7619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10160"/>
                  </a:lnTo>
                  <a:close/>
                </a:path>
                <a:path w="7620" h="796289">
                  <a:moveTo>
                    <a:pt x="7619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19" y="10032"/>
                  </a:lnTo>
                  <a:lnTo>
                    <a:pt x="7619" y="7619"/>
                  </a:lnTo>
                  <a:close/>
                </a:path>
                <a:path w="7620" h="796289">
                  <a:moveTo>
                    <a:pt x="7619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3810"/>
                  </a:lnTo>
                  <a:close/>
                </a:path>
                <a:path w="7620" h="796289">
                  <a:moveTo>
                    <a:pt x="7619" y="1269"/>
                  </a:moveTo>
                  <a:lnTo>
                    <a:pt x="0" y="1269"/>
                  </a:lnTo>
                  <a:lnTo>
                    <a:pt x="0" y="3682"/>
                  </a:lnTo>
                  <a:lnTo>
                    <a:pt x="7619" y="3682"/>
                  </a:lnTo>
                  <a:lnTo>
                    <a:pt x="7619" y="1269"/>
                  </a:lnTo>
                  <a:close/>
                </a:path>
                <a:path w="7620" h="796289">
                  <a:moveTo>
                    <a:pt x="7619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7619" y="1142"/>
                  </a:lnTo>
                  <a:lnTo>
                    <a:pt x="7619" y="0"/>
                  </a:lnTo>
                  <a:close/>
                </a:path>
                <a:path w="7620" h="796289">
                  <a:moveTo>
                    <a:pt x="7619" y="112903"/>
                  </a:moveTo>
                  <a:lnTo>
                    <a:pt x="0" y="112903"/>
                  </a:lnTo>
                  <a:lnTo>
                    <a:pt x="0" y="684402"/>
                  </a:lnTo>
                  <a:lnTo>
                    <a:pt x="7619" y="684402"/>
                  </a:lnTo>
                  <a:lnTo>
                    <a:pt x="7619" y="112903"/>
                  </a:lnTo>
                  <a:close/>
                </a:path>
                <a:path w="7620" h="796289">
                  <a:moveTo>
                    <a:pt x="7619" y="684403"/>
                  </a:moveTo>
                  <a:lnTo>
                    <a:pt x="0" y="684403"/>
                  </a:lnTo>
                  <a:lnTo>
                    <a:pt x="0" y="690752"/>
                  </a:lnTo>
                  <a:lnTo>
                    <a:pt x="7619" y="690752"/>
                  </a:lnTo>
                  <a:lnTo>
                    <a:pt x="7619" y="684403"/>
                  </a:lnTo>
                  <a:close/>
                </a:path>
                <a:path w="7620" h="796289">
                  <a:moveTo>
                    <a:pt x="1269" y="795020"/>
                  </a:moveTo>
                  <a:lnTo>
                    <a:pt x="0" y="795020"/>
                  </a:lnTo>
                  <a:lnTo>
                    <a:pt x="0" y="796163"/>
                  </a:lnTo>
                  <a:lnTo>
                    <a:pt x="1269" y="796163"/>
                  </a:lnTo>
                  <a:lnTo>
                    <a:pt x="1269" y="795020"/>
                  </a:lnTo>
                  <a:close/>
                </a:path>
                <a:path w="7620" h="796289">
                  <a:moveTo>
                    <a:pt x="7619" y="788670"/>
                  </a:moveTo>
                  <a:lnTo>
                    <a:pt x="0" y="788670"/>
                  </a:lnTo>
                  <a:lnTo>
                    <a:pt x="0" y="794893"/>
                  </a:lnTo>
                  <a:lnTo>
                    <a:pt x="1269" y="794893"/>
                  </a:lnTo>
                  <a:lnTo>
                    <a:pt x="7619" y="795020"/>
                  </a:lnTo>
                  <a:lnTo>
                    <a:pt x="7619" y="788670"/>
                  </a:lnTo>
                  <a:close/>
                </a:path>
                <a:path w="7620" h="796289">
                  <a:moveTo>
                    <a:pt x="7619" y="782320"/>
                  </a:moveTo>
                  <a:lnTo>
                    <a:pt x="0" y="782320"/>
                  </a:lnTo>
                  <a:lnTo>
                    <a:pt x="0" y="788543"/>
                  </a:lnTo>
                  <a:lnTo>
                    <a:pt x="7619" y="788543"/>
                  </a:lnTo>
                  <a:lnTo>
                    <a:pt x="7619" y="782320"/>
                  </a:lnTo>
                  <a:close/>
                </a:path>
                <a:path w="7620" h="796289">
                  <a:moveTo>
                    <a:pt x="7619" y="775970"/>
                  </a:moveTo>
                  <a:lnTo>
                    <a:pt x="0" y="775970"/>
                  </a:lnTo>
                  <a:lnTo>
                    <a:pt x="0" y="782193"/>
                  </a:lnTo>
                  <a:lnTo>
                    <a:pt x="7619" y="782193"/>
                  </a:lnTo>
                  <a:lnTo>
                    <a:pt x="7619" y="775970"/>
                  </a:lnTo>
                  <a:close/>
                </a:path>
                <a:path w="7620" h="796289">
                  <a:moveTo>
                    <a:pt x="7619" y="769620"/>
                  </a:moveTo>
                  <a:lnTo>
                    <a:pt x="0" y="769620"/>
                  </a:lnTo>
                  <a:lnTo>
                    <a:pt x="0" y="775843"/>
                  </a:lnTo>
                  <a:lnTo>
                    <a:pt x="7619" y="775843"/>
                  </a:lnTo>
                  <a:lnTo>
                    <a:pt x="7619" y="769620"/>
                  </a:lnTo>
                  <a:close/>
                </a:path>
                <a:path w="7620" h="796289">
                  <a:moveTo>
                    <a:pt x="7619" y="763270"/>
                  </a:moveTo>
                  <a:lnTo>
                    <a:pt x="0" y="763270"/>
                  </a:lnTo>
                  <a:lnTo>
                    <a:pt x="0" y="769493"/>
                  </a:lnTo>
                  <a:lnTo>
                    <a:pt x="7619" y="769493"/>
                  </a:lnTo>
                  <a:lnTo>
                    <a:pt x="7619" y="763270"/>
                  </a:lnTo>
                  <a:close/>
                </a:path>
                <a:path w="7620" h="796289">
                  <a:moveTo>
                    <a:pt x="7619" y="756920"/>
                  </a:moveTo>
                  <a:lnTo>
                    <a:pt x="0" y="756920"/>
                  </a:lnTo>
                  <a:lnTo>
                    <a:pt x="0" y="763143"/>
                  </a:lnTo>
                  <a:lnTo>
                    <a:pt x="7619" y="763143"/>
                  </a:lnTo>
                  <a:lnTo>
                    <a:pt x="7619" y="756920"/>
                  </a:lnTo>
                  <a:close/>
                </a:path>
                <a:path w="7620" h="796289">
                  <a:moveTo>
                    <a:pt x="7619" y="750570"/>
                  </a:moveTo>
                  <a:lnTo>
                    <a:pt x="0" y="750570"/>
                  </a:lnTo>
                  <a:lnTo>
                    <a:pt x="0" y="756793"/>
                  </a:lnTo>
                  <a:lnTo>
                    <a:pt x="7619" y="756793"/>
                  </a:lnTo>
                  <a:lnTo>
                    <a:pt x="7619" y="750570"/>
                  </a:lnTo>
                  <a:close/>
                </a:path>
                <a:path w="7620" h="796289">
                  <a:moveTo>
                    <a:pt x="7619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7619" y="750443"/>
                  </a:lnTo>
                  <a:lnTo>
                    <a:pt x="7619" y="744220"/>
                  </a:lnTo>
                  <a:close/>
                </a:path>
                <a:path w="7620" h="796289">
                  <a:moveTo>
                    <a:pt x="7619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7619" y="744093"/>
                  </a:lnTo>
                  <a:lnTo>
                    <a:pt x="7619" y="737870"/>
                  </a:lnTo>
                  <a:close/>
                </a:path>
                <a:path w="7620" h="796289">
                  <a:moveTo>
                    <a:pt x="7619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7619" y="737743"/>
                  </a:lnTo>
                  <a:lnTo>
                    <a:pt x="7619" y="731520"/>
                  </a:lnTo>
                  <a:close/>
                </a:path>
                <a:path w="7620" h="796289">
                  <a:moveTo>
                    <a:pt x="7619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7619" y="731393"/>
                  </a:lnTo>
                  <a:lnTo>
                    <a:pt x="7619" y="725170"/>
                  </a:lnTo>
                  <a:close/>
                </a:path>
                <a:path w="7620" h="796289">
                  <a:moveTo>
                    <a:pt x="7619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7619" y="725043"/>
                  </a:lnTo>
                  <a:lnTo>
                    <a:pt x="7619" y="718820"/>
                  </a:lnTo>
                  <a:close/>
                </a:path>
                <a:path w="7620" h="796289">
                  <a:moveTo>
                    <a:pt x="7619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7619" y="718693"/>
                  </a:lnTo>
                  <a:lnTo>
                    <a:pt x="7619" y="712470"/>
                  </a:lnTo>
                  <a:close/>
                </a:path>
                <a:path w="7620" h="796289">
                  <a:moveTo>
                    <a:pt x="7619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19" y="712343"/>
                  </a:lnTo>
                  <a:lnTo>
                    <a:pt x="7619" y="706120"/>
                  </a:lnTo>
                  <a:close/>
                </a:path>
                <a:path w="7620" h="796289">
                  <a:moveTo>
                    <a:pt x="7619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19" y="705993"/>
                  </a:lnTo>
                  <a:lnTo>
                    <a:pt x="7619" y="699770"/>
                  </a:lnTo>
                  <a:close/>
                </a:path>
                <a:path w="7620" h="796289">
                  <a:moveTo>
                    <a:pt x="7619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19" y="699643"/>
                  </a:lnTo>
                  <a:lnTo>
                    <a:pt x="7619" y="693420"/>
                  </a:lnTo>
                  <a:close/>
                </a:path>
                <a:path w="7620" h="796289">
                  <a:moveTo>
                    <a:pt x="7619" y="690880"/>
                  </a:moveTo>
                  <a:lnTo>
                    <a:pt x="0" y="690880"/>
                  </a:lnTo>
                  <a:lnTo>
                    <a:pt x="0" y="693293"/>
                  </a:lnTo>
                  <a:lnTo>
                    <a:pt x="7619" y="693293"/>
                  </a:lnTo>
                  <a:lnTo>
                    <a:pt x="7619" y="690880"/>
                  </a:lnTo>
                  <a:close/>
                </a:path>
              </a:pathLst>
            </a:custGeom>
            <a:solidFill>
              <a:srgbClr val="2C47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08">
              <a:extLst>
                <a:ext uri="{FF2B5EF4-FFF2-40B4-BE49-F238E27FC236}">
                  <a16:creationId xmlns:a16="http://schemas.microsoft.com/office/drawing/2014/main" id="{8A565A56-3937-7D30-1321-C4A88D16D9A1}"/>
                </a:ext>
              </a:extLst>
            </p:cNvPr>
            <p:cNvSpPr/>
            <p:nvPr/>
          </p:nvSpPr>
          <p:spPr>
            <a:xfrm>
              <a:off x="7935449" y="2654061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02"/>
                  </a:lnTo>
                </a:path>
              </a:pathLst>
            </a:custGeom>
            <a:ln w="6350">
              <a:solidFill>
                <a:srgbClr val="2D4867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09">
              <a:extLst>
                <a:ext uri="{FF2B5EF4-FFF2-40B4-BE49-F238E27FC236}">
                  <a16:creationId xmlns:a16="http://schemas.microsoft.com/office/drawing/2014/main" id="{59032602-8D11-C602-DCA4-82DADECFBA65}"/>
                </a:ext>
              </a:extLst>
            </p:cNvPr>
            <p:cNvSpPr/>
            <p:nvPr/>
          </p:nvSpPr>
          <p:spPr>
            <a:xfrm>
              <a:off x="7932274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D48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0">
              <a:extLst>
                <a:ext uri="{FF2B5EF4-FFF2-40B4-BE49-F238E27FC236}">
                  <a16:creationId xmlns:a16="http://schemas.microsoft.com/office/drawing/2014/main" id="{98A0E07A-A539-101C-7D3E-83514EE5E58E}"/>
                </a:ext>
              </a:extLst>
            </p:cNvPr>
            <p:cNvSpPr/>
            <p:nvPr/>
          </p:nvSpPr>
          <p:spPr>
            <a:xfrm>
              <a:off x="7935449" y="3338464"/>
              <a:ext cx="0" cy="111125"/>
            </a:xfrm>
            <a:custGeom>
              <a:avLst/>
              <a:gdLst/>
              <a:ahLst/>
              <a:cxnLst/>
              <a:rect l="l" t="t" r="r" b="b"/>
              <a:pathLst>
                <a:path h="111125">
                  <a:moveTo>
                    <a:pt x="0" y="0"/>
                  </a:moveTo>
                  <a:lnTo>
                    <a:pt x="0" y="110616"/>
                  </a:lnTo>
                </a:path>
              </a:pathLst>
            </a:custGeom>
            <a:ln w="6350">
              <a:solidFill>
                <a:srgbClr val="2D486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1">
              <a:extLst>
                <a:ext uri="{FF2B5EF4-FFF2-40B4-BE49-F238E27FC236}">
                  <a16:creationId xmlns:a16="http://schemas.microsoft.com/office/drawing/2014/main" id="{021A9236-8715-44F8-9878-B17C594D5110}"/>
                </a:ext>
              </a:extLst>
            </p:cNvPr>
            <p:cNvSpPr/>
            <p:nvPr/>
          </p:nvSpPr>
          <p:spPr>
            <a:xfrm>
              <a:off x="7942435" y="2654061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02"/>
                  </a:lnTo>
                </a:path>
              </a:pathLst>
            </a:custGeom>
            <a:ln w="7620">
              <a:solidFill>
                <a:srgbClr val="2E4A69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2">
              <a:extLst>
                <a:ext uri="{FF2B5EF4-FFF2-40B4-BE49-F238E27FC236}">
                  <a16:creationId xmlns:a16="http://schemas.microsoft.com/office/drawing/2014/main" id="{FED16293-9ACB-D1DA-B35A-7918DEA65332}"/>
                </a:ext>
              </a:extLst>
            </p:cNvPr>
            <p:cNvSpPr/>
            <p:nvPr/>
          </p:nvSpPr>
          <p:spPr>
            <a:xfrm>
              <a:off x="793862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E4A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3">
              <a:extLst>
                <a:ext uri="{FF2B5EF4-FFF2-40B4-BE49-F238E27FC236}">
                  <a16:creationId xmlns:a16="http://schemas.microsoft.com/office/drawing/2014/main" id="{99ED52AA-B699-7AD7-D6CE-45E8AAC5EDB9}"/>
                </a:ext>
              </a:extLst>
            </p:cNvPr>
            <p:cNvSpPr/>
            <p:nvPr/>
          </p:nvSpPr>
          <p:spPr>
            <a:xfrm>
              <a:off x="7942435" y="3338464"/>
              <a:ext cx="0" cy="111125"/>
            </a:xfrm>
            <a:custGeom>
              <a:avLst/>
              <a:gdLst/>
              <a:ahLst/>
              <a:cxnLst/>
              <a:rect l="l" t="t" r="r" b="b"/>
              <a:pathLst>
                <a:path h="111125">
                  <a:moveTo>
                    <a:pt x="0" y="0"/>
                  </a:moveTo>
                  <a:lnTo>
                    <a:pt x="0" y="110616"/>
                  </a:lnTo>
                </a:path>
              </a:pathLst>
            </a:custGeom>
            <a:ln w="7620">
              <a:solidFill>
                <a:srgbClr val="2E4A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4">
              <a:extLst>
                <a:ext uri="{FF2B5EF4-FFF2-40B4-BE49-F238E27FC236}">
                  <a16:creationId xmlns:a16="http://schemas.microsoft.com/office/drawing/2014/main" id="{908268AF-4750-6737-0353-3EB2FF5935AC}"/>
                </a:ext>
              </a:extLst>
            </p:cNvPr>
            <p:cNvSpPr/>
            <p:nvPr/>
          </p:nvSpPr>
          <p:spPr>
            <a:xfrm>
              <a:off x="7946244" y="2654061"/>
              <a:ext cx="7620" cy="795020"/>
            </a:xfrm>
            <a:custGeom>
              <a:avLst/>
              <a:gdLst/>
              <a:ahLst/>
              <a:cxnLst/>
              <a:rect l="l" t="t" r="r" b="b"/>
              <a:pathLst>
                <a:path w="7620" h="795019">
                  <a:moveTo>
                    <a:pt x="7620" y="102869"/>
                  </a:moveTo>
                  <a:lnTo>
                    <a:pt x="0" y="102869"/>
                  </a:lnTo>
                  <a:lnTo>
                    <a:pt x="0" y="112902"/>
                  </a:lnTo>
                  <a:lnTo>
                    <a:pt x="7620" y="112902"/>
                  </a:lnTo>
                  <a:lnTo>
                    <a:pt x="7620" y="102869"/>
                  </a:lnTo>
                  <a:close/>
                </a:path>
                <a:path w="7620" h="795019">
                  <a:moveTo>
                    <a:pt x="7620" y="96519"/>
                  </a:moveTo>
                  <a:lnTo>
                    <a:pt x="0" y="96519"/>
                  </a:lnTo>
                  <a:lnTo>
                    <a:pt x="0" y="102742"/>
                  </a:lnTo>
                  <a:lnTo>
                    <a:pt x="7620" y="102742"/>
                  </a:lnTo>
                  <a:lnTo>
                    <a:pt x="7620" y="96519"/>
                  </a:lnTo>
                  <a:close/>
                </a:path>
                <a:path w="7620" h="795019">
                  <a:moveTo>
                    <a:pt x="7620" y="92710"/>
                  </a:moveTo>
                  <a:lnTo>
                    <a:pt x="0" y="92710"/>
                  </a:lnTo>
                  <a:lnTo>
                    <a:pt x="0" y="96392"/>
                  </a:lnTo>
                  <a:lnTo>
                    <a:pt x="7620" y="96392"/>
                  </a:lnTo>
                  <a:lnTo>
                    <a:pt x="7620" y="92710"/>
                  </a:lnTo>
                  <a:close/>
                </a:path>
                <a:path w="7620" h="795019">
                  <a:moveTo>
                    <a:pt x="7620" y="90169"/>
                  </a:moveTo>
                  <a:lnTo>
                    <a:pt x="0" y="90169"/>
                  </a:lnTo>
                  <a:lnTo>
                    <a:pt x="0" y="92582"/>
                  </a:lnTo>
                  <a:lnTo>
                    <a:pt x="7620" y="92582"/>
                  </a:lnTo>
                  <a:lnTo>
                    <a:pt x="7620" y="90169"/>
                  </a:lnTo>
                  <a:close/>
                </a:path>
                <a:path w="7620" h="795019">
                  <a:moveTo>
                    <a:pt x="762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7620" y="90042"/>
                  </a:lnTo>
                  <a:lnTo>
                    <a:pt x="7620" y="86360"/>
                  </a:lnTo>
                  <a:close/>
                </a:path>
                <a:path w="7620" h="795019">
                  <a:moveTo>
                    <a:pt x="762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7620" y="86232"/>
                  </a:lnTo>
                  <a:lnTo>
                    <a:pt x="7620" y="83819"/>
                  </a:lnTo>
                  <a:close/>
                </a:path>
                <a:path w="7620" h="795019">
                  <a:moveTo>
                    <a:pt x="762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20" y="83692"/>
                  </a:lnTo>
                  <a:lnTo>
                    <a:pt x="7620" y="80010"/>
                  </a:lnTo>
                  <a:close/>
                </a:path>
                <a:path w="7620" h="795019">
                  <a:moveTo>
                    <a:pt x="762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20" y="79882"/>
                  </a:lnTo>
                  <a:lnTo>
                    <a:pt x="7620" y="77469"/>
                  </a:lnTo>
                  <a:close/>
                </a:path>
                <a:path w="7620" h="795019">
                  <a:moveTo>
                    <a:pt x="762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3660"/>
                  </a:lnTo>
                  <a:close/>
                </a:path>
                <a:path w="7620" h="795019">
                  <a:moveTo>
                    <a:pt x="762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20" y="73532"/>
                  </a:lnTo>
                  <a:lnTo>
                    <a:pt x="7620" y="71119"/>
                  </a:lnTo>
                  <a:close/>
                </a:path>
                <a:path w="7620" h="795019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795019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795019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795019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795019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795019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795019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795019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795019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795019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795019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795019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795019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795019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795019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795019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795019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795019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795019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795019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795019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795019">
                  <a:moveTo>
                    <a:pt x="7620" y="1269"/>
                  </a:moveTo>
                  <a:lnTo>
                    <a:pt x="0" y="1269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close/>
                </a:path>
                <a:path w="7620" h="795019">
                  <a:moveTo>
                    <a:pt x="762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795019">
                  <a:moveTo>
                    <a:pt x="7620" y="112903"/>
                  </a:moveTo>
                  <a:lnTo>
                    <a:pt x="0" y="112903"/>
                  </a:lnTo>
                  <a:lnTo>
                    <a:pt x="0" y="684402"/>
                  </a:lnTo>
                  <a:lnTo>
                    <a:pt x="7620" y="684402"/>
                  </a:lnTo>
                  <a:lnTo>
                    <a:pt x="7620" y="112903"/>
                  </a:lnTo>
                  <a:close/>
                </a:path>
                <a:path w="7620" h="795019">
                  <a:moveTo>
                    <a:pt x="7620" y="684403"/>
                  </a:moveTo>
                  <a:lnTo>
                    <a:pt x="0" y="684403"/>
                  </a:lnTo>
                  <a:lnTo>
                    <a:pt x="0" y="690752"/>
                  </a:lnTo>
                  <a:lnTo>
                    <a:pt x="7620" y="690752"/>
                  </a:lnTo>
                  <a:lnTo>
                    <a:pt x="7620" y="684403"/>
                  </a:lnTo>
                  <a:close/>
                </a:path>
                <a:path w="7620" h="795019">
                  <a:moveTo>
                    <a:pt x="7620" y="788670"/>
                  </a:moveTo>
                  <a:lnTo>
                    <a:pt x="0" y="788670"/>
                  </a:lnTo>
                  <a:lnTo>
                    <a:pt x="0" y="795020"/>
                  </a:lnTo>
                  <a:lnTo>
                    <a:pt x="6350" y="795020"/>
                  </a:lnTo>
                  <a:lnTo>
                    <a:pt x="6350" y="793623"/>
                  </a:lnTo>
                  <a:lnTo>
                    <a:pt x="7620" y="793623"/>
                  </a:lnTo>
                  <a:lnTo>
                    <a:pt x="7620" y="788670"/>
                  </a:lnTo>
                  <a:close/>
                </a:path>
                <a:path w="7620" h="795019">
                  <a:moveTo>
                    <a:pt x="7620" y="782320"/>
                  </a:moveTo>
                  <a:lnTo>
                    <a:pt x="0" y="782320"/>
                  </a:lnTo>
                  <a:lnTo>
                    <a:pt x="0" y="788543"/>
                  </a:lnTo>
                  <a:lnTo>
                    <a:pt x="7620" y="788543"/>
                  </a:lnTo>
                  <a:lnTo>
                    <a:pt x="7620" y="782320"/>
                  </a:lnTo>
                  <a:close/>
                </a:path>
                <a:path w="7620" h="795019">
                  <a:moveTo>
                    <a:pt x="7620" y="775970"/>
                  </a:moveTo>
                  <a:lnTo>
                    <a:pt x="0" y="775970"/>
                  </a:lnTo>
                  <a:lnTo>
                    <a:pt x="0" y="782193"/>
                  </a:lnTo>
                  <a:lnTo>
                    <a:pt x="7620" y="782193"/>
                  </a:lnTo>
                  <a:lnTo>
                    <a:pt x="7620" y="775970"/>
                  </a:lnTo>
                  <a:close/>
                </a:path>
                <a:path w="7620" h="795019">
                  <a:moveTo>
                    <a:pt x="7620" y="769620"/>
                  </a:moveTo>
                  <a:lnTo>
                    <a:pt x="0" y="769620"/>
                  </a:lnTo>
                  <a:lnTo>
                    <a:pt x="0" y="775843"/>
                  </a:lnTo>
                  <a:lnTo>
                    <a:pt x="7620" y="775843"/>
                  </a:lnTo>
                  <a:lnTo>
                    <a:pt x="7620" y="769620"/>
                  </a:lnTo>
                  <a:close/>
                </a:path>
                <a:path w="7620" h="795019">
                  <a:moveTo>
                    <a:pt x="7620" y="763270"/>
                  </a:moveTo>
                  <a:lnTo>
                    <a:pt x="0" y="763270"/>
                  </a:lnTo>
                  <a:lnTo>
                    <a:pt x="0" y="769493"/>
                  </a:lnTo>
                  <a:lnTo>
                    <a:pt x="7620" y="769493"/>
                  </a:lnTo>
                  <a:lnTo>
                    <a:pt x="7620" y="763270"/>
                  </a:lnTo>
                  <a:close/>
                </a:path>
                <a:path w="7620" h="795019">
                  <a:moveTo>
                    <a:pt x="7620" y="756920"/>
                  </a:moveTo>
                  <a:lnTo>
                    <a:pt x="0" y="756920"/>
                  </a:lnTo>
                  <a:lnTo>
                    <a:pt x="0" y="763143"/>
                  </a:lnTo>
                  <a:lnTo>
                    <a:pt x="7620" y="763143"/>
                  </a:lnTo>
                  <a:lnTo>
                    <a:pt x="7620" y="756920"/>
                  </a:lnTo>
                  <a:close/>
                </a:path>
                <a:path w="7620" h="795019">
                  <a:moveTo>
                    <a:pt x="7620" y="750570"/>
                  </a:moveTo>
                  <a:lnTo>
                    <a:pt x="0" y="750570"/>
                  </a:lnTo>
                  <a:lnTo>
                    <a:pt x="0" y="756793"/>
                  </a:lnTo>
                  <a:lnTo>
                    <a:pt x="7620" y="756793"/>
                  </a:lnTo>
                  <a:lnTo>
                    <a:pt x="7620" y="750570"/>
                  </a:lnTo>
                  <a:close/>
                </a:path>
                <a:path w="7620" h="795019">
                  <a:moveTo>
                    <a:pt x="7620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7620" y="750443"/>
                  </a:lnTo>
                  <a:lnTo>
                    <a:pt x="7620" y="744220"/>
                  </a:lnTo>
                  <a:close/>
                </a:path>
                <a:path w="7620" h="795019">
                  <a:moveTo>
                    <a:pt x="7620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7620" y="744093"/>
                  </a:lnTo>
                  <a:lnTo>
                    <a:pt x="7620" y="737870"/>
                  </a:lnTo>
                  <a:close/>
                </a:path>
                <a:path w="7620" h="795019">
                  <a:moveTo>
                    <a:pt x="762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7620" y="737743"/>
                  </a:lnTo>
                  <a:lnTo>
                    <a:pt x="7620" y="731520"/>
                  </a:lnTo>
                  <a:close/>
                </a:path>
                <a:path w="7620" h="795019">
                  <a:moveTo>
                    <a:pt x="762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7620" y="731393"/>
                  </a:lnTo>
                  <a:lnTo>
                    <a:pt x="7620" y="725170"/>
                  </a:lnTo>
                  <a:close/>
                </a:path>
                <a:path w="7620" h="795019">
                  <a:moveTo>
                    <a:pt x="762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7620" y="725043"/>
                  </a:lnTo>
                  <a:lnTo>
                    <a:pt x="7620" y="718820"/>
                  </a:lnTo>
                  <a:close/>
                </a:path>
                <a:path w="7620" h="795019">
                  <a:moveTo>
                    <a:pt x="762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7620" y="718693"/>
                  </a:lnTo>
                  <a:lnTo>
                    <a:pt x="7620" y="712470"/>
                  </a:lnTo>
                  <a:close/>
                </a:path>
                <a:path w="7620" h="795019">
                  <a:moveTo>
                    <a:pt x="762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20" y="712343"/>
                  </a:lnTo>
                  <a:lnTo>
                    <a:pt x="7620" y="706120"/>
                  </a:lnTo>
                  <a:close/>
                </a:path>
                <a:path w="7620" h="795019">
                  <a:moveTo>
                    <a:pt x="762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20" y="705993"/>
                  </a:lnTo>
                  <a:lnTo>
                    <a:pt x="7620" y="699770"/>
                  </a:lnTo>
                  <a:close/>
                </a:path>
                <a:path w="7620" h="795019">
                  <a:moveTo>
                    <a:pt x="762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20" y="699643"/>
                  </a:lnTo>
                  <a:lnTo>
                    <a:pt x="7620" y="693420"/>
                  </a:lnTo>
                  <a:close/>
                </a:path>
                <a:path w="7620" h="795019">
                  <a:moveTo>
                    <a:pt x="7620" y="690880"/>
                  </a:moveTo>
                  <a:lnTo>
                    <a:pt x="0" y="690880"/>
                  </a:lnTo>
                  <a:lnTo>
                    <a:pt x="0" y="693293"/>
                  </a:lnTo>
                  <a:lnTo>
                    <a:pt x="7620" y="693293"/>
                  </a:lnTo>
                  <a:lnTo>
                    <a:pt x="7620" y="690880"/>
                  </a:lnTo>
                  <a:close/>
                </a:path>
              </a:pathLst>
            </a:custGeom>
            <a:solidFill>
              <a:srgbClr val="2F4B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5">
              <a:extLst>
                <a:ext uri="{FF2B5EF4-FFF2-40B4-BE49-F238E27FC236}">
                  <a16:creationId xmlns:a16="http://schemas.microsoft.com/office/drawing/2014/main" id="{E4F48AFF-21D8-C022-ACA9-AD9DB272F304}"/>
                </a:ext>
              </a:extLst>
            </p:cNvPr>
            <p:cNvSpPr/>
            <p:nvPr/>
          </p:nvSpPr>
          <p:spPr>
            <a:xfrm>
              <a:off x="7957040" y="2654061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02"/>
                  </a:lnTo>
                </a:path>
              </a:pathLst>
            </a:custGeom>
            <a:ln w="6350">
              <a:solidFill>
                <a:srgbClr val="2F4C6C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16">
              <a:extLst>
                <a:ext uri="{FF2B5EF4-FFF2-40B4-BE49-F238E27FC236}">
                  <a16:creationId xmlns:a16="http://schemas.microsoft.com/office/drawing/2014/main" id="{9376EF99-5CEF-93A9-D55F-2ABADE7FBB43}"/>
                </a:ext>
              </a:extLst>
            </p:cNvPr>
            <p:cNvSpPr/>
            <p:nvPr/>
          </p:nvSpPr>
          <p:spPr>
            <a:xfrm>
              <a:off x="7953865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F4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17">
              <a:extLst>
                <a:ext uri="{FF2B5EF4-FFF2-40B4-BE49-F238E27FC236}">
                  <a16:creationId xmlns:a16="http://schemas.microsoft.com/office/drawing/2014/main" id="{AE03474D-5E8A-1426-3FDA-5E929A88D3F8}"/>
                </a:ext>
              </a:extLst>
            </p:cNvPr>
            <p:cNvSpPr/>
            <p:nvPr/>
          </p:nvSpPr>
          <p:spPr>
            <a:xfrm>
              <a:off x="7957040" y="3338464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19">
                  <a:moveTo>
                    <a:pt x="0" y="0"/>
                  </a:moveTo>
                  <a:lnTo>
                    <a:pt x="0" y="109219"/>
                  </a:lnTo>
                </a:path>
              </a:pathLst>
            </a:custGeom>
            <a:ln w="6350">
              <a:solidFill>
                <a:srgbClr val="2F4C6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18">
              <a:extLst>
                <a:ext uri="{FF2B5EF4-FFF2-40B4-BE49-F238E27FC236}">
                  <a16:creationId xmlns:a16="http://schemas.microsoft.com/office/drawing/2014/main" id="{3121C4FF-8A8E-247C-6932-A84E5EEDD8CB}"/>
                </a:ext>
              </a:extLst>
            </p:cNvPr>
            <p:cNvSpPr/>
            <p:nvPr/>
          </p:nvSpPr>
          <p:spPr>
            <a:xfrm>
              <a:off x="7960215" y="2654061"/>
              <a:ext cx="7620" cy="793750"/>
            </a:xfrm>
            <a:custGeom>
              <a:avLst/>
              <a:gdLst/>
              <a:ahLst/>
              <a:cxnLst/>
              <a:rect l="l" t="t" r="r" b="b"/>
              <a:pathLst>
                <a:path w="7620" h="793750">
                  <a:moveTo>
                    <a:pt x="7620" y="102869"/>
                  </a:moveTo>
                  <a:lnTo>
                    <a:pt x="0" y="102869"/>
                  </a:lnTo>
                  <a:lnTo>
                    <a:pt x="0" y="112902"/>
                  </a:lnTo>
                  <a:lnTo>
                    <a:pt x="7620" y="112902"/>
                  </a:lnTo>
                  <a:lnTo>
                    <a:pt x="7620" y="102869"/>
                  </a:lnTo>
                  <a:close/>
                </a:path>
                <a:path w="7620" h="793750">
                  <a:moveTo>
                    <a:pt x="7620" y="96519"/>
                  </a:moveTo>
                  <a:lnTo>
                    <a:pt x="0" y="96519"/>
                  </a:lnTo>
                  <a:lnTo>
                    <a:pt x="0" y="102742"/>
                  </a:lnTo>
                  <a:lnTo>
                    <a:pt x="7620" y="102742"/>
                  </a:lnTo>
                  <a:lnTo>
                    <a:pt x="7620" y="96519"/>
                  </a:lnTo>
                  <a:close/>
                </a:path>
                <a:path w="7620" h="793750">
                  <a:moveTo>
                    <a:pt x="7620" y="92710"/>
                  </a:moveTo>
                  <a:lnTo>
                    <a:pt x="0" y="92710"/>
                  </a:lnTo>
                  <a:lnTo>
                    <a:pt x="0" y="96392"/>
                  </a:lnTo>
                  <a:lnTo>
                    <a:pt x="7620" y="96392"/>
                  </a:lnTo>
                  <a:lnTo>
                    <a:pt x="7620" y="92710"/>
                  </a:lnTo>
                  <a:close/>
                </a:path>
                <a:path w="7620" h="793750">
                  <a:moveTo>
                    <a:pt x="7620" y="90169"/>
                  </a:moveTo>
                  <a:lnTo>
                    <a:pt x="0" y="90169"/>
                  </a:lnTo>
                  <a:lnTo>
                    <a:pt x="0" y="92582"/>
                  </a:lnTo>
                  <a:lnTo>
                    <a:pt x="7620" y="92582"/>
                  </a:lnTo>
                  <a:lnTo>
                    <a:pt x="7620" y="90169"/>
                  </a:lnTo>
                  <a:close/>
                </a:path>
                <a:path w="7620" h="793750">
                  <a:moveTo>
                    <a:pt x="762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7620" y="90042"/>
                  </a:lnTo>
                  <a:lnTo>
                    <a:pt x="7620" y="86360"/>
                  </a:lnTo>
                  <a:close/>
                </a:path>
                <a:path w="7620" h="793750">
                  <a:moveTo>
                    <a:pt x="762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7620" y="86232"/>
                  </a:lnTo>
                  <a:lnTo>
                    <a:pt x="7620" y="83819"/>
                  </a:lnTo>
                  <a:close/>
                </a:path>
                <a:path w="7620" h="793750">
                  <a:moveTo>
                    <a:pt x="762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20" y="83692"/>
                  </a:lnTo>
                  <a:lnTo>
                    <a:pt x="7620" y="80010"/>
                  </a:lnTo>
                  <a:close/>
                </a:path>
                <a:path w="7620" h="793750">
                  <a:moveTo>
                    <a:pt x="762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20" y="79882"/>
                  </a:lnTo>
                  <a:lnTo>
                    <a:pt x="7620" y="77469"/>
                  </a:lnTo>
                  <a:close/>
                </a:path>
                <a:path w="7620" h="793750">
                  <a:moveTo>
                    <a:pt x="762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3660"/>
                  </a:lnTo>
                  <a:close/>
                </a:path>
                <a:path w="7620" h="793750">
                  <a:moveTo>
                    <a:pt x="762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20" y="73532"/>
                  </a:lnTo>
                  <a:lnTo>
                    <a:pt x="7620" y="71119"/>
                  </a:lnTo>
                  <a:close/>
                </a:path>
                <a:path w="7620" h="793750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793750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793750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793750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79375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79375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79375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79375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79375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79375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79375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79375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79375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79375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79375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79375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79375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79375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79375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79375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79375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793750">
                  <a:moveTo>
                    <a:pt x="7620" y="1142"/>
                  </a:moveTo>
                  <a:lnTo>
                    <a:pt x="635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142"/>
                  </a:lnTo>
                  <a:close/>
                </a:path>
                <a:path w="7620" h="793750">
                  <a:moveTo>
                    <a:pt x="635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7620" h="793750">
                  <a:moveTo>
                    <a:pt x="7620" y="112903"/>
                  </a:moveTo>
                  <a:lnTo>
                    <a:pt x="0" y="112903"/>
                  </a:lnTo>
                  <a:lnTo>
                    <a:pt x="0" y="684402"/>
                  </a:lnTo>
                  <a:lnTo>
                    <a:pt x="7620" y="684402"/>
                  </a:lnTo>
                  <a:lnTo>
                    <a:pt x="7620" y="112903"/>
                  </a:lnTo>
                  <a:close/>
                </a:path>
                <a:path w="7620" h="793750">
                  <a:moveTo>
                    <a:pt x="7620" y="684403"/>
                  </a:moveTo>
                  <a:lnTo>
                    <a:pt x="0" y="684403"/>
                  </a:lnTo>
                  <a:lnTo>
                    <a:pt x="0" y="690752"/>
                  </a:lnTo>
                  <a:lnTo>
                    <a:pt x="7620" y="690752"/>
                  </a:lnTo>
                  <a:lnTo>
                    <a:pt x="7620" y="684403"/>
                  </a:lnTo>
                  <a:close/>
                </a:path>
                <a:path w="7620" h="793750">
                  <a:moveTo>
                    <a:pt x="7620" y="788670"/>
                  </a:moveTo>
                  <a:lnTo>
                    <a:pt x="0" y="788670"/>
                  </a:lnTo>
                  <a:lnTo>
                    <a:pt x="0" y="793623"/>
                  </a:lnTo>
                  <a:lnTo>
                    <a:pt x="6350" y="793623"/>
                  </a:lnTo>
                  <a:lnTo>
                    <a:pt x="6350" y="792353"/>
                  </a:lnTo>
                  <a:lnTo>
                    <a:pt x="7620" y="792353"/>
                  </a:lnTo>
                  <a:lnTo>
                    <a:pt x="7620" y="788670"/>
                  </a:lnTo>
                  <a:close/>
                </a:path>
                <a:path w="7620" h="793750">
                  <a:moveTo>
                    <a:pt x="7620" y="782320"/>
                  </a:moveTo>
                  <a:lnTo>
                    <a:pt x="0" y="782320"/>
                  </a:lnTo>
                  <a:lnTo>
                    <a:pt x="0" y="788543"/>
                  </a:lnTo>
                  <a:lnTo>
                    <a:pt x="7620" y="788543"/>
                  </a:lnTo>
                  <a:lnTo>
                    <a:pt x="7620" y="782320"/>
                  </a:lnTo>
                  <a:close/>
                </a:path>
                <a:path w="7620" h="793750">
                  <a:moveTo>
                    <a:pt x="7620" y="775970"/>
                  </a:moveTo>
                  <a:lnTo>
                    <a:pt x="0" y="775970"/>
                  </a:lnTo>
                  <a:lnTo>
                    <a:pt x="0" y="782193"/>
                  </a:lnTo>
                  <a:lnTo>
                    <a:pt x="7620" y="782193"/>
                  </a:lnTo>
                  <a:lnTo>
                    <a:pt x="7620" y="775970"/>
                  </a:lnTo>
                  <a:close/>
                </a:path>
                <a:path w="7620" h="793750">
                  <a:moveTo>
                    <a:pt x="7620" y="769620"/>
                  </a:moveTo>
                  <a:lnTo>
                    <a:pt x="0" y="769620"/>
                  </a:lnTo>
                  <a:lnTo>
                    <a:pt x="0" y="775843"/>
                  </a:lnTo>
                  <a:lnTo>
                    <a:pt x="7620" y="775843"/>
                  </a:lnTo>
                  <a:lnTo>
                    <a:pt x="7620" y="769620"/>
                  </a:lnTo>
                  <a:close/>
                </a:path>
                <a:path w="7620" h="793750">
                  <a:moveTo>
                    <a:pt x="7620" y="763270"/>
                  </a:moveTo>
                  <a:lnTo>
                    <a:pt x="0" y="763270"/>
                  </a:lnTo>
                  <a:lnTo>
                    <a:pt x="0" y="769493"/>
                  </a:lnTo>
                  <a:lnTo>
                    <a:pt x="7620" y="769493"/>
                  </a:lnTo>
                  <a:lnTo>
                    <a:pt x="7620" y="763270"/>
                  </a:lnTo>
                  <a:close/>
                </a:path>
                <a:path w="7620" h="793750">
                  <a:moveTo>
                    <a:pt x="7620" y="756920"/>
                  </a:moveTo>
                  <a:lnTo>
                    <a:pt x="0" y="756920"/>
                  </a:lnTo>
                  <a:lnTo>
                    <a:pt x="0" y="763143"/>
                  </a:lnTo>
                  <a:lnTo>
                    <a:pt x="7620" y="763143"/>
                  </a:lnTo>
                  <a:lnTo>
                    <a:pt x="7620" y="756920"/>
                  </a:lnTo>
                  <a:close/>
                </a:path>
                <a:path w="7620" h="793750">
                  <a:moveTo>
                    <a:pt x="7620" y="750570"/>
                  </a:moveTo>
                  <a:lnTo>
                    <a:pt x="0" y="750570"/>
                  </a:lnTo>
                  <a:lnTo>
                    <a:pt x="0" y="756793"/>
                  </a:lnTo>
                  <a:lnTo>
                    <a:pt x="7620" y="756793"/>
                  </a:lnTo>
                  <a:lnTo>
                    <a:pt x="7620" y="750570"/>
                  </a:lnTo>
                  <a:close/>
                </a:path>
                <a:path w="7620" h="793750">
                  <a:moveTo>
                    <a:pt x="7620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7620" y="750443"/>
                  </a:lnTo>
                  <a:lnTo>
                    <a:pt x="7620" y="744220"/>
                  </a:lnTo>
                  <a:close/>
                </a:path>
                <a:path w="7620" h="793750">
                  <a:moveTo>
                    <a:pt x="7620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7620" y="744093"/>
                  </a:lnTo>
                  <a:lnTo>
                    <a:pt x="7620" y="737870"/>
                  </a:lnTo>
                  <a:close/>
                </a:path>
                <a:path w="7620" h="793750">
                  <a:moveTo>
                    <a:pt x="762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7620" y="737743"/>
                  </a:lnTo>
                  <a:lnTo>
                    <a:pt x="7620" y="731520"/>
                  </a:lnTo>
                  <a:close/>
                </a:path>
                <a:path w="7620" h="793750">
                  <a:moveTo>
                    <a:pt x="762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7620" y="731393"/>
                  </a:lnTo>
                  <a:lnTo>
                    <a:pt x="7620" y="725170"/>
                  </a:lnTo>
                  <a:close/>
                </a:path>
                <a:path w="7620" h="793750">
                  <a:moveTo>
                    <a:pt x="762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7620" y="725043"/>
                  </a:lnTo>
                  <a:lnTo>
                    <a:pt x="7620" y="718820"/>
                  </a:lnTo>
                  <a:close/>
                </a:path>
                <a:path w="7620" h="793750">
                  <a:moveTo>
                    <a:pt x="762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7620" y="718693"/>
                  </a:lnTo>
                  <a:lnTo>
                    <a:pt x="7620" y="712470"/>
                  </a:lnTo>
                  <a:close/>
                </a:path>
                <a:path w="7620" h="793750">
                  <a:moveTo>
                    <a:pt x="762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20" y="712343"/>
                  </a:lnTo>
                  <a:lnTo>
                    <a:pt x="7620" y="706120"/>
                  </a:lnTo>
                  <a:close/>
                </a:path>
                <a:path w="7620" h="793750">
                  <a:moveTo>
                    <a:pt x="762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20" y="705993"/>
                  </a:lnTo>
                  <a:lnTo>
                    <a:pt x="7620" y="699770"/>
                  </a:lnTo>
                  <a:close/>
                </a:path>
                <a:path w="7620" h="793750">
                  <a:moveTo>
                    <a:pt x="762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20" y="699643"/>
                  </a:lnTo>
                  <a:lnTo>
                    <a:pt x="7620" y="693420"/>
                  </a:lnTo>
                  <a:close/>
                </a:path>
                <a:path w="7620" h="793750">
                  <a:moveTo>
                    <a:pt x="7620" y="690880"/>
                  </a:moveTo>
                  <a:lnTo>
                    <a:pt x="0" y="690880"/>
                  </a:lnTo>
                  <a:lnTo>
                    <a:pt x="0" y="693293"/>
                  </a:lnTo>
                  <a:lnTo>
                    <a:pt x="7620" y="693293"/>
                  </a:lnTo>
                  <a:lnTo>
                    <a:pt x="7620" y="690880"/>
                  </a:lnTo>
                  <a:close/>
                </a:path>
              </a:pathLst>
            </a:custGeom>
            <a:solidFill>
              <a:srgbClr val="304D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19">
              <a:extLst>
                <a:ext uri="{FF2B5EF4-FFF2-40B4-BE49-F238E27FC236}">
                  <a16:creationId xmlns:a16="http://schemas.microsoft.com/office/drawing/2014/main" id="{729FD24C-9059-984F-3522-A60E74E164A4}"/>
                </a:ext>
              </a:extLst>
            </p:cNvPr>
            <p:cNvSpPr/>
            <p:nvPr/>
          </p:nvSpPr>
          <p:spPr>
            <a:xfrm>
              <a:off x="7967835" y="2655204"/>
              <a:ext cx="7620" cy="791210"/>
            </a:xfrm>
            <a:custGeom>
              <a:avLst/>
              <a:gdLst/>
              <a:ahLst/>
              <a:cxnLst/>
              <a:rect l="l" t="t" r="r" b="b"/>
              <a:pathLst>
                <a:path w="7620" h="791210">
                  <a:moveTo>
                    <a:pt x="7620" y="101726"/>
                  </a:moveTo>
                  <a:lnTo>
                    <a:pt x="0" y="101726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1726"/>
                  </a:lnTo>
                  <a:close/>
                </a:path>
                <a:path w="7620" h="791210">
                  <a:moveTo>
                    <a:pt x="7620" y="95376"/>
                  </a:moveTo>
                  <a:lnTo>
                    <a:pt x="0" y="95376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5376"/>
                  </a:lnTo>
                  <a:close/>
                </a:path>
                <a:path w="7620" h="791210">
                  <a:moveTo>
                    <a:pt x="7620" y="91567"/>
                  </a:moveTo>
                  <a:lnTo>
                    <a:pt x="0" y="91567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1567"/>
                  </a:lnTo>
                  <a:close/>
                </a:path>
                <a:path w="7620" h="791210">
                  <a:moveTo>
                    <a:pt x="7620" y="89026"/>
                  </a:moveTo>
                  <a:lnTo>
                    <a:pt x="0" y="89026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9026"/>
                  </a:lnTo>
                  <a:close/>
                </a:path>
                <a:path w="7620" h="791210">
                  <a:moveTo>
                    <a:pt x="762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5217"/>
                  </a:lnTo>
                  <a:close/>
                </a:path>
                <a:path w="7620" h="791210">
                  <a:moveTo>
                    <a:pt x="762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676"/>
                  </a:lnTo>
                  <a:close/>
                </a:path>
                <a:path w="7620" h="791210">
                  <a:moveTo>
                    <a:pt x="762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8867"/>
                  </a:lnTo>
                  <a:close/>
                </a:path>
                <a:path w="7620" h="791210">
                  <a:moveTo>
                    <a:pt x="762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326"/>
                  </a:lnTo>
                  <a:close/>
                </a:path>
                <a:path w="7620" h="791210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791210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791210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791210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791210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791210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791210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791210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791210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791210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791210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791210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791210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791210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791210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791210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791210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791210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791210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791210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791210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791210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791210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791210">
                  <a:moveTo>
                    <a:pt x="50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1397"/>
                  </a:lnTo>
                  <a:lnTo>
                    <a:pt x="5079" y="1397"/>
                  </a:lnTo>
                  <a:lnTo>
                    <a:pt x="5079" y="0"/>
                  </a:lnTo>
                  <a:close/>
                </a:path>
                <a:path w="7620" h="791210">
                  <a:moveTo>
                    <a:pt x="7620" y="111760"/>
                  </a:moveTo>
                  <a:lnTo>
                    <a:pt x="0" y="111760"/>
                  </a:lnTo>
                  <a:lnTo>
                    <a:pt x="0" y="683260"/>
                  </a:lnTo>
                  <a:lnTo>
                    <a:pt x="7620" y="683260"/>
                  </a:lnTo>
                  <a:lnTo>
                    <a:pt x="7620" y="111760"/>
                  </a:lnTo>
                  <a:close/>
                </a:path>
                <a:path w="7620" h="791210">
                  <a:moveTo>
                    <a:pt x="7620" y="683260"/>
                  </a:moveTo>
                  <a:lnTo>
                    <a:pt x="0" y="683260"/>
                  </a:lnTo>
                  <a:lnTo>
                    <a:pt x="0" y="689610"/>
                  </a:lnTo>
                  <a:lnTo>
                    <a:pt x="7620" y="689610"/>
                  </a:lnTo>
                  <a:lnTo>
                    <a:pt x="7620" y="683260"/>
                  </a:lnTo>
                  <a:close/>
                </a:path>
                <a:path w="7620" h="791210">
                  <a:moveTo>
                    <a:pt x="7620" y="787527"/>
                  </a:moveTo>
                  <a:lnTo>
                    <a:pt x="0" y="787527"/>
                  </a:lnTo>
                  <a:lnTo>
                    <a:pt x="0" y="791210"/>
                  </a:lnTo>
                  <a:lnTo>
                    <a:pt x="7620" y="791210"/>
                  </a:lnTo>
                  <a:lnTo>
                    <a:pt x="7620" y="787527"/>
                  </a:lnTo>
                  <a:close/>
                </a:path>
                <a:path w="7620" h="791210">
                  <a:moveTo>
                    <a:pt x="7620" y="781177"/>
                  </a:moveTo>
                  <a:lnTo>
                    <a:pt x="0" y="781177"/>
                  </a:lnTo>
                  <a:lnTo>
                    <a:pt x="0" y="787400"/>
                  </a:lnTo>
                  <a:lnTo>
                    <a:pt x="7620" y="787400"/>
                  </a:lnTo>
                  <a:lnTo>
                    <a:pt x="7620" y="781177"/>
                  </a:lnTo>
                  <a:close/>
                </a:path>
                <a:path w="7620" h="791210">
                  <a:moveTo>
                    <a:pt x="7620" y="774827"/>
                  </a:moveTo>
                  <a:lnTo>
                    <a:pt x="0" y="774827"/>
                  </a:lnTo>
                  <a:lnTo>
                    <a:pt x="0" y="781050"/>
                  </a:lnTo>
                  <a:lnTo>
                    <a:pt x="7620" y="781050"/>
                  </a:lnTo>
                  <a:lnTo>
                    <a:pt x="7620" y="774827"/>
                  </a:lnTo>
                  <a:close/>
                </a:path>
                <a:path w="7620" h="791210">
                  <a:moveTo>
                    <a:pt x="7620" y="768477"/>
                  </a:moveTo>
                  <a:lnTo>
                    <a:pt x="0" y="768477"/>
                  </a:lnTo>
                  <a:lnTo>
                    <a:pt x="0" y="774700"/>
                  </a:lnTo>
                  <a:lnTo>
                    <a:pt x="7620" y="774700"/>
                  </a:lnTo>
                  <a:lnTo>
                    <a:pt x="7620" y="768477"/>
                  </a:lnTo>
                  <a:close/>
                </a:path>
                <a:path w="7620" h="791210">
                  <a:moveTo>
                    <a:pt x="7620" y="762127"/>
                  </a:moveTo>
                  <a:lnTo>
                    <a:pt x="0" y="762127"/>
                  </a:lnTo>
                  <a:lnTo>
                    <a:pt x="0" y="768350"/>
                  </a:lnTo>
                  <a:lnTo>
                    <a:pt x="7620" y="768350"/>
                  </a:lnTo>
                  <a:lnTo>
                    <a:pt x="7620" y="762127"/>
                  </a:lnTo>
                  <a:close/>
                </a:path>
                <a:path w="7620" h="791210">
                  <a:moveTo>
                    <a:pt x="7620" y="755777"/>
                  </a:moveTo>
                  <a:lnTo>
                    <a:pt x="0" y="755777"/>
                  </a:lnTo>
                  <a:lnTo>
                    <a:pt x="0" y="762000"/>
                  </a:lnTo>
                  <a:lnTo>
                    <a:pt x="7620" y="762000"/>
                  </a:lnTo>
                  <a:lnTo>
                    <a:pt x="7620" y="755777"/>
                  </a:lnTo>
                  <a:close/>
                </a:path>
                <a:path w="7620" h="791210">
                  <a:moveTo>
                    <a:pt x="7620" y="749427"/>
                  </a:moveTo>
                  <a:lnTo>
                    <a:pt x="0" y="749427"/>
                  </a:lnTo>
                  <a:lnTo>
                    <a:pt x="0" y="755650"/>
                  </a:lnTo>
                  <a:lnTo>
                    <a:pt x="7620" y="755650"/>
                  </a:lnTo>
                  <a:lnTo>
                    <a:pt x="7620" y="749427"/>
                  </a:lnTo>
                  <a:close/>
                </a:path>
                <a:path w="7620" h="791210">
                  <a:moveTo>
                    <a:pt x="7620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7620" y="749300"/>
                  </a:lnTo>
                  <a:lnTo>
                    <a:pt x="7620" y="743077"/>
                  </a:lnTo>
                  <a:close/>
                </a:path>
                <a:path w="7620" h="791210">
                  <a:moveTo>
                    <a:pt x="7620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7620" y="742950"/>
                  </a:lnTo>
                  <a:lnTo>
                    <a:pt x="7620" y="736727"/>
                  </a:lnTo>
                  <a:close/>
                </a:path>
                <a:path w="7620" h="791210">
                  <a:moveTo>
                    <a:pt x="7620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7620" y="736600"/>
                  </a:lnTo>
                  <a:lnTo>
                    <a:pt x="7620" y="730377"/>
                  </a:lnTo>
                  <a:close/>
                </a:path>
                <a:path w="7620" h="791210">
                  <a:moveTo>
                    <a:pt x="7620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7620" y="730250"/>
                  </a:lnTo>
                  <a:lnTo>
                    <a:pt x="7620" y="724027"/>
                  </a:lnTo>
                  <a:close/>
                </a:path>
                <a:path w="7620" h="791210">
                  <a:moveTo>
                    <a:pt x="7620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7620" y="723900"/>
                  </a:lnTo>
                  <a:lnTo>
                    <a:pt x="7620" y="717677"/>
                  </a:lnTo>
                  <a:close/>
                </a:path>
                <a:path w="7620" h="791210">
                  <a:moveTo>
                    <a:pt x="7620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7620" y="717550"/>
                  </a:lnTo>
                  <a:lnTo>
                    <a:pt x="7620" y="711327"/>
                  </a:lnTo>
                  <a:close/>
                </a:path>
                <a:path w="7620" h="791210">
                  <a:moveTo>
                    <a:pt x="7620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7620" y="711200"/>
                  </a:lnTo>
                  <a:lnTo>
                    <a:pt x="7620" y="704977"/>
                  </a:lnTo>
                  <a:close/>
                </a:path>
                <a:path w="7620" h="791210">
                  <a:moveTo>
                    <a:pt x="7620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7620" y="704850"/>
                  </a:lnTo>
                  <a:lnTo>
                    <a:pt x="7620" y="698627"/>
                  </a:lnTo>
                  <a:close/>
                </a:path>
                <a:path w="7620" h="791210">
                  <a:moveTo>
                    <a:pt x="7620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7620" y="698500"/>
                  </a:lnTo>
                  <a:lnTo>
                    <a:pt x="7620" y="692277"/>
                  </a:lnTo>
                  <a:close/>
                </a:path>
                <a:path w="7620" h="791210">
                  <a:moveTo>
                    <a:pt x="7620" y="689737"/>
                  </a:moveTo>
                  <a:lnTo>
                    <a:pt x="0" y="689737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9737"/>
                  </a:lnTo>
                  <a:close/>
                </a:path>
              </a:pathLst>
            </a:custGeom>
            <a:solidFill>
              <a:srgbClr val="314F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0">
              <a:extLst>
                <a:ext uri="{FF2B5EF4-FFF2-40B4-BE49-F238E27FC236}">
                  <a16:creationId xmlns:a16="http://schemas.microsoft.com/office/drawing/2014/main" id="{93E6CFC7-A46F-EAFA-3992-5DA901F9AD9C}"/>
                </a:ext>
              </a:extLst>
            </p:cNvPr>
            <p:cNvSpPr/>
            <p:nvPr/>
          </p:nvSpPr>
          <p:spPr>
            <a:xfrm>
              <a:off x="7978630" y="2656601"/>
              <a:ext cx="0" cy="110489"/>
            </a:xfrm>
            <a:custGeom>
              <a:avLst/>
              <a:gdLst/>
              <a:ahLst/>
              <a:cxnLst/>
              <a:rect l="l" t="t" r="r" b="b"/>
              <a:pathLst>
                <a:path h="110489">
                  <a:moveTo>
                    <a:pt x="0" y="0"/>
                  </a:moveTo>
                  <a:lnTo>
                    <a:pt x="0" y="110362"/>
                  </a:lnTo>
                </a:path>
              </a:pathLst>
            </a:custGeom>
            <a:ln w="6350">
              <a:solidFill>
                <a:srgbClr val="335072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1">
              <a:extLst>
                <a:ext uri="{FF2B5EF4-FFF2-40B4-BE49-F238E27FC236}">
                  <a16:creationId xmlns:a16="http://schemas.microsoft.com/office/drawing/2014/main" id="{6D21A7DE-9BBF-0D26-B7CC-994E55B88F7F}"/>
                </a:ext>
              </a:extLst>
            </p:cNvPr>
            <p:cNvSpPr/>
            <p:nvPr/>
          </p:nvSpPr>
          <p:spPr>
            <a:xfrm>
              <a:off x="7975455" y="2766964"/>
              <a:ext cx="6350" cy="571500"/>
            </a:xfrm>
            <a:custGeom>
              <a:avLst/>
              <a:gdLst/>
              <a:ahLst/>
              <a:cxnLst/>
              <a:rect l="l" t="t" r="r" b="b"/>
              <a:pathLst>
                <a:path w="6350" h="571500">
                  <a:moveTo>
                    <a:pt x="635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6350" y="57149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35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2">
              <a:extLst>
                <a:ext uri="{FF2B5EF4-FFF2-40B4-BE49-F238E27FC236}">
                  <a16:creationId xmlns:a16="http://schemas.microsoft.com/office/drawing/2014/main" id="{5F5EF232-F680-1998-9B1D-AAD4923F02C2}"/>
                </a:ext>
              </a:extLst>
            </p:cNvPr>
            <p:cNvSpPr/>
            <p:nvPr/>
          </p:nvSpPr>
          <p:spPr>
            <a:xfrm>
              <a:off x="7978630" y="3338464"/>
              <a:ext cx="0" cy="107950"/>
            </a:xfrm>
            <a:custGeom>
              <a:avLst/>
              <a:gdLst/>
              <a:ahLst/>
              <a:cxnLst/>
              <a:rect l="l" t="t" r="r" b="b"/>
              <a:pathLst>
                <a:path h="107950">
                  <a:moveTo>
                    <a:pt x="0" y="0"/>
                  </a:moveTo>
                  <a:lnTo>
                    <a:pt x="0" y="107950"/>
                  </a:lnTo>
                </a:path>
              </a:pathLst>
            </a:custGeom>
            <a:ln w="6350">
              <a:solidFill>
                <a:srgbClr val="335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3">
              <a:extLst>
                <a:ext uri="{FF2B5EF4-FFF2-40B4-BE49-F238E27FC236}">
                  <a16:creationId xmlns:a16="http://schemas.microsoft.com/office/drawing/2014/main" id="{27CB9846-DF49-282A-6CBB-5F4F732E92D4}"/>
                </a:ext>
              </a:extLst>
            </p:cNvPr>
            <p:cNvSpPr/>
            <p:nvPr/>
          </p:nvSpPr>
          <p:spPr>
            <a:xfrm>
              <a:off x="7981805" y="2656601"/>
              <a:ext cx="7620" cy="789940"/>
            </a:xfrm>
            <a:custGeom>
              <a:avLst/>
              <a:gdLst/>
              <a:ahLst/>
              <a:cxnLst/>
              <a:rect l="l" t="t" r="r" b="b"/>
              <a:pathLst>
                <a:path w="7620" h="789939">
                  <a:moveTo>
                    <a:pt x="7619" y="100329"/>
                  </a:moveTo>
                  <a:lnTo>
                    <a:pt x="0" y="100329"/>
                  </a:lnTo>
                  <a:lnTo>
                    <a:pt x="0" y="110362"/>
                  </a:lnTo>
                  <a:lnTo>
                    <a:pt x="7619" y="110362"/>
                  </a:lnTo>
                  <a:lnTo>
                    <a:pt x="7619" y="100329"/>
                  </a:lnTo>
                  <a:close/>
                </a:path>
                <a:path w="7620" h="789939">
                  <a:moveTo>
                    <a:pt x="7619" y="93979"/>
                  </a:moveTo>
                  <a:lnTo>
                    <a:pt x="0" y="93979"/>
                  </a:lnTo>
                  <a:lnTo>
                    <a:pt x="0" y="100202"/>
                  </a:lnTo>
                  <a:lnTo>
                    <a:pt x="7619" y="100202"/>
                  </a:lnTo>
                  <a:lnTo>
                    <a:pt x="7619" y="93979"/>
                  </a:lnTo>
                  <a:close/>
                </a:path>
                <a:path w="7620" h="789939">
                  <a:moveTo>
                    <a:pt x="7619" y="90170"/>
                  </a:moveTo>
                  <a:lnTo>
                    <a:pt x="0" y="90170"/>
                  </a:lnTo>
                  <a:lnTo>
                    <a:pt x="0" y="93852"/>
                  </a:lnTo>
                  <a:lnTo>
                    <a:pt x="7619" y="93852"/>
                  </a:lnTo>
                  <a:lnTo>
                    <a:pt x="7619" y="90170"/>
                  </a:lnTo>
                  <a:close/>
                </a:path>
                <a:path w="7620" h="789939">
                  <a:moveTo>
                    <a:pt x="7619" y="87629"/>
                  </a:moveTo>
                  <a:lnTo>
                    <a:pt x="0" y="87629"/>
                  </a:lnTo>
                  <a:lnTo>
                    <a:pt x="0" y="90042"/>
                  </a:lnTo>
                  <a:lnTo>
                    <a:pt x="7619" y="90042"/>
                  </a:lnTo>
                  <a:lnTo>
                    <a:pt x="7619" y="87629"/>
                  </a:lnTo>
                  <a:close/>
                </a:path>
                <a:path w="7620" h="789939">
                  <a:moveTo>
                    <a:pt x="7619" y="83820"/>
                  </a:moveTo>
                  <a:lnTo>
                    <a:pt x="0" y="83820"/>
                  </a:lnTo>
                  <a:lnTo>
                    <a:pt x="0" y="87502"/>
                  </a:lnTo>
                  <a:lnTo>
                    <a:pt x="7619" y="87502"/>
                  </a:lnTo>
                  <a:lnTo>
                    <a:pt x="7619" y="83820"/>
                  </a:lnTo>
                  <a:close/>
                </a:path>
                <a:path w="7620" h="789939">
                  <a:moveTo>
                    <a:pt x="7619" y="81279"/>
                  </a:moveTo>
                  <a:lnTo>
                    <a:pt x="0" y="81279"/>
                  </a:lnTo>
                  <a:lnTo>
                    <a:pt x="0" y="83692"/>
                  </a:lnTo>
                  <a:lnTo>
                    <a:pt x="7619" y="83692"/>
                  </a:lnTo>
                  <a:lnTo>
                    <a:pt x="7619" y="81279"/>
                  </a:lnTo>
                  <a:close/>
                </a:path>
                <a:path w="7620" h="789939">
                  <a:moveTo>
                    <a:pt x="7619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7619" y="81152"/>
                  </a:lnTo>
                  <a:lnTo>
                    <a:pt x="7619" y="77470"/>
                  </a:lnTo>
                  <a:close/>
                </a:path>
                <a:path w="7620" h="789939">
                  <a:moveTo>
                    <a:pt x="7619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7619" y="77342"/>
                  </a:lnTo>
                  <a:lnTo>
                    <a:pt x="7619" y="74929"/>
                  </a:lnTo>
                  <a:close/>
                </a:path>
                <a:path w="7620" h="789939">
                  <a:moveTo>
                    <a:pt x="7619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7619" y="74802"/>
                  </a:lnTo>
                  <a:lnTo>
                    <a:pt x="7619" y="71120"/>
                  </a:lnTo>
                  <a:close/>
                </a:path>
                <a:path w="7620" h="789939">
                  <a:moveTo>
                    <a:pt x="7619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7619" y="70992"/>
                  </a:lnTo>
                  <a:lnTo>
                    <a:pt x="7619" y="68579"/>
                  </a:lnTo>
                  <a:close/>
                </a:path>
                <a:path w="7620" h="789939">
                  <a:moveTo>
                    <a:pt x="7619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19" y="68452"/>
                  </a:lnTo>
                  <a:lnTo>
                    <a:pt x="7619" y="64770"/>
                  </a:lnTo>
                  <a:close/>
                </a:path>
                <a:path w="7620" h="789939">
                  <a:moveTo>
                    <a:pt x="7619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19" y="64642"/>
                  </a:lnTo>
                  <a:lnTo>
                    <a:pt x="7619" y="62229"/>
                  </a:lnTo>
                  <a:close/>
                </a:path>
                <a:path w="7620" h="789939">
                  <a:moveTo>
                    <a:pt x="7619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19" y="62102"/>
                  </a:lnTo>
                  <a:lnTo>
                    <a:pt x="7619" y="58420"/>
                  </a:lnTo>
                  <a:close/>
                </a:path>
                <a:path w="7620" h="789939">
                  <a:moveTo>
                    <a:pt x="7619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19" y="58292"/>
                  </a:lnTo>
                  <a:lnTo>
                    <a:pt x="7619" y="55879"/>
                  </a:lnTo>
                  <a:close/>
                </a:path>
                <a:path w="7620" h="789939">
                  <a:moveTo>
                    <a:pt x="7619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19" y="55752"/>
                  </a:lnTo>
                  <a:lnTo>
                    <a:pt x="7619" y="52070"/>
                  </a:lnTo>
                  <a:close/>
                </a:path>
                <a:path w="7620" h="789939">
                  <a:moveTo>
                    <a:pt x="7619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19" y="51942"/>
                  </a:lnTo>
                  <a:lnTo>
                    <a:pt x="7619" y="49529"/>
                  </a:lnTo>
                  <a:close/>
                </a:path>
                <a:path w="7620" h="789939">
                  <a:moveTo>
                    <a:pt x="7619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19" y="49402"/>
                  </a:lnTo>
                  <a:lnTo>
                    <a:pt x="7619" y="45720"/>
                  </a:lnTo>
                  <a:close/>
                </a:path>
                <a:path w="7620" h="789939">
                  <a:moveTo>
                    <a:pt x="7619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19" y="45592"/>
                  </a:lnTo>
                  <a:lnTo>
                    <a:pt x="7619" y="43179"/>
                  </a:lnTo>
                  <a:close/>
                </a:path>
                <a:path w="7620" h="789939">
                  <a:moveTo>
                    <a:pt x="7619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19" y="43052"/>
                  </a:lnTo>
                  <a:lnTo>
                    <a:pt x="7619" y="39370"/>
                  </a:lnTo>
                  <a:close/>
                </a:path>
                <a:path w="7620" h="789939">
                  <a:moveTo>
                    <a:pt x="7619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19" y="39242"/>
                  </a:lnTo>
                  <a:lnTo>
                    <a:pt x="7619" y="36829"/>
                  </a:lnTo>
                  <a:close/>
                </a:path>
                <a:path w="7620" h="789939">
                  <a:moveTo>
                    <a:pt x="7619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19" y="36702"/>
                  </a:lnTo>
                  <a:lnTo>
                    <a:pt x="7619" y="33020"/>
                  </a:lnTo>
                  <a:close/>
                </a:path>
                <a:path w="7620" h="789939">
                  <a:moveTo>
                    <a:pt x="7619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19" y="32892"/>
                  </a:lnTo>
                  <a:lnTo>
                    <a:pt x="7619" y="30479"/>
                  </a:lnTo>
                  <a:close/>
                </a:path>
                <a:path w="7620" h="789939">
                  <a:moveTo>
                    <a:pt x="7619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19" y="30352"/>
                  </a:lnTo>
                  <a:lnTo>
                    <a:pt x="7619" y="26670"/>
                  </a:lnTo>
                  <a:close/>
                </a:path>
                <a:path w="7620" h="789939">
                  <a:moveTo>
                    <a:pt x="7619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19" y="26542"/>
                  </a:lnTo>
                  <a:lnTo>
                    <a:pt x="7619" y="24129"/>
                  </a:lnTo>
                  <a:close/>
                </a:path>
                <a:path w="7620" h="789939">
                  <a:moveTo>
                    <a:pt x="7619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19" y="24002"/>
                  </a:lnTo>
                  <a:lnTo>
                    <a:pt x="7619" y="20320"/>
                  </a:lnTo>
                  <a:close/>
                </a:path>
                <a:path w="7620" h="789939">
                  <a:moveTo>
                    <a:pt x="7619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19" y="20192"/>
                  </a:lnTo>
                  <a:lnTo>
                    <a:pt x="7619" y="17779"/>
                  </a:lnTo>
                  <a:close/>
                </a:path>
                <a:path w="7620" h="789939">
                  <a:moveTo>
                    <a:pt x="7619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19" y="17652"/>
                  </a:lnTo>
                  <a:lnTo>
                    <a:pt x="7619" y="13970"/>
                  </a:lnTo>
                  <a:close/>
                </a:path>
                <a:path w="7620" h="789939">
                  <a:moveTo>
                    <a:pt x="7619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11429"/>
                  </a:lnTo>
                  <a:close/>
                </a:path>
                <a:path w="7620" h="789939">
                  <a:moveTo>
                    <a:pt x="7619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19" y="11302"/>
                  </a:lnTo>
                  <a:lnTo>
                    <a:pt x="7619" y="7620"/>
                  </a:lnTo>
                  <a:close/>
                </a:path>
                <a:path w="7620" h="789939">
                  <a:moveTo>
                    <a:pt x="7619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5079"/>
                  </a:lnTo>
                  <a:close/>
                </a:path>
                <a:path w="7620" h="789939">
                  <a:moveTo>
                    <a:pt x="7619" y="1142"/>
                  </a:moveTo>
                  <a:lnTo>
                    <a:pt x="3809" y="1142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7619" y="4952"/>
                  </a:lnTo>
                  <a:lnTo>
                    <a:pt x="7619" y="1142"/>
                  </a:lnTo>
                  <a:close/>
                </a:path>
                <a:path w="7620" h="789939">
                  <a:moveTo>
                    <a:pt x="3809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3809" y="1142"/>
                  </a:lnTo>
                  <a:lnTo>
                    <a:pt x="3809" y="0"/>
                  </a:lnTo>
                  <a:close/>
                </a:path>
                <a:path w="7620" h="789939">
                  <a:moveTo>
                    <a:pt x="7619" y="110363"/>
                  </a:moveTo>
                  <a:lnTo>
                    <a:pt x="0" y="110363"/>
                  </a:lnTo>
                  <a:lnTo>
                    <a:pt x="0" y="681863"/>
                  </a:lnTo>
                  <a:lnTo>
                    <a:pt x="7619" y="681863"/>
                  </a:lnTo>
                  <a:lnTo>
                    <a:pt x="7619" y="110363"/>
                  </a:lnTo>
                  <a:close/>
                </a:path>
                <a:path w="7620" h="789939">
                  <a:moveTo>
                    <a:pt x="7619" y="681863"/>
                  </a:moveTo>
                  <a:lnTo>
                    <a:pt x="0" y="681863"/>
                  </a:lnTo>
                  <a:lnTo>
                    <a:pt x="0" y="688213"/>
                  </a:lnTo>
                  <a:lnTo>
                    <a:pt x="7619" y="688213"/>
                  </a:lnTo>
                  <a:lnTo>
                    <a:pt x="7619" y="681863"/>
                  </a:lnTo>
                  <a:close/>
                </a:path>
                <a:path w="7620" h="789939">
                  <a:moveTo>
                    <a:pt x="7619" y="786130"/>
                  </a:moveTo>
                  <a:lnTo>
                    <a:pt x="0" y="786130"/>
                  </a:lnTo>
                  <a:lnTo>
                    <a:pt x="0" y="789813"/>
                  </a:lnTo>
                  <a:lnTo>
                    <a:pt x="3809" y="789813"/>
                  </a:lnTo>
                  <a:lnTo>
                    <a:pt x="3809" y="788543"/>
                  </a:lnTo>
                  <a:lnTo>
                    <a:pt x="7619" y="788543"/>
                  </a:lnTo>
                  <a:lnTo>
                    <a:pt x="7619" y="786130"/>
                  </a:lnTo>
                  <a:close/>
                </a:path>
                <a:path w="7620" h="789939">
                  <a:moveTo>
                    <a:pt x="7619" y="779780"/>
                  </a:moveTo>
                  <a:lnTo>
                    <a:pt x="0" y="779780"/>
                  </a:lnTo>
                  <a:lnTo>
                    <a:pt x="0" y="786003"/>
                  </a:lnTo>
                  <a:lnTo>
                    <a:pt x="7619" y="786003"/>
                  </a:lnTo>
                  <a:lnTo>
                    <a:pt x="7619" y="779780"/>
                  </a:lnTo>
                  <a:close/>
                </a:path>
                <a:path w="7620" h="789939">
                  <a:moveTo>
                    <a:pt x="7619" y="773430"/>
                  </a:moveTo>
                  <a:lnTo>
                    <a:pt x="0" y="773430"/>
                  </a:lnTo>
                  <a:lnTo>
                    <a:pt x="0" y="779653"/>
                  </a:lnTo>
                  <a:lnTo>
                    <a:pt x="7619" y="779653"/>
                  </a:lnTo>
                  <a:lnTo>
                    <a:pt x="7619" y="773430"/>
                  </a:lnTo>
                  <a:close/>
                </a:path>
                <a:path w="7620" h="789939">
                  <a:moveTo>
                    <a:pt x="7619" y="767080"/>
                  </a:moveTo>
                  <a:lnTo>
                    <a:pt x="0" y="767080"/>
                  </a:lnTo>
                  <a:lnTo>
                    <a:pt x="0" y="773303"/>
                  </a:lnTo>
                  <a:lnTo>
                    <a:pt x="7619" y="773303"/>
                  </a:lnTo>
                  <a:lnTo>
                    <a:pt x="7619" y="767080"/>
                  </a:lnTo>
                  <a:close/>
                </a:path>
                <a:path w="7620" h="789939">
                  <a:moveTo>
                    <a:pt x="7619" y="760730"/>
                  </a:moveTo>
                  <a:lnTo>
                    <a:pt x="0" y="760730"/>
                  </a:lnTo>
                  <a:lnTo>
                    <a:pt x="0" y="766953"/>
                  </a:lnTo>
                  <a:lnTo>
                    <a:pt x="7619" y="766953"/>
                  </a:lnTo>
                  <a:lnTo>
                    <a:pt x="7619" y="760730"/>
                  </a:lnTo>
                  <a:close/>
                </a:path>
                <a:path w="7620" h="789939">
                  <a:moveTo>
                    <a:pt x="7619" y="754380"/>
                  </a:moveTo>
                  <a:lnTo>
                    <a:pt x="0" y="754380"/>
                  </a:lnTo>
                  <a:lnTo>
                    <a:pt x="0" y="760603"/>
                  </a:lnTo>
                  <a:lnTo>
                    <a:pt x="7619" y="760603"/>
                  </a:lnTo>
                  <a:lnTo>
                    <a:pt x="7619" y="754380"/>
                  </a:lnTo>
                  <a:close/>
                </a:path>
                <a:path w="7620" h="789939">
                  <a:moveTo>
                    <a:pt x="7619" y="748030"/>
                  </a:moveTo>
                  <a:lnTo>
                    <a:pt x="0" y="748030"/>
                  </a:lnTo>
                  <a:lnTo>
                    <a:pt x="0" y="754253"/>
                  </a:lnTo>
                  <a:lnTo>
                    <a:pt x="7619" y="754253"/>
                  </a:lnTo>
                  <a:lnTo>
                    <a:pt x="7619" y="748030"/>
                  </a:lnTo>
                  <a:close/>
                </a:path>
                <a:path w="7620" h="789939">
                  <a:moveTo>
                    <a:pt x="7619" y="741680"/>
                  </a:moveTo>
                  <a:lnTo>
                    <a:pt x="0" y="741680"/>
                  </a:lnTo>
                  <a:lnTo>
                    <a:pt x="0" y="747903"/>
                  </a:lnTo>
                  <a:lnTo>
                    <a:pt x="7619" y="747903"/>
                  </a:lnTo>
                  <a:lnTo>
                    <a:pt x="7619" y="741680"/>
                  </a:lnTo>
                  <a:close/>
                </a:path>
                <a:path w="7620" h="789939">
                  <a:moveTo>
                    <a:pt x="7619" y="735330"/>
                  </a:moveTo>
                  <a:lnTo>
                    <a:pt x="0" y="735330"/>
                  </a:lnTo>
                  <a:lnTo>
                    <a:pt x="0" y="741553"/>
                  </a:lnTo>
                  <a:lnTo>
                    <a:pt x="7619" y="741553"/>
                  </a:lnTo>
                  <a:lnTo>
                    <a:pt x="7619" y="735330"/>
                  </a:lnTo>
                  <a:close/>
                </a:path>
                <a:path w="7620" h="789939">
                  <a:moveTo>
                    <a:pt x="7619" y="728980"/>
                  </a:moveTo>
                  <a:lnTo>
                    <a:pt x="0" y="728980"/>
                  </a:lnTo>
                  <a:lnTo>
                    <a:pt x="0" y="735203"/>
                  </a:lnTo>
                  <a:lnTo>
                    <a:pt x="7619" y="735203"/>
                  </a:lnTo>
                  <a:lnTo>
                    <a:pt x="7619" y="728980"/>
                  </a:lnTo>
                  <a:close/>
                </a:path>
                <a:path w="7620" h="789939">
                  <a:moveTo>
                    <a:pt x="7619" y="722630"/>
                  </a:moveTo>
                  <a:lnTo>
                    <a:pt x="0" y="722630"/>
                  </a:lnTo>
                  <a:lnTo>
                    <a:pt x="0" y="728853"/>
                  </a:lnTo>
                  <a:lnTo>
                    <a:pt x="7619" y="728853"/>
                  </a:lnTo>
                  <a:lnTo>
                    <a:pt x="7619" y="722630"/>
                  </a:lnTo>
                  <a:close/>
                </a:path>
                <a:path w="7620" h="789939">
                  <a:moveTo>
                    <a:pt x="7619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7619" y="722503"/>
                  </a:lnTo>
                  <a:lnTo>
                    <a:pt x="7619" y="716280"/>
                  </a:lnTo>
                  <a:close/>
                </a:path>
                <a:path w="7620" h="789939">
                  <a:moveTo>
                    <a:pt x="7619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7619" y="716153"/>
                  </a:lnTo>
                  <a:lnTo>
                    <a:pt x="7619" y="709930"/>
                  </a:lnTo>
                  <a:close/>
                </a:path>
                <a:path w="7620" h="789939">
                  <a:moveTo>
                    <a:pt x="7619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7619" y="709803"/>
                  </a:lnTo>
                  <a:lnTo>
                    <a:pt x="7619" y="703580"/>
                  </a:lnTo>
                  <a:close/>
                </a:path>
                <a:path w="7620" h="789939">
                  <a:moveTo>
                    <a:pt x="7619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19" y="703453"/>
                  </a:lnTo>
                  <a:lnTo>
                    <a:pt x="7619" y="697230"/>
                  </a:lnTo>
                  <a:close/>
                </a:path>
                <a:path w="7620" h="789939">
                  <a:moveTo>
                    <a:pt x="7619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19" y="697103"/>
                  </a:lnTo>
                  <a:lnTo>
                    <a:pt x="7619" y="690880"/>
                  </a:lnTo>
                  <a:close/>
                </a:path>
                <a:path w="7620" h="789939">
                  <a:moveTo>
                    <a:pt x="7619" y="688340"/>
                  </a:moveTo>
                  <a:lnTo>
                    <a:pt x="0" y="688340"/>
                  </a:lnTo>
                  <a:lnTo>
                    <a:pt x="0" y="690753"/>
                  </a:lnTo>
                  <a:lnTo>
                    <a:pt x="7619" y="690753"/>
                  </a:lnTo>
                  <a:lnTo>
                    <a:pt x="7619" y="688340"/>
                  </a:lnTo>
                  <a:close/>
                </a:path>
              </a:pathLst>
            </a:custGeom>
            <a:solidFill>
              <a:srgbClr val="335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4">
              <a:extLst>
                <a:ext uri="{FF2B5EF4-FFF2-40B4-BE49-F238E27FC236}">
                  <a16:creationId xmlns:a16="http://schemas.microsoft.com/office/drawing/2014/main" id="{03FE9F76-B4FD-2986-06C9-74624D0E0F2D}"/>
                </a:ext>
              </a:extLst>
            </p:cNvPr>
            <p:cNvSpPr/>
            <p:nvPr/>
          </p:nvSpPr>
          <p:spPr>
            <a:xfrm>
              <a:off x="7993235" y="2657744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19">
                  <a:moveTo>
                    <a:pt x="0" y="0"/>
                  </a:moveTo>
                  <a:lnTo>
                    <a:pt x="0" y="109220"/>
                  </a:lnTo>
                </a:path>
              </a:pathLst>
            </a:custGeom>
            <a:ln w="7620">
              <a:solidFill>
                <a:srgbClr val="33527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5">
              <a:extLst>
                <a:ext uri="{FF2B5EF4-FFF2-40B4-BE49-F238E27FC236}">
                  <a16:creationId xmlns:a16="http://schemas.microsoft.com/office/drawing/2014/main" id="{F44CE153-8B2F-DFBE-FC74-B6078A78A853}"/>
                </a:ext>
              </a:extLst>
            </p:cNvPr>
            <p:cNvSpPr/>
            <p:nvPr/>
          </p:nvSpPr>
          <p:spPr>
            <a:xfrm>
              <a:off x="798942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35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26">
              <a:extLst>
                <a:ext uri="{FF2B5EF4-FFF2-40B4-BE49-F238E27FC236}">
                  <a16:creationId xmlns:a16="http://schemas.microsoft.com/office/drawing/2014/main" id="{3508C6CE-BBB0-8CBC-E730-E90058C681D2}"/>
                </a:ext>
              </a:extLst>
            </p:cNvPr>
            <p:cNvSpPr/>
            <p:nvPr/>
          </p:nvSpPr>
          <p:spPr>
            <a:xfrm>
              <a:off x="7993235" y="3338464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h="106680">
                  <a:moveTo>
                    <a:pt x="0" y="0"/>
                  </a:moveTo>
                  <a:lnTo>
                    <a:pt x="0" y="106679"/>
                  </a:lnTo>
                </a:path>
              </a:pathLst>
            </a:custGeom>
            <a:ln w="7620">
              <a:solidFill>
                <a:srgbClr val="33527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27">
              <a:extLst>
                <a:ext uri="{FF2B5EF4-FFF2-40B4-BE49-F238E27FC236}">
                  <a16:creationId xmlns:a16="http://schemas.microsoft.com/office/drawing/2014/main" id="{83DC5787-E2ED-310C-24CF-59FF3F85A804}"/>
                </a:ext>
              </a:extLst>
            </p:cNvPr>
            <p:cNvSpPr/>
            <p:nvPr/>
          </p:nvSpPr>
          <p:spPr>
            <a:xfrm>
              <a:off x="7997044" y="2657744"/>
              <a:ext cx="6350" cy="787400"/>
            </a:xfrm>
            <a:custGeom>
              <a:avLst/>
              <a:gdLst/>
              <a:ahLst/>
              <a:cxnLst/>
              <a:rect l="l" t="t" r="r" b="b"/>
              <a:pathLst>
                <a:path w="6350" h="787400">
                  <a:moveTo>
                    <a:pt x="6350" y="99187"/>
                  </a:moveTo>
                  <a:lnTo>
                    <a:pt x="0" y="99187"/>
                  </a:lnTo>
                  <a:lnTo>
                    <a:pt x="0" y="109220"/>
                  </a:lnTo>
                  <a:lnTo>
                    <a:pt x="6350" y="109220"/>
                  </a:lnTo>
                  <a:lnTo>
                    <a:pt x="6350" y="99187"/>
                  </a:lnTo>
                  <a:close/>
                </a:path>
                <a:path w="6350" h="787400">
                  <a:moveTo>
                    <a:pt x="6350" y="92837"/>
                  </a:moveTo>
                  <a:lnTo>
                    <a:pt x="0" y="92837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2837"/>
                  </a:lnTo>
                  <a:close/>
                </a:path>
                <a:path w="6350" h="787400">
                  <a:moveTo>
                    <a:pt x="6350" y="89027"/>
                  </a:moveTo>
                  <a:lnTo>
                    <a:pt x="0" y="89027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89027"/>
                  </a:lnTo>
                  <a:close/>
                </a:path>
                <a:path w="6350" h="787400">
                  <a:moveTo>
                    <a:pt x="6350" y="86487"/>
                  </a:moveTo>
                  <a:lnTo>
                    <a:pt x="0" y="86487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487"/>
                  </a:lnTo>
                  <a:close/>
                </a:path>
                <a:path w="6350" h="787400">
                  <a:moveTo>
                    <a:pt x="635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2677"/>
                  </a:lnTo>
                  <a:close/>
                </a:path>
                <a:path w="6350" h="787400">
                  <a:moveTo>
                    <a:pt x="635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137"/>
                  </a:lnTo>
                  <a:close/>
                </a:path>
                <a:path w="6350" h="787400">
                  <a:moveTo>
                    <a:pt x="635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6327"/>
                  </a:lnTo>
                  <a:close/>
                </a:path>
                <a:path w="6350" h="787400">
                  <a:moveTo>
                    <a:pt x="635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787"/>
                  </a:lnTo>
                  <a:close/>
                </a:path>
                <a:path w="6350" h="787400">
                  <a:moveTo>
                    <a:pt x="635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69977"/>
                  </a:lnTo>
                  <a:close/>
                </a:path>
                <a:path w="6350" h="787400">
                  <a:moveTo>
                    <a:pt x="635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437"/>
                  </a:lnTo>
                  <a:close/>
                </a:path>
                <a:path w="6350" h="787400">
                  <a:moveTo>
                    <a:pt x="635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3627"/>
                  </a:lnTo>
                  <a:close/>
                </a:path>
                <a:path w="6350" h="787400">
                  <a:moveTo>
                    <a:pt x="635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1087"/>
                  </a:lnTo>
                  <a:close/>
                </a:path>
                <a:path w="6350" h="787400">
                  <a:moveTo>
                    <a:pt x="635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7277"/>
                  </a:lnTo>
                  <a:close/>
                </a:path>
                <a:path w="6350" h="787400">
                  <a:moveTo>
                    <a:pt x="635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737"/>
                  </a:lnTo>
                  <a:close/>
                </a:path>
                <a:path w="6350" h="787400">
                  <a:moveTo>
                    <a:pt x="635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0927"/>
                  </a:lnTo>
                  <a:close/>
                </a:path>
                <a:path w="6350" h="787400">
                  <a:moveTo>
                    <a:pt x="635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387"/>
                  </a:lnTo>
                  <a:close/>
                </a:path>
                <a:path w="6350" h="787400">
                  <a:moveTo>
                    <a:pt x="635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4577"/>
                  </a:lnTo>
                  <a:close/>
                </a:path>
                <a:path w="6350" h="787400">
                  <a:moveTo>
                    <a:pt x="635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2037"/>
                  </a:lnTo>
                  <a:close/>
                </a:path>
                <a:path w="6350" h="787400">
                  <a:moveTo>
                    <a:pt x="635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8227"/>
                  </a:lnTo>
                  <a:close/>
                </a:path>
                <a:path w="6350" h="787400">
                  <a:moveTo>
                    <a:pt x="635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687"/>
                  </a:lnTo>
                  <a:close/>
                </a:path>
                <a:path w="6350" h="787400">
                  <a:moveTo>
                    <a:pt x="635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1877"/>
                  </a:lnTo>
                  <a:close/>
                </a:path>
                <a:path w="6350" h="787400">
                  <a:moveTo>
                    <a:pt x="635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337"/>
                  </a:lnTo>
                  <a:close/>
                </a:path>
                <a:path w="6350" h="787400">
                  <a:moveTo>
                    <a:pt x="635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5527"/>
                  </a:lnTo>
                  <a:close/>
                </a:path>
                <a:path w="6350" h="787400">
                  <a:moveTo>
                    <a:pt x="635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987"/>
                  </a:lnTo>
                  <a:close/>
                </a:path>
                <a:path w="6350" h="787400">
                  <a:moveTo>
                    <a:pt x="635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19177"/>
                  </a:lnTo>
                  <a:close/>
                </a:path>
                <a:path w="6350" h="787400">
                  <a:moveTo>
                    <a:pt x="635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637"/>
                  </a:lnTo>
                  <a:close/>
                </a:path>
                <a:path w="6350" h="787400">
                  <a:moveTo>
                    <a:pt x="635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2827"/>
                  </a:lnTo>
                  <a:close/>
                </a:path>
                <a:path w="6350" h="787400">
                  <a:moveTo>
                    <a:pt x="635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287"/>
                  </a:lnTo>
                  <a:close/>
                </a:path>
                <a:path w="6350" h="787400">
                  <a:moveTo>
                    <a:pt x="635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6477"/>
                  </a:lnTo>
                  <a:close/>
                </a:path>
                <a:path w="6350" h="787400">
                  <a:moveTo>
                    <a:pt x="635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937"/>
                  </a:lnTo>
                  <a:close/>
                </a:path>
                <a:path w="6350" h="78740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6350" h="787400">
                  <a:moveTo>
                    <a:pt x="6350" y="109220"/>
                  </a:moveTo>
                  <a:lnTo>
                    <a:pt x="0" y="109220"/>
                  </a:lnTo>
                  <a:lnTo>
                    <a:pt x="0" y="680720"/>
                  </a:lnTo>
                  <a:lnTo>
                    <a:pt x="6350" y="680720"/>
                  </a:lnTo>
                  <a:lnTo>
                    <a:pt x="6350" y="109220"/>
                  </a:lnTo>
                  <a:close/>
                </a:path>
                <a:path w="6350" h="787400">
                  <a:moveTo>
                    <a:pt x="6350" y="680720"/>
                  </a:moveTo>
                  <a:lnTo>
                    <a:pt x="0" y="680720"/>
                  </a:lnTo>
                  <a:lnTo>
                    <a:pt x="0" y="687070"/>
                  </a:lnTo>
                  <a:lnTo>
                    <a:pt x="6350" y="687070"/>
                  </a:lnTo>
                  <a:lnTo>
                    <a:pt x="6350" y="680720"/>
                  </a:lnTo>
                  <a:close/>
                </a:path>
                <a:path w="6350" h="787400">
                  <a:moveTo>
                    <a:pt x="6350" y="784987"/>
                  </a:moveTo>
                  <a:lnTo>
                    <a:pt x="0" y="784987"/>
                  </a:lnTo>
                  <a:lnTo>
                    <a:pt x="0" y="787400"/>
                  </a:lnTo>
                  <a:lnTo>
                    <a:pt x="1270" y="787400"/>
                  </a:lnTo>
                  <a:lnTo>
                    <a:pt x="1270" y="786130"/>
                  </a:lnTo>
                  <a:lnTo>
                    <a:pt x="6350" y="786130"/>
                  </a:lnTo>
                  <a:lnTo>
                    <a:pt x="6350" y="784987"/>
                  </a:lnTo>
                  <a:close/>
                </a:path>
                <a:path w="6350" h="787400">
                  <a:moveTo>
                    <a:pt x="6350" y="778637"/>
                  </a:moveTo>
                  <a:lnTo>
                    <a:pt x="0" y="778637"/>
                  </a:lnTo>
                  <a:lnTo>
                    <a:pt x="0" y="784860"/>
                  </a:lnTo>
                  <a:lnTo>
                    <a:pt x="6350" y="784860"/>
                  </a:lnTo>
                  <a:lnTo>
                    <a:pt x="6350" y="778637"/>
                  </a:lnTo>
                  <a:close/>
                </a:path>
                <a:path w="6350" h="787400">
                  <a:moveTo>
                    <a:pt x="6350" y="772287"/>
                  </a:moveTo>
                  <a:lnTo>
                    <a:pt x="0" y="772287"/>
                  </a:lnTo>
                  <a:lnTo>
                    <a:pt x="0" y="778510"/>
                  </a:lnTo>
                  <a:lnTo>
                    <a:pt x="6350" y="778510"/>
                  </a:lnTo>
                  <a:lnTo>
                    <a:pt x="6350" y="772287"/>
                  </a:lnTo>
                  <a:close/>
                </a:path>
                <a:path w="6350" h="787400">
                  <a:moveTo>
                    <a:pt x="6350" y="765937"/>
                  </a:moveTo>
                  <a:lnTo>
                    <a:pt x="0" y="765937"/>
                  </a:lnTo>
                  <a:lnTo>
                    <a:pt x="0" y="772160"/>
                  </a:lnTo>
                  <a:lnTo>
                    <a:pt x="6350" y="772160"/>
                  </a:lnTo>
                  <a:lnTo>
                    <a:pt x="6350" y="765937"/>
                  </a:lnTo>
                  <a:close/>
                </a:path>
                <a:path w="6350" h="787400">
                  <a:moveTo>
                    <a:pt x="6350" y="759587"/>
                  </a:moveTo>
                  <a:lnTo>
                    <a:pt x="0" y="759587"/>
                  </a:lnTo>
                  <a:lnTo>
                    <a:pt x="0" y="765810"/>
                  </a:lnTo>
                  <a:lnTo>
                    <a:pt x="6350" y="765810"/>
                  </a:lnTo>
                  <a:lnTo>
                    <a:pt x="6350" y="759587"/>
                  </a:lnTo>
                  <a:close/>
                </a:path>
                <a:path w="6350" h="787400">
                  <a:moveTo>
                    <a:pt x="6350" y="753237"/>
                  </a:moveTo>
                  <a:lnTo>
                    <a:pt x="0" y="753237"/>
                  </a:lnTo>
                  <a:lnTo>
                    <a:pt x="0" y="759460"/>
                  </a:lnTo>
                  <a:lnTo>
                    <a:pt x="6350" y="759460"/>
                  </a:lnTo>
                  <a:lnTo>
                    <a:pt x="6350" y="753237"/>
                  </a:lnTo>
                  <a:close/>
                </a:path>
                <a:path w="6350" h="787400">
                  <a:moveTo>
                    <a:pt x="6350" y="746887"/>
                  </a:moveTo>
                  <a:lnTo>
                    <a:pt x="0" y="746887"/>
                  </a:lnTo>
                  <a:lnTo>
                    <a:pt x="0" y="753110"/>
                  </a:lnTo>
                  <a:lnTo>
                    <a:pt x="6350" y="753110"/>
                  </a:lnTo>
                  <a:lnTo>
                    <a:pt x="6350" y="746887"/>
                  </a:lnTo>
                  <a:close/>
                </a:path>
                <a:path w="6350" h="787400">
                  <a:moveTo>
                    <a:pt x="6350" y="740537"/>
                  </a:moveTo>
                  <a:lnTo>
                    <a:pt x="0" y="740537"/>
                  </a:lnTo>
                  <a:lnTo>
                    <a:pt x="0" y="746760"/>
                  </a:lnTo>
                  <a:lnTo>
                    <a:pt x="6350" y="746760"/>
                  </a:lnTo>
                  <a:lnTo>
                    <a:pt x="6350" y="740537"/>
                  </a:lnTo>
                  <a:close/>
                </a:path>
                <a:path w="6350" h="787400">
                  <a:moveTo>
                    <a:pt x="6350" y="734187"/>
                  </a:moveTo>
                  <a:lnTo>
                    <a:pt x="0" y="734187"/>
                  </a:lnTo>
                  <a:lnTo>
                    <a:pt x="0" y="740410"/>
                  </a:lnTo>
                  <a:lnTo>
                    <a:pt x="6350" y="740410"/>
                  </a:lnTo>
                  <a:lnTo>
                    <a:pt x="6350" y="734187"/>
                  </a:lnTo>
                  <a:close/>
                </a:path>
                <a:path w="6350" h="787400">
                  <a:moveTo>
                    <a:pt x="6350" y="727837"/>
                  </a:moveTo>
                  <a:lnTo>
                    <a:pt x="0" y="727837"/>
                  </a:lnTo>
                  <a:lnTo>
                    <a:pt x="0" y="734060"/>
                  </a:lnTo>
                  <a:lnTo>
                    <a:pt x="6350" y="734060"/>
                  </a:lnTo>
                  <a:lnTo>
                    <a:pt x="6350" y="727837"/>
                  </a:lnTo>
                  <a:close/>
                </a:path>
                <a:path w="6350" h="787400">
                  <a:moveTo>
                    <a:pt x="6350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6350" y="727710"/>
                  </a:lnTo>
                  <a:lnTo>
                    <a:pt x="6350" y="721487"/>
                  </a:lnTo>
                  <a:close/>
                </a:path>
                <a:path w="6350" h="787400">
                  <a:moveTo>
                    <a:pt x="6350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6350" y="721360"/>
                  </a:lnTo>
                  <a:lnTo>
                    <a:pt x="6350" y="715137"/>
                  </a:lnTo>
                  <a:close/>
                </a:path>
                <a:path w="6350" h="787400">
                  <a:moveTo>
                    <a:pt x="635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6350" y="715010"/>
                  </a:lnTo>
                  <a:lnTo>
                    <a:pt x="6350" y="708787"/>
                  </a:lnTo>
                  <a:close/>
                </a:path>
                <a:path w="6350" h="787400">
                  <a:moveTo>
                    <a:pt x="635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6350" y="708660"/>
                  </a:lnTo>
                  <a:lnTo>
                    <a:pt x="6350" y="702437"/>
                  </a:lnTo>
                  <a:close/>
                </a:path>
                <a:path w="6350" h="787400">
                  <a:moveTo>
                    <a:pt x="635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6350" y="702310"/>
                  </a:lnTo>
                  <a:lnTo>
                    <a:pt x="6350" y="696087"/>
                  </a:lnTo>
                  <a:close/>
                </a:path>
                <a:path w="6350" h="787400">
                  <a:moveTo>
                    <a:pt x="635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6350" y="695960"/>
                  </a:lnTo>
                  <a:lnTo>
                    <a:pt x="6350" y="689737"/>
                  </a:lnTo>
                  <a:close/>
                </a:path>
                <a:path w="6350" h="787400">
                  <a:moveTo>
                    <a:pt x="6350" y="687197"/>
                  </a:moveTo>
                  <a:lnTo>
                    <a:pt x="0" y="687197"/>
                  </a:lnTo>
                  <a:lnTo>
                    <a:pt x="0" y="689610"/>
                  </a:lnTo>
                  <a:lnTo>
                    <a:pt x="6350" y="689610"/>
                  </a:lnTo>
                  <a:lnTo>
                    <a:pt x="6350" y="687197"/>
                  </a:lnTo>
                  <a:close/>
                </a:path>
              </a:pathLst>
            </a:custGeom>
            <a:solidFill>
              <a:srgbClr val="345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28">
              <a:extLst>
                <a:ext uri="{FF2B5EF4-FFF2-40B4-BE49-F238E27FC236}">
                  <a16:creationId xmlns:a16="http://schemas.microsoft.com/office/drawing/2014/main" id="{C1B7D46C-ED7B-9C06-36B0-2EEC47F1D451}"/>
                </a:ext>
              </a:extLst>
            </p:cNvPr>
            <p:cNvSpPr/>
            <p:nvPr/>
          </p:nvSpPr>
          <p:spPr>
            <a:xfrm>
              <a:off x="8007205" y="2659014"/>
              <a:ext cx="0" cy="107950"/>
            </a:xfrm>
            <a:custGeom>
              <a:avLst/>
              <a:gdLst/>
              <a:ahLst/>
              <a:cxnLst/>
              <a:rect l="l" t="t" r="r" b="b"/>
              <a:pathLst>
                <a:path h="107950">
                  <a:moveTo>
                    <a:pt x="0" y="0"/>
                  </a:moveTo>
                  <a:lnTo>
                    <a:pt x="0" y="107950"/>
                  </a:lnTo>
                </a:path>
              </a:pathLst>
            </a:custGeom>
            <a:ln w="7620">
              <a:solidFill>
                <a:srgbClr val="3555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29">
              <a:extLst>
                <a:ext uri="{FF2B5EF4-FFF2-40B4-BE49-F238E27FC236}">
                  <a16:creationId xmlns:a16="http://schemas.microsoft.com/office/drawing/2014/main" id="{C7A861C7-4020-82BF-18C7-4E0F1751B724}"/>
                </a:ext>
              </a:extLst>
            </p:cNvPr>
            <p:cNvSpPr/>
            <p:nvPr/>
          </p:nvSpPr>
          <p:spPr>
            <a:xfrm>
              <a:off x="8003394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555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0">
              <a:extLst>
                <a:ext uri="{FF2B5EF4-FFF2-40B4-BE49-F238E27FC236}">
                  <a16:creationId xmlns:a16="http://schemas.microsoft.com/office/drawing/2014/main" id="{49B41DBE-69D1-2C38-F607-5BB30E4DB055}"/>
                </a:ext>
              </a:extLst>
            </p:cNvPr>
            <p:cNvSpPr/>
            <p:nvPr/>
          </p:nvSpPr>
          <p:spPr>
            <a:xfrm>
              <a:off x="8007205" y="333846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h="105410">
                  <a:moveTo>
                    <a:pt x="0" y="0"/>
                  </a:moveTo>
                  <a:lnTo>
                    <a:pt x="0" y="105409"/>
                  </a:lnTo>
                </a:path>
              </a:pathLst>
            </a:custGeom>
            <a:ln w="7620">
              <a:solidFill>
                <a:srgbClr val="3555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1">
              <a:extLst>
                <a:ext uri="{FF2B5EF4-FFF2-40B4-BE49-F238E27FC236}">
                  <a16:creationId xmlns:a16="http://schemas.microsoft.com/office/drawing/2014/main" id="{21F37718-D9A5-BAEC-EDEC-22EF9370C818}"/>
                </a:ext>
              </a:extLst>
            </p:cNvPr>
            <p:cNvSpPr/>
            <p:nvPr/>
          </p:nvSpPr>
          <p:spPr>
            <a:xfrm>
              <a:off x="8014824" y="2660411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h="106680">
                  <a:moveTo>
                    <a:pt x="0" y="0"/>
                  </a:moveTo>
                  <a:lnTo>
                    <a:pt x="0" y="106552"/>
                  </a:lnTo>
                </a:path>
              </a:pathLst>
            </a:custGeom>
            <a:ln w="7620">
              <a:solidFill>
                <a:srgbClr val="3656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2">
              <a:extLst>
                <a:ext uri="{FF2B5EF4-FFF2-40B4-BE49-F238E27FC236}">
                  <a16:creationId xmlns:a16="http://schemas.microsoft.com/office/drawing/2014/main" id="{3FA083F1-44D9-2D20-4495-2FDA00D1FD6E}"/>
                </a:ext>
              </a:extLst>
            </p:cNvPr>
            <p:cNvSpPr/>
            <p:nvPr/>
          </p:nvSpPr>
          <p:spPr>
            <a:xfrm>
              <a:off x="8011015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65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3">
              <a:extLst>
                <a:ext uri="{FF2B5EF4-FFF2-40B4-BE49-F238E27FC236}">
                  <a16:creationId xmlns:a16="http://schemas.microsoft.com/office/drawing/2014/main" id="{E0A72B4F-8E05-EF6B-2DD8-E56D2210FECD}"/>
                </a:ext>
              </a:extLst>
            </p:cNvPr>
            <p:cNvSpPr/>
            <p:nvPr/>
          </p:nvSpPr>
          <p:spPr>
            <a:xfrm>
              <a:off x="8014824" y="3338464"/>
              <a:ext cx="0" cy="104775"/>
            </a:xfrm>
            <a:custGeom>
              <a:avLst/>
              <a:gdLst/>
              <a:ahLst/>
              <a:cxnLst/>
              <a:rect l="l" t="t" r="r" b="b"/>
              <a:pathLst>
                <a:path h="104775">
                  <a:moveTo>
                    <a:pt x="0" y="0"/>
                  </a:moveTo>
                  <a:lnTo>
                    <a:pt x="0" y="104266"/>
                  </a:lnTo>
                </a:path>
              </a:pathLst>
            </a:custGeom>
            <a:ln w="7620">
              <a:solidFill>
                <a:srgbClr val="3656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4">
              <a:extLst>
                <a:ext uri="{FF2B5EF4-FFF2-40B4-BE49-F238E27FC236}">
                  <a16:creationId xmlns:a16="http://schemas.microsoft.com/office/drawing/2014/main" id="{EF758508-9464-2091-FDE8-90B723A09CC6}"/>
                </a:ext>
              </a:extLst>
            </p:cNvPr>
            <p:cNvSpPr/>
            <p:nvPr/>
          </p:nvSpPr>
          <p:spPr>
            <a:xfrm>
              <a:off x="8018635" y="2660411"/>
              <a:ext cx="6350" cy="782320"/>
            </a:xfrm>
            <a:custGeom>
              <a:avLst/>
              <a:gdLst/>
              <a:ahLst/>
              <a:cxnLst/>
              <a:rect l="l" t="t" r="r" b="b"/>
              <a:pathLst>
                <a:path w="6350" h="782319">
                  <a:moveTo>
                    <a:pt x="6350" y="96519"/>
                  </a:moveTo>
                  <a:lnTo>
                    <a:pt x="0" y="96519"/>
                  </a:lnTo>
                  <a:lnTo>
                    <a:pt x="0" y="106552"/>
                  </a:lnTo>
                  <a:lnTo>
                    <a:pt x="6350" y="106552"/>
                  </a:lnTo>
                  <a:lnTo>
                    <a:pt x="6350" y="96519"/>
                  </a:lnTo>
                  <a:close/>
                </a:path>
                <a:path w="6350" h="782319">
                  <a:moveTo>
                    <a:pt x="6350" y="90169"/>
                  </a:moveTo>
                  <a:lnTo>
                    <a:pt x="0" y="90169"/>
                  </a:lnTo>
                  <a:lnTo>
                    <a:pt x="0" y="96392"/>
                  </a:lnTo>
                  <a:lnTo>
                    <a:pt x="6350" y="96392"/>
                  </a:lnTo>
                  <a:lnTo>
                    <a:pt x="6350" y="90169"/>
                  </a:lnTo>
                  <a:close/>
                </a:path>
                <a:path w="6350" h="782319">
                  <a:moveTo>
                    <a:pt x="635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6350" y="90042"/>
                  </a:lnTo>
                  <a:lnTo>
                    <a:pt x="6350" y="86360"/>
                  </a:lnTo>
                  <a:close/>
                </a:path>
                <a:path w="6350" h="782319">
                  <a:moveTo>
                    <a:pt x="635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6350" y="86232"/>
                  </a:lnTo>
                  <a:lnTo>
                    <a:pt x="6350" y="83819"/>
                  </a:lnTo>
                  <a:close/>
                </a:path>
                <a:path w="6350" h="782319">
                  <a:moveTo>
                    <a:pt x="635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6350" y="83692"/>
                  </a:lnTo>
                  <a:lnTo>
                    <a:pt x="6350" y="80010"/>
                  </a:lnTo>
                  <a:close/>
                </a:path>
                <a:path w="6350" h="782319">
                  <a:moveTo>
                    <a:pt x="635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6350" y="79882"/>
                  </a:lnTo>
                  <a:lnTo>
                    <a:pt x="6350" y="77469"/>
                  </a:lnTo>
                  <a:close/>
                </a:path>
                <a:path w="6350" h="782319">
                  <a:moveTo>
                    <a:pt x="635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6350" y="77342"/>
                  </a:lnTo>
                  <a:lnTo>
                    <a:pt x="6350" y="73660"/>
                  </a:lnTo>
                  <a:close/>
                </a:path>
                <a:path w="6350" h="782319">
                  <a:moveTo>
                    <a:pt x="635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6350" y="73532"/>
                  </a:lnTo>
                  <a:lnTo>
                    <a:pt x="6350" y="71119"/>
                  </a:lnTo>
                  <a:close/>
                </a:path>
                <a:path w="6350" h="782319">
                  <a:moveTo>
                    <a:pt x="635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7310"/>
                  </a:lnTo>
                  <a:close/>
                </a:path>
                <a:path w="6350" h="782319">
                  <a:moveTo>
                    <a:pt x="635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6350" y="67182"/>
                  </a:lnTo>
                  <a:lnTo>
                    <a:pt x="6350" y="64769"/>
                  </a:lnTo>
                  <a:close/>
                </a:path>
                <a:path w="6350" h="782319">
                  <a:moveTo>
                    <a:pt x="635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0960"/>
                  </a:lnTo>
                  <a:close/>
                </a:path>
                <a:path w="6350" h="782319">
                  <a:moveTo>
                    <a:pt x="635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6350" y="60832"/>
                  </a:lnTo>
                  <a:lnTo>
                    <a:pt x="6350" y="58419"/>
                  </a:lnTo>
                  <a:close/>
                </a:path>
                <a:path w="6350" h="782319">
                  <a:moveTo>
                    <a:pt x="635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4610"/>
                  </a:lnTo>
                  <a:close/>
                </a:path>
                <a:path w="6350" h="782319">
                  <a:moveTo>
                    <a:pt x="635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6350" y="54482"/>
                  </a:lnTo>
                  <a:lnTo>
                    <a:pt x="6350" y="52069"/>
                  </a:lnTo>
                  <a:close/>
                </a:path>
                <a:path w="6350" h="782319">
                  <a:moveTo>
                    <a:pt x="635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8260"/>
                  </a:lnTo>
                  <a:close/>
                </a:path>
                <a:path w="6350" h="782319">
                  <a:moveTo>
                    <a:pt x="635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6350" y="48132"/>
                  </a:lnTo>
                  <a:lnTo>
                    <a:pt x="6350" y="45719"/>
                  </a:lnTo>
                  <a:close/>
                </a:path>
                <a:path w="6350" h="782319">
                  <a:moveTo>
                    <a:pt x="635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1910"/>
                  </a:lnTo>
                  <a:close/>
                </a:path>
                <a:path w="6350" h="782319">
                  <a:moveTo>
                    <a:pt x="635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6350" y="41782"/>
                  </a:lnTo>
                  <a:lnTo>
                    <a:pt x="6350" y="39369"/>
                  </a:lnTo>
                  <a:close/>
                </a:path>
                <a:path w="6350" h="782319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782319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782319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782319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782319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782319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782319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782319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782319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782319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782319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782319">
                  <a:moveTo>
                    <a:pt x="6350" y="1142"/>
                  </a:moveTo>
                  <a:lnTo>
                    <a:pt x="5079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1142"/>
                  </a:lnTo>
                  <a:close/>
                </a:path>
                <a:path w="6350" h="782319">
                  <a:moveTo>
                    <a:pt x="5079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5079" y="1142"/>
                  </a:lnTo>
                  <a:lnTo>
                    <a:pt x="5079" y="0"/>
                  </a:lnTo>
                  <a:close/>
                </a:path>
                <a:path w="6350" h="782319">
                  <a:moveTo>
                    <a:pt x="6350" y="106553"/>
                  </a:moveTo>
                  <a:lnTo>
                    <a:pt x="0" y="106553"/>
                  </a:lnTo>
                  <a:lnTo>
                    <a:pt x="0" y="678052"/>
                  </a:lnTo>
                  <a:lnTo>
                    <a:pt x="6350" y="678052"/>
                  </a:lnTo>
                  <a:lnTo>
                    <a:pt x="6350" y="106553"/>
                  </a:lnTo>
                  <a:close/>
                </a:path>
                <a:path w="6350" h="782319">
                  <a:moveTo>
                    <a:pt x="6350" y="678053"/>
                  </a:moveTo>
                  <a:lnTo>
                    <a:pt x="0" y="678053"/>
                  </a:lnTo>
                  <a:lnTo>
                    <a:pt x="0" y="684402"/>
                  </a:lnTo>
                  <a:lnTo>
                    <a:pt x="6350" y="684402"/>
                  </a:lnTo>
                  <a:lnTo>
                    <a:pt x="6350" y="678053"/>
                  </a:lnTo>
                  <a:close/>
                </a:path>
                <a:path w="6350" h="782319">
                  <a:moveTo>
                    <a:pt x="6350" y="775970"/>
                  </a:moveTo>
                  <a:lnTo>
                    <a:pt x="0" y="775970"/>
                  </a:lnTo>
                  <a:lnTo>
                    <a:pt x="0" y="782320"/>
                  </a:lnTo>
                  <a:lnTo>
                    <a:pt x="5079" y="782320"/>
                  </a:lnTo>
                  <a:lnTo>
                    <a:pt x="5079" y="780923"/>
                  </a:lnTo>
                  <a:lnTo>
                    <a:pt x="6350" y="780923"/>
                  </a:lnTo>
                  <a:lnTo>
                    <a:pt x="6350" y="775970"/>
                  </a:lnTo>
                  <a:close/>
                </a:path>
                <a:path w="6350" h="782319">
                  <a:moveTo>
                    <a:pt x="6350" y="769620"/>
                  </a:moveTo>
                  <a:lnTo>
                    <a:pt x="0" y="769620"/>
                  </a:lnTo>
                  <a:lnTo>
                    <a:pt x="0" y="775843"/>
                  </a:lnTo>
                  <a:lnTo>
                    <a:pt x="6350" y="775843"/>
                  </a:lnTo>
                  <a:lnTo>
                    <a:pt x="6350" y="769620"/>
                  </a:lnTo>
                  <a:close/>
                </a:path>
                <a:path w="6350" h="782319">
                  <a:moveTo>
                    <a:pt x="6350" y="763270"/>
                  </a:moveTo>
                  <a:lnTo>
                    <a:pt x="0" y="763270"/>
                  </a:lnTo>
                  <a:lnTo>
                    <a:pt x="0" y="769493"/>
                  </a:lnTo>
                  <a:lnTo>
                    <a:pt x="6350" y="769493"/>
                  </a:lnTo>
                  <a:lnTo>
                    <a:pt x="6350" y="763270"/>
                  </a:lnTo>
                  <a:close/>
                </a:path>
                <a:path w="6350" h="782319">
                  <a:moveTo>
                    <a:pt x="6350" y="756920"/>
                  </a:moveTo>
                  <a:lnTo>
                    <a:pt x="0" y="756920"/>
                  </a:lnTo>
                  <a:lnTo>
                    <a:pt x="0" y="763143"/>
                  </a:lnTo>
                  <a:lnTo>
                    <a:pt x="6350" y="763143"/>
                  </a:lnTo>
                  <a:lnTo>
                    <a:pt x="6350" y="756920"/>
                  </a:lnTo>
                  <a:close/>
                </a:path>
                <a:path w="6350" h="782319">
                  <a:moveTo>
                    <a:pt x="6350" y="750570"/>
                  </a:moveTo>
                  <a:lnTo>
                    <a:pt x="0" y="750570"/>
                  </a:lnTo>
                  <a:lnTo>
                    <a:pt x="0" y="756793"/>
                  </a:lnTo>
                  <a:lnTo>
                    <a:pt x="6350" y="756793"/>
                  </a:lnTo>
                  <a:lnTo>
                    <a:pt x="6350" y="750570"/>
                  </a:lnTo>
                  <a:close/>
                </a:path>
                <a:path w="6350" h="782319">
                  <a:moveTo>
                    <a:pt x="6350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6350" y="750443"/>
                  </a:lnTo>
                  <a:lnTo>
                    <a:pt x="6350" y="744220"/>
                  </a:lnTo>
                  <a:close/>
                </a:path>
                <a:path w="6350" h="782319">
                  <a:moveTo>
                    <a:pt x="6350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6350" y="744093"/>
                  </a:lnTo>
                  <a:lnTo>
                    <a:pt x="6350" y="737870"/>
                  </a:lnTo>
                  <a:close/>
                </a:path>
                <a:path w="6350" h="782319">
                  <a:moveTo>
                    <a:pt x="635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6350" y="737743"/>
                  </a:lnTo>
                  <a:lnTo>
                    <a:pt x="6350" y="731520"/>
                  </a:lnTo>
                  <a:close/>
                </a:path>
                <a:path w="6350" h="782319">
                  <a:moveTo>
                    <a:pt x="635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6350" y="731393"/>
                  </a:lnTo>
                  <a:lnTo>
                    <a:pt x="6350" y="725170"/>
                  </a:lnTo>
                  <a:close/>
                </a:path>
                <a:path w="6350" h="782319">
                  <a:moveTo>
                    <a:pt x="635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6350" y="725043"/>
                  </a:lnTo>
                  <a:lnTo>
                    <a:pt x="6350" y="718820"/>
                  </a:lnTo>
                  <a:close/>
                </a:path>
                <a:path w="6350" h="782319">
                  <a:moveTo>
                    <a:pt x="635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6350" y="718693"/>
                  </a:lnTo>
                  <a:lnTo>
                    <a:pt x="6350" y="712470"/>
                  </a:lnTo>
                  <a:close/>
                </a:path>
                <a:path w="6350" h="782319">
                  <a:moveTo>
                    <a:pt x="635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6350" y="712343"/>
                  </a:lnTo>
                  <a:lnTo>
                    <a:pt x="6350" y="706120"/>
                  </a:lnTo>
                  <a:close/>
                </a:path>
                <a:path w="6350" h="782319">
                  <a:moveTo>
                    <a:pt x="635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6350" y="705993"/>
                  </a:lnTo>
                  <a:lnTo>
                    <a:pt x="6350" y="699770"/>
                  </a:lnTo>
                  <a:close/>
                </a:path>
                <a:path w="6350" h="782319">
                  <a:moveTo>
                    <a:pt x="635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6350" y="699643"/>
                  </a:lnTo>
                  <a:lnTo>
                    <a:pt x="6350" y="693420"/>
                  </a:lnTo>
                  <a:close/>
                </a:path>
                <a:path w="6350" h="782319">
                  <a:moveTo>
                    <a:pt x="635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6350" y="693293"/>
                  </a:lnTo>
                  <a:lnTo>
                    <a:pt x="6350" y="687070"/>
                  </a:lnTo>
                  <a:close/>
                </a:path>
                <a:path w="6350" h="782319">
                  <a:moveTo>
                    <a:pt x="6350" y="684530"/>
                  </a:moveTo>
                  <a:lnTo>
                    <a:pt x="0" y="684530"/>
                  </a:lnTo>
                  <a:lnTo>
                    <a:pt x="0" y="686943"/>
                  </a:lnTo>
                  <a:lnTo>
                    <a:pt x="6350" y="686943"/>
                  </a:lnTo>
                  <a:lnTo>
                    <a:pt x="6350" y="684530"/>
                  </a:lnTo>
                  <a:close/>
                </a:path>
              </a:pathLst>
            </a:custGeom>
            <a:solidFill>
              <a:srgbClr val="3657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5">
              <a:extLst>
                <a:ext uri="{FF2B5EF4-FFF2-40B4-BE49-F238E27FC236}">
                  <a16:creationId xmlns:a16="http://schemas.microsoft.com/office/drawing/2014/main" id="{B3133C9B-1CF6-9151-CA45-57190909F976}"/>
                </a:ext>
              </a:extLst>
            </p:cNvPr>
            <p:cNvSpPr/>
            <p:nvPr/>
          </p:nvSpPr>
          <p:spPr>
            <a:xfrm>
              <a:off x="8028794" y="266155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h="105410">
                  <a:moveTo>
                    <a:pt x="0" y="0"/>
                  </a:moveTo>
                  <a:lnTo>
                    <a:pt x="0" y="105410"/>
                  </a:lnTo>
                </a:path>
              </a:pathLst>
            </a:custGeom>
            <a:ln w="7620">
              <a:solidFill>
                <a:srgbClr val="3759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36">
              <a:extLst>
                <a:ext uri="{FF2B5EF4-FFF2-40B4-BE49-F238E27FC236}">
                  <a16:creationId xmlns:a16="http://schemas.microsoft.com/office/drawing/2014/main" id="{8E7EBF4B-1962-1347-7025-69EB965FBEB9}"/>
                </a:ext>
              </a:extLst>
            </p:cNvPr>
            <p:cNvSpPr/>
            <p:nvPr/>
          </p:nvSpPr>
          <p:spPr>
            <a:xfrm>
              <a:off x="8024985" y="2766964"/>
              <a:ext cx="7620" cy="571500"/>
            </a:xfrm>
            <a:custGeom>
              <a:avLst/>
              <a:gdLst/>
              <a:ahLst/>
              <a:cxnLst/>
              <a:rect l="l" t="t" r="r" b="b"/>
              <a:pathLst>
                <a:path w="7620" h="571500">
                  <a:moveTo>
                    <a:pt x="7620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20" y="57149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759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37">
              <a:extLst>
                <a:ext uri="{FF2B5EF4-FFF2-40B4-BE49-F238E27FC236}">
                  <a16:creationId xmlns:a16="http://schemas.microsoft.com/office/drawing/2014/main" id="{6DB07718-9DD1-426A-365A-156352C83C52}"/>
                </a:ext>
              </a:extLst>
            </p:cNvPr>
            <p:cNvSpPr/>
            <p:nvPr/>
          </p:nvSpPr>
          <p:spPr>
            <a:xfrm>
              <a:off x="8028794" y="3338464"/>
              <a:ext cx="0" cy="102870"/>
            </a:xfrm>
            <a:custGeom>
              <a:avLst/>
              <a:gdLst/>
              <a:ahLst/>
              <a:cxnLst/>
              <a:rect l="l" t="t" r="r" b="b"/>
              <a:pathLst>
                <a:path h="102869">
                  <a:moveTo>
                    <a:pt x="0" y="0"/>
                  </a:moveTo>
                  <a:lnTo>
                    <a:pt x="0" y="102869"/>
                  </a:lnTo>
                </a:path>
              </a:pathLst>
            </a:custGeom>
            <a:ln w="7620">
              <a:solidFill>
                <a:srgbClr val="3759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38">
              <a:extLst>
                <a:ext uri="{FF2B5EF4-FFF2-40B4-BE49-F238E27FC236}">
                  <a16:creationId xmlns:a16="http://schemas.microsoft.com/office/drawing/2014/main" id="{1C90C0AF-9DDD-5AC4-B9A7-A5DC73DDFF11}"/>
                </a:ext>
              </a:extLst>
            </p:cNvPr>
            <p:cNvSpPr/>
            <p:nvPr/>
          </p:nvSpPr>
          <p:spPr>
            <a:xfrm>
              <a:off x="8032605" y="2661554"/>
              <a:ext cx="7620" cy="779780"/>
            </a:xfrm>
            <a:custGeom>
              <a:avLst/>
              <a:gdLst/>
              <a:ahLst/>
              <a:cxnLst/>
              <a:rect l="l" t="t" r="r" b="b"/>
              <a:pathLst>
                <a:path w="7620" h="779780">
                  <a:moveTo>
                    <a:pt x="7619" y="95376"/>
                  </a:moveTo>
                  <a:lnTo>
                    <a:pt x="0" y="95376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95376"/>
                  </a:lnTo>
                  <a:close/>
                </a:path>
                <a:path w="7620" h="779780">
                  <a:moveTo>
                    <a:pt x="7619" y="89026"/>
                  </a:moveTo>
                  <a:lnTo>
                    <a:pt x="0" y="89026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89026"/>
                  </a:lnTo>
                  <a:close/>
                </a:path>
                <a:path w="7620" h="779780">
                  <a:moveTo>
                    <a:pt x="7619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5217"/>
                  </a:lnTo>
                  <a:close/>
                </a:path>
                <a:path w="7620" h="779780">
                  <a:moveTo>
                    <a:pt x="7619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2676"/>
                  </a:lnTo>
                  <a:close/>
                </a:path>
                <a:path w="7620" h="779780">
                  <a:moveTo>
                    <a:pt x="7619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78867"/>
                  </a:lnTo>
                  <a:close/>
                </a:path>
                <a:path w="7620" h="779780">
                  <a:moveTo>
                    <a:pt x="7619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6326"/>
                  </a:lnTo>
                  <a:close/>
                </a:path>
                <a:path w="7620" h="779780">
                  <a:moveTo>
                    <a:pt x="7619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2517"/>
                  </a:lnTo>
                  <a:close/>
                </a:path>
                <a:path w="7620" h="779780">
                  <a:moveTo>
                    <a:pt x="7619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9976"/>
                  </a:lnTo>
                  <a:close/>
                </a:path>
                <a:path w="7620" h="779780">
                  <a:moveTo>
                    <a:pt x="7619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6167"/>
                  </a:lnTo>
                  <a:close/>
                </a:path>
                <a:path w="7620" h="779780">
                  <a:moveTo>
                    <a:pt x="7619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3626"/>
                  </a:lnTo>
                  <a:close/>
                </a:path>
                <a:path w="7620" h="779780">
                  <a:moveTo>
                    <a:pt x="7619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59817"/>
                  </a:lnTo>
                  <a:close/>
                </a:path>
                <a:path w="7620" h="779780">
                  <a:moveTo>
                    <a:pt x="7619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7276"/>
                  </a:lnTo>
                  <a:close/>
                </a:path>
                <a:path w="7620" h="779780">
                  <a:moveTo>
                    <a:pt x="7619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3467"/>
                  </a:lnTo>
                  <a:close/>
                </a:path>
                <a:path w="7620" h="779780">
                  <a:moveTo>
                    <a:pt x="7619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0926"/>
                  </a:lnTo>
                  <a:close/>
                </a:path>
                <a:path w="7620" h="779780">
                  <a:moveTo>
                    <a:pt x="7619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7117"/>
                  </a:lnTo>
                  <a:close/>
                </a:path>
                <a:path w="7620" h="779780">
                  <a:moveTo>
                    <a:pt x="7619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4576"/>
                  </a:lnTo>
                  <a:close/>
                </a:path>
                <a:path w="7620" h="779780">
                  <a:moveTo>
                    <a:pt x="7619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0767"/>
                  </a:lnTo>
                  <a:close/>
                </a:path>
                <a:path w="7620" h="779780">
                  <a:moveTo>
                    <a:pt x="7619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8226"/>
                  </a:lnTo>
                  <a:close/>
                </a:path>
                <a:path w="7620" h="779780">
                  <a:moveTo>
                    <a:pt x="7619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4417"/>
                  </a:lnTo>
                  <a:close/>
                </a:path>
                <a:path w="7620" h="779780">
                  <a:moveTo>
                    <a:pt x="7619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1876"/>
                  </a:lnTo>
                  <a:close/>
                </a:path>
                <a:path w="7620" h="779780">
                  <a:moveTo>
                    <a:pt x="7619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8067"/>
                  </a:lnTo>
                  <a:close/>
                </a:path>
                <a:path w="7620" h="779780">
                  <a:moveTo>
                    <a:pt x="7619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5526"/>
                  </a:lnTo>
                  <a:close/>
                </a:path>
                <a:path w="7620" h="779780">
                  <a:moveTo>
                    <a:pt x="7619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1717"/>
                  </a:lnTo>
                  <a:close/>
                </a:path>
                <a:path w="7620" h="779780">
                  <a:moveTo>
                    <a:pt x="7619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176"/>
                  </a:lnTo>
                  <a:close/>
                </a:path>
                <a:path w="7620" h="779780">
                  <a:moveTo>
                    <a:pt x="7619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5367"/>
                  </a:lnTo>
                  <a:close/>
                </a:path>
                <a:path w="7620" h="779780">
                  <a:moveTo>
                    <a:pt x="7619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826"/>
                  </a:lnTo>
                  <a:close/>
                </a:path>
                <a:path w="7620" h="779780">
                  <a:moveTo>
                    <a:pt x="7619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9017"/>
                  </a:lnTo>
                  <a:close/>
                </a:path>
                <a:path w="7620" h="779780">
                  <a:moveTo>
                    <a:pt x="7619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6476"/>
                  </a:lnTo>
                  <a:close/>
                </a:path>
                <a:path w="7620" h="779780">
                  <a:moveTo>
                    <a:pt x="7619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2667"/>
                  </a:lnTo>
                  <a:close/>
                </a:path>
                <a:path w="7620" h="779780">
                  <a:moveTo>
                    <a:pt x="761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20" h="779780">
                  <a:moveTo>
                    <a:pt x="7619" y="105410"/>
                  </a:moveTo>
                  <a:lnTo>
                    <a:pt x="0" y="105410"/>
                  </a:lnTo>
                  <a:lnTo>
                    <a:pt x="0" y="676910"/>
                  </a:lnTo>
                  <a:lnTo>
                    <a:pt x="7619" y="676910"/>
                  </a:lnTo>
                  <a:lnTo>
                    <a:pt x="7619" y="105410"/>
                  </a:lnTo>
                  <a:close/>
                </a:path>
                <a:path w="7620" h="779780">
                  <a:moveTo>
                    <a:pt x="7619" y="676910"/>
                  </a:moveTo>
                  <a:lnTo>
                    <a:pt x="0" y="676910"/>
                  </a:lnTo>
                  <a:lnTo>
                    <a:pt x="0" y="683260"/>
                  </a:lnTo>
                  <a:lnTo>
                    <a:pt x="7619" y="683260"/>
                  </a:lnTo>
                  <a:lnTo>
                    <a:pt x="7619" y="676910"/>
                  </a:lnTo>
                  <a:close/>
                </a:path>
                <a:path w="7620" h="779780">
                  <a:moveTo>
                    <a:pt x="7619" y="774827"/>
                  </a:moveTo>
                  <a:lnTo>
                    <a:pt x="0" y="774827"/>
                  </a:lnTo>
                  <a:lnTo>
                    <a:pt x="0" y="779780"/>
                  </a:lnTo>
                  <a:lnTo>
                    <a:pt x="3809" y="779780"/>
                  </a:lnTo>
                  <a:lnTo>
                    <a:pt x="3809" y="778510"/>
                  </a:lnTo>
                  <a:lnTo>
                    <a:pt x="7619" y="778510"/>
                  </a:lnTo>
                  <a:lnTo>
                    <a:pt x="7619" y="774827"/>
                  </a:lnTo>
                  <a:close/>
                </a:path>
                <a:path w="7620" h="779780">
                  <a:moveTo>
                    <a:pt x="7619" y="768477"/>
                  </a:moveTo>
                  <a:lnTo>
                    <a:pt x="0" y="768477"/>
                  </a:lnTo>
                  <a:lnTo>
                    <a:pt x="0" y="774700"/>
                  </a:lnTo>
                  <a:lnTo>
                    <a:pt x="7619" y="774700"/>
                  </a:lnTo>
                  <a:lnTo>
                    <a:pt x="7619" y="768477"/>
                  </a:lnTo>
                  <a:close/>
                </a:path>
                <a:path w="7620" h="779780">
                  <a:moveTo>
                    <a:pt x="7619" y="762127"/>
                  </a:moveTo>
                  <a:lnTo>
                    <a:pt x="0" y="762127"/>
                  </a:lnTo>
                  <a:lnTo>
                    <a:pt x="0" y="768350"/>
                  </a:lnTo>
                  <a:lnTo>
                    <a:pt x="7619" y="768350"/>
                  </a:lnTo>
                  <a:lnTo>
                    <a:pt x="7619" y="762127"/>
                  </a:lnTo>
                  <a:close/>
                </a:path>
                <a:path w="7620" h="779780">
                  <a:moveTo>
                    <a:pt x="7619" y="755777"/>
                  </a:moveTo>
                  <a:lnTo>
                    <a:pt x="0" y="755777"/>
                  </a:lnTo>
                  <a:lnTo>
                    <a:pt x="0" y="762000"/>
                  </a:lnTo>
                  <a:lnTo>
                    <a:pt x="7619" y="762000"/>
                  </a:lnTo>
                  <a:lnTo>
                    <a:pt x="7619" y="755777"/>
                  </a:lnTo>
                  <a:close/>
                </a:path>
                <a:path w="7620" h="779780">
                  <a:moveTo>
                    <a:pt x="7619" y="749427"/>
                  </a:moveTo>
                  <a:lnTo>
                    <a:pt x="0" y="749427"/>
                  </a:lnTo>
                  <a:lnTo>
                    <a:pt x="0" y="755650"/>
                  </a:lnTo>
                  <a:lnTo>
                    <a:pt x="7619" y="755650"/>
                  </a:lnTo>
                  <a:lnTo>
                    <a:pt x="7619" y="749427"/>
                  </a:lnTo>
                  <a:close/>
                </a:path>
                <a:path w="7620" h="779780">
                  <a:moveTo>
                    <a:pt x="7619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7619" y="749300"/>
                  </a:lnTo>
                  <a:lnTo>
                    <a:pt x="7619" y="743077"/>
                  </a:lnTo>
                  <a:close/>
                </a:path>
                <a:path w="7620" h="779780">
                  <a:moveTo>
                    <a:pt x="7619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7619" y="742950"/>
                  </a:lnTo>
                  <a:lnTo>
                    <a:pt x="7619" y="736727"/>
                  </a:lnTo>
                  <a:close/>
                </a:path>
                <a:path w="7620" h="779780">
                  <a:moveTo>
                    <a:pt x="7619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7619" y="736600"/>
                  </a:lnTo>
                  <a:lnTo>
                    <a:pt x="7619" y="730377"/>
                  </a:lnTo>
                  <a:close/>
                </a:path>
                <a:path w="7620" h="779780">
                  <a:moveTo>
                    <a:pt x="7619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7619" y="730250"/>
                  </a:lnTo>
                  <a:lnTo>
                    <a:pt x="7619" y="724027"/>
                  </a:lnTo>
                  <a:close/>
                </a:path>
                <a:path w="7620" h="779780">
                  <a:moveTo>
                    <a:pt x="7619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7619" y="723900"/>
                  </a:lnTo>
                  <a:lnTo>
                    <a:pt x="7619" y="717677"/>
                  </a:lnTo>
                  <a:close/>
                </a:path>
                <a:path w="7620" h="779780">
                  <a:moveTo>
                    <a:pt x="7619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7619" y="717550"/>
                  </a:lnTo>
                  <a:lnTo>
                    <a:pt x="7619" y="711327"/>
                  </a:lnTo>
                  <a:close/>
                </a:path>
                <a:path w="7620" h="779780">
                  <a:moveTo>
                    <a:pt x="7619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7619" y="711200"/>
                  </a:lnTo>
                  <a:lnTo>
                    <a:pt x="7619" y="704977"/>
                  </a:lnTo>
                  <a:close/>
                </a:path>
                <a:path w="7620" h="779780">
                  <a:moveTo>
                    <a:pt x="7619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7619" y="704850"/>
                  </a:lnTo>
                  <a:lnTo>
                    <a:pt x="7619" y="698627"/>
                  </a:lnTo>
                  <a:close/>
                </a:path>
                <a:path w="7620" h="779780">
                  <a:moveTo>
                    <a:pt x="7619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7619" y="698500"/>
                  </a:lnTo>
                  <a:lnTo>
                    <a:pt x="7619" y="692277"/>
                  </a:lnTo>
                  <a:close/>
                </a:path>
                <a:path w="7620" h="779780">
                  <a:moveTo>
                    <a:pt x="7619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7619" y="692150"/>
                  </a:lnTo>
                  <a:lnTo>
                    <a:pt x="7619" y="685927"/>
                  </a:lnTo>
                  <a:close/>
                </a:path>
                <a:path w="7620" h="779780">
                  <a:moveTo>
                    <a:pt x="7619" y="683387"/>
                  </a:moveTo>
                  <a:lnTo>
                    <a:pt x="0" y="683387"/>
                  </a:lnTo>
                  <a:lnTo>
                    <a:pt x="0" y="685800"/>
                  </a:lnTo>
                  <a:lnTo>
                    <a:pt x="7619" y="685800"/>
                  </a:lnTo>
                  <a:lnTo>
                    <a:pt x="7619" y="683387"/>
                  </a:lnTo>
                  <a:close/>
                </a:path>
              </a:pathLst>
            </a:custGeom>
            <a:solidFill>
              <a:srgbClr val="385A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39">
              <a:extLst>
                <a:ext uri="{FF2B5EF4-FFF2-40B4-BE49-F238E27FC236}">
                  <a16:creationId xmlns:a16="http://schemas.microsoft.com/office/drawing/2014/main" id="{6970A1DB-80C5-95BC-706E-1EA404B001B9}"/>
                </a:ext>
              </a:extLst>
            </p:cNvPr>
            <p:cNvSpPr/>
            <p:nvPr/>
          </p:nvSpPr>
          <p:spPr>
            <a:xfrm>
              <a:off x="8040224" y="2661554"/>
              <a:ext cx="6350" cy="778510"/>
            </a:xfrm>
            <a:custGeom>
              <a:avLst/>
              <a:gdLst/>
              <a:ahLst/>
              <a:cxnLst/>
              <a:rect l="l" t="t" r="r" b="b"/>
              <a:pathLst>
                <a:path w="6350" h="778510">
                  <a:moveTo>
                    <a:pt x="6350" y="95376"/>
                  </a:moveTo>
                  <a:lnTo>
                    <a:pt x="0" y="95376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95376"/>
                  </a:lnTo>
                  <a:close/>
                </a:path>
                <a:path w="6350" h="778510">
                  <a:moveTo>
                    <a:pt x="6350" y="89026"/>
                  </a:moveTo>
                  <a:lnTo>
                    <a:pt x="0" y="89026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89026"/>
                  </a:lnTo>
                  <a:close/>
                </a:path>
                <a:path w="6350" h="778510">
                  <a:moveTo>
                    <a:pt x="635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5217"/>
                  </a:lnTo>
                  <a:close/>
                </a:path>
                <a:path w="6350" h="778510">
                  <a:moveTo>
                    <a:pt x="635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676"/>
                  </a:lnTo>
                  <a:close/>
                </a:path>
                <a:path w="6350" h="778510">
                  <a:moveTo>
                    <a:pt x="635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78867"/>
                  </a:lnTo>
                  <a:close/>
                </a:path>
                <a:path w="6350" h="778510">
                  <a:moveTo>
                    <a:pt x="635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326"/>
                  </a:lnTo>
                  <a:close/>
                </a:path>
                <a:path w="6350" h="778510">
                  <a:moveTo>
                    <a:pt x="635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2517"/>
                  </a:lnTo>
                  <a:close/>
                </a:path>
                <a:path w="6350" h="778510">
                  <a:moveTo>
                    <a:pt x="635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976"/>
                  </a:lnTo>
                  <a:close/>
                </a:path>
                <a:path w="6350" h="778510">
                  <a:moveTo>
                    <a:pt x="635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6167"/>
                  </a:lnTo>
                  <a:close/>
                </a:path>
                <a:path w="6350" h="778510">
                  <a:moveTo>
                    <a:pt x="635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626"/>
                  </a:lnTo>
                  <a:close/>
                </a:path>
                <a:path w="6350" h="778510">
                  <a:moveTo>
                    <a:pt x="635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59817"/>
                  </a:lnTo>
                  <a:close/>
                </a:path>
                <a:path w="6350" h="778510">
                  <a:moveTo>
                    <a:pt x="635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276"/>
                  </a:lnTo>
                  <a:close/>
                </a:path>
                <a:path w="6350" h="778510">
                  <a:moveTo>
                    <a:pt x="635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3467"/>
                  </a:lnTo>
                  <a:close/>
                </a:path>
                <a:path w="6350" h="778510">
                  <a:moveTo>
                    <a:pt x="635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926"/>
                  </a:lnTo>
                  <a:close/>
                </a:path>
                <a:path w="6350" h="778510">
                  <a:moveTo>
                    <a:pt x="635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7117"/>
                  </a:lnTo>
                  <a:close/>
                </a:path>
                <a:path w="6350" h="778510">
                  <a:moveTo>
                    <a:pt x="635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576"/>
                  </a:lnTo>
                  <a:close/>
                </a:path>
                <a:path w="6350" h="778510">
                  <a:moveTo>
                    <a:pt x="635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0767"/>
                  </a:lnTo>
                  <a:close/>
                </a:path>
                <a:path w="6350" h="778510">
                  <a:moveTo>
                    <a:pt x="635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226"/>
                  </a:lnTo>
                  <a:close/>
                </a:path>
                <a:path w="6350" h="778510">
                  <a:moveTo>
                    <a:pt x="635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4417"/>
                  </a:lnTo>
                  <a:close/>
                </a:path>
                <a:path w="6350" h="778510">
                  <a:moveTo>
                    <a:pt x="635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876"/>
                  </a:lnTo>
                  <a:close/>
                </a:path>
                <a:path w="6350" h="778510">
                  <a:moveTo>
                    <a:pt x="635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8067"/>
                  </a:lnTo>
                  <a:close/>
                </a:path>
                <a:path w="6350" h="778510">
                  <a:moveTo>
                    <a:pt x="635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526"/>
                  </a:lnTo>
                  <a:close/>
                </a:path>
                <a:path w="6350" h="778510">
                  <a:moveTo>
                    <a:pt x="635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1717"/>
                  </a:lnTo>
                  <a:close/>
                </a:path>
                <a:path w="6350" h="778510">
                  <a:moveTo>
                    <a:pt x="635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176"/>
                  </a:lnTo>
                  <a:close/>
                </a:path>
                <a:path w="6350" h="778510">
                  <a:moveTo>
                    <a:pt x="635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5367"/>
                  </a:lnTo>
                  <a:close/>
                </a:path>
                <a:path w="6350" h="778510">
                  <a:moveTo>
                    <a:pt x="635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826"/>
                  </a:lnTo>
                  <a:close/>
                </a:path>
                <a:path w="6350" h="778510">
                  <a:moveTo>
                    <a:pt x="635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9017"/>
                  </a:lnTo>
                  <a:close/>
                </a:path>
                <a:path w="6350" h="778510">
                  <a:moveTo>
                    <a:pt x="635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476"/>
                  </a:lnTo>
                  <a:close/>
                </a:path>
                <a:path w="6350" h="778510">
                  <a:moveTo>
                    <a:pt x="635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667"/>
                  </a:lnTo>
                  <a:close/>
                </a:path>
                <a:path w="6350" h="77851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397"/>
                  </a:lnTo>
                  <a:lnTo>
                    <a:pt x="2540" y="1397"/>
                  </a:lnTo>
                  <a:lnTo>
                    <a:pt x="2540" y="0"/>
                  </a:lnTo>
                  <a:close/>
                </a:path>
                <a:path w="6350" h="778510">
                  <a:moveTo>
                    <a:pt x="6350" y="105410"/>
                  </a:moveTo>
                  <a:lnTo>
                    <a:pt x="0" y="105410"/>
                  </a:lnTo>
                  <a:lnTo>
                    <a:pt x="0" y="676910"/>
                  </a:lnTo>
                  <a:lnTo>
                    <a:pt x="6350" y="676910"/>
                  </a:lnTo>
                  <a:lnTo>
                    <a:pt x="6350" y="105410"/>
                  </a:lnTo>
                  <a:close/>
                </a:path>
                <a:path w="6350" h="778510">
                  <a:moveTo>
                    <a:pt x="6350" y="676910"/>
                  </a:moveTo>
                  <a:lnTo>
                    <a:pt x="0" y="676910"/>
                  </a:lnTo>
                  <a:lnTo>
                    <a:pt x="0" y="683260"/>
                  </a:lnTo>
                  <a:lnTo>
                    <a:pt x="6350" y="683260"/>
                  </a:lnTo>
                  <a:lnTo>
                    <a:pt x="6350" y="676910"/>
                  </a:lnTo>
                  <a:close/>
                </a:path>
                <a:path w="6350" h="778510">
                  <a:moveTo>
                    <a:pt x="6350" y="774827"/>
                  </a:moveTo>
                  <a:lnTo>
                    <a:pt x="0" y="774827"/>
                  </a:lnTo>
                  <a:lnTo>
                    <a:pt x="0" y="778510"/>
                  </a:lnTo>
                  <a:lnTo>
                    <a:pt x="2540" y="778510"/>
                  </a:lnTo>
                  <a:lnTo>
                    <a:pt x="2540" y="777240"/>
                  </a:lnTo>
                  <a:lnTo>
                    <a:pt x="6350" y="777240"/>
                  </a:lnTo>
                  <a:lnTo>
                    <a:pt x="6350" y="774827"/>
                  </a:lnTo>
                  <a:close/>
                </a:path>
                <a:path w="6350" h="778510">
                  <a:moveTo>
                    <a:pt x="6350" y="768477"/>
                  </a:moveTo>
                  <a:lnTo>
                    <a:pt x="0" y="768477"/>
                  </a:lnTo>
                  <a:lnTo>
                    <a:pt x="0" y="774700"/>
                  </a:lnTo>
                  <a:lnTo>
                    <a:pt x="6350" y="774700"/>
                  </a:lnTo>
                  <a:lnTo>
                    <a:pt x="6350" y="768477"/>
                  </a:lnTo>
                  <a:close/>
                </a:path>
                <a:path w="6350" h="778510">
                  <a:moveTo>
                    <a:pt x="6350" y="762127"/>
                  </a:moveTo>
                  <a:lnTo>
                    <a:pt x="0" y="762127"/>
                  </a:lnTo>
                  <a:lnTo>
                    <a:pt x="0" y="768350"/>
                  </a:lnTo>
                  <a:lnTo>
                    <a:pt x="6350" y="768350"/>
                  </a:lnTo>
                  <a:lnTo>
                    <a:pt x="6350" y="762127"/>
                  </a:lnTo>
                  <a:close/>
                </a:path>
                <a:path w="6350" h="778510">
                  <a:moveTo>
                    <a:pt x="6350" y="755777"/>
                  </a:moveTo>
                  <a:lnTo>
                    <a:pt x="0" y="755777"/>
                  </a:lnTo>
                  <a:lnTo>
                    <a:pt x="0" y="762000"/>
                  </a:lnTo>
                  <a:lnTo>
                    <a:pt x="6350" y="762000"/>
                  </a:lnTo>
                  <a:lnTo>
                    <a:pt x="6350" y="755777"/>
                  </a:lnTo>
                  <a:close/>
                </a:path>
                <a:path w="6350" h="778510">
                  <a:moveTo>
                    <a:pt x="6350" y="749427"/>
                  </a:moveTo>
                  <a:lnTo>
                    <a:pt x="0" y="749427"/>
                  </a:lnTo>
                  <a:lnTo>
                    <a:pt x="0" y="755650"/>
                  </a:lnTo>
                  <a:lnTo>
                    <a:pt x="6350" y="755650"/>
                  </a:lnTo>
                  <a:lnTo>
                    <a:pt x="6350" y="749427"/>
                  </a:lnTo>
                  <a:close/>
                </a:path>
                <a:path w="6350" h="778510">
                  <a:moveTo>
                    <a:pt x="6350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6350" y="749300"/>
                  </a:lnTo>
                  <a:lnTo>
                    <a:pt x="6350" y="743077"/>
                  </a:lnTo>
                  <a:close/>
                </a:path>
                <a:path w="6350" h="778510">
                  <a:moveTo>
                    <a:pt x="6350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6350" y="742950"/>
                  </a:lnTo>
                  <a:lnTo>
                    <a:pt x="6350" y="736727"/>
                  </a:lnTo>
                  <a:close/>
                </a:path>
                <a:path w="6350" h="778510">
                  <a:moveTo>
                    <a:pt x="6350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6350" y="736600"/>
                  </a:lnTo>
                  <a:lnTo>
                    <a:pt x="6350" y="730377"/>
                  </a:lnTo>
                  <a:close/>
                </a:path>
                <a:path w="6350" h="778510">
                  <a:moveTo>
                    <a:pt x="6350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6350" y="730250"/>
                  </a:lnTo>
                  <a:lnTo>
                    <a:pt x="6350" y="724027"/>
                  </a:lnTo>
                  <a:close/>
                </a:path>
                <a:path w="6350" h="778510">
                  <a:moveTo>
                    <a:pt x="6350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6350" y="723900"/>
                  </a:lnTo>
                  <a:lnTo>
                    <a:pt x="6350" y="717677"/>
                  </a:lnTo>
                  <a:close/>
                </a:path>
                <a:path w="6350" h="778510">
                  <a:moveTo>
                    <a:pt x="6350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6350" y="717550"/>
                  </a:lnTo>
                  <a:lnTo>
                    <a:pt x="6350" y="711327"/>
                  </a:lnTo>
                  <a:close/>
                </a:path>
                <a:path w="6350" h="778510">
                  <a:moveTo>
                    <a:pt x="6350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6350" y="711200"/>
                  </a:lnTo>
                  <a:lnTo>
                    <a:pt x="6350" y="704977"/>
                  </a:lnTo>
                  <a:close/>
                </a:path>
                <a:path w="6350" h="778510">
                  <a:moveTo>
                    <a:pt x="6350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6350" y="704850"/>
                  </a:lnTo>
                  <a:lnTo>
                    <a:pt x="6350" y="698627"/>
                  </a:lnTo>
                  <a:close/>
                </a:path>
                <a:path w="6350" h="778510">
                  <a:moveTo>
                    <a:pt x="6350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6350" y="698500"/>
                  </a:lnTo>
                  <a:lnTo>
                    <a:pt x="6350" y="692277"/>
                  </a:lnTo>
                  <a:close/>
                </a:path>
                <a:path w="6350" h="778510">
                  <a:moveTo>
                    <a:pt x="6350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6350" y="692150"/>
                  </a:lnTo>
                  <a:lnTo>
                    <a:pt x="6350" y="685927"/>
                  </a:lnTo>
                  <a:close/>
                </a:path>
                <a:path w="6350" h="778510">
                  <a:moveTo>
                    <a:pt x="6350" y="683387"/>
                  </a:moveTo>
                  <a:lnTo>
                    <a:pt x="0" y="683387"/>
                  </a:lnTo>
                  <a:lnTo>
                    <a:pt x="0" y="685800"/>
                  </a:lnTo>
                  <a:lnTo>
                    <a:pt x="6350" y="685800"/>
                  </a:lnTo>
                  <a:lnTo>
                    <a:pt x="6350" y="683387"/>
                  </a:lnTo>
                  <a:close/>
                </a:path>
              </a:pathLst>
            </a:custGeom>
            <a:solidFill>
              <a:srgbClr val="395B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0">
              <a:extLst>
                <a:ext uri="{FF2B5EF4-FFF2-40B4-BE49-F238E27FC236}">
                  <a16:creationId xmlns:a16="http://schemas.microsoft.com/office/drawing/2014/main" id="{8FA5273C-764B-F3DD-D539-395D2112E6BD}"/>
                </a:ext>
              </a:extLst>
            </p:cNvPr>
            <p:cNvSpPr/>
            <p:nvPr/>
          </p:nvSpPr>
          <p:spPr>
            <a:xfrm>
              <a:off x="8046574" y="2664094"/>
              <a:ext cx="7620" cy="774700"/>
            </a:xfrm>
            <a:custGeom>
              <a:avLst/>
              <a:gdLst/>
              <a:ahLst/>
              <a:cxnLst/>
              <a:rect l="l" t="t" r="r" b="b"/>
              <a:pathLst>
                <a:path w="7620" h="774700">
                  <a:moveTo>
                    <a:pt x="7620" y="92837"/>
                  </a:moveTo>
                  <a:lnTo>
                    <a:pt x="0" y="92837"/>
                  </a:lnTo>
                  <a:lnTo>
                    <a:pt x="0" y="102870"/>
                  </a:lnTo>
                  <a:lnTo>
                    <a:pt x="7620" y="102870"/>
                  </a:lnTo>
                  <a:lnTo>
                    <a:pt x="7620" y="92837"/>
                  </a:lnTo>
                  <a:close/>
                </a:path>
                <a:path w="7620" h="774700">
                  <a:moveTo>
                    <a:pt x="7620" y="86487"/>
                  </a:moveTo>
                  <a:lnTo>
                    <a:pt x="0" y="86487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86487"/>
                  </a:lnTo>
                  <a:close/>
                </a:path>
                <a:path w="7620" h="774700">
                  <a:moveTo>
                    <a:pt x="762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2677"/>
                  </a:lnTo>
                  <a:close/>
                </a:path>
                <a:path w="7620" h="774700">
                  <a:moveTo>
                    <a:pt x="762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137"/>
                  </a:lnTo>
                  <a:close/>
                </a:path>
                <a:path w="7620" h="774700">
                  <a:moveTo>
                    <a:pt x="762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6327"/>
                  </a:lnTo>
                  <a:close/>
                </a:path>
                <a:path w="7620" h="774700">
                  <a:moveTo>
                    <a:pt x="762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787"/>
                  </a:lnTo>
                  <a:close/>
                </a:path>
                <a:path w="7620" h="774700">
                  <a:moveTo>
                    <a:pt x="762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69977"/>
                  </a:lnTo>
                  <a:close/>
                </a:path>
                <a:path w="7620" h="774700">
                  <a:moveTo>
                    <a:pt x="762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437"/>
                  </a:lnTo>
                  <a:close/>
                </a:path>
                <a:path w="7620" h="774700">
                  <a:moveTo>
                    <a:pt x="762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3627"/>
                  </a:lnTo>
                  <a:close/>
                </a:path>
                <a:path w="7620" h="774700">
                  <a:moveTo>
                    <a:pt x="762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1087"/>
                  </a:lnTo>
                  <a:close/>
                </a:path>
                <a:path w="7620" h="774700">
                  <a:moveTo>
                    <a:pt x="762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7277"/>
                  </a:lnTo>
                  <a:close/>
                </a:path>
                <a:path w="7620" h="774700">
                  <a:moveTo>
                    <a:pt x="762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737"/>
                  </a:lnTo>
                  <a:close/>
                </a:path>
                <a:path w="7620" h="774700">
                  <a:moveTo>
                    <a:pt x="762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0927"/>
                  </a:lnTo>
                  <a:close/>
                </a:path>
                <a:path w="7620" h="774700">
                  <a:moveTo>
                    <a:pt x="762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387"/>
                  </a:lnTo>
                  <a:close/>
                </a:path>
                <a:path w="7620" h="774700">
                  <a:moveTo>
                    <a:pt x="762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4577"/>
                  </a:lnTo>
                  <a:close/>
                </a:path>
                <a:path w="7620" h="774700">
                  <a:moveTo>
                    <a:pt x="762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2037"/>
                  </a:lnTo>
                  <a:close/>
                </a:path>
                <a:path w="7620" h="774700">
                  <a:moveTo>
                    <a:pt x="762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8227"/>
                  </a:lnTo>
                  <a:close/>
                </a:path>
                <a:path w="7620" h="774700">
                  <a:moveTo>
                    <a:pt x="762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687"/>
                  </a:lnTo>
                  <a:close/>
                </a:path>
                <a:path w="7620" h="774700">
                  <a:moveTo>
                    <a:pt x="762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1877"/>
                  </a:lnTo>
                  <a:close/>
                </a:path>
                <a:path w="7620" h="774700">
                  <a:moveTo>
                    <a:pt x="762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337"/>
                  </a:lnTo>
                  <a:close/>
                </a:path>
                <a:path w="7620" h="774700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774700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774700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774700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774700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774700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774700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774700">
                  <a:moveTo>
                    <a:pt x="762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close/>
                </a:path>
                <a:path w="7620" h="774700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20" h="774700">
                  <a:moveTo>
                    <a:pt x="7620" y="102870"/>
                  </a:moveTo>
                  <a:lnTo>
                    <a:pt x="0" y="102870"/>
                  </a:lnTo>
                  <a:lnTo>
                    <a:pt x="0" y="674370"/>
                  </a:lnTo>
                  <a:lnTo>
                    <a:pt x="7620" y="674370"/>
                  </a:lnTo>
                  <a:lnTo>
                    <a:pt x="7620" y="102870"/>
                  </a:lnTo>
                  <a:close/>
                </a:path>
                <a:path w="7620" h="774700">
                  <a:moveTo>
                    <a:pt x="7620" y="674370"/>
                  </a:moveTo>
                  <a:lnTo>
                    <a:pt x="0" y="674370"/>
                  </a:lnTo>
                  <a:lnTo>
                    <a:pt x="0" y="680720"/>
                  </a:lnTo>
                  <a:lnTo>
                    <a:pt x="7620" y="680720"/>
                  </a:lnTo>
                  <a:lnTo>
                    <a:pt x="7620" y="674370"/>
                  </a:lnTo>
                  <a:close/>
                </a:path>
                <a:path w="7620" h="774700">
                  <a:moveTo>
                    <a:pt x="7620" y="772287"/>
                  </a:moveTo>
                  <a:lnTo>
                    <a:pt x="0" y="772287"/>
                  </a:lnTo>
                  <a:lnTo>
                    <a:pt x="0" y="774700"/>
                  </a:lnTo>
                  <a:lnTo>
                    <a:pt x="5079" y="774700"/>
                  </a:lnTo>
                  <a:lnTo>
                    <a:pt x="5079" y="773430"/>
                  </a:lnTo>
                  <a:lnTo>
                    <a:pt x="7620" y="773430"/>
                  </a:lnTo>
                  <a:lnTo>
                    <a:pt x="7620" y="772287"/>
                  </a:lnTo>
                  <a:close/>
                </a:path>
                <a:path w="7620" h="774700">
                  <a:moveTo>
                    <a:pt x="7620" y="765937"/>
                  </a:moveTo>
                  <a:lnTo>
                    <a:pt x="0" y="765937"/>
                  </a:lnTo>
                  <a:lnTo>
                    <a:pt x="0" y="772160"/>
                  </a:lnTo>
                  <a:lnTo>
                    <a:pt x="7620" y="772160"/>
                  </a:lnTo>
                  <a:lnTo>
                    <a:pt x="7620" y="765937"/>
                  </a:lnTo>
                  <a:close/>
                </a:path>
                <a:path w="7620" h="774700">
                  <a:moveTo>
                    <a:pt x="7620" y="759587"/>
                  </a:moveTo>
                  <a:lnTo>
                    <a:pt x="0" y="759587"/>
                  </a:lnTo>
                  <a:lnTo>
                    <a:pt x="0" y="765810"/>
                  </a:lnTo>
                  <a:lnTo>
                    <a:pt x="7620" y="765810"/>
                  </a:lnTo>
                  <a:lnTo>
                    <a:pt x="7620" y="759587"/>
                  </a:lnTo>
                  <a:close/>
                </a:path>
                <a:path w="7620" h="774700">
                  <a:moveTo>
                    <a:pt x="7620" y="753237"/>
                  </a:moveTo>
                  <a:lnTo>
                    <a:pt x="0" y="753237"/>
                  </a:lnTo>
                  <a:lnTo>
                    <a:pt x="0" y="759460"/>
                  </a:lnTo>
                  <a:lnTo>
                    <a:pt x="7620" y="759460"/>
                  </a:lnTo>
                  <a:lnTo>
                    <a:pt x="7620" y="753237"/>
                  </a:lnTo>
                  <a:close/>
                </a:path>
                <a:path w="7620" h="774700">
                  <a:moveTo>
                    <a:pt x="7620" y="746887"/>
                  </a:moveTo>
                  <a:lnTo>
                    <a:pt x="0" y="746887"/>
                  </a:lnTo>
                  <a:lnTo>
                    <a:pt x="0" y="753110"/>
                  </a:lnTo>
                  <a:lnTo>
                    <a:pt x="7620" y="753110"/>
                  </a:lnTo>
                  <a:lnTo>
                    <a:pt x="7620" y="746887"/>
                  </a:lnTo>
                  <a:close/>
                </a:path>
                <a:path w="7620" h="774700">
                  <a:moveTo>
                    <a:pt x="7620" y="740537"/>
                  </a:moveTo>
                  <a:lnTo>
                    <a:pt x="0" y="740537"/>
                  </a:lnTo>
                  <a:lnTo>
                    <a:pt x="0" y="746760"/>
                  </a:lnTo>
                  <a:lnTo>
                    <a:pt x="7620" y="746760"/>
                  </a:lnTo>
                  <a:lnTo>
                    <a:pt x="7620" y="740537"/>
                  </a:lnTo>
                  <a:close/>
                </a:path>
                <a:path w="7620" h="774700">
                  <a:moveTo>
                    <a:pt x="7620" y="734187"/>
                  </a:moveTo>
                  <a:lnTo>
                    <a:pt x="0" y="734187"/>
                  </a:lnTo>
                  <a:lnTo>
                    <a:pt x="0" y="740410"/>
                  </a:lnTo>
                  <a:lnTo>
                    <a:pt x="7620" y="740410"/>
                  </a:lnTo>
                  <a:lnTo>
                    <a:pt x="7620" y="734187"/>
                  </a:lnTo>
                  <a:close/>
                </a:path>
                <a:path w="7620" h="774700">
                  <a:moveTo>
                    <a:pt x="7620" y="727837"/>
                  </a:moveTo>
                  <a:lnTo>
                    <a:pt x="0" y="727837"/>
                  </a:lnTo>
                  <a:lnTo>
                    <a:pt x="0" y="734060"/>
                  </a:lnTo>
                  <a:lnTo>
                    <a:pt x="7620" y="734060"/>
                  </a:lnTo>
                  <a:lnTo>
                    <a:pt x="7620" y="727837"/>
                  </a:lnTo>
                  <a:close/>
                </a:path>
                <a:path w="7620" h="774700">
                  <a:moveTo>
                    <a:pt x="7620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7620" y="727710"/>
                  </a:lnTo>
                  <a:lnTo>
                    <a:pt x="7620" y="721487"/>
                  </a:lnTo>
                  <a:close/>
                </a:path>
                <a:path w="7620" h="774700">
                  <a:moveTo>
                    <a:pt x="7620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7620" y="721360"/>
                  </a:lnTo>
                  <a:lnTo>
                    <a:pt x="7620" y="715137"/>
                  </a:lnTo>
                  <a:close/>
                </a:path>
                <a:path w="7620" h="774700">
                  <a:moveTo>
                    <a:pt x="762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7620" y="715010"/>
                  </a:lnTo>
                  <a:lnTo>
                    <a:pt x="7620" y="708787"/>
                  </a:lnTo>
                  <a:close/>
                </a:path>
                <a:path w="7620" h="774700">
                  <a:moveTo>
                    <a:pt x="762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7620" y="708660"/>
                  </a:lnTo>
                  <a:lnTo>
                    <a:pt x="7620" y="702437"/>
                  </a:lnTo>
                  <a:close/>
                </a:path>
                <a:path w="7620" h="774700">
                  <a:moveTo>
                    <a:pt x="762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7620" y="702310"/>
                  </a:lnTo>
                  <a:lnTo>
                    <a:pt x="7620" y="696087"/>
                  </a:lnTo>
                  <a:close/>
                </a:path>
                <a:path w="7620" h="774700">
                  <a:moveTo>
                    <a:pt x="762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7620" y="695960"/>
                  </a:lnTo>
                  <a:lnTo>
                    <a:pt x="7620" y="689737"/>
                  </a:lnTo>
                  <a:close/>
                </a:path>
                <a:path w="7620" h="774700">
                  <a:moveTo>
                    <a:pt x="7620" y="683387"/>
                  </a:moveTo>
                  <a:lnTo>
                    <a:pt x="0" y="683387"/>
                  </a:lnTo>
                  <a:lnTo>
                    <a:pt x="0" y="689610"/>
                  </a:lnTo>
                  <a:lnTo>
                    <a:pt x="7620" y="689610"/>
                  </a:lnTo>
                  <a:lnTo>
                    <a:pt x="7620" y="683387"/>
                  </a:lnTo>
                  <a:close/>
                </a:path>
                <a:path w="7620" h="774700">
                  <a:moveTo>
                    <a:pt x="7620" y="680847"/>
                  </a:moveTo>
                  <a:lnTo>
                    <a:pt x="0" y="680847"/>
                  </a:lnTo>
                  <a:lnTo>
                    <a:pt x="0" y="683260"/>
                  </a:lnTo>
                  <a:lnTo>
                    <a:pt x="7620" y="683260"/>
                  </a:lnTo>
                  <a:lnTo>
                    <a:pt x="7620" y="680847"/>
                  </a:lnTo>
                  <a:close/>
                </a:path>
              </a:pathLst>
            </a:custGeom>
            <a:solidFill>
              <a:srgbClr val="3A5C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1">
              <a:extLst>
                <a:ext uri="{FF2B5EF4-FFF2-40B4-BE49-F238E27FC236}">
                  <a16:creationId xmlns:a16="http://schemas.microsoft.com/office/drawing/2014/main" id="{378A4CCB-993F-D184-D78A-42D2A252C97C}"/>
                </a:ext>
              </a:extLst>
            </p:cNvPr>
            <p:cNvSpPr/>
            <p:nvPr/>
          </p:nvSpPr>
          <p:spPr>
            <a:xfrm>
              <a:off x="8054194" y="2665364"/>
              <a:ext cx="7620" cy="772160"/>
            </a:xfrm>
            <a:custGeom>
              <a:avLst/>
              <a:gdLst/>
              <a:ahLst/>
              <a:cxnLst/>
              <a:rect l="l" t="t" r="r" b="b"/>
              <a:pathLst>
                <a:path w="7620" h="772160">
                  <a:moveTo>
                    <a:pt x="7620" y="91566"/>
                  </a:moveTo>
                  <a:lnTo>
                    <a:pt x="0" y="91566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1566"/>
                  </a:lnTo>
                  <a:close/>
                </a:path>
                <a:path w="7620" h="772160">
                  <a:moveTo>
                    <a:pt x="7620" y="85216"/>
                  </a:moveTo>
                  <a:lnTo>
                    <a:pt x="0" y="85216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5216"/>
                  </a:lnTo>
                  <a:close/>
                </a:path>
                <a:path w="7620" h="772160">
                  <a:moveTo>
                    <a:pt x="762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1407"/>
                  </a:lnTo>
                  <a:close/>
                </a:path>
                <a:path w="7620" h="772160">
                  <a:moveTo>
                    <a:pt x="762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866"/>
                  </a:lnTo>
                  <a:close/>
                </a:path>
                <a:path w="7620" h="772160">
                  <a:moveTo>
                    <a:pt x="762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5057"/>
                  </a:lnTo>
                  <a:close/>
                </a:path>
                <a:path w="7620" h="772160">
                  <a:moveTo>
                    <a:pt x="762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516"/>
                  </a:lnTo>
                  <a:close/>
                </a:path>
                <a:path w="7620" h="772160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772160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772160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772160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772160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772160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772160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772160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772160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772160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772160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772160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772160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772160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772160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772160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772160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772160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772160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772160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772160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772160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772160">
                  <a:moveTo>
                    <a:pt x="50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1397"/>
                  </a:lnTo>
                  <a:lnTo>
                    <a:pt x="5079" y="1397"/>
                  </a:lnTo>
                  <a:lnTo>
                    <a:pt x="5079" y="0"/>
                  </a:lnTo>
                  <a:close/>
                </a:path>
                <a:path w="7620" h="772160">
                  <a:moveTo>
                    <a:pt x="7620" y="101600"/>
                  </a:moveTo>
                  <a:lnTo>
                    <a:pt x="0" y="101600"/>
                  </a:lnTo>
                  <a:lnTo>
                    <a:pt x="0" y="673100"/>
                  </a:lnTo>
                  <a:lnTo>
                    <a:pt x="7620" y="673100"/>
                  </a:lnTo>
                  <a:lnTo>
                    <a:pt x="7620" y="101600"/>
                  </a:lnTo>
                  <a:close/>
                </a:path>
                <a:path w="7620" h="772160">
                  <a:moveTo>
                    <a:pt x="7620" y="673100"/>
                  </a:moveTo>
                  <a:lnTo>
                    <a:pt x="0" y="673100"/>
                  </a:lnTo>
                  <a:lnTo>
                    <a:pt x="0" y="679450"/>
                  </a:lnTo>
                  <a:lnTo>
                    <a:pt x="7620" y="679450"/>
                  </a:lnTo>
                  <a:lnTo>
                    <a:pt x="7620" y="673100"/>
                  </a:lnTo>
                  <a:close/>
                </a:path>
                <a:path w="7620" h="772160">
                  <a:moveTo>
                    <a:pt x="3809" y="771017"/>
                  </a:moveTo>
                  <a:lnTo>
                    <a:pt x="0" y="771017"/>
                  </a:lnTo>
                  <a:lnTo>
                    <a:pt x="0" y="772160"/>
                  </a:lnTo>
                  <a:lnTo>
                    <a:pt x="3809" y="772160"/>
                  </a:lnTo>
                  <a:lnTo>
                    <a:pt x="3809" y="771017"/>
                  </a:lnTo>
                  <a:close/>
                </a:path>
                <a:path w="7620" h="772160">
                  <a:moveTo>
                    <a:pt x="7620" y="764667"/>
                  </a:moveTo>
                  <a:lnTo>
                    <a:pt x="0" y="764667"/>
                  </a:lnTo>
                  <a:lnTo>
                    <a:pt x="0" y="770890"/>
                  </a:lnTo>
                  <a:lnTo>
                    <a:pt x="3809" y="770890"/>
                  </a:lnTo>
                  <a:lnTo>
                    <a:pt x="7620" y="771017"/>
                  </a:lnTo>
                  <a:lnTo>
                    <a:pt x="7620" y="764667"/>
                  </a:lnTo>
                  <a:close/>
                </a:path>
                <a:path w="7620" h="772160">
                  <a:moveTo>
                    <a:pt x="7620" y="758317"/>
                  </a:moveTo>
                  <a:lnTo>
                    <a:pt x="0" y="758317"/>
                  </a:lnTo>
                  <a:lnTo>
                    <a:pt x="0" y="764540"/>
                  </a:lnTo>
                  <a:lnTo>
                    <a:pt x="7620" y="764540"/>
                  </a:lnTo>
                  <a:lnTo>
                    <a:pt x="7620" y="758317"/>
                  </a:lnTo>
                  <a:close/>
                </a:path>
                <a:path w="7620" h="772160">
                  <a:moveTo>
                    <a:pt x="7620" y="751967"/>
                  </a:moveTo>
                  <a:lnTo>
                    <a:pt x="0" y="751967"/>
                  </a:lnTo>
                  <a:lnTo>
                    <a:pt x="0" y="758190"/>
                  </a:lnTo>
                  <a:lnTo>
                    <a:pt x="7620" y="758190"/>
                  </a:lnTo>
                  <a:lnTo>
                    <a:pt x="7620" y="751967"/>
                  </a:lnTo>
                  <a:close/>
                </a:path>
                <a:path w="7620" h="772160">
                  <a:moveTo>
                    <a:pt x="7620" y="745617"/>
                  </a:moveTo>
                  <a:lnTo>
                    <a:pt x="0" y="745617"/>
                  </a:lnTo>
                  <a:lnTo>
                    <a:pt x="0" y="751840"/>
                  </a:lnTo>
                  <a:lnTo>
                    <a:pt x="7620" y="751840"/>
                  </a:lnTo>
                  <a:lnTo>
                    <a:pt x="7620" y="745617"/>
                  </a:lnTo>
                  <a:close/>
                </a:path>
                <a:path w="7620" h="772160">
                  <a:moveTo>
                    <a:pt x="7620" y="739267"/>
                  </a:moveTo>
                  <a:lnTo>
                    <a:pt x="0" y="739267"/>
                  </a:lnTo>
                  <a:lnTo>
                    <a:pt x="0" y="745490"/>
                  </a:lnTo>
                  <a:lnTo>
                    <a:pt x="7620" y="745490"/>
                  </a:lnTo>
                  <a:lnTo>
                    <a:pt x="7620" y="739267"/>
                  </a:lnTo>
                  <a:close/>
                </a:path>
                <a:path w="7620" h="772160">
                  <a:moveTo>
                    <a:pt x="762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7620" y="739140"/>
                  </a:lnTo>
                  <a:lnTo>
                    <a:pt x="7620" y="732917"/>
                  </a:lnTo>
                  <a:close/>
                </a:path>
                <a:path w="7620" h="772160">
                  <a:moveTo>
                    <a:pt x="762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7620" y="732790"/>
                  </a:lnTo>
                  <a:lnTo>
                    <a:pt x="7620" y="726567"/>
                  </a:lnTo>
                  <a:close/>
                </a:path>
                <a:path w="7620" h="772160">
                  <a:moveTo>
                    <a:pt x="762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7620" y="726440"/>
                  </a:lnTo>
                  <a:lnTo>
                    <a:pt x="7620" y="720217"/>
                  </a:lnTo>
                  <a:close/>
                </a:path>
                <a:path w="7620" h="772160">
                  <a:moveTo>
                    <a:pt x="762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7620" y="720090"/>
                  </a:lnTo>
                  <a:lnTo>
                    <a:pt x="7620" y="713867"/>
                  </a:lnTo>
                  <a:close/>
                </a:path>
                <a:path w="7620" h="772160">
                  <a:moveTo>
                    <a:pt x="762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7620" y="713740"/>
                  </a:lnTo>
                  <a:lnTo>
                    <a:pt x="7620" y="707517"/>
                  </a:lnTo>
                  <a:close/>
                </a:path>
                <a:path w="7620" h="772160">
                  <a:moveTo>
                    <a:pt x="762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7620" y="707390"/>
                  </a:lnTo>
                  <a:lnTo>
                    <a:pt x="7620" y="701167"/>
                  </a:lnTo>
                  <a:close/>
                </a:path>
                <a:path w="7620" h="772160">
                  <a:moveTo>
                    <a:pt x="762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817"/>
                  </a:lnTo>
                  <a:close/>
                </a:path>
                <a:path w="7620" h="772160">
                  <a:moveTo>
                    <a:pt x="762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467"/>
                  </a:lnTo>
                  <a:close/>
                </a:path>
                <a:path w="7620" h="772160">
                  <a:moveTo>
                    <a:pt x="762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2117"/>
                  </a:lnTo>
                  <a:close/>
                </a:path>
                <a:path w="7620" h="772160">
                  <a:moveTo>
                    <a:pt x="7620" y="679577"/>
                  </a:moveTo>
                  <a:lnTo>
                    <a:pt x="0" y="679577"/>
                  </a:lnTo>
                  <a:lnTo>
                    <a:pt x="0" y="681990"/>
                  </a:lnTo>
                  <a:lnTo>
                    <a:pt x="7620" y="681990"/>
                  </a:lnTo>
                  <a:lnTo>
                    <a:pt x="7620" y="679577"/>
                  </a:lnTo>
                  <a:close/>
                </a:path>
              </a:pathLst>
            </a:custGeom>
            <a:solidFill>
              <a:srgbClr val="3A5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2">
              <a:extLst>
                <a:ext uri="{FF2B5EF4-FFF2-40B4-BE49-F238E27FC236}">
                  <a16:creationId xmlns:a16="http://schemas.microsoft.com/office/drawing/2014/main" id="{24F4537E-5E2F-CEA6-26C5-89373ACA8140}"/>
                </a:ext>
              </a:extLst>
            </p:cNvPr>
            <p:cNvSpPr/>
            <p:nvPr/>
          </p:nvSpPr>
          <p:spPr>
            <a:xfrm>
              <a:off x="8061815" y="2666761"/>
              <a:ext cx="6350" cy="769620"/>
            </a:xfrm>
            <a:custGeom>
              <a:avLst/>
              <a:gdLst/>
              <a:ahLst/>
              <a:cxnLst/>
              <a:rect l="l" t="t" r="r" b="b"/>
              <a:pathLst>
                <a:path w="6350" h="769619">
                  <a:moveTo>
                    <a:pt x="6350" y="90169"/>
                  </a:moveTo>
                  <a:lnTo>
                    <a:pt x="0" y="90169"/>
                  </a:lnTo>
                  <a:lnTo>
                    <a:pt x="0" y="100202"/>
                  </a:lnTo>
                  <a:lnTo>
                    <a:pt x="6350" y="100202"/>
                  </a:lnTo>
                  <a:lnTo>
                    <a:pt x="6350" y="90169"/>
                  </a:lnTo>
                  <a:close/>
                </a:path>
                <a:path w="6350" h="769619">
                  <a:moveTo>
                    <a:pt x="6350" y="83819"/>
                  </a:moveTo>
                  <a:lnTo>
                    <a:pt x="0" y="83819"/>
                  </a:lnTo>
                  <a:lnTo>
                    <a:pt x="0" y="90042"/>
                  </a:lnTo>
                  <a:lnTo>
                    <a:pt x="6350" y="90042"/>
                  </a:lnTo>
                  <a:lnTo>
                    <a:pt x="6350" y="83819"/>
                  </a:lnTo>
                  <a:close/>
                </a:path>
                <a:path w="6350" h="769619">
                  <a:moveTo>
                    <a:pt x="635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6350" y="83692"/>
                  </a:lnTo>
                  <a:lnTo>
                    <a:pt x="6350" y="80010"/>
                  </a:lnTo>
                  <a:close/>
                </a:path>
                <a:path w="6350" h="769619">
                  <a:moveTo>
                    <a:pt x="635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6350" y="79882"/>
                  </a:lnTo>
                  <a:lnTo>
                    <a:pt x="6350" y="77469"/>
                  </a:lnTo>
                  <a:close/>
                </a:path>
                <a:path w="6350" h="769619">
                  <a:moveTo>
                    <a:pt x="635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6350" y="77342"/>
                  </a:lnTo>
                  <a:lnTo>
                    <a:pt x="6350" y="73660"/>
                  </a:lnTo>
                  <a:close/>
                </a:path>
                <a:path w="6350" h="769619">
                  <a:moveTo>
                    <a:pt x="635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6350" y="73532"/>
                  </a:lnTo>
                  <a:lnTo>
                    <a:pt x="6350" y="71119"/>
                  </a:lnTo>
                  <a:close/>
                </a:path>
                <a:path w="6350" h="769619">
                  <a:moveTo>
                    <a:pt x="635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7310"/>
                  </a:lnTo>
                  <a:close/>
                </a:path>
                <a:path w="6350" h="769619">
                  <a:moveTo>
                    <a:pt x="635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6350" y="67182"/>
                  </a:lnTo>
                  <a:lnTo>
                    <a:pt x="6350" y="64769"/>
                  </a:lnTo>
                  <a:close/>
                </a:path>
                <a:path w="6350" h="769619">
                  <a:moveTo>
                    <a:pt x="635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0960"/>
                  </a:lnTo>
                  <a:close/>
                </a:path>
                <a:path w="6350" h="769619">
                  <a:moveTo>
                    <a:pt x="635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6350" y="60832"/>
                  </a:lnTo>
                  <a:lnTo>
                    <a:pt x="6350" y="58419"/>
                  </a:lnTo>
                  <a:close/>
                </a:path>
                <a:path w="6350" h="769619">
                  <a:moveTo>
                    <a:pt x="635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4610"/>
                  </a:lnTo>
                  <a:close/>
                </a:path>
                <a:path w="6350" h="769619">
                  <a:moveTo>
                    <a:pt x="635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6350" y="54482"/>
                  </a:lnTo>
                  <a:lnTo>
                    <a:pt x="6350" y="52069"/>
                  </a:lnTo>
                  <a:close/>
                </a:path>
                <a:path w="6350" h="769619">
                  <a:moveTo>
                    <a:pt x="635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8260"/>
                  </a:lnTo>
                  <a:close/>
                </a:path>
                <a:path w="6350" h="769619">
                  <a:moveTo>
                    <a:pt x="635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6350" y="48132"/>
                  </a:lnTo>
                  <a:lnTo>
                    <a:pt x="6350" y="45719"/>
                  </a:lnTo>
                  <a:close/>
                </a:path>
                <a:path w="6350" h="769619">
                  <a:moveTo>
                    <a:pt x="635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1910"/>
                  </a:lnTo>
                  <a:close/>
                </a:path>
                <a:path w="6350" h="769619">
                  <a:moveTo>
                    <a:pt x="635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6350" y="41782"/>
                  </a:lnTo>
                  <a:lnTo>
                    <a:pt x="6350" y="39369"/>
                  </a:lnTo>
                  <a:close/>
                </a:path>
                <a:path w="6350" h="769619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769619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769619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769619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769619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769619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769619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769619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769619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769619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769619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769619">
                  <a:moveTo>
                    <a:pt x="6350" y="1142"/>
                  </a:moveTo>
                  <a:lnTo>
                    <a:pt x="3809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1142"/>
                  </a:lnTo>
                  <a:close/>
                </a:path>
                <a:path w="6350" h="769619">
                  <a:moveTo>
                    <a:pt x="3809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3809" y="1142"/>
                  </a:lnTo>
                  <a:lnTo>
                    <a:pt x="3809" y="0"/>
                  </a:lnTo>
                  <a:close/>
                </a:path>
                <a:path w="6350" h="769619">
                  <a:moveTo>
                    <a:pt x="6350" y="100203"/>
                  </a:moveTo>
                  <a:lnTo>
                    <a:pt x="0" y="100203"/>
                  </a:lnTo>
                  <a:lnTo>
                    <a:pt x="0" y="671702"/>
                  </a:lnTo>
                  <a:lnTo>
                    <a:pt x="6350" y="671702"/>
                  </a:lnTo>
                  <a:lnTo>
                    <a:pt x="6350" y="100203"/>
                  </a:lnTo>
                  <a:close/>
                </a:path>
                <a:path w="6350" h="769619">
                  <a:moveTo>
                    <a:pt x="6350" y="671703"/>
                  </a:moveTo>
                  <a:lnTo>
                    <a:pt x="0" y="671703"/>
                  </a:lnTo>
                  <a:lnTo>
                    <a:pt x="0" y="678052"/>
                  </a:lnTo>
                  <a:lnTo>
                    <a:pt x="6350" y="678052"/>
                  </a:lnTo>
                  <a:lnTo>
                    <a:pt x="6350" y="671703"/>
                  </a:lnTo>
                  <a:close/>
                </a:path>
                <a:path w="6350" h="769619">
                  <a:moveTo>
                    <a:pt x="6350" y="763270"/>
                  </a:moveTo>
                  <a:lnTo>
                    <a:pt x="0" y="763270"/>
                  </a:lnTo>
                  <a:lnTo>
                    <a:pt x="0" y="769620"/>
                  </a:lnTo>
                  <a:lnTo>
                    <a:pt x="2539" y="769620"/>
                  </a:lnTo>
                  <a:lnTo>
                    <a:pt x="2539" y="768223"/>
                  </a:lnTo>
                  <a:lnTo>
                    <a:pt x="6350" y="768223"/>
                  </a:lnTo>
                  <a:lnTo>
                    <a:pt x="6350" y="763270"/>
                  </a:lnTo>
                  <a:close/>
                </a:path>
                <a:path w="6350" h="769619">
                  <a:moveTo>
                    <a:pt x="6350" y="756920"/>
                  </a:moveTo>
                  <a:lnTo>
                    <a:pt x="0" y="756920"/>
                  </a:lnTo>
                  <a:lnTo>
                    <a:pt x="0" y="763143"/>
                  </a:lnTo>
                  <a:lnTo>
                    <a:pt x="6350" y="763143"/>
                  </a:lnTo>
                  <a:lnTo>
                    <a:pt x="6350" y="756920"/>
                  </a:lnTo>
                  <a:close/>
                </a:path>
                <a:path w="6350" h="769619">
                  <a:moveTo>
                    <a:pt x="6350" y="750570"/>
                  </a:moveTo>
                  <a:lnTo>
                    <a:pt x="0" y="750570"/>
                  </a:lnTo>
                  <a:lnTo>
                    <a:pt x="0" y="756793"/>
                  </a:lnTo>
                  <a:lnTo>
                    <a:pt x="6350" y="756793"/>
                  </a:lnTo>
                  <a:lnTo>
                    <a:pt x="6350" y="750570"/>
                  </a:lnTo>
                  <a:close/>
                </a:path>
                <a:path w="6350" h="769619">
                  <a:moveTo>
                    <a:pt x="6350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6350" y="750443"/>
                  </a:lnTo>
                  <a:lnTo>
                    <a:pt x="6350" y="744220"/>
                  </a:lnTo>
                  <a:close/>
                </a:path>
                <a:path w="6350" h="769619">
                  <a:moveTo>
                    <a:pt x="6350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6350" y="744093"/>
                  </a:lnTo>
                  <a:lnTo>
                    <a:pt x="6350" y="737870"/>
                  </a:lnTo>
                  <a:close/>
                </a:path>
                <a:path w="6350" h="769619">
                  <a:moveTo>
                    <a:pt x="6350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6350" y="737743"/>
                  </a:lnTo>
                  <a:lnTo>
                    <a:pt x="6350" y="731520"/>
                  </a:lnTo>
                  <a:close/>
                </a:path>
                <a:path w="6350" h="769619">
                  <a:moveTo>
                    <a:pt x="6350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6350" y="731393"/>
                  </a:lnTo>
                  <a:lnTo>
                    <a:pt x="6350" y="725170"/>
                  </a:lnTo>
                  <a:close/>
                </a:path>
                <a:path w="6350" h="769619">
                  <a:moveTo>
                    <a:pt x="635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6350" y="725043"/>
                  </a:lnTo>
                  <a:lnTo>
                    <a:pt x="6350" y="718820"/>
                  </a:lnTo>
                  <a:close/>
                </a:path>
                <a:path w="6350" h="769619">
                  <a:moveTo>
                    <a:pt x="635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6350" y="718693"/>
                  </a:lnTo>
                  <a:lnTo>
                    <a:pt x="6350" y="712470"/>
                  </a:lnTo>
                  <a:close/>
                </a:path>
                <a:path w="6350" h="769619">
                  <a:moveTo>
                    <a:pt x="635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6350" y="712343"/>
                  </a:lnTo>
                  <a:lnTo>
                    <a:pt x="6350" y="706120"/>
                  </a:lnTo>
                  <a:close/>
                </a:path>
                <a:path w="6350" h="769619">
                  <a:moveTo>
                    <a:pt x="635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6350" y="705993"/>
                  </a:lnTo>
                  <a:lnTo>
                    <a:pt x="6350" y="699770"/>
                  </a:lnTo>
                  <a:close/>
                </a:path>
                <a:path w="6350" h="769619">
                  <a:moveTo>
                    <a:pt x="635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6350" y="699643"/>
                  </a:lnTo>
                  <a:lnTo>
                    <a:pt x="6350" y="693420"/>
                  </a:lnTo>
                  <a:close/>
                </a:path>
                <a:path w="6350" h="769619">
                  <a:moveTo>
                    <a:pt x="635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6350" y="693293"/>
                  </a:lnTo>
                  <a:lnTo>
                    <a:pt x="6350" y="687070"/>
                  </a:lnTo>
                  <a:close/>
                </a:path>
                <a:path w="6350" h="769619">
                  <a:moveTo>
                    <a:pt x="635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6350" y="686943"/>
                  </a:lnTo>
                  <a:lnTo>
                    <a:pt x="6350" y="680720"/>
                  </a:lnTo>
                  <a:close/>
                </a:path>
                <a:path w="6350" h="769619">
                  <a:moveTo>
                    <a:pt x="6350" y="678180"/>
                  </a:moveTo>
                  <a:lnTo>
                    <a:pt x="0" y="678180"/>
                  </a:lnTo>
                  <a:lnTo>
                    <a:pt x="0" y="680593"/>
                  </a:lnTo>
                  <a:lnTo>
                    <a:pt x="6350" y="680593"/>
                  </a:lnTo>
                  <a:lnTo>
                    <a:pt x="6350" y="678180"/>
                  </a:lnTo>
                  <a:close/>
                </a:path>
              </a:pathLst>
            </a:custGeom>
            <a:solidFill>
              <a:srgbClr val="3B5F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3">
              <a:extLst>
                <a:ext uri="{FF2B5EF4-FFF2-40B4-BE49-F238E27FC236}">
                  <a16:creationId xmlns:a16="http://schemas.microsoft.com/office/drawing/2014/main" id="{94D6D51D-C954-AFE3-1B9D-CDD00C7ABBD5}"/>
                </a:ext>
              </a:extLst>
            </p:cNvPr>
            <p:cNvSpPr/>
            <p:nvPr/>
          </p:nvSpPr>
          <p:spPr>
            <a:xfrm>
              <a:off x="8068165" y="2667904"/>
              <a:ext cx="7620" cy="767080"/>
            </a:xfrm>
            <a:custGeom>
              <a:avLst/>
              <a:gdLst/>
              <a:ahLst/>
              <a:cxnLst/>
              <a:rect l="l" t="t" r="r" b="b"/>
              <a:pathLst>
                <a:path w="7620" h="767080">
                  <a:moveTo>
                    <a:pt x="7620" y="89026"/>
                  </a:moveTo>
                  <a:lnTo>
                    <a:pt x="0" y="89026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89026"/>
                  </a:lnTo>
                  <a:close/>
                </a:path>
                <a:path w="7620" h="767080">
                  <a:moveTo>
                    <a:pt x="7620" y="82676"/>
                  </a:moveTo>
                  <a:lnTo>
                    <a:pt x="0" y="82676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2676"/>
                  </a:lnTo>
                  <a:close/>
                </a:path>
                <a:path w="7620" h="767080">
                  <a:moveTo>
                    <a:pt x="762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8867"/>
                  </a:lnTo>
                  <a:close/>
                </a:path>
                <a:path w="7620" h="767080">
                  <a:moveTo>
                    <a:pt x="762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326"/>
                  </a:lnTo>
                  <a:close/>
                </a:path>
                <a:path w="7620" h="767080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767080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767080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767080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767080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767080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767080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767080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767080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767080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767080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767080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767080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767080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767080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767080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767080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767080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767080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767080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767080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767080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767080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76708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  <a:path w="7620" h="767080">
                  <a:moveTo>
                    <a:pt x="7620" y="99060"/>
                  </a:moveTo>
                  <a:lnTo>
                    <a:pt x="0" y="99060"/>
                  </a:lnTo>
                  <a:lnTo>
                    <a:pt x="0" y="670560"/>
                  </a:lnTo>
                  <a:lnTo>
                    <a:pt x="7620" y="670560"/>
                  </a:lnTo>
                  <a:lnTo>
                    <a:pt x="7620" y="99060"/>
                  </a:lnTo>
                  <a:close/>
                </a:path>
                <a:path w="7620" h="767080">
                  <a:moveTo>
                    <a:pt x="7620" y="670560"/>
                  </a:moveTo>
                  <a:lnTo>
                    <a:pt x="0" y="670560"/>
                  </a:lnTo>
                  <a:lnTo>
                    <a:pt x="0" y="676910"/>
                  </a:lnTo>
                  <a:lnTo>
                    <a:pt x="7620" y="676910"/>
                  </a:lnTo>
                  <a:lnTo>
                    <a:pt x="7620" y="670560"/>
                  </a:lnTo>
                  <a:close/>
                </a:path>
                <a:path w="7620" h="767080">
                  <a:moveTo>
                    <a:pt x="7620" y="762127"/>
                  </a:moveTo>
                  <a:lnTo>
                    <a:pt x="0" y="762127"/>
                  </a:lnTo>
                  <a:lnTo>
                    <a:pt x="0" y="767080"/>
                  </a:lnTo>
                  <a:lnTo>
                    <a:pt x="2539" y="767080"/>
                  </a:lnTo>
                  <a:lnTo>
                    <a:pt x="2539" y="765810"/>
                  </a:lnTo>
                  <a:lnTo>
                    <a:pt x="7620" y="765810"/>
                  </a:lnTo>
                  <a:lnTo>
                    <a:pt x="7620" y="762127"/>
                  </a:lnTo>
                  <a:close/>
                </a:path>
                <a:path w="7620" h="767080">
                  <a:moveTo>
                    <a:pt x="7620" y="755777"/>
                  </a:moveTo>
                  <a:lnTo>
                    <a:pt x="0" y="755777"/>
                  </a:lnTo>
                  <a:lnTo>
                    <a:pt x="0" y="762000"/>
                  </a:lnTo>
                  <a:lnTo>
                    <a:pt x="7620" y="762000"/>
                  </a:lnTo>
                  <a:lnTo>
                    <a:pt x="7620" y="755777"/>
                  </a:lnTo>
                  <a:close/>
                </a:path>
                <a:path w="7620" h="767080">
                  <a:moveTo>
                    <a:pt x="7620" y="749427"/>
                  </a:moveTo>
                  <a:lnTo>
                    <a:pt x="0" y="749427"/>
                  </a:lnTo>
                  <a:lnTo>
                    <a:pt x="0" y="755650"/>
                  </a:lnTo>
                  <a:lnTo>
                    <a:pt x="7620" y="755650"/>
                  </a:lnTo>
                  <a:lnTo>
                    <a:pt x="7620" y="749427"/>
                  </a:lnTo>
                  <a:close/>
                </a:path>
                <a:path w="7620" h="767080">
                  <a:moveTo>
                    <a:pt x="7620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7620" y="749300"/>
                  </a:lnTo>
                  <a:lnTo>
                    <a:pt x="7620" y="743077"/>
                  </a:lnTo>
                  <a:close/>
                </a:path>
                <a:path w="7620" h="767080">
                  <a:moveTo>
                    <a:pt x="7620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7620" y="742950"/>
                  </a:lnTo>
                  <a:lnTo>
                    <a:pt x="7620" y="736727"/>
                  </a:lnTo>
                  <a:close/>
                </a:path>
                <a:path w="7620" h="767080">
                  <a:moveTo>
                    <a:pt x="7620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7620" y="736600"/>
                  </a:lnTo>
                  <a:lnTo>
                    <a:pt x="7620" y="730377"/>
                  </a:lnTo>
                  <a:close/>
                </a:path>
                <a:path w="7620" h="767080">
                  <a:moveTo>
                    <a:pt x="7620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7620" y="730250"/>
                  </a:lnTo>
                  <a:lnTo>
                    <a:pt x="7620" y="724027"/>
                  </a:lnTo>
                  <a:close/>
                </a:path>
                <a:path w="7620" h="767080">
                  <a:moveTo>
                    <a:pt x="7620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7620" y="723900"/>
                  </a:lnTo>
                  <a:lnTo>
                    <a:pt x="7620" y="717677"/>
                  </a:lnTo>
                  <a:close/>
                </a:path>
                <a:path w="7620" h="767080">
                  <a:moveTo>
                    <a:pt x="7620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7620" y="717550"/>
                  </a:lnTo>
                  <a:lnTo>
                    <a:pt x="7620" y="711327"/>
                  </a:lnTo>
                  <a:close/>
                </a:path>
                <a:path w="7620" h="767080">
                  <a:moveTo>
                    <a:pt x="7620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7620" y="711200"/>
                  </a:lnTo>
                  <a:lnTo>
                    <a:pt x="7620" y="704977"/>
                  </a:lnTo>
                  <a:close/>
                </a:path>
                <a:path w="7620" h="767080">
                  <a:moveTo>
                    <a:pt x="7620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7620" y="704850"/>
                  </a:lnTo>
                  <a:lnTo>
                    <a:pt x="7620" y="698627"/>
                  </a:lnTo>
                  <a:close/>
                </a:path>
                <a:path w="7620" h="767080">
                  <a:moveTo>
                    <a:pt x="7620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7620" y="698500"/>
                  </a:lnTo>
                  <a:lnTo>
                    <a:pt x="7620" y="692277"/>
                  </a:lnTo>
                  <a:close/>
                </a:path>
                <a:path w="7620" h="767080">
                  <a:moveTo>
                    <a:pt x="7620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5927"/>
                  </a:lnTo>
                  <a:close/>
                </a:path>
                <a:path w="7620" h="767080">
                  <a:moveTo>
                    <a:pt x="7620" y="679577"/>
                  </a:moveTo>
                  <a:lnTo>
                    <a:pt x="0" y="679577"/>
                  </a:lnTo>
                  <a:lnTo>
                    <a:pt x="0" y="685800"/>
                  </a:lnTo>
                  <a:lnTo>
                    <a:pt x="7620" y="685800"/>
                  </a:lnTo>
                  <a:lnTo>
                    <a:pt x="7620" y="679577"/>
                  </a:lnTo>
                  <a:close/>
                </a:path>
                <a:path w="7620" h="767080">
                  <a:moveTo>
                    <a:pt x="7620" y="677037"/>
                  </a:moveTo>
                  <a:lnTo>
                    <a:pt x="0" y="677037"/>
                  </a:lnTo>
                  <a:lnTo>
                    <a:pt x="0" y="679450"/>
                  </a:lnTo>
                  <a:lnTo>
                    <a:pt x="7620" y="679450"/>
                  </a:lnTo>
                  <a:lnTo>
                    <a:pt x="7620" y="677037"/>
                  </a:lnTo>
                  <a:close/>
                </a:path>
              </a:pathLst>
            </a:custGeom>
            <a:solidFill>
              <a:srgbClr val="3C60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4">
              <a:extLst>
                <a:ext uri="{FF2B5EF4-FFF2-40B4-BE49-F238E27FC236}">
                  <a16:creationId xmlns:a16="http://schemas.microsoft.com/office/drawing/2014/main" id="{EB28F9BA-EB22-AD1B-10D3-1A7CD3452050}"/>
                </a:ext>
              </a:extLst>
            </p:cNvPr>
            <p:cNvSpPr/>
            <p:nvPr/>
          </p:nvSpPr>
          <p:spPr>
            <a:xfrm>
              <a:off x="8075785" y="2669301"/>
              <a:ext cx="7620" cy="764540"/>
            </a:xfrm>
            <a:custGeom>
              <a:avLst/>
              <a:gdLst/>
              <a:ahLst/>
              <a:cxnLst/>
              <a:rect l="l" t="t" r="r" b="b"/>
              <a:pathLst>
                <a:path w="7620" h="764539">
                  <a:moveTo>
                    <a:pt x="7620" y="87629"/>
                  </a:moveTo>
                  <a:lnTo>
                    <a:pt x="0" y="87629"/>
                  </a:lnTo>
                  <a:lnTo>
                    <a:pt x="0" y="97662"/>
                  </a:lnTo>
                  <a:lnTo>
                    <a:pt x="7620" y="97662"/>
                  </a:lnTo>
                  <a:lnTo>
                    <a:pt x="7620" y="87629"/>
                  </a:lnTo>
                  <a:close/>
                </a:path>
                <a:path w="7620" h="764539">
                  <a:moveTo>
                    <a:pt x="7620" y="81279"/>
                  </a:moveTo>
                  <a:lnTo>
                    <a:pt x="0" y="81279"/>
                  </a:lnTo>
                  <a:lnTo>
                    <a:pt x="0" y="87502"/>
                  </a:lnTo>
                  <a:lnTo>
                    <a:pt x="7620" y="87502"/>
                  </a:lnTo>
                  <a:lnTo>
                    <a:pt x="7620" y="81279"/>
                  </a:lnTo>
                  <a:close/>
                </a:path>
                <a:path w="7620" h="764539">
                  <a:moveTo>
                    <a:pt x="7620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7620" y="81152"/>
                  </a:lnTo>
                  <a:lnTo>
                    <a:pt x="7620" y="77470"/>
                  </a:lnTo>
                  <a:close/>
                </a:path>
                <a:path w="7620" h="764539">
                  <a:moveTo>
                    <a:pt x="7620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4929"/>
                  </a:lnTo>
                  <a:close/>
                </a:path>
                <a:path w="7620" h="764539">
                  <a:moveTo>
                    <a:pt x="7620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7620" y="74802"/>
                  </a:lnTo>
                  <a:lnTo>
                    <a:pt x="7620" y="71120"/>
                  </a:lnTo>
                  <a:close/>
                </a:path>
                <a:path w="7620" h="764539">
                  <a:moveTo>
                    <a:pt x="7620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8579"/>
                  </a:lnTo>
                  <a:close/>
                </a:path>
                <a:path w="7620" h="764539">
                  <a:moveTo>
                    <a:pt x="7620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20" y="68452"/>
                  </a:lnTo>
                  <a:lnTo>
                    <a:pt x="7620" y="64770"/>
                  </a:lnTo>
                  <a:close/>
                </a:path>
                <a:path w="7620" h="764539">
                  <a:moveTo>
                    <a:pt x="7620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2229"/>
                  </a:lnTo>
                  <a:close/>
                </a:path>
                <a:path w="7620" h="764539">
                  <a:moveTo>
                    <a:pt x="7620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20" y="62102"/>
                  </a:lnTo>
                  <a:lnTo>
                    <a:pt x="7620" y="58420"/>
                  </a:lnTo>
                  <a:close/>
                </a:path>
                <a:path w="7620" h="764539">
                  <a:moveTo>
                    <a:pt x="7620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5879"/>
                  </a:lnTo>
                  <a:close/>
                </a:path>
                <a:path w="7620" h="764539">
                  <a:moveTo>
                    <a:pt x="762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20" y="55752"/>
                  </a:lnTo>
                  <a:lnTo>
                    <a:pt x="7620" y="52070"/>
                  </a:lnTo>
                  <a:close/>
                </a:path>
                <a:path w="7620" h="764539">
                  <a:moveTo>
                    <a:pt x="762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9529"/>
                  </a:lnTo>
                  <a:close/>
                </a:path>
                <a:path w="7620" h="764539">
                  <a:moveTo>
                    <a:pt x="762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20" y="49402"/>
                  </a:lnTo>
                  <a:lnTo>
                    <a:pt x="7620" y="45720"/>
                  </a:lnTo>
                  <a:close/>
                </a:path>
                <a:path w="7620" h="764539">
                  <a:moveTo>
                    <a:pt x="762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3179"/>
                  </a:lnTo>
                  <a:close/>
                </a:path>
                <a:path w="7620" h="764539">
                  <a:moveTo>
                    <a:pt x="762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9370"/>
                  </a:lnTo>
                  <a:close/>
                </a:path>
                <a:path w="7620" h="764539">
                  <a:moveTo>
                    <a:pt x="762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6829"/>
                  </a:lnTo>
                  <a:close/>
                </a:path>
                <a:path w="7620" h="764539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764539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764539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764539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764539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764539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764539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764539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764539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764539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764539">
                  <a:moveTo>
                    <a:pt x="7620" y="1142"/>
                  </a:moveTo>
                  <a:lnTo>
                    <a:pt x="1270" y="1142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1142"/>
                  </a:lnTo>
                  <a:close/>
                </a:path>
                <a:path w="7620" h="764539">
                  <a:moveTo>
                    <a:pt x="127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1270" y="1142"/>
                  </a:lnTo>
                  <a:lnTo>
                    <a:pt x="1270" y="0"/>
                  </a:lnTo>
                  <a:close/>
                </a:path>
                <a:path w="7620" h="764539">
                  <a:moveTo>
                    <a:pt x="7620" y="97663"/>
                  </a:moveTo>
                  <a:lnTo>
                    <a:pt x="0" y="97663"/>
                  </a:lnTo>
                  <a:lnTo>
                    <a:pt x="0" y="669163"/>
                  </a:lnTo>
                  <a:lnTo>
                    <a:pt x="7620" y="669163"/>
                  </a:lnTo>
                  <a:lnTo>
                    <a:pt x="7620" y="97663"/>
                  </a:lnTo>
                  <a:close/>
                </a:path>
                <a:path w="7620" h="764539">
                  <a:moveTo>
                    <a:pt x="7620" y="669163"/>
                  </a:moveTo>
                  <a:lnTo>
                    <a:pt x="0" y="669163"/>
                  </a:lnTo>
                  <a:lnTo>
                    <a:pt x="0" y="675513"/>
                  </a:lnTo>
                  <a:lnTo>
                    <a:pt x="7620" y="675513"/>
                  </a:lnTo>
                  <a:lnTo>
                    <a:pt x="7620" y="669163"/>
                  </a:lnTo>
                  <a:close/>
                </a:path>
                <a:path w="7620" h="764539">
                  <a:moveTo>
                    <a:pt x="7620" y="760730"/>
                  </a:moveTo>
                  <a:lnTo>
                    <a:pt x="0" y="760730"/>
                  </a:lnTo>
                  <a:lnTo>
                    <a:pt x="0" y="764413"/>
                  </a:lnTo>
                  <a:lnTo>
                    <a:pt x="1269" y="764413"/>
                  </a:lnTo>
                  <a:lnTo>
                    <a:pt x="1269" y="763143"/>
                  </a:lnTo>
                  <a:lnTo>
                    <a:pt x="6350" y="763143"/>
                  </a:lnTo>
                  <a:lnTo>
                    <a:pt x="6350" y="761873"/>
                  </a:lnTo>
                  <a:lnTo>
                    <a:pt x="7620" y="761873"/>
                  </a:lnTo>
                  <a:lnTo>
                    <a:pt x="7620" y="760730"/>
                  </a:lnTo>
                  <a:close/>
                </a:path>
                <a:path w="7620" h="764539">
                  <a:moveTo>
                    <a:pt x="7620" y="754380"/>
                  </a:moveTo>
                  <a:lnTo>
                    <a:pt x="0" y="754380"/>
                  </a:lnTo>
                  <a:lnTo>
                    <a:pt x="0" y="760603"/>
                  </a:lnTo>
                  <a:lnTo>
                    <a:pt x="7620" y="760603"/>
                  </a:lnTo>
                  <a:lnTo>
                    <a:pt x="7620" y="754380"/>
                  </a:lnTo>
                  <a:close/>
                </a:path>
                <a:path w="7620" h="764539">
                  <a:moveTo>
                    <a:pt x="7620" y="748030"/>
                  </a:moveTo>
                  <a:lnTo>
                    <a:pt x="0" y="748030"/>
                  </a:lnTo>
                  <a:lnTo>
                    <a:pt x="0" y="754253"/>
                  </a:lnTo>
                  <a:lnTo>
                    <a:pt x="7620" y="754253"/>
                  </a:lnTo>
                  <a:lnTo>
                    <a:pt x="7620" y="748030"/>
                  </a:lnTo>
                  <a:close/>
                </a:path>
                <a:path w="7620" h="764539">
                  <a:moveTo>
                    <a:pt x="7620" y="741680"/>
                  </a:moveTo>
                  <a:lnTo>
                    <a:pt x="0" y="741680"/>
                  </a:lnTo>
                  <a:lnTo>
                    <a:pt x="0" y="747903"/>
                  </a:lnTo>
                  <a:lnTo>
                    <a:pt x="7620" y="747903"/>
                  </a:lnTo>
                  <a:lnTo>
                    <a:pt x="7620" y="741680"/>
                  </a:lnTo>
                  <a:close/>
                </a:path>
                <a:path w="7620" h="764539">
                  <a:moveTo>
                    <a:pt x="7620" y="735330"/>
                  </a:moveTo>
                  <a:lnTo>
                    <a:pt x="0" y="735330"/>
                  </a:lnTo>
                  <a:lnTo>
                    <a:pt x="0" y="741553"/>
                  </a:lnTo>
                  <a:lnTo>
                    <a:pt x="7620" y="741553"/>
                  </a:lnTo>
                  <a:lnTo>
                    <a:pt x="7620" y="735330"/>
                  </a:lnTo>
                  <a:close/>
                </a:path>
                <a:path w="7620" h="764539">
                  <a:moveTo>
                    <a:pt x="7620" y="728980"/>
                  </a:moveTo>
                  <a:lnTo>
                    <a:pt x="0" y="728980"/>
                  </a:lnTo>
                  <a:lnTo>
                    <a:pt x="0" y="735203"/>
                  </a:lnTo>
                  <a:lnTo>
                    <a:pt x="7620" y="735203"/>
                  </a:lnTo>
                  <a:lnTo>
                    <a:pt x="7620" y="728980"/>
                  </a:lnTo>
                  <a:close/>
                </a:path>
                <a:path w="7620" h="764539">
                  <a:moveTo>
                    <a:pt x="7620" y="722630"/>
                  </a:moveTo>
                  <a:lnTo>
                    <a:pt x="0" y="722630"/>
                  </a:lnTo>
                  <a:lnTo>
                    <a:pt x="0" y="728853"/>
                  </a:lnTo>
                  <a:lnTo>
                    <a:pt x="7620" y="728853"/>
                  </a:lnTo>
                  <a:lnTo>
                    <a:pt x="7620" y="722630"/>
                  </a:lnTo>
                  <a:close/>
                </a:path>
                <a:path w="7620" h="764539">
                  <a:moveTo>
                    <a:pt x="7620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7620" y="722503"/>
                  </a:lnTo>
                  <a:lnTo>
                    <a:pt x="7620" y="716280"/>
                  </a:lnTo>
                  <a:close/>
                </a:path>
                <a:path w="7620" h="764539">
                  <a:moveTo>
                    <a:pt x="7620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7620" y="716153"/>
                  </a:lnTo>
                  <a:lnTo>
                    <a:pt x="7620" y="709930"/>
                  </a:lnTo>
                  <a:close/>
                </a:path>
                <a:path w="7620" h="764539">
                  <a:moveTo>
                    <a:pt x="7620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7620" y="709803"/>
                  </a:lnTo>
                  <a:lnTo>
                    <a:pt x="7620" y="703580"/>
                  </a:lnTo>
                  <a:close/>
                </a:path>
                <a:path w="7620" h="764539">
                  <a:moveTo>
                    <a:pt x="7620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20" y="703453"/>
                  </a:lnTo>
                  <a:lnTo>
                    <a:pt x="7620" y="697230"/>
                  </a:lnTo>
                  <a:close/>
                </a:path>
                <a:path w="7620" h="764539">
                  <a:moveTo>
                    <a:pt x="762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20" y="697103"/>
                  </a:lnTo>
                  <a:lnTo>
                    <a:pt x="7620" y="690880"/>
                  </a:lnTo>
                  <a:close/>
                </a:path>
                <a:path w="7620" h="764539">
                  <a:moveTo>
                    <a:pt x="762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7620" y="690753"/>
                  </a:lnTo>
                  <a:lnTo>
                    <a:pt x="7620" y="684530"/>
                  </a:lnTo>
                  <a:close/>
                </a:path>
                <a:path w="7620" h="764539">
                  <a:moveTo>
                    <a:pt x="762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7620" y="684403"/>
                  </a:lnTo>
                  <a:lnTo>
                    <a:pt x="7620" y="678180"/>
                  </a:lnTo>
                  <a:close/>
                </a:path>
                <a:path w="7620" h="764539">
                  <a:moveTo>
                    <a:pt x="7620" y="675640"/>
                  </a:moveTo>
                  <a:lnTo>
                    <a:pt x="0" y="675640"/>
                  </a:lnTo>
                  <a:lnTo>
                    <a:pt x="0" y="678053"/>
                  </a:lnTo>
                  <a:lnTo>
                    <a:pt x="7620" y="678053"/>
                  </a:lnTo>
                  <a:lnTo>
                    <a:pt x="7620" y="675640"/>
                  </a:lnTo>
                  <a:close/>
                </a:path>
              </a:pathLst>
            </a:custGeom>
            <a:solidFill>
              <a:srgbClr val="3D61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5">
              <a:extLst>
                <a:ext uri="{FF2B5EF4-FFF2-40B4-BE49-F238E27FC236}">
                  <a16:creationId xmlns:a16="http://schemas.microsoft.com/office/drawing/2014/main" id="{B7403983-0CE8-45C8-E2C6-8430BEDE8D73}"/>
                </a:ext>
              </a:extLst>
            </p:cNvPr>
            <p:cNvSpPr/>
            <p:nvPr/>
          </p:nvSpPr>
          <p:spPr>
            <a:xfrm>
              <a:off x="8083405" y="2671714"/>
              <a:ext cx="6350" cy="759460"/>
            </a:xfrm>
            <a:custGeom>
              <a:avLst/>
              <a:gdLst/>
              <a:ahLst/>
              <a:cxnLst/>
              <a:rect l="l" t="t" r="r" b="b"/>
              <a:pathLst>
                <a:path w="6350" h="759460">
                  <a:moveTo>
                    <a:pt x="6350" y="85216"/>
                  </a:moveTo>
                  <a:lnTo>
                    <a:pt x="0" y="85216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85216"/>
                  </a:lnTo>
                  <a:close/>
                </a:path>
                <a:path w="6350" h="759460">
                  <a:moveTo>
                    <a:pt x="6350" y="78866"/>
                  </a:moveTo>
                  <a:lnTo>
                    <a:pt x="0" y="78866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78866"/>
                  </a:lnTo>
                  <a:close/>
                </a:path>
                <a:path w="6350" h="759460">
                  <a:moveTo>
                    <a:pt x="635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5057"/>
                  </a:lnTo>
                  <a:close/>
                </a:path>
                <a:path w="6350" h="759460">
                  <a:moveTo>
                    <a:pt x="635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2516"/>
                  </a:lnTo>
                  <a:close/>
                </a:path>
                <a:path w="6350" h="759460">
                  <a:moveTo>
                    <a:pt x="635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8707"/>
                  </a:lnTo>
                  <a:close/>
                </a:path>
                <a:path w="6350" h="759460">
                  <a:moveTo>
                    <a:pt x="635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6166"/>
                  </a:lnTo>
                  <a:close/>
                </a:path>
                <a:path w="6350" h="759460">
                  <a:moveTo>
                    <a:pt x="635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2357"/>
                  </a:lnTo>
                  <a:close/>
                </a:path>
                <a:path w="6350" h="759460">
                  <a:moveTo>
                    <a:pt x="635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59816"/>
                  </a:lnTo>
                  <a:close/>
                </a:path>
                <a:path w="6350" h="759460">
                  <a:moveTo>
                    <a:pt x="635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6007"/>
                  </a:lnTo>
                  <a:close/>
                </a:path>
                <a:path w="6350" h="759460">
                  <a:moveTo>
                    <a:pt x="635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3466"/>
                  </a:lnTo>
                  <a:close/>
                </a:path>
                <a:path w="6350" h="759460">
                  <a:moveTo>
                    <a:pt x="635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49657"/>
                  </a:lnTo>
                  <a:close/>
                </a:path>
                <a:path w="6350" h="759460">
                  <a:moveTo>
                    <a:pt x="635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7116"/>
                  </a:lnTo>
                  <a:close/>
                </a:path>
                <a:path w="6350" h="759460">
                  <a:moveTo>
                    <a:pt x="635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3307"/>
                  </a:lnTo>
                  <a:close/>
                </a:path>
                <a:path w="6350" h="759460">
                  <a:moveTo>
                    <a:pt x="635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0766"/>
                  </a:lnTo>
                  <a:close/>
                </a:path>
                <a:path w="6350" h="759460">
                  <a:moveTo>
                    <a:pt x="635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6957"/>
                  </a:lnTo>
                  <a:close/>
                </a:path>
                <a:path w="6350" h="759460">
                  <a:moveTo>
                    <a:pt x="635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4416"/>
                  </a:lnTo>
                  <a:close/>
                </a:path>
                <a:path w="6350" h="759460">
                  <a:moveTo>
                    <a:pt x="635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0607"/>
                  </a:lnTo>
                  <a:close/>
                </a:path>
                <a:path w="6350" h="759460">
                  <a:moveTo>
                    <a:pt x="635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8066"/>
                  </a:lnTo>
                  <a:close/>
                </a:path>
                <a:path w="6350" h="759460">
                  <a:moveTo>
                    <a:pt x="635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4257"/>
                  </a:lnTo>
                  <a:close/>
                </a:path>
                <a:path w="6350" h="759460">
                  <a:moveTo>
                    <a:pt x="635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1716"/>
                  </a:lnTo>
                  <a:close/>
                </a:path>
                <a:path w="6350" h="759460">
                  <a:moveTo>
                    <a:pt x="635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7907"/>
                  </a:lnTo>
                  <a:close/>
                </a:path>
                <a:path w="6350" h="759460">
                  <a:moveTo>
                    <a:pt x="635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5366"/>
                  </a:lnTo>
                  <a:close/>
                </a:path>
                <a:path w="6350" h="759460">
                  <a:moveTo>
                    <a:pt x="635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1557"/>
                  </a:lnTo>
                  <a:close/>
                </a:path>
                <a:path w="6350" h="759460">
                  <a:moveTo>
                    <a:pt x="635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9016"/>
                  </a:lnTo>
                  <a:close/>
                </a:path>
                <a:path w="6350" h="759460">
                  <a:moveTo>
                    <a:pt x="635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5207"/>
                  </a:lnTo>
                  <a:close/>
                </a:path>
                <a:path w="6350" h="759460">
                  <a:moveTo>
                    <a:pt x="635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666"/>
                  </a:lnTo>
                  <a:close/>
                </a:path>
                <a:path w="6350" h="759460">
                  <a:moveTo>
                    <a:pt x="63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759460">
                  <a:moveTo>
                    <a:pt x="6350" y="95250"/>
                  </a:moveTo>
                  <a:lnTo>
                    <a:pt x="0" y="95250"/>
                  </a:lnTo>
                  <a:lnTo>
                    <a:pt x="0" y="666750"/>
                  </a:lnTo>
                  <a:lnTo>
                    <a:pt x="6350" y="666750"/>
                  </a:lnTo>
                  <a:lnTo>
                    <a:pt x="6350" y="95250"/>
                  </a:lnTo>
                  <a:close/>
                </a:path>
                <a:path w="6350" h="759460">
                  <a:moveTo>
                    <a:pt x="6350" y="666750"/>
                  </a:moveTo>
                  <a:lnTo>
                    <a:pt x="0" y="666750"/>
                  </a:lnTo>
                  <a:lnTo>
                    <a:pt x="0" y="673100"/>
                  </a:lnTo>
                  <a:lnTo>
                    <a:pt x="6350" y="673100"/>
                  </a:lnTo>
                  <a:lnTo>
                    <a:pt x="6350" y="666750"/>
                  </a:lnTo>
                  <a:close/>
                </a:path>
                <a:path w="6350" h="759460">
                  <a:moveTo>
                    <a:pt x="5079" y="758317"/>
                  </a:moveTo>
                  <a:lnTo>
                    <a:pt x="0" y="758317"/>
                  </a:lnTo>
                  <a:lnTo>
                    <a:pt x="0" y="759460"/>
                  </a:lnTo>
                  <a:lnTo>
                    <a:pt x="5079" y="759460"/>
                  </a:lnTo>
                  <a:lnTo>
                    <a:pt x="5079" y="758317"/>
                  </a:lnTo>
                  <a:close/>
                </a:path>
                <a:path w="6350" h="759460">
                  <a:moveTo>
                    <a:pt x="6350" y="751967"/>
                  </a:moveTo>
                  <a:lnTo>
                    <a:pt x="0" y="751967"/>
                  </a:lnTo>
                  <a:lnTo>
                    <a:pt x="0" y="758190"/>
                  </a:lnTo>
                  <a:lnTo>
                    <a:pt x="5079" y="758190"/>
                  </a:lnTo>
                  <a:lnTo>
                    <a:pt x="6350" y="758317"/>
                  </a:lnTo>
                  <a:lnTo>
                    <a:pt x="6350" y="751967"/>
                  </a:lnTo>
                  <a:close/>
                </a:path>
                <a:path w="6350" h="759460">
                  <a:moveTo>
                    <a:pt x="6350" y="745617"/>
                  </a:moveTo>
                  <a:lnTo>
                    <a:pt x="0" y="745617"/>
                  </a:lnTo>
                  <a:lnTo>
                    <a:pt x="0" y="751840"/>
                  </a:lnTo>
                  <a:lnTo>
                    <a:pt x="6350" y="751840"/>
                  </a:lnTo>
                  <a:lnTo>
                    <a:pt x="6350" y="745617"/>
                  </a:lnTo>
                  <a:close/>
                </a:path>
                <a:path w="6350" h="759460">
                  <a:moveTo>
                    <a:pt x="6350" y="739267"/>
                  </a:moveTo>
                  <a:lnTo>
                    <a:pt x="0" y="739267"/>
                  </a:lnTo>
                  <a:lnTo>
                    <a:pt x="0" y="745490"/>
                  </a:lnTo>
                  <a:lnTo>
                    <a:pt x="6350" y="745490"/>
                  </a:lnTo>
                  <a:lnTo>
                    <a:pt x="6350" y="739267"/>
                  </a:lnTo>
                  <a:close/>
                </a:path>
                <a:path w="6350" h="759460">
                  <a:moveTo>
                    <a:pt x="635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6350" y="739140"/>
                  </a:lnTo>
                  <a:lnTo>
                    <a:pt x="6350" y="732917"/>
                  </a:lnTo>
                  <a:close/>
                </a:path>
                <a:path w="6350" h="759460">
                  <a:moveTo>
                    <a:pt x="635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6350" y="732790"/>
                  </a:lnTo>
                  <a:lnTo>
                    <a:pt x="6350" y="726567"/>
                  </a:lnTo>
                  <a:close/>
                </a:path>
                <a:path w="6350" h="759460">
                  <a:moveTo>
                    <a:pt x="635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6350" y="726440"/>
                  </a:lnTo>
                  <a:lnTo>
                    <a:pt x="6350" y="720217"/>
                  </a:lnTo>
                  <a:close/>
                </a:path>
                <a:path w="6350" h="759460">
                  <a:moveTo>
                    <a:pt x="635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6350" y="720090"/>
                  </a:lnTo>
                  <a:lnTo>
                    <a:pt x="6350" y="713867"/>
                  </a:lnTo>
                  <a:close/>
                </a:path>
                <a:path w="6350" h="759460">
                  <a:moveTo>
                    <a:pt x="635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6350" y="713740"/>
                  </a:lnTo>
                  <a:lnTo>
                    <a:pt x="6350" y="707517"/>
                  </a:lnTo>
                  <a:close/>
                </a:path>
                <a:path w="6350" h="759460">
                  <a:moveTo>
                    <a:pt x="635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6350" y="707390"/>
                  </a:lnTo>
                  <a:lnTo>
                    <a:pt x="6350" y="701167"/>
                  </a:lnTo>
                  <a:close/>
                </a:path>
                <a:path w="6350" h="759460">
                  <a:moveTo>
                    <a:pt x="635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6350" y="701040"/>
                  </a:lnTo>
                  <a:lnTo>
                    <a:pt x="6350" y="694817"/>
                  </a:lnTo>
                  <a:close/>
                </a:path>
                <a:path w="6350" h="759460">
                  <a:moveTo>
                    <a:pt x="635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6350" y="694690"/>
                  </a:lnTo>
                  <a:lnTo>
                    <a:pt x="6350" y="688467"/>
                  </a:lnTo>
                  <a:close/>
                </a:path>
                <a:path w="6350" h="759460">
                  <a:moveTo>
                    <a:pt x="635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6350" y="688340"/>
                  </a:lnTo>
                  <a:lnTo>
                    <a:pt x="6350" y="682117"/>
                  </a:lnTo>
                  <a:close/>
                </a:path>
                <a:path w="6350" h="759460">
                  <a:moveTo>
                    <a:pt x="6350" y="675767"/>
                  </a:moveTo>
                  <a:lnTo>
                    <a:pt x="0" y="675767"/>
                  </a:lnTo>
                  <a:lnTo>
                    <a:pt x="0" y="681990"/>
                  </a:lnTo>
                  <a:lnTo>
                    <a:pt x="6350" y="681990"/>
                  </a:lnTo>
                  <a:lnTo>
                    <a:pt x="6350" y="675767"/>
                  </a:lnTo>
                  <a:close/>
                </a:path>
                <a:path w="6350" h="759460">
                  <a:moveTo>
                    <a:pt x="6350" y="673227"/>
                  </a:moveTo>
                  <a:lnTo>
                    <a:pt x="0" y="673227"/>
                  </a:lnTo>
                  <a:lnTo>
                    <a:pt x="0" y="675640"/>
                  </a:lnTo>
                  <a:lnTo>
                    <a:pt x="6350" y="675640"/>
                  </a:lnTo>
                  <a:lnTo>
                    <a:pt x="6350" y="673227"/>
                  </a:lnTo>
                  <a:close/>
                </a:path>
              </a:pathLst>
            </a:custGeom>
            <a:solidFill>
              <a:srgbClr val="3D63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46">
              <a:extLst>
                <a:ext uri="{FF2B5EF4-FFF2-40B4-BE49-F238E27FC236}">
                  <a16:creationId xmlns:a16="http://schemas.microsoft.com/office/drawing/2014/main" id="{61F1A235-CEFE-84F5-60D8-B12469A38339}"/>
                </a:ext>
              </a:extLst>
            </p:cNvPr>
            <p:cNvSpPr/>
            <p:nvPr/>
          </p:nvSpPr>
          <p:spPr>
            <a:xfrm>
              <a:off x="8089755" y="2673111"/>
              <a:ext cx="7620" cy="756920"/>
            </a:xfrm>
            <a:custGeom>
              <a:avLst/>
              <a:gdLst/>
              <a:ahLst/>
              <a:cxnLst/>
              <a:rect l="l" t="t" r="r" b="b"/>
              <a:pathLst>
                <a:path w="7620" h="756919">
                  <a:moveTo>
                    <a:pt x="7619" y="83819"/>
                  </a:moveTo>
                  <a:lnTo>
                    <a:pt x="0" y="83819"/>
                  </a:lnTo>
                  <a:lnTo>
                    <a:pt x="0" y="93852"/>
                  </a:lnTo>
                  <a:lnTo>
                    <a:pt x="7619" y="93852"/>
                  </a:lnTo>
                  <a:lnTo>
                    <a:pt x="7619" y="83819"/>
                  </a:lnTo>
                  <a:close/>
                </a:path>
                <a:path w="7620" h="756919">
                  <a:moveTo>
                    <a:pt x="7619" y="77469"/>
                  </a:moveTo>
                  <a:lnTo>
                    <a:pt x="0" y="77469"/>
                  </a:lnTo>
                  <a:lnTo>
                    <a:pt x="0" y="83692"/>
                  </a:lnTo>
                  <a:lnTo>
                    <a:pt x="7619" y="83692"/>
                  </a:lnTo>
                  <a:lnTo>
                    <a:pt x="7619" y="77469"/>
                  </a:lnTo>
                  <a:close/>
                </a:path>
                <a:path w="7620" h="756919">
                  <a:moveTo>
                    <a:pt x="7619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19" y="77342"/>
                  </a:lnTo>
                  <a:lnTo>
                    <a:pt x="7619" y="73660"/>
                  </a:lnTo>
                  <a:close/>
                </a:path>
                <a:path w="7620" h="756919">
                  <a:moveTo>
                    <a:pt x="7619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19" y="73532"/>
                  </a:lnTo>
                  <a:lnTo>
                    <a:pt x="7619" y="71119"/>
                  </a:lnTo>
                  <a:close/>
                </a:path>
                <a:path w="7620" h="756919">
                  <a:moveTo>
                    <a:pt x="7619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19" y="70992"/>
                  </a:lnTo>
                  <a:lnTo>
                    <a:pt x="7619" y="67310"/>
                  </a:lnTo>
                  <a:close/>
                </a:path>
                <a:path w="7620" h="756919">
                  <a:moveTo>
                    <a:pt x="7619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19" y="67182"/>
                  </a:lnTo>
                  <a:lnTo>
                    <a:pt x="7619" y="64769"/>
                  </a:lnTo>
                  <a:close/>
                </a:path>
                <a:path w="7620" h="756919">
                  <a:moveTo>
                    <a:pt x="7619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19" y="64642"/>
                  </a:lnTo>
                  <a:lnTo>
                    <a:pt x="7619" y="60960"/>
                  </a:lnTo>
                  <a:close/>
                </a:path>
                <a:path w="7620" h="756919">
                  <a:moveTo>
                    <a:pt x="7619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19" y="60832"/>
                  </a:lnTo>
                  <a:lnTo>
                    <a:pt x="7619" y="58419"/>
                  </a:lnTo>
                  <a:close/>
                </a:path>
                <a:path w="7620" h="756919">
                  <a:moveTo>
                    <a:pt x="7619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19" y="58292"/>
                  </a:lnTo>
                  <a:lnTo>
                    <a:pt x="7619" y="54610"/>
                  </a:lnTo>
                  <a:close/>
                </a:path>
                <a:path w="7620" h="756919">
                  <a:moveTo>
                    <a:pt x="7619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19" y="54482"/>
                  </a:lnTo>
                  <a:lnTo>
                    <a:pt x="7619" y="52069"/>
                  </a:lnTo>
                  <a:close/>
                </a:path>
                <a:path w="7620" h="756919">
                  <a:moveTo>
                    <a:pt x="7619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19" y="51942"/>
                  </a:lnTo>
                  <a:lnTo>
                    <a:pt x="7619" y="48260"/>
                  </a:lnTo>
                  <a:close/>
                </a:path>
                <a:path w="7620" h="756919">
                  <a:moveTo>
                    <a:pt x="7619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19" y="48132"/>
                  </a:lnTo>
                  <a:lnTo>
                    <a:pt x="7619" y="45719"/>
                  </a:lnTo>
                  <a:close/>
                </a:path>
                <a:path w="7620" h="756919">
                  <a:moveTo>
                    <a:pt x="7619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19" y="45592"/>
                  </a:lnTo>
                  <a:lnTo>
                    <a:pt x="7619" y="41910"/>
                  </a:lnTo>
                  <a:close/>
                </a:path>
                <a:path w="7620" h="756919">
                  <a:moveTo>
                    <a:pt x="7619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19" y="41782"/>
                  </a:lnTo>
                  <a:lnTo>
                    <a:pt x="7619" y="39369"/>
                  </a:lnTo>
                  <a:close/>
                </a:path>
                <a:path w="7620" h="756919">
                  <a:moveTo>
                    <a:pt x="7619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19" y="39242"/>
                  </a:lnTo>
                  <a:lnTo>
                    <a:pt x="7619" y="35560"/>
                  </a:lnTo>
                  <a:close/>
                </a:path>
                <a:path w="7620" h="756919">
                  <a:moveTo>
                    <a:pt x="7619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19" y="35432"/>
                  </a:lnTo>
                  <a:lnTo>
                    <a:pt x="7619" y="33019"/>
                  </a:lnTo>
                  <a:close/>
                </a:path>
                <a:path w="7620" h="756919">
                  <a:moveTo>
                    <a:pt x="7619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19" y="32892"/>
                  </a:lnTo>
                  <a:lnTo>
                    <a:pt x="7619" y="29210"/>
                  </a:lnTo>
                  <a:close/>
                </a:path>
                <a:path w="7620" h="756919">
                  <a:moveTo>
                    <a:pt x="7619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19" y="29082"/>
                  </a:lnTo>
                  <a:lnTo>
                    <a:pt x="7619" y="26669"/>
                  </a:lnTo>
                  <a:close/>
                </a:path>
                <a:path w="7620" h="756919">
                  <a:moveTo>
                    <a:pt x="7619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19" y="26542"/>
                  </a:lnTo>
                  <a:lnTo>
                    <a:pt x="7619" y="22860"/>
                  </a:lnTo>
                  <a:close/>
                </a:path>
                <a:path w="7620" h="756919">
                  <a:moveTo>
                    <a:pt x="7619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19" y="22732"/>
                  </a:lnTo>
                  <a:lnTo>
                    <a:pt x="7619" y="20319"/>
                  </a:lnTo>
                  <a:close/>
                </a:path>
                <a:path w="7620" h="756919">
                  <a:moveTo>
                    <a:pt x="7619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19" y="20192"/>
                  </a:lnTo>
                  <a:lnTo>
                    <a:pt x="7619" y="16510"/>
                  </a:lnTo>
                  <a:close/>
                </a:path>
                <a:path w="7620" h="756919">
                  <a:moveTo>
                    <a:pt x="7619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19" y="16382"/>
                  </a:lnTo>
                  <a:lnTo>
                    <a:pt x="7619" y="13969"/>
                  </a:lnTo>
                  <a:close/>
                </a:path>
                <a:path w="7620" h="756919">
                  <a:moveTo>
                    <a:pt x="7619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10160"/>
                  </a:lnTo>
                  <a:close/>
                </a:path>
                <a:path w="7620" h="756919">
                  <a:moveTo>
                    <a:pt x="7619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19" y="10032"/>
                  </a:lnTo>
                  <a:lnTo>
                    <a:pt x="7619" y="7619"/>
                  </a:lnTo>
                  <a:close/>
                </a:path>
                <a:path w="7620" h="756919">
                  <a:moveTo>
                    <a:pt x="7619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3810"/>
                  </a:lnTo>
                  <a:close/>
                </a:path>
                <a:path w="7620" h="756919">
                  <a:moveTo>
                    <a:pt x="7619" y="1142"/>
                  </a:moveTo>
                  <a:lnTo>
                    <a:pt x="635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7619" y="3682"/>
                  </a:lnTo>
                  <a:lnTo>
                    <a:pt x="7619" y="1142"/>
                  </a:lnTo>
                  <a:close/>
                </a:path>
                <a:path w="7620" h="756919">
                  <a:moveTo>
                    <a:pt x="635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7620" h="756919">
                  <a:moveTo>
                    <a:pt x="7619" y="93853"/>
                  </a:moveTo>
                  <a:lnTo>
                    <a:pt x="0" y="93853"/>
                  </a:lnTo>
                  <a:lnTo>
                    <a:pt x="0" y="665352"/>
                  </a:lnTo>
                  <a:lnTo>
                    <a:pt x="7619" y="665352"/>
                  </a:lnTo>
                  <a:lnTo>
                    <a:pt x="7619" y="93853"/>
                  </a:lnTo>
                  <a:close/>
                </a:path>
                <a:path w="7620" h="756919">
                  <a:moveTo>
                    <a:pt x="7619" y="665353"/>
                  </a:moveTo>
                  <a:lnTo>
                    <a:pt x="0" y="665353"/>
                  </a:lnTo>
                  <a:lnTo>
                    <a:pt x="0" y="671702"/>
                  </a:lnTo>
                  <a:lnTo>
                    <a:pt x="7619" y="671702"/>
                  </a:lnTo>
                  <a:lnTo>
                    <a:pt x="7619" y="665353"/>
                  </a:lnTo>
                  <a:close/>
                </a:path>
                <a:path w="7620" h="756919">
                  <a:moveTo>
                    <a:pt x="7619" y="750570"/>
                  </a:moveTo>
                  <a:lnTo>
                    <a:pt x="0" y="750570"/>
                  </a:lnTo>
                  <a:lnTo>
                    <a:pt x="0" y="756920"/>
                  </a:lnTo>
                  <a:lnTo>
                    <a:pt x="5079" y="756920"/>
                  </a:lnTo>
                  <a:lnTo>
                    <a:pt x="5079" y="755523"/>
                  </a:lnTo>
                  <a:lnTo>
                    <a:pt x="7619" y="755523"/>
                  </a:lnTo>
                  <a:lnTo>
                    <a:pt x="7619" y="750570"/>
                  </a:lnTo>
                  <a:close/>
                </a:path>
                <a:path w="7620" h="756919">
                  <a:moveTo>
                    <a:pt x="7619" y="744220"/>
                  </a:moveTo>
                  <a:lnTo>
                    <a:pt x="0" y="744220"/>
                  </a:lnTo>
                  <a:lnTo>
                    <a:pt x="0" y="750443"/>
                  </a:lnTo>
                  <a:lnTo>
                    <a:pt x="7619" y="750443"/>
                  </a:lnTo>
                  <a:lnTo>
                    <a:pt x="7619" y="744220"/>
                  </a:lnTo>
                  <a:close/>
                </a:path>
                <a:path w="7620" h="756919">
                  <a:moveTo>
                    <a:pt x="7619" y="737870"/>
                  </a:moveTo>
                  <a:lnTo>
                    <a:pt x="0" y="737870"/>
                  </a:lnTo>
                  <a:lnTo>
                    <a:pt x="0" y="744093"/>
                  </a:lnTo>
                  <a:lnTo>
                    <a:pt x="7619" y="744093"/>
                  </a:lnTo>
                  <a:lnTo>
                    <a:pt x="7619" y="737870"/>
                  </a:lnTo>
                  <a:close/>
                </a:path>
                <a:path w="7620" h="756919">
                  <a:moveTo>
                    <a:pt x="7619" y="731520"/>
                  </a:moveTo>
                  <a:lnTo>
                    <a:pt x="0" y="731520"/>
                  </a:lnTo>
                  <a:lnTo>
                    <a:pt x="0" y="737743"/>
                  </a:lnTo>
                  <a:lnTo>
                    <a:pt x="7619" y="737743"/>
                  </a:lnTo>
                  <a:lnTo>
                    <a:pt x="7619" y="731520"/>
                  </a:lnTo>
                  <a:close/>
                </a:path>
                <a:path w="7620" h="756919">
                  <a:moveTo>
                    <a:pt x="7619" y="725170"/>
                  </a:moveTo>
                  <a:lnTo>
                    <a:pt x="0" y="725170"/>
                  </a:lnTo>
                  <a:lnTo>
                    <a:pt x="0" y="731393"/>
                  </a:lnTo>
                  <a:lnTo>
                    <a:pt x="7619" y="731393"/>
                  </a:lnTo>
                  <a:lnTo>
                    <a:pt x="7619" y="725170"/>
                  </a:lnTo>
                  <a:close/>
                </a:path>
                <a:path w="7620" h="756919">
                  <a:moveTo>
                    <a:pt x="7619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7619" y="725043"/>
                  </a:lnTo>
                  <a:lnTo>
                    <a:pt x="7619" y="718820"/>
                  </a:lnTo>
                  <a:close/>
                </a:path>
                <a:path w="7620" h="756919">
                  <a:moveTo>
                    <a:pt x="7619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7619" y="718693"/>
                  </a:lnTo>
                  <a:lnTo>
                    <a:pt x="7619" y="712470"/>
                  </a:lnTo>
                  <a:close/>
                </a:path>
                <a:path w="7620" h="756919">
                  <a:moveTo>
                    <a:pt x="7619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7619" y="712343"/>
                  </a:lnTo>
                  <a:lnTo>
                    <a:pt x="7619" y="706120"/>
                  </a:lnTo>
                  <a:close/>
                </a:path>
                <a:path w="7620" h="756919">
                  <a:moveTo>
                    <a:pt x="7619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7619" y="705993"/>
                  </a:lnTo>
                  <a:lnTo>
                    <a:pt x="7619" y="699770"/>
                  </a:lnTo>
                  <a:close/>
                </a:path>
                <a:path w="7620" h="756919">
                  <a:moveTo>
                    <a:pt x="7619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19" y="699643"/>
                  </a:lnTo>
                  <a:lnTo>
                    <a:pt x="7619" y="693420"/>
                  </a:lnTo>
                  <a:close/>
                </a:path>
                <a:path w="7620" h="756919">
                  <a:moveTo>
                    <a:pt x="7619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7619" y="693293"/>
                  </a:lnTo>
                  <a:lnTo>
                    <a:pt x="7619" y="687070"/>
                  </a:lnTo>
                  <a:close/>
                </a:path>
                <a:path w="7620" h="756919">
                  <a:moveTo>
                    <a:pt x="7619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7619" y="686943"/>
                  </a:lnTo>
                  <a:lnTo>
                    <a:pt x="7619" y="680720"/>
                  </a:lnTo>
                  <a:close/>
                </a:path>
                <a:path w="7620" h="756919">
                  <a:moveTo>
                    <a:pt x="7619" y="674370"/>
                  </a:moveTo>
                  <a:lnTo>
                    <a:pt x="0" y="674370"/>
                  </a:lnTo>
                  <a:lnTo>
                    <a:pt x="0" y="680593"/>
                  </a:lnTo>
                  <a:lnTo>
                    <a:pt x="7619" y="680593"/>
                  </a:lnTo>
                  <a:lnTo>
                    <a:pt x="7619" y="674370"/>
                  </a:lnTo>
                  <a:close/>
                </a:path>
                <a:path w="7620" h="756919">
                  <a:moveTo>
                    <a:pt x="7619" y="671830"/>
                  </a:moveTo>
                  <a:lnTo>
                    <a:pt x="0" y="671830"/>
                  </a:lnTo>
                  <a:lnTo>
                    <a:pt x="0" y="674243"/>
                  </a:lnTo>
                  <a:lnTo>
                    <a:pt x="7619" y="674243"/>
                  </a:lnTo>
                  <a:lnTo>
                    <a:pt x="7619" y="671830"/>
                  </a:lnTo>
                  <a:close/>
                </a:path>
              </a:pathLst>
            </a:custGeom>
            <a:solidFill>
              <a:srgbClr val="3E64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47">
              <a:extLst>
                <a:ext uri="{FF2B5EF4-FFF2-40B4-BE49-F238E27FC236}">
                  <a16:creationId xmlns:a16="http://schemas.microsoft.com/office/drawing/2014/main" id="{DCC8E083-E3AA-0CF5-9289-24E48890ABD7}"/>
                </a:ext>
              </a:extLst>
            </p:cNvPr>
            <p:cNvSpPr/>
            <p:nvPr/>
          </p:nvSpPr>
          <p:spPr>
            <a:xfrm>
              <a:off x="8097374" y="2674254"/>
              <a:ext cx="7620" cy="754380"/>
            </a:xfrm>
            <a:custGeom>
              <a:avLst/>
              <a:gdLst/>
              <a:ahLst/>
              <a:cxnLst/>
              <a:rect l="l" t="t" r="r" b="b"/>
              <a:pathLst>
                <a:path w="7620" h="754380">
                  <a:moveTo>
                    <a:pt x="7620" y="82676"/>
                  </a:moveTo>
                  <a:lnTo>
                    <a:pt x="0" y="82676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82676"/>
                  </a:lnTo>
                  <a:close/>
                </a:path>
                <a:path w="7620" h="754380">
                  <a:moveTo>
                    <a:pt x="7620" y="76326"/>
                  </a:moveTo>
                  <a:lnTo>
                    <a:pt x="0" y="76326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6326"/>
                  </a:lnTo>
                  <a:close/>
                </a:path>
                <a:path w="7620" h="754380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754380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754380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754380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754380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754380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754380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754380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754380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754380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754380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754380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754380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754380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754380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754380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754380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754380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754380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754380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754380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754380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754380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754380">
                  <a:moveTo>
                    <a:pt x="50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1397"/>
                  </a:lnTo>
                  <a:lnTo>
                    <a:pt x="5080" y="1397"/>
                  </a:lnTo>
                  <a:lnTo>
                    <a:pt x="5080" y="0"/>
                  </a:lnTo>
                  <a:close/>
                </a:path>
                <a:path w="7620" h="754380">
                  <a:moveTo>
                    <a:pt x="7620" y="92710"/>
                  </a:moveTo>
                  <a:lnTo>
                    <a:pt x="0" y="92710"/>
                  </a:lnTo>
                  <a:lnTo>
                    <a:pt x="0" y="664210"/>
                  </a:lnTo>
                  <a:lnTo>
                    <a:pt x="7620" y="664210"/>
                  </a:lnTo>
                  <a:lnTo>
                    <a:pt x="7620" y="92710"/>
                  </a:lnTo>
                  <a:close/>
                </a:path>
                <a:path w="7620" h="754380">
                  <a:moveTo>
                    <a:pt x="7620" y="664210"/>
                  </a:moveTo>
                  <a:lnTo>
                    <a:pt x="0" y="664210"/>
                  </a:lnTo>
                  <a:lnTo>
                    <a:pt x="0" y="670560"/>
                  </a:lnTo>
                  <a:lnTo>
                    <a:pt x="7620" y="670560"/>
                  </a:lnTo>
                  <a:lnTo>
                    <a:pt x="7620" y="664210"/>
                  </a:lnTo>
                  <a:close/>
                </a:path>
                <a:path w="7620" h="754380">
                  <a:moveTo>
                    <a:pt x="7620" y="749427"/>
                  </a:moveTo>
                  <a:lnTo>
                    <a:pt x="0" y="749427"/>
                  </a:lnTo>
                  <a:lnTo>
                    <a:pt x="0" y="754380"/>
                  </a:lnTo>
                  <a:lnTo>
                    <a:pt x="3810" y="754380"/>
                  </a:lnTo>
                  <a:lnTo>
                    <a:pt x="3810" y="753110"/>
                  </a:lnTo>
                  <a:lnTo>
                    <a:pt x="7620" y="753110"/>
                  </a:lnTo>
                  <a:lnTo>
                    <a:pt x="7620" y="749427"/>
                  </a:lnTo>
                  <a:close/>
                </a:path>
                <a:path w="7620" h="754380">
                  <a:moveTo>
                    <a:pt x="7620" y="743077"/>
                  </a:moveTo>
                  <a:lnTo>
                    <a:pt x="0" y="743077"/>
                  </a:lnTo>
                  <a:lnTo>
                    <a:pt x="0" y="749300"/>
                  </a:lnTo>
                  <a:lnTo>
                    <a:pt x="7620" y="749300"/>
                  </a:lnTo>
                  <a:lnTo>
                    <a:pt x="7620" y="743077"/>
                  </a:lnTo>
                  <a:close/>
                </a:path>
                <a:path w="7620" h="754380">
                  <a:moveTo>
                    <a:pt x="7620" y="736727"/>
                  </a:moveTo>
                  <a:lnTo>
                    <a:pt x="0" y="736727"/>
                  </a:lnTo>
                  <a:lnTo>
                    <a:pt x="0" y="742950"/>
                  </a:lnTo>
                  <a:lnTo>
                    <a:pt x="7620" y="742950"/>
                  </a:lnTo>
                  <a:lnTo>
                    <a:pt x="7620" y="736727"/>
                  </a:lnTo>
                  <a:close/>
                </a:path>
                <a:path w="7620" h="754380">
                  <a:moveTo>
                    <a:pt x="7620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7620" y="736600"/>
                  </a:lnTo>
                  <a:lnTo>
                    <a:pt x="7620" y="730377"/>
                  </a:lnTo>
                  <a:close/>
                </a:path>
                <a:path w="7620" h="754380">
                  <a:moveTo>
                    <a:pt x="7620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7620" y="730250"/>
                  </a:lnTo>
                  <a:lnTo>
                    <a:pt x="7620" y="724027"/>
                  </a:lnTo>
                  <a:close/>
                </a:path>
                <a:path w="7620" h="754380">
                  <a:moveTo>
                    <a:pt x="7620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7620" y="723900"/>
                  </a:lnTo>
                  <a:lnTo>
                    <a:pt x="7620" y="717677"/>
                  </a:lnTo>
                  <a:close/>
                </a:path>
                <a:path w="7620" h="754380">
                  <a:moveTo>
                    <a:pt x="7620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7620" y="717550"/>
                  </a:lnTo>
                  <a:lnTo>
                    <a:pt x="7620" y="711327"/>
                  </a:lnTo>
                  <a:close/>
                </a:path>
                <a:path w="7620" h="754380">
                  <a:moveTo>
                    <a:pt x="7620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7620" y="711200"/>
                  </a:lnTo>
                  <a:lnTo>
                    <a:pt x="7620" y="704977"/>
                  </a:lnTo>
                  <a:close/>
                </a:path>
                <a:path w="7620" h="754380">
                  <a:moveTo>
                    <a:pt x="7620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7620" y="704850"/>
                  </a:lnTo>
                  <a:lnTo>
                    <a:pt x="7620" y="698627"/>
                  </a:lnTo>
                  <a:close/>
                </a:path>
                <a:path w="7620" h="754380">
                  <a:moveTo>
                    <a:pt x="7620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7620" y="698500"/>
                  </a:lnTo>
                  <a:lnTo>
                    <a:pt x="7620" y="692277"/>
                  </a:lnTo>
                  <a:close/>
                </a:path>
                <a:path w="7620" h="754380">
                  <a:moveTo>
                    <a:pt x="7620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7620" y="692150"/>
                  </a:lnTo>
                  <a:lnTo>
                    <a:pt x="7620" y="685927"/>
                  </a:lnTo>
                  <a:close/>
                </a:path>
                <a:path w="7620" h="754380">
                  <a:moveTo>
                    <a:pt x="7620" y="679577"/>
                  </a:moveTo>
                  <a:lnTo>
                    <a:pt x="0" y="679577"/>
                  </a:lnTo>
                  <a:lnTo>
                    <a:pt x="0" y="685800"/>
                  </a:lnTo>
                  <a:lnTo>
                    <a:pt x="7620" y="685800"/>
                  </a:lnTo>
                  <a:lnTo>
                    <a:pt x="7620" y="679577"/>
                  </a:lnTo>
                  <a:close/>
                </a:path>
                <a:path w="7620" h="754380">
                  <a:moveTo>
                    <a:pt x="7620" y="673227"/>
                  </a:moveTo>
                  <a:lnTo>
                    <a:pt x="0" y="673227"/>
                  </a:lnTo>
                  <a:lnTo>
                    <a:pt x="0" y="679450"/>
                  </a:lnTo>
                  <a:lnTo>
                    <a:pt x="7620" y="679450"/>
                  </a:lnTo>
                  <a:lnTo>
                    <a:pt x="7620" y="673227"/>
                  </a:lnTo>
                  <a:close/>
                </a:path>
                <a:path w="7620" h="754380">
                  <a:moveTo>
                    <a:pt x="7620" y="670687"/>
                  </a:moveTo>
                  <a:lnTo>
                    <a:pt x="0" y="670687"/>
                  </a:lnTo>
                  <a:lnTo>
                    <a:pt x="0" y="673100"/>
                  </a:lnTo>
                  <a:lnTo>
                    <a:pt x="7620" y="673100"/>
                  </a:lnTo>
                  <a:lnTo>
                    <a:pt x="7620" y="670687"/>
                  </a:lnTo>
                  <a:close/>
                </a:path>
              </a:pathLst>
            </a:custGeom>
            <a:solidFill>
              <a:srgbClr val="3F66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48">
              <a:extLst>
                <a:ext uri="{FF2B5EF4-FFF2-40B4-BE49-F238E27FC236}">
                  <a16:creationId xmlns:a16="http://schemas.microsoft.com/office/drawing/2014/main" id="{452CB799-0A83-9A59-9A74-DE125321EC6C}"/>
                </a:ext>
              </a:extLst>
            </p:cNvPr>
            <p:cNvSpPr/>
            <p:nvPr/>
          </p:nvSpPr>
          <p:spPr>
            <a:xfrm>
              <a:off x="8104994" y="2675651"/>
              <a:ext cx="6350" cy="751840"/>
            </a:xfrm>
            <a:custGeom>
              <a:avLst/>
              <a:gdLst/>
              <a:ahLst/>
              <a:cxnLst/>
              <a:rect l="l" t="t" r="r" b="b"/>
              <a:pathLst>
                <a:path w="6350" h="751839">
                  <a:moveTo>
                    <a:pt x="6350" y="81279"/>
                  </a:moveTo>
                  <a:lnTo>
                    <a:pt x="0" y="81279"/>
                  </a:lnTo>
                  <a:lnTo>
                    <a:pt x="0" y="91312"/>
                  </a:lnTo>
                  <a:lnTo>
                    <a:pt x="6350" y="91312"/>
                  </a:lnTo>
                  <a:lnTo>
                    <a:pt x="6350" y="81279"/>
                  </a:lnTo>
                  <a:close/>
                </a:path>
                <a:path w="6350" h="751839">
                  <a:moveTo>
                    <a:pt x="6350" y="74929"/>
                  </a:moveTo>
                  <a:lnTo>
                    <a:pt x="0" y="74929"/>
                  </a:lnTo>
                  <a:lnTo>
                    <a:pt x="0" y="81152"/>
                  </a:lnTo>
                  <a:lnTo>
                    <a:pt x="6350" y="81152"/>
                  </a:lnTo>
                  <a:lnTo>
                    <a:pt x="6350" y="74929"/>
                  </a:lnTo>
                  <a:close/>
                </a:path>
                <a:path w="6350" h="751839">
                  <a:moveTo>
                    <a:pt x="6350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6350" y="74802"/>
                  </a:lnTo>
                  <a:lnTo>
                    <a:pt x="6350" y="71120"/>
                  </a:lnTo>
                  <a:close/>
                </a:path>
                <a:path w="6350" h="751839">
                  <a:moveTo>
                    <a:pt x="6350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8579"/>
                  </a:lnTo>
                  <a:close/>
                </a:path>
                <a:path w="6350" h="751839">
                  <a:moveTo>
                    <a:pt x="6350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6350" y="68452"/>
                  </a:lnTo>
                  <a:lnTo>
                    <a:pt x="6350" y="64770"/>
                  </a:lnTo>
                  <a:close/>
                </a:path>
                <a:path w="6350" h="751839">
                  <a:moveTo>
                    <a:pt x="6350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2229"/>
                  </a:lnTo>
                  <a:close/>
                </a:path>
                <a:path w="6350" h="751839">
                  <a:moveTo>
                    <a:pt x="6350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6350" y="62102"/>
                  </a:lnTo>
                  <a:lnTo>
                    <a:pt x="6350" y="58420"/>
                  </a:lnTo>
                  <a:close/>
                </a:path>
                <a:path w="6350" h="751839">
                  <a:moveTo>
                    <a:pt x="6350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5879"/>
                  </a:lnTo>
                  <a:close/>
                </a:path>
                <a:path w="6350" h="751839">
                  <a:moveTo>
                    <a:pt x="635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6350" y="55752"/>
                  </a:lnTo>
                  <a:lnTo>
                    <a:pt x="6350" y="52070"/>
                  </a:lnTo>
                  <a:close/>
                </a:path>
                <a:path w="6350" h="751839">
                  <a:moveTo>
                    <a:pt x="635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9529"/>
                  </a:lnTo>
                  <a:close/>
                </a:path>
                <a:path w="6350" h="751839">
                  <a:moveTo>
                    <a:pt x="635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6350" y="49402"/>
                  </a:lnTo>
                  <a:lnTo>
                    <a:pt x="6350" y="45720"/>
                  </a:lnTo>
                  <a:close/>
                </a:path>
                <a:path w="6350" h="751839">
                  <a:moveTo>
                    <a:pt x="635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3179"/>
                  </a:lnTo>
                  <a:close/>
                </a:path>
                <a:path w="6350" h="751839">
                  <a:moveTo>
                    <a:pt x="635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6350" y="43052"/>
                  </a:lnTo>
                  <a:lnTo>
                    <a:pt x="6350" y="39370"/>
                  </a:lnTo>
                  <a:close/>
                </a:path>
                <a:path w="6350" h="751839">
                  <a:moveTo>
                    <a:pt x="635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6829"/>
                  </a:lnTo>
                  <a:close/>
                </a:path>
                <a:path w="6350" h="751839">
                  <a:moveTo>
                    <a:pt x="635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6350" y="36702"/>
                  </a:lnTo>
                  <a:lnTo>
                    <a:pt x="6350" y="33020"/>
                  </a:lnTo>
                  <a:close/>
                </a:path>
                <a:path w="6350" h="751839">
                  <a:moveTo>
                    <a:pt x="635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30479"/>
                  </a:lnTo>
                  <a:close/>
                </a:path>
                <a:path w="6350" h="751839">
                  <a:moveTo>
                    <a:pt x="635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6350" y="30352"/>
                  </a:lnTo>
                  <a:lnTo>
                    <a:pt x="6350" y="26670"/>
                  </a:lnTo>
                  <a:close/>
                </a:path>
                <a:path w="6350" h="751839">
                  <a:moveTo>
                    <a:pt x="635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4129"/>
                  </a:lnTo>
                  <a:close/>
                </a:path>
                <a:path w="6350" h="751839">
                  <a:moveTo>
                    <a:pt x="635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6350" y="24002"/>
                  </a:lnTo>
                  <a:lnTo>
                    <a:pt x="6350" y="20320"/>
                  </a:lnTo>
                  <a:close/>
                </a:path>
                <a:path w="6350" h="751839">
                  <a:moveTo>
                    <a:pt x="635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7779"/>
                  </a:lnTo>
                  <a:close/>
                </a:path>
                <a:path w="6350" h="751839">
                  <a:moveTo>
                    <a:pt x="635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6350" y="17652"/>
                  </a:lnTo>
                  <a:lnTo>
                    <a:pt x="6350" y="13970"/>
                  </a:lnTo>
                  <a:close/>
                </a:path>
                <a:path w="6350" h="751839">
                  <a:moveTo>
                    <a:pt x="635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1429"/>
                  </a:lnTo>
                  <a:close/>
                </a:path>
                <a:path w="6350" h="751839">
                  <a:moveTo>
                    <a:pt x="635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6350" y="11302"/>
                  </a:lnTo>
                  <a:lnTo>
                    <a:pt x="6350" y="7620"/>
                  </a:lnTo>
                  <a:close/>
                </a:path>
                <a:path w="6350" h="751839">
                  <a:moveTo>
                    <a:pt x="635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5079"/>
                  </a:lnTo>
                  <a:close/>
                </a:path>
                <a:path w="6350" h="751839">
                  <a:moveTo>
                    <a:pt x="6350" y="1270"/>
                  </a:moveTo>
                  <a:lnTo>
                    <a:pt x="0" y="1270"/>
                  </a:lnTo>
                  <a:lnTo>
                    <a:pt x="0" y="4952"/>
                  </a:lnTo>
                  <a:lnTo>
                    <a:pt x="6350" y="4952"/>
                  </a:lnTo>
                  <a:lnTo>
                    <a:pt x="6350" y="1270"/>
                  </a:lnTo>
                  <a:close/>
                </a:path>
                <a:path w="6350" h="751839">
                  <a:moveTo>
                    <a:pt x="635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751839">
                  <a:moveTo>
                    <a:pt x="6350" y="91313"/>
                  </a:moveTo>
                  <a:lnTo>
                    <a:pt x="0" y="91313"/>
                  </a:lnTo>
                  <a:lnTo>
                    <a:pt x="0" y="662813"/>
                  </a:lnTo>
                  <a:lnTo>
                    <a:pt x="6350" y="662813"/>
                  </a:lnTo>
                  <a:lnTo>
                    <a:pt x="6350" y="91313"/>
                  </a:lnTo>
                  <a:close/>
                </a:path>
                <a:path w="6350" h="751839">
                  <a:moveTo>
                    <a:pt x="6350" y="662813"/>
                  </a:moveTo>
                  <a:lnTo>
                    <a:pt x="0" y="662813"/>
                  </a:lnTo>
                  <a:lnTo>
                    <a:pt x="0" y="669163"/>
                  </a:lnTo>
                  <a:lnTo>
                    <a:pt x="6350" y="669163"/>
                  </a:lnTo>
                  <a:lnTo>
                    <a:pt x="6350" y="662813"/>
                  </a:lnTo>
                  <a:close/>
                </a:path>
                <a:path w="6350" h="751839">
                  <a:moveTo>
                    <a:pt x="6350" y="748030"/>
                  </a:moveTo>
                  <a:lnTo>
                    <a:pt x="0" y="748030"/>
                  </a:lnTo>
                  <a:lnTo>
                    <a:pt x="0" y="751713"/>
                  </a:lnTo>
                  <a:lnTo>
                    <a:pt x="2540" y="751713"/>
                  </a:lnTo>
                  <a:lnTo>
                    <a:pt x="2540" y="750443"/>
                  </a:lnTo>
                  <a:lnTo>
                    <a:pt x="6350" y="750443"/>
                  </a:lnTo>
                  <a:lnTo>
                    <a:pt x="6350" y="748030"/>
                  </a:lnTo>
                  <a:close/>
                </a:path>
                <a:path w="6350" h="751839">
                  <a:moveTo>
                    <a:pt x="6350" y="741680"/>
                  </a:moveTo>
                  <a:lnTo>
                    <a:pt x="0" y="741680"/>
                  </a:lnTo>
                  <a:lnTo>
                    <a:pt x="0" y="747903"/>
                  </a:lnTo>
                  <a:lnTo>
                    <a:pt x="6350" y="747903"/>
                  </a:lnTo>
                  <a:lnTo>
                    <a:pt x="6350" y="741680"/>
                  </a:lnTo>
                  <a:close/>
                </a:path>
                <a:path w="6350" h="751839">
                  <a:moveTo>
                    <a:pt x="6350" y="735330"/>
                  </a:moveTo>
                  <a:lnTo>
                    <a:pt x="0" y="735330"/>
                  </a:lnTo>
                  <a:lnTo>
                    <a:pt x="0" y="741553"/>
                  </a:lnTo>
                  <a:lnTo>
                    <a:pt x="6350" y="741553"/>
                  </a:lnTo>
                  <a:lnTo>
                    <a:pt x="6350" y="735330"/>
                  </a:lnTo>
                  <a:close/>
                </a:path>
                <a:path w="6350" h="751839">
                  <a:moveTo>
                    <a:pt x="6350" y="728980"/>
                  </a:moveTo>
                  <a:lnTo>
                    <a:pt x="0" y="728980"/>
                  </a:lnTo>
                  <a:lnTo>
                    <a:pt x="0" y="735203"/>
                  </a:lnTo>
                  <a:lnTo>
                    <a:pt x="6350" y="735203"/>
                  </a:lnTo>
                  <a:lnTo>
                    <a:pt x="6350" y="728980"/>
                  </a:lnTo>
                  <a:close/>
                </a:path>
                <a:path w="6350" h="751839">
                  <a:moveTo>
                    <a:pt x="6350" y="722630"/>
                  </a:moveTo>
                  <a:lnTo>
                    <a:pt x="0" y="722630"/>
                  </a:lnTo>
                  <a:lnTo>
                    <a:pt x="0" y="728853"/>
                  </a:lnTo>
                  <a:lnTo>
                    <a:pt x="6350" y="728853"/>
                  </a:lnTo>
                  <a:lnTo>
                    <a:pt x="6350" y="722630"/>
                  </a:lnTo>
                  <a:close/>
                </a:path>
                <a:path w="6350" h="751839">
                  <a:moveTo>
                    <a:pt x="6350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6350" y="722503"/>
                  </a:lnTo>
                  <a:lnTo>
                    <a:pt x="6350" y="716280"/>
                  </a:lnTo>
                  <a:close/>
                </a:path>
                <a:path w="6350" h="751839">
                  <a:moveTo>
                    <a:pt x="6350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6350" y="716153"/>
                  </a:lnTo>
                  <a:lnTo>
                    <a:pt x="6350" y="709930"/>
                  </a:lnTo>
                  <a:close/>
                </a:path>
                <a:path w="6350" h="751839">
                  <a:moveTo>
                    <a:pt x="6350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6350" y="709803"/>
                  </a:lnTo>
                  <a:lnTo>
                    <a:pt x="6350" y="703580"/>
                  </a:lnTo>
                  <a:close/>
                </a:path>
                <a:path w="6350" h="751839">
                  <a:moveTo>
                    <a:pt x="6350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6350" y="703453"/>
                  </a:lnTo>
                  <a:lnTo>
                    <a:pt x="6350" y="697230"/>
                  </a:lnTo>
                  <a:close/>
                </a:path>
                <a:path w="6350" h="751839">
                  <a:moveTo>
                    <a:pt x="635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6350" y="697103"/>
                  </a:lnTo>
                  <a:lnTo>
                    <a:pt x="6350" y="690880"/>
                  </a:lnTo>
                  <a:close/>
                </a:path>
                <a:path w="6350" h="751839">
                  <a:moveTo>
                    <a:pt x="635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6350" y="690753"/>
                  </a:lnTo>
                  <a:lnTo>
                    <a:pt x="6350" y="684530"/>
                  </a:lnTo>
                  <a:close/>
                </a:path>
                <a:path w="6350" h="751839">
                  <a:moveTo>
                    <a:pt x="635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6350" y="684403"/>
                  </a:lnTo>
                  <a:lnTo>
                    <a:pt x="6350" y="678180"/>
                  </a:lnTo>
                  <a:close/>
                </a:path>
                <a:path w="6350" h="751839">
                  <a:moveTo>
                    <a:pt x="635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6350" y="678053"/>
                  </a:lnTo>
                  <a:lnTo>
                    <a:pt x="6350" y="671830"/>
                  </a:lnTo>
                  <a:close/>
                </a:path>
                <a:path w="6350" h="751839">
                  <a:moveTo>
                    <a:pt x="6350" y="669290"/>
                  </a:moveTo>
                  <a:lnTo>
                    <a:pt x="0" y="669290"/>
                  </a:lnTo>
                  <a:lnTo>
                    <a:pt x="0" y="671703"/>
                  </a:lnTo>
                  <a:lnTo>
                    <a:pt x="6350" y="671703"/>
                  </a:lnTo>
                  <a:lnTo>
                    <a:pt x="6350" y="669290"/>
                  </a:lnTo>
                  <a:close/>
                </a:path>
              </a:pathLst>
            </a:custGeom>
            <a:solidFill>
              <a:srgbClr val="4066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49">
              <a:extLst>
                <a:ext uri="{FF2B5EF4-FFF2-40B4-BE49-F238E27FC236}">
                  <a16:creationId xmlns:a16="http://schemas.microsoft.com/office/drawing/2014/main" id="{BFAEB7A6-E541-99D6-60C2-7D5F63713DD4}"/>
                </a:ext>
              </a:extLst>
            </p:cNvPr>
            <p:cNvSpPr/>
            <p:nvPr/>
          </p:nvSpPr>
          <p:spPr>
            <a:xfrm>
              <a:off x="8111344" y="2676794"/>
              <a:ext cx="7620" cy="748030"/>
            </a:xfrm>
            <a:custGeom>
              <a:avLst/>
              <a:gdLst/>
              <a:ahLst/>
              <a:cxnLst/>
              <a:rect l="l" t="t" r="r" b="b"/>
              <a:pathLst>
                <a:path w="7620" h="748030">
                  <a:moveTo>
                    <a:pt x="7620" y="80137"/>
                  </a:moveTo>
                  <a:lnTo>
                    <a:pt x="0" y="80137"/>
                  </a:lnTo>
                  <a:lnTo>
                    <a:pt x="0" y="90170"/>
                  </a:lnTo>
                  <a:lnTo>
                    <a:pt x="7620" y="90170"/>
                  </a:lnTo>
                  <a:lnTo>
                    <a:pt x="7620" y="80137"/>
                  </a:lnTo>
                  <a:close/>
                </a:path>
                <a:path w="7620" h="748030">
                  <a:moveTo>
                    <a:pt x="7620" y="73787"/>
                  </a:moveTo>
                  <a:lnTo>
                    <a:pt x="0" y="73787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3787"/>
                  </a:lnTo>
                  <a:close/>
                </a:path>
                <a:path w="7620" h="748030">
                  <a:moveTo>
                    <a:pt x="762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69977"/>
                  </a:lnTo>
                  <a:close/>
                </a:path>
                <a:path w="7620" h="748030">
                  <a:moveTo>
                    <a:pt x="762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437"/>
                  </a:lnTo>
                  <a:close/>
                </a:path>
                <a:path w="7620" h="748030">
                  <a:moveTo>
                    <a:pt x="762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3627"/>
                  </a:lnTo>
                  <a:close/>
                </a:path>
                <a:path w="7620" h="748030">
                  <a:moveTo>
                    <a:pt x="762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1087"/>
                  </a:lnTo>
                  <a:close/>
                </a:path>
                <a:path w="7620" h="748030">
                  <a:moveTo>
                    <a:pt x="762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7277"/>
                  </a:lnTo>
                  <a:close/>
                </a:path>
                <a:path w="7620" h="748030">
                  <a:moveTo>
                    <a:pt x="762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737"/>
                  </a:lnTo>
                  <a:close/>
                </a:path>
                <a:path w="7620" h="748030">
                  <a:moveTo>
                    <a:pt x="762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0927"/>
                  </a:lnTo>
                  <a:close/>
                </a:path>
                <a:path w="7620" h="748030">
                  <a:moveTo>
                    <a:pt x="762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387"/>
                  </a:lnTo>
                  <a:close/>
                </a:path>
                <a:path w="7620" h="748030">
                  <a:moveTo>
                    <a:pt x="762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4577"/>
                  </a:lnTo>
                  <a:close/>
                </a:path>
                <a:path w="7620" h="748030">
                  <a:moveTo>
                    <a:pt x="762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2037"/>
                  </a:lnTo>
                  <a:close/>
                </a:path>
                <a:path w="7620" h="748030">
                  <a:moveTo>
                    <a:pt x="762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8227"/>
                  </a:lnTo>
                  <a:close/>
                </a:path>
                <a:path w="7620" h="748030">
                  <a:moveTo>
                    <a:pt x="762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687"/>
                  </a:lnTo>
                  <a:close/>
                </a:path>
                <a:path w="7620" h="748030">
                  <a:moveTo>
                    <a:pt x="762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1877"/>
                  </a:lnTo>
                  <a:close/>
                </a:path>
                <a:path w="7620" h="748030">
                  <a:moveTo>
                    <a:pt x="762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337"/>
                  </a:lnTo>
                  <a:close/>
                </a:path>
                <a:path w="7620" h="748030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748030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748030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748030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748030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748030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748030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748030">
                  <a:moveTo>
                    <a:pt x="762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close/>
                </a:path>
                <a:path w="7620" h="74803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7620" h="748030">
                  <a:moveTo>
                    <a:pt x="7620" y="90170"/>
                  </a:moveTo>
                  <a:lnTo>
                    <a:pt x="0" y="90170"/>
                  </a:lnTo>
                  <a:lnTo>
                    <a:pt x="0" y="661670"/>
                  </a:lnTo>
                  <a:lnTo>
                    <a:pt x="7620" y="661670"/>
                  </a:lnTo>
                  <a:lnTo>
                    <a:pt x="7620" y="90170"/>
                  </a:lnTo>
                  <a:close/>
                </a:path>
                <a:path w="7620" h="748030">
                  <a:moveTo>
                    <a:pt x="7620" y="661670"/>
                  </a:moveTo>
                  <a:lnTo>
                    <a:pt x="0" y="661670"/>
                  </a:lnTo>
                  <a:lnTo>
                    <a:pt x="0" y="668020"/>
                  </a:lnTo>
                  <a:lnTo>
                    <a:pt x="7620" y="668020"/>
                  </a:lnTo>
                  <a:lnTo>
                    <a:pt x="7620" y="661670"/>
                  </a:lnTo>
                  <a:close/>
                </a:path>
                <a:path w="7620" h="748030">
                  <a:moveTo>
                    <a:pt x="7620" y="746887"/>
                  </a:moveTo>
                  <a:lnTo>
                    <a:pt x="0" y="746887"/>
                  </a:lnTo>
                  <a:lnTo>
                    <a:pt x="0" y="748030"/>
                  </a:lnTo>
                  <a:lnTo>
                    <a:pt x="7620" y="748030"/>
                  </a:lnTo>
                  <a:lnTo>
                    <a:pt x="7620" y="746887"/>
                  </a:lnTo>
                  <a:close/>
                </a:path>
                <a:path w="7620" h="748030">
                  <a:moveTo>
                    <a:pt x="7620" y="740537"/>
                  </a:moveTo>
                  <a:lnTo>
                    <a:pt x="0" y="740537"/>
                  </a:lnTo>
                  <a:lnTo>
                    <a:pt x="0" y="746760"/>
                  </a:lnTo>
                  <a:lnTo>
                    <a:pt x="7620" y="746760"/>
                  </a:lnTo>
                  <a:lnTo>
                    <a:pt x="7620" y="740537"/>
                  </a:lnTo>
                  <a:close/>
                </a:path>
                <a:path w="7620" h="748030">
                  <a:moveTo>
                    <a:pt x="7620" y="734187"/>
                  </a:moveTo>
                  <a:lnTo>
                    <a:pt x="0" y="734187"/>
                  </a:lnTo>
                  <a:lnTo>
                    <a:pt x="0" y="740410"/>
                  </a:lnTo>
                  <a:lnTo>
                    <a:pt x="7620" y="740410"/>
                  </a:lnTo>
                  <a:lnTo>
                    <a:pt x="7620" y="734187"/>
                  </a:lnTo>
                  <a:close/>
                </a:path>
                <a:path w="7620" h="748030">
                  <a:moveTo>
                    <a:pt x="7620" y="727837"/>
                  </a:moveTo>
                  <a:lnTo>
                    <a:pt x="0" y="727837"/>
                  </a:lnTo>
                  <a:lnTo>
                    <a:pt x="0" y="734060"/>
                  </a:lnTo>
                  <a:lnTo>
                    <a:pt x="7620" y="734060"/>
                  </a:lnTo>
                  <a:lnTo>
                    <a:pt x="7620" y="727837"/>
                  </a:lnTo>
                  <a:close/>
                </a:path>
                <a:path w="7620" h="748030">
                  <a:moveTo>
                    <a:pt x="7620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7620" y="727710"/>
                  </a:lnTo>
                  <a:lnTo>
                    <a:pt x="7620" y="721487"/>
                  </a:lnTo>
                  <a:close/>
                </a:path>
                <a:path w="7620" h="748030">
                  <a:moveTo>
                    <a:pt x="7620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7620" y="721360"/>
                  </a:lnTo>
                  <a:lnTo>
                    <a:pt x="7620" y="715137"/>
                  </a:lnTo>
                  <a:close/>
                </a:path>
                <a:path w="7620" h="748030">
                  <a:moveTo>
                    <a:pt x="7620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7620" y="715010"/>
                  </a:lnTo>
                  <a:lnTo>
                    <a:pt x="7620" y="708787"/>
                  </a:lnTo>
                  <a:close/>
                </a:path>
                <a:path w="7620" h="748030">
                  <a:moveTo>
                    <a:pt x="7620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7620" y="708660"/>
                  </a:lnTo>
                  <a:lnTo>
                    <a:pt x="7620" y="702437"/>
                  </a:lnTo>
                  <a:close/>
                </a:path>
                <a:path w="7620" h="748030">
                  <a:moveTo>
                    <a:pt x="7620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7620" y="702310"/>
                  </a:lnTo>
                  <a:lnTo>
                    <a:pt x="7620" y="696087"/>
                  </a:lnTo>
                  <a:close/>
                </a:path>
                <a:path w="7620" h="748030">
                  <a:moveTo>
                    <a:pt x="7620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7620" y="695960"/>
                  </a:lnTo>
                  <a:lnTo>
                    <a:pt x="7620" y="689737"/>
                  </a:lnTo>
                  <a:close/>
                </a:path>
                <a:path w="7620" h="748030">
                  <a:moveTo>
                    <a:pt x="7620" y="683387"/>
                  </a:moveTo>
                  <a:lnTo>
                    <a:pt x="0" y="683387"/>
                  </a:lnTo>
                  <a:lnTo>
                    <a:pt x="0" y="689610"/>
                  </a:lnTo>
                  <a:lnTo>
                    <a:pt x="7620" y="689610"/>
                  </a:lnTo>
                  <a:lnTo>
                    <a:pt x="7620" y="683387"/>
                  </a:lnTo>
                  <a:close/>
                </a:path>
                <a:path w="7620" h="748030">
                  <a:moveTo>
                    <a:pt x="7620" y="677037"/>
                  </a:moveTo>
                  <a:lnTo>
                    <a:pt x="0" y="677037"/>
                  </a:lnTo>
                  <a:lnTo>
                    <a:pt x="0" y="683260"/>
                  </a:lnTo>
                  <a:lnTo>
                    <a:pt x="7620" y="683260"/>
                  </a:lnTo>
                  <a:lnTo>
                    <a:pt x="7620" y="677037"/>
                  </a:lnTo>
                  <a:close/>
                </a:path>
                <a:path w="7620" h="748030">
                  <a:moveTo>
                    <a:pt x="7620" y="670687"/>
                  </a:moveTo>
                  <a:lnTo>
                    <a:pt x="0" y="670687"/>
                  </a:lnTo>
                  <a:lnTo>
                    <a:pt x="0" y="676910"/>
                  </a:lnTo>
                  <a:lnTo>
                    <a:pt x="7620" y="676910"/>
                  </a:lnTo>
                  <a:lnTo>
                    <a:pt x="7620" y="670687"/>
                  </a:lnTo>
                  <a:close/>
                </a:path>
                <a:path w="7620" h="748030">
                  <a:moveTo>
                    <a:pt x="7620" y="668147"/>
                  </a:moveTo>
                  <a:lnTo>
                    <a:pt x="0" y="668147"/>
                  </a:lnTo>
                  <a:lnTo>
                    <a:pt x="0" y="670560"/>
                  </a:lnTo>
                  <a:lnTo>
                    <a:pt x="7620" y="670560"/>
                  </a:lnTo>
                  <a:lnTo>
                    <a:pt x="7620" y="668147"/>
                  </a:lnTo>
                  <a:close/>
                </a:path>
              </a:pathLst>
            </a:custGeom>
            <a:solidFill>
              <a:srgbClr val="4168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0">
              <a:extLst>
                <a:ext uri="{FF2B5EF4-FFF2-40B4-BE49-F238E27FC236}">
                  <a16:creationId xmlns:a16="http://schemas.microsoft.com/office/drawing/2014/main" id="{74B570CB-198B-CAF6-5EE1-52AB25DC5306}"/>
                </a:ext>
              </a:extLst>
            </p:cNvPr>
            <p:cNvSpPr/>
            <p:nvPr/>
          </p:nvSpPr>
          <p:spPr>
            <a:xfrm>
              <a:off x="8118965" y="2678064"/>
              <a:ext cx="7620" cy="746125"/>
            </a:xfrm>
            <a:custGeom>
              <a:avLst/>
              <a:gdLst/>
              <a:ahLst/>
              <a:cxnLst/>
              <a:rect l="l" t="t" r="r" b="b"/>
              <a:pathLst>
                <a:path w="7620" h="746125">
                  <a:moveTo>
                    <a:pt x="7620" y="78866"/>
                  </a:moveTo>
                  <a:lnTo>
                    <a:pt x="0" y="78866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78866"/>
                  </a:lnTo>
                  <a:close/>
                </a:path>
                <a:path w="7620" h="746125">
                  <a:moveTo>
                    <a:pt x="7620" y="72516"/>
                  </a:moveTo>
                  <a:lnTo>
                    <a:pt x="0" y="7251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2516"/>
                  </a:lnTo>
                  <a:close/>
                </a:path>
                <a:path w="7620" h="746125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746125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746125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746125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746125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746125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746125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746125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746125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746125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746125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746125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746125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746125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746125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746125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746125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746125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746125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746125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746125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746125">
                  <a:moveTo>
                    <a:pt x="7620" y="2539"/>
                  </a:moveTo>
                  <a:lnTo>
                    <a:pt x="6350" y="2539"/>
                  </a:ln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539"/>
                  </a:lnTo>
                  <a:close/>
                </a:path>
                <a:path w="7620" h="746125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397"/>
                  </a:lnTo>
                  <a:lnTo>
                    <a:pt x="1269" y="1397"/>
                  </a:lnTo>
                  <a:lnTo>
                    <a:pt x="1269" y="0"/>
                  </a:lnTo>
                  <a:close/>
                </a:path>
                <a:path w="7620" h="746125">
                  <a:moveTo>
                    <a:pt x="7620" y="88900"/>
                  </a:moveTo>
                  <a:lnTo>
                    <a:pt x="0" y="88900"/>
                  </a:lnTo>
                  <a:lnTo>
                    <a:pt x="0" y="660400"/>
                  </a:lnTo>
                  <a:lnTo>
                    <a:pt x="7620" y="660400"/>
                  </a:lnTo>
                  <a:lnTo>
                    <a:pt x="7620" y="88900"/>
                  </a:lnTo>
                  <a:close/>
                </a:path>
                <a:path w="7620" h="746125">
                  <a:moveTo>
                    <a:pt x="7620" y="660400"/>
                  </a:moveTo>
                  <a:lnTo>
                    <a:pt x="0" y="660400"/>
                  </a:lnTo>
                  <a:lnTo>
                    <a:pt x="0" y="666750"/>
                  </a:lnTo>
                  <a:lnTo>
                    <a:pt x="7620" y="666750"/>
                  </a:lnTo>
                  <a:lnTo>
                    <a:pt x="7620" y="660400"/>
                  </a:lnTo>
                  <a:close/>
                </a:path>
                <a:path w="7620" h="746125">
                  <a:moveTo>
                    <a:pt x="7620" y="739267"/>
                  </a:moveTo>
                  <a:lnTo>
                    <a:pt x="0" y="739267"/>
                  </a:lnTo>
                  <a:lnTo>
                    <a:pt x="0" y="745617"/>
                  </a:lnTo>
                  <a:lnTo>
                    <a:pt x="5079" y="745617"/>
                  </a:lnTo>
                  <a:lnTo>
                    <a:pt x="5079" y="744220"/>
                  </a:lnTo>
                  <a:lnTo>
                    <a:pt x="7620" y="744220"/>
                  </a:lnTo>
                  <a:lnTo>
                    <a:pt x="7620" y="739267"/>
                  </a:lnTo>
                  <a:close/>
                </a:path>
                <a:path w="7620" h="746125">
                  <a:moveTo>
                    <a:pt x="7620" y="732917"/>
                  </a:moveTo>
                  <a:lnTo>
                    <a:pt x="0" y="732917"/>
                  </a:lnTo>
                  <a:lnTo>
                    <a:pt x="0" y="739140"/>
                  </a:lnTo>
                  <a:lnTo>
                    <a:pt x="7620" y="739140"/>
                  </a:lnTo>
                  <a:lnTo>
                    <a:pt x="7620" y="732917"/>
                  </a:lnTo>
                  <a:close/>
                </a:path>
                <a:path w="7620" h="746125">
                  <a:moveTo>
                    <a:pt x="7620" y="726567"/>
                  </a:moveTo>
                  <a:lnTo>
                    <a:pt x="0" y="726567"/>
                  </a:lnTo>
                  <a:lnTo>
                    <a:pt x="0" y="732790"/>
                  </a:lnTo>
                  <a:lnTo>
                    <a:pt x="7620" y="732790"/>
                  </a:lnTo>
                  <a:lnTo>
                    <a:pt x="7620" y="726567"/>
                  </a:lnTo>
                  <a:close/>
                </a:path>
                <a:path w="7620" h="746125">
                  <a:moveTo>
                    <a:pt x="7620" y="720217"/>
                  </a:moveTo>
                  <a:lnTo>
                    <a:pt x="0" y="720217"/>
                  </a:lnTo>
                  <a:lnTo>
                    <a:pt x="0" y="726440"/>
                  </a:lnTo>
                  <a:lnTo>
                    <a:pt x="7620" y="726440"/>
                  </a:lnTo>
                  <a:lnTo>
                    <a:pt x="7620" y="720217"/>
                  </a:lnTo>
                  <a:close/>
                </a:path>
                <a:path w="7620" h="746125">
                  <a:moveTo>
                    <a:pt x="7620" y="713867"/>
                  </a:moveTo>
                  <a:lnTo>
                    <a:pt x="0" y="713867"/>
                  </a:lnTo>
                  <a:lnTo>
                    <a:pt x="0" y="720090"/>
                  </a:lnTo>
                  <a:lnTo>
                    <a:pt x="7620" y="720090"/>
                  </a:lnTo>
                  <a:lnTo>
                    <a:pt x="7620" y="713867"/>
                  </a:lnTo>
                  <a:close/>
                </a:path>
                <a:path w="7620" h="746125">
                  <a:moveTo>
                    <a:pt x="762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7620" y="713740"/>
                  </a:lnTo>
                  <a:lnTo>
                    <a:pt x="7620" y="707517"/>
                  </a:lnTo>
                  <a:close/>
                </a:path>
                <a:path w="7620" h="746125">
                  <a:moveTo>
                    <a:pt x="762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7620" y="707390"/>
                  </a:lnTo>
                  <a:lnTo>
                    <a:pt x="7620" y="701167"/>
                  </a:lnTo>
                  <a:close/>
                </a:path>
                <a:path w="7620" h="746125">
                  <a:moveTo>
                    <a:pt x="762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817"/>
                  </a:lnTo>
                  <a:close/>
                </a:path>
                <a:path w="7620" h="746125">
                  <a:moveTo>
                    <a:pt x="762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467"/>
                  </a:lnTo>
                  <a:close/>
                </a:path>
                <a:path w="7620" h="746125">
                  <a:moveTo>
                    <a:pt x="762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2117"/>
                  </a:lnTo>
                  <a:close/>
                </a:path>
                <a:path w="7620" h="746125">
                  <a:moveTo>
                    <a:pt x="7620" y="675767"/>
                  </a:moveTo>
                  <a:lnTo>
                    <a:pt x="0" y="675767"/>
                  </a:lnTo>
                  <a:lnTo>
                    <a:pt x="0" y="681990"/>
                  </a:lnTo>
                  <a:lnTo>
                    <a:pt x="7620" y="681990"/>
                  </a:lnTo>
                  <a:lnTo>
                    <a:pt x="7620" y="675767"/>
                  </a:lnTo>
                  <a:close/>
                </a:path>
                <a:path w="7620" h="746125">
                  <a:moveTo>
                    <a:pt x="7620" y="669417"/>
                  </a:moveTo>
                  <a:lnTo>
                    <a:pt x="0" y="669417"/>
                  </a:lnTo>
                  <a:lnTo>
                    <a:pt x="0" y="675640"/>
                  </a:lnTo>
                  <a:lnTo>
                    <a:pt x="7620" y="675640"/>
                  </a:lnTo>
                  <a:lnTo>
                    <a:pt x="7620" y="669417"/>
                  </a:lnTo>
                  <a:close/>
                </a:path>
                <a:path w="7620" h="746125">
                  <a:moveTo>
                    <a:pt x="7620" y="666877"/>
                  </a:moveTo>
                  <a:lnTo>
                    <a:pt x="0" y="666877"/>
                  </a:lnTo>
                  <a:lnTo>
                    <a:pt x="0" y="669290"/>
                  </a:lnTo>
                  <a:lnTo>
                    <a:pt x="7620" y="669290"/>
                  </a:lnTo>
                  <a:lnTo>
                    <a:pt x="7620" y="666877"/>
                  </a:lnTo>
                  <a:close/>
                </a:path>
              </a:pathLst>
            </a:custGeom>
            <a:solidFill>
              <a:srgbClr val="4169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1">
              <a:extLst>
                <a:ext uri="{FF2B5EF4-FFF2-40B4-BE49-F238E27FC236}">
                  <a16:creationId xmlns:a16="http://schemas.microsoft.com/office/drawing/2014/main" id="{F68AC1DE-B97A-D4C9-0C51-64E06A163054}"/>
                </a:ext>
              </a:extLst>
            </p:cNvPr>
            <p:cNvSpPr/>
            <p:nvPr/>
          </p:nvSpPr>
          <p:spPr>
            <a:xfrm>
              <a:off x="8126585" y="2680604"/>
              <a:ext cx="6350" cy="741680"/>
            </a:xfrm>
            <a:custGeom>
              <a:avLst/>
              <a:gdLst/>
              <a:ahLst/>
              <a:cxnLst/>
              <a:rect l="l" t="t" r="r" b="b"/>
              <a:pathLst>
                <a:path w="6350" h="741680">
                  <a:moveTo>
                    <a:pt x="6350" y="76326"/>
                  </a:moveTo>
                  <a:lnTo>
                    <a:pt x="0" y="76326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76326"/>
                  </a:lnTo>
                  <a:close/>
                </a:path>
                <a:path w="6350" h="741680">
                  <a:moveTo>
                    <a:pt x="6350" y="69976"/>
                  </a:moveTo>
                  <a:lnTo>
                    <a:pt x="0" y="69976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69976"/>
                  </a:lnTo>
                  <a:close/>
                </a:path>
                <a:path w="6350" h="741680">
                  <a:moveTo>
                    <a:pt x="635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6167"/>
                  </a:lnTo>
                  <a:close/>
                </a:path>
                <a:path w="6350" h="741680">
                  <a:moveTo>
                    <a:pt x="635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626"/>
                  </a:lnTo>
                  <a:close/>
                </a:path>
                <a:path w="6350" h="741680">
                  <a:moveTo>
                    <a:pt x="635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59817"/>
                  </a:lnTo>
                  <a:close/>
                </a:path>
                <a:path w="6350" h="741680">
                  <a:moveTo>
                    <a:pt x="635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276"/>
                  </a:lnTo>
                  <a:close/>
                </a:path>
                <a:path w="6350" h="741680">
                  <a:moveTo>
                    <a:pt x="635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3467"/>
                  </a:lnTo>
                  <a:close/>
                </a:path>
                <a:path w="6350" h="741680">
                  <a:moveTo>
                    <a:pt x="635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926"/>
                  </a:lnTo>
                  <a:close/>
                </a:path>
                <a:path w="6350" h="741680">
                  <a:moveTo>
                    <a:pt x="635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7117"/>
                  </a:lnTo>
                  <a:close/>
                </a:path>
                <a:path w="6350" h="741680">
                  <a:moveTo>
                    <a:pt x="635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576"/>
                  </a:lnTo>
                  <a:close/>
                </a:path>
                <a:path w="6350" h="741680">
                  <a:moveTo>
                    <a:pt x="635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0767"/>
                  </a:lnTo>
                  <a:close/>
                </a:path>
                <a:path w="6350" h="741680">
                  <a:moveTo>
                    <a:pt x="635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226"/>
                  </a:lnTo>
                  <a:close/>
                </a:path>
                <a:path w="6350" h="741680">
                  <a:moveTo>
                    <a:pt x="635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4417"/>
                  </a:lnTo>
                  <a:close/>
                </a:path>
                <a:path w="6350" h="741680">
                  <a:moveTo>
                    <a:pt x="635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876"/>
                  </a:lnTo>
                  <a:close/>
                </a:path>
                <a:path w="6350" h="741680">
                  <a:moveTo>
                    <a:pt x="635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8067"/>
                  </a:lnTo>
                  <a:close/>
                </a:path>
                <a:path w="6350" h="741680">
                  <a:moveTo>
                    <a:pt x="635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526"/>
                  </a:lnTo>
                  <a:close/>
                </a:path>
                <a:path w="6350" h="741680">
                  <a:moveTo>
                    <a:pt x="635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1717"/>
                  </a:lnTo>
                  <a:close/>
                </a:path>
                <a:path w="6350" h="741680">
                  <a:moveTo>
                    <a:pt x="635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176"/>
                  </a:lnTo>
                  <a:close/>
                </a:path>
                <a:path w="6350" h="741680">
                  <a:moveTo>
                    <a:pt x="635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5367"/>
                  </a:lnTo>
                  <a:close/>
                </a:path>
                <a:path w="6350" h="741680">
                  <a:moveTo>
                    <a:pt x="635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826"/>
                  </a:lnTo>
                  <a:close/>
                </a:path>
                <a:path w="6350" h="741680">
                  <a:moveTo>
                    <a:pt x="635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9017"/>
                  </a:lnTo>
                  <a:close/>
                </a:path>
                <a:path w="6350" h="741680">
                  <a:moveTo>
                    <a:pt x="635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476"/>
                  </a:lnTo>
                  <a:close/>
                </a:path>
                <a:path w="6350" h="741680">
                  <a:moveTo>
                    <a:pt x="635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667"/>
                  </a:lnTo>
                  <a:close/>
                </a:path>
                <a:path w="6350" h="741680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  <a:path w="6350" h="741680">
                  <a:moveTo>
                    <a:pt x="6350" y="86360"/>
                  </a:moveTo>
                  <a:lnTo>
                    <a:pt x="0" y="86360"/>
                  </a:lnTo>
                  <a:lnTo>
                    <a:pt x="0" y="657860"/>
                  </a:lnTo>
                  <a:lnTo>
                    <a:pt x="6350" y="657860"/>
                  </a:lnTo>
                  <a:lnTo>
                    <a:pt x="6350" y="86360"/>
                  </a:lnTo>
                  <a:close/>
                </a:path>
                <a:path w="6350" h="741680">
                  <a:moveTo>
                    <a:pt x="6350" y="657860"/>
                  </a:moveTo>
                  <a:lnTo>
                    <a:pt x="0" y="657860"/>
                  </a:lnTo>
                  <a:lnTo>
                    <a:pt x="0" y="664210"/>
                  </a:lnTo>
                  <a:lnTo>
                    <a:pt x="6350" y="664210"/>
                  </a:lnTo>
                  <a:lnTo>
                    <a:pt x="6350" y="657860"/>
                  </a:lnTo>
                  <a:close/>
                </a:path>
                <a:path w="6350" h="741680">
                  <a:moveTo>
                    <a:pt x="6350" y="736727"/>
                  </a:moveTo>
                  <a:lnTo>
                    <a:pt x="0" y="736727"/>
                  </a:lnTo>
                  <a:lnTo>
                    <a:pt x="0" y="741680"/>
                  </a:lnTo>
                  <a:lnTo>
                    <a:pt x="2540" y="741680"/>
                  </a:lnTo>
                  <a:lnTo>
                    <a:pt x="2540" y="740410"/>
                  </a:lnTo>
                  <a:lnTo>
                    <a:pt x="6350" y="740410"/>
                  </a:lnTo>
                  <a:lnTo>
                    <a:pt x="6350" y="736727"/>
                  </a:lnTo>
                  <a:close/>
                </a:path>
                <a:path w="6350" h="741680">
                  <a:moveTo>
                    <a:pt x="6350" y="730377"/>
                  </a:moveTo>
                  <a:lnTo>
                    <a:pt x="0" y="730377"/>
                  </a:lnTo>
                  <a:lnTo>
                    <a:pt x="0" y="736600"/>
                  </a:lnTo>
                  <a:lnTo>
                    <a:pt x="6350" y="736600"/>
                  </a:lnTo>
                  <a:lnTo>
                    <a:pt x="6350" y="730377"/>
                  </a:lnTo>
                  <a:close/>
                </a:path>
                <a:path w="6350" h="741680">
                  <a:moveTo>
                    <a:pt x="6350" y="724027"/>
                  </a:moveTo>
                  <a:lnTo>
                    <a:pt x="0" y="724027"/>
                  </a:lnTo>
                  <a:lnTo>
                    <a:pt x="0" y="730250"/>
                  </a:lnTo>
                  <a:lnTo>
                    <a:pt x="6350" y="730250"/>
                  </a:lnTo>
                  <a:lnTo>
                    <a:pt x="6350" y="724027"/>
                  </a:lnTo>
                  <a:close/>
                </a:path>
                <a:path w="6350" h="741680">
                  <a:moveTo>
                    <a:pt x="6350" y="717677"/>
                  </a:moveTo>
                  <a:lnTo>
                    <a:pt x="0" y="717677"/>
                  </a:lnTo>
                  <a:lnTo>
                    <a:pt x="0" y="723900"/>
                  </a:lnTo>
                  <a:lnTo>
                    <a:pt x="6350" y="723900"/>
                  </a:lnTo>
                  <a:lnTo>
                    <a:pt x="6350" y="717677"/>
                  </a:lnTo>
                  <a:close/>
                </a:path>
                <a:path w="6350" h="741680">
                  <a:moveTo>
                    <a:pt x="6350" y="711327"/>
                  </a:moveTo>
                  <a:lnTo>
                    <a:pt x="0" y="711327"/>
                  </a:lnTo>
                  <a:lnTo>
                    <a:pt x="0" y="717550"/>
                  </a:lnTo>
                  <a:lnTo>
                    <a:pt x="6350" y="717550"/>
                  </a:lnTo>
                  <a:lnTo>
                    <a:pt x="6350" y="711327"/>
                  </a:lnTo>
                  <a:close/>
                </a:path>
                <a:path w="6350" h="741680">
                  <a:moveTo>
                    <a:pt x="6350" y="704977"/>
                  </a:moveTo>
                  <a:lnTo>
                    <a:pt x="0" y="704977"/>
                  </a:lnTo>
                  <a:lnTo>
                    <a:pt x="0" y="711200"/>
                  </a:lnTo>
                  <a:lnTo>
                    <a:pt x="6350" y="711200"/>
                  </a:lnTo>
                  <a:lnTo>
                    <a:pt x="6350" y="704977"/>
                  </a:lnTo>
                  <a:close/>
                </a:path>
                <a:path w="6350" h="741680">
                  <a:moveTo>
                    <a:pt x="6350" y="698627"/>
                  </a:moveTo>
                  <a:lnTo>
                    <a:pt x="0" y="698627"/>
                  </a:lnTo>
                  <a:lnTo>
                    <a:pt x="0" y="704850"/>
                  </a:lnTo>
                  <a:lnTo>
                    <a:pt x="6350" y="704850"/>
                  </a:lnTo>
                  <a:lnTo>
                    <a:pt x="6350" y="698627"/>
                  </a:lnTo>
                  <a:close/>
                </a:path>
                <a:path w="6350" h="741680">
                  <a:moveTo>
                    <a:pt x="6350" y="692277"/>
                  </a:moveTo>
                  <a:lnTo>
                    <a:pt x="0" y="692277"/>
                  </a:lnTo>
                  <a:lnTo>
                    <a:pt x="0" y="698500"/>
                  </a:lnTo>
                  <a:lnTo>
                    <a:pt x="6350" y="698500"/>
                  </a:lnTo>
                  <a:lnTo>
                    <a:pt x="6350" y="692277"/>
                  </a:lnTo>
                  <a:close/>
                </a:path>
                <a:path w="6350" h="741680">
                  <a:moveTo>
                    <a:pt x="6350" y="685927"/>
                  </a:moveTo>
                  <a:lnTo>
                    <a:pt x="0" y="685927"/>
                  </a:lnTo>
                  <a:lnTo>
                    <a:pt x="0" y="692150"/>
                  </a:lnTo>
                  <a:lnTo>
                    <a:pt x="6350" y="692150"/>
                  </a:lnTo>
                  <a:lnTo>
                    <a:pt x="6350" y="685927"/>
                  </a:lnTo>
                  <a:close/>
                </a:path>
                <a:path w="6350" h="741680">
                  <a:moveTo>
                    <a:pt x="6350" y="679577"/>
                  </a:moveTo>
                  <a:lnTo>
                    <a:pt x="0" y="679577"/>
                  </a:lnTo>
                  <a:lnTo>
                    <a:pt x="0" y="685800"/>
                  </a:lnTo>
                  <a:lnTo>
                    <a:pt x="6350" y="685800"/>
                  </a:lnTo>
                  <a:lnTo>
                    <a:pt x="6350" y="679577"/>
                  </a:lnTo>
                  <a:close/>
                </a:path>
                <a:path w="6350" h="741680">
                  <a:moveTo>
                    <a:pt x="6350" y="673227"/>
                  </a:moveTo>
                  <a:lnTo>
                    <a:pt x="0" y="673227"/>
                  </a:lnTo>
                  <a:lnTo>
                    <a:pt x="0" y="679450"/>
                  </a:lnTo>
                  <a:lnTo>
                    <a:pt x="6350" y="679450"/>
                  </a:lnTo>
                  <a:lnTo>
                    <a:pt x="6350" y="673227"/>
                  </a:lnTo>
                  <a:close/>
                </a:path>
                <a:path w="6350" h="741680">
                  <a:moveTo>
                    <a:pt x="6350" y="666877"/>
                  </a:moveTo>
                  <a:lnTo>
                    <a:pt x="0" y="666877"/>
                  </a:lnTo>
                  <a:lnTo>
                    <a:pt x="0" y="673100"/>
                  </a:lnTo>
                  <a:lnTo>
                    <a:pt x="6350" y="673100"/>
                  </a:lnTo>
                  <a:lnTo>
                    <a:pt x="6350" y="666877"/>
                  </a:lnTo>
                  <a:close/>
                </a:path>
                <a:path w="6350" h="741680">
                  <a:moveTo>
                    <a:pt x="6350" y="664337"/>
                  </a:moveTo>
                  <a:lnTo>
                    <a:pt x="0" y="664337"/>
                  </a:lnTo>
                  <a:lnTo>
                    <a:pt x="0" y="666750"/>
                  </a:lnTo>
                  <a:lnTo>
                    <a:pt x="6350" y="666750"/>
                  </a:lnTo>
                  <a:lnTo>
                    <a:pt x="6350" y="664337"/>
                  </a:lnTo>
                  <a:close/>
                </a:path>
              </a:pathLst>
            </a:custGeom>
            <a:solidFill>
              <a:srgbClr val="426A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2">
              <a:extLst>
                <a:ext uri="{FF2B5EF4-FFF2-40B4-BE49-F238E27FC236}">
                  <a16:creationId xmlns:a16="http://schemas.microsoft.com/office/drawing/2014/main" id="{E24D146F-1001-38E1-59B3-DED7153EF568}"/>
                </a:ext>
              </a:extLst>
            </p:cNvPr>
            <p:cNvSpPr/>
            <p:nvPr/>
          </p:nvSpPr>
          <p:spPr>
            <a:xfrm>
              <a:off x="8132935" y="2682001"/>
              <a:ext cx="7620" cy="739140"/>
            </a:xfrm>
            <a:custGeom>
              <a:avLst/>
              <a:gdLst/>
              <a:ahLst/>
              <a:cxnLst/>
              <a:rect l="l" t="t" r="r" b="b"/>
              <a:pathLst>
                <a:path w="7620" h="739139">
                  <a:moveTo>
                    <a:pt x="7620" y="74929"/>
                  </a:moveTo>
                  <a:lnTo>
                    <a:pt x="0" y="74929"/>
                  </a:lnTo>
                  <a:lnTo>
                    <a:pt x="0" y="84962"/>
                  </a:lnTo>
                  <a:lnTo>
                    <a:pt x="7620" y="84962"/>
                  </a:lnTo>
                  <a:lnTo>
                    <a:pt x="7620" y="74929"/>
                  </a:lnTo>
                  <a:close/>
                </a:path>
                <a:path w="7620" h="739139">
                  <a:moveTo>
                    <a:pt x="7620" y="68579"/>
                  </a:moveTo>
                  <a:lnTo>
                    <a:pt x="0" y="68579"/>
                  </a:lnTo>
                  <a:lnTo>
                    <a:pt x="0" y="74802"/>
                  </a:lnTo>
                  <a:lnTo>
                    <a:pt x="7620" y="74802"/>
                  </a:lnTo>
                  <a:lnTo>
                    <a:pt x="7620" y="68579"/>
                  </a:lnTo>
                  <a:close/>
                </a:path>
                <a:path w="7620" h="739139">
                  <a:moveTo>
                    <a:pt x="7620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20" y="68452"/>
                  </a:lnTo>
                  <a:lnTo>
                    <a:pt x="7620" y="64770"/>
                  </a:lnTo>
                  <a:close/>
                </a:path>
                <a:path w="7620" h="739139">
                  <a:moveTo>
                    <a:pt x="7620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2229"/>
                  </a:lnTo>
                  <a:close/>
                </a:path>
                <a:path w="7620" h="739139">
                  <a:moveTo>
                    <a:pt x="7620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20" y="62102"/>
                  </a:lnTo>
                  <a:lnTo>
                    <a:pt x="7620" y="58420"/>
                  </a:lnTo>
                  <a:close/>
                </a:path>
                <a:path w="7620" h="739139">
                  <a:moveTo>
                    <a:pt x="7620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5879"/>
                  </a:lnTo>
                  <a:close/>
                </a:path>
                <a:path w="7620" h="739139">
                  <a:moveTo>
                    <a:pt x="762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20" y="55752"/>
                  </a:lnTo>
                  <a:lnTo>
                    <a:pt x="7620" y="52070"/>
                  </a:lnTo>
                  <a:close/>
                </a:path>
                <a:path w="7620" h="739139">
                  <a:moveTo>
                    <a:pt x="762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9529"/>
                  </a:lnTo>
                  <a:close/>
                </a:path>
                <a:path w="7620" h="739139">
                  <a:moveTo>
                    <a:pt x="762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20" y="49402"/>
                  </a:lnTo>
                  <a:lnTo>
                    <a:pt x="7620" y="45720"/>
                  </a:lnTo>
                  <a:close/>
                </a:path>
                <a:path w="7620" h="739139">
                  <a:moveTo>
                    <a:pt x="762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3179"/>
                  </a:lnTo>
                  <a:close/>
                </a:path>
                <a:path w="7620" h="739139">
                  <a:moveTo>
                    <a:pt x="762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9370"/>
                  </a:lnTo>
                  <a:close/>
                </a:path>
                <a:path w="7620" h="739139">
                  <a:moveTo>
                    <a:pt x="762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6829"/>
                  </a:lnTo>
                  <a:close/>
                </a:path>
                <a:path w="7620" h="739139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739139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739139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739139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739139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739139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739139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739139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739139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739139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739139">
                  <a:moveTo>
                    <a:pt x="7620" y="1142"/>
                  </a:moveTo>
                  <a:lnTo>
                    <a:pt x="2540" y="1142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1142"/>
                  </a:lnTo>
                  <a:close/>
                </a:path>
                <a:path w="7620" h="739139">
                  <a:moveTo>
                    <a:pt x="254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2540" y="1142"/>
                  </a:lnTo>
                  <a:lnTo>
                    <a:pt x="2540" y="0"/>
                  </a:lnTo>
                  <a:close/>
                </a:path>
                <a:path w="7620" h="739139">
                  <a:moveTo>
                    <a:pt x="7620" y="84963"/>
                  </a:moveTo>
                  <a:lnTo>
                    <a:pt x="0" y="84963"/>
                  </a:lnTo>
                  <a:lnTo>
                    <a:pt x="0" y="656463"/>
                  </a:lnTo>
                  <a:lnTo>
                    <a:pt x="7620" y="656463"/>
                  </a:lnTo>
                  <a:lnTo>
                    <a:pt x="7620" y="84963"/>
                  </a:lnTo>
                  <a:close/>
                </a:path>
                <a:path w="7620" h="739139">
                  <a:moveTo>
                    <a:pt x="7620" y="656463"/>
                  </a:moveTo>
                  <a:lnTo>
                    <a:pt x="0" y="656463"/>
                  </a:lnTo>
                  <a:lnTo>
                    <a:pt x="0" y="662813"/>
                  </a:lnTo>
                  <a:lnTo>
                    <a:pt x="7620" y="662813"/>
                  </a:lnTo>
                  <a:lnTo>
                    <a:pt x="7620" y="656463"/>
                  </a:lnTo>
                  <a:close/>
                </a:path>
                <a:path w="7620" h="739139">
                  <a:moveTo>
                    <a:pt x="7620" y="735330"/>
                  </a:moveTo>
                  <a:lnTo>
                    <a:pt x="0" y="735330"/>
                  </a:lnTo>
                  <a:lnTo>
                    <a:pt x="0" y="739013"/>
                  </a:lnTo>
                  <a:lnTo>
                    <a:pt x="1269" y="739013"/>
                  </a:lnTo>
                  <a:lnTo>
                    <a:pt x="1269" y="737743"/>
                  </a:lnTo>
                  <a:lnTo>
                    <a:pt x="6350" y="737743"/>
                  </a:lnTo>
                  <a:lnTo>
                    <a:pt x="6350" y="736473"/>
                  </a:lnTo>
                  <a:lnTo>
                    <a:pt x="7620" y="736473"/>
                  </a:lnTo>
                  <a:lnTo>
                    <a:pt x="7620" y="735330"/>
                  </a:lnTo>
                  <a:close/>
                </a:path>
                <a:path w="7620" h="739139">
                  <a:moveTo>
                    <a:pt x="7620" y="728980"/>
                  </a:moveTo>
                  <a:lnTo>
                    <a:pt x="0" y="728980"/>
                  </a:lnTo>
                  <a:lnTo>
                    <a:pt x="0" y="735203"/>
                  </a:lnTo>
                  <a:lnTo>
                    <a:pt x="7620" y="735203"/>
                  </a:lnTo>
                  <a:lnTo>
                    <a:pt x="7620" y="728980"/>
                  </a:lnTo>
                  <a:close/>
                </a:path>
                <a:path w="7620" h="739139">
                  <a:moveTo>
                    <a:pt x="7620" y="722630"/>
                  </a:moveTo>
                  <a:lnTo>
                    <a:pt x="0" y="722630"/>
                  </a:lnTo>
                  <a:lnTo>
                    <a:pt x="0" y="728853"/>
                  </a:lnTo>
                  <a:lnTo>
                    <a:pt x="7620" y="728853"/>
                  </a:lnTo>
                  <a:lnTo>
                    <a:pt x="7620" y="722630"/>
                  </a:lnTo>
                  <a:close/>
                </a:path>
                <a:path w="7620" h="739139">
                  <a:moveTo>
                    <a:pt x="7620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7620" y="722503"/>
                  </a:lnTo>
                  <a:lnTo>
                    <a:pt x="7620" y="716280"/>
                  </a:lnTo>
                  <a:close/>
                </a:path>
                <a:path w="7620" h="739139">
                  <a:moveTo>
                    <a:pt x="7620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7620" y="716153"/>
                  </a:lnTo>
                  <a:lnTo>
                    <a:pt x="7620" y="709930"/>
                  </a:lnTo>
                  <a:close/>
                </a:path>
                <a:path w="7620" h="739139">
                  <a:moveTo>
                    <a:pt x="7620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7620" y="709803"/>
                  </a:lnTo>
                  <a:lnTo>
                    <a:pt x="7620" y="703580"/>
                  </a:lnTo>
                  <a:close/>
                </a:path>
                <a:path w="7620" h="739139">
                  <a:moveTo>
                    <a:pt x="7620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20" y="703453"/>
                  </a:lnTo>
                  <a:lnTo>
                    <a:pt x="7620" y="697230"/>
                  </a:lnTo>
                  <a:close/>
                </a:path>
                <a:path w="7620" h="739139">
                  <a:moveTo>
                    <a:pt x="762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20" y="697103"/>
                  </a:lnTo>
                  <a:lnTo>
                    <a:pt x="7620" y="690880"/>
                  </a:lnTo>
                  <a:close/>
                </a:path>
                <a:path w="7620" h="739139">
                  <a:moveTo>
                    <a:pt x="762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7620" y="690753"/>
                  </a:lnTo>
                  <a:lnTo>
                    <a:pt x="7620" y="684530"/>
                  </a:lnTo>
                  <a:close/>
                </a:path>
                <a:path w="7620" h="739139">
                  <a:moveTo>
                    <a:pt x="762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7620" y="684403"/>
                  </a:lnTo>
                  <a:lnTo>
                    <a:pt x="7620" y="678180"/>
                  </a:lnTo>
                  <a:close/>
                </a:path>
                <a:path w="7620" h="739139">
                  <a:moveTo>
                    <a:pt x="762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7620" y="678053"/>
                  </a:lnTo>
                  <a:lnTo>
                    <a:pt x="7620" y="671830"/>
                  </a:lnTo>
                  <a:close/>
                </a:path>
                <a:path w="7620" h="739139">
                  <a:moveTo>
                    <a:pt x="762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7620" y="671703"/>
                  </a:lnTo>
                  <a:lnTo>
                    <a:pt x="7620" y="665480"/>
                  </a:lnTo>
                  <a:close/>
                </a:path>
                <a:path w="7620" h="739139">
                  <a:moveTo>
                    <a:pt x="7620" y="662940"/>
                  </a:moveTo>
                  <a:lnTo>
                    <a:pt x="0" y="662940"/>
                  </a:lnTo>
                  <a:lnTo>
                    <a:pt x="0" y="665353"/>
                  </a:lnTo>
                  <a:lnTo>
                    <a:pt x="7620" y="665353"/>
                  </a:lnTo>
                  <a:lnTo>
                    <a:pt x="7620" y="662940"/>
                  </a:lnTo>
                  <a:close/>
                </a:path>
              </a:pathLst>
            </a:custGeom>
            <a:solidFill>
              <a:srgbClr val="436B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3">
              <a:extLst>
                <a:ext uri="{FF2B5EF4-FFF2-40B4-BE49-F238E27FC236}">
                  <a16:creationId xmlns:a16="http://schemas.microsoft.com/office/drawing/2014/main" id="{BE4EA9E1-0AB3-5C0E-21DC-8455818CD753}"/>
                </a:ext>
              </a:extLst>
            </p:cNvPr>
            <p:cNvSpPr/>
            <p:nvPr/>
          </p:nvSpPr>
          <p:spPr>
            <a:xfrm>
              <a:off x="8140555" y="2683144"/>
              <a:ext cx="7620" cy="735330"/>
            </a:xfrm>
            <a:custGeom>
              <a:avLst/>
              <a:gdLst/>
              <a:ahLst/>
              <a:cxnLst/>
              <a:rect l="l" t="t" r="r" b="b"/>
              <a:pathLst>
                <a:path w="7620" h="735330">
                  <a:moveTo>
                    <a:pt x="7619" y="73787"/>
                  </a:moveTo>
                  <a:lnTo>
                    <a:pt x="0" y="73787"/>
                  </a:lnTo>
                  <a:lnTo>
                    <a:pt x="0" y="83820"/>
                  </a:lnTo>
                  <a:lnTo>
                    <a:pt x="7619" y="83820"/>
                  </a:lnTo>
                  <a:lnTo>
                    <a:pt x="7619" y="73787"/>
                  </a:lnTo>
                  <a:close/>
                </a:path>
                <a:path w="7620" h="735330">
                  <a:moveTo>
                    <a:pt x="7619" y="67437"/>
                  </a:moveTo>
                  <a:lnTo>
                    <a:pt x="0" y="67437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67437"/>
                  </a:lnTo>
                  <a:close/>
                </a:path>
                <a:path w="7620" h="735330">
                  <a:moveTo>
                    <a:pt x="7619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3627"/>
                  </a:lnTo>
                  <a:close/>
                </a:path>
                <a:path w="7620" h="735330">
                  <a:moveTo>
                    <a:pt x="7619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1087"/>
                  </a:lnTo>
                  <a:close/>
                </a:path>
                <a:path w="7620" h="735330">
                  <a:moveTo>
                    <a:pt x="7619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7277"/>
                  </a:lnTo>
                  <a:close/>
                </a:path>
                <a:path w="7620" h="735330">
                  <a:moveTo>
                    <a:pt x="7619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737"/>
                  </a:lnTo>
                  <a:close/>
                </a:path>
                <a:path w="7620" h="735330">
                  <a:moveTo>
                    <a:pt x="7619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0927"/>
                  </a:lnTo>
                  <a:close/>
                </a:path>
                <a:path w="7620" h="735330">
                  <a:moveTo>
                    <a:pt x="7619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387"/>
                  </a:lnTo>
                  <a:close/>
                </a:path>
                <a:path w="7620" h="735330">
                  <a:moveTo>
                    <a:pt x="7619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4577"/>
                  </a:lnTo>
                  <a:close/>
                </a:path>
                <a:path w="7620" h="735330">
                  <a:moveTo>
                    <a:pt x="7619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2037"/>
                  </a:lnTo>
                  <a:close/>
                </a:path>
                <a:path w="7620" h="735330">
                  <a:moveTo>
                    <a:pt x="7619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8227"/>
                  </a:lnTo>
                  <a:close/>
                </a:path>
                <a:path w="7620" h="735330">
                  <a:moveTo>
                    <a:pt x="7619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687"/>
                  </a:lnTo>
                  <a:close/>
                </a:path>
                <a:path w="7620" h="735330">
                  <a:moveTo>
                    <a:pt x="7619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1877"/>
                  </a:lnTo>
                  <a:close/>
                </a:path>
                <a:path w="7620" h="735330">
                  <a:moveTo>
                    <a:pt x="7619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337"/>
                  </a:lnTo>
                  <a:close/>
                </a:path>
                <a:path w="7620" h="735330">
                  <a:moveTo>
                    <a:pt x="7619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5527"/>
                  </a:lnTo>
                  <a:close/>
                </a:path>
                <a:path w="7620" h="735330">
                  <a:moveTo>
                    <a:pt x="7619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987"/>
                  </a:lnTo>
                  <a:close/>
                </a:path>
                <a:path w="7620" h="735330">
                  <a:moveTo>
                    <a:pt x="7619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19177"/>
                  </a:lnTo>
                  <a:close/>
                </a:path>
                <a:path w="7620" h="735330">
                  <a:moveTo>
                    <a:pt x="7619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637"/>
                  </a:lnTo>
                  <a:close/>
                </a:path>
                <a:path w="7620" h="735330">
                  <a:moveTo>
                    <a:pt x="7619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2827"/>
                  </a:lnTo>
                  <a:close/>
                </a:path>
                <a:path w="7620" h="735330">
                  <a:moveTo>
                    <a:pt x="7619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287"/>
                  </a:lnTo>
                  <a:close/>
                </a:path>
                <a:path w="7620" h="735330">
                  <a:moveTo>
                    <a:pt x="7619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6477"/>
                  </a:lnTo>
                  <a:close/>
                </a:path>
                <a:path w="7620" h="735330">
                  <a:moveTo>
                    <a:pt x="7619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937"/>
                  </a:lnTo>
                  <a:close/>
                </a:path>
                <a:path w="7620" h="73533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2667"/>
                  </a:lnTo>
                  <a:lnTo>
                    <a:pt x="5079" y="2667"/>
                  </a:lnTo>
                  <a:lnTo>
                    <a:pt x="507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7620" h="735330">
                  <a:moveTo>
                    <a:pt x="7619" y="83820"/>
                  </a:moveTo>
                  <a:lnTo>
                    <a:pt x="0" y="83820"/>
                  </a:lnTo>
                  <a:lnTo>
                    <a:pt x="0" y="655320"/>
                  </a:lnTo>
                  <a:lnTo>
                    <a:pt x="7619" y="655320"/>
                  </a:lnTo>
                  <a:lnTo>
                    <a:pt x="7619" y="83820"/>
                  </a:lnTo>
                  <a:close/>
                </a:path>
                <a:path w="7620" h="735330">
                  <a:moveTo>
                    <a:pt x="7619" y="655320"/>
                  </a:moveTo>
                  <a:lnTo>
                    <a:pt x="0" y="655320"/>
                  </a:lnTo>
                  <a:lnTo>
                    <a:pt x="0" y="661670"/>
                  </a:lnTo>
                  <a:lnTo>
                    <a:pt x="7619" y="661670"/>
                  </a:lnTo>
                  <a:lnTo>
                    <a:pt x="7619" y="655320"/>
                  </a:lnTo>
                  <a:close/>
                </a:path>
                <a:path w="7620" h="735330">
                  <a:moveTo>
                    <a:pt x="2539" y="734187"/>
                  </a:moveTo>
                  <a:lnTo>
                    <a:pt x="0" y="734187"/>
                  </a:lnTo>
                  <a:lnTo>
                    <a:pt x="0" y="735330"/>
                  </a:lnTo>
                  <a:lnTo>
                    <a:pt x="2539" y="735330"/>
                  </a:lnTo>
                  <a:lnTo>
                    <a:pt x="2539" y="734187"/>
                  </a:lnTo>
                  <a:close/>
                </a:path>
                <a:path w="7620" h="735330">
                  <a:moveTo>
                    <a:pt x="7619" y="727837"/>
                  </a:moveTo>
                  <a:lnTo>
                    <a:pt x="0" y="727837"/>
                  </a:lnTo>
                  <a:lnTo>
                    <a:pt x="0" y="734060"/>
                  </a:lnTo>
                  <a:lnTo>
                    <a:pt x="2539" y="734060"/>
                  </a:lnTo>
                  <a:lnTo>
                    <a:pt x="7620" y="734187"/>
                  </a:lnTo>
                  <a:lnTo>
                    <a:pt x="7619" y="727837"/>
                  </a:lnTo>
                  <a:close/>
                </a:path>
                <a:path w="7620" h="735330">
                  <a:moveTo>
                    <a:pt x="7619" y="721487"/>
                  </a:moveTo>
                  <a:lnTo>
                    <a:pt x="0" y="721487"/>
                  </a:lnTo>
                  <a:lnTo>
                    <a:pt x="0" y="727710"/>
                  </a:lnTo>
                  <a:lnTo>
                    <a:pt x="7619" y="727710"/>
                  </a:lnTo>
                  <a:lnTo>
                    <a:pt x="7619" y="721487"/>
                  </a:lnTo>
                  <a:close/>
                </a:path>
                <a:path w="7620" h="735330">
                  <a:moveTo>
                    <a:pt x="7619" y="715137"/>
                  </a:moveTo>
                  <a:lnTo>
                    <a:pt x="0" y="715137"/>
                  </a:lnTo>
                  <a:lnTo>
                    <a:pt x="0" y="721360"/>
                  </a:lnTo>
                  <a:lnTo>
                    <a:pt x="7619" y="721360"/>
                  </a:lnTo>
                  <a:lnTo>
                    <a:pt x="7619" y="715137"/>
                  </a:lnTo>
                  <a:close/>
                </a:path>
                <a:path w="7620" h="735330">
                  <a:moveTo>
                    <a:pt x="7619" y="708787"/>
                  </a:moveTo>
                  <a:lnTo>
                    <a:pt x="0" y="708787"/>
                  </a:lnTo>
                  <a:lnTo>
                    <a:pt x="0" y="715010"/>
                  </a:lnTo>
                  <a:lnTo>
                    <a:pt x="7619" y="715010"/>
                  </a:lnTo>
                  <a:lnTo>
                    <a:pt x="7619" y="708787"/>
                  </a:lnTo>
                  <a:close/>
                </a:path>
                <a:path w="7620" h="735330">
                  <a:moveTo>
                    <a:pt x="7619" y="702437"/>
                  </a:moveTo>
                  <a:lnTo>
                    <a:pt x="0" y="702437"/>
                  </a:lnTo>
                  <a:lnTo>
                    <a:pt x="0" y="708660"/>
                  </a:lnTo>
                  <a:lnTo>
                    <a:pt x="7619" y="708660"/>
                  </a:lnTo>
                  <a:lnTo>
                    <a:pt x="7619" y="702437"/>
                  </a:lnTo>
                  <a:close/>
                </a:path>
                <a:path w="7620" h="735330">
                  <a:moveTo>
                    <a:pt x="7619" y="696087"/>
                  </a:moveTo>
                  <a:lnTo>
                    <a:pt x="0" y="696087"/>
                  </a:lnTo>
                  <a:lnTo>
                    <a:pt x="0" y="702310"/>
                  </a:lnTo>
                  <a:lnTo>
                    <a:pt x="7619" y="702310"/>
                  </a:lnTo>
                  <a:lnTo>
                    <a:pt x="7619" y="696087"/>
                  </a:lnTo>
                  <a:close/>
                </a:path>
                <a:path w="7620" h="735330">
                  <a:moveTo>
                    <a:pt x="7619" y="689737"/>
                  </a:moveTo>
                  <a:lnTo>
                    <a:pt x="0" y="689737"/>
                  </a:lnTo>
                  <a:lnTo>
                    <a:pt x="0" y="695960"/>
                  </a:lnTo>
                  <a:lnTo>
                    <a:pt x="7619" y="695960"/>
                  </a:lnTo>
                  <a:lnTo>
                    <a:pt x="7619" y="689737"/>
                  </a:lnTo>
                  <a:close/>
                </a:path>
                <a:path w="7620" h="735330">
                  <a:moveTo>
                    <a:pt x="7619" y="683387"/>
                  </a:moveTo>
                  <a:lnTo>
                    <a:pt x="0" y="683387"/>
                  </a:lnTo>
                  <a:lnTo>
                    <a:pt x="0" y="689610"/>
                  </a:lnTo>
                  <a:lnTo>
                    <a:pt x="7619" y="689610"/>
                  </a:lnTo>
                  <a:lnTo>
                    <a:pt x="7619" y="683387"/>
                  </a:lnTo>
                  <a:close/>
                </a:path>
                <a:path w="7620" h="735330">
                  <a:moveTo>
                    <a:pt x="7619" y="677037"/>
                  </a:moveTo>
                  <a:lnTo>
                    <a:pt x="0" y="677037"/>
                  </a:lnTo>
                  <a:lnTo>
                    <a:pt x="0" y="683260"/>
                  </a:lnTo>
                  <a:lnTo>
                    <a:pt x="7619" y="683260"/>
                  </a:lnTo>
                  <a:lnTo>
                    <a:pt x="7619" y="677037"/>
                  </a:lnTo>
                  <a:close/>
                </a:path>
                <a:path w="7620" h="735330">
                  <a:moveTo>
                    <a:pt x="7619" y="670687"/>
                  </a:moveTo>
                  <a:lnTo>
                    <a:pt x="0" y="670687"/>
                  </a:lnTo>
                  <a:lnTo>
                    <a:pt x="0" y="676910"/>
                  </a:lnTo>
                  <a:lnTo>
                    <a:pt x="7619" y="676910"/>
                  </a:lnTo>
                  <a:lnTo>
                    <a:pt x="7619" y="670687"/>
                  </a:lnTo>
                  <a:close/>
                </a:path>
                <a:path w="7620" h="735330">
                  <a:moveTo>
                    <a:pt x="7619" y="664337"/>
                  </a:moveTo>
                  <a:lnTo>
                    <a:pt x="0" y="664337"/>
                  </a:lnTo>
                  <a:lnTo>
                    <a:pt x="0" y="670560"/>
                  </a:lnTo>
                  <a:lnTo>
                    <a:pt x="7619" y="670560"/>
                  </a:lnTo>
                  <a:lnTo>
                    <a:pt x="7619" y="664337"/>
                  </a:lnTo>
                  <a:close/>
                </a:path>
                <a:path w="7620" h="735330">
                  <a:moveTo>
                    <a:pt x="7619" y="661797"/>
                  </a:moveTo>
                  <a:lnTo>
                    <a:pt x="0" y="661797"/>
                  </a:lnTo>
                  <a:lnTo>
                    <a:pt x="0" y="664210"/>
                  </a:lnTo>
                  <a:lnTo>
                    <a:pt x="7619" y="664210"/>
                  </a:lnTo>
                  <a:lnTo>
                    <a:pt x="7619" y="661797"/>
                  </a:lnTo>
                  <a:close/>
                </a:path>
              </a:pathLst>
            </a:custGeom>
            <a:solidFill>
              <a:srgbClr val="446D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4">
              <a:extLst>
                <a:ext uri="{FF2B5EF4-FFF2-40B4-BE49-F238E27FC236}">
                  <a16:creationId xmlns:a16="http://schemas.microsoft.com/office/drawing/2014/main" id="{1396FA76-E816-5E8A-6DEB-25A0AFBA84E9}"/>
                </a:ext>
              </a:extLst>
            </p:cNvPr>
            <p:cNvSpPr/>
            <p:nvPr/>
          </p:nvSpPr>
          <p:spPr>
            <a:xfrm>
              <a:off x="8148174" y="2685811"/>
              <a:ext cx="6350" cy="730250"/>
            </a:xfrm>
            <a:custGeom>
              <a:avLst/>
              <a:gdLst/>
              <a:ahLst/>
              <a:cxnLst/>
              <a:rect l="l" t="t" r="r" b="b"/>
              <a:pathLst>
                <a:path w="6350" h="730250">
                  <a:moveTo>
                    <a:pt x="6350" y="71119"/>
                  </a:moveTo>
                  <a:lnTo>
                    <a:pt x="0" y="71119"/>
                  </a:lnTo>
                  <a:lnTo>
                    <a:pt x="0" y="81152"/>
                  </a:lnTo>
                  <a:lnTo>
                    <a:pt x="6350" y="81152"/>
                  </a:lnTo>
                  <a:lnTo>
                    <a:pt x="6350" y="71119"/>
                  </a:lnTo>
                  <a:close/>
                </a:path>
                <a:path w="6350" h="730250">
                  <a:moveTo>
                    <a:pt x="6350" y="64769"/>
                  </a:moveTo>
                  <a:lnTo>
                    <a:pt x="0" y="64769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4769"/>
                  </a:lnTo>
                  <a:close/>
                </a:path>
                <a:path w="6350" h="730250">
                  <a:moveTo>
                    <a:pt x="635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0960"/>
                  </a:lnTo>
                  <a:close/>
                </a:path>
                <a:path w="6350" h="730250">
                  <a:moveTo>
                    <a:pt x="635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6350" y="60832"/>
                  </a:lnTo>
                  <a:lnTo>
                    <a:pt x="6350" y="58419"/>
                  </a:lnTo>
                  <a:close/>
                </a:path>
                <a:path w="6350" h="730250">
                  <a:moveTo>
                    <a:pt x="635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4610"/>
                  </a:lnTo>
                  <a:close/>
                </a:path>
                <a:path w="6350" h="730250">
                  <a:moveTo>
                    <a:pt x="635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6350" y="54482"/>
                  </a:lnTo>
                  <a:lnTo>
                    <a:pt x="6350" y="52069"/>
                  </a:lnTo>
                  <a:close/>
                </a:path>
                <a:path w="6350" h="730250">
                  <a:moveTo>
                    <a:pt x="635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8260"/>
                  </a:lnTo>
                  <a:close/>
                </a:path>
                <a:path w="6350" h="730250">
                  <a:moveTo>
                    <a:pt x="635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6350" y="48132"/>
                  </a:lnTo>
                  <a:lnTo>
                    <a:pt x="6350" y="45719"/>
                  </a:lnTo>
                  <a:close/>
                </a:path>
                <a:path w="6350" h="730250">
                  <a:moveTo>
                    <a:pt x="635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1910"/>
                  </a:lnTo>
                  <a:close/>
                </a:path>
                <a:path w="6350" h="730250">
                  <a:moveTo>
                    <a:pt x="635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6350" y="41782"/>
                  </a:lnTo>
                  <a:lnTo>
                    <a:pt x="6350" y="39369"/>
                  </a:lnTo>
                  <a:close/>
                </a:path>
                <a:path w="6350" h="730250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730250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730250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730250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730250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730250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730250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730250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730250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730250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730250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730250">
                  <a:moveTo>
                    <a:pt x="6350" y="1142"/>
                  </a:moveTo>
                  <a:lnTo>
                    <a:pt x="127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1142"/>
                  </a:lnTo>
                  <a:close/>
                </a:path>
                <a:path w="6350" h="730250">
                  <a:moveTo>
                    <a:pt x="127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1270" y="1142"/>
                  </a:lnTo>
                  <a:lnTo>
                    <a:pt x="1270" y="0"/>
                  </a:lnTo>
                  <a:close/>
                </a:path>
                <a:path w="6350" h="730250">
                  <a:moveTo>
                    <a:pt x="6350" y="81153"/>
                  </a:moveTo>
                  <a:lnTo>
                    <a:pt x="0" y="81153"/>
                  </a:lnTo>
                  <a:lnTo>
                    <a:pt x="0" y="652652"/>
                  </a:lnTo>
                  <a:lnTo>
                    <a:pt x="6350" y="652652"/>
                  </a:lnTo>
                  <a:lnTo>
                    <a:pt x="6350" y="81153"/>
                  </a:lnTo>
                  <a:close/>
                </a:path>
                <a:path w="6350" h="730250">
                  <a:moveTo>
                    <a:pt x="6350" y="652653"/>
                  </a:moveTo>
                  <a:lnTo>
                    <a:pt x="0" y="652653"/>
                  </a:lnTo>
                  <a:lnTo>
                    <a:pt x="0" y="659002"/>
                  </a:lnTo>
                  <a:lnTo>
                    <a:pt x="6350" y="659002"/>
                  </a:lnTo>
                  <a:lnTo>
                    <a:pt x="6350" y="652653"/>
                  </a:lnTo>
                  <a:close/>
                </a:path>
                <a:path w="6350" h="730250">
                  <a:moveTo>
                    <a:pt x="6350" y="725170"/>
                  </a:moveTo>
                  <a:lnTo>
                    <a:pt x="0" y="725170"/>
                  </a:lnTo>
                  <a:lnTo>
                    <a:pt x="0" y="730123"/>
                  </a:lnTo>
                  <a:lnTo>
                    <a:pt x="3809" y="730123"/>
                  </a:lnTo>
                  <a:lnTo>
                    <a:pt x="3809" y="728853"/>
                  </a:lnTo>
                  <a:lnTo>
                    <a:pt x="6350" y="728853"/>
                  </a:lnTo>
                  <a:lnTo>
                    <a:pt x="6350" y="725170"/>
                  </a:lnTo>
                  <a:close/>
                </a:path>
                <a:path w="6350" h="730250">
                  <a:moveTo>
                    <a:pt x="6350" y="718820"/>
                  </a:moveTo>
                  <a:lnTo>
                    <a:pt x="0" y="718820"/>
                  </a:lnTo>
                  <a:lnTo>
                    <a:pt x="0" y="725043"/>
                  </a:lnTo>
                  <a:lnTo>
                    <a:pt x="6350" y="725043"/>
                  </a:lnTo>
                  <a:lnTo>
                    <a:pt x="6350" y="718820"/>
                  </a:lnTo>
                  <a:close/>
                </a:path>
                <a:path w="6350" h="730250">
                  <a:moveTo>
                    <a:pt x="6350" y="712470"/>
                  </a:moveTo>
                  <a:lnTo>
                    <a:pt x="0" y="712470"/>
                  </a:lnTo>
                  <a:lnTo>
                    <a:pt x="0" y="718693"/>
                  </a:lnTo>
                  <a:lnTo>
                    <a:pt x="6350" y="718693"/>
                  </a:lnTo>
                  <a:lnTo>
                    <a:pt x="6350" y="712470"/>
                  </a:lnTo>
                  <a:close/>
                </a:path>
                <a:path w="6350" h="730250">
                  <a:moveTo>
                    <a:pt x="635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6350" y="712343"/>
                  </a:lnTo>
                  <a:lnTo>
                    <a:pt x="6350" y="706120"/>
                  </a:lnTo>
                  <a:close/>
                </a:path>
                <a:path w="6350" h="730250">
                  <a:moveTo>
                    <a:pt x="635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6350" y="705993"/>
                  </a:lnTo>
                  <a:lnTo>
                    <a:pt x="6350" y="699770"/>
                  </a:lnTo>
                  <a:close/>
                </a:path>
                <a:path w="6350" h="730250">
                  <a:moveTo>
                    <a:pt x="635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6350" y="699643"/>
                  </a:lnTo>
                  <a:lnTo>
                    <a:pt x="6350" y="693420"/>
                  </a:lnTo>
                  <a:close/>
                </a:path>
                <a:path w="6350" h="730250">
                  <a:moveTo>
                    <a:pt x="635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6350" y="693293"/>
                  </a:lnTo>
                  <a:lnTo>
                    <a:pt x="6350" y="687070"/>
                  </a:lnTo>
                  <a:close/>
                </a:path>
                <a:path w="6350" h="730250">
                  <a:moveTo>
                    <a:pt x="635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6350" y="686943"/>
                  </a:lnTo>
                  <a:lnTo>
                    <a:pt x="6350" y="680720"/>
                  </a:lnTo>
                  <a:close/>
                </a:path>
                <a:path w="6350" h="730250">
                  <a:moveTo>
                    <a:pt x="6350" y="674370"/>
                  </a:moveTo>
                  <a:lnTo>
                    <a:pt x="0" y="674370"/>
                  </a:lnTo>
                  <a:lnTo>
                    <a:pt x="0" y="680593"/>
                  </a:lnTo>
                  <a:lnTo>
                    <a:pt x="6350" y="680593"/>
                  </a:lnTo>
                  <a:lnTo>
                    <a:pt x="6350" y="674370"/>
                  </a:lnTo>
                  <a:close/>
                </a:path>
                <a:path w="6350" h="730250">
                  <a:moveTo>
                    <a:pt x="6350" y="668020"/>
                  </a:moveTo>
                  <a:lnTo>
                    <a:pt x="0" y="668020"/>
                  </a:lnTo>
                  <a:lnTo>
                    <a:pt x="0" y="674243"/>
                  </a:lnTo>
                  <a:lnTo>
                    <a:pt x="6350" y="674243"/>
                  </a:lnTo>
                  <a:lnTo>
                    <a:pt x="6350" y="668020"/>
                  </a:lnTo>
                  <a:close/>
                </a:path>
                <a:path w="6350" h="730250">
                  <a:moveTo>
                    <a:pt x="6350" y="661670"/>
                  </a:moveTo>
                  <a:lnTo>
                    <a:pt x="0" y="661670"/>
                  </a:lnTo>
                  <a:lnTo>
                    <a:pt x="0" y="667893"/>
                  </a:lnTo>
                  <a:lnTo>
                    <a:pt x="6350" y="667893"/>
                  </a:lnTo>
                  <a:lnTo>
                    <a:pt x="6350" y="661670"/>
                  </a:lnTo>
                  <a:close/>
                </a:path>
                <a:path w="6350" h="730250">
                  <a:moveTo>
                    <a:pt x="6350" y="659130"/>
                  </a:moveTo>
                  <a:lnTo>
                    <a:pt x="0" y="659130"/>
                  </a:lnTo>
                  <a:lnTo>
                    <a:pt x="0" y="661543"/>
                  </a:lnTo>
                  <a:lnTo>
                    <a:pt x="6350" y="661543"/>
                  </a:lnTo>
                  <a:lnTo>
                    <a:pt x="6350" y="659130"/>
                  </a:lnTo>
                  <a:close/>
                </a:path>
              </a:pathLst>
            </a:custGeom>
            <a:solidFill>
              <a:srgbClr val="446E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5">
              <a:extLst>
                <a:ext uri="{FF2B5EF4-FFF2-40B4-BE49-F238E27FC236}">
                  <a16:creationId xmlns:a16="http://schemas.microsoft.com/office/drawing/2014/main" id="{69E54CD0-E396-417D-7606-933C8AAB97FF}"/>
                </a:ext>
              </a:extLst>
            </p:cNvPr>
            <p:cNvSpPr/>
            <p:nvPr/>
          </p:nvSpPr>
          <p:spPr>
            <a:xfrm>
              <a:off x="8154524" y="2688351"/>
              <a:ext cx="7620" cy="726440"/>
            </a:xfrm>
            <a:custGeom>
              <a:avLst/>
              <a:gdLst/>
              <a:ahLst/>
              <a:cxnLst/>
              <a:rect l="l" t="t" r="r" b="b"/>
              <a:pathLst>
                <a:path w="7620" h="726439">
                  <a:moveTo>
                    <a:pt x="7620" y="68579"/>
                  </a:moveTo>
                  <a:lnTo>
                    <a:pt x="0" y="68579"/>
                  </a:lnTo>
                  <a:lnTo>
                    <a:pt x="0" y="78612"/>
                  </a:lnTo>
                  <a:lnTo>
                    <a:pt x="7620" y="78612"/>
                  </a:lnTo>
                  <a:lnTo>
                    <a:pt x="7620" y="68579"/>
                  </a:lnTo>
                  <a:close/>
                </a:path>
                <a:path w="7620" h="726439">
                  <a:moveTo>
                    <a:pt x="7620" y="62229"/>
                  </a:moveTo>
                  <a:lnTo>
                    <a:pt x="0" y="62229"/>
                  </a:lnTo>
                  <a:lnTo>
                    <a:pt x="0" y="68452"/>
                  </a:lnTo>
                  <a:lnTo>
                    <a:pt x="7620" y="68452"/>
                  </a:lnTo>
                  <a:lnTo>
                    <a:pt x="7620" y="62229"/>
                  </a:lnTo>
                  <a:close/>
                </a:path>
                <a:path w="7620" h="726439">
                  <a:moveTo>
                    <a:pt x="7620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20" y="62102"/>
                  </a:lnTo>
                  <a:lnTo>
                    <a:pt x="7620" y="58420"/>
                  </a:lnTo>
                  <a:close/>
                </a:path>
                <a:path w="7620" h="726439">
                  <a:moveTo>
                    <a:pt x="7620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5879"/>
                  </a:lnTo>
                  <a:close/>
                </a:path>
                <a:path w="7620" h="726439">
                  <a:moveTo>
                    <a:pt x="762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20" y="55752"/>
                  </a:lnTo>
                  <a:lnTo>
                    <a:pt x="7620" y="52070"/>
                  </a:lnTo>
                  <a:close/>
                </a:path>
                <a:path w="7620" h="726439">
                  <a:moveTo>
                    <a:pt x="762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9529"/>
                  </a:lnTo>
                  <a:close/>
                </a:path>
                <a:path w="7620" h="726439">
                  <a:moveTo>
                    <a:pt x="762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20" y="49402"/>
                  </a:lnTo>
                  <a:lnTo>
                    <a:pt x="7620" y="45720"/>
                  </a:lnTo>
                  <a:close/>
                </a:path>
                <a:path w="7620" h="726439">
                  <a:moveTo>
                    <a:pt x="762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3179"/>
                  </a:lnTo>
                  <a:close/>
                </a:path>
                <a:path w="7620" h="726439">
                  <a:moveTo>
                    <a:pt x="762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9370"/>
                  </a:lnTo>
                  <a:close/>
                </a:path>
                <a:path w="7620" h="726439">
                  <a:moveTo>
                    <a:pt x="762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6829"/>
                  </a:lnTo>
                  <a:close/>
                </a:path>
                <a:path w="7620" h="726439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726439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726439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726439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726439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726439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726439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726439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726439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726439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726439">
                  <a:moveTo>
                    <a:pt x="7620" y="1142"/>
                  </a:moveTo>
                  <a:lnTo>
                    <a:pt x="3810" y="1142"/>
                  </a:lnTo>
                  <a:lnTo>
                    <a:pt x="3810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1142"/>
                  </a:lnTo>
                  <a:close/>
                </a:path>
                <a:path w="7620" h="726439">
                  <a:moveTo>
                    <a:pt x="381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3810" y="1142"/>
                  </a:lnTo>
                  <a:lnTo>
                    <a:pt x="3810" y="0"/>
                  </a:lnTo>
                  <a:close/>
                </a:path>
                <a:path w="7620" h="726439">
                  <a:moveTo>
                    <a:pt x="7620" y="78613"/>
                  </a:moveTo>
                  <a:lnTo>
                    <a:pt x="0" y="78613"/>
                  </a:lnTo>
                  <a:lnTo>
                    <a:pt x="0" y="650113"/>
                  </a:lnTo>
                  <a:lnTo>
                    <a:pt x="7620" y="650113"/>
                  </a:lnTo>
                  <a:lnTo>
                    <a:pt x="7620" y="78613"/>
                  </a:lnTo>
                  <a:close/>
                </a:path>
                <a:path w="7620" h="726439">
                  <a:moveTo>
                    <a:pt x="7620" y="650113"/>
                  </a:moveTo>
                  <a:lnTo>
                    <a:pt x="0" y="650113"/>
                  </a:lnTo>
                  <a:lnTo>
                    <a:pt x="0" y="656463"/>
                  </a:lnTo>
                  <a:lnTo>
                    <a:pt x="7620" y="656463"/>
                  </a:lnTo>
                  <a:lnTo>
                    <a:pt x="7620" y="650113"/>
                  </a:lnTo>
                  <a:close/>
                </a:path>
                <a:path w="7620" h="726439">
                  <a:moveTo>
                    <a:pt x="7620" y="722630"/>
                  </a:moveTo>
                  <a:lnTo>
                    <a:pt x="0" y="722630"/>
                  </a:lnTo>
                  <a:lnTo>
                    <a:pt x="0" y="726313"/>
                  </a:lnTo>
                  <a:lnTo>
                    <a:pt x="1270" y="726313"/>
                  </a:lnTo>
                  <a:lnTo>
                    <a:pt x="1270" y="725043"/>
                  </a:lnTo>
                  <a:lnTo>
                    <a:pt x="3810" y="725043"/>
                  </a:lnTo>
                  <a:lnTo>
                    <a:pt x="3810" y="723773"/>
                  </a:lnTo>
                  <a:lnTo>
                    <a:pt x="7620" y="723773"/>
                  </a:lnTo>
                  <a:lnTo>
                    <a:pt x="7620" y="722630"/>
                  </a:lnTo>
                  <a:close/>
                </a:path>
                <a:path w="7620" h="726439">
                  <a:moveTo>
                    <a:pt x="7620" y="716280"/>
                  </a:moveTo>
                  <a:lnTo>
                    <a:pt x="0" y="716280"/>
                  </a:lnTo>
                  <a:lnTo>
                    <a:pt x="0" y="722503"/>
                  </a:lnTo>
                  <a:lnTo>
                    <a:pt x="7620" y="722503"/>
                  </a:lnTo>
                  <a:lnTo>
                    <a:pt x="7620" y="716280"/>
                  </a:lnTo>
                  <a:close/>
                </a:path>
                <a:path w="7620" h="726439">
                  <a:moveTo>
                    <a:pt x="7620" y="709930"/>
                  </a:moveTo>
                  <a:lnTo>
                    <a:pt x="0" y="709930"/>
                  </a:lnTo>
                  <a:lnTo>
                    <a:pt x="0" y="716153"/>
                  </a:lnTo>
                  <a:lnTo>
                    <a:pt x="7620" y="716153"/>
                  </a:lnTo>
                  <a:lnTo>
                    <a:pt x="7620" y="709930"/>
                  </a:lnTo>
                  <a:close/>
                </a:path>
                <a:path w="7620" h="726439">
                  <a:moveTo>
                    <a:pt x="7620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7620" y="709803"/>
                  </a:lnTo>
                  <a:lnTo>
                    <a:pt x="7620" y="703580"/>
                  </a:lnTo>
                  <a:close/>
                </a:path>
                <a:path w="7620" h="726439">
                  <a:moveTo>
                    <a:pt x="7620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20" y="703453"/>
                  </a:lnTo>
                  <a:lnTo>
                    <a:pt x="7620" y="697230"/>
                  </a:lnTo>
                  <a:close/>
                </a:path>
                <a:path w="7620" h="726439">
                  <a:moveTo>
                    <a:pt x="762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20" y="697103"/>
                  </a:lnTo>
                  <a:lnTo>
                    <a:pt x="7620" y="690880"/>
                  </a:lnTo>
                  <a:close/>
                </a:path>
                <a:path w="7620" h="726439">
                  <a:moveTo>
                    <a:pt x="762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7620" y="690753"/>
                  </a:lnTo>
                  <a:lnTo>
                    <a:pt x="7620" y="684530"/>
                  </a:lnTo>
                  <a:close/>
                </a:path>
                <a:path w="7620" h="726439">
                  <a:moveTo>
                    <a:pt x="762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7620" y="684403"/>
                  </a:lnTo>
                  <a:lnTo>
                    <a:pt x="7620" y="678180"/>
                  </a:lnTo>
                  <a:close/>
                </a:path>
                <a:path w="7620" h="726439">
                  <a:moveTo>
                    <a:pt x="762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7620" y="678053"/>
                  </a:lnTo>
                  <a:lnTo>
                    <a:pt x="7620" y="671830"/>
                  </a:lnTo>
                  <a:close/>
                </a:path>
                <a:path w="7620" h="726439">
                  <a:moveTo>
                    <a:pt x="762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7620" y="671703"/>
                  </a:lnTo>
                  <a:lnTo>
                    <a:pt x="7620" y="665480"/>
                  </a:lnTo>
                  <a:close/>
                </a:path>
                <a:path w="7620" h="726439">
                  <a:moveTo>
                    <a:pt x="7620" y="659130"/>
                  </a:moveTo>
                  <a:lnTo>
                    <a:pt x="0" y="659130"/>
                  </a:lnTo>
                  <a:lnTo>
                    <a:pt x="0" y="665353"/>
                  </a:lnTo>
                  <a:lnTo>
                    <a:pt x="7620" y="665353"/>
                  </a:lnTo>
                  <a:lnTo>
                    <a:pt x="7620" y="659130"/>
                  </a:lnTo>
                  <a:close/>
                </a:path>
                <a:path w="7620" h="726439">
                  <a:moveTo>
                    <a:pt x="7620" y="656590"/>
                  </a:moveTo>
                  <a:lnTo>
                    <a:pt x="0" y="656590"/>
                  </a:lnTo>
                  <a:lnTo>
                    <a:pt x="0" y="659003"/>
                  </a:lnTo>
                  <a:lnTo>
                    <a:pt x="7620" y="659003"/>
                  </a:lnTo>
                  <a:lnTo>
                    <a:pt x="7620" y="656590"/>
                  </a:lnTo>
                  <a:close/>
                </a:path>
              </a:pathLst>
            </a:custGeom>
            <a:solidFill>
              <a:srgbClr val="456F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56">
              <a:extLst>
                <a:ext uri="{FF2B5EF4-FFF2-40B4-BE49-F238E27FC236}">
                  <a16:creationId xmlns:a16="http://schemas.microsoft.com/office/drawing/2014/main" id="{7BA1A64E-782F-DDD9-37EE-174287D13271}"/>
                </a:ext>
              </a:extLst>
            </p:cNvPr>
            <p:cNvSpPr/>
            <p:nvPr/>
          </p:nvSpPr>
          <p:spPr>
            <a:xfrm>
              <a:off x="8162144" y="2690764"/>
              <a:ext cx="7620" cy="720725"/>
            </a:xfrm>
            <a:custGeom>
              <a:avLst/>
              <a:gdLst/>
              <a:ahLst/>
              <a:cxnLst/>
              <a:rect l="l" t="t" r="r" b="b"/>
              <a:pathLst>
                <a:path w="7620" h="720725">
                  <a:moveTo>
                    <a:pt x="7620" y="66166"/>
                  </a:moveTo>
                  <a:lnTo>
                    <a:pt x="0" y="66166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66166"/>
                  </a:lnTo>
                  <a:close/>
                </a:path>
                <a:path w="7620" h="720725">
                  <a:moveTo>
                    <a:pt x="7620" y="59816"/>
                  </a:moveTo>
                  <a:lnTo>
                    <a:pt x="0" y="5981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59816"/>
                  </a:lnTo>
                  <a:close/>
                </a:path>
                <a:path w="7620" h="720725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720725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720725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720725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720725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720725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720725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720725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720725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720725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720725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720725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720725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720725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720725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720725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720725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720725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720725">
                  <a:moveTo>
                    <a:pt x="50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1397"/>
                  </a:lnTo>
                  <a:lnTo>
                    <a:pt x="5080" y="1397"/>
                  </a:lnTo>
                  <a:lnTo>
                    <a:pt x="5080" y="0"/>
                  </a:lnTo>
                  <a:close/>
                </a:path>
                <a:path w="7620" h="720725">
                  <a:moveTo>
                    <a:pt x="7620" y="76200"/>
                  </a:moveTo>
                  <a:lnTo>
                    <a:pt x="0" y="76200"/>
                  </a:lnTo>
                  <a:lnTo>
                    <a:pt x="0" y="647700"/>
                  </a:lnTo>
                  <a:lnTo>
                    <a:pt x="7620" y="647700"/>
                  </a:lnTo>
                  <a:lnTo>
                    <a:pt x="7620" y="76200"/>
                  </a:lnTo>
                  <a:close/>
                </a:path>
                <a:path w="7620" h="720725">
                  <a:moveTo>
                    <a:pt x="7620" y="647700"/>
                  </a:moveTo>
                  <a:lnTo>
                    <a:pt x="0" y="647700"/>
                  </a:lnTo>
                  <a:lnTo>
                    <a:pt x="0" y="654050"/>
                  </a:lnTo>
                  <a:lnTo>
                    <a:pt x="7620" y="654050"/>
                  </a:lnTo>
                  <a:lnTo>
                    <a:pt x="7620" y="647700"/>
                  </a:lnTo>
                  <a:close/>
                </a:path>
                <a:path w="7620" h="720725">
                  <a:moveTo>
                    <a:pt x="7620" y="713867"/>
                  </a:moveTo>
                  <a:lnTo>
                    <a:pt x="0" y="713867"/>
                  </a:lnTo>
                  <a:lnTo>
                    <a:pt x="0" y="720217"/>
                  </a:lnTo>
                  <a:lnTo>
                    <a:pt x="3810" y="720217"/>
                  </a:lnTo>
                  <a:lnTo>
                    <a:pt x="3810" y="718820"/>
                  </a:lnTo>
                  <a:lnTo>
                    <a:pt x="7620" y="718820"/>
                  </a:lnTo>
                  <a:lnTo>
                    <a:pt x="7620" y="713867"/>
                  </a:lnTo>
                  <a:close/>
                </a:path>
                <a:path w="7620" h="720725">
                  <a:moveTo>
                    <a:pt x="7620" y="707517"/>
                  </a:moveTo>
                  <a:lnTo>
                    <a:pt x="0" y="707517"/>
                  </a:lnTo>
                  <a:lnTo>
                    <a:pt x="0" y="713740"/>
                  </a:lnTo>
                  <a:lnTo>
                    <a:pt x="7620" y="713740"/>
                  </a:lnTo>
                  <a:lnTo>
                    <a:pt x="7620" y="707517"/>
                  </a:lnTo>
                  <a:close/>
                </a:path>
                <a:path w="7620" h="720725">
                  <a:moveTo>
                    <a:pt x="7620" y="701167"/>
                  </a:moveTo>
                  <a:lnTo>
                    <a:pt x="0" y="701167"/>
                  </a:lnTo>
                  <a:lnTo>
                    <a:pt x="0" y="707390"/>
                  </a:lnTo>
                  <a:lnTo>
                    <a:pt x="7620" y="707390"/>
                  </a:lnTo>
                  <a:lnTo>
                    <a:pt x="7620" y="701167"/>
                  </a:lnTo>
                  <a:close/>
                </a:path>
                <a:path w="7620" h="720725">
                  <a:moveTo>
                    <a:pt x="7620" y="694817"/>
                  </a:moveTo>
                  <a:lnTo>
                    <a:pt x="0" y="694817"/>
                  </a:lnTo>
                  <a:lnTo>
                    <a:pt x="0" y="701040"/>
                  </a:lnTo>
                  <a:lnTo>
                    <a:pt x="7620" y="701040"/>
                  </a:lnTo>
                  <a:lnTo>
                    <a:pt x="7620" y="694817"/>
                  </a:lnTo>
                  <a:close/>
                </a:path>
                <a:path w="7620" h="720725">
                  <a:moveTo>
                    <a:pt x="7620" y="688467"/>
                  </a:moveTo>
                  <a:lnTo>
                    <a:pt x="0" y="688467"/>
                  </a:lnTo>
                  <a:lnTo>
                    <a:pt x="0" y="694690"/>
                  </a:lnTo>
                  <a:lnTo>
                    <a:pt x="7620" y="694690"/>
                  </a:lnTo>
                  <a:lnTo>
                    <a:pt x="7620" y="688467"/>
                  </a:lnTo>
                  <a:close/>
                </a:path>
                <a:path w="7620" h="720725">
                  <a:moveTo>
                    <a:pt x="7620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7620" y="688340"/>
                  </a:lnTo>
                  <a:lnTo>
                    <a:pt x="7620" y="682117"/>
                  </a:lnTo>
                  <a:close/>
                </a:path>
                <a:path w="7620" h="720725">
                  <a:moveTo>
                    <a:pt x="7620" y="675767"/>
                  </a:moveTo>
                  <a:lnTo>
                    <a:pt x="0" y="675767"/>
                  </a:lnTo>
                  <a:lnTo>
                    <a:pt x="0" y="681990"/>
                  </a:lnTo>
                  <a:lnTo>
                    <a:pt x="7620" y="681990"/>
                  </a:lnTo>
                  <a:lnTo>
                    <a:pt x="7620" y="675767"/>
                  </a:lnTo>
                  <a:close/>
                </a:path>
                <a:path w="7620" h="720725">
                  <a:moveTo>
                    <a:pt x="7620" y="669417"/>
                  </a:moveTo>
                  <a:lnTo>
                    <a:pt x="0" y="669417"/>
                  </a:lnTo>
                  <a:lnTo>
                    <a:pt x="0" y="675640"/>
                  </a:lnTo>
                  <a:lnTo>
                    <a:pt x="7620" y="675640"/>
                  </a:lnTo>
                  <a:lnTo>
                    <a:pt x="7620" y="669417"/>
                  </a:lnTo>
                  <a:close/>
                </a:path>
                <a:path w="7620" h="720725">
                  <a:moveTo>
                    <a:pt x="7620" y="663067"/>
                  </a:moveTo>
                  <a:lnTo>
                    <a:pt x="0" y="663067"/>
                  </a:lnTo>
                  <a:lnTo>
                    <a:pt x="0" y="669290"/>
                  </a:lnTo>
                  <a:lnTo>
                    <a:pt x="7620" y="669290"/>
                  </a:lnTo>
                  <a:lnTo>
                    <a:pt x="7620" y="663067"/>
                  </a:lnTo>
                  <a:close/>
                </a:path>
                <a:path w="7620" h="720725">
                  <a:moveTo>
                    <a:pt x="7620" y="656717"/>
                  </a:moveTo>
                  <a:lnTo>
                    <a:pt x="0" y="656717"/>
                  </a:lnTo>
                  <a:lnTo>
                    <a:pt x="0" y="662940"/>
                  </a:lnTo>
                  <a:lnTo>
                    <a:pt x="7620" y="662940"/>
                  </a:lnTo>
                  <a:lnTo>
                    <a:pt x="7620" y="656717"/>
                  </a:lnTo>
                  <a:close/>
                </a:path>
                <a:path w="7620" h="720725">
                  <a:moveTo>
                    <a:pt x="7620" y="654177"/>
                  </a:moveTo>
                  <a:lnTo>
                    <a:pt x="0" y="654177"/>
                  </a:lnTo>
                  <a:lnTo>
                    <a:pt x="0" y="656590"/>
                  </a:lnTo>
                  <a:lnTo>
                    <a:pt x="7620" y="656590"/>
                  </a:lnTo>
                  <a:lnTo>
                    <a:pt x="7620" y="654177"/>
                  </a:lnTo>
                  <a:close/>
                </a:path>
              </a:pathLst>
            </a:custGeom>
            <a:solidFill>
              <a:srgbClr val="467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57">
              <a:extLst>
                <a:ext uri="{FF2B5EF4-FFF2-40B4-BE49-F238E27FC236}">
                  <a16:creationId xmlns:a16="http://schemas.microsoft.com/office/drawing/2014/main" id="{667E8683-3A9A-FD1F-F586-069750635C7E}"/>
                </a:ext>
              </a:extLst>
            </p:cNvPr>
            <p:cNvSpPr/>
            <p:nvPr/>
          </p:nvSpPr>
          <p:spPr>
            <a:xfrm>
              <a:off x="8169765" y="2692161"/>
              <a:ext cx="6350" cy="716280"/>
            </a:xfrm>
            <a:custGeom>
              <a:avLst/>
              <a:gdLst/>
              <a:ahLst/>
              <a:cxnLst/>
              <a:rect l="l" t="t" r="r" b="b"/>
              <a:pathLst>
                <a:path w="6350" h="716280">
                  <a:moveTo>
                    <a:pt x="6350" y="64769"/>
                  </a:moveTo>
                  <a:lnTo>
                    <a:pt x="0" y="64769"/>
                  </a:lnTo>
                  <a:lnTo>
                    <a:pt x="0" y="74802"/>
                  </a:lnTo>
                  <a:lnTo>
                    <a:pt x="6350" y="74802"/>
                  </a:lnTo>
                  <a:lnTo>
                    <a:pt x="6350" y="64769"/>
                  </a:lnTo>
                  <a:close/>
                </a:path>
                <a:path w="6350" h="716280">
                  <a:moveTo>
                    <a:pt x="6350" y="58419"/>
                  </a:moveTo>
                  <a:lnTo>
                    <a:pt x="0" y="58419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58419"/>
                  </a:lnTo>
                  <a:close/>
                </a:path>
                <a:path w="6350" h="716280">
                  <a:moveTo>
                    <a:pt x="635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4610"/>
                  </a:lnTo>
                  <a:close/>
                </a:path>
                <a:path w="6350" h="716280">
                  <a:moveTo>
                    <a:pt x="635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6350" y="54482"/>
                  </a:lnTo>
                  <a:lnTo>
                    <a:pt x="6350" y="52069"/>
                  </a:lnTo>
                  <a:close/>
                </a:path>
                <a:path w="6350" h="716280">
                  <a:moveTo>
                    <a:pt x="635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8260"/>
                  </a:lnTo>
                  <a:close/>
                </a:path>
                <a:path w="6350" h="716280">
                  <a:moveTo>
                    <a:pt x="635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6350" y="48132"/>
                  </a:lnTo>
                  <a:lnTo>
                    <a:pt x="6350" y="45719"/>
                  </a:lnTo>
                  <a:close/>
                </a:path>
                <a:path w="6350" h="716280">
                  <a:moveTo>
                    <a:pt x="635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1910"/>
                  </a:lnTo>
                  <a:close/>
                </a:path>
                <a:path w="6350" h="716280">
                  <a:moveTo>
                    <a:pt x="635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6350" y="41782"/>
                  </a:lnTo>
                  <a:lnTo>
                    <a:pt x="6350" y="39369"/>
                  </a:lnTo>
                  <a:close/>
                </a:path>
                <a:path w="6350" h="716280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716280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716280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716280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716280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716280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716280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716280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716280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716280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716280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716280">
                  <a:moveTo>
                    <a:pt x="5080" y="1142"/>
                  </a:moveTo>
                  <a:lnTo>
                    <a:pt x="254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2539"/>
                  </a:lnTo>
                  <a:lnTo>
                    <a:pt x="5080" y="2539"/>
                  </a:lnTo>
                  <a:lnTo>
                    <a:pt x="5080" y="1142"/>
                  </a:lnTo>
                  <a:close/>
                </a:path>
                <a:path w="6350" h="716280">
                  <a:moveTo>
                    <a:pt x="254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2540" y="1142"/>
                  </a:lnTo>
                  <a:lnTo>
                    <a:pt x="2540" y="0"/>
                  </a:lnTo>
                  <a:close/>
                </a:path>
                <a:path w="6350" h="716280">
                  <a:moveTo>
                    <a:pt x="6350" y="74803"/>
                  </a:moveTo>
                  <a:lnTo>
                    <a:pt x="0" y="74803"/>
                  </a:lnTo>
                  <a:lnTo>
                    <a:pt x="0" y="646302"/>
                  </a:lnTo>
                  <a:lnTo>
                    <a:pt x="6350" y="646302"/>
                  </a:lnTo>
                  <a:lnTo>
                    <a:pt x="6350" y="74803"/>
                  </a:lnTo>
                  <a:close/>
                </a:path>
                <a:path w="6350" h="716280">
                  <a:moveTo>
                    <a:pt x="6350" y="646303"/>
                  </a:moveTo>
                  <a:lnTo>
                    <a:pt x="0" y="646303"/>
                  </a:lnTo>
                  <a:lnTo>
                    <a:pt x="0" y="652652"/>
                  </a:lnTo>
                  <a:lnTo>
                    <a:pt x="6350" y="652652"/>
                  </a:lnTo>
                  <a:lnTo>
                    <a:pt x="6350" y="646303"/>
                  </a:lnTo>
                  <a:close/>
                </a:path>
                <a:path w="6350" h="716280">
                  <a:moveTo>
                    <a:pt x="6350" y="712470"/>
                  </a:moveTo>
                  <a:lnTo>
                    <a:pt x="0" y="712470"/>
                  </a:lnTo>
                  <a:lnTo>
                    <a:pt x="0" y="716153"/>
                  </a:lnTo>
                  <a:lnTo>
                    <a:pt x="2540" y="716153"/>
                  </a:lnTo>
                  <a:lnTo>
                    <a:pt x="2540" y="714883"/>
                  </a:lnTo>
                  <a:lnTo>
                    <a:pt x="6350" y="714883"/>
                  </a:lnTo>
                  <a:lnTo>
                    <a:pt x="6350" y="712470"/>
                  </a:lnTo>
                  <a:close/>
                </a:path>
                <a:path w="6350" h="716280">
                  <a:moveTo>
                    <a:pt x="6350" y="706120"/>
                  </a:moveTo>
                  <a:lnTo>
                    <a:pt x="0" y="706120"/>
                  </a:lnTo>
                  <a:lnTo>
                    <a:pt x="0" y="712343"/>
                  </a:lnTo>
                  <a:lnTo>
                    <a:pt x="6350" y="712343"/>
                  </a:lnTo>
                  <a:lnTo>
                    <a:pt x="6350" y="706120"/>
                  </a:lnTo>
                  <a:close/>
                </a:path>
                <a:path w="6350" h="716280">
                  <a:moveTo>
                    <a:pt x="6350" y="699770"/>
                  </a:moveTo>
                  <a:lnTo>
                    <a:pt x="0" y="699770"/>
                  </a:lnTo>
                  <a:lnTo>
                    <a:pt x="0" y="705993"/>
                  </a:lnTo>
                  <a:lnTo>
                    <a:pt x="6350" y="705993"/>
                  </a:lnTo>
                  <a:lnTo>
                    <a:pt x="6350" y="699770"/>
                  </a:lnTo>
                  <a:close/>
                </a:path>
                <a:path w="6350" h="716280">
                  <a:moveTo>
                    <a:pt x="635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6350" y="699643"/>
                  </a:lnTo>
                  <a:lnTo>
                    <a:pt x="6350" y="693420"/>
                  </a:lnTo>
                  <a:close/>
                </a:path>
                <a:path w="6350" h="716280">
                  <a:moveTo>
                    <a:pt x="635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6350" y="693293"/>
                  </a:lnTo>
                  <a:lnTo>
                    <a:pt x="6350" y="687070"/>
                  </a:lnTo>
                  <a:close/>
                </a:path>
                <a:path w="6350" h="716280">
                  <a:moveTo>
                    <a:pt x="635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6350" y="686943"/>
                  </a:lnTo>
                  <a:lnTo>
                    <a:pt x="6350" y="680720"/>
                  </a:lnTo>
                  <a:close/>
                </a:path>
                <a:path w="6350" h="716280">
                  <a:moveTo>
                    <a:pt x="6350" y="674370"/>
                  </a:moveTo>
                  <a:lnTo>
                    <a:pt x="0" y="674370"/>
                  </a:lnTo>
                  <a:lnTo>
                    <a:pt x="0" y="680593"/>
                  </a:lnTo>
                  <a:lnTo>
                    <a:pt x="6350" y="680593"/>
                  </a:lnTo>
                  <a:lnTo>
                    <a:pt x="6350" y="674370"/>
                  </a:lnTo>
                  <a:close/>
                </a:path>
                <a:path w="6350" h="716280">
                  <a:moveTo>
                    <a:pt x="6350" y="668020"/>
                  </a:moveTo>
                  <a:lnTo>
                    <a:pt x="0" y="668020"/>
                  </a:lnTo>
                  <a:lnTo>
                    <a:pt x="0" y="674243"/>
                  </a:lnTo>
                  <a:lnTo>
                    <a:pt x="6350" y="674243"/>
                  </a:lnTo>
                  <a:lnTo>
                    <a:pt x="6350" y="668020"/>
                  </a:lnTo>
                  <a:close/>
                </a:path>
                <a:path w="6350" h="716280">
                  <a:moveTo>
                    <a:pt x="6350" y="661670"/>
                  </a:moveTo>
                  <a:lnTo>
                    <a:pt x="0" y="661670"/>
                  </a:lnTo>
                  <a:lnTo>
                    <a:pt x="0" y="667893"/>
                  </a:lnTo>
                  <a:lnTo>
                    <a:pt x="6350" y="667893"/>
                  </a:lnTo>
                  <a:lnTo>
                    <a:pt x="6350" y="661670"/>
                  </a:lnTo>
                  <a:close/>
                </a:path>
                <a:path w="6350" h="716280">
                  <a:moveTo>
                    <a:pt x="6350" y="655320"/>
                  </a:moveTo>
                  <a:lnTo>
                    <a:pt x="0" y="655320"/>
                  </a:lnTo>
                  <a:lnTo>
                    <a:pt x="0" y="661543"/>
                  </a:lnTo>
                  <a:lnTo>
                    <a:pt x="6350" y="661543"/>
                  </a:lnTo>
                  <a:lnTo>
                    <a:pt x="6350" y="655320"/>
                  </a:lnTo>
                  <a:close/>
                </a:path>
                <a:path w="6350" h="716280">
                  <a:moveTo>
                    <a:pt x="6350" y="652780"/>
                  </a:moveTo>
                  <a:lnTo>
                    <a:pt x="0" y="652780"/>
                  </a:lnTo>
                  <a:lnTo>
                    <a:pt x="0" y="655193"/>
                  </a:lnTo>
                  <a:lnTo>
                    <a:pt x="6350" y="655193"/>
                  </a:lnTo>
                  <a:lnTo>
                    <a:pt x="6350" y="652780"/>
                  </a:lnTo>
                  <a:close/>
                </a:path>
              </a:pathLst>
            </a:custGeom>
            <a:solidFill>
              <a:srgbClr val="4772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58">
              <a:extLst>
                <a:ext uri="{FF2B5EF4-FFF2-40B4-BE49-F238E27FC236}">
                  <a16:creationId xmlns:a16="http://schemas.microsoft.com/office/drawing/2014/main" id="{04037677-F146-39E2-6CFE-10B81FDA5C52}"/>
                </a:ext>
              </a:extLst>
            </p:cNvPr>
            <p:cNvSpPr/>
            <p:nvPr/>
          </p:nvSpPr>
          <p:spPr>
            <a:xfrm>
              <a:off x="8176115" y="2694701"/>
              <a:ext cx="7620" cy="711200"/>
            </a:xfrm>
            <a:custGeom>
              <a:avLst/>
              <a:gdLst/>
              <a:ahLst/>
              <a:cxnLst/>
              <a:rect l="l" t="t" r="r" b="b"/>
              <a:pathLst>
                <a:path w="7620" h="711200">
                  <a:moveTo>
                    <a:pt x="7620" y="62229"/>
                  </a:moveTo>
                  <a:lnTo>
                    <a:pt x="0" y="62229"/>
                  </a:lnTo>
                  <a:lnTo>
                    <a:pt x="0" y="72262"/>
                  </a:lnTo>
                  <a:lnTo>
                    <a:pt x="7620" y="72262"/>
                  </a:lnTo>
                  <a:lnTo>
                    <a:pt x="7620" y="62229"/>
                  </a:lnTo>
                  <a:close/>
                </a:path>
                <a:path w="7620" h="711200">
                  <a:moveTo>
                    <a:pt x="7620" y="55879"/>
                  </a:moveTo>
                  <a:lnTo>
                    <a:pt x="0" y="55879"/>
                  </a:lnTo>
                  <a:lnTo>
                    <a:pt x="0" y="62102"/>
                  </a:lnTo>
                  <a:lnTo>
                    <a:pt x="7620" y="62102"/>
                  </a:lnTo>
                  <a:lnTo>
                    <a:pt x="7620" y="55879"/>
                  </a:lnTo>
                  <a:close/>
                </a:path>
                <a:path w="7620" h="711200">
                  <a:moveTo>
                    <a:pt x="762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20" y="55752"/>
                  </a:lnTo>
                  <a:lnTo>
                    <a:pt x="7620" y="52070"/>
                  </a:lnTo>
                  <a:close/>
                </a:path>
                <a:path w="7620" h="711200">
                  <a:moveTo>
                    <a:pt x="762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9529"/>
                  </a:lnTo>
                  <a:close/>
                </a:path>
                <a:path w="7620" h="711200">
                  <a:moveTo>
                    <a:pt x="762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20" y="49402"/>
                  </a:lnTo>
                  <a:lnTo>
                    <a:pt x="7620" y="45720"/>
                  </a:lnTo>
                  <a:close/>
                </a:path>
                <a:path w="7620" h="711200">
                  <a:moveTo>
                    <a:pt x="762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3179"/>
                  </a:lnTo>
                  <a:close/>
                </a:path>
                <a:path w="7620" h="711200">
                  <a:moveTo>
                    <a:pt x="762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9370"/>
                  </a:lnTo>
                  <a:close/>
                </a:path>
                <a:path w="7620" h="711200">
                  <a:moveTo>
                    <a:pt x="762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6829"/>
                  </a:lnTo>
                  <a:close/>
                </a:path>
                <a:path w="7620" h="711200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711200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711200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711200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711200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711200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711200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711200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711200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711200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711200">
                  <a:moveTo>
                    <a:pt x="5080" y="1142"/>
                  </a:moveTo>
                  <a:lnTo>
                    <a:pt x="1270" y="1142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2412"/>
                  </a:lnTo>
                  <a:lnTo>
                    <a:pt x="5080" y="2412"/>
                  </a:lnTo>
                  <a:lnTo>
                    <a:pt x="5080" y="1142"/>
                  </a:lnTo>
                  <a:close/>
                </a:path>
                <a:path w="7620" h="711200">
                  <a:moveTo>
                    <a:pt x="127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1270" y="1142"/>
                  </a:lnTo>
                  <a:lnTo>
                    <a:pt x="1270" y="0"/>
                  </a:lnTo>
                  <a:close/>
                </a:path>
                <a:path w="7620" h="711200">
                  <a:moveTo>
                    <a:pt x="7620" y="72263"/>
                  </a:moveTo>
                  <a:lnTo>
                    <a:pt x="0" y="72263"/>
                  </a:lnTo>
                  <a:lnTo>
                    <a:pt x="0" y="643763"/>
                  </a:lnTo>
                  <a:lnTo>
                    <a:pt x="7620" y="643763"/>
                  </a:lnTo>
                  <a:lnTo>
                    <a:pt x="7620" y="72263"/>
                  </a:lnTo>
                  <a:close/>
                </a:path>
                <a:path w="7620" h="711200">
                  <a:moveTo>
                    <a:pt x="7620" y="643763"/>
                  </a:moveTo>
                  <a:lnTo>
                    <a:pt x="0" y="643763"/>
                  </a:lnTo>
                  <a:lnTo>
                    <a:pt x="0" y="650113"/>
                  </a:lnTo>
                  <a:lnTo>
                    <a:pt x="7620" y="650113"/>
                  </a:lnTo>
                  <a:lnTo>
                    <a:pt x="7620" y="643763"/>
                  </a:lnTo>
                  <a:close/>
                </a:path>
                <a:path w="7620" h="711200">
                  <a:moveTo>
                    <a:pt x="3810" y="709930"/>
                  </a:moveTo>
                  <a:lnTo>
                    <a:pt x="0" y="709930"/>
                  </a:lnTo>
                  <a:lnTo>
                    <a:pt x="0" y="711073"/>
                  </a:lnTo>
                  <a:lnTo>
                    <a:pt x="3810" y="711073"/>
                  </a:lnTo>
                  <a:lnTo>
                    <a:pt x="3810" y="709930"/>
                  </a:lnTo>
                  <a:close/>
                </a:path>
                <a:path w="7620" h="711200">
                  <a:moveTo>
                    <a:pt x="7620" y="703580"/>
                  </a:moveTo>
                  <a:lnTo>
                    <a:pt x="0" y="703580"/>
                  </a:lnTo>
                  <a:lnTo>
                    <a:pt x="0" y="709803"/>
                  </a:lnTo>
                  <a:lnTo>
                    <a:pt x="3810" y="709803"/>
                  </a:lnTo>
                  <a:lnTo>
                    <a:pt x="6350" y="709930"/>
                  </a:lnTo>
                  <a:lnTo>
                    <a:pt x="6350" y="708533"/>
                  </a:lnTo>
                  <a:lnTo>
                    <a:pt x="7620" y="708533"/>
                  </a:lnTo>
                  <a:lnTo>
                    <a:pt x="7620" y="703580"/>
                  </a:lnTo>
                  <a:close/>
                </a:path>
                <a:path w="7620" h="711200">
                  <a:moveTo>
                    <a:pt x="7620" y="697230"/>
                  </a:moveTo>
                  <a:lnTo>
                    <a:pt x="0" y="697230"/>
                  </a:lnTo>
                  <a:lnTo>
                    <a:pt x="0" y="703453"/>
                  </a:lnTo>
                  <a:lnTo>
                    <a:pt x="7620" y="703453"/>
                  </a:lnTo>
                  <a:lnTo>
                    <a:pt x="7620" y="697230"/>
                  </a:lnTo>
                  <a:close/>
                </a:path>
                <a:path w="7620" h="711200">
                  <a:moveTo>
                    <a:pt x="762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7620" y="697103"/>
                  </a:lnTo>
                  <a:lnTo>
                    <a:pt x="7620" y="690880"/>
                  </a:lnTo>
                  <a:close/>
                </a:path>
                <a:path w="7620" h="711200">
                  <a:moveTo>
                    <a:pt x="762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7620" y="690753"/>
                  </a:lnTo>
                  <a:lnTo>
                    <a:pt x="7620" y="684530"/>
                  </a:lnTo>
                  <a:close/>
                </a:path>
                <a:path w="7620" h="711200">
                  <a:moveTo>
                    <a:pt x="762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7620" y="684403"/>
                  </a:lnTo>
                  <a:lnTo>
                    <a:pt x="7620" y="678180"/>
                  </a:lnTo>
                  <a:close/>
                </a:path>
                <a:path w="7620" h="711200">
                  <a:moveTo>
                    <a:pt x="762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7620" y="678053"/>
                  </a:lnTo>
                  <a:lnTo>
                    <a:pt x="7620" y="671830"/>
                  </a:lnTo>
                  <a:close/>
                </a:path>
                <a:path w="7620" h="711200">
                  <a:moveTo>
                    <a:pt x="762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7620" y="671703"/>
                  </a:lnTo>
                  <a:lnTo>
                    <a:pt x="7620" y="665480"/>
                  </a:lnTo>
                  <a:close/>
                </a:path>
                <a:path w="7620" h="711200">
                  <a:moveTo>
                    <a:pt x="7620" y="659130"/>
                  </a:moveTo>
                  <a:lnTo>
                    <a:pt x="0" y="659130"/>
                  </a:lnTo>
                  <a:lnTo>
                    <a:pt x="0" y="665353"/>
                  </a:lnTo>
                  <a:lnTo>
                    <a:pt x="7620" y="665353"/>
                  </a:lnTo>
                  <a:lnTo>
                    <a:pt x="7620" y="659130"/>
                  </a:lnTo>
                  <a:close/>
                </a:path>
                <a:path w="7620" h="711200">
                  <a:moveTo>
                    <a:pt x="7620" y="652780"/>
                  </a:moveTo>
                  <a:lnTo>
                    <a:pt x="0" y="652780"/>
                  </a:lnTo>
                  <a:lnTo>
                    <a:pt x="0" y="659003"/>
                  </a:lnTo>
                  <a:lnTo>
                    <a:pt x="7620" y="659003"/>
                  </a:lnTo>
                  <a:lnTo>
                    <a:pt x="7620" y="652780"/>
                  </a:lnTo>
                  <a:close/>
                </a:path>
                <a:path w="7620" h="711200">
                  <a:moveTo>
                    <a:pt x="7620" y="650240"/>
                  </a:moveTo>
                  <a:lnTo>
                    <a:pt x="0" y="650240"/>
                  </a:lnTo>
                  <a:lnTo>
                    <a:pt x="0" y="652653"/>
                  </a:lnTo>
                  <a:lnTo>
                    <a:pt x="7620" y="652653"/>
                  </a:lnTo>
                  <a:lnTo>
                    <a:pt x="7620" y="650240"/>
                  </a:lnTo>
                  <a:close/>
                </a:path>
              </a:pathLst>
            </a:custGeom>
            <a:solidFill>
              <a:srgbClr val="487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59">
              <a:extLst>
                <a:ext uri="{FF2B5EF4-FFF2-40B4-BE49-F238E27FC236}">
                  <a16:creationId xmlns:a16="http://schemas.microsoft.com/office/drawing/2014/main" id="{A0F26DA5-7BD2-3B4C-B324-B1EC7316D8F3}"/>
                </a:ext>
              </a:extLst>
            </p:cNvPr>
            <p:cNvSpPr/>
            <p:nvPr/>
          </p:nvSpPr>
          <p:spPr>
            <a:xfrm>
              <a:off x="8183735" y="2698511"/>
              <a:ext cx="7620" cy="704850"/>
            </a:xfrm>
            <a:custGeom>
              <a:avLst/>
              <a:gdLst/>
              <a:ahLst/>
              <a:cxnLst/>
              <a:rect l="l" t="t" r="r" b="b"/>
              <a:pathLst>
                <a:path w="7620" h="704850">
                  <a:moveTo>
                    <a:pt x="7620" y="58419"/>
                  </a:moveTo>
                  <a:lnTo>
                    <a:pt x="0" y="58419"/>
                  </a:lnTo>
                  <a:lnTo>
                    <a:pt x="0" y="68452"/>
                  </a:lnTo>
                  <a:lnTo>
                    <a:pt x="7620" y="68452"/>
                  </a:lnTo>
                  <a:lnTo>
                    <a:pt x="7620" y="58419"/>
                  </a:lnTo>
                  <a:close/>
                </a:path>
                <a:path w="7620" h="704850">
                  <a:moveTo>
                    <a:pt x="7620" y="52069"/>
                  </a:moveTo>
                  <a:lnTo>
                    <a:pt x="0" y="52069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2069"/>
                  </a:lnTo>
                  <a:close/>
                </a:path>
                <a:path w="7620" h="70485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70485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70485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70485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70485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70485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70485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70485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70485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70485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70485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70485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70485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70485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70485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704850">
                  <a:moveTo>
                    <a:pt x="6350" y="1142"/>
                  </a:moveTo>
                  <a:lnTo>
                    <a:pt x="381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2539"/>
                  </a:lnTo>
                  <a:lnTo>
                    <a:pt x="6350" y="2539"/>
                  </a:lnTo>
                  <a:lnTo>
                    <a:pt x="6350" y="1142"/>
                  </a:lnTo>
                  <a:close/>
                </a:path>
                <a:path w="7620" h="704850">
                  <a:moveTo>
                    <a:pt x="381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3810" y="1142"/>
                  </a:lnTo>
                  <a:lnTo>
                    <a:pt x="3810" y="0"/>
                  </a:lnTo>
                  <a:close/>
                </a:path>
                <a:path w="7620" h="704850">
                  <a:moveTo>
                    <a:pt x="7620" y="68453"/>
                  </a:moveTo>
                  <a:lnTo>
                    <a:pt x="0" y="68453"/>
                  </a:lnTo>
                  <a:lnTo>
                    <a:pt x="0" y="639952"/>
                  </a:lnTo>
                  <a:lnTo>
                    <a:pt x="7620" y="639952"/>
                  </a:lnTo>
                  <a:lnTo>
                    <a:pt x="7620" y="68453"/>
                  </a:lnTo>
                  <a:close/>
                </a:path>
                <a:path w="7620" h="704850">
                  <a:moveTo>
                    <a:pt x="7620" y="639953"/>
                  </a:moveTo>
                  <a:lnTo>
                    <a:pt x="0" y="639953"/>
                  </a:lnTo>
                  <a:lnTo>
                    <a:pt x="0" y="646302"/>
                  </a:lnTo>
                  <a:lnTo>
                    <a:pt x="7620" y="646302"/>
                  </a:lnTo>
                  <a:lnTo>
                    <a:pt x="7620" y="639953"/>
                  </a:lnTo>
                  <a:close/>
                </a:path>
                <a:path w="7620" h="704850">
                  <a:moveTo>
                    <a:pt x="7620" y="699770"/>
                  </a:moveTo>
                  <a:lnTo>
                    <a:pt x="0" y="699770"/>
                  </a:lnTo>
                  <a:lnTo>
                    <a:pt x="0" y="704723"/>
                  </a:lnTo>
                  <a:lnTo>
                    <a:pt x="2540" y="704723"/>
                  </a:lnTo>
                  <a:lnTo>
                    <a:pt x="2540" y="703453"/>
                  </a:lnTo>
                  <a:lnTo>
                    <a:pt x="5079" y="703453"/>
                  </a:lnTo>
                  <a:lnTo>
                    <a:pt x="5079" y="702183"/>
                  </a:lnTo>
                  <a:lnTo>
                    <a:pt x="7620" y="702183"/>
                  </a:lnTo>
                  <a:lnTo>
                    <a:pt x="7620" y="699770"/>
                  </a:lnTo>
                  <a:close/>
                </a:path>
                <a:path w="7620" h="704850">
                  <a:moveTo>
                    <a:pt x="7620" y="693420"/>
                  </a:moveTo>
                  <a:lnTo>
                    <a:pt x="0" y="693420"/>
                  </a:lnTo>
                  <a:lnTo>
                    <a:pt x="0" y="699643"/>
                  </a:lnTo>
                  <a:lnTo>
                    <a:pt x="7620" y="699643"/>
                  </a:lnTo>
                  <a:lnTo>
                    <a:pt x="7620" y="693420"/>
                  </a:lnTo>
                  <a:close/>
                </a:path>
                <a:path w="7620" h="704850">
                  <a:moveTo>
                    <a:pt x="7620" y="687070"/>
                  </a:moveTo>
                  <a:lnTo>
                    <a:pt x="0" y="687070"/>
                  </a:lnTo>
                  <a:lnTo>
                    <a:pt x="0" y="693293"/>
                  </a:lnTo>
                  <a:lnTo>
                    <a:pt x="7620" y="693293"/>
                  </a:lnTo>
                  <a:lnTo>
                    <a:pt x="7620" y="687070"/>
                  </a:lnTo>
                  <a:close/>
                </a:path>
                <a:path w="7620" h="704850">
                  <a:moveTo>
                    <a:pt x="7620" y="680720"/>
                  </a:moveTo>
                  <a:lnTo>
                    <a:pt x="0" y="680720"/>
                  </a:lnTo>
                  <a:lnTo>
                    <a:pt x="0" y="686943"/>
                  </a:lnTo>
                  <a:lnTo>
                    <a:pt x="7620" y="686943"/>
                  </a:lnTo>
                  <a:lnTo>
                    <a:pt x="7620" y="680720"/>
                  </a:lnTo>
                  <a:close/>
                </a:path>
                <a:path w="7620" h="704850">
                  <a:moveTo>
                    <a:pt x="7620" y="674370"/>
                  </a:moveTo>
                  <a:lnTo>
                    <a:pt x="0" y="674370"/>
                  </a:lnTo>
                  <a:lnTo>
                    <a:pt x="0" y="680593"/>
                  </a:lnTo>
                  <a:lnTo>
                    <a:pt x="7620" y="680593"/>
                  </a:lnTo>
                  <a:lnTo>
                    <a:pt x="7620" y="674370"/>
                  </a:lnTo>
                  <a:close/>
                </a:path>
                <a:path w="7620" h="704850">
                  <a:moveTo>
                    <a:pt x="7620" y="668020"/>
                  </a:moveTo>
                  <a:lnTo>
                    <a:pt x="0" y="668020"/>
                  </a:lnTo>
                  <a:lnTo>
                    <a:pt x="0" y="674243"/>
                  </a:lnTo>
                  <a:lnTo>
                    <a:pt x="7620" y="674243"/>
                  </a:lnTo>
                  <a:lnTo>
                    <a:pt x="7620" y="668020"/>
                  </a:lnTo>
                  <a:close/>
                </a:path>
                <a:path w="7620" h="704850">
                  <a:moveTo>
                    <a:pt x="7620" y="661670"/>
                  </a:moveTo>
                  <a:lnTo>
                    <a:pt x="0" y="661670"/>
                  </a:lnTo>
                  <a:lnTo>
                    <a:pt x="0" y="667893"/>
                  </a:lnTo>
                  <a:lnTo>
                    <a:pt x="7620" y="667893"/>
                  </a:lnTo>
                  <a:lnTo>
                    <a:pt x="7620" y="661670"/>
                  </a:lnTo>
                  <a:close/>
                </a:path>
                <a:path w="7620" h="704850">
                  <a:moveTo>
                    <a:pt x="7620" y="655320"/>
                  </a:moveTo>
                  <a:lnTo>
                    <a:pt x="0" y="655320"/>
                  </a:lnTo>
                  <a:lnTo>
                    <a:pt x="0" y="661543"/>
                  </a:lnTo>
                  <a:lnTo>
                    <a:pt x="7620" y="661543"/>
                  </a:lnTo>
                  <a:lnTo>
                    <a:pt x="7620" y="655320"/>
                  </a:lnTo>
                  <a:close/>
                </a:path>
                <a:path w="7620" h="704850">
                  <a:moveTo>
                    <a:pt x="7620" y="648970"/>
                  </a:moveTo>
                  <a:lnTo>
                    <a:pt x="0" y="648970"/>
                  </a:lnTo>
                  <a:lnTo>
                    <a:pt x="0" y="655193"/>
                  </a:lnTo>
                  <a:lnTo>
                    <a:pt x="7620" y="655193"/>
                  </a:lnTo>
                  <a:lnTo>
                    <a:pt x="7620" y="648970"/>
                  </a:lnTo>
                  <a:close/>
                </a:path>
                <a:path w="7620" h="704850">
                  <a:moveTo>
                    <a:pt x="7620" y="646430"/>
                  </a:moveTo>
                  <a:lnTo>
                    <a:pt x="0" y="646430"/>
                  </a:lnTo>
                  <a:lnTo>
                    <a:pt x="0" y="648843"/>
                  </a:lnTo>
                  <a:lnTo>
                    <a:pt x="7620" y="648843"/>
                  </a:lnTo>
                  <a:lnTo>
                    <a:pt x="7620" y="646430"/>
                  </a:lnTo>
                  <a:close/>
                </a:path>
              </a:pathLst>
            </a:custGeom>
            <a:solidFill>
              <a:srgbClr val="4874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0">
              <a:extLst>
                <a:ext uri="{FF2B5EF4-FFF2-40B4-BE49-F238E27FC236}">
                  <a16:creationId xmlns:a16="http://schemas.microsoft.com/office/drawing/2014/main" id="{CC752D15-E3C9-9908-F983-22890AFFC8E3}"/>
                </a:ext>
              </a:extLst>
            </p:cNvPr>
            <p:cNvSpPr/>
            <p:nvPr/>
          </p:nvSpPr>
          <p:spPr>
            <a:xfrm>
              <a:off x="8191355" y="2701051"/>
              <a:ext cx="6350" cy="699770"/>
            </a:xfrm>
            <a:custGeom>
              <a:avLst/>
              <a:gdLst/>
              <a:ahLst/>
              <a:cxnLst/>
              <a:rect l="l" t="t" r="r" b="b"/>
              <a:pathLst>
                <a:path w="6350" h="699769">
                  <a:moveTo>
                    <a:pt x="6350" y="55879"/>
                  </a:moveTo>
                  <a:lnTo>
                    <a:pt x="0" y="55879"/>
                  </a:lnTo>
                  <a:lnTo>
                    <a:pt x="0" y="65912"/>
                  </a:lnTo>
                  <a:lnTo>
                    <a:pt x="6350" y="65912"/>
                  </a:lnTo>
                  <a:lnTo>
                    <a:pt x="6350" y="55879"/>
                  </a:lnTo>
                  <a:close/>
                </a:path>
                <a:path w="6350" h="699769">
                  <a:moveTo>
                    <a:pt x="6350" y="49529"/>
                  </a:moveTo>
                  <a:lnTo>
                    <a:pt x="0" y="49529"/>
                  </a:lnTo>
                  <a:lnTo>
                    <a:pt x="0" y="55752"/>
                  </a:lnTo>
                  <a:lnTo>
                    <a:pt x="6350" y="55752"/>
                  </a:lnTo>
                  <a:lnTo>
                    <a:pt x="6350" y="49529"/>
                  </a:lnTo>
                  <a:close/>
                </a:path>
                <a:path w="6350" h="699769">
                  <a:moveTo>
                    <a:pt x="635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6350" y="49402"/>
                  </a:lnTo>
                  <a:lnTo>
                    <a:pt x="6350" y="45720"/>
                  </a:lnTo>
                  <a:close/>
                </a:path>
                <a:path w="6350" h="699769">
                  <a:moveTo>
                    <a:pt x="635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3179"/>
                  </a:lnTo>
                  <a:close/>
                </a:path>
                <a:path w="6350" h="699769">
                  <a:moveTo>
                    <a:pt x="635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6350" y="43052"/>
                  </a:lnTo>
                  <a:lnTo>
                    <a:pt x="6350" y="39370"/>
                  </a:lnTo>
                  <a:close/>
                </a:path>
                <a:path w="6350" h="699769">
                  <a:moveTo>
                    <a:pt x="635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6829"/>
                  </a:lnTo>
                  <a:close/>
                </a:path>
                <a:path w="6350" h="699769">
                  <a:moveTo>
                    <a:pt x="635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6350" y="36702"/>
                  </a:lnTo>
                  <a:lnTo>
                    <a:pt x="6350" y="33020"/>
                  </a:lnTo>
                  <a:close/>
                </a:path>
                <a:path w="6350" h="699769">
                  <a:moveTo>
                    <a:pt x="635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30479"/>
                  </a:lnTo>
                  <a:close/>
                </a:path>
                <a:path w="6350" h="699769">
                  <a:moveTo>
                    <a:pt x="635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6350" y="30352"/>
                  </a:lnTo>
                  <a:lnTo>
                    <a:pt x="6350" y="26670"/>
                  </a:lnTo>
                  <a:close/>
                </a:path>
                <a:path w="6350" h="699769">
                  <a:moveTo>
                    <a:pt x="635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4129"/>
                  </a:lnTo>
                  <a:close/>
                </a:path>
                <a:path w="6350" h="699769">
                  <a:moveTo>
                    <a:pt x="635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6350" y="24002"/>
                  </a:lnTo>
                  <a:lnTo>
                    <a:pt x="6350" y="20320"/>
                  </a:lnTo>
                  <a:close/>
                </a:path>
                <a:path w="6350" h="699769">
                  <a:moveTo>
                    <a:pt x="635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7779"/>
                  </a:lnTo>
                  <a:close/>
                </a:path>
                <a:path w="6350" h="699769">
                  <a:moveTo>
                    <a:pt x="635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6350" y="17652"/>
                  </a:lnTo>
                  <a:lnTo>
                    <a:pt x="6350" y="13970"/>
                  </a:lnTo>
                  <a:close/>
                </a:path>
                <a:path w="6350" h="699769">
                  <a:moveTo>
                    <a:pt x="635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1429"/>
                  </a:lnTo>
                  <a:close/>
                </a:path>
                <a:path w="6350" h="699769">
                  <a:moveTo>
                    <a:pt x="635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6350" y="11302"/>
                  </a:lnTo>
                  <a:lnTo>
                    <a:pt x="6350" y="7620"/>
                  </a:lnTo>
                  <a:close/>
                </a:path>
                <a:path w="6350" h="699769">
                  <a:moveTo>
                    <a:pt x="635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5079"/>
                  </a:lnTo>
                  <a:close/>
                </a:path>
                <a:path w="6350" h="699769">
                  <a:moveTo>
                    <a:pt x="6350" y="1142"/>
                  </a:moveTo>
                  <a:lnTo>
                    <a:pt x="2540" y="1142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6350" y="4952"/>
                  </a:lnTo>
                  <a:lnTo>
                    <a:pt x="6350" y="1142"/>
                  </a:lnTo>
                  <a:close/>
                </a:path>
                <a:path w="6350" h="699769">
                  <a:moveTo>
                    <a:pt x="254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2540" y="1142"/>
                  </a:lnTo>
                  <a:lnTo>
                    <a:pt x="2540" y="0"/>
                  </a:lnTo>
                  <a:close/>
                </a:path>
                <a:path w="6350" h="699769">
                  <a:moveTo>
                    <a:pt x="6350" y="65913"/>
                  </a:moveTo>
                  <a:lnTo>
                    <a:pt x="0" y="65913"/>
                  </a:lnTo>
                  <a:lnTo>
                    <a:pt x="0" y="637413"/>
                  </a:lnTo>
                  <a:lnTo>
                    <a:pt x="6350" y="637413"/>
                  </a:lnTo>
                  <a:lnTo>
                    <a:pt x="6350" y="65913"/>
                  </a:lnTo>
                  <a:close/>
                </a:path>
                <a:path w="6350" h="699769">
                  <a:moveTo>
                    <a:pt x="6350" y="637413"/>
                  </a:moveTo>
                  <a:lnTo>
                    <a:pt x="0" y="637413"/>
                  </a:lnTo>
                  <a:lnTo>
                    <a:pt x="0" y="643763"/>
                  </a:lnTo>
                  <a:lnTo>
                    <a:pt x="6350" y="643763"/>
                  </a:lnTo>
                  <a:lnTo>
                    <a:pt x="6350" y="637413"/>
                  </a:lnTo>
                  <a:close/>
                </a:path>
                <a:path w="6350" h="699769">
                  <a:moveTo>
                    <a:pt x="3809" y="697230"/>
                  </a:moveTo>
                  <a:lnTo>
                    <a:pt x="0" y="697230"/>
                  </a:lnTo>
                  <a:lnTo>
                    <a:pt x="0" y="699643"/>
                  </a:lnTo>
                  <a:lnTo>
                    <a:pt x="1270" y="699643"/>
                  </a:lnTo>
                  <a:lnTo>
                    <a:pt x="1270" y="698373"/>
                  </a:lnTo>
                  <a:lnTo>
                    <a:pt x="3809" y="698373"/>
                  </a:lnTo>
                  <a:lnTo>
                    <a:pt x="3809" y="697230"/>
                  </a:lnTo>
                  <a:close/>
                </a:path>
                <a:path w="6350" h="699769">
                  <a:moveTo>
                    <a:pt x="6350" y="690880"/>
                  </a:moveTo>
                  <a:lnTo>
                    <a:pt x="0" y="690880"/>
                  </a:lnTo>
                  <a:lnTo>
                    <a:pt x="0" y="697103"/>
                  </a:lnTo>
                  <a:lnTo>
                    <a:pt x="3809" y="697103"/>
                  </a:lnTo>
                  <a:lnTo>
                    <a:pt x="6350" y="697230"/>
                  </a:lnTo>
                  <a:lnTo>
                    <a:pt x="6350" y="690880"/>
                  </a:lnTo>
                  <a:close/>
                </a:path>
                <a:path w="6350" h="699769">
                  <a:moveTo>
                    <a:pt x="6350" y="684530"/>
                  </a:moveTo>
                  <a:lnTo>
                    <a:pt x="0" y="684530"/>
                  </a:lnTo>
                  <a:lnTo>
                    <a:pt x="0" y="690753"/>
                  </a:lnTo>
                  <a:lnTo>
                    <a:pt x="6350" y="690753"/>
                  </a:lnTo>
                  <a:lnTo>
                    <a:pt x="6350" y="684530"/>
                  </a:lnTo>
                  <a:close/>
                </a:path>
                <a:path w="6350" h="699769">
                  <a:moveTo>
                    <a:pt x="635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6350" y="684403"/>
                  </a:lnTo>
                  <a:lnTo>
                    <a:pt x="6350" y="678180"/>
                  </a:lnTo>
                  <a:close/>
                </a:path>
                <a:path w="6350" h="699769">
                  <a:moveTo>
                    <a:pt x="635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6350" y="678053"/>
                  </a:lnTo>
                  <a:lnTo>
                    <a:pt x="6350" y="671830"/>
                  </a:lnTo>
                  <a:close/>
                </a:path>
                <a:path w="6350" h="699769">
                  <a:moveTo>
                    <a:pt x="635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6350" y="671703"/>
                  </a:lnTo>
                  <a:lnTo>
                    <a:pt x="6350" y="665480"/>
                  </a:lnTo>
                  <a:close/>
                </a:path>
                <a:path w="6350" h="699769">
                  <a:moveTo>
                    <a:pt x="6350" y="659130"/>
                  </a:moveTo>
                  <a:lnTo>
                    <a:pt x="0" y="659130"/>
                  </a:lnTo>
                  <a:lnTo>
                    <a:pt x="0" y="665353"/>
                  </a:lnTo>
                  <a:lnTo>
                    <a:pt x="6350" y="665353"/>
                  </a:lnTo>
                  <a:lnTo>
                    <a:pt x="6350" y="659130"/>
                  </a:lnTo>
                  <a:close/>
                </a:path>
                <a:path w="6350" h="699769">
                  <a:moveTo>
                    <a:pt x="6350" y="652780"/>
                  </a:moveTo>
                  <a:lnTo>
                    <a:pt x="0" y="652780"/>
                  </a:lnTo>
                  <a:lnTo>
                    <a:pt x="0" y="659003"/>
                  </a:lnTo>
                  <a:lnTo>
                    <a:pt x="6350" y="659003"/>
                  </a:lnTo>
                  <a:lnTo>
                    <a:pt x="6350" y="652780"/>
                  </a:lnTo>
                  <a:close/>
                </a:path>
                <a:path w="6350" h="699769">
                  <a:moveTo>
                    <a:pt x="6350" y="646430"/>
                  </a:moveTo>
                  <a:lnTo>
                    <a:pt x="0" y="646430"/>
                  </a:lnTo>
                  <a:lnTo>
                    <a:pt x="0" y="652653"/>
                  </a:lnTo>
                  <a:lnTo>
                    <a:pt x="6350" y="652653"/>
                  </a:lnTo>
                  <a:lnTo>
                    <a:pt x="6350" y="646430"/>
                  </a:lnTo>
                  <a:close/>
                </a:path>
                <a:path w="6350" h="699769">
                  <a:moveTo>
                    <a:pt x="6350" y="643890"/>
                  </a:moveTo>
                  <a:lnTo>
                    <a:pt x="0" y="643890"/>
                  </a:lnTo>
                  <a:lnTo>
                    <a:pt x="0" y="646303"/>
                  </a:lnTo>
                  <a:lnTo>
                    <a:pt x="6350" y="646303"/>
                  </a:lnTo>
                  <a:lnTo>
                    <a:pt x="6350" y="643890"/>
                  </a:lnTo>
                  <a:close/>
                </a:path>
              </a:pathLst>
            </a:custGeom>
            <a:solidFill>
              <a:srgbClr val="497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1">
              <a:extLst>
                <a:ext uri="{FF2B5EF4-FFF2-40B4-BE49-F238E27FC236}">
                  <a16:creationId xmlns:a16="http://schemas.microsoft.com/office/drawing/2014/main" id="{EB4EB5AE-400E-4DEF-D166-2D6FE02F5135}"/>
                </a:ext>
              </a:extLst>
            </p:cNvPr>
            <p:cNvSpPr/>
            <p:nvPr/>
          </p:nvSpPr>
          <p:spPr>
            <a:xfrm>
              <a:off x="8197705" y="2703464"/>
              <a:ext cx="7620" cy="693420"/>
            </a:xfrm>
            <a:custGeom>
              <a:avLst/>
              <a:gdLst/>
              <a:ahLst/>
              <a:cxnLst/>
              <a:rect l="l" t="t" r="r" b="b"/>
              <a:pathLst>
                <a:path w="7620" h="693419">
                  <a:moveTo>
                    <a:pt x="7619" y="53466"/>
                  </a:moveTo>
                  <a:lnTo>
                    <a:pt x="0" y="53466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53466"/>
                  </a:lnTo>
                  <a:close/>
                </a:path>
                <a:path w="7620" h="693419">
                  <a:moveTo>
                    <a:pt x="7619" y="47116"/>
                  </a:moveTo>
                  <a:lnTo>
                    <a:pt x="0" y="47116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47116"/>
                  </a:lnTo>
                  <a:close/>
                </a:path>
                <a:path w="7620" h="693419">
                  <a:moveTo>
                    <a:pt x="7619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3307"/>
                  </a:lnTo>
                  <a:close/>
                </a:path>
                <a:path w="7620" h="693419">
                  <a:moveTo>
                    <a:pt x="7619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19" y="43179"/>
                  </a:lnTo>
                  <a:lnTo>
                    <a:pt x="7619" y="40766"/>
                  </a:lnTo>
                  <a:close/>
                </a:path>
                <a:path w="7620" h="693419">
                  <a:moveTo>
                    <a:pt x="7619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6957"/>
                  </a:lnTo>
                  <a:close/>
                </a:path>
                <a:path w="7620" h="693419">
                  <a:moveTo>
                    <a:pt x="7619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19" y="36829"/>
                  </a:lnTo>
                  <a:lnTo>
                    <a:pt x="7619" y="34416"/>
                  </a:lnTo>
                  <a:close/>
                </a:path>
                <a:path w="7620" h="693419">
                  <a:moveTo>
                    <a:pt x="7619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0607"/>
                  </a:lnTo>
                  <a:close/>
                </a:path>
                <a:path w="7620" h="693419">
                  <a:moveTo>
                    <a:pt x="7619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28066"/>
                  </a:lnTo>
                  <a:close/>
                </a:path>
                <a:path w="7620" h="693419">
                  <a:moveTo>
                    <a:pt x="7619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4257"/>
                  </a:lnTo>
                  <a:close/>
                </a:path>
                <a:path w="7620" h="693419">
                  <a:moveTo>
                    <a:pt x="7619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1716"/>
                  </a:lnTo>
                  <a:close/>
                </a:path>
                <a:path w="7620" h="693419">
                  <a:moveTo>
                    <a:pt x="7619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7907"/>
                  </a:lnTo>
                  <a:close/>
                </a:path>
                <a:path w="7620" h="693419">
                  <a:moveTo>
                    <a:pt x="7619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5366"/>
                  </a:lnTo>
                  <a:close/>
                </a:path>
                <a:path w="7620" h="693419">
                  <a:moveTo>
                    <a:pt x="7619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1557"/>
                  </a:lnTo>
                  <a:close/>
                </a:path>
                <a:path w="7620" h="693419">
                  <a:moveTo>
                    <a:pt x="7619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9016"/>
                  </a:lnTo>
                  <a:close/>
                </a:path>
                <a:path w="7620" h="693419">
                  <a:moveTo>
                    <a:pt x="7619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5207"/>
                  </a:lnTo>
                  <a:close/>
                </a:path>
                <a:path w="7620" h="693419">
                  <a:moveTo>
                    <a:pt x="7619" y="2539"/>
                  </a:moveTo>
                  <a:lnTo>
                    <a:pt x="5079" y="2539"/>
                  </a:lnTo>
                  <a:lnTo>
                    <a:pt x="0" y="2666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2539"/>
                  </a:lnTo>
                  <a:close/>
                </a:path>
                <a:path w="7620" h="69341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5079" y="2539"/>
                  </a:lnTo>
                  <a:lnTo>
                    <a:pt x="5079" y="1397"/>
                  </a:lnTo>
                  <a:lnTo>
                    <a:pt x="2540" y="1397"/>
                  </a:lnTo>
                  <a:lnTo>
                    <a:pt x="2540" y="0"/>
                  </a:lnTo>
                  <a:close/>
                </a:path>
                <a:path w="7620" h="693419">
                  <a:moveTo>
                    <a:pt x="7619" y="63500"/>
                  </a:moveTo>
                  <a:lnTo>
                    <a:pt x="0" y="63500"/>
                  </a:lnTo>
                  <a:lnTo>
                    <a:pt x="0" y="635000"/>
                  </a:lnTo>
                  <a:lnTo>
                    <a:pt x="7619" y="635000"/>
                  </a:lnTo>
                  <a:lnTo>
                    <a:pt x="7619" y="63500"/>
                  </a:lnTo>
                  <a:close/>
                </a:path>
                <a:path w="7620" h="693419">
                  <a:moveTo>
                    <a:pt x="7619" y="635000"/>
                  </a:moveTo>
                  <a:lnTo>
                    <a:pt x="0" y="635000"/>
                  </a:lnTo>
                  <a:lnTo>
                    <a:pt x="0" y="641350"/>
                  </a:lnTo>
                  <a:lnTo>
                    <a:pt x="7619" y="641350"/>
                  </a:lnTo>
                  <a:lnTo>
                    <a:pt x="7619" y="635000"/>
                  </a:lnTo>
                  <a:close/>
                </a:path>
                <a:path w="7620" h="693419">
                  <a:moveTo>
                    <a:pt x="7619" y="688467"/>
                  </a:moveTo>
                  <a:lnTo>
                    <a:pt x="0" y="688467"/>
                  </a:lnTo>
                  <a:lnTo>
                    <a:pt x="0" y="693420"/>
                  </a:lnTo>
                  <a:lnTo>
                    <a:pt x="3809" y="693420"/>
                  </a:lnTo>
                  <a:lnTo>
                    <a:pt x="3809" y="692150"/>
                  </a:lnTo>
                  <a:lnTo>
                    <a:pt x="6350" y="692150"/>
                  </a:lnTo>
                  <a:lnTo>
                    <a:pt x="6350" y="690880"/>
                  </a:lnTo>
                  <a:lnTo>
                    <a:pt x="7619" y="690880"/>
                  </a:lnTo>
                  <a:lnTo>
                    <a:pt x="7619" y="688467"/>
                  </a:lnTo>
                  <a:close/>
                </a:path>
                <a:path w="7620" h="693419">
                  <a:moveTo>
                    <a:pt x="7619" y="682117"/>
                  </a:moveTo>
                  <a:lnTo>
                    <a:pt x="0" y="682117"/>
                  </a:lnTo>
                  <a:lnTo>
                    <a:pt x="0" y="688340"/>
                  </a:lnTo>
                  <a:lnTo>
                    <a:pt x="7619" y="688340"/>
                  </a:lnTo>
                  <a:lnTo>
                    <a:pt x="7619" y="682117"/>
                  </a:lnTo>
                  <a:close/>
                </a:path>
                <a:path w="7620" h="693419">
                  <a:moveTo>
                    <a:pt x="7619" y="675767"/>
                  </a:moveTo>
                  <a:lnTo>
                    <a:pt x="0" y="675767"/>
                  </a:lnTo>
                  <a:lnTo>
                    <a:pt x="0" y="681990"/>
                  </a:lnTo>
                  <a:lnTo>
                    <a:pt x="7619" y="681990"/>
                  </a:lnTo>
                  <a:lnTo>
                    <a:pt x="7619" y="675767"/>
                  </a:lnTo>
                  <a:close/>
                </a:path>
                <a:path w="7620" h="693419">
                  <a:moveTo>
                    <a:pt x="7619" y="669417"/>
                  </a:moveTo>
                  <a:lnTo>
                    <a:pt x="0" y="669417"/>
                  </a:lnTo>
                  <a:lnTo>
                    <a:pt x="0" y="675640"/>
                  </a:lnTo>
                  <a:lnTo>
                    <a:pt x="7619" y="675640"/>
                  </a:lnTo>
                  <a:lnTo>
                    <a:pt x="7619" y="669417"/>
                  </a:lnTo>
                  <a:close/>
                </a:path>
                <a:path w="7620" h="693419">
                  <a:moveTo>
                    <a:pt x="7619" y="663067"/>
                  </a:moveTo>
                  <a:lnTo>
                    <a:pt x="0" y="663067"/>
                  </a:lnTo>
                  <a:lnTo>
                    <a:pt x="0" y="669290"/>
                  </a:lnTo>
                  <a:lnTo>
                    <a:pt x="7619" y="669290"/>
                  </a:lnTo>
                  <a:lnTo>
                    <a:pt x="7619" y="663067"/>
                  </a:lnTo>
                  <a:close/>
                </a:path>
                <a:path w="7620" h="693419">
                  <a:moveTo>
                    <a:pt x="7619" y="656717"/>
                  </a:moveTo>
                  <a:lnTo>
                    <a:pt x="0" y="656717"/>
                  </a:lnTo>
                  <a:lnTo>
                    <a:pt x="0" y="662940"/>
                  </a:lnTo>
                  <a:lnTo>
                    <a:pt x="7619" y="662940"/>
                  </a:lnTo>
                  <a:lnTo>
                    <a:pt x="7619" y="656717"/>
                  </a:lnTo>
                  <a:close/>
                </a:path>
                <a:path w="7620" h="693419">
                  <a:moveTo>
                    <a:pt x="7619" y="650367"/>
                  </a:moveTo>
                  <a:lnTo>
                    <a:pt x="0" y="650367"/>
                  </a:lnTo>
                  <a:lnTo>
                    <a:pt x="0" y="656590"/>
                  </a:lnTo>
                  <a:lnTo>
                    <a:pt x="7619" y="656590"/>
                  </a:lnTo>
                  <a:lnTo>
                    <a:pt x="7619" y="650367"/>
                  </a:lnTo>
                  <a:close/>
                </a:path>
                <a:path w="7620" h="693419">
                  <a:moveTo>
                    <a:pt x="7619" y="644017"/>
                  </a:moveTo>
                  <a:lnTo>
                    <a:pt x="0" y="644017"/>
                  </a:lnTo>
                  <a:lnTo>
                    <a:pt x="0" y="650240"/>
                  </a:lnTo>
                  <a:lnTo>
                    <a:pt x="7619" y="650240"/>
                  </a:lnTo>
                  <a:lnTo>
                    <a:pt x="7619" y="644017"/>
                  </a:lnTo>
                  <a:close/>
                </a:path>
                <a:path w="7620" h="693419">
                  <a:moveTo>
                    <a:pt x="7619" y="641477"/>
                  </a:moveTo>
                  <a:lnTo>
                    <a:pt x="0" y="641477"/>
                  </a:lnTo>
                  <a:lnTo>
                    <a:pt x="0" y="643890"/>
                  </a:lnTo>
                  <a:lnTo>
                    <a:pt x="7619" y="643890"/>
                  </a:lnTo>
                  <a:lnTo>
                    <a:pt x="7619" y="641477"/>
                  </a:lnTo>
                  <a:close/>
                </a:path>
              </a:pathLst>
            </a:custGeom>
            <a:solidFill>
              <a:srgbClr val="4A7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2">
              <a:extLst>
                <a:ext uri="{FF2B5EF4-FFF2-40B4-BE49-F238E27FC236}">
                  <a16:creationId xmlns:a16="http://schemas.microsoft.com/office/drawing/2014/main" id="{E9AE9382-889D-21D0-7553-0EF301E086CF}"/>
                </a:ext>
              </a:extLst>
            </p:cNvPr>
            <p:cNvSpPr/>
            <p:nvPr/>
          </p:nvSpPr>
          <p:spPr>
            <a:xfrm>
              <a:off x="8205324" y="2707401"/>
              <a:ext cx="7620" cy="687070"/>
            </a:xfrm>
            <a:custGeom>
              <a:avLst/>
              <a:gdLst/>
              <a:ahLst/>
              <a:cxnLst/>
              <a:rect l="l" t="t" r="r" b="b"/>
              <a:pathLst>
                <a:path w="7620" h="687069">
                  <a:moveTo>
                    <a:pt x="7620" y="49529"/>
                  </a:moveTo>
                  <a:lnTo>
                    <a:pt x="0" y="49529"/>
                  </a:lnTo>
                  <a:lnTo>
                    <a:pt x="0" y="59562"/>
                  </a:lnTo>
                  <a:lnTo>
                    <a:pt x="7620" y="59562"/>
                  </a:lnTo>
                  <a:lnTo>
                    <a:pt x="7620" y="49529"/>
                  </a:lnTo>
                  <a:close/>
                </a:path>
                <a:path w="7620" h="687069">
                  <a:moveTo>
                    <a:pt x="7620" y="43179"/>
                  </a:moveTo>
                  <a:lnTo>
                    <a:pt x="0" y="43179"/>
                  </a:lnTo>
                  <a:lnTo>
                    <a:pt x="0" y="49402"/>
                  </a:lnTo>
                  <a:lnTo>
                    <a:pt x="7620" y="49402"/>
                  </a:lnTo>
                  <a:lnTo>
                    <a:pt x="7620" y="43179"/>
                  </a:lnTo>
                  <a:close/>
                </a:path>
                <a:path w="7620" h="687069">
                  <a:moveTo>
                    <a:pt x="762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9370"/>
                  </a:lnTo>
                  <a:close/>
                </a:path>
                <a:path w="7620" h="687069">
                  <a:moveTo>
                    <a:pt x="762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6829"/>
                  </a:lnTo>
                  <a:close/>
                </a:path>
                <a:path w="7620" h="687069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687069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687069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687069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687069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687069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687069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687069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687069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687069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687069">
                  <a:moveTo>
                    <a:pt x="5079" y="1142"/>
                  </a:moveTo>
                  <a:lnTo>
                    <a:pt x="2540" y="1142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2412"/>
                  </a:lnTo>
                  <a:lnTo>
                    <a:pt x="5079" y="2412"/>
                  </a:lnTo>
                  <a:lnTo>
                    <a:pt x="5079" y="1142"/>
                  </a:lnTo>
                  <a:close/>
                </a:path>
                <a:path w="7620" h="687069">
                  <a:moveTo>
                    <a:pt x="254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2540" y="1142"/>
                  </a:lnTo>
                  <a:lnTo>
                    <a:pt x="2540" y="0"/>
                  </a:lnTo>
                  <a:close/>
                </a:path>
                <a:path w="7620" h="687069">
                  <a:moveTo>
                    <a:pt x="7620" y="59563"/>
                  </a:moveTo>
                  <a:lnTo>
                    <a:pt x="0" y="59563"/>
                  </a:lnTo>
                  <a:lnTo>
                    <a:pt x="0" y="631063"/>
                  </a:lnTo>
                  <a:lnTo>
                    <a:pt x="7620" y="631063"/>
                  </a:lnTo>
                  <a:lnTo>
                    <a:pt x="7620" y="59563"/>
                  </a:lnTo>
                  <a:close/>
                </a:path>
                <a:path w="7620" h="687069">
                  <a:moveTo>
                    <a:pt x="7620" y="631063"/>
                  </a:moveTo>
                  <a:lnTo>
                    <a:pt x="0" y="631063"/>
                  </a:lnTo>
                  <a:lnTo>
                    <a:pt x="0" y="637413"/>
                  </a:lnTo>
                  <a:lnTo>
                    <a:pt x="7620" y="637413"/>
                  </a:lnTo>
                  <a:lnTo>
                    <a:pt x="7620" y="631063"/>
                  </a:lnTo>
                  <a:close/>
                </a:path>
                <a:path w="7620" h="687069">
                  <a:moveTo>
                    <a:pt x="5080" y="684530"/>
                  </a:moveTo>
                  <a:lnTo>
                    <a:pt x="0" y="684530"/>
                  </a:lnTo>
                  <a:lnTo>
                    <a:pt x="0" y="686943"/>
                  </a:lnTo>
                  <a:lnTo>
                    <a:pt x="2540" y="686943"/>
                  </a:lnTo>
                  <a:lnTo>
                    <a:pt x="2540" y="685673"/>
                  </a:lnTo>
                  <a:lnTo>
                    <a:pt x="5080" y="685673"/>
                  </a:lnTo>
                  <a:lnTo>
                    <a:pt x="5080" y="684530"/>
                  </a:lnTo>
                  <a:close/>
                </a:path>
                <a:path w="7620" h="687069">
                  <a:moveTo>
                    <a:pt x="7620" y="678180"/>
                  </a:moveTo>
                  <a:lnTo>
                    <a:pt x="0" y="678180"/>
                  </a:lnTo>
                  <a:lnTo>
                    <a:pt x="0" y="684403"/>
                  </a:lnTo>
                  <a:lnTo>
                    <a:pt x="5080" y="684403"/>
                  </a:lnTo>
                  <a:lnTo>
                    <a:pt x="7620" y="684530"/>
                  </a:lnTo>
                  <a:lnTo>
                    <a:pt x="7620" y="678180"/>
                  </a:lnTo>
                  <a:close/>
                </a:path>
                <a:path w="7620" h="687069">
                  <a:moveTo>
                    <a:pt x="7620" y="671830"/>
                  </a:moveTo>
                  <a:lnTo>
                    <a:pt x="0" y="671830"/>
                  </a:lnTo>
                  <a:lnTo>
                    <a:pt x="0" y="678053"/>
                  </a:lnTo>
                  <a:lnTo>
                    <a:pt x="7620" y="678053"/>
                  </a:lnTo>
                  <a:lnTo>
                    <a:pt x="7620" y="671830"/>
                  </a:lnTo>
                  <a:close/>
                </a:path>
                <a:path w="7620" h="687069">
                  <a:moveTo>
                    <a:pt x="762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7620" y="671703"/>
                  </a:lnTo>
                  <a:lnTo>
                    <a:pt x="7620" y="665480"/>
                  </a:lnTo>
                  <a:close/>
                </a:path>
                <a:path w="7620" h="687069">
                  <a:moveTo>
                    <a:pt x="7620" y="659130"/>
                  </a:moveTo>
                  <a:lnTo>
                    <a:pt x="0" y="659130"/>
                  </a:lnTo>
                  <a:lnTo>
                    <a:pt x="0" y="665353"/>
                  </a:lnTo>
                  <a:lnTo>
                    <a:pt x="7620" y="665353"/>
                  </a:lnTo>
                  <a:lnTo>
                    <a:pt x="7620" y="659130"/>
                  </a:lnTo>
                  <a:close/>
                </a:path>
                <a:path w="7620" h="687069">
                  <a:moveTo>
                    <a:pt x="7620" y="652780"/>
                  </a:moveTo>
                  <a:lnTo>
                    <a:pt x="0" y="652780"/>
                  </a:lnTo>
                  <a:lnTo>
                    <a:pt x="0" y="659003"/>
                  </a:lnTo>
                  <a:lnTo>
                    <a:pt x="7620" y="659003"/>
                  </a:lnTo>
                  <a:lnTo>
                    <a:pt x="7620" y="652780"/>
                  </a:lnTo>
                  <a:close/>
                </a:path>
                <a:path w="7620" h="687069">
                  <a:moveTo>
                    <a:pt x="7620" y="646430"/>
                  </a:moveTo>
                  <a:lnTo>
                    <a:pt x="0" y="646430"/>
                  </a:lnTo>
                  <a:lnTo>
                    <a:pt x="0" y="652653"/>
                  </a:lnTo>
                  <a:lnTo>
                    <a:pt x="7620" y="652653"/>
                  </a:lnTo>
                  <a:lnTo>
                    <a:pt x="7620" y="646430"/>
                  </a:lnTo>
                  <a:close/>
                </a:path>
                <a:path w="7620" h="687069">
                  <a:moveTo>
                    <a:pt x="7620" y="640080"/>
                  </a:moveTo>
                  <a:lnTo>
                    <a:pt x="0" y="640080"/>
                  </a:lnTo>
                  <a:lnTo>
                    <a:pt x="0" y="646303"/>
                  </a:lnTo>
                  <a:lnTo>
                    <a:pt x="7620" y="646303"/>
                  </a:lnTo>
                  <a:lnTo>
                    <a:pt x="7620" y="640080"/>
                  </a:lnTo>
                  <a:close/>
                </a:path>
                <a:path w="7620" h="687069">
                  <a:moveTo>
                    <a:pt x="7620" y="637540"/>
                  </a:moveTo>
                  <a:lnTo>
                    <a:pt x="0" y="637540"/>
                  </a:lnTo>
                  <a:lnTo>
                    <a:pt x="0" y="639953"/>
                  </a:lnTo>
                  <a:lnTo>
                    <a:pt x="7620" y="639953"/>
                  </a:lnTo>
                  <a:lnTo>
                    <a:pt x="7620" y="637540"/>
                  </a:lnTo>
                  <a:close/>
                </a:path>
              </a:pathLst>
            </a:custGeom>
            <a:solidFill>
              <a:srgbClr val="4B7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3">
              <a:extLst>
                <a:ext uri="{FF2B5EF4-FFF2-40B4-BE49-F238E27FC236}">
                  <a16:creationId xmlns:a16="http://schemas.microsoft.com/office/drawing/2014/main" id="{CF14776B-575D-AD50-9A04-2DD8F0894E15}"/>
                </a:ext>
              </a:extLst>
            </p:cNvPr>
            <p:cNvSpPr/>
            <p:nvPr/>
          </p:nvSpPr>
          <p:spPr>
            <a:xfrm>
              <a:off x="8212944" y="2711211"/>
              <a:ext cx="6350" cy="680720"/>
            </a:xfrm>
            <a:custGeom>
              <a:avLst/>
              <a:gdLst/>
              <a:ahLst/>
              <a:cxnLst/>
              <a:rect l="l" t="t" r="r" b="b"/>
              <a:pathLst>
                <a:path w="6350" h="680719">
                  <a:moveTo>
                    <a:pt x="6350" y="45719"/>
                  </a:moveTo>
                  <a:lnTo>
                    <a:pt x="0" y="45719"/>
                  </a:lnTo>
                  <a:lnTo>
                    <a:pt x="0" y="55752"/>
                  </a:lnTo>
                  <a:lnTo>
                    <a:pt x="6350" y="55752"/>
                  </a:lnTo>
                  <a:lnTo>
                    <a:pt x="6350" y="45719"/>
                  </a:lnTo>
                  <a:close/>
                </a:path>
                <a:path w="6350" h="680719">
                  <a:moveTo>
                    <a:pt x="6350" y="39369"/>
                  </a:moveTo>
                  <a:lnTo>
                    <a:pt x="0" y="39369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39369"/>
                  </a:lnTo>
                  <a:close/>
                </a:path>
                <a:path w="6350" h="680719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680719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680719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680719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680719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680719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680719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680719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680719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680719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680719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680719">
                  <a:moveTo>
                    <a:pt x="5079" y="1142"/>
                  </a:moveTo>
                  <a:lnTo>
                    <a:pt x="254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2539"/>
                  </a:lnTo>
                  <a:lnTo>
                    <a:pt x="5079" y="2539"/>
                  </a:lnTo>
                  <a:lnTo>
                    <a:pt x="5079" y="1142"/>
                  </a:lnTo>
                  <a:close/>
                </a:path>
                <a:path w="6350" h="680719">
                  <a:moveTo>
                    <a:pt x="254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2540" y="1142"/>
                  </a:lnTo>
                  <a:lnTo>
                    <a:pt x="2540" y="0"/>
                  </a:lnTo>
                  <a:close/>
                </a:path>
                <a:path w="6350" h="680719">
                  <a:moveTo>
                    <a:pt x="6350" y="55753"/>
                  </a:moveTo>
                  <a:lnTo>
                    <a:pt x="0" y="55753"/>
                  </a:lnTo>
                  <a:lnTo>
                    <a:pt x="0" y="627252"/>
                  </a:lnTo>
                  <a:lnTo>
                    <a:pt x="6350" y="627252"/>
                  </a:lnTo>
                  <a:lnTo>
                    <a:pt x="6350" y="55753"/>
                  </a:lnTo>
                  <a:close/>
                </a:path>
                <a:path w="6350" h="680719">
                  <a:moveTo>
                    <a:pt x="6350" y="627253"/>
                  </a:moveTo>
                  <a:lnTo>
                    <a:pt x="0" y="627253"/>
                  </a:lnTo>
                  <a:lnTo>
                    <a:pt x="0" y="633602"/>
                  </a:lnTo>
                  <a:lnTo>
                    <a:pt x="6350" y="633602"/>
                  </a:lnTo>
                  <a:lnTo>
                    <a:pt x="6350" y="627253"/>
                  </a:lnTo>
                  <a:close/>
                </a:path>
                <a:path w="6350" h="680719">
                  <a:moveTo>
                    <a:pt x="6350" y="674370"/>
                  </a:moveTo>
                  <a:lnTo>
                    <a:pt x="0" y="674370"/>
                  </a:lnTo>
                  <a:lnTo>
                    <a:pt x="0" y="680720"/>
                  </a:lnTo>
                  <a:lnTo>
                    <a:pt x="1270" y="680720"/>
                  </a:lnTo>
                  <a:lnTo>
                    <a:pt x="1270" y="679323"/>
                  </a:lnTo>
                  <a:lnTo>
                    <a:pt x="3810" y="679323"/>
                  </a:lnTo>
                  <a:lnTo>
                    <a:pt x="3810" y="678053"/>
                  </a:lnTo>
                  <a:lnTo>
                    <a:pt x="6350" y="678053"/>
                  </a:lnTo>
                  <a:lnTo>
                    <a:pt x="6350" y="674370"/>
                  </a:lnTo>
                  <a:close/>
                </a:path>
                <a:path w="6350" h="680719">
                  <a:moveTo>
                    <a:pt x="6350" y="668020"/>
                  </a:moveTo>
                  <a:lnTo>
                    <a:pt x="0" y="668020"/>
                  </a:lnTo>
                  <a:lnTo>
                    <a:pt x="0" y="674243"/>
                  </a:lnTo>
                  <a:lnTo>
                    <a:pt x="6350" y="674243"/>
                  </a:lnTo>
                  <a:lnTo>
                    <a:pt x="6350" y="668020"/>
                  </a:lnTo>
                  <a:close/>
                </a:path>
                <a:path w="6350" h="680719">
                  <a:moveTo>
                    <a:pt x="6350" y="661670"/>
                  </a:moveTo>
                  <a:lnTo>
                    <a:pt x="0" y="661670"/>
                  </a:lnTo>
                  <a:lnTo>
                    <a:pt x="0" y="667893"/>
                  </a:lnTo>
                  <a:lnTo>
                    <a:pt x="6350" y="667893"/>
                  </a:lnTo>
                  <a:lnTo>
                    <a:pt x="6350" y="661670"/>
                  </a:lnTo>
                  <a:close/>
                </a:path>
                <a:path w="6350" h="680719">
                  <a:moveTo>
                    <a:pt x="6350" y="655320"/>
                  </a:moveTo>
                  <a:lnTo>
                    <a:pt x="0" y="655320"/>
                  </a:lnTo>
                  <a:lnTo>
                    <a:pt x="0" y="661543"/>
                  </a:lnTo>
                  <a:lnTo>
                    <a:pt x="6350" y="661543"/>
                  </a:lnTo>
                  <a:lnTo>
                    <a:pt x="6350" y="655320"/>
                  </a:lnTo>
                  <a:close/>
                </a:path>
                <a:path w="6350" h="680719">
                  <a:moveTo>
                    <a:pt x="6350" y="648970"/>
                  </a:moveTo>
                  <a:lnTo>
                    <a:pt x="0" y="648970"/>
                  </a:lnTo>
                  <a:lnTo>
                    <a:pt x="0" y="655193"/>
                  </a:lnTo>
                  <a:lnTo>
                    <a:pt x="6350" y="655193"/>
                  </a:lnTo>
                  <a:lnTo>
                    <a:pt x="6350" y="648970"/>
                  </a:lnTo>
                  <a:close/>
                </a:path>
                <a:path w="6350" h="680719">
                  <a:moveTo>
                    <a:pt x="6350" y="642620"/>
                  </a:moveTo>
                  <a:lnTo>
                    <a:pt x="0" y="642620"/>
                  </a:lnTo>
                  <a:lnTo>
                    <a:pt x="0" y="648843"/>
                  </a:lnTo>
                  <a:lnTo>
                    <a:pt x="6350" y="648843"/>
                  </a:lnTo>
                  <a:lnTo>
                    <a:pt x="6350" y="642620"/>
                  </a:lnTo>
                  <a:close/>
                </a:path>
                <a:path w="6350" h="680719">
                  <a:moveTo>
                    <a:pt x="6350" y="636270"/>
                  </a:moveTo>
                  <a:lnTo>
                    <a:pt x="0" y="636270"/>
                  </a:lnTo>
                  <a:lnTo>
                    <a:pt x="0" y="642493"/>
                  </a:lnTo>
                  <a:lnTo>
                    <a:pt x="6350" y="642493"/>
                  </a:lnTo>
                  <a:lnTo>
                    <a:pt x="6350" y="636270"/>
                  </a:lnTo>
                  <a:close/>
                </a:path>
                <a:path w="6350" h="680719">
                  <a:moveTo>
                    <a:pt x="6350" y="633730"/>
                  </a:moveTo>
                  <a:lnTo>
                    <a:pt x="0" y="633730"/>
                  </a:lnTo>
                  <a:lnTo>
                    <a:pt x="0" y="636143"/>
                  </a:lnTo>
                  <a:lnTo>
                    <a:pt x="6350" y="636143"/>
                  </a:lnTo>
                  <a:lnTo>
                    <a:pt x="6350" y="633730"/>
                  </a:lnTo>
                  <a:close/>
                </a:path>
              </a:pathLst>
            </a:custGeom>
            <a:solidFill>
              <a:srgbClr val="4C7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4">
              <a:extLst>
                <a:ext uri="{FF2B5EF4-FFF2-40B4-BE49-F238E27FC236}">
                  <a16:creationId xmlns:a16="http://schemas.microsoft.com/office/drawing/2014/main" id="{91FB5868-F0F6-3968-2434-5C0F8773E5D5}"/>
                </a:ext>
              </a:extLst>
            </p:cNvPr>
            <p:cNvSpPr/>
            <p:nvPr/>
          </p:nvSpPr>
          <p:spPr>
            <a:xfrm>
              <a:off x="8219294" y="2713751"/>
              <a:ext cx="7620" cy="674370"/>
            </a:xfrm>
            <a:custGeom>
              <a:avLst/>
              <a:gdLst/>
              <a:ahLst/>
              <a:cxnLst/>
              <a:rect l="l" t="t" r="r" b="b"/>
              <a:pathLst>
                <a:path w="7620" h="674369">
                  <a:moveTo>
                    <a:pt x="7620" y="43179"/>
                  </a:moveTo>
                  <a:lnTo>
                    <a:pt x="0" y="43179"/>
                  </a:lnTo>
                  <a:lnTo>
                    <a:pt x="0" y="53212"/>
                  </a:lnTo>
                  <a:lnTo>
                    <a:pt x="7620" y="53212"/>
                  </a:lnTo>
                  <a:lnTo>
                    <a:pt x="7620" y="43179"/>
                  </a:lnTo>
                  <a:close/>
                </a:path>
                <a:path w="7620" h="674369">
                  <a:moveTo>
                    <a:pt x="7620" y="36829"/>
                  </a:moveTo>
                  <a:lnTo>
                    <a:pt x="0" y="36829"/>
                  </a:lnTo>
                  <a:lnTo>
                    <a:pt x="0" y="43052"/>
                  </a:lnTo>
                  <a:lnTo>
                    <a:pt x="7620" y="43052"/>
                  </a:lnTo>
                  <a:lnTo>
                    <a:pt x="7620" y="36829"/>
                  </a:lnTo>
                  <a:close/>
                </a:path>
                <a:path w="7620" h="674369">
                  <a:moveTo>
                    <a:pt x="762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20" y="36702"/>
                  </a:lnTo>
                  <a:lnTo>
                    <a:pt x="7620" y="33020"/>
                  </a:lnTo>
                  <a:close/>
                </a:path>
                <a:path w="7620" h="674369">
                  <a:moveTo>
                    <a:pt x="762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30479"/>
                  </a:lnTo>
                  <a:close/>
                </a:path>
                <a:path w="7620" h="674369">
                  <a:moveTo>
                    <a:pt x="762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20" y="30352"/>
                  </a:lnTo>
                  <a:lnTo>
                    <a:pt x="7620" y="26670"/>
                  </a:lnTo>
                  <a:close/>
                </a:path>
                <a:path w="7620" h="674369">
                  <a:moveTo>
                    <a:pt x="762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4129"/>
                  </a:lnTo>
                  <a:close/>
                </a:path>
                <a:path w="7620" h="674369">
                  <a:moveTo>
                    <a:pt x="762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20" y="24002"/>
                  </a:lnTo>
                  <a:lnTo>
                    <a:pt x="7620" y="20320"/>
                  </a:lnTo>
                  <a:close/>
                </a:path>
                <a:path w="7620" h="674369">
                  <a:moveTo>
                    <a:pt x="762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7779"/>
                  </a:lnTo>
                  <a:close/>
                </a:path>
                <a:path w="7620" h="674369">
                  <a:moveTo>
                    <a:pt x="762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20" y="17652"/>
                  </a:lnTo>
                  <a:lnTo>
                    <a:pt x="7620" y="13970"/>
                  </a:lnTo>
                  <a:close/>
                </a:path>
                <a:path w="7620" h="674369">
                  <a:moveTo>
                    <a:pt x="762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1429"/>
                  </a:lnTo>
                  <a:close/>
                </a:path>
                <a:path w="7620" h="674369">
                  <a:moveTo>
                    <a:pt x="762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20" y="11302"/>
                  </a:lnTo>
                  <a:lnTo>
                    <a:pt x="7620" y="7620"/>
                  </a:lnTo>
                  <a:close/>
                </a:path>
                <a:path w="7620" h="674369">
                  <a:moveTo>
                    <a:pt x="762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5079"/>
                  </a:lnTo>
                  <a:close/>
                </a:path>
                <a:path w="7620" h="674369">
                  <a:moveTo>
                    <a:pt x="3809" y="1142"/>
                  </a:moveTo>
                  <a:lnTo>
                    <a:pt x="2540" y="1142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7620" y="4952"/>
                  </a:lnTo>
                  <a:lnTo>
                    <a:pt x="7620" y="3810"/>
                  </a:lnTo>
                  <a:lnTo>
                    <a:pt x="6350" y="3810"/>
                  </a:lnTo>
                  <a:lnTo>
                    <a:pt x="6350" y="2412"/>
                  </a:lnTo>
                  <a:lnTo>
                    <a:pt x="3809" y="2412"/>
                  </a:lnTo>
                  <a:lnTo>
                    <a:pt x="3809" y="1142"/>
                  </a:lnTo>
                  <a:close/>
                </a:path>
                <a:path w="7620" h="674369">
                  <a:moveTo>
                    <a:pt x="254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2540" y="1142"/>
                  </a:lnTo>
                  <a:lnTo>
                    <a:pt x="2540" y="0"/>
                  </a:lnTo>
                  <a:close/>
                </a:path>
                <a:path w="7620" h="674369">
                  <a:moveTo>
                    <a:pt x="7620" y="53213"/>
                  </a:moveTo>
                  <a:lnTo>
                    <a:pt x="0" y="53213"/>
                  </a:lnTo>
                  <a:lnTo>
                    <a:pt x="0" y="624713"/>
                  </a:lnTo>
                  <a:lnTo>
                    <a:pt x="7620" y="624713"/>
                  </a:lnTo>
                  <a:lnTo>
                    <a:pt x="7620" y="53213"/>
                  </a:lnTo>
                  <a:close/>
                </a:path>
                <a:path w="7620" h="674369">
                  <a:moveTo>
                    <a:pt x="7620" y="624713"/>
                  </a:moveTo>
                  <a:lnTo>
                    <a:pt x="0" y="624713"/>
                  </a:lnTo>
                  <a:lnTo>
                    <a:pt x="0" y="631063"/>
                  </a:lnTo>
                  <a:lnTo>
                    <a:pt x="7620" y="631063"/>
                  </a:lnTo>
                  <a:lnTo>
                    <a:pt x="7620" y="624713"/>
                  </a:lnTo>
                  <a:close/>
                </a:path>
                <a:path w="7620" h="674369">
                  <a:moveTo>
                    <a:pt x="5079" y="671830"/>
                  </a:moveTo>
                  <a:lnTo>
                    <a:pt x="0" y="671830"/>
                  </a:lnTo>
                  <a:lnTo>
                    <a:pt x="0" y="674243"/>
                  </a:lnTo>
                  <a:lnTo>
                    <a:pt x="2540" y="674243"/>
                  </a:lnTo>
                  <a:lnTo>
                    <a:pt x="2540" y="672973"/>
                  </a:lnTo>
                  <a:lnTo>
                    <a:pt x="5079" y="672973"/>
                  </a:lnTo>
                  <a:lnTo>
                    <a:pt x="5079" y="671830"/>
                  </a:lnTo>
                  <a:close/>
                </a:path>
                <a:path w="7620" h="674369">
                  <a:moveTo>
                    <a:pt x="7620" y="665480"/>
                  </a:moveTo>
                  <a:lnTo>
                    <a:pt x="0" y="665480"/>
                  </a:lnTo>
                  <a:lnTo>
                    <a:pt x="0" y="671703"/>
                  </a:lnTo>
                  <a:lnTo>
                    <a:pt x="5079" y="671703"/>
                  </a:lnTo>
                  <a:lnTo>
                    <a:pt x="7620" y="671830"/>
                  </a:lnTo>
                  <a:lnTo>
                    <a:pt x="7620" y="665480"/>
                  </a:lnTo>
                  <a:close/>
                </a:path>
                <a:path w="7620" h="674369">
                  <a:moveTo>
                    <a:pt x="7620" y="659130"/>
                  </a:moveTo>
                  <a:lnTo>
                    <a:pt x="0" y="659130"/>
                  </a:lnTo>
                  <a:lnTo>
                    <a:pt x="0" y="665353"/>
                  </a:lnTo>
                  <a:lnTo>
                    <a:pt x="7620" y="665353"/>
                  </a:lnTo>
                  <a:lnTo>
                    <a:pt x="7620" y="659130"/>
                  </a:lnTo>
                  <a:close/>
                </a:path>
                <a:path w="7620" h="674369">
                  <a:moveTo>
                    <a:pt x="7620" y="652780"/>
                  </a:moveTo>
                  <a:lnTo>
                    <a:pt x="0" y="652780"/>
                  </a:lnTo>
                  <a:lnTo>
                    <a:pt x="0" y="659003"/>
                  </a:lnTo>
                  <a:lnTo>
                    <a:pt x="7620" y="659003"/>
                  </a:lnTo>
                  <a:lnTo>
                    <a:pt x="7620" y="652780"/>
                  </a:lnTo>
                  <a:close/>
                </a:path>
                <a:path w="7620" h="674369">
                  <a:moveTo>
                    <a:pt x="7620" y="646430"/>
                  </a:moveTo>
                  <a:lnTo>
                    <a:pt x="0" y="646430"/>
                  </a:lnTo>
                  <a:lnTo>
                    <a:pt x="0" y="652653"/>
                  </a:lnTo>
                  <a:lnTo>
                    <a:pt x="7620" y="652653"/>
                  </a:lnTo>
                  <a:lnTo>
                    <a:pt x="7620" y="646430"/>
                  </a:lnTo>
                  <a:close/>
                </a:path>
                <a:path w="7620" h="674369">
                  <a:moveTo>
                    <a:pt x="7620" y="640080"/>
                  </a:moveTo>
                  <a:lnTo>
                    <a:pt x="0" y="640080"/>
                  </a:lnTo>
                  <a:lnTo>
                    <a:pt x="0" y="646303"/>
                  </a:lnTo>
                  <a:lnTo>
                    <a:pt x="7620" y="646303"/>
                  </a:lnTo>
                  <a:lnTo>
                    <a:pt x="7620" y="640080"/>
                  </a:lnTo>
                  <a:close/>
                </a:path>
                <a:path w="7620" h="674369">
                  <a:moveTo>
                    <a:pt x="7620" y="633730"/>
                  </a:moveTo>
                  <a:lnTo>
                    <a:pt x="0" y="633730"/>
                  </a:lnTo>
                  <a:lnTo>
                    <a:pt x="0" y="639953"/>
                  </a:lnTo>
                  <a:lnTo>
                    <a:pt x="7620" y="639953"/>
                  </a:lnTo>
                  <a:lnTo>
                    <a:pt x="7620" y="633730"/>
                  </a:lnTo>
                  <a:close/>
                </a:path>
                <a:path w="7620" h="674369">
                  <a:moveTo>
                    <a:pt x="7620" y="631190"/>
                  </a:moveTo>
                  <a:lnTo>
                    <a:pt x="0" y="631190"/>
                  </a:lnTo>
                  <a:lnTo>
                    <a:pt x="0" y="633603"/>
                  </a:lnTo>
                  <a:lnTo>
                    <a:pt x="7620" y="633603"/>
                  </a:lnTo>
                  <a:lnTo>
                    <a:pt x="7620" y="631190"/>
                  </a:lnTo>
                  <a:close/>
                </a:path>
              </a:pathLst>
            </a:custGeom>
            <a:solidFill>
              <a:srgbClr val="4C7A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5">
              <a:extLst>
                <a:ext uri="{FF2B5EF4-FFF2-40B4-BE49-F238E27FC236}">
                  <a16:creationId xmlns:a16="http://schemas.microsoft.com/office/drawing/2014/main" id="{CD4E8699-1C28-A838-7E44-818ABCF393A5}"/>
                </a:ext>
              </a:extLst>
            </p:cNvPr>
            <p:cNvSpPr/>
            <p:nvPr/>
          </p:nvSpPr>
          <p:spPr>
            <a:xfrm>
              <a:off x="8226915" y="2717561"/>
              <a:ext cx="7620" cy="666750"/>
            </a:xfrm>
            <a:custGeom>
              <a:avLst/>
              <a:gdLst/>
              <a:ahLst/>
              <a:cxnLst/>
              <a:rect l="l" t="t" r="r" b="b"/>
              <a:pathLst>
                <a:path w="7620" h="666750">
                  <a:moveTo>
                    <a:pt x="7620" y="39369"/>
                  </a:moveTo>
                  <a:lnTo>
                    <a:pt x="0" y="39369"/>
                  </a:lnTo>
                  <a:lnTo>
                    <a:pt x="0" y="49402"/>
                  </a:lnTo>
                  <a:lnTo>
                    <a:pt x="7620" y="49402"/>
                  </a:lnTo>
                  <a:lnTo>
                    <a:pt x="7620" y="39369"/>
                  </a:lnTo>
                  <a:close/>
                </a:path>
                <a:path w="7620" h="666750">
                  <a:moveTo>
                    <a:pt x="7620" y="33019"/>
                  </a:moveTo>
                  <a:lnTo>
                    <a:pt x="0" y="33019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3019"/>
                  </a:lnTo>
                  <a:close/>
                </a:path>
                <a:path w="7620" h="66675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66675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66675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66675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66675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66675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66675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66675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666750">
                  <a:moveTo>
                    <a:pt x="7620" y="3682"/>
                  </a:moveTo>
                  <a:lnTo>
                    <a:pt x="5080" y="3682"/>
                  </a:lnTo>
                  <a:lnTo>
                    <a:pt x="5080" y="3810"/>
                  </a:ln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682"/>
                  </a:lnTo>
                  <a:close/>
                </a:path>
                <a:path w="7620" h="666750">
                  <a:moveTo>
                    <a:pt x="3809" y="1142"/>
                  </a:moveTo>
                  <a:lnTo>
                    <a:pt x="127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5080" y="3682"/>
                  </a:lnTo>
                  <a:lnTo>
                    <a:pt x="5080" y="2539"/>
                  </a:lnTo>
                  <a:lnTo>
                    <a:pt x="3809" y="2539"/>
                  </a:lnTo>
                  <a:lnTo>
                    <a:pt x="3809" y="1142"/>
                  </a:lnTo>
                  <a:close/>
                </a:path>
                <a:path w="7620" h="666750">
                  <a:moveTo>
                    <a:pt x="127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1270" y="1142"/>
                  </a:lnTo>
                  <a:lnTo>
                    <a:pt x="1270" y="0"/>
                  </a:lnTo>
                  <a:close/>
                </a:path>
                <a:path w="7620" h="666750">
                  <a:moveTo>
                    <a:pt x="7620" y="49403"/>
                  </a:moveTo>
                  <a:lnTo>
                    <a:pt x="0" y="49403"/>
                  </a:lnTo>
                  <a:lnTo>
                    <a:pt x="0" y="620902"/>
                  </a:lnTo>
                  <a:lnTo>
                    <a:pt x="7620" y="620902"/>
                  </a:lnTo>
                  <a:lnTo>
                    <a:pt x="7620" y="49403"/>
                  </a:lnTo>
                  <a:close/>
                </a:path>
                <a:path w="7620" h="666750">
                  <a:moveTo>
                    <a:pt x="7620" y="620903"/>
                  </a:moveTo>
                  <a:lnTo>
                    <a:pt x="0" y="620903"/>
                  </a:lnTo>
                  <a:lnTo>
                    <a:pt x="0" y="627252"/>
                  </a:lnTo>
                  <a:lnTo>
                    <a:pt x="7620" y="627252"/>
                  </a:lnTo>
                  <a:lnTo>
                    <a:pt x="7620" y="620903"/>
                  </a:lnTo>
                  <a:close/>
                </a:path>
                <a:path w="7620" h="666750">
                  <a:moveTo>
                    <a:pt x="7620" y="661670"/>
                  </a:moveTo>
                  <a:lnTo>
                    <a:pt x="0" y="661670"/>
                  </a:lnTo>
                  <a:lnTo>
                    <a:pt x="0" y="666623"/>
                  </a:lnTo>
                  <a:lnTo>
                    <a:pt x="2540" y="666623"/>
                  </a:lnTo>
                  <a:lnTo>
                    <a:pt x="2540" y="665353"/>
                  </a:lnTo>
                  <a:lnTo>
                    <a:pt x="5079" y="665353"/>
                  </a:lnTo>
                  <a:lnTo>
                    <a:pt x="5079" y="664083"/>
                  </a:lnTo>
                  <a:lnTo>
                    <a:pt x="6350" y="664083"/>
                  </a:lnTo>
                  <a:lnTo>
                    <a:pt x="6350" y="662813"/>
                  </a:lnTo>
                  <a:lnTo>
                    <a:pt x="7620" y="662813"/>
                  </a:lnTo>
                  <a:lnTo>
                    <a:pt x="7620" y="661670"/>
                  </a:lnTo>
                  <a:close/>
                </a:path>
                <a:path w="7620" h="666750">
                  <a:moveTo>
                    <a:pt x="7620" y="655320"/>
                  </a:moveTo>
                  <a:lnTo>
                    <a:pt x="0" y="655320"/>
                  </a:lnTo>
                  <a:lnTo>
                    <a:pt x="0" y="661543"/>
                  </a:lnTo>
                  <a:lnTo>
                    <a:pt x="7620" y="661543"/>
                  </a:lnTo>
                  <a:lnTo>
                    <a:pt x="7620" y="655320"/>
                  </a:lnTo>
                  <a:close/>
                </a:path>
                <a:path w="7620" h="666750">
                  <a:moveTo>
                    <a:pt x="7620" y="648970"/>
                  </a:moveTo>
                  <a:lnTo>
                    <a:pt x="0" y="648970"/>
                  </a:lnTo>
                  <a:lnTo>
                    <a:pt x="0" y="655193"/>
                  </a:lnTo>
                  <a:lnTo>
                    <a:pt x="7620" y="655193"/>
                  </a:lnTo>
                  <a:lnTo>
                    <a:pt x="7620" y="648970"/>
                  </a:lnTo>
                  <a:close/>
                </a:path>
                <a:path w="7620" h="666750">
                  <a:moveTo>
                    <a:pt x="7620" y="642620"/>
                  </a:moveTo>
                  <a:lnTo>
                    <a:pt x="0" y="642620"/>
                  </a:lnTo>
                  <a:lnTo>
                    <a:pt x="0" y="648843"/>
                  </a:lnTo>
                  <a:lnTo>
                    <a:pt x="7620" y="648843"/>
                  </a:lnTo>
                  <a:lnTo>
                    <a:pt x="7620" y="642620"/>
                  </a:lnTo>
                  <a:close/>
                </a:path>
                <a:path w="7620" h="666750">
                  <a:moveTo>
                    <a:pt x="7620" y="636270"/>
                  </a:moveTo>
                  <a:lnTo>
                    <a:pt x="0" y="636270"/>
                  </a:lnTo>
                  <a:lnTo>
                    <a:pt x="0" y="642493"/>
                  </a:lnTo>
                  <a:lnTo>
                    <a:pt x="7620" y="642493"/>
                  </a:lnTo>
                  <a:lnTo>
                    <a:pt x="7620" y="636270"/>
                  </a:lnTo>
                  <a:close/>
                </a:path>
                <a:path w="7620" h="666750">
                  <a:moveTo>
                    <a:pt x="7620" y="629920"/>
                  </a:moveTo>
                  <a:lnTo>
                    <a:pt x="0" y="629920"/>
                  </a:lnTo>
                  <a:lnTo>
                    <a:pt x="0" y="636143"/>
                  </a:lnTo>
                  <a:lnTo>
                    <a:pt x="7620" y="636143"/>
                  </a:lnTo>
                  <a:lnTo>
                    <a:pt x="7620" y="629920"/>
                  </a:lnTo>
                  <a:close/>
                </a:path>
                <a:path w="7620" h="666750">
                  <a:moveTo>
                    <a:pt x="7620" y="627380"/>
                  </a:moveTo>
                  <a:lnTo>
                    <a:pt x="0" y="627380"/>
                  </a:lnTo>
                  <a:lnTo>
                    <a:pt x="0" y="629793"/>
                  </a:lnTo>
                  <a:lnTo>
                    <a:pt x="7620" y="629793"/>
                  </a:lnTo>
                  <a:lnTo>
                    <a:pt x="7620" y="627380"/>
                  </a:lnTo>
                  <a:close/>
                </a:path>
              </a:pathLst>
            </a:custGeom>
            <a:solidFill>
              <a:srgbClr val="4D7C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66">
              <a:extLst>
                <a:ext uri="{FF2B5EF4-FFF2-40B4-BE49-F238E27FC236}">
                  <a16:creationId xmlns:a16="http://schemas.microsoft.com/office/drawing/2014/main" id="{C4BD43B6-C55E-AF82-1735-302DAA9EE643}"/>
                </a:ext>
              </a:extLst>
            </p:cNvPr>
            <p:cNvSpPr/>
            <p:nvPr/>
          </p:nvSpPr>
          <p:spPr>
            <a:xfrm>
              <a:off x="8234535" y="2722514"/>
              <a:ext cx="6350" cy="657860"/>
            </a:xfrm>
            <a:custGeom>
              <a:avLst/>
              <a:gdLst/>
              <a:ahLst/>
              <a:cxnLst/>
              <a:rect l="l" t="t" r="r" b="b"/>
              <a:pathLst>
                <a:path w="6350" h="657860">
                  <a:moveTo>
                    <a:pt x="6350" y="34416"/>
                  </a:moveTo>
                  <a:lnTo>
                    <a:pt x="0" y="34416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34416"/>
                  </a:lnTo>
                  <a:close/>
                </a:path>
                <a:path w="6350" h="657860">
                  <a:moveTo>
                    <a:pt x="6350" y="28066"/>
                  </a:moveTo>
                  <a:lnTo>
                    <a:pt x="0" y="28066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28066"/>
                  </a:lnTo>
                  <a:close/>
                </a:path>
                <a:path w="6350" h="657860">
                  <a:moveTo>
                    <a:pt x="635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4257"/>
                  </a:lnTo>
                  <a:close/>
                </a:path>
                <a:path w="6350" h="657860">
                  <a:moveTo>
                    <a:pt x="635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1716"/>
                  </a:lnTo>
                  <a:close/>
                </a:path>
                <a:path w="6350" h="657860">
                  <a:moveTo>
                    <a:pt x="635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7907"/>
                  </a:lnTo>
                  <a:close/>
                </a:path>
                <a:path w="6350" h="657860">
                  <a:moveTo>
                    <a:pt x="635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5366"/>
                  </a:lnTo>
                  <a:close/>
                </a:path>
                <a:path w="6350" h="657860">
                  <a:moveTo>
                    <a:pt x="635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1557"/>
                  </a:lnTo>
                  <a:close/>
                </a:path>
                <a:path w="6350" h="657860">
                  <a:moveTo>
                    <a:pt x="635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9016"/>
                  </a:lnTo>
                  <a:close/>
                </a:path>
                <a:path w="6350" h="657860">
                  <a:moveTo>
                    <a:pt x="635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5207"/>
                  </a:lnTo>
                  <a:close/>
                </a:path>
                <a:path w="6350" h="657860">
                  <a:moveTo>
                    <a:pt x="6350" y="2539"/>
                  </a:moveTo>
                  <a:lnTo>
                    <a:pt x="5079" y="2539"/>
                  </a:lnTo>
                  <a:lnTo>
                    <a:pt x="0" y="2666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539"/>
                  </a:lnTo>
                  <a:close/>
                </a:path>
                <a:path w="6350" h="65786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5079" y="2539"/>
                  </a:lnTo>
                  <a:lnTo>
                    <a:pt x="5079" y="1397"/>
                  </a:lnTo>
                  <a:lnTo>
                    <a:pt x="2539" y="1397"/>
                  </a:lnTo>
                  <a:lnTo>
                    <a:pt x="2539" y="0"/>
                  </a:lnTo>
                  <a:close/>
                </a:path>
                <a:path w="6350" h="657860">
                  <a:moveTo>
                    <a:pt x="6350" y="44450"/>
                  </a:moveTo>
                  <a:lnTo>
                    <a:pt x="0" y="44450"/>
                  </a:lnTo>
                  <a:lnTo>
                    <a:pt x="0" y="615950"/>
                  </a:lnTo>
                  <a:lnTo>
                    <a:pt x="6350" y="615950"/>
                  </a:lnTo>
                  <a:lnTo>
                    <a:pt x="6350" y="44450"/>
                  </a:lnTo>
                  <a:close/>
                </a:path>
                <a:path w="6350" h="657860">
                  <a:moveTo>
                    <a:pt x="6350" y="615950"/>
                  </a:moveTo>
                  <a:lnTo>
                    <a:pt x="0" y="615950"/>
                  </a:lnTo>
                  <a:lnTo>
                    <a:pt x="0" y="622300"/>
                  </a:lnTo>
                  <a:lnTo>
                    <a:pt x="6350" y="622300"/>
                  </a:lnTo>
                  <a:lnTo>
                    <a:pt x="6350" y="615950"/>
                  </a:lnTo>
                  <a:close/>
                </a:path>
                <a:path w="6350" h="657860">
                  <a:moveTo>
                    <a:pt x="1270" y="656717"/>
                  </a:moveTo>
                  <a:lnTo>
                    <a:pt x="0" y="656717"/>
                  </a:lnTo>
                  <a:lnTo>
                    <a:pt x="0" y="657860"/>
                  </a:lnTo>
                  <a:lnTo>
                    <a:pt x="1270" y="657860"/>
                  </a:lnTo>
                  <a:lnTo>
                    <a:pt x="1270" y="656717"/>
                  </a:lnTo>
                  <a:close/>
                </a:path>
                <a:path w="6350" h="657860">
                  <a:moveTo>
                    <a:pt x="6350" y="650367"/>
                  </a:moveTo>
                  <a:lnTo>
                    <a:pt x="0" y="650367"/>
                  </a:lnTo>
                  <a:lnTo>
                    <a:pt x="0" y="656590"/>
                  </a:lnTo>
                  <a:lnTo>
                    <a:pt x="1270" y="656590"/>
                  </a:lnTo>
                  <a:lnTo>
                    <a:pt x="3809" y="656717"/>
                  </a:lnTo>
                  <a:lnTo>
                    <a:pt x="3809" y="655320"/>
                  </a:lnTo>
                  <a:lnTo>
                    <a:pt x="6350" y="655320"/>
                  </a:lnTo>
                  <a:lnTo>
                    <a:pt x="6350" y="650367"/>
                  </a:lnTo>
                  <a:close/>
                </a:path>
                <a:path w="6350" h="657860">
                  <a:moveTo>
                    <a:pt x="6350" y="644017"/>
                  </a:moveTo>
                  <a:lnTo>
                    <a:pt x="0" y="644017"/>
                  </a:lnTo>
                  <a:lnTo>
                    <a:pt x="0" y="650240"/>
                  </a:lnTo>
                  <a:lnTo>
                    <a:pt x="6350" y="650240"/>
                  </a:lnTo>
                  <a:lnTo>
                    <a:pt x="6350" y="644017"/>
                  </a:lnTo>
                  <a:close/>
                </a:path>
                <a:path w="6350" h="657860">
                  <a:moveTo>
                    <a:pt x="6350" y="637667"/>
                  </a:moveTo>
                  <a:lnTo>
                    <a:pt x="0" y="637667"/>
                  </a:lnTo>
                  <a:lnTo>
                    <a:pt x="0" y="643890"/>
                  </a:lnTo>
                  <a:lnTo>
                    <a:pt x="6350" y="643890"/>
                  </a:lnTo>
                  <a:lnTo>
                    <a:pt x="6350" y="637667"/>
                  </a:lnTo>
                  <a:close/>
                </a:path>
                <a:path w="6350" h="657860">
                  <a:moveTo>
                    <a:pt x="6350" y="631317"/>
                  </a:moveTo>
                  <a:lnTo>
                    <a:pt x="0" y="631317"/>
                  </a:lnTo>
                  <a:lnTo>
                    <a:pt x="0" y="637540"/>
                  </a:lnTo>
                  <a:lnTo>
                    <a:pt x="6350" y="637540"/>
                  </a:lnTo>
                  <a:lnTo>
                    <a:pt x="6350" y="631317"/>
                  </a:lnTo>
                  <a:close/>
                </a:path>
                <a:path w="6350" h="657860">
                  <a:moveTo>
                    <a:pt x="6350" y="624967"/>
                  </a:moveTo>
                  <a:lnTo>
                    <a:pt x="0" y="624967"/>
                  </a:lnTo>
                  <a:lnTo>
                    <a:pt x="0" y="631190"/>
                  </a:lnTo>
                  <a:lnTo>
                    <a:pt x="6350" y="631190"/>
                  </a:lnTo>
                  <a:lnTo>
                    <a:pt x="6350" y="624967"/>
                  </a:lnTo>
                  <a:close/>
                </a:path>
                <a:path w="6350" h="657860">
                  <a:moveTo>
                    <a:pt x="6350" y="622427"/>
                  </a:moveTo>
                  <a:lnTo>
                    <a:pt x="0" y="622427"/>
                  </a:lnTo>
                  <a:lnTo>
                    <a:pt x="0" y="624840"/>
                  </a:lnTo>
                  <a:lnTo>
                    <a:pt x="6350" y="624840"/>
                  </a:lnTo>
                  <a:lnTo>
                    <a:pt x="6350" y="622427"/>
                  </a:lnTo>
                  <a:close/>
                </a:path>
              </a:pathLst>
            </a:custGeom>
            <a:solidFill>
              <a:srgbClr val="4E7D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67">
              <a:extLst>
                <a:ext uri="{FF2B5EF4-FFF2-40B4-BE49-F238E27FC236}">
                  <a16:creationId xmlns:a16="http://schemas.microsoft.com/office/drawing/2014/main" id="{9490E9F0-3945-5FB6-76C9-E4E5C68A13DC}"/>
                </a:ext>
              </a:extLst>
            </p:cNvPr>
            <p:cNvSpPr/>
            <p:nvPr/>
          </p:nvSpPr>
          <p:spPr>
            <a:xfrm>
              <a:off x="8240885" y="2725054"/>
              <a:ext cx="7620" cy="651510"/>
            </a:xfrm>
            <a:custGeom>
              <a:avLst/>
              <a:gdLst/>
              <a:ahLst/>
              <a:cxnLst/>
              <a:rect l="l" t="t" r="r" b="b"/>
              <a:pathLst>
                <a:path w="7620" h="651510">
                  <a:moveTo>
                    <a:pt x="7620" y="31876"/>
                  </a:moveTo>
                  <a:lnTo>
                    <a:pt x="0" y="31876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1876"/>
                  </a:lnTo>
                  <a:close/>
                </a:path>
                <a:path w="7620" h="651510">
                  <a:moveTo>
                    <a:pt x="7620" y="25526"/>
                  </a:moveTo>
                  <a:lnTo>
                    <a:pt x="0" y="25526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5526"/>
                  </a:lnTo>
                  <a:close/>
                </a:path>
                <a:path w="7620" h="651510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651510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651510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651510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651510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651510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651510">
                  <a:moveTo>
                    <a:pt x="5079" y="2539"/>
                  </a:moveTo>
                  <a:lnTo>
                    <a:pt x="2539" y="2539"/>
                  </a:lnTo>
                  <a:lnTo>
                    <a:pt x="2539" y="2667"/>
                  </a:ln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207"/>
                  </a:lnTo>
                  <a:lnTo>
                    <a:pt x="6350" y="5207"/>
                  </a:lnTo>
                  <a:lnTo>
                    <a:pt x="6350" y="3810"/>
                  </a:lnTo>
                  <a:lnTo>
                    <a:pt x="5079" y="3810"/>
                  </a:lnTo>
                  <a:lnTo>
                    <a:pt x="5079" y="2539"/>
                  </a:lnTo>
                  <a:close/>
                </a:path>
                <a:path w="7620" h="651510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  <a:path w="7620" h="651510">
                  <a:moveTo>
                    <a:pt x="7620" y="41910"/>
                  </a:moveTo>
                  <a:lnTo>
                    <a:pt x="0" y="41910"/>
                  </a:lnTo>
                  <a:lnTo>
                    <a:pt x="0" y="613410"/>
                  </a:lnTo>
                  <a:lnTo>
                    <a:pt x="7620" y="613410"/>
                  </a:lnTo>
                  <a:lnTo>
                    <a:pt x="7620" y="41910"/>
                  </a:lnTo>
                  <a:close/>
                </a:path>
                <a:path w="7620" h="651510">
                  <a:moveTo>
                    <a:pt x="7620" y="613410"/>
                  </a:moveTo>
                  <a:lnTo>
                    <a:pt x="0" y="613410"/>
                  </a:lnTo>
                  <a:lnTo>
                    <a:pt x="0" y="619760"/>
                  </a:lnTo>
                  <a:lnTo>
                    <a:pt x="7620" y="619760"/>
                  </a:lnTo>
                  <a:lnTo>
                    <a:pt x="7620" y="613410"/>
                  </a:lnTo>
                  <a:close/>
                </a:path>
                <a:path w="7620" h="651510">
                  <a:moveTo>
                    <a:pt x="5079" y="647827"/>
                  </a:moveTo>
                  <a:lnTo>
                    <a:pt x="0" y="647827"/>
                  </a:lnTo>
                  <a:lnTo>
                    <a:pt x="0" y="651510"/>
                  </a:lnTo>
                  <a:lnTo>
                    <a:pt x="1270" y="651510"/>
                  </a:lnTo>
                  <a:lnTo>
                    <a:pt x="1270" y="650240"/>
                  </a:lnTo>
                  <a:lnTo>
                    <a:pt x="3809" y="650240"/>
                  </a:lnTo>
                  <a:lnTo>
                    <a:pt x="3809" y="648970"/>
                  </a:lnTo>
                  <a:lnTo>
                    <a:pt x="5079" y="648970"/>
                  </a:lnTo>
                  <a:lnTo>
                    <a:pt x="5079" y="647827"/>
                  </a:lnTo>
                  <a:close/>
                </a:path>
                <a:path w="7620" h="651510">
                  <a:moveTo>
                    <a:pt x="7620" y="641477"/>
                  </a:moveTo>
                  <a:lnTo>
                    <a:pt x="0" y="641477"/>
                  </a:lnTo>
                  <a:lnTo>
                    <a:pt x="0" y="647700"/>
                  </a:lnTo>
                  <a:lnTo>
                    <a:pt x="5079" y="647700"/>
                  </a:lnTo>
                  <a:lnTo>
                    <a:pt x="6350" y="647827"/>
                  </a:lnTo>
                  <a:lnTo>
                    <a:pt x="6350" y="646430"/>
                  </a:lnTo>
                  <a:lnTo>
                    <a:pt x="7620" y="646430"/>
                  </a:lnTo>
                  <a:lnTo>
                    <a:pt x="7620" y="641477"/>
                  </a:lnTo>
                  <a:close/>
                </a:path>
                <a:path w="7620" h="651510">
                  <a:moveTo>
                    <a:pt x="7620" y="635127"/>
                  </a:moveTo>
                  <a:lnTo>
                    <a:pt x="0" y="635127"/>
                  </a:lnTo>
                  <a:lnTo>
                    <a:pt x="0" y="641350"/>
                  </a:lnTo>
                  <a:lnTo>
                    <a:pt x="7620" y="641350"/>
                  </a:lnTo>
                  <a:lnTo>
                    <a:pt x="7620" y="635127"/>
                  </a:lnTo>
                  <a:close/>
                </a:path>
                <a:path w="7620" h="651510">
                  <a:moveTo>
                    <a:pt x="7620" y="628777"/>
                  </a:moveTo>
                  <a:lnTo>
                    <a:pt x="0" y="628777"/>
                  </a:lnTo>
                  <a:lnTo>
                    <a:pt x="0" y="635000"/>
                  </a:lnTo>
                  <a:lnTo>
                    <a:pt x="7620" y="635000"/>
                  </a:lnTo>
                  <a:lnTo>
                    <a:pt x="7620" y="628777"/>
                  </a:lnTo>
                  <a:close/>
                </a:path>
                <a:path w="7620" h="651510">
                  <a:moveTo>
                    <a:pt x="7620" y="622427"/>
                  </a:moveTo>
                  <a:lnTo>
                    <a:pt x="0" y="622427"/>
                  </a:lnTo>
                  <a:lnTo>
                    <a:pt x="0" y="628650"/>
                  </a:lnTo>
                  <a:lnTo>
                    <a:pt x="7620" y="628650"/>
                  </a:lnTo>
                  <a:lnTo>
                    <a:pt x="7620" y="622427"/>
                  </a:lnTo>
                  <a:close/>
                </a:path>
                <a:path w="7620" h="651510">
                  <a:moveTo>
                    <a:pt x="7620" y="619887"/>
                  </a:moveTo>
                  <a:lnTo>
                    <a:pt x="0" y="619887"/>
                  </a:lnTo>
                  <a:lnTo>
                    <a:pt x="0" y="622300"/>
                  </a:lnTo>
                  <a:lnTo>
                    <a:pt x="7620" y="622300"/>
                  </a:lnTo>
                  <a:lnTo>
                    <a:pt x="7620" y="619887"/>
                  </a:lnTo>
                  <a:close/>
                </a:path>
              </a:pathLst>
            </a:custGeom>
            <a:solidFill>
              <a:srgbClr val="4F7E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68">
              <a:extLst>
                <a:ext uri="{FF2B5EF4-FFF2-40B4-BE49-F238E27FC236}">
                  <a16:creationId xmlns:a16="http://schemas.microsoft.com/office/drawing/2014/main" id="{1BF20ACC-7395-86FB-7AED-C7C579978934}"/>
                </a:ext>
              </a:extLst>
            </p:cNvPr>
            <p:cNvSpPr/>
            <p:nvPr/>
          </p:nvSpPr>
          <p:spPr>
            <a:xfrm>
              <a:off x="8248505" y="2731404"/>
              <a:ext cx="7620" cy="640080"/>
            </a:xfrm>
            <a:custGeom>
              <a:avLst/>
              <a:gdLst/>
              <a:ahLst/>
              <a:cxnLst/>
              <a:rect l="l" t="t" r="r" b="b"/>
              <a:pathLst>
                <a:path w="7620" h="640080">
                  <a:moveTo>
                    <a:pt x="7620" y="25526"/>
                  </a:moveTo>
                  <a:lnTo>
                    <a:pt x="0" y="25526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25526"/>
                  </a:lnTo>
                  <a:close/>
                </a:path>
                <a:path w="7620" h="640080">
                  <a:moveTo>
                    <a:pt x="7620" y="19176"/>
                  </a:moveTo>
                  <a:lnTo>
                    <a:pt x="0" y="19176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19176"/>
                  </a:lnTo>
                  <a:close/>
                </a:path>
                <a:path w="7620" h="640080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640080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640080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640080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640080">
                  <a:moveTo>
                    <a:pt x="6350" y="2539"/>
                  </a:moveTo>
                  <a:lnTo>
                    <a:pt x="3810" y="2539"/>
                  </a:lnTo>
                  <a:lnTo>
                    <a:pt x="3810" y="2667"/>
                  </a:ln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lnTo>
                    <a:pt x="6350" y="3810"/>
                  </a:lnTo>
                  <a:lnTo>
                    <a:pt x="6350" y="2539"/>
                  </a:lnTo>
                  <a:close/>
                </a:path>
                <a:path w="7620" h="640080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1397"/>
                  </a:lnTo>
                  <a:lnTo>
                    <a:pt x="2540" y="1397"/>
                  </a:lnTo>
                  <a:lnTo>
                    <a:pt x="2540" y="0"/>
                  </a:lnTo>
                  <a:close/>
                </a:path>
                <a:path w="7620" h="640080">
                  <a:moveTo>
                    <a:pt x="7620" y="35560"/>
                  </a:moveTo>
                  <a:lnTo>
                    <a:pt x="0" y="35560"/>
                  </a:lnTo>
                  <a:lnTo>
                    <a:pt x="0" y="607060"/>
                  </a:lnTo>
                  <a:lnTo>
                    <a:pt x="7620" y="607060"/>
                  </a:lnTo>
                  <a:lnTo>
                    <a:pt x="7620" y="35560"/>
                  </a:lnTo>
                  <a:close/>
                </a:path>
                <a:path w="7620" h="640080">
                  <a:moveTo>
                    <a:pt x="7620" y="607060"/>
                  </a:moveTo>
                  <a:lnTo>
                    <a:pt x="0" y="607060"/>
                  </a:lnTo>
                  <a:lnTo>
                    <a:pt x="0" y="613410"/>
                  </a:lnTo>
                  <a:lnTo>
                    <a:pt x="7620" y="613410"/>
                  </a:lnTo>
                  <a:lnTo>
                    <a:pt x="7620" y="607060"/>
                  </a:lnTo>
                  <a:close/>
                </a:path>
                <a:path w="7620" h="640080">
                  <a:moveTo>
                    <a:pt x="6350" y="635127"/>
                  </a:moveTo>
                  <a:lnTo>
                    <a:pt x="0" y="635127"/>
                  </a:lnTo>
                  <a:lnTo>
                    <a:pt x="0" y="640080"/>
                  </a:lnTo>
                  <a:lnTo>
                    <a:pt x="1270" y="640080"/>
                  </a:lnTo>
                  <a:lnTo>
                    <a:pt x="1270" y="638810"/>
                  </a:lnTo>
                  <a:lnTo>
                    <a:pt x="2540" y="638810"/>
                  </a:lnTo>
                  <a:lnTo>
                    <a:pt x="2540" y="637540"/>
                  </a:lnTo>
                  <a:lnTo>
                    <a:pt x="5080" y="637540"/>
                  </a:lnTo>
                  <a:lnTo>
                    <a:pt x="5080" y="636270"/>
                  </a:lnTo>
                  <a:lnTo>
                    <a:pt x="6350" y="636270"/>
                  </a:lnTo>
                  <a:lnTo>
                    <a:pt x="6350" y="635127"/>
                  </a:lnTo>
                  <a:close/>
                </a:path>
                <a:path w="7620" h="640080">
                  <a:moveTo>
                    <a:pt x="7620" y="628777"/>
                  </a:moveTo>
                  <a:lnTo>
                    <a:pt x="0" y="628777"/>
                  </a:lnTo>
                  <a:lnTo>
                    <a:pt x="0" y="635000"/>
                  </a:lnTo>
                  <a:lnTo>
                    <a:pt x="6350" y="635000"/>
                  </a:lnTo>
                  <a:lnTo>
                    <a:pt x="7620" y="635127"/>
                  </a:lnTo>
                  <a:lnTo>
                    <a:pt x="7620" y="628777"/>
                  </a:lnTo>
                  <a:close/>
                </a:path>
                <a:path w="7620" h="640080">
                  <a:moveTo>
                    <a:pt x="7620" y="622427"/>
                  </a:moveTo>
                  <a:lnTo>
                    <a:pt x="0" y="622427"/>
                  </a:lnTo>
                  <a:lnTo>
                    <a:pt x="0" y="628650"/>
                  </a:lnTo>
                  <a:lnTo>
                    <a:pt x="7620" y="628650"/>
                  </a:lnTo>
                  <a:lnTo>
                    <a:pt x="7620" y="622427"/>
                  </a:lnTo>
                  <a:close/>
                </a:path>
                <a:path w="7620" h="640080">
                  <a:moveTo>
                    <a:pt x="7620" y="616077"/>
                  </a:moveTo>
                  <a:lnTo>
                    <a:pt x="0" y="616077"/>
                  </a:lnTo>
                  <a:lnTo>
                    <a:pt x="0" y="622300"/>
                  </a:lnTo>
                  <a:lnTo>
                    <a:pt x="7620" y="622300"/>
                  </a:lnTo>
                  <a:lnTo>
                    <a:pt x="7620" y="616077"/>
                  </a:lnTo>
                  <a:close/>
                </a:path>
                <a:path w="7620" h="640080">
                  <a:moveTo>
                    <a:pt x="7620" y="613537"/>
                  </a:moveTo>
                  <a:lnTo>
                    <a:pt x="0" y="613537"/>
                  </a:lnTo>
                  <a:lnTo>
                    <a:pt x="0" y="615950"/>
                  </a:lnTo>
                  <a:lnTo>
                    <a:pt x="7620" y="615950"/>
                  </a:lnTo>
                  <a:lnTo>
                    <a:pt x="7620" y="613537"/>
                  </a:lnTo>
                  <a:close/>
                </a:path>
              </a:pathLst>
            </a:custGeom>
            <a:solidFill>
              <a:srgbClr val="4F7F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69">
              <a:extLst>
                <a:ext uri="{FF2B5EF4-FFF2-40B4-BE49-F238E27FC236}">
                  <a16:creationId xmlns:a16="http://schemas.microsoft.com/office/drawing/2014/main" id="{20D9B549-6F75-210D-19B0-5B8E11029DF3}"/>
                </a:ext>
              </a:extLst>
            </p:cNvPr>
            <p:cNvSpPr/>
            <p:nvPr/>
          </p:nvSpPr>
          <p:spPr>
            <a:xfrm>
              <a:off x="8256124" y="2736611"/>
              <a:ext cx="6350" cy="628650"/>
            </a:xfrm>
            <a:custGeom>
              <a:avLst/>
              <a:gdLst/>
              <a:ahLst/>
              <a:cxnLst/>
              <a:rect l="l" t="t" r="r" b="b"/>
              <a:pathLst>
                <a:path w="6350" h="628650">
                  <a:moveTo>
                    <a:pt x="6350" y="20319"/>
                  </a:moveTo>
                  <a:lnTo>
                    <a:pt x="0" y="20319"/>
                  </a:lnTo>
                  <a:lnTo>
                    <a:pt x="0" y="30352"/>
                  </a:lnTo>
                  <a:lnTo>
                    <a:pt x="6350" y="30352"/>
                  </a:lnTo>
                  <a:lnTo>
                    <a:pt x="6350" y="20319"/>
                  </a:lnTo>
                  <a:close/>
                </a:path>
                <a:path w="6350" h="628650">
                  <a:moveTo>
                    <a:pt x="6350" y="13969"/>
                  </a:moveTo>
                  <a:lnTo>
                    <a:pt x="0" y="13969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3969"/>
                  </a:lnTo>
                  <a:close/>
                </a:path>
                <a:path w="6350" h="628650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628650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628650">
                  <a:moveTo>
                    <a:pt x="6350" y="3682"/>
                  </a:moveTo>
                  <a:lnTo>
                    <a:pt x="5080" y="3682"/>
                  </a:lnTo>
                  <a:lnTo>
                    <a:pt x="5080" y="3810"/>
                  </a:ln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682"/>
                  </a:lnTo>
                  <a:close/>
                </a:path>
                <a:path w="6350" h="628650">
                  <a:moveTo>
                    <a:pt x="3810" y="1142"/>
                  </a:moveTo>
                  <a:lnTo>
                    <a:pt x="127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5080" y="3682"/>
                  </a:lnTo>
                  <a:lnTo>
                    <a:pt x="5080" y="2539"/>
                  </a:lnTo>
                  <a:lnTo>
                    <a:pt x="3810" y="2539"/>
                  </a:lnTo>
                  <a:lnTo>
                    <a:pt x="3810" y="1142"/>
                  </a:lnTo>
                  <a:close/>
                </a:path>
                <a:path w="6350" h="628650">
                  <a:moveTo>
                    <a:pt x="127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1270" y="1142"/>
                  </a:lnTo>
                  <a:lnTo>
                    <a:pt x="1270" y="0"/>
                  </a:lnTo>
                  <a:close/>
                </a:path>
                <a:path w="6350" h="628650">
                  <a:moveTo>
                    <a:pt x="6350" y="30353"/>
                  </a:moveTo>
                  <a:lnTo>
                    <a:pt x="0" y="30353"/>
                  </a:lnTo>
                  <a:lnTo>
                    <a:pt x="0" y="601852"/>
                  </a:lnTo>
                  <a:lnTo>
                    <a:pt x="6350" y="601852"/>
                  </a:lnTo>
                  <a:lnTo>
                    <a:pt x="6350" y="30353"/>
                  </a:lnTo>
                  <a:close/>
                </a:path>
                <a:path w="6350" h="628650">
                  <a:moveTo>
                    <a:pt x="6350" y="601853"/>
                  </a:moveTo>
                  <a:lnTo>
                    <a:pt x="0" y="601853"/>
                  </a:lnTo>
                  <a:lnTo>
                    <a:pt x="0" y="608202"/>
                  </a:lnTo>
                  <a:lnTo>
                    <a:pt x="6350" y="608202"/>
                  </a:lnTo>
                  <a:lnTo>
                    <a:pt x="6350" y="601853"/>
                  </a:lnTo>
                  <a:close/>
                </a:path>
                <a:path w="6350" h="628650">
                  <a:moveTo>
                    <a:pt x="6350" y="623570"/>
                  </a:moveTo>
                  <a:lnTo>
                    <a:pt x="0" y="623570"/>
                  </a:lnTo>
                  <a:lnTo>
                    <a:pt x="0" y="628523"/>
                  </a:lnTo>
                  <a:lnTo>
                    <a:pt x="2540" y="628523"/>
                  </a:lnTo>
                  <a:lnTo>
                    <a:pt x="2540" y="627253"/>
                  </a:lnTo>
                  <a:lnTo>
                    <a:pt x="3810" y="627253"/>
                  </a:lnTo>
                  <a:lnTo>
                    <a:pt x="3810" y="625983"/>
                  </a:lnTo>
                  <a:lnTo>
                    <a:pt x="5080" y="625983"/>
                  </a:lnTo>
                  <a:lnTo>
                    <a:pt x="5080" y="624713"/>
                  </a:lnTo>
                  <a:lnTo>
                    <a:pt x="6350" y="624713"/>
                  </a:lnTo>
                  <a:lnTo>
                    <a:pt x="6350" y="623570"/>
                  </a:lnTo>
                  <a:close/>
                </a:path>
                <a:path w="6350" h="628650">
                  <a:moveTo>
                    <a:pt x="6350" y="617220"/>
                  </a:moveTo>
                  <a:lnTo>
                    <a:pt x="0" y="617220"/>
                  </a:lnTo>
                  <a:lnTo>
                    <a:pt x="0" y="623443"/>
                  </a:lnTo>
                  <a:lnTo>
                    <a:pt x="6350" y="623443"/>
                  </a:lnTo>
                  <a:lnTo>
                    <a:pt x="6350" y="617220"/>
                  </a:lnTo>
                  <a:close/>
                </a:path>
                <a:path w="6350" h="628650">
                  <a:moveTo>
                    <a:pt x="6350" y="610870"/>
                  </a:moveTo>
                  <a:lnTo>
                    <a:pt x="0" y="610870"/>
                  </a:lnTo>
                  <a:lnTo>
                    <a:pt x="0" y="617093"/>
                  </a:lnTo>
                  <a:lnTo>
                    <a:pt x="6350" y="617093"/>
                  </a:lnTo>
                  <a:lnTo>
                    <a:pt x="6350" y="610870"/>
                  </a:lnTo>
                  <a:close/>
                </a:path>
                <a:path w="6350" h="628650">
                  <a:moveTo>
                    <a:pt x="6350" y="608330"/>
                  </a:moveTo>
                  <a:lnTo>
                    <a:pt x="0" y="608330"/>
                  </a:lnTo>
                  <a:lnTo>
                    <a:pt x="0" y="610743"/>
                  </a:lnTo>
                  <a:lnTo>
                    <a:pt x="6350" y="610743"/>
                  </a:lnTo>
                  <a:lnTo>
                    <a:pt x="6350" y="608330"/>
                  </a:lnTo>
                  <a:close/>
                </a:path>
              </a:pathLst>
            </a:custGeom>
            <a:solidFill>
              <a:srgbClr val="5081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0">
              <a:extLst>
                <a:ext uri="{FF2B5EF4-FFF2-40B4-BE49-F238E27FC236}">
                  <a16:creationId xmlns:a16="http://schemas.microsoft.com/office/drawing/2014/main" id="{7183E7AC-786C-3BCC-896B-256A451938F7}"/>
                </a:ext>
              </a:extLst>
            </p:cNvPr>
            <p:cNvSpPr/>
            <p:nvPr/>
          </p:nvSpPr>
          <p:spPr>
            <a:xfrm>
              <a:off x="8262474" y="2741564"/>
              <a:ext cx="7620" cy="619125"/>
            </a:xfrm>
            <a:custGeom>
              <a:avLst/>
              <a:gdLst/>
              <a:ahLst/>
              <a:cxnLst/>
              <a:rect l="l" t="t" r="r" b="b"/>
              <a:pathLst>
                <a:path w="7620" h="619125">
                  <a:moveTo>
                    <a:pt x="7620" y="15366"/>
                  </a:moveTo>
                  <a:lnTo>
                    <a:pt x="0" y="15366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15366"/>
                  </a:lnTo>
                  <a:close/>
                </a:path>
                <a:path w="7620" h="619125">
                  <a:moveTo>
                    <a:pt x="7620" y="9016"/>
                  </a:moveTo>
                  <a:lnTo>
                    <a:pt x="0" y="901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9016"/>
                  </a:lnTo>
                  <a:close/>
                </a:path>
                <a:path w="7620" h="619125">
                  <a:moveTo>
                    <a:pt x="7620" y="5079"/>
                  </a:moveTo>
                  <a:lnTo>
                    <a:pt x="6350" y="5079"/>
                  </a:lnTo>
                  <a:lnTo>
                    <a:pt x="6350" y="5207"/>
                  </a:ln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079"/>
                  </a:lnTo>
                  <a:close/>
                </a:path>
                <a:path w="7620" h="619125">
                  <a:moveTo>
                    <a:pt x="3810" y="2539"/>
                  </a:moveTo>
                  <a:lnTo>
                    <a:pt x="2540" y="2539"/>
                  </a:lnTo>
                  <a:lnTo>
                    <a:pt x="0" y="2666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937"/>
                  </a:lnTo>
                  <a:lnTo>
                    <a:pt x="3810" y="3937"/>
                  </a:lnTo>
                  <a:lnTo>
                    <a:pt x="3810" y="2539"/>
                  </a:lnTo>
                  <a:close/>
                </a:path>
                <a:path w="7620" h="619125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  <a:path w="7620" h="619125">
                  <a:moveTo>
                    <a:pt x="7620" y="25400"/>
                  </a:moveTo>
                  <a:lnTo>
                    <a:pt x="0" y="25400"/>
                  </a:lnTo>
                  <a:lnTo>
                    <a:pt x="0" y="596900"/>
                  </a:lnTo>
                  <a:lnTo>
                    <a:pt x="7620" y="596900"/>
                  </a:lnTo>
                  <a:lnTo>
                    <a:pt x="7620" y="25400"/>
                  </a:lnTo>
                  <a:close/>
                </a:path>
                <a:path w="7620" h="619125">
                  <a:moveTo>
                    <a:pt x="7620" y="596900"/>
                  </a:moveTo>
                  <a:lnTo>
                    <a:pt x="0" y="596900"/>
                  </a:lnTo>
                  <a:lnTo>
                    <a:pt x="0" y="603250"/>
                  </a:lnTo>
                  <a:lnTo>
                    <a:pt x="7620" y="603250"/>
                  </a:lnTo>
                  <a:lnTo>
                    <a:pt x="7620" y="596900"/>
                  </a:lnTo>
                  <a:close/>
                </a:path>
                <a:path w="7620" h="619125">
                  <a:moveTo>
                    <a:pt x="6350" y="612267"/>
                  </a:moveTo>
                  <a:lnTo>
                    <a:pt x="0" y="612267"/>
                  </a:lnTo>
                  <a:lnTo>
                    <a:pt x="0" y="618617"/>
                  </a:lnTo>
                  <a:lnTo>
                    <a:pt x="1270" y="618617"/>
                  </a:lnTo>
                  <a:lnTo>
                    <a:pt x="1270" y="617220"/>
                  </a:lnTo>
                  <a:lnTo>
                    <a:pt x="2540" y="617220"/>
                  </a:lnTo>
                  <a:lnTo>
                    <a:pt x="2540" y="615950"/>
                  </a:lnTo>
                  <a:lnTo>
                    <a:pt x="3810" y="615950"/>
                  </a:lnTo>
                  <a:lnTo>
                    <a:pt x="3810" y="614680"/>
                  </a:lnTo>
                  <a:lnTo>
                    <a:pt x="5080" y="614680"/>
                  </a:lnTo>
                  <a:lnTo>
                    <a:pt x="5080" y="613410"/>
                  </a:lnTo>
                  <a:lnTo>
                    <a:pt x="6350" y="613410"/>
                  </a:lnTo>
                  <a:lnTo>
                    <a:pt x="6350" y="612267"/>
                  </a:lnTo>
                  <a:close/>
                </a:path>
                <a:path w="7620" h="619125">
                  <a:moveTo>
                    <a:pt x="7620" y="605917"/>
                  </a:moveTo>
                  <a:lnTo>
                    <a:pt x="0" y="605917"/>
                  </a:lnTo>
                  <a:lnTo>
                    <a:pt x="0" y="612140"/>
                  </a:lnTo>
                  <a:lnTo>
                    <a:pt x="6350" y="612140"/>
                  </a:lnTo>
                  <a:lnTo>
                    <a:pt x="7620" y="612267"/>
                  </a:lnTo>
                  <a:lnTo>
                    <a:pt x="7620" y="605917"/>
                  </a:lnTo>
                  <a:close/>
                </a:path>
                <a:path w="7620" h="619125">
                  <a:moveTo>
                    <a:pt x="7620" y="603377"/>
                  </a:moveTo>
                  <a:lnTo>
                    <a:pt x="0" y="603377"/>
                  </a:lnTo>
                  <a:lnTo>
                    <a:pt x="0" y="605790"/>
                  </a:lnTo>
                  <a:lnTo>
                    <a:pt x="7620" y="605790"/>
                  </a:lnTo>
                  <a:lnTo>
                    <a:pt x="7620" y="603377"/>
                  </a:lnTo>
                  <a:close/>
                </a:path>
              </a:pathLst>
            </a:custGeom>
            <a:solidFill>
              <a:srgbClr val="5182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1">
              <a:extLst>
                <a:ext uri="{FF2B5EF4-FFF2-40B4-BE49-F238E27FC236}">
                  <a16:creationId xmlns:a16="http://schemas.microsoft.com/office/drawing/2014/main" id="{8F0EC932-7CBB-2036-99F0-AB43170A2290}"/>
                </a:ext>
              </a:extLst>
            </p:cNvPr>
            <p:cNvSpPr/>
            <p:nvPr/>
          </p:nvSpPr>
          <p:spPr>
            <a:xfrm>
              <a:off x="8270094" y="2747914"/>
              <a:ext cx="7620" cy="604520"/>
            </a:xfrm>
            <a:custGeom>
              <a:avLst/>
              <a:gdLst/>
              <a:ahLst/>
              <a:cxnLst/>
              <a:rect l="l" t="t" r="r" b="b"/>
              <a:pathLst>
                <a:path w="7620" h="604519">
                  <a:moveTo>
                    <a:pt x="7620" y="9016"/>
                  </a:moveTo>
                  <a:lnTo>
                    <a:pt x="0" y="9016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9016"/>
                  </a:lnTo>
                  <a:close/>
                </a:path>
                <a:path w="7620" h="604519">
                  <a:moveTo>
                    <a:pt x="3810" y="2539"/>
                  </a:moveTo>
                  <a:lnTo>
                    <a:pt x="2540" y="2539"/>
                  </a:lnTo>
                  <a:lnTo>
                    <a:pt x="0" y="266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747"/>
                  </a:lnTo>
                  <a:lnTo>
                    <a:pt x="6350" y="7747"/>
                  </a:lnTo>
                  <a:lnTo>
                    <a:pt x="6350" y="5207"/>
                  </a:lnTo>
                  <a:lnTo>
                    <a:pt x="5079" y="5207"/>
                  </a:lnTo>
                  <a:lnTo>
                    <a:pt x="5079" y="3937"/>
                  </a:lnTo>
                  <a:lnTo>
                    <a:pt x="3810" y="3937"/>
                  </a:lnTo>
                  <a:lnTo>
                    <a:pt x="3810" y="2539"/>
                  </a:lnTo>
                  <a:close/>
                </a:path>
                <a:path w="7620" h="60451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40" y="2539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  <a:path w="7620" h="604519">
                  <a:moveTo>
                    <a:pt x="7620" y="19050"/>
                  </a:moveTo>
                  <a:lnTo>
                    <a:pt x="0" y="19050"/>
                  </a:lnTo>
                  <a:lnTo>
                    <a:pt x="0" y="590550"/>
                  </a:lnTo>
                  <a:lnTo>
                    <a:pt x="7620" y="590550"/>
                  </a:lnTo>
                  <a:lnTo>
                    <a:pt x="7620" y="19050"/>
                  </a:lnTo>
                  <a:close/>
                </a:path>
                <a:path w="7620" h="604519">
                  <a:moveTo>
                    <a:pt x="7620" y="590550"/>
                  </a:moveTo>
                  <a:lnTo>
                    <a:pt x="0" y="590550"/>
                  </a:lnTo>
                  <a:lnTo>
                    <a:pt x="0" y="596900"/>
                  </a:lnTo>
                  <a:lnTo>
                    <a:pt x="7620" y="596900"/>
                  </a:lnTo>
                  <a:lnTo>
                    <a:pt x="7620" y="590550"/>
                  </a:lnTo>
                  <a:close/>
                </a:path>
                <a:path w="7620" h="604519">
                  <a:moveTo>
                    <a:pt x="5079" y="599567"/>
                  </a:moveTo>
                  <a:lnTo>
                    <a:pt x="0" y="599567"/>
                  </a:lnTo>
                  <a:lnTo>
                    <a:pt x="0" y="604520"/>
                  </a:lnTo>
                  <a:lnTo>
                    <a:pt x="1270" y="604520"/>
                  </a:lnTo>
                  <a:lnTo>
                    <a:pt x="1270" y="603250"/>
                  </a:lnTo>
                  <a:lnTo>
                    <a:pt x="2540" y="603250"/>
                  </a:lnTo>
                  <a:lnTo>
                    <a:pt x="2540" y="601980"/>
                  </a:lnTo>
                  <a:lnTo>
                    <a:pt x="3810" y="601980"/>
                  </a:lnTo>
                  <a:lnTo>
                    <a:pt x="3810" y="600710"/>
                  </a:lnTo>
                  <a:lnTo>
                    <a:pt x="5079" y="600710"/>
                  </a:lnTo>
                  <a:lnTo>
                    <a:pt x="5079" y="599567"/>
                  </a:lnTo>
                  <a:close/>
                </a:path>
                <a:path w="7620" h="604519">
                  <a:moveTo>
                    <a:pt x="6350" y="597027"/>
                  </a:moveTo>
                  <a:lnTo>
                    <a:pt x="0" y="597027"/>
                  </a:lnTo>
                  <a:lnTo>
                    <a:pt x="0" y="599440"/>
                  </a:lnTo>
                  <a:lnTo>
                    <a:pt x="5079" y="599440"/>
                  </a:lnTo>
                  <a:lnTo>
                    <a:pt x="6350" y="599567"/>
                  </a:lnTo>
                  <a:lnTo>
                    <a:pt x="6350" y="597027"/>
                  </a:lnTo>
                  <a:close/>
                </a:path>
              </a:pathLst>
            </a:custGeom>
            <a:solidFill>
              <a:srgbClr val="5283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2">
              <a:extLst>
                <a:ext uri="{FF2B5EF4-FFF2-40B4-BE49-F238E27FC236}">
                  <a16:creationId xmlns:a16="http://schemas.microsoft.com/office/drawing/2014/main" id="{5A15BA09-B83F-CFB4-DA7E-6BDE242EAE5B}"/>
                </a:ext>
              </a:extLst>
            </p:cNvPr>
            <p:cNvSpPr/>
            <p:nvPr/>
          </p:nvSpPr>
          <p:spPr>
            <a:xfrm>
              <a:off x="8277715" y="2756804"/>
              <a:ext cx="6350" cy="586740"/>
            </a:xfrm>
            <a:custGeom>
              <a:avLst/>
              <a:gdLst/>
              <a:ahLst/>
              <a:cxnLst/>
              <a:rect l="l" t="t" r="r" b="b"/>
              <a:pathLst>
                <a:path w="6350" h="586739">
                  <a:moveTo>
                    <a:pt x="127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747"/>
                  </a:lnTo>
                  <a:lnTo>
                    <a:pt x="5079" y="7747"/>
                  </a:lnTo>
                  <a:lnTo>
                    <a:pt x="5079" y="5207"/>
                  </a:lnTo>
                  <a:lnTo>
                    <a:pt x="3809" y="5207"/>
                  </a:lnTo>
                  <a:lnTo>
                    <a:pt x="3809" y="3810"/>
                  </a:lnTo>
                  <a:lnTo>
                    <a:pt x="2540" y="381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0"/>
                  </a:lnTo>
                  <a:close/>
                </a:path>
                <a:path w="6350" h="586739">
                  <a:moveTo>
                    <a:pt x="6350" y="10160"/>
                  </a:moveTo>
                  <a:lnTo>
                    <a:pt x="0" y="10160"/>
                  </a:lnTo>
                  <a:lnTo>
                    <a:pt x="0" y="581660"/>
                  </a:lnTo>
                  <a:lnTo>
                    <a:pt x="5079" y="581660"/>
                  </a:lnTo>
                  <a:lnTo>
                    <a:pt x="5079" y="580390"/>
                  </a:lnTo>
                  <a:lnTo>
                    <a:pt x="6350" y="580390"/>
                  </a:lnTo>
                  <a:lnTo>
                    <a:pt x="6350" y="10160"/>
                  </a:lnTo>
                  <a:close/>
                </a:path>
                <a:path w="6350" h="586739">
                  <a:moveTo>
                    <a:pt x="3809" y="581660"/>
                  </a:moveTo>
                  <a:lnTo>
                    <a:pt x="0" y="581660"/>
                  </a:lnTo>
                  <a:lnTo>
                    <a:pt x="0" y="586740"/>
                  </a:lnTo>
                  <a:lnTo>
                    <a:pt x="1270" y="586740"/>
                  </a:lnTo>
                  <a:lnTo>
                    <a:pt x="1270" y="585470"/>
                  </a:lnTo>
                  <a:lnTo>
                    <a:pt x="2540" y="585470"/>
                  </a:lnTo>
                  <a:lnTo>
                    <a:pt x="2540" y="584200"/>
                  </a:lnTo>
                  <a:lnTo>
                    <a:pt x="3809" y="584200"/>
                  </a:lnTo>
                  <a:lnTo>
                    <a:pt x="3809" y="581660"/>
                  </a:lnTo>
                  <a:close/>
                </a:path>
              </a:pathLst>
            </a:custGeom>
            <a:solidFill>
              <a:srgbClr val="5384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3">
              <a:extLst>
                <a:ext uri="{FF2B5EF4-FFF2-40B4-BE49-F238E27FC236}">
                  <a16:creationId xmlns:a16="http://schemas.microsoft.com/office/drawing/2014/main" id="{6450EAF9-E373-7244-EDF5-B8F9BF7E9DD8}"/>
                </a:ext>
              </a:extLst>
            </p:cNvPr>
            <p:cNvSpPr/>
            <p:nvPr/>
          </p:nvSpPr>
          <p:spPr>
            <a:xfrm>
              <a:off x="8284065" y="2766964"/>
              <a:ext cx="7620" cy="567690"/>
            </a:xfrm>
            <a:custGeom>
              <a:avLst/>
              <a:gdLst/>
              <a:ahLst/>
              <a:cxnLst/>
              <a:rect l="l" t="t" r="r" b="b"/>
              <a:pathLst>
                <a:path w="7620" h="567689">
                  <a:moveTo>
                    <a:pt x="1270" y="0"/>
                  </a:moveTo>
                  <a:lnTo>
                    <a:pt x="0" y="0"/>
                  </a:lnTo>
                  <a:lnTo>
                    <a:pt x="0" y="567689"/>
                  </a:lnTo>
                  <a:lnTo>
                    <a:pt x="1270" y="567689"/>
                  </a:lnTo>
                  <a:lnTo>
                    <a:pt x="1270" y="563879"/>
                  </a:lnTo>
                  <a:lnTo>
                    <a:pt x="2540" y="563879"/>
                  </a:lnTo>
                  <a:lnTo>
                    <a:pt x="2540" y="560069"/>
                  </a:lnTo>
                  <a:lnTo>
                    <a:pt x="3809" y="560069"/>
                  </a:lnTo>
                  <a:lnTo>
                    <a:pt x="3809" y="557529"/>
                  </a:lnTo>
                  <a:lnTo>
                    <a:pt x="5079" y="557529"/>
                  </a:lnTo>
                  <a:lnTo>
                    <a:pt x="5079" y="553719"/>
                  </a:lnTo>
                  <a:lnTo>
                    <a:pt x="6350" y="553719"/>
                  </a:lnTo>
                  <a:lnTo>
                    <a:pt x="6350" y="549909"/>
                  </a:lnTo>
                  <a:lnTo>
                    <a:pt x="7620" y="549909"/>
                  </a:lnTo>
                  <a:lnTo>
                    <a:pt x="7620" y="17779"/>
                  </a:lnTo>
                  <a:lnTo>
                    <a:pt x="6350" y="17779"/>
                  </a:lnTo>
                  <a:lnTo>
                    <a:pt x="6350" y="13969"/>
                  </a:lnTo>
                  <a:lnTo>
                    <a:pt x="5079" y="13969"/>
                  </a:lnTo>
                  <a:lnTo>
                    <a:pt x="5079" y="10159"/>
                  </a:lnTo>
                  <a:lnTo>
                    <a:pt x="3809" y="10159"/>
                  </a:lnTo>
                  <a:lnTo>
                    <a:pt x="3809" y="6349"/>
                  </a:lnTo>
                  <a:lnTo>
                    <a:pt x="2540" y="6349"/>
                  </a:lnTo>
                  <a:lnTo>
                    <a:pt x="254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5386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4">
              <a:extLst>
                <a:ext uri="{FF2B5EF4-FFF2-40B4-BE49-F238E27FC236}">
                  <a16:creationId xmlns:a16="http://schemas.microsoft.com/office/drawing/2014/main" id="{1AF90B36-E33E-9642-456C-6000A99A99D9}"/>
                </a:ext>
              </a:extLst>
            </p:cNvPr>
            <p:cNvSpPr/>
            <p:nvPr/>
          </p:nvSpPr>
          <p:spPr>
            <a:xfrm>
              <a:off x="8291685" y="2784744"/>
              <a:ext cx="0" cy="532130"/>
            </a:xfrm>
            <a:custGeom>
              <a:avLst/>
              <a:gdLst/>
              <a:ahLst/>
              <a:cxnLst/>
              <a:rect l="l" t="t" r="r" b="b"/>
              <a:pathLst>
                <a:path h="532130">
                  <a:moveTo>
                    <a:pt x="0" y="0"/>
                  </a:moveTo>
                  <a:lnTo>
                    <a:pt x="0" y="5321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588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9" name="object 175">
              <a:extLst>
                <a:ext uri="{FF2B5EF4-FFF2-40B4-BE49-F238E27FC236}">
                  <a16:creationId xmlns:a16="http://schemas.microsoft.com/office/drawing/2014/main" id="{B41F7233-C1C6-77CD-D68B-B054B7A0BE36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78885" y="2665364"/>
              <a:ext cx="229870" cy="254000"/>
            </a:xfrm>
            <a:prstGeom prst="rect">
              <a:avLst/>
            </a:prstGeom>
          </p:spPr>
        </p:pic>
        <p:sp>
          <p:nvSpPr>
            <p:cNvPr id="180" name="object 176">
              <a:extLst>
                <a:ext uri="{FF2B5EF4-FFF2-40B4-BE49-F238E27FC236}">
                  <a16:creationId xmlns:a16="http://schemas.microsoft.com/office/drawing/2014/main" id="{11CFA710-17F5-B59E-BDCF-3D377B721655}"/>
                </a:ext>
              </a:extLst>
            </p:cNvPr>
            <p:cNvSpPr/>
            <p:nvPr/>
          </p:nvSpPr>
          <p:spPr>
            <a:xfrm>
              <a:off x="7708755" y="2664094"/>
              <a:ext cx="6350" cy="257175"/>
            </a:xfrm>
            <a:custGeom>
              <a:avLst/>
              <a:gdLst/>
              <a:ahLst/>
              <a:cxnLst/>
              <a:rect l="l" t="t" r="r" b="b"/>
              <a:pathLst>
                <a:path w="6350" h="257175">
                  <a:moveTo>
                    <a:pt x="6350" y="92837"/>
                  </a:moveTo>
                  <a:lnTo>
                    <a:pt x="0" y="92837"/>
                  </a:lnTo>
                  <a:lnTo>
                    <a:pt x="0" y="102870"/>
                  </a:lnTo>
                  <a:lnTo>
                    <a:pt x="6350" y="102870"/>
                  </a:lnTo>
                  <a:lnTo>
                    <a:pt x="6350" y="92837"/>
                  </a:lnTo>
                  <a:close/>
                </a:path>
                <a:path w="6350" h="257175">
                  <a:moveTo>
                    <a:pt x="6350" y="86487"/>
                  </a:moveTo>
                  <a:lnTo>
                    <a:pt x="0" y="86487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86487"/>
                  </a:lnTo>
                  <a:close/>
                </a:path>
                <a:path w="6350" h="257175">
                  <a:moveTo>
                    <a:pt x="635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2677"/>
                  </a:lnTo>
                  <a:close/>
                </a:path>
                <a:path w="6350" h="257175">
                  <a:moveTo>
                    <a:pt x="635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137"/>
                  </a:lnTo>
                  <a:close/>
                </a:path>
                <a:path w="6350" h="257175">
                  <a:moveTo>
                    <a:pt x="635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6327"/>
                  </a:lnTo>
                  <a:close/>
                </a:path>
                <a:path w="6350" h="257175">
                  <a:moveTo>
                    <a:pt x="635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787"/>
                  </a:lnTo>
                  <a:close/>
                </a:path>
                <a:path w="6350" h="257175">
                  <a:moveTo>
                    <a:pt x="635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69977"/>
                  </a:lnTo>
                  <a:close/>
                </a:path>
                <a:path w="6350" h="257175">
                  <a:moveTo>
                    <a:pt x="635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437"/>
                  </a:lnTo>
                  <a:close/>
                </a:path>
                <a:path w="6350" h="257175">
                  <a:moveTo>
                    <a:pt x="635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3627"/>
                  </a:lnTo>
                  <a:close/>
                </a:path>
                <a:path w="6350" h="257175">
                  <a:moveTo>
                    <a:pt x="635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1087"/>
                  </a:lnTo>
                  <a:close/>
                </a:path>
                <a:path w="6350" h="257175">
                  <a:moveTo>
                    <a:pt x="635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7277"/>
                  </a:lnTo>
                  <a:close/>
                </a:path>
                <a:path w="6350" h="257175">
                  <a:moveTo>
                    <a:pt x="635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737"/>
                  </a:lnTo>
                  <a:close/>
                </a:path>
                <a:path w="6350" h="257175">
                  <a:moveTo>
                    <a:pt x="635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0927"/>
                  </a:lnTo>
                  <a:close/>
                </a:path>
                <a:path w="6350" h="257175">
                  <a:moveTo>
                    <a:pt x="635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387"/>
                  </a:lnTo>
                  <a:close/>
                </a:path>
                <a:path w="6350" h="257175">
                  <a:moveTo>
                    <a:pt x="635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4577"/>
                  </a:lnTo>
                  <a:close/>
                </a:path>
                <a:path w="6350" h="257175">
                  <a:moveTo>
                    <a:pt x="635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2037"/>
                  </a:lnTo>
                  <a:close/>
                </a:path>
                <a:path w="6350" h="257175">
                  <a:moveTo>
                    <a:pt x="635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8227"/>
                  </a:lnTo>
                  <a:close/>
                </a:path>
                <a:path w="6350" h="257175">
                  <a:moveTo>
                    <a:pt x="635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687"/>
                  </a:lnTo>
                  <a:close/>
                </a:path>
                <a:path w="6350" h="257175">
                  <a:moveTo>
                    <a:pt x="635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1877"/>
                  </a:lnTo>
                  <a:close/>
                </a:path>
                <a:path w="6350" h="257175">
                  <a:moveTo>
                    <a:pt x="635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337"/>
                  </a:lnTo>
                  <a:close/>
                </a:path>
                <a:path w="6350" h="257175">
                  <a:moveTo>
                    <a:pt x="635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5527"/>
                  </a:lnTo>
                  <a:close/>
                </a:path>
                <a:path w="6350" h="257175">
                  <a:moveTo>
                    <a:pt x="635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987"/>
                  </a:lnTo>
                  <a:close/>
                </a:path>
                <a:path w="6350" h="257175">
                  <a:moveTo>
                    <a:pt x="635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19177"/>
                  </a:lnTo>
                  <a:close/>
                </a:path>
                <a:path w="6350" h="257175">
                  <a:moveTo>
                    <a:pt x="635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637"/>
                  </a:lnTo>
                  <a:close/>
                </a:path>
                <a:path w="6350" h="257175">
                  <a:moveTo>
                    <a:pt x="635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2827"/>
                  </a:lnTo>
                  <a:close/>
                </a:path>
                <a:path w="6350" h="257175">
                  <a:moveTo>
                    <a:pt x="635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287"/>
                  </a:lnTo>
                  <a:close/>
                </a:path>
                <a:path w="6350" h="257175">
                  <a:moveTo>
                    <a:pt x="635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6477"/>
                  </a:lnTo>
                  <a:close/>
                </a:path>
                <a:path w="6350" h="257175">
                  <a:moveTo>
                    <a:pt x="635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937"/>
                  </a:lnTo>
                  <a:close/>
                </a:path>
                <a:path w="6350" h="257175">
                  <a:moveTo>
                    <a:pt x="6350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  <a:path w="6350" h="257175">
                  <a:moveTo>
                    <a:pt x="6350" y="102870"/>
                  </a:moveTo>
                  <a:lnTo>
                    <a:pt x="0" y="102870"/>
                  </a:lnTo>
                  <a:lnTo>
                    <a:pt x="0" y="160020"/>
                  </a:lnTo>
                  <a:lnTo>
                    <a:pt x="6350" y="160020"/>
                  </a:lnTo>
                  <a:lnTo>
                    <a:pt x="6350" y="102870"/>
                  </a:lnTo>
                  <a:close/>
                </a:path>
                <a:path w="6350" h="257175">
                  <a:moveTo>
                    <a:pt x="6350" y="160020"/>
                  </a:moveTo>
                  <a:lnTo>
                    <a:pt x="0" y="160020"/>
                  </a:lnTo>
                  <a:lnTo>
                    <a:pt x="0" y="166370"/>
                  </a:lnTo>
                  <a:lnTo>
                    <a:pt x="6350" y="166370"/>
                  </a:lnTo>
                  <a:lnTo>
                    <a:pt x="6350" y="160020"/>
                  </a:lnTo>
                  <a:close/>
                </a:path>
                <a:path w="6350" h="257175">
                  <a:moveTo>
                    <a:pt x="6350" y="254127"/>
                  </a:moveTo>
                  <a:lnTo>
                    <a:pt x="0" y="254127"/>
                  </a:lnTo>
                  <a:lnTo>
                    <a:pt x="0" y="255270"/>
                  </a:lnTo>
                  <a:lnTo>
                    <a:pt x="1269" y="255270"/>
                  </a:lnTo>
                  <a:lnTo>
                    <a:pt x="1269" y="256667"/>
                  </a:lnTo>
                  <a:lnTo>
                    <a:pt x="6350" y="256667"/>
                  </a:lnTo>
                  <a:lnTo>
                    <a:pt x="6350" y="254127"/>
                  </a:lnTo>
                  <a:close/>
                </a:path>
                <a:path w="6350" h="257175">
                  <a:moveTo>
                    <a:pt x="6350" y="251587"/>
                  </a:moveTo>
                  <a:lnTo>
                    <a:pt x="0" y="251587"/>
                  </a:lnTo>
                  <a:lnTo>
                    <a:pt x="0" y="254000"/>
                  </a:lnTo>
                  <a:lnTo>
                    <a:pt x="6350" y="254000"/>
                  </a:lnTo>
                  <a:lnTo>
                    <a:pt x="6350" y="251587"/>
                  </a:lnTo>
                  <a:close/>
                </a:path>
                <a:path w="6350" h="257175">
                  <a:moveTo>
                    <a:pt x="6350" y="247777"/>
                  </a:moveTo>
                  <a:lnTo>
                    <a:pt x="0" y="247777"/>
                  </a:lnTo>
                  <a:lnTo>
                    <a:pt x="0" y="251460"/>
                  </a:lnTo>
                  <a:lnTo>
                    <a:pt x="6350" y="251460"/>
                  </a:lnTo>
                  <a:lnTo>
                    <a:pt x="6350" y="247777"/>
                  </a:lnTo>
                  <a:close/>
                </a:path>
                <a:path w="6350" h="257175">
                  <a:moveTo>
                    <a:pt x="6350" y="245237"/>
                  </a:moveTo>
                  <a:lnTo>
                    <a:pt x="0" y="245237"/>
                  </a:lnTo>
                  <a:lnTo>
                    <a:pt x="0" y="247650"/>
                  </a:lnTo>
                  <a:lnTo>
                    <a:pt x="6350" y="247650"/>
                  </a:lnTo>
                  <a:lnTo>
                    <a:pt x="6350" y="245237"/>
                  </a:lnTo>
                  <a:close/>
                </a:path>
                <a:path w="6350" h="257175">
                  <a:moveTo>
                    <a:pt x="6350" y="241427"/>
                  </a:moveTo>
                  <a:lnTo>
                    <a:pt x="0" y="241427"/>
                  </a:lnTo>
                  <a:lnTo>
                    <a:pt x="0" y="245110"/>
                  </a:lnTo>
                  <a:lnTo>
                    <a:pt x="6350" y="245110"/>
                  </a:lnTo>
                  <a:lnTo>
                    <a:pt x="6350" y="241427"/>
                  </a:lnTo>
                  <a:close/>
                </a:path>
                <a:path w="6350" h="257175">
                  <a:moveTo>
                    <a:pt x="6350" y="238887"/>
                  </a:moveTo>
                  <a:lnTo>
                    <a:pt x="0" y="238887"/>
                  </a:lnTo>
                  <a:lnTo>
                    <a:pt x="0" y="241300"/>
                  </a:lnTo>
                  <a:lnTo>
                    <a:pt x="6350" y="241300"/>
                  </a:lnTo>
                  <a:lnTo>
                    <a:pt x="6350" y="238887"/>
                  </a:lnTo>
                  <a:close/>
                </a:path>
                <a:path w="6350" h="257175">
                  <a:moveTo>
                    <a:pt x="6350" y="235077"/>
                  </a:moveTo>
                  <a:lnTo>
                    <a:pt x="0" y="235077"/>
                  </a:lnTo>
                  <a:lnTo>
                    <a:pt x="0" y="238760"/>
                  </a:lnTo>
                  <a:lnTo>
                    <a:pt x="6350" y="238760"/>
                  </a:lnTo>
                  <a:lnTo>
                    <a:pt x="6350" y="235077"/>
                  </a:lnTo>
                  <a:close/>
                </a:path>
                <a:path w="6350" h="257175">
                  <a:moveTo>
                    <a:pt x="6350" y="232537"/>
                  </a:moveTo>
                  <a:lnTo>
                    <a:pt x="0" y="232537"/>
                  </a:lnTo>
                  <a:lnTo>
                    <a:pt x="0" y="234950"/>
                  </a:lnTo>
                  <a:lnTo>
                    <a:pt x="6350" y="234950"/>
                  </a:lnTo>
                  <a:lnTo>
                    <a:pt x="6350" y="232537"/>
                  </a:lnTo>
                  <a:close/>
                </a:path>
                <a:path w="6350" h="257175">
                  <a:moveTo>
                    <a:pt x="6350" y="228727"/>
                  </a:moveTo>
                  <a:lnTo>
                    <a:pt x="0" y="228727"/>
                  </a:lnTo>
                  <a:lnTo>
                    <a:pt x="0" y="232410"/>
                  </a:lnTo>
                  <a:lnTo>
                    <a:pt x="6350" y="232410"/>
                  </a:lnTo>
                  <a:lnTo>
                    <a:pt x="6350" y="228727"/>
                  </a:lnTo>
                  <a:close/>
                </a:path>
                <a:path w="6350" h="257175">
                  <a:moveTo>
                    <a:pt x="6350" y="226187"/>
                  </a:moveTo>
                  <a:lnTo>
                    <a:pt x="0" y="226187"/>
                  </a:lnTo>
                  <a:lnTo>
                    <a:pt x="0" y="228600"/>
                  </a:lnTo>
                  <a:lnTo>
                    <a:pt x="6350" y="228600"/>
                  </a:lnTo>
                  <a:lnTo>
                    <a:pt x="6350" y="226187"/>
                  </a:lnTo>
                  <a:close/>
                </a:path>
                <a:path w="6350" h="257175">
                  <a:moveTo>
                    <a:pt x="6350" y="222377"/>
                  </a:moveTo>
                  <a:lnTo>
                    <a:pt x="0" y="222377"/>
                  </a:lnTo>
                  <a:lnTo>
                    <a:pt x="0" y="226060"/>
                  </a:lnTo>
                  <a:lnTo>
                    <a:pt x="6350" y="226060"/>
                  </a:lnTo>
                  <a:lnTo>
                    <a:pt x="6350" y="222377"/>
                  </a:lnTo>
                  <a:close/>
                </a:path>
                <a:path w="6350" h="257175">
                  <a:moveTo>
                    <a:pt x="6350" y="219837"/>
                  </a:moveTo>
                  <a:lnTo>
                    <a:pt x="0" y="219837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219837"/>
                  </a:lnTo>
                  <a:close/>
                </a:path>
                <a:path w="6350" h="257175">
                  <a:moveTo>
                    <a:pt x="6350" y="216027"/>
                  </a:moveTo>
                  <a:lnTo>
                    <a:pt x="0" y="216027"/>
                  </a:lnTo>
                  <a:lnTo>
                    <a:pt x="0" y="219710"/>
                  </a:lnTo>
                  <a:lnTo>
                    <a:pt x="6350" y="219710"/>
                  </a:lnTo>
                  <a:lnTo>
                    <a:pt x="6350" y="216027"/>
                  </a:lnTo>
                  <a:close/>
                </a:path>
                <a:path w="6350" h="257175">
                  <a:moveTo>
                    <a:pt x="6350" y="213487"/>
                  </a:moveTo>
                  <a:lnTo>
                    <a:pt x="0" y="213487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3487"/>
                  </a:lnTo>
                  <a:close/>
                </a:path>
                <a:path w="6350" h="257175">
                  <a:moveTo>
                    <a:pt x="6350" y="209677"/>
                  </a:moveTo>
                  <a:lnTo>
                    <a:pt x="0" y="209677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209677"/>
                  </a:lnTo>
                  <a:close/>
                </a:path>
                <a:path w="6350" h="257175">
                  <a:moveTo>
                    <a:pt x="6350" y="207137"/>
                  </a:moveTo>
                  <a:lnTo>
                    <a:pt x="0" y="207137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7137"/>
                  </a:lnTo>
                  <a:close/>
                </a:path>
                <a:path w="6350" h="257175">
                  <a:moveTo>
                    <a:pt x="6350" y="203327"/>
                  </a:moveTo>
                  <a:lnTo>
                    <a:pt x="0" y="203327"/>
                  </a:lnTo>
                  <a:lnTo>
                    <a:pt x="0" y="207010"/>
                  </a:lnTo>
                  <a:lnTo>
                    <a:pt x="6350" y="207010"/>
                  </a:lnTo>
                  <a:lnTo>
                    <a:pt x="6350" y="203327"/>
                  </a:lnTo>
                  <a:close/>
                </a:path>
                <a:path w="6350" h="257175">
                  <a:moveTo>
                    <a:pt x="6350" y="200787"/>
                  </a:moveTo>
                  <a:lnTo>
                    <a:pt x="0" y="200787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0787"/>
                  </a:lnTo>
                  <a:close/>
                </a:path>
                <a:path w="6350" h="257175">
                  <a:moveTo>
                    <a:pt x="6350" y="196977"/>
                  </a:moveTo>
                  <a:lnTo>
                    <a:pt x="0" y="196977"/>
                  </a:lnTo>
                  <a:lnTo>
                    <a:pt x="0" y="200660"/>
                  </a:lnTo>
                  <a:lnTo>
                    <a:pt x="6350" y="200660"/>
                  </a:lnTo>
                  <a:lnTo>
                    <a:pt x="6350" y="196977"/>
                  </a:lnTo>
                  <a:close/>
                </a:path>
                <a:path w="6350" h="257175">
                  <a:moveTo>
                    <a:pt x="6350" y="194437"/>
                  </a:moveTo>
                  <a:lnTo>
                    <a:pt x="0" y="194437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4437"/>
                  </a:lnTo>
                  <a:close/>
                </a:path>
                <a:path w="6350" h="257175">
                  <a:moveTo>
                    <a:pt x="6350" y="190627"/>
                  </a:moveTo>
                  <a:lnTo>
                    <a:pt x="0" y="190627"/>
                  </a:lnTo>
                  <a:lnTo>
                    <a:pt x="0" y="194310"/>
                  </a:lnTo>
                  <a:lnTo>
                    <a:pt x="6350" y="194310"/>
                  </a:lnTo>
                  <a:lnTo>
                    <a:pt x="6350" y="190627"/>
                  </a:lnTo>
                  <a:close/>
                </a:path>
                <a:path w="6350" h="257175">
                  <a:moveTo>
                    <a:pt x="6350" y="188087"/>
                  </a:moveTo>
                  <a:lnTo>
                    <a:pt x="0" y="188087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8087"/>
                  </a:lnTo>
                  <a:close/>
                </a:path>
                <a:path w="6350" h="257175">
                  <a:moveTo>
                    <a:pt x="6350" y="184277"/>
                  </a:moveTo>
                  <a:lnTo>
                    <a:pt x="0" y="184277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84277"/>
                  </a:lnTo>
                  <a:close/>
                </a:path>
                <a:path w="6350" h="257175">
                  <a:moveTo>
                    <a:pt x="6350" y="181737"/>
                  </a:moveTo>
                  <a:lnTo>
                    <a:pt x="0" y="181737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737"/>
                  </a:lnTo>
                  <a:close/>
                </a:path>
                <a:path w="6350" h="257175">
                  <a:moveTo>
                    <a:pt x="6350" y="177927"/>
                  </a:moveTo>
                  <a:lnTo>
                    <a:pt x="0" y="177927"/>
                  </a:lnTo>
                  <a:lnTo>
                    <a:pt x="0" y="181610"/>
                  </a:lnTo>
                  <a:lnTo>
                    <a:pt x="6350" y="181610"/>
                  </a:lnTo>
                  <a:lnTo>
                    <a:pt x="6350" y="177927"/>
                  </a:lnTo>
                  <a:close/>
                </a:path>
                <a:path w="6350" h="257175">
                  <a:moveTo>
                    <a:pt x="6350" y="175387"/>
                  </a:moveTo>
                  <a:lnTo>
                    <a:pt x="0" y="175387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387"/>
                  </a:lnTo>
                  <a:close/>
                </a:path>
                <a:path w="6350" h="257175">
                  <a:moveTo>
                    <a:pt x="6350" y="171577"/>
                  </a:moveTo>
                  <a:lnTo>
                    <a:pt x="0" y="171577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71577"/>
                  </a:lnTo>
                  <a:close/>
                </a:path>
                <a:path w="6350" h="257175">
                  <a:moveTo>
                    <a:pt x="6350" y="169037"/>
                  </a:moveTo>
                  <a:lnTo>
                    <a:pt x="0" y="169037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9037"/>
                  </a:lnTo>
                  <a:close/>
                </a:path>
                <a:path w="6350" h="257175">
                  <a:moveTo>
                    <a:pt x="6350" y="166497"/>
                  </a:moveTo>
                  <a:lnTo>
                    <a:pt x="0" y="166497"/>
                  </a:lnTo>
                  <a:lnTo>
                    <a:pt x="0" y="168910"/>
                  </a:lnTo>
                  <a:lnTo>
                    <a:pt x="6350" y="168910"/>
                  </a:lnTo>
                  <a:lnTo>
                    <a:pt x="6350" y="166497"/>
                  </a:lnTo>
                  <a:close/>
                </a:path>
              </a:pathLst>
            </a:custGeom>
            <a:solidFill>
              <a:srgbClr val="3C60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77">
              <a:extLst>
                <a:ext uri="{FF2B5EF4-FFF2-40B4-BE49-F238E27FC236}">
                  <a16:creationId xmlns:a16="http://schemas.microsoft.com/office/drawing/2014/main" id="{9DA40EC2-3AD6-3B32-353E-9AA2C1CC3150}"/>
                </a:ext>
              </a:extLst>
            </p:cNvPr>
            <p:cNvSpPr/>
            <p:nvPr/>
          </p:nvSpPr>
          <p:spPr>
            <a:xfrm>
              <a:off x="7715105" y="2662951"/>
              <a:ext cx="7620" cy="259079"/>
            </a:xfrm>
            <a:custGeom>
              <a:avLst/>
              <a:gdLst/>
              <a:ahLst/>
              <a:cxnLst/>
              <a:rect l="l" t="t" r="r" b="b"/>
              <a:pathLst>
                <a:path w="7620" h="259080">
                  <a:moveTo>
                    <a:pt x="7619" y="93979"/>
                  </a:moveTo>
                  <a:lnTo>
                    <a:pt x="0" y="93979"/>
                  </a:lnTo>
                  <a:lnTo>
                    <a:pt x="0" y="104012"/>
                  </a:lnTo>
                  <a:lnTo>
                    <a:pt x="7619" y="104012"/>
                  </a:lnTo>
                  <a:lnTo>
                    <a:pt x="7619" y="93979"/>
                  </a:lnTo>
                  <a:close/>
                </a:path>
                <a:path w="7620" h="259080">
                  <a:moveTo>
                    <a:pt x="7619" y="87629"/>
                  </a:moveTo>
                  <a:lnTo>
                    <a:pt x="0" y="87629"/>
                  </a:lnTo>
                  <a:lnTo>
                    <a:pt x="0" y="93852"/>
                  </a:lnTo>
                  <a:lnTo>
                    <a:pt x="7619" y="93852"/>
                  </a:lnTo>
                  <a:lnTo>
                    <a:pt x="7619" y="87629"/>
                  </a:lnTo>
                  <a:close/>
                </a:path>
                <a:path w="7620" h="259080">
                  <a:moveTo>
                    <a:pt x="7619" y="83820"/>
                  </a:moveTo>
                  <a:lnTo>
                    <a:pt x="0" y="83820"/>
                  </a:lnTo>
                  <a:lnTo>
                    <a:pt x="0" y="87502"/>
                  </a:lnTo>
                  <a:lnTo>
                    <a:pt x="7619" y="87502"/>
                  </a:lnTo>
                  <a:lnTo>
                    <a:pt x="7619" y="83820"/>
                  </a:lnTo>
                  <a:close/>
                </a:path>
                <a:path w="7620" h="259080">
                  <a:moveTo>
                    <a:pt x="7619" y="81279"/>
                  </a:moveTo>
                  <a:lnTo>
                    <a:pt x="0" y="81279"/>
                  </a:lnTo>
                  <a:lnTo>
                    <a:pt x="0" y="83692"/>
                  </a:lnTo>
                  <a:lnTo>
                    <a:pt x="7619" y="83692"/>
                  </a:lnTo>
                  <a:lnTo>
                    <a:pt x="7619" y="81279"/>
                  </a:lnTo>
                  <a:close/>
                </a:path>
                <a:path w="7620" h="259080">
                  <a:moveTo>
                    <a:pt x="7619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7619" y="81152"/>
                  </a:lnTo>
                  <a:lnTo>
                    <a:pt x="7619" y="77470"/>
                  </a:lnTo>
                  <a:close/>
                </a:path>
                <a:path w="7620" h="259080">
                  <a:moveTo>
                    <a:pt x="7619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7619" y="77342"/>
                  </a:lnTo>
                  <a:lnTo>
                    <a:pt x="7619" y="74929"/>
                  </a:lnTo>
                  <a:close/>
                </a:path>
                <a:path w="7620" h="259080">
                  <a:moveTo>
                    <a:pt x="7619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7619" y="74802"/>
                  </a:lnTo>
                  <a:lnTo>
                    <a:pt x="7619" y="71120"/>
                  </a:lnTo>
                  <a:close/>
                </a:path>
                <a:path w="7620" h="259080">
                  <a:moveTo>
                    <a:pt x="7619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7619" y="70992"/>
                  </a:lnTo>
                  <a:lnTo>
                    <a:pt x="7619" y="68579"/>
                  </a:lnTo>
                  <a:close/>
                </a:path>
                <a:path w="7620" h="259080">
                  <a:moveTo>
                    <a:pt x="7619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19" y="68452"/>
                  </a:lnTo>
                  <a:lnTo>
                    <a:pt x="7619" y="64770"/>
                  </a:lnTo>
                  <a:close/>
                </a:path>
                <a:path w="7620" h="259080">
                  <a:moveTo>
                    <a:pt x="7619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19" y="64642"/>
                  </a:lnTo>
                  <a:lnTo>
                    <a:pt x="7619" y="62229"/>
                  </a:lnTo>
                  <a:close/>
                </a:path>
                <a:path w="7620" h="259080">
                  <a:moveTo>
                    <a:pt x="7619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19" y="62102"/>
                  </a:lnTo>
                  <a:lnTo>
                    <a:pt x="7619" y="58420"/>
                  </a:lnTo>
                  <a:close/>
                </a:path>
                <a:path w="7620" h="259080">
                  <a:moveTo>
                    <a:pt x="7619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19" y="58292"/>
                  </a:lnTo>
                  <a:lnTo>
                    <a:pt x="7619" y="55879"/>
                  </a:lnTo>
                  <a:close/>
                </a:path>
                <a:path w="7620" h="259080">
                  <a:moveTo>
                    <a:pt x="7619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19" y="55752"/>
                  </a:lnTo>
                  <a:lnTo>
                    <a:pt x="7619" y="52070"/>
                  </a:lnTo>
                  <a:close/>
                </a:path>
                <a:path w="7620" h="259080">
                  <a:moveTo>
                    <a:pt x="7619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19" y="51942"/>
                  </a:lnTo>
                  <a:lnTo>
                    <a:pt x="7619" y="49529"/>
                  </a:lnTo>
                  <a:close/>
                </a:path>
                <a:path w="7620" h="259080">
                  <a:moveTo>
                    <a:pt x="7619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19" y="49402"/>
                  </a:lnTo>
                  <a:lnTo>
                    <a:pt x="7619" y="45720"/>
                  </a:lnTo>
                  <a:close/>
                </a:path>
                <a:path w="7620" h="259080">
                  <a:moveTo>
                    <a:pt x="7619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19" y="45592"/>
                  </a:lnTo>
                  <a:lnTo>
                    <a:pt x="7619" y="43179"/>
                  </a:lnTo>
                  <a:close/>
                </a:path>
                <a:path w="7620" h="259080">
                  <a:moveTo>
                    <a:pt x="7619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19" y="43052"/>
                  </a:lnTo>
                  <a:lnTo>
                    <a:pt x="7619" y="39370"/>
                  </a:lnTo>
                  <a:close/>
                </a:path>
                <a:path w="7620" h="259080">
                  <a:moveTo>
                    <a:pt x="7619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19" y="39242"/>
                  </a:lnTo>
                  <a:lnTo>
                    <a:pt x="7619" y="36829"/>
                  </a:lnTo>
                  <a:close/>
                </a:path>
                <a:path w="7620" h="259080">
                  <a:moveTo>
                    <a:pt x="7619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19" y="36702"/>
                  </a:lnTo>
                  <a:lnTo>
                    <a:pt x="7619" y="33020"/>
                  </a:lnTo>
                  <a:close/>
                </a:path>
                <a:path w="7620" h="259080">
                  <a:moveTo>
                    <a:pt x="7619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19" y="32892"/>
                  </a:lnTo>
                  <a:lnTo>
                    <a:pt x="7619" y="30479"/>
                  </a:lnTo>
                  <a:close/>
                </a:path>
                <a:path w="7620" h="259080">
                  <a:moveTo>
                    <a:pt x="7619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19" y="30352"/>
                  </a:lnTo>
                  <a:lnTo>
                    <a:pt x="7619" y="26670"/>
                  </a:lnTo>
                  <a:close/>
                </a:path>
                <a:path w="7620" h="259080">
                  <a:moveTo>
                    <a:pt x="7619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19" y="26542"/>
                  </a:lnTo>
                  <a:lnTo>
                    <a:pt x="7619" y="24129"/>
                  </a:lnTo>
                  <a:close/>
                </a:path>
                <a:path w="7620" h="259080">
                  <a:moveTo>
                    <a:pt x="7619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19" y="24002"/>
                  </a:lnTo>
                  <a:lnTo>
                    <a:pt x="7619" y="20320"/>
                  </a:lnTo>
                  <a:close/>
                </a:path>
                <a:path w="7620" h="259080">
                  <a:moveTo>
                    <a:pt x="7619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19" y="20192"/>
                  </a:lnTo>
                  <a:lnTo>
                    <a:pt x="7619" y="17779"/>
                  </a:lnTo>
                  <a:close/>
                </a:path>
                <a:path w="7620" h="259080">
                  <a:moveTo>
                    <a:pt x="7619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19" y="17652"/>
                  </a:lnTo>
                  <a:lnTo>
                    <a:pt x="7619" y="13970"/>
                  </a:lnTo>
                  <a:close/>
                </a:path>
                <a:path w="7620" h="259080">
                  <a:moveTo>
                    <a:pt x="7619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11429"/>
                  </a:lnTo>
                  <a:close/>
                </a:path>
                <a:path w="7620" h="259080">
                  <a:moveTo>
                    <a:pt x="7619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19" y="11302"/>
                  </a:lnTo>
                  <a:lnTo>
                    <a:pt x="7619" y="7620"/>
                  </a:lnTo>
                  <a:close/>
                </a:path>
                <a:path w="7620" h="259080">
                  <a:moveTo>
                    <a:pt x="7619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5079"/>
                  </a:lnTo>
                  <a:close/>
                </a:path>
                <a:path w="7620" h="259080">
                  <a:moveTo>
                    <a:pt x="3809" y="1142"/>
                  </a:moveTo>
                  <a:lnTo>
                    <a:pt x="0" y="1142"/>
                  </a:lnTo>
                  <a:lnTo>
                    <a:pt x="0" y="4952"/>
                  </a:lnTo>
                  <a:lnTo>
                    <a:pt x="7619" y="4952"/>
                  </a:lnTo>
                  <a:lnTo>
                    <a:pt x="7619" y="1270"/>
                  </a:lnTo>
                  <a:lnTo>
                    <a:pt x="3809" y="1270"/>
                  </a:lnTo>
                  <a:lnTo>
                    <a:pt x="3809" y="1142"/>
                  </a:lnTo>
                  <a:close/>
                </a:path>
                <a:path w="7620" h="259080">
                  <a:moveTo>
                    <a:pt x="7619" y="0"/>
                  </a:moveTo>
                  <a:lnTo>
                    <a:pt x="3809" y="0"/>
                  </a:lnTo>
                  <a:lnTo>
                    <a:pt x="3809" y="1142"/>
                  </a:lnTo>
                  <a:lnTo>
                    <a:pt x="7619" y="1142"/>
                  </a:lnTo>
                  <a:lnTo>
                    <a:pt x="7619" y="0"/>
                  </a:lnTo>
                  <a:close/>
                </a:path>
                <a:path w="7620" h="259080">
                  <a:moveTo>
                    <a:pt x="7619" y="104013"/>
                  </a:moveTo>
                  <a:lnTo>
                    <a:pt x="0" y="104013"/>
                  </a:lnTo>
                  <a:lnTo>
                    <a:pt x="0" y="161162"/>
                  </a:lnTo>
                  <a:lnTo>
                    <a:pt x="7619" y="161162"/>
                  </a:lnTo>
                  <a:lnTo>
                    <a:pt x="7619" y="104013"/>
                  </a:lnTo>
                  <a:close/>
                </a:path>
                <a:path w="7620" h="259080">
                  <a:moveTo>
                    <a:pt x="7619" y="161163"/>
                  </a:moveTo>
                  <a:lnTo>
                    <a:pt x="0" y="161163"/>
                  </a:lnTo>
                  <a:lnTo>
                    <a:pt x="0" y="167512"/>
                  </a:lnTo>
                  <a:lnTo>
                    <a:pt x="7619" y="167512"/>
                  </a:lnTo>
                  <a:lnTo>
                    <a:pt x="7619" y="161163"/>
                  </a:lnTo>
                  <a:close/>
                </a:path>
                <a:path w="7620" h="259080">
                  <a:moveTo>
                    <a:pt x="7619" y="255270"/>
                  </a:moveTo>
                  <a:lnTo>
                    <a:pt x="0" y="255270"/>
                  </a:lnTo>
                  <a:lnTo>
                    <a:pt x="0" y="257810"/>
                  </a:lnTo>
                  <a:lnTo>
                    <a:pt x="1269" y="257810"/>
                  </a:lnTo>
                  <a:lnTo>
                    <a:pt x="1269" y="259080"/>
                  </a:lnTo>
                  <a:lnTo>
                    <a:pt x="7619" y="259080"/>
                  </a:lnTo>
                  <a:lnTo>
                    <a:pt x="7619" y="255270"/>
                  </a:lnTo>
                  <a:close/>
                </a:path>
                <a:path w="7620" h="259080">
                  <a:moveTo>
                    <a:pt x="7619" y="252730"/>
                  </a:moveTo>
                  <a:lnTo>
                    <a:pt x="0" y="252730"/>
                  </a:lnTo>
                  <a:lnTo>
                    <a:pt x="0" y="255143"/>
                  </a:lnTo>
                  <a:lnTo>
                    <a:pt x="7619" y="255143"/>
                  </a:lnTo>
                  <a:lnTo>
                    <a:pt x="7619" y="252730"/>
                  </a:lnTo>
                  <a:close/>
                </a:path>
                <a:path w="7620" h="259080">
                  <a:moveTo>
                    <a:pt x="7619" y="248920"/>
                  </a:moveTo>
                  <a:lnTo>
                    <a:pt x="0" y="248920"/>
                  </a:lnTo>
                  <a:lnTo>
                    <a:pt x="0" y="252602"/>
                  </a:lnTo>
                  <a:lnTo>
                    <a:pt x="7619" y="252602"/>
                  </a:lnTo>
                  <a:lnTo>
                    <a:pt x="7619" y="248920"/>
                  </a:lnTo>
                  <a:close/>
                </a:path>
                <a:path w="7620" h="259080">
                  <a:moveTo>
                    <a:pt x="7619" y="246380"/>
                  </a:moveTo>
                  <a:lnTo>
                    <a:pt x="0" y="246380"/>
                  </a:lnTo>
                  <a:lnTo>
                    <a:pt x="0" y="248793"/>
                  </a:lnTo>
                  <a:lnTo>
                    <a:pt x="7619" y="248793"/>
                  </a:lnTo>
                  <a:lnTo>
                    <a:pt x="7619" y="246380"/>
                  </a:lnTo>
                  <a:close/>
                </a:path>
                <a:path w="7620" h="259080">
                  <a:moveTo>
                    <a:pt x="7619" y="242570"/>
                  </a:moveTo>
                  <a:lnTo>
                    <a:pt x="0" y="242570"/>
                  </a:lnTo>
                  <a:lnTo>
                    <a:pt x="0" y="246252"/>
                  </a:lnTo>
                  <a:lnTo>
                    <a:pt x="7619" y="246252"/>
                  </a:lnTo>
                  <a:lnTo>
                    <a:pt x="7619" y="242570"/>
                  </a:lnTo>
                  <a:close/>
                </a:path>
                <a:path w="7620" h="259080">
                  <a:moveTo>
                    <a:pt x="7619" y="240030"/>
                  </a:moveTo>
                  <a:lnTo>
                    <a:pt x="0" y="240030"/>
                  </a:lnTo>
                  <a:lnTo>
                    <a:pt x="0" y="242443"/>
                  </a:lnTo>
                  <a:lnTo>
                    <a:pt x="7619" y="242443"/>
                  </a:lnTo>
                  <a:lnTo>
                    <a:pt x="7619" y="240030"/>
                  </a:lnTo>
                  <a:close/>
                </a:path>
                <a:path w="7620" h="259080">
                  <a:moveTo>
                    <a:pt x="7619" y="236220"/>
                  </a:moveTo>
                  <a:lnTo>
                    <a:pt x="0" y="236220"/>
                  </a:lnTo>
                  <a:lnTo>
                    <a:pt x="0" y="239902"/>
                  </a:lnTo>
                  <a:lnTo>
                    <a:pt x="7619" y="239902"/>
                  </a:lnTo>
                  <a:lnTo>
                    <a:pt x="7619" y="236220"/>
                  </a:lnTo>
                  <a:close/>
                </a:path>
                <a:path w="7620" h="259080">
                  <a:moveTo>
                    <a:pt x="7619" y="233680"/>
                  </a:moveTo>
                  <a:lnTo>
                    <a:pt x="0" y="233680"/>
                  </a:lnTo>
                  <a:lnTo>
                    <a:pt x="0" y="236093"/>
                  </a:lnTo>
                  <a:lnTo>
                    <a:pt x="7619" y="236093"/>
                  </a:lnTo>
                  <a:lnTo>
                    <a:pt x="7619" y="233680"/>
                  </a:lnTo>
                  <a:close/>
                </a:path>
                <a:path w="7620" h="259080">
                  <a:moveTo>
                    <a:pt x="7619" y="229870"/>
                  </a:moveTo>
                  <a:lnTo>
                    <a:pt x="0" y="229870"/>
                  </a:lnTo>
                  <a:lnTo>
                    <a:pt x="0" y="233552"/>
                  </a:lnTo>
                  <a:lnTo>
                    <a:pt x="7619" y="233552"/>
                  </a:lnTo>
                  <a:lnTo>
                    <a:pt x="7619" y="229870"/>
                  </a:lnTo>
                  <a:close/>
                </a:path>
                <a:path w="7620" h="259080">
                  <a:moveTo>
                    <a:pt x="7619" y="227330"/>
                  </a:moveTo>
                  <a:lnTo>
                    <a:pt x="0" y="227330"/>
                  </a:lnTo>
                  <a:lnTo>
                    <a:pt x="0" y="229743"/>
                  </a:lnTo>
                  <a:lnTo>
                    <a:pt x="7619" y="229743"/>
                  </a:lnTo>
                  <a:lnTo>
                    <a:pt x="7619" y="227330"/>
                  </a:lnTo>
                  <a:close/>
                </a:path>
                <a:path w="7620" h="259080">
                  <a:moveTo>
                    <a:pt x="7619" y="223520"/>
                  </a:moveTo>
                  <a:lnTo>
                    <a:pt x="0" y="223520"/>
                  </a:lnTo>
                  <a:lnTo>
                    <a:pt x="0" y="227202"/>
                  </a:lnTo>
                  <a:lnTo>
                    <a:pt x="7619" y="227202"/>
                  </a:lnTo>
                  <a:lnTo>
                    <a:pt x="7619" y="223520"/>
                  </a:lnTo>
                  <a:close/>
                </a:path>
                <a:path w="7620" h="259080">
                  <a:moveTo>
                    <a:pt x="7619" y="220980"/>
                  </a:moveTo>
                  <a:lnTo>
                    <a:pt x="0" y="220980"/>
                  </a:lnTo>
                  <a:lnTo>
                    <a:pt x="0" y="223393"/>
                  </a:lnTo>
                  <a:lnTo>
                    <a:pt x="7619" y="223393"/>
                  </a:lnTo>
                  <a:lnTo>
                    <a:pt x="7619" y="220980"/>
                  </a:lnTo>
                  <a:close/>
                </a:path>
                <a:path w="7620" h="259080">
                  <a:moveTo>
                    <a:pt x="7619" y="217170"/>
                  </a:moveTo>
                  <a:lnTo>
                    <a:pt x="0" y="217170"/>
                  </a:lnTo>
                  <a:lnTo>
                    <a:pt x="0" y="220852"/>
                  </a:lnTo>
                  <a:lnTo>
                    <a:pt x="7619" y="220852"/>
                  </a:lnTo>
                  <a:lnTo>
                    <a:pt x="7619" y="217170"/>
                  </a:lnTo>
                  <a:close/>
                </a:path>
                <a:path w="7620" h="259080">
                  <a:moveTo>
                    <a:pt x="7619" y="214630"/>
                  </a:moveTo>
                  <a:lnTo>
                    <a:pt x="0" y="214630"/>
                  </a:lnTo>
                  <a:lnTo>
                    <a:pt x="0" y="217043"/>
                  </a:lnTo>
                  <a:lnTo>
                    <a:pt x="7619" y="217043"/>
                  </a:lnTo>
                  <a:lnTo>
                    <a:pt x="7619" y="214630"/>
                  </a:lnTo>
                  <a:close/>
                </a:path>
                <a:path w="7620" h="259080">
                  <a:moveTo>
                    <a:pt x="7619" y="210820"/>
                  </a:moveTo>
                  <a:lnTo>
                    <a:pt x="0" y="210820"/>
                  </a:lnTo>
                  <a:lnTo>
                    <a:pt x="0" y="214502"/>
                  </a:lnTo>
                  <a:lnTo>
                    <a:pt x="7619" y="214502"/>
                  </a:lnTo>
                  <a:lnTo>
                    <a:pt x="7619" y="210820"/>
                  </a:lnTo>
                  <a:close/>
                </a:path>
                <a:path w="7620" h="259080">
                  <a:moveTo>
                    <a:pt x="7619" y="208280"/>
                  </a:moveTo>
                  <a:lnTo>
                    <a:pt x="0" y="208280"/>
                  </a:lnTo>
                  <a:lnTo>
                    <a:pt x="0" y="210693"/>
                  </a:lnTo>
                  <a:lnTo>
                    <a:pt x="7619" y="210693"/>
                  </a:lnTo>
                  <a:lnTo>
                    <a:pt x="7619" y="208280"/>
                  </a:lnTo>
                  <a:close/>
                </a:path>
                <a:path w="7620" h="259080">
                  <a:moveTo>
                    <a:pt x="7619" y="204470"/>
                  </a:moveTo>
                  <a:lnTo>
                    <a:pt x="0" y="204470"/>
                  </a:lnTo>
                  <a:lnTo>
                    <a:pt x="0" y="208152"/>
                  </a:lnTo>
                  <a:lnTo>
                    <a:pt x="7619" y="208152"/>
                  </a:lnTo>
                  <a:lnTo>
                    <a:pt x="7619" y="204470"/>
                  </a:lnTo>
                  <a:close/>
                </a:path>
                <a:path w="7620" h="259080">
                  <a:moveTo>
                    <a:pt x="7619" y="201930"/>
                  </a:moveTo>
                  <a:lnTo>
                    <a:pt x="0" y="201930"/>
                  </a:lnTo>
                  <a:lnTo>
                    <a:pt x="0" y="204343"/>
                  </a:lnTo>
                  <a:lnTo>
                    <a:pt x="7619" y="204343"/>
                  </a:lnTo>
                  <a:lnTo>
                    <a:pt x="7619" y="201930"/>
                  </a:lnTo>
                  <a:close/>
                </a:path>
                <a:path w="7620" h="259080">
                  <a:moveTo>
                    <a:pt x="7619" y="198120"/>
                  </a:moveTo>
                  <a:lnTo>
                    <a:pt x="0" y="198120"/>
                  </a:lnTo>
                  <a:lnTo>
                    <a:pt x="0" y="201802"/>
                  </a:lnTo>
                  <a:lnTo>
                    <a:pt x="7619" y="201802"/>
                  </a:lnTo>
                  <a:lnTo>
                    <a:pt x="7619" y="198120"/>
                  </a:lnTo>
                  <a:close/>
                </a:path>
                <a:path w="7620" h="259080">
                  <a:moveTo>
                    <a:pt x="7619" y="195580"/>
                  </a:moveTo>
                  <a:lnTo>
                    <a:pt x="0" y="195580"/>
                  </a:lnTo>
                  <a:lnTo>
                    <a:pt x="0" y="197993"/>
                  </a:lnTo>
                  <a:lnTo>
                    <a:pt x="7619" y="197993"/>
                  </a:lnTo>
                  <a:lnTo>
                    <a:pt x="7619" y="195580"/>
                  </a:lnTo>
                  <a:close/>
                </a:path>
                <a:path w="7620" h="259080">
                  <a:moveTo>
                    <a:pt x="7619" y="191770"/>
                  </a:moveTo>
                  <a:lnTo>
                    <a:pt x="0" y="191770"/>
                  </a:lnTo>
                  <a:lnTo>
                    <a:pt x="0" y="195452"/>
                  </a:lnTo>
                  <a:lnTo>
                    <a:pt x="7619" y="195452"/>
                  </a:lnTo>
                  <a:lnTo>
                    <a:pt x="7619" y="191770"/>
                  </a:lnTo>
                  <a:close/>
                </a:path>
                <a:path w="7620" h="259080">
                  <a:moveTo>
                    <a:pt x="7619" y="189230"/>
                  </a:moveTo>
                  <a:lnTo>
                    <a:pt x="0" y="189230"/>
                  </a:lnTo>
                  <a:lnTo>
                    <a:pt x="0" y="191643"/>
                  </a:lnTo>
                  <a:lnTo>
                    <a:pt x="7619" y="191643"/>
                  </a:lnTo>
                  <a:lnTo>
                    <a:pt x="7619" y="189230"/>
                  </a:lnTo>
                  <a:close/>
                </a:path>
                <a:path w="7620" h="259080">
                  <a:moveTo>
                    <a:pt x="7619" y="185420"/>
                  </a:moveTo>
                  <a:lnTo>
                    <a:pt x="0" y="185420"/>
                  </a:lnTo>
                  <a:lnTo>
                    <a:pt x="0" y="189102"/>
                  </a:lnTo>
                  <a:lnTo>
                    <a:pt x="7619" y="189102"/>
                  </a:lnTo>
                  <a:lnTo>
                    <a:pt x="7619" y="185420"/>
                  </a:lnTo>
                  <a:close/>
                </a:path>
                <a:path w="7620" h="259080">
                  <a:moveTo>
                    <a:pt x="7619" y="182880"/>
                  </a:moveTo>
                  <a:lnTo>
                    <a:pt x="0" y="182880"/>
                  </a:lnTo>
                  <a:lnTo>
                    <a:pt x="0" y="185293"/>
                  </a:lnTo>
                  <a:lnTo>
                    <a:pt x="7619" y="185293"/>
                  </a:lnTo>
                  <a:lnTo>
                    <a:pt x="7619" y="182880"/>
                  </a:lnTo>
                  <a:close/>
                </a:path>
                <a:path w="7620" h="259080">
                  <a:moveTo>
                    <a:pt x="7619" y="179070"/>
                  </a:moveTo>
                  <a:lnTo>
                    <a:pt x="0" y="179070"/>
                  </a:lnTo>
                  <a:lnTo>
                    <a:pt x="0" y="182752"/>
                  </a:lnTo>
                  <a:lnTo>
                    <a:pt x="7619" y="182752"/>
                  </a:lnTo>
                  <a:lnTo>
                    <a:pt x="7619" y="179070"/>
                  </a:lnTo>
                  <a:close/>
                </a:path>
                <a:path w="7620" h="259080">
                  <a:moveTo>
                    <a:pt x="7619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7619" y="178943"/>
                  </a:lnTo>
                  <a:lnTo>
                    <a:pt x="7619" y="176530"/>
                  </a:lnTo>
                  <a:close/>
                </a:path>
                <a:path w="7620" h="259080">
                  <a:moveTo>
                    <a:pt x="7619" y="172720"/>
                  </a:moveTo>
                  <a:lnTo>
                    <a:pt x="0" y="172720"/>
                  </a:lnTo>
                  <a:lnTo>
                    <a:pt x="0" y="176402"/>
                  </a:lnTo>
                  <a:lnTo>
                    <a:pt x="7619" y="176402"/>
                  </a:lnTo>
                  <a:lnTo>
                    <a:pt x="7619" y="172720"/>
                  </a:lnTo>
                  <a:close/>
                </a:path>
                <a:path w="7620" h="259080">
                  <a:moveTo>
                    <a:pt x="7619" y="170180"/>
                  </a:moveTo>
                  <a:lnTo>
                    <a:pt x="0" y="170180"/>
                  </a:lnTo>
                  <a:lnTo>
                    <a:pt x="0" y="172593"/>
                  </a:lnTo>
                  <a:lnTo>
                    <a:pt x="7619" y="172593"/>
                  </a:lnTo>
                  <a:lnTo>
                    <a:pt x="7619" y="170180"/>
                  </a:lnTo>
                  <a:close/>
                </a:path>
                <a:path w="7620" h="259080">
                  <a:moveTo>
                    <a:pt x="7619" y="167639"/>
                  </a:moveTo>
                  <a:lnTo>
                    <a:pt x="0" y="167639"/>
                  </a:lnTo>
                  <a:lnTo>
                    <a:pt x="0" y="170052"/>
                  </a:lnTo>
                  <a:lnTo>
                    <a:pt x="7619" y="170052"/>
                  </a:lnTo>
                  <a:lnTo>
                    <a:pt x="7619" y="167639"/>
                  </a:lnTo>
                  <a:close/>
                </a:path>
              </a:pathLst>
            </a:custGeom>
            <a:solidFill>
              <a:srgbClr val="3C5F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78">
              <a:extLst>
                <a:ext uri="{FF2B5EF4-FFF2-40B4-BE49-F238E27FC236}">
                  <a16:creationId xmlns:a16="http://schemas.microsoft.com/office/drawing/2014/main" id="{29CF9068-4F01-7AD3-5777-FAC08A3AC4FB}"/>
                </a:ext>
              </a:extLst>
            </p:cNvPr>
            <p:cNvSpPr/>
            <p:nvPr/>
          </p:nvSpPr>
          <p:spPr>
            <a:xfrm>
              <a:off x="7722724" y="2661554"/>
              <a:ext cx="7620" cy="263525"/>
            </a:xfrm>
            <a:custGeom>
              <a:avLst/>
              <a:gdLst/>
              <a:ahLst/>
              <a:cxnLst/>
              <a:rect l="l" t="t" r="r" b="b"/>
              <a:pathLst>
                <a:path w="7620" h="263525">
                  <a:moveTo>
                    <a:pt x="7620" y="95376"/>
                  </a:moveTo>
                  <a:lnTo>
                    <a:pt x="0" y="95376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95376"/>
                  </a:lnTo>
                  <a:close/>
                </a:path>
                <a:path w="7620" h="263525">
                  <a:moveTo>
                    <a:pt x="7620" y="89026"/>
                  </a:moveTo>
                  <a:lnTo>
                    <a:pt x="0" y="89026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89026"/>
                  </a:lnTo>
                  <a:close/>
                </a:path>
                <a:path w="7620" h="263525">
                  <a:moveTo>
                    <a:pt x="762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5217"/>
                  </a:lnTo>
                  <a:close/>
                </a:path>
                <a:path w="7620" h="263525">
                  <a:moveTo>
                    <a:pt x="762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676"/>
                  </a:lnTo>
                  <a:close/>
                </a:path>
                <a:path w="7620" h="263525">
                  <a:moveTo>
                    <a:pt x="762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8867"/>
                  </a:lnTo>
                  <a:close/>
                </a:path>
                <a:path w="7620" h="263525">
                  <a:moveTo>
                    <a:pt x="762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326"/>
                  </a:lnTo>
                  <a:close/>
                </a:path>
                <a:path w="7620" h="263525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263525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263525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263525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263525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263525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263525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263525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263525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263525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263525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263525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263525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263525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263525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263525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263525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263525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263525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263525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263525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263525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263525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263525">
                  <a:moveTo>
                    <a:pt x="7620" y="0"/>
                  </a:moveTo>
                  <a:lnTo>
                    <a:pt x="5080" y="0"/>
                  </a:lnTo>
                  <a:lnTo>
                    <a:pt x="5080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63525">
                  <a:moveTo>
                    <a:pt x="7620" y="105410"/>
                  </a:moveTo>
                  <a:lnTo>
                    <a:pt x="0" y="105410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05410"/>
                  </a:lnTo>
                  <a:close/>
                </a:path>
                <a:path w="7620" h="263525">
                  <a:moveTo>
                    <a:pt x="7620" y="162560"/>
                  </a:moveTo>
                  <a:lnTo>
                    <a:pt x="0" y="162560"/>
                  </a:lnTo>
                  <a:lnTo>
                    <a:pt x="0" y="168910"/>
                  </a:lnTo>
                  <a:lnTo>
                    <a:pt x="7620" y="168910"/>
                  </a:lnTo>
                  <a:lnTo>
                    <a:pt x="7620" y="162560"/>
                  </a:lnTo>
                  <a:close/>
                </a:path>
                <a:path w="7620" h="263525">
                  <a:moveTo>
                    <a:pt x="7620" y="260477"/>
                  </a:moveTo>
                  <a:lnTo>
                    <a:pt x="1270" y="260477"/>
                  </a:lnTo>
                  <a:lnTo>
                    <a:pt x="1270" y="261620"/>
                  </a:lnTo>
                  <a:lnTo>
                    <a:pt x="5080" y="261620"/>
                  </a:lnTo>
                  <a:lnTo>
                    <a:pt x="5080" y="263017"/>
                  </a:lnTo>
                  <a:lnTo>
                    <a:pt x="7620" y="263017"/>
                  </a:lnTo>
                  <a:lnTo>
                    <a:pt x="7620" y="260477"/>
                  </a:lnTo>
                  <a:close/>
                </a:path>
                <a:path w="7620" h="263525">
                  <a:moveTo>
                    <a:pt x="7620" y="256667"/>
                  </a:moveTo>
                  <a:lnTo>
                    <a:pt x="0" y="256667"/>
                  </a:lnTo>
                  <a:lnTo>
                    <a:pt x="0" y="260477"/>
                  </a:lnTo>
                  <a:lnTo>
                    <a:pt x="1270" y="260477"/>
                  </a:lnTo>
                  <a:lnTo>
                    <a:pt x="1270" y="260350"/>
                  </a:lnTo>
                  <a:lnTo>
                    <a:pt x="7620" y="260350"/>
                  </a:lnTo>
                  <a:lnTo>
                    <a:pt x="7620" y="256667"/>
                  </a:lnTo>
                  <a:close/>
                </a:path>
                <a:path w="7620" h="263525">
                  <a:moveTo>
                    <a:pt x="7620" y="254127"/>
                  </a:moveTo>
                  <a:lnTo>
                    <a:pt x="0" y="254127"/>
                  </a:lnTo>
                  <a:lnTo>
                    <a:pt x="0" y="256540"/>
                  </a:lnTo>
                  <a:lnTo>
                    <a:pt x="7620" y="256540"/>
                  </a:lnTo>
                  <a:lnTo>
                    <a:pt x="7620" y="254127"/>
                  </a:lnTo>
                  <a:close/>
                </a:path>
                <a:path w="7620" h="263525">
                  <a:moveTo>
                    <a:pt x="7620" y="250317"/>
                  </a:moveTo>
                  <a:lnTo>
                    <a:pt x="0" y="250317"/>
                  </a:lnTo>
                  <a:lnTo>
                    <a:pt x="0" y="254000"/>
                  </a:lnTo>
                  <a:lnTo>
                    <a:pt x="7620" y="254000"/>
                  </a:lnTo>
                  <a:lnTo>
                    <a:pt x="7620" y="250317"/>
                  </a:lnTo>
                  <a:close/>
                </a:path>
                <a:path w="7620" h="263525">
                  <a:moveTo>
                    <a:pt x="7620" y="247777"/>
                  </a:moveTo>
                  <a:lnTo>
                    <a:pt x="0" y="247777"/>
                  </a:lnTo>
                  <a:lnTo>
                    <a:pt x="0" y="250190"/>
                  </a:lnTo>
                  <a:lnTo>
                    <a:pt x="7620" y="250190"/>
                  </a:lnTo>
                  <a:lnTo>
                    <a:pt x="7620" y="247777"/>
                  </a:lnTo>
                  <a:close/>
                </a:path>
                <a:path w="7620" h="263525">
                  <a:moveTo>
                    <a:pt x="7620" y="243967"/>
                  </a:moveTo>
                  <a:lnTo>
                    <a:pt x="0" y="243967"/>
                  </a:lnTo>
                  <a:lnTo>
                    <a:pt x="0" y="247650"/>
                  </a:lnTo>
                  <a:lnTo>
                    <a:pt x="7620" y="247650"/>
                  </a:lnTo>
                  <a:lnTo>
                    <a:pt x="7620" y="243967"/>
                  </a:lnTo>
                  <a:close/>
                </a:path>
                <a:path w="7620" h="263525">
                  <a:moveTo>
                    <a:pt x="7620" y="241427"/>
                  </a:moveTo>
                  <a:lnTo>
                    <a:pt x="0" y="241427"/>
                  </a:lnTo>
                  <a:lnTo>
                    <a:pt x="0" y="243840"/>
                  </a:lnTo>
                  <a:lnTo>
                    <a:pt x="7620" y="243840"/>
                  </a:lnTo>
                  <a:lnTo>
                    <a:pt x="7620" y="241427"/>
                  </a:lnTo>
                  <a:close/>
                </a:path>
                <a:path w="7620" h="263525">
                  <a:moveTo>
                    <a:pt x="7620" y="237617"/>
                  </a:moveTo>
                  <a:lnTo>
                    <a:pt x="0" y="237617"/>
                  </a:lnTo>
                  <a:lnTo>
                    <a:pt x="0" y="241300"/>
                  </a:lnTo>
                  <a:lnTo>
                    <a:pt x="7620" y="241300"/>
                  </a:lnTo>
                  <a:lnTo>
                    <a:pt x="7620" y="237617"/>
                  </a:lnTo>
                  <a:close/>
                </a:path>
                <a:path w="7620" h="263525">
                  <a:moveTo>
                    <a:pt x="7620" y="235077"/>
                  </a:moveTo>
                  <a:lnTo>
                    <a:pt x="0" y="235077"/>
                  </a:lnTo>
                  <a:lnTo>
                    <a:pt x="0" y="237490"/>
                  </a:lnTo>
                  <a:lnTo>
                    <a:pt x="7620" y="237490"/>
                  </a:lnTo>
                  <a:lnTo>
                    <a:pt x="7620" y="235077"/>
                  </a:lnTo>
                  <a:close/>
                </a:path>
                <a:path w="7620" h="263525">
                  <a:moveTo>
                    <a:pt x="7620" y="231267"/>
                  </a:moveTo>
                  <a:lnTo>
                    <a:pt x="0" y="231267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31267"/>
                  </a:lnTo>
                  <a:close/>
                </a:path>
                <a:path w="7620" h="263525">
                  <a:moveTo>
                    <a:pt x="7620" y="228727"/>
                  </a:moveTo>
                  <a:lnTo>
                    <a:pt x="0" y="228727"/>
                  </a:lnTo>
                  <a:lnTo>
                    <a:pt x="0" y="231140"/>
                  </a:lnTo>
                  <a:lnTo>
                    <a:pt x="7620" y="231140"/>
                  </a:lnTo>
                  <a:lnTo>
                    <a:pt x="7620" y="228727"/>
                  </a:lnTo>
                  <a:close/>
                </a:path>
                <a:path w="7620" h="263525">
                  <a:moveTo>
                    <a:pt x="7620" y="224917"/>
                  </a:moveTo>
                  <a:lnTo>
                    <a:pt x="0" y="224917"/>
                  </a:lnTo>
                  <a:lnTo>
                    <a:pt x="0" y="228600"/>
                  </a:lnTo>
                  <a:lnTo>
                    <a:pt x="7620" y="228600"/>
                  </a:lnTo>
                  <a:lnTo>
                    <a:pt x="7620" y="224917"/>
                  </a:lnTo>
                  <a:close/>
                </a:path>
                <a:path w="7620" h="263525">
                  <a:moveTo>
                    <a:pt x="7620" y="222377"/>
                  </a:moveTo>
                  <a:lnTo>
                    <a:pt x="0" y="222377"/>
                  </a:lnTo>
                  <a:lnTo>
                    <a:pt x="0" y="224790"/>
                  </a:lnTo>
                  <a:lnTo>
                    <a:pt x="7620" y="224790"/>
                  </a:lnTo>
                  <a:lnTo>
                    <a:pt x="7620" y="222377"/>
                  </a:lnTo>
                  <a:close/>
                </a:path>
                <a:path w="7620" h="263525">
                  <a:moveTo>
                    <a:pt x="7620" y="218567"/>
                  </a:moveTo>
                  <a:lnTo>
                    <a:pt x="0" y="218567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8567"/>
                  </a:lnTo>
                  <a:close/>
                </a:path>
                <a:path w="7620" h="263525">
                  <a:moveTo>
                    <a:pt x="7620" y="216027"/>
                  </a:moveTo>
                  <a:lnTo>
                    <a:pt x="0" y="216027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6027"/>
                  </a:lnTo>
                  <a:close/>
                </a:path>
                <a:path w="7620" h="263525">
                  <a:moveTo>
                    <a:pt x="7620" y="212217"/>
                  </a:moveTo>
                  <a:lnTo>
                    <a:pt x="0" y="212217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2217"/>
                  </a:lnTo>
                  <a:close/>
                </a:path>
                <a:path w="7620" h="263525">
                  <a:moveTo>
                    <a:pt x="7620" y="209677"/>
                  </a:moveTo>
                  <a:lnTo>
                    <a:pt x="0" y="209677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09677"/>
                  </a:lnTo>
                  <a:close/>
                </a:path>
                <a:path w="7620" h="263525">
                  <a:moveTo>
                    <a:pt x="7620" y="205867"/>
                  </a:moveTo>
                  <a:lnTo>
                    <a:pt x="0" y="205867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5867"/>
                  </a:lnTo>
                  <a:close/>
                </a:path>
                <a:path w="7620" h="263525">
                  <a:moveTo>
                    <a:pt x="7620" y="203327"/>
                  </a:moveTo>
                  <a:lnTo>
                    <a:pt x="0" y="203327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3327"/>
                  </a:lnTo>
                  <a:close/>
                </a:path>
                <a:path w="7620" h="263525">
                  <a:moveTo>
                    <a:pt x="7620" y="199517"/>
                  </a:moveTo>
                  <a:lnTo>
                    <a:pt x="0" y="199517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199517"/>
                  </a:lnTo>
                  <a:close/>
                </a:path>
                <a:path w="7620" h="263525">
                  <a:moveTo>
                    <a:pt x="7620" y="196977"/>
                  </a:moveTo>
                  <a:lnTo>
                    <a:pt x="0" y="196977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6977"/>
                  </a:lnTo>
                  <a:close/>
                </a:path>
                <a:path w="7620" h="263525">
                  <a:moveTo>
                    <a:pt x="7620" y="193167"/>
                  </a:moveTo>
                  <a:lnTo>
                    <a:pt x="0" y="193167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3167"/>
                  </a:lnTo>
                  <a:close/>
                </a:path>
                <a:path w="7620" h="263525">
                  <a:moveTo>
                    <a:pt x="7620" y="190627"/>
                  </a:moveTo>
                  <a:lnTo>
                    <a:pt x="0" y="190627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0627"/>
                  </a:lnTo>
                  <a:close/>
                </a:path>
                <a:path w="7620" h="263525">
                  <a:moveTo>
                    <a:pt x="7620" y="186817"/>
                  </a:moveTo>
                  <a:lnTo>
                    <a:pt x="0" y="186817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6817"/>
                  </a:lnTo>
                  <a:close/>
                </a:path>
                <a:path w="7620" h="263525">
                  <a:moveTo>
                    <a:pt x="7620" y="184277"/>
                  </a:moveTo>
                  <a:lnTo>
                    <a:pt x="0" y="184277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4277"/>
                  </a:lnTo>
                  <a:close/>
                </a:path>
                <a:path w="7620" h="263525">
                  <a:moveTo>
                    <a:pt x="7620" y="180467"/>
                  </a:moveTo>
                  <a:lnTo>
                    <a:pt x="0" y="180467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0467"/>
                  </a:lnTo>
                  <a:close/>
                </a:path>
                <a:path w="7620" h="263525">
                  <a:moveTo>
                    <a:pt x="762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927"/>
                  </a:lnTo>
                  <a:close/>
                </a:path>
                <a:path w="7620" h="263525">
                  <a:moveTo>
                    <a:pt x="7620" y="174117"/>
                  </a:moveTo>
                  <a:lnTo>
                    <a:pt x="0" y="174117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4117"/>
                  </a:lnTo>
                  <a:close/>
                </a:path>
                <a:path w="7620" h="263525">
                  <a:moveTo>
                    <a:pt x="7620" y="171577"/>
                  </a:moveTo>
                  <a:lnTo>
                    <a:pt x="0" y="171577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1577"/>
                  </a:lnTo>
                  <a:close/>
                </a:path>
                <a:path w="7620" h="263525">
                  <a:moveTo>
                    <a:pt x="7620" y="169037"/>
                  </a:moveTo>
                  <a:lnTo>
                    <a:pt x="0" y="169037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9037"/>
                  </a:lnTo>
                  <a:close/>
                </a:path>
              </a:pathLst>
            </a:custGeom>
            <a:solidFill>
              <a:srgbClr val="3B5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79">
              <a:extLst>
                <a:ext uri="{FF2B5EF4-FFF2-40B4-BE49-F238E27FC236}">
                  <a16:creationId xmlns:a16="http://schemas.microsoft.com/office/drawing/2014/main" id="{7AE65B10-5E7C-0324-E657-FC5761841E16}"/>
                </a:ext>
              </a:extLst>
            </p:cNvPr>
            <p:cNvSpPr/>
            <p:nvPr/>
          </p:nvSpPr>
          <p:spPr>
            <a:xfrm>
              <a:off x="7730344" y="2660411"/>
              <a:ext cx="6350" cy="264160"/>
            </a:xfrm>
            <a:custGeom>
              <a:avLst/>
              <a:gdLst/>
              <a:ahLst/>
              <a:cxnLst/>
              <a:rect l="l" t="t" r="r" b="b"/>
              <a:pathLst>
                <a:path w="6350" h="264160">
                  <a:moveTo>
                    <a:pt x="6350" y="96519"/>
                  </a:moveTo>
                  <a:lnTo>
                    <a:pt x="0" y="96519"/>
                  </a:lnTo>
                  <a:lnTo>
                    <a:pt x="0" y="106552"/>
                  </a:lnTo>
                  <a:lnTo>
                    <a:pt x="6350" y="106552"/>
                  </a:lnTo>
                  <a:lnTo>
                    <a:pt x="6350" y="96519"/>
                  </a:lnTo>
                  <a:close/>
                </a:path>
                <a:path w="6350" h="264160">
                  <a:moveTo>
                    <a:pt x="6350" y="90169"/>
                  </a:moveTo>
                  <a:lnTo>
                    <a:pt x="0" y="90169"/>
                  </a:lnTo>
                  <a:lnTo>
                    <a:pt x="0" y="96392"/>
                  </a:lnTo>
                  <a:lnTo>
                    <a:pt x="6350" y="96392"/>
                  </a:lnTo>
                  <a:lnTo>
                    <a:pt x="6350" y="90169"/>
                  </a:lnTo>
                  <a:close/>
                </a:path>
                <a:path w="6350" h="264160">
                  <a:moveTo>
                    <a:pt x="635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6350" y="90042"/>
                  </a:lnTo>
                  <a:lnTo>
                    <a:pt x="6350" y="86360"/>
                  </a:lnTo>
                  <a:close/>
                </a:path>
                <a:path w="6350" h="264160">
                  <a:moveTo>
                    <a:pt x="635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6350" y="86232"/>
                  </a:lnTo>
                  <a:lnTo>
                    <a:pt x="6350" y="83819"/>
                  </a:lnTo>
                  <a:close/>
                </a:path>
                <a:path w="6350" h="264160">
                  <a:moveTo>
                    <a:pt x="635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6350" y="83692"/>
                  </a:lnTo>
                  <a:lnTo>
                    <a:pt x="6350" y="80010"/>
                  </a:lnTo>
                  <a:close/>
                </a:path>
                <a:path w="6350" h="264160">
                  <a:moveTo>
                    <a:pt x="635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6350" y="79882"/>
                  </a:lnTo>
                  <a:lnTo>
                    <a:pt x="6350" y="77469"/>
                  </a:lnTo>
                  <a:close/>
                </a:path>
                <a:path w="6350" h="264160">
                  <a:moveTo>
                    <a:pt x="635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6350" y="77342"/>
                  </a:lnTo>
                  <a:lnTo>
                    <a:pt x="6350" y="73660"/>
                  </a:lnTo>
                  <a:close/>
                </a:path>
                <a:path w="6350" h="264160">
                  <a:moveTo>
                    <a:pt x="635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6350" y="73532"/>
                  </a:lnTo>
                  <a:lnTo>
                    <a:pt x="6350" y="71119"/>
                  </a:lnTo>
                  <a:close/>
                </a:path>
                <a:path w="6350" h="264160">
                  <a:moveTo>
                    <a:pt x="635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7310"/>
                  </a:lnTo>
                  <a:close/>
                </a:path>
                <a:path w="6350" h="264160">
                  <a:moveTo>
                    <a:pt x="635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6350" y="67182"/>
                  </a:lnTo>
                  <a:lnTo>
                    <a:pt x="6350" y="64769"/>
                  </a:lnTo>
                  <a:close/>
                </a:path>
                <a:path w="6350" h="264160">
                  <a:moveTo>
                    <a:pt x="635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0960"/>
                  </a:lnTo>
                  <a:close/>
                </a:path>
                <a:path w="6350" h="264160">
                  <a:moveTo>
                    <a:pt x="635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6350" y="60832"/>
                  </a:lnTo>
                  <a:lnTo>
                    <a:pt x="6350" y="58419"/>
                  </a:lnTo>
                  <a:close/>
                </a:path>
                <a:path w="6350" h="264160">
                  <a:moveTo>
                    <a:pt x="635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4610"/>
                  </a:lnTo>
                  <a:close/>
                </a:path>
                <a:path w="6350" h="264160">
                  <a:moveTo>
                    <a:pt x="635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6350" y="54482"/>
                  </a:lnTo>
                  <a:lnTo>
                    <a:pt x="6350" y="52069"/>
                  </a:lnTo>
                  <a:close/>
                </a:path>
                <a:path w="6350" h="264160">
                  <a:moveTo>
                    <a:pt x="635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8260"/>
                  </a:lnTo>
                  <a:close/>
                </a:path>
                <a:path w="6350" h="264160">
                  <a:moveTo>
                    <a:pt x="635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6350" y="48132"/>
                  </a:lnTo>
                  <a:lnTo>
                    <a:pt x="6350" y="45719"/>
                  </a:lnTo>
                  <a:close/>
                </a:path>
                <a:path w="6350" h="264160">
                  <a:moveTo>
                    <a:pt x="635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1910"/>
                  </a:lnTo>
                  <a:close/>
                </a:path>
                <a:path w="6350" h="264160">
                  <a:moveTo>
                    <a:pt x="635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6350" y="41782"/>
                  </a:lnTo>
                  <a:lnTo>
                    <a:pt x="6350" y="39369"/>
                  </a:lnTo>
                  <a:close/>
                </a:path>
                <a:path w="6350" h="264160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264160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264160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264160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264160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264160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264160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264160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264160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264160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264160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264160">
                  <a:moveTo>
                    <a:pt x="3810" y="1142"/>
                  </a:moveTo>
                  <a:lnTo>
                    <a:pt x="0" y="1142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1269"/>
                  </a:lnTo>
                  <a:lnTo>
                    <a:pt x="3810" y="1269"/>
                  </a:lnTo>
                  <a:close/>
                </a:path>
                <a:path w="6350" h="264160">
                  <a:moveTo>
                    <a:pt x="6350" y="0"/>
                  </a:moveTo>
                  <a:lnTo>
                    <a:pt x="3810" y="0"/>
                  </a:lnTo>
                  <a:lnTo>
                    <a:pt x="381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264160">
                  <a:moveTo>
                    <a:pt x="6350" y="106553"/>
                  </a:moveTo>
                  <a:lnTo>
                    <a:pt x="0" y="106553"/>
                  </a:lnTo>
                  <a:lnTo>
                    <a:pt x="0" y="163702"/>
                  </a:lnTo>
                  <a:lnTo>
                    <a:pt x="6350" y="163702"/>
                  </a:lnTo>
                  <a:lnTo>
                    <a:pt x="6350" y="106553"/>
                  </a:lnTo>
                  <a:close/>
                </a:path>
                <a:path w="6350" h="264160">
                  <a:moveTo>
                    <a:pt x="6350" y="163703"/>
                  </a:moveTo>
                  <a:lnTo>
                    <a:pt x="0" y="163703"/>
                  </a:lnTo>
                  <a:lnTo>
                    <a:pt x="0" y="170052"/>
                  </a:lnTo>
                  <a:lnTo>
                    <a:pt x="6350" y="170052"/>
                  </a:lnTo>
                  <a:lnTo>
                    <a:pt x="6350" y="163703"/>
                  </a:lnTo>
                  <a:close/>
                </a:path>
                <a:path w="6350" h="264160">
                  <a:moveTo>
                    <a:pt x="6350" y="261620"/>
                  </a:moveTo>
                  <a:lnTo>
                    <a:pt x="0" y="261620"/>
                  </a:lnTo>
                  <a:lnTo>
                    <a:pt x="0" y="264160"/>
                  </a:lnTo>
                  <a:lnTo>
                    <a:pt x="6350" y="264160"/>
                  </a:lnTo>
                  <a:lnTo>
                    <a:pt x="6350" y="261620"/>
                  </a:lnTo>
                  <a:close/>
                </a:path>
                <a:path w="6350" h="264160">
                  <a:moveTo>
                    <a:pt x="6350" y="257810"/>
                  </a:moveTo>
                  <a:lnTo>
                    <a:pt x="0" y="257810"/>
                  </a:lnTo>
                  <a:lnTo>
                    <a:pt x="0" y="261492"/>
                  </a:lnTo>
                  <a:lnTo>
                    <a:pt x="6350" y="261492"/>
                  </a:lnTo>
                  <a:lnTo>
                    <a:pt x="6350" y="257810"/>
                  </a:lnTo>
                  <a:close/>
                </a:path>
                <a:path w="6350" h="264160">
                  <a:moveTo>
                    <a:pt x="635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6350" y="257683"/>
                  </a:lnTo>
                  <a:lnTo>
                    <a:pt x="6350" y="255270"/>
                  </a:lnTo>
                  <a:close/>
                </a:path>
                <a:path w="6350" h="264160">
                  <a:moveTo>
                    <a:pt x="6350" y="251460"/>
                  </a:moveTo>
                  <a:lnTo>
                    <a:pt x="0" y="251460"/>
                  </a:lnTo>
                  <a:lnTo>
                    <a:pt x="0" y="255142"/>
                  </a:lnTo>
                  <a:lnTo>
                    <a:pt x="6350" y="255142"/>
                  </a:lnTo>
                  <a:lnTo>
                    <a:pt x="6350" y="251460"/>
                  </a:lnTo>
                  <a:close/>
                </a:path>
                <a:path w="6350" h="264160">
                  <a:moveTo>
                    <a:pt x="635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6350" y="251333"/>
                  </a:lnTo>
                  <a:lnTo>
                    <a:pt x="6350" y="248920"/>
                  </a:lnTo>
                  <a:close/>
                </a:path>
                <a:path w="6350" h="264160">
                  <a:moveTo>
                    <a:pt x="6350" y="245110"/>
                  </a:moveTo>
                  <a:lnTo>
                    <a:pt x="0" y="245110"/>
                  </a:lnTo>
                  <a:lnTo>
                    <a:pt x="0" y="248792"/>
                  </a:lnTo>
                  <a:lnTo>
                    <a:pt x="6350" y="248792"/>
                  </a:lnTo>
                  <a:lnTo>
                    <a:pt x="6350" y="245110"/>
                  </a:lnTo>
                  <a:close/>
                </a:path>
                <a:path w="6350" h="264160">
                  <a:moveTo>
                    <a:pt x="635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6350" y="244983"/>
                  </a:lnTo>
                  <a:lnTo>
                    <a:pt x="6350" y="242570"/>
                  </a:lnTo>
                  <a:close/>
                </a:path>
                <a:path w="6350" h="264160">
                  <a:moveTo>
                    <a:pt x="6350" y="238760"/>
                  </a:moveTo>
                  <a:lnTo>
                    <a:pt x="0" y="238760"/>
                  </a:lnTo>
                  <a:lnTo>
                    <a:pt x="0" y="242442"/>
                  </a:lnTo>
                  <a:lnTo>
                    <a:pt x="6350" y="242442"/>
                  </a:lnTo>
                  <a:lnTo>
                    <a:pt x="6350" y="238760"/>
                  </a:lnTo>
                  <a:close/>
                </a:path>
                <a:path w="6350" h="264160">
                  <a:moveTo>
                    <a:pt x="635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6350" y="238633"/>
                  </a:lnTo>
                  <a:lnTo>
                    <a:pt x="6350" y="236220"/>
                  </a:lnTo>
                  <a:close/>
                </a:path>
                <a:path w="6350" h="264160">
                  <a:moveTo>
                    <a:pt x="6350" y="232410"/>
                  </a:moveTo>
                  <a:lnTo>
                    <a:pt x="0" y="232410"/>
                  </a:lnTo>
                  <a:lnTo>
                    <a:pt x="0" y="236092"/>
                  </a:lnTo>
                  <a:lnTo>
                    <a:pt x="6350" y="236092"/>
                  </a:lnTo>
                  <a:lnTo>
                    <a:pt x="6350" y="232410"/>
                  </a:lnTo>
                  <a:close/>
                </a:path>
                <a:path w="6350" h="264160">
                  <a:moveTo>
                    <a:pt x="635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6350" y="232283"/>
                  </a:lnTo>
                  <a:lnTo>
                    <a:pt x="6350" y="229870"/>
                  </a:lnTo>
                  <a:close/>
                </a:path>
                <a:path w="6350" h="264160">
                  <a:moveTo>
                    <a:pt x="6350" y="226060"/>
                  </a:moveTo>
                  <a:lnTo>
                    <a:pt x="0" y="226060"/>
                  </a:lnTo>
                  <a:lnTo>
                    <a:pt x="0" y="229742"/>
                  </a:lnTo>
                  <a:lnTo>
                    <a:pt x="6350" y="229742"/>
                  </a:lnTo>
                  <a:lnTo>
                    <a:pt x="6350" y="226060"/>
                  </a:lnTo>
                  <a:close/>
                </a:path>
                <a:path w="6350" h="264160">
                  <a:moveTo>
                    <a:pt x="635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6350" y="225933"/>
                  </a:lnTo>
                  <a:lnTo>
                    <a:pt x="6350" y="223520"/>
                  </a:lnTo>
                  <a:close/>
                </a:path>
                <a:path w="6350" h="264160">
                  <a:moveTo>
                    <a:pt x="6350" y="219710"/>
                  </a:moveTo>
                  <a:lnTo>
                    <a:pt x="0" y="219710"/>
                  </a:lnTo>
                  <a:lnTo>
                    <a:pt x="0" y="223392"/>
                  </a:lnTo>
                  <a:lnTo>
                    <a:pt x="6350" y="223392"/>
                  </a:lnTo>
                  <a:lnTo>
                    <a:pt x="6350" y="219710"/>
                  </a:lnTo>
                  <a:close/>
                </a:path>
                <a:path w="6350" h="264160">
                  <a:moveTo>
                    <a:pt x="635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6350" y="219583"/>
                  </a:lnTo>
                  <a:lnTo>
                    <a:pt x="6350" y="217170"/>
                  </a:lnTo>
                  <a:close/>
                </a:path>
                <a:path w="6350" h="264160">
                  <a:moveTo>
                    <a:pt x="6350" y="213360"/>
                  </a:moveTo>
                  <a:lnTo>
                    <a:pt x="0" y="213360"/>
                  </a:lnTo>
                  <a:lnTo>
                    <a:pt x="0" y="217042"/>
                  </a:lnTo>
                  <a:lnTo>
                    <a:pt x="6350" y="217042"/>
                  </a:lnTo>
                  <a:lnTo>
                    <a:pt x="6350" y="213360"/>
                  </a:lnTo>
                  <a:close/>
                </a:path>
                <a:path w="6350" h="264160">
                  <a:moveTo>
                    <a:pt x="635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6350" y="213233"/>
                  </a:lnTo>
                  <a:lnTo>
                    <a:pt x="6350" y="210820"/>
                  </a:lnTo>
                  <a:close/>
                </a:path>
                <a:path w="6350" h="264160">
                  <a:moveTo>
                    <a:pt x="6350" y="207010"/>
                  </a:moveTo>
                  <a:lnTo>
                    <a:pt x="0" y="207010"/>
                  </a:lnTo>
                  <a:lnTo>
                    <a:pt x="0" y="210692"/>
                  </a:lnTo>
                  <a:lnTo>
                    <a:pt x="6350" y="210692"/>
                  </a:lnTo>
                  <a:lnTo>
                    <a:pt x="6350" y="207010"/>
                  </a:lnTo>
                  <a:close/>
                </a:path>
                <a:path w="6350" h="264160">
                  <a:moveTo>
                    <a:pt x="635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6350" y="206883"/>
                  </a:lnTo>
                  <a:lnTo>
                    <a:pt x="6350" y="204470"/>
                  </a:lnTo>
                  <a:close/>
                </a:path>
                <a:path w="6350" h="264160">
                  <a:moveTo>
                    <a:pt x="6350" y="200660"/>
                  </a:moveTo>
                  <a:lnTo>
                    <a:pt x="0" y="200660"/>
                  </a:lnTo>
                  <a:lnTo>
                    <a:pt x="0" y="204342"/>
                  </a:lnTo>
                  <a:lnTo>
                    <a:pt x="6350" y="204342"/>
                  </a:lnTo>
                  <a:lnTo>
                    <a:pt x="6350" y="200660"/>
                  </a:lnTo>
                  <a:close/>
                </a:path>
                <a:path w="6350" h="264160">
                  <a:moveTo>
                    <a:pt x="635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6350" y="200533"/>
                  </a:lnTo>
                  <a:lnTo>
                    <a:pt x="6350" y="198120"/>
                  </a:lnTo>
                  <a:close/>
                </a:path>
                <a:path w="6350" h="264160">
                  <a:moveTo>
                    <a:pt x="6350" y="194310"/>
                  </a:moveTo>
                  <a:lnTo>
                    <a:pt x="0" y="194310"/>
                  </a:lnTo>
                  <a:lnTo>
                    <a:pt x="0" y="197992"/>
                  </a:lnTo>
                  <a:lnTo>
                    <a:pt x="6350" y="197992"/>
                  </a:lnTo>
                  <a:lnTo>
                    <a:pt x="6350" y="194310"/>
                  </a:lnTo>
                  <a:close/>
                </a:path>
                <a:path w="6350" h="264160">
                  <a:moveTo>
                    <a:pt x="635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6350" y="194183"/>
                  </a:lnTo>
                  <a:lnTo>
                    <a:pt x="6350" y="191770"/>
                  </a:lnTo>
                  <a:close/>
                </a:path>
                <a:path w="6350" h="264160">
                  <a:moveTo>
                    <a:pt x="6350" y="187960"/>
                  </a:moveTo>
                  <a:lnTo>
                    <a:pt x="0" y="187960"/>
                  </a:lnTo>
                  <a:lnTo>
                    <a:pt x="0" y="191642"/>
                  </a:lnTo>
                  <a:lnTo>
                    <a:pt x="6350" y="191642"/>
                  </a:lnTo>
                  <a:lnTo>
                    <a:pt x="6350" y="187960"/>
                  </a:lnTo>
                  <a:close/>
                </a:path>
                <a:path w="6350" h="264160">
                  <a:moveTo>
                    <a:pt x="635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6350" y="187833"/>
                  </a:lnTo>
                  <a:lnTo>
                    <a:pt x="6350" y="185420"/>
                  </a:lnTo>
                  <a:close/>
                </a:path>
                <a:path w="6350" h="264160">
                  <a:moveTo>
                    <a:pt x="6350" y="181610"/>
                  </a:moveTo>
                  <a:lnTo>
                    <a:pt x="0" y="181610"/>
                  </a:lnTo>
                  <a:lnTo>
                    <a:pt x="0" y="185292"/>
                  </a:lnTo>
                  <a:lnTo>
                    <a:pt x="6350" y="185292"/>
                  </a:lnTo>
                  <a:lnTo>
                    <a:pt x="6350" y="181610"/>
                  </a:lnTo>
                  <a:close/>
                </a:path>
                <a:path w="6350" h="264160">
                  <a:moveTo>
                    <a:pt x="635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6350" y="181483"/>
                  </a:lnTo>
                  <a:lnTo>
                    <a:pt x="6350" y="179070"/>
                  </a:lnTo>
                  <a:close/>
                </a:path>
                <a:path w="6350" h="264160">
                  <a:moveTo>
                    <a:pt x="6350" y="175260"/>
                  </a:moveTo>
                  <a:lnTo>
                    <a:pt x="0" y="175260"/>
                  </a:lnTo>
                  <a:lnTo>
                    <a:pt x="0" y="178942"/>
                  </a:lnTo>
                  <a:lnTo>
                    <a:pt x="6350" y="178942"/>
                  </a:lnTo>
                  <a:lnTo>
                    <a:pt x="6350" y="175260"/>
                  </a:lnTo>
                  <a:close/>
                </a:path>
                <a:path w="6350" h="264160">
                  <a:moveTo>
                    <a:pt x="6350" y="172720"/>
                  </a:moveTo>
                  <a:lnTo>
                    <a:pt x="0" y="172720"/>
                  </a:lnTo>
                  <a:lnTo>
                    <a:pt x="0" y="175133"/>
                  </a:lnTo>
                  <a:lnTo>
                    <a:pt x="6350" y="175133"/>
                  </a:lnTo>
                  <a:lnTo>
                    <a:pt x="6350" y="172720"/>
                  </a:lnTo>
                  <a:close/>
                </a:path>
                <a:path w="6350" h="264160">
                  <a:moveTo>
                    <a:pt x="6350" y="170179"/>
                  </a:moveTo>
                  <a:lnTo>
                    <a:pt x="0" y="170179"/>
                  </a:lnTo>
                  <a:lnTo>
                    <a:pt x="0" y="172592"/>
                  </a:lnTo>
                  <a:lnTo>
                    <a:pt x="6350" y="172592"/>
                  </a:lnTo>
                  <a:lnTo>
                    <a:pt x="6350" y="170179"/>
                  </a:lnTo>
                  <a:close/>
                </a:path>
              </a:pathLst>
            </a:custGeom>
            <a:solidFill>
              <a:srgbClr val="3A5D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0">
              <a:extLst>
                <a:ext uri="{FF2B5EF4-FFF2-40B4-BE49-F238E27FC236}">
                  <a16:creationId xmlns:a16="http://schemas.microsoft.com/office/drawing/2014/main" id="{A34B2559-7DA6-DDB2-3FB4-473008922A0F}"/>
                </a:ext>
              </a:extLst>
            </p:cNvPr>
            <p:cNvSpPr/>
            <p:nvPr/>
          </p:nvSpPr>
          <p:spPr>
            <a:xfrm>
              <a:off x="7736694" y="2660411"/>
              <a:ext cx="7620" cy="265430"/>
            </a:xfrm>
            <a:custGeom>
              <a:avLst/>
              <a:gdLst/>
              <a:ahLst/>
              <a:cxnLst/>
              <a:rect l="l" t="t" r="r" b="b"/>
              <a:pathLst>
                <a:path w="7620" h="265430">
                  <a:moveTo>
                    <a:pt x="7620" y="96519"/>
                  </a:moveTo>
                  <a:lnTo>
                    <a:pt x="0" y="96519"/>
                  </a:lnTo>
                  <a:lnTo>
                    <a:pt x="0" y="106552"/>
                  </a:lnTo>
                  <a:lnTo>
                    <a:pt x="7620" y="106552"/>
                  </a:lnTo>
                  <a:lnTo>
                    <a:pt x="7620" y="96519"/>
                  </a:lnTo>
                  <a:close/>
                </a:path>
                <a:path w="7620" h="265430">
                  <a:moveTo>
                    <a:pt x="7620" y="90169"/>
                  </a:moveTo>
                  <a:lnTo>
                    <a:pt x="0" y="90169"/>
                  </a:lnTo>
                  <a:lnTo>
                    <a:pt x="0" y="96392"/>
                  </a:lnTo>
                  <a:lnTo>
                    <a:pt x="7620" y="96392"/>
                  </a:lnTo>
                  <a:lnTo>
                    <a:pt x="7620" y="90169"/>
                  </a:lnTo>
                  <a:close/>
                </a:path>
                <a:path w="7620" h="265430">
                  <a:moveTo>
                    <a:pt x="762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7620" y="90042"/>
                  </a:lnTo>
                  <a:lnTo>
                    <a:pt x="7620" y="86360"/>
                  </a:lnTo>
                  <a:close/>
                </a:path>
                <a:path w="7620" h="265430">
                  <a:moveTo>
                    <a:pt x="762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7620" y="86232"/>
                  </a:lnTo>
                  <a:lnTo>
                    <a:pt x="7620" y="83819"/>
                  </a:lnTo>
                  <a:close/>
                </a:path>
                <a:path w="7620" h="265430">
                  <a:moveTo>
                    <a:pt x="762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20" y="83692"/>
                  </a:lnTo>
                  <a:lnTo>
                    <a:pt x="7620" y="80010"/>
                  </a:lnTo>
                  <a:close/>
                </a:path>
                <a:path w="7620" h="265430">
                  <a:moveTo>
                    <a:pt x="762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20" y="79882"/>
                  </a:lnTo>
                  <a:lnTo>
                    <a:pt x="7620" y="77469"/>
                  </a:lnTo>
                  <a:close/>
                </a:path>
                <a:path w="7620" h="265430">
                  <a:moveTo>
                    <a:pt x="762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3660"/>
                  </a:lnTo>
                  <a:close/>
                </a:path>
                <a:path w="7620" h="265430">
                  <a:moveTo>
                    <a:pt x="762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20" y="73532"/>
                  </a:lnTo>
                  <a:lnTo>
                    <a:pt x="7620" y="71119"/>
                  </a:lnTo>
                  <a:close/>
                </a:path>
                <a:path w="7620" h="265430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265430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265430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265430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26543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26543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26543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26543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26543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26543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26543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26543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26543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26543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26543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26543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26543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26543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26543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26543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26543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265430">
                  <a:moveTo>
                    <a:pt x="7620" y="1269"/>
                  </a:moveTo>
                  <a:lnTo>
                    <a:pt x="0" y="1269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close/>
                </a:path>
                <a:path w="7620" h="265430">
                  <a:moveTo>
                    <a:pt x="762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265430">
                  <a:moveTo>
                    <a:pt x="7620" y="106553"/>
                  </a:moveTo>
                  <a:lnTo>
                    <a:pt x="0" y="106553"/>
                  </a:lnTo>
                  <a:lnTo>
                    <a:pt x="0" y="163702"/>
                  </a:lnTo>
                  <a:lnTo>
                    <a:pt x="7620" y="163702"/>
                  </a:lnTo>
                  <a:lnTo>
                    <a:pt x="7620" y="106553"/>
                  </a:lnTo>
                  <a:close/>
                </a:path>
                <a:path w="7620" h="265430">
                  <a:moveTo>
                    <a:pt x="7620" y="163703"/>
                  </a:moveTo>
                  <a:lnTo>
                    <a:pt x="0" y="163703"/>
                  </a:lnTo>
                  <a:lnTo>
                    <a:pt x="0" y="170052"/>
                  </a:lnTo>
                  <a:lnTo>
                    <a:pt x="7620" y="170052"/>
                  </a:lnTo>
                  <a:lnTo>
                    <a:pt x="7620" y="163703"/>
                  </a:lnTo>
                  <a:close/>
                </a:path>
                <a:path w="7620" h="265430">
                  <a:moveTo>
                    <a:pt x="7620" y="264160"/>
                  </a:moveTo>
                  <a:lnTo>
                    <a:pt x="6350" y="264160"/>
                  </a:lnTo>
                  <a:lnTo>
                    <a:pt x="6350" y="265302"/>
                  </a:lnTo>
                  <a:lnTo>
                    <a:pt x="7620" y="265302"/>
                  </a:lnTo>
                  <a:lnTo>
                    <a:pt x="7620" y="264160"/>
                  </a:lnTo>
                  <a:close/>
                </a:path>
                <a:path w="7620" h="265430">
                  <a:moveTo>
                    <a:pt x="7620" y="261620"/>
                  </a:moveTo>
                  <a:lnTo>
                    <a:pt x="0" y="261620"/>
                  </a:lnTo>
                  <a:lnTo>
                    <a:pt x="0" y="264160"/>
                  </a:lnTo>
                  <a:lnTo>
                    <a:pt x="6350" y="264160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65430">
                  <a:moveTo>
                    <a:pt x="7620" y="257810"/>
                  </a:moveTo>
                  <a:lnTo>
                    <a:pt x="0" y="257810"/>
                  </a:lnTo>
                  <a:lnTo>
                    <a:pt x="0" y="261492"/>
                  </a:lnTo>
                  <a:lnTo>
                    <a:pt x="7620" y="261492"/>
                  </a:lnTo>
                  <a:lnTo>
                    <a:pt x="7620" y="257810"/>
                  </a:lnTo>
                  <a:close/>
                </a:path>
                <a:path w="7620" h="265430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65430">
                  <a:moveTo>
                    <a:pt x="7620" y="251460"/>
                  </a:moveTo>
                  <a:lnTo>
                    <a:pt x="0" y="251460"/>
                  </a:lnTo>
                  <a:lnTo>
                    <a:pt x="0" y="255142"/>
                  </a:lnTo>
                  <a:lnTo>
                    <a:pt x="7620" y="255142"/>
                  </a:lnTo>
                  <a:lnTo>
                    <a:pt x="7620" y="251460"/>
                  </a:lnTo>
                  <a:close/>
                </a:path>
                <a:path w="7620" h="265430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65430">
                  <a:moveTo>
                    <a:pt x="7620" y="245110"/>
                  </a:moveTo>
                  <a:lnTo>
                    <a:pt x="0" y="245110"/>
                  </a:lnTo>
                  <a:lnTo>
                    <a:pt x="0" y="248792"/>
                  </a:lnTo>
                  <a:lnTo>
                    <a:pt x="7620" y="248792"/>
                  </a:lnTo>
                  <a:lnTo>
                    <a:pt x="7620" y="245110"/>
                  </a:lnTo>
                  <a:close/>
                </a:path>
                <a:path w="7620" h="265430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65430">
                  <a:moveTo>
                    <a:pt x="7620" y="238760"/>
                  </a:moveTo>
                  <a:lnTo>
                    <a:pt x="0" y="238760"/>
                  </a:lnTo>
                  <a:lnTo>
                    <a:pt x="0" y="242442"/>
                  </a:lnTo>
                  <a:lnTo>
                    <a:pt x="7620" y="242442"/>
                  </a:lnTo>
                  <a:lnTo>
                    <a:pt x="7620" y="238760"/>
                  </a:lnTo>
                  <a:close/>
                </a:path>
                <a:path w="7620" h="265430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65430">
                  <a:moveTo>
                    <a:pt x="7620" y="232410"/>
                  </a:moveTo>
                  <a:lnTo>
                    <a:pt x="0" y="232410"/>
                  </a:lnTo>
                  <a:lnTo>
                    <a:pt x="0" y="236092"/>
                  </a:lnTo>
                  <a:lnTo>
                    <a:pt x="7620" y="236092"/>
                  </a:lnTo>
                  <a:lnTo>
                    <a:pt x="7620" y="232410"/>
                  </a:lnTo>
                  <a:close/>
                </a:path>
                <a:path w="7620" h="265430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65430">
                  <a:moveTo>
                    <a:pt x="7620" y="226060"/>
                  </a:moveTo>
                  <a:lnTo>
                    <a:pt x="0" y="226060"/>
                  </a:lnTo>
                  <a:lnTo>
                    <a:pt x="0" y="229742"/>
                  </a:lnTo>
                  <a:lnTo>
                    <a:pt x="7620" y="229742"/>
                  </a:lnTo>
                  <a:lnTo>
                    <a:pt x="7620" y="226060"/>
                  </a:lnTo>
                  <a:close/>
                </a:path>
                <a:path w="7620" h="265430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65430">
                  <a:moveTo>
                    <a:pt x="7620" y="219710"/>
                  </a:moveTo>
                  <a:lnTo>
                    <a:pt x="0" y="219710"/>
                  </a:lnTo>
                  <a:lnTo>
                    <a:pt x="0" y="223392"/>
                  </a:lnTo>
                  <a:lnTo>
                    <a:pt x="7620" y="223392"/>
                  </a:lnTo>
                  <a:lnTo>
                    <a:pt x="7620" y="219710"/>
                  </a:lnTo>
                  <a:close/>
                </a:path>
                <a:path w="7620" h="265430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65430">
                  <a:moveTo>
                    <a:pt x="7620" y="213360"/>
                  </a:moveTo>
                  <a:lnTo>
                    <a:pt x="0" y="213360"/>
                  </a:lnTo>
                  <a:lnTo>
                    <a:pt x="0" y="217042"/>
                  </a:lnTo>
                  <a:lnTo>
                    <a:pt x="7620" y="217042"/>
                  </a:lnTo>
                  <a:lnTo>
                    <a:pt x="7620" y="213360"/>
                  </a:lnTo>
                  <a:close/>
                </a:path>
                <a:path w="7620" h="265430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65430">
                  <a:moveTo>
                    <a:pt x="7620" y="207010"/>
                  </a:moveTo>
                  <a:lnTo>
                    <a:pt x="0" y="207010"/>
                  </a:lnTo>
                  <a:lnTo>
                    <a:pt x="0" y="210692"/>
                  </a:lnTo>
                  <a:lnTo>
                    <a:pt x="7620" y="210692"/>
                  </a:lnTo>
                  <a:lnTo>
                    <a:pt x="7620" y="207010"/>
                  </a:lnTo>
                  <a:close/>
                </a:path>
                <a:path w="7620" h="265430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65430">
                  <a:moveTo>
                    <a:pt x="7620" y="200660"/>
                  </a:moveTo>
                  <a:lnTo>
                    <a:pt x="0" y="200660"/>
                  </a:lnTo>
                  <a:lnTo>
                    <a:pt x="0" y="204342"/>
                  </a:lnTo>
                  <a:lnTo>
                    <a:pt x="7620" y="204342"/>
                  </a:lnTo>
                  <a:lnTo>
                    <a:pt x="7620" y="200660"/>
                  </a:lnTo>
                  <a:close/>
                </a:path>
                <a:path w="7620" h="265430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65430">
                  <a:moveTo>
                    <a:pt x="7620" y="194310"/>
                  </a:moveTo>
                  <a:lnTo>
                    <a:pt x="0" y="194310"/>
                  </a:lnTo>
                  <a:lnTo>
                    <a:pt x="0" y="197992"/>
                  </a:lnTo>
                  <a:lnTo>
                    <a:pt x="7620" y="197992"/>
                  </a:lnTo>
                  <a:lnTo>
                    <a:pt x="7620" y="194310"/>
                  </a:lnTo>
                  <a:close/>
                </a:path>
                <a:path w="7620" h="265430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65430">
                  <a:moveTo>
                    <a:pt x="7620" y="187960"/>
                  </a:moveTo>
                  <a:lnTo>
                    <a:pt x="0" y="187960"/>
                  </a:lnTo>
                  <a:lnTo>
                    <a:pt x="0" y="191642"/>
                  </a:lnTo>
                  <a:lnTo>
                    <a:pt x="7620" y="191642"/>
                  </a:lnTo>
                  <a:lnTo>
                    <a:pt x="7620" y="187960"/>
                  </a:lnTo>
                  <a:close/>
                </a:path>
                <a:path w="7620" h="265430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65430">
                  <a:moveTo>
                    <a:pt x="7620" y="181610"/>
                  </a:moveTo>
                  <a:lnTo>
                    <a:pt x="0" y="181610"/>
                  </a:lnTo>
                  <a:lnTo>
                    <a:pt x="0" y="185292"/>
                  </a:lnTo>
                  <a:lnTo>
                    <a:pt x="7620" y="185292"/>
                  </a:lnTo>
                  <a:lnTo>
                    <a:pt x="7620" y="181610"/>
                  </a:lnTo>
                  <a:close/>
                </a:path>
                <a:path w="7620" h="265430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65430">
                  <a:moveTo>
                    <a:pt x="7620" y="175260"/>
                  </a:moveTo>
                  <a:lnTo>
                    <a:pt x="0" y="175260"/>
                  </a:lnTo>
                  <a:lnTo>
                    <a:pt x="0" y="178942"/>
                  </a:lnTo>
                  <a:lnTo>
                    <a:pt x="7620" y="178942"/>
                  </a:lnTo>
                  <a:lnTo>
                    <a:pt x="7620" y="175260"/>
                  </a:lnTo>
                  <a:close/>
                </a:path>
                <a:path w="7620" h="265430">
                  <a:moveTo>
                    <a:pt x="7620" y="172720"/>
                  </a:moveTo>
                  <a:lnTo>
                    <a:pt x="0" y="172720"/>
                  </a:lnTo>
                  <a:lnTo>
                    <a:pt x="0" y="175133"/>
                  </a:lnTo>
                  <a:lnTo>
                    <a:pt x="7620" y="175133"/>
                  </a:lnTo>
                  <a:lnTo>
                    <a:pt x="7620" y="172720"/>
                  </a:lnTo>
                  <a:close/>
                </a:path>
                <a:path w="7620" h="265430">
                  <a:moveTo>
                    <a:pt x="7620" y="170179"/>
                  </a:moveTo>
                  <a:lnTo>
                    <a:pt x="0" y="170179"/>
                  </a:lnTo>
                  <a:lnTo>
                    <a:pt x="0" y="172592"/>
                  </a:lnTo>
                  <a:lnTo>
                    <a:pt x="7620" y="172592"/>
                  </a:lnTo>
                  <a:lnTo>
                    <a:pt x="7620" y="170179"/>
                  </a:lnTo>
                  <a:close/>
                </a:path>
              </a:pathLst>
            </a:custGeom>
            <a:solidFill>
              <a:srgbClr val="395B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1">
              <a:extLst>
                <a:ext uri="{FF2B5EF4-FFF2-40B4-BE49-F238E27FC236}">
                  <a16:creationId xmlns:a16="http://schemas.microsoft.com/office/drawing/2014/main" id="{6A5FE50A-5668-F26F-D597-7DC3AFFBC6C6}"/>
                </a:ext>
              </a:extLst>
            </p:cNvPr>
            <p:cNvSpPr/>
            <p:nvPr/>
          </p:nvSpPr>
          <p:spPr>
            <a:xfrm>
              <a:off x="7744315" y="2659014"/>
              <a:ext cx="7620" cy="266700"/>
            </a:xfrm>
            <a:custGeom>
              <a:avLst/>
              <a:gdLst/>
              <a:ahLst/>
              <a:cxnLst/>
              <a:rect l="l" t="t" r="r" b="b"/>
              <a:pathLst>
                <a:path w="7620" h="266700">
                  <a:moveTo>
                    <a:pt x="7620" y="97916"/>
                  </a:moveTo>
                  <a:lnTo>
                    <a:pt x="0" y="97916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97916"/>
                  </a:lnTo>
                  <a:close/>
                </a:path>
                <a:path w="7620" h="266700">
                  <a:moveTo>
                    <a:pt x="7620" y="91566"/>
                  </a:moveTo>
                  <a:lnTo>
                    <a:pt x="0" y="91566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1566"/>
                  </a:lnTo>
                  <a:close/>
                </a:path>
                <a:path w="7620" h="266700">
                  <a:moveTo>
                    <a:pt x="7620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7757"/>
                  </a:lnTo>
                  <a:close/>
                </a:path>
                <a:path w="7620" h="266700">
                  <a:moveTo>
                    <a:pt x="7620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7620" y="87629"/>
                  </a:lnTo>
                  <a:lnTo>
                    <a:pt x="7620" y="85216"/>
                  </a:lnTo>
                  <a:close/>
                </a:path>
                <a:path w="7620" h="266700">
                  <a:moveTo>
                    <a:pt x="762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1407"/>
                  </a:lnTo>
                  <a:close/>
                </a:path>
                <a:path w="7620" h="266700">
                  <a:moveTo>
                    <a:pt x="762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866"/>
                  </a:lnTo>
                  <a:close/>
                </a:path>
                <a:path w="7620" h="266700">
                  <a:moveTo>
                    <a:pt x="762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5057"/>
                  </a:lnTo>
                  <a:close/>
                </a:path>
                <a:path w="7620" h="266700">
                  <a:moveTo>
                    <a:pt x="762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516"/>
                  </a:lnTo>
                  <a:close/>
                </a:path>
                <a:path w="7620" h="266700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266700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266700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266700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266700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266700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266700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266700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266700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266700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266700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266700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266700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266700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266700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266700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266700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266700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266700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266700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266700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266700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266700">
                  <a:moveTo>
                    <a:pt x="7620" y="0"/>
                  </a:moveTo>
                  <a:lnTo>
                    <a:pt x="2540" y="0"/>
                  </a:lnTo>
                  <a:lnTo>
                    <a:pt x="2540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66700">
                  <a:moveTo>
                    <a:pt x="7620" y="107950"/>
                  </a:moveTo>
                  <a:lnTo>
                    <a:pt x="0" y="10795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07950"/>
                  </a:lnTo>
                  <a:close/>
                </a:path>
                <a:path w="7620" h="266700">
                  <a:moveTo>
                    <a:pt x="7620" y="165100"/>
                  </a:moveTo>
                  <a:lnTo>
                    <a:pt x="0" y="16510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5100"/>
                  </a:lnTo>
                  <a:close/>
                </a:path>
                <a:path w="7620" h="266700">
                  <a:moveTo>
                    <a:pt x="7620" y="265557"/>
                  </a:moveTo>
                  <a:lnTo>
                    <a:pt x="0" y="265557"/>
                  </a:lnTo>
                  <a:lnTo>
                    <a:pt x="0" y="266700"/>
                  </a:lnTo>
                  <a:lnTo>
                    <a:pt x="7620" y="266700"/>
                  </a:lnTo>
                  <a:lnTo>
                    <a:pt x="7620" y="265557"/>
                  </a:lnTo>
                  <a:close/>
                </a:path>
                <a:path w="7620" h="266700">
                  <a:moveTo>
                    <a:pt x="762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7620" y="265430"/>
                  </a:lnTo>
                  <a:lnTo>
                    <a:pt x="7620" y="263017"/>
                  </a:lnTo>
                  <a:close/>
                </a:path>
                <a:path w="7620" h="266700">
                  <a:moveTo>
                    <a:pt x="7620" y="259207"/>
                  </a:moveTo>
                  <a:lnTo>
                    <a:pt x="0" y="259207"/>
                  </a:lnTo>
                  <a:lnTo>
                    <a:pt x="0" y="262889"/>
                  </a:lnTo>
                  <a:lnTo>
                    <a:pt x="7620" y="262889"/>
                  </a:lnTo>
                  <a:lnTo>
                    <a:pt x="7620" y="259207"/>
                  </a:lnTo>
                  <a:close/>
                </a:path>
                <a:path w="7620" h="266700">
                  <a:moveTo>
                    <a:pt x="762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7620" y="259080"/>
                  </a:lnTo>
                  <a:lnTo>
                    <a:pt x="7620" y="256667"/>
                  </a:lnTo>
                  <a:close/>
                </a:path>
                <a:path w="7620" h="266700">
                  <a:moveTo>
                    <a:pt x="7620" y="252857"/>
                  </a:moveTo>
                  <a:lnTo>
                    <a:pt x="0" y="252857"/>
                  </a:lnTo>
                  <a:lnTo>
                    <a:pt x="0" y="256539"/>
                  </a:lnTo>
                  <a:lnTo>
                    <a:pt x="7620" y="256539"/>
                  </a:lnTo>
                  <a:lnTo>
                    <a:pt x="7620" y="252857"/>
                  </a:lnTo>
                  <a:close/>
                </a:path>
                <a:path w="7620" h="266700">
                  <a:moveTo>
                    <a:pt x="762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7620" y="252730"/>
                  </a:lnTo>
                  <a:lnTo>
                    <a:pt x="7620" y="250317"/>
                  </a:lnTo>
                  <a:close/>
                </a:path>
                <a:path w="7620" h="266700">
                  <a:moveTo>
                    <a:pt x="7620" y="246507"/>
                  </a:moveTo>
                  <a:lnTo>
                    <a:pt x="0" y="246507"/>
                  </a:lnTo>
                  <a:lnTo>
                    <a:pt x="0" y="250189"/>
                  </a:lnTo>
                  <a:lnTo>
                    <a:pt x="7620" y="250189"/>
                  </a:lnTo>
                  <a:lnTo>
                    <a:pt x="7620" y="246507"/>
                  </a:lnTo>
                  <a:close/>
                </a:path>
                <a:path w="7620" h="266700">
                  <a:moveTo>
                    <a:pt x="762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7620" y="246380"/>
                  </a:lnTo>
                  <a:lnTo>
                    <a:pt x="7620" y="243967"/>
                  </a:lnTo>
                  <a:close/>
                </a:path>
                <a:path w="7620" h="266700">
                  <a:moveTo>
                    <a:pt x="7620" y="240157"/>
                  </a:moveTo>
                  <a:lnTo>
                    <a:pt x="0" y="240157"/>
                  </a:lnTo>
                  <a:lnTo>
                    <a:pt x="0" y="243839"/>
                  </a:lnTo>
                  <a:lnTo>
                    <a:pt x="7620" y="243839"/>
                  </a:lnTo>
                  <a:lnTo>
                    <a:pt x="7620" y="240157"/>
                  </a:lnTo>
                  <a:close/>
                </a:path>
                <a:path w="7620" h="266700">
                  <a:moveTo>
                    <a:pt x="762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7620" y="240030"/>
                  </a:lnTo>
                  <a:lnTo>
                    <a:pt x="7620" y="237617"/>
                  </a:lnTo>
                  <a:close/>
                </a:path>
                <a:path w="7620" h="266700">
                  <a:moveTo>
                    <a:pt x="7620" y="233807"/>
                  </a:moveTo>
                  <a:lnTo>
                    <a:pt x="0" y="233807"/>
                  </a:lnTo>
                  <a:lnTo>
                    <a:pt x="0" y="237489"/>
                  </a:lnTo>
                  <a:lnTo>
                    <a:pt x="7620" y="237489"/>
                  </a:lnTo>
                  <a:lnTo>
                    <a:pt x="7620" y="233807"/>
                  </a:lnTo>
                  <a:close/>
                </a:path>
                <a:path w="7620" h="266700">
                  <a:moveTo>
                    <a:pt x="762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7620" y="233680"/>
                  </a:lnTo>
                  <a:lnTo>
                    <a:pt x="7620" y="231267"/>
                  </a:lnTo>
                  <a:close/>
                </a:path>
                <a:path w="7620" h="266700">
                  <a:moveTo>
                    <a:pt x="7620" y="227457"/>
                  </a:moveTo>
                  <a:lnTo>
                    <a:pt x="0" y="227457"/>
                  </a:lnTo>
                  <a:lnTo>
                    <a:pt x="0" y="231139"/>
                  </a:lnTo>
                  <a:lnTo>
                    <a:pt x="7620" y="231139"/>
                  </a:lnTo>
                  <a:lnTo>
                    <a:pt x="7620" y="227457"/>
                  </a:lnTo>
                  <a:close/>
                </a:path>
                <a:path w="7620" h="266700">
                  <a:moveTo>
                    <a:pt x="762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7620" y="227330"/>
                  </a:lnTo>
                  <a:lnTo>
                    <a:pt x="7620" y="224917"/>
                  </a:lnTo>
                  <a:close/>
                </a:path>
                <a:path w="7620" h="266700">
                  <a:moveTo>
                    <a:pt x="7620" y="221107"/>
                  </a:moveTo>
                  <a:lnTo>
                    <a:pt x="0" y="221107"/>
                  </a:lnTo>
                  <a:lnTo>
                    <a:pt x="0" y="224789"/>
                  </a:lnTo>
                  <a:lnTo>
                    <a:pt x="7620" y="224789"/>
                  </a:lnTo>
                  <a:lnTo>
                    <a:pt x="7620" y="221107"/>
                  </a:lnTo>
                  <a:close/>
                </a:path>
                <a:path w="7620" h="266700">
                  <a:moveTo>
                    <a:pt x="762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7620" y="220980"/>
                  </a:lnTo>
                  <a:lnTo>
                    <a:pt x="7620" y="218567"/>
                  </a:lnTo>
                  <a:close/>
                </a:path>
                <a:path w="7620" h="266700">
                  <a:moveTo>
                    <a:pt x="7620" y="214757"/>
                  </a:moveTo>
                  <a:lnTo>
                    <a:pt x="0" y="214757"/>
                  </a:lnTo>
                  <a:lnTo>
                    <a:pt x="0" y="218439"/>
                  </a:lnTo>
                  <a:lnTo>
                    <a:pt x="7620" y="218439"/>
                  </a:lnTo>
                  <a:lnTo>
                    <a:pt x="7620" y="214757"/>
                  </a:lnTo>
                  <a:close/>
                </a:path>
                <a:path w="7620" h="266700">
                  <a:moveTo>
                    <a:pt x="762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7620" y="214630"/>
                  </a:lnTo>
                  <a:lnTo>
                    <a:pt x="7620" y="212217"/>
                  </a:lnTo>
                  <a:close/>
                </a:path>
                <a:path w="7620" h="266700">
                  <a:moveTo>
                    <a:pt x="7620" y="208407"/>
                  </a:moveTo>
                  <a:lnTo>
                    <a:pt x="0" y="208407"/>
                  </a:lnTo>
                  <a:lnTo>
                    <a:pt x="0" y="212089"/>
                  </a:lnTo>
                  <a:lnTo>
                    <a:pt x="7620" y="212089"/>
                  </a:lnTo>
                  <a:lnTo>
                    <a:pt x="7620" y="208407"/>
                  </a:lnTo>
                  <a:close/>
                </a:path>
                <a:path w="7620" h="266700">
                  <a:moveTo>
                    <a:pt x="762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7620" y="208280"/>
                  </a:lnTo>
                  <a:lnTo>
                    <a:pt x="7620" y="205867"/>
                  </a:lnTo>
                  <a:close/>
                </a:path>
                <a:path w="7620" h="266700">
                  <a:moveTo>
                    <a:pt x="7620" y="202057"/>
                  </a:moveTo>
                  <a:lnTo>
                    <a:pt x="0" y="202057"/>
                  </a:lnTo>
                  <a:lnTo>
                    <a:pt x="0" y="205739"/>
                  </a:lnTo>
                  <a:lnTo>
                    <a:pt x="7620" y="205739"/>
                  </a:lnTo>
                  <a:lnTo>
                    <a:pt x="7620" y="202057"/>
                  </a:lnTo>
                  <a:close/>
                </a:path>
                <a:path w="7620" h="266700">
                  <a:moveTo>
                    <a:pt x="762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7620" y="201930"/>
                  </a:lnTo>
                  <a:lnTo>
                    <a:pt x="7620" y="199517"/>
                  </a:lnTo>
                  <a:close/>
                </a:path>
                <a:path w="7620" h="266700">
                  <a:moveTo>
                    <a:pt x="7620" y="195707"/>
                  </a:moveTo>
                  <a:lnTo>
                    <a:pt x="0" y="195707"/>
                  </a:lnTo>
                  <a:lnTo>
                    <a:pt x="0" y="199389"/>
                  </a:lnTo>
                  <a:lnTo>
                    <a:pt x="7620" y="199389"/>
                  </a:lnTo>
                  <a:lnTo>
                    <a:pt x="7620" y="195707"/>
                  </a:lnTo>
                  <a:close/>
                </a:path>
                <a:path w="7620" h="266700">
                  <a:moveTo>
                    <a:pt x="762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7620" y="195580"/>
                  </a:lnTo>
                  <a:lnTo>
                    <a:pt x="7620" y="193167"/>
                  </a:lnTo>
                  <a:close/>
                </a:path>
                <a:path w="7620" h="266700">
                  <a:moveTo>
                    <a:pt x="7620" y="189357"/>
                  </a:moveTo>
                  <a:lnTo>
                    <a:pt x="0" y="189357"/>
                  </a:lnTo>
                  <a:lnTo>
                    <a:pt x="0" y="193039"/>
                  </a:lnTo>
                  <a:lnTo>
                    <a:pt x="7620" y="193039"/>
                  </a:lnTo>
                  <a:lnTo>
                    <a:pt x="7620" y="189357"/>
                  </a:lnTo>
                  <a:close/>
                </a:path>
                <a:path w="7620" h="266700">
                  <a:moveTo>
                    <a:pt x="762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7620" y="189230"/>
                  </a:lnTo>
                  <a:lnTo>
                    <a:pt x="7620" y="186817"/>
                  </a:lnTo>
                  <a:close/>
                </a:path>
                <a:path w="7620" h="266700">
                  <a:moveTo>
                    <a:pt x="7620" y="183007"/>
                  </a:moveTo>
                  <a:lnTo>
                    <a:pt x="0" y="183007"/>
                  </a:lnTo>
                  <a:lnTo>
                    <a:pt x="0" y="186689"/>
                  </a:lnTo>
                  <a:lnTo>
                    <a:pt x="7620" y="186689"/>
                  </a:lnTo>
                  <a:lnTo>
                    <a:pt x="7620" y="183007"/>
                  </a:lnTo>
                  <a:close/>
                </a:path>
                <a:path w="7620" h="266700">
                  <a:moveTo>
                    <a:pt x="762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7620" y="182880"/>
                  </a:lnTo>
                  <a:lnTo>
                    <a:pt x="7620" y="180467"/>
                  </a:lnTo>
                  <a:close/>
                </a:path>
                <a:path w="7620" h="266700">
                  <a:moveTo>
                    <a:pt x="7620" y="176657"/>
                  </a:moveTo>
                  <a:lnTo>
                    <a:pt x="0" y="176657"/>
                  </a:lnTo>
                  <a:lnTo>
                    <a:pt x="0" y="180339"/>
                  </a:lnTo>
                  <a:lnTo>
                    <a:pt x="7620" y="180339"/>
                  </a:lnTo>
                  <a:lnTo>
                    <a:pt x="7620" y="176657"/>
                  </a:lnTo>
                  <a:close/>
                </a:path>
                <a:path w="7620" h="266700">
                  <a:moveTo>
                    <a:pt x="7620" y="174117"/>
                  </a:moveTo>
                  <a:lnTo>
                    <a:pt x="0" y="174117"/>
                  </a:lnTo>
                  <a:lnTo>
                    <a:pt x="0" y="176530"/>
                  </a:lnTo>
                  <a:lnTo>
                    <a:pt x="7620" y="176530"/>
                  </a:lnTo>
                  <a:lnTo>
                    <a:pt x="7620" y="174117"/>
                  </a:lnTo>
                  <a:close/>
                </a:path>
                <a:path w="7620" h="266700">
                  <a:moveTo>
                    <a:pt x="7620" y="171576"/>
                  </a:moveTo>
                  <a:lnTo>
                    <a:pt x="0" y="171576"/>
                  </a:lnTo>
                  <a:lnTo>
                    <a:pt x="0" y="173989"/>
                  </a:lnTo>
                  <a:lnTo>
                    <a:pt x="7620" y="173989"/>
                  </a:lnTo>
                  <a:lnTo>
                    <a:pt x="7620" y="171576"/>
                  </a:lnTo>
                  <a:close/>
                </a:path>
              </a:pathLst>
            </a:custGeom>
            <a:solidFill>
              <a:srgbClr val="395A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2">
              <a:extLst>
                <a:ext uri="{FF2B5EF4-FFF2-40B4-BE49-F238E27FC236}">
                  <a16:creationId xmlns:a16="http://schemas.microsoft.com/office/drawing/2014/main" id="{2A51DF3A-C5BE-D384-1255-43FD33E2D778}"/>
                </a:ext>
              </a:extLst>
            </p:cNvPr>
            <p:cNvSpPr/>
            <p:nvPr/>
          </p:nvSpPr>
          <p:spPr>
            <a:xfrm>
              <a:off x="7751935" y="2659014"/>
              <a:ext cx="6350" cy="268605"/>
            </a:xfrm>
            <a:custGeom>
              <a:avLst/>
              <a:gdLst/>
              <a:ahLst/>
              <a:cxnLst/>
              <a:rect l="l" t="t" r="r" b="b"/>
              <a:pathLst>
                <a:path w="6350" h="268605">
                  <a:moveTo>
                    <a:pt x="6350" y="97916"/>
                  </a:moveTo>
                  <a:lnTo>
                    <a:pt x="0" y="97916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97916"/>
                  </a:lnTo>
                  <a:close/>
                </a:path>
                <a:path w="6350" h="268605">
                  <a:moveTo>
                    <a:pt x="6350" y="91566"/>
                  </a:moveTo>
                  <a:lnTo>
                    <a:pt x="0" y="91566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1566"/>
                  </a:lnTo>
                  <a:close/>
                </a:path>
                <a:path w="6350" h="268605">
                  <a:moveTo>
                    <a:pt x="6350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7757"/>
                  </a:lnTo>
                  <a:close/>
                </a:path>
                <a:path w="6350" h="268605">
                  <a:moveTo>
                    <a:pt x="6350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6350" y="87629"/>
                  </a:lnTo>
                  <a:lnTo>
                    <a:pt x="6350" y="85216"/>
                  </a:lnTo>
                  <a:close/>
                </a:path>
                <a:path w="6350" h="268605">
                  <a:moveTo>
                    <a:pt x="635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1407"/>
                  </a:lnTo>
                  <a:close/>
                </a:path>
                <a:path w="6350" h="268605">
                  <a:moveTo>
                    <a:pt x="635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78866"/>
                  </a:lnTo>
                  <a:close/>
                </a:path>
                <a:path w="6350" h="268605">
                  <a:moveTo>
                    <a:pt x="635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5057"/>
                  </a:lnTo>
                  <a:close/>
                </a:path>
                <a:path w="6350" h="268605">
                  <a:moveTo>
                    <a:pt x="635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2516"/>
                  </a:lnTo>
                  <a:close/>
                </a:path>
                <a:path w="6350" h="268605">
                  <a:moveTo>
                    <a:pt x="635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8707"/>
                  </a:lnTo>
                  <a:close/>
                </a:path>
                <a:path w="6350" h="268605">
                  <a:moveTo>
                    <a:pt x="635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6166"/>
                  </a:lnTo>
                  <a:close/>
                </a:path>
                <a:path w="6350" h="268605">
                  <a:moveTo>
                    <a:pt x="635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2357"/>
                  </a:lnTo>
                  <a:close/>
                </a:path>
                <a:path w="6350" h="268605">
                  <a:moveTo>
                    <a:pt x="635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59816"/>
                  </a:lnTo>
                  <a:close/>
                </a:path>
                <a:path w="6350" h="268605">
                  <a:moveTo>
                    <a:pt x="635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6007"/>
                  </a:lnTo>
                  <a:close/>
                </a:path>
                <a:path w="6350" h="268605">
                  <a:moveTo>
                    <a:pt x="635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3466"/>
                  </a:lnTo>
                  <a:close/>
                </a:path>
                <a:path w="6350" h="268605">
                  <a:moveTo>
                    <a:pt x="635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49657"/>
                  </a:lnTo>
                  <a:close/>
                </a:path>
                <a:path w="6350" h="268605">
                  <a:moveTo>
                    <a:pt x="635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7116"/>
                  </a:lnTo>
                  <a:close/>
                </a:path>
                <a:path w="6350" h="268605">
                  <a:moveTo>
                    <a:pt x="635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3307"/>
                  </a:lnTo>
                  <a:close/>
                </a:path>
                <a:path w="6350" h="268605">
                  <a:moveTo>
                    <a:pt x="635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0766"/>
                  </a:lnTo>
                  <a:close/>
                </a:path>
                <a:path w="6350" h="268605">
                  <a:moveTo>
                    <a:pt x="635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6957"/>
                  </a:lnTo>
                  <a:close/>
                </a:path>
                <a:path w="6350" h="268605">
                  <a:moveTo>
                    <a:pt x="635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4416"/>
                  </a:lnTo>
                  <a:close/>
                </a:path>
                <a:path w="6350" h="268605">
                  <a:moveTo>
                    <a:pt x="635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0607"/>
                  </a:lnTo>
                  <a:close/>
                </a:path>
                <a:path w="6350" h="268605">
                  <a:moveTo>
                    <a:pt x="635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8066"/>
                  </a:lnTo>
                  <a:close/>
                </a:path>
                <a:path w="6350" h="268605">
                  <a:moveTo>
                    <a:pt x="635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4257"/>
                  </a:lnTo>
                  <a:close/>
                </a:path>
                <a:path w="6350" h="268605">
                  <a:moveTo>
                    <a:pt x="635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1716"/>
                  </a:lnTo>
                  <a:close/>
                </a:path>
                <a:path w="6350" h="268605">
                  <a:moveTo>
                    <a:pt x="635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7907"/>
                  </a:lnTo>
                  <a:close/>
                </a:path>
                <a:path w="6350" h="268605">
                  <a:moveTo>
                    <a:pt x="635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5366"/>
                  </a:lnTo>
                  <a:close/>
                </a:path>
                <a:path w="6350" h="268605">
                  <a:moveTo>
                    <a:pt x="635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1557"/>
                  </a:lnTo>
                  <a:close/>
                </a:path>
                <a:path w="6350" h="268605">
                  <a:moveTo>
                    <a:pt x="635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9016"/>
                  </a:lnTo>
                  <a:close/>
                </a:path>
                <a:path w="6350" h="268605">
                  <a:moveTo>
                    <a:pt x="635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5207"/>
                  </a:lnTo>
                  <a:close/>
                </a:path>
                <a:path w="6350" h="268605">
                  <a:moveTo>
                    <a:pt x="635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666"/>
                  </a:lnTo>
                  <a:close/>
                </a:path>
                <a:path w="6350" h="268605">
                  <a:moveTo>
                    <a:pt x="63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268605">
                  <a:moveTo>
                    <a:pt x="6350" y="107950"/>
                  </a:moveTo>
                  <a:lnTo>
                    <a:pt x="0" y="10795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07950"/>
                  </a:lnTo>
                  <a:close/>
                </a:path>
                <a:path w="6350" h="268605">
                  <a:moveTo>
                    <a:pt x="6350" y="165100"/>
                  </a:moveTo>
                  <a:lnTo>
                    <a:pt x="0" y="16510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5100"/>
                  </a:lnTo>
                  <a:close/>
                </a:path>
                <a:path w="6350" h="268605">
                  <a:moveTo>
                    <a:pt x="6350" y="265557"/>
                  </a:moveTo>
                  <a:lnTo>
                    <a:pt x="0" y="265557"/>
                  </a:lnTo>
                  <a:lnTo>
                    <a:pt x="0" y="266700"/>
                  </a:lnTo>
                  <a:lnTo>
                    <a:pt x="2539" y="266700"/>
                  </a:lnTo>
                  <a:lnTo>
                    <a:pt x="2539" y="268097"/>
                  </a:lnTo>
                  <a:lnTo>
                    <a:pt x="6350" y="268097"/>
                  </a:lnTo>
                  <a:lnTo>
                    <a:pt x="6350" y="265557"/>
                  </a:lnTo>
                  <a:close/>
                </a:path>
                <a:path w="6350" h="268605">
                  <a:moveTo>
                    <a:pt x="635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6350" y="265430"/>
                  </a:lnTo>
                  <a:lnTo>
                    <a:pt x="6350" y="263017"/>
                  </a:lnTo>
                  <a:close/>
                </a:path>
                <a:path w="6350" h="268605">
                  <a:moveTo>
                    <a:pt x="6350" y="259207"/>
                  </a:moveTo>
                  <a:lnTo>
                    <a:pt x="0" y="259207"/>
                  </a:lnTo>
                  <a:lnTo>
                    <a:pt x="0" y="262889"/>
                  </a:lnTo>
                  <a:lnTo>
                    <a:pt x="6350" y="262889"/>
                  </a:lnTo>
                  <a:lnTo>
                    <a:pt x="6350" y="259207"/>
                  </a:lnTo>
                  <a:close/>
                </a:path>
                <a:path w="6350" h="268605">
                  <a:moveTo>
                    <a:pt x="635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6350" y="259080"/>
                  </a:lnTo>
                  <a:lnTo>
                    <a:pt x="6350" y="256667"/>
                  </a:lnTo>
                  <a:close/>
                </a:path>
                <a:path w="6350" h="268605">
                  <a:moveTo>
                    <a:pt x="6350" y="252857"/>
                  </a:moveTo>
                  <a:lnTo>
                    <a:pt x="0" y="252857"/>
                  </a:lnTo>
                  <a:lnTo>
                    <a:pt x="0" y="256539"/>
                  </a:lnTo>
                  <a:lnTo>
                    <a:pt x="6350" y="256539"/>
                  </a:lnTo>
                  <a:lnTo>
                    <a:pt x="6350" y="252857"/>
                  </a:lnTo>
                  <a:close/>
                </a:path>
                <a:path w="6350" h="268605">
                  <a:moveTo>
                    <a:pt x="635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6350" y="252730"/>
                  </a:lnTo>
                  <a:lnTo>
                    <a:pt x="6350" y="250317"/>
                  </a:lnTo>
                  <a:close/>
                </a:path>
                <a:path w="6350" h="268605">
                  <a:moveTo>
                    <a:pt x="6350" y="246507"/>
                  </a:moveTo>
                  <a:lnTo>
                    <a:pt x="0" y="246507"/>
                  </a:lnTo>
                  <a:lnTo>
                    <a:pt x="0" y="250189"/>
                  </a:lnTo>
                  <a:lnTo>
                    <a:pt x="6350" y="250189"/>
                  </a:lnTo>
                  <a:lnTo>
                    <a:pt x="6350" y="246507"/>
                  </a:lnTo>
                  <a:close/>
                </a:path>
                <a:path w="6350" h="268605">
                  <a:moveTo>
                    <a:pt x="635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6350" y="246380"/>
                  </a:lnTo>
                  <a:lnTo>
                    <a:pt x="6350" y="243967"/>
                  </a:lnTo>
                  <a:close/>
                </a:path>
                <a:path w="6350" h="268605">
                  <a:moveTo>
                    <a:pt x="6350" y="240157"/>
                  </a:moveTo>
                  <a:lnTo>
                    <a:pt x="0" y="240157"/>
                  </a:lnTo>
                  <a:lnTo>
                    <a:pt x="0" y="243839"/>
                  </a:lnTo>
                  <a:lnTo>
                    <a:pt x="6350" y="243839"/>
                  </a:lnTo>
                  <a:lnTo>
                    <a:pt x="6350" y="240157"/>
                  </a:lnTo>
                  <a:close/>
                </a:path>
                <a:path w="6350" h="268605">
                  <a:moveTo>
                    <a:pt x="635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6350" y="240030"/>
                  </a:lnTo>
                  <a:lnTo>
                    <a:pt x="6350" y="237617"/>
                  </a:lnTo>
                  <a:close/>
                </a:path>
                <a:path w="6350" h="268605">
                  <a:moveTo>
                    <a:pt x="6350" y="233807"/>
                  </a:moveTo>
                  <a:lnTo>
                    <a:pt x="0" y="233807"/>
                  </a:lnTo>
                  <a:lnTo>
                    <a:pt x="0" y="237489"/>
                  </a:lnTo>
                  <a:lnTo>
                    <a:pt x="6350" y="237489"/>
                  </a:lnTo>
                  <a:lnTo>
                    <a:pt x="6350" y="233807"/>
                  </a:lnTo>
                  <a:close/>
                </a:path>
                <a:path w="6350" h="268605">
                  <a:moveTo>
                    <a:pt x="635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6350" y="233680"/>
                  </a:lnTo>
                  <a:lnTo>
                    <a:pt x="6350" y="231267"/>
                  </a:lnTo>
                  <a:close/>
                </a:path>
                <a:path w="6350" h="268605">
                  <a:moveTo>
                    <a:pt x="6350" y="227457"/>
                  </a:moveTo>
                  <a:lnTo>
                    <a:pt x="0" y="227457"/>
                  </a:lnTo>
                  <a:lnTo>
                    <a:pt x="0" y="231139"/>
                  </a:lnTo>
                  <a:lnTo>
                    <a:pt x="6350" y="231139"/>
                  </a:lnTo>
                  <a:lnTo>
                    <a:pt x="6350" y="227457"/>
                  </a:lnTo>
                  <a:close/>
                </a:path>
                <a:path w="6350" h="268605">
                  <a:moveTo>
                    <a:pt x="635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6350" y="227330"/>
                  </a:lnTo>
                  <a:lnTo>
                    <a:pt x="6350" y="224917"/>
                  </a:lnTo>
                  <a:close/>
                </a:path>
                <a:path w="6350" h="268605">
                  <a:moveTo>
                    <a:pt x="6350" y="221107"/>
                  </a:moveTo>
                  <a:lnTo>
                    <a:pt x="0" y="221107"/>
                  </a:lnTo>
                  <a:lnTo>
                    <a:pt x="0" y="224789"/>
                  </a:lnTo>
                  <a:lnTo>
                    <a:pt x="6350" y="224789"/>
                  </a:lnTo>
                  <a:lnTo>
                    <a:pt x="6350" y="221107"/>
                  </a:lnTo>
                  <a:close/>
                </a:path>
                <a:path w="6350" h="268605">
                  <a:moveTo>
                    <a:pt x="635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6350" y="220980"/>
                  </a:lnTo>
                  <a:lnTo>
                    <a:pt x="6350" y="218567"/>
                  </a:lnTo>
                  <a:close/>
                </a:path>
                <a:path w="6350" h="268605">
                  <a:moveTo>
                    <a:pt x="6350" y="214757"/>
                  </a:moveTo>
                  <a:lnTo>
                    <a:pt x="0" y="214757"/>
                  </a:lnTo>
                  <a:lnTo>
                    <a:pt x="0" y="218439"/>
                  </a:lnTo>
                  <a:lnTo>
                    <a:pt x="6350" y="218439"/>
                  </a:lnTo>
                  <a:lnTo>
                    <a:pt x="6350" y="214757"/>
                  </a:lnTo>
                  <a:close/>
                </a:path>
                <a:path w="6350" h="268605">
                  <a:moveTo>
                    <a:pt x="635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6350" y="214630"/>
                  </a:lnTo>
                  <a:lnTo>
                    <a:pt x="6350" y="212217"/>
                  </a:lnTo>
                  <a:close/>
                </a:path>
                <a:path w="6350" h="268605">
                  <a:moveTo>
                    <a:pt x="6350" y="208407"/>
                  </a:moveTo>
                  <a:lnTo>
                    <a:pt x="0" y="208407"/>
                  </a:lnTo>
                  <a:lnTo>
                    <a:pt x="0" y="212089"/>
                  </a:lnTo>
                  <a:lnTo>
                    <a:pt x="6350" y="212089"/>
                  </a:lnTo>
                  <a:lnTo>
                    <a:pt x="6350" y="208407"/>
                  </a:lnTo>
                  <a:close/>
                </a:path>
                <a:path w="6350" h="268605">
                  <a:moveTo>
                    <a:pt x="635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6350" y="208280"/>
                  </a:lnTo>
                  <a:lnTo>
                    <a:pt x="6350" y="205867"/>
                  </a:lnTo>
                  <a:close/>
                </a:path>
                <a:path w="6350" h="268605">
                  <a:moveTo>
                    <a:pt x="6350" y="202057"/>
                  </a:moveTo>
                  <a:lnTo>
                    <a:pt x="0" y="202057"/>
                  </a:lnTo>
                  <a:lnTo>
                    <a:pt x="0" y="205739"/>
                  </a:lnTo>
                  <a:lnTo>
                    <a:pt x="6350" y="205739"/>
                  </a:lnTo>
                  <a:lnTo>
                    <a:pt x="6350" y="202057"/>
                  </a:lnTo>
                  <a:close/>
                </a:path>
                <a:path w="6350" h="268605">
                  <a:moveTo>
                    <a:pt x="635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6350" y="201930"/>
                  </a:lnTo>
                  <a:lnTo>
                    <a:pt x="6350" y="199517"/>
                  </a:lnTo>
                  <a:close/>
                </a:path>
                <a:path w="6350" h="268605">
                  <a:moveTo>
                    <a:pt x="6350" y="195707"/>
                  </a:moveTo>
                  <a:lnTo>
                    <a:pt x="0" y="195707"/>
                  </a:lnTo>
                  <a:lnTo>
                    <a:pt x="0" y="199389"/>
                  </a:lnTo>
                  <a:lnTo>
                    <a:pt x="6350" y="199389"/>
                  </a:lnTo>
                  <a:lnTo>
                    <a:pt x="6350" y="195707"/>
                  </a:lnTo>
                  <a:close/>
                </a:path>
                <a:path w="6350" h="268605">
                  <a:moveTo>
                    <a:pt x="635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6350" y="195580"/>
                  </a:lnTo>
                  <a:lnTo>
                    <a:pt x="6350" y="193167"/>
                  </a:lnTo>
                  <a:close/>
                </a:path>
                <a:path w="6350" h="268605">
                  <a:moveTo>
                    <a:pt x="6350" y="189357"/>
                  </a:moveTo>
                  <a:lnTo>
                    <a:pt x="0" y="189357"/>
                  </a:lnTo>
                  <a:lnTo>
                    <a:pt x="0" y="193039"/>
                  </a:lnTo>
                  <a:lnTo>
                    <a:pt x="6350" y="193039"/>
                  </a:lnTo>
                  <a:lnTo>
                    <a:pt x="6350" y="189357"/>
                  </a:lnTo>
                  <a:close/>
                </a:path>
                <a:path w="6350" h="268605">
                  <a:moveTo>
                    <a:pt x="635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186817"/>
                  </a:lnTo>
                  <a:close/>
                </a:path>
                <a:path w="6350" h="268605">
                  <a:moveTo>
                    <a:pt x="6350" y="183007"/>
                  </a:moveTo>
                  <a:lnTo>
                    <a:pt x="0" y="183007"/>
                  </a:lnTo>
                  <a:lnTo>
                    <a:pt x="0" y="186689"/>
                  </a:lnTo>
                  <a:lnTo>
                    <a:pt x="6350" y="186689"/>
                  </a:lnTo>
                  <a:lnTo>
                    <a:pt x="6350" y="183007"/>
                  </a:lnTo>
                  <a:close/>
                </a:path>
                <a:path w="6350" h="268605">
                  <a:moveTo>
                    <a:pt x="635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6350" y="182880"/>
                  </a:lnTo>
                  <a:lnTo>
                    <a:pt x="6350" y="180467"/>
                  </a:lnTo>
                  <a:close/>
                </a:path>
                <a:path w="6350" h="268605">
                  <a:moveTo>
                    <a:pt x="6350" y="176657"/>
                  </a:moveTo>
                  <a:lnTo>
                    <a:pt x="0" y="176657"/>
                  </a:lnTo>
                  <a:lnTo>
                    <a:pt x="0" y="180339"/>
                  </a:lnTo>
                  <a:lnTo>
                    <a:pt x="6350" y="180339"/>
                  </a:lnTo>
                  <a:lnTo>
                    <a:pt x="6350" y="176657"/>
                  </a:lnTo>
                  <a:close/>
                </a:path>
                <a:path w="6350" h="268605">
                  <a:moveTo>
                    <a:pt x="6350" y="174117"/>
                  </a:moveTo>
                  <a:lnTo>
                    <a:pt x="0" y="174117"/>
                  </a:lnTo>
                  <a:lnTo>
                    <a:pt x="0" y="176530"/>
                  </a:lnTo>
                  <a:lnTo>
                    <a:pt x="6350" y="176530"/>
                  </a:lnTo>
                  <a:lnTo>
                    <a:pt x="6350" y="174117"/>
                  </a:lnTo>
                  <a:close/>
                </a:path>
                <a:path w="6350" h="268605">
                  <a:moveTo>
                    <a:pt x="6350" y="171576"/>
                  </a:moveTo>
                  <a:lnTo>
                    <a:pt x="0" y="171576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71576"/>
                  </a:lnTo>
                  <a:close/>
                </a:path>
              </a:pathLst>
            </a:custGeom>
            <a:solidFill>
              <a:srgbClr val="3859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3">
              <a:extLst>
                <a:ext uri="{FF2B5EF4-FFF2-40B4-BE49-F238E27FC236}">
                  <a16:creationId xmlns:a16="http://schemas.microsoft.com/office/drawing/2014/main" id="{E54CD592-697C-82FA-8DCF-867BD37A497B}"/>
                </a:ext>
              </a:extLst>
            </p:cNvPr>
            <p:cNvSpPr/>
            <p:nvPr/>
          </p:nvSpPr>
          <p:spPr>
            <a:xfrm>
              <a:off x="7758285" y="2657744"/>
              <a:ext cx="7620" cy="269875"/>
            </a:xfrm>
            <a:custGeom>
              <a:avLst/>
              <a:gdLst/>
              <a:ahLst/>
              <a:cxnLst/>
              <a:rect l="l" t="t" r="r" b="b"/>
              <a:pathLst>
                <a:path w="7620" h="269875">
                  <a:moveTo>
                    <a:pt x="7620" y="99187"/>
                  </a:moveTo>
                  <a:lnTo>
                    <a:pt x="0" y="99187"/>
                  </a:lnTo>
                  <a:lnTo>
                    <a:pt x="0" y="109220"/>
                  </a:lnTo>
                  <a:lnTo>
                    <a:pt x="7620" y="109220"/>
                  </a:lnTo>
                  <a:lnTo>
                    <a:pt x="7620" y="99187"/>
                  </a:lnTo>
                  <a:close/>
                </a:path>
                <a:path w="7620" h="269875">
                  <a:moveTo>
                    <a:pt x="7620" y="92837"/>
                  </a:moveTo>
                  <a:lnTo>
                    <a:pt x="0" y="92837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2837"/>
                  </a:lnTo>
                  <a:close/>
                </a:path>
                <a:path w="7620" h="269875">
                  <a:moveTo>
                    <a:pt x="7620" y="89027"/>
                  </a:moveTo>
                  <a:lnTo>
                    <a:pt x="0" y="89027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89027"/>
                  </a:lnTo>
                  <a:close/>
                </a:path>
                <a:path w="7620" h="269875">
                  <a:moveTo>
                    <a:pt x="7620" y="86487"/>
                  </a:moveTo>
                  <a:lnTo>
                    <a:pt x="0" y="8648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487"/>
                  </a:lnTo>
                  <a:close/>
                </a:path>
                <a:path w="7620" h="269875">
                  <a:moveTo>
                    <a:pt x="762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2677"/>
                  </a:lnTo>
                  <a:close/>
                </a:path>
                <a:path w="7620" h="269875">
                  <a:moveTo>
                    <a:pt x="762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137"/>
                  </a:lnTo>
                  <a:close/>
                </a:path>
                <a:path w="7620" h="269875">
                  <a:moveTo>
                    <a:pt x="762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6327"/>
                  </a:lnTo>
                  <a:close/>
                </a:path>
                <a:path w="7620" h="269875">
                  <a:moveTo>
                    <a:pt x="762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787"/>
                  </a:lnTo>
                  <a:close/>
                </a:path>
                <a:path w="7620" h="269875">
                  <a:moveTo>
                    <a:pt x="762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69977"/>
                  </a:lnTo>
                  <a:close/>
                </a:path>
                <a:path w="7620" h="269875">
                  <a:moveTo>
                    <a:pt x="762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437"/>
                  </a:lnTo>
                  <a:close/>
                </a:path>
                <a:path w="7620" h="269875">
                  <a:moveTo>
                    <a:pt x="762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3627"/>
                  </a:lnTo>
                  <a:close/>
                </a:path>
                <a:path w="7620" h="269875">
                  <a:moveTo>
                    <a:pt x="762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1087"/>
                  </a:lnTo>
                  <a:close/>
                </a:path>
                <a:path w="7620" h="269875">
                  <a:moveTo>
                    <a:pt x="762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7277"/>
                  </a:lnTo>
                  <a:close/>
                </a:path>
                <a:path w="7620" h="269875">
                  <a:moveTo>
                    <a:pt x="762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737"/>
                  </a:lnTo>
                  <a:close/>
                </a:path>
                <a:path w="7620" h="269875">
                  <a:moveTo>
                    <a:pt x="762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0927"/>
                  </a:lnTo>
                  <a:close/>
                </a:path>
                <a:path w="7620" h="269875">
                  <a:moveTo>
                    <a:pt x="762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387"/>
                  </a:lnTo>
                  <a:close/>
                </a:path>
                <a:path w="7620" h="269875">
                  <a:moveTo>
                    <a:pt x="762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4577"/>
                  </a:lnTo>
                  <a:close/>
                </a:path>
                <a:path w="7620" h="269875">
                  <a:moveTo>
                    <a:pt x="762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2037"/>
                  </a:lnTo>
                  <a:close/>
                </a:path>
                <a:path w="7620" h="269875">
                  <a:moveTo>
                    <a:pt x="762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8227"/>
                  </a:lnTo>
                  <a:close/>
                </a:path>
                <a:path w="7620" h="269875">
                  <a:moveTo>
                    <a:pt x="762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687"/>
                  </a:lnTo>
                  <a:close/>
                </a:path>
                <a:path w="7620" h="269875">
                  <a:moveTo>
                    <a:pt x="762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1877"/>
                  </a:lnTo>
                  <a:close/>
                </a:path>
                <a:path w="7620" h="269875">
                  <a:moveTo>
                    <a:pt x="762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337"/>
                  </a:lnTo>
                  <a:close/>
                </a:path>
                <a:path w="7620" h="269875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269875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269875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269875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269875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269875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269875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269875">
                  <a:moveTo>
                    <a:pt x="762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close/>
                </a:path>
                <a:path w="7620" h="269875">
                  <a:moveTo>
                    <a:pt x="762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20" h="269875">
                  <a:moveTo>
                    <a:pt x="7620" y="109220"/>
                  </a:moveTo>
                  <a:lnTo>
                    <a:pt x="0" y="109220"/>
                  </a:lnTo>
                  <a:lnTo>
                    <a:pt x="0" y="166370"/>
                  </a:lnTo>
                  <a:lnTo>
                    <a:pt x="7620" y="166370"/>
                  </a:lnTo>
                  <a:lnTo>
                    <a:pt x="7620" y="109220"/>
                  </a:lnTo>
                  <a:close/>
                </a:path>
                <a:path w="7620" h="269875">
                  <a:moveTo>
                    <a:pt x="7620" y="166370"/>
                  </a:moveTo>
                  <a:lnTo>
                    <a:pt x="0" y="166370"/>
                  </a:lnTo>
                  <a:lnTo>
                    <a:pt x="0" y="172720"/>
                  </a:lnTo>
                  <a:lnTo>
                    <a:pt x="7620" y="172720"/>
                  </a:lnTo>
                  <a:lnTo>
                    <a:pt x="7620" y="166370"/>
                  </a:lnTo>
                  <a:close/>
                </a:path>
                <a:path w="7620" h="269875">
                  <a:moveTo>
                    <a:pt x="7620" y="266827"/>
                  </a:moveTo>
                  <a:lnTo>
                    <a:pt x="0" y="266827"/>
                  </a:lnTo>
                  <a:lnTo>
                    <a:pt x="0" y="269367"/>
                  </a:lnTo>
                  <a:lnTo>
                    <a:pt x="7620" y="269367"/>
                  </a:lnTo>
                  <a:lnTo>
                    <a:pt x="7620" y="266827"/>
                  </a:lnTo>
                  <a:close/>
                </a:path>
                <a:path w="7620" h="269875">
                  <a:moveTo>
                    <a:pt x="7620" y="264287"/>
                  </a:moveTo>
                  <a:lnTo>
                    <a:pt x="0" y="264287"/>
                  </a:lnTo>
                  <a:lnTo>
                    <a:pt x="0" y="266700"/>
                  </a:lnTo>
                  <a:lnTo>
                    <a:pt x="7620" y="266700"/>
                  </a:lnTo>
                  <a:lnTo>
                    <a:pt x="7620" y="264287"/>
                  </a:lnTo>
                  <a:close/>
                </a:path>
                <a:path w="7620" h="269875">
                  <a:moveTo>
                    <a:pt x="7620" y="260477"/>
                  </a:moveTo>
                  <a:lnTo>
                    <a:pt x="0" y="260477"/>
                  </a:lnTo>
                  <a:lnTo>
                    <a:pt x="0" y="264160"/>
                  </a:lnTo>
                  <a:lnTo>
                    <a:pt x="7620" y="264160"/>
                  </a:lnTo>
                  <a:lnTo>
                    <a:pt x="7620" y="260477"/>
                  </a:lnTo>
                  <a:close/>
                </a:path>
                <a:path w="7620" h="269875">
                  <a:moveTo>
                    <a:pt x="7620" y="257937"/>
                  </a:moveTo>
                  <a:lnTo>
                    <a:pt x="0" y="257937"/>
                  </a:lnTo>
                  <a:lnTo>
                    <a:pt x="0" y="260350"/>
                  </a:lnTo>
                  <a:lnTo>
                    <a:pt x="7620" y="260350"/>
                  </a:lnTo>
                  <a:lnTo>
                    <a:pt x="7620" y="257937"/>
                  </a:lnTo>
                  <a:close/>
                </a:path>
                <a:path w="7620" h="269875">
                  <a:moveTo>
                    <a:pt x="7620" y="254127"/>
                  </a:moveTo>
                  <a:lnTo>
                    <a:pt x="0" y="254127"/>
                  </a:lnTo>
                  <a:lnTo>
                    <a:pt x="0" y="257810"/>
                  </a:lnTo>
                  <a:lnTo>
                    <a:pt x="7620" y="257810"/>
                  </a:lnTo>
                  <a:lnTo>
                    <a:pt x="7620" y="254127"/>
                  </a:lnTo>
                  <a:close/>
                </a:path>
                <a:path w="7620" h="269875">
                  <a:moveTo>
                    <a:pt x="7620" y="251587"/>
                  </a:moveTo>
                  <a:lnTo>
                    <a:pt x="0" y="251587"/>
                  </a:lnTo>
                  <a:lnTo>
                    <a:pt x="0" y="254000"/>
                  </a:lnTo>
                  <a:lnTo>
                    <a:pt x="7620" y="254000"/>
                  </a:lnTo>
                  <a:lnTo>
                    <a:pt x="7620" y="251587"/>
                  </a:lnTo>
                  <a:close/>
                </a:path>
                <a:path w="7620" h="269875">
                  <a:moveTo>
                    <a:pt x="7620" y="247777"/>
                  </a:moveTo>
                  <a:lnTo>
                    <a:pt x="0" y="247777"/>
                  </a:lnTo>
                  <a:lnTo>
                    <a:pt x="0" y="251460"/>
                  </a:lnTo>
                  <a:lnTo>
                    <a:pt x="7620" y="251460"/>
                  </a:lnTo>
                  <a:lnTo>
                    <a:pt x="7620" y="247777"/>
                  </a:lnTo>
                  <a:close/>
                </a:path>
                <a:path w="7620" h="269875">
                  <a:moveTo>
                    <a:pt x="7620" y="245237"/>
                  </a:moveTo>
                  <a:lnTo>
                    <a:pt x="0" y="245237"/>
                  </a:lnTo>
                  <a:lnTo>
                    <a:pt x="0" y="247650"/>
                  </a:lnTo>
                  <a:lnTo>
                    <a:pt x="7620" y="247650"/>
                  </a:lnTo>
                  <a:lnTo>
                    <a:pt x="7620" y="245237"/>
                  </a:lnTo>
                  <a:close/>
                </a:path>
                <a:path w="7620" h="269875">
                  <a:moveTo>
                    <a:pt x="7620" y="241427"/>
                  </a:moveTo>
                  <a:lnTo>
                    <a:pt x="0" y="241427"/>
                  </a:lnTo>
                  <a:lnTo>
                    <a:pt x="0" y="245110"/>
                  </a:lnTo>
                  <a:lnTo>
                    <a:pt x="7620" y="245110"/>
                  </a:lnTo>
                  <a:lnTo>
                    <a:pt x="7620" y="241427"/>
                  </a:lnTo>
                  <a:close/>
                </a:path>
                <a:path w="7620" h="269875">
                  <a:moveTo>
                    <a:pt x="7620" y="238887"/>
                  </a:moveTo>
                  <a:lnTo>
                    <a:pt x="0" y="238887"/>
                  </a:lnTo>
                  <a:lnTo>
                    <a:pt x="0" y="241300"/>
                  </a:lnTo>
                  <a:lnTo>
                    <a:pt x="7620" y="241300"/>
                  </a:lnTo>
                  <a:lnTo>
                    <a:pt x="7620" y="238887"/>
                  </a:lnTo>
                  <a:close/>
                </a:path>
                <a:path w="7620" h="269875">
                  <a:moveTo>
                    <a:pt x="7620" y="235077"/>
                  </a:moveTo>
                  <a:lnTo>
                    <a:pt x="0" y="235077"/>
                  </a:lnTo>
                  <a:lnTo>
                    <a:pt x="0" y="238760"/>
                  </a:lnTo>
                  <a:lnTo>
                    <a:pt x="7620" y="238760"/>
                  </a:lnTo>
                  <a:lnTo>
                    <a:pt x="7620" y="235077"/>
                  </a:lnTo>
                  <a:close/>
                </a:path>
                <a:path w="7620" h="269875">
                  <a:moveTo>
                    <a:pt x="7620" y="232537"/>
                  </a:moveTo>
                  <a:lnTo>
                    <a:pt x="0" y="232537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32537"/>
                  </a:lnTo>
                  <a:close/>
                </a:path>
                <a:path w="7620" h="269875">
                  <a:moveTo>
                    <a:pt x="7620" y="228727"/>
                  </a:moveTo>
                  <a:lnTo>
                    <a:pt x="0" y="228727"/>
                  </a:lnTo>
                  <a:lnTo>
                    <a:pt x="0" y="232410"/>
                  </a:lnTo>
                  <a:lnTo>
                    <a:pt x="7620" y="232410"/>
                  </a:lnTo>
                  <a:lnTo>
                    <a:pt x="7620" y="228727"/>
                  </a:lnTo>
                  <a:close/>
                </a:path>
                <a:path w="7620" h="269875">
                  <a:moveTo>
                    <a:pt x="7620" y="226187"/>
                  </a:moveTo>
                  <a:lnTo>
                    <a:pt x="0" y="226187"/>
                  </a:lnTo>
                  <a:lnTo>
                    <a:pt x="0" y="228600"/>
                  </a:lnTo>
                  <a:lnTo>
                    <a:pt x="7620" y="228600"/>
                  </a:lnTo>
                  <a:lnTo>
                    <a:pt x="7620" y="226187"/>
                  </a:lnTo>
                  <a:close/>
                </a:path>
                <a:path w="7620" h="269875">
                  <a:moveTo>
                    <a:pt x="7620" y="222377"/>
                  </a:moveTo>
                  <a:lnTo>
                    <a:pt x="0" y="222377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222377"/>
                  </a:lnTo>
                  <a:close/>
                </a:path>
                <a:path w="7620" h="269875">
                  <a:moveTo>
                    <a:pt x="7620" y="219837"/>
                  </a:moveTo>
                  <a:lnTo>
                    <a:pt x="0" y="219837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9837"/>
                  </a:lnTo>
                  <a:close/>
                </a:path>
                <a:path w="7620" h="269875">
                  <a:moveTo>
                    <a:pt x="7620" y="216027"/>
                  </a:moveTo>
                  <a:lnTo>
                    <a:pt x="0" y="216027"/>
                  </a:lnTo>
                  <a:lnTo>
                    <a:pt x="0" y="219710"/>
                  </a:lnTo>
                  <a:lnTo>
                    <a:pt x="7620" y="219710"/>
                  </a:lnTo>
                  <a:lnTo>
                    <a:pt x="7620" y="216027"/>
                  </a:lnTo>
                  <a:close/>
                </a:path>
                <a:path w="7620" h="269875">
                  <a:moveTo>
                    <a:pt x="7620" y="213487"/>
                  </a:moveTo>
                  <a:lnTo>
                    <a:pt x="0" y="213487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3487"/>
                  </a:lnTo>
                  <a:close/>
                </a:path>
                <a:path w="7620" h="269875">
                  <a:moveTo>
                    <a:pt x="7620" y="209677"/>
                  </a:moveTo>
                  <a:lnTo>
                    <a:pt x="0" y="209677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209677"/>
                  </a:lnTo>
                  <a:close/>
                </a:path>
                <a:path w="7620" h="269875">
                  <a:moveTo>
                    <a:pt x="7620" y="207137"/>
                  </a:moveTo>
                  <a:lnTo>
                    <a:pt x="0" y="207137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7137"/>
                  </a:lnTo>
                  <a:close/>
                </a:path>
                <a:path w="7620" h="269875">
                  <a:moveTo>
                    <a:pt x="7620" y="203327"/>
                  </a:moveTo>
                  <a:lnTo>
                    <a:pt x="0" y="203327"/>
                  </a:lnTo>
                  <a:lnTo>
                    <a:pt x="0" y="207010"/>
                  </a:lnTo>
                  <a:lnTo>
                    <a:pt x="7620" y="207010"/>
                  </a:lnTo>
                  <a:lnTo>
                    <a:pt x="7620" y="203327"/>
                  </a:lnTo>
                  <a:close/>
                </a:path>
                <a:path w="7620" h="269875">
                  <a:moveTo>
                    <a:pt x="7620" y="200787"/>
                  </a:moveTo>
                  <a:lnTo>
                    <a:pt x="0" y="200787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0787"/>
                  </a:lnTo>
                  <a:close/>
                </a:path>
                <a:path w="7620" h="269875">
                  <a:moveTo>
                    <a:pt x="7620" y="196977"/>
                  </a:moveTo>
                  <a:lnTo>
                    <a:pt x="0" y="196977"/>
                  </a:lnTo>
                  <a:lnTo>
                    <a:pt x="0" y="200660"/>
                  </a:lnTo>
                  <a:lnTo>
                    <a:pt x="7620" y="200660"/>
                  </a:lnTo>
                  <a:lnTo>
                    <a:pt x="7620" y="196977"/>
                  </a:lnTo>
                  <a:close/>
                </a:path>
                <a:path w="7620" h="269875">
                  <a:moveTo>
                    <a:pt x="7620" y="194437"/>
                  </a:moveTo>
                  <a:lnTo>
                    <a:pt x="0" y="194437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437"/>
                  </a:lnTo>
                  <a:close/>
                </a:path>
                <a:path w="7620" h="269875">
                  <a:moveTo>
                    <a:pt x="7620" y="190627"/>
                  </a:moveTo>
                  <a:lnTo>
                    <a:pt x="0" y="190627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90627"/>
                  </a:lnTo>
                  <a:close/>
                </a:path>
                <a:path w="7620" h="269875">
                  <a:moveTo>
                    <a:pt x="7620" y="188087"/>
                  </a:moveTo>
                  <a:lnTo>
                    <a:pt x="0" y="188087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8087"/>
                  </a:lnTo>
                  <a:close/>
                </a:path>
                <a:path w="7620" h="269875">
                  <a:moveTo>
                    <a:pt x="7620" y="184277"/>
                  </a:moveTo>
                  <a:lnTo>
                    <a:pt x="0" y="184277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84277"/>
                  </a:lnTo>
                  <a:close/>
                </a:path>
                <a:path w="7620" h="269875">
                  <a:moveTo>
                    <a:pt x="7620" y="181737"/>
                  </a:moveTo>
                  <a:lnTo>
                    <a:pt x="0" y="181737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737"/>
                  </a:lnTo>
                  <a:close/>
                </a:path>
                <a:path w="7620" h="269875">
                  <a:moveTo>
                    <a:pt x="7620" y="177927"/>
                  </a:moveTo>
                  <a:lnTo>
                    <a:pt x="0" y="177927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77927"/>
                  </a:lnTo>
                  <a:close/>
                </a:path>
                <a:path w="7620" h="269875">
                  <a:moveTo>
                    <a:pt x="7620" y="175387"/>
                  </a:moveTo>
                  <a:lnTo>
                    <a:pt x="0" y="175387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387"/>
                  </a:lnTo>
                  <a:close/>
                </a:path>
                <a:path w="7620" h="269875">
                  <a:moveTo>
                    <a:pt x="7620" y="172847"/>
                  </a:moveTo>
                  <a:lnTo>
                    <a:pt x="0" y="172847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72847"/>
                  </a:lnTo>
                  <a:close/>
                </a:path>
              </a:pathLst>
            </a:custGeom>
            <a:solidFill>
              <a:srgbClr val="3758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4">
              <a:extLst>
                <a:ext uri="{FF2B5EF4-FFF2-40B4-BE49-F238E27FC236}">
                  <a16:creationId xmlns:a16="http://schemas.microsoft.com/office/drawing/2014/main" id="{92009647-93CB-F899-E00F-E9DDABCDD06B}"/>
                </a:ext>
              </a:extLst>
            </p:cNvPr>
            <p:cNvSpPr/>
            <p:nvPr/>
          </p:nvSpPr>
          <p:spPr>
            <a:xfrm>
              <a:off x="7765905" y="2656601"/>
              <a:ext cx="7620" cy="271780"/>
            </a:xfrm>
            <a:custGeom>
              <a:avLst/>
              <a:gdLst/>
              <a:ahLst/>
              <a:cxnLst/>
              <a:rect l="l" t="t" r="r" b="b"/>
              <a:pathLst>
                <a:path w="7620" h="271780">
                  <a:moveTo>
                    <a:pt x="7619" y="100329"/>
                  </a:moveTo>
                  <a:lnTo>
                    <a:pt x="0" y="100329"/>
                  </a:lnTo>
                  <a:lnTo>
                    <a:pt x="0" y="110362"/>
                  </a:lnTo>
                  <a:lnTo>
                    <a:pt x="7619" y="110362"/>
                  </a:lnTo>
                  <a:lnTo>
                    <a:pt x="7619" y="100329"/>
                  </a:lnTo>
                  <a:close/>
                </a:path>
                <a:path w="7620" h="271780">
                  <a:moveTo>
                    <a:pt x="7619" y="93979"/>
                  </a:moveTo>
                  <a:lnTo>
                    <a:pt x="0" y="93979"/>
                  </a:lnTo>
                  <a:lnTo>
                    <a:pt x="0" y="100202"/>
                  </a:lnTo>
                  <a:lnTo>
                    <a:pt x="7619" y="100202"/>
                  </a:lnTo>
                  <a:lnTo>
                    <a:pt x="7619" y="93979"/>
                  </a:lnTo>
                  <a:close/>
                </a:path>
                <a:path w="7620" h="271780">
                  <a:moveTo>
                    <a:pt x="7619" y="90170"/>
                  </a:moveTo>
                  <a:lnTo>
                    <a:pt x="0" y="90170"/>
                  </a:lnTo>
                  <a:lnTo>
                    <a:pt x="0" y="93852"/>
                  </a:lnTo>
                  <a:lnTo>
                    <a:pt x="7619" y="93852"/>
                  </a:lnTo>
                  <a:lnTo>
                    <a:pt x="7619" y="90170"/>
                  </a:lnTo>
                  <a:close/>
                </a:path>
                <a:path w="7620" h="271780">
                  <a:moveTo>
                    <a:pt x="7619" y="87629"/>
                  </a:moveTo>
                  <a:lnTo>
                    <a:pt x="0" y="87629"/>
                  </a:lnTo>
                  <a:lnTo>
                    <a:pt x="0" y="90042"/>
                  </a:lnTo>
                  <a:lnTo>
                    <a:pt x="7619" y="90042"/>
                  </a:lnTo>
                  <a:lnTo>
                    <a:pt x="7619" y="87629"/>
                  </a:lnTo>
                  <a:close/>
                </a:path>
                <a:path w="7620" h="271780">
                  <a:moveTo>
                    <a:pt x="7619" y="83820"/>
                  </a:moveTo>
                  <a:lnTo>
                    <a:pt x="0" y="83820"/>
                  </a:lnTo>
                  <a:lnTo>
                    <a:pt x="0" y="87502"/>
                  </a:lnTo>
                  <a:lnTo>
                    <a:pt x="7619" y="87502"/>
                  </a:lnTo>
                  <a:lnTo>
                    <a:pt x="7619" y="83820"/>
                  </a:lnTo>
                  <a:close/>
                </a:path>
                <a:path w="7620" h="271780">
                  <a:moveTo>
                    <a:pt x="7619" y="81279"/>
                  </a:moveTo>
                  <a:lnTo>
                    <a:pt x="0" y="81279"/>
                  </a:lnTo>
                  <a:lnTo>
                    <a:pt x="0" y="83692"/>
                  </a:lnTo>
                  <a:lnTo>
                    <a:pt x="7619" y="83692"/>
                  </a:lnTo>
                  <a:lnTo>
                    <a:pt x="7619" y="81279"/>
                  </a:lnTo>
                  <a:close/>
                </a:path>
                <a:path w="7620" h="271780">
                  <a:moveTo>
                    <a:pt x="7619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7619" y="81152"/>
                  </a:lnTo>
                  <a:lnTo>
                    <a:pt x="7619" y="77470"/>
                  </a:lnTo>
                  <a:close/>
                </a:path>
                <a:path w="7620" h="271780">
                  <a:moveTo>
                    <a:pt x="7619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7619" y="77342"/>
                  </a:lnTo>
                  <a:lnTo>
                    <a:pt x="7619" y="74929"/>
                  </a:lnTo>
                  <a:close/>
                </a:path>
                <a:path w="7620" h="271780">
                  <a:moveTo>
                    <a:pt x="7619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7619" y="74802"/>
                  </a:lnTo>
                  <a:lnTo>
                    <a:pt x="7619" y="71120"/>
                  </a:lnTo>
                  <a:close/>
                </a:path>
                <a:path w="7620" h="271780">
                  <a:moveTo>
                    <a:pt x="7619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7619" y="70992"/>
                  </a:lnTo>
                  <a:lnTo>
                    <a:pt x="7619" y="68579"/>
                  </a:lnTo>
                  <a:close/>
                </a:path>
                <a:path w="7620" h="271780">
                  <a:moveTo>
                    <a:pt x="7619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19" y="68452"/>
                  </a:lnTo>
                  <a:lnTo>
                    <a:pt x="7619" y="64770"/>
                  </a:lnTo>
                  <a:close/>
                </a:path>
                <a:path w="7620" h="271780">
                  <a:moveTo>
                    <a:pt x="7619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19" y="64642"/>
                  </a:lnTo>
                  <a:lnTo>
                    <a:pt x="7619" y="62229"/>
                  </a:lnTo>
                  <a:close/>
                </a:path>
                <a:path w="7620" h="271780">
                  <a:moveTo>
                    <a:pt x="7619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19" y="62102"/>
                  </a:lnTo>
                  <a:lnTo>
                    <a:pt x="7619" y="58420"/>
                  </a:lnTo>
                  <a:close/>
                </a:path>
                <a:path w="7620" h="271780">
                  <a:moveTo>
                    <a:pt x="7619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19" y="58292"/>
                  </a:lnTo>
                  <a:lnTo>
                    <a:pt x="7619" y="55879"/>
                  </a:lnTo>
                  <a:close/>
                </a:path>
                <a:path w="7620" h="271780">
                  <a:moveTo>
                    <a:pt x="7619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19" y="55752"/>
                  </a:lnTo>
                  <a:lnTo>
                    <a:pt x="7619" y="52070"/>
                  </a:lnTo>
                  <a:close/>
                </a:path>
                <a:path w="7620" h="271780">
                  <a:moveTo>
                    <a:pt x="7619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19" y="51942"/>
                  </a:lnTo>
                  <a:lnTo>
                    <a:pt x="7619" y="49529"/>
                  </a:lnTo>
                  <a:close/>
                </a:path>
                <a:path w="7620" h="271780">
                  <a:moveTo>
                    <a:pt x="7619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19" y="49402"/>
                  </a:lnTo>
                  <a:lnTo>
                    <a:pt x="7619" y="45720"/>
                  </a:lnTo>
                  <a:close/>
                </a:path>
                <a:path w="7620" h="271780">
                  <a:moveTo>
                    <a:pt x="7619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19" y="45592"/>
                  </a:lnTo>
                  <a:lnTo>
                    <a:pt x="7619" y="43179"/>
                  </a:lnTo>
                  <a:close/>
                </a:path>
                <a:path w="7620" h="271780">
                  <a:moveTo>
                    <a:pt x="7619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19" y="43052"/>
                  </a:lnTo>
                  <a:lnTo>
                    <a:pt x="7619" y="39370"/>
                  </a:lnTo>
                  <a:close/>
                </a:path>
                <a:path w="7620" h="271780">
                  <a:moveTo>
                    <a:pt x="7619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19" y="39242"/>
                  </a:lnTo>
                  <a:lnTo>
                    <a:pt x="7619" y="36829"/>
                  </a:lnTo>
                  <a:close/>
                </a:path>
                <a:path w="7620" h="271780">
                  <a:moveTo>
                    <a:pt x="7619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19" y="36702"/>
                  </a:lnTo>
                  <a:lnTo>
                    <a:pt x="7619" y="33020"/>
                  </a:lnTo>
                  <a:close/>
                </a:path>
                <a:path w="7620" h="271780">
                  <a:moveTo>
                    <a:pt x="7619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19" y="32892"/>
                  </a:lnTo>
                  <a:lnTo>
                    <a:pt x="7619" y="30479"/>
                  </a:lnTo>
                  <a:close/>
                </a:path>
                <a:path w="7620" h="271780">
                  <a:moveTo>
                    <a:pt x="7619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19" y="30352"/>
                  </a:lnTo>
                  <a:lnTo>
                    <a:pt x="7619" y="26670"/>
                  </a:lnTo>
                  <a:close/>
                </a:path>
                <a:path w="7620" h="271780">
                  <a:moveTo>
                    <a:pt x="7619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19" y="26542"/>
                  </a:lnTo>
                  <a:lnTo>
                    <a:pt x="7619" y="24129"/>
                  </a:lnTo>
                  <a:close/>
                </a:path>
                <a:path w="7620" h="271780">
                  <a:moveTo>
                    <a:pt x="7619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19" y="24002"/>
                  </a:lnTo>
                  <a:lnTo>
                    <a:pt x="7619" y="20320"/>
                  </a:lnTo>
                  <a:close/>
                </a:path>
                <a:path w="7620" h="271780">
                  <a:moveTo>
                    <a:pt x="7619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19" y="20192"/>
                  </a:lnTo>
                  <a:lnTo>
                    <a:pt x="7619" y="17779"/>
                  </a:lnTo>
                  <a:close/>
                </a:path>
                <a:path w="7620" h="271780">
                  <a:moveTo>
                    <a:pt x="7619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19" y="17652"/>
                  </a:lnTo>
                  <a:lnTo>
                    <a:pt x="7619" y="13970"/>
                  </a:lnTo>
                  <a:close/>
                </a:path>
                <a:path w="7620" h="271780">
                  <a:moveTo>
                    <a:pt x="7619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11429"/>
                  </a:lnTo>
                  <a:close/>
                </a:path>
                <a:path w="7620" h="271780">
                  <a:moveTo>
                    <a:pt x="7619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19" y="11302"/>
                  </a:lnTo>
                  <a:lnTo>
                    <a:pt x="7619" y="7620"/>
                  </a:lnTo>
                  <a:close/>
                </a:path>
                <a:path w="7620" h="271780">
                  <a:moveTo>
                    <a:pt x="7619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5079"/>
                  </a:lnTo>
                  <a:close/>
                </a:path>
                <a:path w="7620" h="271780">
                  <a:moveTo>
                    <a:pt x="6350" y="1142"/>
                  </a:moveTo>
                  <a:lnTo>
                    <a:pt x="0" y="1142"/>
                  </a:lnTo>
                  <a:lnTo>
                    <a:pt x="0" y="4952"/>
                  </a:lnTo>
                  <a:lnTo>
                    <a:pt x="7619" y="4952"/>
                  </a:lnTo>
                  <a:lnTo>
                    <a:pt x="7619" y="1270"/>
                  </a:lnTo>
                  <a:lnTo>
                    <a:pt x="6350" y="1270"/>
                  </a:lnTo>
                  <a:lnTo>
                    <a:pt x="6350" y="1142"/>
                  </a:lnTo>
                  <a:close/>
                </a:path>
                <a:path w="7620" h="271780">
                  <a:moveTo>
                    <a:pt x="7619" y="0"/>
                  </a:moveTo>
                  <a:lnTo>
                    <a:pt x="6350" y="0"/>
                  </a:lnTo>
                  <a:lnTo>
                    <a:pt x="6350" y="1142"/>
                  </a:lnTo>
                  <a:lnTo>
                    <a:pt x="7619" y="1142"/>
                  </a:lnTo>
                  <a:lnTo>
                    <a:pt x="7619" y="0"/>
                  </a:lnTo>
                  <a:close/>
                </a:path>
                <a:path w="7620" h="271780">
                  <a:moveTo>
                    <a:pt x="7619" y="110363"/>
                  </a:moveTo>
                  <a:lnTo>
                    <a:pt x="0" y="110363"/>
                  </a:lnTo>
                  <a:lnTo>
                    <a:pt x="0" y="167512"/>
                  </a:lnTo>
                  <a:lnTo>
                    <a:pt x="7619" y="167512"/>
                  </a:lnTo>
                  <a:lnTo>
                    <a:pt x="7619" y="110363"/>
                  </a:lnTo>
                  <a:close/>
                </a:path>
                <a:path w="7620" h="271780">
                  <a:moveTo>
                    <a:pt x="7619" y="167513"/>
                  </a:moveTo>
                  <a:lnTo>
                    <a:pt x="0" y="167513"/>
                  </a:lnTo>
                  <a:lnTo>
                    <a:pt x="0" y="173862"/>
                  </a:lnTo>
                  <a:lnTo>
                    <a:pt x="7619" y="173862"/>
                  </a:lnTo>
                  <a:lnTo>
                    <a:pt x="7619" y="167513"/>
                  </a:lnTo>
                  <a:close/>
                </a:path>
                <a:path w="7620" h="271780">
                  <a:moveTo>
                    <a:pt x="7619" y="267970"/>
                  </a:moveTo>
                  <a:lnTo>
                    <a:pt x="0" y="267970"/>
                  </a:lnTo>
                  <a:lnTo>
                    <a:pt x="0" y="271780"/>
                  </a:lnTo>
                  <a:lnTo>
                    <a:pt x="7619" y="271780"/>
                  </a:lnTo>
                  <a:lnTo>
                    <a:pt x="7619" y="267970"/>
                  </a:lnTo>
                  <a:close/>
                </a:path>
                <a:path w="7620" h="271780">
                  <a:moveTo>
                    <a:pt x="7619" y="265430"/>
                  </a:moveTo>
                  <a:lnTo>
                    <a:pt x="0" y="265430"/>
                  </a:lnTo>
                  <a:lnTo>
                    <a:pt x="0" y="267843"/>
                  </a:lnTo>
                  <a:lnTo>
                    <a:pt x="7619" y="267843"/>
                  </a:lnTo>
                  <a:lnTo>
                    <a:pt x="7619" y="265430"/>
                  </a:lnTo>
                  <a:close/>
                </a:path>
                <a:path w="7620" h="271780">
                  <a:moveTo>
                    <a:pt x="7619" y="261620"/>
                  </a:moveTo>
                  <a:lnTo>
                    <a:pt x="0" y="261620"/>
                  </a:lnTo>
                  <a:lnTo>
                    <a:pt x="0" y="265302"/>
                  </a:lnTo>
                  <a:lnTo>
                    <a:pt x="7619" y="265302"/>
                  </a:lnTo>
                  <a:lnTo>
                    <a:pt x="7619" y="261620"/>
                  </a:lnTo>
                  <a:close/>
                </a:path>
                <a:path w="7620" h="271780">
                  <a:moveTo>
                    <a:pt x="7619" y="259080"/>
                  </a:moveTo>
                  <a:lnTo>
                    <a:pt x="0" y="259080"/>
                  </a:lnTo>
                  <a:lnTo>
                    <a:pt x="0" y="261493"/>
                  </a:lnTo>
                  <a:lnTo>
                    <a:pt x="7619" y="261493"/>
                  </a:lnTo>
                  <a:lnTo>
                    <a:pt x="7619" y="259080"/>
                  </a:lnTo>
                  <a:close/>
                </a:path>
                <a:path w="7620" h="271780">
                  <a:moveTo>
                    <a:pt x="7619" y="255270"/>
                  </a:moveTo>
                  <a:lnTo>
                    <a:pt x="0" y="255270"/>
                  </a:lnTo>
                  <a:lnTo>
                    <a:pt x="0" y="258952"/>
                  </a:lnTo>
                  <a:lnTo>
                    <a:pt x="7619" y="258952"/>
                  </a:lnTo>
                  <a:lnTo>
                    <a:pt x="7619" y="255270"/>
                  </a:lnTo>
                  <a:close/>
                </a:path>
                <a:path w="7620" h="271780">
                  <a:moveTo>
                    <a:pt x="7619" y="252730"/>
                  </a:moveTo>
                  <a:lnTo>
                    <a:pt x="0" y="252730"/>
                  </a:lnTo>
                  <a:lnTo>
                    <a:pt x="0" y="255143"/>
                  </a:lnTo>
                  <a:lnTo>
                    <a:pt x="7619" y="255143"/>
                  </a:lnTo>
                  <a:lnTo>
                    <a:pt x="7619" y="252730"/>
                  </a:lnTo>
                  <a:close/>
                </a:path>
                <a:path w="7620" h="271780">
                  <a:moveTo>
                    <a:pt x="7619" y="248920"/>
                  </a:moveTo>
                  <a:lnTo>
                    <a:pt x="0" y="248920"/>
                  </a:lnTo>
                  <a:lnTo>
                    <a:pt x="0" y="252602"/>
                  </a:lnTo>
                  <a:lnTo>
                    <a:pt x="7619" y="252602"/>
                  </a:lnTo>
                  <a:lnTo>
                    <a:pt x="7619" y="248920"/>
                  </a:lnTo>
                  <a:close/>
                </a:path>
                <a:path w="7620" h="271780">
                  <a:moveTo>
                    <a:pt x="7619" y="246380"/>
                  </a:moveTo>
                  <a:lnTo>
                    <a:pt x="0" y="246380"/>
                  </a:lnTo>
                  <a:lnTo>
                    <a:pt x="0" y="248793"/>
                  </a:lnTo>
                  <a:lnTo>
                    <a:pt x="7619" y="248793"/>
                  </a:lnTo>
                  <a:lnTo>
                    <a:pt x="7619" y="246380"/>
                  </a:lnTo>
                  <a:close/>
                </a:path>
                <a:path w="7620" h="271780">
                  <a:moveTo>
                    <a:pt x="7619" y="242570"/>
                  </a:moveTo>
                  <a:lnTo>
                    <a:pt x="0" y="242570"/>
                  </a:lnTo>
                  <a:lnTo>
                    <a:pt x="0" y="246252"/>
                  </a:lnTo>
                  <a:lnTo>
                    <a:pt x="7619" y="246252"/>
                  </a:lnTo>
                  <a:lnTo>
                    <a:pt x="7619" y="242570"/>
                  </a:lnTo>
                  <a:close/>
                </a:path>
                <a:path w="7620" h="271780">
                  <a:moveTo>
                    <a:pt x="7619" y="240030"/>
                  </a:moveTo>
                  <a:lnTo>
                    <a:pt x="0" y="240030"/>
                  </a:lnTo>
                  <a:lnTo>
                    <a:pt x="0" y="242443"/>
                  </a:lnTo>
                  <a:lnTo>
                    <a:pt x="7619" y="242443"/>
                  </a:lnTo>
                  <a:lnTo>
                    <a:pt x="7619" y="240030"/>
                  </a:lnTo>
                  <a:close/>
                </a:path>
                <a:path w="7620" h="271780">
                  <a:moveTo>
                    <a:pt x="7619" y="236220"/>
                  </a:moveTo>
                  <a:lnTo>
                    <a:pt x="0" y="236220"/>
                  </a:lnTo>
                  <a:lnTo>
                    <a:pt x="0" y="239902"/>
                  </a:lnTo>
                  <a:lnTo>
                    <a:pt x="7619" y="239902"/>
                  </a:lnTo>
                  <a:lnTo>
                    <a:pt x="7619" y="236220"/>
                  </a:lnTo>
                  <a:close/>
                </a:path>
                <a:path w="7620" h="271780">
                  <a:moveTo>
                    <a:pt x="7619" y="233680"/>
                  </a:moveTo>
                  <a:lnTo>
                    <a:pt x="0" y="233680"/>
                  </a:lnTo>
                  <a:lnTo>
                    <a:pt x="0" y="236093"/>
                  </a:lnTo>
                  <a:lnTo>
                    <a:pt x="7619" y="236093"/>
                  </a:lnTo>
                  <a:lnTo>
                    <a:pt x="7619" y="233680"/>
                  </a:lnTo>
                  <a:close/>
                </a:path>
                <a:path w="7620" h="271780">
                  <a:moveTo>
                    <a:pt x="7619" y="229870"/>
                  </a:moveTo>
                  <a:lnTo>
                    <a:pt x="0" y="229870"/>
                  </a:lnTo>
                  <a:lnTo>
                    <a:pt x="0" y="233552"/>
                  </a:lnTo>
                  <a:lnTo>
                    <a:pt x="7619" y="233552"/>
                  </a:lnTo>
                  <a:lnTo>
                    <a:pt x="7619" y="229870"/>
                  </a:lnTo>
                  <a:close/>
                </a:path>
                <a:path w="7620" h="271780">
                  <a:moveTo>
                    <a:pt x="7619" y="227330"/>
                  </a:moveTo>
                  <a:lnTo>
                    <a:pt x="0" y="227330"/>
                  </a:lnTo>
                  <a:lnTo>
                    <a:pt x="0" y="229743"/>
                  </a:lnTo>
                  <a:lnTo>
                    <a:pt x="7619" y="229743"/>
                  </a:lnTo>
                  <a:lnTo>
                    <a:pt x="7619" y="227330"/>
                  </a:lnTo>
                  <a:close/>
                </a:path>
                <a:path w="7620" h="271780">
                  <a:moveTo>
                    <a:pt x="7619" y="223520"/>
                  </a:moveTo>
                  <a:lnTo>
                    <a:pt x="0" y="223520"/>
                  </a:lnTo>
                  <a:lnTo>
                    <a:pt x="0" y="227202"/>
                  </a:lnTo>
                  <a:lnTo>
                    <a:pt x="7619" y="227202"/>
                  </a:lnTo>
                  <a:lnTo>
                    <a:pt x="7619" y="223520"/>
                  </a:lnTo>
                  <a:close/>
                </a:path>
                <a:path w="7620" h="271780">
                  <a:moveTo>
                    <a:pt x="7619" y="220980"/>
                  </a:moveTo>
                  <a:lnTo>
                    <a:pt x="0" y="220980"/>
                  </a:lnTo>
                  <a:lnTo>
                    <a:pt x="0" y="223393"/>
                  </a:lnTo>
                  <a:lnTo>
                    <a:pt x="7619" y="223393"/>
                  </a:lnTo>
                  <a:lnTo>
                    <a:pt x="7619" y="220980"/>
                  </a:lnTo>
                  <a:close/>
                </a:path>
                <a:path w="7620" h="271780">
                  <a:moveTo>
                    <a:pt x="7619" y="217170"/>
                  </a:moveTo>
                  <a:lnTo>
                    <a:pt x="0" y="217170"/>
                  </a:lnTo>
                  <a:lnTo>
                    <a:pt x="0" y="220852"/>
                  </a:lnTo>
                  <a:lnTo>
                    <a:pt x="7619" y="220852"/>
                  </a:lnTo>
                  <a:lnTo>
                    <a:pt x="7619" y="217170"/>
                  </a:lnTo>
                  <a:close/>
                </a:path>
                <a:path w="7620" h="271780">
                  <a:moveTo>
                    <a:pt x="7619" y="214630"/>
                  </a:moveTo>
                  <a:lnTo>
                    <a:pt x="0" y="214630"/>
                  </a:lnTo>
                  <a:lnTo>
                    <a:pt x="0" y="217043"/>
                  </a:lnTo>
                  <a:lnTo>
                    <a:pt x="7619" y="217043"/>
                  </a:lnTo>
                  <a:lnTo>
                    <a:pt x="7619" y="214630"/>
                  </a:lnTo>
                  <a:close/>
                </a:path>
                <a:path w="7620" h="271780">
                  <a:moveTo>
                    <a:pt x="7619" y="210820"/>
                  </a:moveTo>
                  <a:lnTo>
                    <a:pt x="0" y="210820"/>
                  </a:lnTo>
                  <a:lnTo>
                    <a:pt x="0" y="214502"/>
                  </a:lnTo>
                  <a:lnTo>
                    <a:pt x="7619" y="214502"/>
                  </a:lnTo>
                  <a:lnTo>
                    <a:pt x="7619" y="210820"/>
                  </a:lnTo>
                  <a:close/>
                </a:path>
                <a:path w="7620" h="271780">
                  <a:moveTo>
                    <a:pt x="7619" y="208280"/>
                  </a:moveTo>
                  <a:lnTo>
                    <a:pt x="0" y="208280"/>
                  </a:lnTo>
                  <a:lnTo>
                    <a:pt x="0" y="210693"/>
                  </a:lnTo>
                  <a:lnTo>
                    <a:pt x="7619" y="210693"/>
                  </a:lnTo>
                  <a:lnTo>
                    <a:pt x="7619" y="208280"/>
                  </a:lnTo>
                  <a:close/>
                </a:path>
                <a:path w="7620" h="271780">
                  <a:moveTo>
                    <a:pt x="7619" y="204470"/>
                  </a:moveTo>
                  <a:lnTo>
                    <a:pt x="0" y="204470"/>
                  </a:lnTo>
                  <a:lnTo>
                    <a:pt x="0" y="208152"/>
                  </a:lnTo>
                  <a:lnTo>
                    <a:pt x="7619" y="208152"/>
                  </a:lnTo>
                  <a:lnTo>
                    <a:pt x="7619" y="204470"/>
                  </a:lnTo>
                  <a:close/>
                </a:path>
                <a:path w="7620" h="271780">
                  <a:moveTo>
                    <a:pt x="7619" y="201930"/>
                  </a:moveTo>
                  <a:lnTo>
                    <a:pt x="0" y="201930"/>
                  </a:lnTo>
                  <a:lnTo>
                    <a:pt x="0" y="204343"/>
                  </a:lnTo>
                  <a:lnTo>
                    <a:pt x="7619" y="204343"/>
                  </a:lnTo>
                  <a:lnTo>
                    <a:pt x="7619" y="201930"/>
                  </a:lnTo>
                  <a:close/>
                </a:path>
                <a:path w="7620" h="271780">
                  <a:moveTo>
                    <a:pt x="7619" y="198120"/>
                  </a:moveTo>
                  <a:lnTo>
                    <a:pt x="0" y="198120"/>
                  </a:lnTo>
                  <a:lnTo>
                    <a:pt x="0" y="201802"/>
                  </a:lnTo>
                  <a:lnTo>
                    <a:pt x="7619" y="201802"/>
                  </a:lnTo>
                  <a:lnTo>
                    <a:pt x="7619" y="198120"/>
                  </a:lnTo>
                  <a:close/>
                </a:path>
                <a:path w="7620" h="271780">
                  <a:moveTo>
                    <a:pt x="7619" y="195580"/>
                  </a:moveTo>
                  <a:lnTo>
                    <a:pt x="0" y="195580"/>
                  </a:lnTo>
                  <a:lnTo>
                    <a:pt x="0" y="197993"/>
                  </a:lnTo>
                  <a:lnTo>
                    <a:pt x="7619" y="197993"/>
                  </a:lnTo>
                  <a:lnTo>
                    <a:pt x="7619" y="195580"/>
                  </a:lnTo>
                  <a:close/>
                </a:path>
                <a:path w="7620" h="271780">
                  <a:moveTo>
                    <a:pt x="7619" y="191770"/>
                  </a:moveTo>
                  <a:lnTo>
                    <a:pt x="0" y="191770"/>
                  </a:lnTo>
                  <a:lnTo>
                    <a:pt x="0" y="195452"/>
                  </a:lnTo>
                  <a:lnTo>
                    <a:pt x="7619" y="195452"/>
                  </a:lnTo>
                  <a:lnTo>
                    <a:pt x="7619" y="191770"/>
                  </a:lnTo>
                  <a:close/>
                </a:path>
                <a:path w="7620" h="271780">
                  <a:moveTo>
                    <a:pt x="7619" y="189230"/>
                  </a:moveTo>
                  <a:lnTo>
                    <a:pt x="0" y="189230"/>
                  </a:lnTo>
                  <a:lnTo>
                    <a:pt x="0" y="191643"/>
                  </a:lnTo>
                  <a:lnTo>
                    <a:pt x="7619" y="191643"/>
                  </a:lnTo>
                  <a:lnTo>
                    <a:pt x="7619" y="189230"/>
                  </a:lnTo>
                  <a:close/>
                </a:path>
                <a:path w="7620" h="271780">
                  <a:moveTo>
                    <a:pt x="7619" y="185420"/>
                  </a:moveTo>
                  <a:lnTo>
                    <a:pt x="0" y="185420"/>
                  </a:lnTo>
                  <a:lnTo>
                    <a:pt x="0" y="189102"/>
                  </a:lnTo>
                  <a:lnTo>
                    <a:pt x="7619" y="189102"/>
                  </a:lnTo>
                  <a:lnTo>
                    <a:pt x="7619" y="185420"/>
                  </a:lnTo>
                  <a:close/>
                </a:path>
                <a:path w="7620" h="271780">
                  <a:moveTo>
                    <a:pt x="7619" y="182880"/>
                  </a:moveTo>
                  <a:lnTo>
                    <a:pt x="0" y="182880"/>
                  </a:lnTo>
                  <a:lnTo>
                    <a:pt x="0" y="185293"/>
                  </a:lnTo>
                  <a:lnTo>
                    <a:pt x="7619" y="185293"/>
                  </a:lnTo>
                  <a:lnTo>
                    <a:pt x="7619" y="182880"/>
                  </a:lnTo>
                  <a:close/>
                </a:path>
                <a:path w="7620" h="271780">
                  <a:moveTo>
                    <a:pt x="7619" y="179070"/>
                  </a:moveTo>
                  <a:lnTo>
                    <a:pt x="0" y="179070"/>
                  </a:lnTo>
                  <a:lnTo>
                    <a:pt x="0" y="182752"/>
                  </a:lnTo>
                  <a:lnTo>
                    <a:pt x="7619" y="182752"/>
                  </a:lnTo>
                  <a:lnTo>
                    <a:pt x="7619" y="179070"/>
                  </a:lnTo>
                  <a:close/>
                </a:path>
                <a:path w="7620" h="271780">
                  <a:moveTo>
                    <a:pt x="7619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7619" y="178943"/>
                  </a:lnTo>
                  <a:lnTo>
                    <a:pt x="7619" y="176530"/>
                  </a:lnTo>
                  <a:close/>
                </a:path>
                <a:path w="7620" h="271780">
                  <a:moveTo>
                    <a:pt x="7619" y="173989"/>
                  </a:moveTo>
                  <a:lnTo>
                    <a:pt x="0" y="173989"/>
                  </a:lnTo>
                  <a:lnTo>
                    <a:pt x="0" y="176402"/>
                  </a:lnTo>
                  <a:lnTo>
                    <a:pt x="7619" y="176402"/>
                  </a:lnTo>
                  <a:lnTo>
                    <a:pt x="7619" y="173989"/>
                  </a:lnTo>
                  <a:close/>
                </a:path>
              </a:pathLst>
            </a:custGeom>
            <a:solidFill>
              <a:srgbClr val="3656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5">
              <a:extLst>
                <a:ext uri="{FF2B5EF4-FFF2-40B4-BE49-F238E27FC236}">
                  <a16:creationId xmlns:a16="http://schemas.microsoft.com/office/drawing/2014/main" id="{1B2B66A7-0FBB-7B04-4255-F3F760D0F0E0}"/>
                </a:ext>
              </a:extLst>
            </p:cNvPr>
            <p:cNvSpPr/>
            <p:nvPr/>
          </p:nvSpPr>
          <p:spPr>
            <a:xfrm>
              <a:off x="7773524" y="2656601"/>
              <a:ext cx="6350" cy="273050"/>
            </a:xfrm>
            <a:custGeom>
              <a:avLst/>
              <a:gdLst/>
              <a:ahLst/>
              <a:cxnLst/>
              <a:rect l="l" t="t" r="r" b="b"/>
              <a:pathLst>
                <a:path w="6350" h="273050">
                  <a:moveTo>
                    <a:pt x="6350" y="100329"/>
                  </a:moveTo>
                  <a:lnTo>
                    <a:pt x="0" y="100329"/>
                  </a:lnTo>
                  <a:lnTo>
                    <a:pt x="0" y="110362"/>
                  </a:lnTo>
                  <a:lnTo>
                    <a:pt x="6350" y="110362"/>
                  </a:lnTo>
                  <a:lnTo>
                    <a:pt x="6350" y="100329"/>
                  </a:lnTo>
                  <a:close/>
                </a:path>
                <a:path w="6350" h="273050">
                  <a:moveTo>
                    <a:pt x="6350" y="93979"/>
                  </a:moveTo>
                  <a:lnTo>
                    <a:pt x="0" y="93979"/>
                  </a:lnTo>
                  <a:lnTo>
                    <a:pt x="0" y="100202"/>
                  </a:lnTo>
                  <a:lnTo>
                    <a:pt x="6350" y="100202"/>
                  </a:lnTo>
                  <a:lnTo>
                    <a:pt x="6350" y="93979"/>
                  </a:lnTo>
                  <a:close/>
                </a:path>
                <a:path w="6350" h="273050">
                  <a:moveTo>
                    <a:pt x="6350" y="90170"/>
                  </a:moveTo>
                  <a:lnTo>
                    <a:pt x="0" y="90170"/>
                  </a:lnTo>
                  <a:lnTo>
                    <a:pt x="0" y="93852"/>
                  </a:lnTo>
                  <a:lnTo>
                    <a:pt x="6350" y="93852"/>
                  </a:lnTo>
                  <a:lnTo>
                    <a:pt x="6350" y="90170"/>
                  </a:lnTo>
                  <a:close/>
                </a:path>
                <a:path w="6350" h="273050">
                  <a:moveTo>
                    <a:pt x="6350" y="87629"/>
                  </a:moveTo>
                  <a:lnTo>
                    <a:pt x="0" y="87629"/>
                  </a:lnTo>
                  <a:lnTo>
                    <a:pt x="0" y="90042"/>
                  </a:lnTo>
                  <a:lnTo>
                    <a:pt x="6350" y="90042"/>
                  </a:lnTo>
                  <a:lnTo>
                    <a:pt x="6350" y="87629"/>
                  </a:lnTo>
                  <a:close/>
                </a:path>
                <a:path w="6350" h="273050">
                  <a:moveTo>
                    <a:pt x="6350" y="83820"/>
                  </a:moveTo>
                  <a:lnTo>
                    <a:pt x="0" y="83820"/>
                  </a:lnTo>
                  <a:lnTo>
                    <a:pt x="0" y="87502"/>
                  </a:lnTo>
                  <a:lnTo>
                    <a:pt x="6350" y="87502"/>
                  </a:lnTo>
                  <a:lnTo>
                    <a:pt x="6350" y="83820"/>
                  </a:lnTo>
                  <a:close/>
                </a:path>
                <a:path w="6350" h="273050">
                  <a:moveTo>
                    <a:pt x="6350" y="81279"/>
                  </a:moveTo>
                  <a:lnTo>
                    <a:pt x="0" y="81279"/>
                  </a:lnTo>
                  <a:lnTo>
                    <a:pt x="0" y="83692"/>
                  </a:lnTo>
                  <a:lnTo>
                    <a:pt x="6350" y="83692"/>
                  </a:lnTo>
                  <a:lnTo>
                    <a:pt x="6350" y="81279"/>
                  </a:lnTo>
                  <a:close/>
                </a:path>
                <a:path w="6350" h="273050">
                  <a:moveTo>
                    <a:pt x="6350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6350" y="81152"/>
                  </a:lnTo>
                  <a:lnTo>
                    <a:pt x="6350" y="77470"/>
                  </a:lnTo>
                  <a:close/>
                </a:path>
                <a:path w="6350" h="273050">
                  <a:moveTo>
                    <a:pt x="6350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6350" y="77342"/>
                  </a:lnTo>
                  <a:lnTo>
                    <a:pt x="6350" y="74929"/>
                  </a:lnTo>
                  <a:close/>
                </a:path>
                <a:path w="6350" h="273050">
                  <a:moveTo>
                    <a:pt x="6350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6350" y="74802"/>
                  </a:lnTo>
                  <a:lnTo>
                    <a:pt x="6350" y="71120"/>
                  </a:lnTo>
                  <a:close/>
                </a:path>
                <a:path w="6350" h="273050">
                  <a:moveTo>
                    <a:pt x="6350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8579"/>
                  </a:lnTo>
                  <a:close/>
                </a:path>
                <a:path w="6350" h="273050">
                  <a:moveTo>
                    <a:pt x="6350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6350" y="68452"/>
                  </a:lnTo>
                  <a:lnTo>
                    <a:pt x="6350" y="64770"/>
                  </a:lnTo>
                  <a:close/>
                </a:path>
                <a:path w="6350" h="273050">
                  <a:moveTo>
                    <a:pt x="6350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2229"/>
                  </a:lnTo>
                  <a:close/>
                </a:path>
                <a:path w="6350" h="273050">
                  <a:moveTo>
                    <a:pt x="6350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6350" y="62102"/>
                  </a:lnTo>
                  <a:lnTo>
                    <a:pt x="6350" y="58420"/>
                  </a:lnTo>
                  <a:close/>
                </a:path>
                <a:path w="6350" h="273050">
                  <a:moveTo>
                    <a:pt x="6350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5879"/>
                  </a:lnTo>
                  <a:close/>
                </a:path>
                <a:path w="6350" h="273050">
                  <a:moveTo>
                    <a:pt x="6350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6350" y="55752"/>
                  </a:lnTo>
                  <a:lnTo>
                    <a:pt x="6350" y="52070"/>
                  </a:lnTo>
                  <a:close/>
                </a:path>
                <a:path w="6350" h="273050">
                  <a:moveTo>
                    <a:pt x="6350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9529"/>
                  </a:lnTo>
                  <a:close/>
                </a:path>
                <a:path w="6350" h="273050">
                  <a:moveTo>
                    <a:pt x="6350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6350" y="49402"/>
                  </a:lnTo>
                  <a:lnTo>
                    <a:pt x="6350" y="45720"/>
                  </a:lnTo>
                  <a:close/>
                </a:path>
                <a:path w="6350" h="273050">
                  <a:moveTo>
                    <a:pt x="6350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3179"/>
                  </a:lnTo>
                  <a:close/>
                </a:path>
                <a:path w="6350" h="273050">
                  <a:moveTo>
                    <a:pt x="6350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6350" y="43052"/>
                  </a:lnTo>
                  <a:lnTo>
                    <a:pt x="6350" y="39370"/>
                  </a:lnTo>
                  <a:close/>
                </a:path>
                <a:path w="6350" h="273050">
                  <a:moveTo>
                    <a:pt x="6350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6829"/>
                  </a:lnTo>
                  <a:close/>
                </a:path>
                <a:path w="6350" h="273050">
                  <a:moveTo>
                    <a:pt x="6350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6350" y="36702"/>
                  </a:lnTo>
                  <a:lnTo>
                    <a:pt x="6350" y="33020"/>
                  </a:lnTo>
                  <a:close/>
                </a:path>
                <a:path w="6350" h="273050">
                  <a:moveTo>
                    <a:pt x="6350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30479"/>
                  </a:lnTo>
                  <a:close/>
                </a:path>
                <a:path w="6350" h="273050">
                  <a:moveTo>
                    <a:pt x="6350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6350" y="30352"/>
                  </a:lnTo>
                  <a:lnTo>
                    <a:pt x="6350" y="26670"/>
                  </a:lnTo>
                  <a:close/>
                </a:path>
                <a:path w="6350" h="273050">
                  <a:moveTo>
                    <a:pt x="6350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4129"/>
                  </a:lnTo>
                  <a:close/>
                </a:path>
                <a:path w="6350" h="273050">
                  <a:moveTo>
                    <a:pt x="6350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6350" y="24002"/>
                  </a:lnTo>
                  <a:lnTo>
                    <a:pt x="6350" y="20320"/>
                  </a:lnTo>
                  <a:close/>
                </a:path>
                <a:path w="6350" h="273050">
                  <a:moveTo>
                    <a:pt x="6350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7779"/>
                  </a:lnTo>
                  <a:close/>
                </a:path>
                <a:path w="6350" h="273050">
                  <a:moveTo>
                    <a:pt x="6350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6350" y="17652"/>
                  </a:lnTo>
                  <a:lnTo>
                    <a:pt x="6350" y="13970"/>
                  </a:lnTo>
                  <a:close/>
                </a:path>
                <a:path w="6350" h="273050">
                  <a:moveTo>
                    <a:pt x="6350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1429"/>
                  </a:lnTo>
                  <a:close/>
                </a:path>
                <a:path w="6350" h="273050">
                  <a:moveTo>
                    <a:pt x="6350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6350" y="11302"/>
                  </a:lnTo>
                  <a:lnTo>
                    <a:pt x="6350" y="7620"/>
                  </a:lnTo>
                  <a:close/>
                </a:path>
                <a:path w="6350" h="273050">
                  <a:moveTo>
                    <a:pt x="6350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5079"/>
                  </a:lnTo>
                  <a:close/>
                </a:path>
                <a:path w="6350" h="273050">
                  <a:moveTo>
                    <a:pt x="6350" y="1270"/>
                  </a:moveTo>
                  <a:lnTo>
                    <a:pt x="0" y="1270"/>
                  </a:lnTo>
                  <a:lnTo>
                    <a:pt x="0" y="4952"/>
                  </a:lnTo>
                  <a:lnTo>
                    <a:pt x="6350" y="4952"/>
                  </a:lnTo>
                  <a:lnTo>
                    <a:pt x="6350" y="1270"/>
                  </a:lnTo>
                  <a:close/>
                </a:path>
                <a:path w="6350" h="273050">
                  <a:moveTo>
                    <a:pt x="635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6350" h="273050">
                  <a:moveTo>
                    <a:pt x="6350" y="110363"/>
                  </a:moveTo>
                  <a:lnTo>
                    <a:pt x="0" y="110363"/>
                  </a:lnTo>
                  <a:lnTo>
                    <a:pt x="0" y="167512"/>
                  </a:lnTo>
                  <a:lnTo>
                    <a:pt x="6350" y="167512"/>
                  </a:lnTo>
                  <a:lnTo>
                    <a:pt x="6350" y="110363"/>
                  </a:lnTo>
                  <a:close/>
                </a:path>
                <a:path w="6350" h="273050">
                  <a:moveTo>
                    <a:pt x="6350" y="167513"/>
                  </a:moveTo>
                  <a:lnTo>
                    <a:pt x="0" y="167513"/>
                  </a:lnTo>
                  <a:lnTo>
                    <a:pt x="0" y="173862"/>
                  </a:lnTo>
                  <a:lnTo>
                    <a:pt x="6350" y="173862"/>
                  </a:lnTo>
                  <a:lnTo>
                    <a:pt x="6350" y="167513"/>
                  </a:lnTo>
                  <a:close/>
                </a:path>
                <a:path w="6350" h="273050">
                  <a:moveTo>
                    <a:pt x="6350" y="271780"/>
                  </a:moveTo>
                  <a:lnTo>
                    <a:pt x="2540" y="271780"/>
                  </a:lnTo>
                  <a:lnTo>
                    <a:pt x="2540" y="272923"/>
                  </a:lnTo>
                  <a:lnTo>
                    <a:pt x="6350" y="272923"/>
                  </a:lnTo>
                  <a:lnTo>
                    <a:pt x="6350" y="271780"/>
                  </a:lnTo>
                  <a:close/>
                </a:path>
                <a:path w="6350" h="273050">
                  <a:moveTo>
                    <a:pt x="6350" y="267970"/>
                  </a:moveTo>
                  <a:lnTo>
                    <a:pt x="0" y="267970"/>
                  </a:lnTo>
                  <a:lnTo>
                    <a:pt x="0" y="271780"/>
                  </a:lnTo>
                  <a:lnTo>
                    <a:pt x="2540" y="271780"/>
                  </a:lnTo>
                  <a:lnTo>
                    <a:pt x="2540" y="271652"/>
                  </a:lnTo>
                  <a:lnTo>
                    <a:pt x="6350" y="271652"/>
                  </a:lnTo>
                  <a:lnTo>
                    <a:pt x="6350" y="267970"/>
                  </a:lnTo>
                  <a:close/>
                </a:path>
                <a:path w="6350" h="273050">
                  <a:moveTo>
                    <a:pt x="6350" y="265430"/>
                  </a:moveTo>
                  <a:lnTo>
                    <a:pt x="0" y="265430"/>
                  </a:lnTo>
                  <a:lnTo>
                    <a:pt x="0" y="267843"/>
                  </a:lnTo>
                  <a:lnTo>
                    <a:pt x="6350" y="267843"/>
                  </a:lnTo>
                  <a:lnTo>
                    <a:pt x="6350" y="265430"/>
                  </a:lnTo>
                  <a:close/>
                </a:path>
                <a:path w="6350" h="273050">
                  <a:moveTo>
                    <a:pt x="6350" y="261620"/>
                  </a:moveTo>
                  <a:lnTo>
                    <a:pt x="0" y="261620"/>
                  </a:lnTo>
                  <a:lnTo>
                    <a:pt x="0" y="265302"/>
                  </a:lnTo>
                  <a:lnTo>
                    <a:pt x="6350" y="265302"/>
                  </a:lnTo>
                  <a:lnTo>
                    <a:pt x="6350" y="261620"/>
                  </a:lnTo>
                  <a:close/>
                </a:path>
                <a:path w="6350" h="273050">
                  <a:moveTo>
                    <a:pt x="6350" y="259080"/>
                  </a:moveTo>
                  <a:lnTo>
                    <a:pt x="0" y="259080"/>
                  </a:lnTo>
                  <a:lnTo>
                    <a:pt x="0" y="261493"/>
                  </a:lnTo>
                  <a:lnTo>
                    <a:pt x="6350" y="261493"/>
                  </a:lnTo>
                  <a:lnTo>
                    <a:pt x="6350" y="259080"/>
                  </a:lnTo>
                  <a:close/>
                </a:path>
                <a:path w="6350" h="273050">
                  <a:moveTo>
                    <a:pt x="6350" y="255270"/>
                  </a:moveTo>
                  <a:lnTo>
                    <a:pt x="0" y="255270"/>
                  </a:lnTo>
                  <a:lnTo>
                    <a:pt x="0" y="258952"/>
                  </a:lnTo>
                  <a:lnTo>
                    <a:pt x="6350" y="258952"/>
                  </a:lnTo>
                  <a:lnTo>
                    <a:pt x="6350" y="255270"/>
                  </a:lnTo>
                  <a:close/>
                </a:path>
                <a:path w="6350" h="273050">
                  <a:moveTo>
                    <a:pt x="6350" y="252730"/>
                  </a:moveTo>
                  <a:lnTo>
                    <a:pt x="0" y="252730"/>
                  </a:lnTo>
                  <a:lnTo>
                    <a:pt x="0" y="255143"/>
                  </a:lnTo>
                  <a:lnTo>
                    <a:pt x="6350" y="255143"/>
                  </a:lnTo>
                  <a:lnTo>
                    <a:pt x="6350" y="252730"/>
                  </a:lnTo>
                  <a:close/>
                </a:path>
                <a:path w="6350" h="273050">
                  <a:moveTo>
                    <a:pt x="6350" y="248920"/>
                  </a:moveTo>
                  <a:lnTo>
                    <a:pt x="0" y="248920"/>
                  </a:lnTo>
                  <a:lnTo>
                    <a:pt x="0" y="252602"/>
                  </a:lnTo>
                  <a:lnTo>
                    <a:pt x="6350" y="252602"/>
                  </a:lnTo>
                  <a:lnTo>
                    <a:pt x="6350" y="248920"/>
                  </a:lnTo>
                  <a:close/>
                </a:path>
                <a:path w="6350" h="273050">
                  <a:moveTo>
                    <a:pt x="6350" y="246380"/>
                  </a:moveTo>
                  <a:lnTo>
                    <a:pt x="0" y="246380"/>
                  </a:lnTo>
                  <a:lnTo>
                    <a:pt x="0" y="248793"/>
                  </a:lnTo>
                  <a:lnTo>
                    <a:pt x="6350" y="248793"/>
                  </a:lnTo>
                  <a:lnTo>
                    <a:pt x="6350" y="246380"/>
                  </a:lnTo>
                  <a:close/>
                </a:path>
                <a:path w="6350" h="273050">
                  <a:moveTo>
                    <a:pt x="6350" y="242570"/>
                  </a:moveTo>
                  <a:lnTo>
                    <a:pt x="0" y="242570"/>
                  </a:lnTo>
                  <a:lnTo>
                    <a:pt x="0" y="246252"/>
                  </a:lnTo>
                  <a:lnTo>
                    <a:pt x="6350" y="246252"/>
                  </a:lnTo>
                  <a:lnTo>
                    <a:pt x="6350" y="242570"/>
                  </a:lnTo>
                  <a:close/>
                </a:path>
                <a:path w="6350" h="273050">
                  <a:moveTo>
                    <a:pt x="6350" y="240030"/>
                  </a:moveTo>
                  <a:lnTo>
                    <a:pt x="0" y="240030"/>
                  </a:lnTo>
                  <a:lnTo>
                    <a:pt x="0" y="242443"/>
                  </a:lnTo>
                  <a:lnTo>
                    <a:pt x="6350" y="242443"/>
                  </a:lnTo>
                  <a:lnTo>
                    <a:pt x="6350" y="240030"/>
                  </a:lnTo>
                  <a:close/>
                </a:path>
                <a:path w="6350" h="273050">
                  <a:moveTo>
                    <a:pt x="6350" y="236220"/>
                  </a:moveTo>
                  <a:lnTo>
                    <a:pt x="0" y="236220"/>
                  </a:lnTo>
                  <a:lnTo>
                    <a:pt x="0" y="239902"/>
                  </a:lnTo>
                  <a:lnTo>
                    <a:pt x="6350" y="239902"/>
                  </a:lnTo>
                  <a:lnTo>
                    <a:pt x="6350" y="236220"/>
                  </a:lnTo>
                  <a:close/>
                </a:path>
                <a:path w="6350" h="273050">
                  <a:moveTo>
                    <a:pt x="6350" y="233680"/>
                  </a:moveTo>
                  <a:lnTo>
                    <a:pt x="0" y="233680"/>
                  </a:lnTo>
                  <a:lnTo>
                    <a:pt x="0" y="236093"/>
                  </a:lnTo>
                  <a:lnTo>
                    <a:pt x="6350" y="236093"/>
                  </a:lnTo>
                  <a:lnTo>
                    <a:pt x="6350" y="233680"/>
                  </a:lnTo>
                  <a:close/>
                </a:path>
                <a:path w="6350" h="273050">
                  <a:moveTo>
                    <a:pt x="6350" y="229870"/>
                  </a:moveTo>
                  <a:lnTo>
                    <a:pt x="0" y="229870"/>
                  </a:lnTo>
                  <a:lnTo>
                    <a:pt x="0" y="233552"/>
                  </a:lnTo>
                  <a:lnTo>
                    <a:pt x="6350" y="233552"/>
                  </a:lnTo>
                  <a:lnTo>
                    <a:pt x="6350" y="229870"/>
                  </a:lnTo>
                  <a:close/>
                </a:path>
                <a:path w="6350" h="273050">
                  <a:moveTo>
                    <a:pt x="6350" y="227330"/>
                  </a:moveTo>
                  <a:lnTo>
                    <a:pt x="0" y="227330"/>
                  </a:lnTo>
                  <a:lnTo>
                    <a:pt x="0" y="229743"/>
                  </a:lnTo>
                  <a:lnTo>
                    <a:pt x="6350" y="229743"/>
                  </a:lnTo>
                  <a:lnTo>
                    <a:pt x="6350" y="227330"/>
                  </a:lnTo>
                  <a:close/>
                </a:path>
                <a:path w="6350" h="273050">
                  <a:moveTo>
                    <a:pt x="6350" y="223520"/>
                  </a:moveTo>
                  <a:lnTo>
                    <a:pt x="0" y="223520"/>
                  </a:lnTo>
                  <a:lnTo>
                    <a:pt x="0" y="227202"/>
                  </a:lnTo>
                  <a:lnTo>
                    <a:pt x="6350" y="227202"/>
                  </a:lnTo>
                  <a:lnTo>
                    <a:pt x="6350" y="223520"/>
                  </a:lnTo>
                  <a:close/>
                </a:path>
                <a:path w="6350" h="273050">
                  <a:moveTo>
                    <a:pt x="6350" y="220980"/>
                  </a:moveTo>
                  <a:lnTo>
                    <a:pt x="0" y="220980"/>
                  </a:lnTo>
                  <a:lnTo>
                    <a:pt x="0" y="223393"/>
                  </a:lnTo>
                  <a:lnTo>
                    <a:pt x="6350" y="223393"/>
                  </a:lnTo>
                  <a:lnTo>
                    <a:pt x="6350" y="220980"/>
                  </a:lnTo>
                  <a:close/>
                </a:path>
                <a:path w="6350" h="273050">
                  <a:moveTo>
                    <a:pt x="6350" y="217170"/>
                  </a:moveTo>
                  <a:lnTo>
                    <a:pt x="0" y="217170"/>
                  </a:lnTo>
                  <a:lnTo>
                    <a:pt x="0" y="220852"/>
                  </a:lnTo>
                  <a:lnTo>
                    <a:pt x="6350" y="220852"/>
                  </a:lnTo>
                  <a:lnTo>
                    <a:pt x="6350" y="217170"/>
                  </a:lnTo>
                  <a:close/>
                </a:path>
                <a:path w="6350" h="273050">
                  <a:moveTo>
                    <a:pt x="6350" y="214630"/>
                  </a:moveTo>
                  <a:lnTo>
                    <a:pt x="0" y="214630"/>
                  </a:lnTo>
                  <a:lnTo>
                    <a:pt x="0" y="217043"/>
                  </a:lnTo>
                  <a:lnTo>
                    <a:pt x="6350" y="217043"/>
                  </a:lnTo>
                  <a:lnTo>
                    <a:pt x="6350" y="214630"/>
                  </a:lnTo>
                  <a:close/>
                </a:path>
                <a:path w="6350" h="273050">
                  <a:moveTo>
                    <a:pt x="6350" y="210820"/>
                  </a:moveTo>
                  <a:lnTo>
                    <a:pt x="0" y="210820"/>
                  </a:lnTo>
                  <a:lnTo>
                    <a:pt x="0" y="214502"/>
                  </a:lnTo>
                  <a:lnTo>
                    <a:pt x="6350" y="214502"/>
                  </a:lnTo>
                  <a:lnTo>
                    <a:pt x="6350" y="210820"/>
                  </a:lnTo>
                  <a:close/>
                </a:path>
                <a:path w="6350" h="273050">
                  <a:moveTo>
                    <a:pt x="6350" y="208280"/>
                  </a:moveTo>
                  <a:lnTo>
                    <a:pt x="0" y="208280"/>
                  </a:lnTo>
                  <a:lnTo>
                    <a:pt x="0" y="210693"/>
                  </a:lnTo>
                  <a:lnTo>
                    <a:pt x="6350" y="210693"/>
                  </a:lnTo>
                  <a:lnTo>
                    <a:pt x="6350" y="208280"/>
                  </a:lnTo>
                  <a:close/>
                </a:path>
                <a:path w="6350" h="273050">
                  <a:moveTo>
                    <a:pt x="6350" y="204470"/>
                  </a:moveTo>
                  <a:lnTo>
                    <a:pt x="0" y="204470"/>
                  </a:lnTo>
                  <a:lnTo>
                    <a:pt x="0" y="208152"/>
                  </a:lnTo>
                  <a:lnTo>
                    <a:pt x="6350" y="208152"/>
                  </a:lnTo>
                  <a:lnTo>
                    <a:pt x="6350" y="204470"/>
                  </a:lnTo>
                  <a:close/>
                </a:path>
                <a:path w="6350" h="273050">
                  <a:moveTo>
                    <a:pt x="6350" y="201930"/>
                  </a:moveTo>
                  <a:lnTo>
                    <a:pt x="0" y="201930"/>
                  </a:lnTo>
                  <a:lnTo>
                    <a:pt x="0" y="204343"/>
                  </a:lnTo>
                  <a:lnTo>
                    <a:pt x="6350" y="204343"/>
                  </a:lnTo>
                  <a:lnTo>
                    <a:pt x="6350" y="201930"/>
                  </a:lnTo>
                  <a:close/>
                </a:path>
                <a:path w="6350" h="273050">
                  <a:moveTo>
                    <a:pt x="6350" y="198120"/>
                  </a:moveTo>
                  <a:lnTo>
                    <a:pt x="0" y="198120"/>
                  </a:lnTo>
                  <a:lnTo>
                    <a:pt x="0" y="201802"/>
                  </a:lnTo>
                  <a:lnTo>
                    <a:pt x="6350" y="201802"/>
                  </a:lnTo>
                  <a:lnTo>
                    <a:pt x="6350" y="198120"/>
                  </a:lnTo>
                  <a:close/>
                </a:path>
                <a:path w="6350" h="273050">
                  <a:moveTo>
                    <a:pt x="6350" y="195580"/>
                  </a:moveTo>
                  <a:lnTo>
                    <a:pt x="0" y="195580"/>
                  </a:lnTo>
                  <a:lnTo>
                    <a:pt x="0" y="197993"/>
                  </a:lnTo>
                  <a:lnTo>
                    <a:pt x="6350" y="197993"/>
                  </a:lnTo>
                  <a:lnTo>
                    <a:pt x="6350" y="195580"/>
                  </a:lnTo>
                  <a:close/>
                </a:path>
                <a:path w="6350" h="273050">
                  <a:moveTo>
                    <a:pt x="6350" y="191770"/>
                  </a:moveTo>
                  <a:lnTo>
                    <a:pt x="0" y="191770"/>
                  </a:lnTo>
                  <a:lnTo>
                    <a:pt x="0" y="195452"/>
                  </a:lnTo>
                  <a:lnTo>
                    <a:pt x="6350" y="195452"/>
                  </a:lnTo>
                  <a:lnTo>
                    <a:pt x="6350" y="191770"/>
                  </a:lnTo>
                  <a:close/>
                </a:path>
                <a:path w="6350" h="273050">
                  <a:moveTo>
                    <a:pt x="6350" y="189230"/>
                  </a:moveTo>
                  <a:lnTo>
                    <a:pt x="0" y="189230"/>
                  </a:lnTo>
                  <a:lnTo>
                    <a:pt x="0" y="191643"/>
                  </a:lnTo>
                  <a:lnTo>
                    <a:pt x="6350" y="191643"/>
                  </a:lnTo>
                  <a:lnTo>
                    <a:pt x="6350" y="189230"/>
                  </a:lnTo>
                  <a:close/>
                </a:path>
                <a:path w="6350" h="273050">
                  <a:moveTo>
                    <a:pt x="6350" y="185420"/>
                  </a:moveTo>
                  <a:lnTo>
                    <a:pt x="0" y="185420"/>
                  </a:lnTo>
                  <a:lnTo>
                    <a:pt x="0" y="189102"/>
                  </a:lnTo>
                  <a:lnTo>
                    <a:pt x="6350" y="189102"/>
                  </a:lnTo>
                  <a:lnTo>
                    <a:pt x="6350" y="185420"/>
                  </a:lnTo>
                  <a:close/>
                </a:path>
                <a:path w="6350" h="273050">
                  <a:moveTo>
                    <a:pt x="6350" y="182880"/>
                  </a:moveTo>
                  <a:lnTo>
                    <a:pt x="0" y="182880"/>
                  </a:lnTo>
                  <a:lnTo>
                    <a:pt x="0" y="185293"/>
                  </a:lnTo>
                  <a:lnTo>
                    <a:pt x="6350" y="185293"/>
                  </a:lnTo>
                  <a:lnTo>
                    <a:pt x="6350" y="182880"/>
                  </a:lnTo>
                  <a:close/>
                </a:path>
                <a:path w="6350" h="273050">
                  <a:moveTo>
                    <a:pt x="6350" y="179070"/>
                  </a:moveTo>
                  <a:lnTo>
                    <a:pt x="0" y="179070"/>
                  </a:lnTo>
                  <a:lnTo>
                    <a:pt x="0" y="182752"/>
                  </a:lnTo>
                  <a:lnTo>
                    <a:pt x="6350" y="182752"/>
                  </a:lnTo>
                  <a:lnTo>
                    <a:pt x="6350" y="179070"/>
                  </a:lnTo>
                  <a:close/>
                </a:path>
                <a:path w="6350" h="273050">
                  <a:moveTo>
                    <a:pt x="6350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6350" y="178943"/>
                  </a:lnTo>
                  <a:lnTo>
                    <a:pt x="6350" y="176530"/>
                  </a:lnTo>
                  <a:close/>
                </a:path>
                <a:path w="6350" h="273050">
                  <a:moveTo>
                    <a:pt x="6350" y="173989"/>
                  </a:moveTo>
                  <a:lnTo>
                    <a:pt x="0" y="173989"/>
                  </a:lnTo>
                  <a:lnTo>
                    <a:pt x="0" y="176402"/>
                  </a:lnTo>
                  <a:lnTo>
                    <a:pt x="6350" y="176402"/>
                  </a:lnTo>
                  <a:lnTo>
                    <a:pt x="6350" y="173989"/>
                  </a:lnTo>
                  <a:close/>
                </a:path>
              </a:pathLst>
            </a:custGeom>
            <a:solidFill>
              <a:srgbClr val="3555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86">
              <a:extLst>
                <a:ext uri="{FF2B5EF4-FFF2-40B4-BE49-F238E27FC236}">
                  <a16:creationId xmlns:a16="http://schemas.microsoft.com/office/drawing/2014/main" id="{5A942605-85A3-92C6-426A-FC09A798561D}"/>
                </a:ext>
              </a:extLst>
            </p:cNvPr>
            <p:cNvSpPr/>
            <p:nvPr/>
          </p:nvSpPr>
          <p:spPr>
            <a:xfrm>
              <a:off x="7779874" y="2655204"/>
              <a:ext cx="7620" cy="274320"/>
            </a:xfrm>
            <a:custGeom>
              <a:avLst/>
              <a:gdLst/>
              <a:ahLst/>
              <a:cxnLst/>
              <a:rect l="l" t="t" r="r" b="b"/>
              <a:pathLst>
                <a:path w="7620" h="274319">
                  <a:moveTo>
                    <a:pt x="7620" y="101726"/>
                  </a:moveTo>
                  <a:lnTo>
                    <a:pt x="0" y="101726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1726"/>
                  </a:lnTo>
                  <a:close/>
                </a:path>
                <a:path w="7620" h="274319">
                  <a:moveTo>
                    <a:pt x="7620" y="95376"/>
                  </a:moveTo>
                  <a:lnTo>
                    <a:pt x="0" y="95376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5376"/>
                  </a:lnTo>
                  <a:close/>
                </a:path>
                <a:path w="7620" h="274319">
                  <a:moveTo>
                    <a:pt x="7620" y="91567"/>
                  </a:moveTo>
                  <a:lnTo>
                    <a:pt x="0" y="91567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1567"/>
                  </a:lnTo>
                  <a:close/>
                </a:path>
                <a:path w="7620" h="274319">
                  <a:moveTo>
                    <a:pt x="7620" y="89026"/>
                  </a:moveTo>
                  <a:lnTo>
                    <a:pt x="0" y="89026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9026"/>
                  </a:lnTo>
                  <a:close/>
                </a:path>
                <a:path w="7620" h="274319">
                  <a:moveTo>
                    <a:pt x="762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5217"/>
                  </a:lnTo>
                  <a:close/>
                </a:path>
                <a:path w="7620" h="274319">
                  <a:moveTo>
                    <a:pt x="762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676"/>
                  </a:lnTo>
                  <a:close/>
                </a:path>
                <a:path w="7620" h="274319">
                  <a:moveTo>
                    <a:pt x="762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8867"/>
                  </a:lnTo>
                  <a:close/>
                </a:path>
                <a:path w="7620" h="274319">
                  <a:moveTo>
                    <a:pt x="762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326"/>
                  </a:lnTo>
                  <a:close/>
                </a:path>
                <a:path w="7620" h="274319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274319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274319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274319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274319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274319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274319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274319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274319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274319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274319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274319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274319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274319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274319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274319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274319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274319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274319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274319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274319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274319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274319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274319">
                  <a:moveTo>
                    <a:pt x="7620" y="0"/>
                  </a:moveTo>
                  <a:lnTo>
                    <a:pt x="5080" y="0"/>
                  </a:lnTo>
                  <a:lnTo>
                    <a:pt x="5080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74319">
                  <a:moveTo>
                    <a:pt x="7620" y="111760"/>
                  </a:moveTo>
                  <a:lnTo>
                    <a:pt x="0" y="111760"/>
                  </a:lnTo>
                  <a:lnTo>
                    <a:pt x="0" y="168910"/>
                  </a:lnTo>
                  <a:lnTo>
                    <a:pt x="7620" y="168910"/>
                  </a:lnTo>
                  <a:lnTo>
                    <a:pt x="7620" y="111760"/>
                  </a:lnTo>
                  <a:close/>
                </a:path>
                <a:path w="7620" h="274319">
                  <a:moveTo>
                    <a:pt x="7620" y="168910"/>
                  </a:moveTo>
                  <a:lnTo>
                    <a:pt x="0" y="168910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68910"/>
                  </a:lnTo>
                  <a:close/>
                </a:path>
                <a:path w="7620" h="274319">
                  <a:moveTo>
                    <a:pt x="7620" y="273177"/>
                  </a:moveTo>
                  <a:lnTo>
                    <a:pt x="0" y="273177"/>
                  </a:lnTo>
                  <a:lnTo>
                    <a:pt x="0" y="274320"/>
                  </a:lnTo>
                  <a:lnTo>
                    <a:pt x="7620" y="274320"/>
                  </a:lnTo>
                  <a:lnTo>
                    <a:pt x="7620" y="273177"/>
                  </a:lnTo>
                  <a:close/>
                </a:path>
                <a:path w="7620" h="274319">
                  <a:moveTo>
                    <a:pt x="7620" y="269367"/>
                  </a:moveTo>
                  <a:lnTo>
                    <a:pt x="0" y="269367"/>
                  </a:lnTo>
                  <a:lnTo>
                    <a:pt x="0" y="273050"/>
                  </a:lnTo>
                  <a:lnTo>
                    <a:pt x="7620" y="273050"/>
                  </a:lnTo>
                  <a:lnTo>
                    <a:pt x="7620" y="269367"/>
                  </a:lnTo>
                  <a:close/>
                </a:path>
                <a:path w="7620" h="274319">
                  <a:moveTo>
                    <a:pt x="7620" y="266827"/>
                  </a:moveTo>
                  <a:lnTo>
                    <a:pt x="0" y="266827"/>
                  </a:lnTo>
                  <a:lnTo>
                    <a:pt x="0" y="269240"/>
                  </a:lnTo>
                  <a:lnTo>
                    <a:pt x="7620" y="269240"/>
                  </a:lnTo>
                  <a:lnTo>
                    <a:pt x="7620" y="266827"/>
                  </a:lnTo>
                  <a:close/>
                </a:path>
                <a:path w="7620" h="274319">
                  <a:moveTo>
                    <a:pt x="7620" y="263017"/>
                  </a:moveTo>
                  <a:lnTo>
                    <a:pt x="0" y="263017"/>
                  </a:lnTo>
                  <a:lnTo>
                    <a:pt x="0" y="266700"/>
                  </a:lnTo>
                  <a:lnTo>
                    <a:pt x="7620" y="266700"/>
                  </a:lnTo>
                  <a:lnTo>
                    <a:pt x="7620" y="263017"/>
                  </a:lnTo>
                  <a:close/>
                </a:path>
                <a:path w="7620" h="274319">
                  <a:moveTo>
                    <a:pt x="7620" y="260477"/>
                  </a:moveTo>
                  <a:lnTo>
                    <a:pt x="0" y="260477"/>
                  </a:lnTo>
                  <a:lnTo>
                    <a:pt x="0" y="262890"/>
                  </a:lnTo>
                  <a:lnTo>
                    <a:pt x="7620" y="262890"/>
                  </a:lnTo>
                  <a:lnTo>
                    <a:pt x="7620" y="260477"/>
                  </a:lnTo>
                  <a:close/>
                </a:path>
                <a:path w="7620" h="274319">
                  <a:moveTo>
                    <a:pt x="7620" y="256667"/>
                  </a:moveTo>
                  <a:lnTo>
                    <a:pt x="0" y="256667"/>
                  </a:lnTo>
                  <a:lnTo>
                    <a:pt x="0" y="260350"/>
                  </a:lnTo>
                  <a:lnTo>
                    <a:pt x="7620" y="260350"/>
                  </a:lnTo>
                  <a:lnTo>
                    <a:pt x="7620" y="256667"/>
                  </a:lnTo>
                  <a:close/>
                </a:path>
                <a:path w="7620" h="274319">
                  <a:moveTo>
                    <a:pt x="7620" y="254127"/>
                  </a:moveTo>
                  <a:lnTo>
                    <a:pt x="0" y="254127"/>
                  </a:lnTo>
                  <a:lnTo>
                    <a:pt x="0" y="256540"/>
                  </a:lnTo>
                  <a:lnTo>
                    <a:pt x="7620" y="256540"/>
                  </a:lnTo>
                  <a:lnTo>
                    <a:pt x="7620" y="254127"/>
                  </a:lnTo>
                  <a:close/>
                </a:path>
                <a:path w="7620" h="274319">
                  <a:moveTo>
                    <a:pt x="7620" y="250317"/>
                  </a:moveTo>
                  <a:lnTo>
                    <a:pt x="0" y="250317"/>
                  </a:lnTo>
                  <a:lnTo>
                    <a:pt x="0" y="254000"/>
                  </a:lnTo>
                  <a:lnTo>
                    <a:pt x="7620" y="254000"/>
                  </a:lnTo>
                  <a:lnTo>
                    <a:pt x="7620" y="250317"/>
                  </a:lnTo>
                  <a:close/>
                </a:path>
                <a:path w="7620" h="274319">
                  <a:moveTo>
                    <a:pt x="7620" y="247777"/>
                  </a:moveTo>
                  <a:lnTo>
                    <a:pt x="0" y="247777"/>
                  </a:lnTo>
                  <a:lnTo>
                    <a:pt x="0" y="250190"/>
                  </a:lnTo>
                  <a:lnTo>
                    <a:pt x="7620" y="250190"/>
                  </a:lnTo>
                  <a:lnTo>
                    <a:pt x="7620" y="247777"/>
                  </a:lnTo>
                  <a:close/>
                </a:path>
                <a:path w="7620" h="274319">
                  <a:moveTo>
                    <a:pt x="7620" y="243967"/>
                  </a:moveTo>
                  <a:lnTo>
                    <a:pt x="0" y="243967"/>
                  </a:lnTo>
                  <a:lnTo>
                    <a:pt x="0" y="247650"/>
                  </a:lnTo>
                  <a:lnTo>
                    <a:pt x="7620" y="247650"/>
                  </a:lnTo>
                  <a:lnTo>
                    <a:pt x="7620" y="243967"/>
                  </a:lnTo>
                  <a:close/>
                </a:path>
                <a:path w="7620" h="274319">
                  <a:moveTo>
                    <a:pt x="7620" y="241427"/>
                  </a:moveTo>
                  <a:lnTo>
                    <a:pt x="0" y="241427"/>
                  </a:lnTo>
                  <a:lnTo>
                    <a:pt x="0" y="243840"/>
                  </a:lnTo>
                  <a:lnTo>
                    <a:pt x="7620" y="243840"/>
                  </a:lnTo>
                  <a:lnTo>
                    <a:pt x="7620" y="241427"/>
                  </a:lnTo>
                  <a:close/>
                </a:path>
                <a:path w="7620" h="274319">
                  <a:moveTo>
                    <a:pt x="7620" y="237617"/>
                  </a:moveTo>
                  <a:lnTo>
                    <a:pt x="0" y="237617"/>
                  </a:lnTo>
                  <a:lnTo>
                    <a:pt x="0" y="241300"/>
                  </a:lnTo>
                  <a:lnTo>
                    <a:pt x="7620" y="241300"/>
                  </a:lnTo>
                  <a:lnTo>
                    <a:pt x="7620" y="237617"/>
                  </a:lnTo>
                  <a:close/>
                </a:path>
                <a:path w="7620" h="274319">
                  <a:moveTo>
                    <a:pt x="7620" y="235077"/>
                  </a:moveTo>
                  <a:lnTo>
                    <a:pt x="0" y="235077"/>
                  </a:lnTo>
                  <a:lnTo>
                    <a:pt x="0" y="237490"/>
                  </a:lnTo>
                  <a:lnTo>
                    <a:pt x="7620" y="237490"/>
                  </a:lnTo>
                  <a:lnTo>
                    <a:pt x="7620" y="235077"/>
                  </a:lnTo>
                  <a:close/>
                </a:path>
                <a:path w="7620" h="274319">
                  <a:moveTo>
                    <a:pt x="7620" y="231267"/>
                  </a:moveTo>
                  <a:lnTo>
                    <a:pt x="0" y="231267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31267"/>
                  </a:lnTo>
                  <a:close/>
                </a:path>
                <a:path w="7620" h="274319">
                  <a:moveTo>
                    <a:pt x="7620" y="228727"/>
                  </a:moveTo>
                  <a:lnTo>
                    <a:pt x="0" y="228727"/>
                  </a:lnTo>
                  <a:lnTo>
                    <a:pt x="0" y="231140"/>
                  </a:lnTo>
                  <a:lnTo>
                    <a:pt x="7620" y="231140"/>
                  </a:lnTo>
                  <a:lnTo>
                    <a:pt x="7620" y="228727"/>
                  </a:lnTo>
                  <a:close/>
                </a:path>
                <a:path w="7620" h="274319">
                  <a:moveTo>
                    <a:pt x="7620" y="224917"/>
                  </a:moveTo>
                  <a:lnTo>
                    <a:pt x="0" y="224917"/>
                  </a:lnTo>
                  <a:lnTo>
                    <a:pt x="0" y="228600"/>
                  </a:lnTo>
                  <a:lnTo>
                    <a:pt x="7620" y="228600"/>
                  </a:lnTo>
                  <a:lnTo>
                    <a:pt x="7620" y="224917"/>
                  </a:lnTo>
                  <a:close/>
                </a:path>
                <a:path w="7620" h="274319">
                  <a:moveTo>
                    <a:pt x="7620" y="222377"/>
                  </a:moveTo>
                  <a:lnTo>
                    <a:pt x="0" y="222377"/>
                  </a:lnTo>
                  <a:lnTo>
                    <a:pt x="0" y="224790"/>
                  </a:lnTo>
                  <a:lnTo>
                    <a:pt x="7620" y="224790"/>
                  </a:lnTo>
                  <a:lnTo>
                    <a:pt x="7620" y="222377"/>
                  </a:lnTo>
                  <a:close/>
                </a:path>
                <a:path w="7620" h="274319">
                  <a:moveTo>
                    <a:pt x="7620" y="218567"/>
                  </a:moveTo>
                  <a:lnTo>
                    <a:pt x="0" y="218567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8567"/>
                  </a:lnTo>
                  <a:close/>
                </a:path>
                <a:path w="7620" h="274319">
                  <a:moveTo>
                    <a:pt x="7620" y="216027"/>
                  </a:moveTo>
                  <a:lnTo>
                    <a:pt x="0" y="216027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6027"/>
                  </a:lnTo>
                  <a:close/>
                </a:path>
                <a:path w="7620" h="274319">
                  <a:moveTo>
                    <a:pt x="7620" y="212217"/>
                  </a:moveTo>
                  <a:lnTo>
                    <a:pt x="0" y="212217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2217"/>
                  </a:lnTo>
                  <a:close/>
                </a:path>
                <a:path w="7620" h="274319">
                  <a:moveTo>
                    <a:pt x="7620" y="209677"/>
                  </a:moveTo>
                  <a:lnTo>
                    <a:pt x="0" y="209677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09677"/>
                  </a:lnTo>
                  <a:close/>
                </a:path>
                <a:path w="7620" h="274319">
                  <a:moveTo>
                    <a:pt x="7620" y="205867"/>
                  </a:moveTo>
                  <a:lnTo>
                    <a:pt x="0" y="205867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5867"/>
                  </a:lnTo>
                  <a:close/>
                </a:path>
                <a:path w="7620" h="274319">
                  <a:moveTo>
                    <a:pt x="7620" y="203327"/>
                  </a:moveTo>
                  <a:lnTo>
                    <a:pt x="0" y="203327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3327"/>
                  </a:lnTo>
                  <a:close/>
                </a:path>
                <a:path w="7620" h="274319">
                  <a:moveTo>
                    <a:pt x="7620" y="199517"/>
                  </a:moveTo>
                  <a:lnTo>
                    <a:pt x="0" y="199517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199517"/>
                  </a:lnTo>
                  <a:close/>
                </a:path>
                <a:path w="7620" h="274319">
                  <a:moveTo>
                    <a:pt x="7620" y="196977"/>
                  </a:moveTo>
                  <a:lnTo>
                    <a:pt x="0" y="196977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6977"/>
                  </a:lnTo>
                  <a:close/>
                </a:path>
                <a:path w="7620" h="274319">
                  <a:moveTo>
                    <a:pt x="7620" y="193167"/>
                  </a:moveTo>
                  <a:lnTo>
                    <a:pt x="0" y="193167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3167"/>
                  </a:lnTo>
                  <a:close/>
                </a:path>
                <a:path w="7620" h="274319">
                  <a:moveTo>
                    <a:pt x="7620" y="190627"/>
                  </a:moveTo>
                  <a:lnTo>
                    <a:pt x="0" y="190627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0627"/>
                  </a:lnTo>
                  <a:close/>
                </a:path>
                <a:path w="7620" h="274319">
                  <a:moveTo>
                    <a:pt x="7620" y="186817"/>
                  </a:moveTo>
                  <a:lnTo>
                    <a:pt x="0" y="186817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6817"/>
                  </a:lnTo>
                  <a:close/>
                </a:path>
                <a:path w="7620" h="274319">
                  <a:moveTo>
                    <a:pt x="7620" y="184277"/>
                  </a:moveTo>
                  <a:lnTo>
                    <a:pt x="0" y="184277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4277"/>
                  </a:lnTo>
                  <a:close/>
                </a:path>
                <a:path w="7620" h="274319">
                  <a:moveTo>
                    <a:pt x="7620" y="180467"/>
                  </a:moveTo>
                  <a:lnTo>
                    <a:pt x="0" y="180467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0467"/>
                  </a:lnTo>
                  <a:close/>
                </a:path>
                <a:path w="7620" h="274319">
                  <a:moveTo>
                    <a:pt x="762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927"/>
                  </a:lnTo>
                  <a:close/>
                </a:path>
                <a:path w="7620" h="274319">
                  <a:moveTo>
                    <a:pt x="7620" y="175387"/>
                  </a:moveTo>
                  <a:lnTo>
                    <a:pt x="0" y="175387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387"/>
                  </a:lnTo>
                  <a:close/>
                </a:path>
              </a:pathLst>
            </a:custGeom>
            <a:solidFill>
              <a:srgbClr val="355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87">
              <a:extLst>
                <a:ext uri="{FF2B5EF4-FFF2-40B4-BE49-F238E27FC236}">
                  <a16:creationId xmlns:a16="http://schemas.microsoft.com/office/drawing/2014/main" id="{AF1E129B-6848-22F8-FC21-16F98F642062}"/>
                </a:ext>
              </a:extLst>
            </p:cNvPr>
            <p:cNvSpPr/>
            <p:nvPr/>
          </p:nvSpPr>
          <p:spPr>
            <a:xfrm>
              <a:off x="7791305" y="2655204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h="276225">
                  <a:moveTo>
                    <a:pt x="0" y="0"/>
                  </a:moveTo>
                  <a:lnTo>
                    <a:pt x="0" y="275717"/>
                  </a:lnTo>
                </a:path>
              </a:pathLst>
            </a:custGeom>
            <a:ln w="7620">
              <a:solidFill>
                <a:srgbClr val="345375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88">
              <a:extLst>
                <a:ext uri="{FF2B5EF4-FFF2-40B4-BE49-F238E27FC236}">
                  <a16:creationId xmlns:a16="http://schemas.microsoft.com/office/drawing/2014/main" id="{6A62AF52-6F80-BE8F-47B9-57EF2758062E}"/>
                </a:ext>
              </a:extLst>
            </p:cNvPr>
            <p:cNvSpPr/>
            <p:nvPr/>
          </p:nvSpPr>
          <p:spPr>
            <a:xfrm>
              <a:off x="7795115" y="2655204"/>
              <a:ext cx="6350" cy="276860"/>
            </a:xfrm>
            <a:custGeom>
              <a:avLst/>
              <a:gdLst/>
              <a:ahLst/>
              <a:cxnLst/>
              <a:rect l="l" t="t" r="r" b="b"/>
              <a:pathLst>
                <a:path w="6350" h="276860">
                  <a:moveTo>
                    <a:pt x="6350" y="101726"/>
                  </a:moveTo>
                  <a:lnTo>
                    <a:pt x="0" y="101726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1726"/>
                  </a:lnTo>
                  <a:close/>
                </a:path>
                <a:path w="6350" h="276860">
                  <a:moveTo>
                    <a:pt x="6350" y="95376"/>
                  </a:moveTo>
                  <a:lnTo>
                    <a:pt x="0" y="95376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5376"/>
                  </a:lnTo>
                  <a:close/>
                </a:path>
                <a:path w="6350" h="276860">
                  <a:moveTo>
                    <a:pt x="6350" y="91567"/>
                  </a:moveTo>
                  <a:lnTo>
                    <a:pt x="0" y="91567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1567"/>
                  </a:lnTo>
                  <a:close/>
                </a:path>
                <a:path w="6350" h="276860">
                  <a:moveTo>
                    <a:pt x="6350" y="89026"/>
                  </a:moveTo>
                  <a:lnTo>
                    <a:pt x="0" y="89026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9026"/>
                  </a:lnTo>
                  <a:close/>
                </a:path>
                <a:path w="6350" h="276860">
                  <a:moveTo>
                    <a:pt x="635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5217"/>
                  </a:lnTo>
                  <a:close/>
                </a:path>
                <a:path w="6350" h="276860">
                  <a:moveTo>
                    <a:pt x="635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676"/>
                  </a:lnTo>
                  <a:close/>
                </a:path>
                <a:path w="6350" h="276860">
                  <a:moveTo>
                    <a:pt x="635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78867"/>
                  </a:lnTo>
                  <a:close/>
                </a:path>
                <a:path w="6350" h="276860">
                  <a:moveTo>
                    <a:pt x="635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326"/>
                  </a:lnTo>
                  <a:close/>
                </a:path>
                <a:path w="6350" h="276860">
                  <a:moveTo>
                    <a:pt x="635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2517"/>
                  </a:lnTo>
                  <a:close/>
                </a:path>
                <a:path w="6350" h="276860">
                  <a:moveTo>
                    <a:pt x="635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976"/>
                  </a:lnTo>
                  <a:close/>
                </a:path>
                <a:path w="6350" h="276860">
                  <a:moveTo>
                    <a:pt x="635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6167"/>
                  </a:lnTo>
                  <a:close/>
                </a:path>
                <a:path w="6350" h="276860">
                  <a:moveTo>
                    <a:pt x="635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626"/>
                  </a:lnTo>
                  <a:close/>
                </a:path>
                <a:path w="6350" h="276860">
                  <a:moveTo>
                    <a:pt x="635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59817"/>
                  </a:lnTo>
                  <a:close/>
                </a:path>
                <a:path w="6350" h="276860">
                  <a:moveTo>
                    <a:pt x="635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276"/>
                  </a:lnTo>
                  <a:close/>
                </a:path>
                <a:path w="6350" h="276860">
                  <a:moveTo>
                    <a:pt x="635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3467"/>
                  </a:lnTo>
                  <a:close/>
                </a:path>
                <a:path w="6350" h="276860">
                  <a:moveTo>
                    <a:pt x="635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926"/>
                  </a:lnTo>
                  <a:close/>
                </a:path>
                <a:path w="6350" h="276860">
                  <a:moveTo>
                    <a:pt x="635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7117"/>
                  </a:lnTo>
                  <a:close/>
                </a:path>
                <a:path w="6350" h="276860">
                  <a:moveTo>
                    <a:pt x="635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576"/>
                  </a:lnTo>
                  <a:close/>
                </a:path>
                <a:path w="6350" h="276860">
                  <a:moveTo>
                    <a:pt x="635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0767"/>
                  </a:lnTo>
                  <a:close/>
                </a:path>
                <a:path w="6350" h="276860">
                  <a:moveTo>
                    <a:pt x="635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226"/>
                  </a:lnTo>
                  <a:close/>
                </a:path>
                <a:path w="6350" h="276860">
                  <a:moveTo>
                    <a:pt x="635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4417"/>
                  </a:lnTo>
                  <a:close/>
                </a:path>
                <a:path w="6350" h="276860">
                  <a:moveTo>
                    <a:pt x="635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876"/>
                  </a:lnTo>
                  <a:close/>
                </a:path>
                <a:path w="6350" h="276860">
                  <a:moveTo>
                    <a:pt x="635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8067"/>
                  </a:lnTo>
                  <a:close/>
                </a:path>
                <a:path w="6350" h="276860">
                  <a:moveTo>
                    <a:pt x="635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526"/>
                  </a:lnTo>
                  <a:close/>
                </a:path>
                <a:path w="6350" h="276860">
                  <a:moveTo>
                    <a:pt x="635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1717"/>
                  </a:lnTo>
                  <a:close/>
                </a:path>
                <a:path w="6350" h="276860">
                  <a:moveTo>
                    <a:pt x="635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176"/>
                  </a:lnTo>
                  <a:close/>
                </a:path>
                <a:path w="6350" h="276860">
                  <a:moveTo>
                    <a:pt x="635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5367"/>
                  </a:lnTo>
                  <a:close/>
                </a:path>
                <a:path w="6350" h="276860">
                  <a:moveTo>
                    <a:pt x="635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826"/>
                  </a:lnTo>
                  <a:close/>
                </a:path>
                <a:path w="6350" h="276860">
                  <a:moveTo>
                    <a:pt x="635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9017"/>
                  </a:lnTo>
                  <a:close/>
                </a:path>
                <a:path w="6350" h="276860">
                  <a:moveTo>
                    <a:pt x="635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476"/>
                  </a:lnTo>
                  <a:close/>
                </a:path>
                <a:path w="6350" h="276860">
                  <a:moveTo>
                    <a:pt x="635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667"/>
                  </a:lnTo>
                  <a:close/>
                </a:path>
                <a:path w="6350" h="276860">
                  <a:moveTo>
                    <a:pt x="63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276860">
                  <a:moveTo>
                    <a:pt x="6350" y="111760"/>
                  </a:moveTo>
                  <a:lnTo>
                    <a:pt x="0" y="111760"/>
                  </a:lnTo>
                  <a:lnTo>
                    <a:pt x="0" y="168910"/>
                  </a:lnTo>
                  <a:lnTo>
                    <a:pt x="6350" y="168910"/>
                  </a:lnTo>
                  <a:lnTo>
                    <a:pt x="6350" y="111760"/>
                  </a:lnTo>
                  <a:close/>
                </a:path>
                <a:path w="6350" h="276860">
                  <a:moveTo>
                    <a:pt x="6350" y="168910"/>
                  </a:moveTo>
                  <a:lnTo>
                    <a:pt x="0" y="168910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68910"/>
                  </a:lnTo>
                  <a:close/>
                </a:path>
                <a:path w="6350" h="276860">
                  <a:moveTo>
                    <a:pt x="6350" y="275717"/>
                  </a:moveTo>
                  <a:lnTo>
                    <a:pt x="2540" y="275717"/>
                  </a:lnTo>
                  <a:lnTo>
                    <a:pt x="2540" y="276860"/>
                  </a:lnTo>
                  <a:lnTo>
                    <a:pt x="6350" y="276860"/>
                  </a:lnTo>
                  <a:lnTo>
                    <a:pt x="6350" y="275717"/>
                  </a:lnTo>
                  <a:close/>
                </a:path>
                <a:path w="6350" h="276860">
                  <a:moveTo>
                    <a:pt x="6350" y="273177"/>
                  </a:moveTo>
                  <a:lnTo>
                    <a:pt x="0" y="273177"/>
                  </a:lnTo>
                  <a:lnTo>
                    <a:pt x="0" y="275717"/>
                  </a:lnTo>
                  <a:lnTo>
                    <a:pt x="2540" y="275717"/>
                  </a:lnTo>
                  <a:lnTo>
                    <a:pt x="6350" y="275590"/>
                  </a:lnTo>
                  <a:lnTo>
                    <a:pt x="6350" y="273177"/>
                  </a:lnTo>
                  <a:close/>
                </a:path>
                <a:path w="6350" h="276860">
                  <a:moveTo>
                    <a:pt x="6350" y="269367"/>
                  </a:moveTo>
                  <a:lnTo>
                    <a:pt x="0" y="269367"/>
                  </a:lnTo>
                  <a:lnTo>
                    <a:pt x="0" y="273050"/>
                  </a:lnTo>
                  <a:lnTo>
                    <a:pt x="6350" y="273050"/>
                  </a:lnTo>
                  <a:lnTo>
                    <a:pt x="6350" y="269367"/>
                  </a:lnTo>
                  <a:close/>
                </a:path>
                <a:path w="6350" h="276860">
                  <a:moveTo>
                    <a:pt x="6350" y="266827"/>
                  </a:moveTo>
                  <a:lnTo>
                    <a:pt x="0" y="266827"/>
                  </a:lnTo>
                  <a:lnTo>
                    <a:pt x="0" y="269240"/>
                  </a:lnTo>
                  <a:lnTo>
                    <a:pt x="6350" y="269240"/>
                  </a:lnTo>
                  <a:lnTo>
                    <a:pt x="6350" y="266827"/>
                  </a:lnTo>
                  <a:close/>
                </a:path>
                <a:path w="6350" h="276860">
                  <a:moveTo>
                    <a:pt x="6350" y="263017"/>
                  </a:moveTo>
                  <a:lnTo>
                    <a:pt x="0" y="263017"/>
                  </a:lnTo>
                  <a:lnTo>
                    <a:pt x="0" y="266700"/>
                  </a:lnTo>
                  <a:lnTo>
                    <a:pt x="6350" y="266700"/>
                  </a:lnTo>
                  <a:lnTo>
                    <a:pt x="6350" y="263017"/>
                  </a:lnTo>
                  <a:close/>
                </a:path>
                <a:path w="6350" h="276860">
                  <a:moveTo>
                    <a:pt x="6350" y="260477"/>
                  </a:moveTo>
                  <a:lnTo>
                    <a:pt x="0" y="260477"/>
                  </a:lnTo>
                  <a:lnTo>
                    <a:pt x="0" y="262890"/>
                  </a:lnTo>
                  <a:lnTo>
                    <a:pt x="6350" y="262890"/>
                  </a:lnTo>
                  <a:lnTo>
                    <a:pt x="6350" y="260477"/>
                  </a:lnTo>
                  <a:close/>
                </a:path>
                <a:path w="6350" h="276860">
                  <a:moveTo>
                    <a:pt x="6350" y="256667"/>
                  </a:moveTo>
                  <a:lnTo>
                    <a:pt x="0" y="256667"/>
                  </a:lnTo>
                  <a:lnTo>
                    <a:pt x="0" y="260350"/>
                  </a:lnTo>
                  <a:lnTo>
                    <a:pt x="6350" y="260350"/>
                  </a:lnTo>
                  <a:lnTo>
                    <a:pt x="6350" y="256667"/>
                  </a:lnTo>
                  <a:close/>
                </a:path>
                <a:path w="6350" h="276860">
                  <a:moveTo>
                    <a:pt x="6350" y="254127"/>
                  </a:moveTo>
                  <a:lnTo>
                    <a:pt x="0" y="254127"/>
                  </a:lnTo>
                  <a:lnTo>
                    <a:pt x="0" y="256540"/>
                  </a:lnTo>
                  <a:lnTo>
                    <a:pt x="6350" y="256540"/>
                  </a:lnTo>
                  <a:lnTo>
                    <a:pt x="6350" y="254127"/>
                  </a:lnTo>
                  <a:close/>
                </a:path>
                <a:path w="6350" h="276860">
                  <a:moveTo>
                    <a:pt x="6350" y="250317"/>
                  </a:moveTo>
                  <a:lnTo>
                    <a:pt x="0" y="250317"/>
                  </a:lnTo>
                  <a:lnTo>
                    <a:pt x="0" y="254000"/>
                  </a:lnTo>
                  <a:lnTo>
                    <a:pt x="6350" y="254000"/>
                  </a:lnTo>
                  <a:lnTo>
                    <a:pt x="6350" y="250317"/>
                  </a:lnTo>
                  <a:close/>
                </a:path>
                <a:path w="6350" h="276860">
                  <a:moveTo>
                    <a:pt x="6350" y="247777"/>
                  </a:moveTo>
                  <a:lnTo>
                    <a:pt x="0" y="247777"/>
                  </a:lnTo>
                  <a:lnTo>
                    <a:pt x="0" y="250190"/>
                  </a:lnTo>
                  <a:lnTo>
                    <a:pt x="6350" y="250190"/>
                  </a:lnTo>
                  <a:lnTo>
                    <a:pt x="6350" y="247777"/>
                  </a:lnTo>
                  <a:close/>
                </a:path>
                <a:path w="6350" h="276860">
                  <a:moveTo>
                    <a:pt x="6350" y="243967"/>
                  </a:moveTo>
                  <a:lnTo>
                    <a:pt x="0" y="243967"/>
                  </a:lnTo>
                  <a:lnTo>
                    <a:pt x="0" y="247650"/>
                  </a:lnTo>
                  <a:lnTo>
                    <a:pt x="6350" y="247650"/>
                  </a:lnTo>
                  <a:lnTo>
                    <a:pt x="6350" y="243967"/>
                  </a:lnTo>
                  <a:close/>
                </a:path>
                <a:path w="6350" h="276860">
                  <a:moveTo>
                    <a:pt x="6350" y="241427"/>
                  </a:moveTo>
                  <a:lnTo>
                    <a:pt x="0" y="241427"/>
                  </a:lnTo>
                  <a:lnTo>
                    <a:pt x="0" y="243840"/>
                  </a:lnTo>
                  <a:lnTo>
                    <a:pt x="6350" y="243840"/>
                  </a:lnTo>
                  <a:lnTo>
                    <a:pt x="6350" y="241427"/>
                  </a:lnTo>
                  <a:close/>
                </a:path>
                <a:path w="6350" h="276860">
                  <a:moveTo>
                    <a:pt x="6350" y="237617"/>
                  </a:moveTo>
                  <a:lnTo>
                    <a:pt x="0" y="237617"/>
                  </a:lnTo>
                  <a:lnTo>
                    <a:pt x="0" y="241300"/>
                  </a:lnTo>
                  <a:lnTo>
                    <a:pt x="6350" y="241300"/>
                  </a:lnTo>
                  <a:lnTo>
                    <a:pt x="6350" y="237617"/>
                  </a:lnTo>
                  <a:close/>
                </a:path>
                <a:path w="6350" h="276860">
                  <a:moveTo>
                    <a:pt x="6350" y="235077"/>
                  </a:moveTo>
                  <a:lnTo>
                    <a:pt x="0" y="235077"/>
                  </a:lnTo>
                  <a:lnTo>
                    <a:pt x="0" y="237490"/>
                  </a:lnTo>
                  <a:lnTo>
                    <a:pt x="6350" y="237490"/>
                  </a:lnTo>
                  <a:lnTo>
                    <a:pt x="6350" y="235077"/>
                  </a:lnTo>
                  <a:close/>
                </a:path>
                <a:path w="6350" h="276860">
                  <a:moveTo>
                    <a:pt x="6350" y="231267"/>
                  </a:moveTo>
                  <a:lnTo>
                    <a:pt x="0" y="231267"/>
                  </a:lnTo>
                  <a:lnTo>
                    <a:pt x="0" y="234950"/>
                  </a:lnTo>
                  <a:lnTo>
                    <a:pt x="6350" y="234950"/>
                  </a:lnTo>
                  <a:lnTo>
                    <a:pt x="6350" y="231267"/>
                  </a:lnTo>
                  <a:close/>
                </a:path>
                <a:path w="6350" h="276860">
                  <a:moveTo>
                    <a:pt x="6350" y="228727"/>
                  </a:moveTo>
                  <a:lnTo>
                    <a:pt x="0" y="228727"/>
                  </a:lnTo>
                  <a:lnTo>
                    <a:pt x="0" y="231140"/>
                  </a:lnTo>
                  <a:lnTo>
                    <a:pt x="6350" y="231140"/>
                  </a:lnTo>
                  <a:lnTo>
                    <a:pt x="6350" y="228727"/>
                  </a:lnTo>
                  <a:close/>
                </a:path>
                <a:path w="6350" h="276860">
                  <a:moveTo>
                    <a:pt x="6350" y="224917"/>
                  </a:moveTo>
                  <a:lnTo>
                    <a:pt x="0" y="224917"/>
                  </a:lnTo>
                  <a:lnTo>
                    <a:pt x="0" y="228600"/>
                  </a:lnTo>
                  <a:lnTo>
                    <a:pt x="6350" y="228600"/>
                  </a:lnTo>
                  <a:lnTo>
                    <a:pt x="6350" y="224917"/>
                  </a:lnTo>
                  <a:close/>
                </a:path>
                <a:path w="6350" h="276860">
                  <a:moveTo>
                    <a:pt x="6350" y="222377"/>
                  </a:moveTo>
                  <a:lnTo>
                    <a:pt x="0" y="222377"/>
                  </a:lnTo>
                  <a:lnTo>
                    <a:pt x="0" y="224790"/>
                  </a:lnTo>
                  <a:lnTo>
                    <a:pt x="6350" y="224790"/>
                  </a:lnTo>
                  <a:lnTo>
                    <a:pt x="6350" y="222377"/>
                  </a:lnTo>
                  <a:close/>
                </a:path>
                <a:path w="6350" h="276860">
                  <a:moveTo>
                    <a:pt x="6350" y="218567"/>
                  </a:moveTo>
                  <a:lnTo>
                    <a:pt x="0" y="218567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218567"/>
                  </a:lnTo>
                  <a:close/>
                </a:path>
                <a:path w="6350" h="276860">
                  <a:moveTo>
                    <a:pt x="6350" y="216027"/>
                  </a:moveTo>
                  <a:lnTo>
                    <a:pt x="0" y="216027"/>
                  </a:lnTo>
                  <a:lnTo>
                    <a:pt x="0" y="218440"/>
                  </a:lnTo>
                  <a:lnTo>
                    <a:pt x="6350" y="218440"/>
                  </a:lnTo>
                  <a:lnTo>
                    <a:pt x="6350" y="216027"/>
                  </a:lnTo>
                  <a:close/>
                </a:path>
                <a:path w="6350" h="276860">
                  <a:moveTo>
                    <a:pt x="6350" y="212217"/>
                  </a:moveTo>
                  <a:lnTo>
                    <a:pt x="0" y="212217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2217"/>
                  </a:lnTo>
                  <a:close/>
                </a:path>
                <a:path w="6350" h="276860">
                  <a:moveTo>
                    <a:pt x="6350" y="209677"/>
                  </a:moveTo>
                  <a:lnTo>
                    <a:pt x="0" y="209677"/>
                  </a:lnTo>
                  <a:lnTo>
                    <a:pt x="0" y="212090"/>
                  </a:lnTo>
                  <a:lnTo>
                    <a:pt x="6350" y="212090"/>
                  </a:lnTo>
                  <a:lnTo>
                    <a:pt x="6350" y="209677"/>
                  </a:lnTo>
                  <a:close/>
                </a:path>
                <a:path w="6350" h="276860">
                  <a:moveTo>
                    <a:pt x="6350" y="205867"/>
                  </a:moveTo>
                  <a:lnTo>
                    <a:pt x="0" y="205867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5867"/>
                  </a:lnTo>
                  <a:close/>
                </a:path>
                <a:path w="6350" h="276860">
                  <a:moveTo>
                    <a:pt x="6350" y="203327"/>
                  </a:moveTo>
                  <a:lnTo>
                    <a:pt x="0" y="203327"/>
                  </a:lnTo>
                  <a:lnTo>
                    <a:pt x="0" y="205740"/>
                  </a:lnTo>
                  <a:lnTo>
                    <a:pt x="6350" y="205740"/>
                  </a:lnTo>
                  <a:lnTo>
                    <a:pt x="6350" y="203327"/>
                  </a:lnTo>
                  <a:close/>
                </a:path>
                <a:path w="6350" h="276860">
                  <a:moveTo>
                    <a:pt x="6350" y="199517"/>
                  </a:moveTo>
                  <a:lnTo>
                    <a:pt x="0" y="199517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199517"/>
                  </a:lnTo>
                  <a:close/>
                </a:path>
                <a:path w="6350" h="276860">
                  <a:moveTo>
                    <a:pt x="6350" y="196977"/>
                  </a:moveTo>
                  <a:lnTo>
                    <a:pt x="0" y="196977"/>
                  </a:lnTo>
                  <a:lnTo>
                    <a:pt x="0" y="199390"/>
                  </a:lnTo>
                  <a:lnTo>
                    <a:pt x="6350" y="199390"/>
                  </a:lnTo>
                  <a:lnTo>
                    <a:pt x="6350" y="196977"/>
                  </a:lnTo>
                  <a:close/>
                </a:path>
                <a:path w="6350" h="276860">
                  <a:moveTo>
                    <a:pt x="6350" y="193167"/>
                  </a:moveTo>
                  <a:lnTo>
                    <a:pt x="0" y="193167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3167"/>
                  </a:lnTo>
                  <a:close/>
                </a:path>
                <a:path w="6350" h="276860">
                  <a:moveTo>
                    <a:pt x="6350" y="190627"/>
                  </a:moveTo>
                  <a:lnTo>
                    <a:pt x="0" y="190627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90627"/>
                  </a:lnTo>
                  <a:close/>
                </a:path>
                <a:path w="6350" h="276860">
                  <a:moveTo>
                    <a:pt x="6350" y="186817"/>
                  </a:moveTo>
                  <a:lnTo>
                    <a:pt x="0" y="186817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6817"/>
                  </a:lnTo>
                  <a:close/>
                </a:path>
                <a:path w="6350" h="276860">
                  <a:moveTo>
                    <a:pt x="6350" y="184277"/>
                  </a:moveTo>
                  <a:lnTo>
                    <a:pt x="0" y="184277"/>
                  </a:lnTo>
                  <a:lnTo>
                    <a:pt x="0" y="186690"/>
                  </a:lnTo>
                  <a:lnTo>
                    <a:pt x="6350" y="186690"/>
                  </a:lnTo>
                  <a:lnTo>
                    <a:pt x="6350" y="184277"/>
                  </a:lnTo>
                  <a:close/>
                </a:path>
                <a:path w="6350" h="276860">
                  <a:moveTo>
                    <a:pt x="6350" y="180467"/>
                  </a:moveTo>
                  <a:lnTo>
                    <a:pt x="0" y="180467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0467"/>
                  </a:lnTo>
                  <a:close/>
                </a:path>
                <a:path w="6350" h="276860">
                  <a:moveTo>
                    <a:pt x="635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7927"/>
                  </a:lnTo>
                  <a:close/>
                </a:path>
                <a:path w="6350" h="276860">
                  <a:moveTo>
                    <a:pt x="6350" y="175387"/>
                  </a:moveTo>
                  <a:lnTo>
                    <a:pt x="0" y="175387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387"/>
                  </a:lnTo>
                  <a:close/>
                </a:path>
              </a:pathLst>
            </a:custGeom>
            <a:solidFill>
              <a:srgbClr val="335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89">
              <a:extLst>
                <a:ext uri="{FF2B5EF4-FFF2-40B4-BE49-F238E27FC236}">
                  <a16:creationId xmlns:a16="http://schemas.microsoft.com/office/drawing/2014/main" id="{3B4B290A-8A62-D9FA-5201-5D5B2D6F6C9E}"/>
                </a:ext>
              </a:extLst>
            </p:cNvPr>
            <p:cNvSpPr/>
            <p:nvPr/>
          </p:nvSpPr>
          <p:spPr>
            <a:xfrm>
              <a:off x="7801465" y="2654061"/>
              <a:ext cx="7620" cy="279400"/>
            </a:xfrm>
            <a:custGeom>
              <a:avLst/>
              <a:gdLst/>
              <a:ahLst/>
              <a:cxnLst/>
              <a:rect l="l" t="t" r="r" b="b"/>
              <a:pathLst>
                <a:path w="7620" h="279400">
                  <a:moveTo>
                    <a:pt x="7620" y="102869"/>
                  </a:moveTo>
                  <a:lnTo>
                    <a:pt x="0" y="102869"/>
                  </a:lnTo>
                  <a:lnTo>
                    <a:pt x="0" y="112902"/>
                  </a:lnTo>
                  <a:lnTo>
                    <a:pt x="7620" y="112902"/>
                  </a:lnTo>
                  <a:lnTo>
                    <a:pt x="7620" y="102869"/>
                  </a:lnTo>
                  <a:close/>
                </a:path>
                <a:path w="7620" h="279400">
                  <a:moveTo>
                    <a:pt x="7620" y="96519"/>
                  </a:moveTo>
                  <a:lnTo>
                    <a:pt x="0" y="96519"/>
                  </a:lnTo>
                  <a:lnTo>
                    <a:pt x="0" y="102742"/>
                  </a:lnTo>
                  <a:lnTo>
                    <a:pt x="7620" y="102742"/>
                  </a:lnTo>
                  <a:lnTo>
                    <a:pt x="7620" y="96519"/>
                  </a:lnTo>
                  <a:close/>
                </a:path>
                <a:path w="7620" h="279400">
                  <a:moveTo>
                    <a:pt x="7620" y="92710"/>
                  </a:moveTo>
                  <a:lnTo>
                    <a:pt x="0" y="92710"/>
                  </a:lnTo>
                  <a:lnTo>
                    <a:pt x="0" y="96392"/>
                  </a:lnTo>
                  <a:lnTo>
                    <a:pt x="7620" y="96392"/>
                  </a:lnTo>
                  <a:lnTo>
                    <a:pt x="7620" y="92710"/>
                  </a:lnTo>
                  <a:close/>
                </a:path>
                <a:path w="7620" h="279400">
                  <a:moveTo>
                    <a:pt x="7620" y="90169"/>
                  </a:moveTo>
                  <a:lnTo>
                    <a:pt x="0" y="90169"/>
                  </a:lnTo>
                  <a:lnTo>
                    <a:pt x="0" y="92582"/>
                  </a:lnTo>
                  <a:lnTo>
                    <a:pt x="7620" y="92582"/>
                  </a:lnTo>
                  <a:lnTo>
                    <a:pt x="7620" y="90169"/>
                  </a:lnTo>
                  <a:close/>
                </a:path>
                <a:path w="7620" h="279400">
                  <a:moveTo>
                    <a:pt x="762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7620" y="90042"/>
                  </a:lnTo>
                  <a:lnTo>
                    <a:pt x="7620" y="86360"/>
                  </a:lnTo>
                  <a:close/>
                </a:path>
                <a:path w="7620" h="279400">
                  <a:moveTo>
                    <a:pt x="762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7620" y="86232"/>
                  </a:lnTo>
                  <a:lnTo>
                    <a:pt x="7620" y="83819"/>
                  </a:lnTo>
                  <a:close/>
                </a:path>
                <a:path w="7620" h="279400">
                  <a:moveTo>
                    <a:pt x="762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20" y="83692"/>
                  </a:lnTo>
                  <a:lnTo>
                    <a:pt x="7620" y="80010"/>
                  </a:lnTo>
                  <a:close/>
                </a:path>
                <a:path w="7620" h="279400">
                  <a:moveTo>
                    <a:pt x="762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20" y="79882"/>
                  </a:lnTo>
                  <a:lnTo>
                    <a:pt x="7620" y="77469"/>
                  </a:lnTo>
                  <a:close/>
                </a:path>
                <a:path w="7620" h="279400">
                  <a:moveTo>
                    <a:pt x="762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3660"/>
                  </a:lnTo>
                  <a:close/>
                </a:path>
                <a:path w="7620" h="279400">
                  <a:moveTo>
                    <a:pt x="762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20" y="73532"/>
                  </a:lnTo>
                  <a:lnTo>
                    <a:pt x="7620" y="71119"/>
                  </a:lnTo>
                  <a:close/>
                </a:path>
                <a:path w="7620" h="279400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279400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279400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279400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27940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27940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27940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27940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27940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27940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27940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27940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27940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27940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27940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27940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27940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27940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27940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27940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27940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279400">
                  <a:moveTo>
                    <a:pt x="2540" y="1142"/>
                  </a:moveTo>
                  <a:lnTo>
                    <a:pt x="0" y="1142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lnTo>
                    <a:pt x="2540" y="1269"/>
                  </a:lnTo>
                  <a:close/>
                </a:path>
                <a:path w="7620" h="279400">
                  <a:moveTo>
                    <a:pt x="7620" y="0"/>
                  </a:moveTo>
                  <a:lnTo>
                    <a:pt x="2540" y="0"/>
                  </a:lnTo>
                  <a:lnTo>
                    <a:pt x="254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279400">
                  <a:moveTo>
                    <a:pt x="7620" y="112903"/>
                  </a:moveTo>
                  <a:lnTo>
                    <a:pt x="0" y="112903"/>
                  </a:lnTo>
                  <a:lnTo>
                    <a:pt x="0" y="170052"/>
                  </a:lnTo>
                  <a:lnTo>
                    <a:pt x="7620" y="170052"/>
                  </a:lnTo>
                  <a:lnTo>
                    <a:pt x="7620" y="112903"/>
                  </a:lnTo>
                  <a:close/>
                </a:path>
                <a:path w="7620" h="279400">
                  <a:moveTo>
                    <a:pt x="7620" y="170053"/>
                  </a:moveTo>
                  <a:lnTo>
                    <a:pt x="0" y="170053"/>
                  </a:lnTo>
                  <a:lnTo>
                    <a:pt x="0" y="176402"/>
                  </a:lnTo>
                  <a:lnTo>
                    <a:pt x="7620" y="176402"/>
                  </a:lnTo>
                  <a:lnTo>
                    <a:pt x="7620" y="170053"/>
                  </a:lnTo>
                  <a:close/>
                </a:path>
                <a:path w="7620" h="279400">
                  <a:moveTo>
                    <a:pt x="7620" y="276860"/>
                  </a:moveTo>
                  <a:lnTo>
                    <a:pt x="0" y="276860"/>
                  </a:lnTo>
                  <a:lnTo>
                    <a:pt x="0" y="278002"/>
                  </a:lnTo>
                  <a:lnTo>
                    <a:pt x="2540" y="278002"/>
                  </a:lnTo>
                  <a:lnTo>
                    <a:pt x="2540" y="279400"/>
                  </a:lnTo>
                  <a:lnTo>
                    <a:pt x="7620" y="279400"/>
                  </a:lnTo>
                  <a:lnTo>
                    <a:pt x="7620" y="276860"/>
                  </a:lnTo>
                  <a:close/>
                </a:path>
                <a:path w="7620" h="279400">
                  <a:moveTo>
                    <a:pt x="762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7620" y="276733"/>
                  </a:lnTo>
                  <a:lnTo>
                    <a:pt x="7620" y="274320"/>
                  </a:lnTo>
                  <a:close/>
                </a:path>
                <a:path w="7620" h="279400">
                  <a:moveTo>
                    <a:pt x="7620" y="270510"/>
                  </a:moveTo>
                  <a:lnTo>
                    <a:pt x="0" y="270510"/>
                  </a:lnTo>
                  <a:lnTo>
                    <a:pt x="0" y="274192"/>
                  </a:lnTo>
                  <a:lnTo>
                    <a:pt x="7620" y="274192"/>
                  </a:lnTo>
                  <a:lnTo>
                    <a:pt x="7620" y="270510"/>
                  </a:lnTo>
                  <a:close/>
                </a:path>
                <a:path w="7620" h="279400">
                  <a:moveTo>
                    <a:pt x="762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7620" y="270383"/>
                  </a:lnTo>
                  <a:lnTo>
                    <a:pt x="7620" y="267970"/>
                  </a:lnTo>
                  <a:close/>
                </a:path>
                <a:path w="7620" h="279400">
                  <a:moveTo>
                    <a:pt x="7620" y="264160"/>
                  </a:moveTo>
                  <a:lnTo>
                    <a:pt x="0" y="264160"/>
                  </a:lnTo>
                  <a:lnTo>
                    <a:pt x="0" y="267842"/>
                  </a:lnTo>
                  <a:lnTo>
                    <a:pt x="7620" y="267842"/>
                  </a:lnTo>
                  <a:lnTo>
                    <a:pt x="7620" y="264160"/>
                  </a:lnTo>
                  <a:close/>
                </a:path>
                <a:path w="7620" h="279400">
                  <a:moveTo>
                    <a:pt x="762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79400">
                  <a:moveTo>
                    <a:pt x="7620" y="257810"/>
                  </a:moveTo>
                  <a:lnTo>
                    <a:pt x="0" y="257810"/>
                  </a:lnTo>
                  <a:lnTo>
                    <a:pt x="0" y="261492"/>
                  </a:lnTo>
                  <a:lnTo>
                    <a:pt x="7620" y="261492"/>
                  </a:lnTo>
                  <a:lnTo>
                    <a:pt x="7620" y="257810"/>
                  </a:lnTo>
                  <a:close/>
                </a:path>
                <a:path w="7620" h="279400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79400">
                  <a:moveTo>
                    <a:pt x="7620" y="251460"/>
                  </a:moveTo>
                  <a:lnTo>
                    <a:pt x="0" y="251460"/>
                  </a:lnTo>
                  <a:lnTo>
                    <a:pt x="0" y="255142"/>
                  </a:lnTo>
                  <a:lnTo>
                    <a:pt x="7620" y="255142"/>
                  </a:lnTo>
                  <a:lnTo>
                    <a:pt x="7620" y="251460"/>
                  </a:lnTo>
                  <a:close/>
                </a:path>
                <a:path w="7620" h="279400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79400">
                  <a:moveTo>
                    <a:pt x="7620" y="245110"/>
                  </a:moveTo>
                  <a:lnTo>
                    <a:pt x="0" y="245110"/>
                  </a:lnTo>
                  <a:lnTo>
                    <a:pt x="0" y="248792"/>
                  </a:lnTo>
                  <a:lnTo>
                    <a:pt x="7620" y="248792"/>
                  </a:lnTo>
                  <a:lnTo>
                    <a:pt x="7620" y="245110"/>
                  </a:lnTo>
                  <a:close/>
                </a:path>
                <a:path w="7620" h="279400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79400">
                  <a:moveTo>
                    <a:pt x="7620" y="238760"/>
                  </a:moveTo>
                  <a:lnTo>
                    <a:pt x="0" y="238760"/>
                  </a:lnTo>
                  <a:lnTo>
                    <a:pt x="0" y="242442"/>
                  </a:lnTo>
                  <a:lnTo>
                    <a:pt x="7620" y="242442"/>
                  </a:lnTo>
                  <a:lnTo>
                    <a:pt x="7620" y="238760"/>
                  </a:lnTo>
                  <a:close/>
                </a:path>
                <a:path w="7620" h="279400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79400">
                  <a:moveTo>
                    <a:pt x="7620" y="232410"/>
                  </a:moveTo>
                  <a:lnTo>
                    <a:pt x="0" y="232410"/>
                  </a:lnTo>
                  <a:lnTo>
                    <a:pt x="0" y="236092"/>
                  </a:lnTo>
                  <a:lnTo>
                    <a:pt x="7620" y="236092"/>
                  </a:lnTo>
                  <a:lnTo>
                    <a:pt x="7620" y="232410"/>
                  </a:lnTo>
                  <a:close/>
                </a:path>
                <a:path w="7620" h="279400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79400">
                  <a:moveTo>
                    <a:pt x="7620" y="226060"/>
                  </a:moveTo>
                  <a:lnTo>
                    <a:pt x="0" y="226060"/>
                  </a:lnTo>
                  <a:lnTo>
                    <a:pt x="0" y="229742"/>
                  </a:lnTo>
                  <a:lnTo>
                    <a:pt x="7620" y="229742"/>
                  </a:lnTo>
                  <a:lnTo>
                    <a:pt x="7620" y="226060"/>
                  </a:lnTo>
                  <a:close/>
                </a:path>
                <a:path w="7620" h="279400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79400">
                  <a:moveTo>
                    <a:pt x="7620" y="219710"/>
                  </a:moveTo>
                  <a:lnTo>
                    <a:pt x="0" y="219710"/>
                  </a:lnTo>
                  <a:lnTo>
                    <a:pt x="0" y="223392"/>
                  </a:lnTo>
                  <a:lnTo>
                    <a:pt x="7620" y="223392"/>
                  </a:lnTo>
                  <a:lnTo>
                    <a:pt x="7620" y="219710"/>
                  </a:lnTo>
                  <a:close/>
                </a:path>
                <a:path w="7620" h="279400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79400">
                  <a:moveTo>
                    <a:pt x="7620" y="213360"/>
                  </a:moveTo>
                  <a:lnTo>
                    <a:pt x="0" y="213360"/>
                  </a:lnTo>
                  <a:lnTo>
                    <a:pt x="0" y="217042"/>
                  </a:lnTo>
                  <a:lnTo>
                    <a:pt x="7620" y="217042"/>
                  </a:lnTo>
                  <a:lnTo>
                    <a:pt x="7620" y="213360"/>
                  </a:lnTo>
                  <a:close/>
                </a:path>
                <a:path w="7620" h="279400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79400">
                  <a:moveTo>
                    <a:pt x="7620" y="207010"/>
                  </a:moveTo>
                  <a:lnTo>
                    <a:pt x="0" y="207010"/>
                  </a:lnTo>
                  <a:lnTo>
                    <a:pt x="0" y="210692"/>
                  </a:lnTo>
                  <a:lnTo>
                    <a:pt x="7620" y="210692"/>
                  </a:lnTo>
                  <a:lnTo>
                    <a:pt x="7620" y="207010"/>
                  </a:lnTo>
                  <a:close/>
                </a:path>
                <a:path w="7620" h="279400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79400">
                  <a:moveTo>
                    <a:pt x="7620" y="200660"/>
                  </a:moveTo>
                  <a:lnTo>
                    <a:pt x="0" y="200660"/>
                  </a:lnTo>
                  <a:lnTo>
                    <a:pt x="0" y="204342"/>
                  </a:lnTo>
                  <a:lnTo>
                    <a:pt x="7620" y="204342"/>
                  </a:lnTo>
                  <a:lnTo>
                    <a:pt x="7620" y="200660"/>
                  </a:lnTo>
                  <a:close/>
                </a:path>
                <a:path w="7620" h="279400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79400">
                  <a:moveTo>
                    <a:pt x="7620" y="194310"/>
                  </a:moveTo>
                  <a:lnTo>
                    <a:pt x="0" y="194310"/>
                  </a:lnTo>
                  <a:lnTo>
                    <a:pt x="0" y="197992"/>
                  </a:lnTo>
                  <a:lnTo>
                    <a:pt x="7620" y="197992"/>
                  </a:lnTo>
                  <a:lnTo>
                    <a:pt x="7620" y="194310"/>
                  </a:lnTo>
                  <a:close/>
                </a:path>
                <a:path w="7620" h="279400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79400">
                  <a:moveTo>
                    <a:pt x="7620" y="187960"/>
                  </a:moveTo>
                  <a:lnTo>
                    <a:pt x="0" y="187960"/>
                  </a:lnTo>
                  <a:lnTo>
                    <a:pt x="0" y="191642"/>
                  </a:lnTo>
                  <a:lnTo>
                    <a:pt x="7620" y="191642"/>
                  </a:lnTo>
                  <a:lnTo>
                    <a:pt x="7620" y="187960"/>
                  </a:lnTo>
                  <a:close/>
                </a:path>
                <a:path w="7620" h="279400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79400">
                  <a:moveTo>
                    <a:pt x="7620" y="181610"/>
                  </a:moveTo>
                  <a:lnTo>
                    <a:pt x="0" y="181610"/>
                  </a:lnTo>
                  <a:lnTo>
                    <a:pt x="0" y="185292"/>
                  </a:lnTo>
                  <a:lnTo>
                    <a:pt x="7620" y="185292"/>
                  </a:lnTo>
                  <a:lnTo>
                    <a:pt x="7620" y="181610"/>
                  </a:lnTo>
                  <a:close/>
                </a:path>
                <a:path w="7620" h="279400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79400">
                  <a:moveTo>
                    <a:pt x="7620" y="176529"/>
                  </a:moveTo>
                  <a:lnTo>
                    <a:pt x="0" y="176529"/>
                  </a:lnTo>
                  <a:lnTo>
                    <a:pt x="0" y="178942"/>
                  </a:lnTo>
                  <a:lnTo>
                    <a:pt x="7620" y="178942"/>
                  </a:lnTo>
                  <a:lnTo>
                    <a:pt x="7620" y="176529"/>
                  </a:lnTo>
                  <a:close/>
                </a:path>
              </a:pathLst>
            </a:custGeom>
            <a:solidFill>
              <a:srgbClr val="335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0">
              <a:extLst>
                <a:ext uri="{FF2B5EF4-FFF2-40B4-BE49-F238E27FC236}">
                  <a16:creationId xmlns:a16="http://schemas.microsoft.com/office/drawing/2014/main" id="{C4CF0475-25A0-94EE-9415-009223B25A82}"/>
                </a:ext>
              </a:extLst>
            </p:cNvPr>
            <p:cNvSpPr/>
            <p:nvPr/>
          </p:nvSpPr>
          <p:spPr>
            <a:xfrm>
              <a:off x="7816069" y="2654061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h="279400">
                  <a:moveTo>
                    <a:pt x="0" y="0"/>
                  </a:moveTo>
                  <a:lnTo>
                    <a:pt x="0" y="279400"/>
                  </a:lnTo>
                </a:path>
              </a:pathLst>
            </a:custGeom>
            <a:ln w="6350">
              <a:solidFill>
                <a:srgbClr val="314F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1">
              <a:extLst>
                <a:ext uri="{FF2B5EF4-FFF2-40B4-BE49-F238E27FC236}">
                  <a16:creationId xmlns:a16="http://schemas.microsoft.com/office/drawing/2014/main" id="{10BAA621-05DA-02BD-77E7-CBB55F642E55}"/>
                </a:ext>
              </a:extLst>
            </p:cNvPr>
            <p:cNvSpPr/>
            <p:nvPr/>
          </p:nvSpPr>
          <p:spPr>
            <a:xfrm>
              <a:off x="7823055" y="2652664"/>
              <a:ext cx="7620" cy="281305"/>
            </a:xfrm>
            <a:custGeom>
              <a:avLst/>
              <a:gdLst/>
              <a:ahLst/>
              <a:cxnLst/>
              <a:rect l="l" t="t" r="r" b="b"/>
              <a:pathLst>
                <a:path w="7620" h="281305">
                  <a:moveTo>
                    <a:pt x="7619" y="104266"/>
                  </a:moveTo>
                  <a:lnTo>
                    <a:pt x="0" y="104266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04266"/>
                  </a:lnTo>
                  <a:close/>
                </a:path>
                <a:path w="7620" h="281305">
                  <a:moveTo>
                    <a:pt x="7619" y="97916"/>
                  </a:moveTo>
                  <a:lnTo>
                    <a:pt x="0" y="97916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97916"/>
                  </a:lnTo>
                  <a:close/>
                </a:path>
                <a:path w="7620" h="281305">
                  <a:moveTo>
                    <a:pt x="7619" y="94107"/>
                  </a:moveTo>
                  <a:lnTo>
                    <a:pt x="0" y="94107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4107"/>
                  </a:lnTo>
                  <a:close/>
                </a:path>
                <a:path w="7620" h="281305">
                  <a:moveTo>
                    <a:pt x="7619" y="91566"/>
                  </a:moveTo>
                  <a:lnTo>
                    <a:pt x="0" y="91566"/>
                  </a:lnTo>
                  <a:lnTo>
                    <a:pt x="0" y="93979"/>
                  </a:lnTo>
                  <a:lnTo>
                    <a:pt x="7619" y="93979"/>
                  </a:lnTo>
                  <a:lnTo>
                    <a:pt x="7619" y="91566"/>
                  </a:lnTo>
                  <a:close/>
                </a:path>
                <a:path w="7620" h="281305">
                  <a:moveTo>
                    <a:pt x="7619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87757"/>
                  </a:lnTo>
                  <a:close/>
                </a:path>
                <a:path w="7620" h="281305">
                  <a:moveTo>
                    <a:pt x="7619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7619" y="87629"/>
                  </a:lnTo>
                  <a:lnTo>
                    <a:pt x="7619" y="85216"/>
                  </a:lnTo>
                  <a:close/>
                </a:path>
                <a:path w="7620" h="281305">
                  <a:moveTo>
                    <a:pt x="7619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1407"/>
                  </a:lnTo>
                  <a:close/>
                </a:path>
                <a:path w="7620" h="281305">
                  <a:moveTo>
                    <a:pt x="7619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78866"/>
                  </a:lnTo>
                  <a:close/>
                </a:path>
                <a:path w="7620" h="281305">
                  <a:moveTo>
                    <a:pt x="7619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5057"/>
                  </a:lnTo>
                  <a:close/>
                </a:path>
                <a:path w="7620" h="281305">
                  <a:moveTo>
                    <a:pt x="7619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19" y="74929"/>
                  </a:lnTo>
                  <a:lnTo>
                    <a:pt x="7619" y="72516"/>
                  </a:lnTo>
                  <a:close/>
                </a:path>
                <a:path w="7620" h="281305">
                  <a:moveTo>
                    <a:pt x="7619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8707"/>
                  </a:lnTo>
                  <a:close/>
                </a:path>
                <a:path w="7620" h="281305">
                  <a:moveTo>
                    <a:pt x="7619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19" y="68579"/>
                  </a:lnTo>
                  <a:lnTo>
                    <a:pt x="7619" y="66166"/>
                  </a:lnTo>
                  <a:close/>
                </a:path>
                <a:path w="7620" h="281305">
                  <a:moveTo>
                    <a:pt x="7619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2357"/>
                  </a:lnTo>
                  <a:close/>
                </a:path>
                <a:path w="7620" h="281305">
                  <a:moveTo>
                    <a:pt x="7619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19" y="62229"/>
                  </a:lnTo>
                  <a:lnTo>
                    <a:pt x="7619" y="59816"/>
                  </a:lnTo>
                  <a:close/>
                </a:path>
                <a:path w="7620" h="281305">
                  <a:moveTo>
                    <a:pt x="7619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6007"/>
                  </a:lnTo>
                  <a:close/>
                </a:path>
                <a:path w="7620" h="281305">
                  <a:moveTo>
                    <a:pt x="7619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53466"/>
                  </a:lnTo>
                  <a:close/>
                </a:path>
                <a:path w="7620" h="281305">
                  <a:moveTo>
                    <a:pt x="7619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49657"/>
                  </a:lnTo>
                  <a:close/>
                </a:path>
                <a:path w="7620" h="281305">
                  <a:moveTo>
                    <a:pt x="7619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19" y="49529"/>
                  </a:lnTo>
                  <a:lnTo>
                    <a:pt x="7619" y="47116"/>
                  </a:lnTo>
                  <a:close/>
                </a:path>
                <a:path w="7620" h="281305">
                  <a:moveTo>
                    <a:pt x="7619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3307"/>
                  </a:lnTo>
                  <a:close/>
                </a:path>
                <a:path w="7620" h="281305">
                  <a:moveTo>
                    <a:pt x="7619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19" y="43179"/>
                  </a:lnTo>
                  <a:lnTo>
                    <a:pt x="7619" y="40766"/>
                  </a:lnTo>
                  <a:close/>
                </a:path>
                <a:path w="7620" h="281305">
                  <a:moveTo>
                    <a:pt x="7619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6957"/>
                  </a:lnTo>
                  <a:close/>
                </a:path>
                <a:path w="7620" h="281305">
                  <a:moveTo>
                    <a:pt x="7619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19" y="36829"/>
                  </a:lnTo>
                  <a:lnTo>
                    <a:pt x="7619" y="34416"/>
                  </a:lnTo>
                  <a:close/>
                </a:path>
                <a:path w="7620" h="281305">
                  <a:moveTo>
                    <a:pt x="7619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0607"/>
                  </a:lnTo>
                  <a:close/>
                </a:path>
                <a:path w="7620" h="281305">
                  <a:moveTo>
                    <a:pt x="7619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28066"/>
                  </a:lnTo>
                  <a:close/>
                </a:path>
                <a:path w="7620" h="281305">
                  <a:moveTo>
                    <a:pt x="7619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4257"/>
                  </a:lnTo>
                  <a:close/>
                </a:path>
                <a:path w="7620" h="281305">
                  <a:moveTo>
                    <a:pt x="7619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1716"/>
                  </a:lnTo>
                  <a:close/>
                </a:path>
                <a:path w="7620" h="281305">
                  <a:moveTo>
                    <a:pt x="7619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7907"/>
                  </a:lnTo>
                  <a:close/>
                </a:path>
                <a:path w="7620" h="281305">
                  <a:moveTo>
                    <a:pt x="7619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5366"/>
                  </a:lnTo>
                  <a:close/>
                </a:path>
                <a:path w="7620" h="281305">
                  <a:moveTo>
                    <a:pt x="7619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1557"/>
                  </a:lnTo>
                  <a:close/>
                </a:path>
                <a:path w="7620" h="281305">
                  <a:moveTo>
                    <a:pt x="7619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9016"/>
                  </a:lnTo>
                  <a:close/>
                </a:path>
                <a:path w="7620" h="281305">
                  <a:moveTo>
                    <a:pt x="7619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5207"/>
                  </a:lnTo>
                  <a:close/>
                </a:path>
                <a:path w="7620" h="281305">
                  <a:moveTo>
                    <a:pt x="7619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2666"/>
                  </a:lnTo>
                  <a:close/>
                </a:path>
                <a:path w="7620" h="281305">
                  <a:moveTo>
                    <a:pt x="7619" y="0"/>
                  </a:moveTo>
                  <a:lnTo>
                    <a:pt x="1269" y="0"/>
                  </a:lnTo>
                  <a:lnTo>
                    <a:pt x="1269" y="1397"/>
                  </a:lnTo>
                  <a:lnTo>
                    <a:pt x="0" y="1397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20" h="281305">
                  <a:moveTo>
                    <a:pt x="7619" y="114300"/>
                  </a:moveTo>
                  <a:lnTo>
                    <a:pt x="0" y="11430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14300"/>
                  </a:lnTo>
                  <a:close/>
                </a:path>
                <a:path w="7620" h="281305">
                  <a:moveTo>
                    <a:pt x="7619" y="171450"/>
                  </a:moveTo>
                  <a:lnTo>
                    <a:pt x="0" y="17145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1450"/>
                  </a:lnTo>
                  <a:close/>
                </a:path>
                <a:path w="7620" h="281305">
                  <a:moveTo>
                    <a:pt x="7619" y="278257"/>
                  </a:moveTo>
                  <a:lnTo>
                    <a:pt x="0" y="278257"/>
                  </a:lnTo>
                  <a:lnTo>
                    <a:pt x="0" y="280797"/>
                  </a:lnTo>
                  <a:lnTo>
                    <a:pt x="7619" y="280797"/>
                  </a:lnTo>
                  <a:lnTo>
                    <a:pt x="7619" y="278257"/>
                  </a:lnTo>
                  <a:close/>
                </a:path>
                <a:path w="7620" h="281305">
                  <a:moveTo>
                    <a:pt x="7619" y="275717"/>
                  </a:moveTo>
                  <a:lnTo>
                    <a:pt x="0" y="275717"/>
                  </a:lnTo>
                  <a:lnTo>
                    <a:pt x="0" y="278130"/>
                  </a:lnTo>
                  <a:lnTo>
                    <a:pt x="7619" y="278130"/>
                  </a:lnTo>
                  <a:lnTo>
                    <a:pt x="7619" y="275717"/>
                  </a:lnTo>
                  <a:close/>
                </a:path>
                <a:path w="7620" h="281305">
                  <a:moveTo>
                    <a:pt x="7619" y="271907"/>
                  </a:moveTo>
                  <a:lnTo>
                    <a:pt x="0" y="271907"/>
                  </a:lnTo>
                  <a:lnTo>
                    <a:pt x="0" y="275589"/>
                  </a:lnTo>
                  <a:lnTo>
                    <a:pt x="7619" y="275589"/>
                  </a:lnTo>
                  <a:lnTo>
                    <a:pt x="7619" y="271907"/>
                  </a:lnTo>
                  <a:close/>
                </a:path>
                <a:path w="7620" h="281305">
                  <a:moveTo>
                    <a:pt x="7619" y="269367"/>
                  </a:moveTo>
                  <a:lnTo>
                    <a:pt x="0" y="269367"/>
                  </a:lnTo>
                  <a:lnTo>
                    <a:pt x="0" y="271780"/>
                  </a:lnTo>
                  <a:lnTo>
                    <a:pt x="7619" y="271780"/>
                  </a:lnTo>
                  <a:lnTo>
                    <a:pt x="7619" y="269367"/>
                  </a:lnTo>
                  <a:close/>
                </a:path>
                <a:path w="7620" h="281305">
                  <a:moveTo>
                    <a:pt x="7619" y="265557"/>
                  </a:moveTo>
                  <a:lnTo>
                    <a:pt x="0" y="265557"/>
                  </a:lnTo>
                  <a:lnTo>
                    <a:pt x="0" y="269239"/>
                  </a:lnTo>
                  <a:lnTo>
                    <a:pt x="7619" y="269239"/>
                  </a:lnTo>
                  <a:lnTo>
                    <a:pt x="7619" y="265557"/>
                  </a:lnTo>
                  <a:close/>
                </a:path>
                <a:path w="7620" h="281305">
                  <a:moveTo>
                    <a:pt x="7619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7619" y="265430"/>
                  </a:lnTo>
                  <a:lnTo>
                    <a:pt x="7619" y="263017"/>
                  </a:lnTo>
                  <a:close/>
                </a:path>
                <a:path w="7620" h="281305">
                  <a:moveTo>
                    <a:pt x="7619" y="259207"/>
                  </a:moveTo>
                  <a:lnTo>
                    <a:pt x="0" y="259207"/>
                  </a:lnTo>
                  <a:lnTo>
                    <a:pt x="0" y="262889"/>
                  </a:lnTo>
                  <a:lnTo>
                    <a:pt x="7619" y="262889"/>
                  </a:lnTo>
                  <a:lnTo>
                    <a:pt x="7619" y="259207"/>
                  </a:lnTo>
                  <a:close/>
                </a:path>
                <a:path w="7620" h="281305">
                  <a:moveTo>
                    <a:pt x="7619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7619" y="259080"/>
                  </a:lnTo>
                  <a:lnTo>
                    <a:pt x="7619" y="256667"/>
                  </a:lnTo>
                  <a:close/>
                </a:path>
                <a:path w="7620" h="281305">
                  <a:moveTo>
                    <a:pt x="7619" y="252857"/>
                  </a:moveTo>
                  <a:lnTo>
                    <a:pt x="0" y="252857"/>
                  </a:lnTo>
                  <a:lnTo>
                    <a:pt x="0" y="256539"/>
                  </a:lnTo>
                  <a:lnTo>
                    <a:pt x="7619" y="256539"/>
                  </a:lnTo>
                  <a:lnTo>
                    <a:pt x="7619" y="252857"/>
                  </a:lnTo>
                  <a:close/>
                </a:path>
                <a:path w="7620" h="281305">
                  <a:moveTo>
                    <a:pt x="7619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7619" y="252730"/>
                  </a:lnTo>
                  <a:lnTo>
                    <a:pt x="7619" y="250317"/>
                  </a:lnTo>
                  <a:close/>
                </a:path>
                <a:path w="7620" h="281305">
                  <a:moveTo>
                    <a:pt x="7619" y="246507"/>
                  </a:moveTo>
                  <a:lnTo>
                    <a:pt x="0" y="246507"/>
                  </a:lnTo>
                  <a:lnTo>
                    <a:pt x="0" y="250189"/>
                  </a:lnTo>
                  <a:lnTo>
                    <a:pt x="7619" y="250189"/>
                  </a:lnTo>
                  <a:lnTo>
                    <a:pt x="7619" y="246507"/>
                  </a:lnTo>
                  <a:close/>
                </a:path>
                <a:path w="7620" h="281305">
                  <a:moveTo>
                    <a:pt x="7619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7619" y="246380"/>
                  </a:lnTo>
                  <a:lnTo>
                    <a:pt x="7619" y="243967"/>
                  </a:lnTo>
                  <a:close/>
                </a:path>
                <a:path w="7620" h="281305">
                  <a:moveTo>
                    <a:pt x="7619" y="240157"/>
                  </a:moveTo>
                  <a:lnTo>
                    <a:pt x="0" y="240157"/>
                  </a:lnTo>
                  <a:lnTo>
                    <a:pt x="0" y="243839"/>
                  </a:lnTo>
                  <a:lnTo>
                    <a:pt x="7619" y="243839"/>
                  </a:lnTo>
                  <a:lnTo>
                    <a:pt x="7619" y="240157"/>
                  </a:lnTo>
                  <a:close/>
                </a:path>
                <a:path w="7620" h="281305">
                  <a:moveTo>
                    <a:pt x="7619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7619" y="240030"/>
                  </a:lnTo>
                  <a:lnTo>
                    <a:pt x="7619" y="237617"/>
                  </a:lnTo>
                  <a:close/>
                </a:path>
                <a:path w="7620" h="281305">
                  <a:moveTo>
                    <a:pt x="7619" y="233807"/>
                  </a:moveTo>
                  <a:lnTo>
                    <a:pt x="0" y="233807"/>
                  </a:lnTo>
                  <a:lnTo>
                    <a:pt x="0" y="237489"/>
                  </a:lnTo>
                  <a:lnTo>
                    <a:pt x="7619" y="237489"/>
                  </a:lnTo>
                  <a:lnTo>
                    <a:pt x="7619" y="233807"/>
                  </a:lnTo>
                  <a:close/>
                </a:path>
                <a:path w="7620" h="281305">
                  <a:moveTo>
                    <a:pt x="7619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7619" y="233680"/>
                  </a:lnTo>
                  <a:lnTo>
                    <a:pt x="7619" y="231267"/>
                  </a:lnTo>
                  <a:close/>
                </a:path>
                <a:path w="7620" h="281305">
                  <a:moveTo>
                    <a:pt x="7619" y="227457"/>
                  </a:moveTo>
                  <a:lnTo>
                    <a:pt x="0" y="227457"/>
                  </a:lnTo>
                  <a:lnTo>
                    <a:pt x="0" y="231139"/>
                  </a:lnTo>
                  <a:lnTo>
                    <a:pt x="7619" y="231139"/>
                  </a:lnTo>
                  <a:lnTo>
                    <a:pt x="7619" y="227457"/>
                  </a:lnTo>
                  <a:close/>
                </a:path>
                <a:path w="7620" h="281305">
                  <a:moveTo>
                    <a:pt x="7619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7619" y="227330"/>
                  </a:lnTo>
                  <a:lnTo>
                    <a:pt x="7619" y="224917"/>
                  </a:lnTo>
                  <a:close/>
                </a:path>
                <a:path w="7620" h="281305">
                  <a:moveTo>
                    <a:pt x="7619" y="221107"/>
                  </a:moveTo>
                  <a:lnTo>
                    <a:pt x="0" y="221107"/>
                  </a:lnTo>
                  <a:lnTo>
                    <a:pt x="0" y="224789"/>
                  </a:lnTo>
                  <a:lnTo>
                    <a:pt x="7619" y="224789"/>
                  </a:lnTo>
                  <a:lnTo>
                    <a:pt x="7619" y="221107"/>
                  </a:lnTo>
                  <a:close/>
                </a:path>
                <a:path w="7620" h="281305">
                  <a:moveTo>
                    <a:pt x="7619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7619" y="220980"/>
                  </a:lnTo>
                  <a:lnTo>
                    <a:pt x="7619" y="218567"/>
                  </a:lnTo>
                  <a:close/>
                </a:path>
                <a:path w="7620" h="281305">
                  <a:moveTo>
                    <a:pt x="7619" y="214757"/>
                  </a:moveTo>
                  <a:lnTo>
                    <a:pt x="0" y="214757"/>
                  </a:lnTo>
                  <a:lnTo>
                    <a:pt x="0" y="218439"/>
                  </a:lnTo>
                  <a:lnTo>
                    <a:pt x="7619" y="218439"/>
                  </a:lnTo>
                  <a:lnTo>
                    <a:pt x="7619" y="214757"/>
                  </a:lnTo>
                  <a:close/>
                </a:path>
                <a:path w="7620" h="281305">
                  <a:moveTo>
                    <a:pt x="7619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7619" y="214630"/>
                  </a:lnTo>
                  <a:lnTo>
                    <a:pt x="7619" y="212217"/>
                  </a:lnTo>
                  <a:close/>
                </a:path>
                <a:path w="7620" h="281305">
                  <a:moveTo>
                    <a:pt x="7619" y="208407"/>
                  </a:moveTo>
                  <a:lnTo>
                    <a:pt x="0" y="208407"/>
                  </a:lnTo>
                  <a:lnTo>
                    <a:pt x="0" y="212089"/>
                  </a:lnTo>
                  <a:lnTo>
                    <a:pt x="7619" y="212089"/>
                  </a:lnTo>
                  <a:lnTo>
                    <a:pt x="7619" y="208407"/>
                  </a:lnTo>
                  <a:close/>
                </a:path>
                <a:path w="7620" h="281305">
                  <a:moveTo>
                    <a:pt x="7619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7619" y="208280"/>
                  </a:lnTo>
                  <a:lnTo>
                    <a:pt x="7619" y="205867"/>
                  </a:lnTo>
                  <a:close/>
                </a:path>
                <a:path w="7620" h="281305">
                  <a:moveTo>
                    <a:pt x="7619" y="202057"/>
                  </a:moveTo>
                  <a:lnTo>
                    <a:pt x="0" y="202057"/>
                  </a:lnTo>
                  <a:lnTo>
                    <a:pt x="0" y="205739"/>
                  </a:lnTo>
                  <a:lnTo>
                    <a:pt x="7619" y="205739"/>
                  </a:lnTo>
                  <a:lnTo>
                    <a:pt x="7619" y="202057"/>
                  </a:lnTo>
                  <a:close/>
                </a:path>
                <a:path w="7620" h="281305">
                  <a:moveTo>
                    <a:pt x="7619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7619" y="201930"/>
                  </a:lnTo>
                  <a:lnTo>
                    <a:pt x="7619" y="199517"/>
                  </a:lnTo>
                  <a:close/>
                </a:path>
                <a:path w="7620" h="281305">
                  <a:moveTo>
                    <a:pt x="7619" y="195707"/>
                  </a:moveTo>
                  <a:lnTo>
                    <a:pt x="0" y="195707"/>
                  </a:lnTo>
                  <a:lnTo>
                    <a:pt x="0" y="199389"/>
                  </a:lnTo>
                  <a:lnTo>
                    <a:pt x="7619" y="199389"/>
                  </a:lnTo>
                  <a:lnTo>
                    <a:pt x="7619" y="195707"/>
                  </a:lnTo>
                  <a:close/>
                </a:path>
                <a:path w="7620" h="281305">
                  <a:moveTo>
                    <a:pt x="7619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7619" y="195580"/>
                  </a:lnTo>
                  <a:lnTo>
                    <a:pt x="7619" y="193167"/>
                  </a:lnTo>
                  <a:close/>
                </a:path>
                <a:path w="7620" h="281305">
                  <a:moveTo>
                    <a:pt x="7619" y="189357"/>
                  </a:moveTo>
                  <a:lnTo>
                    <a:pt x="0" y="189357"/>
                  </a:lnTo>
                  <a:lnTo>
                    <a:pt x="0" y="193039"/>
                  </a:lnTo>
                  <a:lnTo>
                    <a:pt x="7619" y="193039"/>
                  </a:lnTo>
                  <a:lnTo>
                    <a:pt x="7619" y="189357"/>
                  </a:lnTo>
                  <a:close/>
                </a:path>
                <a:path w="7620" h="281305">
                  <a:moveTo>
                    <a:pt x="7619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7619" y="189230"/>
                  </a:lnTo>
                  <a:lnTo>
                    <a:pt x="7619" y="186817"/>
                  </a:lnTo>
                  <a:close/>
                </a:path>
                <a:path w="7620" h="281305">
                  <a:moveTo>
                    <a:pt x="7619" y="183007"/>
                  </a:moveTo>
                  <a:lnTo>
                    <a:pt x="0" y="183007"/>
                  </a:lnTo>
                  <a:lnTo>
                    <a:pt x="0" y="186689"/>
                  </a:lnTo>
                  <a:lnTo>
                    <a:pt x="7619" y="186689"/>
                  </a:lnTo>
                  <a:lnTo>
                    <a:pt x="7619" y="183007"/>
                  </a:lnTo>
                  <a:close/>
                </a:path>
                <a:path w="7620" h="281305">
                  <a:moveTo>
                    <a:pt x="7619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7619" y="182880"/>
                  </a:lnTo>
                  <a:lnTo>
                    <a:pt x="7619" y="180467"/>
                  </a:lnTo>
                  <a:close/>
                </a:path>
                <a:path w="7620" h="281305">
                  <a:moveTo>
                    <a:pt x="7619" y="177926"/>
                  </a:moveTo>
                  <a:lnTo>
                    <a:pt x="0" y="177926"/>
                  </a:lnTo>
                  <a:lnTo>
                    <a:pt x="0" y="180339"/>
                  </a:lnTo>
                  <a:lnTo>
                    <a:pt x="7619" y="180339"/>
                  </a:lnTo>
                  <a:lnTo>
                    <a:pt x="7619" y="177926"/>
                  </a:lnTo>
                  <a:close/>
                </a:path>
              </a:pathLst>
            </a:custGeom>
            <a:solidFill>
              <a:srgbClr val="304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2">
              <a:extLst>
                <a:ext uri="{FF2B5EF4-FFF2-40B4-BE49-F238E27FC236}">
                  <a16:creationId xmlns:a16="http://schemas.microsoft.com/office/drawing/2014/main" id="{6A4BD5BF-0D4F-817D-2ABD-F9670C919894}"/>
                </a:ext>
              </a:extLst>
            </p:cNvPr>
            <p:cNvSpPr/>
            <p:nvPr/>
          </p:nvSpPr>
          <p:spPr>
            <a:xfrm>
              <a:off x="7830675" y="2652663"/>
              <a:ext cx="7620" cy="281305"/>
            </a:xfrm>
            <a:custGeom>
              <a:avLst/>
              <a:gdLst/>
              <a:ahLst/>
              <a:cxnLst/>
              <a:rect l="l" t="t" r="r" b="b"/>
              <a:pathLst>
                <a:path w="7620" h="281305">
                  <a:moveTo>
                    <a:pt x="7620" y="278257"/>
                  </a:moveTo>
                  <a:lnTo>
                    <a:pt x="0" y="278257"/>
                  </a:lnTo>
                  <a:lnTo>
                    <a:pt x="0" y="280797"/>
                  </a:lnTo>
                  <a:lnTo>
                    <a:pt x="7620" y="280797"/>
                  </a:lnTo>
                  <a:lnTo>
                    <a:pt x="7620" y="278257"/>
                  </a:lnTo>
                  <a:close/>
                </a:path>
                <a:path w="7620" h="281305">
                  <a:moveTo>
                    <a:pt x="7620" y="275717"/>
                  </a:moveTo>
                  <a:lnTo>
                    <a:pt x="0" y="275717"/>
                  </a:lnTo>
                  <a:lnTo>
                    <a:pt x="0" y="278130"/>
                  </a:lnTo>
                  <a:lnTo>
                    <a:pt x="7620" y="278130"/>
                  </a:lnTo>
                  <a:lnTo>
                    <a:pt x="7620" y="275717"/>
                  </a:lnTo>
                  <a:close/>
                </a:path>
                <a:path w="7620" h="281305">
                  <a:moveTo>
                    <a:pt x="7620" y="271907"/>
                  </a:moveTo>
                  <a:lnTo>
                    <a:pt x="0" y="271907"/>
                  </a:lnTo>
                  <a:lnTo>
                    <a:pt x="0" y="275590"/>
                  </a:lnTo>
                  <a:lnTo>
                    <a:pt x="7620" y="275590"/>
                  </a:lnTo>
                  <a:lnTo>
                    <a:pt x="7620" y="271907"/>
                  </a:lnTo>
                  <a:close/>
                </a:path>
                <a:path w="7620" h="281305">
                  <a:moveTo>
                    <a:pt x="7620" y="269367"/>
                  </a:moveTo>
                  <a:lnTo>
                    <a:pt x="0" y="269367"/>
                  </a:lnTo>
                  <a:lnTo>
                    <a:pt x="0" y="271780"/>
                  </a:lnTo>
                  <a:lnTo>
                    <a:pt x="7620" y="271780"/>
                  </a:lnTo>
                  <a:lnTo>
                    <a:pt x="7620" y="269367"/>
                  </a:lnTo>
                  <a:close/>
                </a:path>
                <a:path w="7620" h="281305">
                  <a:moveTo>
                    <a:pt x="7620" y="265557"/>
                  </a:moveTo>
                  <a:lnTo>
                    <a:pt x="0" y="265557"/>
                  </a:lnTo>
                  <a:lnTo>
                    <a:pt x="0" y="269240"/>
                  </a:lnTo>
                  <a:lnTo>
                    <a:pt x="7620" y="269240"/>
                  </a:lnTo>
                  <a:lnTo>
                    <a:pt x="7620" y="265557"/>
                  </a:lnTo>
                  <a:close/>
                </a:path>
                <a:path w="7620" h="281305">
                  <a:moveTo>
                    <a:pt x="762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7620" y="265430"/>
                  </a:lnTo>
                  <a:lnTo>
                    <a:pt x="7620" y="263017"/>
                  </a:lnTo>
                  <a:close/>
                </a:path>
                <a:path w="7620" h="281305">
                  <a:moveTo>
                    <a:pt x="7620" y="259207"/>
                  </a:moveTo>
                  <a:lnTo>
                    <a:pt x="0" y="259207"/>
                  </a:lnTo>
                  <a:lnTo>
                    <a:pt x="0" y="262890"/>
                  </a:lnTo>
                  <a:lnTo>
                    <a:pt x="7620" y="262890"/>
                  </a:lnTo>
                  <a:lnTo>
                    <a:pt x="7620" y="259207"/>
                  </a:lnTo>
                  <a:close/>
                </a:path>
                <a:path w="7620" h="281305">
                  <a:moveTo>
                    <a:pt x="762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7620" y="259080"/>
                  </a:lnTo>
                  <a:lnTo>
                    <a:pt x="7620" y="256667"/>
                  </a:lnTo>
                  <a:close/>
                </a:path>
                <a:path w="7620" h="281305">
                  <a:moveTo>
                    <a:pt x="7620" y="252857"/>
                  </a:moveTo>
                  <a:lnTo>
                    <a:pt x="0" y="252857"/>
                  </a:lnTo>
                  <a:lnTo>
                    <a:pt x="0" y="256540"/>
                  </a:lnTo>
                  <a:lnTo>
                    <a:pt x="7620" y="256540"/>
                  </a:lnTo>
                  <a:lnTo>
                    <a:pt x="7620" y="252857"/>
                  </a:lnTo>
                  <a:close/>
                </a:path>
                <a:path w="7620" h="281305">
                  <a:moveTo>
                    <a:pt x="762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7620" y="252730"/>
                  </a:lnTo>
                  <a:lnTo>
                    <a:pt x="7620" y="250317"/>
                  </a:lnTo>
                  <a:close/>
                </a:path>
                <a:path w="7620" h="281305">
                  <a:moveTo>
                    <a:pt x="7620" y="246507"/>
                  </a:moveTo>
                  <a:lnTo>
                    <a:pt x="0" y="246507"/>
                  </a:lnTo>
                  <a:lnTo>
                    <a:pt x="0" y="250190"/>
                  </a:lnTo>
                  <a:lnTo>
                    <a:pt x="7620" y="250190"/>
                  </a:lnTo>
                  <a:lnTo>
                    <a:pt x="7620" y="246507"/>
                  </a:lnTo>
                  <a:close/>
                </a:path>
                <a:path w="7620" h="281305">
                  <a:moveTo>
                    <a:pt x="762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7620" y="246380"/>
                  </a:lnTo>
                  <a:lnTo>
                    <a:pt x="7620" y="243967"/>
                  </a:lnTo>
                  <a:close/>
                </a:path>
                <a:path w="7620" h="281305">
                  <a:moveTo>
                    <a:pt x="7620" y="240157"/>
                  </a:moveTo>
                  <a:lnTo>
                    <a:pt x="0" y="240157"/>
                  </a:lnTo>
                  <a:lnTo>
                    <a:pt x="0" y="243840"/>
                  </a:lnTo>
                  <a:lnTo>
                    <a:pt x="7620" y="243840"/>
                  </a:lnTo>
                  <a:lnTo>
                    <a:pt x="7620" y="240157"/>
                  </a:lnTo>
                  <a:close/>
                </a:path>
                <a:path w="7620" h="281305">
                  <a:moveTo>
                    <a:pt x="762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7620" y="240030"/>
                  </a:lnTo>
                  <a:lnTo>
                    <a:pt x="7620" y="237617"/>
                  </a:lnTo>
                  <a:close/>
                </a:path>
                <a:path w="7620" h="281305">
                  <a:moveTo>
                    <a:pt x="7620" y="233807"/>
                  </a:moveTo>
                  <a:lnTo>
                    <a:pt x="0" y="233807"/>
                  </a:lnTo>
                  <a:lnTo>
                    <a:pt x="0" y="237490"/>
                  </a:lnTo>
                  <a:lnTo>
                    <a:pt x="7620" y="237490"/>
                  </a:lnTo>
                  <a:lnTo>
                    <a:pt x="7620" y="233807"/>
                  </a:lnTo>
                  <a:close/>
                </a:path>
                <a:path w="7620" h="281305">
                  <a:moveTo>
                    <a:pt x="762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7620" y="233680"/>
                  </a:lnTo>
                  <a:lnTo>
                    <a:pt x="7620" y="231267"/>
                  </a:lnTo>
                  <a:close/>
                </a:path>
                <a:path w="7620" h="281305">
                  <a:moveTo>
                    <a:pt x="7620" y="227457"/>
                  </a:moveTo>
                  <a:lnTo>
                    <a:pt x="0" y="227457"/>
                  </a:lnTo>
                  <a:lnTo>
                    <a:pt x="0" y="231140"/>
                  </a:lnTo>
                  <a:lnTo>
                    <a:pt x="7620" y="231140"/>
                  </a:lnTo>
                  <a:lnTo>
                    <a:pt x="7620" y="227457"/>
                  </a:lnTo>
                  <a:close/>
                </a:path>
                <a:path w="7620" h="281305">
                  <a:moveTo>
                    <a:pt x="762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7620" y="227330"/>
                  </a:lnTo>
                  <a:lnTo>
                    <a:pt x="7620" y="224917"/>
                  </a:lnTo>
                  <a:close/>
                </a:path>
                <a:path w="7620" h="281305">
                  <a:moveTo>
                    <a:pt x="7620" y="221107"/>
                  </a:moveTo>
                  <a:lnTo>
                    <a:pt x="0" y="221107"/>
                  </a:lnTo>
                  <a:lnTo>
                    <a:pt x="0" y="224790"/>
                  </a:lnTo>
                  <a:lnTo>
                    <a:pt x="7620" y="224790"/>
                  </a:lnTo>
                  <a:lnTo>
                    <a:pt x="7620" y="221107"/>
                  </a:lnTo>
                  <a:close/>
                </a:path>
                <a:path w="7620" h="281305">
                  <a:moveTo>
                    <a:pt x="762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7620" y="220980"/>
                  </a:lnTo>
                  <a:lnTo>
                    <a:pt x="7620" y="218567"/>
                  </a:lnTo>
                  <a:close/>
                </a:path>
                <a:path w="7620" h="281305">
                  <a:moveTo>
                    <a:pt x="7620" y="214757"/>
                  </a:moveTo>
                  <a:lnTo>
                    <a:pt x="0" y="214757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4757"/>
                  </a:lnTo>
                  <a:close/>
                </a:path>
                <a:path w="7620" h="281305">
                  <a:moveTo>
                    <a:pt x="762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7620" y="214630"/>
                  </a:lnTo>
                  <a:lnTo>
                    <a:pt x="7620" y="212217"/>
                  </a:lnTo>
                  <a:close/>
                </a:path>
                <a:path w="7620" h="281305">
                  <a:moveTo>
                    <a:pt x="7620" y="208407"/>
                  </a:moveTo>
                  <a:lnTo>
                    <a:pt x="0" y="208407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08407"/>
                  </a:lnTo>
                  <a:close/>
                </a:path>
                <a:path w="7620" h="281305">
                  <a:moveTo>
                    <a:pt x="762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7620" y="208280"/>
                  </a:lnTo>
                  <a:lnTo>
                    <a:pt x="7620" y="205867"/>
                  </a:lnTo>
                  <a:close/>
                </a:path>
                <a:path w="7620" h="281305">
                  <a:moveTo>
                    <a:pt x="7620" y="202057"/>
                  </a:moveTo>
                  <a:lnTo>
                    <a:pt x="0" y="202057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2057"/>
                  </a:lnTo>
                  <a:close/>
                </a:path>
                <a:path w="7620" h="281305">
                  <a:moveTo>
                    <a:pt x="762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7620" y="201930"/>
                  </a:lnTo>
                  <a:lnTo>
                    <a:pt x="7620" y="199517"/>
                  </a:lnTo>
                  <a:close/>
                </a:path>
                <a:path w="7620" h="281305">
                  <a:moveTo>
                    <a:pt x="7620" y="195707"/>
                  </a:moveTo>
                  <a:lnTo>
                    <a:pt x="0" y="195707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5707"/>
                  </a:lnTo>
                  <a:close/>
                </a:path>
                <a:path w="7620" h="281305">
                  <a:moveTo>
                    <a:pt x="762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7620" y="195580"/>
                  </a:lnTo>
                  <a:lnTo>
                    <a:pt x="7620" y="193167"/>
                  </a:lnTo>
                  <a:close/>
                </a:path>
                <a:path w="7620" h="281305">
                  <a:moveTo>
                    <a:pt x="7620" y="189357"/>
                  </a:moveTo>
                  <a:lnTo>
                    <a:pt x="0" y="189357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89357"/>
                  </a:lnTo>
                  <a:close/>
                </a:path>
                <a:path w="7620" h="281305">
                  <a:moveTo>
                    <a:pt x="762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7620" y="189230"/>
                  </a:lnTo>
                  <a:lnTo>
                    <a:pt x="7620" y="186817"/>
                  </a:lnTo>
                  <a:close/>
                </a:path>
                <a:path w="7620" h="281305">
                  <a:moveTo>
                    <a:pt x="7620" y="183007"/>
                  </a:moveTo>
                  <a:lnTo>
                    <a:pt x="0" y="183007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3007"/>
                  </a:lnTo>
                  <a:close/>
                </a:path>
                <a:path w="7620" h="281305">
                  <a:moveTo>
                    <a:pt x="762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7620" y="182880"/>
                  </a:lnTo>
                  <a:lnTo>
                    <a:pt x="7620" y="180467"/>
                  </a:lnTo>
                  <a:close/>
                </a:path>
                <a:path w="7620" h="281305">
                  <a:moveTo>
                    <a:pt x="762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927"/>
                  </a:lnTo>
                  <a:close/>
                </a:path>
                <a:path w="7620" h="281305">
                  <a:moveTo>
                    <a:pt x="7620" y="171462"/>
                  </a:moveTo>
                  <a:lnTo>
                    <a:pt x="0" y="171462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1462"/>
                  </a:lnTo>
                  <a:close/>
                </a:path>
                <a:path w="7620" h="281305">
                  <a:moveTo>
                    <a:pt x="7620" y="114312"/>
                  </a:moveTo>
                  <a:lnTo>
                    <a:pt x="0" y="114312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14312"/>
                  </a:lnTo>
                  <a:close/>
                </a:path>
                <a:path w="7620" h="281305">
                  <a:moveTo>
                    <a:pt x="7620" y="104267"/>
                  </a:moveTo>
                  <a:lnTo>
                    <a:pt x="0" y="104267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04267"/>
                  </a:lnTo>
                  <a:close/>
                </a:path>
                <a:path w="7620" h="281305">
                  <a:moveTo>
                    <a:pt x="7620" y="97917"/>
                  </a:moveTo>
                  <a:lnTo>
                    <a:pt x="0" y="97917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97917"/>
                  </a:lnTo>
                  <a:close/>
                </a:path>
                <a:path w="7620" h="281305">
                  <a:moveTo>
                    <a:pt x="7620" y="94107"/>
                  </a:moveTo>
                  <a:lnTo>
                    <a:pt x="0" y="94107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4107"/>
                  </a:lnTo>
                  <a:close/>
                </a:path>
                <a:path w="7620" h="281305">
                  <a:moveTo>
                    <a:pt x="7620" y="91567"/>
                  </a:moveTo>
                  <a:lnTo>
                    <a:pt x="0" y="91567"/>
                  </a:lnTo>
                  <a:lnTo>
                    <a:pt x="0" y="93980"/>
                  </a:lnTo>
                  <a:lnTo>
                    <a:pt x="7620" y="93980"/>
                  </a:lnTo>
                  <a:lnTo>
                    <a:pt x="7620" y="91567"/>
                  </a:lnTo>
                  <a:close/>
                </a:path>
                <a:path w="7620" h="281305">
                  <a:moveTo>
                    <a:pt x="7620" y="87757"/>
                  </a:moveTo>
                  <a:lnTo>
                    <a:pt x="0" y="87757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87757"/>
                  </a:lnTo>
                  <a:close/>
                </a:path>
                <a:path w="7620" h="281305">
                  <a:moveTo>
                    <a:pt x="7620" y="85217"/>
                  </a:moveTo>
                  <a:lnTo>
                    <a:pt x="0" y="85217"/>
                  </a:lnTo>
                  <a:lnTo>
                    <a:pt x="0" y="87630"/>
                  </a:lnTo>
                  <a:lnTo>
                    <a:pt x="7620" y="87630"/>
                  </a:lnTo>
                  <a:lnTo>
                    <a:pt x="7620" y="85217"/>
                  </a:lnTo>
                  <a:close/>
                </a:path>
                <a:path w="7620" h="281305">
                  <a:moveTo>
                    <a:pt x="7620" y="81407"/>
                  </a:moveTo>
                  <a:lnTo>
                    <a:pt x="0" y="81407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1407"/>
                  </a:lnTo>
                  <a:close/>
                </a:path>
                <a:path w="7620" h="281305">
                  <a:moveTo>
                    <a:pt x="7620" y="78867"/>
                  </a:moveTo>
                  <a:lnTo>
                    <a:pt x="0" y="78867"/>
                  </a:lnTo>
                  <a:lnTo>
                    <a:pt x="0" y="81280"/>
                  </a:lnTo>
                  <a:lnTo>
                    <a:pt x="7620" y="81280"/>
                  </a:lnTo>
                  <a:lnTo>
                    <a:pt x="7620" y="78867"/>
                  </a:lnTo>
                  <a:close/>
                </a:path>
                <a:path w="7620" h="281305">
                  <a:moveTo>
                    <a:pt x="7620" y="75057"/>
                  </a:moveTo>
                  <a:lnTo>
                    <a:pt x="0" y="75057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5057"/>
                  </a:lnTo>
                  <a:close/>
                </a:path>
                <a:path w="7620" h="281305">
                  <a:moveTo>
                    <a:pt x="7620" y="72517"/>
                  </a:moveTo>
                  <a:lnTo>
                    <a:pt x="0" y="72517"/>
                  </a:lnTo>
                  <a:lnTo>
                    <a:pt x="0" y="74930"/>
                  </a:lnTo>
                  <a:lnTo>
                    <a:pt x="7620" y="74930"/>
                  </a:lnTo>
                  <a:lnTo>
                    <a:pt x="7620" y="72517"/>
                  </a:lnTo>
                  <a:close/>
                </a:path>
                <a:path w="7620" h="281305">
                  <a:moveTo>
                    <a:pt x="7620" y="68707"/>
                  </a:moveTo>
                  <a:lnTo>
                    <a:pt x="0" y="68707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68707"/>
                  </a:lnTo>
                  <a:close/>
                </a:path>
                <a:path w="7620" h="281305">
                  <a:moveTo>
                    <a:pt x="7620" y="66167"/>
                  </a:moveTo>
                  <a:lnTo>
                    <a:pt x="0" y="66167"/>
                  </a:lnTo>
                  <a:lnTo>
                    <a:pt x="0" y="68580"/>
                  </a:lnTo>
                  <a:lnTo>
                    <a:pt x="7620" y="68580"/>
                  </a:lnTo>
                  <a:lnTo>
                    <a:pt x="7620" y="66167"/>
                  </a:lnTo>
                  <a:close/>
                </a:path>
                <a:path w="7620" h="281305">
                  <a:moveTo>
                    <a:pt x="7620" y="62357"/>
                  </a:moveTo>
                  <a:lnTo>
                    <a:pt x="0" y="62357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2357"/>
                  </a:lnTo>
                  <a:close/>
                </a:path>
                <a:path w="7620" h="281305">
                  <a:moveTo>
                    <a:pt x="7620" y="59817"/>
                  </a:moveTo>
                  <a:lnTo>
                    <a:pt x="0" y="59817"/>
                  </a:lnTo>
                  <a:lnTo>
                    <a:pt x="0" y="62230"/>
                  </a:lnTo>
                  <a:lnTo>
                    <a:pt x="7620" y="62230"/>
                  </a:lnTo>
                  <a:lnTo>
                    <a:pt x="7620" y="59817"/>
                  </a:lnTo>
                  <a:close/>
                </a:path>
                <a:path w="7620" h="281305">
                  <a:moveTo>
                    <a:pt x="7620" y="56007"/>
                  </a:moveTo>
                  <a:lnTo>
                    <a:pt x="0" y="56007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6007"/>
                  </a:lnTo>
                  <a:close/>
                </a:path>
                <a:path w="7620" h="281305">
                  <a:moveTo>
                    <a:pt x="7620" y="53467"/>
                  </a:moveTo>
                  <a:lnTo>
                    <a:pt x="0" y="53467"/>
                  </a:lnTo>
                  <a:lnTo>
                    <a:pt x="0" y="55880"/>
                  </a:lnTo>
                  <a:lnTo>
                    <a:pt x="7620" y="55880"/>
                  </a:lnTo>
                  <a:lnTo>
                    <a:pt x="7620" y="53467"/>
                  </a:lnTo>
                  <a:close/>
                </a:path>
                <a:path w="7620" h="281305">
                  <a:moveTo>
                    <a:pt x="7620" y="49657"/>
                  </a:moveTo>
                  <a:lnTo>
                    <a:pt x="0" y="49657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49657"/>
                  </a:lnTo>
                  <a:close/>
                </a:path>
                <a:path w="7620" h="281305">
                  <a:moveTo>
                    <a:pt x="7620" y="47117"/>
                  </a:moveTo>
                  <a:lnTo>
                    <a:pt x="0" y="47117"/>
                  </a:lnTo>
                  <a:lnTo>
                    <a:pt x="0" y="49530"/>
                  </a:lnTo>
                  <a:lnTo>
                    <a:pt x="7620" y="49530"/>
                  </a:lnTo>
                  <a:lnTo>
                    <a:pt x="7620" y="47117"/>
                  </a:lnTo>
                  <a:close/>
                </a:path>
                <a:path w="7620" h="281305">
                  <a:moveTo>
                    <a:pt x="7620" y="43307"/>
                  </a:moveTo>
                  <a:lnTo>
                    <a:pt x="0" y="43307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3307"/>
                  </a:lnTo>
                  <a:close/>
                </a:path>
                <a:path w="7620" h="281305">
                  <a:moveTo>
                    <a:pt x="7620" y="40767"/>
                  </a:moveTo>
                  <a:lnTo>
                    <a:pt x="0" y="40767"/>
                  </a:lnTo>
                  <a:lnTo>
                    <a:pt x="0" y="43180"/>
                  </a:lnTo>
                  <a:lnTo>
                    <a:pt x="7620" y="43180"/>
                  </a:lnTo>
                  <a:lnTo>
                    <a:pt x="7620" y="40767"/>
                  </a:lnTo>
                  <a:close/>
                </a:path>
                <a:path w="7620" h="281305">
                  <a:moveTo>
                    <a:pt x="7620" y="36957"/>
                  </a:moveTo>
                  <a:lnTo>
                    <a:pt x="0" y="36957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6957"/>
                  </a:lnTo>
                  <a:close/>
                </a:path>
                <a:path w="7620" h="281305">
                  <a:moveTo>
                    <a:pt x="7620" y="34417"/>
                  </a:moveTo>
                  <a:lnTo>
                    <a:pt x="0" y="34417"/>
                  </a:lnTo>
                  <a:lnTo>
                    <a:pt x="0" y="36830"/>
                  </a:lnTo>
                  <a:lnTo>
                    <a:pt x="7620" y="36830"/>
                  </a:lnTo>
                  <a:lnTo>
                    <a:pt x="7620" y="34417"/>
                  </a:lnTo>
                  <a:close/>
                </a:path>
                <a:path w="7620" h="281305">
                  <a:moveTo>
                    <a:pt x="7620" y="30607"/>
                  </a:moveTo>
                  <a:lnTo>
                    <a:pt x="0" y="30607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0607"/>
                  </a:lnTo>
                  <a:close/>
                </a:path>
                <a:path w="7620" h="281305">
                  <a:moveTo>
                    <a:pt x="7620" y="28067"/>
                  </a:moveTo>
                  <a:lnTo>
                    <a:pt x="0" y="28067"/>
                  </a:lnTo>
                  <a:lnTo>
                    <a:pt x="0" y="30480"/>
                  </a:lnTo>
                  <a:lnTo>
                    <a:pt x="7620" y="30480"/>
                  </a:lnTo>
                  <a:lnTo>
                    <a:pt x="7620" y="28067"/>
                  </a:lnTo>
                  <a:close/>
                </a:path>
                <a:path w="7620" h="281305">
                  <a:moveTo>
                    <a:pt x="7620" y="24257"/>
                  </a:moveTo>
                  <a:lnTo>
                    <a:pt x="0" y="24257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4257"/>
                  </a:lnTo>
                  <a:close/>
                </a:path>
                <a:path w="7620" h="281305">
                  <a:moveTo>
                    <a:pt x="7620" y="21717"/>
                  </a:moveTo>
                  <a:lnTo>
                    <a:pt x="0" y="21717"/>
                  </a:lnTo>
                  <a:lnTo>
                    <a:pt x="0" y="24130"/>
                  </a:lnTo>
                  <a:lnTo>
                    <a:pt x="7620" y="24130"/>
                  </a:lnTo>
                  <a:lnTo>
                    <a:pt x="7620" y="21717"/>
                  </a:lnTo>
                  <a:close/>
                </a:path>
                <a:path w="7620" h="281305">
                  <a:moveTo>
                    <a:pt x="7620" y="17907"/>
                  </a:moveTo>
                  <a:lnTo>
                    <a:pt x="0" y="17907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17907"/>
                  </a:lnTo>
                  <a:close/>
                </a:path>
                <a:path w="7620" h="281305">
                  <a:moveTo>
                    <a:pt x="7620" y="15367"/>
                  </a:moveTo>
                  <a:lnTo>
                    <a:pt x="0" y="15367"/>
                  </a:lnTo>
                  <a:lnTo>
                    <a:pt x="0" y="17780"/>
                  </a:lnTo>
                  <a:lnTo>
                    <a:pt x="7620" y="17780"/>
                  </a:lnTo>
                  <a:lnTo>
                    <a:pt x="7620" y="15367"/>
                  </a:lnTo>
                  <a:close/>
                </a:path>
                <a:path w="7620" h="281305">
                  <a:moveTo>
                    <a:pt x="7620" y="11557"/>
                  </a:moveTo>
                  <a:lnTo>
                    <a:pt x="0" y="11557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1557"/>
                  </a:lnTo>
                  <a:close/>
                </a:path>
                <a:path w="7620" h="281305">
                  <a:moveTo>
                    <a:pt x="7620" y="9017"/>
                  </a:moveTo>
                  <a:lnTo>
                    <a:pt x="0" y="9017"/>
                  </a:lnTo>
                  <a:lnTo>
                    <a:pt x="0" y="11430"/>
                  </a:lnTo>
                  <a:lnTo>
                    <a:pt x="7620" y="11430"/>
                  </a:lnTo>
                  <a:lnTo>
                    <a:pt x="7620" y="9017"/>
                  </a:lnTo>
                  <a:close/>
                </a:path>
                <a:path w="7620" h="281305">
                  <a:moveTo>
                    <a:pt x="7620" y="5207"/>
                  </a:moveTo>
                  <a:lnTo>
                    <a:pt x="0" y="5207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5207"/>
                  </a:lnTo>
                  <a:close/>
                </a:path>
                <a:path w="7620" h="281305">
                  <a:moveTo>
                    <a:pt x="7620" y="2667"/>
                  </a:moveTo>
                  <a:lnTo>
                    <a:pt x="0" y="2667"/>
                  </a:lnTo>
                  <a:lnTo>
                    <a:pt x="0" y="5080"/>
                  </a:lnTo>
                  <a:lnTo>
                    <a:pt x="7620" y="5080"/>
                  </a:lnTo>
                  <a:lnTo>
                    <a:pt x="7620" y="2667"/>
                  </a:lnTo>
                  <a:close/>
                </a:path>
                <a:path w="7620" h="281305">
                  <a:moveTo>
                    <a:pt x="76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7620" y="254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F4B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3">
              <a:extLst>
                <a:ext uri="{FF2B5EF4-FFF2-40B4-BE49-F238E27FC236}">
                  <a16:creationId xmlns:a16="http://schemas.microsoft.com/office/drawing/2014/main" id="{1864D39D-58C6-9852-02C2-9DF8BF623D68}"/>
                </a:ext>
              </a:extLst>
            </p:cNvPr>
            <p:cNvSpPr/>
            <p:nvPr/>
          </p:nvSpPr>
          <p:spPr>
            <a:xfrm>
              <a:off x="7838295" y="2652663"/>
              <a:ext cx="6350" cy="281305"/>
            </a:xfrm>
            <a:custGeom>
              <a:avLst/>
              <a:gdLst/>
              <a:ahLst/>
              <a:cxnLst/>
              <a:rect l="l" t="t" r="r" b="b"/>
              <a:pathLst>
                <a:path w="6350" h="281305">
                  <a:moveTo>
                    <a:pt x="6350" y="278257"/>
                  </a:moveTo>
                  <a:lnTo>
                    <a:pt x="0" y="278257"/>
                  </a:lnTo>
                  <a:lnTo>
                    <a:pt x="0" y="280797"/>
                  </a:lnTo>
                  <a:lnTo>
                    <a:pt x="6350" y="280797"/>
                  </a:lnTo>
                  <a:lnTo>
                    <a:pt x="6350" y="278257"/>
                  </a:lnTo>
                  <a:close/>
                </a:path>
                <a:path w="6350" h="281305">
                  <a:moveTo>
                    <a:pt x="6350" y="275717"/>
                  </a:moveTo>
                  <a:lnTo>
                    <a:pt x="0" y="275717"/>
                  </a:lnTo>
                  <a:lnTo>
                    <a:pt x="0" y="278130"/>
                  </a:lnTo>
                  <a:lnTo>
                    <a:pt x="6350" y="278130"/>
                  </a:lnTo>
                  <a:lnTo>
                    <a:pt x="6350" y="275717"/>
                  </a:lnTo>
                  <a:close/>
                </a:path>
                <a:path w="6350" h="281305">
                  <a:moveTo>
                    <a:pt x="6350" y="271907"/>
                  </a:moveTo>
                  <a:lnTo>
                    <a:pt x="0" y="271907"/>
                  </a:lnTo>
                  <a:lnTo>
                    <a:pt x="0" y="275590"/>
                  </a:lnTo>
                  <a:lnTo>
                    <a:pt x="6350" y="275590"/>
                  </a:lnTo>
                  <a:lnTo>
                    <a:pt x="6350" y="271907"/>
                  </a:lnTo>
                  <a:close/>
                </a:path>
                <a:path w="6350" h="281305">
                  <a:moveTo>
                    <a:pt x="6350" y="269367"/>
                  </a:moveTo>
                  <a:lnTo>
                    <a:pt x="0" y="269367"/>
                  </a:lnTo>
                  <a:lnTo>
                    <a:pt x="0" y="271780"/>
                  </a:lnTo>
                  <a:lnTo>
                    <a:pt x="6350" y="271780"/>
                  </a:lnTo>
                  <a:lnTo>
                    <a:pt x="6350" y="269367"/>
                  </a:lnTo>
                  <a:close/>
                </a:path>
                <a:path w="6350" h="281305">
                  <a:moveTo>
                    <a:pt x="6350" y="265557"/>
                  </a:moveTo>
                  <a:lnTo>
                    <a:pt x="0" y="265557"/>
                  </a:lnTo>
                  <a:lnTo>
                    <a:pt x="0" y="269240"/>
                  </a:lnTo>
                  <a:lnTo>
                    <a:pt x="6350" y="269240"/>
                  </a:lnTo>
                  <a:lnTo>
                    <a:pt x="6350" y="265557"/>
                  </a:lnTo>
                  <a:close/>
                </a:path>
                <a:path w="6350" h="281305">
                  <a:moveTo>
                    <a:pt x="635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6350" y="265430"/>
                  </a:lnTo>
                  <a:lnTo>
                    <a:pt x="6350" y="263017"/>
                  </a:lnTo>
                  <a:close/>
                </a:path>
                <a:path w="6350" h="281305">
                  <a:moveTo>
                    <a:pt x="6350" y="259207"/>
                  </a:moveTo>
                  <a:lnTo>
                    <a:pt x="0" y="259207"/>
                  </a:lnTo>
                  <a:lnTo>
                    <a:pt x="0" y="262890"/>
                  </a:lnTo>
                  <a:lnTo>
                    <a:pt x="6350" y="262890"/>
                  </a:lnTo>
                  <a:lnTo>
                    <a:pt x="6350" y="259207"/>
                  </a:lnTo>
                  <a:close/>
                </a:path>
                <a:path w="6350" h="281305">
                  <a:moveTo>
                    <a:pt x="635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6350" y="259080"/>
                  </a:lnTo>
                  <a:lnTo>
                    <a:pt x="6350" y="256667"/>
                  </a:lnTo>
                  <a:close/>
                </a:path>
                <a:path w="6350" h="281305">
                  <a:moveTo>
                    <a:pt x="6350" y="252857"/>
                  </a:moveTo>
                  <a:lnTo>
                    <a:pt x="0" y="252857"/>
                  </a:lnTo>
                  <a:lnTo>
                    <a:pt x="0" y="256540"/>
                  </a:lnTo>
                  <a:lnTo>
                    <a:pt x="6350" y="256540"/>
                  </a:lnTo>
                  <a:lnTo>
                    <a:pt x="6350" y="252857"/>
                  </a:lnTo>
                  <a:close/>
                </a:path>
                <a:path w="6350" h="281305">
                  <a:moveTo>
                    <a:pt x="635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6350" y="252730"/>
                  </a:lnTo>
                  <a:lnTo>
                    <a:pt x="6350" y="250317"/>
                  </a:lnTo>
                  <a:close/>
                </a:path>
                <a:path w="6350" h="281305">
                  <a:moveTo>
                    <a:pt x="6350" y="246507"/>
                  </a:moveTo>
                  <a:lnTo>
                    <a:pt x="0" y="246507"/>
                  </a:lnTo>
                  <a:lnTo>
                    <a:pt x="0" y="250190"/>
                  </a:lnTo>
                  <a:lnTo>
                    <a:pt x="6350" y="250190"/>
                  </a:lnTo>
                  <a:lnTo>
                    <a:pt x="6350" y="246507"/>
                  </a:lnTo>
                  <a:close/>
                </a:path>
                <a:path w="6350" h="281305">
                  <a:moveTo>
                    <a:pt x="635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6350" y="246380"/>
                  </a:lnTo>
                  <a:lnTo>
                    <a:pt x="6350" y="243967"/>
                  </a:lnTo>
                  <a:close/>
                </a:path>
                <a:path w="6350" h="281305">
                  <a:moveTo>
                    <a:pt x="6350" y="240157"/>
                  </a:moveTo>
                  <a:lnTo>
                    <a:pt x="0" y="240157"/>
                  </a:lnTo>
                  <a:lnTo>
                    <a:pt x="0" y="243840"/>
                  </a:lnTo>
                  <a:lnTo>
                    <a:pt x="6350" y="243840"/>
                  </a:lnTo>
                  <a:lnTo>
                    <a:pt x="6350" y="240157"/>
                  </a:lnTo>
                  <a:close/>
                </a:path>
                <a:path w="6350" h="281305">
                  <a:moveTo>
                    <a:pt x="635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6350" y="240030"/>
                  </a:lnTo>
                  <a:lnTo>
                    <a:pt x="6350" y="237617"/>
                  </a:lnTo>
                  <a:close/>
                </a:path>
                <a:path w="6350" h="281305">
                  <a:moveTo>
                    <a:pt x="6350" y="233807"/>
                  </a:moveTo>
                  <a:lnTo>
                    <a:pt x="0" y="233807"/>
                  </a:lnTo>
                  <a:lnTo>
                    <a:pt x="0" y="237490"/>
                  </a:lnTo>
                  <a:lnTo>
                    <a:pt x="6350" y="237490"/>
                  </a:lnTo>
                  <a:lnTo>
                    <a:pt x="6350" y="233807"/>
                  </a:lnTo>
                  <a:close/>
                </a:path>
                <a:path w="6350" h="281305">
                  <a:moveTo>
                    <a:pt x="635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6350" y="233680"/>
                  </a:lnTo>
                  <a:lnTo>
                    <a:pt x="6350" y="231267"/>
                  </a:lnTo>
                  <a:close/>
                </a:path>
                <a:path w="6350" h="281305">
                  <a:moveTo>
                    <a:pt x="6350" y="227457"/>
                  </a:moveTo>
                  <a:lnTo>
                    <a:pt x="0" y="227457"/>
                  </a:lnTo>
                  <a:lnTo>
                    <a:pt x="0" y="231140"/>
                  </a:lnTo>
                  <a:lnTo>
                    <a:pt x="6350" y="231140"/>
                  </a:lnTo>
                  <a:lnTo>
                    <a:pt x="6350" y="227457"/>
                  </a:lnTo>
                  <a:close/>
                </a:path>
                <a:path w="6350" h="281305">
                  <a:moveTo>
                    <a:pt x="635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6350" y="227330"/>
                  </a:lnTo>
                  <a:lnTo>
                    <a:pt x="6350" y="224917"/>
                  </a:lnTo>
                  <a:close/>
                </a:path>
                <a:path w="6350" h="281305">
                  <a:moveTo>
                    <a:pt x="6350" y="221107"/>
                  </a:moveTo>
                  <a:lnTo>
                    <a:pt x="0" y="221107"/>
                  </a:lnTo>
                  <a:lnTo>
                    <a:pt x="0" y="224790"/>
                  </a:lnTo>
                  <a:lnTo>
                    <a:pt x="6350" y="224790"/>
                  </a:lnTo>
                  <a:lnTo>
                    <a:pt x="6350" y="221107"/>
                  </a:lnTo>
                  <a:close/>
                </a:path>
                <a:path w="6350" h="281305">
                  <a:moveTo>
                    <a:pt x="635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6350" y="220980"/>
                  </a:lnTo>
                  <a:lnTo>
                    <a:pt x="6350" y="218567"/>
                  </a:lnTo>
                  <a:close/>
                </a:path>
                <a:path w="6350" h="281305">
                  <a:moveTo>
                    <a:pt x="6350" y="214757"/>
                  </a:moveTo>
                  <a:lnTo>
                    <a:pt x="0" y="214757"/>
                  </a:lnTo>
                  <a:lnTo>
                    <a:pt x="0" y="218440"/>
                  </a:lnTo>
                  <a:lnTo>
                    <a:pt x="6350" y="218440"/>
                  </a:lnTo>
                  <a:lnTo>
                    <a:pt x="6350" y="214757"/>
                  </a:lnTo>
                  <a:close/>
                </a:path>
                <a:path w="6350" h="281305">
                  <a:moveTo>
                    <a:pt x="635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6350" y="214630"/>
                  </a:lnTo>
                  <a:lnTo>
                    <a:pt x="6350" y="212217"/>
                  </a:lnTo>
                  <a:close/>
                </a:path>
                <a:path w="6350" h="281305">
                  <a:moveTo>
                    <a:pt x="6350" y="208407"/>
                  </a:moveTo>
                  <a:lnTo>
                    <a:pt x="0" y="208407"/>
                  </a:lnTo>
                  <a:lnTo>
                    <a:pt x="0" y="212090"/>
                  </a:lnTo>
                  <a:lnTo>
                    <a:pt x="6350" y="212090"/>
                  </a:lnTo>
                  <a:lnTo>
                    <a:pt x="6350" y="208407"/>
                  </a:lnTo>
                  <a:close/>
                </a:path>
                <a:path w="6350" h="281305">
                  <a:moveTo>
                    <a:pt x="635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6350" y="208280"/>
                  </a:lnTo>
                  <a:lnTo>
                    <a:pt x="6350" y="205867"/>
                  </a:lnTo>
                  <a:close/>
                </a:path>
                <a:path w="6350" h="281305">
                  <a:moveTo>
                    <a:pt x="6350" y="202057"/>
                  </a:moveTo>
                  <a:lnTo>
                    <a:pt x="0" y="202057"/>
                  </a:lnTo>
                  <a:lnTo>
                    <a:pt x="0" y="205740"/>
                  </a:lnTo>
                  <a:lnTo>
                    <a:pt x="6350" y="205740"/>
                  </a:lnTo>
                  <a:lnTo>
                    <a:pt x="6350" y="202057"/>
                  </a:lnTo>
                  <a:close/>
                </a:path>
                <a:path w="6350" h="281305">
                  <a:moveTo>
                    <a:pt x="635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6350" y="201930"/>
                  </a:lnTo>
                  <a:lnTo>
                    <a:pt x="6350" y="199517"/>
                  </a:lnTo>
                  <a:close/>
                </a:path>
                <a:path w="6350" h="281305">
                  <a:moveTo>
                    <a:pt x="6350" y="195707"/>
                  </a:moveTo>
                  <a:lnTo>
                    <a:pt x="0" y="195707"/>
                  </a:lnTo>
                  <a:lnTo>
                    <a:pt x="0" y="199390"/>
                  </a:lnTo>
                  <a:lnTo>
                    <a:pt x="6350" y="199390"/>
                  </a:lnTo>
                  <a:lnTo>
                    <a:pt x="6350" y="195707"/>
                  </a:lnTo>
                  <a:close/>
                </a:path>
                <a:path w="6350" h="281305">
                  <a:moveTo>
                    <a:pt x="635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6350" y="195580"/>
                  </a:lnTo>
                  <a:lnTo>
                    <a:pt x="6350" y="193167"/>
                  </a:lnTo>
                  <a:close/>
                </a:path>
                <a:path w="6350" h="281305">
                  <a:moveTo>
                    <a:pt x="6350" y="189357"/>
                  </a:moveTo>
                  <a:lnTo>
                    <a:pt x="0" y="189357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89357"/>
                  </a:lnTo>
                  <a:close/>
                </a:path>
                <a:path w="6350" h="281305">
                  <a:moveTo>
                    <a:pt x="635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186817"/>
                  </a:lnTo>
                  <a:close/>
                </a:path>
                <a:path w="6350" h="281305">
                  <a:moveTo>
                    <a:pt x="6350" y="183007"/>
                  </a:moveTo>
                  <a:lnTo>
                    <a:pt x="0" y="183007"/>
                  </a:lnTo>
                  <a:lnTo>
                    <a:pt x="0" y="186690"/>
                  </a:lnTo>
                  <a:lnTo>
                    <a:pt x="6350" y="186690"/>
                  </a:lnTo>
                  <a:lnTo>
                    <a:pt x="6350" y="183007"/>
                  </a:lnTo>
                  <a:close/>
                </a:path>
                <a:path w="6350" h="281305">
                  <a:moveTo>
                    <a:pt x="635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6350" y="182880"/>
                  </a:lnTo>
                  <a:lnTo>
                    <a:pt x="6350" y="180467"/>
                  </a:lnTo>
                  <a:close/>
                </a:path>
                <a:path w="6350" h="281305">
                  <a:moveTo>
                    <a:pt x="635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7927"/>
                  </a:lnTo>
                  <a:close/>
                </a:path>
                <a:path w="6350" h="281305">
                  <a:moveTo>
                    <a:pt x="6350" y="171462"/>
                  </a:moveTo>
                  <a:lnTo>
                    <a:pt x="0" y="171462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1462"/>
                  </a:lnTo>
                  <a:close/>
                </a:path>
                <a:path w="6350" h="281305">
                  <a:moveTo>
                    <a:pt x="6350" y="114312"/>
                  </a:moveTo>
                  <a:lnTo>
                    <a:pt x="0" y="114312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14312"/>
                  </a:lnTo>
                  <a:close/>
                </a:path>
                <a:path w="6350" h="281305">
                  <a:moveTo>
                    <a:pt x="6350" y="104267"/>
                  </a:moveTo>
                  <a:lnTo>
                    <a:pt x="0" y="104267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04267"/>
                  </a:lnTo>
                  <a:close/>
                </a:path>
                <a:path w="6350" h="281305">
                  <a:moveTo>
                    <a:pt x="6350" y="97917"/>
                  </a:moveTo>
                  <a:lnTo>
                    <a:pt x="0" y="97917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97917"/>
                  </a:lnTo>
                  <a:close/>
                </a:path>
                <a:path w="6350" h="281305">
                  <a:moveTo>
                    <a:pt x="6350" y="94107"/>
                  </a:moveTo>
                  <a:lnTo>
                    <a:pt x="0" y="94107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4107"/>
                  </a:lnTo>
                  <a:close/>
                </a:path>
                <a:path w="6350" h="281305">
                  <a:moveTo>
                    <a:pt x="6350" y="91567"/>
                  </a:moveTo>
                  <a:lnTo>
                    <a:pt x="0" y="91567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1567"/>
                  </a:lnTo>
                  <a:close/>
                </a:path>
                <a:path w="6350" h="281305">
                  <a:moveTo>
                    <a:pt x="6350" y="87757"/>
                  </a:moveTo>
                  <a:lnTo>
                    <a:pt x="0" y="87757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87757"/>
                  </a:lnTo>
                  <a:close/>
                </a:path>
                <a:path w="6350" h="281305">
                  <a:moveTo>
                    <a:pt x="6350" y="85217"/>
                  </a:moveTo>
                  <a:lnTo>
                    <a:pt x="0" y="85217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5217"/>
                  </a:lnTo>
                  <a:close/>
                </a:path>
                <a:path w="6350" h="281305">
                  <a:moveTo>
                    <a:pt x="6350" y="81407"/>
                  </a:moveTo>
                  <a:lnTo>
                    <a:pt x="0" y="81407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1407"/>
                  </a:lnTo>
                  <a:close/>
                </a:path>
                <a:path w="6350" h="281305">
                  <a:moveTo>
                    <a:pt x="6350" y="78867"/>
                  </a:moveTo>
                  <a:lnTo>
                    <a:pt x="0" y="78867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78867"/>
                  </a:lnTo>
                  <a:close/>
                </a:path>
                <a:path w="6350" h="281305">
                  <a:moveTo>
                    <a:pt x="6350" y="75057"/>
                  </a:moveTo>
                  <a:lnTo>
                    <a:pt x="0" y="75057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5057"/>
                  </a:lnTo>
                  <a:close/>
                </a:path>
                <a:path w="6350" h="281305">
                  <a:moveTo>
                    <a:pt x="6350" y="72517"/>
                  </a:moveTo>
                  <a:lnTo>
                    <a:pt x="0" y="72517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2517"/>
                  </a:lnTo>
                  <a:close/>
                </a:path>
                <a:path w="6350" h="281305">
                  <a:moveTo>
                    <a:pt x="6350" y="68707"/>
                  </a:moveTo>
                  <a:lnTo>
                    <a:pt x="0" y="68707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68707"/>
                  </a:lnTo>
                  <a:close/>
                </a:path>
                <a:path w="6350" h="281305">
                  <a:moveTo>
                    <a:pt x="6350" y="66167"/>
                  </a:moveTo>
                  <a:lnTo>
                    <a:pt x="0" y="66167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6167"/>
                  </a:lnTo>
                  <a:close/>
                </a:path>
                <a:path w="6350" h="281305">
                  <a:moveTo>
                    <a:pt x="6350" y="62357"/>
                  </a:moveTo>
                  <a:lnTo>
                    <a:pt x="0" y="62357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2357"/>
                  </a:lnTo>
                  <a:close/>
                </a:path>
                <a:path w="6350" h="281305">
                  <a:moveTo>
                    <a:pt x="6350" y="59817"/>
                  </a:moveTo>
                  <a:lnTo>
                    <a:pt x="0" y="59817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59817"/>
                  </a:lnTo>
                  <a:close/>
                </a:path>
                <a:path w="6350" h="281305">
                  <a:moveTo>
                    <a:pt x="6350" y="56007"/>
                  </a:moveTo>
                  <a:lnTo>
                    <a:pt x="0" y="56007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6007"/>
                  </a:lnTo>
                  <a:close/>
                </a:path>
                <a:path w="6350" h="281305">
                  <a:moveTo>
                    <a:pt x="6350" y="53467"/>
                  </a:moveTo>
                  <a:lnTo>
                    <a:pt x="0" y="53467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3467"/>
                  </a:lnTo>
                  <a:close/>
                </a:path>
                <a:path w="6350" h="281305">
                  <a:moveTo>
                    <a:pt x="6350" y="49657"/>
                  </a:moveTo>
                  <a:lnTo>
                    <a:pt x="0" y="49657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49657"/>
                  </a:lnTo>
                  <a:close/>
                </a:path>
                <a:path w="6350" h="281305">
                  <a:moveTo>
                    <a:pt x="6350" y="47117"/>
                  </a:moveTo>
                  <a:lnTo>
                    <a:pt x="0" y="47117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7117"/>
                  </a:lnTo>
                  <a:close/>
                </a:path>
                <a:path w="6350" h="281305">
                  <a:moveTo>
                    <a:pt x="6350" y="43307"/>
                  </a:moveTo>
                  <a:lnTo>
                    <a:pt x="0" y="43307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3307"/>
                  </a:lnTo>
                  <a:close/>
                </a:path>
                <a:path w="6350" h="281305">
                  <a:moveTo>
                    <a:pt x="6350" y="40767"/>
                  </a:moveTo>
                  <a:lnTo>
                    <a:pt x="0" y="40767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0767"/>
                  </a:lnTo>
                  <a:close/>
                </a:path>
                <a:path w="6350" h="281305">
                  <a:moveTo>
                    <a:pt x="6350" y="36957"/>
                  </a:moveTo>
                  <a:lnTo>
                    <a:pt x="0" y="36957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6957"/>
                  </a:lnTo>
                  <a:close/>
                </a:path>
                <a:path w="6350" h="281305">
                  <a:moveTo>
                    <a:pt x="6350" y="34417"/>
                  </a:moveTo>
                  <a:lnTo>
                    <a:pt x="0" y="34417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4417"/>
                  </a:lnTo>
                  <a:close/>
                </a:path>
                <a:path w="6350" h="281305">
                  <a:moveTo>
                    <a:pt x="6350" y="30607"/>
                  </a:moveTo>
                  <a:lnTo>
                    <a:pt x="0" y="30607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0607"/>
                  </a:lnTo>
                  <a:close/>
                </a:path>
                <a:path w="6350" h="281305">
                  <a:moveTo>
                    <a:pt x="6350" y="28067"/>
                  </a:moveTo>
                  <a:lnTo>
                    <a:pt x="0" y="28067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8067"/>
                  </a:lnTo>
                  <a:close/>
                </a:path>
                <a:path w="6350" h="281305">
                  <a:moveTo>
                    <a:pt x="6350" y="24257"/>
                  </a:moveTo>
                  <a:lnTo>
                    <a:pt x="0" y="24257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4257"/>
                  </a:lnTo>
                  <a:close/>
                </a:path>
                <a:path w="6350" h="281305">
                  <a:moveTo>
                    <a:pt x="6350" y="21717"/>
                  </a:moveTo>
                  <a:lnTo>
                    <a:pt x="0" y="21717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1717"/>
                  </a:lnTo>
                  <a:close/>
                </a:path>
                <a:path w="6350" h="281305">
                  <a:moveTo>
                    <a:pt x="6350" y="17907"/>
                  </a:moveTo>
                  <a:lnTo>
                    <a:pt x="0" y="17907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17907"/>
                  </a:lnTo>
                  <a:close/>
                </a:path>
                <a:path w="6350" h="281305">
                  <a:moveTo>
                    <a:pt x="6350" y="15367"/>
                  </a:moveTo>
                  <a:lnTo>
                    <a:pt x="0" y="15367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5367"/>
                  </a:lnTo>
                  <a:close/>
                </a:path>
                <a:path w="6350" h="281305">
                  <a:moveTo>
                    <a:pt x="6350" y="11557"/>
                  </a:moveTo>
                  <a:lnTo>
                    <a:pt x="0" y="11557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1557"/>
                  </a:lnTo>
                  <a:close/>
                </a:path>
                <a:path w="6350" h="281305">
                  <a:moveTo>
                    <a:pt x="6350" y="9017"/>
                  </a:moveTo>
                  <a:lnTo>
                    <a:pt x="0" y="9017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9017"/>
                  </a:lnTo>
                  <a:close/>
                </a:path>
                <a:path w="6350" h="281305">
                  <a:moveTo>
                    <a:pt x="6350" y="5207"/>
                  </a:moveTo>
                  <a:lnTo>
                    <a:pt x="0" y="5207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5207"/>
                  </a:lnTo>
                  <a:close/>
                </a:path>
                <a:path w="6350" h="281305">
                  <a:moveTo>
                    <a:pt x="6350" y="2667"/>
                  </a:moveTo>
                  <a:lnTo>
                    <a:pt x="0" y="2667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2667"/>
                  </a:lnTo>
                  <a:close/>
                </a:path>
                <a:path w="6350" h="281305">
                  <a:moveTo>
                    <a:pt x="63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6350" y="254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E4A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4">
              <a:extLst>
                <a:ext uri="{FF2B5EF4-FFF2-40B4-BE49-F238E27FC236}">
                  <a16:creationId xmlns:a16="http://schemas.microsoft.com/office/drawing/2014/main" id="{681678C1-E475-2366-D816-461DC6F06C21}"/>
                </a:ext>
              </a:extLst>
            </p:cNvPr>
            <p:cNvSpPr/>
            <p:nvPr/>
          </p:nvSpPr>
          <p:spPr>
            <a:xfrm>
              <a:off x="7844645" y="2652663"/>
              <a:ext cx="7620" cy="281305"/>
            </a:xfrm>
            <a:custGeom>
              <a:avLst/>
              <a:gdLst/>
              <a:ahLst/>
              <a:cxnLst/>
              <a:rect l="l" t="t" r="r" b="b"/>
              <a:pathLst>
                <a:path w="7620" h="281305">
                  <a:moveTo>
                    <a:pt x="7620" y="278257"/>
                  </a:moveTo>
                  <a:lnTo>
                    <a:pt x="0" y="278257"/>
                  </a:lnTo>
                  <a:lnTo>
                    <a:pt x="0" y="280797"/>
                  </a:lnTo>
                  <a:lnTo>
                    <a:pt x="7620" y="280797"/>
                  </a:lnTo>
                  <a:lnTo>
                    <a:pt x="7620" y="278257"/>
                  </a:lnTo>
                  <a:close/>
                </a:path>
                <a:path w="7620" h="281305">
                  <a:moveTo>
                    <a:pt x="7620" y="275717"/>
                  </a:moveTo>
                  <a:lnTo>
                    <a:pt x="0" y="275717"/>
                  </a:lnTo>
                  <a:lnTo>
                    <a:pt x="0" y="278130"/>
                  </a:lnTo>
                  <a:lnTo>
                    <a:pt x="7620" y="278130"/>
                  </a:lnTo>
                  <a:lnTo>
                    <a:pt x="7620" y="275717"/>
                  </a:lnTo>
                  <a:close/>
                </a:path>
                <a:path w="7620" h="281305">
                  <a:moveTo>
                    <a:pt x="7620" y="271907"/>
                  </a:moveTo>
                  <a:lnTo>
                    <a:pt x="0" y="271907"/>
                  </a:lnTo>
                  <a:lnTo>
                    <a:pt x="0" y="275590"/>
                  </a:lnTo>
                  <a:lnTo>
                    <a:pt x="7620" y="275590"/>
                  </a:lnTo>
                  <a:lnTo>
                    <a:pt x="7620" y="271907"/>
                  </a:lnTo>
                  <a:close/>
                </a:path>
                <a:path w="7620" h="281305">
                  <a:moveTo>
                    <a:pt x="7620" y="269367"/>
                  </a:moveTo>
                  <a:lnTo>
                    <a:pt x="0" y="269367"/>
                  </a:lnTo>
                  <a:lnTo>
                    <a:pt x="0" y="271780"/>
                  </a:lnTo>
                  <a:lnTo>
                    <a:pt x="7620" y="271780"/>
                  </a:lnTo>
                  <a:lnTo>
                    <a:pt x="7620" y="269367"/>
                  </a:lnTo>
                  <a:close/>
                </a:path>
                <a:path w="7620" h="281305">
                  <a:moveTo>
                    <a:pt x="7620" y="265557"/>
                  </a:moveTo>
                  <a:lnTo>
                    <a:pt x="0" y="265557"/>
                  </a:lnTo>
                  <a:lnTo>
                    <a:pt x="0" y="269240"/>
                  </a:lnTo>
                  <a:lnTo>
                    <a:pt x="7620" y="269240"/>
                  </a:lnTo>
                  <a:lnTo>
                    <a:pt x="7620" y="265557"/>
                  </a:lnTo>
                  <a:close/>
                </a:path>
                <a:path w="7620" h="281305">
                  <a:moveTo>
                    <a:pt x="762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7620" y="265430"/>
                  </a:lnTo>
                  <a:lnTo>
                    <a:pt x="7620" y="263017"/>
                  </a:lnTo>
                  <a:close/>
                </a:path>
                <a:path w="7620" h="281305">
                  <a:moveTo>
                    <a:pt x="7620" y="259207"/>
                  </a:moveTo>
                  <a:lnTo>
                    <a:pt x="0" y="259207"/>
                  </a:lnTo>
                  <a:lnTo>
                    <a:pt x="0" y="262890"/>
                  </a:lnTo>
                  <a:lnTo>
                    <a:pt x="7620" y="262890"/>
                  </a:lnTo>
                  <a:lnTo>
                    <a:pt x="7620" y="259207"/>
                  </a:lnTo>
                  <a:close/>
                </a:path>
                <a:path w="7620" h="281305">
                  <a:moveTo>
                    <a:pt x="762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7620" y="259080"/>
                  </a:lnTo>
                  <a:lnTo>
                    <a:pt x="7620" y="256667"/>
                  </a:lnTo>
                  <a:close/>
                </a:path>
                <a:path w="7620" h="281305">
                  <a:moveTo>
                    <a:pt x="7620" y="252857"/>
                  </a:moveTo>
                  <a:lnTo>
                    <a:pt x="0" y="252857"/>
                  </a:lnTo>
                  <a:lnTo>
                    <a:pt x="0" y="256540"/>
                  </a:lnTo>
                  <a:lnTo>
                    <a:pt x="7620" y="256540"/>
                  </a:lnTo>
                  <a:lnTo>
                    <a:pt x="7620" y="252857"/>
                  </a:lnTo>
                  <a:close/>
                </a:path>
                <a:path w="7620" h="281305">
                  <a:moveTo>
                    <a:pt x="762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7620" y="252730"/>
                  </a:lnTo>
                  <a:lnTo>
                    <a:pt x="7620" y="250317"/>
                  </a:lnTo>
                  <a:close/>
                </a:path>
                <a:path w="7620" h="281305">
                  <a:moveTo>
                    <a:pt x="7620" y="246507"/>
                  </a:moveTo>
                  <a:lnTo>
                    <a:pt x="0" y="246507"/>
                  </a:lnTo>
                  <a:lnTo>
                    <a:pt x="0" y="250190"/>
                  </a:lnTo>
                  <a:lnTo>
                    <a:pt x="7620" y="250190"/>
                  </a:lnTo>
                  <a:lnTo>
                    <a:pt x="7620" y="246507"/>
                  </a:lnTo>
                  <a:close/>
                </a:path>
                <a:path w="7620" h="281305">
                  <a:moveTo>
                    <a:pt x="762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7620" y="246380"/>
                  </a:lnTo>
                  <a:lnTo>
                    <a:pt x="7620" y="243967"/>
                  </a:lnTo>
                  <a:close/>
                </a:path>
                <a:path w="7620" h="281305">
                  <a:moveTo>
                    <a:pt x="7620" y="240157"/>
                  </a:moveTo>
                  <a:lnTo>
                    <a:pt x="0" y="240157"/>
                  </a:lnTo>
                  <a:lnTo>
                    <a:pt x="0" y="243840"/>
                  </a:lnTo>
                  <a:lnTo>
                    <a:pt x="7620" y="243840"/>
                  </a:lnTo>
                  <a:lnTo>
                    <a:pt x="7620" y="240157"/>
                  </a:lnTo>
                  <a:close/>
                </a:path>
                <a:path w="7620" h="281305">
                  <a:moveTo>
                    <a:pt x="762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7620" y="240030"/>
                  </a:lnTo>
                  <a:lnTo>
                    <a:pt x="7620" y="237617"/>
                  </a:lnTo>
                  <a:close/>
                </a:path>
                <a:path w="7620" h="281305">
                  <a:moveTo>
                    <a:pt x="7620" y="233807"/>
                  </a:moveTo>
                  <a:lnTo>
                    <a:pt x="0" y="233807"/>
                  </a:lnTo>
                  <a:lnTo>
                    <a:pt x="0" y="237490"/>
                  </a:lnTo>
                  <a:lnTo>
                    <a:pt x="7620" y="237490"/>
                  </a:lnTo>
                  <a:lnTo>
                    <a:pt x="7620" y="233807"/>
                  </a:lnTo>
                  <a:close/>
                </a:path>
                <a:path w="7620" h="281305">
                  <a:moveTo>
                    <a:pt x="762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7620" y="233680"/>
                  </a:lnTo>
                  <a:lnTo>
                    <a:pt x="7620" y="231267"/>
                  </a:lnTo>
                  <a:close/>
                </a:path>
                <a:path w="7620" h="281305">
                  <a:moveTo>
                    <a:pt x="7620" y="227457"/>
                  </a:moveTo>
                  <a:lnTo>
                    <a:pt x="0" y="227457"/>
                  </a:lnTo>
                  <a:lnTo>
                    <a:pt x="0" y="231140"/>
                  </a:lnTo>
                  <a:lnTo>
                    <a:pt x="7620" y="231140"/>
                  </a:lnTo>
                  <a:lnTo>
                    <a:pt x="7620" y="227457"/>
                  </a:lnTo>
                  <a:close/>
                </a:path>
                <a:path w="7620" h="281305">
                  <a:moveTo>
                    <a:pt x="762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7620" y="227330"/>
                  </a:lnTo>
                  <a:lnTo>
                    <a:pt x="7620" y="224917"/>
                  </a:lnTo>
                  <a:close/>
                </a:path>
                <a:path w="7620" h="281305">
                  <a:moveTo>
                    <a:pt x="7620" y="221107"/>
                  </a:moveTo>
                  <a:lnTo>
                    <a:pt x="0" y="221107"/>
                  </a:lnTo>
                  <a:lnTo>
                    <a:pt x="0" y="224790"/>
                  </a:lnTo>
                  <a:lnTo>
                    <a:pt x="7620" y="224790"/>
                  </a:lnTo>
                  <a:lnTo>
                    <a:pt x="7620" y="221107"/>
                  </a:lnTo>
                  <a:close/>
                </a:path>
                <a:path w="7620" h="281305">
                  <a:moveTo>
                    <a:pt x="762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7620" y="220980"/>
                  </a:lnTo>
                  <a:lnTo>
                    <a:pt x="7620" y="218567"/>
                  </a:lnTo>
                  <a:close/>
                </a:path>
                <a:path w="7620" h="281305">
                  <a:moveTo>
                    <a:pt x="7620" y="214757"/>
                  </a:moveTo>
                  <a:lnTo>
                    <a:pt x="0" y="214757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4757"/>
                  </a:lnTo>
                  <a:close/>
                </a:path>
                <a:path w="7620" h="281305">
                  <a:moveTo>
                    <a:pt x="762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7620" y="214630"/>
                  </a:lnTo>
                  <a:lnTo>
                    <a:pt x="7620" y="212217"/>
                  </a:lnTo>
                  <a:close/>
                </a:path>
                <a:path w="7620" h="281305">
                  <a:moveTo>
                    <a:pt x="7620" y="208407"/>
                  </a:moveTo>
                  <a:lnTo>
                    <a:pt x="0" y="208407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08407"/>
                  </a:lnTo>
                  <a:close/>
                </a:path>
                <a:path w="7620" h="281305">
                  <a:moveTo>
                    <a:pt x="762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7620" y="208280"/>
                  </a:lnTo>
                  <a:lnTo>
                    <a:pt x="7620" y="205867"/>
                  </a:lnTo>
                  <a:close/>
                </a:path>
                <a:path w="7620" h="281305">
                  <a:moveTo>
                    <a:pt x="7620" y="202057"/>
                  </a:moveTo>
                  <a:lnTo>
                    <a:pt x="0" y="202057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2057"/>
                  </a:lnTo>
                  <a:close/>
                </a:path>
                <a:path w="7620" h="281305">
                  <a:moveTo>
                    <a:pt x="762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7620" y="201930"/>
                  </a:lnTo>
                  <a:lnTo>
                    <a:pt x="7620" y="199517"/>
                  </a:lnTo>
                  <a:close/>
                </a:path>
                <a:path w="7620" h="281305">
                  <a:moveTo>
                    <a:pt x="7620" y="195707"/>
                  </a:moveTo>
                  <a:lnTo>
                    <a:pt x="0" y="195707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5707"/>
                  </a:lnTo>
                  <a:close/>
                </a:path>
                <a:path w="7620" h="281305">
                  <a:moveTo>
                    <a:pt x="762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7620" y="195580"/>
                  </a:lnTo>
                  <a:lnTo>
                    <a:pt x="7620" y="193167"/>
                  </a:lnTo>
                  <a:close/>
                </a:path>
                <a:path w="7620" h="281305">
                  <a:moveTo>
                    <a:pt x="7620" y="189357"/>
                  </a:moveTo>
                  <a:lnTo>
                    <a:pt x="0" y="189357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89357"/>
                  </a:lnTo>
                  <a:close/>
                </a:path>
                <a:path w="7620" h="281305">
                  <a:moveTo>
                    <a:pt x="762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7620" y="189230"/>
                  </a:lnTo>
                  <a:lnTo>
                    <a:pt x="7620" y="186817"/>
                  </a:lnTo>
                  <a:close/>
                </a:path>
                <a:path w="7620" h="281305">
                  <a:moveTo>
                    <a:pt x="7620" y="183007"/>
                  </a:moveTo>
                  <a:lnTo>
                    <a:pt x="0" y="183007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3007"/>
                  </a:lnTo>
                  <a:close/>
                </a:path>
                <a:path w="7620" h="281305">
                  <a:moveTo>
                    <a:pt x="762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7620" y="182880"/>
                  </a:lnTo>
                  <a:lnTo>
                    <a:pt x="7620" y="180467"/>
                  </a:lnTo>
                  <a:close/>
                </a:path>
                <a:path w="7620" h="281305">
                  <a:moveTo>
                    <a:pt x="762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927"/>
                  </a:lnTo>
                  <a:close/>
                </a:path>
                <a:path w="7620" h="281305">
                  <a:moveTo>
                    <a:pt x="7620" y="171462"/>
                  </a:moveTo>
                  <a:lnTo>
                    <a:pt x="0" y="171462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1462"/>
                  </a:lnTo>
                  <a:close/>
                </a:path>
                <a:path w="7620" h="281305">
                  <a:moveTo>
                    <a:pt x="7620" y="114312"/>
                  </a:moveTo>
                  <a:lnTo>
                    <a:pt x="0" y="114312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14312"/>
                  </a:lnTo>
                  <a:close/>
                </a:path>
                <a:path w="7620" h="281305">
                  <a:moveTo>
                    <a:pt x="7620" y="104267"/>
                  </a:moveTo>
                  <a:lnTo>
                    <a:pt x="0" y="104267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04267"/>
                  </a:lnTo>
                  <a:close/>
                </a:path>
                <a:path w="7620" h="281305">
                  <a:moveTo>
                    <a:pt x="7620" y="97917"/>
                  </a:moveTo>
                  <a:lnTo>
                    <a:pt x="0" y="97917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97917"/>
                  </a:lnTo>
                  <a:close/>
                </a:path>
                <a:path w="7620" h="281305">
                  <a:moveTo>
                    <a:pt x="7620" y="94107"/>
                  </a:moveTo>
                  <a:lnTo>
                    <a:pt x="0" y="94107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4107"/>
                  </a:lnTo>
                  <a:close/>
                </a:path>
                <a:path w="7620" h="281305">
                  <a:moveTo>
                    <a:pt x="7620" y="91567"/>
                  </a:moveTo>
                  <a:lnTo>
                    <a:pt x="0" y="91567"/>
                  </a:lnTo>
                  <a:lnTo>
                    <a:pt x="0" y="93980"/>
                  </a:lnTo>
                  <a:lnTo>
                    <a:pt x="7620" y="93980"/>
                  </a:lnTo>
                  <a:lnTo>
                    <a:pt x="7620" y="91567"/>
                  </a:lnTo>
                  <a:close/>
                </a:path>
                <a:path w="7620" h="281305">
                  <a:moveTo>
                    <a:pt x="7620" y="87757"/>
                  </a:moveTo>
                  <a:lnTo>
                    <a:pt x="0" y="87757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87757"/>
                  </a:lnTo>
                  <a:close/>
                </a:path>
                <a:path w="7620" h="281305">
                  <a:moveTo>
                    <a:pt x="7620" y="85217"/>
                  </a:moveTo>
                  <a:lnTo>
                    <a:pt x="0" y="85217"/>
                  </a:lnTo>
                  <a:lnTo>
                    <a:pt x="0" y="87630"/>
                  </a:lnTo>
                  <a:lnTo>
                    <a:pt x="7620" y="87630"/>
                  </a:lnTo>
                  <a:lnTo>
                    <a:pt x="7620" y="85217"/>
                  </a:lnTo>
                  <a:close/>
                </a:path>
                <a:path w="7620" h="281305">
                  <a:moveTo>
                    <a:pt x="7620" y="81407"/>
                  </a:moveTo>
                  <a:lnTo>
                    <a:pt x="0" y="81407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1407"/>
                  </a:lnTo>
                  <a:close/>
                </a:path>
                <a:path w="7620" h="281305">
                  <a:moveTo>
                    <a:pt x="7620" y="78867"/>
                  </a:moveTo>
                  <a:lnTo>
                    <a:pt x="0" y="78867"/>
                  </a:lnTo>
                  <a:lnTo>
                    <a:pt x="0" y="81280"/>
                  </a:lnTo>
                  <a:lnTo>
                    <a:pt x="7620" y="81280"/>
                  </a:lnTo>
                  <a:lnTo>
                    <a:pt x="7620" y="78867"/>
                  </a:lnTo>
                  <a:close/>
                </a:path>
                <a:path w="7620" h="281305">
                  <a:moveTo>
                    <a:pt x="7620" y="75057"/>
                  </a:moveTo>
                  <a:lnTo>
                    <a:pt x="0" y="75057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5057"/>
                  </a:lnTo>
                  <a:close/>
                </a:path>
                <a:path w="7620" h="281305">
                  <a:moveTo>
                    <a:pt x="7620" y="72517"/>
                  </a:moveTo>
                  <a:lnTo>
                    <a:pt x="0" y="72517"/>
                  </a:lnTo>
                  <a:lnTo>
                    <a:pt x="0" y="74930"/>
                  </a:lnTo>
                  <a:lnTo>
                    <a:pt x="7620" y="74930"/>
                  </a:lnTo>
                  <a:lnTo>
                    <a:pt x="7620" y="72517"/>
                  </a:lnTo>
                  <a:close/>
                </a:path>
                <a:path w="7620" h="281305">
                  <a:moveTo>
                    <a:pt x="7620" y="68707"/>
                  </a:moveTo>
                  <a:lnTo>
                    <a:pt x="0" y="68707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68707"/>
                  </a:lnTo>
                  <a:close/>
                </a:path>
                <a:path w="7620" h="281305">
                  <a:moveTo>
                    <a:pt x="7620" y="66167"/>
                  </a:moveTo>
                  <a:lnTo>
                    <a:pt x="0" y="66167"/>
                  </a:lnTo>
                  <a:lnTo>
                    <a:pt x="0" y="68580"/>
                  </a:lnTo>
                  <a:lnTo>
                    <a:pt x="7620" y="68580"/>
                  </a:lnTo>
                  <a:lnTo>
                    <a:pt x="7620" y="66167"/>
                  </a:lnTo>
                  <a:close/>
                </a:path>
                <a:path w="7620" h="281305">
                  <a:moveTo>
                    <a:pt x="7620" y="62357"/>
                  </a:moveTo>
                  <a:lnTo>
                    <a:pt x="0" y="62357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2357"/>
                  </a:lnTo>
                  <a:close/>
                </a:path>
                <a:path w="7620" h="281305">
                  <a:moveTo>
                    <a:pt x="7620" y="59817"/>
                  </a:moveTo>
                  <a:lnTo>
                    <a:pt x="0" y="59817"/>
                  </a:lnTo>
                  <a:lnTo>
                    <a:pt x="0" y="62230"/>
                  </a:lnTo>
                  <a:lnTo>
                    <a:pt x="7620" y="62230"/>
                  </a:lnTo>
                  <a:lnTo>
                    <a:pt x="7620" y="59817"/>
                  </a:lnTo>
                  <a:close/>
                </a:path>
                <a:path w="7620" h="281305">
                  <a:moveTo>
                    <a:pt x="7620" y="56007"/>
                  </a:moveTo>
                  <a:lnTo>
                    <a:pt x="0" y="56007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6007"/>
                  </a:lnTo>
                  <a:close/>
                </a:path>
                <a:path w="7620" h="281305">
                  <a:moveTo>
                    <a:pt x="7620" y="53467"/>
                  </a:moveTo>
                  <a:lnTo>
                    <a:pt x="0" y="53467"/>
                  </a:lnTo>
                  <a:lnTo>
                    <a:pt x="0" y="55880"/>
                  </a:lnTo>
                  <a:lnTo>
                    <a:pt x="7620" y="55880"/>
                  </a:lnTo>
                  <a:lnTo>
                    <a:pt x="7620" y="53467"/>
                  </a:lnTo>
                  <a:close/>
                </a:path>
                <a:path w="7620" h="281305">
                  <a:moveTo>
                    <a:pt x="7620" y="49657"/>
                  </a:moveTo>
                  <a:lnTo>
                    <a:pt x="0" y="49657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49657"/>
                  </a:lnTo>
                  <a:close/>
                </a:path>
                <a:path w="7620" h="281305">
                  <a:moveTo>
                    <a:pt x="7620" y="47117"/>
                  </a:moveTo>
                  <a:lnTo>
                    <a:pt x="0" y="47117"/>
                  </a:lnTo>
                  <a:lnTo>
                    <a:pt x="0" y="49530"/>
                  </a:lnTo>
                  <a:lnTo>
                    <a:pt x="7620" y="49530"/>
                  </a:lnTo>
                  <a:lnTo>
                    <a:pt x="7620" y="47117"/>
                  </a:lnTo>
                  <a:close/>
                </a:path>
                <a:path w="7620" h="281305">
                  <a:moveTo>
                    <a:pt x="7620" y="43307"/>
                  </a:moveTo>
                  <a:lnTo>
                    <a:pt x="0" y="43307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3307"/>
                  </a:lnTo>
                  <a:close/>
                </a:path>
                <a:path w="7620" h="281305">
                  <a:moveTo>
                    <a:pt x="7620" y="40767"/>
                  </a:moveTo>
                  <a:lnTo>
                    <a:pt x="0" y="40767"/>
                  </a:lnTo>
                  <a:lnTo>
                    <a:pt x="0" y="43180"/>
                  </a:lnTo>
                  <a:lnTo>
                    <a:pt x="7620" y="43180"/>
                  </a:lnTo>
                  <a:lnTo>
                    <a:pt x="7620" y="40767"/>
                  </a:lnTo>
                  <a:close/>
                </a:path>
                <a:path w="7620" h="281305">
                  <a:moveTo>
                    <a:pt x="7620" y="36957"/>
                  </a:moveTo>
                  <a:lnTo>
                    <a:pt x="0" y="36957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6957"/>
                  </a:lnTo>
                  <a:close/>
                </a:path>
                <a:path w="7620" h="281305">
                  <a:moveTo>
                    <a:pt x="7620" y="34417"/>
                  </a:moveTo>
                  <a:lnTo>
                    <a:pt x="0" y="34417"/>
                  </a:lnTo>
                  <a:lnTo>
                    <a:pt x="0" y="36830"/>
                  </a:lnTo>
                  <a:lnTo>
                    <a:pt x="7620" y="36830"/>
                  </a:lnTo>
                  <a:lnTo>
                    <a:pt x="7620" y="34417"/>
                  </a:lnTo>
                  <a:close/>
                </a:path>
                <a:path w="7620" h="281305">
                  <a:moveTo>
                    <a:pt x="7620" y="30607"/>
                  </a:moveTo>
                  <a:lnTo>
                    <a:pt x="0" y="30607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0607"/>
                  </a:lnTo>
                  <a:close/>
                </a:path>
                <a:path w="7620" h="281305">
                  <a:moveTo>
                    <a:pt x="7620" y="28067"/>
                  </a:moveTo>
                  <a:lnTo>
                    <a:pt x="0" y="28067"/>
                  </a:lnTo>
                  <a:lnTo>
                    <a:pt x="0" y="30480"/>
                  </a:lnTo>
                  <a:lnTo>
                    <a:pt x="7620" y="30480"/>
                  </a:lnTo>
                  <a:lnTo>
                    <a:pt x="7620" y="28067"/>
                  </a:lnTo>
                  <a:close/>
                </a:path>
                <a:path w="7620" h="281305">
                  <a:moveTo>
                    <a:pt x="7620" y="24257"/>
                  </a:moveTo>
                  <a:lnTo>
                    <a:pt x="0" y="24257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4257"/>
                  </a:lnTo>
                  <a:close/>
                </a:path>
                <a:path w="7620" h="281305">
                  <a:moveTo>
                    <a:pt x="7620" y="21717"/>
                  </a:moveTo>
                  <a:lnTo>
                    <a:pt x="0" y="21717"/>
                  </a:lnTo>
                  <a:lnTo>
                    <a:pt x="0" y="24130"/>
                  </a:lnTo>
                  <a:lnTo>
                    <a:pt x="7620" y="24130"/>
                  </a:lnTo>
                  <a:lnTo>
                    <a:pt x="7620" y="21717"/>
                  </a:lnTo>
                  <a:close/>
                </a:path>
                <a:path w="7620" h="281305">
                  <a:moveTo>
                    <a:pt x="7620" y="17907"/>
                  </a:moveTo>
                  <a:lnTo>
                    <a:pt x="0" y="17907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17907"/>
                  </a:lnTo>
                  <a:close/>
                </a:path>
                <a:path w="7620" h="281305">
                  <a:moveTo>
                    <a:pt x="7620" y="15367"/>
                  </a:moveTo>
                  <a:lnTo>
                    <a:pt x="0" y="15367"/>
                  </a:lnTo>
                  <a:lnTo>
                    <a:pt x="0" y="17780"/>
                  </a:lnTo>
                  <a:lnTo>
                    <a:pt x="7620" y="17780"/>
                  </a:lnTo>
                  <a:lnTo>
                    <a:pt x="7620" y="15367"/>
                  </a:lnTo>
                  <a:close/>
                </a:path>
                <a:path w="7620" h="281305">
                  <a:moveTo>
                    <a:pt x="7620" y="11557"/>
                  </a:moveTo>
                  <a:lnTo>
                    <a:pt x="0" y="11557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1557"/>
                  </a:lnTo>
                  <a:close/>
                </a:path>
                <a:path w="7620" h="281305">
                  <a:moveTo>
                    <a:pt x="7620" y="9017"/>
                  </a:moveTo>
                  <a:lnTo>
                    <a:pt x="0" y="9017"/>
                  </a:lnTo>
                  <a:lnTo>
                    <a:pt x="0" y="11430"/>
                  </a:lnTo>
                  <a:lnTo>
                    <a:pt x="7620" y="11430"/>
                  </a:lnTo>
                  <a:lnTo>
                    <a:pt x="7620" y="9017"/>
                  </a:lnTo>
                  <a:close/>
                </a:path>
                <a:path w="7620" h="281305">
                  <a:moveTo>
                    <a:pt x="7620" y="5207"/>
                  </a:moveTo>
                  <a:lnTo>
                    <a:pt x="0" y="5207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5207"/>
                  </a:lnTo>
                  <a:close/>
                </a:path>
                <a:path w="7620" h="281305">
                  <a:moveTo>
                    <a:pt x="7620" y="2667"/>
                  </a:moveTo>
                  <a:lnTo>
                    <a:pt x="0" y="2667"/>
                  </a:lnTo>
                  <a:lnTo>
                    <a:pt x="0" y="5080"/>
                  </a:lnTo>
                  <a:lnTo>
                    <a:pt x="7620" y="5080"/>
                  </a:lnTo>
                  <a:lnTo>
                    <a:pt x="7620" y="2667"/>
                  </a:lnTo>
                  <a:close/>
                </a:path>
                <a:path w="7620" h="281305">
                  <a:moveTo>
                    <a:pt x="76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7620" y="254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E49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5">
              <a:extLst>
                <a:ext uri="{FF2B5EF4-FFF2-40B4-BE49-F238E27FC236}">
                  <a16:creationId xmlns:a16="http://schemas.microsoft.com/office/drawing/2014/main" id="{F8BB7939-EA56-3D83-6A1D-A42B968C0C1D}"/>
                </a:ext>
              </a:extLst>
            </p:cNvPr>
            <p:cNvSpPr/>
            <p:nvPr/>
          </p:nvSpPr>
          <p:spPr>
            <a:xfrm>
              <a:off x="7852265" y="2652663"/>
              <a:ext cx="7620" cy="281305"/>
            </a:xfrm>
            <a:custGeom>
              <a:avLst/>
              <a:gdLst/>
              <a:ahLst/>
              <a:cxnLst/>
              <a:rect l="l" t="t" r="r" b="b"/>
              <a:pathLst>
                <a:path w="7620" h="281305">
                  <a:moveTo>
                    <a:pt x="7620" y="278257"/>
                  </a:moveTo>
                  <a:lnTo>
                    <a:pt x="0" y="278257"/>
                  </a:lnTo>
                  <a:lnTo>
                    <a:pt x="0" y="280797"/>
                  </a:lnTo>
                  <a:lnTo>
                    <a:pt x="7620" y="280797"/>
                  </a:lnTo>
                  <a:lnTo>
                    <a:pt x="7620" y="278257"/>
                  </a:lnTo>
                  <a:close/>
                </a:path>
                <a:path w="7620" h="281305">
                  <a:moveTo>
                    <a:pt x="7620" y="275717"/>
                  </a:moveTo>
                  <a:lnTo>
                    <a:pt x="0" y="275717"/>
                  </a:lnTo>
                  <a:lnTo>
                    <a:pt x="0" y="278130"/>
                  </a:lnTo>
                  <a:lnTo>
                    <a:pt x="7620" y="278130"/>
                  </a:lnTo>
                  <a:lnTo>
                    <a:pt x="7620" y="275717"/>
                  </a:lnTo>
                  <a:close/>
                </a:path>
                <a:path w="7620" h="281305">
                  <a:moveTo>
                    <a:pt x="7620" y="271907"/>
                  </a:moveTo>
                  <a:lnTo>
                    <a:pt x="0" y="271907"/>
                  </a:lnTo>
                  <a:lnTo>
                    <a:pt x="0" y="275590"/>
                  </a:lnTo>
                  <a:lnTo>
                    <a:pt x="7620" y="275590"/>
                  </a:lnTo>
                  <a:lnTo>
                    <a:pt x="7620" y="271907"/>
                  </a:lnTo>
                  <a:close/>
                </a:path>
                <a:path w="7620" h="281305">
                  <a:moveTo>
                    <a:pt x="7620" y="269367"/>
                  </a:moveTo>
                  <a:lnTo>
                    <a:pt x="0" y="269367"/>
                  </a:lnTo>
                  <a:lnTo>
                    <a:pt x="0" y="271780"/>
                  </a:lnTo>
                  <a:lnTo>
                    <a:pt x="7620" y="271780"/>
                  </a:lnTo>
                  <a:lnTo>
                    <a:pt x="7620" y="269367"/>
                  </a:lnTo>
                  <a:close/>
                </a:path>
                <a:path w="7620" h="281305">
                  <a:moveTo>
                    <a:pt x="7620" y="265557"/>
                  </a:moveTo>
                  <a:lnTo>
                    <a:pt x="0" y="265557"/>
                  </a:lnTo>
                  <a:lnTo>
                    <a:pt x="0" y="269240"/>
                  </a:lnTo>
                  <a:lnTo>
                    <a:pt x="7620" y="269240"/>
                  </a:lnTo>
                  <a:lnTo>
                    <a:pt x="7620" y="265557"/>
                  </a:lnTo>
                  <a:close/>
                </a:path>
                <a:path w="7620" h="281305">
                  <a:moveTo>
                    <a:pt x="762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7620" y="265430"/>
                  </a:lnTo>
                  <a:lnTo>
                    <a:pt x="7620" y="263017"/>
                  </a:lnTo>
                  <a:close/>
                </a:path>
                <a:path w="7620" h="281305">
                  <a:moveTo>
                    <a:pt x="7620" y="259207"/>
                  </a:moveTo>
                  <a:lnTo>
                    <a:pt x="0" y="259207"/>
                  </a:lnTo>
                  <a:lnTo>
                    <a:pt x="0" y="262890"/>
                  </a:lnTo>
                  <a:lnTo>
                    <a:pt x="7620" y="262890"/>
                  </a:lnTo>
                  <a:lnTo>
                    <a:pt x="7620" y="259207"/>
                  </a:lnTo>
                  <a:close/>
                </a:path>
                <a:path w="7620" h="281305">
                  <a:moveTo>
                    <a:pt x="762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7620" y="259080"/>
                  </a:lnTo>
                  <a:lnTo>
                    <a:pt x="7620" y="256667"/>
                  </a:lnTo>
                  <a:close/>
                </a:path>
                <a:path w="7620" h="281305">
                  <a:moveTo>
                    <a:pt x="7620" y="252857"/>
                  </a:moveTo>
                  <a:lnTo>
                    <a:pt x="0" y="252857"/>
                  </a:lnTo>
                  <a:lnTo>
                    <a:pt x="0" y="256540"/>
                  </a:lnTo>
                  <a:lnTo>
                    <a:pt x="7620" y="256540"/>
                  </a:lnTo>
                  <a:lnTo>
                    <a:pt x="7620" y="252857"/>
                  </a:lnTo>
                  <a:close/>
                </a:path>
                <a:path w="7620" h="281305">
                  <a:moveTo>
                    <a:pt x="762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7620" y="252730"/>
                  </a:lnTo>
                  <a:lnTo>
                    <a:pt x="7620" y="250317"/>
                  </a:lnTo>
                  <a:close/>
                </a:path>
                <a:path w="7620" h="281305">
                  <a:moveTo>
                    <a:pt x="7620" y="246507"/>
                  </a:moveTo>
                  <a:lnTo>
                    <a:pt x="0" y="246507"/>
                  </a:lnTo>
                  <a:lnTo>
                    <a:pt x="0" y="250190"/>
                  </a:lnTo>
                  <a:lnTo>
                    <a:pt x="7620" y="250190"/>
                  </a:lnTo>
                  <a:lnTo>
                    <a:pt x="7620" y="246507"/>
                  </a:lnTo>
                  <a:close/>
                </a:path>
                <a:path w="7620" h="281305">
                  <a:moveTo>
                    <a:pt x="762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7620" y="246380"/>
                  </a:lnTo>
                  <a:lnTo>
                    <a:pt x="7620" y="243967"/>
                  </a:lnTo>
                  <a:close/>
                </a:path>
                <a:path w="7620" h="281305">
                  <a:moveTo>
                    <a:pt x="7620" y="240157"/>
                  </a:moveTo>
                  <a:lnTo>
                    <a:pt x="0" y="240157"/>
                  </a:lnTo>
                  <a:lnTo>
                    <a:pt x="0" y="243840"/>
                  </a:lnTo>
                  <a:lnTo>
                    <a:pt x="7620" y="243840"/>
                  </a:lnTo>
                  <a:lnTo>
                    <a:pt x="7620" y="240157"/>
                  </a:lnTo>
                  <a:close/>
                </a:path>
                <a:path w="7620" h="281305">
                  <a:moveTo>
                    <a:pt x="762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7620" y="240030"/>
                  </a:lnTo>
                  <a:lnTo>
                    <a:pt x="7620" y="237617"/>
                  </a:lnTo>
                  <a:close/>
                </a:path>
                <a:path w="7620" h="281305">
                  <a:moveTo>
                    <a:pt x="7620" y="233807"/>
                  </a:moveTo>
                  <a:lnTo>
                    <a:pt x="0" y="233807"/>
                  </a:lnTo>
                  <a:lnTo>
                    <a:pt x="0" y="237490"/>
                  </a:lnTo>
                  <a:lnTo>
                    <a:pt x="7620" y="237490"/>
                  </a:lnTo>
                  <a:lnTo>
                    <a:pt x="7620" y="233807"/>
                  </a:lnTo>
                  <a:close/>
                </a:path>
                <a:path w="7620" h="281305">
                  <a:moveTo>
                    <a:pt x="762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7620" y="233680"/>
                  </a:lnTo>
                  <a:lnTo>
                    <a:pt x="7620" y="231267"/>
                  </a:lnTo>
                  <a:close/>
                </a:path>
                <a:path w="7620" h="281305">
                  <a:moveTo>
                    <a:pt x="7620" y="227457"/>
                  </a:moveTo>
                  <a:lnTo>
                    <a:pt x="0" y="227457"/>
                  </a:lnTo>
                  <a:lnTo>
                    <a:pt x="0" y="231140"/>
                  </a:lnTo>
                  <a:lnTo>
                    <a:pt x="7620" y="231140"/>
                  </a:lnTo>
                  <a:lnTo>
                    <a:pt x="7620" y="227457"/>
                  </a:lnTo>
                  <a:close/>
                </a:path>
                <a:path w="7620" h="281305">
                  <a:moveTo>
                    <a:pt x="762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7620" y="227330"/>
                  </a:lnTo>
                  <a:lnTo>
                    <a:pt x="7620" y="224917"/>
                  </a:lnTo>
                  <a:close/>
                </a:path>
                <a:path w="7620" h="281305">
                  <a:moveTo>
                    <a:pt x="7620" y="221107"/>
                  </a:moveTo>
                  <a:lnTo>
                    <a:pt x="0" y="221107"/>
                  </a:lnTo>
                  <a:lnTo>
                    <a:pt x="0" y="224790"/>
                  </a:lnTo>
                  <a:lnTo>
                    <a:pt x="7620" y="224790"/>
                  </a:lnTo>
                  <a:lnTo>
                    <a:pt x="7620" y="221107"/>
                  </a:lnTo>
                  <a:close/>
                </a:path>
                <a:path w="7620" h="281305">
                  <a:moveTo>
                    <a:pt x="762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7620" y="220980"/>
                  </a:lnTo>
                  <a:lnTo>
                    <a:pt x="7620" y="218567"/>
                  </a:lnTo>
                  <a:close/>
                </a:path>
                <a:path w="7620" h="281305">
                  <a:moveTo>
                    <a:pt x="7620" y="214757"/>
                  </a:moveTo>
                  <a:lnTo>
                    <a:pt x="0" y="214757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4757"/>
                  </a:lnTo>
                  <a:close/>
                </a:path>
                <a:path w="7620" h="281305">
                  <a:moveTo>
                    <a:pt x="762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7620" y="214630"/>
                  </a:lnTo>
                  <a:lnTo>
                    <a:pt x="7620" y="212217"/>
                  </a:lnTo>
                  <a:close/>
                </a:path>
                <a:path w="7620" h="281305">
                  <a:moveTo>
                    <a:pt x="7620" y="208407"/>
                  </a:moveTo>
                  <a:lnTo>
                    <a:pt x="0" y="208407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08407"/>
                  </a:lnTo>
                  <a:close/>
                </a:path>
                <a:path w="7620" h="281305">
                  <a:moveTo>
                    <a:pt x="762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7620" y="208280"/>
                  </a:lnTo>
                  <a:lnTo>
                    <a:pt x="7620" y="205867"/>
                  </a:lnTo>
                  <a:close/>
                </a:path>
                <a:path w="7620" h="281305">
                  <a:moveTo>
                    <a:pt x="7620" y="202057"/>
                  </a:moveTo>
                  <a:lnTo>
                    <a:pt x="0" y="202057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2057"/>
                  </a:lnTo>
                  <a:close/>
                </a:path>
                <a:path w="7620" h="281305">
                  <a:moveTo>
                    <a:pt x="762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7620" y="201930"/>
                  </a:lnTo>
                  <a:lnTo>
                    <a:pt x="7620" y="199517"/>
                  </a:lnTo>
                  <a:close/>
                </a:path>
                <a:path w="7620" h="281305">
                  <a:moveTo>
                    <a:pt x="7620" y="195707"/>
                  </a:moveTo>
                  <a:lnTo>
                    <a:pt x="0" y="195707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5707"/>
                  </a:lnTo>
                  <a:close/>
                </a:path>
                <a:path w="7620" h="281305">
                  <a:moveTo>
                    <a:pt x="762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7620" y="195580"/>
                  </a:lnTo>
                  <a:lnTo>
                    <a:pt x="7620" y="193167"/>
                  </a:lnTo>
                  <a:close/>
                </a:path>
                <a:path w="7620" h="281305">
                  <a:moveTo>
                    <a:pt x="7620" y="189357"/>
                  </a:moveTo>
                  <a:lnTo>
                    <a:pt x="0" y="189357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89357"/>
                  </a:lnTo>
                  <a:close/>
                </a:path>
                <a:path w="7620" h="281305">
                  <a:moveTo>
                    <a:pt x="762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7620" y="189230"/>
                  </a:lnTo>
                  <a:lnTo>
                    <a:pt x="7620" y="186817"/>
                  </a:lnTo>
                  <a:close/>
                </a:path>
                <a:path w="7620" h="281305">
                  <a:moveTo>
                    <a:pt x="7620" y="183007"/>
                  </a:moveTo>
                  <a:lnTo>
                    <a:pt x="0" y="183007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3007"/>
                  </a:lnTo>
                  <a:close/>
                </a:path>
                <a:path w="7620" h="281305">
                  <a:moveTo>
                    <a:pt x="762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7620" y="182880"/>
                  </a:lnTo>
                  <a:lnTo>
                    <a:pt x="7620" y="180467"/>
                  </a:lnTo>
                  <a:close/>
                </a:path>
                <a:path w="7620" h="281305">
                  <a:moveTo>
                    <a:pt x="762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927"/>
                  </a:lnTo>
                  <a:close/>
                </a:path>
                <a:path w="7620" h="281305">
                  <a:moveTo>
                    <a:pt x="7620" y="171462"/>
                  </a:moveTo>
                  <a:lnTo>
                    <a:pt x="0" y="171462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1462"/>
                  </a:lnTo>
                  <a:close/>
                </a:path>
                <a:path w="7620" h="281305">
                  <a:moveTo>
                    <a:pt x="7620" y="114312"/>
                  </a:moveTo>
                  <a:lnTo>
                    <a:pt x="0" y="114312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14312"/>
                  </a:lnTo>
                  <a:close/>
                </a:path>
                <a:path w="7620" h="281305">
                  <a:moveTo>
                    <a:pt x="7620" y="104267"/>
                  </a:moveTo>
                  <a:lnTo>
                    <a:pt x="0" y="104267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04267"/>
                  </a:lnTo>
                  <a:close/>
                </a:path>
                <a:path w="7620" h="281305">
                  <a:moveTo>
                    <a:pt x="7620" y="97917"/>
                  </a:moveTo>
                  <a:lnTo>
                    <a:pt x="0" y="97917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97917"/>
                  </a:lnTo>
                  <a:close/>
                </a:path>
                <a:path w="7620" h="281305">
                  <a:moveTo>
                    <a:pt x="7620" y="94107"/>
                  </a:moveTo>
                  <a:lnTo>
                    <a:pt x="0" y="94107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4107"/>
                  </a:lnTo>
                  <a:close/>
                </a:path>
                <a:path w="7620" h="281305">
                  <a:moveTo>
                    <a:pt x="7620" y="91567"/>
                  </a:moveTo>
                  <a:lnTo>
                    <a:pt x="0" y="91567"/>
                  </a:lnTo>
                  <a:lnTo>
                    <a:pt x="0" y="93980"/>
                  </a:lnTo>
                  <a:lnTo>
                    <a:pt x="7620" y="93980"/>
                  </a:lnTo>
                  <a:lnTo>
                    <a:pt x="7620" y="91567"/>
                  </a:lnTo>
                  <a:close/>
                </a:path>
                <a:path w="7620" h="281305">
                  <a:moveTo>
                    <a:pt x="7620" y="87757"/>
                  </a:moveTo>
                  <a:lnTo>
                    <a:pt x="0" y="87757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87757"/>
                  </a:lnTo>
                  <a:close/>
                </a:path>
                <a:path w="7620" h="281305">
                  <a:moveTo>
                    <a:pt x="7620" y="85217"/>
                  </a:moveTo>
                  <a:lnTo>
                    <a:pt x="0" y="85217"/>
                  </a:lnTo>
                  <a:lnTo>
                    <a:pt x="0" y="87630"/>
                  </a:lnTo>
                  <a:lnTo>
                    <a:pt x="7620" y="87630"/>
                  </a:lnTo>
                  <a:lnTo>
                    <a:pt x="7620" y="85217"/>
                  </a:lnTo>
                  <a:close/>
                </a:path>
                <a:path w="7620" h="281305">
                  <a:moveTo>
                    <a:pt x="7620" y="81407"/>
                  </a:moveTo>
                  <a:lnTo>
                    <a:pt x="0" y="81407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1407"/>
                  </a:lnTo>
                  <a:close/>
                </a:path>
                <a:path w="7620" h="281305">
                  <a:moveTo>
                    <a:pt x="7620" y="78867"/>
                  </a:moveTo>
                  <a:lnTo>
                    <a:pt x="0" y="78867"/>
                  </a:lnTo>
                  <a:lnTo>
                    <a:pt x="0" y="81280"/>
                  </a:lnTo>
                  <a:lnTo>
                    <a:pt x="7620" y="81280"/>
                  </a:lnTo>
                  <a:lnTo>
                    <a:pt x="7620" y="78867"/>
                  </a:lnTo>
                  <a:close/>
                </a:path>
                <a:path w="7620" h="281305">
                  <a:moveTo>
                    <a:pt x="7620" y="75057"/>
                  </a:moveTo>
                  <a:lnTo>
                    <a:pt x="0" y="75057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5057"/>
                  </a:lnTo>
                  <a:close/>
                </a:path>
                <a:path w="7620" h="281305">
                  <a:moveTo>
                    <a:pt x="7620" y="72517"/>
                  </a:moveTo>
                  <a:lnTo>
                    <a:pt x="0" y="72517"/>
                  </a:lnTo>
                  <a:lnTo>
                    <a:pt x="0" y="74930"/>
                  </a:lnTo>
                  <a:lnTo>
                    <a:pt x="7620" y="74930"/>
                  </a:lnTo>
                  <a:lnTo>
                    <a:pt x="7620" y="72517"/>
                  </a:lnTo>
                  <a:close/>
                </a:path>
                <a:path w="7620" h="281305">
                  <a:moveTo>
                    <a:pt x="7620" y="68707"/>
                  </a:moveTo>
                  <a:lnTo>
                    <a:pt x="0" y="68707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68707"/>
                  </a:lnTo>
                  <a:close/>
                </a:path>
                <a:path w="7620" h="281305">
                  <a:moveTo>
                    <a:pt x="7620" y="66167"/>
                  </a:moveTo>
                  <a:lnTo>
                    <a:pt x="0" y="66167"/>
                  </a:lnTo>
                  <a:lnTo>
                    <a:pt x="0" y="68580"/>
                  </a:lnTo>
                  <a:lnTo>
                    <a:pt x="7620" y="68580"/>
                  </a:lnTo>
                  <a:lnTo>
                    <a:pt x="7620" y="66167"/>
                  </a:lnTo>
                  <a:close/>
                </a:path>
                <a:path w="7620" h="281305">
                  <a:moveTo>
                    <a:pt x="7620" y="62357"/>
                  </a:moveTo>
                  <a:lnTo>
                    <a:pt x="0" y="62357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2357"/>
                  </a:lnTo>
                  <a:close/>
                </a:path>
                <a:path w="7620" h="281305">
                  <a:moveTo>
                    <a:pt x="7620" y="59817"/>
                  </a:moveTo>
                  <a:lnTo>
                    <a:pt x="0" y="59817"/>
                  </a:lnTo>
                  <a:lnTo>
                    <a:pt x="0" y="62230"/>
                  </a:lnTo>
                  <a:lnTo>
                    <a:pt x="7620" y="62230"/>
                  </a:lnTo>
                  <a:lnTo>
                    <a:pt x="7620" y="59817"/>
                  </a:lnTo>
                  <a:close/>
                </a:path>
                <a:path w="7620" h="281305">
                  <a:moveTo>
                    <a:pt x="7620" y="56007"/>
                  </a:moveTo>
                  <a:lnTo>
                    <a:pt x="0" y="56007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6007"/>
                  </a:lnTo>
                  <a:close/>
                </a:path>
                <a:path w="7620" h="281305">
                  <a:moveTo>
                    <a:pt x="7620" y="53467"/>
                  </a:moveTo>
                  <a:lnTo>
                    <a:pt x="0" y="53467"/>
                  </a:lnTo>
                  <a:lnTo>
                    <a:pt x="0" y="55880"/>
                  </a:lnTo>
                  <a:lnTo>
                    <a:pt x="7620" y="55880"/>
                  </a:lnTo>
                  <a:lnTo>
                    <a:pt x="7620" y="53467"/>
                  </a:lnTo>
                  <a:close/>
                </a:path>
                <a:path w="7620" h="281305">
                  <a:moveTo>
                    <a:pt x="7620" y="49657"/>
                  </a:moveTo>
                  <a:lnTo>
                    <a:pt x="0" y="49657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49657"/>
                  </a:lnTo>
                  <a:close/>
                </a:path>
                <a:path w="7620" h="281305">
                  <a:moveTo>
                    <a:pt x="7620" y="47117"/>
                  </a:moveTo>
                  <a:lnTo>
                    <a:pt x="0" y="47117"/>
                  </a:lnTo>
                  <a:lnTo>
                    <a:pt x="0" y="49530"/>
                  </a:lnTo>
                  <a:lnTo>
                    <a:pt x="7620" y="49530"/>
                  </a:lnTo>
                  <a:lnTo>
                    <a:pt x="7620" y="47117"/>
                  </a:lnTo>
                  <a:close/>
                </a:path>
                <a:path w="7620" h="281305">
                  <a:moveTo>
                    <a:pt x="7620" y="43307"/>
                  </a:moveTo>
                  <a:lnTo>
                    <a:pt x="0" y="43307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3307"/>
                  </a:lnTo>
                  <a:close/>
                </a:path>
                <a:path w="7620" h="281305">
                  <a:moveTo>
                    <a:pt x="7620" y="40767"/>
                  </a:moveTo>
                  <a:lnTo>
                    <a:pt x="0" y="40767"/>
                  </a:lnTo>
                  <a:lnTo>
                    <a:pt x="0" y="43180"/>
                  </a:lnTo>
                  <a:lnTo>
                    <a:pt x="7620" y="43180"/>
                  </a:lnTo>
                  <a:lnTo>
                    <a:pt x="7620" y="40767"/>
                  </a:lnTo>
                  <a:close/>
                </a:path>
                <a:path w="7620" h="281305">
                  <a:moveTo>
                    <a:pt x="7620" y="36957"/>
                  </a:moveTo>
                  <a:lnTo>
                    <a:pt x="0" y="36957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6957"/>
                  </a:lnTo>
                  <a:close/>
                </a:path>
                <a:path w="7620" h="281305">
                  <a:moveTo>
                    <a:pt x="7620" y="34417"/>
                  </a:moveTo>
                  <a:lnTo>
                    <a:pt x="0" y="34417"/>
                  </a:lnTo>
                  <a:lnTo>
                    <a:pt x="0" y="36830"/>
                  </a:lnTo>
                  <a:lnTo>
                    <a:pt x="7620" y="36830"/>
                  </a:lnTo>
                  <a:lnTo>
                    <a:pt x="7620" y="34417"/>
                  </a:lnTo>
                  <a:close/>
                </a:path>
                <a:path w="7620" h="281305">
                  <a:moveTo>
                    <a:pt x="7620" y="30607"/>
                  </a:moveTo>
                  <a:lnTo>
                    <a:pt x="0" y="30607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0607"/>
                  </a:lnTo>
                  <a:close/>
                </a:path>
                <a:path w="7620" h="281305">
                  <a:moveTo>
                    <a:pt x="7620" y="28067"/>
                  </a:moveTo>
                  <a:lnTo>
                    <a:pt x="0" y="28067"/>
                  </a:lnTo>
                  <a:lnTo>
                    <a:pt x="0" y="30480"/>
                  </a:lnTo>
                  <a:lnTo>
                    <a:pt x="7620" y="30480"/>
                  </a:lnTo>
                  <a:lnTo>
                    <a:pt x="7620" y="28067"/>
                  </a:lnTo>
                  <a:close/>
                </a:path>
                <a:path w="7620" h="281305">
                  <a:moveTo>
                    <a:pt x="7620" y="24257"/>
                  </a:moveTo>
                  <a:lnTo>
                    <a:pt x="0" y="24257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4257"/>
                  </a:lnTo>
                  <a:close/>
                </a:path>
                <a:path w="7620" h="281305">
                  <a:moveTo>
                    <a:pt x="7620" y="21717"/>
                  </a:moveTo>
                  <a:lnTo>
                    <a:pt x="0" y="21717"/>
                  </a:lnTo>
                  <a:lnTo>
                    <a:pt x="0" y="24130"/>
                  </a:lnTo>
                  <a:lnTo>
                    <a:pt x="7620" y="24130"/>
                  </a:lnTo>
                  <a:lnTo>
                    <a:pt x="7620" y="21717"/>
                  </a:lnTo>
                  <a:close/>
                </a:path>
                <a:path w="7620" h="281305">
                  <a:moveTo>
                    <a:pt x="7620" y="17907"/>
                  </a:moveTo>
                  <a:lnTo>
                    <a:pt x="0" y="17907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17907"/>
                  </a:lnTo>
                  <a:close/>
                </a:path>
                <a:path w="7620" h="281305">
                  <a:moveTo>
                    <a:pt x="7620" y="15367"/>
                  </a:moveTo>
                  <a:lnTo>
                    <a:pt x="0" y="15367"/>
                  </a:lnTo>
                  <a:lnTo>
                    <a:pt x="0" y="17780"/>
                  </a:lnTo>
                  <a:lnTo>
                    <a:pt x="7620" y="17780"/>
                  </a:lnTo>
                  <a:lnTo>
                    <a:pt x="7620" y="15367"/>
                  </a:lnTo>
                  <a:close/>
                </a:path>
                <a:path w="7620" h="281305">
                  <a:moveTo>
                    <a:pt x="7620" y="11557"/>
                  </a:moveTo>
                  <a:lnTo>
                    <a:pt x="0" y="11557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1557"/>
                  </a:lnTo>
                  <a:close/>
                </a:path>
                <a:path w="7620" h="281305">
                  <a:moveTo>
                    <a:pt x="7620" y="9017"/>
                  </a:moveTo>
                  <a:lnTo>
                    <a:pt x="0" y="9017"/>
                  </a:lnTo>
                  <a:lnTo>
                    <a:pt x="0" y="11430"/>
                  </a:lnTo>
                  <a:lnTo>
                    <a:pt x="7620" y="11430"/>
                  </a:lnTo>
                  <a:lnTo>
                    <a:pt x="7620" y="9017"/>
                  </a:lnTo>
                  <a:close/>
                </a:path>
                <a:path w="7620" h="281305">
                  <a:moveTo>
                    <a:pt x="7620" y="5207"/>
                  </a:moveTo>
                  <a:lnTo>
                    <a:pt x="0" y="5207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5207"/>
                  </a:lnTo>
                  <a:close/>
                </a:path>
                <a:path w="7620" h="281305">
                  <a:moveTo>
                    <a:pt x="7620" y="2667"/>
                  </a:moveTo>
                  <a:lnTo>
                    <a:pt x="0" y="2667"/>
                  </a:lnTo>
                  <a:lnTo>
                    <a:pt x="0" y="5080"/>
                  </a:lnTo>
                  <a:lnTo>
                    <a:pt x="7620" y="5080"/>
                  </a:lnTo>
                  <a:lnTo>
                    <a:pt x="7620" y="2667"/>
                  </a:lnTo>
                  <a:close/>
                </a:path>
                <a:path w="7620" h="281305">
                  <a:moveTo>
                    <a:pt x="76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7620" y="254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D47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196">
              <a:extLst>
                <a:ext uri="{FF2B5EF4-FFF2-40B4-BE49-F238E27FC236}">
                  <a16:creationId xmlns:a16="http://schemas.microsoft.com/office/drawing/2014/main" id="{E6C83723-833C-4BA1-1824-64E0C2D97423}"/>
                </a:ext>
              </a:extLst>
            </p:cNvPr>
            <p:cNvSpPr/>
            <p:nvPr/>
          </p:nvSpPr>
          <p:spPr>
            <a:xfrm>
              <a:off x="7859885" y="2652664"/>
              <a:ext cx="6350" cy="282575"/>
            </a:xfrm>
            <a:custGeom>
              <a:avLst/>
              <a:gdLst/>
              <a:ahLst/>
              <a:cxnLst/>
              <a:rect l="l" t="t" r="r" b="b"/>
              <a:pathLst>
                <a:path w="6350" h="282575">
                  <a:moveTo>
                    <a:pt x="6350" y="104266"/>
                  </a:moveTo>
                  <a:lnTo>
                    <a:pt x="0" y="104266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04266"/>
                  </a:lnTo>
                  <a:close/>
                </a:path>
                <a:path w="6350" h="282575">
                  <a:moveTo>
                    <a:pt x="6350" y="97916"/>
                  </a:moveTo>
                  <a:lnTo>
                    <a:pt x="0" y="97916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97916"/>
                  </a:lnTo>
                  <a:close/>
                </a:path>
                <a:path w="6350" h="282575">
                  <a:moveTo>
                    <a:pt x="6350" y="94107"/>
                  </a:moveTo>
                  <a:lnTo>
                    <a:pt x="0" y="94107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4107"/>
                  </a:lnTo>
                  <a:close/>
                </a:path>
                <a:path w="6350" h="282575">
                  <a:moveTo>
                    <a:pt x="6350" y="91566"/>
                  </a:moveTo>
                  <a:lnTo>
                    <a:pt x="0" y="91566"/>
                  </a:lnTo>
                  <a:lnTo>
                    <a:pt x="0" y="93979"/>
                  </a:lnTo>
                  <a:lnTo>
                    <a:pt x="6350" y="93979"/>
                  </a:lnTo>
                  <a:lnTo>
                    <a:pt x="6350" y="91566"/>
                  </a:lnTo>
                  <a:close/>
                </a:path>
                <a:path w="6350" h="282575">
                  <a:moveTo>
                    <a:pt x="6350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7757"/>
                  </a:lnTo>
                  <a:close/>
                </a:path>
                <a:path w="6350" h="282575">
                  <a:moveTo>
                    <a:pt x="6350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6350" y="87629"/>
                  </a:lnTo>
                  <a:lnTo>
                    <a:pt x="6350" y="85216"/>
                  </a:lnTo>
                  <a:close/>
                </a:path>
                <a:path w="6350" h="282575">
                  <a:moveTo>
                    <a:pt x="635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1407"/>
                  </a:lnTo>
                  <a:close/>
                </a:path>
                <a:path w="6350" h="282575">
                  <a:moveTo>
                    <a:pt x="635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78866"/>
                  </a:lnTo>
                  <a:close/>
                </a:path>
                <a:path w="6350" h="282575">
                  <a:moveTo>
                    <a:pt x="635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5057"/>
                  </a:lnTo>
                  <a:close/>
                </a:path>
                <a:path w="6350" h="282575">
                  <a:moveTo>
                    <a:pt x="635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2516"/>
                  </a:lnTo>
                  <a:close/>
                </a:path>
                <a:path w="6350" h="282575">
                  <a:moveTo>
                    <a:pt x="635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8707"/>
                  </a:lnTo>
                  <a:close/>
                </a:path>
                <a:path w="6350" h="282575">
                  <a:moveTo>
                    <a:pt x="635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6166"/>
                  </a:lnTo>
                  <a:close/>
                </a:path>
                <a:path w="6350" h="282575">
                  <a:moveTo>
                    <a:pt x="635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2357"/>
                  </a:lnTo>
                  <a:close/>
                </a:path>
                <a:path w="6350" h="282575">
                  <a:moveTo>
                    <a:pt x="635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59816"/>
                  </a:lnTo>
                  <a:close/>
                </a:path>
                <a:path w="6350" h="282575">
                  <a:moveTo>
                    <a:pt x="635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6007"/>
                  </a:lnTo>
                  <a:close/>
                </a:path>
                <a:path w="6350" h="282575">
                  <a:moveTo>
                    <a:pt x="635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3466"/>
                  </a:lnTo>
                  <a:close/>
                </a:path>
                <a:path w="6350" h="282575">
                  <a:moveTo>
                    <a:pt x="635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49657"/>
                  </a:lnTo>
                  <a:close/>
                </a:path>
                <a:path w="6350" h="282575">
                  <a:moveTo>
                    <a:pt x="635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7116"/>
                  </a:lnTo>
                  <a:close/>
                </a:path>
                <a:path w="6350" h="282575">
                  <a:moveTo>
                    <a:pt x="635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3307"/>
                  </a:lnTo>
                  <a:close/>
                </a:path>
                <a:path w="6350" h="282575">
                  <a:moveTo>
                    <a:pt x="635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0766"/>
                  </a:lnTo>
                  <a:close/>
                </a:path>
                <a:path w="6350" h="282575">
                  <a:moveTo>
                    <a:pt x="635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6957"/>
                  </a:lnTo>
                  <a:close/>
                </a:path>
                <a:path w="6350" h="282575">
                  <a:moveTo>
                    <a:pt x="635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4416"/>
                  </a:lnTo>
                  <a:close/>
                </a:path>
                <a:path w="6350" h="282575">
                  <a:moveTo>
                    <a:pt x="635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0607"/>
                  </a:lnTo>
                  <a:close/>
                </a:path>
                <a:path w="6350" h="282575">
                  <a:moveTo>
                    <a:pt x="635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8066"/>
                  </a:lnTo>
                  <a:close/>
                </a:path>
                <a:path w="6350" h="282575">
                  <a:moveTo>
                    <a:pt x="635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4257"/>
                  </a:lnTo>
                  <a:close/>
                </a:path>
                <a:path w="6350" h="282575">
                  <a:moveTo>
                    <a:pt x="635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1716"/>
                  </a:lnTo>
                  <a:close/>
                </a:path>
                <a:path w="6350" h="282575">
                  <a:moveTo>
                    <a:pt x="635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7907"/>
                  </a:lnTo>
                  <a:close/>
                </a:path>
                <a:path w="6350" h="282575">
                  <a:moveTo>
                    <a:pt x="635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5366"/>
                  </a:lnTo>
                  <a:close/>
                </a:path>
                <a:path w="6350" h="282575">
                  <a:moveTo>
                    <a:pt x="635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1557"/>
                  </a:lnTo>
                  <a:close/>
                </a:path>
                <a:path w="6350" h="282575">
                  <a:moveTo>
                    <a:pt x="635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9016"/>
                  </a:lnTo>
                  <a:close/>
                </a:path>
                <a:path w="6350" h="282575">
                  <a:moveTo>
                    <a:pt x="635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5207"/>
                  </a:lnTo>
                  <a:close/>
                </a:path>
                <a:path w="6350" h="282575">
                  <a:moveTo>
                    <a:pt x="635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666"/>
                  </a:lnTo>
                  <a:close/>
                </a:path>
                <a:path w="6350" h="282575">
                  <a:moveTo>
                    <a:pt x="63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282575">
                  <a:moveTo>
                    <a:pt x="6350" y="114300"/>
                  </a:moveTo>
                  <a:lnTo>
                    <a:pt x="0" y="11430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14300"/>
                  </a:lnTo>
                  <a:close/>
                </a:path>
                <a:path w="6350" h="282575">
                  <a:moveTo>
                    <a:pt x="6350" y="171450"/>
                  </a:moveTo>
                  <a:lnTo>
                    <a:pt x="0" y="17145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1450"/>
                  </a:lnTo>
                  <a:close/>
                </a:path>
                <a:path w="6350" h="282575">
                  <a:moveTo>
                    <a:pt x="6350" y="278257"/>
                  </a:moveTo>
                  <a:lnTo>
                    <a:pt x="0" y="278257"/>
                  </a:lnTo>
                  <a:lnTo>
                    <a:pt x="0" y="280797"/>
                  </a:lnTo>
                  <a:lnTo>
                    <a:pt x="5079" y="280797"/>
                  </a:lnTo>
                  <a:lnTo>
                    <a:pt x="5079" y="282067"/>
                  </a:lnTo>
                  <a:lnTo>
                    <a:pt x="6350" y="282067"/>
                  </a:lnTo>
                  <a:lnTo>
                    <a:pt x="6350" y="278257"/>
                  </a:lnTo>
                  <a:close/>
                </a:path>
                <a:path w="6350" h="282575">
                  <a:moveTo>
                    <a:pt x="6350" y="275717"/>
                  </a:moveTo>
                  <a:lnTo>
                    <a:pt x="0" y="275717"/>
                  </a:lnTo>
                  <a:lnTo>
                    <a:pt x="0" y="278130"/>
                  </a:lnTo>
                  <a:lnTo>
                    <a:pt x="6350" y="278130"/>
                  </a:lnTo>
                  <a:lnTo>
                    <a:pt x="6350" y="275717"/>
                  </a:lnTo>
                  <a:close/>
                </a:path>
                <a:path w="6350" h="282575">
                  <a:moveTo>
                    <a:pt x="6350" y="271907"/>
                  </a:moveTo>
                  <a:lnTo>
                    <a:pt x="0" y="271907"/>
                  </a:lnTo>
                  <a:lnTo>
                    <a:pt x="0" y="275589"/>
                  </a:lnTo>
                  <a:lnTo>
                    <a:pt x="6350" y="275589"/>
                  </a:lnTo>
                  <a:lnTo>
                    <a:pt x="6350" y="271907"/>
                  </a:lnTo>
                  <a:close/>
                </a:path>
                <a:path w="6350" h="282575">
                  <a:moveTo>
                    <a:pt x="6350" y="269367"/>
                  </a:moveTo>
                  <a:lnTo>
                    <a:pt x="0" y="269367"/>
                  </a:lnTo>
                  <a:lnTo>
                    <a:pt x="0" y="271780"/>
                  </a:lnTo>
                  <a:lnTo>
                    <a:pt x="6350" y="271780"/>
                  </a:lnTo>
                  <a:lnTo>
                    <a:pt x="6350" y="269367"/>
                  </a:lnTo>
                  <a:close/>
                </a:path>
                <a:path w="6350" h="282575">
                  <a:moveTo>
                    <a:pt x="6350" y="265557"/>
                  </a:moveTo>
                  <a:lnTo>
                    <a:pt x="0" y="265557"/>
                  </a:lnTo>
                  <a:lnTo>
                    <a:pt x="0" y="269239"/>
                  </a:lnTo>
                  <a:lnTo>
                    <a:pt x="6350" y="269239"/>
                  </a:lnTo>
                  <a:lnTo>
                    <a:pt x="6350" y="265557"/>
                  </a:lnTo>
                  <a:close/>
                </a:path>
                <a:path w="6350" h="282575">
                  <a:moveTo>
                    <a:pt x="635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6350" y="265430"/>
                  </a:lnTo>
                  <a:lnTo>
                    <a:pt x="6350" y="263017"/>
                  </a:lnTo>
                  <a:close/>
                </a:path>
                <a:path w="6350" h="282575">
                  <a:moveTo>
                    <a:pt x="6350" y="259207"/>
                  </a:moveTo>
                  <a:lnTo>
                    <a:pt x="0" y="259207"/>
                  </a:lnTo>
                  <a:lnTo>
                    <a:pt x="0" y="262889"/>
                  </a:lnTo>
                  <a:lnTo>
                    <a:pt x="6350" y="262889"/>
                  </a:lnTo>
                  <a:lnTo>
                    <a:pt x="6350" y="259207"/>
                  </a:lnTo>
                  <a:close/>
                </a:path>
                <a:path w="6350" h="282575">
                  <a:moveTo>
                    <a:pt x="635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6350" y="259080"/>
                  </a:lnTo>
                  <a:lnTo>
                    <a:pt x="6350" y="256667"/>
                  </a:lnTo>
                  <a:close/>
                </a:path>
                <a:path w="6350" h="282575">
                  <a:moveTo>
                    <a:pt x="6350" y="252857"/>
                  </a:moveTo>
                  <a:lnTo>
                    <a:pt x="0" y="252857"/>
                  </a:lnTo>
                  <a:lnTo>
                    <a:pt x="0" y="256539"/>
                  </a:lnTo>
                  <a:lnTo>
                    <a:pt x="6350" y="256539"/>
                  </a:lnTo>
                  <a:lnTo>
                    <a:pt x="6350" y="252857"/>
                  </a:lnTo>
                  <a:close/>
                </a:path>
                <a:path w="6350" h="282575">
                  <a:moveTo>
                    <a:pt x="635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6350" y="252730"/>
                  </a:lnTo>
                  <a:lnTo>
                    <a:pt x="6350" y="250317"/>
                  </a:lnTo>
                  <a:close/>
                </a:path>
                <a:path w="6350" h="282575">
                  <a:moveTo>
                    <a:pt x="6350" y="246507"/>
                  </a:moveTo>
                  <a:lnTo>
                    <a:pt x="0" y="246507"/>
                  </a:lnTo>
                  <a:lnTo>
                    <a:pt x="0" y="250189"/>
                  </a:lnTo>
                  <a:lnTo>
                    <a:pt x="6350" y="250189"/>
                  </a:lnTo>
                  <a:lnTo>
                    <a:pt x="6350" y="246507"/>
                  </a:lnTo>
                  <a:close/>
                </a:path>
                <a:path w="6350" h="282575">
                  <a:moveTo>
                    <a:pt x="635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6350" y="246380"/>
                  </a:lnTo>
                  <a:lnTo>
                    <a:pt x="6350" y="243967"/>
                  </a:lnTo>
                  <a:close/>
                </a:path>
                <a:path w="6350" h="282575">
                  <a:moveTo>
                    <a:pt x="6350" y="240157"/>
                  </a:moveTo>
                  <a:lnTo>
                    <a:pt x="0" y="240157"/>
                  </a:lnTo>
                  <a:lnTo>
                    <a:pt x="0" y="243839"/>
                  </a:lnTo>
                  <a:lnTo>
                    <a:pt x="6350" y="243839"/>
                  </a:lnTo>
                  <a:lnTo>
                    <a:pt x="6350" y="240157"/>
                  </a:lnTo>
                  <a:close/>
                </a:path>
                <a:path w="6350" h="282575">
                  <a:moveTo>
                    <a:pt x="635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6350" y="240030"/>
                  </a:lnTo>
                  <a:lnTo>
                    <a:pt x="6350" y="237617"/>
                  </a:lnTo>
                  <a:close/>
                </a:path>
                <a:path w="6350" h="282575">
                  <a:moveTo>
                    <a:pt x="6350" y="233807"/>
                  </a:moveTo>
                  <a:lnTo>
                    <a:pt x="0" y="233807"/>
                  </a:lnTo>
                  <a:lnTo>
                    <a:pt x="0" y="237489"/>
                  </a:lnTo>
                  <a:lnTo>
                    <a:pt x="6350" y="237489"/>
                  </a:lnTo>
                  <a:lnTo>
                    <a:pt x="6350" y="233807"/>
                  </a:lnTo>
                  <a:close/>
                </a:path>
                <a:path w="6350" h="282575">
                  <a:moveTo>
                    <a:pt x="635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6350" y="233680"/>
                  </a:lnTo>
                  <a:lnTo>
                    <a:pt x="6350" y="231267"/>
                  </a:lnTo>
                  <a:close/>
                </a:path>
                <a:path w="6350" h="282575">
                  <a:moveTo>
                    <a:pt x="6350" y="227457"/>
                  </a:moveTo>
                  <a:lnTo>
                    <a:pt x="0" y="227457"/>
                  </a:lnTo>
                  <a:lnTo>
                    <a:pt x="0" y="231139"/>
                  </a:lnTo>
                  <a:lnTo>
                    <a:pt x="6350" y="231139"/>
                  </a:lnTo>
                  <a:lnTo>
                    <a:pt x="6350" y="227457"/>
                  </a:lnTo>
                  <a:close/>
                </a:path>
                <a:path w="6350" h="282575">
                  <a:moveTo>
                    <a:pt x="635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6350" y="227330"/>
                  </a:lnTo>
                  <a:lnTo>
                    <a:pt x="6350" y="224917"/>
                  </a:lnTo>
                  <a:close/>
                </a:path>
                <a:path w="6350" h="282575">
                  <a:moveTo>
                    <a:pt x="6350" y="221107"/>
                  </a:moveTo>
                  <a:lnTo>
                    <a:pt x="0" y="221107"/>
                  </a:lnTo>
                  <a:lnTo>
                    <a:pt x="0" y="224789"/>
                  </a:lnTo>
                  <a:lnTo>
                    <a:pt x="6350" y="224789"/>
                  </a:lnTo>
                  <a:lnTo>
                    <a:pt x="6350" y="221107"/>
                  </a:lnTo>
                  <a:close/>
                </a:path>
                <a:path w="6350" h="282575">
                  <a:moveTo>
                    <a:pt x="635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6350" y="220980"/>
                  </a:lnTo>
                  <a:lnTo>
                    <a:pt x="6350" y="218567"/>
                  </a:lnTo>
                  <a:close/>
                </a:path>
                <a:path w="6350" h="282575">
                  <a:moveTo>
                    <a:pt x="6350" y="214757"/>
                  </a:moveTo>
                  <a:lnTo>
                    <a:pt x="0" y="214757"/>
                  </a:lnTo>
                  <a:lnTo>
                    <a:pt x="0" y="218439"/>
                  </a:lnTo>
                  <a:lnTo>
                    <a:pt x="6350" y="218439"/>
                  </a:lnTo>
                  <a:lnTo>
                    <a:pt x="6350" y="214757"/>
                  </a:lnTo>
                  <a:close/>
                </a:path>
                <a:path w="6350" h="282575">
                  <a:moveTo>
                    <a:pt x="635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6350" y="214630"/>
                  </a:lnTo>
                  <a:lnTo>
                    <a:pt x="6350" y="212217"/>
                  </a:lnTo>
                  <a:close/>
                </a:path>
                <a:path w="6350" h="282575">
                  <a:moveTo>
                    <a:pt x="6350" y="208407"/>
                  </a:moveTo>
                  <a:lnTo>
                    <a:pt x="0" y="208407"/>
                  </a:lnTo>
                  <a:lnTo>
                    <a:pt x="0" y="212089"/>
                  </a:lnTo>
                  <a:lnTo>
                    <a:pt x="6350" y="212089"/>
                  </a:lnTo>
                  <a:lnTo>
                    <a:pt x="6350" y="208407"/>
                  </a:lnTo>
                  <a:close/>
                </a:path>
                <a:path w="6350" h="282575">
                  <a:moveTo>
                    <a:pt x="635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6350" y="208280"/>
                  </a:lnTo>
                  <a:lnTo>
                    <a:pt x="6350" y="205867"/>
                  </a:lnTo>
                  <a:close/>
                </a:path>
                <a:path w="6350" h="282575">
                  <a:moveTo>
                    <a:pt x="6350" y="202057"/>
                  </a:moveTo>
                  <a:lnTo>
                    <a:pt x="0" y="202057"/>
                  </a:lnTo>
                  <a:lnTo>
                    <a:pt x="0" y="205739"/>
                  </a:lnTo>
                  <a:lnTo>
                    <a:pt x="6350" y="205739"/>
                  </a:lnTo>
                  <a:lnTo>
                    <a:pt x="6350" y="202057"/>
                  </a:lnTo>
                  <a:close/>
                </a:path>
                <a:path w="6350" h="282575">
                  <a:moveTo>
                    <a:pt x="635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6350" y="201930"/>
                  </a:lnTo>
                  <a:lnTo>
                    <a:pt x="6350" y="199517"/>
                  </a:lnTo>
                  <a:close/>
                </a:path>
                <a:path w="6350" h="282575">
                  <a:moveTo>
                    <a:pt x="6350" y="195707"/>
                  </a:moveTo>
                  <a:lnTo>
                    <a:pt x="0" y="195707"/>
                  </a:lnTo>
                  <a:lnTo>
                    <a:pt x="0" y="199389"/>
                  </a:lnTo>
                  <a:lnTo>
                    <a:pt x="6350" y="199389"/>
                  </a:lnTo>
                  <a:lnTo>
                    <a:pt x="6350" y="195707"/>
                  </a:lnTo>
                  <a:close/>
                </a:path>
                <a:path w="6350" h="282575">
                  <a:moveTo>
                    <a:pt x="635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6350" y="195580"/>
                  </a:lnTo>
                  <a:lnTo>
                    <a:pt x="6350" y="193167"/>
                  </a:lnTo>
                  <a:close/>
                </a:path>
                <a:path w="6350" h="282575">
                  <a:moveTo>
                    <a:pt x="6350" y="189357"/>
                  </a:moveTo>
                  <a:lnTo>
                    <a:pt x="0" y="189357"/>
                  </a:lnTo>
                  <a:lnTo>
                    <a:pt x="0" y="193039"/>
                  </a:lnTo>
                  <a:lnTo>
                    <a:pt x="6350" y="193039"/>
                  </a:lnTo>
                  <a:lnTo>
                    <a:pt x="6350" y="189357"/>
                  </a:lnTo>
                  <a:close/>
                </a:path>
                <a:path w="6350" h="282575">
                  <a:moveTo>
                    <a:pt x="635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186817"/>
                  </a:lnTo>
                  <a:close/>
                </a:path>
                <a:path w="6350" h="282575">
                  <a:moveTo>
                    <a:pt x="6350" y="183007"/>
                  </a:moveTo>
                  <a:lnTo>
                    <a:pt x="0" y="183007"/>
                  </a:lnTo>
                  <a:lnTo>
                    <a:pt x="0" y="186689"/>
                  </a:lnTo>
                  <a:lnTo>
                    <a:pt x="6350" y="186689"/>
                  </a:lnTo>
                  <a:lnTo>
                    <a:pt x="6350" y="183007"/>
                  </a:lnTo>
                  <a:close/>
                </a:path>
                <a:path w="6350" h="282575">
                  <a:moveTo>
                    <a:pt x="635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6350" y="182880"/>
                  </a:lnTo>
                  <a:lnTo>
                    <a:pt x="6350" y="180467"/>
                  </a:lnTo>
                  <a:close/>
                </a:path>
                <a:path w="6350" h="282575">
                  <a:moveTo>
                    <a:pt x="6350" y="177926"/>
                  </a:moveTo>
                  <a:lnTo>
                    <a:pt x="0" y="177926"/>
                  </a:lnTo>
                  <a:lnTo>
                    <a:pt x="0" y="180339"/>
                  </a:lnTo>
                  <a:lnTo>
                    <a:pt x="6350" y="180339"/>
                  </a:lnTo>
                  <a:lnTo>
                    <a:pt x="6350" y="177926"/>
                  </a:lnTo>
                  <a:close/>
                </a:path>
              </a:pathLst>
            </a:custGeom>
            <a:solidFill>
              <a:srgbClr val="2C46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197">
              <a:extLst>
                <a:ext uri="{FF2B5EF4-FFF2-40B4-BE49-F238E27FC236}">
                  <a16:creationId xmlns:a16="http://schemas.microsoft.com/office/drawing/2014/main" id="{43040693-BF5F-822E-EF10-7E3294B10B1A}"/>
                </a:ext>
              </a:extLst>
            </p:cNvPr>
            <p:cNvSpPr/>
            <p:nvPr/>
          </p:nvSpPr>
          <p:spPr>
            <a:xfrm>
              <a:off x="7873855" y="2652664"/>
              <a:ext cx="0" cy="282575"/>
            </a:xfrm>
            <a:custGeom>
              <a:avLst/>
              <a:gdLst/>
              <a:ahLst/>
              <a:cxnLst/>
              <a:rect l="l" t="t" r="r" b="b"/>
              <a:pathLst>
                <a:path h="282575">
                  <a:moveTo>
                    <a:pt x="0" y="0"/>
                  </a:moveTo>
                  <a:lnTo>
                    <a:pt x="0" y="282067"/>
                  </a:lnTo>
                </a:path>
              </a:pathLst>
            </a:custGeom>
            <a:ln w="7619">
              <a:solidFill>
                <a:srgbClr val="2B456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198">
              <a:extLst>
                <a:ext uri="{FF2B5EF4-FFF2-40B4-BE49-F238E27FC236}">
                  <a16:creationId xmlns:a16="http://schemas.microsoft.com/office/drawing/2014/main" id="{4B579185-FEE1-3C85-76B7-5265886BD67E}"/>
                </a:ext>
              </a:extLst>
            </p:cNvPr>
            <p:cNvSpPr/>
            <p:nvPr/>
          </p:nvSpPr>
          <p:spPr>
            <a:xfrm>
              <a:off x="7881474" y="2651394"/>
              <a:ext cx="6350" cy="284480"/>
            </a:xfrm>
            <a:custGeom>
              <a:avLst/>
              <a:gdLst/>
              <a:ahLst/>
              <a:cxnLst/>
              <a:rect l="l" t="t" r="r" b="b"/>
              <a:pathLst>
                <a:path w="6350" h="284480">
                  <a:moveTo>
                    <a:pt x="6350" y="105537"/>
                  </a:moveTo>
                  <a:lnTo>
                    <a:pt x="0" y="105537"/>
                  </a:lnTo>
                  <a:lnTo>
                    <a:pt x="0" y="115570"/>
                  </a:lnTo>
                  <a:lnTo>
                    <a:pt x="6350" y="115570"/>
                  </a:lnTo>
                  <a:lnTo>
                    <a:pt x="6350" y="105537"/>
                  </a:lnTo>
                  <a:close/>
                </a:path>
                <a:path w="6350" h="284480">
                  <a:moveTo>
                    <a:pt x="6350" y="99187"/>
                  </a:moveTo>
                  <a:lnTo>
                    <a:pt x="0" y="99187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99187"/>
                  </a:lnTo>
                  <a:close/>
                </a:path>
                <a:path w="6350" h="284480">
                  <a:moveTo>
                    <a:pt x="6350" y="95377"/>
                  </a:moveTo>
                  <a:lnTo>
                    <a:pt x="0" y="95377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5377"/>
                  </a:lnTo>
                  <a:close/>
                </a:path>
                <a:path w="6350" h="284480">
                  <a:moveTo>
                    <a:pt x="6350" y="92837"/>
                  </a:moveTo>
                  <a:lnTo>
                    <a:pt x="0" y="92837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837"/>
                  </a:lnTo>
                  <a:close/>
                </a:path>
                <a:path w="6350" h="284480">
                  <a:moveTo>
                    <a:pt x="6350" y="89027"/>
                  </a:moveTo>
                  <a:lnTo>
                    <a:pt x="0" y="89027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89027"/>
                  </a:lnTo>
                  <a:close/>
                </a:path>
                <a:path w="6350" h="284480">
                  <a:moveTo>
                    <a:pt x="6350" y="86487"/>
                  </a:moveTo>
                  <a:lnTo>
                    <a:pt x="0" y="86487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487"/>
                  </a:lnTo>
                  <a:close/>
                </a:path>
                <a:path w="6350" h="284480">
                  <a:moveTo>
                    <a:pt x="635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2677"/>
                  </a:lnTo>
                  <a:close/>
                </a:path>
                <a:path w="6350" h="284480">
                  <a:moveTo>
                    <a:pt x="635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137"/>
                  </a:lnTo>
                  <a:close/>
                </a:path>
                <a:path w="6350" h="284480">
                  <a:moveTo>
                    <a:pt x="635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6327"/>
                  </a:lnTo>
                  <a:close/>
                </a:path>
                <a:path w="6350" h="284480">
                  <a:moveTo>
                    <a:pt x="635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787"/>
                  </a:lnTo>
                  <a:close/>
                </a:path>
                <a:path w="6350" h="284480">
                  <a:moveTo>
                    <a:pt x="635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69977"/>
                  </a:lnTo>
                  <a:close/>
                </a:path>
                <a:path w="6350" h="284480">
                  <a:moveTo>
                    <a:pt x="635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437"/>
                  </a:lnTo>
                  <a:close/>
                </a:path>
                <a:path w="6350" h="284480">
                  <a:moveTo>
                    <a:pt x="635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3627"/>
                  </a:lnTo>
                  <a:close/>
                </a:path>
                <a:path w="6350" h="284480">
                  <a:moveTo>
                    <a:pt x="635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1087"/>
                  </a:lnTo>
                  <a:close/>
                </a:path>
                <a:path w="6350" h="284480">
                  <a:moveTo>
                    <a:pt x="635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7277"/>
                  </a:lnTo>
                  <a:close/>
                </a:path>
                <a:path w="6350" h="284480">
                  <a:moveTo>
                    <a:pt x="635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737"/>
                  </a:lnTo>
                  <a:close/>
                </a:path>
                <a:path w="6350" h="284480">
                  <a:moveTo>
                    <a:pt x="635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0927"/>
                  </a:lnTo>
                  <a:close/>
                </a:path>
                <a:path w="6350" h="284480">
                  <a:moveTo>
                    <a:pt x="635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387"/>
                  </a:lnTo>
                  <a:close/>
                </a:path>
                <a:path w="6350" h="284480">
                  <a:moveTo>
                    <a:pt x="635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4577"/>
                  </a:lnTo>
                  <a:close/>
                </a:path>
                <a:path w="6350" h="284480">
                  <a:moveTo>
                    <a:pt x="635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2037"/>
                  </a:lnTo>
                  <a:close/>
                </a:path>
                <a:path w="6350" h="284480">
                  <a:moveTo>
                    <a:pt x="635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8227"/>
                  </a:lnTo>
                  <a:close/>
                </a:path>
                <a:path w="6350" h="284480">
                  <a:moveTo>
                    <a:pt x="635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687"/>
                  </a:lnTo>
                  <a:close/>
                </a:path>
                <a:path w="6350" h="284480">
                  <a:moveTo>
                    <a:pt x="635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1877"/>
                  </a:lnTo>
                  <a:close/>
                </a:path>
                <a:path w="6350" h="284480">
                  <a:moveTo>
                    <a:pt x="635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337"/>
                  </a:lnTo>
                  <a:close/>
                </a:path>
                <a:path w="6350" h="284480">
                  <a:moveTo>
                    <a:pt x="635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5527"/>
                  </a:lnTo>
                  <a:close/>
                </a:path>
                <a:path w="6350" h="284480">
                  <a:moveTo>
                    <a:pt x="635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987"/>
                  </a:lnTo>
                  <a:close/>
                </a:path>
                <a:path w="6350" h="284480">
                  <a:moveTo>
                    <a:pt x="635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19177"/>
                  </a:lnTo>
                  <a:close/>
                </a:path>
                <a:path w="6350" h="284480">
                  <a:moveTo>
                    <a:pt x="635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637"/>
                  </a:lnTo>
                  <a:close/>
                </a:path>
                <a:path w="6350" h="284480">
                  <a:moveTo>
                    <a:pt x="635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2827"/>
                  </a:lnTo>
                  <a:close/>
                </a:path>
                <a:path w="6350" h="284480">
                  <a:moveTo>
                    <a:pt x="635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287"/>
                  </a:lnTo>
                  <a:close/>
                </a:path>
                <a:path w="6350" h="284480">
                  <a:moveTo>
                    <a:pt x="635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6477"/>
                  </a:lnTo>
                  <a:close/>
                </a:path>
                <a:path w="6350" h="284480">
                  <a:moveTo>
                    <a:pt x="635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937"/>
                  </a:lnTo>
                  <a:close/>
                </a:path>
                <a:path w="6350" h="284480">
                  <a:moveTo>
                    <a:pt x="6350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1270"/>
                  </a:lnTo>
                  <a:close/>
                </a:path>
                <a:path w="6350" h="284480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6350" h="284480">
                  <a:moveTo>
                    <a:pt x="6350" y="115570"/>
                  </a:moveTo>
                  <a:lnTo>
                    <a:pt x="0" y="115570"/>
                  </a:lnTo>
                  <a:lnTo>
                    <a:pt x="0" y="172720"/>
                  </a:lnTo>
                  <a:lnTo>
                    <a:pt x="6350" y="172720"/>
                  </a:lnTo>
                  <a:lnTo>
                    <a:pt x="6350" y="115570"/>
                  </a:lnTo>
                  <a:close/>
                </a:path>
                <a:path w="6350" h="284480">
                  <a:moveTo>
                    <a:pt x="6350" y="172720"/>
                  </a:moveTo>
                  <a:lnTo>
                    <a:pt x="0" y="172720"/>
                  </a:lnTo>
                  <a:lnTo>
                    <a:pt x="0" y="179070"/>
                  </a:lnTo>
                  <a:lnTo>
                    <a:pt x="6350" y="179070"/>
                  </a:lnTo>
                  <a:lnTo>
                    <a:pt x="6350" y="172720"/>
                  </a:lnTo>
                  <a:close/>
                </a:path>
                <a:path w="6350" h="284480">
                  <a:moveTo>
                    <a:pt x="5080" y="283337"/>
                  </a:moveTo>
                  <a:lnTo>
                    <a:pt x="3810" y="283337"/>
                  </a:lnTo>
                  <a:lnTo>
                    <a:pt x="3810" y="284480"/>
                  </a:lnTo>
                  <a:lnTo>
                    <a:pt x="5080" y="284480"/>
                  </a:lnTo>
                  <a:lnTo>
                    <a:pt x="5080" y="283337"/>
                  </a:lnTo>
                  <a:close/>
                </a:path>
                <a:path w="6350" h="284480">
                  <a:moveTo>
                    <a:pt x="6350" y="279527"/>
                  </a:moveTo>
                  <a:lnTo>
                    <a:pt x="0" y="279527"/>
                  </a:lnTo>
                  <a:lnTo>
                    <a:pt x="0" y="283337"/>
                  </a:lnTo>
                  <a:lnTo>
                    <a:pt x="3810" y="283337"/>
                  </a:lnTo>
                  <a:lnTo>
                    <a:pt x="3810" y="283210"/>
                  </a:lnTo>
                  <a:lnTo>
                    <a:pt x="6350" y="283210"/>
                  </a:lnTo>
                  <a:lnTo>
                    <a:pt x="6350" y="279527"/>
                  </a:lnTo>
                  <a:close/>
                </a:path>
                <a:path w="6350" h="284480">
                  <a:moveTo>
                    <a:pt x="6350" y="283210"/>
                  </a:moveTo>
                  <a:lnTo>
                    <a:pt x="5080" y="283210"/>
                  </a:lnTo>
                  <a:lnTo>
                    <a:pt x="5080" y="283337"/>
                  </a:lnTo>
                  <a:lnTo>
                    <a:pt x="6350" y="283337"/>
                  </a:lnTo>
                  <a:lnTo>
                    <a:pt x="6350" y="283210"/>
                  </a:lnTo>
                  <a:close/>
                </a:path>
                <a:path w="6350" h="284480">
                  <a:moveTo>
                    <a:pt x="6350" y="276987"/>
                  </a:moveTo>
                  <a:lnTo>
                    <a:pt x="0" y="276987"/>
                  </a:lnTo>
                  <a:lnTo>
                    <a:pt x="0" y="279400"/>
                  </a:lnTo>
                  <a:lnTo>
                    <a:pt x="6350" y="279400"/>
                  </a:lnTo>
                  <a:lnTo>
                    <a:pt x="6350" y="276987"/>
                  </a:lnTo>
                  <a:close/>
                </a:path>
                <a:path w="6350" h="284480">
                  <a:moveTo>
                    <a:pt x="6350" y="273177"/>
                  </a:moveTo>
                  <a:lnTo>
                    <a:pt x="0" y="273177"/>
                  </a:lnTo>
                  <a:lnTo>
                    <a:pt x="0" y="276860"/>
                  </a:lnTo>
                  <a:lnTo>
                    <a:pt x="6350" y="276860"/>
                  </a:lnTo>
                  <a:lnTo>
                    <a:pt x="6350" y="273177"/>
                  </a:lnTo>
                  <a:close/>
                </a:path>
                <a:path w="6350" h="284480">
                  <a:moveTo>
                    <a:pt x="6350" y="270637"/>
                  </a:moveTo>
                  <a:lnTo>
                    <a:pt x="0" y="270637"/>
                  </a:lnTo>
                  <a:lnTo>
                    <a:pt x="0" y="273050"/>
                  </a:lnTo>
                  <a:lnTo>
                    <a:pt x="6350" y="273050"/>
                  </a:lnTo>
                  <a:lnTo>
                    <a:pt x="6350" y="270637"/>
                  </a:lnTo>
                  <a:close/>
                </a:path>
                <a:path w="6350" h="284480">
                  <a:moveTo>
                    <a:pt x="6350" y="266827"/>
                  </a:moveTo>
                  <a:lnTo>
                    <a:pt x="0" y="266827"/>
                  </a:lnTo>
                  <a:lnTo>
                    <a:pt x="0" y="270510"/>
                  </a:lnTo>
                  <a:lnTo>
                    <a:pt x="6350" y="270510"/>
                  </a:lnTo>
                  <a:lnTo>
                    <a:pt x="6350" y="266827"/>
                  </a:lnTo>
                  <a:close/>
                </a:path>
                <a:path w="6350" h="284480">
                  <a:moveTo>
                    <a:pt x="6350" y="264287"/>
                  </a:moveTo>
                  <a:lnTo>
                    <a:pt x="0" y="264287"/>
                  </a:lnTo>
                  <a:lnTo>
                    <a:pt x="0" y="266700"/>
                  </a:lnTo>
                  <a:lnTo>
                    <a:pt x="6350" y="266700"/>
                  </a:lnTo>
                  <a:lnTo>
                    <a:pt x="6350" y="264287"/>
                  </a:lnTo>
                  <a:close/>
                </a:path>
                <a:path w="6350" h="284480">
                  <a:moveTo>
                    <a:pt x="6350" y="260477"/>
                  </a:moveTo>
                  <a:lnTo>
                    <a:pt x="0" y="260477"/>
                  </a:lnTo>
                  <a:lnTo>
                    <a:pt x="0" y="264160"/>
                  </a:lnTo>
                  <a:lnTo>
                    <a:pt x="6350" y="264160"/>
                  </a:lnTo>
                  <a:lnTo>
                    <a:pt x="6350" y="260477"/>
                  </a:lnTo>
                  <a:close/>
                </a:path>
                <a:path w="6350" h="284480">
                  <a:moveTo>
                    <a:pt x="6350" y="257937"/>
                  </a:moveTo>
                  <a:lnTo>
                    <a:pt x="0" y="257937"/>
                  </a:lnTo>
                  <a:lnTo>
                    <a:pt x="0" y="260350"/>
                  </a:lnTo>
                  <a:lnTo>
                    <a:pt x="6350" y="260350"/>
                  </a:lnTo>
                  <a:lnTo>
                    <a:pt x="6350" y="257937"/>
                  </a:lnTo>
                  <a:close/>
                </a:path>
                <a:path w="6350" h="284480">
                  <a:moveTo>
                    <a:pt x="6350" y="254127"/>
                  </a:moveTo>
                  <a:lnTo>
                    <a:pt x="0" y="254127"/>
                  </a:lnTo>
                  <a:lnTo>
                    <a:pt x="0" y="257810"/>
                  </a:lnTo>
                  <a:lnTo>
                    <a:pt x="6350" y="257810"/>
                  </a:lnTo>
                  <a:lnTo>
                    <a:pt x="6350" y="254127"/>
                  </a:lnTo>
                  <a:close/>
                </a:path>
                <a:path w="6350" h="284480">
                  <a:moveTo>
                    <a:pt x="6350" y="251587"/>
                  </a:moveTo>
                  <a:lnTo>
                    <a:pt x="0" y="251587"/>
                  </a:lnTo>
                  <a:lnTo>
                    <a:pt x="0" y="254000"/>
                  </a:lnTo>
                  <a:lnTo>
                    <a:pt x="6350" y="254000"/>
                  </a:lnTo>
                  <a:lnTo>
                    <a:pt x="6350" y="251587"/>
                  </a:lnTo>
                  <a:close/>
                </a:path>
                <a:path w="6350" h="284480">
                  <a:moveTo>
                    <a:pt x="6350" y="247777"/>
                  </a:moveTo>
                  <a:lnTo>
                    <a:pt x="0" y="247777"/>
                  </a:lnTo>
                  <a:lnTo>
                    <a:pt x="0" y="251460"/>
                  </a:lnTo>
                  <a:lnTo>
                    <a:pt x="6350" y="251460"/>
                  </a:lnTo>
                  <a:lnTo>
                    <a:pt x="6350" y="247777"/>
                  </a:lnTo>
                  <a:close/>
                </a:path>
                <a:path w="6350" h="284480">
                  <a:moveTo>
                    <a:pt x="6350" y="245237"/>
                  </a:moveTo>
                  <a:lnTo>
                    <a:pt x="0" y="245237"/>
                  </a:lnTo>
                  <a:lnTo>
                    <a:pt x="0" y="247650"/>
                  </a:lnTo>
                  <a:lnTo>
                    <a:pt x="6350" y="247650"/>
                  </a:lnTo>
                  <a:lnTo>
                    <a:pt x="6350" y="245237"/>
                  </a:lnTo>
                  <a:close/>
                </a:path>
                <a:path w="6350" h="284480">
                  <a:moveTo>
                    <a:pt x="6350" y="241427"/>
                  </a:moveTo>
                  <a:lnTo>
                    <a:pt x="0" y="241427"/>
                  </a:lnTo>
                  <a:lnTo>
                    <a:pt x="0" y="245110"/>
                  </a:lnTo>
                  <a:lnTo>
                    <a:pt x="6350" y="245110"/>
                  </a:lnTo>
                  <a:lnTo>
                    <a:pt x="6350" y="241427"/>
                  </a:lnTo>
                  <a:close/>
                </a:path>
                <a:path w="6350" h="284480">
                  <a:moveTo>
                    <a:pt x="6350" y="238887"/>
                  </a:moveTo>
                  <a:lnTo>
                    <a:pt x="0" y="238887"/>
                  </a:lnTo>
                  <a:lnTo>
                    <a:pt x="0" y="241300"/>
                  </a:lnTo>
                  <a:lnTo>
                    <a:pt x="6350" y="241300"/>
                  </a:lnTo>
                  <a:lnTo>
                    <a:pt x="6350" y="238887"/>
                  </a:lnTo>
                  <a:close/>
                </a:path>
                <a:path w="6350" h="284480">
                  <a:moveTo>
                    <a:pt x="6350" y="235077"/>
                  </a:moveTo>
                  <a:lnTo>
                    <a:pt x="0" y="235077"/>
                  </a:lnTo>
                  <a:lnTo>
                    <a:pt x="0" y="238760"/>
                  </a:lnTo>
                  <a:lnTo>
                    <a:pt x="6350" y="238760"/>
                  </a:lnTo>
                  <a:lnTo>
                    <a:pt x="6350" y="235077"/>
                  </a:lnTo>
                  <a:close/>
                </a:path>
                <a:path w="6350" h="284480">
                  <a:moveTo>
                    <a:pt x="6350" y="232537"/>
                  </a:moveTo>
                  <a:lnTo>
                    <a:pt x="0" y="232537"/>
                  </a:lnTo>
                  <a:lnTo>
                    <a:pt x="0" y="234950"/>
                  </a:lnTo>
                  <a:lnTo>
                    <a:pt x="6350" y="234950"/>
                  </a:lnTo>
                  <a:lnTo>
                    <a:pt x="6350" y="232537"/>
                  </a:lnTo>
                  <a:close/>
                </a:path>
                <a:path w="6350" h="284480">
                  <a:moveTo>
                    <a:pt x="6350" y="228727"/>
                  </a:moveTo>
                  <a:lnTo>
                    <a:pt x="0" y="228727"/>
                  </a:lnTo>
                  <a:lnTo>
                    <a:pt x="0" y="232410"/>
                  </a:lnTo>
                  <a:lnTo>
                    <a:pt x="6350" y="232410"/>
                  </a:lnTo>
                  <a:lnTo>
                    <a:pt x="6350" y="228727"/>
                  </a:lnTo>
                  <a:close/>
                </a:path>
                <a:path w="6350" h="284480">
                  <a:moveTo>
                    <a:pt x="6350" y="226187"/>
                  </a:moveTo>
                  <a:lnTo>
                    <a:pt x="0" y="226187"/>
                  </a:lnTo>
                  <a:lnTo>
                    <a:pt x="0" y="228600"/>
                  </a:lnTo>
                  <a:lnTo>
                    <a:pt x="6350" y="228600"/>
                  </a:lnTo>
                  <a:lnTo>
                    <a:pt x="6350" y="226187"/>
                  </a:lnTo>
                  <a:close/>
                </a:path>
                <a:path w="6350" h="284480">
                  <a:moveTo>
                    <a:pt x="6350" y="222377"/>
                  </a:moveTo>
                  <a:lnTo>
                    <a:pt x="0" y="222377"/>
                  </a:lnTo>
                  <a:lnTo>
                    <a:pt x="0" y="226060"/>
                  </a:lnTo>
                  <a:lnTo>
                    <a:pt x="6350" y="226060"/>
                  </a:lnTo>
                  <a:lnTo>
                    <a:pt x="6350" y="222377"/>
                  </a:lnTo>
                  <a:close/>
                </a:path>
                <a:path w="6350" h="284480">
                  <a:moveTo>
                    <a:pt x="6350" y="219837"/>
                  </a:moveTo>
                  <a:lnTo>
                    <a:pt x="0" y="219837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219837"/>
                  </a:lnTo>
                  <a:close/>
                </a:path>
                <a:path w="6350" h="284480">
                  <a:moveTo>
                    <a:pt x="6350" y="216027"/>
                  </a:moveTo>
                  <a:lnTo>
                    <a:pt x="0" y="216027"/>
                  </a:lnTo>
                  <a:lnTo>
                    <a:pt x="0" y="219710"/>
                  </a:lnTo>
                  <a:lnTo>
                    <a:pt x="6350" y="219710"/>
                  </a:lnTo>
                  <a:lnTo>
                    <a:pt x="6350" y="216027"/>
                  </a:lnTo>
                  <a:close/>
                </a:path>
                <a:path w="6350" h="284480">
                  <a:moveTo>
                    <a:pt x="6350" y="213487"/>
                  </a:moveTo>
                  <a:lnTo>
                    <a:pt x="0" y="213487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3487"/>
                  </a:lnTo>
                  <a:close/>
                </a:path>
                <a:path w="6350" h="284480">
                  <a:moveTo>
                    <a:pt x="6350" y="209677"/>
                  </a:moveTo>
                  <a:lnTo>
                    <a:pt x="0" y="209677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209677"/>
                  </a:lnTo>
                  <a:close/>
                </a:path>
                <a:path w="6350" h="284480">
                  <a:moveTo>
                    <a:pt x="6350" y="207137"/>
                  </a:moveTo>
                  <a:lnTo>
                    <a:pt x="0" y="207137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7137"/>
                  </a:lnTo>
                  <a:close/>
                </a:path>
                <a:path w="6350" h="284480">
                  <a:moveTo>
                    <a:pt x="6350" y="203327"/>
                  </a:moveTo>
                  <a:lnTo>
                    <a:pt x="0" y="203327"/>
                  </a:lnTo>
                  <a:lnTo>
                    <a:pt x="0" y="207010"/>
                  </a:lnTo>
                  <a:lnTo>
                    <a:pt x="6350" y="207010"/>
                  </a:lnTo>
                  <a:lnTo>
                    <a:pt x="6350" y="203327"/>
                  </a:lnTo>
                  <a:close/>
                </a:path>
                <a:path w="6350" h="284480">
                  <a:moveTo>
                    <a:pt x="6350" y="200787"/>
                  </a:moveTo>
                  <a:lnTo>
                    <a:pt x="0" y="200787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0787"/>
                  </a:lnTo>
                  <a:close/>
                </a:path>
                <a:path w="6350" h="284480">
                  <a:moveTo>
                    <a:pt x="6350" y="196977"/>
                  </a:moveTo>
                  <a:lnTo>
                    <a:pt x="0" y="196977"/>
                  </a:lnTo>
                  <a:lnTo>
                    <a:pt x="0" y="200660"/>
                  </a:lnTo>
                  <a:lnTo>
                    <a:pt x="6350" y="200660"/>
                  </a:lnTo>
                  <a:lnTo>
                    <a:pt x="6350" y="196977"/>
                  </a:lnTo>
                  <a:close/>
                </a:path>
                <a:path w="6350" h="284480">
                  <a:moveTo>
                    <a:pt x="6350" y="194437"/>
                  </a:moveTo>
                  <a:lnTo>
                    <a:pt x="0" y="194437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4437"/>
                  </a:lnTo>
                  <a:close/>
                </a:path>
                <a:path w="6350" h="284480">
                  <a:moveTo>
                    <a:pt x="6350" y="190627"/>
                  </a:moveTo>
                  <a:lnTo>
                    <a:pt x="0" y="190627"/>
                  </a:lnTo>
                  <a:lnTo>
                    <a:pt x="0" y="194310"/>
                  </a:lnTo>
                  <a:lnTo>
                    <a:pt x="6350" y="194310"/>
                  </a:lnTo>
                  <a:lnTo>
                    <a:pt x="6350" y="190627"/>
                  </a:lnTo>
                  <a:close/>
                </a:path>
                <a:path w="6350" h="284480">
                  <a:moveTo>
                    <a:pt x="6350" y="188087"/>
                  </a:moveTo>
                  <a:lnTo>
                    <a:pt x="0" y="188087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8087"/>
                  </a:lnTo>
                  <a:close/>
                </a:path>
                <a:path w="6350" h="284480">
                  <a:moveTo>
                    <a:pt x="6350" y="184277"/>
                  </a:moveTo>
                  <a:lnTo>
                    <a:pt x="0" y="184277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84277"/>
                  </a:lnTo>
                  <a:close/>
                </a:path>
                <a:path w="6350" h="284480">
                  <a:moveTo>
                    <a:pt x="6350" y="181737"/>
                  </a:moveTo>
                  <a:lnTo>
                    <a:pt x="0" y="181737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737"/>
                  </a:lnTo>
                  <a:close/>
                </a:path>
                <a:path w="6350" h="284480">
                  <a:moveTo>
                    <a:pt x="6350" y="179197"/>
                  </a:moveTo>
                  <a:lnTo>
                    <a:pt x="0" y="179197"/>
                  </a:lnTo>
                  <a:lnTo>
                    <a:pt x="0" y="181610"/>
                  </a:lnTo>
                  <a:lnTo>
                    <a:pt x="6350" y="181610"/>
                  </a:lnTo>
                  <a:lnTo>
                    <a:pt x="6350" y="179197"/>
                  </a:lnTo>
                  <a:close/>
                </a:path>
              </a:pathLst>
            </a:custGeom>
            <a:solidFill>
              <a:srgbClr val="2A42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199">
              <a:extLst>
                <a:ext uri="{FF2B5EF4-FFF2-40B4-BE49-F238E27FC236}">
                  <a16:creationId xmlns:a16="http://schemas.microsoft.com/office/drawing/2014/main" id="{9E321CC2-3A40-7291-D812-E532A6CC1929}"/>
                </a:ext>
              </a:extLst>
            </p:cNvPr>
            <p:cNvSpPr/>
            <p:nvPr/>
          </p:nvSpPr>
          <p:spPr>
            <a:xfrm>
              <a:off x="7895444" y="2652664"/>
              <a:ext cx="0" cy="282575"/>
            </a:xfrm>
            <a:custGeom>
              <a:avLst/>
              <a:gdLst/>
              <a:ahLst/>
              <a:cxnLst/>
              <a:rect l="l" t="t" r="r" b="b"/>
              <a:pathLst>
                <a:path h="282575">
                  <a:moveTo>
                    <a:pt x="0" y="0"/>
                  </a:moveTo>
                  <a:lnTo>
                    <a:pt x="0" y="282067"/>
                  </a:lnTo>
                </a:path>
              </a:pathLst>
            </a:custGeom>
            <a:ln w="7620">
              <a:solidFill>
                <a:srgbClr val="28415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0">
              <a:extLst>
                <a:ext uri="{FF2B5EF4-FFF2-40B4-BE49-F238E27FC236}">
                  <a16:creationId xmlns:a16="http://schemas.microsoft.com/office/drawing/2014/main" id="{E8BA4E54-A3B4-9183-7F15-077DCC8373A5}"/>
                </a:ext>
              </a:extLst>
            </p:cNvPr>
            <p:cNvSpPr/>
            <p:nvPr/>
          </p:nvSpPr>
          <p:spPr>
            <a:xfrm>
              <a:off x="7903065" y="2652664"/>
              <a:ext cx="6350" cy="282575"/>
            </a:xfrm>
            <a:custGeom>
              <a:avLst/>
              <a:gdLst/>
              <a:ahLst/>
              <a:cxnLst/>
              <a:rect l="l" t="t" r="r" b="b"/>
              <a:pathLst>
                <a:path w="6350" h="282575">
                  <a:moveTo>
                    <a:pt x="6350" y="104266"/>
                  </a:moveTo>
                  <a:lnTo>
                    <a:pt x="0" y="104266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04266"/>
                  </a:lnTo>
                  <a:close/>
                </a:path>
                <a:path w="6350" h="282575">
                  <a:moveTo>
                    <a:pt x="6350" y="97916"/>
                  </a:moveTo>
                  <a:lnTo>
                    <a:pt x="0" y="97916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97916"/>
                  </a:lnTo>
                  <a:close/>
                </a:path>
                <a:path w="6350" h="282575">
                  <a:moveTo>
                    <a:pt x="6350" y="94107"/>
                  </a:moveTo>
                  <a:lnTo>
                    <a:pt x="0" y="94107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4107"/>
                  </a:lnTo>
                  <a:close/>
                </a:path>
                <a:path w="6350" h="282575">
                  <a:moveTo>
                    <a:pt x="6350" y="91566"/>
                  </a:moveTo>
                  <a:lnTo>
                    <a:pt x="0" y="91566"/>
                  </a:lnTo>
                  <a:lnTo>
                    <a:pt x="0" y="93979"/>
                  </a:lnTo>
                  <a:lnTo>
                    <a:pt x="6350" y="93979"/>
                  </a:lnTo>
                  <a:lnTo>
                    <a:pt x="6350" y="91566"/>
                  </a:lnTo>
                  <a:close/>
                </a:path>
                <a:path w="6350" h="282575">
                  <a:moveTo>
                    <a:pt x="6350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7757"/>
                  </a:lnTo>
                  <a:close/>
                </a:path>
                <a:path w="6350" h="282575">
                  <a:moveTo>
                    <a:pt x="6350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6350" y="87629"/>
                  </a:lnTo>
                  <a:lnTo>
                    <a:pt x="6350" y="85216"/>
                  </a:lnTo>
                  <a:close/>
                </a:path>
                <a:path w="6350" h="282575">
                  <a:moveTo>
                    <a:pt x="635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1407"/>
                  </a:lnTo>
                  <a:close/>
                </a:path>
                <a:path w="6350" h="282575">
                  <a:moveTo>
                    <a:pt x="635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78866"/>
                  </a:lnTo>
                  <a:close/>
                </a:path>
                <a:path w="6350" h="282575">
                  <a:moveTo>
                    <a:pt x="635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5057"/>
                  </a:lnTo>
                  <a:close/>
                </a:path>
                <a:path w="6350" h="282575">
                  <a:moveTo>
                    <a:pt x="635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2516"/>
                  </a:lnTo>
                  <a:close/>
                </a:path>
                <a:path w="6350" h="282575">
                  <a:moveTo>
                    <a:pt x="635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8707"/>
                  </a:lnTo>
                  <a:close/>
                </a:path>
                <a:path w="6350" h="282575">
                  <a:moveTo>
                    <a:pt x="635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6166"/>
                  </a:lnTo>
                  <a:close/>
                </a:path>
                <a:path w="6350" h="282575">
                  <a:moveTo>
                    <a:pt x="635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2357"/>
                  </a:lnTo>
                  <a:close/>
                </a:path>
                <a:path w="6350" h="282575">
                  <a:moveTo>
                    <a:pt x="635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59816"/>
                  </a:lnTo>
                  <a:close/>
                </a:path>
                <a:path w="6350" h="282575">
                  <a:moveTo>
                    <a:pt x="635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6007"/>
                  </a:lnTo>
                  <a:close/>
                </a:path>
                <a:path w="6350" h="282575">
                  <a:moveTo>
                    <a:pt x="635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3466"/>
                  </a:lnTo>
                  <a:close/>
                </a:path>
                <a:path w="6350" h="282575">
                  <a:moveTo>
                    <a:pt x="635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49657"/>
                  </a:lnTo>
                  <a:close/>
                </a:path>
                <a:path w="6350" h="282575">
                  <a:moveTo>
                    <a:pt x="635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7116"/>
                  </a:lnTo>
                  <a:close/>
                </a:path>
                <a:path w="6350" h="282575">
                  <a:moveTo>
                    <a:pt x="635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3307"/>
                  </a:lnTo>
                  <a:close/>
                </a:path>
                <a:path w="6350" h="282575">
                  <a:moveTo>
                    <a:pt x="635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0766"/>
                  </a:lnTo>
                  <a:close/>
                </a:path>
                <a:path w="6350" h="282575">
                  <a:moveTo>
                    <a:pt x="635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6957"/>
                  </a:lnTo>
                  <a:close/>
                </a:path>
                <a:path w="6350" h="282575">
                  <a:moveTo>
                    <a:pt x="635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4416"/>
                  </a:lnTo>
                  <a:close/>
                </a:path>
                <a:path w="6350" h="282575">
                  <a:moveTo>
                    <a:pt x="635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0607"/>
                  </a:lnTo>
                  <a:close/>
                </a:path>
                <a:path w="6350" h="282575">
                  <a:moveTo>
                    <a:pt x="635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8066"/>
                  </a:lnTo>
                  <a:close/>
                </a:path>
                <a:path w="6350" h="282575">
                  <a:moveTo>
                    <a:pt x="635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4257"/>
                  </a:lnTo>
                  <a:close/>
                </a:path>
                <a:path w="6350" h="282575">
                  <a:moveTo>
                    <a:pt x="635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1716"/>
                  </a:lnTo>
                  <a:close/>
                </a:path>
                <a:path w="6350" h="282575">
                  <a:moveTo>
                    <a:pt x="635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7907"/>
                  </a:lnTo>
                  <a:close/>
                </a:path>
                <a:path w="6350" h="282575">
                  <a:moveTo>
                    <a:pt x="635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5366"/>
                  </a:lnTo>
                  <a:close/>
                </a:path>
                <a:path w="6350" h="282575">
                  <a:moveTo>
                    <a:pt x="635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1557"/>
                  </a:lnTo>
                  <a:close/>
                </a:path>
                <a:path w="6350" h="282575">
                  <a:moveTo>
                    <a:pt x="635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9016"/>
                  </a:lnTo>
                  <a:close/>
                </a:path>
                <a:path w="6350" h="282575">
                  <a:moveTo>
                    <a:pt x="635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5207"/>
                  </a:lnTo>
                  <a:close/>
                </a:path>
                <a:path w="6350" h="282575">
                  <a:moveTo>
                    <a:pt x="635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666"/>
                  </a:lnTo>
                  <a:close/>
                </a:path>
                <a:path w="6350" h="282575">
                  <a:moveTo>
                    <a:pt x="380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397"/>
                  </a:lnTo>
                  <a:lnTo>
                    <a:pt x="3809" y="1397"/>
                  </a:lnTo>
                  <a:lnTo>
                    <a:pt x="3809" y="0"/>
                  </a:lnTo>
                  <a:close/>
                </a:path>
                <a:path w="6350" h="282575">
                  <a:moveTo>
                    <a:pt x="6350" y="114300"/>
                  </a:moveTo>
                  <a:lnTo>
                    <a:pt x="0" y="11430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14300"/>
                  </a:lnTo>
                  <a:close/>
                </a:path>
                <a:path w="6350" h="282575">
                  <a:moveTo>
                    <a:pt x="6350" y="171450"/>
                  </a:moveTo>
                  <a:lnTo>
                    <a:pt x="0" y="17145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1450"/>
                  </a:lnTo>
                  <a:close/>
                </a:path>
                <a:path w="6350" h="282575">
                  <a:moveTo>
                    <a:pt x="6350" y="278257"/>
                  </a:moveTo>
                  <a:lnTo>
                    <a:pt x="0" y="278257"/>
                  </a:lnTo>
                  <a:lnTo>
                    <a:pt x="0" y="282067"/>
                  </a:lnTo>
                  <a:lnTo>
                    <a:pt x="6350" y="282067"/>
                  </a:lnTo>
                  <a:lnTo>
                    <a:pt x="6350" y="278257"/>
                  </a:lnTo>
                  <a:close/>
                </a:path>
                <a:path w="6350" h="282575">
                  <a:moveTo>
                    <a:pt x="6350" y="275717"/>
                  </a:moveTo>
                  <a:lnTo>
                    <a:pt x="0" y="275717"/>
                  </a:lnTo>
                  <a:lnTo>
                    <a:pt x="0" y="278130"/>
                  </a:lnTo>
                  <a:lnTo>
                    <a:pt x="6350" y="278130"/>
                  </a:lnTo>
                  <a:lnTo>
                    <a:pt x="6350" y="275717"/>
                  </a:lnTo>
                  <a:close/>
                </a:path>
                <a:path w="6350" h="282575">
                  <a:moveTo>
                    <a:pt x="6350" y="271907"/>
                  </a:moveTo>
                  <a:lnTo>
                    <a:pt x="0" y="271907"/>
                  </a:lnTo>
                  <a:lnTo>
                    <a:pt x="0" y="275589"/>
                  </a:lnTo>
                  <a:lnTo>
                    <a:pt x="6350" y="275589"/>
                  </a:lnTo>
                  <a:lnTo>
                    <a:pt x="6350" y="271907"/>
                  </a:lnTo>
                  <a:close/>
                </a:path>
                <a:path w="6350" h="282575">
                  <a:moveTo>
                    <a:pt x="6350" y="269367"/>
                  </a:moveTo>
                  <a:lnTo>
                    <a:pt x="0" y="269367"/>
                  </a:lnTo>
                  <a:lnTo>
                    <a:pt x="0" y="271780"/>
                  </a:lnTo>
                  <a:lnTo>
                    <a:pt x="6350" y="271780"/>
                  </a:lnTo>
                  <a:lnTo>
                    <a:pt x="6350" y="269367"/>
                  </a:lnTo>
                  <a:close/>
                </a:path>
                <a:path w="6350" h="282575">
                  <a:moveTo>
                    <a:pt x="6350" y="265557"/>
                  </a:moveTo>
                  <a:lnTo>
                    <a:pt x="0" y="265557"/>
                  </a:lnTo>
                  <a:lnTo>
                    <a:pt x="0" y="269239"/>
                  </a:lnTo>
                  <a:lnTo>
                    <a:pt x="6350" y="269239"/>
                  </a:lnTo>
                  <a:lnTo>
                    <a:pt x="6350" y="265557"/>
                  </a:lnTo>
                  <a:close/>
                </a:path>
                <a:path w="6350" h="282575">
                  <a:moveTo>
                    <a:pt x="635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6350" y="265430"/>
                  </a:lnTo>
                  <a:lnTo>
                    <a:pt x="6350" y="263017"/>
                  </a:lnTo>
                  <a:close/>
                </a:path>
                <a:path w="6350" h="282575">
                  <a:moveTo>
                    <a:pt x="6350" y="259207"/>
                  </a:moveTo>
                  <a:lnTo>
                    <a:pt x="0" y="259207"/>
                  </a:lnTo>
                  <a:lnTo>
                    <a:pt x="0" y="262889"/>
                  </a:lnTo>
                  <a:lnTo>
                    <a:pt x="6350" y="262889"/>
                  </a:lnTo>
                  <a:lnTo>
                    <a:pt x="6350" y="259207"/>
                  </a:lnTo>
                  <a:close/>
                </a:path>
                <a:path w="6350" h="282575">
                  <a:moveTo>
                    <a:pt x="635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6350" y="259080"/>
                  </a:lnTo>
                  <a:lnTo>
                    <a:pt x="6350" y="256667"/>
                  </a:lnTo>
                  <a:close/>
                </a:path>
                <a:path w="6350" h="282575">
                  <a:moveTo>
                    <a:pt x="6350" y="252857"/>
                  </a:moveTo>
                  <a:lnTo>
                    <a:pt x="0" y="252857"/>
                  </a:lnTo>
                  <a:lnTo>
                    <a:pt x="0" y="256539"/>
                  </a:lnTo>
                  <a:lnTo>
                    <a:pt x="6350" y="256539"/>
                  </a:lnTo>
                  <a:lnTo>
                    <a:pt x="6350" y="252857"/>
                  </a:lnTo>
                  <a:close/>
                </a:path>
                <a:path w="6350" h="282575">
                  <a:moveTo>
                    <a:pt x="635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6350" y="252730"/>
                  </a:lnTo>
                  <a:lnTo>
                    <a:pt x="6350" y="250317"/>
                  </a:lnTo>
                  <a:close/>
                </a:path>
                <a:path w="6350" h="282575">
                  <a:moveTo>
                    <a:pt x="6350" y="246507"/>
                  </a:moveTo>
                  <a:lnTo>
                    <a:pt x="0" y="246507"/>
                  </a:lnTo>
                  <a:lnTo>
                    <a:pt x="0" y="250189"/>
                  </a:lnTo>
                  <a:lnTo>
                    <a:pt x="6350" y="250189"/>
                  </a:lnTo>
                  <a:lnTo>
                    <a:pt x="6350" y="246507"/>
                  </a:lnTo>
                  <a:close/>
                </a:path>
                <a:path w="6350" h="282575">
                  <a:moveTo>
                    <a:pt x="635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6350" y="246380"/>
                  </a:lnTo>
                  <a:lnTo>
                    <a:pt x="6350" y="243967"/>
                  </a:lnTo>
                  <a:close/>
                </a:path>
                <a:path w="6350" h="282575">
                  <a:moveTo>
                    <a:pt x="6350" y="240157"/>
                  </a:moveTo>
                  <a:lnTo>
                    <a:pt x="0" y="240157"/>
                  </a:lnTo>
                  <a:lnTo>
                    <a:pt x="0" y="243839"/>
                  </a:lnTo>
                  <a:lnTo>
                    <a:pt x="6350" y="243839"/>
                  </a:lnTo>
                  <a:lnTo>
                    <a:pt x="6350" y="240157"/>
                  </a:lnTo>
                  <a:close/>
                </a:path>
                <a:path w="6350" h="282575">
                  <a:moveTo>
                    <a:pt x="635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6350" y="240030"/>
                  </a:lnTo>
                  <a:lnTo>
                    <a:pt x="6350" y="237617"/>
                  </a:lnTo>
                  <a:close/>
                </a:path>
                <a:path w="6350" h="282575">
                  <a:moveTo>
                    <a:pt x="6350" y="233807"/>
                  </a:moveTo>
                  <a:lnTo>
                    <a:pt x="0" y="233807"/>
                  </a:lnTo>
                  <a:lnTo>
                    <a:pt x="0" y="237489"/>
                  </a:lnTo>
                  <a:lnTo>
                    <a:pt x="6350" y="237489"/>
                  </a:lnTo>
                  <a:lnTo>
                    <a:pt x="6350" y="233807"/>
                  </a:lnTo>
                  <a:close/>
                </a:path>
                <a:path w="6350" h="282575">
                  <a:moveTo>
                    <a:pt x="635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6350" y="233680"/>
                  </a:lnTo>
                  <a:lnTo>
                    <a:pt x="6350" y="231267"/>
                  </a:lnTo>
                  <a:close/>
                </a:path>
                <a:path w="6350" h="282575">
                  <a:moveTo>
                    <a:pt x="6350" y="227457"/>
                  </a:moveTo>
                  <a:lnTo>
                    <a:pt x="0" y="227457"/>
                  </a:lnTo>
                  <a:lnTo>
                    <a:pt x="0" y="231139"/>
                  </a:lnTo>
                  <a:lnTo>
                    <a:pt x="6350" y="231139"/>
                  </a:lnTo>
                  <a:lnTo>
                    <a:pt x="6350" y="227457"/>
                  </a:lnTo>
                  <a:close/>
                </a:path>
                <a:path w="6350" h="282575">
                  <a:moveTo>
                    <a:pt x="635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6350" y="227330"/>
                  </a:lnTo>
                  <a:lnTo>
                    <a:pt x="6350" y="224917"/>
                  </a:lnTo>
                  <a:close/>
                </a:path>
                <a:path w="6350" h="282575">
                  <a:moveTo>
                    <a:pt x="6350" y="221107"/>
                  </a:moveTo>
                  <a:lnTo>
                    <a:pt x="0" y="221107"/>
                  </a:lnTo>
                  <a:lnTo>
                    <a:pt x="0" y="224789"/>
                  </a:lnTo>
                  <a:lnTo>
                    <a:pt x="6350" y="224789"/>
                  </a:lnTo>
                  <a:lnTo>
                    <a:pt x="6350" y="221107"/>
                  </a:lnTo>
                  <a:close/>
                </a:path>
                <a:path w="6350" h="282575">
                  <a:moveTo>
                    <a:pt x="635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6350" y="220980"/>
                  </a:lnTo>
                  <a:lnTo>
                    <a:pt x="6350" y="218567"/>
                  </a:lnTo>
                  <a:close/>
                </a:path>
                <a:path w="6350" h="282575">
                  <a:moveTo>
                    <a:pt x="6350" y="214757"/>
                  </a:moveTo>
                  <a:lnTo>
                    <a:pt x="0" y="214757"/>
                  </a:lnTo>
                  <a:lnTo>
                    <a:pt x="0" y="218439"/>
                  </a:lnTo>
                  <a:lnTo>
                    <a:pt x="6350" y="218439"/>
                  </a:lnTo>
                  <a:lnTo>
                    <a:pt x="6350" y="214757"/>
                  </a:lnTo>
                  <a:close/>
                </a:path>
                <a:path w="6350" h="282575">
                  <a:moveTo>
                    <a:pt x="635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6350" y="214630"/>
                  </a:lnTo>
                  <a:lnTo>
                    <a:pt x="6350" y="212217"/>
                  </a:lnTo>
                  <a:close/>
                </a:path>
                <a:path w="6350" h="282575">
                  <a:moveTo>
                    <a:pt x="6350" y="208407"/>
                  </a:moveTo>
                  <a:lnTo>
                    <a:pt x="0" y="208407"/>
                  </a:lnTo>
                  <a:lnTo>
                    <a:pt x="0" y="212089"/>
                  </a:lnTo>
                  <a:lnTo>
                    <a:pt x="6350" y="212089"/>
                  </a:lnTo>
                  <a:lnTo>
                    <a:pt x="6350" y="208407"/>
                  </a:lnTo>
                  <a:close/>
                </a:path>
                <a:path w="6350" h="282575">
                  <a:moveTo>
                    <a:pt x="635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6350" y="208280"/>
                  </a:lnTo>
                  <a:lnTo>
                    <a:pt x="6350" y="205867"/>
                  </a:lnTo>
                  <a:close/>
                </a:path>
                <a:path w="6350" h="282575">
                  <a:moveTo>
                    <a:pt x="6350" y="202057"/>
                  </a:moveTo>
                  <a:lnTo>
                    <a:pt x="0" y="202057"/>
                  </a:lnTo>
                  <a:lnTo>
                    <a:pt x="0" y="205739"/>
                  </a:lnTo>
                  <a:lnTo>
                    <a:pt x="6350" y="205739"/>
                  </a:lnTo>
                  <a:lnTo>
                    <a:pt x="6350" y="202057"/>
                  </a:lnTo>
                  <a:close/>
                </a:path>
                <a:path w="6350" h="282575">
                  <a:moveTo>
                    <a:pt x="635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6350" y="201930"/>
                  </a:lnTo>
                  <a:lnTo>
                    <a:pt x="6350" y="199517"/>
                  </a:lnTo>
                  <a:close/>
                </a:path>
                <a:path w="6350" h="282575">
                  <a:moveTo>
                    <a:pt x="6350" y="195707"/>
                  </a:moveTo>
                  <a:lnTo>
                    <a:pt x="0" y="195707"/>
                  </a:lnTo>
                  <a:lnTo>
                    <a:pt x="0" y="199389"/>
                  </a:lnTo>
                  <a:lnTo>
                    <a:pt x="6350" y="199389"/>
                  </a:lnTo>
                  <a:lnTo>
                    <a:pt x="6350" y="195707"/>
                  </a:lnTo>
                  <a:close/>
                </a:path>
                <a:path w="6350" h="282575">
                  <a:moveTo>
                    <a:pt x="635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6350" y="195580"/>
                  </a:lnTo>
                  <a:lnTo>
                    <a:pt x="6350" y="193167"/>
                  </a:lnTo>
                  <a:close/>
                </a:path>
                <a:path w="6350" h="282575">
                  <a:moveTo>
                    <a:pt x="6350" y="189357"/>
                  </a:moveTo>
                  <a:lnTo>
                    <a:pt x="0" y="189357"/>
                  </a:lnTo>
                  <a:lnTo>
                    <a:pt x="0" y="193039"/>
                  </a:lnTo>
                  <a:lnTo>
                    <a:pt x="6350" y="193039"/>
                  </a:lnTo>
                  <a:lnTo>
                    <a:pt x="6350" y="189357"/>
                  </a:lnTo>
                  <a:close/>
                </a:path>
                <a:path w="6350" h="282575">
                  <a:moveTo>
                    <a:pt x="635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186817"/>
                  </a:lnTo>
                  <a:close/>
                </a:path>
                <a:path w="6350" h="282575">
                  <a:moveTo>
                    <a:pt x="6350" y="183007"/>
                  </a:moveTo>
                  <a:lnTo>
                    <a:pt x="0" y="183007"/>
                  </a:lnTo>
                  <a:lnTo>
                    <a:pt x="0" y="186689"/>
                  </a:lnTo>
                  <a:lnTo>
                    <a:pt x="6350" y="186689"/>
                  </a:lnTo>
                  <a:lnTo>
                    <a:pt x="6350" y="183007"/>
                  </a:lnTo>
                  <a:close/>
                </a:path>
                <a:path w="6350" h="282575">
                  <a:moveTo>
                    <a:pt x="635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6350" y="182880"/>
                  </a:lnTo>
                  <a:lnTo>
                    <a:pt x="6350" y="180467"/>
                  </a:lnTo>
                  <a:close/>
                </a:path>
                <a:path w="6350" h="282575">
                  <a:moveTo>
                    <a:pt x="6350" y="177926"/>
                  </a:moveTo>
                  <a:lnTo>
                    <a:pt x="0" y="177926"/>
                  </a:lnTo>
                  <a:lnTo>
                    <a:pt x="0" y="180339"/>
                  </a:lnTo>
                  <a:lnTo>
                    <a:pt x="6350" y="180339"/>
                  </a:lnTo>
                  <a:lnTo>
                    <a:pt x="6350" y="177926"/>
                  </a:lnTo>
                  <a:close/>
                </a:path>
              </a:pathLst>
            </a:custGeom>
            <a:solidFill>
              <a:srgbClr val="2A43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1">
              <a:extLst>
                <a:ext uri="{FF2B5EF4-FFF2-40B4-BE49-F238E27FC236}">
                  <a16:creationId xmlns:a16="http://schemas.microsoft.com/office/drawing/2014/main" id="{1F495F54-2871-A2B1-D6DD-E4B1EF5E376A}"/>
                </a:ext>
              </a:extLst>
            </p:cNvPr>
            <p:cNvSpPr/>
            <p:nvPr/>
          </p:nvSpPr>
          <p:spPr>
            <a:xfrm>
              <a:off x="7909415" y="2654060"/>
              <a:ext cx="7620" cy="280670"/>
            </a:xfrm>
            <a:custGeom>
              <a:avLst/>
              <a:gdLst/>
              <a:ahLst/>
              <a:cxnLst/>
              <a:rect l="l" t="t" r="r" b="b"/>
              <a:pathLst>
                <a:path w="7620" h="280669">
                  <a:moveTo>
                    <a:pt x="7620" y="276860"/>
                  </a:moveTo>
                  <a:lnTo>
                    <a:pt x="0" y="276860"/>
                  </a:lnTo>
                  <a:lnTo>
                    <a:pt x="0" y="280670"/>
                  </a:lnTo>
                  <a:lnTo>
                    <a:pt x="7620" y="280670"/>
                  </a:lnTo>
                  <a:lnTo>
                    <a:pt x="7620" y="276860"/>
                  </a:lnTo>
                  <a:close/>
                </a:path>
                <a:path w="7620" h="280669">
                  <a:moveTo>
                    <a:pt x="762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7620" y="276733"/>
                  </a:lnTo>
                  <a:lnTo>
                    <a:pt x="7620" y="274320"/>
                  </a:lnTo>
                  <a:close/>
                </a:path>
                <a:path w="7620" h="280669">
                  <a:moveTo>
                    <a:pt x="7620" y="270510"/>
                  </a:moveTo>
                  <a:lnTo>
                    <a:pt x="0" y="270510"/>
                  </a:lnTo>
                  <a:lnTo>
                    <a:pt x="0" y="274193"/>
                  </a:lnTo>
                  <a:lnTo>
                    <a:pt x="7620" y="274193"/>
                  </a:lnTo>
                  <a:lnTo>
                    <a:pt x="7620" y="270510"/>
                  </a:lnTo>
                  <a:close/>
                </a:path>
                <a:path w="7620" h="280669">
                  <a:moveTo>
                    <a:pt x="762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7620" y="270383"/>
                  </a:lnTo>
                  <a:lnTo>
                    <a:pt x="7620" y="267970"/>
                  </a:lnTo>
                  <a:close/>
                </a:path>
                <a:path w="7620" h="280669">
                  <a:moveTo>
                    <a:pt x="7620" y="264160"/>
                  </a:moveTo>
                  <a:lnTo>
                    <a:pt x="0" y="264160"/>
                  </a:lnTo>
                  <a:lnTo>
                    <a:pt x="0" y="267843"/>
                  </a:lnTo>
                  <a:lnTo>
                    <a:pt x="7620" y="267843"/>
                  </a:lnTo>
                  <a:lnTo>
                    <a:pt x="7620" y="264160"/>
                  </a:lnTo>
                  <a:close/>
                </a:path>
                <a:path w="7620" h="280669">
                  <a:moveTo>
                    <a:pt x="762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80669">
                  <a:moveTo>
                    <a:pt x="7620" y="257810"/>
                  </a:moveTo>
                  <a:lnTo>
                    <a:pt x="0" y="257810"/>
                  </a:lnTo>
                  <a:lnTo>
                    <a:pt x="0" y="261493"/>
                  </a:lnTo>
                  <a:lnTo>
                    <a:pt x="7620" y="261493"/>
                  </a:lnTo>
                  <a:lnTo>
                    <a:pt x="7620" y="257810"/>
                  </a:lnTo>
                  <a:close/>
                </a:path>
                <a:path w="7620" h="280669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80669">
                  <a:moveTo>
                    <a:pt x="7620" y="251460"/>
                  </a:moveTo>
                  <a:lnTo>
                    <a:pt x="0" y="251460"/>
                  </a:lnTo>
                  <a:lnTo>
                    <a:pt x="0" y="255143"/>
                  </a:lnTo>
                  <a:lnTo>
                    <a:pt x="7620" y="255143"/>
                  </a:lnTo>
                  <a:lnTo>
                    <a:pt x="7620" y="251460"/>
                  </a:lnTo>
                  <a:close/>
                </a:path>
                <a:path w="7620" h="280669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80669">
                  <a:moveTo>
                    <a:pt x="7620" y="245110"/>
                  </a:moveTo>
                  <a:lnTo>
                    <a:pt x="0" y="245110"/>
                  </a:lnTo>
                  <a:lnTo>
                    <a:pt x="0" y="248793"/>
                  </a:lnTo>
                  <a:lnTo>
                    <a:pt x="7620" y="248793"/>
                  </a:lnTo>
                  <a:lnTo>
                    <a:pt x="7620" y="245110"/>
                  </a:lnTo>
                  <a:close/>
                </a:path>
                <a:path w="7620" h="280669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80669">
                  <a:moveTo>
                    <a:pt x="7620" y="238760"/>
                  </a:moveTo>
                  <a:lnTo>
                    <a:pt x="0" y="238760"/>
                  </a:lnTo>
                  <a:lnTo>
                    <a:pt x="0" y="242443"/>
                  </a:lnTo>
                  <a:lnTo>
                    <a:pt x="7620" y="242443"/>
                  </a:lnTo>
                  <a:lnTo>
                    <a:pt x="7620" y="238760"/>
                  </a:lnTo>
                  <a:close/>
                </a:path>
                <a:path w="7620" h="280669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80669">
                  <a:moveTo>
                    <a:pt x="7620" y="232410"/>
                  </a:moveTo>
                  <a:lnTo>
                    <a:pt x="0" y="232410"/>
                  </a:lnTo>
                  <a:lnTo>
                    <a:pt x="0" y="236093"/>
                  </a:lnTo>
                  <a:lnTo>
                    <a:pt x="7620" y="236093"/>
                  </a:lnTo>
                  <a:lnTo>
                    <a:pt x="7620" y="232410"/>
                  </a:lnTo>
                  <a:close/>
                </a:path>
                <a:path w="7620" h="280669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80669">
                  <a:moveTo>
                    <a:pt x="7620" y="226060"/>
                  </a:moveTo>
                  <a:lnTo>
                    <a:pt x="0" y="226060"/>
                  </a:lnTo>
                  <a:lnTo>
                    <a:pt x="0" y="229743"/>
                  </a:lnTo>
                  <a:lnTo>
                    <a:pt x="7620" y="229743"/>
                  </a:lnTo>
                  <a:lnTo>
                    <a:pt x="7620" y="226060"/>
                  </a:lnTo>
                  <a:close/>
                </a:path>
                <a:path w="7620" h="280669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80669">
                  <a:moveTo>
                    <a:pt x="7620" y="219710"/>
                  </a:moveTo>
                  <a:lnTo>
                    <a:pt x="0" y="219710"/>
                  </a:lnTo>
                  <a:lnTo>
                    <a:pt x="0" y="223393"/>
                  </a:lnTo>
                  <a:lnTo>
                    <a:pt x="7620" y="223393"/>
                  </a:lnTo>
                  <a:lnTo>
                    <a:pt x="7620" y="219710"/>
                  </a:lnTo>
                  <a:close/>
                </a:path>
                <a:path w="7620" h="280669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80669">
                  <a:moveTo>
                    <a:pt x="7620" y="213360"/>
                  </a:moveTo>
                  <a:lnTo>
                    <a:pt x="0" y="213360"/>
                  </a:lnTo>
                  <a:lnTo>
                    <a:pt x="0" y="217043"/>
                  </a:lnTo>
                  <a:lnTo>
                    <a:pt x="7620" y="217043"/>
                  </a:lnTo>
                  <a:lnTo>
                    <a:pt x="7620" y="213360"/>
                  </a:lnTo>
                  <a:close/>
                </a:path>
                <a:path w="7620" h="280669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80669">
                  <a:moveTo>
                    <a:pt x="7620" y="207010"/>
                  </a:moveTo>
                  <a:lnTo>
                    <a:pt x="0" y="207010"/>
                  </a:lnTo>
                  <a:lnTo>
                    <a:pt x="0" y="210693"/>
                  </a:lnTo>
                  <a:lnTo>
                    <a:pt x="7620" y="210693"/>
                  </a:lnTo>
                  <a:lnTo>
                    <a:pt x="7620" y="207010"/>
                  </a:lnTo>
                  <a:close/>
                </a:path>
                <a:path w="7620" h="280669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80669">
                  <a:moveTo>
                    <a:pt x="7620" y="200660"/>
                  </a:moveTo>
                  <a:lnTo>
                    <a:pt x="0" y="200660"/>
                  </a:lnTo>
                  <a:lnTo>
                    <a:pt x="0" y="204343"/>
                  </a:lnTo>
                  <a:lnTo>
                    <a:pt x="7620" y="204343"/>
                  </a:lnTo>
                  <a:lnTo>
                    <a:pt x="7620" y="200660"/>
                  </a:lnTo>
                  <a:close/>
                </a:path>
                <a:path w="7620" h="280669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80669">
                  <a:moveTo>
                    <a:pt x="7620" y="194310"/>
                  </a:moveTo>
                  <a:lnTo>
                    <a:pt x="0" y="194310"/>
                  </a:lnTo>
                  <a:lnTo>
                    <a:pt x="0" y="197993"/>
                  </a:lnTo>
                  <a:lnTo>
                    <a:pt x="7620" y="197993"/>
                  </a:lnTo>
                  <a:lnTo>
                    <a:pt x="7620" y="194310"/>
                  </a:lnTo>
                  <a:close/>
                </a:path>
                <a:path w="7620" h="280669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80669">
                  <a:moveTo>
                    <a:pt x="7620" y="187960"/>
                  </a:moveTo>
                  <a:lnTo>
                    <a:pt x="0" y="187960"/>
                  </a:lnTo>
                  <a:lnTo>
                    <a:pt x="0" y="191643"/>
                  </a:lnTo>
                  <a:lnTo>
                    <a:pt x="7620" y="191643"/>
                  </a:lnTo>
                  <a:lnTo>
                    <a:pt x="7620" y="187960"/>
                  </a:lnTo>
                  <a:close/>
                </a:path>
                <a:path w="7620" h="280669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80669">
                  <a:moveTo>
                    <a:pt x="7620" y="181610"/>
                  </a:moveTo>
                  <a:lnTo>
                    <a:pt x="0" y="181610"/>
                  </a:lnTo>
                  <a:lnTo>
                    <a:pt x="0" y="185293"/>
                  </a:lnTo>
                  <a:lnTo>
                    <a:pt x="7620" y="185293"/>
                  </a:lnTo>
                  <a:lnTo>
                    <a:pt x="7620" y="181610"/>
                  </a:lnTo>
                  <a:close/>
                </a:path>
                <a:path w="7620" h="280669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80669">
                  <a:moveTo>
                    <a:pt x="7620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7620" y="178943"/>
                  </a:lnTo>
                  <a:lnTo>
                    <a:pt x="7620" y="176530"/>
                  </a:lnTo>
                  <a:close/>
                </a:path>
                <a:path w="7620" h="280669">
                  <a:moveTo>
                    <a:pt x="7620" y="170065"/>
                  </a:moveTo>
                  <a:lnTo>
                    <a:pt x="0" y="170065"/>
                  </a:lnTo>
                  <a:lnTo>
                    <a:pt x="0" y="176403"/>
                  </a:lnTo>
                  <a:lnTo>
                    <a:pt x="7620" y="176403"/>
                  </a:lnTo>
                  <a:lnTo>
                    <a:pt x="7620" y="170065"/>
                  </a:lnTo>
                  <a:close/>
                </a:path>
                <a:path w="7620" h="280669">
                  <a:moveTo>
                    <a:pt x="7620" y="112915"/>
                  </a:moveTo>
                  <a:lnTo>
                    <a:pt x="0" y="112915"/>
                  </a:lnTo>
                  <a:lnTo>
                    <a:pt x="0" y="170053"/>
                  </a:lnTo>
                  <a:lnTo>
                    <a:pt x="7620" y="170053"/>
                  </a:lnTo>
                  <a:lnTo>
                    <a:pt x="7620" y="112915"/>
                  </a:lnTo>
                  <a:close/>
                </a:path>
                <a:path w="7620" h="280669">
                  <a:moveTo>
                    <a:pt x="7620" y="102870"/>
                  </a:moveTo>
                  <a:lnTo>
                    <a:pt x="0" y="102870"/>
                  </a:lnTo>
                  <a:lnTo>
                    <a:pt x="0" y="112903"/>
                  </a:lnTo>
                  <a:lnTo>
                    <a:pt x="7620" y="112903"/>
                  </a:lnTo>
                  <a:lnTo>
                    <a:pt x="7620" y="102870"/>
                  </a:lnTo>
                  <a:close/>
                </a:path>
                <a:path w="7620" h="280669">
                  <a:moveTo>
                    <a:pt x="7620" y="96520"/>
                  </a:moveTo>
                  <a:lnTo>
                    <a:pt x="0" y="96520"/>
                  </a:lnTo>
                  <a:lnTo>
                    <a:pt x="0" y="102743"/>
                  </a:lnTo>
                  <a:lnTo>
                    <a:pt x="7620" y="102743"/>
                  </a:lnTo>
                  <a:lnTo>
                    <a:pt x="7620" y="96520"/>
                  </a:lnTo>
                  <a:close/>
                </a:path>
                <a:path w="7620" h="280669">
                  <a:moveTo>
                    <a:pt x="7620" y="92710"/>
                  </a:moveTo>
                  <a:lnTo>
                    <a:pt x="0" y="92710"/>
                  </a:lnTo>
                  <a:lnTo>
                    <a:pt x="0" y="96393"/>
                  </a:lnTo>
                  <a:lnTo>
                    <a:pt x="7620" y="96393"/>
                  </a:lnTo>
                  <a:lnTo>
                    <a:pt x="7620" y="92710"/>
                  </a:lnTo>
                  <a:close/>
                </a:path>
                <a:path w="7620" h="280669">
                  <a:moveTo>
                    <a:pt x="7620" y="90170"/>
                  </a:moveTo>
                  <a:lnTo>
                    <a:pt x="0" y="90170"/>
                  </a:lnTo>
                  <a:lnTo>
                    <a:pt x="0" y="92583"/>
                  </a:lnTo>
                  <a:lnTo>
                    <a:pt x="7620" y="92583"/>
                  </a:lnTo>
                  <a:lnTo>
                    <a:pt x="7620" y="90170"/>
                  </a:lnTo>
                  <a:close/>
                </a:path>
                <a:path w="7620" h="280669">
                  <a:moveTo>
                    <a:pt x="7620" y="86360"/>
                  </a:moveTo>
                  <a:lnTo>
                    <a:pt x="0" y="86360"/>
                  </a:lnTo>
                  <a:lnTo>
                    <a:pt x="0" y="90043"/>
                  </a:lnTo>
                  <a:lnTo>
                    <a:pt x="7620" y="90043"/>
                  </a:lnTo>
                  <a:lnTo>
                    <a:pt x="7620" y="86360"/>
                  </a:lnTo>
                  <a:close/>
                </a:path>
                <a:path w="7620" h="280669">
                  <a:moveTo>
                    <a:pt x="7620" y="83820"/>
                  </a:moveTo>
                  <a:lnTo>
                    <a:pt x="0" y="83820"/>
                  </a:lnTo>
                  <a:lnTo>
                    <a:pt x="0" y="86233"/>
                  </a:lnTo>
                  <a:lnTo>
                    <a:pt x="7620" y="86233"/>
                  </a:lnTo>
                  <a:lnTo>
                    <a:pt x="7620" y="83820"/>
                  </a:lnTo>
                  <a:close/>
                </a:path>
                <a:path w="7620" h="280669">
                  <a:moveTo>
                    <a:pt x="7620" y="80010"/>
                  </a:moveTo>
                  <a:lnTo>
                    <a:pt x="0" y="80010"/>
                  </a:lnTo>
                  <a:lnTo>
                    <a:pt x="0" y="83693"/>
                  </a:lnTo>
                  <a:lnTo>
                    <a:pt x="7620" y="83693"/>
                  </a:lnTo>
                  <a:lnTo>
                    <a:pt x="7620" y="80010"/>
                  </a:lnTo>
                  <a:close/>
                </a:path>
                <a:path w="7620" h="280669">
                  <a:moveTo>
                    <a:pt x="7620" y="77470"/>
                  </a:moveTo>
                  <a:lnTo>
                    <a:pt x="0" y="77470"/>
                  </a:lnTo>
                  <a:lnTo>
                    <a:pt x="0" y="79883"/>
                  </a:lnTo>
                  <a:lnTo>
                    <a:pt x="7620" y="79883"/>
                  </a:lnTo>
                  <a:lnTo>
                    <a:pt x="7620" y="77470"/>
                  </a:lnTo>
                  <a:close/>
                </a:path>
                <a:path w="7620" h="280669">
                  <a:moveTo>
                    <a:pt x="7620" y="73660"/>
                  </a:moveTo>
                  <a:lnTo>
                    <a:pt x="0" y="73660"/>
                  </a:lnTo>
                  <a:lnTo>
                    <a:pt x="0" y="77343"/>
                  </a:lnTo>
                  <a:lnTo>
                    <a:pt x="7620" y="77343"/>
                  </a:lnTo>
                  <a:lnTo>
                    <a:pt x="7620" y="73660"/>
                  </a:lnTo>
                  <a:close/>
                </a:path>
                <a:path w="7620" h="280669">
                  <a:moveTo>
                    <a:pt x="7620" y="71120"/>
                  </a:moveTo>
                  <a:lnTo>
                    <a:pt x="0" y="71120"/>
                  </a:lnTo>
                  <a:lnTo>
                    <a:pt x="0" y="73533"/>
                  </a:lnTo>
                  <a:lnTo>
                    <a:pt x="7620" y="73533"/>
                  </a:lnTo>
                  <a:lnTo>
                    <a:pt x="7620" y="71120"/>
                  </a:lnTo>
                  <a:close/>
                </a:path>
                <a:path w="7620" h="280669">
                  <a:moveTo>
                    <a:pt x="7620" y="67310"/>
                  </a:moveTo>
                  <a:lnTo>
                    <a:pt x="0" y="67310"/>
                  </a:lnTo>
                  <a:lnTo>
                    <a:pt x="0" y="70993"/>
                  </a:lnTo>
                  <a:lnTo>
                    <a:pt x="7620" y="70993"/>
                  </a:lnTo>
                  <a:lnTo>
                    <a:pt x="7620" y="67310"/>
                  </a:lnTo>
                  <a:close/>
                </a:path>
                <a:path w="7620" h="280669">
                  <a:moveTo>
                    <a:pt x="7620" y="64770"/>
                  </a:moveTo>
                  <a:lnTo>
                    <a:pt x="0" y="64770"/>
                  </a:lnTo>
                  <a:lnTo>
                    <a:pt x="0" y="67183"/>
                  </a:lnTo>
                  <a:lnTo>
                    <a:pt x="7620" y="67183"/>
                  </a:lnTo>
                  <a:lnTo>
                    <a:pt x="7620" y="64770"/>
                  </a:lnTo>
                  <a:close/>
                </a:path>
                <a:path w="7620" h="280669">
                  <a:moveTo>
                    <a:pt x="7620" y="60960"/>
                  </a:moveTo>
                  <a:lnTo>
                    <a:pt x="0" y="60960"/>
                  </a:lnTo>
                  <a:lnTo>
                    <a:pt x="0" y="64643"/>
                  </a:lnTo>
                  <a:lnTo>
                    <a:pt x="7620" y="64643"/>
                  </a:lnTo>
                  <a:lnTo>
                    <a:pt x="7620" y="60960"/>
                  </a:lnTo>
                  <a:close/>
                </a:path>
                <a:path w="7620" h="280669">
                  <a:moveTo>
                    <a:pt x="7620" y="58420"/>
                  </a:moveTo>
                  <a:lnTo>
                    <a:pt x="0" y="58420"/>
                  </a:lnTo>
                  <a:lnTo>
                    <a:pt x="0" y="60833"/>
                  </a:lnTo>
                  <a:lnTo>
                    <a:pt x="7620" y="60833"/>
                  </a:lnTo>
                  <a:lnTo>
                    <a:pt x="7620" y="58420"/>
                  </a:lnTo>
                  <a:close/>
                </a:path>
                <a:path w="7620" h="280669">
                  <a:moveTo>
                    <a:pt x="7620" y="54610"/>
                  </a:moveTo>
                  <a:lnTo>
                    <a:pt x="0" y="54610"/>
                  </a:lnTo>
                  <a:lnTo>
                    <a:pt x="0" y="58293"/>
                  </a:lnTo>
                  <a:lnTo>
                    <a:pt x="7620" y="58293"/>
                  </a:lnTo>
                  <a:lnTo>
                    <a:pt x="7620" y="54610"/>
                  </a:lnTo>
                  <a:close/>
                </a:path>
                <a:path w="7620" h="280669">
                  <a:moveTo>
                    <a:pt x="7620" y="52070"/>
                  </a:moveTo>
                  <a:lnTo>
                    <a:pt x="0" y="52070"/>
                  </a:lnTo>
                  <a:lnTo>
                    <a:pt x="0" y="54483"/>
                  </a:lnTo>
                  <a:lnTo>
                    <a:pt x="7620" y="54483"/>
                  </a:lnTo>
                  <a:lnTo>
                    <a:pt x="7620" y="52070"/>
                  </a:lnTo>
                  <a:close/>
                </a:path>
                <a:path w="7620" h="280669">
                  <a:moveTo>
                    <a:pt x="7620" y="48260"/>
                  </a:moveTo>
                  <a:lnTo>
                    <a:pt x="0" y="48260"/>
                  </a:lnTo>
                  <a:lnTo>
                    <a:pt x="0" y="51943"/>
                  </a:lnTo>
                  <a:lnTo>
                    <a:pt x="7620" y="51943"/>
                  </a:lnTo>
                  <a:lnTo>
                    <a:pt x="7620" y="48260"/>
                  </a:lnTo>
                  <a:close/>
                </a:path>
                <a:path w="7620" h="280669">
                  <a:moveTo>
                    <a:pt x="7620" y="45720"/>
                  </a:moveTo>
                  <a:lnTo>
                    <a:pt x="0" y="45720"/>
                  </a:lnTo>
                  <a:lnTo>
                    <a:pt x="0" y="48133"/>
                  </a:lnTo>
                  <a:lnTo>
                    <a:pt x="7620" y="48133"/>
                  </a:lnTo>
                  <a:lnTo>
                    <a:pt x="7620" y="45720"/>
                  </a:lnTo>
                  <a:close/>
                </a:path>
                <a:path w="7620" h="280669">
                  <a:moveTo>
                    <a:pt x="7620" y="41910"/>
                  </a:moveTo>
                  <a:lnTo>
                    <a:pt x="0" y="41910"/>
                  </a:lnTo>
                  <a:lnTo>
                    <a:pt x="0" y="45593"/>
                  </a:lnTo>
                  <a:lnTo>
                    <a:pt x="7620" y="45593"/>
                  </a:lnTo>
                  <a:lnTo>
                    <a:pt x="7620" y="41910"/>
                  </a:lnTo>
                  <a:close/>
                </a:path>
                <a:path w="7620" h="280669">
                  <a:moveTo>
                    <a:pt x="7620" y="39370"/>
                  </a:moveTo>
                  <a:lnTo>
                    <a:pt x="0" y="39370"/>
                  </a:lnTo>
                  <a:lnTo>
                    <a:pt x="0" y="41783"/>
                  </a:lnTo>
                  <a:lnTo>
                    <a:pt x="7620" y="41783"/>
                  </a:lnTo>
                  <a:lnTo>
                    <a:pt x="7620" y="39370"/>
                  </a:lnTo>
                  <a:close/>
                </a:path>
                <a:path w="7620" h="280669">
                  <a:moveTo>
                    <a:pt x="7620" y="35560"/>
                  </a:moveTo>
                  <a:lnTo>
                    <a:pt x="0" y="35560"/>
                  </a:lnTo>
                  <a:lnTo>
                    <a:pt x="0" y="39243"/>
                  </a:lnTo>
                  <a:lnTo>
                    <a:pt x="7620" y="39243"/>
                  </a:lnTo>
                  <a:lnTo>
                    <a:pt x="7620" y="35560"/>
                  </a:lnTo>
                  <a:close/>
                </a:path>
                <a:path w="7620" h="280669">
                  <a:moveTo>
                    <a:pt x="7620" y="33020"/>
                  </a:moveTo>
                  <a:lnTo>
                    <a:pt x="0" y="33020"/>
                  </a:lnTo>
                  <a:lnTo>
                    <a:pt x="0" y="35433"/>
                  </a:lnTo>
                  <a:lnTo>
                    <a:pt x="7620" y="35433"/>
                  </a:lnTo>
                  <a:lnTo>
                    <a:pt x="7620" y="33020"/>
                  </a:lnTo>
                  <a:close/>
                </a:path>
                <a:path w="7620" h="280669">
                  <a:moveTo>
                    <a:pt x="7620" y="29210"/>
                  </a:moveTo>
                  <a:lnTo>
                    <a:pt x="0" y="29210"/>
                  </a:lnTo>
                  <a:lnTo>
                    <a:pt x="0" y="32893"/>
                  </a:lnTo>
                  <a:lnTo>
                    <a:pt x="7620" y="32893"/>
                  </a:lnTo>
                  <a:lnTo>
                    <a:pt x="7620" y="29210"/>
                  </a:lnTo>
                  <a:close/>
                </a:path>
                <a:path w="7620" h="280669">
                  <a:moveTo>
                    <a:pt x="7620" y="26670"/>
                  </a:moveTo>
                  <a:lnTo>
                    <a:pt x="0" y="26670"/>
                  </a:lnTo>
                  <a:lnTo>
                    <a:pt x="0" y="29083"/>
                  </a:lnTo>
                  <a:lnTo>
                    <a:pt x="7620" y="29083"/>
                  </a:lnTo>
                  <a:lnTo>
                    <a:pt x="7620" y="26670"/>
                  </a:lnTo>
                  <a:close/>
                </a:path>
                <a:path w="7620" h="280669">
                  <a:moveTo>
                    <a:pt x="7620" y="22860"/>
                  </a:moveTo>
                  <a:lnTo>
                    <a:pt x="0" y="22860"/>
                  </a:lnTo>
                  <a:lnTo>
                    <a:pt x="0" y="26543"/>
                  </a:lnTo>
                  <a:lnTo>
                    <a:pt x="7620" y="26543"/>
                  </a:lnTo>
                  <a:lnTo>
                    <a:pt x="7620" y="22860"/>
                  </a:lnTo>
                  <a:close/>
                </a:path>
                <a:path w="7620" h="280669">
                  <a:moveTo>
                    <a:pt x="7620" y="20320"/>
                  </a:moveTo>
                  <a:lnTo>
                    <a:pt x="0" y="20320"/>
                  </a:lnTo>
                  <a:lnTo>
                    <a:pt x="0" y="22733"/>
                  </a:lnTo>
                  <a:lnTo>
                    <a:pt x="7620" y="22733"/>
                  </a:lnTo>
                  <a:lnTo>
                    <a:pt x="7620" y="20320"/>
                  </a:lnTo>
                  <a:close/>
                </a:path>
                <a:path w="7620" h="280669">
                  <a:moveTo>
                    <a:pt x="7620" y="16510"/>
                  </a:moveTo>
                  <a:lnTo>
                    <a:pt x="0" y="16510"/>
                  </a:lnTo>
                  <a:lnTo>
                    <a:pt x="0" y="20193"/>
                  </a:lnTo>
                  <a:lnTo>
                    <a:pt x="7620" y="20193"/>
                  </a:lnTo>
                  <a:lnTo>
                    <a:pt x="7620" y="16510"/>
                  </a:lnTo>
                  <a:close/>
                </a:path>
                <a:path w="7620" h="280669">
                  <a:moveTo>
                    <a:pt x="7620" y="13970"/>
                  </a:moveTo>
                  <a:lnTo>
                    <a:pt x="0" y="13970"/>
                  </a:lnTo>
                  <a:lnTo>
                    <a:pt x="0" y="16383"/>
                  </a:lnTo>
                  <a:lnTo>
                    <a:pt x="7620" y="16383"/>
                  </a:lnTo>
                  <a:lnTo>
                    <a:pt x="7620" y="13970"/>
                  </a:lnTo>
                  <a:close/>
                </a:path>
                <a:path w="7620" h="280669">
                  <a:moveTo>
                    <a:pt x="7620" y="10160"/>
                  </a:moveTo>
                  <a:lnTo>
                    <a:pt x="0" y="10160"/>
                  </a:lnTo>
                  <a:lnTo>
                    <a:pt x="0" y="13843"/>
                  </a:lnTo>
                  <a:lnTo>
                    <a:pt x="7620" y="13843"/>
                  </a:lnTo>
                  <a:lnTo>
                    <a:pt x="7620" y="10160"/>
                  </a:lnTo>
                  <a:close/>
                </a:path>
                <a:path w="7620" h="280669">
                  <a:moveTo>
                    <a:pt x="7620" y="7620"/>
                  </a:moveTo>
                  <a:lnTo>
                    <a:pt x="0" y="7620"/>
                  </a:lnTo>
                  <a:lnTo>
                    <a:pt x="0" y="10033"/>
                  </a:lnTo>
                  <a:lnTo>
                    <a:pt x="7620" y="10033"/>
                  </a:lnTo>
                  <a:lnTo>
                    <a:pt x="7620" y="7620"/>
                  </a:lnTo>
                  <a:close/>
                </a:path>
                <a:path w="7620" h="280669">
                  <a:moveTo>
                    <a:pt x="7620" y="3810"/>
                  </a:moveTo>
                  <a:lnTo>
                    <a:pt x="0" y="3810"/>
                  </a:lnTo>
                  <a:lnTo>
                    <a:pt x="0" y="7493"/>
                  </a:lnTo>
                  <a:lnTo>
                    <a:pt x="7620" y="7493"/>
                  </a:lnTo>
                  <a:lnTo>
                    <a:pt x="7620" y="3810"/>
                  </a:lnTo>
                  <a:close/>
                </a:path>
                <a:path w="7620" h="280669">
                  <a:moveTo>
                    <a:pt x="7620" y="1270"/>
                  </a:moveTo>
                  <a:lnTo>
                    <a:pt x="0" y="1270"/>
                  </a:lnTo>
                  <a:lnTo>
                    <a:pt x="0" y="3683"/>
                  </a:lnTo>
                  <a:lnTo>
                    <a:pt x="7620" y="3683"/>
                  </a:lnTo>
                  <a:lnTo>
                    <a:pt x="7620" y="1270"/>
                  </a:lnTo>
                  <a:close/>
                </a:path>
                <a:path w="7620" h="280669">
                  <a:moveTo>
                    <a:pt x="7620" y="0"/>
                  </a:moveTo>
                  <a:lnTo>
                    <a:pt x="0" y="0"/>
                  </a:lnTo>
                  <a:lnTo>
                    <a:pt x="0" y="1143"/>
                  </a:lnTo>
                  <a:lnTo>
                    <a:pt x="7620" y="1143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B45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2">
              <a:extLst>
                <a:ext uri="{FF2B5EF4-FFF2-40B4-BE49-F238E27FC236}">
                  <a16:creationId xmlns:a16="http://schemas.microsoft.com/office/drawing/2014/main" id="{1DC09A3F-EE23-988C-C2CA-D87CB007878C}"/>
                </a:ext>
              </a:extLst>
            </p:cNvPr>
            <p:cNvSpPr/>
            <p:nvPr/>
          </p:nvSpPr>
          <p:spPr>
            <a:xfrm>
              <a:off x="7917035" y="2654060"/>
              <a:ext cx="7620" cy="280670"/>
            </a:xfrm>
            <a:custGeom>
              <a:avLst/>
              <a:gdLst/>
              <a:ahLst/>
              <a:cxnLst/>
              <a:rect l="l" t="t" r="r" b="b"/>
              <a:pathLst>
                <a:path w="7620" h="280669">
                  <a:moveTo>
                    <a:pt x="7620" y="276860"/>
                  </a:moveTo>
                  <a:lnTo>
                    <a:pt x="0" y="276860"/>
                  </a:lnTo>
                  <a:lnTo>
                    <a:pt x="0" y="280670"/>
                  </a:lnTo>
                  <a:lnTo>
                    <a:pt x="7620" y="280670"/>
                  </a:lnTo>
                  <a:lnTo>
                    <a:pt x="7620" y="276860"/>
                  </a:lnTo>
                  <a:close/>
                </a:path>
                <a:path w="7620" h="280669">
                  <a:moveTo>
                    <a:pt x="762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7620" y="276733"/>
                  </a:lnTo>
                  <a:lnTo>
                    <a:pt x="7620" y="274320"/>
                  </a:lnTo>
                  <a:close/>
                </a:path>
                <a:path w="7620" h="280669">
                  <a:moveTo>
                    <a:pt x="7620" y="270510"/>
                  </a:moveTo>
                  <a:lnTo>
                    <a:pt x="0" y="270510"/>
                  </a:lnTo>
                  <a:lnTo>
                    <a:pt x="0" y="274193"/>
                  </a:lnTo>
                  <a:lnTo>
                    <a:pt x="7620" y="274193"/>
                  </a:lnTo>
                  <a:lnTo>
                    <a:pt x="7620" y="270510"/>
                  </a:lnTo>
                  <a:close/>
                </a:path>
                <a:path w="7620" h="280669">
                  <a:moveTo>
                    <a:pt x="762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7620" y="270383"/>
                  </a:lnTo>
                  <a:lnTo>
                    <a:pt x="7620" y="267970"/>
                  </a:lnTo>
                  <a:close/>
                </a:path>
                <a:path w="7620" h="280669">
                  <a:moveTo>
                    <a:pt x="7620" y="264160"/>
                  </a:moveTo>
                  <a:lnTo>
                    <a:pt x="0" y="264160"/>
                  </a:lnTo>
                  <a:lnTo>
                    <a:pt x="0" y="267843"/>
                  </a:lnTo>
                  <a:lnTo>
                    <a:pt x="7620" y="267843"/>
                  </a:lnTo>
                  <a:lnTo>
                    <a:pt x="7620" y="264160"/>
                  </a:lnTo>
                  <a:close/>
                </a:path>
                <a:path w="7620" h="280669">
                  <a:moveTo>
                    <a:pt x="762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80669">
                  <a:moveTo>
                    <a:pt x="7620" y="257810"/>
                  </a:moveTo>
                  <a:lnTo>
                    <a:pt x="0" y="257810"/>
                  </a:lnTo>
                  <a:lnTo>
                    <a:pt x="0" y="261493"/>
                  </a:lnTo>
                  <a:lnTo>
                    <a:pt x="7620" y="261493"/>
                  </a:lnTo>
                  <a:lnTo>
                    <a:pt x="7620" y="257810"/>
                  </a:lnTo>
                  <a:close/>
                </a:path>
                <a:path w="7620" h="280669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80669">
                  <a:moveTo>
                    <a:pt x="7620" y="251460"/>
                  </a:moveTo>
                  <a:lnTo>
                    <a:pt x="0" y="251460"/>
                  </a:lnTo>
                  <a:lnTo>
                    <a:pt x="0" y="255143"/>
                  </a:lnTo>
                  <a:lnTo>
                    <a:pt x="7620" y="255143"/>
                  </a:lnTo>
                  <a:lnTo>
                    <a:pt x="7620" y="251460"/>
                  </a:lnTo>
                  <a:close/>
                </a:path>
                <a:path w="7620" h="280669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80669">
                  <a:moveTo>
                    <a:pt x="7620" y="245110"/>
                  </a:moveTo>
                  <a:lnTo>
                    <a:pt x="0" y="245110"/>
                  </a:lnTo>
                  <a:lnTo>
                    <a:pt x="0" y="248793"/>
                  </a:lnTo>
                  <a:lnTo>
                    <a:pt x="7620" y="248793"/>
                  </a:lnTo>
                  <a:lnTo>
                    <a:pt x="7620" y="245110"/>
                  </a:lnTo>
                  <a:close/>
                </a:path>
                <a:path w="7620" h="280669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80669">
                  <a:moveTo>
                    <a:pt x="7620" y="238760"/>
                  </a:moveTo>
                  <a:lnTo>
                    <a:pt x="0" y="238760"/>
                  </a:lnTo>
                  <a:lnTo>
                    <a:pt x="0" y="242443"/>
                  </a:lnTo>
                  <a:lnTo>
                    <a:pt x="7620" y="242443"/>
                  </a:lnTo>
                  <a:lnTo>
                    <a:pt x="7620" y="238760"/>
                  </a:lnTo>
                  <a:close/>
                </a:path>
                <a:path w="7620" h="280669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80669">
                  <a:moveTo>
                    <a:pt x="7620" y="232410"/>
                  </a:moveTo>
                  <a:lnTo>
                    <a:pt x="0" y="232410"/>
                  </a:lnTo>
                  <a:lnTo>
                    <a:pt x="0" y="236093"/>
                  </a:lnTo>
                  <a:lnTo>
                    <a:pt x="7620" y="236093"/>
                  </a:lnTo>
                  <a:lnTo>
                    <a:pt x="7620" y="232410"/>
                  </a:lnTo>
                  <a:close/>
                </a:path>
                <a:path w="7620" h="280669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80669">
                  <a:moveTo>
                    <a:pt x="7620" y="226060"/>
                  </a:moveTo>
                  <a:lnTo>
                    <a:pt x="0" y="226060"/>
                  </a:lnTo>
                  <a:lnTo>
                    <a:pt x="0" y="229743"/>
                  </a:lnTo>
                  <a:lnTo>
                    <a:pt x="7620" y="229743"/>
                  </a:lnTo>
                  <a:lnTo>
                    <a:pt x="7620" y="226060"/>
                  </a:lnTo>
                  <a:close/>
                </a:path>
                <a:path w="7620" h="280669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80669">
                  <a:moveTo>
                    <a:pt x="7620" y="219710"/>
                  </a:moveTo>
                  <a:lnTo>
                    <a:pt x="0" y="219710"/>
                  </a:lnTo>
                  <a:lnTo>
                    <a:pt x="0" y="223393"/>
                  </a:lnTo>
                  <a:lnTo>
                    <a:pt x="7620" y="223393"/>
                  </a:lnTo>
                  <a:lnTo>
                    <a:pt x="7620" y="219710"/>
                  </a:lnTo>
                  <a:close/>
                </a:path>
                <a:path w="7620" h="280669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80669">
                  <a:moveTo>
                    <a:pt x="7620" y="213360"/>
                  </a:moveTo>
                  <a:lnTo>
                    <a:pt x="0" y="213360"/>
                  </a:lnTo>
                  <a:lnTo>
                    <a:pt x="0" y="217043"/>
                  </a:lnTo>
                  <a:lnTo>
                    <a:pt x="7620" y="217043"/>
                  </a:lnTo>
                  <a:lnTo>
                    <a:pt x="7620" y="213360"/>
                  </a:lnTo>
                  <a:close/>
                </a:path>
                <a:path w="7620" h="280669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80669">
                  <a:moveTo>
                    <a:pt x="7620" y="207010"/>
                  </a:moveTo>
                  <a:lnTo>
                    <a:pt x="0" y="207010"/>
                  </a:lnTo>
                  <a:lnTo>
                    <a:pt x="0" y="210693"/>
                  </a:lnTo>
                  <a:lnTo>
                    <a:pt x="7620" y="210693"/>
                  </a:lnTo>
                  <a:lnTo>
                    <a:pt x="7620" y="207010"/>
                  </a:lnTo>
                  <a:close/>
                </a:path>
                <a:path w="7620" h="280669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80669">
                  <a:moveTo>
                    <a:pt x="7620" y="200660"/>
                  </a:moveTo>
                  <a:lnTo>
                    <a:pt x="0" y="200660"/>
                  </a:lnTo>
                  <a:lnTo>
                    <a:pt x="0" y="204343"/>
                  </a:lnTo>
                  <a:lnTo>
                    <a:pt x="7620" y="204343"/>
                  </a:lnTo>
                  <a:lnTo>
                    <a:pt x="7620" y="200660"/>
                  </a:lnTo>
                  <a:close/>
                </a:path>
                <a:path w="7620" h="280669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80669">
                  <a:moveTo>
                    <a:pt x="7620" y="194310"/>
                  </a:moveTo>
                  <a:lnTo>
                    <a:pt x="0" y="194310"/>
                  </a:lnTo>
                  <a:lnTo>
                    <a:pt x="0" y="197993"/>
                  </a:lnTo>
                  <a:lnTo>
                    <a:pt x="7620" y="197993"/>
                  </a:lnTo>
                  <a:lnTo>
                    <a:pt x="7620" y="194310"/>
                  </a:lnTo>
                  <a:close/>
                </a:path>
                <a:path w="7620" h="280669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80669">
                  <a:moveTo>
                    <a:pt x="7620" y="187960"/>
                  </a:moveTo>
                  <a:lnTo>
                    <a:pt x="0" y="187960"/>
                  </a:lnTo>
                  <a:lnTo>
                    <a:pt x="0" y="191643"/>
                  </a:lnTo>
                  <a:lnTo>
                    <a:pt x="7620" y="191643"/>
                  </a:lnTo>
                  <a:lnTo>
                    <a:pt x="7620" y="187960"/>
                  </a:lnTo>
                  <a:close/>
                </a:path>
                <a:path w="7620" h="280669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80669">
                  <a:moveTo>
                    <a:pt x="7620" y="181610"/>
                  </a:moveTo>
                  <a:lnTo>
                    <a:pt x="0" y="181610"/>
                  </a:lnTo>
                  <a:lnTo>
                    <a:pt x="0" y="185293"/>
                  </a:lnTo>
                  <a:lnTo>
                    <a:pt x="7620" y="185293"/>
                  </a:lnTo>
                  <a:lnTo>
                    <a:pt x="7620" y="181610"/>
                  </a:lnTo>
                  <a:close/>
                </a:path>
                <a:path w="7620" h="280669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80669">
                  <a:moveTo>
                    <a:pt x="7620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7620" y="178943"/>
                  </a:lnTo>
                  <a:lnTo>
                    <a:pt x="7620" y="176530"/>
                  </a:lnTo>
                  <a:close/>
                </a:path>
                <a:path w="7620" h="280669">
                  <a:moveTo>
                    <a:pt x="7620" y="170065"/>
                  </a:moveTo>
                  <a:lnTo>
                    <a:pt x="0" y="170065"/>
                  </a:lnTo>
                  <a:lnTo>
                    <a:pt x="0" y="176403"/>
                  </a:lnTo>
                  <a:lnTo>
                    <a:pt x="7620" y="176403"/>
                  </a:lnTo>
                  <a:lnTo>
                    <a:pt x="7620" y="170065"/>
                  </a:lnTo>
                  <a:close/>
                </a:path>
                <a:path w="7620" h="280669">
                  <a:moveTo>
                    <a:pt x="7620" y="112915"/>
                  </a:moveTo>
                  <a:lnTo>
                    <a:pt x="0" y="112915"/>
                  </a:lnTo>
                  <a:lnTo>
                    <a:pt x="0" y="170053"/>
                  </a:lnTo>
                  <a:lnTo>
                    <a:pt x="7620" y="170053"/>
                  </a:lnTo>
                  <a:lnTo>
                    <a:pt x="7620" y="112915"/>
                  </a:lnTo>
                  <a:close/>
                </a:path>
                <a:path w="7620" h="280669">
                  <a:moveTo>
                    <a:pt x="7620" y="102870"/>
                  </a:moveTo>
                  <a:lnTo>
                    <a:pt x="0" y="102870"/>
                  </a:lnTo>
                  <a:lnTo>
                    <a:pt x="0" y="112903"/>
                  </a:lnTo>
                  <a:lnTo>
                    <a:pt x="7620" y="112903"/>
                  </a:lnTo>
                  <a:lnTo>
                    <a:pt x="7620" y="102870"/>
                  </a:lnTo>
                  <a:close/>
                </a:path>
                <a:path w="7620" h="280669">
                  <a:moveTo>
                    <a:pt x="7620" y="96520"/>
                  </a:moveTo>
                  <a:lnTo>
                    <a:pt x="0" y="96520"/>
                  </a:lnTo>
                  <a:lnTo>
                    <a:pt x="0" y="102743"/>
                  </a:lnTo>
                  <a:lnTo>
                    <a:pt x="7620" y="102743"/>
                  </a:lnTo>
                  <a:lnTo>
                    <a:pt x="7620" y="96520"/>
                  </a:lnTo>
                  <a:close/>
                </a:path>
                <a:path w="7620" h="280669">
                  <a:moveTo>
                    <a:pt x="7620" y="92710"/>
                  </a:moveTo>
                  <a:lnTo>
                    <a:pt x="0" y="92710"/>
                  </a:lnTo>
                  <a:lnTo>
                    <a:pt x="0" y="96393"/>
                  </a:lnTo>
                  <a:lnTo>
                    <a:pt x="7620" y="96393"/>
                  </a:lnTo>
                  <a:lnTo>
                    <a:pt x="7620" y="92710"/>
                  </a:lnTo>
                  <a:close/>
                </a:path>
                <a:path w="7620" h="280669">
                  <a:moveTo>
                    <a:pt x="7620" y="90170"/>
                  </a:moveTo>
                  <a:lnTo>
                    <a:pt x="0" y="90170"/>
                  </a:lnTo>
                  <a:lnTo>
                    <a:pt x="0" y="92583"/>
                  </a:lnTo>
                  <a:lnTo>
                    <a:pt x="7620" y="92583"/>
                  </a:lnTo>
                  <a:lnTo>
                    <a:pt x="7620" y="90170"/>
                  </a:lnTo>
                  <a:close/>
                </a:path>
                <a:path w="7620" h="280669">
                  <a:moveTo>
                    <a:pt x="7620" y="86360"/>
                  </a:moveTo>
                  <a:lnTo>
                    <a:pt x="0" y="86360"/>
                  </a:lnTo>
                  <a:lnTo>
                    <a:pt x="0" y="90043"/>
                  </a:lnTo>
                  <a:lnTo>
                    <a:pt x="7620" y="90043"/>
                  </a:lnTo>
                  <a:lnTo>
                    <a:pt x="7620" y="86360"/>
                  </a:lnTo>
                  <a:close/>
                </a:path>
                <a:path w="7620" h="280669">
                  <a:moveTo>
                    <a:pt x="7620" y="83820"/>
                  </a:moveTo>
                  <a:lnTo>
                    <a:pt x="0" y="83820"/>
                  </a:lnTo>
                  <a:lnTo>
                    <a:pt x="0" y="86233"/>
                  </a:lnTo>
                  <a:lnTo>
                    <a:pt x="7620" y="86233"/>
                  </a:lnTo>
                  <a:lnTo>
                    <a:pt x="7620" y="83820"/>
                  </a:lnTo>
                  <a:close/>
                </a:path>
                <a:path w="7620" h="280669">
                  <a:moveTo>
                    <a:pt x="7620" y="80010"/>
                  </a:moveTo>
                  <a:lnTo>
                    <a:pt x="0" y="80010"/>
                  </a:lnTo>
                  <a:lnTo>
                    <a:pt x="0" y="83693"/>
                  </a:lnTo>
                  <a:lnTo>
                    <a:pt x="7620" y="83693"/>
                  </a:lnTo>
                  <a:lnTo>
                    <a:pt x="7620" y="80010"/>
                  </a:lnTo>
                  <a:close/>
                </a:path>
                <a:path w="7620" h="280669">
                  <a:moveTo>
                    <a:pt x="7620" y="77470"/>
                  </a:moveTo>
                  <a:lnTo>
                    <a:pt x="0" y="77470"/>
                  </a:lnTo>
                  <a:lnTo>
                    <a:pt x="0" y="79883"/>
                  </a:lnTo>
                  <a:lnTo>
                    <a:pt x="7620" y="79883"/>
                  </a:lnTo>
                  <a:lnTo>
                    <a:pt x="7620" y="77470"/>
                  </a:lnTo>
                  <a:close/>
                </a:path>
                <a:path w="7620" h="280669">
                  <a:moveTo>
                    <a:pt x="7620" y="73660"/>
                  </a:moveTo>
                  <a:lnTo>
                    <a:pt x="0" y="73660"/>
                  </a:lnTo>
                  <a:lnTo>
                    <a:pt x="0" y="77343"/>
                  </a:lnTo>
                  <a:lnTo>
                    <a:pt x="7620" y="77343"/>
                  </a:lnTo>
                  <a:lnTo>
                    <a:pt x="7620" y="73660"/>
                  </a:lnTo>
                  <a:close/>
                </a:path>
                <a:path w="7620" h="280669">
                  <a:moveTo>
                    <a:pt x="7620" y="71120"/>
                  </a:moveTo>
                  <a:lnTo>
                    <a:pt x="0" y="71120"/>
                  </a:lnTo>
                  <a:lnTo>
                    <a:pt x="0" y="73533"/>
                  </a:lnTo>
                  <a:lnTo>
                    <a:pt x="7620" y="73533"/>
                  </a:lnTo>
                  <a:lnTo>
                    <a:pt x="7620" y="71120"/>
                  </a:lnTo>
                  <a:close/>
                </a:path>
                <a:path w="7620" h="280669">
                  <a:moveTo>
                    <a:pt x="7620" y="67310"/>
                  </a:moveTo>
                  <a:lnTo>
                    <a:pt x="0" y="67310"/>
                  </a:lnTo>
                  <a:lnTo>
                    <a:pt x="0" y="70993"/>
                  </a:lnTo>
                  <a:lnTo>
                    <a:pt x="7620" y="70993"/>
                  </a:lnTo>
                  <a:lnTo>
                    <a:pt x="7620" y="67310"/>
                  </a:lnTo>
                  <a:close/>
                </a:path>
                <a:path w="7620" h="280669">
                  <a:moveTo>
                    <a:pt x="7620" y="64770"/>
                  </a:moveTo>
                  <a:lnTo>
                    <a:pt x="0" y="64770"/>
                  </a:lnTo>
                  <a:lnTo>
                    <a:pt x="0" y="67183"/>
                  </a:lnTo>
                  <a:lnTo>
                    <a:pt x="7620" y="67183"/>
                  </a:lnTo>
                  <a:lnTo>
                    <a:pt x="7620" y="64770"/>
                  </a:lnTo>
                  <a:close/>
                </a:path>
                <a:path w="7620" h="280669">
                  <a:moveTo>
                    <a:pt x="7620" y="60960"/>
                  </a:moveTo>
                  <a:lnTo>
                    <a:pt x="0" y="60960"/>
                  </a:lnTo>
                  <a:lnTo>
                    <a:pt x="0" y="64643"/>
                  </a:lnTo>
                  <a:lnTo>
                    <a:pt x="7620" y="64643"/>
                  </a:lnTo>
                  <a:lnTo>
                    <a:pt x="7620" y="60960"/>
                  </a:lnTo>
                  <a:close/>
                </a:path>
                <a:path w="7620" h="280669">
                  <a:moveTo>
                    <a:pt x="7620" y="58420"/>
                  </a:moveTo>
                  <a:lnTo>
                    <a:pt x="0" y="58420"/>
                  </a:lnTo>
                  <a:lnTo>
                    <a:pt x="0" y="60833"/>
                  </a:lnTo>
                  <a:lnTo>
                    <a:pt x="7620" y="60833"/>
                  </a:lnTo>
                  <a:lnTo>
                    <a:pt x="7620" y="58420"/>
                  </a:lnTo>
                  <a:close/>
                </a:path>
                <a:path w="7620" h="280669">
                  <a:moveTo>
                    <a:pt x="7620" y="54610"/>
                  </a:moveTo>
                  <a:lnTo>
                    <a:pt x="0" y="54610"/>
                  </a:lnTo>
                  <a:lnTo>
                    <a:pt x="0" y="58293"/>
                  </a:lnTo>
                  <a:lnTo>
                    <a:pt x="7620" y="58293"/>
                  </a:lnTo>
                  <a:lnTo>
                    <a:pt x="7620" y="54610"/>
                  </a:lnTo>
                  <a:close/>
                </a:path>
                <a:path w="7620" h="280669">
                  <a:moveTo>
                    <a:pt x="7620" y="52070"/>
                  </a:moveTo>
                  <a:lnTo>
                    <a:pt x="0" y="52070"/>
                  </a:lnTo>
                  <a:lnTo>
                    <a:pt x="0" y="54483"/>
                  </a:lnTo>
                  <a:lnTo>
                    <a:pt x="7620" y="54483"/>
                  </a:lnTo>
                  <a:lnTo>
                    <a:pt x="7620" y="52070"/>
                  </a:lnTo>
                  <a:close/>
                </a:path>
                <a:path w="7620" h="280669">
                  <a:moveTo>
                    <a:pt x="7620" y="48260"/>
                  </a:moveTo>
                  <a:lnTo>
                    <a:pt x="0" y="48260"/>
                  </a:lnTo>
                  <a:lnTo>
                    <a:pt x="0" y="51943"/>
                  </a:lnTo>
                  <a:lnTo>
                    <a:pt x="7620" y="51943"/>
                  </a:lnTo>
                  <a:lnTo>
                    <a:pt x="7620" y="48260"/>
                  </a:lnTo>
                  <a:close/>
                </a:path>
                <a:path w="7620" h="280669">
                  <a:moveTo>
                    <a:pt x="7620" y="45720"/>
                  </a:moveTo>
                  <a:lnTo>
                    <a:pt x="0" y="45720"/>
                  </a:lnTo>
                  <a:lnTo>
                    <a:pt x="0" y="48133"/>
                  </a:lnTo>
                  <a:lnTo>
                    <a:pt x="7620" y="48133"/>
                  </a:lnTo>
                  <a:lnTo>
                    <a:pt x="7620" y="45720"/>
                  </a:lnTo>
                  <a:close/>
                </a:path>
                <a:path w="7620" h="280669">
                  <a:moveTo>
                    <a:pt x="7620" y="41910"/>
                  </a:moveTo>
                  <a:lnTo>
                    <a:pt x="0" y="41910"/>
                  </a:lnTo>
                  <a:lnTo>
                    <a:pt x="0" y="45593"/>
                  </a:lnTo>
                  <a:lnTo>
                    <a:pt x="7620" y="45593"/>
                  </a:lnTo>
                  <a:lnTo>
                    <a:pt x="7620" y="41910"/>
                  </a:lnTo>
                  <a:close/>
                </a:path>
                <a:path w="7620" h="280669">
                  <a:moveTo>
                    <a:pt x="7620" y="39370"/>
                  </a:moveTo>
                  <a:lnTo>
                    <a:pt x="0" y="39370"/>
                  </a:lnTo>
                  <a:lnTo>
                    <a:pt x="0" y="41783"/>
                  </a:lnTo>
                  <a:lnTo>
                    <a:pt x="7620" y="41783"/>
                  </a:lnTo>
                  <a:lnTo>
                    <a:pt x="7620" y="39370"/>
                  </a:lnTo>
                  <a:close/>
                </a:path>
                <a:path w="7620" h="280669">
                  <a:moveTo>
                    <a:pt x="7620" y="35560"/>
                  </a:moveTo>
                  <a:lnTo>
                    <a:pt x="0" y="35560"/>
                  </a:lnTo>
                  <a:lnTo>
                    <a:pt x="0" y="39243"/>
                  </a:lnTo>
                  <a:lnTo>
                    <a:pt x="7620" y="39243"/>
                  </a:lnTo>
                  <a:lnTo>
                    <a:pt x="7620" y="35560"/>
                  </a:lnTo>
                  <a:close/>
                </a:path>
                <a:path w="7620" h="280669">
                  <a:moveTo>
                    <a:pt x="7620" y="33020"/>
                  </a:moveTo>
                  <a:lnTo>
                    <a:pt x="0" y="33020"/>
                  </a:lnTo>
                  <a:lnTo>
                    <a:pt x="0" y="35433"/>
                  </a:lnTo>
                  <a:lnTo>
                    <a:pt x="7620" y="35433"/>
                  </a:lnTo>
                  <a:lnTo>
                    <a:pt x="7620" y="33020"/>
                  </a:lnTo>
                  <a:close/>
                </a:path>
                <a:path w="7620" h="280669">
                  <a:moveTo>
                    <a:pt x="7620" y="29210"/>
                  </a:moveTo>
                  <a:lnTo>
                    <a:pt x="0" y="29210"/>
                  </a:lnTo>
                  <a:lnTo>
                    <a:pt x="0" y="32893"/>
                  </a:lnTo>
                  <a:lnTo>
                    <a:pt x="7620" y="32893"/>
                  </a:lnTo>
                  <a:lnTo>
                    <a:pt x="7620" y="29210"/>
                  </a:lnTo>
                  <a:close/>
                </a:path>
                <a:path w="7620" h="280669">
                  <a:moveTo>
                    <a:pt x="7620" y="26670"/>
                  </a:moveTo>
                  <a:lnTo>
                    <a:pt x="0" y="26670"/>
                  </a:lnTo>
                  <a:lnTo>
                    <a:pt x="0" y="29083"/>
                  </a:lnTo>
                  <a:lnTo>
                    <a:pt x="7620" y="29083"/>
                  </a:lnTo>
                  <a:lnTo>
                    <a:pt x="7620" y="26670"/>
                  </a:lnTo>
                  <a:close/>
                </a:path>
                <a:path w="7620" h="280669">
                  <a:moveTo>
                    <a:pt x="7620" y="22860"/>
                  </a:moveTo>
                  <a:lnTo>
                    <a:pt x="0" y="22860"/>
                  </a:lnTo>
                  <a:lnTo>
                    <a:pt x="0" y="26543"/>
                  </a:lnTo>
                  <a:lnTo>
                    <a:pt x="7620" y="26543"/>
                  </a:lnTo>
                  <a:lnTo>
                    <a:pt x="7620" y="22860"/>
                  </a:lnTo>
                  <a:close/>
                </a:path>
                <a:path w="7620" h="280669">
                  <a:moveTo>
                    <a:pt x="7620" y="20320"/>
                  </a:moveTo>
                  <a:lnTo>
                    <a:pt x="0" y="20320"/>
                  </a:lnTo>
                  <a:lnTo>
                    <a:pt x="0" y="22733"/>
                  </a:lnTo>
                  <a:lnTo>
                    <a:pt x="7620" y="22733"/>
                  </a:lnTo>
                  <a:lnTo>
                    <a:pt x="7620" y="20320"/>
                  </a:lnTo>
                  <a:close/>
                </a:path>
                <a:path w="7620" h="280669">
                  <a:moveTo>
                    <a:pt x="7620" y="16510"/>
                  </a:moveTo>
                  <a:lnTo>
                    <a:pt x="0" y="16510"/>
                  </a:lnTo>
                  <a:lnTo>
                    <a:pt x="0" y="20193"/>
                  </a:lnTo>
                  <a:lnTo>
                    <a:pt x="7620" y="20193"/>
                  </a:lnTo>
                  <a:lnTo>
                    <a:pt x="7620" y="16510"/>
                  </a:lnTo>
                  <a:close/>
                </a:path>
                <a:path w="7620" h="280669">
                  <a:moveTo>
                    <a:pt x="7620" y="13970"/>
                  </a:moveTo>
                  <a:lnTo>
                    <a:pt x="0" y="13970"/>
                  </a:lnTo>
                  <a:lnTo>
                    <a:pt x="0" y="16383"/>
                  </a:lnTo>
                  <a:lnTo>
                    <a:pt x="7620" y="16383"/>
                  </a:lnTo>
                  <a:lnTo>
                    <a:pt x="7620" y="13970"/>
                  </a:lnTo>
                  <a:close/>
                </a:path>
                <a:path w="7620" h="280669">
                  <a:moveTo>
                    <a:pt x="7620" y="10160"/>
                  </a:moveTo>
                  <a:lnTo>
                    <a:pt x="0" y="10160"/>
                  </a:lnTo>
                  <a:lnTo>
                    <a:pt x="0" y="13843"/>
                  </a:lnTo>
                  <a:lnTo>
                    <a:pt x="7620" y="13843"/>
                  </a:lnTo>
                  <a:lnTo>
                    <a:pt x="7620" y="10160"/>
                  </a:lnTo>
                  <a:close/>
                </a:path>
                <a:path w="7620" h="280669">
                  <a:moveTo>
                    <a:pt x="7620" y="7620"/>
                  </a:moveTo>
                  <a:lnTo>
                    <a:pt x="0" y="7620"/>
                  </a:lnTo>
                  <a:lnTo>
                    <a:pt x="0" y="10033"/>
                  </a:lnTo>
                  <a:lnTo>
                    <a:pt x="7620" y="10033"/>
                  </a:lnTo>
                  <a:lnTo>
                    <a:pt x="7620" y="7620"/>
                  </a:lnTo>
                  <a:close/>
                </a:path>
                <a:path w="7620" h="280669">
                  <a:moveTo>
                    <a:pt x="7620" y="3810"/>
                  </a:moveTo>
                  <a:lnTo>
                    <a:pt x="0" y="3810"/>
                  </a:lnTo>
                  <a:lnTo>
                    <a:pt x="0" y="7493"/>
                  </a:lnTo>
                  <a:lnTo>
                    <a:pt x="7620" y="7493"/>
                  </a:lnTo>
                  <a:lnTo>
                    <a:pt x="7620" y="3810"/>
                  </a:lnTo>
                  <a:close/>
                </a:path>
                <a:path w="7620" h="280669">
                  <a:moveTo>
                    <a:pt x="7620" y="1270"/>
                  </a:moveTo>
                  <a:lnTo>
                    <a:pt x="0" y="1270"/>
                  </a:lnTo>
                  <a:lnTo>
                    <a:pt x="0" y="3683"/>
                  </a:lnTo>
                  <a:lnTo>
                    <a:pt x="7620" y="3683"/>
                  </a:lnTo>
                  <a:lnTo>
                    <a:pt x="7620" y="1270"/>
                  </a:lnTo>
                  <a:close/>
                </a:path>
                <a:path w="7620" h="280669">
                  <a:moveTo>
                    <a:pt x="7620" y="0"/>
                  </a:moveTo>
                  <a:lnTo>
                    <a:pt x="0" y="0"/>
                  </a:lnTo>
                  <a:lnTo>
                    <a:pt x="0" y="1143"/>
                  </a:lnTo>
                  <a:lnTo>
                    <a:pt x="7620" y="1143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B46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3">
              <a:extLst>
                <a:ext uri="{FF2B5EF4-FFF2-40B4-BE49-F238E27FC236}">
                  <a16:creationId xmlns:a16="http://schemas.microsoft.com/office/drawing/2014/main" id="{E84E89F9-CF27-B65C-9AA7-A06129DA5F88}"/>
                </a:ext>
              </a:extLst>
            </p:cNvPr>
            <p:cNvSpPr/>
            <p:nvPr/>
          </p:nvSpPr>
          <p:spPr>
            <a:xfrm>
              <a:off x="7924655" y="2654060"/>
              <a:ext cx="7620" cy="280670"/>
            </a:xfrm>
            <a:custGeom>
              <a:avLst/>
              <a:gdLst/>
              <a:ahLst/>
              <a:cxnLst/>
              <a:rect l="l" t="t" r="r" b="b"/>
              <a:pathLst>
                <a:path w="7620" h="280669">
                  <a:moveTo>
                    <a:pt x="7620" y="276860"/>
                  </a:moveTo>
                  <a:lnTo>
                    <a:pt x="0" y="276860"/>
                  </a:lnTo>
                  <a:lnTo>
                    <a:pt x="0" y="280670"/>
                  </a:lnTo>
                  <a:lnTo>
                    <a:pt x="7620" y="280670"/>
                  </a:lnTo>
                  <a:lnTo>
                    <a:pt x="7620" y="276860"/>
                  </a:lnTo>
                  <a:close/>
                </a:path>
                <a:path w="7620" h="280669">
                  <a:moveTo>
                    <a:pt x="762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7620" y="276733"/>
                  </a:lnTo>
                  <a:lnTo>
                    <a:pt x="7620" y="274320"/>
                  </a:lnTo>
                  <a:close/>
                </a:path>
                <a:path w="7620" h="280669">
                  <a:moveTo>
                    <a:pt x="7620" y="270510"/>
                  </a:moveTo>
                  <a:lnTo>
                    <a:pt x="0" y="270510"/>
                  </a:lnTo>
                  <a:lnTo>
                    <a:pt x="0" y="274193"/>
                  </a:lnTo>
                  <a:lnTo>
                    <a:pt x="7620" y="274193"/>
                  </a:lnTo>
                  <a:lnTo>
                    <a:pt x="7620" y="270510"/>
                  </a:lnTo>
                  <a:close/>
                </a:path>
                <a:path w="7620" h="280669">
                  <a:moveTo>
                    <a:pt x="762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7620" y="270383"/>
                  </a:lnTo>
                  <a:lnTo>
                    <a:pt x="7620" y="267970"/>
                  </a:lnTo>
                  <a:close/>
                </a:path>
                <a:path w="7620" h="280669">
                  <a:moveTo>
                    <a:pt x="7620" y="264160"/>
                  </a:moveTo>
                  <a:lnTo>
                    <a:pt x="0" y="264160"/>
                  </a:lnTo>
                  <a:lnTo>
                    <a:pt x="0" y="267843"/>
                  </a:lnTo>
                  <a:lnTo>
                    <a:pt x="7620" y="267843"/>
                  </a:lnTo>
                  <a:lnTo>
                    <a:pt x="7620" y="264160"/>
                  </a:lnTo>
                  <a:close/>
                </a:path>
                <a:path w="7620" h="280669">
                  <a:moveTo>
                    <a:pt x="762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80669">
                  <a:moveTo>
                    <a:pt x="7620" y="257810"/>
                  </a:moveTo>
                  <a:lnTo>
                    <a:pt x="0" y="257810"/>
                  </a:lnTo>
                  <a:lnTo>
                    <a:pt x="0" y="261493"/>
                  </a:lnTo>
                  <a:lnTo>
                    <a:pt x="7620" y="261493"/>
                  </a:lnTo>
                  <a:lnTo>
                    <a:pt x="7620" y="257810"/>
                  </a:lnTo>
                  <a:close/>
                </a:path>
                <a:path w="7620" h="280669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80669">
                  <a:moveTo>
                    <a:pt x="7620" y="251460"/>
                  </a:moveTo>
                  <a:lnTo>
                    <a:pt x="0" y="251460"/>
                  </a:lnTo>
                  <a:lnTo>
                    <a:pt x="0" y="255143"/>
                  </a:lnTo>
                  <a:lnTo>
                    <a:pt x="7620" y="255143"/>
                  </a:lnTo>
                  <a:lnTo>
                    <a:pt x="7620" y="251460"/>
                  </a:lnTo>
                  <a:close/>
                </a:path>
                <a:path w="7620" h="280669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80669">
                  <a:moveTo>
                    <a:pt x="7620" y="245110"/>
                  </a:moveTo>
                  <a:lnTo>
                    <a:pt x="0" y="245110"/>
                  </a:lnTo>
                  <a:lnTo>
                    <a:pt x="0" y="248793"/>
                  </a:lnTo>
                  <a:lnTo>
                    <a:pt x="7620" y="248793"/>
                  </a:lnTo>
                  <a:lnTo>
                    <a:pt x="7620" y="245110"/>
                  </a:lnTo>
                  <a:close/>
                </a:path>
                <a:path w="7620" h="280669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80669">
                  <a:moveTo>
                    <a:pt x="7620" y="238760"/>
                  </a:moveTo>
                  <a:lnTo>
                    <a:pt x="0" y="238760"/>
                  </a:lnTo>
                  <a:lnTo>
                    <a:pt x="0" y="242443"/>
                  </a:lnTo>
                  <a:lnTo>
                    <a:pt x="7620" y="242443"/>
                  </a:lnTo>
                  <a:lnTo>
                    <a:pt x="7620" y="238760"/>
                  </a:lnTo>
                  <a:close/>
                </a:path>
                <a:path w="7620" h="280669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80669">
                  <a:moveTo>
                    <a:pt x="7620" y="232410"/>
                  </a:moveTo>
                  <a:lnTo>
                    <a:pt x="0" y="232410"/>
                  </a:lnTo>
                  <a:lnTo>
                    <a:pt x="0" y="236093"/>
                  </a:lnTo>
                  <a:lnTo>
                    <a:pt x="7620" y="236093"/>
                  </a:lnTo>
                  <a:lnTo>
                    <a:pt x="7620" y="232410"/>
                  </a:lnTo>
                  <a:close/>
                </a:path>
                <a:path w="7620" h="280669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80669">
                  <a:moveTo>
                    <a:pt x="7620" y="226060"/>
                  </a:moveTo>
                  <a:lnTo>
                    <a:pt x="0" y="226060"/>
                  </a:lnTo>
                  <a:lnTo>
                    <a:pt x="0" y="229743"/>
                  </a:lnTo>
                  <a:lnTo>
                    <a:pt x="7620" y="229743"/>
                  </a:lnTo>
                  <a:lnTo>
                    <a:pt x="7620" y="226060"/>
                  </a:lnTo>
                  <a:close/>
                </a:path>
                <a:path w="7620" h="280669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80669">
                  <a:moveTo>
                    <a:pt x="7620" y="219710"/>
                  </a:moveTo>
                  <a:lnTo>
                    <a:pt x="0" y="219710"/>
                  </a:lnTo>
                  <a:lnTo>
                    <a:pt x="0" y="223393"/>
                  </a:lnTo>
                  <a:lnTo>
                    <a:pt x="7620" y="223393"/>
                  </a:lnTo>
                  <a:lnTo>
                    <a:pt x="7620" y="219710"/>
                  </a:lnTo>
                  <a:close/>
                </a:path>
                <a:path w="7620" h="280669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80669">
                  <a:moveTo>
                    <a:pt x="7620" y="213360"/>
                  </a:moveTo>
                  <a:lnTo>
                    <a:pt x="0" y="213360"/>
                  </a:lnTo>
                  <a:lnTo>
                    <a:pt x="0" y="217043"/>
                  </a:lnTo>
                  <a:lnTo>
                    <a:pt x="7620" y="217043"/>
                  </a:lnTo>
                  <a:lnTo>
                    <a:pt x="7620" y="213360"/>
                  </a:lnTo>
                  <a:close/>
                </a:path>
                <a:path w="7620" h="280669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80669">
                  <a:moveTo>
                    <a:pt x="7620" y="207010"/>
                  </a:moveTo>
                  <a:lnTo>
                    <a:pt x="0" y="207010"/>
                  </a:lnTo>
                  <a:lnTo>
                    <a:pt x="0" y="210693"/>
                  </a:lnTo>
                  <a:lnTo>
                    <a:pt x="7620" y="210693"/>
                  </a:lnTo>
                  <a:lnTo>
                    <a:pt x="7620" y="207010"/>
                  </a:lnTo>
                  <a:close/>
                </a:path>
                <a:path w="7620" h="280669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80669">
                  <a:moveTo>
                    <a:pt x="7620" y="200660"/>
                  </a:moveTo>
                  <a:lnTo>
                    <a:pt x="0" y="200660"/>
                  </a:lnTo>
                  <a:lnTo>
                    <a:pt x="0" y="204343"/>
                  </a:lnTo>
                  <a:lnTo>
                    <a:pt x="7620" y="204343"/>
                  </a:lnTo>
                  <a:lnTo>
                    <a:pt x="7620" y="200660"/>
                  </a:lnTo>
                  <a:close/>
                </a:path>
                <a:path w="7620" h="280669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80669">
                  <a:moveTo>
                    <a:pt x="7620" y="194310"/>
                  </a:moveTo>
                  <a:lnTo>
                    <a:pt x="0" y="194310"/>
                  </a:lnTo>
                  <a:lnTo>
                    <a:pt x="0" y="197993"/>
                  </a:lnTo>
                  <a:lnTo>
                    <a:pt x="7620" y="197993"/>
                  </a:lnTo>
                  <a:lnTo>
                    <a:pt x="7620" y="194310"/>
                  </a:lnTo>
                  <a:close/>
                </a:path>
                <a:path w="7620" h="280669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80669">
                  <a:moveTo>
                    <a:pt x="7620" y="187960"/>
                  </a:moveTo>
                  <a:lnTo>
                    <a:pt x="0" y="187960"/>
                  </a:lnTo>
                  <a:lnTo>
                    <a:pt x="0" y="191643"/>
                  </a:lnTo>
                  <a:lnTo>
                    <a:pt x="7620" y="191643"/>
                  </a:lnTo>
                  <a:lnTo>
                    <a:pt x="7620" y="187960"/>
                  </a:lnTo>
                  <a:close/>
                </a:path>
                <a:path w="7620" h="280669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80669">
                  <a:moveTo>
                    <a:pt x="7620" y="181610"/>
                  </a:moveTo>
                  <a:lnTo>
                    <a:pt x="0" y="181610"/>
                  </a:lnTo>
                  <a:lnTo>
                    <a:pt x="0" y="185293"/>
                  </a:lnTo>
                  <a:lnTo>
                    <a:pt x="7620" y="185293"/>
                  </a:lnTo>
                  <a:lnTo>
                    <a:pt x="7620" y="181610"/>
                  </a:lnTo>
                  <a:close/>
                </a:path>
                <a:path w="7620" h="280669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80669">
                  <a:moveTo>
                    <a:pt x="7620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7620" y="178943"/>
                  </a:lnTo>
                  <a:lnTo>
                    <a:pt x="7620" y="176530"/>
                  </a:lnTo>
                  <a:close/>
                </a:path>
                <a:path w="7620" h="280669">
                  <a:moveTo>
                    <a:pt x="7620" y="170065"/>
                  </a:moveTo>
                  <a:lnTo>
                    <a:pt x="0" y="170065"/>
                  </a:lnTo>
                  <a:lnTo>
                    <a:pt x="0" y="176403"/>
                  </a:lnTo>
                  <a:lnTo>
                    <a:pt x="7620" y="176403"/>
                  </a:lnTo>
                  <a:lnTo>
                    <a:pt x="7620" y="170065"/>
                  </a:lnTo>
                  <a:close/>
                </a:path>
                <a:path w="7620" h="280669">
                  <a:moveTo>
                    <a:pt x="7620" y="112915"/>
                  </a:moveTo>
                  <a:lnTo>
                    <a:pt x="0" y="112915"/>
                  </a:lnTo>
                  <a:lnTo>
                    <a:pt x="0" y="170053"/>
                  </a:lnTo>
                  <a:lnTo>
                    <a:pt x="7620" y="170053"/>
                  </a:lnTo>
                  <a:lnTo>
                    <a:pt x="7620" y="112915"/>
                  </a:lnTo>
                  <a:close/>
                </a:path>
                <a:path w="7620" h="280669">
                  <a:moveTo>
                    <a:pt x="7620" y="102870"/>
                  </a:moveTo>
                  <a:lnTo>
                    <a:pt x="0" y="102870"/>
                  </a:lnTo>
                  <a:lnTo>
                    <a:pt x="0" y="112903"/>
                  </a:lnTo>
                  <a:lnTo>
                    <a:pt x="7620" y="112903"/>
                  </a:lnTo>
                  <a:lnTo>
                    <a:pt x="7620" y="102870"/>
                  </a:lnTo>
                  <a:close/>
                </a:path>
                <a:path w="7620" h="280669">
                  <a:moveTo>
                    <a:pt x="7620" y="96520"/>
                  </a:moveTo>
                  <a:lnTo>
                    <a:pt x="0" y="96520"/>
                  </a:lnTo>
                  <a:lnTo>
                    <a:pt x="0" y="102743"/>
                  </a:lnTo>
                  <a:lnTo>
                    <a:pt x="7620" y="102743"/>
                  </a:lnTo>
                  <a:lnTo>
                    <a:pt x="7620" y="96520"/>
                  </a:lnTo>
                  <a:close/>
                </a:path>
                <a:path w="7620" h="280669">
                  <a:moveTo>
                    <a:pt x="7620" y="92710"/>
                  </a:moveTo>
                  <a:lnTo>
                    <a:pt x="0" y="92710"/>
                  </a:lnTo>
                  <a:lnTo>
                    <a:pt x="0" y="96393"/>
                  </a:lnTo>
                  <a:lnTo>
                    <a:pt x="7620" y="96393"/>
                  </a:lnTo>
                  <a:lnTo>
                    <a:pt x="7620" y="92710"/>
                  </a:lnTo>
                  <a:close/>
                </a:path>
                <a:path w="7620" h="280669">
                  <a:moveTo>
                    <a:pt x="7620" y="90170"/>
                  </a:moveTo>
                  <a:lnTo>
                    <a:pt x="0" y="90170"/>
                  </a:lnTo>
                  <a:lnTo>
                    <a:pt x="0" y="92583"/>
                  </a:lnTo>
                  <a:lnTo>
                    <a:pt x="7620" y="92583"/>
                  </a:lnTo>
                  <a:lnTo>
                    <a:pt x="7620" y="90170"/>
                  </a:lnTo>
                  <a:close/>
                </a:path>
                <a:path w="7620" h="280669">
                  <a:moveTo>
                    <a:pt x="7620" y="86360"/>
                  </a:moveTo>
                  <a:lnTo>
                    <a:pt x="0" y="86360"/>
                  </a:lnTo>
                  <a:lnTo>
                    <a:pt x="0" y="90043"/>
                  </a:lnTo>
                  <a:lnTo>
                    <a:pt x="7620" y="90043"/>
                  </a:lnTo>
                  <a:lnTo>
                    <a:pt x="7620" y="86360"/>
                  </a:lnTo>
                  <a:close/>
                </a:path>
                <a:path w="7620" h="280669">
                  <a:moveTo>
                    <a:pt x="7620" y="83820"/>
                  </a:moveTo>
                  <a:lnTo>
                    <a:pt x="0" y="83820"/>
                  </a:lnTo>
                  <a:lnTo>
                    <a:pt x="0" y="86233"/>
                  </a:lnTo>
                  <a:lnTo>
                    <a:pt x="7620" y="86233"/>
                  </a:lnTo>
                  <a:lnTo>
                    <a:pt x="7620" y="83820"/>
                  </a:lnTo>
                  <a:close/>
                </a:path>
                <a:path w="7620" h="280669">
                  <a:moveTo>
                    <a:pt x="7620" y="80010"/>
                  </a:moveTo>
                  <a:lnTo>
                    <a:pt x="0" y="80010"/>
                  </a:lnTo>
                  <a:lnTo>
                    <a:pt x="0" y="83693"/>
                  </a:lnTo>
                  <a:lnTo>
                    <a:pt x="7620" y="83693"/>
                  </a:lnTo>
                  <a:lnTo>
                    <a:pt x="7620" y="80010"/>
                  </a:lnTo>
                  <a:close/>
                </a:path>
                <a:path w="7620" h="280669">
                  <a:moveTo>
                    <a:pt x="7620" y="77470"/>
                  </a:moveTo>
                  <a:lnTo>
                    <a:pt x="0" y="77470"/>
                  </a:lnTo>
                  <a:lnTo>
                    <a:pt x="0" y="79883"/>
                  </a:lnTo>
                  <a:lnTo>
                    <a:pt x="7620" y="79883"/>
                  </a:lnTo>
                  <a:lnTo>
                    <a:pt x="7620" y="77470"/>
                  </a:lnTo>
                  <a:close/>
                </a:path>
                <a:path w="7620" h="280669">
                  <a:moveTo>
                    <a:pt x="7620" y="73660"/>
                  </a:moveTo>
                  <a:lnTo>
                    <a:pt x="0" y="73660"/>
                  </a:lnTo>
                  <a:lnTo>
                    <a:pt x="0" y="77343"/>
                  </a:lnTo>
                  <a:lnTo>
                    <a:pt x="7620" y="77343"/>
                  </a:lnTo>
                  <a:lnTo>
                    <a:pt x="7620" y="73660"/>
                  </a:lnTo>
                  <a:close/>
                </a:path>
                <a:path w="7620" h="280669">
                  <a:moveTo>
                    <a:pt x="7620" y="71120"/>
                  </a:moveTo>
                  <a:lnTo>
                    <a:pt x="0" y="71120"/>
                  </a:lnTo>
                  <a:lnTo>
                    <a:pt x="0" y="73533"/>
                  </a:lnTo>
                  <a:lnTo>
                    <a:pt x="7620" y="73533"/>
                  </a:lnTo>
                  <a:lnTo>
                    <a:pt x="7620" y="71120"/>
                  </a:lnTo>
                  <a:close/>
                </a:path>
                <a:path w="7620" h="280669">
                  <a:moveTo>
                    <a:pt x="7620" y="67310"/>
                  </a:moveTo>
                  <a:lnTo>
                    <a:pt x="0" y="67310"/>
                  </a:lnTo>
                  <a:lnTo>
                    <a:pt x="0" y="70993"/>
                  </a:lnTo>
                  <a:lnTo>
                    <a:pt x="7620" y="70993"/>
                  </a:lnTo>
                  <a:lnTo>
                    <a:pt x="7620" y="67310"/>
                  </a:lnTo>
                  <a:close/>
                </a:path>
                <a:path w="7620" h="280669">
                  <a:moveTo>
                    <a:pt x="7620" y="64770"/>
                  </a:moveTo>
                  <a:lnTo>
                    <a:pt x="0" y="64770"/>
                  </a:lnTo>
                  <a:lnTo>
                    <a:pt x="0" y="67183"/>
                  </a:lnTo>
                  <a:lnTo>
                    <a:pt x="7620" y="67183"/>
                  </a:lnTo>
                  <a:lnTo>
                    <a:pt x="7620" y="64770"/>
                  </a:lnTo>
                  <a:close/>
                </a:path>
                <a:path w="7620" h="280669">
                  <a:moveTo>
                    <a:pt x="7620" y="60960"/>
                  </a:moveTo>
                  <a:lnTo>
                    <a:pt x="0" y="60960"/>
                  </a:lnTo>
                  <a:lnTo>
                    <a:pt x="0" y="64643"/>
                  </a:lnTo>
                  <a:lnTo>
                    <a:pt x="7620" y="64643"/>
                  </a:lnTo>
                  <a:lnTo>
                    <a:pt x="7620" y="60960"/>
                  </a:lnTo>
                  <a:close/>
                </a:path>
                <a:path w="7620" h="280669">
                  <a:moveTo>
                    <a:pt x="7620" y="58420"/>
                  </a:moveTo>
                  <a:lnTo>
                    <a:pt x="0" y="58420"/>
                  </a:lnTo>
                  <a:lnTo>
                    <a:pt x="0" y="60833"/>
                  </a:lnTo>
                  <a:lnTo>
                    <a:pt x="7620" y="60833"/>
                  </a:lnTo>
                  <a:lnTo>
                    <a:pt x="7620" y="58420"/>
                  </a:lnTo>
                  <a:close/>
                </a:path>
                <a:path w="7620" h="280669">
                  <a:moveTo>
                    <a:pt x="7620" y="54610"/>
                  </a:moveTo>
                  <a:lnTo>
                    <a:pt x="0" y="54610"/>
                  </a:lnTo>
                  <a:lnTo>
                    <a:pt x="0" y="58293"/>
                  </a:lnTo>
                  <a:lnTo>
                    <a:pt x="7620" y="58293"/>
                  </a:lnTo>
                  <a:lnTo>
                    <a:pt x="7620" y="54610"/>
                  </a:lnTo>
                  <a:close/>
                </a:path>
                <a:path w="7620" h="280669">
                  <a:moveTo>
                    <a:pt x="7620" y="52070"/>
                  </a:moveTo>
                  <a:lnTo>
                    <a:pt x="0" y="52070"/>
                  </a:lnTo>
                  <a:lnTo>
                    <a:pt x="0" y="54483"/>
                  </a:lnTo>
                  <a:lnTo>
                    <a:pt x="7620" y="54483"/>
                  </a:lnTo>
                  <a:lnTo>
                    <a:pt x="7620" y="52070"/>
                  </a:lnTo>
                  <a:close/>
                </a:path>
                <a:path w="7620" h="280669">
                  <a:moveTo>
                    <a:pt x="7620" y="48260"/>
                  </a:moveTo>
                  <a:lnTo>
                    <a:pt x="0" y="48260"/>
                  </a:lnTo>
                  <a:lnTo>
                    <a:pt x="0" y="51943"/>
                  </a:lnTo>
                  <a:lnTo>
                    <a:pt x="7620" y="51943"/>
                  </a:lnTo>
                  <a:lnTo>
                    <a:pt x="7620" y="48260"/>
                  </a:lnTo>
                  <a:close/>
                </a:path>
                <a:path w="7620" h="280669">
                  <a:moveTo>
                    <a:pt x="7620" y="45720"/>
                  </a:moveTo>
                  <a:lnTo>
                    <a:pt x="0" y="45720"/>
                  </a:lnTo>
                  <a:lnTo>
                    <a:pt x="0" y="48133"/>
                  </a:lnTo>
                  <a:lnTo>
                    <a:pt x="7620" y="48133"/>
                  </a:lnTo>
                  <a:lnTo>
                    <a:pt x="7620" y="45720"/>
                  </a:lnTo>
                  <a:close/>
                </a:path>
                <a:path w="7620" h="280669">
                  <a:moveTo>
                    <a:pt x="7620" y="41910"/>
                  </a:moveTo>
                  <a:lnTo>
                    <a:pt x="0" y="41910"/>
                  </a:lnTo>
                  <a:lnTo>
                    <a:pt x="0" y="45593"/>
                  </a:lnTo>
                  <a:lnTo>
                    <a:pt x="7620" y="45593"/>
                  </a:lnTo>
                  <a:lnTo>
                    <a:pt x="7620" y="41910"/>
                  </a:lnTo>
                  <a:close/>
                </a:path>
                <a:path w="7620" h="280669">
                  <a:moveTo>
                    <a:pt x="7620" y="39370"/>
                  </a:moveTo>
                  <a:lnTo>
                    <a:pt x="0" y="39370"/>
                  </a:lnTo>
                  <a:lnTo>
                    <a:pt x="0" y="41783"/>
                  </a:lnTo>
                  <a:lnTo>
                    <a:pt x="7620" y="41783"/>
                  </a:lnTo>
                  <a:lnTo>
                    <a:pt x="7620" y="39370"/>
                  </a:lnTo>
                  <a:close/>
                </a:path>
                <a:path w="7620" h="280669">
                  <a:moveTo>
                    <a:pt x="7620" y="35560"/>
                  </a:moveTo>
                  <a:lnTo>
                    <a:pt x="0" y="35560"/>
                  </a:lnTo>
                  <a:lnTo>
                    <a:pt x="0" y="39243"/>
                  </a:lnTo>
                  <a:lnTo>
                    <a:pt x="7620" y="39243"/>
                  </a:lnTo>
                  <a:lnTo>
                    <a:pt x="7620" y="35560"/>
                  </a:lnTo>
                  <a:close/>
                </a:path>
                <a:path w="7620" h="280669">
                  <a:moveTo>
                    <a:pt x="7620" y="33020"/>
                  </a:moveTo>
                  <a:lnTo>
                    <a:pt x="0" y="33020"/>
                  </a:lnTo>
                  <a:lnTo>
                    <a:pt x="0" y="35433"/>
                  </a:lnTo>
                  <a:lnTo>
                    <a:pt x="7620" y="35433"/>
                  </a:lnTo>
                  <a:lnTo>
                    <a:pt x="7620" y="33020"/>
                  </a:lnTo>
                  <a:close/>
                </a:path>
                <a:path w="7620" h="280669">
                  <a:moveTo>
                    <a:pt x="7620" y="29210"/>
                  </a:moveTo>
                  <a:lnTo>
                    <a:pt x="0" y="29210"/>
                  </a:lnTo>
                  <a:lnTo>
                    <a:pt x="0" y="32893"/>
                  </a:lnTo>
                  <a:lnTo>
                    <a:pt x="7620" y="32893"/>
                  </a:lnTo>
                  <a:lnTo>
                    <a:pt x="7620" y="29210"/>
                  </a:lnTo>
                  <a:close/>
                </a:path>
                <a:path w="7620" h="280669">
                  <a:moveTo>
                    <a:pt x="7620" y="26670"/>
                  </a:moveTo>
                  <a:lnTo>
                    <a:pt x="0" y="26670"/>
                  </a:lnTo>
                  <a:lnTo>
                    <a:pt x="0" y="29083"/>
                  </a:lnTo>
                  <a:lnTo>
                    <a:pt x="7620" y="29083"/>
                  </a:lnTo>
                  <a:lnTo>
                    <a:pt x="7620" y="26670"/>
                  </a:lnTo>
                  <a:close/>
                </a:path>
                <a:path w="7620" h="280669">
                  <a:moveTo>
                    <a:pt x="7620" y="22860"/>
                  </a:moveTo>
                  <a:lnTo>
                    <a:pt x="0" y="22860"/>
                  </a:lnTo>
                  <a:lnTo>
                    <a:pt x="0" y="26543"/>
                  </a:lnTo>
                  <a:lnTo>
                    <a:pt x="7620" y="26543"/>
                  </a:lnTo>
                  <a:lnTo>
                    <a:pt x="7620" y="22860"/>
                  </a:lnTo>
                  <a:close/>
                </a:path>
                <a:path w="7620" h="280669">
                  <a:moveTo>
                    <a:pt x="7620" y="20320"/>
                  </a:moveTo>
                  <a:lnTo>
                    <a:pt x="0" y="20320"/>
                  </a:lnTo>
                  <a:lnTo>
                    <a:pt x="0" y="22733"/>
                  </a:lnTo>
                  <a:lnTo>
                    <a:pt x="7620" y="22733"/>
                  </a:lnTo>
                  <a:lnTo>
                    <a:pt x="7620" y="20320"/>
                  </a:lnTo>
                  <a:close/>
                </a:path>
                <a:path w="7620" h="280669">
                  <a:moveTo>
                    <a:pt x="7620" y="16510"/>
                  </a:moveTo>
                  <a:lnTo>
                    <a:pt x="0" y="16510"/>
                  </a:lnTo>
                  <a:lnTo>
                    <a:pt x="0" y="20193"/>
                  </a:lnTo>
                  <a:lnTo>
                    <a:pt x="7620" y="20193"/>
                  </a:lnTo>
                  <a:lnTo>
                    <a:pt x="7620" y="16510"/>
                  </a:lnTo>
                  <a:close/>
                </a:path>
                <a:path w="7620" h="280669">
                  <a:moveTo>
                    <a:pt x="7620" y="13970"/>
                  </a:moveTo>
                  <a:lnTo>
                    <a:pt x="0" y="13970"/>
                  </a:lnTo>
                  <a:lnTo>
                    <a:pt x="0" y="16383"/>
                  </a:lnTo>
                  <a:lnTo>
                    <a:pt x="7620" y="16383"/>
                  </a:lnTo>
                  <a:lnTo>
                    <a:pt x="7620" y="13970"/>
                  </a:lnTo>
                  <a:close/>
                </a:path>
                <a:path w="7620" h="280669">
                  <a:moveTo>
                    <a:pt x="7620" y="10160"/>
                  </a:moveTo>
                  <a:lnTo>
                    <a:pt x="0" y="10160"/>
                  </a:lnTo>
                  <a:lnTo>
                    <a:pt x="0" y="13843"/>
                  </a:lnTo>
                  <a:lnTo>
                    <a:pt x="7620" y="13843"/>
                  </a:lnTo>
                  <a:lnTo>
                    <a:pt x="7620" y="10160"/>
                  </a:lnTo>
                  <a:close/>
                </a:path>
                <a:path w="7620" h="280669">
                  <a:moveTo>
                    <a:pt x="7620" y="7620"/>
                  </a:moveTo>
                  <a:lnTo>
                    <a:pt x="0" y="7620"/>
                  </a:lnTo>
                  <a:lnTo>
                    <a:pt x="0" y="10033"/>
                  </a:lnTo>
                  <a:lnTo>
                    <a:pt x="7620" y="10033"/>
                  </a:lnTo>
                  <a:lnTo>
                    <a:pt x="7620" y="7620"/>
                  </a:lnTo>
                  <a:close/>
                </a:path>
                <a:path w="7620" h="280669">
                  <a:moveTo>
                    <a:pt x="7620" y="3810"/>
                  </a:moveTo>
                  <a:lnTo>
                    <a:pt x="0" y="3810"/>
                  </a:lnTo>
                  <a:lnTo>
                    <a:pt x="0" y="7493"/>
                  </a:lnTo>
                  <a:lnTo>
                    <a:pt x="7620" y="7493"/>
                  </a:lnTo>
                  <a:lnTo>
                    <a:pt x="7620" y="3810"/>
                  </a:lnTo>
                  <a:close/>
                </a:path>
                <a:path w="7620" h="280669">
                  <a:moveTo>
                    <a:pt x="7620" y="1270"/>
                  </a:moveTo>
                  <a:lnTo>
                    <a:pt x="0" y="1270"/>
                  </a:lnTo>
                  <a:lnTo>
                    <a:pt x="0" y="3683"/>
                  </a:lnTo>
                  <a:lnTo>
                    <a:pt x="7620" y="3683"/>
                  </a:lnTo>
                  <a:lnTo>
                    <a:pt x="7620" y="1270"/>
                  </a:lnTo>
                  <a:close/>
                </a:path>
                <a:path w="7620" h="280669">
                  <a:moveTo>
                    <a:pt x="7620" y="0"/>
                  </a:moveTo>
                  <a:lnTo>
                    <a:pt x="0" y="0"/>
                  </a:lnTo>
                  <a:lnTo>
                    <a:pt x="0" y="1143"/>
                  </a:lnTo>
                  <a:lnTo>
                    <a:pt x="7620" y="1143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C47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4">
              <a:extLst>
                <a:ext uri="{FF2B5EF4-FFF2-40B4-BE49-F238E27FC236}">
                  <a16:creationId xmlns:a16="http://schemas.microsoft.com/office/drawing/2014/main" id="{70CDB983-0A78-11A2-97F2-51026439BAFD}"/>
                </a:ext>
              </a:extLst>
            </p:cNvPr>
            <p:cNvSpPr/>
            <p:nvPr/>
          </p:nvSpPr>
          <p:spPr>
            <a:xfrm>
              <a:off x="7932275" y="2654060"/>
              <a:ext cx="6350" cy="280670"/>
            </a:xfrm>
            <a:custGeom>
              <a:avLst/>
              <a:gdLst/>
              <a:ahLst/>
              <a:cxnLst/>
              <a:rect l="l" t="t" r="r" b="b"/>
              <a:pathLst>
                <a:path w="6350" h="280669">
                  <a:moveTo>
                    <a:pt x="6350" y="276860"/>
                  </a:moveTo>
                  <a:lnTo>
                    <a:pt x="0" y="276860"/>
                  </a:lnTo>
                  <a:lnTo>
                    <a:pt x="0" y="280670"/>
                  </a:lnTo>
                  <a:lnTo>
                    <a:pt x="6350" y="280670"/>
                  </a:lnTo>
                  <a:lnTo>
                    <a:pt x="6350" y="276860"/>
                  </a:lnTo>
                  <a:close/>
                </a:path>
                <a:path w="6350" h="280669">
                  <a:moveTo>
                    <a:pt x="635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6350" y="276733"/>
                  </a:lnTo>
                  <a:lnTo>
                    <a:pt x="6350" y="274320"/>
                  </a:lnTo>
                  <a:close/>
                </a:path>
                <a:path w="6350" h="280669">
                  <a:moveTo>
                    <a:pt x="6350" y="270510"/>
                  </a:moveTo>
                  <a:lnTo>
                    <a:pt x="0" y="270510"/>
                  </a:lnTo>
                  <a:lnTo>
                    <a:pt x="0" y="274193"/>
                  </a:lnTo>
                  <a:lnTo>
                    <a:pt x="6350" y="274193"/>
                  </a:lnTo>
                  <a:lnTo>
                    <a:pt x="6350" y="270510"/>
                  </a:lnTo>
                  <a:close/>
                </a:path>
                <a:path w="6350" h="280669">
                  <a:moveTo>
                    <a:pt x="635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6350" y="270383"/>
                  </a:lnTo>
                  <a:lnTo>
                    <a:pt x="6350" y="267970"/>
                  </a:lnTo>
                  <a:close/>
                </a:path>
                <a:path w="6350" h="280669">
                  <a:moveTo>
                    <a:pt x="6350" y="264160"/>
                  </a:moveTo>
                  <a:lnTo>
                    <a:pt x="0" y="264160"/>
                  </a:lnTo>
                  <a:lnTo>
                    <a:pt x="0" y="267843"/>
                  </a:lnTo>
                  <a:lnTo>
                    <a:pt x="6350" y="267843"/>
                  </a:lnTo>
                  <a:lnTo>
                    <a:pt x="6350" y="264160"/>
                  </a:lnTo>
                  <a:close/>
                </a:path>
                <a:path w="6350" h="280669">
                  <a:moveTo>
                    <a:pt x="635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6350" y="264033"/>
                  </a:lnTo>
                  <a:lnTo>
                    <a:pt x="6350" y="261620"/>
                  </a:lnTo>
                  <a:close/>
                </a:path>
                <a:path w="6350" h="280669">
                  <a:moveTo>
                    <a:pt x="6350" y="257810"/>
                  </a:moveTo>
                  <a:lnTo>
                    <a:pt x="0" y="257810"/>
                  </a:lnTo>
                  <a:lnTo>
                    <a:pt x="0" y="261493"/>
                  </a:lnTo>
                  <a:lnTo>
                    <a:pt x="6350" y="261493"/>
                  </a:lnTo>
                  <a:lnTo>
                    <a:pt x="6350" y="257810"/>
                  </a:lnTo>
                  <a:close/>
                </a:path>
                <a:path w="6350" h="280669">
                  <a:moveTo>
                    <a:pt x="635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6350" y="257683"/>
                  </a:lnTo>
                  <a:lnTo>
                    <a:pt x="6350" y="255270"/>
                  </a:lnTo>
                  <a:close/>
                </a:path>
                <a:path w="6350" h="280669">
                  <a:moveTo>
                    <a:pt x="6350" y="251460"/>
                  </a:moveTo>
                  <a:lnTo>
                    <a:pt x="0" y="251460"/>
                  </a:lnTo>
                  <a:lnTo>
                    <a:pt x="0" y="255143"/>
                  </a:lnTo>
                  <a:lnTo>
                    <a:pt x="6350" y="255143"/>
                  </a:lnTo>
                  <a:lnTo>
                    <a:pt x="6350" y="251460"/>
                  </a:lnTo>
                  <a:close/>
                </a:path>
                <a:path w="6350" h="280669">
                  <a:moveTo>
                    <a:pt x="635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6350" y="251333"/>
                  </a:lnTo>
                  <a:lnTo>
                    <a:pt x="6350" y="248920"/>
                  </a:lnTo>
                  <a:close/>
                </a:path>
                <a:path w="6350" h="280669">
                  <a:moveTo>
                    <a:pt x="6350" y="245110"/>
                  </a:moveTo>
                  <a:lnTo>
                    <a:pt x="0" y="245110"/>
                  </a:lnTo>
                  <a:lnTo>
                    <a:pt x="0" y="248793"/>
                  </a:lnTo>
                  <a:lnTo>
                    <a:pt x="6350" y="248793"/>
                  </a:lnTo>
                  <a:lnTo>
                    <a:pt x="6350" y="245110"/>
                  </a:lnTo>
                  <a:close/>
                </a:path>
                <a:path w="6350" h="280669">
                  <a:moveTo>
                    <a:pt x="635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6350" y="244983"/>
                  </a:lnTo>
                  <a:lnTo>
                    <a:pt x="6350" y="242570"/>
                  </a:lnTo>
                  <a:close/>
                </a:path>
                <a:path w="6350" h="280669">
                  <a:moveTo>
                    <a:pt x="6350" y="238760"/>
                  </a:moveTo>
                  <a:lnTo>
                    <a:pt x="0" y="238760"/>
                  </a:lnTo>
                  <a:lnTo>
                    <a:pt x="0" y="242443"/>
                  </a:lnTo>
                  <a:lnTo>
                    <a:pt x="6350" y="242443"/>
                  </a:lnTo>
                  <a:lnTo>
                    <a:pt x="6350" y="238760"/>
                  </a:lnTo>
                  <a:close/>
                </a:path>
                <a:path w="6350" h="280669">
                  <a:moveTo>
                    <a:pt x="635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6350" y="238633"/>
                  </a:lnTo>
                  <a:lnTo>
                    <a:pt x="6350" y="236220"/>
                  </a:lnTo>
                  <a:close/>
                </a:path>
                <a:path w="6350" h="280669">
                  <a:moveTo>
                    <a:pt x="6350" y="232410"/>
                  </a:moveTo>
                  <a:lnTo>
                    <a:pt x="0" y="232410"/>
                  </a:lnTo>
                  <a:lnTo>
                    <a:pt x="0" y="236093"/>
                  </a:lnTo>
                  <a:lnTo>
                    <a:pt x="6350" y="236093"/>
                  </a:lnTo>
                  <a:lnTo>
                    <a:pt x="6350" y="232410"/>
                  </a:lnTo>
                  <a:close/>
                </a:path>
                <a:path w="6350" h="280669">
                  <a:moveTo>
                    <a:pt x="635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6350" y="232283"/>
                  </a:lnTo>
                  <a:lnTo>
                    <a:pt x="6350" y="229870"/>
                  </a:lnTo>
                  <a:close/>
                </a:path>
                <a:path w="6350" h="280669">
                  <a:moveTo>
                    <a:pt x="6350" y="226060"/>
                  </a:moveTo>
                  <a:lnTo>
                    <a:pt x="0" y="226060"/>
                  </a:lnTo>
                  <a:lnTo>
                    <a:pt x="0" y="229743"/>
                  </a:lnTo>
                  <a:lnTo>
                    <a:pt x="6350" y="229743"/>
                  </a:lnTo>
                  <a:lnTo>
                    <a:pt x="6350" y="226060"/>
                  </a:lnTo>
                  <a:close/>
                </a:path>
                <a:path w="6350" h="280669">
                  <a:moveTo>
                    <a:pt x="635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6350" y="225933"/>
                  </a:lnTo>
                  <a:lnTo>
                    <a:pt x="6350" y="223520"/>
                  </a:lnTo>
                  <a:close/>
                </a:path>
                <a:path w="6350" h="280669">
                  <a:moveTo>
                    <a:pt x="6350" y="219710"/>
                  </a:moveTo>
                  <a:lnTo>
                    <a:pt x="0" y="219710"/>
                  </a:lnTo>
                  <a:lnTo>
                    <a:pt x="0" y="223393"/>
                  </a:lnTo>
                  <a:lnTo>
                    <a:pt x="6350" y="223393"/>
                  </a:lnTo>
                  <a:lnTo>
                    <a:pt x="6350" y="219710"/>
                  </a:lnTo>
                  <a:close/>
                </a:path>
                <a:path w="6350" h="280669">
                  <a:moveTo>
                    <a:pt x="635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6350" y="219583"/>
                  </a:lnTo>
                  <a:lnTo>
                    <a:pt x="6350" y="217170"/>
                  </a:lnTo>
                  <a:close/>
                </a:path>
                <a:path w="6350" h="280669">
                  <a:moveTo>
                    <a:pt x="6350" y="213360"/>
                  </a:moveTo>
                  <a:lnTo>
                    <a:pt x="0" y="213360"/>
                  </a:lnTo>
                  <a:lnTo>
                    <a:pt x="0" y="217043"/>
                  </a:lnTo>
                  <a:lnTo>
                    <a:pt x="6350" y="217043"/>
                  </a:lnTo>
                  <a:lnTo>
                    <a:pt x="6350" y="213360"/>
                  </a:lnTo>
                  <a:close/>
                </a:path>
                <a:path w="6350" h="280669">
                  <a:moveTo>
                    <a:pt x="635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6350" y="213233"/>
                  </a:lnTo>
                  <a:lnTo>
                    <a:pt x="6350" y="210820"/>
                  </a:lnTo>
                  <a:close/>
                </a:path>
                <a:path w="6350" h="280669">
                  <a:moveTo>
                    <a:pt x="6350" y="207010"/>
                  </a:moveTo>
                  <a:lnTo>
                    <a:pt x="0" y="207010"/>
                  </a:lnTo>
                  <a:lnTo>
                    <a:pt x="0" y="210693"/>
                  </a:lnTo>
                  <a:lnTo>
                    <a:pt x="6350" y="210693"/>
                  </a:lnTo>
                  <a:lnTo>
                    <a:pt x="6350" y="207010"/>
                  </a:lnTo>
                  <a:close/>
                </a:path>
                <a:path w="6350" h="280669">
                  <a:moveTo>
                    <a:pt x="635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6350" y="206883"/>
                  </a:lnTo>
                  <a:lnTo>
                    <a:pt x="6350" y="204470"/>
                  </a:lnTo>
                  <a:close/>
                </a:path>
                <a:path w="6350" h="280669">
                  <a:moveTo>
                    <a:pt x="6350" y="200660"/>
                  </a:moveTo>
                  <a:lnTo>
                    <a:pt x="0" y="200660"/>
                  </a:lnTo>
                  <a:lnTo>
                    <a:pt x="0" y="204343"/>
                  </a:lnTo>
                  <a:lnTo>
                    <a:pt x="6350" y="204343"/>
                  </a:lnTo>
                  <a:lnTo>
                    <a:pt x="6350" y="200660"/>
                  </a:lnTo>
                  <a:close/>
                </a:path>
                <a:path w="6350" h="280669">
                  <a:moveTo>
                    <a:pt x="635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6350" y="200533"/>
                  </a:lnTo>
                  <a:lnTo>
                    <a:pt x="6350" y="198120"/>
                  </a:lnTo>
                  <a:close/>
                </a:path>
                <a:path w="6350" h="280669">
                  <a:moveTo>
                    <a:pt x="6350" y="194310"/>
                  </a:moveTo>
                  <a:lnTo>
                    <a:pt x="0" y="194310"/>
                  </a:lnTo>
                  <a:lnTo>
                    <a:pt x="0" y="197993"/>
                  </a:lnTo>
                  <a:lnTo>
                    <a:pt x="6350" y="197993"/>
                  </a:lnTo>
                  <a:lnTo>
                    <a:pt x="6350" y="194310"/>
                  </a:lnTo>
                  <a:close/>
                </a:path>
                <a:path w="6350" h="280669">
                  <a:moveTo>
                    <a:pt x="635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6350" y="194183"/>
                  </a:lnTo>
                  <a:lnTo>
                    <a:pt x="6350" y="191770"/>
                  </a:lnTo>
                  <a:close/>
                </a:path>
                <a:path w="6350" h="280669">
                  <a:moveTo>
                    <a:pt x="6350" y="187960"/>
                  </a:moveTo>
                  <a:lnTo>
                    <a:pt x="0" y="187960"/>
                  </a:lnTo>
                  <a:lnTo>
                    <a:pt x="0" y="191643"/>
                  </a:lnTo>
                  <a:lnTo>
                    <a:pt x="6350" y="191643"/>
                  </a:lnTo>
                  <a:lnTo>
                    <a:pt x="6350" y="187960"/>
                  </a:lnTo>
                  <a:close/>
                </a:path>
                <a:path w="6350" h="280669">
                  <a:moveTo>
                    <a:pt x="635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6350" y="187833"/>
                  </a:lnTo>
                  <a:lnTo>
                    <a:pt x="6350" y="185420"/>
                  </a:lnTo>
                  <a:close/>
                </a:path>
                <a:path w="6350" h="280669">
                  <a:moveTo>
                    <a:pt x="6350" y="181610"/>
                  </a:moveTo>
                  <a:lnTo>
                    <a:pt x="0" y="181610"/>
                  </a:lnTo>
                  <a:lnTo>
                    <a:pt x="0" y="185293"/>
                  </a:lnTo>
                  <a:lnTo>
                    <a:pt x="6350" y="185293"/>
                  </a:lnTo>
                  <a:lnTo>
                    <a:pt x="6350" y="181610"/>
                  </a:lnTo>
                  <a:close/>
                </a:path>
                <a:path w="6350" h="280669">
                  <a:moveTo>
                    <a:pt x="635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6350" y="181483"/>
                  </a:lnTo>
                  <a:lnTo>
                    <a:pt x="6350" y="179070"/>
                  </a:lnTo>
                  <a:close/>
                </a:path>
                <a:path w="6350" h="280669">
                  <a:moveTo>
                    <a:pt x="6350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6350" y="178943"/>
                  </a:lnTo>
                  <a:lnTo>
                    <a:pt x="6350" y="176530"/>
                  </a:lnTo>
                  <a:close/>
                </a:path>
                <a:path w="6350" h="280669">
                  <a:moveTo>
                    <a:pt x="6350" y="170065"/>
                  </a:moveTo>
                  <a:lnTo>
                    <a:pt x="0" y="170065"/>
                  </a:lnTo>
                  <a:lnTo>
                    <a:pt x="0" y="176403"/>
                  </a:lnTo>
                  <a:lnTo>
                    <a:pt x="6350" y="176403"/>
                  </a:lnTo>
                  <a:lnTo>
                    <a:pt x="6350" y="170065"/>
                  </a:lnTo>
                  <a:close/>
                </a:path>
                <a:path w="6350" h="280669">
                  <a:moveTo>
                    <a:pt x="6350" y="112915"/>
                  </a:moveTo>
                  <a:lnTo>
                    <a:pt x="0" y="112915"/>
                  </a:lnTo>
                  <a:lnTo>
                    <a:pt x="0" y="170053"/>
                  </a:lnTo>
                  <a:lnTo>
                    <a:pt x="6350" y="170053"/>
                  </a:lnTo>
                  <a:lnTo>
                    <a:pt x="6350" y="112915"/>
                  </a:lnTo>
                  <a:close/>
                </a:path>
                <a:path w="6350" h="280669">
                  <a:moveTo>
                    <a:pt x="6350" y="102870"/>
                  </a:moveTo>
                  <a:lnTo>
                    <a:pt x="0" y="102870"/>
                  </a:lnTo>
                  <a:lnTo>
                    <a:pt x="0" y="112903"/>
                  </a:lnTo>
                  <a:lnTo>
                    <a:pt x="6350" y="112903"/>
                  </a:lnTo>
                  <a:lnTo>
                    <a:pt x="6350" y="102870"/>
                  </a:lnTo>
                  <a:close/>
                </a:path>
                <a:path w="6350" h="280669">
                  <a:moveTo>
                    <a:pt x="6350" y="96520"/>
                  </a:moveTo>
                  <a:lnTo>
                    <a:pt x="0" y="96520"/>
                  </a:lnTo>
                  <a:lnTo>
                    <a:pt x="0" y="102743"/>
                  </a:lnTo>
                  <a:lnTo>
                    <a:pt x="6350" y="102743"/>
                  </a:lnTo>
                  <a:lnTo>
                    <a:pt x="6350" y="96520"/>
                  </a:lnTo>
                  <a:close/>
                </a:path>
                <a:path w="6350" h="280669">
                  <a:moveTo>
                    <a:pt x="6350" y="92710"/>
                  </a:moveTo>
                  <a:lnTo>
                    <a:pt x="0" y="92710"/>
                  </a:lnTo>
                  <a:lnTo>
                    <a:pt x="0" y="96393"/>
                  </a:lnTo>
                  <a:lnTo>
                    <a:pt x="6350" y="96393"/>
                  </a:lnTo>
                  <a:lnTo>
                    <a:pt x="6350" y="92710"/>
                  </a:lnTo>
                  <a:close/>
                </a:path>
                <a:path w="6350" h="280669">
                  <a:moveTo>
                    <a:pt x="6350" y="90170"/>
                  </a:moveTo>
                  <a:lnTo>
                    <a:pt x="0" y="90170"/>
                  </a:lnTo>
                  <a:lnTo>
                    <a:pt x="0" y="92583"/>
                  </a:lnTo>
                  <a:lnTo>
                    <a:pt x="6350" y="92583"/>
                  </a:lnTo>
                  <a:lnTo>
                    <a:pt x="6350" y="90170"/>
                  </a:lnTo>
                  <a:close/>
                </a:path>
                <a:path w="6350" h="280669">
                  <a:moveTo>
                    <a:pt x="6350" y="86360"/>
                  </a:moveTo>
                  <a:lnTo>
                    <a:pt x="0" y="86360"/>
                  </a:lnTo>
                  <a:lnTo>
                    <a:pt x="0" y="90043"/>
                  </a:lnTo>
                  <a:lnTo>
                    <a:pt x="6350" y="90043"/>
                  </a:lnTo>
                  <a:lnTo>
                    <a:pt x="6350" y="86360"/>
                  </a:lnTo>
                  <a:close/>
                </a:path>
                <a:path w="6350" h="280669">
                  <a:moveTo>
                    <a:pt x="6350" y="83820"/>
                  </a:moveTo>
                  <a:lnTo>
                    <a:pt x="0" y="83820"/>
                  </a:lnTo>
                  <a:lnTo>
                    <a:pt x="0" y="86233"/>
                  </a:lnTo>
                  <a:lnTo>
                    <a:pt x="6350" y="86233"/>
                  </a:lnTo>
                  <a:lnTo>
                    <a:pt x="6350" y="83820"/>
                  </a:lnTo>
                  <a:close/>
                </a:path>
                <a:path w="6350" h="280669">
                  <a:moveTo>
                    <a:pt x="6350" y="80010"/>
                  </a:moveTo>
                  <a:lnTo>
                    <a:pt x="0" y="80010"/>
                  </a:lnTo>
                  <a:lnTo>
                    <a:pt x="0" y="83693"/>
                  </a:lnTo>
                  <a:lnTo>
                    <a:pt x="6350" y="83693"/>
                  </a:lnTo>
                  <a:lnTo>
                    <a:pt x="6350" y="80010"/>
                  </a:lnTo>
                  <a:close/>
                </a:path>
                <a:path w="6350" h="280669">
                  <a:moveTo>
                    <a:pt x="6350" y="77470"/>
                  </a:moveTo>
                  <a:lnTo>
                    <a:pt x="0" y="77470"/>
                  </a:lnTo>
                  <a:lnTo>
                    <a:pt x="0" y="79883"/>
                  </a:lnTo>
                  <a:lnTo>
                    <a:pt x="6350" y="79883"/>
                  </a:lnTo>
                  <a:lnTo>
                    <a:pt x="6350" y="77470"/>
                  </a:lnTo>
                  <a:close/>
                </a:path>
                <a:path w="6350" h="280669">
                  <a:moveTo>
                    <a:pt x="6350" y="73660"/>
                  </a:moveTo>
                  <a:lnTo>
                    <a:pt x="0" y="73660"/>
                  </a:lnTo>
                  <a:lnTo>
                    <a:pt x="0" y="77343"/>
                  </a:lnTo>
                  <a:lnTo>
                    <a:pt x="6350" y="77343"/>
                  </a:lnTo>
                  <a:lnTo>
                    <a:pt x="6350" y="73660"/>
                  </a:lnTo>
                  <a:close/>
                </a:path>
                <a:path w="6350" h="280669">
                  <a:moveTo>
                    <a:pt x="6350" y="71120"/>
                  </a:moveTo>
                  <a:lnTo>
                    <a:pt x="0" y="71120"/>
                  </a:lnTo>
                  <a:lnTo>
                    <a:pt x="0" y="73533"/>
                  </a:lnTo>
                  <a:lnTo>
                    <a:pt x="6350" y="73533"/>
                  </a:lnTo>
                  <a:lnTo>
                    <a:pt x="6350" y="71120"/>
                  </a:lnTo>
                  <a:close/>
                </a:path>
                <a:path w="6350" h="280669">
                  <a:moveTo>
                    <a:pt x="6350" y="67310"/>
                  </a:moveTo>
                  <a:lnTo>
                    <a:pt x="0" y="67310"/>
                  </a:lnTo>
                  <a:lnTo>
                    <a:pt x="0" y="70993"/>
                  </a:lnTo>
                  <a:lnTo>
                    <a:pt x="6350" y="70993"/>
                  </a:lnTo>
                  <a:lnTo>
                    <a:pt x="6350" y="67310"/>
                  </a:lnTo>
                  <a:close/>
                </a:path>
                <a:path w="6350" h="280669">
                  <a:moveTo>
                    <a:pt x="6350" y="64770"/>
                  </a:moveTo>
                  <a:lnTo>
                    <a:pt x="0" y="64770"/>
                  </a:lnTo>
                  <a:lnTo>
                    <a:pt x="0" y="67183"/>
                  </a:lnTo>
                  <a:lnTo>
                    <a:pt x="6350" y="67183"/>
                  </a:lnTo>
                  <a:lnTo>
                    <a:pt x="6350" y="64770"/>
                  </a:lnTo>
                  <a:close/>
                </a:path>
                <a:path w="6350" h="280669">
                  <a:moveTo>
                    <a:pt x="6350" y="60960"/>
                  </a:moveTo>
                  <a:lnTo>
                    <a:pt x="0" y="60960"/>
                  </a:lnTo>
                  <a:lnTo>
                    <a:pt x="0" y="64643"/>
                  </a:lnTo>
                  <a:lnTo>
                    <a:pt x="6350" y="64643"/>
                  </a:lnTo>
                  <a:lnTo>
                    <a:pt x="6350" y="60960"/>
                  </a:lnTo>
                  <a:close/>
                </a:path>
                <a:path w="6350" h="280669">
                  <a:moveTo>
                    <a:pt x="6350" y="58420"/>
                  </a:moveTo>
                  <a:lnTo>
                    <a:pt x="0" y="58420"/>
                  </a:lnTo>
                  <a:lnTo>
                    <a:pt x="0" y="60833"/>
                  </a:lnTo>
                  <a:lnTo>
                    <a:pt x="6350" y="60833"/>
                  </a:lnTo>
                  <a:lnTo>
                    <a:pt x="6350" y="58420"/>
                  </a:lnTo>
                  <a:close/>
                </a:path>
                <a:path w="6350" h="280669">
                  <a:moveTo>
                    <a:pt x="6350" y="54610"/>
                  </a:moveTo>
                  <a:lnTo>
                    <a:pt x="0" y="54610"/>
                  </a:lnTo>
                  <a:lnTo>
                    <a:pt x="0" y="58293"/>
                  </a:lnTo>
                  <a:lnTo>
                    <a:pt x="6350" y="58293"/>
                  </a:lnTo>
                  <a:lnTo>
                    <a:pt x="6350" y="54610"/>
                  </a:lnTo>
                  <a:close/>
                </a:path>
                <a:path w="6350" h="280669">
                  <a:moveTo>
                    <a:pt x="6350" y="52070"/>
                  </a:moveTo>
                  <a:lnTo>
                    <a:pt x="0" y="52070"/>
                  </a:lnTo>
                  <a:lnTo>
                    <a:pt x="0" y="54483"/>
                  </a:lnTo>
                  <a:lnTo>
                    <a:pt x="6350" y="54483"/>
                  </a:lnTo>
                  <a:lnTo>
                    <a:pt x="6350" y="52070"/>
                  </a:lnTo>
                  <a:close/>
                </a:path>
                <a:path w="6350" h="280669">
                  <a:moveTo>
                    <a:pt x="6350" y="48260"/>
                  </a:moveTo>
                  <a:lnTo>
                    <a:pt x="0" y="48260"/>
                  </a:lnTo>
                  <a:lnTo>
                    <a:pt x="0" y="51943"/>
                  </a:lnTo>
                  <a:lnTo>
                    <a:pt x="6350" y="51943"/>
                  </a:lnTo>
                  <a:lnTo>
                    <a:pt x="6350" y="48260"/>
                  </a:lnTo>
                  <a:close/>
                </a:path>
                <a:path w="6350" h="280669">
                  <a:moveTo>
                    <a:pt x="6350" y="45720"/>
                  </a:moveTo>
                  <a:lnTo>
                    <a:pt x="0" y="45720"/>
                  </a:lnTo>
                  <a:lnTo>
                    <a:pt x="0" y="48133"/>
                  </a:lnTo>
                  <a:lnTo>
                    <a:pt x="6350" y="48133"/>
                  </a:lnTo>
                  <a:lnTo>
                    <a:pt x="6350" y="45720"/>
                  </a:lnTo>
                  <a:close/>
                </a:path>
                <a:path w="6350" h="280669">
                  <a:moveTo>
                    <a:pt x="6350" y="41910"/>
                  </a:moveTo>
                  <a:lnTo>
                    <a:pt x="0" y="41910"/>
                  </a:lnTo>
                  <a:lnTo>
                    <a:pt x="0" y="45593"/>
                  </a:lnTo>
                  <a:lnTo>
                    <a:pt x="6350" y="45593"/>
                  </a:lnTo>
                  <a:lnTo>
                    <a:pt x="6350" y="41910"/>
                  </a:lnTo>
                  <a:close/>
                </a:path>
                <a:path w="6350" h="280669">
                  <a:moveTo>
                    <a:pt x="6350" y="39370"/>
                  </a:moveTo>
                  <a:lnTo>
                    <a:pt x="0" y="39370"/>
                  </a:lnTo>
                  <a:lnTo>
                    <a:pt x="0" y="41783"/>
                  </a:lnTo>
                  <a:lnTo>
                    <a:pt x="6350" y="41783"/>
                  </a:lnTo>
                  <a:lnTo>
                    <a:pt x="6350" y="39370"/>
                  </a:lnTo>
                  <a:close/>
                </a:path>
                <a:path w="6350" h="280669">
                  <a:moveTo>
                    <a:pt x="6350" y="35560"/>
                  </a:moveTo>
                  <a:lnTo>
                    <a:pt x="0" y="35560"/>
                  </a:lnTo>
                  <a:lnTo>
                    <a:pt x="0" y="39243"/>
                  </a:lnTo>
                  <a:lnTo>
                    <a:pt x="6350" y="39243"/>
                  </a:lnTo>
                  <a:lnTo>
                    <a:pt x="6350" y="35560"/>
                  </a:lnTo>
                  <a:close/>
                </a:path>
                <a:path w="6350" h="280669">
                  <a:moveTo>
                    <a:pt x="6350" y="33020"/>
                  </a:moveTo>
                  <a:lnTo>
                    <a:pt x="0" y="33020"/>
                  </a:lnTo>
                  <a:lnTo>
                    <a:pt x="0" y="35433"/>
                  </a:lnTo>
                  <a:lnTo>
                    <a:pt x="6350" y="35433"/>
                  </a:lnTo>
                  <a:lnTo>
                    <a:pt x="6350" y="33020"/>
                  </a:lnTo>
                  <a:close/>
                </a:path>
                <a:path w="6350" h="280669">
                  <a:moveTo>
                    <a:pt x="6350" y="29210"/>
                  </a:moveTo>
                  <a:lnTo>
                    <a:pt x="0" y="29210"/>
                  </a:lnTo>
                  <a:lnTo>
                    <a:pt x="0" y="32893"/>
                  </a:lnTo>
                  <a:lnTo>
                    <a:pt x="6350" y="32893"/>
                  </a:lnTo>
                  <a:lnTo>
                    <a:pt x="6350" y="29210"/>
                  </a:lnTo>
                  <a:close/>
                </a:path>
                <a:path w="6350" h="280669">
                  <a:moveTo>
                    <a:pt x="6350" y="26670"/>
                  </a:moveTo>
                  <a:lnTo>
                    <a:pt x="0" y="26670"/>
                  </a:lnTo>
                  <a:lnTo>
                    <a:pt x="0" y="29083"/>
                  </a:lnTo>
                  <a:lnTo>
                    <a:pt x="6350" y="29083"/>
                  </a:lnTo>
                  <a:lnTo>
                    <a:pt x="6350" y="26670"/>
                  </a:lnTo>
                  <a:close/>
                </a:path>
                <a:path w="6350" h="280669">
                  <a:moveTo>
                    <a:pt x="6350" y="22860"/>
                  </a:moveTo>
                  <a:lnTo>
                    <a:pt x="0" y="22860"/>
                  </a:lnTo>
                  <a:lnTo>
                    <a:pt x="0" y="26543"/>
                  </a:lnTo>
                  <a:lnTo>
                    <a:pt x="6350" y="26543"/>
                  </a:lnTo>
                  <a:lnTo>
                    <a:pt x="6350" y="22860"/>
                  </a:lnTo>
                  <a:close/>
                </a:path>
                <a:path w="6350" h="280669">
                  <a:moveTo>
                    <a:pt x="6350" y="20320"/>
                  </a:moveTo>
                  <a:lnTo>
                    <a:pt x="0" y="20320"/>
                  </a:lnTo>
                  <a:lnTo>
                    <a:pt x="0" y="22733"/>
                  </a:lnTo>
                  <a:lnTo>
                    <a:pt x="6350" y="22733"/>
                  </a:lnTo>
                  <a:lnTo>
                    <a:pt x="6350" y="20320"/>
                  </a:lnTo>
                  <a:close/>
                </a:path>
                <a:path w="6350" h="280669">
                  <a:moveTo>
                    <a:pt x="6350" y="16510"/>
                  </a:moveTo>
                  <a:lnTo>
                    <a:pt x="0" y="16510"/>
                  </a:lnTo>
                  <a:lnTo>
                    <a:pt x="0" y="20193"/>
                  </a:lnTo>
                  <a:lnTo>
                    <a:pt x="6350" y="20193"/>
                  </a:lnTo>
                  <a:lnTo>
                    <a:pt x="6350" y="16510"/>
                  </a:lnTo>
                  <a:close/>
                </a:path>
                <a:path w="6350" h="280669">
                  <a:moveTo>
                    <a:pt x="6350" y="13970"/>
                  </a:moveTo>
                  <a:lnTo>
                    <a:pt x="0" y="13970"/>
                  </a:lnTo>
                  <a:lnTo>
                    <a:pt x="0" y="16383"/>
                  </a:lnTo>
                  <a:lnTo>
                    <a:pt x="6350" y="16383"/>
                  </a:lnTo>
                  <a:lnTo>
                    <a:pt x="6350" y="13970"/>
                  </a:lnTo>
                  <a:close/>
                </a:path>
                <a:path w="6350" h="280669">
                  <a:moveTo>
                    <a:pt x="6350" y="10160"/>
                  </a:moveTo>
                  <a:lnTo>
                    <a:pt x="0" y="10160"/>
                  </a:lnTo>
                  <a:lnTo>
                    <a:pt x="0" y="13843"/>
                  </a:lnTo>
                  <a:lnTo>
                    <a:pt x="6350" y="13843"/>
                  </a:lnTo>
                  <a:lnTo>
                    <a:pt x="6350" y="10160"/>
                  </a:lnTo>
                  <a:close/>
                </a:path>
                <a:path w="6350" h="280669">
                  <a:moveTo>
                    <a:pt x="6350" y="7620"/>
                  </a:moveTo>
                  <a:lnTo>
                    <a:pt x="0" y="7620"/>
                  </a:lnTo>
                  <a:lnTo>
                    <a:pt x="0" y="10033"/>
                  </a:lnTo>
                  <a:lnTo>
                    <a:pt x="6350" y="10033"/>
                  </a:lnTo>
                  <a:lnTo>
                    <a:pt x="6350" y="7620"/>
                  </a:lnTo>
                  <a:close/>
                </a:path>
                <a:path w="6350" h="280669">
                  <a:moveTo>
                    <a:pt x="6350" y="3810"/>
                  </a:moveTo>
                  <a:lnTo>
                    <a:pt x="0" y="3810"/>
                  </a:lnTo>
                  <a:lnTo>
                    <a:pt x="0" y="7493"/>
                  </a:lnTo>
                  <a:lnTo>
                    <a:pt x="6350" y="7493"/>
                  </a:lnTo>
                  <a:lnTo>
                    <a:pt x="6350" y="3810"/>
                  </a:lnTo>
                  <a:close/>
                </a:path>
                <a:path w="6350" h="280669">
                  <a:moveTo>
                    <a:pt x="6350" y="1270"/>
                  </a:moveTo>
                  <a:lnTo>
                    <a:pt x="0" y="1270"/>
                  </a:lnTo>
                  <a:lnTo>
                    <a:pt x="0" y="3683"/>
                  </a:lnTo>
                  <a:lnTo>
                    <a:pt x="6350" y="3683"/>
                  </a:lnTo>
                  <a:lnTo>
                    <a:pt x="6350" y="1270"/>
                  </a:lnTo>
                  <a:close/>
                </a:path>
                <a:path w="6350" h="280669">
                  <a:moveTo>
                    <a:pt x="6350" y="0"/>
                  </a:moveTo>
                  <a:lnTo>
                    <a:pt x="0" y="0"/>
                  </a:lnTo>
                  <a:lnTo>
                    <a:pt x="0" y="1143"/>
                  </a:lnTo>
                  <a:lnTo>
                    <a:pt x="6350" y="1143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D48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5">
              <a:extLst>
                <a:ext uri="{FF2B5EF4-FFF2-40B4-BE49-F238E27FC236}">
                  <a16:creationId xmlns:a16="http://schemas.microsoft.com/office/drawing/2014/main" id="{F299A0A2-BF4F-BBE4-5F6F-9630D1BFD072}"/>
                </a:ext>
              </a:extLst>
            </p:cNvPr>
            <p:cNvSpPr/>
            <p:nvPr/>
          </p:nvSpPr>
          <p:spPr>
            <a:xfrm>
              <a:off x="7938625" y="2654060"/>
              <a:ext cx="7620" cy="280670"/>
            </a:xfrm>
            <a:custGeom>
              <a:avLst/>
              <a:gdLst/>
              <a:ahLst/>
              <a:cxnLst/>
              <a:rect l="l" t="t" r="r" b="b"/>
              <a:pathLst>
                <a:path w="7620" h="280669">
                  <a:moveTo>
                    <a:pt x="7620" y="276860"/>
                  </a:moveTo>
                  <a:lnTo>
                    <a:pt x="0" y="276860"/>
                  </a:lnTo>
                  <a:lnTo>
                    <a:pt x="0" y="280670"/>
                  </a:lnTo>
                  <a:lnTo>
                    <a:pt x="7620" y="280670"/>
                  </a:lnTo>
                  <a:lnTo>
                    <a:pt x="7620" y="276860"/>
                  </a:lnTo>
                  <a:close/>
                </a:path>
                <a:path w="7620" h="280669">
                  <a:moveTo>
                    <a:pt x="762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7620" y="276733"/>
                  </a:lnTo>
                  <a:lnTo>
                    <a:pt x="7620" y="274320"/>
                  </a:lnTo>
                  <a:close/>
                </a:path>
                <a:path w="7620" h="280669">
                  <a:moveTo>
                    <a:pt x="7620" y="270510"/>
                  </a:moveTo>
                  <a:lnTo>
                    <a:pt x="0" y="270510"/>
                  </a:lnTo>
                  <a:lnTo>
                    <a:pt x="0" y="274193"/>
                  </a:lnTo>
                  <a:lnTo>
                    <a:pt x="7620" y="274193"/>
                  </a:lnTo>
                  <a:lnTo>
                    <a:pt x="7620" y="270510"/>
                  </a:lnTo>
                  <a:close/>
                </a:path>
                <a:path w="7620" h="280669">
                  <a:moveTo>
                    <a:pt x="762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7620" y="270383"/>
                  </a:lnTo>
                  <a:lnTo>
                    <a:pt x="7620" y="267970"/>
                  </a:lnTo>
                  <a:close/>
                </a:path>
                <a:path w="7620" h="280669">
                  <a:moveTo>
                    <a:pt x="7620" y="264160"/>
                  </a:moveTo>
                  <a:lnTo>
                    <a:pt x="0" y="264160"/>
                  </a:lnTo>
                  <a:lnTo>
                    <a:pt x="0" y="267843"/>
                  </a:lnTo>
                  <a:lnTo>
                    <a:pt x="7620" y="267843"/>
                  </a:lnTo>
                  <a:lnTo>
                    <a:pt x="7620" y="264160"/>
                  </a:lnTo>
                  <a:close/>
                </a:path>
                <a:path w="7620" h="280669">
                  <a:moveTo>
                    <a:pt x="762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80669">
                  <a:moveTo>
                    <a:pt x="7620" y="257810"/>
                  </a:moveTo>
                  <a:lnTo>
                    <a:pt x="0" y="257810"/>
                  </a:lnTo>
                  <a:lnTo>
                    <a:pt x="0" y="261493"/>
                  </a:lnTo>
                  <a:lnTo>
                    <a:pt x="7620" y="261493"/>
                  </a:lnTo>
                  <a:lnTo>
                    <a:pt x="7620" y="257810"/>
                  </a:lnTo>
                  <a:close/>
                </a:path>
                <a:path w="7620" h="280669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80669">
                  <a:moveTo>
                    <a:pt x="7620" y="251460"/>
                  </a:moveTo>
                  <a:lnTo>
                    <a:pt x="0" y="251460"/>
                  </a:lnTo>
                  <a:lnTo>
                    <a:pt x="0" y="255143"/>
                  </a:lnTo>
                  <a:lnTo>
                    <a:pt x="7620" y="255143"/>
                  </a:lnTo>
                  <a:lnTo>
                    <a:pt x="7620" y="251460"/>
                  </a:lnTo>
                  <a:close/>
                </a:path>
                <a:path w="7620" h="280669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80669">
                  <a:moveTo>
                    <a:pt x="7620" y="245110"/>
                  </a:moveTo>
                  <a:lnTo>
                    <a:pt x="0" y="245110"/>
                  </a:lnTo>
                  <a:lnTo>
                    <a:pt x="0" y="248793"/>
                  </a:lnTo>
                  <a:lnTo>
                    <a:pt x="7620" y="248793"/>
                  </a:lnTo>
                  <a:lnTo>
                    <a:pt x="7620" y="245110"/>
                  </a:lnTo>
                  <a:close/>
                </a:path>
                <a:path w="7620" h="280669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80669">
                  <a:moveTo>
                    <a:pt x="7620" y="238760"/>
                  </a:moveTo>
                  <a:lnTo>
                    <a:pt x="0" y="238760"/>
                  </a:lnTo>
                  <a:lnTo>
                    <a:pt x="0" y="242443"/>
                  </a:lnTo>
                  <a:lnTo>
                    <a:pt x="7620" y="242443"/>
                  </a:lnTo>
                  <a:lnTo>
                    <a:pt x="7620" y="238760"/>
                  </a:lnTo>
                  <a:close/>
                </a:path>
                <a:path w="7620" h="280669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80669">
                  <a:moveTo>
                    <a:pt x="7620" y="232410"/>
                  </a:moveTo>
                  <a:lnTo>
                    <a:pt x="0" y="232410"/>
                  </a:lnTo>
                  <a:lnTo>
                    <a:pt x="0" y="236093"/>
                  </a:lnTo>
                  <a:lnTo>
                    <a:pt x="7620" y="236093"/>
                  </a:lnTo>
                  <a:lnTo>
                    <a:pt x="7620" y="232410"/>
                  </a:lnTo>
                  <a:close/>
                </a:path>
                <a:path w="7620" h="280669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80669">
                  <a:moveTo>
                    <a:pt x="7620" y="226060"/>
                  </a:moveTo>
                  <a:lnTo>
                    <a:pt x="0" y="226060"/>
                  </a:lnTo>
                  <a:lnTo>
                    <a:pt x="0" y="229743"/>
                  </a:lnTo>
                  <a:lnTo>
                    <a:pt x="7620" y="229743"/>
                  </a:lnTo>
                  <a:lnTo>
                    <a:pt x="7620" y="226060"/>
                  </a:lnTo>
                  <a:close/>
                </a:path>
                <a:path w="7620" h="280669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80669">
                  <a:moveTo>
                    <a:pt x="7620" y="219710"/>
                  </a:moveTo>
                  <a:lnTo>
                    <a:pt x="0" y="219710"/>
                  </a:lnTo>
                  <a:lnTo>
                    <a:pt x="0" y="223393"/>
                  </a:lnTo>
                  <a:lnTo>
                    <a:pt x="7620" y="223393"/>
                  </a:lnTo>
                  <a:lnTo>
                    <a:pt x="7620" y="219710"/>
                  </a:lnTo>
                  <a:close/>
                </a:path>
                <a:path w="7620" h="280669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80669">
                  <a:moveTo>
                    <a:pt x="7620" y="213360"/>
                  </a:moveTo>
                  <a:lnTo>
                    <a:pt x="0" y="213360"/>
                  </a:lnTo>
                  <a:lnTo>
                    <a:pt x="0" y="217043"/>
                  </a:lnTo>
                  <a:lnTo>
                    <a:pt x="7620" y="217043"/>
                  </a:lnTo>
                  <a:lnTo>
                    <a:pt x="7620" y="213360"/>
                  </a:lnTo>
                  <a:close/>
                </a:path>
                <a:path w="7620" h="280669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80669">
                  <a:moveTo>
                    <a:pt x="7620" y="207010"/>
                  </a:moveTo>
                  <a:lnTo>
                    <a:pt x="0" y="207010"/>
                  </a:lnTo>
                  <a:lnTo>
                    <a:pt x="0" y="210693"/>
                  </a:lnTo>
                  <a:lnTo>
                    <a:pt x="7620" y="210693"/>
                  </a:lnTo>
                  <a:lnTo>
                    <a:pt x="7620" y="207010"/>
                  </a:lnTo>
                  <a:close/>
                </a:path>
                <a:path w="7620" h="280669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80669">
                  <a:moveTo>
                    <a:pt x="7620" y="200660"/>
                  </a:moveTo>
                  <a:lnTo>
                    <a:pt x="0" y="200660"/>
                  </a:lnTo>
                  <a:lnTo>
                    <a:pt x="0" y="204343"/>
                  </a:lnTo>
                  <a:lnTo>
                    <a:pt x="7620" y="204343"/>
                  </a:lnTo>
                  <a:lnTo>
                    <a:pt x="7620" y="200660"/>
                  </a:lnTo>
                  <a:close/>
                </a:path>
                <a:path w="7620" h="280669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80669">
                  <a:moveTo>
                    <a:pt x="7620" y="194310"/>
                  </a:moveTo>
                  <a:lnTo>
                    <a:pt x="0" y="194310"/>
                  </a:lnTo>
                  <a:lnTo>
                    <a:pt x="0" y="197993"/>
                  </a:lnTo>
                  <a:lnTo>
                    <a:pt x="7620" y="197993"/>
                  </a:lnTo>
                  <a:lnTo>
                    <a:pt x="7620" y="194310"/>
                  </a:lnTo>
                  <a:close/>
                </a:path>
                <a:path w="7620" h="280669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80669">
                  <a:moveTo>
                    <a:pt x="7620" y="187960"/>
                  </a:moveTo>
                  <a:lnTo>
                    <a:pt x="0" y="187960"/>
                  </a:lnTo>
                  <a:lnTo>
                    <a:pt x="0" y="191643"/>
                  </a:lnTo>
                  <a:lnTo>
                    <a:pt x="7620" y="191643"/>
                  </a:lnTo>
                  <a:lnTo>
                    <a:pt x="7620" y="187960"/>
                  </a:lnTo>
                  <a:close/>
                </a:path>
                <a:path w="7620" h="280669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80669">
                  <a:moveTo>
                    <a:pt x="7620" y="181610"/>
                  </a:moveTo>
                  <a:lnTo>
                    <a:pt x="0" y="181610"/>
                  </a:lnTo>
                  <a:lnTo>
                    <a:pt x="0" y="185293"/>
                  </a:lnTo>
                  <a:lnTo>
                    <a:pt x="7620" y="185293"/>
                  </a:lnTo>
                  <a:lnTo>
                    <a:pt x="7620" y="181610"/>
                  </a:lnTo>
                  <a:close/>
                </a:path>
                <a:path w="7620" h="280669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80669">
                  <a:moveTo>
                    <a:pt x="7620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7620" y="178943"/>
                  </a:lnTo>
                  <a:lnTo>
                    <a:pt x="7620" y="176530"/>
                  </a:lnTo>
                  <a:close/>
                </a:path>
                <a:path w="7620" h="280669">
                  <a:moveTo>
                    <a:pt x="7620" y="170065"/>
                  </a:moveTo>
                  <a:lnTo>
                    <a:pt x="0" y="170065"/>
                  </a:lnTo>
                  <a:lnTo>
                    <a:pt x="0" y="176403"/>
                  </a:lnTo>
                  <a:lnTo>
                    <a:pt x="7620" y="176403"/>
                  </a:lnTo>
                  <a:lnTo>
                    <a:pt x="7620" y="170065"/>
                  </a:lnTo>
                  <a:close/>
                </a:path>
                <a:path w="7620" h="280669">
                  <a:moveTo>
                    <a:pt x="7620" y="112915"/>
                  </a:moveTo>
                  <a:lnTo>
                    <a:pt x="0" y="112915"/>
                  </a:lnTo>
                  <a:lnTo>
                    <a:pt x="0" y="170053"/>
                  </a:lnTo>
                  <a:lnTo>
                    <a:pt x="7620" y="170053"/>
                  </a:lnTo>
                  <a:lnTo>
                    <a:pt x="7620" y="112915"/>
                  </a:lnTo>
                  <a:close/>
                </a:path>
                <a:path w="7620" h="280669">
                  <a:moveTo>
                    <a:pt x="7620" y="102870"/>
                  </a:moveTo>
                  <a:lnTo>
                    <a:pt x="0" y="102870"/>
                  </a:lnTo>
                  <a:lnTo>
                    <a:pt x="0" y="112903"/>
                  </a:lnTo>
                  <a:lnTo>
                    <a:pt x="7620" y="112903"/>
                  </a:lnTo>
                  <a:lnTo>
                    <a:pt x="7620" y="102870"/>
                  </a:lnTo>
                  <a:close/>
                </a:path>
                <a:path w="7620" h="280669">
                  <a:moveTo>
                    <a:pt x="7620" y="96520"/>
                  </a:moveTo>
                  <a:lnTo>
                    <a:pt x="0" y="96520"/>
                  </a:lnTo>
                  <a:lnTo>
                    <a:pt x="0" y="102743"/>
                  </a:lnTo>
                  <a:lnTo>
                    <a:pt x="7620" y="102743"/>
                  </a:lnTo>
                  <a:lnTo>
                    <a:pt x="7620" y="96520"/>
                  </a:lnTo>
                  <a:close/>
                </a:path>
                <a:path w="7620" h="280669">
                  <a:moveTo>
                    <a:pt x="7620" y="92710"/>
                  </a:moveTo>
                  <a:lnTo>
                    <a:pt x="0" y="92710"/>
                  </a:lnTo>
                  <a:lnTo>
                    <a:pt x="0" y="96393"/>
                  </a:lnTo>
                  <a:lnTo>
                    <a:pt x="7620" y="96393"/>
                  </a:lnTo>
                  <a:lnTo>
                    <a:pt x="7620" y="92710"/>
                  </a:lnTo>
                  <a:close/>
                </a:path>
                <a:path w="7620" h="280669">
                  <a:moveTo>
                    <a:pt x="7620" y="90170"/>
                  </a:moveTo>
                  <a:lnTo>
                    <a:pt x="0" y="90170"/>
                  </a:lnTo>
                  <a:lnTo>
                    <a:pt x="0" y="92583"/>
                  </a:lnTo>
                  <a:lnTo>
                    <a:pt x="7620" y="92583"/>
                  </a:lnTo>
                  <a:lnTo>
                    <a:pt x="7620" y="90170"/>
                  </a:lnTo>
                  <a:close/>
                </a:path>
                <a:path w="7620" h="280669">
                  <a:moveTo>
                    <a:pt x="7620" y="86360"/>
                  </a:moveTo>
                  <a:lnTo>
                    <a:pt x="0" y="86360"/>
                  </a:lnTo>
                  <a:lnTo>
                    <a:pt x="0" y="90043"/>
                  </a:lnTo>
                  <a:lnTo>
                    <a:pt x="7620" y="90043"/>
                  </a:lnTo>
                  <a:lnTo>
                    <a:pt x="7620" y="86360"/>
                  </a:lnTo>
                  <a:close/>
                </a:path>
                <a:path w="7620" h="280669">
                  <a:moveTo>
                    <a:pt x="7620" y="83820"/>
                  </a:moveTo>
                  <a:lnTo>
                    <a:pt x="0" y="83820"/>
                  </a:lnTo>
                  <a:lnTo>
                    <a:pt x="0" y="86233"/>
                  </a:lnTo>
                  <a:lnTo>
                    <a:pt x="7620" y="86233"/>
                  </a:lnTo>
                  <a:lnTo>
                    <a:pt x="7620" y="83820"/>
                  </a:lnTo>
                  <a:close/>
                </a:path>
                <a:path w="7620" h="280669">
                  <a:moveTo>
                    <a:pt x="7620" y="80010"/>
                  </a:moveTo>
                  <a:lnTo>
                    <a:pt x="0" y="80010"/>
                  </a:lnTo>
                  <a:lnTo>
                    <a:pt x="0" y="83693"/>
                  </a:lnTo>
                  <a:lnTo>
                    <a:pt x="7620" y="83693"/>
                  </a:lnTo>
                  <a:lnTo>
                    <a:pt x="7620" y="80010"/>
                  </a:lnTo>
                  <a:close/>
                </a:path>
                <a:path w="7620" h="280669">
                  <a:moveTo>
                    <a:pt x="7620" y="77470"/>
                  </a:moveTo>
                  <a:lnTo>
                    <a:pt x="0" y="77470"/>
                  </a:lnTo>
                  <a:lnTo>
                    <a:pt x="0" y="79883"/>
                  </a:lnTo>
                  <a:lnTo>
                    <a:pt x="7620" y="79883"/>
                  </a:lnTo>
                  <a:lnTo>
                    <a:pt x="7620" y="77470"/>
                  </a:lnTo>
                  <a:close/>
                </a:path>
                <a:path w="7620" h="280669">
                  <a:moveTo>
                    <a:pt x="7620" y="73660"/>
                  </a:moveTo>
                  <a:lnTo>
                    <a:pt x="0" y="73660"/>
                  </a:lnTo>
                  <a:lnTo>
                    <a:pt x="0" y="77343"/>
                  </a:lnTo>
                  <a:lnTo>
                    <a:pt x="7620" y="77343"/>
                  </a:lnTo>
                  <a:lnTo>
                    <a:pt x="7620" y="73660"/>
                  </a:lnTo>
                  <a:close/>
                </a:path>
                <a:path w="7620" h="280669">
                  <a:moveTo>
                    <a:pt x="7620" y="71120"/>
                  </a:moveTo>
                  <a:lnTo>
                    <a:pt x="0" y="71120"/>
                  </a:lnTo>
                  <a:lnTo>
                    <a:pt x="0" y="73533"/>
                  </a:lnTo>
                  <a:lnTo>
                    <a:pt x="7620" y="73533"/>
                  </a:lnTo>
                  <a:lnTo>
                    <a:pt x="7620" y="71120"/>
                  </a:lnTo>
                  <a:close/>
                </a:path>
                <a:path w="7620" h="280669">
                  <a:moveTo>
                    <a:pt x="7620" y="67310"/>
                  </a:moveTo>
                  <a:lnTo>
                    <a:pt x="0" y="67310"/>
                  </a:lnTo>
                  <a:lnTo>
                    <a:pt x="0" y="70993"/>
                  </a:lnTo>
                  <a:lnTo>
                    <a:pt x="7620" y="70993"/>
                  </a:lnTo>
                  <a:lnTo>
                    <a:pt x="7620" y="67310"/>
                  </a:lnTo>
                  <a:close/>
                </a:path>
                <a:path w="7620" h="280669">
                  <a:moveTo>
                    <a:pt x="7620" y="64770"/>
                  </a:moveTo>
                  <a:lnTo>
                    <a:pt x="0" y="64770"/>
                  </a:lnTo>
                  <a:lnTo>
                    <a:pt x="0" y="67183"/>
                  </a:lnTo>
                  <a:lnTo>
                    <a:pt x="7620" y="67183"/>
                  </a:lnTo>
                  <a:lnTo>
                    <a:pt x="7620" y="64770"/>
                  </a:lnTo>
                  <a:close/>
                </a:path>
                <a:path w="7620" h="280669">
                  <a:moveTo>
                    <a:pt x="7620" y="60960"/>
                  </a:moveTo>
                  <a:lnTo>
                    <a:pt x="0" y="60960"/>
                  </a:lnTo>
                  <a:lnTo>
                    <a:pt x="0" y="64643"/>
                  </a:lnTo>
                  <a:lnTo>
                    <a:pt x="7620" y="64643"/>
                  </a:lnTo>
                  <a:lnTo>
                    <a:pt x="7620" y="60960"/>
                  </a:lnTo>
                  <a:close/>
                </a:path>
                <a:path w="7620" h="280669">
                  <a:moveTo>
                    <a:pt x="7620" y="58420"/>
                  </a:moveTo>
                  <a:lnTo>
                    <a:pt x="0" y="58420"/>
                  </a:lnTo>
                  <a:lnTo>
                    <a:pt x="0" y="60833"/>
                  </a:lnTo>
                  <a:lnTo>
                    <a:pt x="7620" y="60833"/>
                  </a:lnTo>
                  <a:lnTo>
                    <a:pt x="7620" y="58420"/>
                  </a:lnTo>
                  <a:close/>
                </a:path>
                <a:path w="7620" h="280669">
                  <a:moveTo>
                    <a:pt x="7620" y="54610"/>
                  </a:moveTo>
                  <a:lnTo>
                    <a:pt x="0" y="54610"/>
                  </a:lnTo>
                  <a:lnTo>
                    <a:pt x="0" y="58293"/>
                  </a:lnTo>
                  <a:lnTo>
                    <a:pt x="7620" y="58293"/>
                  </a:lnTo>
                  <a:lnTo>
                    <a:pt x="7620" y="54610"/>
                  </a:lnTo>
                  <a:close/>
                </a:path>
                <a:path w="7620" h="280669">
                  <a:moveTo>
                    <a:pt x="7620" y="52070"/>
                  </a:moveTo>
                  <a:lnTo>
                    <a:pt x="0" y="52070"/>
                  </a:lnTo>
                  <a:lnTo>
                    <a:pt x="0" y="54483"/>
                  </a:lnTo>
                  <a:lnTo>
                    <a:pt x="7620" y="54483"/>
                  </a:lnTo>
                  <a:lnTo>
                    <a:pt x="7620" y="52070"/>
                  </a:lnTo>
                  <a:close/>
                </a:path>
                <a:path w="7620" h="280669">
                  <a:moveTo>
                    <a:pt x="7620" y="48260"/>
                  </a:moveTo>
                  <a:lnTo>
                    <a:pt x="0" y="48260"/>
                  </a:lnTo>
                  <a:lnTo>
                    <a:pt x="0" y="51943"/>
                  </a:lnTo>
                  <a:lnTo>
                    <a:pt x="7620" y="51943"/>
                  </a:lnTo>
                  <a:lnTo>
                    <a:pt x="7620" y="48260"/>
                  </a:lnTo>
                  <a:close/>
                </a:path>
                <a:path w="7620" h="280669">
                  <a:moveTo>
                    <a:pt x="7620" y="45720"/>
                  </a:moveTo>
                  <a:lnTo>
                    <a:pt x="0" y="45720"/>
                  </a:lnTo>
                  <a:lnTo>
                    <a:pt x="0" y="48133"/>
                  </a:lnTo>
                  <a:lnTo>
                    <a:pt x="7620" y="48133"/>
                  </a:lnTo>
                  <a:lnTo>
                    <a:pt x="7620" y="45720"/>
                  </a:lnTo>
                  <a:close/>
                </a:path>
                <a:path w="7620" h="280669">
                  <a:moveTo>
                    <a:pt x="7620" y="41910"/>
                  </a:moveTo>
                  <a:lnTo>
                    <a:pt x="0" y="41910"/>
                  </a:lnTo>
                  <a:lnTo>
                    <a:pt x="0" y="45593"/>
                  </a:lnTo>
                  <a:lnTo>
                    <a:pt x="7620" y="45593"/>
                  </a:lnTo>
                  <a:lnTo>
                    <a:pt x="7620" y="41910"/>
                  </a:lnTo>
                  <a:close/>
                </a:path>
                <a:path w="7620" h="280669">
                  <a:moveTo>
                    <a:pt x="7620" y="39370"/>
                  </a:moveTo>
                  <a:lnTo>
                    <a:pt x="0" y="39370"/>
                  </a:lnTo>
                  <a:lnTo>
                    <a:pt x="0" y="41783"/>
                  </a:lnTo>
                  <a:lnTo>
                    <a:pt x="7620" y="41783"/>
                  </a:lnTo>
                  <a:lnTo>
                    <a:pt x="7620" y="39370"/>
                  </a:lnTo>
                  <a:close/>
                </a:path>
                <a:path w="7620" h="280669">
                  <a:moveTo>
                    <a:pt x="7620" y="35560"/>
                  </a:moveTo>
                  <a:lnTo>
                    <a:pt x="0" y="35560"/>
                  </a:lnTo>
                  <a:lnTo>
                    <a:pt x="0" y="39243"/>
                  </a:lnTo>
                  <a:lnTo>
                    <a:pt x="7620" y="39243"/>
                  </a:lnTo>
                  <a:lnTo>
                    <a:pt x="7620" y="35560"/>
                  </a:lnTo>
                  <a:close/>
                </a:path>
                <a:path w="7620" h="280669">
                  <a:moveTo>
                    <a:pt x="7620" y="33020"/>
                  </a:moveTo>
                  <a:lnTo>
                    <a:pt x="0" y="33020"/>
                  </a:lnTo>
                  <a:lnTo>
                    <a:pt x="0" y="35433"/>
                  </a:lnTo>
                  <a:lnTo>
                    <a:pt x="7620" y="35433"/>
                  </a:lnTo>
                  <a:lnTo>
                    <a:pt x="7620" y="33020"/>
                  </a:lnTo>
                  <a:close/>
                </a:path>
                <a:path w="7620" h="280669">
                  <a:moveTo>
                    <a:pt x="7620" y="29210"/>
                  </a:moveTo>
                  <a:lnTo>
                    <a:pt x="0" y="29210"/>
                  </a:lnTo>
                  <a:lnTo>
                    <a:pt x="0" y="32893"/>
                  </a:lnTo>
                  <a:lnTo>
                    <a:pt x="7620" y="32893"/>
                  </a:lnTo>
                  <a:lnTo>
                    <a:pt x="7620" y="29210"/>
                  </a:lnTo>
                  <a:close/>
                </a:path>
                <a:path w="7620" h="280669">
                  <a:moveTo>
                    <a:pt x="7620" y="26670"/>
                  </a:moveTo>
                  <a:lnTo>
                    <a:pt x="0" y="26670"/>
                  </a:lnTo>
                  <a:lnTo>
                    <a:pt x="0" y="29083"/>
                  </a:lnTo>
                  <a:lnTo>
                    <a:pt x="7620" y="29083"/>
                  </a:lnTo>
                  <a:lnTo>
                    <a:pt x="7620" y="26670"/>
                  </a:lnTo>
                  <a:close/>
                </a:path>
                <a:path w="7620" h="280669">
                  <a:moveTo>
                    <a:pt x="7620" y="22860"/>
                  </a:moveTo>
                  <a:lnTo>
                    <a:pt x="0" y="22860"/>
                  </a:lnTo>
                  <a:lnTo>
                    <a:pt x="0" y="26543"/>
                  </a:lnTo>
                  <a:lnTo>
                    <a:pt x="7620" y="26543"/>
                  </a:lnTo>
                  <a:lnTo>
                    <a:pt x="7620" y="22860"/>
                  </a:lnTo>
                  <a:close/>
                </a:path>
                <a:path w="7620" h="280669">
                  <a:moveTo>
                    <a:pt x="7620" y="20320"/>
                  </a:moveTo>
                  <a:lnTo>
                    <a:pt x="0" y="20320"/>
                  </a:lnTo>
                  <a:lnTo>
                    <a:pt x="0" y="22733"/>
                  </a:lnTo>
                  <a:lnTo>
                    <a:pt x="7620" y="22733"/>
                  </a:lnTo>
                  <a:lnTo>
                    <a:pt x="7620" y="20320"/>
                  </a:lnTo>
                  <a:close/>
                </a:path>
                <a:path w="7620" h="280669">
                  <a:moveTo>
                    <a:pt x="7620" y="16510"/>
                  </a:moveTo>
                  <a:lnTo>
                    <a:pt x="0" y="16510"/>
                  </a:lnTo>
                  <a:lnTo>
                    <a:pt x="0" y="20193"/>
                  </a:lnTo>
                  <a:lnTo>
                    <a:pt x="7620" y="20193"/>
                  </a:lnTo>
                  <a:lnTo>
                    <a:pt x="7620" y="16510"/>
                  </a:lnTo>
                  <a:close/>
                </a:path>
                <a:path w="7620" h="280669">
                  <a:moveTo>
                    <a:pt x="7620" y="13970"/>
                  </a:moveTo>
                  <a:lnTo>
                    <a:pt x="0" y="13970"/>
                  </a:lnTo>
                  <a:lnTo>
                    <a:pt x="0" y="16383"/>
                  </a:lnTo>
                  <a:lnTo>
                    <a:pt x="7620" y="16383"/>
                  </a:lnTo>
                  <a:lnTo>
                    <a:pt x="7620" y="13970"/>
                  </a:lnTo>
                  <a:close/>
                </a:path>
                <a:path w="7620" h="280669">
                  <a:moveTo>
                    <a:pt x="7620" y="10160"/>
                  </a:moveTo>
                  <a:lnTo>
                    <a:pt x="0" y="10160"/>
                  </a:lnTo>
                  <a:lnTo>
                    <a:pt x="0" y="13843"/>
                  </a:lnTo>
                  <a:lnTo>
                    <a:pt x="7620" y="13843"/>
                  </a:lnTo>
                  <a:lnTo>
                    <a:pt x="7620" y="10160"/>
                  </a:lnTo>
                  <a:close/>
                </a:path>
                <a:path w="7620" h="280669">
                  <a:moveTo>
                    <a:pt x="7620" y="7620"/>
                  </a:moveTo>
                  <a:lnTo>
                    <a:pt x="0" y="7620"/>
                  </a:lnTo>
                  <a:lnTo>
                    <a:pt x="0" y="10033"/>
                  </a:lnTo>
                  <a:lnTo>
                    <a:pt x="7620" y="10033"/>
                  </a:lnTo>
                  <a:lnTo>
                    <a:pt x="7620" y="7620"/>
                  </a:lnTo>
                  <a:close/>
                </a:path>
                <a:path w="7620" h="280669">
                  <a:moveTo>
                    <a:pt x="7620" y="3810"/>
                  </a:moveTo>
                  <a:lnTo>
                    <a:pt x="0" y="3810"/>
                  </a:lnTo>
                  <a:lnTo>
                    <a:pt x="0" y="7493"/>
                  </a:lnTo>
                  <a:lnTo>
                    <a:pt x="7620" y="7493"/>
                  </a:lnTo>
                  <a:lnTo>
                    <a:pt x="7620" y="3810"/>
                  </a:lnTo>
                  <a:close/>
                </a:path>
                <a:path w="7620" h="280669">
                  <a:moveTo>
                    <a:pt x="7620" y="1270"/>
                  </a:moveTo>
                  <a:lnTo>
                    <a:pt x="0" y="1270"/>
                  </a:lnTo>
                  <a:lnTo>
                    <a:pt x="0" y="3683"/>
                  </a:lnTo>
                  <a:lnTo>
                    <a:pt x="7620" y="3683"/>
                  </a:lnTo>
                  <a:lnTo>
                    <a:pt x="7620" y="1270"/>
                  </a:lnTo>
                  <a:close/>
                </a:path>
                <a:path w="7620" h="280669">
                  <a:moveTo>
                    <a:pt x="7620" y="0"/>
                  </a:moveTo>
                  <a:lnTo>
                    <a:pt x="0" y="0"/>
                  </a:lnTo>
                  <a:lnTo>
                    <a:pt x="0" y="1143"/>
                  </a:lnTo>
                  <a:lnTo>
                    <a:pt x="7620" y="1143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E4A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06">
              <a:extLst>
                <a:ext uri="{FF2B5EF4-FFF2-40B4-BE49-F238E27FC236}">
                  <a16:creationId xmlns:a16="http://schemas.microsoft.com/office/drawing/2014/main" id="{619667E4-F0B9-CFEB-C97D-14363B3600D3}"/>
                </a:ext>
              </a:extLst>
            </p:cNvPr>
            <p:cNvSpPr/>
            <p:nvPr/>
          </p:nvSpPr>
          <p:spPr>
            <a:xfrm>
              <a:off x="7946245" y="2654060"/>
              <a:ext cx="7620" cy="279400"/>
            </a:xfrm>
            <a:custGeom>
              <a:avLst/>
              <a:gdLst/>
              <a:ahLst/>
              <a:cxnLst/>
              <a:rect l="l" t="t" r="r" b="b"/>
              <a:pathLst>
                <a:path w="7620" h="279400">
                  <a:moveTo>
                    <a:pt x="7620" y="276860"/>
                  </a:moveTo>
                  <a:lnTo>
                    <a:pt x="0" y="276860"/>
                  </a:lnTo>
                  <a:lnTo>
                    <a:pt x="0" y="279400"/>
                  </a:lnTo>
                  <a:lnTo>
                    <a:pt x="7620" y="279400"/>
                  </a:lnTo>
                  <a:lnTo>
                    <a:pt x="7620" y="276860"/>
                  </a:lnTo>
                  <a:close/>
                </a:path>
                <a:path w="7620" h="279400">
                  <a:moveTo>
                    <a:pt x="762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7620" y="276733"/>
                  </a:lnTo>
                  <a:lnTo>
                    <a:pt x="7620" y="274320"/>
                  </a:lnTo>
                  <a:close/>
                </a:path>
                <a:path w="7620" h="279400">
                  <a:moveTo>
                    <a:pt x="7620" y="270510"/>
                  </a:moveTo>
                  <a:lnTo>
                    <a:pt x="0" y="270510"/>
                  </a:lnTo>
                  <a:lnTo>
                    <a:pt x="0" y="274193"/>
                  </a:lnTo>
                  <a:lnTo>
                    <a:pt x="7620" y="274193"/>
                  </a:lnTo>
                  <a:lnTo>
                    <a:pt x="7620" y="270510"/>
                  </a:lnTo>
                  <a:close/>
                </a:path>
                <a:path w="7620" h="279400">
                  <a:moveTo>
                    <a:pt x="762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7620" y="270383"/>
                  </a:lnTo>
                  <a:lnTo>
                    <a:pt x="7620" y="267970"/>
                  </a:lnTo>
                  <a:close/>
                </a:path>
                <a:path w="7620" h="279400">
                  <a:moveTo>
                    <a:pt x="7620" y="264160"/>
                  </a:moveTo>
                  <a:lnTo>
                    <a:pt x="0" y="264160"/>
                  </a:lnTo>
                  <a:lnTo>
                    <a:pt x="0" y="267843"/>
                  </a:lnTo>
                  <a:lnTo>
                    <a:pt x="7620" y="267843"/>
                  </a:lnTo>
                  <a:lnTo>
                    <a:pt x="7620" y="264160"/>
                  </a:lnTo>
                  <a:close/>
                </a:path>
                <a:path w="7620" h="279400">
                  <a:moveTo>
                    <a:pt x="762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79400">
                  <a:moveTo>
                    <a:pt x="7620" y="257810"/>
                  </a:moveTo>
                  <a:lnTo>
                    <a:pt x="0" y="257810"/>
                  </a:lnTo>
                  <a:lnTo>
                    <a:pt x="0" y="261493"/>
                  </a:lnTo>
                  <a:lnTo>
                    <a:pt x="7620" y="261493"/>
                  </a:lnTo>
                  <a:lnTo>
                    <a:pt x="7620" y="257810"/>
                  </a:lnTo>
                  <a:close/>
                </a:path>
                <a:path w="7620" h="279400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79400">
                  <a:moveTo>
                    <a:pt x="7620" y="251460"/>
                  </a:moveTo>
                  <a:lnTo>
                    <a:pt x="0" y="251460"/>
                  </a:lnTo>
                  <a:lnTo>
                    <a:pt x="0" y="255143"/>
                  </a:lnTo>
                  <a:lnTo>
                    <a:pt x="7620" y="255143"/>
                  </a:lnTo>
                  <a:lnTo>
                    <a:pt x="7620" y="251460"/>
                  </a:lnTo>
                  <a:close/>
                </a:path>
                <a:path w="7620" h="279400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79400">
                  <a:moveTo>
                    <a:pt x="7620" y="245110"/>
                  </a:moveTo>
                  <a:lnTo>
                    <a:pt x="0" y="245110"/>
                  </a:lnTo>
                  <a:lnTo>
                    <a:pt x="0" y="248793"/>
                  </a:lnTo>
                  <a:lnTo>
                    <a:pt x="7620" y="248793"/>
                  </a:lnTo>
                  <a:lnTo>
                    <a:pt x="7620" y="245110"/>
                  </a:lnTo>
                  <a:close/>
                </a:path>
                <a:path w="7620" h="279400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79400">
                  <a:moveTo>
                    <a:pt x="7620" y="238760"/>
                  </a:moveTo>
                  <a:lnTo>
                    <a:pt x="0" y="238760"/>
                  </a:lnTo>
                  <a:lnTo>
                    <a:pt x="0" y="242443"/>
                  </a:lnTo>
                  <a:lnTo>
                    <a:pt x="7620" y="242443"/>
                  </a:lnTo>
                  <a:lnTo>
                    <a:pt x="7620" y="238760"/>
                  </a:lnTo>
                  <a:close/>
                </a:path>
                <a:path w="7620" h="279400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79400">
                  <a:moveTo>
                    <a:pt x="7620" y="232410"/>
                  </a:moveTo>
                  <a:lnTo>
                    <a:pt x="0" y="232410"/>
                  </a:lnTo>
                  <a:lnTo>
                    <a:pt x="0" y="236093"/>
                  </a:lnTo>
                  <a:lnTo>
                    <a:pt x="7620" y="236093"/>
                  </a:lnTo>
                  <a:lnTo>
                    <a:pt x="7620" y="232410"/>
                  </a:lnTo>
                  <a:close/>
                </a:path>
                <a:path w="7620" h="279400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79400">
                  <a:moveTo>
                    <a:pt x="7620" y="226060"/>
                  </a:moveTo>
                  <a:lnTo>
                    <a:pt x="0" y="226060"/>
                  </a:lnTo>
                  <a:lnTo>
                    <a:pt x="0" y="229743"/>
                  </a:lnTo>
                  <a:lnTo>
                    <a:pt x="7620" y="229743"/>
                  </a:lnTo>
                  <a:lnTo>
                    <a:pt x="7620" y="226060"/>
                  </a:lnTo>
                  <a:close/>
                </a:path>
                <a:path w="7620" h="279400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79400">
                  <a:moveTo>
                    <a:pt x="7620" y="219710"/>
                  </a:moveTo>
                  <a:lnTo>
                    <a:pt x="0" y="219710"/>
                  </a:lnTo>
                  <a:lnTo>
                    <a:pt x="0" y="223393"/>
                  </a:lnTo>
                  <a:lnTo>
                    <a:pt x="7620" y="223393"/>
                  </a:lnTo>
                  <a:lnTo>
                    <a:pt x="7620" y="219710"/>
                  </a:lnTo>
                  <a:close/>
                </a:path>
                <a:path w="7620" h="279400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79400">
                  <a:moveTo>
                    <a:pt x="7620" y="213360"/>
                  </a:moveTo>
                  <a:lnTo>
                    <a:pt x="0" y="213360"/>
                  </a:lnTo>
                  <a:lnTo>
                    <a:pt x="0" y="217043"/>
                  </a:lnTo>
                  <a:lnTo>
                    <a:pt x="7620" y="217043"/>
                  </a:lnTo>
                  <a:lnTo>
                    <a:pt x="7620" y="213360"/>
                  </a:lnTo>
                  <a:close/>
                </a:path>
                <a:path w="7620" h="279400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79400">
                  <a:moveTo>
                    <a:pt x="7620" y="207010"/>
                  </a:moveTo>
                  <a:lnTo>
                    <a:pt x="0" y="207010"/>
                  </a:lnTo>
                  <a:lnTo>
                    <a:pt x="0" y="210693"/>
                  </a:lnTo>
                  <a:lnTo>
                    <a:pt x="7620" y="210693"/>
                  </a:lnTo>
                  <a:lnTo>
                    <a:pt x="7620" y="207010"/>
                  </a:lnTo>
                  <a:close/>
                </a:path>
                <a:path w="7620" h="279400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79400">
                  <a:moveTo>
                    <a:pt x="7620" y="200660"/>
                  </a:moveTo>
                  <a:lnTo>
                    <a:pt x="0" y="200660"/>
                  </a:lnTo>
                  <a:lnTo>
                    <a:pt x="0" y="204343"/>
                  </a:lnTo>
                  <a:lnTo>
                    <a:pt x="7620" y="204343"/>
                  </a:lnTo>
                  <a:lnTo>
                    <a:pt x="7620" y="200660"/>
                  </a:lnTo>
                  <a:close/>
                </a:path>
                <a:path w="7620" h="279400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79400">
                  <a:moveTo>
                    <a:pt x="7620" y="194310"/>
                  </a:moveTo>
                  <a:lnTo>
                    <a:pt x="0" y="194310"/>
                  </a:lnTo>
                  <a:lnTo>
                    <a:pt x="0" y="197993"/>
                  </a:lnTo>
                  <a:lnTo>
                    <a:pt x="7620" y="197993"/>
                  </a:lnTo>
                  <a:lnTo>
                    <a:pt x="7620" y="194310"/>
                  </a:lnTo>
                  <a:close/>
                </a:path>
                <a:path w="7620" h="279400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79400">
                  <a:moveTo>
                    <a:pt x="7620" y="187960"/>
                  </a:moveTo>
                  <a:lnTo>
                    <a:pt x="0" y="187960"/>
                  </a:lnTo>
                  <a:lnTo>
                    <a:pt x="0" y="191643"/>
                  </a:lnTo>
                  <a:lnTo>
                    <a:pt x="7620" y="191643"/>
                  </a:lnTo>
                  <a:lnTo>
                    <a:pt x="7620" y="187960"/>
                  </a:lnTo>
                  <a:close/>
                </a:path>
                <a:path w="7620" h="279400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79400">
                  <a:moveTo>
                    <a:pt x="7620" y="181610"/>
                  </a:moveTo>
                  <a:lnTo>
                    <a:pt x="0" y="181610"/>
                  </a:lnTo>
                  <a:lnTo>
                    <a:pt x="0" y="185293"/>
                  </a:lnTo>
                  <a:lnTo>
                    <a:pt x="7620" y="185293"/>
                  </a:lnTo>
                  <a:lnTo>
                    <a:pt x="7620" y="181610"/>
                  </a:lnTo>
                  <a:close/>
                </a:path>
                <a:path w="7620" h="279400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79400">
                  <a:moveTo>
                    <a:pt x="7620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7620" y="178943"/>
                  </a:lnTo>
                  <a:lnTo>
                    <a:pt x="7620" y="176530"/>
                  </a:lnTo>
                  <a:close/>
                </a:path>
                <a:path w="7620" h="279400">
                  <a:moveTo>
                    <a:pt x="7620" y="170065"/>
                  </a:moveTo>
                  <a:lnTo>
                    <a:pt x="0" y="170065"/>
                  </a:lnTo>
                  <a:lnTo>
                    <a:pt x="0" y="176403"/>
                  </a:lnTo>
                  <a:lnTo>
                    <a:pt x="7620" y="176403"/>
                  </a:lnTo>
                  <a:lnTo>
                    <a:pt x="7620" y="170065"/>
                  </a:lnTo>
                  <a:close/>
                </a:path>
                <a:path w="7620" h="279400">
                  <a:moveTo>
                    <a:pt x="7620" y="112915"/>
                  </a:moveTo>
                  <a:lnTo>
                    <a:pt x="0" y="112915"/>
                  </a:lnTo>
                  <a:lnTo>
                    <a:pt x="0" y="170053"/>
                  </a:lnTo>
                  <a:lnTo>
                    <a:pt x="7620" y="170053"/>
                  </a:lnTo>
                  <a:lnTo>
                    <a:pt x="7620" y="112915"/>
                  </a:lnTo>
                  <a:close/>
                </a:path>
                <a:path w="7620" h="279400">
                  <a:moveTo>
                    <a:pt x="7620" y="102870"/>
                  </a:moveTo>
                  <a:lnTo>
                    <a:pt x="0" y="102870"/>
                  </a:lnTo>
                  <a:lnTo>
                    <a:pt x="0" y="112903"/>
                  </a:lnTo>
                  <a:lnTo>
                    <a:pt x="7620" y="112903"/>
                  </a:lnTo>
                  <a:lnTo>
                    <a:pt x="7620" y="102870"/>
                  </a:lnTo>
                  <a:close/>
                </a:path>
                <a:path w="7620" h="279400">
                  <a:moveTo>
                    <a:pt x="7620" y="96520"/>
                  </a:moveTo>
                  <a:lnTo>
                    <a:pt x="0" y="96520"/>
                  </a:lnTo>
                  <a:lnTo>
                    <a:pt x="0" y="102743"/>
                  </a:lnTo>
                  <a:lnTo>
                    <a:pt x="7620" y="102743"/>
                  </a:lnTo>
                  <a:lnTo>
                    <a:pt x="7620" y="96520"/>
                  </a:lnTo>
                  <a:close/>
                </a:path>
                <a:path w="7620" h="279400">
                  <a:moveTo>
                    <a:pt x="7620" y="92710"/>
                  </a:moveTo>
                  <a:lnTo>
                    <a:pt x="0" y="92710"/>
                  </a:lnTo>
                  <a:lnTo>
                    <a:pt x="0" y="96393"/>
                  </a:lnTo>
                  <a:lnTo>
                    <a:pt x="7620" y="96393"/>
                  </a:lnTo>
                  <a:lnTo>
                    <a:pt x="7620" y="92710"/>
                  </a:lnTo>
                  <a:close/>
                </a:path>
                <a:path w="7620" h="279400">
                  <a:moveTo>
                    <a:pt x="7620" y="90170"/>
                  </a:moveTo>
                  <a:lnTo>
                    <a:pt x="0" y="90170"/>
                  </a:lnTo>
                  <a:lnTo>
                    <a:pt x="0" y="92583"/>
                  </a:lnTo>
                  <a:lnTo>
                    <a:pt x="7620" y="92583"/>
                  </a:lnTo>
                  <a:lnTo>
                    <a:pt x="7620" y="90170"/>
                  </a:lnTo>
                  <a:close/>
                </a:path>
                <a:path w="7620" h="279400">
                  <a:moveTo>
                    <a:pt x="7620" y="86360"/>
                  </a:moveTo>
                  <a:lnTo>
                    <a:pt x="0" y="86360"/>
                  </a:lnTo>
                  <a:lnTo>
                    <a:pt x="0" y="90043"/>
                  </a:lnTo>
                  <a:lnTo>
                    <a:pt x="7620" y="90043"/>
                  </a:lnTo>
                  <a:lnTo>
                    <a:pt x="7620" y="86360"/>
                  </a:lnTo>
                  <a:close/>
                </a:path>
                <a:path w="7620" h="279400">
                  <a:moveTo>
                    <a:pt x="7620" y="83820"/>
                  </a:moveTo>
                  <a:lnTo>
                    <a:pt x="0" y="83820"/>
                  </a:lnTo>
                  <a:lnTo>
                    <a:pt x="0" y="86233"/>
                  </a:lnTo>
                  <a:lnTo>
                    <a:pt x="7620" y="86233"/>
                  </a:lnTo>
                  <a:lnTo>
                    <a:pt x="7620" y="83820"/>
                  </a:lnTo>
                  <a:close/>
                </a:path>
                <a:path w="7620" h="279400">
                  <a:moveTo>
                    <a:pt x="7620" y="80010"/>
                  </a:moveTo>
                  <a:lnTo>
                    <a:pt x="0" y="80010"/>
                  </a:lnTo>
                  <a:lnTo>
                    <a:pt x="0" y="83693"/>
                  </a:lnTo>
                  <a:lnTo>
                    <a:pt x="7620" y="83693"/>
                  </a:lnTo>
                  <a:lnTo>
                    <a:pt x="7620" y="80010"/>
                  </a:lnTo>
                  <a:close/>
                </a:path>
                <a:path w="7620" h="279400">
                  <a:moveTo>
                    <a:pt x="7620" y="77470"/>
                  </a:moveTo>
                  <a:lnTo>
                    <a:pt x="0" y="77470"/>
                  </a:lnTo>
                  <a:lnTo>
                    <a:pt x="0" y="79883"/>
                  </a:lnTo>
                  <a:lnTo>
                    <a:pt x="7620" y="79883"/>
                  </a:lnTo>
                  <a:lnTo>
                    <a:pt x="7620" y="77470"/>
                  </a:lnTo>
                  <a:close/>
                </a:path>
                <a:path w="7620" h="279400">
                  <a:moveTo>
                    <a:pt x="7620" y="73660"/>
                  </a:moveTo>
                  <a:lnTo>
                    <a:pt x="0" y="73660"/>
                  </a:lnTo>
                  <a:lnTo>
                    <a:pt x="0" y="77343"/>
                  </a:lnTo>
                  <a:lnTo>
                    <a:pt x="7620" y="77343"/>
                  </a:lnTo>
                  <a:lnTo>
                    <a:pt x="7620" y="73660"/>
                  </a:lnTo>
                  <a:close/>
                </a:path>
                <a:path w="7620" h="279400">
                  <a:moveTo>
                    <a:pt x="7620" y="71120"/>
                  </a:moveTo>
                  <a:lnTo>
                    <a:pt x="0" y="71120"/>
                  </a:lnTo>
                  <a:lnTo>
                    <a:pt x="0" y="73533"/>
                  </a:lnTo>
                  <a:lnTo>
                    <a:pt x="7620" y="73533"/>
                  </a:lnTo>
                  <a:lnTo>
                    <a:pt x="7620" y="71120"/>
                  </a:lnTo>
                  <a:close/>
                </a:path>
                <a:path w="7620" h="279400">
                  <a:moveTo>
                    <a:pt x="7620" y="67310"/>
                  </a:moveTo>
                  <a:lnTo>
                    <a:pt x="0" y="67310"/>
                  </a:lnTo>
                  <a:lnTo>
                    <a:pt x="0" y="70993"/>
                  </a:lnTo>
                  <a:lnTo>
                    <a:pt x="7620" y="70993"/>
                  </a:lnTo>
                  <a:lnTo>
                    <a:pt x="7620" y="67310"/>
                  </a:lnTo>
                  <a:close/>
                </a:path>
                <a:path w="7620" h="279400">
                  <a:moveTo>
                    <a:pt x="7620" y="64770"/>
                  </a:moveTo>
                  <a:lnTo>
                    <a:pt x="0" y="64770"/>
                  </a:lnTo>
                  <a:lnTo>
                    <a:pt x="0" y="67183"/>
                  </a:lnTo>
                  <a:lnTo>
                    <a:pt x="7620" y="67183"/>
                  </a:lnTo>
                  <a:lnTo>
                    <a:pt x="7620" y="64770"/>
                  </a:lnTo>
                  <a:close/>
                </a:path>
                <a:path w="7620" h="279400">
                  <a:moveTo>
                    <a:pt x="7620" y="60960"/>
                  </a:moveTo>
                  <a:lnTo>
                    <a:pt x="0" y="60960"/>
                  </a:lnTo>
                  <a:lnTo>
                    <a:pt x="0" y="64643"/>
                  </a:lnTo>
                  <a:lnTo>
                    <a:pt x="7620" y="64643"/>
                  </a:lnTo>
                  <a:lnTo>
                    <a:pt x="7620" y="60960"/>
                  </a:lnTo>
                  <a:close/>
                </a:path>
                <a:path w="7620" h="279400">
                  <a:moveTo>
                    <a:pt x="7620" y="58420"/>
                  </a:moveTo>
                  <a:lnTo>
                    <a:pt x="0" y="58420"/>
                  </a:lnTo>
                  <a:lnTo>
                    <a:pt x="0" y="60833"/>
                  </a:lnTo>
                  <a:lnTo>
                    <a:pt x="7620" y="60833"/>
                  </a:lnTo>
                  <a:lnTo>
                    <a:pt x="7620" y="58420"/>
                  </a:lnTo>
                  <a:close/>
                </a:path>
                <a:path w="7620" h="279400">
                  <a:moveTo>
                    <a:pt x="7620" y="54610"/>
                  </a:moveTo>
                  <a:lnTo>
                    <a:pt x="0" y="54610"/>
                  </a:lnTo>
                  <a:lnTo>
                    <a:pt x="0" y="58293"/>
                  </a:lnTo>
                  <a:lnTo>
                    <a:pt x="7620" y="58293"/>
                  </a:lnTo>
                  <a:lnTo>
                    <a:pt x="7620" y="54610"/>
                  </a:lnTo>
                  <a:close/>
                </a:path>
                <a:path w="7620" h="279400">
                  <a:moveTo>
                    <a:pt x="7620" y="52070"/>
                  </a:moveTo>
                  <a:lnTo>
                    <a:pt x="0" y="52070"/>
                  </a:lnTo>
                  <a:lnTo>
                    <a:pt x="0" y="54483"/>
                  </a:lnTo>
                  <a:lnTo>
                    <a:pt x="7620" y="54483"/>
                  </a:lnTo>
                  <a:lnTo>
                    <a:pt x="7620" y="52070"/>
                  </a:lnTo>
                  <a:close/>
                </a:path>
                <a:path w="7620" h="279400">
                  <a:moveTo>
                    <a:pt x="7620" y="48260"/>
                  </a:moveTo>
                  <a:lnTo>
                    <a:pt x="0" y="48260"/>
                  </a:lnTo>
                  <a:lnTo>
                    <a:pt x="0" y="51943"/>
                  </a:lnTo>
                  <a:lnTo>
                    <a:pt x="7620" y="51943"/>
                  </a:lnTo>
                  <a:lnTo>
                    <a:pt x="7620" y="48260"/>
                  </a:lnTo>
                  <a:close/>
                </a:path>
                <a:path w="7620" h="279400">
                  <a:moveTo>
                    <a:pt x="7620" y="45720"/>
                  </a:moveTo>
                  <a:lnTo>
                    <a:pt x="0" y="45720"/>
                  </a:lnTo>
                  <a:lnTo>
                    <a:pt x="0" y="48133"/>
                  </a:lnTo>
                  <a:lnTo>
                    <a:pt x="7620" y="48133"/>
                  </a:lnTo>
                  <a:lnTo>
                    <a:pt x="7620" y="45720"/>
                  </a:lnTo>
                  <a:close/>
                </a:path>
                <a:path w="7620" h="279400">
                  <a:moveTo>
                    <a:pt x="7620" y="41910"/>
                  </a:moveTo>
                  <a:lnTo>
                    <a:pt x="0" y="41910"/>
                  </a:lnTo>
                  <a:lnTo>
                    <a:pt x="0" y="45593"/>
                  </a:lnTo>
                  <a:lnTo>
                    <a:pt x="7620" y="45593"/>
                  </a:lnTo>
                  <a:lnTo>
                    <a:pt x="7620" y="41910"/>
                  </a:lnTo>
                  <a:close/>
                </a:path>
                <a:path w="7620" h="279400">
                  <a:moveTo>
                    <a:pt x="7620" y="39370"/>
                  </a:moveTo>
                  <a:lnTo>
                    <a:pt x="0" y="39370"/>
                  </a:lnTo>
                  <a:lnTo>
                    <a:pt x="0" y="41783"/>
                  </a:lnTo>
                  <a:lnTo>
                    <a:pt x="7620" y="41783"/>
                  </a:lnTo>
                  <a:lnTo>
                    <a:pt x="7620" y="39370"/>
                  </a:lnTo>
                  <a:close/>
                </a:path>
                <a:path w="7620" h="279400">
                  <a:moveTo>
                    <a:pt x="7620" y="35560"/>
                  </a:moveTo>
                  <a:lnTo>
                    <a:pt x="0" y="35560"/>
                  </a:lnTo>
                  <a:lnTo>
                    <a:pt x="0" y="39243"/>
                  </a:lnTo>
                  <a:lnTo>
                    <a:pt x="7620" y="39243"/>
                  </a:lnTo>
                  <a:lnTo>
                    <a:pt x="7620" y="35560"/>
                  </a:lnTo>
                  <a:close/>
                </a:path>
                <a:path w="7620" h="279400">
                  <a:moveTo>
                    <a:pt x="7620" y="33020"/>
                  </a:moveTo>
                  <a:lnTo>
                    <a:pt x="0" y="33020"/>
                  </a:lnTo>
                  <a:lnTo>
                    <a:pt x="0" y="35433"/>
                  </a:lnTo>
                  <a:lnTo>
                    <a:pt x="7620" y="35433"/>
                  </a:lnTo>
                  <a:lnTo>
                    <a:pt x="7620" y="33020"/>
                  </a:lnTo>
                  <a:close/>
                </a:path>
                <a:path w="7620" h="279400">
                  <a:moveTo>
                    <a:pt x="7620" y="29210"/>
                  </a:moveTo>
                  <a:lnTo>
                    <a:pt x="0" y="29210"/>
                  </a:lnTo>
                  <a:lnTo>
                    <a:pt x="0" y="32893"/>
                  </a:lnTo>
                  <a:lnTo>
                    <a:pt x="7620" y="32893"/>
                  </a:lnTo>
                  <a:lnTo>
                    <a:pt x="7620" y="29210"/>
                  </a:lnTo>
                  <a:close/>
                </a:path>
                <a:path w="7620" h="279400">
                  <a:moveTo>
                    <a:pt x="7620" y="26670"/>
                  </a:moveTo>
                  <a:lnTo>
                    <a:pt x="0" y="26670"/>
                  </a:lnTo>
                  <a:lnTo>
                    <a:pt x="0" y="29083"/>
                  </a:lnTo>
                  <a:lnTo>
                    <a:pt x="7620" y="29083"/>
                  </a:lnTo>
                  <a:lnTo>
                    <a:pt x="7620" y="26670"/>
                  </a:lnTo>
                  <a:close/>
                </a:path>
                <a:path w="7620" h="279400">
                  <a:moveTo>
                    <a:pt x="7620" y="22860"/>
                  </a:moveTo>
                  <a:lnTo>
                    <a:pt x="0" y="22860"/>
                  </a:lnTo>
                  <a:lnTo>
                    <a:pt x="0" y="26543"/>
                  </a:lnTo>
                  <a:lnTo>
                    <a:pt x="7620" y="26543"/>
                  </a:lnTo>
                  <a:lnTo>
                    <a:pt x="7620" y="22860"/>
                  </a:lnTo>
                  <a:close/>
                </a:path>
                <a:path w="7620" h="279400">
                  <a:moveTo>
                    <a:pt x="7620" y="20320"/>
                  </a:moveTo>
                  <a:lnTo>
                    <a:pt x="0" y="20320"/>
                  </a:lnTo>
                  <a:lnTo>
                    <a:pt x="0" y="22733"/>
                  </a:lnTo>
                  <a:lnTo>
                    <a:pt x="7620" y="22733"/>
                  </a:lnTo>
                  <a:lnTo>
                    <a:pt x="7620" y="20320"/>
                  </a:lnTo>
                  <a:close/>
                </a:path>
                <a:path w="7620" h="279400">
                  <a:moveTo>
                    <a:pt x="7620" y="16510"/>
                  </a:moveTo>
                  <a:lnTo>
                    <a:pt x="0" y="16510"/>
                  </a:lnTo>
                  <a:lnTo>
                    <a:pt x="0" y="20193"/>
                  </a:lnTo>
                  <a:lnTo>
                    <a:pt x="7620" y="20193"/>
                  </a:lnTo>
                  <a:lnTo>
                    <a:pt x="7620" y="16510"/>
                  </a:lnTo>
                  <a:close/>
                </a:path>
                <a:path w="7620" h="279400">
                  <a:moveTo>
                    <a:pt x="7620" y="13970"/>
                  </a:moveTo>
                  <a:lnTo>
                    <a:pt x="0" y="13970"/>
                  </a:lnTo>
                  <a:lnTo>
                    <a:pt x="0" y="16383"/>
                  </a:lnTo>
                  <a:lnTo>
                    <a:pt x="7620" y="16383"/>
                  </a:lnTo>
                  <a:lnTo>
                    <a:pt x="7620" y="13970"/>
                  </a:lnTo>
                  <a:close/>
                </a:path>
                <a:path w="7620" h="279400">
                  <a:moveTo>
                    <a:pt x="7620" y="10160"/>
                  </a:moveTo>
                  <a:lnTo>
                    <a:pt x="0" y="10160"/>
                  </a:lnTo>
                  <a:lnTo>
                    <a:pt x="0" y="13843"/>
                  </a:lnTo>
                  <a:lnTo>
                    <a:pt x="7620" y="13843"/>
                  </a:lnTo>
                  <a:lnTo>
                    <a:pt x="7620" y="10160"/>
                  </a:lnTo>
                  <a:close/>
                </a:path>
                <a:path w="7620" h="279400">
                  <a:moveTo>
                    <a:pt x="7620" y="7620"/>
                  </a:moveTo>
                  <a:lnTo>
                    <a:pt x="0" y="7620"/>
                  </a:lnTo>
                  <a:lnTo>
                    <a:pt x="0" y="10033"/>
                  </a:lnTo>
                  <a:lnTo>
                    <a:pt x="7620" y="10033"/>
                  </a:lnTo>
                  <a:lnTo>
                    <a:pt x="7620" y="7620"/>
                  </a:lnTo>
                  <a:close/>
                </a:path>
                <a:path w="7620" h="279400">
                  <a:moveTo>
                    <a:pt x="7620" y="3810"/>
                  </a:moveTo>
                  <a:lnTo>
                    <a:pt x="0" y="3810"/>
                  </a:lnTo>
                  <a:lnTo>
                    <a:pt x="0" y="7493"/>
                  </a:lnTo>
                  <a:lnTo>
                    <a:pt x="7620" y="7493"/>
                  </a:lnTo>
                  <a:lnTo>
                    <a:pt x="7620" y="3810"/>
                  </a:lnTo>
                  <a:close/>
                </a:path>
                <a:path w="7620" h="279400">
                  <a:moveTo>
                    <a:pt x="7620" y="1270"/>
                  </a:moveTo>
                  <a:lnTo>
                    <a:pt x="0" y="1270"/>
                  </a:lnTo>
                  <a:lnTo>
                    <a:pt x="0" y="3683"/>
                  </a:lnTo>
                  <a:lnTo>
                    <a:pt x="7620" y="3683"/>
                  </a:lnTo>
                  <a:lnTo>
                    <a:pt x="7620" y="1270"/>
                  </a:lnTo>
                  <a:close/>
                </a:path>
                <a:path w="7620" h="279400">
                  <a:moveTo>
                    <a:pt x="7620" y="0"/>
                  </a:moveTo>
                  <a:lnTo>
                    <a:pt x="0" y="0"/>
                  </a:lnTo>
                  <a:lnTo>
                    <a:pt x="0" y="1143"/>
                  </a:lnTo>
                  <a:lnTo>
                    <a:pt x="7620" y="1143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2F4B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07">
              <a:extLst>
                <a:ext uri="{FF2B5EF4-FFF2-40B4-BE49-F238E27FC236}">
                  <a16:creationId xmlns:a16="http://schemas.microsoft.com/office/drawing/2014/main" id="{7DCD7397-DAB3-8848-BFBC-1E34F121C54D}"/>
                </a:ext>
              </a:extLst>
            </p:cNvPr>
            <p:cNvSpPr/>
            <p:nvPr/>
          </p:nvSpPr>
          <p:spPr>
            <a:xfrm>
              <a:off x="7953865" y="2654060"/>
              <a:ext cx="6350" cy="279400"/>
            </a:xfrm>
            <a:custGeom>
              <a:avLst/>
              <a:gdLst/>
              <a:ahLst/>
              <a:cxnLst/>
              <a:rect l="l" t="t" r="r" b="b"/>
              <a:pathLst>
                <a:path w="6350" h="279400">
                  <a:moveTo>
                    <a:pt x="6350" y="276860"/>
                  </a:moveTo>
                  <a:lnTo>
                    <a:pt x="0" y="276860"/>
                  </a:lnTo>
                  <a:lnTo>
                    <a:pt x="0" y="279400"/>
                  </a:lnTo>
                  <a:lnTo>
                    <a:pt x="6350" y="279400"/>
                  </a:lnTo>
                  <a:lnTo>
                    <a:pt x="6350" y="276860"/>
                  </a:lnTo>
                  <a:close/>
                </a:path>
                <a:path w="6350" h="279400">
                  <a:moveTo>
                    <a:pt x="635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6350" y="276733"/>
                  </a:lnTo>
                  <a:lnTo>
                    <a:pt x="6350" y="274320"/>
                  </a:lnTo>
                  <a:close/>
                </a:path>
                <a:path w="6350" h="279400">
                  <a:moveTo>
                    <a:pt x="6350" y="270510"/>
                  </a:moveTo>
                  <a:lnTo>
                    <a:pt x="0" y="270510"/>
                  </a:lnTo>
                  <a:lnTo>
                    <a:pt x="0" y="274193"/>
                  </a:lnTo>
                  <a:lnTo>
                    <a:pt x="6350" y="274193"/>
                  </a:lnTo>
                  <a:lnTo>
                    <a:pt x="6350" y="270510"/>
                  </a:lnTo>
                  <a:close/>
                </a:path>
                <a:path w="6350" h="279400">
                  <a:moveTo>
                    <a:pt x="635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6350" y="270383"/>
                  </a:lnTo>
                  <a:lnTo>
                    <a:pt x="6350" y="267970"/>
                  </a:lnTo>
                  <a:close/>
                </a:path>
                <a:path w="6350" h="279400">
                  <a:moveTo>
                    <a:pt x="6350" y="264160"/>
                  </a:moveTo>
                  <a:lnTo>
                    <a:pt x="0" y="264160"/>
                  </a:lnTo>
                  <a:lnTo>
                    <a:pt x="0" y="267843"/>
                  </a:lnTo>
                  <a:lnTo>
                    <a:pt x="6350" y="267843"/>
                  </a:lnTo>
                  <a:lnTo>
                    <a:pt x="6350" y="264160"/>
                  </a:lnTo>
                  <a:close/>
                </a:path>
                <a:path w="6350" h="279400">
                  <a:moveTo>
                    <a:pt x="635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6350" y="264033"/>
                  </a:lnTo>
                  <a:lnTo>
                    <a:pt x="6350" y="261620"/>
                  </a:lnTo>
                  <a:close/>
                </a:path>
                <a:path w="6350" h="279400">
                  <a:moveTo>
                    <a:pt x="6350" y="257810"/>
                  </a:moveTo>
                  <a:lnTo>
                    <a:pt x="0" y="257810"/>
                  </a:lnTo>
                  <a:lnTo>
                    <a:pt x="0" y="261493"/>
                  </a:lnTo>
                  <a:lnTo>
                    <a:pt x="6350" y="261493"/>
                  </a:lnTo>
                  <a:lnTo>
                    <a:pt x="6350" y="257810"/>
                  </a:lnTo>
                  <a:close/>
                </a:path>
                <a:path w="6350" h="279400">
                  <a:moveTo>
                    <a:pt x="635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6350" y="257683"/>
                  </a:lnTo>
                  <a:lnTo>
                    <a:pt x="6350" y="255270"/>
                  </a:lnTo>
                  <a:close/>
                </a:path>
                <a:path w="6350" h="279400">
                  <a:moveTo>
                    <a:pt x="6350" y="251460"/>
                  </a:moveTo>
                  <a:lnTo>
                    <a:pt x="0" y="251460"/>
                  </a:lnTo>
                  <a:lnTo>
                    <a:pt x="0" y="255143"/>
                  </a:lnTo>
                  <a:lnTo>
                    <a:pt x="6350" y="255143"/>
                  </a:lnTo>
                  <a:lnTo>
                    <a:pt x="6350" y="251460"/>
                  </a:lnTo>
                  <a:close/>
                </a:path>
                <a:path w="6350" h="279400">
                  <a:moveTo>
                    <a:pt x="635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6350" y="251333"/>
                  </a:lnTo>
                  <a:lnTo>
                    <a:pt x="6350" y="248920"/>
                  </a:lnTo>
                  <a:close/>
                </a:path>
                <a:path w="6350" h="279400">
                  <a:moveTo>
                    <a:pt x="6350" y="245110"/>
                  </a:moveTo>
                  <a:lnTo>
                    <a:pt x="0" y="245110"/>
                  </a:lnTo>
                  <a:lnTo>
                    <a:pt x="0" y="248793"/>
                  </a:lnTo>
                  <a:lnTo>
                    <a:pt x="6350" y="248793"/>
                  </a:lnTo>
                  <a:lnTo>
                    <a:pt x="6350" y="245110"/>
                  </a:lnTo>
                  <a:close/>
                </a:path>
                <a:path w="6350" h="279400">
                  <a:moveTo>
                    <a:pt x="635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6350" y="244983"/>
                  </a:lnTo>
                  <a:lnTo>
                    <a:pt x="6350" y="242570"/>
                  </a:lnTo>
                  <a:close/>
                </a:path>
                <a:path w="6350" h="279400">
                  <a:moveTo>
                    <a:pt x="6350" y="238760"/>
                  </a:moveTo>
                  <a:lnTo>
                    <a:pt x="0" y="238760"/>
                  </a:lnTo>
                  <a:lnTo>
                    <a:pt x="0" y="242443"/>
                  </a:lnTo>
                  <a:lnTo>
                    <a:pt x="6350" y="242443"/>
                  </a:lnTo>
                  <a:lnTo>
                    <a:pt x="6350" y="238760"/>
                  </a:lnTo>
                  <a:close/>
                </a:path>
                <a:path w="6350" h="279400">
                  <a:moveTo>
                    <a:pt x="635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6350" y="238633"/>
                  </a:lnTo>
                  <a:lnTo>
                    <a:pt x="6350" y="236220"/>
                  </a:lnTo>
                  <a:close/>
                </a:path>
                <a:path w="6350" h="279400">
                  <a:moveTo>
                    <a:pt x="6350" y="232410"/>
                  </a:moveTo>
                  <a:lnTo>
                    <a:pt x="0" y="232410"/>
                  </a:lnTo>
                  <a:lnTo>
                    <a:pt x="0" y="236093"/>
                  </a:lnTo>
                  <a:lnTo>
                    <a:pt x="6350" y="236093"/>
                  </a:lnTo>
                  <a:lnTo>
                    <a:pt x="6350" y="232410"/>
                  </a:lnTo>
                  <a:close/>
                </a:path>
                <a:path w="6350" h="279400">
                  <a:moveTo>
                    <a:pt x="635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6350" y="232283"/>
                  </a:lnTo>
                  <a:lnTo>
                    <a:pt x="6350" y="229870"/>
                  </a:lnTo>
                  <a:close/>
                </a:path>
                <a:path w="6350" h="279400">
                  <a:moveTo>
                    <a:pt x="6350" y="226060"/>
                  </a:moveTo>
                  <a:lnTo>
                    <a:pt x="0" y="226060"/>
                  </a:lnTo>
                  <a:lnTo>
                    <a:pt x="0" y="229743"/>
                  </a:lnTo>
                  <a:lnTo>
                    <a:pt x="6350" y="229743"/>
                  </a:lnTo>
                  <a:lnTo>
                    <a:pt x="6350" y="226060"/>
                  </a:lnTo>
                  <a:close/>
                </a:path>
                <a:path w="6350" h="279400">
                  <a:moveTo>
                    <a:pt x="635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6350" y="225933"/>
                  </a:lnTo>
                  <a:lnTo>
                    <a:pt x="6350" y="223520"/>
                  </a:lnTo>
                  <a:close/>
                </a:path>
                <a:path w="6350" h="279400">
                  <a:moveTo>
                    <a:pt x="6350" y="219710"/>
                  </a:moveTo>
                  <a:lnTo>
                    <a:pt x="0" y="219710"/>
                  </a:lnTo>
                  <a:lnTo>
                    <a:pt x="0" y="223393"/>
                  </a:lnTo>
                  <a:lnTo>
                    <a:pt x="6350" y="223393"/>
                  </a:lnTo>
                  <a:lnTo>
                    <a:pt x="6350" y="219710"/>
                  </a:lnTo>
                  <a:close/>
                </a:path>
                <a:path w="6350" h="279400">
                  <a:moveTo>
                    <a:pt x="635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6350" y="219583"/>
                  </a:lnTo>
                  <a:lnTo>
                    <a:pt x="6350" y="217170"/>
                  </a:lnTo>
                  <a:close/>
                </a:path>
                <a:path w="6350" h="279400">
                  <a:moveTo>
                    <a:pt x="6350" y="213360"/>
                  </a:moveTo>
                  <a:lnTo>
                    <a:pt x="0" y="213360"/>
                  </a:lnTo>
                  <a:lnTo>
                    <a:pt x="0" y="217043"/>
                  </a:lnTo>
                  <a:lnTo>
                    <a:pt x="6350" y="217043"/>
                  </a:lnTo>
                  <a:lnTo>
                    <a:pt x="6350" y="213360"/>
                  </a:lnTo>
                  <a:close/>
                </a:path>
                <a:path w="6350" h="279400">
                  <a:moveTo>
                    <a:pt x="635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6350" y="213233"/>
                  </a:lnTo>
                  <a:lnTo>
                    <a:pt x="6350" y="210820"/>
                  </a:lnTo>
                  <a:close/>
                </a:path>
                <a:path w="6350" h="279400">
                  <a:moveTo>
                    <a:pt x="6350" y="207010"/>
                  </a:moveTo>
                  <a:lnTo>
                    <a:pt x="0" y="207010"/>
                  </a:lnTo>
                  <a:lnTo>
                    <a:pt x="0" y="210693"/>
                  </a:lnTo>
                  <a:lnTo>
                    <a:pt x="6350" y="210693"/>
                  </a:lnTo>
                  <a:lnTo>
                    <a:pt x="6350" y="207010"/>
                  </a:lnTo>
                  <a:close/>
                </a:path>
                <a:path w="6350" h="279400">
                  <a:moveTo>
                    <a:pt x="635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6350" y="206883"/>
                  </a:lnTo>
                  <a:lnTo>
                    <a:pt x="6350" y="204470"/>
                  </a:lnTo>
                  <a:close/>
                </a:path>
                <a:path w="6350" h="279400">
                  <a:moveTo>
                    <a:pt x="6350" y="200660"/>
                  </a:moveTo>
                  <a:lnTo>
                    <a:pt x="0" y="200660"/>
                  </a:lnTo>
                  <a:lnTo>
                    <a:pt x="0" y="204343"/>
                  </a:lnTo>
                  <a:lnTo>
                    <a:pt x="6350" y="204343"/>
                  </a:lnTo>
                  <a:lnTo>
                    <a:pt x="6350" y="200660"/>
                  </a:lnTo>
                  <a:close/>
                </a:path>
                <a:path w="6350" h="279400">
                  <a:moveTo>
                    <a:pt x="635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6350" y="200533"/>
                  </a:lnTo>
                  <a:lnTo>
                    <a:pt x="6350" y="198120"/>
                  </a:lnTo>
                  <a:close/>
                </a:path>
                <a:path w="6350" h="279400">
                  <a:moveTo>
                    <a:pt x="6350" y="194310"/>
                  </a:moveTo>
                  <a:lnTo>
                    <a:pt x="0" y="194310"/>
                  </a:lnTo>
                  <a:lnTo>
                    <a:pt x="0" y="197993"/>
                  </a:lnTo>
                  <a:lnTo>
                    <a:pt x="6350" y="197993"/>
                  </a:lnTo>
                  <a:lnTo>
                    <a:pt x="6350" y="194310"/>
                  </a:lnTo>
                  <a:close/>
                </a:path>
                <a:path w="6350" h="279400">
                  <a:moveTo>
                    <a:pt x="635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6350" y="194183"/>
                  </a:lnTo>
                  <a:lnTo>
                    <a:pt x="6350" y="191770"/>
                  </a:lnTo>
                  <a:close/>
                </a:path>
                <a:path w="6350" h="279400">
                  <a:moveTo>
                    <a:pt x="6350" y="187960"/>
                  </a:moveTo>
                  <a:lnTo>
                    <a:pt x="0" y="187960"/>
                  </a:lnTo>
                  <a:lnTo>
                    <a:pt x="0" y="191643"/>
                  </a:lnTo>
                  <a:lnTo>
                    <a:pt x="6350" y="191643"/>
                  </a:lnTo>
                  <a:lnTo>
                    <a:pt x="6350" y="187960"/>
                  </a:lnTo>
                  <a:close/>
                </a:path>
                <a:path w="6350" h="279400">
                  <a:moveTo>
                    <a:pt x="635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6350" y="187833"/>
                  </a:lnTo>
                  <a:lnTo>
                    <a:pt x="6350" y="185420"/>
                  </a:lnTo>
                  <a:close/>
                </a:path>
                <a:path w="6350" h="279400">
                  <a:moveTo>
                    <a:pt x="6350" y="181610"/>
                  </a:moveTo>
                  <a:lnTo>
                    <a:pt x="0" y="181610"/>
                  </a:lnTo>
                  <a:lnTo>
                    <a:pt x="0" y="185293"/>
                  </a:lnTo>
                  <a:lnTo>
                    <a:pt x="6350" y="185293"/>
                  </a:lnTo>
                  <a:lnTo>
                    <a:pt x="6350" y="181610"/>
                  </a:lnTo>
                  <a:close/>
                </a:path>
                <a:path w="6350" h="279400">
                  <a:moveTo>
                    <a:pt x="635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6350" y="181483"/>
                  </a:lnTo>
                  <a:lnTo>
                    <a:pt x="6350" y="179070"/>
                  </a:lnTo>
                  <a:close/>
                </a:path>
                <a:path w="6350" h="279400">
                  <a:moveTo>
                    <a:pt x="6350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6350" y="178943"/>
                  </a:lnTo>
                  <a:lnTo>
                    <a:pt x="6350" y="176530"/>
                  </a:lnTo>
                  <a:close/>
                </a:path>
                <a:path w="6350" h="279400">
                  <a:moveTo>
                    <a:pt x="6350" y="170065"/>
                  </a:moveTo>
                  <a:lnTo>
                    <a:pt x="0" y="170065"/>
                  </a:lnTo>
                  <a:lnTo>
                    <a:pt x="0" y="176403"/>
                  </a:lnTo>
                  <a:lnTo>
                    <a:pt x="6350" y="176403"/>
                  </a:lnTo>
                  <a:lnTo>
                    <a:pt x="6350" y="170065"/>
                  </a:lnTo>
                  <a:close/>
                </a:path>
                <a:path w="6350" h="279400">
                  <a:moveTo>
                    <a:pt x="6350" y="112915"/>
                  </a:moveTo>
                  <a:lnTo>
                    <a:pt x="0" y="112915"/>
                  </a:lnTo>
                  <a:lnTo>
                    <a:pt x="0" y="170053"/>
                  </a:lnTo>
                  <a:lnTo>
                    <a:pt x="6350" y="170053"/>
                  </a:lnTo>
                  <a:lnTo>
                    <a:pt x="6350" y="112915"/>
                  </a:lnTo>
                  <a:close/>
                </a:path>
                <a:path w="6350" h="279400">
                  <a:moveTo>
                    <a:pt x="6350" y="102870"/>
                  </a:moveTo>
                  <a:lnTo>
                    <a:pt x="0" y="102870"/>
                  </a:lnTo>
                  <a:lnTo>
                    <a:pt x="0" y="112903"/>
                  </a:lnTo>
                  <a:lnTo>
                    <a:pt x="6350" y="112903"/>
                  </a:lnTo>
                  <a:lnTo>
                    <a:pt x="6350" y="102870"/>
                  </a:lnTo>
                  <a:close/>
                </a:path>
                <a:path w="6350" h="279400">
                  <a:moveTo>
                    <a:pt x="6350" y="96520"/>
                  </a:moveTo>
                  <a:lnTo>
                    <a:pt x="0" y="96520"/>
                  </a:lnTo>
                  <a:lnTo>
                    <a:pt x="0" y="102743"/>
                  </a:lnTo>
                  <a:lnTo>
                    <a:pt x="6350" y="102743"/>
                  </a:lnTo>
                  <a:lnTo>
                    <a:pt x="6350" y="96520"/>
                  </a:lnTo>
                  <a:close/>
                </a:path>
                <a:path w="6350" h="279400">
                  <a:moveTo>
                    <a:pt x="6350" y="92710"/>
                  </a:moveTo>
                  <a:lnTo>
                    <a:pt x="0" y="92710"/>
                  </a:lnTo>
                  <a:lnTo>
                    <a:pt x="0" y="96393"/>
                  </a:lnTo>
                  <a:lnTo>
                    <a:pt x="6350" y="96393"/>
                  </a:lnTo>
                  <a:lnTo>
                    <a:pt x="6350" y="92710"/>
                  </a:lnTo>
                  <a:close/>
                </a:path>
                <a:path w="6350" h="279400">
                  <a:moveTo>
                    <a:pt x="6350" y="90170"/>
                  </a:moveTo>
                  <a:lnTo>
                    <a:pt x="0" y="90170"/>
                  </a:lnTo>
                  <a:lnTo>
                    <a:pt x="0" y="92583"/>
                  </a:lnTo>
                  <a:lnTo>
                    <a:pt x="6350" y="92583"/>
                  </a:lnTo>
                  <a:lnTo>
                    <a:pt x="6350" y="90170"/>
                  </a:lnTo>
                  <a:close/>
                </a:path>
                <a:path w="6350" h="279400">
                  <a:moveTo>
                    <a:pt x="6350" y="86360"/>
                  </a:moveTo>
                  <a:lnTo>
                    <a:pt x="0" y="86360"/>
                  </a:lnTo>
                  <a:lnTo>
                    <a:pt x="0" y="90043"/>
                  </a:lnTo>
                  <a:lnTo>
                    <a:pt x="6350" y="90043"/>
                  </a:lnTo>
                  <a:lnTo>
                    <a:pt x="6350" y="86360"/>
                  </a:lnTo>
                  <a:close/>
                </a:path>
                <a:path w="6350" h="279400">
                  <a:moveTo>
                    <a:pt x="6350" y="83820"/>
                  </a:moveTo>
                  <a:lnTo>
                    <a:pt x="0" y="83820"/>
                  </a:lnTo>
                  <a:lnTo>
                    <a:pt x="0" y="86233"/>
                  </a:lnTo>
                  <a:lnTo>
                    <a:pt x="6350" y="86233"/>
                  </a:lnTo>
                  <a:lnTo>
                    <a:pt x="6350" y="83820"/>
                  </a:lnTo>
                  <a:close/>
                </a:path>
                <a:path w="6350" h="279400">
                  <a:moveTo>
                    <a:pt x="6350" y="80010"/>
                  </a:moveTo>
                  <a:lnTo>
                    <a:pt x="0" y="80010"/>
                  </a:lnTo>
                  <a:lnTo>
                    <a:pt x="0" y="83693"/>
                  </a:lnTo>
                  <a:lnTo>
                    <a:pt x="6350" y="83693"/>
                  </a:lnTo>
                  <a:lnTo>
                    <a:pt x="6350" y="80010"/>
                  </a:lnTo>
                  <a:close/>
                </a:path>
                <a:path w="6350" h="279400">
                  <a:moveTo>
                    <a:pt x="6350" y="77470"/>
                  </a:moveTo>
                  <a:lnTo>
                    <a:pt x="0" y="77470"/>
                  </a:lnTo>
                  <a:lnTo>
                    <a:pt x="0" y="79883"/>
                  </a:lnTo>
                  <a:lnTo>
                    <a:pt x="6350" y="79883"/>
                  </a:lnTo>
                  <a:lnTo>
                    <a:pt x="6350" y="77470"/>
                  </a:lnTo>
                  <a:close/>
                </a:path>
                <a:path w="6350" h="279400">
                  <a:moveTo>
                    <a:pt x="6350" y="73660"/>
                  </a:moveTo>
                  <a:lnTo>
                    <a:pt x="0" y="73660"/>
                  </a:lnTo>
                  <a:lnTo>
                    <a:pt x="0" y="77343"/>
                  </a:lnTo>
                  <a:lnTo>
                    <a:pt x="6350" y="77343"/>
                  </a:lnTo>
                  <a:lnTo>
                    <a:pt x="6350" y="73660"/>
                  </a:lnTo>
                  <a:close/>
                </a:path>
                <a:path w="6350" h="279400">
                  <a:moveTo>
                    <a:pt x="6350" y="71120"/>
                  </a:moveTo>
                  <a:lnTo>
                    <a:pt x="0" y="71120"/>
                  </a:lnTo>
                  <a:lnTo>
                    <a:pt x="0" y="73533"/>
                  </a:lnTo>
                  <a:lnTo>
                    <a:pt x="6350" y="73533"/>
                  </a:lnTo>
                  <a:lnTo>
                    <a:pt x="6350" y="71120"/>
                  </a:lnTo>
                  <a:close/>
                </a:path>
                <a:path w="6350" h="279400">
                  <a:moveTo>
                    <a:pt x="6350" y="67310"/>
                  </a:moveTo>
                  <a:lnTo>
                    <a:pt x="0" y="67310"/>
                  </a:lnTo>
                  <a:lnTo>
                    <a:pt x="0" y="70993"/>
                  </a:lnTo>
                  <a:lnTo>
                    <a:pt x="6350" y="70993"/>
                  </a:lnTo>
                  <a:lnTo>
                    <a:pt x="6350" y="67310"/>
                  </a:lnTo>
                  <a:close/>
                </a:path>
                <a:path w="6350" h="279400">
                  <a:moveTo>
                    <a:pt x="6350" y="64770"/>
                  </a:moveTo>
                  <a:lnTo>
                    <a:pt x="0" y="64770"/>
                  </a:lnTo>
                  <a:lnTo>
                    <a:pt x="0" y="67183"/>
                  </a:lnTo>
                  <a:lnTo>
                    <a:pt x="6350" y="67183"/>
                  </a:lnTo>
                  <a:lnTo>
                    <a:pt x="6350" y="64770"/>
                  </a:lnTo>
                  <a:close/>
                </a:path>
                <a:path w="6350" h="279400">
                  <a:moveTo>
                    <a:pt x="6350" y="60960"/>
                  </a:moveTo>
                  <a:lnTo>
                    <a:pt x="0" y="60960"/>
                  </a:lnTo>
                  <a:lnTo>
                    <a:pt x="0" y="64643"/>
                  </a:lnTo>
                  <a:lnTo>
                    <a:pt x="6350" y="64643"/>
                  </a:lnTo>
                  <a:lnTo>
                    <a:pt x="6350" y="60960"/>
                  </a:lnTo>
                  <a:close/>
                </a:path>
                <a:path w="6350" h="279400">
                  <a:moveTo>
                    <a:pt x="6350" y="58420"/>
                  </a:moveTo>
                  <a:lnTo>
                    <a:pt x="0" y="58420"/>
                  </a:lnTo>
                  <a:lnTo>
                    <a:pt x="0" y="60833"/>
                  </a:lnTo>
                  <a:lnTo>
                    <a:pt x="6350" y="60833"/>
                  </a:lnTo>
                  <a:lnTo>
                    <a:pt x="6350" y="58420"/>
                  </a:lnTo>
                  <a:close/>
                </a:path>
                <a:path w="6350" h="279400">
                  <a:moveTo>
                    <a:pt x="6350" y="54610"/>
                  </a:moveTo>
                  <a:lnTo>
                    <a:pt x="0" y="54610"/>
                  </a:lnTo>
                  <a:lnTo>
                    <a:pt x="0" y="58293"/>
                  </a:lnTo>
                  <a:lnTo>
                    <a:pt x="6350" y="58293"/>
                  </a:lnTo>
                  <a:lnTo>
                    <a:pt x="6350" y="54610"/>
                  </a:lnTo>
                  <a:close/>
                </a:path>
                <a:path w="6350" h="279400">
                  <a:moveTo>
                    <a:pt x="6350" y="52070"/>
                  </a:moveTo>
                  <a:lnTo>
                    <a:pt x="0" y="52070"/>
                  </a:lnTo>
                  <a:lnTo>
                    <a:pt x="0" y="54483"/>
                  </a:lnTo>
                  <a:lnTo>
                    <a:pt x="6350" y="54483"/>
                  </a:lnTo>
                  <a:lnTo>
                    <a:pt x="6350" y="52070"/>
                  </a:lnTo>
                  <a:close/>
                </a:path>
                <a:path w="6350" h="279400">
                  <a:moveTo>
                    <a:pt x="6350" y="48260"/>
                  </a:moveTo>
                  <a:lnTo>
                    <a:pt x="0" y="48260"/>
                  </a:lnTo>
                  <a:lnTo>
                    <a:pt x="0" y="51943"/>
                  </a:lnTo>
                  <a:lnTo>
                    <a:pt x="6350" y="51943"/>
                  </a:lnTo>
                  <a:lnTo>
                    <a:pt x="6350" y="48260"/>
                  </a:lnTo>
                  <a:close/>
                </a:path>
                <a:path w="6350" h="279400">
                  <a:moveTo>
                    <a:pt x="6350" y="45720"/>
                  </a:moveTo>
                  <a:lnTo>
                    <a:pt x="0" y="45720"/>
                  </a:lnTo>
                  <a:lnTo>
                    <a:pt x="0" y="48133"/>
                  </a:lnTo>
                  <a:lnTo>
                    <a:pt x="6350" y="48133"/>
                  </a:lnTo>
                  <a:lnTo>
                    <a:pt x="6350" y="45720"/>
                  </a:lnTo>
                  <a:close/>
                </a:path>
                <a:path w="6350" h="279400">
                  <a:moveTo>
                    <a:pt x="6350" y="41910"/>
                  </a:moveTo>
                  <a:lnTo>
                    <a:pt x="0" y="41910"/>
                  </a:lnTo>
                  <a:lnTo>
                    <a:pt x="0" y="45593"/>
                  </a:lnTo>
                  <a:lnTo>
                    <a:pt x="6350" y="45593"/>
                  </a:lnTo>
                  <a:lnTo>
                    <a:pt x="6350" y="41910"/>
                  </a:lnTo>
                  <a:close/>
                </a:path>
                <a:path w="6350" h="279400">
                  <a:moveTo>
                    <a:pt x="6350" y="39370"/>
                  </a:moveTo>
                  <a:lnTo>
                    <a:pt x="0" y="39370"/>
                  </a:lnTo>
                  <a:lnTo>
                    <a:pt x="0" y="41783"/>
                  </a:lnTo>
                  <a:lnTo>
                    <a:pt x="6350" y="41783"/>
                  </a:lnTo>
                  <a:lnTo>
                    <a:pt x="6350" y="39370"/>
                  </a:lnTo>
                  <a:close/>
                </a:path>
                <a:path w="6350" h="279400">
                  <a:moveTo>
                    <a:pt x="6350" y="35560"/>
                  </a:moveTo>
                  <a:lnTo>
                    <a:pt x="0" y="35560"/>
                  </a:lnTo>
                  <a:lnTo>
                    <a:pt x="0" y="39243"/>
                  </a:lnTo>
                  <a:lnTo>
                    <a:pt x="6350" y="39243"/>
                  </a:lnTo>
                  <a:lnTo>
                    <a:pt x="6350" y="35560"/>
                  </a:lnTo>
                  <a:close/>
                </a:path>
                <a:path w="6350" h="279400">
                  <a:moveTo>
                    <a:pt x="6350" y="33020"/>
                  </a:moveTo>
                  <a:lnTo>
                    <a:pt x="0" y="33020"/>
                  </a:lnTo>
                  <a:lnTo>
                    <a:pt x="0" y="35433"/>
                  </a:lnTo>
                  <a:lnTo>
                    <a:pt x="6350" y="35433"/>
                  </a:lnTo>
                  <a:lnTo>
                    <a:pt x="6350" y="33020"/>
                  </a:lnTo>
                  <a:close/>
                </a:path>
                <a:path w="6350" h="279400">
                  <a:moveTo>
                    <a:pt x="6350" y="29210"/>
                  </a:moveTo>
                  <a:lnTo>
                    <a:pt x="0" y="29210"/>
                  </a:lnTo>
                  <a:lnTo>
                    <a:pt x="0" y="32893"/>
                  </a:lnTo>
                  <a:lnTo>
                    <a:pt x="6350" y="32893"/>
                  </a:lnTo>
                  <a:lnTo>
                    <a:pt x="6350" y="29210"/>
                  </a:lnTo>
                  <a:close/>
                </a:path>
                <a:path w="6350" h="279400">
                  <a:moveTo>
                    <a:pt x="6350" y="26670"/>
                  </a:moveTo>
                  <a:lnTo>
                    <a:pt x="0" y="26670"/>
                  </a:lnTo>
                  <a:lnTo>
                    <a:pt x="0" y="29083"/>
                  </a:lnTo>
                  <a:lnTo>
                    <a:pt x="6350" y="29083"/>
                  </a:lnTo>
                  <a:lnTo>
                    <a:pt x="6350" y="26670"/>
                  </a:lnTo>
                  <a:close/>
                </a:path>
                <a:path w="6350" h="279400">
                  <a:moveTo>
                    <a:pt x="6350" y="22860"/>
                  </a:moveTo>
                  <a:lnTo>
                    <a:pt x="0" y="22860"/>
                  </a:lnTo>
                  <a:lnTo>
                    <a:pt x="0" y="26543"/>
                  </a:lnTo>
                  <a:lnTo>
                    <a:pt x="6350" y="26543"/>
                  </a:lnTo>
                  <a:lnTo>
                    <a:pt x="6350" y="22860"/>
                  </a:lnTo>
                  <a:close/>
                </a:path>
                <a:path w="6350" h="279400">
                  <a:moveTo>
                    <a:pt x="6350" y="20320"/>
                  </a:moveTo>
                  <a:lnTo>
                    <a:pt x="0" y="20320"/>
                  </a:lnTo>
                  <a:lnTo>
                    <a:pt x="0" y="22733"/>
                  </a:lnTo>
                  <a:lnTo>
                    <a:pt x="6350" y="22733"/>
                  </a:lnTo>
                  <a:lnTo>
                    <a:pt x="6350" y="20320"/>
                  </a:lnTo>
                  <a:close/>
                </a:path>
                <a:path w="6350" h="279400">
                  <a:moveTo>
                    <a:pt x="6350" y="16510"/>
                  </a:moveTo>
                  <a:lnTo>
                    <a:pt x="0" y="16510"/>
                  </a:lnTo>
                  <a:lnTo>
                    <a:pt x="0" y="20193"/>
                  </a:lnTo>
                  <a:lnTo>
                    <a:pt x="6350" y="20193"/>
                  </a:lnTo>
                  <a:lnTo>
                    <a:pt x="6350" y="16510"/>
                  </a:lnTo>
                  <a:close/>
                </a:path>
                <a:path w="6350" h="279400">
                  <a:moveTo>
                    <a:pt x="6350" y="13970"/>
                  </a:moveTo>
                  <a:lnTo>
                    <a:pt x="0" y="13970"/>
                  </a:lnTo>
                  <a:lnTo>
                    <a:pt x="0" y="16383"/>
                  </a:lnTo>
                  <a:lnTo>
                    <a:pt x="6350" y="16383"/>
                  </a:lnTo>
                  <a:lnTo>
                    <a:pt x="6350" y="13970"/>
                  </a:lnTo>
                  <a:close/>
                </a:path>
                <a:path w="6350" h="279400">
                  <a:moveTo>
                    <a:pt x="6350" y="10160"/>
                  </a:moveTo>
                  <a:lnTo>
                    <a:pt x="0" y="10160"/>
                  </a:lnTo>
                  <a:lnTo>
                    <a:pt x="0" y="13843"/>
                  </a:lnTo>
                  <a:lnTo>
                    <a:pt x="6350" y="13843"/>
                  </a:lnTo>
                  <a:lnTo>
                    <a:pt x="6350" y="10160"/>
                  </a:lnTo>
                  <a:close/>
                </a:path>
                <a:path w="6350" h="279400">
                  <a:moveTo>
                    <a:pt x="6350" y="7620"/>
                  </a:moveTo>
                  <a:lnTo>
                    <a:pt x="0" y="7620"/>
                  </a:lnTo>
                  <a:lnTo>
                    <a:pt x="0" y="10033"/>
                  </a:lnTo>
                  <a:lnTo>
                    <a:pt x="6350" y="10033"/>
                  </a:lnTo>
                  <a:lnTo>
                    <a:pt x="6350" y="7620"/>
                  </a:lnTo>
                  <a:close/>
                </a:path>
                <a:path w="6350" h="279400">
                  <a:moveTo>
                    <a:pt x="6350" y="3810"/>
                  </a:moveTo>
                  <a:lnTo>
                    <a:pt x="0" y="3810"/>
                  </a:lnTo>
                  <a:lnTo>
                    <a:pt x="0" y="7493"/>
                  </a:lnTo>
                  <a:lnTo>
                    <a:pt x="6350" y="7493"/>
                  </a:lnTo>
                  <a:lnTo>
                    <a:pt x="6350" y="3810"/>
                  </a:lnTo>
                  <a:close/>
                </a:path>
                <a:path w="6350" h="279400">
                  <a:moveTo>
                    <a:pt x="6350" y="1270"/>
                  </a:moveTo>
                  <a:lnTo>
                    <a:pt x="0" y="1270"/>
                  </a:lnTo>
                  <a:lnTo>
                    <a:pt x="0" y="3683"/>
                  </a:lnTo>
                  <a:lnTo>
                    <a:pt x="6350" y="3683"/>
                  </a:lnTo>
                  <a:lnTo>
                    <a:pt x="6350" y="1270"/>
                  </a:lnTo>
                  <a:close/>
                </a:path>
                <a:path w="6350" h="279400">
                  <a:moveTo>
                    <a:pt x="6350" y="0"/>
                  </a:moveTo>
                  <a:lnTo>
                    <a:pt x="0" y="0"/>
                  </a:lnTo>
                  <a:lnTo>
                    <a:pt x="0" y="1143"/>
                  </a:lnTo>
                  <a:lnTo>
                    <a:pt x="6350" y="1143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F4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08">
              <a:extLst>
                <a:ext uri="{FF2B5EF4-FFF2-40B4-BE49-F238E27FC236}">
                  <a16:creationId xmlns:a16="http://schemas.microsoft.com/office/drawing/2014/main" id="{C6075932-6DEA-3B5D-BD69-C140D3EF56A4}"/>
                </a:ext>
              </a:extLst>
            </p:cNvPr>
            <p:cNvSpPr/>
            <p:nvPr/>
          </p:nvSpPr>
          <p:spPr>
            <a:xfrm>
              <a:off x="7960215" y="2654061"/>
              <a:ext cx="7620" cy="279400"/>
            </a:xfrm>
            <a:custGeom>
              <a:avLst/>
              <a:gdLst/>
              <a:ahLst/>
              <a:cxnLst/>
              <a:rect l="l" t="t" r="r" b="b"/>
              <a:pathLst>
                <a:path w="7620" h="279400">
                  <a:moveTo>
                    <a:pt x="7620" y="102869"/>
                  </a:moveTo>
                  <a:lnTo>
                    <a:pt x="0" y="102869"/>
                  </a:lnTo>
                  <a:lnTo>
                    <a:pt x="0" y="112902"/>
                  </a:lnTo>
                  <a:lnTo>
                    <a:pt x="7620" y="112902"/>
                  </a:lnTo>
                  <a:lnTo>
                    <a:pt x="7620" y="102869"/>
                  </a:lnTo>
                  <a:close/>
                </a:path>
                <a:path w="7620" h="279400">
                  <a:moveTo>
                    <a:pt x="7620" y="96519"/>
                  </a:moveTo>
                  <a:lnTo>
                    <a:pt x="0" y="96519"/>
                  </a:lnTo>
                  <a:lnTo>
                    <a:pt x="0" y="102742"/>
                  </a:lnTo>
                  <a:lnTo>
                    <a:pt x="7620" y="102742"/>
                  </a:lnTo>
                  <a:lnTo>
                    <a:pt x="7620" y="96519"/>
                  </a:lnTo>
                  <a:close/>
                </a:path>
                <a:path w="7620" h="279400">
                  <a:moveTo>
                    <a:pt x="7620" y="92710"/>
                  </a:moveTo>
                  <a:lnTo>
                    <a:pt x="0" y="92710"/>
                  </a:lnTo>
                  <a:lnTo>
                    <a:pt x="0" y="96392"/>
                  </a:lnTo>
                  <a:lnTo>
                    <a:pt x="7620" y="96392"/>
                  </a:lnTo>
                  <a:lnTo>
                    <a:pt x="7620" y="92710"/>
                  </a:lnTo>
                  <a:close/>
                </a:path>
                <a:path w="7620" h="279400">
                  <a:moveTo>
                    <a:pt x="7620" y="90169"/>
                  </a:moveTo>
                  <a:lnTo>
                    <a:pt x="0" y="90169"/>
                  </a:lnTo>
                  <a:lnTo>
                    <a:pt x="0" y="92582"/>
                  </a:lnTo>
                  <a:lnTo>
                    <a:pt x="7620" y="92582"/>
                  </a:lnTo>
                  <a:lnTo>
                    <a:pt x="7620" y="90169"/>
                  </a:lnTo>
                  <a:close/>
                </a:path>
                <a:path w="7620" h="279400">
                  <a:moveTo>
                    <a:pt x="762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7620" y="90042"/>
                  </a:lnTo>
                  <a:lnTo>
                    <a:pt x="7620" y="86360"/>
                  </a:lnTo>
                  <a:close/>
                </a:path>
                <a:path w="7620" h="279400">
                  <a:moveTo>
                    <a:pt x="762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7620" y="86232"/>
                  </a:lnTo>
                  <a:lnTo>
                    <a:pt x="7620" y="83819"/>
                  </a:lnTo>
                  <a:close/>
                </a:path>
                <a:path w="7620" h="279400">
                  <a:moveTo>
                    <a:pt x="762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20" y="83692"/>
                  </a:lnTo>
                  <a:lnTo>
                    <a:pt x="7620" y="80010"/>
                  </a:lnTo>
                  <a:close/>
                </a:path>
                <a:path w="7620" h="279400">
                  <a:moveTo>
                    <a:pt x="762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20" y="79882"/>
                  </a:lnTo>
                  <a:lnTo>
                    <a:pt x="7620" y="77469"/>
                  </a:lnTo>
                  <a:close/>
                </a:path>
                <a:path w="7620" h="279400">
                  <a:moveTo>
                    <a:pt x="762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3660"/>
                  </a:lnTo>
                  <a:close/>
                </a:path>
                <a:path w="7620" h="279400">
                  <a:moveTo>
                    <a:pt x="762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20" y="73532"/>
                  </a:lnTo>
                  <a:lnTo>
                    <a:pt x="7620" y="71119"/>
                  </a:lnTo>
                  <a:close/>
                </a:path>
                <a:path w="7620" h="279400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279400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279400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279400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279400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279400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279400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279400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279400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279400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279400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279400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279400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279400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279400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279400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279400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279400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279400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279400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279400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279400">
                  <a:moveTo>
                    <a:pt x="7620" y="1142"/>
                  </a:moveTo>
                  <a:lnTo>
                    <a:pt x="6350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142"/>
                  </a:lnTo>
                  <a:close/>
                </a:path>
                <a:path w="7620" h="279400">
                  <a:moveTo>
                    <a:pt x="635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6350" y="1142"/>
                  </a:lnTo>
                  <a:lnTo>
                    <a:pt x="6350" y="0"/>
                  </a:lnTo>
                  <a:close/>
                </a:path>
                <a:path w="7620" h="279400">
                  <a:moveTo>
                    <a:pt x="7620" y="112903"/>
                  </a:moveTo>
                  <a:lnTo>
                    <a:pt x="0" y="112903"/>
                  </a:lnTo>
                  <a:lnTo>
                    <a:pt x="0" y="170052"/>
                  </a:lnTo>
                  <a:lnTo>
                    <a:pt x="7620" y="170052"/>
                  </a:lnTo>
                  <a:lnTo>
                    <a:pt x="7620" y="112903"/>
                  </a:lnTo>
                  <a:close/>
                </a:path>
                <a:path w="7620" h="279400">
                  <a:moveTo>
                    <a:pt x="7620" y="170053"/>
                  </a:moveTo>
                  <a:lnTo>
                    <a:pt x="0" y="170053"/>
                  </a:lnTo>
                  <a:lnTo>
                    <a:pt x="0" y="176402"/>
                  </a:lnTo>
                  <a:lnTo>
                    <a:pt x="7620" y="176402"/>
                  </a:lnTo>
                  <a:lnTo>
                    <a:pt x="7620" y="170053"/>
                  </a:lnTo>
                  <a:close/>
                </a:path>
                <a:path w="7620" h="279400">
                  <a:moveTo>
                    <a:pt x="7620" y="276860"/>
                  </a:moveTo>
                  <a:lnTo>
                    <a:pt x="0" y="276860"/>
                  </a:lnTo>
                  <a:lnTo>
                    <a:pt x="0" y="279400"/>
                  </a:lnTo>
                  <a:lnTo>
                    <a:pt x="6350" y="279400"/>
                  </a:lnTo>
                  <a:lnTo>
                    <a:pt x="6350" y="278002"/>
                  </a:lnTo>
                  <a:lnTo>
                    <a:pt x="7620" y="278002"/>
                  </a:lnTo>
                  <a:lnTo>
                    <a:pt x="7620" y="276860"/>
                  </a:lnTo>
                  <a:close/>
                </a:path>
                <a:path w="7620" h="279400">
                  <a:moveTo>
                    <a:pt x="7620" y="274320"/>
                  </a:moveTo>
                  <a:lnTo>
                    <a:pt x="0" y="274320"/>
                  </a:lnTo>
                  <a:lnTo>
                    <a:pt x="0" y="276733"/>
                  </a:lnTo>
                  <a:lnTo>
                    <a:pt x="7620" y="276733"/>
                  </a:lnTo>
                  <a:lnTo>
                    <a:pt x="7620" y="274320"/>
                  </a:lnTo>
                  <a:close/>
                </a:path>
                <a:path w="7620" h="279400">
                  <a:moveTo>
                    <a:pt x="7620" y="270510"/>
                  </a:moveTo>
                  <a:lnTo>
                    <a:pt x="0" y="270510"/>
                  </a:lnTo>
                  <a:lnTo>
                    <a:pt x="0" y="274192"/>
                  </a:lnTo>
                  <a:lnTo>
                    <a:pt x="7620" y="274192"/>
                  </a:lnTo>
                  <a:lnTo>
                    <a:pt x="7620" y="270510"/>
                  </a:lnTo>
                  <a:close/>
                </a:path>
                <a:path w="7620" h="279400">
                  <a:moveTo>
                    <a:pt x="7620" y="267970"/>
                  </a:moveTo>
                  <a:lnTo>
                    <a:pt x="0" y="267970"/>
                  </a:lnTo>
                  <a:lnTo>
                    <a:pt x="0" y="270383"/>
                  </a:lnTo>
                  <a:lnTo>
                    <a:pt x="7620" y="270383"/>
                  </a:lnTo>
                  <a:lnTo>
                    <a:pt x="7620" y="267970"/>
                  </a:lnTo>
                  <a:close/>
                </a:path>
                <a:path w="7620" h="279400">
                  <a:moveTo>
                    <a:pt x="7620" y="264160"/>
                  </a:moveTo>
                  <a:lnTo>
                    <a:pt x="0" y="264160"/>
                  </a:lnTo>
                  <a:lnTo>
                    <a:pt x="0" y="267842"/>
                  </a:lnTo>
                  <a:lnTo>
                    <a:pt x="7620" y="267842"/>
                  </a:lnTo>
                  <a:lnTo>
                    <a:pt x="7620" y="264160"/>
                  </a:lnTo>
                  <a:close/>
                </a:path>
                <a:path w="7620" h="279400">
                  <a:moveTo>
                    <a:pt x="762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79400">
                  <a:moveTo>
                    <a:pt x="7620" y="257810"/>
                  </a:moveTo>
                  <a:lnTo>
                    <a:pt x="0" y="257810"/>
                  </a:lnTo>
                  <a:lnTo>
                    <a:pt x="0" y="261492"/>
                  </a:lnTo>
                  <a:lnTo>
                    <a:pt x="7620" y="261492"/>
                  </a:lnTo>
                  <a:lnTo>
                    <a:pt x="7620" y="257810"/>
                  </a:lnTo>
                  <a:close/>
                </a:path>
                <a:path w="7620" h="279400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79400">
                  <a:moveTo>
                    <a:pt x="7620" y="251460"/>
                  </a:moveTo>
                  <a:lnTo>
                    <a:pt x="0" y="251460"/>
                  </a:lnTo>
                  <a:lnTo>
                    <a:pt x="0" y="255142"/>
                  </a:lnTo>
                  <a:lnTo>
                    <a:pt x="7620" y="255142"/>
                  </a:lnTo>
                  <a:lnTo>
                    <a:pt x="7620" y="251460"/>
                  </a:lnTo>
                  <a:close/>
                </a:path>
                <a:path w="7620" h="279400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79400">
                  <a:moveTo>
                    <a:pt x="7620" y="245110"/>
                  </a:moveTo>
                  <a:lnTo>
                    <a:pt x="0" y="245110"/>
                  </a:lnTo>
                  <a:lnTo>
                    <a:pt x="0" y="248792"/>
                  </a:lnTo>
                  <a:lnTo>
                    <a:pt x="7620" y="248792"/>
                  </a:lnTo>
                  <a:lnTo>
                    <a:pt x="7620" y="245110"/>
                  </a:lnTo>
                  <a:close/>
                </a:path>
                <a:path w="7620" h="279400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79400">
                  <a:moveTo>
                    <a:pt x="7620" y="238760"/>
                  </a:moveTo>
                  <a:lnTo>
                    <a:pt x="0" y="238760"/>
                  </a:lnTo>
                  <a:lnTo>
                    <a:pt x="0" y="242442"/>
                  </a:lnTo>
                  <a:lnTo>
                    <a:pt x="7620" y="242442"/>
                  </a:lnTo>
                  <a:lnTo>
                    <a:pt x="7620" y="238760"/>
                  </a:lnTo>
                  <a:close/>
                </a:path>
                <a:path w="7620" h="279400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79400">
                  <a:moveTo>
                    <a:pt x="7620" y="232410"/>
                  </a:moveTo>
                  <a:lnTo>
                    <a:pt x="0" y="232410"/>
                  </a:lnTo>
                  <a:lnTo>
                    <a:pt x="0" y="236092"/>
                  </a:lnTo>
                  <a:lnTo>
                    <a:pt x="7620" y="236092"/>
                  </a:lnTo>
                  <a:lnTo>
                    <a:pt x="7620" y="232410"/>
                  </a:lnTo>
                  <a:close/>
                </a:path>
                <a:path w="7620" h="279400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79400">
                  <a:moveTo>
                    <a:pt x="7620" y="226060"/>
                  </a:moveTo>
                  <a:lnTo>
                    <a:pt x="0" y="226060"/>
                  </a:lnTo>
                  <a:lnTo>
                    <a:pt x="0" y="229742"/>
                  </a:lnTo>
                  <a:lnTo>
                    <a:pt x="7620" y="229742"/>
                  </a:lnTo>
                  <a:lnTo>
                    <a:pt x="7620" y="226060"/>
                  </a:lnTo>
                  <a:close/>
                </a:path>
                <a:path w="7620" h="279400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79400">
                  <a:moveTo>
                    <a:pt x="7620" y="219710"/>
                  </a:moveTo>
                  <a:lnTo>
                    <a:pt x="0" y="219710"/>
                  </a:lnTo>
                  <a:lnTo>
                    <a:pt x="0" y="223392"/>
                  </a:lnTo>
                  <a:lnTo>
                    <a:pt x="7620" y="223392"/>
                  </a:lnTo>
                  <a:lnTo>
                    <a:pt x="7620" y="219710"/>
                  </a:lnTo>
                  <a:close/>
                </a:path>
                <a:path w="7620" h="279400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79400">
                  <a:moveTo>
                    <a:pt x="7620" y="213360"/>
                  </a:moveTo>
                  <a:lnTo>
                    <a:pt x="0" y="213360"/>
                  </a:lnTo>
                  <a:lnTo>
                    <a:pt x="0" y="217042"/>
                  </a:lnTo>
                  <a:lnTo>
                    <a:pt x="7620" y="217042"/>
                  </a:lnTo>
                  <a:lnTo>
                    <a:pt x="7620" y="213360"/>
                  </a:lnTo>
                  <a:close/>
                </a:path>
                <a:path w="7620" h="279400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79400">
                  <a:moveTo>
                    <a:pt x="7620" y="207010"/>
                  </a:moveTo>
                  <a:lnTo>
                    <a:pt x="0" y="207010"/>
                  </a:lnTo>
                  <a:lnTo>
                    <a:pt x="0" y="210692"/>
                  </a:lnTo>
                  <a:lnTo>
                    <a:pt x="7620" y="210692"/>
                  </a:lnTo>
                  <a:lnTo>
                    <a:pt x="7620" y="207010"/>
                  </a:lnTo>
                  <a:close/>
                </a:path>
                <a:path w="7620" h="279400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79400">
                  <a:moveTo>
                    <a:pt x="7620" y="200660"/>
                  </a:moveTo>
                  <a:lnTo>
                    <a:pt x="0" y="200660"/>
                  </a:lnTo>
                  <a:lnTo>
                    <a:pt x="0" y="204342"/>
                  </a:lnTo>
                  <a:lnTo>
                    <a:pt x="7620" y="204342"/>
                  </a:lnTo>
                  <a:lnTo>
                    <a:pt x="7620" y="200660"/>
                  </a:lnTo>
                  <a:close/>
                </a:path>
                <a:path w="7620" h="279400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79400">
                  <a:moveTo>
                    <a:pt x="7620" y="194310"/>
                  </a:moveTo>
                  <a:lnTo>
                    <a:pt x="0" y="194310"/>
                  </a:lnTo>
                  <a:lnTo>
                    <a:pt x="0" y="197992"/>
                  </a:lnTo>
                  <a:lnTo>
                    <a:pt x="7620" y="197992"/>
                  </a:lnTo>
                  <a:lnTo>
                    <a:pt x="7620" y="194310"/>
                  </a:lnTo>
                  <a:close/>
                </a:path>
                <a:path w="7620" h="279400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79400">
                  <a:moveTo>
                    <a:pt x="7620" y="187960"/>
                  </a:moveTo>
                  <a:lnTo>
                    <a:pt x="0" y="187960"/>
                  </a:lnTo>
                  <a:lnTo>
                    <a:pt x="0" y="191642"/>
                  </a:lnTo>
                  <a:lnTo>
                    <a:pt x="7620" y="191642"/>
                  </a:lnTo>
                  <a:lnTo>
                    <a:pt x="7620" y="187960"/>
                  </a:lnTo>
                  <a:close/>
                </a:path>
                <a:path w="7620" h="279400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79400">
                  <a:moveTo>
                    <a:pt x="7620" y="181610"/>
                  </a:moveTo>
                  <a:lnTo>
                    <a:pt x="0" y="181610"/>
                  </a:lnTo>
                  <a:lnTo>
                    <a:pt x="0" y="185292"/>
                  </a:lnTo>
                  <a:lnTo>
                    <a:pt x="7620" y="185292"/>
                  </a:lnTo>
                  <a:lnTo>
                    <a:pt x="7620" y="181610"/>
                  </a:lnTo>
                  <a:close/>
                </a:path>
                <a:path w="7620" h="279400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79400">
                  <a:moveTo>
                    <a:pt x="7620" y="176529"/>
                  </a:moveTo>
                  <a:lnTo>
                    <a:pt x="0" y="176529"/>
                  </a:lnTo>
                  <a:lnTo>
                    <a:pt x="0" y="178942"/>
                  </a:lnTo>
                  <a:lnTo>
                    <a:pt x="7620" y="178942"/>
                  </a:lnTo>
                  <a:lnTo>
                    <a:pt x="7620" y="176529"/>
                  </a:lnTo>
                  <a:close/>
                </a:path>
              </a:pathLst>
            </a:custGeom>
            <a:solidFill>
              <a:srgbClr val="304D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09">
              <a:extLst>
                <a:ext uri="{FF2B5EF4-FFF2-40B4-BE49-F238E27FC236}">
                  <a16:creationId xmlns:a16="http://schemas.microsoft.com/office/drawing/2014/main" id="{0BAA63F0-99BD-B812-B1D6-EA372FF7DB6B}"/>
                </a:ext>
              </a:extLst>
            </p:cNvPr>
            <p:cNvSpPr/>
            <p:nvPr/>
          </p:nvSpPr>
          <p:spPr>
            <a:xfrm>
              <a:off x="7967835" y="2655204"/>
              <a:ext cx="7620" cy="276860"/>
            </a:xfrm>
            <a:custGeom>
              <a:avLst/>
              <a:gdLst/>
              <a:ahLst/>
              <a:cxnLst/>
              <a:rect l="l" t="t" r="r" b="b"/>
              <a:pathLst>
                <a:path w="7620" h="276860">
                  <a:moveTo>
                    <a:pt x="7620" y="101726"/>
                  </a:moveTo>
                  <a:lnTo>
                    <a:pt x="0" y="101726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1726"/>
                  </a:lnTo>
                  <a:close/>
                </a:path>
                <a:path w="7620" h="276860">
                  <a:moveTo>
                    <a:pt x="7620" y="95376"/>
                  </a:moveTo>
                  <a:lnTo>
                    <a:pt x="0" y="95376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5376"/>
                  </a:lnTo>
                  <a:close/>
                </a:path>
                <a:path w="7620" h="276860">
                  <a:moveTo>
                    <a:pt x="7620" y="91567"/>
                  </a:moveTo>
                  <a:lnTo>
                    <a:pt x="0" y="91567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1567"/>
                  </a:lnTo>
                  <a:close/>
                </a:path>
                <a:path w="7620" h="276860">
                  <a:moveTo>
                    <a:pt x="7620" y="89026"/>
                  </a:moveTo>
                  <a:lnTo>
                    <a:pt x="0" y="89026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9026"/>
                  </a:lnTo>
                  <a:close/>
                </a:path>
                <a:path w="7620" h="276860">
                  <a:moveTo>
                    <a:pt x="762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5217"/>
                  </a:lnTo>
                  <a:close/>
                </a:path>
                <a:path w="7620" h="276860">
                  <a:moveTo>
                    <a:pt x="762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676"/>
                  </a:lnTo>
                  <a:close/>
                </a:path>
                <a:path w="7620" h="276860">
                  <a:moveTo>
                    <a:pt x="762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8867"/>
                  </a:lnTo>
                  <a:close/>
                </a:path>
                <a:path w="7620" h="276860">
                  <a:moveTo>
                    <a:pt x="762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326"/>
                  </a:lnTo>
                  <a:close/>
                </a:path>
                <a:path w="7620" h="276860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276860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276860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276860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276860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276860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276860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276860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276860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276860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276860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276860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276860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276860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276860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276860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276860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276860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276860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276860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276860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276860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276860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276860">
                  <a:moveTo>
                    <a:pt x="50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1397"/>
                  </a:lnTo>
                  <a:lnTo>
                    <a:pt x="5079" y="1397"/>
                  </a:lnTo>
                  <a:lnTo>
                    <a:pt x="5079" y="0"/>
                  </a:lnTo>
                  <a:close/>
                </a:path>
                <a:path w="7620" h="276860">
                  <a:moveTo>
                    <a:pt x="7620" y="111760"/>
                  </a:moveTo>
                  <a:lnTo>
                    <a:pt x="0" y="111760"/>
                  </a:lnTo>
                  <a:lnTo>
                    <a:pt x="0" y="168910"/>
                  </a:lnTo>
                  <a:lnTo>
                    <a:pt x="7620" y="168910"/>
                  </a:lnTo>
                  <a:lnTo>
                    <a:pt x="7620" y="111760"/>
                  </a:lnTo>
                  <a:close/>
                </a:path>
                <a:path w="7620" h="276860">
                  <a:moveTo>
                    <a:pt x="7620" y="168910"/>
                  </a:moveTo>
                  <a:lnTo>
                    <a:pt x="0" y="168910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68910"/>
                  </a:lnTo>
                  <a:close/>
                </a:path>
                <a:path w="7620" h="276860">
                  <a:moveTo>
                    <a:pt x="7620" y="275717"/>
                  </a:moveTo>
                  <a:lnTo>
                    <a:pt x="0" y="275717"/>
                  </a:lnTo>
                  <a:lnTo>
                    <a:pt x="0" y="276860"/>
                  </a:lnTo>
                  <a:lnTo>
                    <a:pt x="7620" y="276860"/>
                  </a:lnTo>
                  <a:lnTo>
                    <a:pt x="7620" y="275717"/>
                  </a:lnTo>
                  <a:close/>
                </a:path>
                <a:path w="7620" h="276860">
                  <a:moveTo>
                    <a:pt x="7620" y="273177"/>
                  </a:moveTo>
                  <a:lnTo>
                    <a:pt x="0" y="273177"/>
                  </a:lnTo>
                  <a:lnTo>
                    <a:pt x="0" y="275590"/>
                  </a:lnTo>
                  <a:lnTo>
                    <a:pt x="7620" y="275590"/>
                  </a:lnTo>
                  <a:lnTo>
                    <a:pt x="7620" y="273177"/>
                  </a:lnTo>
                  <a:close/>
                </a:path>
                <a:path w="7620" h="276860">
                  <a:moveTo>
                    <a:pt x="7620" y="269367"/>
                  </a:moveTo>
                  <a:lnTo>
                    <a:pt x="0" y="269367"/>
                  </a:lnTo>
                  <a:lnTo>
                    <a:pt x="0" y="273050"/>
                  </a:lnTo>
                  <a:lnTo>
                    <a:pt x="7620" y="273050"/>
                  </a:lnTo>
                  <a:lnTo>
                    <a:pt x="7620" y="269367"/>
                  </a:lnTo>
                  <a:close/>
                </a:path>
                <a:path w="7620" h="276860">
                  <a:moveTo>
                    <a:pt x="7620" y="266827"/>
                  </a:moveTo>
                  <a:lnTo>
                    <a:pt x="0" y="266827"/>
                  </a:lnTo>
                  <a:lnTo>
                    <a:pt x="0" y="269240"/>
                  </a:lnTo>
                  <a:lnTo>
                    <a:pt x="7620" y="269240"/>
                  </a:lnTo>
                  <a:lnTo>
                    <a:pt x="7620" y="266827"/>
                  </a:lnTo>
                  <a:close/>
                </a:path>
                <a:path w="7620" h="276860">
                  <a:moveTo>
                    <a:pt x="7620" y="263017"/>
                  </a:moveTo>
                  <a:lnTo>
                    <a:pt x="0" y="263017"/>
                  </a:lnTo>
                  <a:lnTo>
                    <a:pt x="0" y="266700"/>
                  </a:lnTo>
                  <a:lnTo>
                    <a:pt x="7620" y="266700"/>
                  </a:lnTo>
                  <a:lnTo>
                    <a:pt x="7620" y="263017"/>
                  </a:lnTo>
                  <a:close/>
                </a:path>
                <a:path w="7620" h="276860">
                  <a:moveTo>
                    <a:pt x="7620" y="260477"/>
                  </a:moveTo>
                  <a:lnTo>
                    <a:pt x="0" y="260477"/>
                  </a:lnTo>
                  <a:lnTo>
                    <a:pt x="0" y="262890"/>
                  </a:lnTo>
                  <a:lnTo>
                    <a:pt x="7620" y="262890"/>
                  </a:lnTo>
                  <a:lnTo>
                    <a:pt x="7620" y="260477"/>
                  </a:lnTo>
                  <a:close/>
                </a:path>
                <a:path w="7620" h="276860">
                  <a:moveTo>
                    <a:pt x="7620" y="256667"/>
                  </a:moveTo>
                  <a:lnTo>
                    <a:pt x="0" y="256667"/>
                  </a:lnTo>
                  <a:lnTo>
                    <a:pt x="0" y="260350"/>
                  </a:lnTo>
                  <a:lnTo>
                    <a:pt x="7620" y="260350"/>
                  </a:lnTo>
                  <a:lnTo>
                    <a:pt x="7620" y="256667"/>
                  </a:lnTo>
                  <a:close/>
                </a:path>
                <a:path w="7620" h="276860">
                  <a:moveTo>
                    <a:pt x="7620" y="254127"/>
                  </a:moveTo>
                  <a:lnTo>
                    <a:pt x="0" y="254127"/>
                  </a:lnTo>
                  <a:lnTo>
                    <a:pt x="0" y="256540"/>
                  </a:lnTo>
                  <a:lnTo>
                    <a:pt x="7620" y="256540"/>
                  </a:lnTo>
                  <a:lnTo>
                    <a:pt x="7620" y="254127"/>
                  </a:lnTo>
                  <a:close/>
                </a:path>
                <a:path w="7620" h="276860">
                  <a:moveTo>
                    <a:pt x="7620" y="250317"/>
                  </a:moveTo>
                  <a:lnTo>
                    <a:pt x="0" y="250317"/>
                  </a:lnTo>
                  <a:lnTo>
                    <a:pt x="0" y="254000"/>
                  </a:lnTo>
                  <a:lnTo>
                    <a:pt x="7620" y="254000"/>
                  </a:lnTo>
                  <a:lnTo>
                    <a:pt x="7620" y="250317"/>
                  </a:lnTo>
                  <a:close/>
                </a:path>
                <a:path w="7620" h="276860">
                  <a:moveTo>
                    <a:pt x="7620" y="247777"/>
                  </a:moveTo>
                  <a:lnTo>
                    <a:pt x="0" y="247777"/>
                  </a:lnTo>
                  <a:lnTo>
                    <a:pt x="0" y="250190"/>
                  </a:lnTo>
                  <a:lnTo>
                    <a:pt x="7620" y="250190"/>
                  </a:lnTo>
                  <a:lnTo>
                    <a:pt x="7620" y="247777"/>
                  </a:lnTo>
                  <a:close/>
                </a:path>
                <a:path w="7620" h="276860">
                  <a:moveTo>
                    <a:pt x="7620" y="243967"/>
                  </a:moveTo>
                  <a:lnTo>
                    <a:pt x="0" y="243967"/>
                  </a:lnTo>
                  <a:lnTo>
                    <a:pt x="0" y="247650"/>
                  </a:lnTo>
                  <a:lnTo>
                    <a:pt x="7620" y="247650"/>
                  </a:lnTo>
                  <a:lnTo>
                    <a:pt x="7620" y="243967"/>
                  </a:lnTo>
                  <a:close/>
                </a:path>
                <a:path w="7620" h="276860">
                  <a:moveTo>
                    <a:pt x="7620" y="241427"/>
                  </a:moveTo>
                  <a:lnTo>
                    <a:pt x="0" y="241427"/>
                  </a:lnTo>
                  <a:lnTo>
                    <a:pt x="0" y="243840"/>
                  </a:lnTo>
                  <a:lnTo>
                    <a:pt x="7620" y="243840"/>
                  </a:lnTo>
                  <a:lnTo>
                    <a:pt x="7620" y="241427"/>
                  </a:lnTo>
                  <a:close/>
                </a:path>
                <a:path w="7620" h="276860">
                  <a:moveTo>
                    <a:pt x="7620" y="237617"/>
                  </a:moveTo>
                  <a:lnTo>
                    <a:pt x="0" y="237617"/>
                  </a:lnTo>
                  <a:lnTo>
                    <a:pt x="0" y="241300"/>
                  </a:lnTo>
                  <a:lnTo>
                    <a:pt x="7620" y="241300"/>
                  </a:lnTo>
                  <a:lnTo>
                    <a:pt x="7620" y="237617"/>
                  </a:lnTo>
                  <a:close/>
                </a:path>
                <a:path w="7620" h="276860">
                  <a:moveTo>
                    <a:pt x="7620" y="235077"/>
                  </a:moveTo>
                  <a:lnTo>
                    <a:pt x="0" y="235077"/>
                  </a:lnTo>
                  <a:lnTo>
                    <a:pt x="0" y="237490"/>
                  </a:lnTo>
                  <a:lnTo>
                    <a:pt x="7620" y="237490"/>
                  </a:lnTo>
                  <a:lnTo>
                    <a:pt x="7620" y="235077"/>
                  </a:lnTo>
                  <a:close/>
                </a:path>
                <a:path w="7620" h="276860">
                  <a:moveTo>
                    <a:pt x="7620" y="231267"/>
                  </a:moveTo>
                  <a:lnTo>
                    <a:pt x="0" y="231267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31267"/>
                  </a:lnTo>
                  <a:close/>
                </a:path>
                <a:path w="7620" h="276860">
                  <a:moveTo>
                    <a:pt x="7620" y="228727"/>
                  </a:moveTo>
                  <a:lnTo>
                    <a:pt x="0" y="228727"/>
                  </a:lnTo>
                  <a:lnTo>
                    <a:pt x="0" y="231140"/>
                  </a:lnTo>
                  <a:lnTo>
                    <a:pt x="7620" y="231140"/>
                  </a:lnTo>
                  <a:lnTo>
                    <a:pt x="7620" y="228727"/>
                  </a:lnTo>
                  <a:close/>
                </a:path>
                <a:path w="7620" h="276860">
                  <a:moveTo>
                    <a:pt x="7620" y="224917"/>
                  </a:moveTo>
                  <a:lnTo>
                    <a:pt x="0" y="224917"/>
                  </a:lnTo>
                  <a:lnTo>
                    <a:pt x="0" y="228600"/>
                  </a:lnTo>
                  <a:lnTo>
                    <a:pt x="7620" y="228600"/>
                  </a:lnTo>
                  <a:lnTo>
                    <a:pt x="7620" y="224917"/>
                  </a:lnTo>
                  <a:close/>
                </a:path>
                <a:path w="7620" h="276860">
                  <a:moveTo>
                    <a:pt x="7620" y="222377"/>
                  </a:moveTo>
                  <a:lnTo>
                    <a:pt x="0" y="222377"/>
                  </a:lnTo>
                  <a:lnTo>
                    <a:pt x="0" y="224790"/>
                  </a:lnTo>
                  <a:lnTo>
                    <a:pt x="7620" y="224790"/>
                  </a:lnTo>
                  <a:lnTo>
                    <a:pt x="7620" y="222377"/>
                  </a:lnTo>
                  <a:close/>
                </a:path>
                <a:path w="7620" h="276860">
                  <a:moveTo>
                    <a:pt x="7620" y="218567"/>
                  </a:moveTo>
                  <a:lnTo>
                    <a:pt x="0" y="218567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8567"/>
                  </a:lnTo>
                  <a:close/>
                </a:path>
                <a:path w="7620" h="276860">
                  <a:moveTo>
                    <a:pt x="7620" y="216027"/>
                  </a:moveTo>
                  <a:lnTo>
                    <a:pt x="0" y="216027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6027"/>
                  </a:lnTo>
                  <a:close/>
                </a:path>
                <a:path w="7620" h="276860">
                  <a:moveTo>
                    <a:pt x="7620" y="212217"/>
                  </a:moveTo>
                  <a:lnTo>
                    <a:pt x="0" y="212217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2217"/>
                  </a:lnTo>
                  <a:close/>
                </a:path>
                <a:path w="7620" h="276860">
                  <a:moveTo>
                    <a:pt x="7620" y="209677"/>
                  </a:moveTo>
                  <a:lnTo>
                    <a:pt x="0" y="209677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09677"/>
                  </a:lnTo>
                  <a:close/>
                </a:path>
                <a:path w="7620" h="276860">
                  <a:moveTo>
                    <a:pt x="7620" y="205867"/>
                  </a:moveTo>
                  <a:lnTo>
                    <a:pt x="0" y="205867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5867"/>
                  </a:lnTo>
                  <a:close/>
                </a:path>
                <a:path w="7620" h="276860">
                  <a:moveTo>
                    <a:pt x="7620" y="203327"/>
                  </a:moveTo>
                  <a:lnTo>
                    <a:pt x="0" y="203327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3327"/>
                  </a:lnTo>
                  <a:close/>
                </a:path>
                <a:path w="7620" h="276860">
                  <a:moveTo>
                    <a:pt x="7620" y="199517"/>
                  </a:moveTo>
                  <a:lnTo>
                    <a:pt x="0" y="199517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199517"/>
                  </a:lnTo>
                  <a:close/>
                </a:path>
                <a:path w="7620" h="276860">
                  <a:moveTo>
                    <a:pt x="7620" y="196977"/>
                  </a:moveTo>
                  <a:lnTo>
                    <a:pt x="0" y="196977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6977"/>
                  </a:lnTo>
                  <a:close/>
                </a:path>
                <a:path w="7620" h="276860">
                  <a:moveTo>
                    <a:pt x="7620" y="193167"/>
                  </a:moveTo>
                  <a:lnTo>
                    <a:pt x="0" y="193167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3167"/>
                  </a:lnTo>
                  <a:close/>
                </a:path>
                <a:path w="7620" h="276860">
                  <a:moveTo>
                    <a:pt x="7620" y="190627"/>
                  </a:moveTo>
                  <a:lnTo>
                    <a:pt x="0" y="190627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0627"/>
                  </a:lnTo>
                  <a:close/>
                </a:path>
                <a:path w="7620" h="276860">
                  <a:moveTo>
                    <a:pt x="7620" y="186817"/>
                  </a:moveTo>
                  <a:lnTo>
                    <a:pt x="0" y="186817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6817"/>
                  </a:lnTo>
                  <a:close/>
                </a:path>
                <a:path w="7620" h="276860">
                  <a:moveTo>
                    <a:pt x="7620" y="184277"/>
                  </a:moveTo>
                  <a:lnTo>
                    <a:pt x="0" y="184277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4277"/>
                  </a:lnTo>
                  <a:close/>
                </a:path>
                <a:path w="7620" h="276860">
                  <a:moveTo>
                    <a:pt x="7620" y="180467"/>
                  </a:moveTo>
                  <a:lnTo>
                    <a:pt x="0" y="180467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0467"/>
                  </a:lnTo>
                  <a:close/>
                </a:path>
                <a:path w="7620" h="276860">
                  <a:moveTo>
                    <a:pt x="762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927"/>
                  </a:lnTo>
                  <a:close/>
                </a:path>
                <a:path w="7620" h="276860">
                  <a:moveTo>
                    <a:pt x="7620" y="175387"/>
                  </a:moveTo>
                  <a:lnTo>
                    <a:pt x="0" y="175387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387"/>
                  </a:lnTo>
                  <a:close/>
                </a:path>
              </a:pathLst>
            </a:custGeom>
            <a:solidFill>
              <a:srgbClr val="314F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0">
              <a:extLst>
                <a:ext uri="{FF2B5EF4-FFF2-40B4-BE49-F238E27FC236}">
                  <a16:creationId xmlns:a16="http://schemas.microsoft.com/office/drawing/2014/main" id="{F19AFA75-8F31-54D2-E6FD-F7C4D4DD17AB}"/>
                </a:ext>
              </a:extLst>
            </p:cNvPr>
            <p:cNvSpPr/>
            <p:nvPr/>
          </p:nvSpPr>
          <p:spPr>
            <a:xfrm>
              <a:off x="7978630" y="2656601"/>
              <a:ext cx="0" cy="275590"/>
            </a:xfrm>
            <a:custGeom>
              <a:avLst/>
              <a:gdLst/>
              <a:ahLst/>
              <a:cxnLst/>
              <a:rect l="l" t="t" r="r" b="b"/>
              <a:pathLst>
                <a:path h="275589">
                  <a:moveTo>
                    <a:pt x="0" y="0"/>
                  </a:moveTo>
                  <a:lnTo>
                    <a:pt x="0" y="275463"/>
                  </a:lnTo>
                </a:path>
              </a:pathLst>
            </a:custGeom>
            <a:ln w="6350">
              <a:solidFill>
                <a:srgbClr val="335072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1">
              <a:extLst>
                <a:ext uri="{FF2B5EF4-FFF2-40B4-BE49-F238E27FC236}">
                  <a16:creationId xmlns:a16="http://schemas.microsoft.com/office/drawing/2014/main" id="{80839995-6D88-E8D0-812E-E82A91922AF5}"/>
                </a:ext>
              </a:extLst>
            </p:cNvPr>
            <p:cNvSpPr/>
            <p:nvPr/>
          </p:nvSpPr>
          <p:spPr>
            <a:xfrm>
              <a:off x="7981805" y="2656601"/>
              <a:ext cx="7620" cy="274320"/>
            </a:xfrm>
            <a:custGeom>
              <a:avLst/>
              <a:gdLst/>
              <a:ahLst/>
              <a:cxnLst/>
              <a:rect l="l" t="t" r="r" b="b"/>
              <a:pathLst>
                <a:path w="7620" h="274319">
                  <a:moveTo>
                    <a:pt x="7619" y="100329"/>
                  </a:moveTo>
                  <a:lnTo>
                    <a:pt x="0" y="100329"/>
                  </a:lnTo>
                  <a:lnTo>
                    <a:pt x="0" y="110362"/>
                  </a:lnTo>
                  <a:lnTo>
                    <a:pt x="7619" y="110362"/>
                  </a:lnTo>
                  <a:lnTo>
                    <a:pt x="7619" y="100329"/>
                  </a:lnTo>
                  <a:close/>
                </a:path>
                <a:path w="7620" h="274319">
                  <a:moveTo>
                    <a:pt x="7619" y="93979"/>
                  </a:moveTo>
                  <a:lnTo>
                    <a:pt x="0" y="93979"/>
                  </a:lnTo>
                  <a:lnTo>
                    <a:pt x="0" y="100202"/>
                  </a:lnTo>
                  <a:lnTo>
                    <a:pt x="7619" y="100202"/>
                  </a:lnTo>
                  <a:lnTo>
                    <a:pt x="7619" y="93979"/>
                  </a:lnTo>
                  <a:close/>
                </a:path>
                <a:path w="7620" h="274319">
                  <a:moveTo>
                    <a:pt x="7619" y="90170"/>
                  </a:moveTo>
                  <a:lnTo>
                    <a:pt x="0" y="90170"/>
                  </a:lnTo>
                  <a:lnTo>
                    <a:pt x="0" y="93852"/>
                  </a:lnTo>
                  <a:lnTo>
                    <a:pt x="7619" y="93852"/>
                  </a:lnTo>
                  <a:lnTo>
                    <a:pt x="7619" y="90170"/>
                  </a:lnTo>
                  <a:close/>
                </a:path>
                <a:path w="7620" h="274319">
                  <a:moveTo>
                    <a:pt x="7619" y="87629"/>
                  </a:moveTo>
                  <a:lnTo>
                    <a:pt x="0" y="87629"/>
                  </a:lnTo>
                  <a:lnTo>
                    <a:pt x="0" y="90042"/>
                  </a:lnTo>
                  <a:lnTo>
                    <a:pt x="7619" y="90042"/>
                  </a:lnTo>
                  <a:lnTo>
                    <a:pt x="7619" y="87629"/>
                  </a:lnTo>
                  <a:close/>
                </a:path>
                <a:path w="7620" h="274319">
                  <a:moveTo>
                    <a:pt x="7619" y="83820"/>
                  </a:moveTo>
                  <a:lnTo>
                    <a:pt x="0" y="83820"/>
                  </a:lnTo>
                  <a:lnTo>
                    <a:pt x="0" y="87502"/>
                  </a:lnTo>
                  <a:lnTo>
                    <a:pt x="7619" y="87502"/>
                  </a:lnTo>
                  <a:lnTo>
                    <a:pt x="7619" y="83820"/>
                  </a:lnTo>
                  <a:close/>
                </a:path>
                <a:path w="7620" h="274319">
                  <a:moveTo>
                    <a:pt x="7619" y="81279"/>
                  </a:moveTo>
                  <a:lnTo>
                    <a:pt x="0" y="81279"/>
                  </a:lnTo>
                  <a:lnTo>
                    <a:pt x="0" y="83692"/>
                  </a:lnTo>
                  <a:lnTo>
                    <a:pt x="7619" y="83692"/>
                  </a:lnTo>
                  <a:lnTo>
                    <a:pt x="7619" y="81279"/>
                  </a:lnTo>
                  <a:close/>
                </a:path>
                <a:path w="7620" h="274319">
                  <a:moveTo>
                    <a:pt x="7619" y="77470"/>
                  </a:moveTo>
                  <a:lnTo>
                    <a:pt x="0" y="77470"/>
                  </a:lnTo>
                  <a:lnTo>
                    <a:pt x="0" y="81152"/>
                  </a:lnTo>
                  <a:lnTo>
                    <a:pt x="7619" y="81152"/>
                  </a:lnTo>
                  <a:lnTo>
                    <a:pt x="7619" y="77470"/>
                  </a:lnTo>
                  <a:close/>
                </a:path>
                <a:path w="7620" h="274319">
                  <a:moveTo>
                    <a:pt x="7619" y="74929"/>
                  </a:moveTo>
                  <a:lnTo>
                    <a:pt x="0" y="74929"/>
                  </a:lnTo>
                  <a:lnTo>
                    <a:pt x="0" y="77342"/>
                  </a:lnTo>
                  <a:lnTo>
                    <a:pt x="7619" y="77342"/>
                  </a:lnTo>
                  <a:lnTo>
                    <a:pt x="7619" y="74929"/>
                  </a:lnTo>
                  <a:close/>
                </a:path>
                <a:path w="7620" h="274319">
                  <a:moveTo>
                    <a:pt x="7619" y="71120"/>
                  </a:moveTo>
                  <a:lnTo>
                    <a:pt x="0" y="71120"/>
                  </a:lnTo>
                  <a:lnTo>
                    <a:pt x="0" y="74802"/>
                  </a:lnTo>
                  <a:lnTo>
                    <a:pt x="7619" y="74802"/>
                  </a:lnTo>
                  <a:lnTo>
                    <a:pt x="7619" y="71120"/>
                  </a:lnTo>
                  <a:close/>
                </a:path>
                <a:path w="7620" h="274319">
                  <a:moveTo>
                    <a:pt x="7619" y="68579"/>
                  </a:moveTo>
                  <a:lnTo>
                    <a:pt x="0" y="68579"/>
                  </a:lnTo>
                  <a:lnTo>
                    <a:pt x="0" y="70992"/>
                  </a:lnTo>
                  <a:lnTo>
                    <a:pt x="7619" y="70992"/>
                  </a:lnTo>
                  <a:lnTo>
                    <a:pt x="7619" y="68579"/>
                  </a:lnTo>
                  <a:close/>
                </a:path>
                <a:path w="7620" h="274319">
                  <a:moveTo>
                    <a:pt x="7619" y="64770"/>
                  </a:moveTo>
                  <a:lnTo>
                    <a:pt x="0" y="64770"/>
                  </a:lnTo>
                  <a:lnTo>
                    <a:pt x="0" y="68452"/>
                  </a:lnTo>
                  <a:lnTo>
                    <a:pt x="7619" y="68452"/>
                  </a:lnTo>
                  <a:lnTo>
                    <a:pt x="7619" y="64770"/>
                  </a:lnTo>
                  <a:close/>
                </a:path>
                <a:path w="7620" h="274319">
                  <a:moveTo>
                    <a:pt x="7619" y="62229"/>
                  </a:moveTo>
                  <a:lnTo>
                    <a:pt x="0" y="62229"/>
                  </a:lnTo>
                  <a:lnTo>
                    <a:pt x="0" y="64642"/>
                  </a:lnTo>
                  <a:lnTo>
                    <a:pt x="7619" y="64642"/>
                  </a:lnTo>
                  <a:lnTo>
                    <a:pt x="7619" y="62229"/>
                  </a:lnTo>
                  <a:close/>
                </a:path>
                <a:path w="7620" h="274319">
                  <a:moveTo>
                    <a:pt x="7619" y="58420"/>
                  </a:moveTo>
                  <a:lnTo>
                    <a:pt x="0" y="58420"/>
                  </a:lnTo>
                  <a:lnTo>
                    <a:pt x="0" y="62102"/>
                  </a:lnTo>
                  <a:lnTo>
                    <a:pt x="7619" y="62102"/>
                  </a:lnTo>
                  <a:lnTo>
                    <a:pt x="7619" y="58420"/>
                  </a:lnTo>
                  <a:close/>
                </a:path>
                <a:path w="7620" h="274319">
                  <a:moveTo>
                    <a:pt x="7619" y="55879"/>
                  </a:moveTo>
                  <a:lnTo>
                    <a:pt x="0" y="55879"/>
                  </a:lnTo>
                  <a:lnTo>
                    <a:pt x="0" y="58292"/>
                  </a:lnTo>
                  <a:lnTo>
                    <a:pt x="7619" y="58292"/>
                  </a:lnTo>
                  <a:lnTo>
                    <a:pt x="7619" y="55879"/>
                  </a:lnTo>
                  <a:close/>
                </a:path>
                <a:path w="7620" h="274319">
                  <a:moveTo>
                    <a:pt x="7619" y="52070"/>
                  </a:moveTo>
                  <a:lnTo>
                    <a:pt x="0" y="52070"/>
                  </a:lnTo>
                  <a:lnTo>
                    <a:pt x="0" y="55752"/>
                  </a:lnTo>
                  <a:lnTo>
                    <a:pt x="7619" y="55752"/>
                  </a:lnTo>
                  <a:lnTo>
                    <a:pt x="7619" y="52070"/>
                  </a:lnTo>
                  <a:close/>
                </a:path>
                <a:path w="7620" h="274319">
                  <a:moveTo>
                    <a:pt x="7619" y="49529"/>
                  </a:moveTo>
                  <a:lnTo>
                    <a:pt x="0" y="49529"/>
                  </a:lnTo>
                  <a:lnTo>
                    <a:pt x="0" y="51942"/>
                  </a:lnTo>
                  <a:lnTo>
                    <a:pt x="7619" y="51942"/>
                  </a:lnTo>
                  <a:lnTo>
                    <a:pt x="7619" y="49529"/>
                  </a:lnTo>
                  <a:close/>
                </a:path>
                <a:path w="7620" h="274319">
                  <a:moveTo>
                    <a:pt x="7619" y="45720"/>
                  </a:moveTo>
                  <a:lnTo>
                    <a:pt x="0" y="45720"/>
                  </a:lnTo>
                  <a:lnTo>
                    <a:pt x="0" y="49402"/>
                  </a:lnTo>
                  <a:lnTo>
                    <a:pt x="7619" y="49402"/>
                  </a:lnTo>
                  <a:lnTo>
                    <a:pt x="7619" y="45720"/>
                  </a:lnTo>
                  <a:close/>
                </a:path>
                <a:path w="7620" h="274319">
                  <a:moveTo>
                    <a:pt x="7619" y="43179"/>
                  </a:moveTo>
                  <a:lnTo>
                    <a:pt x="0" y="43179"/>
                  </a:lnTo>
                  <a:lnTo>
                    <a:pt x="0" y="45592"/>
                  </a:lnTo>
                  <a:lnTo>
                    <a:pt x="7619" y="45592"/>
                  </a:lnTo>
                  <a:lnTo>
                    <a:pt x="7619" y="43179"/>
                  </a:lnTo>
                  <a:close/>
                </a:path>
                <a:path w="7620" h="274319">
                  <a:moveTo>
                    <a:pt x="7619" y="39370"/>
                  </a:moveTo>
                  <a:lnTo>
                    <a:pt x="0" y="39370"/>
                  </a:lnTo>
                  <a:lnTo>
                    <a:pt x="0" y="43052"/>
                  </a:lnTo>
                  <a:lnTo>
                    <a:pt x="7619" y="43052"/>
                  </a:lnTo>
                  <a:lnTo>
                    <a:pt x="7619" y="39370"/>
                  </a:lnTo>
                  <a:close/>
                </a:path>
                <a:path w="7620" h="274319">
                  <a:moveTo>
                    <a:pt x="7619" y="36829"/>
                  </a:moveTo>
                  <a:lnTo>
                    <a:pt x="0" y="36829"/>
                  </a:lnTo>
                  <a:lnTo>
                    <a:pt x="0" y="39242"/>
                  </a:lnTo>
                  <a:lnTo>
                    <a:pt x="7619" y="39242"/>
                  </a:lnTo>
                  <a:lnTo>
                    <a:pt x="7619" y="36829"/>
                  </a:lnTo>
                  <a:close/>
                </a:path>
                <a:path w="7620" h="274319">
                  <a:moveTo>
                    <a:pt x="7619" y="33020"/>
                  </a:moveTo>
                  <a:lnTo>
                    <a:pt x="0" y="33020"/>
                  </a:lnTo>
                  <a:lnTo>
                    <a:pt x="0" y="36702"/>
                  </a:lnTo>
                  <a:lnTo>
                    <a:pt x="7619" y="36702"/>
                  </a:lnTo>
                  <a:lnTo>
                    <a:pt x="7619" y="33020"/>
                  </a:lnTo>
                  <a:close/>
                </a:path>
                <a:path w="7620" h="274319">
                  <a:moveTo>
                    <a:pt x="7619" y="30479"/>
                  </a:moveTo>
                  <a:lnTo>
                    <a:pt x="0" y="30479"/>
                  </a:lnTo>
                  <a:lnTo>
                    <a:pt x="0" y="32892"/>
                  </a:lnTo>
                  <a:lnTo>
                    <a:pt x="7619" y="32892"/>
                  </a:lnTo>
                  <a:lnTo>
                    <a:pt x="7619" y="30479"/>
                  </a:lnTo>
                  <a:close/>
                </a:path>
                <a:path w="7620" h="274319">
                  <a:moveTo>
                    <a:pt x="7619" y="26670"/>
                  </a:moveTo>
                  <a:lnTo>
                    <a:pt x="0" y="26670"/>
                  </a:lnTo>
                  <a:lnTo>
                    <a:pt x="0" y="30352"/>
                  </a:lnTo>
                  <a:lnTo>
                    <a:pt x="7619" y="30352"/>
                  </a:lnTo>
                  <a:lnTo>
                    <a:pt x="7619" y="26670"/>
                  </a:lnTo>
                  <a:close/>
                </a:path>
                <a:path w="7620" h="274319">
                  <a:moveTo>
                    <a:pt x="7619" y="24129"/>
                  </a:moveTo>
                  <a:lnTo>
                    <a:pt x="0" y="24129"/>
                  </a:lnTo>
                  <a:lnTo>
                    <a:pt x="0" y="26542"/>
                  </a:lnTo>
                  <a:lnTo>
                    <a:pt x="7619" y="26542"/>
                  </a:lnTo>
                  <a:lnTo>
                    <a:pt x="7619" y="24129"/>
                  </a:lnTo>
                  <a:close/>
                </a:path>
                <a:path w="7620" h="274319">
                  <a:moveTo>
                    <a:pt x="7619" y="20320"/>
                  </a:moveTo>
                  <a:lnTo>
                    <a:pt x="0" y="20320"/>
                  </a:lnTo>
                  <a:lnTo>
                    <a:pt x="0" y="24002"/>
                  </a:lnTo>
                  <a:lnTo>
                    <a:pt x="7619" y="24002"/>
                  </a:lnTo>
                  <a:lnTo>
                    <a:pt x="7619" y="20320"/>
                  </a:lnTo>
                  <a:close/>
                </a:path>
                <a:path w="7620" h="274319">
                  <a:moveTo>
                    <a:pt x="7619" y="17779"/>
                  </a:moveTo>
                  <a:lnTo>
                    <a:pt x="0" y="17779"/>
                  </a:lnTo>
                  <a:lnTo>
                    <a:pt x="0" y="20192"/>
                  </a:lnTo>
                  <a:lnTo>
                    <a:pt x="7619" y="20192"/>
                  </a:lnTo>
                  <a:lnTo>
                    <a:pt x="7619" y="17779"/>
                  </a:lnTo>
                  <a:close/>
                </a:path>
                <a:path w="7620" h="274319">
                  <a:moveTo>
                    <a:pt x="7619" y="13970"/>
                  </a:moveTo>
                  <a:lnTo>
                    <a:pt x="0" y="13970"/>
                  </a:lnTo>
                  <a:lnTo>
                    <a:pt x="0" y="17652"/>
                  </a:lnTo>
                  <a:lnTo>
                    <a:pt x="7619" y="17652"/>
                  </a:lnTo>
                  <a:lnTo>
                    <a:pt x="7619" y="13970"/>
                  </a:lnTo>
                  <a:close/>
                </a:path>
                <a:path w="7620" h="274319">
                  <a:moveTo>
                    <a:pt x="7619" y="11429"/>
                  </a:moveTo>
                  <a:lnTo>
                    <a:pt x="0" y="11429"/>
                  </a:lnTo>
                  <a:lnTo>
                    <a:pt x="0" y="13842"/>
                  </a:lnTo>
                  <a:lnTo>
                    <a:pt x="7619" y="13842"/>
                  </a:lnTo>
                  <a:lnTo>
                    <a:pt x="7619" y="11429"/>
                  </a:lnTo>
                  <a:close/>
                </a:path>
                <a:path w="7620" h="274319">
                  <a:moveTo>
                    <a:pt x="7619" y="7620"/>
                  </a:moveTo>
                  <a:lnTo>
                    <a:pt x="0" y="7620"/>
                  </a:lnTo>
                  <a:lnTo>
                    <a:pt x="0" y="11302"/>
                  </a:lnTo>
                  <a:lnTo>
                    <a:pt x="7619" y="11302"/>
                  </a:lnTo>
                  <a:lnTo>
                    <a:pt x="7619" y="7620"/>
                  </a:lnTo>
                  <a:close/>
                </a:path>
                <a:path w="7620" h="274319">
                  <a:moveTo>
                    <a:pt x="7619" y="5079"/>
                  </a:moveTo>
                  <a:lnTo>
                    <a:pt x="0" y="5079"/>
                  </a:lnTo>
                  <a:lnTo>
                    <a:pt x="0" y="7492"/>
                  </a:lnTo>
                  <a:lnTo>
                    <a:pt x="7619" y="7492"/>
                  </a:lnTo>
                  <a:lnTo>
                    <a:pt x="7619" y="5079"/>
                  </a:lnTo>
                  <a:close/>
                </a:path>
                <a:path w="7620" h="274319">
                  <a:moveTo>
                    <a:pt x="7619" y="1142"/>
                  </a:moveTo>
                  <a:lnTo>
                    <a:pt x="3809" y="1142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4952"/>
                  </a:lnTo>
                  <a:lnTo>
                    <a:pt x="7619" y="4952"/>
                  </a:lnTo>
                  <a:lnTo>
                    <a:pt x="7619" y="1142"/>
                  </a:lnTo>
                  <a:close/>
                </a:path>
                <a:path w="7620" h="274319">
                  <a:moveTo>
                    <a:pt x="3809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3809" y="1142"/>
                  </a:lnTo>
                  <a:lnTo>
                    <a:pt x="3809" y="0"/>
                  </a:lnTo>
                  <a:close/>
                </a:path>
                <a:path w="7620" h="274319">
                  <a:moveTo>
                    <a:pt x="7619" y="110363"/>
                  </a:moveTo>
                  <a:lnTo>
                    <a:pt x="0" y="110363"/>
                  </a:lnTo>
                  <a:lnTo>
                    <a:pt x="0" y="167512"/>
                  </a:lnTo>
                  <a:lnTo>
                    <a:pt x="7619" y="167512"/>
                  </a:lnTo>
                  <a:lnTo>
                    <a:pt x="7619" y="110363"/>
                  </a:lnTo>
                  <a:close/>
                </a:path>
                <a:path w="7620" h="274319">
                  <a:moveTo>
                    <a:pt x="7619" y="167513"/>
                  </a:moveTo>
                  <a:lnTo>
                    <a:pt x="0" y="167513"/>
                  </a:lnTo>
                  <a:lnTo>
                    <a:pt x="0" y="173862"/>
                  </a:lnTo>
                  <a:lnTo>
                    <a:pt x="7619" y="173862"/>
                  </a:lnTo>
                  <a:lnTo>
                    <a:pt x="7619" y="167513"/>
                  </a:lnTo>
                  <a:close/>
                </a:path>
                <a:path w="7620" h="274319">
                  <a:moveTo>
                    <a:pt x="7619" y="271780"/>
                  </a:moveTo>
                  <a:lnTo>
                    <a:pt x="0" y="271780"/>
                  </a:lnTo>
                  <a:lnTo>
                    <a:pt x="0" y="274320"/>
                  </a:lnTo>
                  <a:lnTo>
                    <a:pt x="7619" y="274320"/>
                  </a:lnTo>
                  <a:lnTo>
                    <a:pt x="7619" y="271780"/>
                  </a:lnTo>
                  <a:close/>
                </a:path>
                <a:path w="7620" h="274319">
                  <a:moveTo>
                    <a:pt x="7619" y="267970"/>
                  </a:moveTo>
                  <a:lnTo>
                    <a:pt x="0" y="267970"/>
                  </a:lnTo>
                  <a:lnTo>
                    <a:pt x="0" y="271652"/>
                  </a:lnTo>
                  <a:lnTo>
                    <a:pt x="7619" y="271652"/>
                  </a:lnTo>
                  <a:lnTo>
                    <a:pt x="7619" y="267970"/>
                  </a:lnTo>
                  <a:close/>
                </a:path>
                <a:path w="7620" h="274319">
                  <a:moveTo>
                    <a:pt x="7619" y="265430"/>
                  </a:moveTo>
                  <a:lnTo>
                    <a:pt x="0" y="265430"/>
                  </a:lnTo>
                  <a:lnTo>
                    <a:pt x="0" y="267843"/>
                  </a:lnTo>
                  <a:lnTo>
                    <a:pt x="7619" y="267843"/>
                  </a:lnTo>
                  <a:lnTo>
                    <a:pt x="7619" y="265430"/>
                  </a:lnTo>
                  <a:close/>
                </a:path>
                <a:path w="7620" h="274319">
                  <a:moveTo>
                    <a:pt x="7619" y="261620"/>
                  </a:moveTo>
                  <a:lnTo>
                    <a:pt x="0" y="261620"/>
                  </a:lnTo>
                  <a:lnTo>
                    <a:pt x="0" y="265302"/>
                  </a:lnTo>
                  <a:lnTo>
                    <a:pt x="7619" y="265302"/>
                  </a:lnTo>
                  <a:lnTo>
                    <a:pt x="7619" y="261620"/>
                  </a:lnTo>
                  <a:close/>
                </a:path>
                <a:path w="7620" h="274319">
                  <a:moveTo>
                    <a:pt x="7619" y="259080"/>
                  </a:moveTo>
                  <a:lnTo>
                    <a:pt x="0" y="259080"/>
                  </a:lnTo>
                  <a:lnTo>
                    <a:pt x="0" y="261493"/>
                  </a:lnTo>
                  <a:lnTo>
                    <a:pt x="7619" y="261493"/>
                  </a:lnTo>
                  <a:lnTo>
                    <a:pt x="7619" y="259080"/>
                  </a:lnTo>
                  <a:close/>
                </a:path>
                <a:path w="7620" h="274319">
                  <a:moveTo>
                    <a:pt x="7619" y="255270"/>
                  </a:moveTo>
                  <a:lnTo>
                    <a:pt x="0" y="255270"/>
                  </a:lnTo>
                  <a:lnTo>
                    <a:pt x="0" y="258952"/>
                  </a:lnTo>
                  <a:lnTo>
                    <a:pt x="7619" y="258952"/>
                  </a:lnTo>
                  <a:lnTo>
                    <a:pt x="7619" y="255270"/>
                  </a:lnTo>
                  <a:close/>
                </a:path>
                <a:path w="7620" h="274319">
                  <a:moveTo>
                    <a:pt x="7619" y="252730"/>
                  </a:moveTo>
                  <a:lnTo>
                    <a:pt x="0" y="252730"/>
                  </a:lnTo>
                  <a:lnTo>
                    <a:pt x="0" y="255143"/>
                  </a:lnTo>
                  <a:lnTo>
                    <a:pt x="7619" y="255143"/>
                  </a:lnTo>
                  <a:lnTo>
                    <a:pt x="7619" y="252730"/>
                  </a:lnTo>
                  <a:close/>
                </a:path>
                <a:path w="7620" h="274319">
                  <a:moveTo>
                    <a:pt x="7619" y="248920"/>
                  </a:moveTo>
                  <a:lnTo>
                    <a:pt x="0" y="248920"/>
                  </a:lnTo>
                  <a:lnTo>
                    <a:pt x="0" y="252602"/>
                  </a:lnTo>
                  <a:lnTo>
                    <a:pt x="7619" y="252602"/>
                  </a:lnTo>
                  <a:lnTo>
                    <a:pt x="7619" y="248920"/>
                  </a:lnTo>
                  <a:close/>
                </a:path>
                <a:path w="7620" h="274319">
                  <a:moveTo>
                    <a:pt x="7619" y="246380"/>
                  </a:moveTo>
                  <a:lnTo>
                    <a:pt x="0" y="246380"/>
                  </a:lnTo>
                  <a:lnTo>
                    <a:pt x="0" y="248793"/>
                  </a:lnTo>
                  <a:lnTo>
                    <a:pt x="7619" y="248793"/>
                  </a:lnTo>
                  <a:lnTo>
                    <a:pt x="7619" y="246380"/>
                  </a:lnTo>
                  <a:close/>
                </a:path>
                <a:path w="7620" h="274319">
                  <a:moveTo>
                    <a:pt x="7619" y="242570"/>
                  </a:moveTo>
                  <a:lnTo>
                    <a:pt x="0" y="242570"/>
                  </a:lnTo>
                  <a:lnTo>
                    <a:pt x="0" y="246252"/>
                  </a:lnTo>
                  <a:lnTo>
                    <a:pt x="7619" y="246252"/>
                  </a:lnTo>
                  <a:lnTo>
                    <a:pt x="7619" y="242570"/>
                  </a:lnTo>
                  <a:close/>
                </a:path>
                <a:path w="7620" h="274319">
                  <a:moveTo>
                    <a:pt x="7619" y="240030"/>
                  </a:moveTo>
                  <a:lnTo>
                    <a:pt x="0" y="240030"/>
                  </a:lnTo>
                  <a:lnTo>
                    <a:pt x="0" y="242443"/>
                  </a:lnTo>
                  <a:lnTo>
                    <a:pt x="7619" y="242443"/>
                  </a:lnTo>
                  <a:lnTo>
                    <a:pt x="7619" y="240030"/>
                  </a:lnTo>
                  <a:close/>
                </a:path>
                <a:path w="7620" h="274319">
                  <a:moveTo>
                    <a:pt x="7619" y="236220"/>
                  </a:moveTo>
                  <a:lnTo>
                    <a:pt x="0" y="236220"/>
                  </a:lnTo>
                  <a:lnTo>
                    <a:pt x="0" y="239902"/>
                  </a:lnTo>
                  <a:lnTo>
                    <a:pt x="7619" y="239902"/>
                  </a:lnTo>
                  <a:lnTo>
                    <a:pt x="7619" y="236220"/>
                  </a:lnTo>
                  <a:close/>
                </a:path>
                <a:path w="7620" h="274319">
                  <a:moveTo>
                    <a:pt x="7619" y="233680"/>
                  </a:moveTo>
                  <a:lnTo>
                    <a:pt x="0" y="233680"/>
                  </a:lnTo>
                  <a:lnTo>
                    <a:pt x="0" y="236093"/>
                  </a:lnTo>
                  <a:lnTo>
                    <a:pt x="7619" y="236093"/>
                  </a:lnTo>
                  <a:lnTo>
                    <a:pt x="7619" y="233680"/>
                  </a:lnTo>
                  <a:close/>
                </a:path>
                <a:path w="7620" h="274319">
                  <a:moveTo>
                    <a:pt x="7619" y="229870"/>
                  </a:moveTo>
                  <a:lnTo>
                    <a:pt x="0" y="229870"/>
                  </a:lnTo>
                  <a:lnTo>
                    <a:pt x="0" y="233552"/>
                  </a:lnTo>
                  <a:lnTo>
                    <a:pt x="7619" y="233552"/>
                  </a:lnTo>
                  <a:lnTo>
                    <a:pt x="7619" y="229870"/>
                  </a:lnTo>
                  <a:close/>
                </a:path>
                <a:path w="7620" h="274319">
                  <a:moveTo>
                    <a:pt x="7619" y="227330"/>
                  </a:moveTo>
                  <a:lnTo>
                    <a:pt x="0" y="227330"/>
                  </a:lnTo>
                  <a:lnTo>
                    <a:pt x="0" y="229743"/>
                  </a:lnTo>
                  <a:lnTo>
                    <a:pt x="7619" y="229743"/>
                  </a:lnTo>
                  <a:lnTo>
                    <a:pt x="7619" y="227330"/>
                  </a:lnTo>
                  <a:close/>
                </a:path>
                <a:path w="7620" h="274319">
                  <a:moveTo>
                    <a:pt x="7619" y="223520"/>
                  </a:moveTo>
                  <a:lnTo>
                    <a:pt x="0" y="223520"/>
                  </a:lnTo>
                  <a:lnTo>
                    <a:pt x="0" y="227202"/>
                  </a:lnTo>
                  <a:lnTo>
                    <a:pt x="7619" y="227202"/>
                  </a:lnTo>
                  <a:lnTo>
                    <a:pt x="7619" y="223520"/>
                  </a:lnTo>
                  <a:close/>
                </a:path>
                <a:path w="7620" h="274319">
                  <a:moveTo>
                    <a:pt x="7619" y="220980"/>
                  </a:moveTo>
                  <a:lnTo>
                    <a:pt x="0" y="220980"/>
                  </a:lnTo>
                  <a:lnTo>
                    <a:pt x="0" y="223393"/>
                  </a:lnTo>
                  <a:lnTo>
                    <a:pt x="7619" y="223393"/>
                  </a:lnTo>
                  <a:lnTo>
                    <a:pt x="7619" y="220980"/>
                  </a:lnTo>
                  <a:close/>
                </a:path>
                <a:path w="7620" h="274319">
                  <a:moveTo>
                    <a:pt x="7619" y="217170"/>
                  </a:moveTo>
                  <a:lnTo>
                    <a:pt x="0" y="217170"/>
                  </a:lnTo>
                  <a:lnTo>
                    <a:pt x="0" y="220852"/>
                  </a:lnTo>
                  <a:lnTo>
                    <a:pt x="7619" y="220852"/>
                  </a:lnTo>
                  <a:lnTo>
                    <a:pt x="7619" y="217170"/>
                  </a:lnTo>
                  <a:close/>
                </a:path>
                <a:path w="7620" h="274319">
                  <a:moveTo>
                    <a:pt x="7619" y="214630"/>
                  </a:moveTo>
                  <a:lnTo>
                    <a:pt x="0" y="214630"/>
                  </a:lnTo>
                  <a:lnTo>
                    <a:pt x="0" y="217043"/>
                  </a:lnTo>
                  <a:lnTo>
                    <a:pt x="7619" y="217043"/>
                  </a:lnTo>
                  <a:lnTo>
                    <a:pt x="7619" y="214630"/>
                  </a:lnTo>
                  <a:close/>
                </a:path>
                <a:path w="7620" h="274319">
                  <a:moveTo>
                    <a:pt x="7619" y="210820"/>
                  </a:moveTo>
                  <a:lnTo>
                    <a:pt x="0" y="210820"/>
                  </a:lnTo>
                  <a:lnTo>
                    <a:pt x="0" y="214502"/>
                  </a:lnTo>
                  <a:lnTo>
                    <a:pt x="7619" y="214502"/>
                  </a:lnTo>
                  <a:lnTo>
                    <a:pt x="7619" y="210820"/>
                  </a:lnTo>
                  <a:close/>
                </a:path>
                <a:path w="7620" h="274319">
                  <a:moveTo>
                    <a:pt x="7619" y="208280"/>
                  </a:moveTo>
                  <a:lnTo>
                    <a:pt x="0" y="208280"/>
                  </a:lnTo>
                  <a:lnTo>
                    <a:pt x="0" y="210693"/>
                  </a:lnTo>
                  <a:lnTo>
                    <a:pt x="7619" y="210693"/>
                  </a:lnTo>
                  <a:lnTo>
                    <a:pt x="7619" y="208280"/>
                  </a:lnTo>
                  <a:close/>
                </a:path>
                <a:path w="7620" h="274319">
                  <a:moveTo>
                    <a:pt x="7619" y="204470"/>
                  </a:moveTo>
                  <a:lnTo>
                    <a:pt x="0" y="204470"/>
                  </a:lnTo>
                  <a:lnTo>
                    <a:pt x="0" y="208152"/>
                  </a:lnTo>
                  <a:lnTo>
                    <a:pt x="7619" y="208152"/>
                  </a:lnTo>
                  <a:lnTo>
                    <a:pt x="7619" y="204470"/>
                  </a:lnTo>
                  <a:close/>
                </a:path>
                <a:path w="7620" h="274319">
                  <a:moveTo>
                    <a:pt x="7619" y="201930"/>
                  </a:moveTo>
                  <a:lnTo>
                    <a:pt x="0" y="201930"/>
                  </a:lnTo>
                  <a:lnTo>
                    <a:pt x="0" y="204343"/>
                  </a:lnTo>
                  <a:lnTo>
                    <a:pt x="7619" y="204343"/>
                  </a:lnTo>
                  <a:lnTo>
                    <a:pt x="7619" y="201930"/>
                  </a:lnTo>
                  <a:close/>
                </a:path>
                <a:path w="7620" h="274319">
                  <a:moveTo>
                    <a:pt x="7619" y="198120"/>
                  </a:moveTo>
                  <a:lnTo>
                    <a:pt x="0" y="198120"/>
                  </a:lnTo>
                  <a:lnTo>
                    <a:pt x="0" y="201802"/>
                  </a:lnTo>
                  <a:lnTo>
                    <a:pt x="7619" y="201802"/>
                  </a:lnTo>
                  <a:lnTo>
                    <a:pt x="7619" y="198120"/>
                  </a:lnTo>
                  <a:close/>
                </a:path>
                <a:path w="7620" h="274319">
                  <a:moveTo>
                    <a:pt x="7619" y="195580"/>
                  </a:moveTo>
                  <a:lnTo>
                    <a:pt x="0" y="195580"/>
                  </a:lnTo>
                  <a:lnTo>
                    <a:pt x="0" y="197993"/>
                  </a:lnTo>
                  <a:lnTo>
                    <a:pt x="7619" y="197993"/>
                  </a:lnTo>
                  <a:lnTo>
                    <a:pt x="7619" y="195580"/>
                  </a:lnTo>
                  <a:close/>
                </a:path>
                <a:path w="7620" h="274319">
                  <a:moveTo>
                    <a:pt x="7619" y="191770"/>
                  </a:moveTo>
                  <a:lnTo>
                    <a:pt x="0" y="191770"/>
                  </a:lnTo>
                  <a:lnTo>
                    <a:pt x="0" y="195452"/>
                  </a:lnTo>
                  <a:lnTo>
                    <a:pt x="7619" y="195452"/>
                  </a:lnTo>
                  <a:lnTo>
                    <a:pt x="7619" y="191770"/>
                  </a:lnTo>
                  <a:close/>
                </a:path>
                <a:path w="7620" h="274319">
                  <a:moveTo>
                    <a:pt x="7619" y="189230"/>
                  </a:moveTo>
                  <a:lnTo>
                    <a:pt x="0" y="189230"/>
                  </a:lnTo>
                  <a:lnTo>
                    <a:pt x="0" y="191643"/>
                  </a:lnTo>
                  <a:lnTo>
                    <a:pt x="7619" y="191643"/>
                  </a:lnTo>
                  <a:lnTo>
                    <a:pt x="7619" y="189230"/>
                  </a:lnTo>
                  <a:close/>
                </a:path>
                <a:path w="7620" h="274319">
                  <a:moveTo>
                    <a:pt x="7619" y="185420"/>
                  </a:moveTo>
                  <a:lnTo>
                    <a:pt x="0" y="185420"/>
                  </a:lnTo>
                  <a:lnTo>
                    <a:pt x="0" y="189102"/>
                  </a:lnTo>
                  <a:lnTo>
                    <a:pt x="7619" y="189102"/>
                  </a:lnTo>
                  <a:lnTo>
                    <a:pt x="7619" y="185420"/>
                  </a:lnTo>
                  <a:close/>
                </a:path>
                <a:path w="7620" h="274319">
                  <a:moveTo>
                    <a:pt x="7619" y="182880"/>
                  </a:moveTo>
                  <a:lnTo>
                    <a:pt x="0" y="182880"/>
                  </a:lnTo>
                  <a:lnTo>
                    <a:pt x="0" y="185293"/>
                  </a:lnTo>
                  <a:lnTo>
                    <a:pt x="7619" y="185293"/>
                  </a:lnTo>
                  <a:lnTo>
                    <a:pt x="7619" y="182880"/>
                  </a:lnTo>
                  <a:close/>
                </a:path>
                <a:path w="7620" h="274319">
                  <a:moveTo>
                    <a:pt x="7619" y="179070"/>
                  </a:moveTo>
                  <a:lnTo>
                    <a:pt x="0" y="179070"/>
                  </a:lnTo>
                  <a:lnTo>
                    <a:pt x="0" y="182752"/>
                  </a:lnTo>
                  <a:lnTo>
                    <a:pt x="7619" y="182752"/>
                  </a:lnTo>
                  <a:lnTo>
                    <a:pt x="7619" y="179070"/>
                  </a:lnTo>
                  <a:close/>
                </a:path>
                <a:path w="7620" h="274319">
                  <a:moveTo>
                    <a:pt x="7619" y="176530"/>
                  </a:moveTo>
                  <a:lnTo>
                    <a:pt x="0" y="176530"/>
                  </a:lnTo>
                  <a:lnTo>
                    <a:pt x="0" y="178943"/>
                  </a:lnTo>
                  <a:lnTo>
                    <a:pt x="7619" y="178943"/>
                  </a:lnTo>
                  <a:lnTo>
                    <a:pt x="7619" y="176530"/>
                  </a:lnTo>
                  <a:close/>
                </a:path>
                <a:path w="7620" h="274319">
                  <a:moveTo>
                    <a:pt x="7619" y="173989"/>
                  </a:moveTo>
                  <a:lnTo>
                    <a:pt x="0" y="173989"/>
                  </a:lnTo>
                  <a:lnTo>
                    <a:pt x="0" y="176402"/>
                  </a:lnTo>
                  <a:lnTo>
                    <a:pt x="7619" y="176402"/>
                  </a:lnTo>
                  <a:lnTo>
                    <a:pt x="7619" y="173989"/>
                  </a:lnTo>
                  <a:close/>
                </a:path>
              </a:pathLst>
            </a:custGeom>
            <a:solidFill>
              <a:srgbClr val="335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2">
              <a:extLst>
                <a:ext uri="{FF2B5EF4-FFF2-40B4-BE49-F238E27FC236}">
                  <a16:creationId xmlns:a16="http://schemas.microsoft.com/office/drawing/2014/main" id="{0E7DADFA-6D4C-771E-6D31-508B0FACB6EC}"/>
                </a:ext>
              </a:extLst>
            </p:cNvPr>
            <p:cNvSpPr/>
            <p:nvPr/>
          </p:nvSpPr>
          <p:spPr>
            <a:xfrm>
              <a:off x="7989424" y="2657744"/>
              <a:ext cx="7620" cy="273685"/>
            </a:xfrm>
            <a:custGeom>
              <a:avLst/>
              <a:gdLst/>
              <a:ahLst/>
              <a:cxnLst/>
              <a:rect l="l" t="t" r="r" b="b"/>
              <a:pathLst>
                <a:path w="7620" h="273685">
                  <a:moveTo>
                    <a:pt x="7620" y="99187"/>
                  </a:moveTo>
                  <a:lnTo>
                    <a:pt x="0" y="99187"/>
                  </a:lnTo>
                  <a:lnTo>
                    <a:pt x="0" y="109220"/>
                  </a:lnTo>
                  <a:lnTo>
                    <a:pt x="7620" y="109220"/>
                  </a:lnTo>
                  <a:lnTo>
                    <a:pt x="7620" y="99187"/>
                  </a:lnTo>
                  <a:close/>
                </a:path>
                <a:path w="7620" h="273685">
                  <a:moveTo>
                    <a:pt x="7620" y="92837"/>
                  </a:moveTo>
                  <a:lnTo>
                    <a:pt x="0" y="92837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2837"/>
                  </a:lnTo>
                  <a:close/>
                </a:path>
                <a:path w="7620" h="273685">
                  <a:moveTo>
                    <a:pt x="7620" y="89027"/>
                  </a:moveTo>
                  <a:lnTo>
                    <a:pt x="0" y="89027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89027"/>
                  </a:lnTo>
                  <a:close/>
                </a:path>
                <a:path w="7620" h="273685">
                  <a:moveTo>
                    <a:pt x="7620" y="86487"/>
                  </a:moveTo>
                  <a:lnTo>
                    <a:pt x="0" y="8648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487"/>
                  </a:lnTo>
                  <a:close/>
                </a:path>
                <a:path w="7620" h="273685">
                  <a:moveTo>
                    <a:pt x="762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2677"/>
                  </a:lnTo>
                  <a:close/>
                </a:path>
                <a:path w="7620" h="273685">
                  <a:moveTo>
                    <a:pt x="762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137"/>
                  </a:lnTo>
                  <a:close/>
                </a:path>
                <a:path w="7620" h="273685">
                  <a:moveTo>
                    <a:pt x="762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6327"/>
                  </a:lnTo>
                  <a:close/>
                </a:path>
                <a:path w="7620" h="273685">
                  <a:moveTo>
                    <a:pt x="762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787"/>
                  </a:lnTo>
                  <a:close/>
                </a:path>
                <a:path w="7620" h="273685">
                  <a:moveTo>
                    <a:pt x="762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69977"/>
                  </a:lnTo>
                  <a:close/>
                </a:path>
                <a:path w="7620" h="273685">
                  <a:moveTo>
                    <a:pt x="762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437"/>
                  </a:lnTo>
                  <a:close/>
                </a:path>
                <a:path w="7620" h="273685">
                  <a:moveTo>
                    <a:pt x="762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3627"/>
                  </a:lnTo>
                  <a:close/>
                </a:path>
                <a:path w="7620" h="273685">
                  <a:moveTo>
                    <a:pt x="762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1087"/>
                  </a:lnTo>
                  <a:close/>
                </a:path>
                <a:path w="7620" h="273685">
                  <a:moveTo>
                    <a:pt x="762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7277"/>
                  </a:lnTo>
                  <a:close/>
                </a:path>
                <a:path w="7620" h="273685">
                  <a:moveTo>
                    <a:pt x="762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737"/>
                  </a:lnTo>
                  <a:close/>
                </a:path>
                <a:path w="7620" h="273685">
                  <a:moveTo>
                    <a:pt x="762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0927"/>
                  </a:lnTo>
                  <a:close/>
                </a:path>
                <a:path w="7620" h="273685">
                  <a:moveTo>
                    <a:pt x="762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387"/>
                  </a:lnTo>
                  <a:close/>
                </a:path>
                <a:path w="7620" h="273685">
                  <a:moveTo>
                    <a:pt x="762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4577"/>
                  </a:lnTo>
                  <a:close/>
                </a:path>
                <a:path w="7620" h="273685">
                  <a:moveTo>
                    <a:pt x="762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2037"/>
                  </a:lnTo>
                  <a:close/>
                </a:path>
                <a:path w="7620" h="273685">
                  <a:moveTo>
                    <a:pt x="762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8227"/>
                  </a:lnTo>
                  <a:close/>
                </a:path>
                <a:path w="7620" h="273685">
                  <a:moveTo>
                    <a:pt x="762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687"/>
                  </a:lnTo>
                  <a:close/>
                </a:path>
                <a:path w="7620" h="273685">
                  <a:moveTo>
                    <a:pt x="762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1877"/>
                  </a:lnTo>
                  <a:close/>
                </a:path>
                <a:path w="7620" h="273685">
                  <a:moveTo>
                    <a:pt x="762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337"/>
                  </a:lnTo>
                  <a:close/>
                </a:path>
                <a:path w="7620" h="273685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273685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273685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273685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273685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273685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273685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273685">
                  <a:moveTo>
                    <a:pt x="762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close/>
                </a:path>
                <a:path w="7620" h="273685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20" h="273685">
                  <a:moveTo>
                    <a:pt x="7620" y="109220"/>
                  </a:moveTo>
                  <a:lnTo>
                    <a:pt x="0" y="109220"/>
                  </a:lnTo>
                  <a:lnTo>
                    <a:pt x="0" y="166370"/>
                  </a:lnTo>
                  <a:lnTo>
                    <a:pt x="7620" y="166370"/>
                  </a:lnTo>
                  <a:lnTo>
                    <a:pt x="7620" y="109220"/>
                  </a:lnTo>
                  <a:close/>
                </a:path>
                <a:path w="7620" h="273685">
                  <a:moveTo>
                    <a:pt x="7620" y="166370"/>
                  </a:moveTo>
                  <a:lnTo>
                    <a:pt x="0" y="166370"/>
                  </a:lnTo>
                  <a:lnTo>
                    <a:pt x="0" y="172720"/>
                  </a:lnTo>
                  <a:lnTo>
                    <a:pt x="7620" y="172720"/>
                  </a:lnTo>
                  <a:lnTo>
                    <a:pt x="7620" y="166370"/>
                  </a:lnTo>
                  <a:close/>
                </a:path>
                <a:path w="7620" h="273685">
                  <a:moveTo>
                    <a:pt x="7620" y="270637"/>
                  </a:moveTo>
                  <a:lnTo>
                    <a:pt x="0" y="270637"/>
                  </a:lnTo>
                  <a:lnTo>
                    <a:pt x="0" y="273177"/>
                  </a:lnTo>
                  <a:lnTo>
                    <a:pt x="3810" y="273177"/>
                  </a:lnTo>
                  <a:lnTo>
                    <a:pt x="3810" y="271780"/>
                  </a:lnTo>
                  <a:lnTo>
                    <a:pt x="7620" y="271780"/>
                  </a:lnTo>
                  <a:lnTo>
                    <a:pt x="7620" y="270637"/>
                  </a:lnTo>
                  <a:close/>
                </a:path>
                <a:path w="7620" h="273685">
                  <a:moveTo>
                    <a:pt x="7620" y="266827"/>
                  </a:moveTo>
                  <a:lnTo>
                    <a:pt x="0" y="266827"/>
                  </a:lnTo>
                  <a:lnTo>
                    <a:pt x="0" y="270510"/>
                  </a:lnTo>
                  <a:lnTo>
                    <a:pt x="7620" y="270510"/>
                  </a:lnTo>
                  <a:lnTo>
                    <a:pt x="7620" y="266827"/>
                  </a:lnTo>
                  <a:close/>
                </a:path>
                <a:path w="7620" h="273685">
                  <a:moveTo>
                    <a:pt x="7620" y="264287"/>
                  </a:moveTo>
                  <a:lnTo>
                    <a:pt x="0" y="264287"/>
                  </a:lnTo>
                  <a:lnTo>
                    <a:pt x="0" y="266700"/>
                  </a:lnTo>
                  <a:lnTo>
                    <a:pt x="7620" y="266700"/>
                  </a:lnTo>
                  <a:lnTo>
                    <a:pt x="7620" y="264287"/>
                  </a:lnTo>
                  <a:close/>
                </a:path>
                <a:path w="7620" h="273685">
                  <a:moveTo>
                    <a:pt x="7620" y="260477"/>
                  </a:moveTo>
                  <a:lnTo>
                    <a:pt x="0" y="260477"/>
                  </a:lnTo>
                  <a:lnTo>
                    <a:pt x="0" y="264160"/>
                  </a:lnTo>
                  <a:lnTo>
                    <a:pt x="7620" y="264160"/>
                  </a:lnTo>
                  <a:lnTo>
                    <a:pt x="7620" y="260477"/>
                  </a:lnTo>
                  <a:close/>
                </a:path>
                <a:path w="7620" h="273685">
                  <a:moveTo>
                    <a:pt x="7620" y="257937"/>
                  </a:moveTo>
                  <a:lnTo>
                    <a:pt x="0" y="257937"/>
                  </a:lnTo>
                  <a:lnTo>
                    <a:pt x="0" y="260350"/>
                  </a:lnTo>
                  <a:lnTo>
                    <a:pt x="7620" y="260350"/>
                  </a:lnTo>
                  <a:lnTo>
                    <a:pt x="7620" y="257937"/>
                  </a:lnTo>
                  <a:close/>
                </a:path>
                <a:path w="7620" h="273685">
                  <a:moveTo>
                    <a:pt x="7620" y="254127"/>
                  </a:moveTo>
                  <a:lnTo>
                    <a:pt x="0" y="254127"/>
                  </a:lnTo>
                  <a:lnTo>
                    <a:pt x="0" y="257810"/>
                  </a:lnTo>
                  <a:lnTo>
                    <a:pt x="7620" y="257810"/>
                  </a:lnTo>
                  <a:lnTo>
                    <a:pt x="7620" y="254127"/>
                  </a:lnTo>
                  <a:close/>
                </a:path>
                <a:path w="7620" h="273685">
                  <a:moveTo>
                    <a:pt x="7620" y="251587"/>
                  </a:moveTo>
                  <a:lnTo>
                    <a:pt x="0" y="251587"/>
                  </a:lnTo>
                  <a:lnTo>
                    <a:pt x="0" y="254000"/>
                  </a:lnTo>
                  <a:lnTo>
                    <a:pt x="7620" y="254000"/>
                  </a:lnTo>
                  <a:lnTo>
                    <a:pt x="7620" y="251587"/>
                  </a:lnTo>
                  <a:close/>
                </a:path>
                <a:path w="7620" h="273685">
                  <a:moveTo>
                    <a:pt x="7620" y="247777"/>
                  </a:moveTo>
                  <a:lnTo>
                    <a:pt x="0" y="247777"/>
                  </a:lnTo>
                  <a:lnTo>
                    <a:pt x="0" y="251460"/>
                  </a:lnTo>
                  <a:lnTo>
                    <a:pt x="7620" y="251460"/>
                  </a:lnTo>
                  <a:lnTo>
                    <a:pt x="7620" y="247777"/>
                  </a:lnTo>
                  <a:close/>
                </a:path>
                <a:path w="7620" h="273685">
                  <a:moveTo>
                    <a:pt x="7620" y="245237"/>
                  </a:moveTo>
                  <a:lnTo>
                    <a:pt x="0" y="245237"/>
                  </a:lnTo>
                  <a:lnTo>
                    <a:pt x="0" y="247650"/>
                  </a:lnTo>
                  <a:lnTo>
                    <a:pt x="7620" y="247650"/>
                  </a:lnTo>
                  <a:lnTo>
                    <a:pt x="7620" y="245237"/>
                  </a:lnTo>
                  <a:close/>
                </a:path>
                <a:path w="7620" h="273685">
                  <a:moveTo>
                    <a:pt x="7620" y="241427"/>
                  </a:moveTo>
                  <a:lnTo>
                    <a:pt x="0" y="241427"/>
                  </a:lnTo>
                  <a:lnTo>
                    <a:pt x="0" y="245110"/>
                  </a:lnTo>
                  <a:lnTo>
                    <a:pt x="7620" y="245110"/>
                  </a:lnTo>
                  <a:lnTo>
                    <a:pt x="7620" y="241427"/>
                  </a:lnTo>
                  <a:close/>
                </a:path>
                <a:path w="7620" h="273685">
                  <a:moveTo>
                    <a:pt x="7620" y="238887"/>
                  </a:moveTo>
                  <a:lnTo>
                    <a:pt x="0" y="238887"/>
                  </a:lnTo>
                  <a:lnTo>
                    <a:pt x="0" y="241300"/>
                  </a:lnTo>
                  <a:lnTo>
                    <a:pt x="7620" y="241300"/>
                  </a:lnTo>
                  <a:lnTo>
                    <a:pt x="7620" y="238887"/>
                  </a:lnTo>
                  <a:close/>
                </a:path>
                <a:path w="7620" h="273685">
                  <a:moveTo>
                    <a:pt x="7620" y="235077"/>
                  </a:moveTo>
                  <a:lnTo>
                    <a:pt x="0" y="235077"/>
                  </a:lnTo>
                  <a:lnTo>
                    <a:pt x="0" y="238760"/>
                  </a:lnTo>
                  <a:lnTo>
                    <a:pt x="7620" y="238760"/>
                  </a:lnTo>
                  <a:lnTo>
                    <a:pt x="7620" y="235077"/>
                  </a:lnTo>
                  <a:close/>
                </a:path>
                <a:path w="7620" h="273685">
                  <a:moveTo>
                    <a:pt x="7620" y="232537"/>
                  </a:moveTo>
                  <a:lnTo>
                    <a:pt x="0" y="232537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32537"/>
                  </a:lnTo>
                  <a:close/>
                </a:path>
                <a:path w="7620" h="273685">
                  <a:moveTo>
                    <a:pt x="7620" y="228727"/>
                  </a:moveTo>
                  <a:lnTo>
                    <a:pt x="0" y="228727"/>
                  </a:lnTo>
                  <a:lnTo>
                    <a:pt x="0" y="232410"/>
                  </a:lnTo>
                  <a:lnTo>
                    <a:pt x="7620" y="232410"/>
                  </a:lnTo>
                  <a:lnTo>
                    <a:pt x="7620" y="228727"/>
                  </a:lnTo>
                  <a:close/>
                </a:path>
                <a:path w="7620" h="273685">
                  <a:moveTo>
                    <a:pt x="7620" y="226187"/>
                  </a:moveTo>
                  <a:lnTo>
                    <a:pt x="0" y="226187"/>
                  </a:lnTo>
                  <a:lnTo>
                    <a:pt x="0" y="228600"/>
                  </a:lnTo>
                  <a:lnTo>
                    <a:pt x="7620" y="228600"/>
                  </a:lnTo>
                  <a:lnTo>
                    <a:pt x="7620" y="226187"/>
                  </a:lnTo>
                  <a:close/>
                </a:path>
                <a:path w="7620" h="273685">
                  <a:moveTo>
                    <a:pt x="7620" y="222377"/>
                  </a:moveTo>
                  <a:lnTo>
                    <a:pt x="0" y="222377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222377"/>
                  </a:lnTo>
                  <a:close/>
                </a:path>
                <a:path w="7620" h="273685">
                  <a:moveTo>
                    <a:pt x="7620" y="219837"/>
                  </a:moveTo>
                  <a:lnTo>
                    <a:pt x="0" y="219837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9837"/>
                  </a:lnTo>
                  <a:close/>
                </a:path>
                <a:path w="7620" h="273685">
                  <a:moveTo>
                    <a:pt x="7620" y="216027"/>
                  </a:moveTo>
                  <a:lnTo>
                    <a:pt x="0" y="216027"/>
                  </a:lnTo>
                  <a:lnTo>
                    <a:pt x="0" y="219710"/>
                  </a:lnTo>
                  <a:lnTo>
                    <a:pt x="7620" y="219710"/>
                  </a:lnTo>
                  <a:lnTo>
                    <a:pt x="7620" y="216027"/>
                  </a:lnTo>
                  <a:close/>
                </a:path>
                <a:path w="7620" h="273685">
                  <a:moveTo>
                    <a:pt x="7620" y="213487"/>
                  </a:moveTo>
                  <a:lnTo>
                    <a:pt x="0" y="213487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3487"/>
                  </a:lnTo>
                  <a:close/>
                </a:path>
                <a:path w="7620" h="273685">
                  <a:moveTo>
                    <a:pt x="7620" y="209677"/>
                  </a:moveTo>
                  <a:lnTo>
                    <a:pt x="0" y="209677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209677"/>
                  </a:lnTo>
                  <a:close/>
                </a:path>
                <a:path w="7620" h="273685">
                  <a:moveTo>
                    <a:pt x="7620" y="207137"/>
                  </a:moveTo>
                  <a:lnTo>
                    <a:pt x="0" y="207137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7137"/>
                  </a:lnTo>
                  <a:close/>
                </a:path>
                <a:path w="7620" h="273685">
                  <a:moveTo>
                    <a:pt x="7620" y="203327"/>
                  </a:moveTo>
                  <a:lnTo>
                    <a:pt x="0" y="203327"/>
                  </a:lnTo>
                  <a:lnTo>
                    <a:pt x="0" y="207010"/>
                  </a:lnTo>
                  <a:lnTo>
                    <a:pt x="7620" y="207010"/>
                  </a:lnTo>
                  <a:lnTo>
                    <a:pt x="7620" y="203327"/>
                  </a:lnTo>
                  <a:close/>
                </a:path>
                <a:path w="7620" h="273685">
                  <a:moveTo>
                    <a:pt x="7620" y="200787"/>
                  </a:moveTo>
                  <a:lnTo>
                    <a:pt x="0" y="200787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0787"/>
                  </a:lnTo>
                  <a:close/>
                </a:path>
                <a:path w="7620" h="273685">
                  <a:moveTo>
                    <a:pt x="7620" y="196977"/>
                  </a:moveTo>
                  <a:lnTo>
                    <a:pt x="0" y="196977"/>
                  </a:lnTo>
                  <a:lnTo>
                    <a:pt x="0" y="200660"/>
                  </a:lnTo>
                  <a:lnTo>
                    <a:pt x="7620" y="200660"/>
                  </a:lnTo>
                  <a:lnTo>
                    <a:pt x="7620" y="196977"/>
                  </a:lnTo>
                  <a:close/>
                </a:path>
                <a:path w="7620" h="273685">
                  <a:moveTo>
                    <a:pt x="7620" y="194437"/>
                  </a:moveTo>
                  <a:lnTo>
                    <a:pt x="0" y="194437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437"/>
                  </a:lnTo>
                  <a:close/>
                </a:path>
                <a:path w="7620" h="273685">
                  <a:moveTo>
                    <a:pt x="7620" y="190627"/>
                  </a:moveTo>
                  <a:lnTo>
                    <a:pt x="0" y="190627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90627"/>
                  </a:lnTo>
                  <a:close/>
                </a:path>
                <a:path w="7620" h="273685">
                  <a:moveTo>
                    <a:pt x="7620" y="188087"/>
                  </a:moveTo>
                  <a:lnTo>
                    <a:pt x="0" y="188087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8087"/>
                  </a:lnTo>
                  <a:close/>
                </a:path>
                <a:path w="7620" h="273685">
                  <a:moveTo>
                    <a:pt x="7620" y="184277"/>
                  </a:moveTo>
                  <a:lnTo>
                    <a:pt x="0" y="184277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84277"/>
                  </a:lnTo>
                  <a:close/>
                </a:path>
                <a:path w="7620" h="273685">
                  <a:moveTo>
                    <a:pt x="7620" y="181737"/>
                  </a:moveTo>
                  <a:lnTo>
                    <a:pt x="0" y="181737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737"/>
                  </a:lnTo>
                  <a:close/>
                </a:path>
                <a:path w="7620" h="273685">
                  <a:moveTo>
                    <a:pt x="7620" y="177927"/>
                  </a:moveTo>
                  <a:lnTo>
                    <a:pt x="0" y="177927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77927"/>
                  </a:lnTo>
                  <a:close/>
                </a:path>
                <a:path w="7620" h="273685">
                  <a:moveTo>
                    <a:pt x="7620" y="175387"/>
                  </a:moveTo>
                  <a:lnTo>
                    <a:pt x="0" y="175387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387"/>
                  </a:lnTo>
                  <a:close/>
                </a:path>
                <a:path w="7620" h="273685">
                  <a:moveTo>
                    <a:pt x="7620" y="172847"/>
                  </a:moveTo>
                  <a:lnTo>
                    <a:pt x="0" y="172847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72847"/>
                  </a:lnTo>
                  <a:close/>
                </a:path>
              </a:pathLst>
            </a:custGeom>
            <a:solidFill>
              <a:srgbClr val="335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3">
              <a:extLst>
                <a:ext uri="{FF2B5EF4-FFF2-40B4-BE49-F238E27FC236}">
                  <a16:creationId xmlns:a16="http://schemas.microsoft.com/office/drawing/2014/main" id="{4746FF56-B7AA-5831-E685-20DB99DA2AC1}"/>
                </a:ext>
              </a:extLst>
            </p:cNvPr>
            <p:cNvSpPr/>
            <p:nvPr/>
          </p:nvSpPr>
          <p:spPr>
            <a:xfrm>
              <a:off x="7997044" y="2657744"/>
              <a:ext cx="6350" cy="271780"/>
            </a:xfrm>
            <a:custGeom>
              <a:avLst/>
              <a:gdLst/>
              <a:ahLst/>
              <a:cxnLst/>
              <a:rect l="l" t="t" r="r" b="b"/>
              <a:pathLst>
                <a:path w="6350" h="271780">
                  <a:moveTo>
                    <a:pt x="6350" y="99187"/>
                  </a:moveTo>
                  <a:lnTo>
                    <a:pt x="0" y="99187"/>
                  </a:lnTo>
                  <a:lnTo>
                    <a:pt x="0" y="109220"/>
                  </a:lnTo>
                  <a:lnTo>
                    <a:pt x="6350" y="109220"/>
                  </a:lnTo>
                  <a:lnTo>
                    <a:pt x="6350" y="99187"/>
                  </a:lnTo>
                  <a:close/>
                </a:path>
                <a:path w="6350" h="271780">
                  <a:moveTo>
                    <a:pt x="6350" y="92837"/>
                  </a:moveTo>
                  <a:lnTo>
                    <a:pt x="0" y="92837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2837"/>
                  </a:lnTo>
                  <a:close/>
                </a:path>
                <a:path w="6350" h="271780">
                  <a:moveTo>
                    <a:pt x="6350" y="89027"/>
                  </a:moveTo>
                  <a:lnTo>
                    <a:pt x="0" y="89027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89027"/>
                  </a:lnTo>
                  <a:close/>
                </a:path>
                <a:path w="6350" h="271780">
                  <a:moveTo>
                    <a:pt x="6350" y="86487"/>
                  </a:moveTo>
                  <a:lnTo>
                    <a:pt x="0" y="86487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487"/>
                  </a:lnTo>
                  <a:close/>
                </a:path>
                <a:path w="6350" h="271780">
                  <a:moveTo>
                    <a:pt x="635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2677"/>
                  </a:lnTo>
                  <a:close/>
                </a:path>
                <a:path w="6350" h="271780">
                  <a:moveTo>
                    <a:pt x="635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137"/>
                  </a:lnTo>
                  <a:close/>
                </a:path>
                <a:path w="6350" h="271780">
                  <a:moveTo>
                    <a:pt x="635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6327"/>
                  </a:lnTo>
                  <a:close/>
                </a:path>
                <a:path w="6350" h="271780">
                  <a:moveTo>
                    <a:pt x="635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787"/>
                  </a:lnTo>
                  <a:close/>
                </a:path>
                <a:path w="6350" h="271780">
                  <a:moveTo>
                    <a:pt x="635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69977"/>
                  </a:lnTo>
                  <a:close/>
                </a:path>
                <a:path w="6350" h="271780">
                  <a:moveTo>
                    <a:pt x="635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437"/>
                  </a:lnTo>
                  <a:close/>
                </a:path>
                <a:path w="6350" h="271780">
                  <a:moveTo>
                    <a:pt x="635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3627"/>
                  </a:lnTo>
                  <a:close/>
                </a:path>
                <a:path w="6350" h="271780">
                  <a:moveTo>
                    <a:pt x="635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1087"/>
                  </a:lnTo>
                  <a:close/>
                </a:path>
                <a:path w="6350" h="271780">
                  <a:moveTo>
                    <a:pt x="635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7277"/>
                  </a:lnTo>
                  <a:close/>
                </a:path>
                <a:path w="6350" h="271780">
                  <a:moveTo>
                    <a:pt x="635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737"/>
                  </a:lnTo>
                  <a:close/>
                </a:path>
                <a:path w="6350" h="271780">
                  <a:moveTo>
                    <a:pt x="635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0927"/>
                  </a:lnTo>
                  <a:close/>
                </a:path>
                <a:path w="6350" h="271780">
                  <a:moveTo>
                    <a:pt x="635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387"/>
                  </a:lnTo>
                  <a:close/>
                </a:path>
                <a:path w="6350" h="271780">
                  <a:moveTo>
                    <a:pt x="635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4577"/>
                  </a:lnTo>
                  <a:close/>
                </a:path>
                <a:path w="6350" h="271780">
                  <a:moveTo>
                    <a:pt x="635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2037"/>
                  </a:lnTo>
                  <a:close/>
                </a:path>
                <a:path w="6350" h="271780">
                  <a:moveTo>
                    <a:pt x="635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8227"/>
                  </a:lnTo>
                  <a:close/>
                </a:path>
                <a:path w="6350" h="271780">
                  <a:moveTo>
                    <a:pt x="635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687"/>
                  </a:lnTo>
                  <a:close/>
                </a:path>
                <a:path w="6350" h="271780">
                  <a:moveTo>
                    <a:pt x="635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1877"/>
                  </a:lnTo>
                  <a:close/>
                </a:path>
                <a:path w="6350" h="271780">
                  <a:moveTo>
                    <a:pt x="635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337"/>
                  </a:lnTo>
                  <a:close/>
                </a:path>
                <a:path w="6350" h="271780">
                  <a:moveTo>
                    <a:pt x="635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5527"/>
                  </a:lnTo>
                  <a:close/>
                </a:path>
                <a:path w="6350" h="271780">
                  <a:moveTo>
                    <a:pt x="635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987"/>
                  </a:lnTo>
                  <a:close/>
                </a:path>
                <a:path w="6350" h="271780">
                  <a:moveTo>
                    <a:pt x="635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19177"/>
                  </a:lnTo>
                  <a:close/>
                </a:path>
                <a:path w="6350" h="271780">
                  <a:moveTo>
                    <a:pt x="635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637"/>
                  </a:lnTo>
                  <a:close/>
                </a:path>
                <a:path w="6350" h="271780">
                  <a:moveTo>
                    <a:pt x="635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2827"/>
                  </a:lnTo>
                  <a:close/>
                </a:path>
                <a:path w="6350" h="271780">
                  <a:moveTo>
                    <a:pt x="635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287"/>
                  </a:lnTo>
                  <a:close/>
                </a:path>
                <a:path w="6350" h="271780">
                  <a:moveTo>
                    <a:pt x="635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6477"/>
                  </a:lnTo>
                  <a:close/>
                </a:path>
                <a:path w="6350" h="271780">
                  <a:moveTo>
                    <a:pt x="635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937"/>
                  </a:lnTo>
                  <a:close/>
                </a:path>
                <a:path w="6350" h="27178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6350" h="271780">
                  <a:moveTo>
                    <a:pt x="6350" y="109220"/>
                  </a:moveTo>
                  <a:lnTo>
                    <a:pt x="0" y="109220"/>
                  </a:lnTo>
                  <a:lnTo>
                    <a:pt x="0" y="166370"/>
                  </a:lnTo>
                  <a:lnTo>
                    <a:pt x="6350" y="166370"/>
                  </a:lnTo>
                  <a:lnTo>
                    <a:pt x="6350" y="109220"/>
                  </a:lnTo>
                  <a:close/>
                </a:path>
                <a:path w="6350" h="271780">
                  <a:moveTo>
                    <a:pt x="6350" y="166370"/>
                  </a:moveTo>
                  <a:lnTo>
                    <a:pt x="0" y="166370"/>
                  </a:lnTo>
                  <a:lnTo>
                    <a:pt x="0" y="172720"/>
                  </a:lnTo>
                  <a:lnTo>
                    <a:pt x="6350" y="172720"/>
                  </a:lnTo>
                  <a:lnTo>
                    <a:pt x="6350" y="166370"/>
                  </a:lnTo>
                  <a:close/>
                </a:path>
                <a:path w="6350" h="271780">
                  <a:moveTo>
                    <a:pt x="6350" y="270637"/>
                  </a:moveTo>
                  <a:lnTo>
                    <a:pt x="0" y="270637"/>
                  </a:lnTo>
                  <a:lnTo>
                    <a:pt x="0" y="271780"/>
                  </a:lnTo>
                  <a:lnTo>
                    <a:pt x="6350" y="271780"/>
                  </a:lnTo>
                  <a:lnTo>
                    <a:pt x="6350" y="270637"/>
                  </a:lnTo>
                  <a:close/>
                </a:path>
                <a:path w="6350" h="271780">
                  <a:moveTo>
                    <a:pt x="6350" y="266827"/>
                  </a:moveTo>
                  <a:lnTo>
                    <a:pt x="0" y="266827"/>
                  </a:lnTo>
                  <a:lnTo>
                    <a:pt x="0" y="270510"/>
                  </a:lnTo>
                  <a:lnTo>
                    <a:pt x="6350" y="270510"/>
                  </a:lnTo>
                  <a:lnTo>
                    <a:pt x="6350" y="266827"/>
                  </a:lnTo>
                  <a:close/>
                </a:path>
                <a:path w="6350" h="271780">
                  <a:moveTo>
                    <a:pt x="6350" y="264287"/>
                  </a:moveTo>
                  <a:lnTo>
                    <a:pt x="0" y="264287"/>
                  </a:lnTo>
                  <a:lnTo>
                    <a:pt x="0" y="266700"/>
                  </a:lnTo>
                  <a:lnTo>
                    <a:pt x="6350" y="266700"/>
                  </a:lnTo>
                  <a:lnTo>
                    <a:pt x="6350" y="264287"/>
                  </a:lnTo>
                  <a:close/>
                </a:path>
                <a:path w="6350" h="271780">
                  <a:moveTo>
                    <a:pt x="6350" y="260477"/>
                  </a:moveTo>
                  <a:lnTo>
                    <a:pt x="0" y="260477"/>
                  </a:lnTo>
                  <a:lnTo>
                    <a:pt x="0" y="264160"/>
                  </a:lnTo>
                  <a:lnTo>
                    <a:pt x="6350" y="264160"/>
                  </a:lnTo>
                  <a:lnTo>
                    <a:pt x="6350" y="260477"/>
                  </a:lnTo>
                  <a:close/>
                </a:path>
                <a:path w="6350" h="271780">
                  <a:moveTo>
                    <a:pt x="6350" y="257937"/>
                  </a:moveTo>
                  <a:lnTo>
                    <a:pt x="0" y="257937"/>
                  </a:lnTo>
                  <a:lnTo>
                    <a:pt x="0" y="260350"/>
                  </a:lnTo>
                  <a:lnTo>
                    <a:pt x="6350" y="260350"/>
                  </a:lnTo>
                  <a:lnTo>
                    <a:pt x="6350" y="257937"/>
                  </a:lnTo>
                  <a:close/>
                </a:path>
                <a:path w="6350" h="271780">
                  <a:moveTo>
                    <a:pt x="6350" y="254127"/>
                  </a:moveTo>
                  <a:lnTo>
                    <a:pt x="0" y="254127"/>
                  </a:lnTo>
                  <a:lnTo>
                    <a:pt x="0" y="257810"/>
                  </a:lnTo>
                  <a:lnTo>
                    <a:pt x="6350" y="257810"/>
                  </a:lnTo>
                  <a:lnTo>
                    <a:pt x="6350" y="254127"/>
                  </a:lnTo>
                  <a:close/>
                </a:path>
                <a:path w="6350" h="271780">
                  <a:moveTo>
                    <a:pt x="6350" y="251587"/>
                  </a:moveTo>
                  <a:lnTo>
                    <a:pt x="0" y="251587"/>
                  </a:lnTo>
                  <a:lnTo>
                    <a:pt x="0" y="254000"/>
                  </a:lnTo>
                  <a:lnTo>
                    <a:pt x="6350" y="254000"/>
                  </a:lnTo>
                  <a:lnTo>
                    <a:pt x="6350" y="251587"/>
                  </a:lnTo>
                  <a:close/>
                </a:path>
                <a:path w="6350" h="271780">
                  <a:moveTo>
                    <a:pt x="6350" y="247777"/>
                  </a:moveTo>
                  <a:lnTo>
                    <a:pt x="0" y="247777"/>
                  </a:lnTo>
                  <a:lnTo>
                    <a:pt x="0" y="251460"/>
                  </a:lnTo>
                  <a:lnTo>
                    <a:pt x="6350" y="251460"/>
                  </a:lnTo>
                  <a:lnTo>
                    <a:pt x="6350" y="247777"/>
                  </a:lnTo>
                  <a:close/>
                </a:path>
                <a:path w="6350" h="271780">
                  <a:moveTo>
                    <a:pt x="6350" y="245237"/>
                  </a:moveTo>
                  <a:lnTo>
                    <a:pt x="0" y="245237"/>
                  </a:lnTo>
                  <a:lnTo>
                    <a:pt x="0" y="247650"/>
                  </a:lnTo>
                  <a:lnTo>
                    <a:pt x="6350" y="247650"/>
                  </a:lnTo>
                  <a:lnTo>
                    <a:pt x="6350" y="245237"/>
                  </a:lnTo>
                  <a:close/>
                </a:path>
                <a:path w="6350" h="271780">
                  <a:moveTo>
                    <a:pt x="6350" y="241427"/>
                  </a:moveTo>
                  <a:lnTo>
                    <a:pt x="0" y="241427"/>
                  </a:lnTo>
                  <a:lnTo>
                    <a:pt x="0" y="245110"/>
                  </a:lnTo>
                  <a:lnTo>
                    <a:pt x="6350" y="245110"/>
                  </a:lnTo>
                  <a:lnTo>
                    <a:pt x="6350" y="241427"/>
                  </a:lnTo>
                  <a:close/>
                </a:path>
                <a:path w="6350" h="271780">
                  <a:moveTo>
                    <a:pt x="6350" y="238887"/>
                  </a:moveTo>
                  <a:lnTo>
                    <a:pt x="0" y="238887"/>
                  </a:lnTo>
                  <a:lnTo>
                    <a:pt x="0" y="241300"/>
                  </a:lnTo>
                  <a:lnTo>
                    <a:pt x="6350" y="241300"/>
                  </a:lnTo>
                  <a:lnTo>
                    <a:pt x="6350" y="238887"/>
                  </a:lnTo>
                  <a:close/>
                </a:path>
                <a:path w="6350" h="271780">
                  <a:moveTo>
                    <a:pt x="6350" y="235077"/>
                  </a:moveTo>
                  <a:lnTo>
                    <a:pt x="0" y="235077"/>
                  </a:lnTo>
                  <a:lnTo>
                    <a:pt x="0" y="238760"/>
                  </a:lnTo>
                  <a:lnTo>
                    <a:pt x="6350" y="238760"/>
                  </a:lnTo>
                  <a:lnTo>
                    <a:pt x="6350" y="235077"/>
                  </a:lnTo>
                  <a:close/>
                </a:path>
                <a:path w="6350" h="271780">
                  <a:moveTo>
                    <a:pt x="6350" y="232537"/>
                  </a:moveTo>
                  <a:lnTo>
                    <a:pt x="0" y="232537"/>
                  </a:lnTo>
                  <a:lnTo>
                    <a:pt x="0" y="234950"/>
                  </a:lnTo>
                  <a:lnTo>
                    <a:pt x="6350" y="234950"/>
                  </a:lnTo>
                  <a:lnTo>
                    <a:pt x="6350" y="232537"/>
                  </a:lnTo>
                  <a:close/>
                </a:path>
                <a:path w="6350" h="271780">
                  <a:moveTo>
                    <a:pt x="6350" y="228727"/>
                  </a:moveTo>
                  <a:lnTo>
                    <a:pt x="0" y="228727"/>
                  </a:lnTo>
                  <a:lnTo>
                    <a:pt x="0" y="232410"/>
                  </a:lnTo>
                  <a:lnTo>
                    <a:pt x="6350" y="232410"/>
                  </a:lnTo>
                  <a:lnTo>
                    <a:pt x="6350" y="228727"/>
                  </a:lnTo>
                  <a:close/>
                </a:path>
                <a:path w="6350" h="271780">
                  <a:moveTo>
                    <a:pt x="6350" y="226187"/>
                  </a:moveTo>
                  <a:lnTo>
                    <a:pt x="0" y="226187"/>
                  </a:lnTo>
                  <a:lnTo>
                    <a:pt x="0" y="228600"/>
                  </a:lnTo>
                  <a:lnTo>
                    <a:pt x="6350" y="228600"/>
                  </a:lnTo>
                  <a:lnTo>
                    <a:pt x="6350" y="226187"/>
                  </a:lnTo>
                  <a:close/>
                </a:path>
                <a:path w="6350" h="271780">
                  <a:moveTo>
                    <a:pt x="6350" y="222377"/>
                  </a:moveTo>
                  <a:lnTo>
                    <a:pt x="0" y="222377"/>
                  </a:lnTo>
                  <a:lnTo>
                    <a:pt x="0" y="226060"/>
                  </a:lnTo>
                  <a:lnTo>
                    <a:pt x="6350" y="226060"/>
                  </a:lnTo>
                  <a:lnTo>
                    <a:pt x="6350" y="222377"/>
                  </a:lnTo>
                  <a:close/>
                </a:path>
                <a:path w="6350" h="271780">
                  <a:moveTo>
                    <a:pt x="6350" y="219837"/>
                  </a:moveTo>
                  <a:lnTo>
                    <a:pt x="0" y="219837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219837"/>
                  </a:lnTo>
                  <a:close/>
                </a:path>
                <a:path w="6350" h="271780">
                  <a:moveTo>
                    <a:pt x="6350" y="216027"/>
                  </a:moveTo>
                  <a:lnTo>
                    <a:pt x="0" y="216027"/>
                  </a:lnTo>
                  <a:lnTo>
                    <a:pt x="0" y="219710"/>
                  </a:lnTo>
                  <a:lnTo>
                    <a:pt x="6350" y="219710"/>
                  </a:lnTo>
                  <a:lnTo>
                    <a:pt x="6350" y="216027"/>
                  </a:lnTo>
                  <a:close/>
                </a:path>
                <a:path w="6350" h="271780">
                  <a:moveTo>
                    <a:pt x="6350" y="213487"/>
                  </a:moveTo>
                  <a:lnTo>
                    <a:pt x="0" y="213487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3487"/>
                  </a:lnTo>
                  <a:close/>
                </a:path>
                <a:path w="6350" h="271780">
                  <a:moveTo>
                    <a:pt x="6350" y="209677"/>
                  </a:moveTo>
                  <a:lnTo>
                    <a:pt x="0" y="209677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209677"/>
                  </a:lnTo>
                  <a:close/>
                </a:path>
                <a:path w="6350" h="271780">
                  <a:moveTo>
                    <a:pt x="6350" y="207137"/>
                  </a:moveTo>
                  <a:lnTo>
                    <a:pt x="0" y="207137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7137"/>
                  </a:lnTo>
                  <a:close/>
                </a:path>
                <a:path w="6350" h="271780">
                  <a:moveTo>
                    <a:pt x="6350" y="203327"/>
                  </a:moveTo>
                  <a:lnTo>
                    <a:pt x="0" y="203327"/>
                  </a:lnTo>
                  <a:lnTo>
                    <a:pt x="0" y="207010"/>
                  </a:lnTo>
                  <a:lnTo>
                    <a:pt x="6350" y="207010"/>
                  </a:lnTo>
                  <a:lnTo>
                    <a:pt x="6350" y="203327"/>
                  </a:lnTo>
                  <a:close/>
                </a:path>
                <a:path w="6350" h="271780">
                  <a:moveTo>
                    <a:pt x="6350" y="200787"/>
                  </a:moveTo>
                  <a:lnTo>
                    <a:pt x="0" y="200787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0787"/>
                  </a:lnTo>
                  <a:close/>
                </a:path>
                <a:path w="6350" h="271780">
                  <a:moveTo>
                    <a:pt x="6350" y="196977"/>
                  </a:moveTo>
                  <a:lnTo>
                    <a:pt x="0" y="196977"/>
                  </a:lnTo>
                  <a:lnTo>
                    <a:pt x="0" y="200660"/>
                  </a:lnTo>
                  <a:lnTo>
                    <a:pt x="6350" y="200660"/>
                  </a:lnTo>
                  <a:lnTo>
                    <a:pt x="6350" y="196977"/>
                  </a:lnTo>
                  <a:close/>
                </a:path>
                <a:path w="6350" h="271780">
                  <a:moveTo>
                    <a:pt x="6350" y="194437"/>
                  </a:moveTo>
                  <a:lnTo>
                    <a:pt x="0" y="194437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4437"/>
                  </a:lnTo>
                  <a:close/>
                </a:path>
                <a:path w="6350" h="271780">
                  <a:moveTo>
                    <a:pt x="6350" y="190627"/>
                  </a:moveTo>
                  <a:lnTo>
                    <a:pt x="0" y="190627"/>
                  </a:lnTo>
                  <a:lnTo>
                    <a:pt x="0" y="194310"/>
                  </a:lnTo>
                  <a:lnTo>
                    <a:pt x="6350" y="194310"/>
                  </a:lnTo>
                  <a:lnTo>
                    <a:pt x="6350" y="190627"/>
                  </a:lnTo>
                  <a:close/>
                </a:path>
                <a:path w="6350" h="271780">
                  <a:moveTo>
                    <a:pt x="6350" y="188087"/>
                  </a:moveTo>
                  <a:lnTo>
                    <a:pt x="0" y="188087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8087"/>
                  </a:lnTo>
                  <a:close/>
                </a:path>
                <a:path w="6350" h="271780">
                  <a:moveTo>
                    <a:pt x="6350" y="184277"/>
                  </a:moveTo>
                  <a:lnTo>
                    <a:pt x="0" y="184277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84277"/>
                  </a:lnTo>
                  <a:close/>
                </a:path>
                <a:path w="6350" h="271780">
                  <a:moveTo>
                    <a:pt x="6350" y="181737"/>
                  </a:moveTo>
                  <a:lnTo>
                    <a:pt x="0" y="181737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737"/>
                  </a:lnTo>
                  <a:close/>
                </a:path>
                <a:path w="6350" h="271780">
                  <a:moveTo>
                    <a:pt x="6350" y="177927"/>
                  </a:moveTo>
                  <a:lnTo>
                    <a:pt x="0" y="177927"/>
                  </a:lnTo>
                  <a:lnTo>
                    <a:pt x="0" y="181610"/>
                  </a:lnTo>
                  <a:lnTo>
                    <a:pt x="6350" y="181610"/>
                  </a:lnTo>
                  <a:lnTo>
                    <a:pt x="6350" y="177927"/>
                  </a:lnTo>
                  <a:close/>
                </a:path>
                <a:path w="6350" h="271780">
                  <a:moveTo>
                    <a:pt x="6350" y="175387"/>
                  </a:moveTo>
                  <a:lnTo>
                    <a:pt x="0" y="175387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387"/>
                  </a:lnTo>
                  <a:close/>
                </a:path>
                <a:path w="6350" h="271780">
                  <a:moveTo>
                    <a:pt x="6350" y="172847"/>
                  </a:moveTo>
                  <a:lnTo>
                    <a:pt x="0" y="172847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72847"/>
                  </a:lnTo>
                  <a:close/>
                </a:path>
              </a:pathLst>
            </a:custGeom>
            <a:solidFill>
              <a:srgbClr val="345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4">
              <a:extLst>
                <a:ext uri="{FF2B5EF4-FFF2-40B4-BE49-F238E27FC236}">
                  <a16:creationId xmlns:a16="http://schemas.microsoft.com/office/drawing/2014/main" id="{A21AD226-E8DC-0532-1167-211F238566BA}"/>
                </a:ext>
              </a:extLst>
            </p:cNvPr>
            <p:cNvSpPr/>
            <p:nvPr/>
          </p:nvSpPr>
          <p:spPr>
            <a:xfrm>
              <a:off x="8003394" y="2659014"/>
              <a:ext cx="7620" cy="270510"/>
            </a:xfrm>
            <a:custGeom>
              <a:avLst/>
              <a:gdLst/>
              <a:ahLst/>
              <a:cxnLst/>
              <a:rect l="l" t="t" r="r" b="b"/>
              <a:pathLst>
                <a:path w="7620" h="270510">
                  <a:moveTo>
                    <a:pt x="7620" y="97916"/>
                  </a:moveTo>
                  <a:lnTo>
                    <a:pt x="0" y="97916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97916"/>
                  </a:lnTo>
                  <a:close/>
                </a:path>
                <a:path w="7620" h="270510">
                  <a:moveTo>
                    <a:pt x="7620" y="91566"/>
                  </a:moveTo>
                  <a:lnTo>
                    <a:pt x="0" y="91566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1566"/>
                  </a:lnTo>
                  <a:close/>
                </a:path>
                <a:path w="7620" h="270510">
                  <a:moveTo>
                    <a:pt x="7620" y="87757"/>
                  </a:moveTo>
                  <a:lnTo>
                    <a:pt x="0" y="87757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7757"/>
                  </a:lnTo>
                  <a:close/>
                </a:path>
                <a:path w="7620" h="270510">
                  <a:moveTo>
                    <a:pt x="7620" y="85216"/>
                  </a:moveTo>
                  <a:lnTo>
                    <a:pt x="0" y="85216"/>
                  </a:lnTo>
                  <a:lnTo>
                    <a:pt x="0" y="87629"/>
                  </a:lnTo>
                  <a:lnTo>
                    <a:pt x="7620" y="87629"/>
                  </a:lnTo>
                  <a:lnTo>
                    <a:pt x="7620" y="85216"/>
                  </a:lnTo>
                  <a:close/>
                </a:path>
                <a:path w="7620" h="270510">
                  <a:moveTo>
                    <a:pt x="762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1407"/>
                  </a:lnTo>
                  <a:close/>
                </a:path>
                <a:path w="7620" h="270510">
                  <a:moveTo>
                    <a:pt x="762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866"/>
                  </a:lnTo>
                  <a:close/>
                </a:path>
                <a:path w="7620" h="270510">
                  <a:moveTo>
                    <a:pt x="762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5057"/>
                  </a:lnTo>
                  <a:close/>
                </a:path>
                <a:path w="7620" h="270510">
                  <a:moveTo>
                    <a:pt x="762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516"/>
                  </a:lnTo>
                  <a:close/>
                </a:path>
                <a:path w="7620" h="270510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270510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270510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270510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270510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270510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270510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270510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270510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270510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270510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270510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270510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270510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270510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270510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270510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270510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270510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270510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270510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270510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270510">
                  <a:moveTo>
                    <a:pt x="762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70510">
                  <a:moveTo>
                    <a:pt x="7620" y="107950"/>
                  </a:moveTo>
                  <a:lnTo>
                    <a:pt x="0" y="10795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07950"/>
                  </a:lnTo>
                  <a:close/>
                </a:path>
                <a:path w="7620" h="270510">
                  <a:moveTo>
                    <a:pt x="7620" y="165100"/>
                  </a:moveTo>
                  <a:lnTo>
                    <a:pt x="0" y="16510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5100"/>
                  </a:lnTo>
                  <a:close/>
                </a:path>
                <a:path w="7620" h="270510">
                  <a:moveTo>
                    <a:pt x="1270" y="269367"/>
                  </a:moveTo>
                  <a:lnTo>
                    <a:pt x="0" y="269367"/>
                  </a:lnTo>
                  <a:lnTo>
                    <a:pt x="0" y="270510"/>
                  </a:lnTo>
                  <a:lnTo>
                    <a:pt x="1270" y="270510"/>
                  </a:lnTo>
                  <a:lnTo>
                    <a:pt x="1270" y="269367"/>
                  </a:lnTo>
                  <a:close/>
                </a:path>
                <a:path w="7620" h="270510">
                  <a:moveTo>
                    <a:pt x="7620" y="265557"/>
                  </a:moveTo>
                  <a:lnTo>
                    <a:pt x="0" y="265557"/>
                  </a:lnTo>
                  <a:lnTo>
                    <a:pt x="0" y="269239"/>
                  </a:lnTo>
                  <a:lnTo>
                    <a:pt x="1270" y="269239"/>
                  </a:lnTo>
                  <a:lnTo>
                    <a:pt x="1270" y="269367"/>
                  </a:lnTo>
                  <a:lnTo>
                    <a:pt x="7620" y="269367"/>
                  </a:lnTo>
                  <a:lnTo>
                    <a:pt x="7620" y="265557"/>
                  </a:lnTo>
                  <a:close/>
                </a:path>
                <a:path w="7620" h="270510">
                  <a:moveTo>
                    <a:pt x="7620" y="263017"/>
                  </a:moveTo>
                  <a:lnTo>
                    <a:pt x="0" y="263017"/>
                  </a:lnTo>
                  <a:lnTo>
                    <a:pt x="0" y="265430"/>
                  </a:lnTo>
                  <a:lnTo>
                    <a:pt x="7620" y="265430"/>
                  </a:lnTo>
                  <a:lnTo>
                    <a:pt x="7620" y="263017"/>
                  </a:lnTo>
                  <a:close/>
                </a:path>
                <a:path w="7620" h="270510">
                  <a:moveTo>
                    <a:pt x="7620" y="259207"/>
                  </a:moveTo>
                  <a:lnTo>
                    <a:pt x="0" y="259207"/>
                  </a:lnTo>
                  <a:lnTo>
                    <a:pt x="0" y="262889"/>
                  </a:lnTo>
                  <a:lnTo>
                    <a:pt x="7620" y="262889"/>
                  </a:lnTo>
                  <a:lnTo>
                    <a:pt x="7620" y="259207"/>
                  </a:lnTo>
                  <a:close/>
                </a:path>
                <a:path w="7620" h="270510">
                  <a:moveTo>
                    <a:pt x="7620" y="256667"/>
                  </a:moveTo>
                  <a:lnTo>
                    <a:pt x="0" y="256667"/>
                  </a:lnTo>
                  <a:lnTo>
                    <a:pt x="0" y="259080"/>
                  </a:lnTo>
                  <a:lnTo>
                    <a:pt x="7620" y="259080"/>
                  </a:lnTo>
                  <a:lnTo>
                    <a:pt x="7620" y="256667"/>
                  </a:lnTo>
                  <a:close/>
                </a:path>
                <a:path w="7620" h="270510">
                  <a:moveTo>
                    <a:pt x="7620" y="252857"/>
                  </a:moveTo>
                  <a:lnTo>
                    <a:pt x="0" y="252857"/>
                  </a:lnTo>
                  <a:lnTo>
                    <a:pt x="0" y="256539"/>
                  </a:lnTo>
                  <a:lnTo>
                    <a:pt x="7620" y="256539"/>
                  </a:lnTo>
                  <a:lnTo>
                    <a:pt x="7620" y="252857"/>
                  </a:lnTo>
                  <a:close/>
                </a:path>
                <a:path w="7620" h="270510">
                  <a:moveTo>
                    <a:pt x="762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7620" y="252730"/>
                  </a:lnTo>
                  <a:lnTo>
                    <a:pt x="7620" y="250317"/>
                  </a:lnTo>
                  <a:close/>
                </a:path>
                <a:path w="7620" h="270510">
                  <a:moveTo>
                    <a:pt x="7620" y="246507"/>
                  </a:moveTo>
                  <a:lnTo>
                    <a:pt x="0" y="246507"/>
                  </a:lnTo>
                  <a:lnTo>
                    <a:pt x="0" y="250189"/>
                  </a:lnTo>
                  <a:lnTo>
                    <a:pt x="7620" y="250189"/>
                  </a:lnTo>
                  <a:lnTo>
                    <a:pt x="7620" y="246507"/>
                  </a:lnTo>
                  <a:close/>
                </a:path>
                <a:path w="7620" h="270510">
                  <a:moveTo>
                    <a:pt x="762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7620" y="246380"/>
                  </a:lnTo>
                  <a:lnTo>
                    <a:pt x="7620" y="243967"/>
                  </a:lnTo>
                  <a:close/>
                </a:path>
                <a:path w="7620" h="270510">
                  <a:moveTo>
                    <a:pt x="7620" y="240157"/>
                  </a:moveTo>
                  <a:lnTo>
                    <a:pt x="0" y="240157"/>
                  </a:lnTo>
                  <a:lnTo>
                    <a:pt x="0" y="243839"/>
                  </a:lnTo>
                  <a:lnTo>
                    <a:pt x="7620" y="243839"/>
                  </a:lnTo>
                  <a:lnTo>
                    <a:pt x="7620" y="240157"/>
                  </a:lnTo>
                  <a:close/>
                </a:path>
                <a:path w="7620" h="270510">
                  <a:moveTo>
                    <a:pt x="762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7620" y="240030"/>
                  </a:lnTo>
                  <a:lnTo>
                    <a:pt x="7620" y="237617"/>
                  </a:lnTo>
                  <a:close/>
                </a:path>
                <a:path w="7620" h="270510">
                  <a:moveTo>
                    <a:pt x="7620" y="233807"/>
                  </a:moveTo>
                  <a:lnTo>
                    <a:pt x="0" y="233807"/>
                  </a:lnTo>
                  <a:lnTo>
                    <a:pt x="0" y="237489"/>
                  </a:lnTo>
                  <a:lnTo>
                    <a:pt x="7620" y="237489"/>
                  </a:lnTo>
                  <a:lnTo>
                    <a:pt x="7620" y="233807"/>
                  </a:lnTo>
                  <a:close/>
                </a:path>
                <a:path w="7620" h="270510">
                  <a:moveTo>
                    <a:pt x="762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7620" y="233680"/>
                  </a:lnTo>
                  <a:lnTo>
                    <a:pt x="7620" y="231267"/>
                  </a:lnTo>
                  <a:close/>
                </a:path>
                <a:path w="7620" h="270510">
                  <a:moveTo>
                    <a:pt x="7620" y="227457"/>
                  </a:moveTo>
                  <a:lnTo>
                    <a:pt x="0" y="227457"/>
                  </a:lnTo>
                  <a:lnTo>
                    <a:pt x="0" y="231139"/>
                  </a:lnTo>
                  <a:lnTo>
                    <a:pt x="7620" y="231139"/>
                  </a:lnTo>
                  <a:lnTo>
                    <a:pt x="7620" y="227457"/>
                  </a:lnTo>
                  <a:close/>
                </a:path>
                <a:path w="7620" h="270510">
                  <a:moveTo>
                    <a:pt x="762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7620" y="227330"/>
                  </a:lnTo>
                  <a:lnTo>
                    <a:pt x="7620" y="224917"/>
                  </a:lnTo>
                  <a:close/>
                </a:path>
                <a:path w="7620" h="270510">
                  <a:moveTo>
                    <a:pt x="7620" y="221107"/>
                  </a:moveTo>
                  <a:lnTo>
                    <a:pt x="0" y="221107"/>
                  </a:lnTo>
                  <a:lnTo>
                    <a:pt x="0" y="224789"/>
                  </a:lnTo>
                  <a:lnTo>
                    <a:pt x="7620" y="224789"/>
                  </a:lnTo>
                  <a:lnTo>
                    <a:pt x="7620" y="221107"/>
                  </a:lnTo>
                  <a:close/>
                </a:path>
                <a:path w="7620" h="270510">
                  <a:moveTo>
                    <a:pt x="762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7620" y="220980"/>
                  </a:lnTo>
                  <a:lnTo>
                    <a:pt x="7620" y="218567"/>
                  </a:lnTo>
                  <a:close/>
                </a:path>
                <a:path w="7620" h="270510">
                  <a:moveTo>
                    <a:pt x="7620" y="214757"/>
                  </a:moveTo>
                  <a:lnTo>
                    <a:pt x="0" y="214757"/>
                  </a:lnTo>
                  <a:lnTo>
                    <a:pt x="0" y="218439"/>
                  </a:lnTo>
                  <a:lnTo>
                    <a:pt x="7620" y="218439"/>
                  </a:lnTo>
                  <a:lnTo>
                    <a:pt x="7620" y="214757"/>
                  </a:lnTo>
                  <a:close/>
                </a:path>
                <a:path w="7620" h="270510">
                  <a:moveTo>
                    <a:pt x="762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7620" y="214630"/>
                  </a:lnTo>
                  <a:lnTo>
                    <a:pt x="7620" y="212217"/>
                  </a:lnTo>
                  <a:close/>
                </a:path>
                <a:path w="7620" h="270510">
                  <a:moveTo>
                    <a:pt x="7620" y="208407"/>
                  </a:moveTo>
                  <a:lnTo>
                    <a:pt x="0" y="208407"/>
                  </a:lnTo>
                  <a:lnTo>
                    <a:pt x="0" y="212089"/>
                  </a:lnTo>
                  <a:lnTo>
                    <a:pt x="7620" y="212089"/>
                  </a:lnTo>
                  <a:lnTo>
                    <a:pt x="7620" y="208407"/>
                  </a:lnTo>
                  <a:close/>
                </a:path>
                <a:path w="7620" h="270510">
                  <a:moveTo>
                    <a:pt x="762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7620" y="208280"/>
                  </a:lnTo>
                  <a:lnTo>
                    <a:pt x="7620" y="205867"/>
                  </a:lnTo>
                  <a:close/>
                </a:path>
                <a:path w="7620" h="270510">
                  <a:moveTo>
                    <a:pt x="7620" y="202057"/>
                  </a:moveTo>
                  <a:lnTo>
                    <a:pt x="0" y="202057"/>
                  </a:lnTo>
                  <a:lnTo>
                    <a:pt x="0" y="205739"/>
                  </a:lnTo>
                  <a:lnTo>
                    <a:pt x="7620" y="205739"/>
                  </a:lnTo>
                  <a:lnTo>
                    <a:pt x="7620" y="202057"/>
                  </a:lnTo>
                  <a:close/>
                </a:path>
                <a:path w="7620" h="270510">
                  <a:moveTo>
                    <a:pt x="762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7620" y="201930"/>
                  </a:lnTo>
                  <a:lnTo>
                    <a:pt x="7620" y="199517"/>
                  </a:lnTo>
                  <a:close/>
                </a:path>
                <a:path w="7620" h="270510">
                  <a:moveTo>
                    <a:pt x="7620" y="195707"/>
                  </a:moveTo>
                  <a:lnTo>
                    <a:pt x="0" y="195707"/>
                  </a:lnTo>
                  <a:lnTo>
                    <a:pt x="0" y="199389"/>
                  </a:lnTo>
                  <a:lnTo>
                    <a:pt x="7620" y="199389"/>
                  </a:lnTo>
                  <a:lnTo>
                    <a:pt x="7620" y="195707"/>
                  </a:lnTo>
                  <a:close/>
                </a:path>
                <a:path w="7620" h="270510">
                  <a:moveTo>
                    <a:pt x="762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7620" y="195580"/>
                  </a:lnTo>
                  <a:lnTo>
                    <a:pt x="7620" y="193167"/>
                  </a:lnTo>
                  <a:close/>
                </a:path>
                <a:path w="7620" h="270510">
                  <a:moveTo>
                    <a:pt x="7620" y="189357"/>
                  </a:moveTo>
                  <a:lnTo>
                    <a:pt x="0" y="189357"/>
                  </a:lnTo>
                  <a:lnTo>
                    <a:pt x="0" y="193039"/>
                  </a:lnTo>
                  <a:lnTo>
                    <a:pt x="7620" y="193039"/>
                  </a:lnTo>
                  <a:lnTo>
                    <a:pt x="7620" y="189357"/>
                  </a:lnTo>
                  <a:close/>
                </a:path>
                <a:path w="7620" h="270510">
                  <a:moveTo>
                    <a:pt x="762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7620" y="189230"/>
                  </a:lnTo>
                  <a:lnTo>
                    <a:pt x="7620" y="186817"/>
                  </a:lnTo>
                  <a:close/>
                </a:path>
                <a:path w="7620" h="270510">
                  <a:moveTo>
                    <a:pt x="7620" y="183007"/>
                  </a:moveTo>
                  <a:lnTo>
                    <a:pt x="0" y="183007"/>
                  </a:lnTo>
                  <a:lnTo>
                    <a:pt x="0" y="186689"/>
                  </a:lnTo>
                  <a:lnTo>
                    <a:pt x="7620" y="186689"/>
                  </a:lnTo>
                  <a:lnTo>
                    <a:pt x="7620" y="183007"/>
                  </a:lnTo>
                  <a:close/>
                </a:path>
                <a:path w="7620" h="270510">
                  <a:moveTo>
                    <a:pt x="762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7620" y="182880"/>
                  </a:lnTo>
                  <a:lnTo>
                    <a:pt x="7620" y="180467"/>
                  </a:lnTo>
                  <a:close/>
                </a:path>
                <a:path w="7620" h="270510">
                  <a:moveTo>
                    <a:pt x="7620" y="176657"/>
                  </a:moveTo>
                  <a:lnTo>
                    <a:pt x="0" y="176657"/>
                  </a:lnTo>
                  <a:lnTo>
                    <a:pt x="0" y="180339"/>
                  </a:lnTo>
                  <a:lnTo>
                    <a:pt x="7620" y="180339"/>
                  </a:lnTo>
                  <a:lnTo>
                    <a:pt x="7620" y="176657"/>
                  </a:lnTo>
                  <a:close/>
                </a:path>
                <a:path w="7620" h="270510">
                  <a:moveTo>
                    <a:pt x="7620" y="174117"/>
                  </a:moveTo>
                  <a:lnTo>
                    <a:pt x="0" y="174117"/>
                  </a:lnTo>
                  <a:lnTo>
                    <a:pt x="0" y="176530"/>
                  </a:lnTo>
                  <a:lnTo>
                    <a:pt x="7620" y="176530"/>
                  </a:lnTo>
                  <a:lnTo>
                    <a:pt x="7620" y="174117"/>
                  </a:lnTo>
                  <a:close/>
                </a:path>
                <a:path w="7620" h="270510">
                  <a:moveTo>
                    <a:pt x="7620" y="171576"/>
                  </a:moveTo>
                  <a:lnTo>
                    <a:pt x="0" y="171576"/>
                  </a:lnTo>
                  <a:lnTo>
                    <a:pt x="0" y="173989"/>
                  </a:lnTo>
                  <a:lnTo>
                    <a:pt x="7620" y="173989"/>
                  </a:lnTo>
                  <a:lnTo>
                    <a:pt x="7620" y="171576"/>
                  </a:lnTo>
                  <a:close/>
                </a:path>
              </a:pathLst>
            </a:custGeom>
            <a:solidFill>
              <a:srgbClr val="3555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5">
              <a:extLst>
                <a:ext uri="{FF2B5EF4-FFF2-40B4-BE49-F238E27FC236}">
                  <a16:creationId xmlns:a16="http://schemas.microsoft.com/office/drawing/2014/main" id="{2188BCDE-88E2-7143-4E1B-A7DBBA6047E9}"/>
                </a:ext>
              </a:extLst>
            </p:cNvPr>
            <p:cNvSpPr/>
            <p:nvPr/>
          </p:nvSpPr>
          <p:spPr>
            <a:xfrm>
              <a:off x="8011015" y="2660411"/>
              <a:ext cx="7620" cy="267970"/>
            </a:xfrm>
            <a:custGeom>
              <a:avLst/>
              <a:gdLst/>
              <a:ahLst/>
              <a:cxnLst/>
              <a:rect l="l" t="t" r="r" b="b"/>
              <a:pathLst>
                <a:path w="7620" h="267969">
                  <a:moveTo>
                    <a:pt x="7620" y="96519"/>
                  </a:moveTo>
                  <a:lnTo>
                    <a:pt x="0" y="96519"/>
                  </a:lnTo>
                  <a:lnTo>
                    <a:pt x="0" y="106552"/>
                  </a:lnTo>
                  <a:lnTo>
                    <a:pt x="7620" y="106552"/>
                  </a:lnTo>
                  <a:lnTo>
                    <a:pt x="7620" y="96519"/>
                  </a:lnTo>
                  <a:close/>
                </a:path>
                <a:path w="7620" h="267969">
                  <a:moveTo>
                    <a:pt x="7620" y="90169"/>
                  </a:moveTo>
                  <a:lnTo>
                    <a:pt x="0" y="90169"/>
                  </a:lnTo>
                  <a:lnTo>
                    <a:pt x="0" y="96392"/>
                  </a:lnTo>
                  <a:lnTo>
                    <a:pt x="7620" y="96392"/>
                  </a:lnTo>
                  <a:lnTo>
                    <a:pt x="7620" y="90169"/>
                  </a:lnTo>
                  <a:close/>
                </a:path>
                <a:path w="7620" h="267969">
                  <a:moveTo>
                    <a:pt x="762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7620" y="90042"/>
                  </a:lnTo>
                  <a:lnTo>
                    <a:pt x="7620" y="86360"/>
                  </a:lnTo>
                  <a:close/>
                </a:path>
                <a:path w="7620" h="267969">
                  <a:moveTo>
                    <a:pt x="762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7620" y="86232"/>
                  </a:lnTo>
                  <a:lnTo>
                    <a:pt x="7620" y="83819"/>
                  </a:lnTo>
                  <a:close/>
                </a:path>
                <a:path w="7620" h="267969">
                  <a:moveTo>
                    <a:pt x="762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7620" y="83692"/>
                  </a:lnTo>
                  <a:lnTo>
                    <a:pt x="7620" y="80010"/>
                  </a:lnTo>
                  <a:close/>
                </a:path>
                <a:path w="7620" h="267969">
                  <a:moveTo>
                    <a:pt x="762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7620" y="79882"/>
                  </a:lnTo>
                  <a:lnTo>
                    <a:pt x="7620" y="77469"/>
                  </a:lnTo>
                  <a:close/>
                </a:path>
                <a:path w="7620" h="267969">
                  <a:moveTo>
                    <a:pt x="762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7620" y="77342"/>
                  </a:lnTo>
                  <a:lnTo>
                    <a:pt x="7620" y="73660"/>
                  </a:lnTo>
                  <a:close/>
                </a:path>
                <a:path w="7620" h="267969">
                  <a:moveTo>
                    <a:pt x="762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7620" y="73532"/>
                  </a:lnTo>
                  <a:lnTo>
                    <a:pt x="7620" y="71119"/>
                  </a:lnTo>
                  <a:close/>
                </a:path>
                <a:path w="7620" h="267969">
                  <a:moveTo>
                    <a:pt x="762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7620" y="70992"/>
                  </a:lnTo>
                  <a:lnTo>
                    <a:pt x="7620" y="67310"/>
                  </a:lnTo>
                  <a:close/>
                </a:path>
                <a:path w="7620" h="267969">
                  <a:moveTo>
                    <a:pt x="762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7620" y="67182"/>
                  </a:lnTo>
                  <a:lnTo>
                    <a:pt x="7620" y="64769"/>
                  </a:lnTo>
                  <a:close/>
                </a:path>
                <a:path w="7620" h="267969">
                  <a:moveTo>
                    <a:pt x="762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7620" y="64642"/>
                  </a:lnTo>
                  <a:lnTo>
                    <a:pt x="7620" y="60960"/>
                  </a:lnTo>
                  <a:close/>
                </a:path>
                <a:path w="7620" h="267969">
                  <a:moveTo>
                    <a:pt x="762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7620" y="60832"/>
                  </a:lnTo>
                  <a:lnTo>
                    <a:pt x="7620" y="58419"/>
                  </a:lnTo>
                  <a:close/>
                </a:path>
                <a:path w="7620" h="267969">
                  <a:moveTo>
                    <a:pt x="762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7620" y="58292"/>
                  </a:lnTo>
                  <a:lnTo>
                    <a:pt x="7620" y="54610"/>
                  </a:lnTo>
                  <a:close/>
                </a:path>
                <a:path w="7620" h="267969">
                  <a:moveTo>
                    <a:pt x="762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7620" y="54482"/>
                  </a:lnTo>
                  <a:lnTo>
                    <a:pt x="7620" y="52069"/>
                  </a:lnTo>
                  <a:close/>
                </a:path>
                <a:path w="7620" h="267969">
                  <a:moveTo>
                    <a:pt x="762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7620" y="51942"/>
                  </a:lnTo>
                  <a:lnTo>
                    <a:pt x="7620" y="48260"/>
                  </a:lnTo>
                  <a:close/>
                </a:path>
                <a:path w="7620" h="267969">
                  <a:moveTo>
                    <a:pt x="762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7620" y="48132"/>
                  </a:lnTo>
                  <a:lnTo>
                    <a:pt x="7620" y="45719"/>
                  </a:lnTo>
                  <a:close/>
                </a:path>
                <a:path w="7620" h="267969">
                  <a:moveTo>
                    <a:pt x="762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7620" y="45592"/>
                  </a:lnTo>
                  <a:lnTo>
                    <a:pt x="7620" y="41910"/>
                  </a:lnTo>
                  <a:close/>
                </a:path>
                <a:path w="7620" h="267969">
                  <a:moveTo>
                    <a:pt x="762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7620" y="41782"/>
                  </a:lnTo>
                  <a:lnTo>
                    <a:pt x="7620" y="39369"/>
                  </a:lnTo>
                  <a:close/>
                </a:path>
                <a:path w="7620" h="267969">
                  <a:moveTo>
                    <a:pt x="762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7620" y="39242"/>
                  </a:lnTo>
                  <a:lnTo>
                    <a:pt x="7620" y="35560"/>
                  </a:lnTo>
                  <a:close/>
                </a:path>
                <a:path w="7620" h="267969">
                  <a:moveTo>
                    <a:pt x="762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7620" y="35432"/>
                  </a:lnTo>
                  <a:lnTo>
                    <a:pt x="7620" y="33019"/>
                  </a:lnTo>
                  <a:close/>
                </a:path>
                <a:path w="7620" h="267969">
                  <a:moveTo>
                    <a:pt x="762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7620" y="32892"/>
                  </a:lnTo>
                  <a:lnTo>
                    <a:pt x="7620" y="29210"/>
                  </a:lnTo>
                  <a:close/>
                </a:path>
                <a:path w="7620" h="267969">
                  <a:moveTo>
                    <a:pt x="762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7620" y="29082"/>
                  </a:lnTo>
                  <a:lnTo>
                    <a:pt x="7620" y="26669"/>
                  </a:lnTo>
                  <a:close/>
                </a:path>
                <a:path w="7620" h="267969">
                  <a:moveTo>
                    <a:pt x="762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7620" y="26542"/>
                  </a:lnTo>
                  <a:lnTo>
                    <a:pt x="7620" y="22860"/>
                  </a:lnTo>
                  <a:close/>
                </a:path>
                <a:path w="7620" h="267969">
                  <a:moveTo>
                    <a:pt x="762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7620" y="22732"/>
                  </a:lnTo>
                  <a:lnTo>
                    <a:pt x="7620" y="20319"/>
                  </a:lnTo>
                  <a:close/>
                </a:path>
                <a:path w="7620" h="267969">
                  <a:moveTo>
                    <a:pt x="762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7620" y="20192"/>
                  </a:lnTo>
                  <a:lnTo>
                    <a:pt x="7620" y="16510"/>
                  </a:lnTo>
                  <a:close/>
                </a:path>
                <a:path w="7620" h="267969">
                  <a:moveTo>
                    <a:pt x="762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7620" y="16382"/>
                  </a:lnTo>
                  <a:lnTo>
                    <a:pt x="7620" y="13969"/>
                  </a:lnTo>
                  <a:close/>
                </a:path>
                <a:path w="7620" h="267969">
                  <a:moveTo>
                    <a:pt x="762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7620" y="13842"/>
                  </a:lnTo>
                  <a:lnTo>
                    <a:pt x="7620" y="10160"/>
                  </a:lnTo>
                  <a:close/>
                </a:path>
                <a:path w="7620" h="267969">
                  <a:moveTo>
                    <a:pt x="762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7620" y="10032"/>
                  </a:lnTo>
                  <a:lnTo>
                    <a:pt x="7620" y="7619"/>
                  </a:lnTo>
                  <a:close/>
                </a:path>
                <a:path w="7620" h="267969">
                  <a:moveTo>
                    <a:pt x="762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7620" y="7492"/>
                  </a:lnTo>
                  <a:lnTo>
                    <a:pt x="7620" y="3810"/>
                  </a:lnTo>
                  <a:close/>
                </a:path>
                <a:path w="7620" h="267969">
                  <a:moveTo>
                    <a:pt x="7620" y="1269"/>
                  </a:moveTo>
                  <a:lnTo>
                    <a:pt x="0" y="1269"/>
                  </a:lnTo>
                  <a:lnTo>
                    <a:pt x="0" y="3682"/>
                  </a:lnTo>
                  <a:lnTo>
                    <a:pt x="7620" y="3682"/>
                  </a:lnTo>
                  <a:lnTo>
                    <a:pt x="7620" y="1269"/>
                  </a:lnTo>
                  <a:close/>
                </a:path>
                <a:path w="7620" h="267969">
                  <a:moveTo>
                    <a:pt x="7620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7620" y="1142"/>
                  </a:lnTo>
                  <a:lnTo>
                    <a:pt x="7620" y="0"/>
                  </a:lnTo>
                  <a:close/>
                </a:path>
                <a:path w="7620" h="267969">
                  <a:moveTo>
                    <a:pt x="7620" y="106553"/>
                  </a:moveTo>
                  <a:lnTo>
                    <a:pt x="0" y="106553"/>
                  </a:lnTo>
                  <a:lnTo>
                    <a:pt x="0" y="163702"/>
                  </a:lnTo>
                  <a:lnTo>
                    <a:pt x="7620" y="163702"/>
                  </a:lnTo>
                  <a:lnTo>
                    <a:pt x="7620" y="106553"/>
                  </a:lnTo>
                  <a:close/>
                </a:path>
                <a:path w="7620" h="267969">
                  <a:moveTo>
                    <a:pt x="7620" y="163703"/>
                  </a:moveTo>
                  <a:lnTo>
                    <a:pt x="0" y="163703"/>
                  </a:lnTo>
                  <a:lnTo>
                    <a:pt x="0" y="170052"/>
                  </a:lnTo>
                  <a:lnTo>
                    <a:pt x="7620" y="170052"/>
                  </a:lnTo>
                  <a:lnTo>
                    <a:pt x="7620" y="163703"/>
                  </a:lnTo>
                  <a:close/>
                </a:path>
                <a:path w="7620" h="267969">
                  <a:moveTo>
                    <a:pt x="7620" y="264160"/>
                  </a:moveTo>
                  <a:lnTo>
                    <a:pt x="0" y="264160"/>
                  </a:lnTo>
                  <a:lnTo>
                    <a:pt x="0" y="267970"/>
                  </a:lnTo>
                  <a:lnTo>
                    <a:pt x="3810" y="267970"/>
                  </a:lnTo>
                  <a:lnTo>
                    <a:pt x="3810" y="266700"/>
                  </a:lnTo>
                  <a:lnTo>
                    <a:pt x="7620" y="266700"/>
                  </a:lnTo>
                  <a:lnTo>
                    <a:pt x="7620" y="264160"/>
                  </a:lnTo>
                  <a:close/>
                </a:path>
                <a:path w="7620" h="267969">
                  <a:moveTo>
                    <a:pt x="762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7620" y="264033"/>
                  </a:lnTo>
                  <a:lnTo>
                    <a:pt x="7620" y="261620"/>
                  </a:lnTo>
                  <a:close/>
                </a:path>
                <a:path w="7620" h="267969">
                  <a:moveTo>
                    <a:pt x="7620" y="257810"/>
                  </a:moveTo>
                  <a:lnTo>
                    <a:pt x="0" y="257810"/>
                  </a:lnTo>
                  <a:lnTo>
                    <a:pt x="0" y="261492"/>
                  </a:lnTo>
                  <a:lnTo>
                    <a:pt x="7620" y="261492"/>
                  </a:lnTo>
                  <a:lnTo>
                    <a:pt x="7620" y="257810"/>
                  </a:lnTo>
                  <a:close/>
                </a:path>
                <a:path w="7620" h="267969">
                  <a:moveTo>
                    <a:pt x="762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7620" y="257683"/>
                  </a:lnTo>
                  <a:lnTo>
                    <a:pt x="7620" y="255270"/>
                  </a:lnTo>
                  <a:close/>
                </a:path>
                <a:path w="7620" h="267969">
                  <a:moveTo>
                    <a:pt x="7620" y="251460"/>
                  </a:moveTo>
                  <a:lnTo>
                    <a:pt x="0" y="251460"/>
                  </a:lnTo>
                  <a:lnTo>
                    <a:pt x="0" y="255142"/>
                  </a:lnTo>
                  <a:lnTo>
                    <a:pt x="7620" y="255142"/>
                  </a:lnTo>
                  <a:lnTo>
                    <a:pt x="7620" y="251460"/>
                  </a:lnTo>
                  <a:close/>
                </a:path>
                <a:path w="7620" h="267969">
                  <a:moveTo>
                    <a:pt x="762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7620" y="251333"/>
                  </a:lnTo>
                  <a:lnTo>
                    <a:pt x="7620" y="248920"/>
                  </a:lnTo>
                  <a:close/>
                </a:path>
                <a:path w="7620" h="267969">
                  <a:moveTo>
                    <a:pt x="7620" y="245110"/>
                  </a:moveTo>
                  <a:lnTo>
                    <a:pt x="0" y="245110"/>
                  </a:lnTo>
                  <a:lnTo>
                    <a:pt x="0" y="248792"/>
                  </a:lnTo>
                  <a:lnTo>
                    <a:pt x="7620" y="248792"/>
                  </a:lnTo>
                  <a:lnTo>
                    <a:pt x="7620" y="245110"/>
                  </a:lnTo>
                  <a:close/>
                </a:path>
                <a:path w="7620" h="267969">
                  <a:moveTo>
                    <a:pt x="762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7620" y="244983"/>
                  </a:lnTo>
                  <a:lnTo>
                    <a:pt x="7620" y="242570"/>
                  </a:lnTo>
                  <a:close/>
                </a:path>
                <a:path w="7620" h="267969">
                  <a:moveTo>
                    <a:pt x="7620" y="238760"/>
                  </a:moveTo>
                  <a:lnTo>
                    <a:pt x="0" y="238760"/>
                  </a:lnTo>
                  <a:lnTo>
                    <a:pt x="0" y="242442"/>
                  </a:lnTo>
                  <a:lnTo>
                    <a:pt x="7620" y="242442"/>
                  </a:lnTo>
                  <a:lnTo>
                    <a:pt x="7620" y="238760"/>
                  </a:lnTo>
                  <a:close/>
                </a:path>
                <a:path w="7620" h="267969">
                  <a:moveTo>
                    <a:pt x="762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7620" y="238633"/>
                  </a:lnTo>
                  <a:lnTo>
                    <a:pt x="7620" y="236220"/>
                  </a:lnTo>
                  <a:close/>
                </a:path>
                <a:path w="7620" h="267969">
                  <a:moveTo>
                    <a:pt x="7620" y="232410"/>
                  </a:moveTo>
                  <a:lnTo>
                    <a:pt x="0" y="232410"/>
                  </a:lnTo>
                  <a:lnTo>
                    <a:pt x="0" y="236092"/>
                  </a:lnTo>
                  <a:lnTo>
                    <a:pt x="7620" y="236092"/>
                  </a:lnTo>
                  <a:lnTo>
                    <a:pt x="7620" y="232410"/>
                  </a:lnTo>
                  <a:close/>
                </a:path>
                <a:path w="7620" h="267969">
                  <a:moveTo>
                    <a:pt x="762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7620" y="232283"/>
                  </a:lnTo>
                  <a:lnTo>
                    <a:pt x="7620" y="229870"/>
                  </a:lnTo>
                  <a:close/>
                </a:path>
                <a:path w="7620" h="267969">
                  <a:moveTo>
                    <a:pt x="7620" y="226060"/>
                  </a:moveTo>
                  <a:lnTo>
                    <a:pt x="0" y="226060"/>
                  </a:lnTo>
                  <a:lnTo>
                    <a:pt x="0" y="229742"/>
                  </a:lnTo>
                  <a:lnTo>
                    <a:pt x="7620" y="229742"/>
                  </a:lnTo>
                  <a:lnTo>
                    <a:pt x="7620" y="226060"/>
                  </a:lnTo>
                  <a:close/>
                </a:path>
                <a:path w="7620" h="267969">
                  <a:moveTo>
                    <a:pt x="762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7620" y="225933"/>
                  </a:lnTo>
                  <a:lnTo>
                    <a:pt x="7620" y="223520"/>
                  </a:lnTo>
                  <a:close/>
                </a:path>
                <a:path w="7620" h="267969">
                  <a:moveTo>
                    <a:pt x="7620" y="219710"/>
                  </a:moveTo>
                  <a:lnTo>
                    <a:pt x="0" y="219710"/>
                  </a:lnTo>
                  <a:lnTo>
                    <a:pt x="0" y="223392"/>
                  </a:lnTo>
                  <a:lnTo>
                    <a:pt x="7620" y="223392"/>
                  </a:lnTo>
                  <a:lnTo>
                    <a:pt x="7620" y="219710"/>
                  </a:lnTo>
                  <a:close/>
                </a:path>
                <a:path w="7620" h="267969">
                  <a:moveTo>
                    <a:pt x="762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7620" y="219583"/>
                  </a:lnTo>
                  <a:lnTo>
                    <a:pt x="7620" y="217170"/>
                  </a:lnTo>
                  <a:close/>
                </a:path>
                <a:path w="7620" h="267969">
                  <a:moveTo>
                    <a:pt x="7620" y="213360"/>
                  </a:moveTo>
                  <a:lnTo>
                    <a:pt x="0" y="213360"/>
                  </a:lnTo>
                  <a:lnTo>
                    <a:pt x="0" y="217042"/>
                  </a:lnTo>
                  <a:lnTo>
                    <a:pt x="7620" y="217042"/>
                  </a:lnTo>
                  <a:lnTo>
                    <a:pt x="7620" y="213360"/>
                  </a:lnTo>
                  <a:close/>
                </a:path>
                <a:path w="7620" h="267969">
                  <a:moveTo>
                    <a:pt x="762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7620" y="213233"/>
                  </a:lnTo>
                  <a:lnTo>
                    <a:pt x="7620" y="210820"/>
                  </a:lnTo>
                  <a:close/>
                </a:path>
                <a:path w="7620" h="267969">
                  <a:moveTo>
                    <a:pt x="7620" y="207010"/>
                  </a:moveTo>
                  <a:lnTo>
                    <a:pt x="0" y="207010"/>
                  </a:lnTo>
                  <a:lnTo>
                    <a:pt x="0" y="210692"/>
                  </a:lnTo>
                  <a:lnTo>
                    <a:pt x="7620" y="210692"/>
                  </a:lnTo>
                  <a:lnTo>
                    <a:pt x="7620" y="207010"/>
                  </a:lnTo>
                  <a:close/>
                </a:path>
                <a:path w="7620" h="267969">
                  <a:moveTo>
                    <a:pt x="762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7620" y="206883"/>
                  </a:lnTo>
                  <a:lnTo>
                    <a:pt x="7620" y="204470"/>
                  </a:lnTo>
                  <a:close/>
                </a:path>
                <a:path w="7620" h="267969">
                  <a:moveTo>
                    <a:pt x="7620" y="200660"/>
                  </a:moveTo>
                  <a:lnTo>
                    <a:pt x="0" y="200660"/>
                  </a:lnTo>
                  <a:lnTo>
                    <a:pt x="0" y="204342"/>
                  </a:lnTo>
                  <a:lnTo>
                    <a:pt x="7620" y="204342"/>
                  </a:lnTo>
                  <a:lnTo>
                    <a:pt x="7620" y="200660"/>
                  </a:lnTo>
                  <a:close/>
                </a:path>
                <a:path w="7620" h="267969">
                  <a:moveTo>
                    <a:pt x="762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7620" y="200533"/>
                  </a:lnTo>
                  <a:lnTo>
                    <a:pt x="7620" y="198120"/>
                  </a:lnTo>
                  <a:close/>
                </a:path>
                <a:path w="7620" h="267969">
                  <a:moveTo>
                    <a:pt x="7620" y="194310"/>
                  </a:moveTo>
                  <a:lnTo>
                    <a:pt x="0" y="194310"/>
                  </a:lnTo>
                  <a:lnTo>
                    <a:pt x="0" y="197992"/>
                  </a:lnTo>
                  <a:lnTo>
                    <a:pt x="7620" y="197992"/>
                  </a:lnTo>
                  <a:lnTo>
                    <a:pt x="7620" y="194310"/>
                  </a:lnTo>
                  <a:close/>
                </a:path>
                <a:path w="7620" h="267969">
                  <a:moveTo>
                    <a:pt x="762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7620" y="194183"/>
                  </a:lnTo>
                  <a:lnTo>
                    <a:pt x="7620" y="191770"/>
                  </a:lnTo>
                  <a:close/>
                </a:path>
                <a:path w="7620" h="267969">
                  <a:moveTo>
                    <a:pt x="7620" y="187960"/>
                  </a:moveTo>
                  <a:lnTo>
                    <a:pt x="0" y="187960"/>
                  </a:lnTo>
                  <a:lnTo>
                    <a:pt x="0" y="191642"/>
                  </a:lnTo>
                  <a:lnTo>
                    <a:pt x="7620" y="191642"/>
                  </a:lnTo>
                  <a:lnTo>
                    <a:pt x="7620" y="187960"/>
                  </a:lnTo>
                  <a:close/>
                </a:path>
                <a:path w="7620" h="267969">
                  <a:moveTo>
                    <a:pt x="762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7620" y="187833"/>
                  </a:lnTo>
                  <a:lnTo>
                    <a:pt x="7620" y="185420"/>
                  </a:lnTo>
                  <a:close/>
                </a:path>
                <a:path w="7620" h="267969">
                  <a:moveTo>
                    <a:pt x="7620" y="181610"/>
                  </a:moveTo>
                  <a:lnTo>
                    <a:pt x="0" y="181610"/>
                  </a:lnTo>
                  <a:lnTo>
                    <a:pt x="0" y="185292"/>
                  </a:lnTo>
                  <a:lnTo>
                    <a:pt x="7620" y="185292"/>
                  </a:lnTo>
                  <a:lnTo>
                    <a:pt x="7620" y="181610"/>
                  </a:lnTo>
                  <a:close/>
                </a:path>
                <a:path w="7620" h="267969">
                  <a:moveTo>
                    <a:pt x="762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7620" y="181483"/>
                  </a:lnTo>
                  <a:lnTo>
                    <a:pt x="7620" y="179070"/>
                  </a:lnTo>
                  <a:close/>
                </a:path>
                <a:path w="7620" h="267969">
                  <a:moveTo>
                    <a:pt x="7620" y="175260"/>
                  </a:moveTo>
                  <a:lnTo>
                    <a:pt x="0" y="175260"/>
                  </a:lnTo>
                  <a:lnTo>
                    <a:pt x="0" y="178942"/>
                  </a:lnTo>
                  <a:lnTo>
                    <a:pt x="7620" y="178942"/>
                  </a:lnTo>
                  <a:lnTo>
                    <a:pt x="7620" y="175260"/>
                  </a:lnTo>
                  <a:close/>
                </a:path>
                <a:path w="7620" h="267969">
                  <a:moveTo>
                    <a:pt x="7620" y="172720"/>
                  </a:moveTo>
                  <a:lnTo>
                    <a:pt x="0" y="172720"/>
                  </a:lnTo>
                  <a:lnTo>
                    <a:pt x="0" y="175133"/>
                  </a:lnTo>
                  <a:lnTo>
                    <a:pt x="7620" y="175133"/>
                  </a:lnTo>
                  <a:lnTo>
                    <a:pt x="7620" y="172720"/>
                  </a:lnTo>
                  <a:close/>
                </a:path>
                <a:path w="7620" h="267969">
                  <a:moveTo>
                    <a:pt x="7620" y="170179"/>
                  </a:moveTo>
                  <a:lnTo>
                    <a:pt x="0" y="170179"/>
                  </a:lnTo>
                  <a:lnTo>
                    <a:pt x="0" y="172592"/>
                  </a:lnTo>
                  <a:lnTo>
                    <a:pt x="7620" y="172592"/>
                  </a:lnTo>
                  <a:lnTo>
                    <a:pt x="7620" y="170179"/>
                  </a:lnTo>
                  <a:close/>
                </a:path>
              </a:pathLst>
            </a:custGeom>
            <a:solidFill>
              <a:srgbClr val="365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16">
              <a:extLst>
                <a:ext uri="{FF2B5EF4-FFF2-40B4-BE49-F238E27FC236}">
                  <a16:creationId xmlns:a16="http://schemas.microsoft.com/office/drawing/2014/main" id="{ACAD1A6B-5E79-BF92-C171-3FA489F2BB6D}"/>
                </a:ext>
              </a:extLst>
            </p:cNvPr>
            <p:cNvSpPr/>
            <p:nvPr/>
          </p:nvSpPr>
          <p:spPr>
            <a:xfrm>
              <a:off x="8018635" y="2660411"/>
              <a:ext cx="6350" cy="266700"/>
            </a:xfrm>
            <a:custGeom>
              <a:avLst/>
              <a:gdLst/>
              <a:ahLst/>
              <a:cxnLst/>
              <a:rect l="l" t="t" r="r" b="b"/>
              <a:pathLst>
                <a:path w="6350" h="266700">
                  <a:moveTo>
                    <a:pt x="6350" y="96519"/>
                  </a:moveTo>
                  <a:lnTo>
                    <a:pt x="0" y="96519"/>
                  </a:lnTo>
                  <a:lnTo>
                    <a:pt x="0" y="106552"/>
                  </a:lnTo>
                  <a:lnTo>
                    <a:pt x="6350" y="106552"/>
                  </a:lnTo>
                  <a:lnTo>
                    <a:pt x="6350" y="96519"/>
                  </a:lnTo>
                  <a:close/>
                </a:path>
                <a:path w="6350" h="266700">
                  <a:moveTo>
                    <a:pt x="6350" y="90169"/>
                  </a:moveTo>
                  <a:lnTo>
                    <a:pt x="0" y="90169"/>
                  </a:lnTo>
                  <a:lnTo>
                    <a:pt x="0" y="96392"/>
                  </a:lnTo>
                  <a:lnTo>
                    <a:pt x="6350" y="96392"/>
                  </a:lnTo>
                  <a:lnTo>
                    <a:pt x="6350" y="90169"/>
                  </a:lnTo>
                  <a:close/>
                </a:path>
                <a:path w="6350" h="266700">
                  <a:moveTo>
                    <a:pt x="6350" y="86360"/>
                  </a:moveTo>
                  <a:lnTo>
                    <a:pt x="0" y="86360"/>
                  </a:lnTo>
                  <a:lnTo>
                    <a:pt x="0" y="90042"/>
                  </a:lnTo>
                  <a:lnTo>
                    <a:pt x="6350" y="90042"/>
                  </a:lnTo>
                  <a:lnTo>
                    <a:pt x="6350" y="86360"/>
                  </a:lnTo>
                  <a:close/>
                </a:path>
                <a:path w="6350" h="266700">
                  <a:moveTo>
                    <a:pt x="6350" y="83819"/>
                  </a:moveTo>
                  <a:lnTo>
                    <a:pt x="0" y="83819"/>
                  </a:lnTo>
                  <a:lnTo>
                    <a:pt x="0" y="86232"/>
                  </a:lnTo>
                  <a:lnTo>
                    <a:pt x="6350" y="86232"/>
                  </a:lnTo>
                  <a:lnTo>
                    <a:pt x="6350" y="83819"/>
                  </a:lnTo>
                  <a:close/>
                </a:path>
                <a:path w="6350" h="266700">
                  <a:moveTo>
                    <a:pt x="6350" y="80010"/>
                  </a:moveTo>
                  <a:lnTo>
                    <a:pt x="0" y="80010"/>
                  </a:lnTo>
                  <a:lnTo>
                    <a:pt x="0" y="83692"/>
                  </a:lnTo>
                  <a:lnTo>
                    <a:pt x="6350" y="83692"/>
                  </a:lnTo>
                  <a:lnTo>
                    <a:pt x="6350" y="80010"/>
                  </a:lnTo>
                  <a:close/>
                </a:path>
                <a:path w="6350" h="266700">
                  <a:moveTo>
                    <a:pt x="6350" y="77469"/>
                  </a:moveTo>
                  <a:lnTo>
                    <a:pt x="0" y="77469"/>
                  </a:lnTo>
                  <a:lnTo>
                    <a:pt x="0" y="79882"/>
                  </a:lnTo>
                  <a:lnTo>
                    <a:pt x="6350" y="79882"/>
                  </a:lnTo>
                  <a:lnTo>
                    <a:pt x="6350" y="77469"/>
                  </a:lnTo>
                  <a:close/>
                </a:path>
                <a:path w="6350" h="266700">
                  <a:moveTo>
                    <a:pt x="6350" y="73660"/>
                  </a:moveTo>
                  <a:lnTo>
                    <a:pt x="0" y="73660"/>
                  </a:lnTo>
                  <a:lnTo>
                    <a:pt x="0" y="77342"/>
                  </a:lnTo>
                  <a:lnTo>
                    <a:pt x="6350" y="77342"/>
                  </a:lnTo>
                  <a:lnTo>
                    <a:pt x="6350" y="73660"/>
                  </a:lnTo>
                  <a:close/>
                </a:path>
                <a:path w="6350" h="266700">
                  <a:moveTo>
                    <a:pt x="6350" y="71119"/>
                  </a:moveTo>
                  <a:lnTo>
                    <a:pt x="0" y="71119"/>
                  </a:lnTo>
                  <a:lnTo>
                    <a:pt x="0" y="73532"/>
                  </a:lnTo>
                  <a:lnTo>
                    <a:pt x="6350" y="73532"/>
                  </a:lnTo>
                  <a:lnTo>
                    <a:pt x="6350" y="71119"/>
                  </a:lnTo>
                  <a:close/>
                </a:path>
                <a:path w="6350" h="266700">
                  <a:moveTo>
                    <a:pt x="6350" y="67310"/>
                  </a:moveTo>
                  <a:lnTo>
                    <a:pt x="0" y="67310"/>
                  </a:lnTo>
                  <a:lnTo>
                    <a:pt x="0" y="70992"/>
                  </a:lnTo>
                  <a:lnTo>
                    <a:pt x="6350" y="70992"/>
                  </a:lnTo>
                  <a:lnTo>
                    <a:pt x="6350" y="67310"/>
                  </a:lnTo>
                  <a:close/>
                </a:path>
                <a:path w="6350" h="266700">
                  <a:moveTo>
                    <a:pt x="6350" y="64769"/>
                  </a:moveTo>
                  <a:lnTo>
                    <a:pt x="0" y="64769"/>
                  </a:lnTo>
                  <a:lnTo>
                    <a:pt x="0" y="67182"/>
                  </a:lnTo>
                  <a:lnTo>
                    <a:pt x="6350" y="67182"/>
                  </a:lnTo>
                  <a:lnTo>
                    <a:pt x="6350" y="64769"/>
                  </a:lnTo>
                  <a:close/>
                </a:path>
                <a:path w="6350" h="266700">
                  <a:moveTo>
                    <a:pt x="6350" y="60960"/>
                  </a:moveTo>
                  <a:lnTo>
                    <a:pt x="0" y="60960"/>
                  </a:lnTo>
                  <a:lnTo>
                    <a:pt x="0" y="64642"/>
                  </a:lnTo>
                  <a:lnTo>
                    <a:pt x="6350" y="64642"/>
                  </a:lnTo>
                  <a:lnTo>
                    <a:pt x="6350" y="60960"/>
                  </a:lnTo>
                  <a:close/>
                </a:path>
                <a:path w="6350" h="266700">
                  <a:moveTo>
                    <a:pt x="6350" y="58419"/>
                  </a:moveTo>
                  <a:lnTo>
                    <a:pt x="0" y="58419"/>
                  </a:lnTo>
                  <a:lnTo>
                    <a:pt x="0" y="60832"/>
                  </a:lnTo>
                  <a:lnTo>
                    <a:pt x="6350" y="60832"/>
                  </a:lnTo>
                  <a:lnTo>
                    <a:pt x="6350" y="58419"/>
                  </a:lnTo>
                  <a:close/>
                </a:path>
                <a:path w="6350" h="266700">
                  <a:moveTo>
                    <a:pt x="6350" y="54610"/>
                  </a:moveTo>
                  <a:lnTo>
                    <a:pt x="0" y="54610"/>
                  </a:lnTo>
                  <a:lnTo>
                    <a:pt x="0" y="58292"/>
                  </a:lnTo>
                  <a:lnTo>
                    <a:pt x="6350" y="58292"/>
                  </a:lnTo>
                  <a:lnTo>
                    <a:pt x="6350" y="54610"/>
                  </a:lnTo>
                  <a:close/>
                </a:path>
                <a:path w="6350" h="266700">
                  <a:moveTo>
                    <a:pt x="6350" y="52069"/>
                  </a:moveTo>
                  <a:lnTo>
                    <a:pt x="0" y="52069"/>
                  </a:lnTo>
                  <a:lnTo>
                    <a:pt x="0" y="54482"/>
                  </a:lnTo>
                  <a:lnTo>
                    <a:pt x="6350" y="54482"/>
                  </a:lnTo>
                  <a:lnTo>
                    <a:pt x="6350" y="52069"/>
                  </a:lnTo>
                  <a:close/>
                </a:path>
                <a:path w="6350" h="266700">
                  <a:moveTo>
                    <a:pt x="6350" y="48260"/>
                  </a:moveTo>
                  <a:lnTo>
                    <a:pt x="0" y="48260"/>
                  </a:lnTo>
                  <a:lnTo>
                    <a:pt x="0" y="51942"/>
                  </a:lnTo>
                  <a:lnTo>
                    <a:pt x="6350" y="51942"/>
                  </a:lnTo>
                  <a:lnTo>
                    <a:pt x="6350" y="48260"/>
                  </a:lnTo>
                  <a:close/>
                </a:path>
                <a:path w="6350" h="266700">
                  <a:moveTo>
                    <a:pt x="6350" y="45719"/>
                  </a:moveTo>
                  <a:lnTo>
                    <a:pt x="0" y="45719"/>
                  </a:lnTo>
                  <a:lnTo>
                    <a:pt x="0" y="48132"/>
                  </a:lnTo>
                  <a:lnTo>
                    <a:pt x="6350" y="48132"/>
                  </a:lnTo>
                  <a:lnTo>
                    <a:pt x="6350" y="45719"/>
                  </a:lnTo>
                  <a:close/>
                </a:path>
                <a:path w="6350" h="266700">
                  <a:moveTo>
                    <a:pt x="6350" y="41910"/>
                  </a:moveTo>
                  <a:lnTo>
                    <a:pt x="0" y="41910"/>
                  </a:lnTo>
                  <a:lnTo>
                    <a:pt x="0" y="45592"/>
                  </a:lnTo>
                  <a:lnTo>
                    <a:pt x="6350" y="45592"/>
                  </a:lnTo>
                  <a:lnTo>
                    <a:pt x="6350" y="41910"/>
                  </a:lnTo>
                  <a:close/>
                </a:path>
                <a:path w="6350" h="266700">
                  <a:moveTo>
                    <a:pt x="6350" y="39369"/>
                  </a:moveTo>
                  <a:lnTo>
                    <a:pt x="0" y="39369"/>
                  </a:lnTo>
                  <a:lnTo>
                    <a:pt x="0" y="41782"/>
                  </a:lnTo>
                  <a:lnTo>
                    <a:pt x="6350" y="41782"/>
                  </a:lnTo>
                  <a:lnTo>
                    <a:pt x="6350" y="39369"/>
                  </a:lnTo>
                  <a:close/>
                </a:path>
                <a:path w="6350" h="266700">
                  <a:moveTo>
                    <a:pt x="6350" y="35560"/>
                  </a:moveTo>
                  <a:lnTo>
                    <a:pt x="0" y="35560"/>
                  </a:lnTo>
                  <a:lnTo>
                    <a:pt x="0" y="39242"/>
                  </a:lnTo>
                  <a:lnTo>
                    <a:pt x="6350" y="39242"/>
                  </a:lnTo>
                  <a:lnTo>
                    <a:pt x="6350" y="35560"/>
                  </a:lnTo>
                  <a:close/>
                </a:path>
                <a:path w="6350" h="266700">
                  <a:moveTo>
                    <a:pt x="6350" y="33019"/>
                  </a:moveTo>
                  <a:lnTo>
                    <a:pt x="0" y="33019"/>
                  </a:lnTo>
                  <a:lnTo>
                    <a:pt x="0" y="35432"/>
                  </a:lnTo>
                  <a:lnTo>
                    <a:pt x="6350" y="35432"/>
                  </a:lnTo>
                  <a:lnTo>
                    <a:pt x="6350" y="33019"/>
                  </a:lnTo>
                  <a:close/>
                </a:path>
                <a:path w="6350" h="266700">
                  <a:moveTo>
                    <a:pt x="6350" y="29210"/>
                  </a:moveTo>
                  <a:lnTo>
                    <a:pt x="0" y="29210"/>
                  </a:lnTo>
                  <a:lnTo>
                    <a:pt x="0" y="32892"/>
                  </a:lnTo>
                  <a:lnTo>
                    <a:pt x="6350" y="32892"/>
                  </a:lnTo>
                  <a:lnTo>
                    <a:pt x="6350" y="29210"/>
                  </a:lnTo>
                  <a:close/>
                </a:path>
                <a:path w="6350" h="266700">
                  <a:moveTo>
                    <a:pt x="6350" y="26669"/>
                  </a:moveTo>
                  <a:lnTo>
                    <a:pt x="0" y="26669"/>
                  </a:lnTo>
                  <a:lnTo>
                    <a:pt x="0" y="29082"/>
                  </a:lnTo>
                  <a:lnTo>
                    <a:pt x="6350" y="29082"/>
                  </a:lnTo>
                  <a:lnTo>
                    <a:pt x="6350" y="26669"/>
                  </a:lnTo>
                  <a:close/>
                </a:path>
                <a:path w="6350" h="266700">
                  <a:moveTo>
                    <a:pt x="6350" y="22860"/>
                  </a:moveTo>
                  <a:lnTo>
                    <a:pt x="0" y="22860"/>
                  </a:lnTo>
                  <a:lnTo>
                    <a:pt x="0" y="26542"/>
                  </a:lnTo>
                  <a:lnTo>
                    <a:pt x="6350" y="26542"/>
                  </a:lnTo>
                  <a:lnTo>
                    <a:pt x="6350" y="22860"/>
                  </a:lnTo>
                  <a:close/>
                </a:path>
                <a:path w="6350" h="266700">
                  <a:moveTo>
                    <a:pt x="6350" y="20319"/>
                  </a:moveTo>
                  <a:lnTo>
                    <a:pt x="0" y="20319"/>
                  </a:lnTo>
                  <a:lnTo>
                    <a:pt x="0" y="22732"/>
                  </a:lnTo>
                  <a:lnTo>
                    <a:pt x="6350" y="22732"/>
                  </a:lnTo>
                  <a:lnTo>
                    <a:pt x="6350" y="20319"/>
                  </a:lnTo>
                  <a:close/>
                </a:path>
                <a:path w="6350" h="266700">
                  <a:moveTo>
                    <a:pt x="6350" y="16510"/>
                  </a:moveTo>
                  <a:lnTo>
                    <a:pt x="0" y="16510"/>
                  </a:lnTo>
                  <a:lnTo>
                    <a:pt x="0" y="20192"/>
                  </a:lnTo>
                  <a:lnTo>
                    <a:pt x="6350" y="20192"/>
                  </a:lnTo>
                  <a:lnTo>
                    <a:pt x="6350" y="16510"/>
                  </a:lnTo>
                  <a:close/>
                </a:path>
                <a:path w="6350" h="266700">
                  <a:moveTo>
                    <a:pt x="6350" y="13969"/>
                  </a:moveTo>
                  <a:lnTo>
                    <a:pt x="0" y="13969"/>
                  </a:lnTo>
                  <a:lnTo>
                    <a:pt x="0" y="16382"/>
                  </a:lnTo>
                  <a:lnTo>
                    <a:pt x="6350" y="16382"/>
                  </a:lnTo>
                  <a:lnTo>
                    <a:pt x="6350" y="13969"/>
                  </a:lnTo>
                  <a:close/>
                </a:path>
                <a:path w="6350" h="266700">
                  <a:moveTo>
                    <a:pt x="6350" y="10160"/>
                  </a:moveTo>
                  <a:lnTo>
                    <a:pt x="0" y="10160"/>
                  </a:lnTo>
                  <a:lnTo>
                    <a:pt x="0" y="13842"/>
                  </a:lnTo>
                  <a:lnTo>
                    <a:pt x="6350" y="13842"/>
                  </a:lnTo>
                  <a:lnTo>
                    <a:pt x="6350" y="10160"/>
                  </a:lnTo>
                  <a:close/>
                </a:path>
                <a:path w="6350" h="266700">
                  <a:moveTo>
                    <a:pt x="6350" y="7619"/>
                  </a:moveTo>
                  <a:lnTo>
                    <a:pt x="0" y="7619"/>
                  </a:lnTo>
                  <a:lnTo>
                    <a:pt x="0" y="10032"/>
                  </a:lnTo>
                  <a:lnTo>
                    <a:pt x="6350" y="10032"/>
                  </a:lnTo>
                  <a:lnTo>
                    <a:pt x="6350" y="7619"/>
                  </a:lnTo>
                  <a:close/>
                </a:path>
                <a:path w="6350" h="266700">
                  <a:moveTo>
                    <a:pt x="6350" y="3810"/>
                  </a:moveTo>
                  <a:lnTo>
                    <a:pt x="0" y="3810"/>
                  </a:lnTo>
                  <a:lnTo>
                    <a:pt x="0" y="7492"/>
                  </a:lnTo>
                  <a:lnTo>
                    <a:pt x="6350" y="7492"/>
                  </a:lnTo>
                  <a:lnTo>
                    <a:pt x="6350" y="3810"/>
                  </a:lnTo>
                  <a:close/>
                </a:path>
                <a:path w="6350" h="266700">
                  <a:moveTo>
                    <a:pt x="6350" y="1142"/>
                  </a:moveTo>
                  <a:lnTo>
                    <a:pt x="5079" y="1142"/>
                  </a:lnTo>
                  <a:lnTo>
                    <a:pt x="0" y="1269"/>
                  </a:lnTo>
                  <a:lnTo>
                    <a:pt x="0" y="3682"/>
                  </a:lnTo>
                  <a:lnTo>
                    <a:pt x="6350" y="3682"/>
                  </a:lnTo>
                  <a:lnTo>
                    <a:pt x="6350" y="1142"/>
                  </a:lnTo>
                  <a:close/>
                </a:path>
                <a:path w="6350" h="266700">
                  <a:moveTo>
                    <a:pt x="5079" y="0"/>
                  </a:moveTo>
                  <a:lnTo>
                    <a:pt x="0" y="0"/>
                  </a:lnTo>
                  <a:lnTo>
                    <a:pt x="0" y="1142"/>
                  </a:lnTo>
                  <a:lnTo>
                    <a:pt x="5079" y="1142"/>
                  </a:lnTo>
                  <a:lnTo>
                    <a:pt x="5079" y="0"/>
                  </a:lnTo>
                  <a:close/>
                </a:path>
                <a:path w="6350" h="266700">
                  <a:moveTo>
                    <a:pt x="6350" y="106553"/>
                  </a:moveTo>
                  <a:lnTo>
                    <a:pt x="0" y="106553"/>
                  </a:lnTo>
                  <a:lnTo>
                    <a:pt x="0" y="163702"/>
                  </a:lnTo>
                  <a:lnTo>
                    <a:pt x="6350" y="163702"/>
                  </a:lnTo>
                  <a:lnTo>
                    <a:pt x="6350" y="106553"/>
                  </a:lnTo>
                  <a:close/>
                </a:path>
                <a:path w="6350" h="266700">
                  <a:moveTo>
                    <a:pt x="6350" y="163703"/>
                  </a:moveTo>
                  <a:lnTo>
                    <a:pt x="0" y="163703"/>
                  </a:lnTo>
                  <a:lnTo>
                    <a:pt x="0" y="170052"/>
                  </a:lnTo>
                  <a:lnTo>
                    <a:pt x="6350" y="170052"/>
                  </a:lnTo>
                  <a:lnTo>
                    <a:pt x="6350" y="163703"/>
                  </a:lnTo>
                  <a:close/>
                </a:path>
                <a:path w="6350" h="266700">
                  <a:moveTo>
                    <a:pt x="6350" y="264160"/>
                  </a:moveTo>
                  <a:lnTo>
                    <a:pt x="0" y="264160"/>
                  </a:lnTo>
                  <a:lnTo>
                    <a:pt x="0" y="266700"/>
                  </a:lnTo>
                  <a:lnTo>
                    <a:pt x="6350" y="266700"/>
                  </a:lnTo>
                  <a:lnTo>
                    <a:pt x="6350" y="264160"/>
                  </a:lnTo>
                  <a:close/>
                </a:path>
                <a:path w="6350" h="266700">
                  <a:moveTo>
                    <a:pt x="6350" y="261620"/>
                  </a:moveTo>
                  <a:lnTo>
                    <a:pt x="0" y="261620"/>
                  </a:lnTo>
                  <a:lnTo>
                    <a:pt x="0" y="264033"/>
                  </a:lnTo>
                  <a:lnTo>
                    <a:pt x="6350" y="264033"/>
                  </a:lnTo>
                  <a:lnTo>
                    <a:pt x="6350" y="261620"/>
                  </a:lnTo>
                  <a:close/>
                </a:path>
                <a:path w="6350" h="266700">
                  <a:moveTo>
                    <a:pt x="6350" y="257810"/>
                  </a:moveTo>
                  <a:lnTo>
                    <a:pt x="0" y="257810"/>
                  </a:lnTo>
                  <a:lnTo>
                    <a:pt x="0" y="261492"/>
                  </a:lnTo>
                  <a:lnTo>
                    <a:pt x="6350" y="261492"/>
                  </a:lnTo>
                  <a:lnTo>
                    <a:pt x="6350" y="257810"/>
                  </a:lnTo>
                  <a:close/>
                </a:path>
                <a:path w="6350" h="266700">
                  <a:moveTo>
                    <a:pt x="6350" y="255270"/>
                  </a:moveTo>
                  <a:lnTo>
                    <a:pt x="0" y="255270"/>
                  </a:lnTo>
                  <a:lnTo>
                    <a:pt x="0" y="257683"/>
                  </a:lnTo>
                  <a:lnTo>
                    <a:pt x="6350" y="257683"/>
                  </a:lnTo>
                  <a:lnTo>
                    <a:pt x="6350" y="255270"/>
                  </a:lnTo>
                  <a:close/>
                </a:path>
                <a:path w="6350" h="266700">
                  <a:moveTo>
                    <a:pt x="6350" y="251460"/>
                  </a:moveTo>
                  <a:lnTo>
                    <a:pt x="0" y="251460"/>
                  </a:lnTo>
                  <a:lnTo>
                    <a:pt x="0" y="255142"/>
                  </a:lnTo>
                  <a:lnTo>
                    <a:pt x="6350" y="255142"/>
                  </a:lnTo>
                  <a:lnTo>
                    <a:pt x="6350" y="251460"/>
                  </a:lnTo>
                  <a:close/>
                </a:path>
                <a:path w="6350" h="266700">
                  <a:moveTo>
                    <a:pt x="6350" y="248920"/>
                  </a:moveTo>
                  <a:lnTo>
                    <a:pt x="0" y="248920"/>
                  </a:lnTo>
                  <a:lnTo>
                    <a:pt x="0" y="251333"/>
                  </a:lnTo>
                  <a:lnTo>
                    <a:pt x="6350" y="251333"/>
                  </a:lnTo>
                  <a:lnTo>
                    <a:pt x="6350" y="248920"/>
                  </a:lnTo>
                  <a:close/>
                </a:path>
                <a:path w="6350" h="266700">
                  <a:moveTo>
                    <a:pt x="6350" y="245110"/>
                  </a:moveTo>
                  <a:lnTo>
                    <a:pt x="0" y="245110"/>
                  </a:lnTo>
                  <a:lnTo>
                    <a:pt x="0" y="248792"/>
                  </a:lnTo>
                  <a:lnTo>
                    <a:pt x="6350" y="248792"/>
                  </a:lnTo>
                  <a:lnTo>
                    <a:pt x="6350" y="245110"/>
                  </a:lnTo>
                  <a:close/>
                </a:path>
                <a:path w="6350" h="266700">
                  <a:moveTo>
                    <a:pt x="6350" y="242570"/>
                  </a:moveTo>
                  <a:lnTo>
                    <a:pt x="0" y="242570"/>
                  </a:lnTo>
                  <a:lnTo>
                    <a:pt x="0" y="244983"/>
                  </a:lnTo>
                  <a:lnTo>
                    <a:pt x="6350" y="244983"/>
                  </a:lnTo>
                  <a:lnTo>
                    <a:pt x="6350" y="242570"/>
                  </a:lnTo>
                  <a:close/>
                </a:path>
                <a:path w="6350" h="266700">
                  <a:moveTo>
                    <a:pt x="6350" y="238760"/>
                  </a:moveTo>
                  <a:lnTo>
                    <a:pt x="0" y="238760"/>
                  </a:lnTo>
                  <a:lnTo>
                    <a:pt x="0" y="242442"/>
                  </a:lnTo>
                  <a:lnTo>
                    <a:pt x="6350" y="242442"/>
                  </a:lnTo>
                  <a:lnTo>
                    <a:pt x="6350" y="238760"/>
                  </a:lnTo>
                  <a:close/>
                </a:path>
                <a:path w="6350" h="266700">
                  <a:moveTo>
                    <a:pt x="6350" y="236220"/>
                  </a:moveTo>
                  <a:lnTo>
                    <a:pt x="0" y="236220"/>
                  </a:lnTo>
                  <a:lnTo>
                    <a:pt x="0" y="238633"/>
                  </a:lnTo>
                  <a:lnTo>
                    <a:pt x="6350" y="238633"/>
                  </a:lnTo>
                  <a:lnTo>
                    <a:pt x="6350" y="236220"/>
                  </a:lnTo>
                  <a:close/>
                </a:path>
                <a:path w="6350" h="266700">
                  <a:moveTo>
                    <a:pt x="6350" y="232410"/>
                  </a:moveTo>
                  <a:lnTo>
                    <a:pt x="0" y="232410"/>
                  </a:lnTo>
                  <a:lnTo>
                    <a:pt x="0" y="236092"/>
                  </a:lnTo>
                  <a:lnTo>
                    <a:pt x="6350" y="236092"/>
                  </a:lnTo>
                  <a:lnTo>
                    <a:pt x="6350" y="232410"/>
                  </a:lnTo>
                  <a:close/>
                </a:path>
                <a:path w="6350" h="266700">
                  <a:moveTo>
                    <a:pt x="6350" y="229870"/>
                  </a:moveTo>
                  <a:lnTo>
                    <a:pt x="0" y="229870"/>
                  </a:lnTo>
                  <a:lnTo>
                    <a:pt x="0" y="232283"/>
                  </a:lnTo>
                  <a:lnTo>
                    <a:pt x="6350" y="232283"/>
                  </a:lnTo>
                  <a:lnTo>
                    <a:pt x="6350" y="229870"/>
                  </a:lnTo>
                  <a:close/>
                </a:path>
                <a:path w="6350" h="266700">
                  <a:moveTo>
                    <a:pt x="6350" y="226060"/>
                  </a:moveTo>
                  <a:lnTo>
                    <a:pt x="0" y="226060"/>
                  </a:lnTo>
                  <a:lnTo>
                    <a:pt x="0" y="229742"/>
                  </a:lnTo>
                  <a:lnTo>
                    <a:pt x="6350" y="229742"/>
                  </a:lnTo>
                  <a:lnTo>
                    <a:pt x="6350" y="226060"/>
                  </a:lnTo>
                  <a:close/>
                </a:path>
                <a:path w="6350" h="266700">
                  <a:moveTo>
                    <a:pt x="6350" y="223520"/>
                  </a:moveTo>
                  <a:lnTo>
                    <a:pt x="0" y="223520"/>
                  </a:lnTo>
                  <a:lnTo>
                    <a:pt x="0" y="225933"/>
                  </a:lnTo>
                  <a:lnTo>
                    <a:pt x="6350" y="225933"/>
                  </a:lnTo>
                  <a:lnTo>
                    <a:pt x="6350" y="223520"/>
                  </a:lnTo>
                  <a:close/>
                </a:path>
                <a:path w="6350" h="266700">
                  <a:moveTo>
                    <a:pt x="6350" y="219710"/>
                  </a:moveTo>
                  <a:lnTo>
                    <a:pt x="0" y="219710"/>
                  </a:lnTo>
                  <a:lnTo>
                    <a:pt x="0" y="223392"/>
                  </a:lnTo>
                  <a:lnTo>
                    <a:pt x="6350" y="223392"/>
                  </a:lnTo>
                  <a:lnTo>
                    <a:pt x="6350" y="219710"/>
                  </a:lnTo>
                  <a:close/>
                </a:path>
                <a:path w="6350" h="266700">
                  <a:moveTo>
                    <a:pt x="6350" y="217170"/>
                  </a:moveTo>
                  <a:lnTo>
                    <a:pt x="0" y="217170"/>
                  </a:lnTo>
                  <a:lnTo>
                    <a:pt x="0" y="219583"/>
                  </a:lnTo>
                  <a:lnTo>
                    <a:pt x="6350" y="219583"/>
                  </a:lnTo>
                  <a:lnTo>
                    <a:pt x="6350" y="217170"/>
                  </a:lnTo>
                  <a:close/>
                </a:path>
                <a:path w="6350" h="266700">
                  <a:moveTo>
                    <a:pt x="6350" y="213360"/>
                  </a:moveTo>
                  <a:lnTo>
                    <a:pt x="0" y="213360"/>
                  </a:lnTo>
                  <a:lnTo>
                    <a:pt x="0" y="217042"/>
                  </a:lnTo>
                  <a:lnTo>
                    <a:pt x="6350" y="217042"/>
                  </a:lnTo>
                  <a:lnTo>
                    <a:pt x="6350" y="213360"/>
                  </a:lnTo>
                  <a:close/>
                </a:path>
                <a:path w="6350" h="266700">
                  <a:moveTo>
                    <a:pt x="6350" y="210820"/>
                  </a:moveTo>
                  <a:lnTo>
                    <a:pt x="0" y="210820"/>
                  </a:lnTo>
                  <a:lnTo>
                    <a:pt x="0" y="213233"/>
                  </a:lnTo>
                  <a:lnTo>
                    <a:pt x="6350" y="213233"/>
                  </a:lnTo>
                  <a:lnTo>
                    <a:pt x="6350" y="210820"/>
                  </a:lnTo>
                  <a:close/>
                </a:path>
                <a:path w="6350" h="266700">
                  <a:moveTo>
                    <a:pt x="6350" y="207010"/>
                  </a:moveTo>
                  <a:lnTo>
                    <a:pt x="0" y="207010"/>
                  </a:lnTo>
                  <a:lnTo>
                    <a:pt x="0" y="210692"/>
                  </a:lnTo>
                  <a:lnTo>
                    <a:pt x="6350" y="210692"/>
                  </a:lnTo>
                  <a:lnTo>
                    <a:pt x="6350" y="207010"/>
                  </a:lnTo>
                  <a:close/>
                </a:path>
                <a:path w="6350" h="266700">
                  <a:moveTo>
                    <a:pt x="6350" y="204470"/>
                  </a:moveTo>
                  <a:lnTo>
                    <a:pt x="0" y="204470"/>
                  </a:lnTo>
                  <a:lnTo>
                    <a:pt x="0" y="206883"/>
                  </a:lnTo>
                  <a:lnTo>
                    <a:pt x="6350" y="206883"/>
                  </a:lnTo>
                  <a:lnTo>
                    <a:pt x="6350" y="204470"/>
                  </a:lnTo>
                  <a:close/>
                </a:path>
                <a:path w="6350" h="266700">
                  <a:moveTo>
                    <a:pt x="6350" y="200660"/>
                  </a:moveTo>
                  <a:lnTo>
                    <a:pt x="0" y="200660"/>
                  </a:lnTo>
                  <a:lnTo>
                    <a:pt x="0" y="204342"/>
                  </a:lnTo>
                  <a:lnTo>
                    <a:pt x="6350" y="204342"/>
                  </a:lnTo>
                  <a:lnTo>
                    <a:pt x="6350" y="200660"/>
                  </a:lnTo>
                  <a:close/>
                </a:path>
                <a:path w="6350" h="266700">
                  <a:moveTo>
                    <a:pt x="6350" y="198120"/>
                  </a:moveTo>
                  <a:lnTo>
                    <a:pt x="0" y="198120"/>
                  </a:lnTo>
                  <a:lnTo>
                    <a:pt x="0" y="200533"/>
                  </a:lnTo>
                  <a:lnTo>
                    <a:pt x="6350" y="200533"/>
                  </a:lnTo>
                  <a:lnTo>
                    <a:pt x="6350" y="198120"/>
                  </a:lnTo>
                  <a:close/>
                </a:path>
                <a:path w="6350" h="266700">
                  <a:moveTo>
                    <a:pt x="6350" y="194310"/>
                  </a:moveTo>
                  <a:lnTo>
                    <a:pt x="0" y="194310"/>
                  </a:lnTo>
                  <a:lnTo>
                    <a:pt x="0" y="197992"/>
                  </a:lnTo>
                  <a:lnTo>
                    <a:pt x="6350" y="197992"/>
                  </a:lnTo>
                  <a:lnTo>
                    <a:pt x="6350" y="194310"/>
                  </a:lnTo>
                  <a:close/>
                </a:path>
                <a:path w="6350" h="266700">
                  <a:moveTo>
                    <a:pt x="6350" y="191770"/>
                  </a:moveTo>
                  <a:lnTo>
                    <a:pt x="0" y="191770"/>
                  </a:lnTo>
                  <a:lnTo>
                    <a:pt x="0" y="194183"/>
                  </a:lnTo>
                  <a:lnTo>
                    <a:pt x="6350" y="194183"/>
                  </a:lnTo>
                  <a:lnTo>
                    <a:pt x="6350" y="191770"/>
                  </a:lnTo>
                  <a:close/>
                </a:path>
                <a:path w="6350" h="266700">
                  <a:moveTo>
                    <a:pt x="6350" y="187960"/>
                  </a:moveTo>
                  <a:lnTo>
                    <a:pt x="0" y="187960"/>
                  </a:lnTo>
                  <a:lnTo>
                    <a:pt x="0" y="191642"/>
                  </a:lnTo>
                  <a:lnTo>
                    <a:pt x="6350" y="191642"/>
                  </a:lnTo>
                  <a:lnTo>
                    <a:pt x="6350" y="187960"/>
                  </a:lnTo>
                  <a:close/>
                </a:path>
                <a:path w="6350" h="266700">
                  <a:moveTo>
                    <a:pt x="6350" y="185420"/>
                  </a:moveTo>
                  <a:lnTo>
                    <a:pt x="0" y="185420"/>
                  </a:lnTo>
                  <a:lnTo>
                    <a:pt x="0" y="187833"/>
                  </a:lnTo>
                  <a:lnTo>
                    <a:pt x="6350" y="187833"/>
                  </a:lnTo>
                  <a:lnTo>
                    <a:pt x="6350" y="185420"/>
                  </a:lnTo>
                  <a:close/>
                </a:path>
                <a:path w="6350" h="266700">
                  <a:moveTo>
                    <a:pt x="6350" y="181610"/>
                  </a:moveTo>
                  <a:lnTo>
                    <a:pt x="0" y="181610"/>
                  </a:lnTo>
                  <a:lnTo>
                    <a:pt x="0" y="185292"/>
                  </a:lnTo>
                  <a:lnTo>
                    <a:pt x="6350" y="185292"/>
                  </a:lnTo>
                  <a:lnTo>
                    <a:pt x="6350" y="181610"/>
                  </a:lnTo>
                  <a:close/>
                </a:path>
                <a:path w="6350" h="266700">
                  <a:moveTo>
                    <a:pt x="6350" y="179070"/>
                  </a:moveTo>
                  <a:lnTo>
                    <a:pt x="0" y="179070"/>
                  </a:lnTo>
                  <a:lnTo>
                    <a:pt x="0" y="181483"/>
                  </a:lnTo>
                  <a:lnTo>
                    <a:pt x="6350" y="181483"/>
                  </a:lnTo>
                  <a:lnTo>
                    <a:pt x="6350" y="179070"/>
                  </a:lnTo>
                  <a:close/>
                </a:path>
                <a:path w="6350" h="266700">
                  <a:moveTo>
                    <a:pt x="6350" y="175260"/>
                  </a:moveTo>
                  <a:lnTo>
                    <a:pt x="0" y="175260"/>
                  </a:lnTo>
                  <a:lnTo>
                    <a:pt x="0" y="178942"/>
                  </a:lnTo>
                  <a:lnTo>
                    <a:pt x="6350" y="178942"/>
                  </a:lnTo>
                  <a:lnTo>
                    <a:pt x="6350" y="175260"/>
                  </a:lnTo>
                  <a:close/>
                </a:path>
                <a:path w="6350" h="266700">
                  <a:moveTo>
                    <a:pt x="6350" y="172720"/>
                  </a:moveTo>
                  <a:lnTo>
                    <a:pt x="0" y="172720"/>
                  </a:lnTo>
                  <a:lnTo>
                    <a:pt x="0" y="175133"/>
                  </a:lnTo>
                  <a:lnTo>
                    <a:pt x="6350" y="175133"/>
                  </a:lnTo>
                  <a:lnTo>
                    <a:pt x="6350" y="172720"/>
                  </a:lnTo>
                  <a:close/>
                </a:path>
                <a:path w="6350" h="266700">
                  <a:moveTo>
                    <a:pt x="6350" y="170179"/>
                  </a:moveTo>
                  <a:lnTo>
                    <a:pt x="0" y="170179"/>
                  </a:lnTo>
                  <a:lnTo>
                    <a:pt x="0" y="172592"/>
                  </a:lnTo>
                  <a:lnTo>
                    <a:pt x="6350" y="172592"/>
                  </a:lnTo>
                  <a:lnTo>
                    <a:pt x="6350" y="170179"/>
                  </a:lnTo>
                  <a:close/>
                </a:path>
              </a:pathLst>
            </a:custGeom>
            <a:solidFill>
              <a:srgbClr val="3657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17">
              <a:extLst>
                <a:ext uri="{FF2B5EF4-FFF2-40B4-BE49-F238E27FC236}">
                  <a16:creationId xmlns:a16="http://schemas.microsoft.com/office/drawing/2014/main" id="{57A0A81F-9B0F-92A9-3014-98AD56E3C78E}"/>
                </a:ext>
              </a:extLst>
            </p:cNvPr>
            <p:cNvSpPr/>
            <p:nvPr/>
          </p:nvSpPr>
          <p:spPr>
            <a:xfrm>
              <a:off x="8024985" y="2661554"/>
              <a:ext cx="7620" cy="266065"/>
            </a:xfrm>
            <a:custGeom>
              <a:avLst/>
              <a:gdLst/>
              <a:ahLst/>
              <a:cxnLst/>
              <a:rect l="l" t="t" r="r" b="b"/>
              <a:pathLst>
                <a:path w="7620" h="266064">
                  <a:moveTo>
                    <a:pt x="7620" y="95376"/>
                  </a:moveTo>
                  <a:lnTo>
                    <a:pt x="0" y="95376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95376"/>
                  </a:lnTo>
                  <a:close/>
                </a:path>
                <a:path w="7620" h="266064">
                  <a:moveTo>
                    <a:pt x="7620" y="89026"/>
                  </a:moveTo>
                  <a:lnTo>
                    <a:pt x="0" y="89026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89026"/>
                  </a:lnTo>
                  <a:close/>
                </a:path>
                <a:path w="7620" h="266064">
                  <a:moveTo>
                    <a:pt x="762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5217"/>
                  </a:lnTo>
                  <a:close/>
                </a:path>
                <a:path w="7620" h="266064">
                  <a:moveTo>
                    <a:pt x="762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676"/>
                  </a:lnTo>
                  <a:close/>
                </a:path>
                <a:path w="7620" h="266064">
                  <a:moveTo>
                    <a:pt x="762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78867"/>
                  </a:lnTo>
                  <a:close/>
                </a:path>
                <a:path w="7620" h="266064">
                  <a:moveTo>
                    <a:pt x="762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326"/>
                  </a:lnTo>
                  <a:close/>
                </a:path>
                <a:path w="7620" h="266064">
                  <a:moveTo>
                    <a:pt x="762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2517"/>
                  </a:lnTo>
                  <a:close/>
                </a:path>
                <a:path w="7620" h="266064">
                  <a:moveTo>
                    <a:pt x="762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976"/>
                  </a:lnTo>
                  <a:close/>
                </a:path>
                <a:path w="7620" h="266064">
                  <a:moveTo>
                    <a:pt x="762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6167"/>
                  </a:lnTo>
                  <a:close/>
                </a:path>
                <a:path w="7620" h="266064">
                  <a:moveTo>
                    <a:pt x="762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626"/>
                  </a:lnTo>
                  <a:close/>
                </a:path>
                <a:path w="7620" h="266064">
                  <a:moveTo>
                    <a:pt x="762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59817"/>
                  </a:lnTo>
                  <a:close/>
                </a:path>
                <a:path w="7620" h="266064">
                  <a:moveTo>
                    <a:pt x="762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276"/>
                  </a:lnTo>
                  <a:close/>
                </a:path>
                <a:path w="7620" h="266064">
                  <a:moveTo>
                    <a:pt x="762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3467"/>
                  </a:lnTo>
                  <a:close/>
                </a:path>
                <a:path w="7620" h="266064">
                  <a:moveTo>
                    <a:pt x="762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926"/>
                  </a:lnTo>
                  <a:close/>
                </a:path>
                <a:path w="7620" h="266064">
                  <a:moveTo>
                    <a:pt x="762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7117"/>
                  </a:lnTo>
                  <a:close/>
                </a:path>
                <a:path w="7620" h="266064">
                  <a:moveTo>
                    <a:pt x="762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576"/>
                  </a:lnTo>
                  <a:close/>
                </a:path>
                <a:path w="7620" h="266064">
                  <a:moveTo>
                    <a:pt x="762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0767"/>
                  </a:lnTo>
                  <a:close/>
                </a:path>
                <a:path w="7620" h="266064">
                  <a:moveTo>
                    <a:pt x="762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226"/>
                  </a:lnTo>
                  <a:close/>
                </a:path>
                <a:path w="7620" h="266064">
                  <a:moveTo>
                    <a:pt x="762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4417"/>
                  </a:lnTo>
                  <a:close/>
                </a:path>
                <a:path w="7620" h="266064">
                  <a:moveTo>
                    <a:pt x="762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876"/>
                  </a:lnTo>
                  <a:close/>
                </a:path>
                <a:path w="7620" h="266064">
                  <a:moveTo>
                    <a:pt x="762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8067"/>
                  </a:lnTo>
                  <a:close/>
                </a:path>
                <a:path w="7620" h="266064">
                  <a:moveTo>
                    <a:pt x="762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526"/>
                  </a:lnTo>
                  <a:close/>
                </a:path>
                <a:path w="7620" h="266064">
                  <a:moveTo>
                    <a:pt x="762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1717"/>
                  </a:lnTo>
                  <a:close/>
                </a:path>
                <a:path w="7620" h="266064">
                  <a:moveTo>
                    <a:pt x="762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176"/>
                  </a:lnTo>
                  <a:close/>
                </a:path>
                <a:path w="7620" h="266064">
                  <a:moveTo>
                    <a:pt x="762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5367"/>
                  </a:lnTo>
                  <a:close/>
                </a:path>
                <a:path w="7620" h="266064">
                  <a:moveTo>
                    <a:pt x="762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826"/>
                  </a:lnTo>
                  <a:close/>
                </a:path>
                <a:path w="7620" h="266064">
                  <a:moveTo>
                    <a:pt x="762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9017"/>
                  </a:lnTo>
                  <a:close/>
                </a:path>
                <a:path w="7620" h="266064">
                  <a:moveTo>
                    <a:pt x="762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476"/>
                  </a:lnTo>
                  <a:close/>
                </a:path>
                <a:path w="7620" h="266064">
                  <a:moveTo>
                    <a:pt x="762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667"/>
                  </a:lnTo>
                  <a:close/>
                </a:path>
                <a:path w="7620" h="266064">
                  <a:moveTo>
                    <a:pt x="762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20" h="266064">
                  <a:moveTo>
                    <a:pt x="7620" y="105410"/>
                  </a:moveTo>
                  <a:lnTo>
                    <a:pt x="0" y="105410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05410"/>
                  </a:lnTo>
                  <a:close/>
                </a:path>
                <a:path w="7620" h="266064">
                  <a:moveTo>
                    <a:pt x="7620" y="162560"/>
                  </a:moveTo>
                  <a:lnTo>
                    <a:pt x="0" y="162560"/>
                  </a:lnTo>
                  <a:lnTo>
                    <a:pt x="0" y="168910"/>
                  </a:lnTo>
                  <a:lnTo>
                    <a:pt x="7620" y="168910"/>
                  </a:lnTo>
                  <a:lnTo>
                    <a:pt x="7620" y="162560"/>
                  </a:lnTo>
                  <a:close/>
                </a:path>
                <a:path w="7620" h="266064">
                  <a:moveTo>
                    <a:pt x="7620" y="263017"/>
                  </a:moveTo>
                  <a:lnTo>
                    <a:pt x="0" y="263017"/>
                  </a:lnTo>
                  <a:lnTo>
                    <a:pt x="0" y="265557"/>
                  </a:lnTo>
                  <a:lnTo>
                    <a:pt x="1269" y="265557"/>
                  </a:lnTo>
                  <a:lnTo>
                    <a:pt x="1269" y="264160"/>
                  </a:lnTo>
                  <a:lnTo>
                    <a:pt x="7620" y="264160"/>
                  </a:lnTo>
                  <a:lnTo>
                    <a:pt x="7620" y="263017"/>
                  </a:lnTo>
                  <a:close/>
                </a:path>
                <a:path w="7620" h="266064">
                  <a:moveTo>
                    <a:pt x="7620" y="260477"/>
                  </a:moveTo>
                  <a:lnTo>
                    <a:pt x="0" y="260477"/>
                  </a:lnTo>
                  <a:lnTo>
                    <a:pt x="0" y="262890"/>
                  </a:lnTo>
                  <a:lnTo>
                    <a:pt x="7620" y="262890"/>
                  </a:lnTo>
                  <a:lnTo>
                    <a:pt x="7620" y="260477"/>
                  </a:lnTo>
                  <a:close/>
                </a:path>
                <a:path w="7620" h="266064">
                  <a:moveTo>
                    <a:pt x="7620" y="256667"/>
                  </a:moveTo>
                  <a:lnTo>
                    <a:pt x="0" y="256667"/>
                  </a:lnTo>
                  <a:lnTo>
                    <a:pt x="0" y="260350"/>
                  </a:lnTo>
                  <a:lnTo>
                    <a:pt x="7620" y="260350"/>
                  </a:lnTo>
                  <a:lnTo>
                    <a:pt x="7620" y="256667"/>
                  </a:lnTo>
                  <a:close/>
                </a:path>
                <a:path w="7620" h="266064">
                  <a:moveTo>
                    <a:pt x="7620" y="254127"/>
                  </a:moveTo>
                  <a:lnTo>
                    <a:pt x="0" y="254127"/>
                  </a:lnTo>
                  <a:lnTo>
                    <a:pt x="0" y="256540"/>
                  </a:lnTo>
                  <a:lnTo>
                    <a:pt x="7620" y="256540"/>
                  </a:lnTo>
                  <a:lnTo>
                    <a:pt x="7620" y="254127"/>
                  </a:lnTo>
                  <a:close/>
                </a:path>
                <a:path w="7620" h="266064">
                  <a:moveTo>
                    <a:pt x="7620" y="250317"/>
                  </a:moveTo>
                  <a:lnTo>
                    <a:pt x="0" y="250317"/>
                  </a:lnTo>
                  <a:lnTo>
                    <a:pt x="0" y="254000"/>
                  </a:lnTo>
                  <a:lnTo>
                    <a:pt x="7620" y="254000"/>
                  </a:lnTo>
                  <a:lnTo>
                    <a:pt x="7620" y="250317"/>
                  </a:lnTo>
                  <a:close/>
                </a:path>
                <a:path w="7620" h="266064">
                  <a:moveTo>
                    <a:pt x="7620" y="247777"/>
                  </a:moveTo>
                  <a:lnTo>
                    <a:pt x="0" y="247777"/>
                  </a:lnTo>
                  <a:lnTo>
                    <a:pt x="0" y="250190"/>
                  </a:lnTo>
                  <a:lnTo>
                    <a:pt x="7620" y="250190"/>
                  </a:lnTo>
                  <a:lnTo>
                    <a:pt x="7620" y="247777"/>
                  </a:lnTo>
                  <a:close/>
                </a:path>
                <a:path w="7620" h="266064">
                  <a:moveTo>
                    <a:pt x="7620" y="243967"/>
                  </a:moveTo>
                  <a:lnTo>
                    <a:pt x="0" y="243967"/>
                  </a:lnTo>
                  <a:lnTo>
                    <a:pt x="0" y="247650"/>
                  </a:lnTo>
                  <a:lnTo>
                    <a:pt x="7620" y="247650"/>
                  </a:lnTo>
                  <a:lnTo>
                    <a:pt x="7620" y="243967"/>
                  </a:lnTo>
                  <a:close/>
                </a:path>
                <a:path w="7620" h="266064">
                  <a:moveTo>
                    <a:pt x="7620" y="241427"/>
                  </a:moveTo>
                  <a:lnTo>
                    <a:pt x="0" y="241427"/>
                  </a:lnTo>
                  <a:lnTo>
                    <a:pt x="0" y="243840"/>
                  </a:lnTo>
                  <a:lnTo>
                    <a:pt x="7620" y="243840"/>
                  </a:lnTo>
                  <a:lnTo>
                    <a:pt x="7620" y="241427"/>
                  </a:lnTo>
                  <a:close/>
                </a:path>
                <a:path w="7620" h="266064">
                  <a:moveTo>
                    <a:pt x="7620" y="237617"/>
                  </a:moveTo>
                  <a:lnTo>
                    <a:pt x="0" y="237617"/>
                  </a:lnTo>
                  <a:lnTo>
                    <a:pt x="0" y="241300"/>
                  </a:lnTo>
                  <a:lnTo>
                    <a:pt x="7620" y="241300"/>
                  </a:lnTo>
                  <a:lnTo>
                    <a:pt x="7620" y="237617"/>
                  </a:lnTo>
                  <a:close/>
                </a:path>
                <a:path w="7620" h="266064">
                  <a:moveTo>
                    <a:pt x="7620" y="235077"/>
                  </a:moveTo>
                  <a:lnTo>
                    <a:pt x="0" y="235077"/>
                  </a:lnTo>
                  <a:lnTo>
                    <a:pt x="0" y="237490"/>
                  </a:lnTo>
                  <a:lnTo>
                    <a:pt x="7620" y="237490"/>
                  </a:lnTo>
                  <a:lnTo>
                    <a:pt x="7620" y="235077"/>
                  </a:lnTo>
                  <a:close/>
                </a:path>
                <a:path w="7620" h="266064">
                  <a:moveTo>
                    <a:pt x="7620" y="231267"/>
                  </a:moveTo>
                  <a:lnTo>
                    <a:pt x="0" y="231267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31267"/>
                  </a:lnTo>
                  <a:close/>
                </a:path>
                <a:path w="7620" h="266064">
                  <a:moveTo>
                    <a:pt x="7620" y="228727"/>
                  </a:moveTo>
                  <a:lnTo>
                    <a:pt x="0" y="228727"/>
                  </a:lnTo>
                  <a:lnTo>
                    <a:pt x="0" y="231140"/>
                  </a:lnTo>
                  <a:lnTo>
                    <a:pt x="7620" y="231140"/>
                  </a:lnTo>
                  <a:lnTo>
                    <a:pt x="7620" y="228727"/>
                  </a:lnTo>
                  <a:close/>
                </a:path>
                <a:path w="7620" h="266064">
                  <a:moveTo>
                    <a:pt x="7620" y="224917"/>
                  </a:moveTo>
                  <a:lnTo>
                    <a:pt x="0" y="224917"/>
                  </a:lnTo>
                  <a:lnTo>
                    <a:pt x="0" y="228600"/>
                  </a:lnTo>
                  <a:lnTo>
                    <a:pt x="7620" y="228600"/>
                  </a:lnTo>
                  <a:lnTo>
                    <a:pt x="7620" y="224917"/>
                  </a:lnTo>
                  <a:close/>
                </a:path>
                <a:path w="7620" h="266064">
                  <a:moveTo>
                    <a:pt x="7620" y="222377"/>
                  </a:moveTo>
                  <a:lnTo>
                    <a:pt x="0" y="222377"/>
                  </a:lnTo>
                  <a:lnTo>
                    <a:pt x="0" y="224790"/>
                  </a:lnTo>
                  <a:lnTo>
                    <a:pt x="7620" y="224790"/>
                  </a:lnTo>
                  <a:lnTo>
                    <a:pt x="7620" y="222377"/>
                  </a:lnTo>
                  <a:close/>
                </a:path>
                <a:path w="7620" h="266064">
                  <a:moveTo>
                    <a:pt x="7620" y="218567"/>
                  </a:moveTo>
                  <a:lnTo>
                    <a:pt x="0" y="218567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8567"/>
                  </a:lnTo>
                  <a:close/>
                </a:path>
                <a:path w="7620" h="266064">
                  <a:moveTo>
                    <a:pt x="7620" y="216027"/>
                  </a:moveTo>
                  <a:lnTo>
                    <a:pt x="0" y="216027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6027"/>
                  </a:lnTo>
                  <a:close/>
                </a:path>
                <a:path w="7620" h="266064">
                  <a:moveTo>
                    <a:pt x="7620" y="212217"/>
                  </a:moveTo>
                  <a:lnTo>
                    <a:pt x="0" y="212217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2217"/>
                  </a:lnTo>
                  <a:close/>
                </a:path>
                <a:path w="7620" h="266064">
                  <a:moveTo>
                    <a:pt x="7620" y="209677"/>
                  </a:moveTo>
                  <a:lnTo>
                    <a:pt x="0" y="209677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09677"/>
                  </a:lnTo>
                  <a:close/>
                </a:path>
                <a:path w="7620" h="266064">
                  <a:moveTo>
                    <a:pt x="7620" y="205867"/>
                  </a:moveTo>
                  <a:lnTo>
                    <a:pt x="0" y="205867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5867"/>
                  </a:lnTo>
                  <a:close/>
                </a:path>
                <a:path w="7620" h="266064">
                  <a:moveTo>
                    <a:pt x="7620" y="203327"/>
                  </a:moveTo>
                  <a:lnTo>
                    <a:pt x="0" y="203327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3327"/>
                  </a:lnTo>
                  <a:close/>
                </a:path>
                <a:path w="7620" h="266064">
                  <a:moveTo>
                    <a:pt x="7620" y="199517"/>
                  </a:moveTo>
                  <a:lnTo>
                    <a:pt x="0" y="199517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199517"/>
                  </a:lnTo>
                  <a:close/>
                </a:path>
                <a:path w="7620" h="266064">
                  <a:moveTo>
                    <a:pt x="7620" y="196977"/>
                  </a:moveTo>
                  <a:lnTo>
                    <a:pt x="0" y="196977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6977"/>
                  </a:lnTo>
                  <a:close/>
                </a:path>
                <a:path w="7620" h="266064">
                  <a:moveTo>
                    <a:pt x="7620" y="193167"/>
                  </a:moveTo>
                  <a:lnTo>
                    <a:pt x="0" y="193167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3167"/>
                  </a:lnTo>
                  <a:close/>
                </a:path>
                <a:path w="7620" h="266064">
                  <a:moveTo>
                    <a:pt x="7620" y="190627"/>
                  </a:moveTo>
                  <a:lnTo>
                    <a:pt x="0" y="190627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0627"/>
                  </a:lnTo>
                  <a:close/>
                </a:path>
                <a:path w="7620" h="266064">
                  <a:moveTo>
                    <a:pt x="7620" y="186817"/>
                  </a:moveTo>
                  <a:lnTo>
                    <a:pt x="0" y="186817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6817"/>
                  </a:lnTo>
                  <a:close/>
                </a:path>
                <a:path w="7620" h="266064">
                  <a:moveTo>
                    <a:pt x="7620" y="184277"/>
                  </a:moveTo>
                  <a:lnTo>
                    <a:pt x="0" y="184277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4277"/>
                  </a:lnTo>
                  <a:close/>
                </a:path>
                <a:path w="7620" h="266064">
                  <a:moveTo>
                    <a:pt x="7620" y="180467"/>
                  </a:moveTo>
                  <a:lnTo>
                    <a:pt x="0" y="180467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0467"/>
                  </a:lnTo>
                  <a:close/>
                </a:path>
                <a:path w="7620" h="266064">
                  <a:moveTo>
                    <a:pt x="762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927"/>
                  </a:lnTo>
                  <a:close/>
                </a:path>
                <a:path w="7620" h="266064">
                  <a:moveTo>
                    <a:pt x="7620" y="174117"/>
                  </a:moveTo>
                  <a:lnTo>
                    <a:pt x="0" y="174117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4117"/>
                  </a:lnTo>
                  <a:close/>
                </a:path>
                <a:path w="7620" h="266064">
                  <a:moveTo>
                    <a:pt x="7620" y="171577"/>
                  </a:moveTo>
                  <a:lnTo>
                    <a:pt x="0" y="171577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1577"/>
                  </a:lnTo>
                  <a:close/>
                </a:path>
                <a:path w="7620" h="266064">
                  <a:moveTo>
                    <a:pt x="7620" y="169037"/>
                  </a:moveTo>
                  <a:lnTo>
                    <a:pt x="0" y="169037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9037"/>
                  </a:lnTo>
                  <a:close/>
                </a:path>
              </a:pathLst>
            </a:custGeom>
            <a:solidFill>
              <a:srgbClr val="3759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18">
              <a:extLst>
                <a:ext uri="{FF2B5EF4-FFF2-40B4-BE49-F238E27FC236}">
                  <a16:creationId xmlns:a16="http://schemas.microsoft.com/office/drawing/2014/main" id="{5F321232-7518-90C2-7BAD-923312327C1E}"/>
                </a:ext>
              </a:extLst>
            </p:cNvPr>
            <p:cNvSpPr/>
            <p:nvPr/>
          </p:nvSpPr>
          <p:spPr>
            <a:xfrm>
              <a:off x="8032605" y="2661554"/>
              <a:ext cx="7620" cy="264160"/>
            </a:xfrm>
            <a:custGeom>
              <a:avLst/>
              <a:gdLst/>
              <a:ahLst/>
              <a:cxnLst/>
              <a:rect l="l" t="t" r="r" b="b"/>
              <a:pathLst>
                <a:path w="7620" h="264160">
                  <a:moveTo>
                    <a:pt x="7619" y="95376"/>
                  </a:moveTo>
                  <a:lnTo>
                    <a:pt x="0" y="95376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95376"/>
                  </a:lnTo>
                  <a:close/>
                </a:path>
                <a:path w="7620" h="264160">
                  <a:moveTo>
                    <a:pt x="7619" y="89026"/>
                  </a:moveTo>
                  <a:lnTo>
                    <a:pt x="0" y="89026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89026"/>
                  </a:lnTo>
                  <a:close/>
                </a:path>
                <a:path w="7620" h="264160">
                  <a:moveTo>
                    <a:pt x="7619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5217"/>
                  </a:lnTo>
                  <a:close/>
                </a:path>
                <a:path w="7620" h="264160">
                  <a:moveTo>
                    <a:pt x="7619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2676"/>
                  </a:lnTo>
                  <a:close/>
                </a:path>
                <a:path w="7620" h="264160">
                  <a:moveTo>
                    <a:pt x="7619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78867"/>
                  </a:lnTo>
                  <a:close/>
                </a:path>
                <a:path w="7620" h="264160">
                  <a:moveTo>
                    <a:pt x="7619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6326"/>
                  </a:lnTo>
                  <a:close/>
                </a:path>
                <a:path w="7620" h="264160">
                  <a:moveTo>
                    <a:pt x="7619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2517"/>
                  </a:lnTo>
                  <a:close/>
                </a:path>
                <a:path w="7620" h="264160">
                  <a:moveTo>
                    <a:pt x="7619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9976"/>
                  </a:lnTo>
                  <a:close/>
                </a:path>
                <a:path w="7620" h="264160">
                  <a:moveTo>
                    <a:pt x="7619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6167"/>
                  </a:lnTo>
                  <a:close/>
                </a:path>
                <a:path w="7620" h="264160">
                  <a:moveTo>
                    <a:pt x="7619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3626"/>
                  </a:lnTo>
                  <a:close/>
                </a:path>
                <a:path w="7620" h="264160">
                  <a:moveTo>
                    <a:pt x="7619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59817"/>
                  </a:lnTo>
                  <a:close/>
                </a:path>
                <a:path w="7620" h="264160">
                  <a:moveTo>
                    <a:pt x="7619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7276"/>
                  </a:lnTo>
                  <a:close/>
                </a:path>
                <a:path w="7620" h="264160">
                  <a:moveTo>
                    <a:pt x="7619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3467"/>
                  </a:lnTo>
                  <a:close/>
                </a:path>
                <a:path w="7620" h="264160">
                  <a:moveTo>
                    <a:pt x="7619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0926"/>
                  </a:lnTo>
                  <a:close/>
                </a:path>
                <a:path w="7620" h="264160">
                  <a:moveTo>
                    <a:pt x="7619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7117"/>
                  </a:lnTo>
                  <a:close/>
                </a:path>
                <a:path w="7620" h="264160">
                  <a:moveTo>
                    <a:pt x="7619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4576"/>
                  </a:lnTo>
                  <a:close/>
                </a:path>
                <a:path w="7620" h="264160">
                  <a:moveTo>
                    <a:pt x="7619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0767"/>
                  </a:lnTo>
                  <a:close/>
                </a:path>
                <a:path w="7620" h="264160">
                  <a:moveTo>
                    <a:pt x="7619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8226"/>
                  </a:lnTo>
                  <a:close/>
                </a:path>
                <a:path w="7620" h="264160">
                  <a:moveTo>
                    <a:pt x="7619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4417"/>
                  </a:lnTo>
                  <a:close/>
                </a:path>
                <a:path w="7620" h="264160">
                  <a:moveTo>
                    <a:pt x="7619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1876"/>
                  </a:lnTo>
                  <a:close/>
                </a:path>
                <a:path w="7620" h="264160">
                  <a:moveTo>
                    <a:pt x="7619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8067"/>
                  </a:lnTo>
                  <a:close/>
                </a:path>
                <a:path w="7620" h="264160">
                  <a:moveTo>
                    <a:pt x="7619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5526"/>
                  </a:lnTo>
                  <a:close/>
                </a:path>
                <a:path w="7620" h="264160">
                  <a:moveTo>
                    <a:pt x="7619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1717"/>
                  </a:lnTo>
                  <a:close/>
                </a:path>
                <a:path w="7620" h="264160">
                  <a:moveTo>
                    <a:pt x="7619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176"/>
                  </a:lnTo>
                  <a:close/>
                </a:path>
                <a:path w="7620" h="264160">
                  <a:moveTo>
                    <a:pt x="7619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5367"/>
                  </a:lnTo>
                  <a:close/>
                </a:path>
                <a:path w="7620" h="264160">
                  <a:moveTo>
                    <a:pt x="7619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826"/>
                  </a:lnTo>
                  <a:close/>
                </a:path>
                <a:path w="7620" h="264160">
                  <a:moveTo>
                    <a:pt x="7619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9017"/>
                  </a:lnTo>
                  <a:close/>
                </a:path>
                <a:path w="7620" h="264160">
                  <a:moveTo>
                    <a:pt x="7619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6476"/>
                  </a:lnTo>
                  <a:close/>
                </a:path>
                <a:path w="7620" h="264160">
                  <a:moveTo>
                    <a:pt x="7619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2667"/>
                  </a:lnTo>
                  <a:close/>
                </a:path>
                <a:path w="7620" h="264160">
                  <a:moveTo>
                    <a:pt x="761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20" h="264160">
                  <a:moveTo>
                    <a:pt x="7619" y="105410"/>
                  </a:moveTo>
                  <a:lnTo>
                    <a:pt x="0" y="10541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05410"/>
                  </a:lnTo>
                  <a:close/>
                </a:path>
                <a:path w="7620" h="264160">
                  <a:moveTo>
                    <a:pt x="7619" y="162560"/>
                  </a:moveTo>
                  <a:lnTo>
                    <a:pt x="0" y="162560"/>
                  </a:lnTo>
                  <a:lnTo>
                    <a:pt x="0" y="168910"/>
                  </a:lnTo>
                  <a:lnTo>
                    <a:pt x="7619" y="168910"/>
                  </a:lnTo>
                  <a:lnTo>
                    <a:pt x="7619" y="162560"/>
                  </a:lnTo>
                  <a:close/>
                </a:path>
                <a:path w="7620" h="264160">
                  <a:moveTo>
                    <a:pt x="3809" y="263017"/>
                  </a:moveTo>
                  <a:lnTo>
                    <a:pt x="0" y="263017"/>
                  </a:lnTo>
                  <a:lnTo>
                    <a:pt x="0" y="264160"/>
                  </a:lnTo>
                  <a:lnTo>
                    <a:pt x="3809" y="264160"/>
                  </a:lnTo>
                  <a:lnTo>
                    <a:pt x="3809" y="263017"/>
                  </a:lnTo>
                  <a:close/>
                </a:path>
                <a:path w="7620" h="264160">
                  <a:moveTo>
                    <a:pt x="7619" y="260477"/>
                  </a:moveTo>
                  <a:lnTo>
                    <a:pt x="0" y="260477"/>
                  </a:lnTo>
                  <a:lnTo>
                    <a:pt x="0" y="262890"/>
                  </a:lnTo>
                  <a:lnTo>
                    <a:pt x="3809" y="262890"/>
                  </a:lnTo>
                  <a:lnTo>
                    <a:pt x="7619" y="263017"/>
                  </a:lnTo>
                  <a:lnTo>
                    <a:pt x="7619" y="260477"/>
                  </a:lnTo>
                  <a:close/>
                </a:path>
                <a:path w="7620" h="264160">
                  <a:moveTo>
                    <a:pt x="7619" y="256667"/>
                  </a:moveTo>
                  <a:lnTo>
                    <a:pt x="0" y="256667"/>
                  </a:lnTo>
                  <a:lnTo>
                    <a:pt x="0" y="260350"/>
                  </a:lnTo>
                  <a:lnTo>
                    <a:pt x="7619" y="260350"/>
                  </a:lnTo>
                  <a:lnTo>
                    <a:pt x="7619" y="256667"/>
                  </a:lnTo>
                  <a:close/>
                </a:path>
                <a:path w="7620" h="264160">
                  <a:moveTo>
                    <a:pt x="7619" y="254127"/>
                  </a:moveTo>
                  <a:lnTo>
                    <a:pt x="0" y="254127"/>
                  </a:lnTo>
                  <a:lnTo>
                    <a:pt x="0" y="256540"/>
                  </a:lnTo>
                  <a:lnTo>
                    <a:pt x="7619" y="256540"/>
                  </a:lnTo>
                  <a:lnTo>
                    <a:pt x="7619" y="254127"/>
                  </a:lnTo>
                  <a:close/>
                </a:path>
                <a:path w="7620" h="264160">
                  <a:moveTo>
                    <a:pt x="7619" y="250317"/>
                  </a:moveTo>
                  <a:lnTo>
                    <a:pt x="0" y="250317"/>
                  </a:lnTo>
                  <a:lnTo>
                    <a:pt x="0" y="254000"/>
                  </a:lnTo>
                  <a:lnTo>
                    <a:pt x="7619" y="254000"/>
                  </a:lnTo>
                  <a:lnTo>
                    <a:pt x="7619" y="250317"/>
                  </a:lnTo>
                  <a:close/>
                </a:path>
                <a:path w="7620" h="264160">
                  <a:moveTo>
                    <a:pt x="7619" y="247777"/>
                  </a:moveTo>
                  <a:lnTo>
                    <a:pt x="0" y="247777"/>
                  </a:lnTo>
                  <a:lnTo>
                    <a:pt x="0" y="250190"/>
                  </a:lnTo>
                  <a:lnTo>
                    <a:pt x="7619" y="250190"/>
                  </a:lnTo>
                  <a:lnTo>
                    <a:pt x="7619" y="247777"/>
                  </a:lnTo>
                  <a:close/>
                </a:path>
                <a:path w="7620" h="264160">
                  <a:moveTo>
                    <a:pt x="7619" y="243967"/>
                  </a:moveTo>
                  <a:lnTo>
                    <a:pt x="0" y="243967"/>
                  </a:lnTo>
                  <a:lnTo>
                    <a:pt x="0" y="247650"/>
                  </a:lnTo>
                  <a:lnTo>
                    <a:pt x="7619" y="247650"/>
                  </a:lnTo>
                  <a:lnTo>
                    <a:pt x="7619" y="243967"/>
                  </a:lnTo>
                  <a:close/>
                </a:path>
                <a:path w="7620" h="264160">
                  <a:moveTo>
                    <a:pt x="7619" y="241427"/>
                  </a:moveTo>
                  <a:lnTo>
                    <a:pt x="0" y="241427"/>
                  </a:lnTo>
                  <a:lnTo>
                    <a:pt x="0" y="243840"/>
                  </a:lnTo>
                  <a:lnTo>
                    <a:pt x="7619" y="243840"/>
                  </a:lnTo>
                  <a:lnTo>
                    <a:pt x="7619" y="241427"/>
                  </a:lnTo>
                  <a:close/>
                </a:path>
                <a:path w="7620" h="264160">
                  <a:moveTo>
                    <a:pt x="7619" y="237617"/>
                  </a:moveTo>
                  <a:lnTo>
                    <a:pt x="0" y="237617"/>
                  </a:lnTo>
                  <a:lnTo>
                    <a:pt x="0" y="241300"/>
                  </a:lnTo>
                  <a:lnTo>
                    <a:pt x="7619" y="241300"/>
                  </a:lnTo>
                  <a:lnTo>
                    <a:pt x="7619" y="237617"/>
                  </a:lnTo>
                  <a:close/>
                </a:path>
                <a:path w="7620" h="264160">
                  <a:moveTo>
                    <a:pt x="7619" y="235077"/>
                  </a:moveTo>
                  <a:lnTo>
                    <a:pt x="0" y="235077"/>
                  </a:lnTo>
                  <a:lnTo>
                    <a:pt x="0" y="237490"/>
                  </a:lnTo>
                  <a:lnTo>
                    <a:pt x="7619" y="237490"/>
                  </a:lnTo>
                  <a:lnTo>
                    <a:pt x="7619" y="235077"/>
                  </a:lnTo>
                  <a:close/>
                </a:path>
                <a:path w="7620" h="264160">
                  <a:moveTo>
                    <a:pt x="7619" y="231267"/>
                  </a:moveTo>
                  <a:lnTo>
                    <a:pt x="0" y="231267"/>
                  </a:lnTo>
                  <a:lnTo>
                    <a:pt x="0" y="234950"/>
                  </a:lnTo>
                  <a:lnTo>
                    <a:pt x="7619" y="234950"/>
                  </a:lnTo>
                  <a:lnTo>
                    <a:pt x="7619" y="231267"/>
                  </a:lnTo>
                  <a:close/>
                </a:path>
                <a:path w="7620" h="264160">
                  <a:moveTo>
                    <a:pt x="7619" y="228727"/>
                  </a:moveTo>
                  <a:lnTo>
                    <a:pt x="0" y="228727"/>
                  </a:lnTo>
                  <a:lnTo>
                    <a:pt x="0" y="231140"/>
                  </a:lnTo>
                  <a:lnTo>
                    <a:pt x="7619" y="231140"/>
                  </a:lnTo>
                  <a:lnTo>
                    <a:pt x="7619" y="228727"/>
                  </a:lnTo>
                  <a:close/>
                </a:path>
                <a:path w="7620" h="264160">
                  <a:moveTo>
                    <a:pt x="7619" y="224917"/>
                  </a:moveTo>
                  <a:lnTo>
                    <a:pt x="0" y="224917"/>
                  </a:lnTo>
                  <a:lnTo>
                    <a:pt x="0" y="228600"/>
                  </a:lnTo>
                  <a:lnTo>
                    <a:pt x="7619" y="228600"/>
                  </a:lnTo>
                  <a:lnTo>
                    <a:pt x="7619" y="224917"/>
                  </a:lnTo>
                  <a:close/>
                </a:path>
                <a:path w="7620" h="264160">
                  <a:moveTo>
                    <a:pt x="7619" y="222377"/>
                  </a:moveTo>
                  <a:lnTo>
                    <a:pt x="0" y="222377"/>
                  </a:lnTo>
                  <a:lnTo>
                    <a:pt x="0" y="224790"/>
                  </a:lnTo>
                  <a:lnTo>
                    <a:pt x="7619" y="224790"/>
                  </a:lnTo>
                  <a:lnTo>
                    <a:pt x="7619" y="222377"/>
                  </a:lnTo>
                  <a:close/>
                </a:path>
                <a:path w="7620" h="264160">
                  <a:moveTo>
                    <a:pt x="7619" y="218567"/>
                  </a:moveTo>
                  <a:lnTo>
                    <a:pt x="0" y="218567"/>
                  </a:lnTo>
                  <a:lnTo>
                    <a:pt x="0" y="222250"/>
                  </a:lnTo>
                  <a:lnTo>
                    <a:pt x="7619" y="222250"/>
                  </a:lnTo>
                  <a:lnTo>
                    <a:pt x="7619" y="218567"/>
                  </a:lnTo>
                  <a:close/>
                </a:path>
                <a:path w="7620" h="264160">
                  <a:moveTo>
                    <a:pt x="7619" y="216027"/>
                  </a:moveTo>
                  <a:lnTo>
                    <a:pt x="0" y="216027"/>
                  </a:lnTo>
                  <a:lnTo>
                    <a:pt x="0" y="218440"/>
                  </a:lnTo>
                  <a:lnTo>
                    <a:pt x="7619" y="218440"/>
                  </a:lnTo>
                  <a:lnTo>
                    <a:pt x="7619" y="216027"/>
                  </a:lnTo>
                  <a:close/>
                </a:path>
                <a:path w="7620" h="264160">
                  <a:moveTo>
                    <a:pt x="7619" y="212217"/>
                  </a:moveTo>
                  <a:lnTo>
                    <a:pt x="0" y="212217"/>
                  </a:lnTo>
                  <a:lnTo>
                    <a:pt x="0" y="215900"/>
                  </a:lnTo>
                  <a:lnTo>
                    <a:pt x="7619" y="215900"/>
                  </a:lnTo>
                  <a:lnTo>
                    <a:pt x="7619" y="212217"/>
                  </a:lnTo>
                  <a:close/>
                </a:path>
                <a:path w="7620" h="264160">
                  <a:moveTo>
                    <a:pt x="7619" y="209677"/>
                  </a:moveTo>
                  <a:lnTo>
                    <a:pt x="0" y="209677"/>
                  </a:lnTo>
                  <a:lnTo>
                    <a:pt x="0" y="212090"/>
                  </a:lnTo>
                  <a:lnTo>
                    <a:pt x="7619" y="212090"/>
                  </a:lnTo>
                  <a:lnTo>
                    <a:pt x="7619" y="209677"/>
                  </a:lnTo>
                  <a:close/>
                </a:path>
                <a:path w="7620" h="264160">
                  <a:moveTo>
                    <a:pt x="7619" y="205867"/>
                  </a:moveTo>
                  <a:lnTo>
                    <a:pt x="0" y="205867"/>
                  </a:lnTo>
                  <a:lnTo>
                    <a:pt x="0" y="209550"/>
                  </a:lnTo>
                  <a:lnTo>
                    <a:pt x="7619" y="209550"/>
                  </a:lnTo>
                  <a:lnTo>
                    <a:pt x="7619" y="205867"/>
                  </a:lnTo>
                  <a:close/>
                </a:path>
                <a:path w="7620" h="264160">
                  <a:moveTo>
                    <a:pt x="7619" y="203327"/>
                  </a:moveTo>
                  <a:lnTo>
                    <a:pt x="0" y="203327"/>
                  </a:lnTo>
                  <a:lnTo>
                    <a:pt x="0" y="205740"/>
                  </a:lnTo>
                  <a:lnTo>
                    <a:pt x="7619" y="205740"/>
                  </a:lnTo>
                  <a:lnTo>
                    <a:pt x="7619" y="203327"/>
                  </a:lnTo>
                  <a:close/>
                </a:path>
                <a:path w="7620" h="264160">
                  <a:moveTo>
                    <a:pt x="7619" y="199517"/>
                  </a:moveTo>
                  <a:lnTo>
                    <a:pt x="0" y="199517"/>
                  </a:lnTo>
                  <a:lnTo>
                    <a:pt x="0" y="203200"/>
                  </a:lnTo>
                  <a:lnTo>
                    <a:pt x="7619" y="203200"/>
                  </a:lnTo>
                  <a:lnTo>
                    <a:pt x="7619" y="199517"/>
                  </a:lnTo>
                  <a:close/>
                </a:path>
                <a:path w="7620" h="264160">
                  <a:moveTo>
                    <a:pt x="7619" y="196977"/>
                  </a:moveTo>
                  <a:lnTo>
                    <a:pt x="0" y="196977"/>
                  </a:lnTo>
                  <a:lnTo>
                    <a:pt x="0" y="199390"/>
                  </a:lnTo>
                  <a:lnTo>
                    <a:pt x="7619" y="199390"/>
                  </a:lnTo>
                  <a:lnTo>
                    <a:pt x="7619" y="196977"/>
                  </a:lnTo>
                  <a:close/>
                </a:path>
                <a:path w="7620" h="264160">
                  <a:moveTo>
                    <a:pt x="7619" y="193167"/>
                  </a:moveTo>
                  <a:lnTo>
                    <a:pt x="0" y="193167"/>
                  </a:lnTo>
                  <a:lnTo>
                    <a:pt x="0" y="196850"/>
                  </a:lnTo>
                  <a:lnTo>
                    <a:pt x="7619" y="196850"/>
                  </a:lnTo>
                  <a:lnTo>
                    <a:pt x="7619" y="193167"/>
                  </a:lnTo>
                  <a:close/>
                </a:path>
                <a:path w="7620" h="264160">
                  <a:moveTo>
                    <a:pt x="7619" y="190627"/>
                  </a:moveTo>
                  <a:lnTo>
                    <a:pt x="0" y="190627"/>
                  </a:lnTo>
                  <a:lnTo>
                    <a:pt x="0" y="193040"/>
                  </a:lnTo>
                  <a:lnTo>
                    <a:pt x="7619" y="193040"/>
                  </a:lnTo>
                  <a:lnTo>
                    <a:pt x="7619" y="190627"/>
                  </a:lnTo>
                  <a:close/>
                </a:path>
                <a:path w="7620" h="264160">
                  <a:moveTo>
                    <a:pt x="7619" y="186817"/>
                  </a:moveTo>
                  <a:lnTo>
                    <a:pt x="0" y="186817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86817"/>
                  </a:lnTo>
                  <a:close/>
                </a:path>
                <a:path w="7620" h="264160">
                  <a:moveTo>
                    <a:pt x="7619" y="184277"/>
                  </a:moveTo>
                  <a:lnTo>
                    <a:pt x="0" y="184277"/>
                  </a:lnTo>
                  <a:lnTo>
                    <a:pt x="0" y="186690"/>
                  </a:lnTo>
                  <a:lnTo>
                    <a:pt x="7619" y="186690"/>
                  </a:lnTo>
                  <a:lnTo>
                    <a:pt x="7619" y="184277"/>
                  </a:lnTo>
                  <a:close/>
                </a:path>
                <a:path w="7620" h="264160">
                  <a:moveTo>
                    <a:pt x="7619" y="180467"/>
                  </a:moveTo>
                  <a:lnTo>
                    <a:pt x="0" y="180467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0467"/>
                  </a:lnTo>
                  <a:close/>
                </a:path>
                <a:path w="7620" h="264160">
                  <a:moveTo>
                    <a:pt x="7619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7619" y="180340"/>
                  </a:lnTo>
                  <a:lnTo>
                    <a:pt x="7619" y="177927"/>
                  </a:lnTo>
                  <a:close/>
                </a:path>
                <a:path w="7620" h="264160">
                  <a:moveTo>
                    <a:pt x="7619" y="174117"/>
                  </a:moveTo>
                  <a:lnTo>
                    <a:pt x="0" y="174117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4117"/>
                  </a:lnTo>
                  <a:close/>
                </a:path>
                <a:path w="7620" h="264160">
                  <a:moveTo>
                    <a:pt x="7619" y="171577"/>
                  </a:moveTo>
                  <a:lnTo>
                    <a:pt x="0" y="171577"/>
                  </a:lnTo>
                  <a:lnTo>
                    <a:pt x="0" y="173990"/>
                  </a:lnTo>
                  <a:lnTo>
                    <a:pt x="7619" y="173990"/>
                  </a:lnTo>
                  <a:lnTo>
                    <a:pt x="7619" y="171577"/>
                  </a:lnTo>
                  <a:close/>
                </a:path>
                <a:path w="7620" h="264160">
                  <a:moveTo>
                    <a:pt x="7619" y="169037"/>
                  </a:moveTo>
                  <a:lnTo>
                    <a:pt x="0" y="169037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9037"/>
                  </a:lnTo>
                  <a:close/>
                </a:path>
              </a:pathLst>
            </a:custGeom>
            <a:solidFill>
              <a:srgbClr val="385A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19">
              <a:extLst>
                <a:ext uri="{FF2B5EF4-FFF2-40B4-BE49-F238E27FC236}">
                  <a16:creationId xmlns:a16="http://schemas.microsoft.com/office/drawing/2014/main" id="{CEDDF831-3D8C-62D6-3A3C-A2E5A36510DD}"/>
                </a:ext>
              </a:extLst>
            </p:cNvPr>
            <p:cNvSpPr/>
            <p:nvPr/>
          </p:nvSpPr>
          <p:spPr>
            <a:xfrm>
              <a:off x="8040224" y="2661554"/>
              <a:ext cx="6350" cy="263525"/>
            </a:xfrm>
            <a:custGeom>
              <a:avLst/>
              <a:gdLst/>
              <a:ahLst/>
              <a:cxnLst/>
              <a:rect l="l" t="t" r="r" b="b"/>
              <a:pathLst>
                <a:path w="6350" h="263525">
                  <a:moveTo>
                    <a:pt x="6350" y="95376"/>
                  </a:moveTo>
                  <a:lnTo>
                    <a:pt x="0" y="95376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95376"/>
                  </a:lnTo>
                  <a:close/>
                </a:path>
                <a:path w="6350" h="263525">
                  <a:moveTo>
                    <a:pt x="6350" y="89026"/>
                  </a:moveTo>
                  <a:lnTo>
                    <a:pt x="0" y="89026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89026"/>
                  </a:lnTo>
                  <a:close/>
                </a:path>
                <a:path w="6350" h="263525">
                  <a:moveTo>
                    <a:pt x="6350" y="85217"/>
                  </a:moveTo>
                  <a:lnTo>
                    <a:pt x="0" y="85217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5217"/>
                  </a:lnTo>
                  <a:close/>
                </a:path>
                <a:path w="6350" h="263525">
                  <a:moveTo>
                    <a:pt x="6350" y="82676"/>
                  </a:moveTo>
                  <a:lnTo>
                    <a:pt x="0" y="82676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676"/>
                  </a:lnTo>
                  <a:close/>
                </a:path>
                <a:path w="6350" h="263525">
                  <a:moveTo>
                    <a:pt x="6350" y="78867"/>
                  </a:moveTo>
                  <a:lnTo>
                    <a:pt x="0" y="78867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78867"/>
                  </a:lnTo>
                  <a:close/>
                </a:path>
                <a:path w="6350" h="263525">
                  <a:moveTo>
                    <a:pt x="6350" y="76326"/>
                  </a:moveTo>
                  <a:lnTo>
                    <a:pt x="0" y="76326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326"/>
                  </a:lnTo>
                  <a:close/>
                </a:path>
                <a:path w="6350" h="263525">
                  <a:moveTo>
                    <a:pt x="6350" y="72517"/>
                  </a:moveTo>
                  <a:lnTo>
                    <a:pt x="0" y="72517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2517"/>
                  </a:lnTo>
                  <a:close/>
                </a:path>
                <a:path w="6350" h="263525">
                  <a:moveTo>
                    <a:pt x="6350" y="69976"/>
                  </a:moveTo>
                  <a:lnTo>
                    <a:pt x="0" y="69976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976"/>
                  </a:lnTo>
                  <a:close/>
                </a:path>
                <a:path w="6350" h="263525">
                  <a:moveTo>
                    <a:pt x="6350" y="66167"/>
                  </a:moveTo>
                  <a:lnTo>
                    <a:pt x="0" y="66167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6167"/>
                  </a:lnTo>
                  <a:close/>
                </a:path>
                <a:path w="6350" h="263525">
                  <a:moveTo>
                    <a:pt x="6350" y="63626"/>
                  </a:moveTo>
                  <a:lnTo>
                    <a:pt x="0" y="63626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626"/>
                  </a:lnTo>
                  <a:close/>
                </a:path>
                <a:path w="6350" h="263525">
                  <a:moveTo>
                    <a:pt x="6350" y="59817"/>
                  </a:moveTo>
                  <a:lnTo>
                    <a:pt x="0" y="59817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59817"/>
                  </a:lnTo>
                  <a:close/>
                </a:path>
                <a:path w="6350" h="263525">
                  <a:moveTo>
                    <a:pt x="6350" y="57276"/>
                  </a:moveTo>
                  <a:lnTo>
                    <a:pt x="0" y="57276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276"/>
                  </a:lnTo>
                  <a:close/>
                </a:path>
                <a:path w="6350" h="263525">
                  <a:moveTo>
                    <a:pt x="6350" y="53467"/>
                  </a:moveTo>
                  <a:lnTo>
                    <a:pt x="0" y="53467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3467"/>
                  </a:lnTo>
                  <a:close/>
                </a:path>
                <a:path w="6350" h="263525">
                  <a:moveTo>
                    <a:pt x="6350" y="50926"/>
                  </a:moveTo>
                  <a:lnTo>
                    <a:pt x="0" y="50926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926"/>
                  </a:lnTo>
                  <a:close/>
                </a:path>
                <a:path w="6350" h="263525">
                  <a:moveTo>
                    <a:pt x="6350" y="47117"/>
                  </a:moveTo>
                  <a:lnTo>
                    <a:pt x="0" y="47117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7117"/>
                  </a:lnTo>
                  <a:close/>
                </a:path>
                <a:path w="6350" h="263525">
                  <a:moveTo>
                    <a:pt x="6350" y="44576"/>
                  </a:moveTo>
                  <a:lnTo>
                    <a:pt x="0" y="44576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576"/>
                  </a:lnTo>
                  <a:close/>
                </a:path>
                <a:path w="6350" h="263525">
                  <a:moveTo>
                    <a:pt x="6350" y="40767"/>
                  </a:moveTo>
                  <a:lnTo>
                    <a:pt x="0" y="40767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0767"/>
                  </a:lnTo>
                  <a:close/>
                </a:path>
                <a:path w="6350" h="263525">
                  <a:moveTo>
                    <a:pt x="6350" y="38226"/>
                  </a:moveTo>
                  <a:lnTo>
                    <a:pt x="0" y="38226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226"/>
                  </a:lnTo>
                  <a:close/>
                </a:path>
                <a:path w="6350" h="263525">
                  <a:moveTo>
                    <a:pt x="6350" y="34417"/>
                  </a:moveTo>
                  <a:lnTo>
                    <a:pt x="0" y="34417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4417"/>
                  </a:lnTo>
                  <a:close/>
                </a:path>
                <a:path w="6350" h="263525">
                  <a:moveTo>
                    <a:pt x="6350" y="31876"/>
                  </a:moveTo>
                  <a:lnTo>
                    <a:pt x="0" y="31876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876"/>
                  </a:lnTo>
                  <a:close/>
                </a:path>
                <a:path w="6350" h="263525">
                  <a:moveTo>
                    <a:pt x="6350" y="28067"/>
                  </a:moveTo>
                  <a:lnTo>
                    <a:pt x="0" y="28067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8067"/>
                  </a:lnTo>
                  <a:close/>
                </a:path>
                <a:path w="6350" h="263525">
                  <a:moveTo>
                    <a:pt x="6350" y="25526"/>
                  </a:moveTo>
                  <a:lnTo>
                    <a:pt x="0" y="25526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526"/>
                  </a:lnTo>
                  <a:close/>
                </a:path>
                <a:path w="6350" h="263525">
                  <a:moveTo>
                    <a:pt x="6350" y="21717"/>
                  </a:moveTo>
                  <a:lnTo>
                    <a:pt x="0" y="21717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1717"/>
                  </a:lnTo>
                  <a:close/>
                </a:path>
                <a:path w="6350" h="263525">
                  <a:moveTo>
                    <a:pt x="6350" y="19176"/>
                  </a:moveTo>
                  <a:lnTo>
                    <a:pt x="0" y="19176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176"/>
                  </a:lnTo>
                  <a:close/>
                </a:path>
                <a:path w="6350" h="263525">
                  <a:moveTo>
                    <a:pt x="6350" y="15367"/>
                  </a:moveTo>
                  <a:lnTo>
                    <a:pt x="0" y="15367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5367"/>
                  </a:lnTo>
                  <a:close/>
                </a:path>
                <a:path w="6350" h="263525">
                  <a:moveTo>
                    <a:pt x="6350" y="12826"/>
                  </a:moveTo>
                  <a:lnTo>
                    <a:pt x="0" y="12826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826"/>
                  </a:lnTo>
                  <a:close/>
                </a:path>
                <a:path w="6350" h="263525">
                  <a:moveTo>
                    <a:pt x="6350" y="9017"/>
                  </a:moveTo>
                  <a:lnTo>
                    <a:pt x="0" y="9017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9017"/>
                  </a:lnTo>
                  <a:close/>
                </a:path>
                <a:path w="6350" h="263525">
                  <a:moveTo>
                    <a:pt x="6350" y="6476"/>
                  </a:moveTo>
                  <a:lnTo>
                    <a:pt x="0" y="6476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476"/>
                  </a:lnTo>
                  <a:close/>
                </a:path>
                <a:path w="6350" h="263525">
                  <a:moveTo>
                    <a:pt x="6350" y="2667"/>
                  </a:moveTo>
                  <a:lnTo>
                    <a:pt x="0" y="2667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667"/>
                  </a:lnTo>
                  <a:close/>
                </a:path>
                <a:path w="6350" h="263525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397"/>
                  </a:lnTo>
                  <a:lnTo>
                    <a:pt x="2540" y="1397"/>
                  </a:lnTo>
                  <a:lnTo>
                    <a:pt x="2540" y="0"/>
                  </a:lnTo>
                  <a:close/>
                </a:path>
                <a:path w="6350" h="263525">
                  <a:moveTo>
                    <a:pt x="6350" y="105410"/>
                  </a:moveTo>
                  <a:lnTo>
                    <a:pt x="0" y="105410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05410"/>
                  </a:lnTo>
                  <a:close/>
                </a:path>
                <a:path w="6350" h="263525">
                  <a:moveTo>
                    <a:pt x="6350" y="162560"/>
                  </a:moveTo>
                  <a:lnTo>
                    <a:pt x="0" y="162560"/>
                  </a:lnTo>
                  <a:lnTo>
                    <a:pt x="0" y="168910"/>
                  </a:lnTo>
                  <a:lnTo>
                    <a:pt x="6350" y="168910"/>
                  </a:lnTo>
                  <a:lnTo>
                    <a:pt x="6350" y="162560"/>
                  </a:lnTo>
                  <a:close/>
                </a:path>
                <a:path w="6350" h="263525">
                  <a:moveTo>
                    <a:pt x="6350" y="260477"/>
                  </a:moveTo>
                  <a:lnTo>
                    <a:pt x="0" y="260477"/>
                  </a:lnTo>
                  <a:lnTo>
                    <a:pt x="0" y="263017"/>
                  </a:lnTo>
                  <a:lnTo>
                    <a:pt x="2540" y="263017"/>
                  </a:lnTo>
                  <a:lnTo>
                    <a:pt x="2540" y="261620"/>
                  </a:lnTo>
                  <a:lnTo>
                    <a:pt x="6350" y="261620"/>
                  </a:lnTo>
                  <a:lnTo>
                    <a:pt x="6350" y="260477"/>
                  </a:lnTo>
                  <a:close/>
                </a:path>
                <a:path w="6350" h="263525">
                  <a:moveTo>
                    <a:pt x="6350" y="256667"/>
                  </a:moveTo>
                  <a:lnTo>
                    <a:pt x="0" y="256667"/>
                  </a:lnTo>
                  <a:lnTo>
                    <a:pt x="0" y="260350"/>
                  </a:lnTo>
                  <a:lnTo>
                    <a:pt x="6350" y="260350"/>
                  </a:lnTo>
                  <a:lnTo>
                    <a:pt x="6350" y="256667"/>
                  </a:lnTo>
                  <a:close/>
                </a:path>
                <a:path w="6350" h="263525">
                  <a:moveTo>
                    <a:pt x="6350" y="254127"/>
                  </a:moveTo>
                  <a:lnTo>
                    <a:pt x="0" y="254127"/>
                  </a:lnTo>
                  <a:lnTo>
                    <a:pt x="0" y="256540"/>
                  </a:lnTo>
                  <a:lnTo>
                    <a:pt x="6350" y="256540"/>
                  </a:lnTo>
                  <a:lnTo>
                    <a:pt x="6350" y="254127"/>
                  </a:lnTo>
                  <a:close/>
                </a:path>
                <a:path w="6350" h="263525">
                  <a:moveTo>
                    <a:pt x="6350" y="250317"/>
                  </a:moveTo>
                  <a:lnTo>
                    <a:pt x="0" y="250317"/>
                  </a:lnTo>
                  <a:lnTo>
                    <a:pt x="0" y="254000"/>
                  </a:lnTo>
                  <a:lnTo>
                    <a:pt x="6350" y="254000"/>
                  </a:lnTo>
                  <a:lnTo>
                    <a:pt x="6350" y="250317"/>
                  </a:lnTo>
                  <a:close/>
                </a:path>
                <a:path w="6350" h="263525">
                  <a:moveTo>
                    <a:pt x="6350" y="247777"/>
                  </a:moveTo>
                  <a:lnTo>
                    <a:pt x="0" y="247777"/>
                  </a:lnTo>
                  <a:lnTo>
                    <a:pt x="0" y="250190"/>
                  </a:lnTo>
                  <a:lnTo>
                    <a:pt x="6350" y="250190"/>
                  </a:lnTo>
                  <a:lnTo>
                    <a:pt x="6350" y="247777"/>
                  </a:lnTo>
                  <a:close/>
                </a:path>
                <a:path w="6350" h="263525">
                  <a:moveTo>
                    <a:pt x="6350" y="243967"/>
                  </a:moveTo>
                  <a:lnTo>
                    <a:pt x="0" y="243967"/>
                  </a:lnTo>
                  <a:lnTo>
                    <a:pt x="0" y="247650"/>
                  </a:lnTo>
                  <a:lnTo>
                    <a:pt x="6350" y="247650"/>
                  </a:lnTo>
                  <a:lnTo>
                    <a:pt x="6350" y="243967"/>
                  </a:lnTo>
                  <a:close/>
                </a:path>
                <a:path w="6350" h="263525">
                  <a:moveTo>
                    <a:pt x="6350" y="241427"/>
                  </a:moveTo>
                  <a:lnTo>
                    <a:pt x="0" y="241427"/>
                  </a:lnTo>
                  <a:lnTo>
                    <a:pt x="0" y="243840"/>
                  </a:lnTo>
                  <a:lnTo>
                    <a:pt x="6350" y="243840"/>
                  </a:lnTo>
                  <a:lnTo>
                    <a:pt x="6350" y="241427"/>
                  </a:lnTo>
                  <a:close/>
                </a:path>
                <a:path w="6350" h="263525">
                  <a:moveTo>
                    <a:pt x="6350" y="237617"/>
                  </a:moveTo>
                  <a:lnTo>
                    <a:pt x="0" y="237617"/>
                  </a:lnTo>
                  <a:lnTo>
                    <a:pt x="0" y="241300"/>
                  </a:lnTo>
                  <a:lnTo>
                    <a:pt x="6350" y="241300"/>
                  </a:lnTo>
                  <a:lnTo>
                    <a:pt x="6350" y="237617"/>
                  </a:lnTo>
                  <a:close/>
                </a:path>
                <a:path w="6350" h="263525">
                  <a:moveTo>
                    <a:pt x="6350" y="235077"/>
                  </a:moveTo>
                  <a:lnTo>
                    <a:pt x="0" y="235077"/>
                  </a:lnTo>
                  <a:lnTo>
                    <a:pt x="0" y="237490"/>
                  </a:lnTo>
                  <a:lnTo>
                    <a:pt x="6350" y="237490"/>
                  </a:lnTo>
                  <a:lnTo>
                    <a:pt x="6350" y="235077"/>
                  </a:lnTo>
                  <a:close/>
                </a:path>
                <a:path w="6350" h="263525">
                  <a:moveTo>
                    <a:pt x="6350" y="231267"/>
                  </a:moveTo>
                  <a:lnTo>
                    <a:pt x="0" y="231267"/>
                  </a:lnTo>
                  <a:lnTo>
                    <a:pt x="0" y="234950"/>
                  </a:lnTo>
                  <a:lnTo>
                    <a:pt x="6350" y="234950"/>
                  </a:lnTo>
                  <a:lnTo>
                    <a:pt x="6350" y="231267"/>
                  </a:lnTo>
                  <a:close/>
                </a:path>
                <a:path w="6350" h="263525">
                  <a:moveTo>
                    <a:pt x="6350" y="228727"/>
                  </a:moveTo>
                  <a:lnTo>
                    <a:pt x="0" y="228727"/>
                  </a:lnTo>
                  <a:lnTo>
                    <a:pt x="0" y="231140"/>
                  </a:lnTo>
                  <a:lnTo>
                    <a:pt x="6350" y="231140"/>
                  </a:lnTo>
                  <a:lnTo>
                    <a:pt x="6350" y="228727"/>
                  </a:lnTo>
                  <a:close/>
                </a:path>
                <a:path w="6350" h="263525">
                  <a:moveTo>
                    <a:pt x="6350" y="224917"/>
                  </a:moveTo>
                  <a:lnTo>
                    <a:pt x="0" y="224917"/>
                  </a:lnTo>
                  <a:lnTo>
                    <a:pt x="0" y="228600"/>
                  </a:lnTo>
                  <a:lnTo>
                    <a:pt x="6350" y="228600"/>
                  </a:lnTo>
                  <a:lnTo>
                    <a:pt x="6350" y="224917"/>
                  </a:lnTo>
                  <a:close/>
                </a:path>
                <a:path w="6350" h="263525">
                  <a:moveTo>
                    <a:pt x="6350" y="222377"/>
                  </a:moveTo>
                  <a:lnTo>
                    <a:pt x="0" y="222377"/>
                  </a:lnTo>
                  <a:lnTo>
                    <a:pt x="0" y="224790"/>
                  </a:lnTo>
                  <a:lnTo>
                    <a:pt x="6350" y="224790"/>
                  </a:lnTo>
                  <a:lnTo>
                    <a:pt x="6350" y="222377"/>
                  </a:lnTo>
                  <a:close/>
                </a:path>
                <a:path w="6350" h="263525">
                  <a:moveTo>
                    <a:pt x="6350" y="218567"/>
                  </a:moveTo>
                  <a:lnTo>
                    <a:pt x="0" y="218567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218567"/>
                  </a:lnTo>
                  <a:close/>
                </a:path>
                <a:path w="6350" h="263525">
                  <a:moveTo>
                    <a:pt x="6350" y="216027"/>
                  </a:moveTo>
                  <a:lnTo>
                    <a:pt x="0" y="216027"/>
                  </a:lnTo>
                  <a:lnTo>
                    <a:pt x="0" y="218440"/>
                  </a:lnTo>
                  <a:lnTo>
                    <a:pt x="6350" y="218440"/>
                  </a:lnTo>
                  <a:lnTo>
                    <a:pt x="6350" y="216027"/>
                  </a:lnTo>
                  <a:close/>
                </a:path>
                <a:path w="6350" h="263525">
                  <a:moveTo>
                    <a:pt x="6350" y="212217"/>
                  </a:moveTo>
                  <a:lnTo>
                    <a:pt x="0" y="212217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2217"/>
                  </a:lnTo>
                  <a:close/>
                </a:path>
                <a:path w="6350" h="263525">
                  <a:moveTo>
                    <a:pt x="6350" y="209677"/>
                  </a:moveTo>
                  <a:lnTo>
                    <a:pt x="0" y="209677"/>
                  </a:lnTo>
                  <a:lnTo>
                    <a:pt x="0" y="212090"/>
                  </a:lnTo>
                  <a:lnTo>
                    <a:pt x="6350" y="212090"/>
                  </a:lnTo>
                  <a:lnTo>
                    <a:pt x="6350" y="209677"/>
                  </a:lnTo>
                  <a:close/>
                </a:path>
                <a:path w="6350" h="263525">
                  <a:moveTo>
                    <a:pt x="6350" y="205867"/>
                  </a:moveTo>
                  <a:lnTo>
                    <a:pt x="0" y="205867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5867"/>
                  </a:lnTo>
                  <a:close/>
                </a:path>
                <a:path w="6350" h="263525">
                  <a:moveTo>
                    <a:pt x="6350" y="203327"/>
                  </a:moveTo>
                  <a:lnTo>
                    <a:pt x="0" y="203327"/>
                  </a:lnTo>
                  <a:lnTo>
                    <a:pt x="0" y="205740"/>
                  </a:lnTo>
                  <a:lnTo>
                    <a:pt x="6350" y="205740"/>
                  </a:lnTo>
                  <a:lnTo>
                    <a:pt x="6350" y="203327"/>
                  </a:lnTo>
                  <a:close/>
                </a:path>
                <a:path w="6350" h="263525">
                  <a:moveTo>
                    <a:pt x="6350" y="199517"/>
                  </a:moveTo>
                  <a:lnTo>
                    <a:pt x="0" y="199517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199517"/>
                  </a:lnTo>
                  <a:close/>
                </a:path>
                <a:path w="6350" h="263525">
                  <a:moveTo>
                    <a:pt x="6350" y="196977"/>
                  </a:moveTo>
                  <a:lnTo>
                    <a:pt x="0" y="196977"/>
                  </a:lnTo>
                  <a:lnTo>
                    <a:pt x="0" y="199390"/>
                  </a:lnTo>
                  <a:lnTo>
                    <a:pt x="6350" y="199390"/>
                  </a:lnTo>
                  <a:lnTo>
                    <a:pt x="6350" y="196977"/>
                  </a:lnTo>
                  <a:close/>
                </a:path>
                <a:path w="6350" h="263525">
                  <a:moveTo>
                    <a:pt x="6350" y="193167"/>
                  </a:moveTo>
                  <a:lnTo>
                    <a:pt x="0" y="193167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3167"/>
                  </a:lnTo>
                  <a:close/>
                </a:path>
                <a:path w="6350" h="263525">
                  <a:moveTo>
                    <a:pt x="6350" y="190627"/>
                  </a:moveTo>
                  <a:lnTo>
                    <a:pt x="0" y="190627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90627"/>
                  </a:lnTo>
                  <a:close/>
                </a:path>
                <a:path w="6350" h="263525">
                  <a:moveTo>
                    <a:pt x="6350" y="186817"/>
                  </a:moveTo>
                  <a:lnTo>
                    <a:pt x="0" y="186817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6817"/>
                  </a:lnTo>
                  <a:close/>
                </a:path>
                <a:path w="6350" h="263525">
                  <a:moveTo>
                    <a:pt x="6350" y="184277"/>
                  </a:moveTo>
                  <a:lnTo>
                    <a:pt x="0" y="184277"/>
                  </a:lnTo>
                  <a:lnTo>
                    <a:pt x="0" y="186690"/>
                  </a:lnTo>
                  <a:lnTo>
                    <a:pt x="6350" y="186690"/>
                  </a:lnTo>
                  <a:lnTo>
                    <a:pt x="6350" y="184277"/>
                  </a:lnTo>
                  <a:close/>
                </a:path>
                <a:path w="6350" h="263525">
                  <a:moveTo>
                    <a:pt x="6350" y="180467"/>
                  </a:moveTo>
                  <a:lnTo>
                    <a:pt x="0" y="180467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0467"/>
                  </a:lnTo>
                  <a:close/>
                </a:path>
                <a:path w="6350" h="263525">
                  <a:moveTo>
                    <a:pt x="6350" y="177927"/>
                  </a:moveTo>
                  <a:lnTo>
                    <a:pt x="0" y="177927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7927"/>
                  </a:lnTo>
                  <a:close/>
                </a:path>
                <a:path w="6350" h="263525">
                  <a:moveTo>
                    <a:pt x="6350" y="174117"/>
                  </a:moveTo>
                  <a:lnTo>
                    <a:pt x="0" y="174117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4117"/>
                  </a:lnTo>
                  <a:close/>
                </a:path>
                <a:path w="6350" h="263525">
                  <a:moveTo>
                    <a:pt x="6350" y="171577"/>
                  </a:moveTo>
                  <a:lnTo>
                    <a:pt x="0" y="171577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1577"/>
                  </a:lnTo>
                  <a:close/>
                </a:path>
                <a:path w="6350" h="263525">
                  <a:moveTo>
                    <a:pt x="6350" y="169037"/>
                  </a:moveTo>
                  <a:lnTo>
                    <a:pt x="0" y="169037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9037"/>
                  </a:lnTo>
                  <a:close/>
                </a:path>
              </a:pathLst>
            </a:custGeom>
            <a:solidFill>
              <a:srgbClr val="395B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0">
              <a:extLst>
                <a:ext uri="{FF2B5EF4-FFF2-40B4-BE49-F238E27FC236}">
                  <a16:creationId xmlns:a16="http://schemas.microsoft.com/office/drawing/2014/main" id="{9ADA84A9-AE6E-D7B0-DFBB-76E9715B8FBA}"/>
                </a:ext>
              </a:extLst>
            </p:cNvPr>
            <p:cNvSpPr/>
            <p:nvPr/>
          </p:nvSpPr>
          <p:spPr>
            <a:xfrm>
              <a:off x="8046574" y="2664094"/>
              <a:ext cx="7620" cy="259079"/>
            </a:xfrm>
            <a:custGeom>
              <a:avLst/>
              <a:gdLst/>
              <a:ahLst/>
              <a:cxnLst/>
              <a:rect l="l" t="t" r="r" b="b"/>
              <a:pathLst>
                <a:path w="7620" h="259080">
                  <a:moveTo>
                    <a:pt x="7620" y="92837"/>
                  </a:moveTo>
                  <a:lnTo>
                    <a:pt x="0" y="92837"/>
                  </a:lnTo>
                  <a:lnTo>
                    <a:pt x="0" y="102870"/>
                  </a:lnTo>
                  <a:lnTo>
                    <a:pt x="7620" y="102870"/>
                  </a:lnTo>
                  <a:lnTo>
                    <a:pt x="7620" y="92837"/>
                  </a:lnTo>
                  <a:close/>
                </a:path>
                <a:path w="7620" h="259080">
                  <a:moveTo>
                    <a:pt x="7620" y="86487"/>
                  </a:moveTo>
                  <a:lnTo>
                    <a:pt x="0" y="86487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86487"/>
                  </a:lnTo>
                  <a:close/>
                </a:path>
                <a:path w="7620" h="259080">
                  <a:moveTo>
                    <a:pt x="7620" y="82677"/>
                  </a:moveTo>
                  <a:lnTo>
                    <a:pt x="0" y="82677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2677"/>
                  </a:lnTo>
                  <a:close/>
                </a:path>
                <a:path w="7620" h="259080">
                  <a:moveTo>
                    <a:pt x="7620" y="80137"/>
                  </a:moveTo>
                  <a:lnTo>
                    <a:pt x="0" y="80137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137"/>
                  </a:lnTo>
                  <a:close/>
                </a:path>
                <a:path w="7620" h="259080">
                  <a:moveTo>
                    <a:pt x="7620" y="76327"/>
                  </a:moveTo>
                  <a:lnTo>
                    <a:pt x="0" y="76327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6327"/>
                  </a:lnTo>
                  <a:close/>
                </a:path>
                <a:path w="7620" h="259080">
                  <a:moveTo>
                    <a:pt x="7620" y="73787"/>
                  </a:moveTo>
                  <a:lnTo>
                    <a:pt x="0" y="73787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787"/>
                  </a:lnTo>
                  <a:close/>
                </a:path>
                <a:path w="7620" h="259080">
                  <a:moveTo>
                    <a:pt x="7620" y="69977"/>
                  </a:moveTo>
                  <a:lnTo>
                    <a:pt x="0" y="69977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69977"/>
                  </a:lnTo>
                  <a:close/>
                </a:path>
                <a:path w="7620" h="259080">
                  <a:moveTo>
                    <a:pt x="7620" y="67437"/>
                  </a:moveTo>
                  <a:lnTo>
                    <a:pt x="0" y="67437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437"/>
                  </a:lnTo>
                  <a:close/>
                </a:path>
                <a:path w="7620" h="259080">
                  <a:moveTo>
                    <a:pt x="7620" y="63627"/>
                  </a:moveTo>
                  <a:lnTo>
                    <a:pt x="0" y="63627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3627"/>
                  </a:lnTo>
                  <a:close/>
                </a:path>
                <a:path w="7620" h="259080">
                  <a:moveTo>
                    <a:pt x="7620" y="61087"/>
                  </a:moveTo>
                  <a:lnTo>
                    <a:pt x="0" y="61087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1087"/>
                  </a:lnTo>
                  <a:close/>
                </a:path>
                <a:path w="7620" h="259080">
                  <a:moveTo>
                    <a:pt x="7620" y="57277"/>
                  </a:moveTo>
                  <a:lnTo>
                    <a:pt x="0" y="57277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7277"/>
                  </a:lnTo>
                  <a:close/>
                </a:path>
                <a:path w="7620" h="259080">
                  <a:moveTo>
                    <a:pt x="7620" y="54737"/>
                  </a:moveTo>
                  <a:lnTo>
                    <a:pt x="0" y="54737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737"/>
                  </a:lnTo>
                  <a:close/>
                </a:path>
                <a:path w="7620" h="259080">
                  <a:moveTo>
                    <a:pt x="7620" y="50927"/>
                  </a:moveTo>
                  <a:lnTo>
                    <a:pt x="0" y="50927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0927"/>
                  </a:lnTo>
                  <a:close/>
                </a:path>
                <a:path w="7620" h="259080">
                  <a:moveTo>
                    <a:pt x="7620" y="48387"/>
                  </a:moveTo>
                  <a:lnTo>
                    <a:pt x="0" y="48387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387"/>
                  </a:lnTo>
                  <a:close/>
                </a:path>
                <a:path w="7620" h="259080">
                  <a:moveTo>
                    <a:pt x="7620" y="44577"/>
                  </a:moveTo>
                  <a:lnTo>
                    <a:pt x="0" y="44577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4577"/>
                  </a:lnTo>
                  <a:close/>
                </a:path>
                <a:path w="7620" h="259080">
                  <a:moveTo>
                    <a:pt x="7620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2037"/>
                  </a:lnTo>
                  <a:close/>
                </a:path>
                <a:path w="7620" h="259080">
                  <a:moveTo>
                    <a:pt x="7620" y="38227"/>
                  </a:moveTo>
                  <a:lnTo>
                    <a:pt x="0" y="38227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8227"/>
                  </a:lnTo>
                  <a:close/>
                </a:path>
                <a:path w="7620" h="259080">
                  <a:moveTo>
                    <a:pt x="7620" y="35687"/>
                  </a:moveTo>
                  <a:lnTo>
                    <a:pt x="0" y="35687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687"/>
                  </a:lnTo>
                  <a:close/>
                </a:path>
                <a:path w="7620" h="259080">
                  <a:moveTo>
                    <a:pt x="7620" y="31877"/>
                  </a:moveTo>
                  <a:lnTo>
                    <a:pt x="0" y="31877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1877"/>
                  </a:lnTo>
                  <a:close/>
                </a:path>
                <a:path w="7620" h="259080">
                  <a:moveTo>
                    <a:pt x="7620" y="29337"/>
                  </a:moveTo>
                  <a:lnTo>
                    <a:pt x="0" y="29337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337"/>
                  </a:lnTo>
                  <a:close/>
                </a:path>
                <a:path w="7620" h="259080">
                  <a:moveTo>
                    <a:pt x="7620" y="25527"/>
                  </a:moveTo>
                  <a:lnTo>
                    <a:pt x="0" y="25527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5527"/>
                  </a:lnTo>
                  <a:close/>
                </a:path>
                <a:path w="7620" h="259080">
                  <a:moveTo>
                    <a:pt x="7620" y="22987"/>
                  </a:moveTo>
                  <a:lnTo>
                    <a:pt x="0" y="22987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987"/>
                  </a:lnTo>
                  <a:close/>
                </a:path>
                <a:path w="7620" h="259080">
                  <a:moveTo>
                    <a:pt x="7620" y="19177"/>
                  </a:moveTo>
                  <a:lnTo>
                    <a:pt x="0" y="19177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19177"/>
                  </a:lnTo>
                  <a:close/>
                </a:path>
                <a:path w="7620" h="259080">
                  <a:moveTo>
                    <a:pt x="7620" y="16637"/>
                  </a:moveTo>
                  <a:lnTo>
                    <a:pt x="0" y="16637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637"/>
                  </a:lnTo>
                  <a:close/>
                </a:path>
                <a:path w="7620" h="259080">
                  <a:moveTo>
                    <a:pt x="7620" y="12827"/>
                  </a:moveTo>
                  <a:lnTo>
                    <a:pt x="0" y="12827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2827"/>
                  </a:lnTo>
                  <a:close/>
                </a:path>
                <a:path w="7620" h="259080">
                  <a:moveTo>
                    <a:pt x="7620" y="10287"/>
                  </a:moveTo>
                  <a:lnTo>
                    <a:pt x="0" y="10287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287"/>
                  </a:lnTo>
                  <a:close/>
                </a:path>
                <a:path w="7620" h="259080">
                  <a:moveTo>
                    <a:pt x="7620" y="6477"/>
                  </a:moveTo>
                  <a:lnTo>
                    <a:pt x="0" y="6477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6477"/>
                  </a:lnTo>
                  <a:close/>
                </a:path>
                <a:path w="7620" h="259080">
                  <a:moveTo>
                    <a:pt x="7620" y="3937"/>
                  </a:moveTo>
                  <a:lnTo>
                    <a:pt x="0" y="3937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937"/>
                  </a:lnTo>
                  <a:close/>
                </a:path>
                <a:path w="7620" h="259080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20" h="259080">
                  <a:moveTo>
                    <a:pt x="7620" y="102870"/>
                  </a:moveTo>
                  <a:lnTo>
                    <a:pt x="0" y="102870"/>
                  </a:lnTo>
                  <a:lnTo>
                    <a:pt x="0" y="160020"/>
                  </a:lnTo>
                  <a:lnTo>
                    <a:pt x="7620" y="160020"/>
                  </a:lnTo>
                  <a:lnTo>
                    <a:pt x="7620" y="102870"/>
                  </a:lnTo>
                  <a:close/>
                </a:path>
                <a:path w="7620" h="259080">
                  <a:moveTo>
                    <a:pt x="7620" y="160020"/>
                  </a:moveTo>
                  <a:lnTo>
                    <a:pt x="0" y="160020"/>
                  </a:lnTo>
                  <a:lnTo>
                    <a:pt x="0" y="166370"/>
                  </a:lnTo>
                  <a:lnTo>
                    <a:pt x="7620" y="166370"/>
                  </a:lnTo>
                  <a:lnTo>
                    <a:pt x="7620" y="160020"/>
                  </a:lnTo>
                  <a:close/>
                </a:path>
                <a:path w="7620" h="259080">
                  <a:moveTo>
                    <a:pt x="6350" y="257937"/>
                  </a:moveTo>
                  <a:lnTo>
                    <a:pt x="0" y="257937"/>
                  </a:lnTo>
                  <a:lnTo>
                    <a:pt x="0" y="259080"/>
                  </a:lnTo>
                  <a:lnTo>
                    <a:pt x="6350" y="259080"/>
                  </a:lnTo>
                  <a:lnTo>
                    <a:pt x="6350" y="257937"/>
                  </a:lnTo>
                  <a:close/>
                </a:path>
                <a:path w="7620" h="259080">
                  <a:moveTo>
                    <a:pt x="7620" y="254127"/>
                  </a:moveTo>
                  <a:lnTo>
                    <a:pt x="0" y="254127"/>
                  </a:lnTo>
                  <a:lnTo>
                    <a:pt x="0" y="257810"/>
                  </a:lnTo>
                  <a:lnTo>
                    <a:pt x="6350" y="257810"/>
                  </a:lnTo>
                  <a:lnTo>
                    <a:pt x="6350" y="257937"/>
                  </a:lnTo>
                  <a:lnTo>
                    <a:pt x="7620" y="257937"/>
                  </a:lnTo>
                  <a:lnTo>
                    <a:pt x="7620" y="254127"/>
                  </a:lnTo>
                  <a:close/>
                </a:path>
                <a:path w="7620" h="259080">
                  <a:moveTo>
                    <a:pt x="7620" y="251587"/>
                  </a:moveTo>
                  <a:lnTo>
                    <a:pt x="0" y="251587"/>
                  </a:lnTo>
                  <a:lnTo>
                    <a:pt x="0" y="254000"/>
                  </a:lnTo>
                  <a:lnTo>
                    <a:pt x="7620" y="254000"/>
                  </a:lnTo>
                  <a:lnTo>
                    <a:pt x="7620" y="251587"/>
                  </a:lnTo>
                  <a:close/>
                </a:path>
                <a:path w="7620" h="259080">
                  <a:moveTo>
                    <a:pt x="7620" y="247777"/>
                  </a:moveTo>
                  <a:lnTo>
                    <a:pt x="0" y="247777"/>
                  </a:lnTo>
                  <a:lnTo>
                    <a:pt x="0" y="251460"/>
                  </a:lnTo>
                  <a:lnTo>
                    <a:pt x="7620" y="251460"/>
                  </a:lnTo>
                  <a:lnTo>
                    <a:pt x="7620" y="247777"/>
                  </a:lnTo>
                  <a:close/>
                </a:path>
                <a:path w="7620" h="259080">
                  <a:moveTo>
                    <a:pt x="7620" y="245237"/>
                  </a:moveTo>
                  <a:lnTo>
                    <a:pt x="0" y="245237"/>
                  </a:lnTo>
                  <a:lnTo>
                    <a:pt x="0" y="247650"/>
                  </a:lnTo>
                  <a:lnTo>
                    <a:pt x="7620" y="247650"/>
                  </a:lnTo>
                  <a:lnTo>
                    <a:pt x="7620" y="245237"/>
                  </a:lnTo>
                  <a:close/>
                </a:path>
                <a:path w="7620" h="259080">
                  <a:moveTo>
                    <a:pt x="7620" y="241427"/>
                  </a:moveTo>
                  <a:lnTo>
                    <a:pt x="0" y="241427"/>
                  </a:lnTo>
                  <a:lnTo>
                    <a:pt x="0" y="245110"/>
                  </a:lnTo>
                  <a:lnTo>
                    <a:pt x="7620" y="245110"/>
                  </a:lnTo>
                  <a:lnTo>
                    <a:pt x="7620" y="241427"/>
                  </a:lnTo>
                  <a:close/>
                </a:path>
                <a:path w="7620" h="259080">
                  <a:moveTo>
                    <a:pt x="7620" y="238887"/>
                  </a:moveTo>
                  <a:lnTo>
                    <a:pt x="0" y="238887"/>
                  </a:lnTo>
                  <a:lnTo>
                    <a:pt x="0" y="241300"/>
                  </a:lnTo>
                  <a:lnTo>
                    <a:pt x="7620" y="241300"/>
                  </a:lnTo>
                  <a:lnTo>
                    <a:pt x="7620" y="238887"/>
                  </a:lnTo>
                  <a:close/>
                </a:path>
                <a:path w="7620" h="259080">
                  <a:moveTo>
                    <a:pt x="7620" y="235077"/>
                  </a:moveTo>
                  <a:lnTo>
                    <a:pt x="0" y="235077"/>
                  </a:lnTo>
                  <a:lnTo>
                    <a:pt x="0" y="238760"/>
                  </a:lnTo>
                  <a:lnTo>
                    <a:pt x="7620" y="238760"/>
                  </a:lnTo>
                  <a:lnTo>
                    <a:pt x="7620" y="235077"/>
                  </a:lnTo>
                  <a:close/>
                </a:path>
                <a:path w="7620" h="259080">
                  <a:moveTo>
                    <a:pt x="7620" y="232537"/>
                  </a:moveTo>
                  <a:lnTo>
                    <a:pt x="0" y="232537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32537"/>
                  </a:lnTo>
                  <a:close/>
                </a:path>
                <a:path w="7620" h="259080">
                  <a:moveTo>
                    <a:pt x="7620" y="228727"/>
                  </a:moveTo>
                  <a:lnTo>
                    <a:pt x="0" y="228727"/>
                  </a:lnTo>
                  <a:lnTo>
                    <a:pt x="0" y="232410"/>
                  </a:lnTo>
                  <a:lnTo>
                    <a:pt x="7620" y="232410"/>
                  </a:lnTo>
                  <a:lnTo>
                    <a:pt x="7620" y="228727"/>
                  </a:lnTo>
                  <a:close/>
                </a:path>
                <a:path w="7620" h="259080">
                  <a:moveTo>
                    <a:pt x="7620" y="226187"/>
                  </a:moveTo>
                  <a:lnTo>
                    <a:pt x="0" y="226187"/>
                  </a:lnTo>
                  <a:lnTo>
                    <a:pt x="0" y="228600"/>
                  </a:lnTo>
                  <a:lnTo>
                    <a:pt x="7620" y="228600"/>
                  </a:lnTo>
                  <a:lnTo>
                    <a:pt x="7620" y="226187"/>
                  </a:lnTo>
                  <a:close/>
                </a:path>
                <a:path w="7620" h="259080">
                  <a:moveTo>
                    <a:pt x="7620" y="222377"/>
                  </a:moveTo>
                  <a:lnTo>
                    <a:pt x="0" y="222377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222377"/>
                  </a:lnTo>
                  <a:close/>
                </a:path>
                <a:path w="7620" h="259080">
                  <a:moveTo>
                    <a:pt x="7620" y="219837"/>
                  </a:moveTo>
                  <a:lnTo>
                    <a:pt x="0" y="219837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9837"/>
                  </a:lnTo>
                  <a:close/>
                </a:path>
                <a:path w="7620" h="259080">
                  <a:moveTo>
                    <a:pt x="7620" y="216027"/>
                  </a:moveTo>
                  <a:lnTo>
                    <a:pt x="0" y="216027"/>
                  </a:lnTo>
                  <a:lnTo>
                    <a:pt x="0" y="219710"/>
                  </a:lnTo>
                  <a:lnTo>
                    <a:pt x="7620" y="219710"/>
                  </a:lnTo>
                  <a:lnTo>
                    <a:pt x="7620" y="216027"/>
                  </a:lnTo>
                  <a:close/>
                </a:path>
                <a:path w="7620" h="259080">
                  <a:moveTo>
                    <a:pt x="7620" y="213487"/>
                  </a:moveTo>
                  <a:lnTo>
                    <a:pt x="0" y="213487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3487"/>
                  </a:lnTo>
                  <a:close/>
                </a:path>
                <a:path w="7620" h="259080">
                  <a:moveTo>
                    <a:pt x="7620" y="209677"/>
                  </a:moveTo>
                  <a:lnTo>
                    <a:pt x="0" y="209677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209677"/>
                  </a:lnTo>
                  <a:close/>
                </a:path>
                <a:path w="7620" h="259080">
                  <a:moveTo>
                    <a:pt x="7620" y="207137"/>
                  </a:moveTo>
                  <a:lnTo>
                    <a:pt x="0" y="207137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7137"/>
                  </a:lnTo>
                  <a:close/>
                </a:path>
                <a:path w="7620" h="259080">
                  <a:moveTo>
                    <a:pt x="7620" y="203327"/>
                  </a:moveTo>
                  <a:lnTo>
                    <a:pt x="0" y="203327"/>
                  </a:lnTo>
                  <a:lnTo>
                    <a:pt x="0" y="207010"/>
                  </a:lnTo>
                  <a:lnTo>
                    <a:pt x="7620" y="207010"/>
                  </a:lnTo>
                  <a:lnTo>
                    <a:pt x="7620" y="203327"/>
                  </a:lnTo>
                  <a:close/>
                </a:path>
                <a:path w="7620" h="259080">
                  <a:moveTo>
                    <a:pt x="7620" y="200787"/>
                  </a:moveTo>
                  <a:lnTo>
                    <a:pt x="0" y="200787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0787"/>
                  </a:lnTo>
                  <a:close/>
                </a:path>
                <a:path w="7620" h="259080">
                  <a:moveTo>
                    <a:pt x="7620" y="196977"/>
                  </a:moveTo>
                  <a:lnTo>
                    <a:pt x="0" y="196977"/>
                  </a:lnTo>
                  <a:lnTo>
                    <a:pt x="0" y="200660"/>
                  </a:lnTo>
                  <a:lnTo>
                    <a:pt x="7620" y="200660"/>
                  </a:lnTo>
                  <a:lnTo>
                    <a:pt x="7620" y="196977"/>
                  </a:lnTo>
                  <a:close/>
                </a:path>
                <a:path w="7620" h="259080">
                  <a:moveTo>
                    <a:pt x="7620" y="194437"/>
                  </a:moveTo>
                  <a:lnTo>
                    <a:pt x="0" y="194437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437"/>
                  </a:lnTo>
                  <a:close/>
                </a:path>
                <a:path w="7620" h="259080">
                  <a:moveTo>
                    <a:pt x="7620" y="190627"/>
                  </a:moveTo>
                  <a:lnTo>
                    <a:pt x="0" y="190627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90627"/>
                  </a:lnTo>
                  <a:close/>
                </a:path>
                <a:path w="7620" h="259080">
                  <a:moveTo>
                    <a:pt x="7620" y="188087"/>
                  </a:moveTo>
                  <a:lnTo>
                    <a:pt x="0" y="188087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8087"/>
                  </a:lnTo>
                  <a:close/>
                </a:path>
                <a:path w="7620" h="259080">
                  <a:moveTo>
                    <a:pt x="7620" y="184277"/>
                  </a:moveTo>
                  <a:lnTo>
                    <a:pt x="0" y="184277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84277"/>
                  </a:lnTo>
                  <a:close/>
                </a:path>
                <a:path w="7620" h="259080">
                  <a:moveTo>
                    <a:pt x="7620" y="181737"/>
                  </a:moveTo>
                  <a:lnTo>
                    <a:pt x="0" y="181737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737"/>
                  </a:lnTo>
                  <a:close/>
                </a:path>
                <a:path w="7620" h="259080">
                  <a:moveTo>
                    <a:pt x="7620" y="177927"/>
                  </a:moveTo>
                  <a:lnTo>
                    <a:pt x="0" y="177927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77927"/>
                  </a:lnTo>
                  <a:close/>
                </a:path>
                <a:path w="7620" h="259080">
                  <a:moveTo>
                    <a:pt x="7620" y="175387"/>
                  </a:moveTo>
                  <a:lnTo>
                    <a:pt x="0" y="175387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387"/>
                  </a:lnTo>
                  <a:close/>
                </a:path>
                <a:path w="7620" h="259080">
                  <a:moveTo>
                    <a:pt x="7620" y="171577"/>
                  </a:moveTo>
                  <a:lnTo>
                    <a:pt x="0" y="171577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71577"/>
                  </a:lnTo>
                  <a:close/>
                </a:path>
                <a:path w="7620" h="259080">
                  <a:moveTo>
                    <a:pt x="7620" y="169037"/>
                  </a:moveTo>
                  <a:lnTo>
                    <a:pt x="0" y="169037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9037"/>
                  </a:lnTo>
                  <a:close/>
                </a:path>
                <a:path w="7620" h="259080">
                  <a:moveTo>
                    <a:pt x="7620" y="166497"/>
                  </a:moveTo>
                  <a:lnTo>
                    <a:pt x="0" y="166497"/>
                  </a:lnTo>
                  <a:lnTo>
                    <a:pt x="0" y="168910"/>
                  </a:lnTo>
                  <a:lnTo>
                    <a:pt x="7620" y="168910"/>
                  </a:lnTo>
                  <a:lnTo>
                    <a:pt x="7620" y="166497"/>
                  </a:lnTo>
                  <a:close/>
                </a:path>
              </a:pathLst>
            </a:custGeom>
            <a:solidFill>
              <a:srgbClr val="3A5C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1">
              <a:extLst>
                <a:ext uri="{FF2B5EF4-FFF2-40B4-BE49-F238E27FC236}">
                  <a16:creationId xmlns:a16="http://schemas.microsoft.com/office/drawing/2014/main" id="{D751F495-04A5-6236-F8E8-55DDECAA7171}"/>
                </a:ext>
              </a:extLst>
            </p:cNvPr>
            <p:cNvSpPr/>
            <p:nvPr/>
          </p:nvSpPr>
          <p:spPr>
            <a:xfrm>
              <a:off x="8054194" y="2665364"/>
              <a:ext cx="7620" cy="257175"/>
            </a:xfrm>
            <a:custGeom>
              <a:avLst/>
              <a:gdLst/>
              <a:ahLst/>
              <a:cxnLst/>
              <a:rect l="l" t="t" r="r" b="b"/>
              <a:pathLst>
                <a:path w="7620" h="257175">
                  <a:moveTo>
                    <a:pt x="7620" y="91566"/>
                  </a:moveTo>
                  <a:lnTo>
                    <a:pt x="0" y="91566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1566"/>
                  </a:lnTo>
                  <a:close/>
                </a:path>
                <a:path w="7620" h="257175">
                  <a:moveTo>
                    <a:pt x="7620" y="85216"/>
                  </a:moveTo>
                  <a:lnTo>
                    <a:pt x="0" y="85216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5216"/>
                  </a:lnTo>
                  <a:close/>
                </a:path>
                <a:path w="7620" h="257175">
                  <a:moveTo>
                    <a:pt x="7620" y="81407"/>
                  </a:moveTo>
                  <a:lnTo>
                    <a:pt x="0" y="81407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1407"/>
                  </a:lnTo>
                  <a:close/>
                </a:path>
                <a:path w="7620" h="257175">
                  <a:moveTo>
                    <a:pt x="7620" y="78866"/>
                  </a:moveTo>
                  <a:lnTo>
                    <a:pt x="0" y="78866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866"/>
                  </a:lnTo>
                  <a:close/>
                </a:path>
                <a:path w="7620" h="257175">
                  <a:moveTo>
                    <a:pt x="7620" y="75057"/>
                  </a:moveTo>
                  <a:lnTo>
                    <a:pt x="0" y="75057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5057"/>
                  </a:lnTo>
                  <a:close/>
                </a:path>
                <a:path w="7620" h="257175">
                  <a:moveTo>
                    <a:pt x="7620" y="72516"/>
                  </a:moveTo>
                  <a:lnTo>
                    <a:pt x="0" y="72516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516"/>
                  </a:lnTo>
                  <a:close/>
                </a:path>
                <a:path w="7620" h="257175">
                  <a:moveTo>
                    <a:pt x="7620" y="68707"/>
                  </a:moveTo>
                  <a:lnTo>
                    <a:pt x="0" y="68707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8707"/>
                  </a:lnTo>
                  <a:close/>
                </a:path>
                <a:path w="7620" h="257175">
                  <a:moveTo>
                    <a:pt x="7620" y="66166"/>
                  </a:moveTo>
                  <a:lnTo>
                    <a:pt x="0" y="66166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166"/>
                  </a:lnTo>
                  <a:close/>
                </a:path>
                <a:path w="7620" h="257175">
                  <a:moveTo>
                    <a:pt x="7620" y="62357"/>
                  </a:moveTo>
                  <a:lnTo>
                    <a:pt x="0" y="62357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2357"/>
                  </a:lnTo>
                  <a:close/>
                </a:path>
                <a:path w="7620" h="257175">
                  <a:moveTo>
                    <a:pt x="7620" y="59816"/>
                  </a:moveTo>
                  <a:lnTo>
                    <a:pt x="0" y="59816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816"/>
                  </a:lnTo>
                  <a:close/>
                </a:path>
                <a:path w="7620" h="257175">
                  <a:moveTo>
                    <a:pt x="7620" y="56007"/>
                  </a:moveTo>
                  <a:lnTo>
                    <a:pt x="0" y="56007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6007"/>
                  </a:lnTo>
                  <a:close/>
                </a:path>
                <a:path w="7620" h="257175">
                  <a:moveTo>
                    <a:pt x="7620" y="53466"/>
                  </a:moveTo>
                  <a:lnTo>
                    <a:pt x="0" y="53466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466"/>
                  </a:lnTo>
                  <a:close/>
                </a:path>
                <a:path w="7620" h="257175">
                  <a:moveTo>
                    <a:pt x="7620" y="49657"/>
                  </a:moveTo>
                  <a:lnTo>
                    <a:pt x="0" y="49657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9657"/>
                  </a:lnTo>
                  <a:close/>
                </a:path>
                <a:path w="7620" h="257175">
                  <a:moveTo>
                    <a:pt x="7620" y="47116"/>
                  </a:moveTo>
                  <a:lnTo>
                    <a:pt x="0" y="47116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7116"/>
                  </a:lnTo>
                  <a:close/>
                </a:path>
                <a:path w="7620" h="257175">
                  <a:moveTo>
                    <a:pt x="7620" y="43307"/>
                  </a:moveTo>
                  <a:lnTo>
                    <a:pt x="0" y="43307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3307"/>
                  </a:lnTo>
                  <a:close/>
                </a:path>
                <a:path w="7620" h="257175">
                  <a:moveTo>
                    <a:pt x="7620" y="40766"/>
                  </a:moveTo>
                  <a:lnTo>
                    <a:pt x="0" y="40766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766"/>
                  </a:lnTo>
                  <a:close/>
                </a:path>
                <a:path w="7620" h="257175">
                  <a:moveTo>
                    <a:pt x="7620" y="36957"/>
                  </a:moveTo>
                  <a:lnTo>
                    <a:pt x="0" y="36957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6957"/>
                  </a:lnTo>
                  <a:close/>
                </a:path>
                <a:path w="7620" h="257175">
                  <a:moveTo>
                    <a:pt x="7620" y="34416"/>
                  </a:moveTo>
                  <a:lnTo>
                    <a:pt x="0" y="34416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416"/>
                  </a:lnTo>
                  <a:close/>
                </a:path>
                <a:path w="7620" h="257175">
                  <a:moveTo>
                    <a:pt x="7620" y="30607"/>
                  </a:moveTo>
                  <a:lnTo>
                    <a:pt x="0" y="30607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0607"/>
                  </a:lnTo>
                  <a:close/>
                </a:path>
                <a:path w="7620" h="257175">
                  <a:moveTo>
                    <a:pt x="7620" y="28066"/>
                  </a:moveTo>
                  <a:lnTo>
                    <a:pt x="0" y="28066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8066"/>
                  </a:lnTo>
                  <a:close/>
                </a:path>
                <a:path w="7620" h="257175">
                  <a:moveTo>
                    <a:pt x="7620" y="24257"/>
                  </a:moveTo>
                  <a:lnTo>
                    <a:pt x="0" y="24257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4257"/>
                  </a:lnTo>
                  <a:close/>
                </a:path>
                <a:path w="7620" h="257175">
                  <a:moveTo>
                    <a:pt x="7620" y="21716"/>
                  </a:moveTo>
                  <a:lnTo>
                    <a:pt x="0" y="21716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716"/>
                  </a:lnTo>
                  <a:close/>
                </a:path>
                <a:path w="7620" h="257175">
                  <a:moveTo>
                    <a:pt x="7620" y="17907"/>
                  </a:moveTo>
                  <a:lnTo>
                    <a:pt x="0" y="17907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7907"/>
                  </a:lnTo>
                  <a:close/>
                </a:path>
                <a:path w="7620" h="257175">
                  <a:moveTo>
                    <a:pt x="7620" y="15366"/>
                  </a:moveTo>
                  <a:lnTo>
                    <a:pt x="0" y="15366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366"/>
                  </a:lnTo>
                  <a:close/>
                </a:path>
                <a:path w="7620" h="257175">
                  <a:moveTo>
                    <a:pt x="7620" y="11557"/>
                  </a:moveTo>
                  <a:lnTo>
                    <a:pt x="0" y="11557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1557"/>
                  </a:lnTo>
                  <a:close/>
                </a:path>
                <a:path w="7620" h="257175">
                  <a:moveTo>
                    <a:pt x="7620" y="9016"/>
                  </a:moveTo>
                  <a:lnTo>
                    <a:pt x="0" y="9016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9016"/>
                  </a:lnTo>
                  <a:close/>
                </a:path>
                <a:path w="7620" h="257175">
                  <a:moveTo>
                    <a:pt x="7620" y="5207"/>
                  </a:moveTo>
                  <a:lnTo>
                    <a:pt x="0" y="5207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207"/>
                  </a:lnTo>
                  <a:close/>
                </a:path>
                <a:path w="7620" h="257175">
                  <a:moveTo>
                    <a:pt x="7620" y="2666"/>
                  </a:moveTo>
                  <a:lnTo>
                    <a:pt x="0" y="2666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2666"/>
                  </a:lnTo>
                  <a:close/>
                </a:path>
                <a:path w="7620" h="257175">
                  <a:moveTo>
                    <a:pt x="50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1397"/>
                  </a:lnTo>
                  <a:lnTo>
                    <a:pt x="5079" y="1397"/>
                  </a:lnTo>
                  <a:lnTo>
                    <a:pt x="5079" y="0"/>
                  </a:lnTo>
                  <a:close/>
                </a:path>
                <a:path w="7620" h="257175">
                  <a:moveTo>
                    <a:pt x="7620" y="101600"/>
                  </a:moveTo>
                  <a:lnTo>
                    <a:pt x="0" y="10160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01600"/>
                  </a:lnTo>
                  <a:close/>
                </a:path>
                <a:path w="7620" h="257175">
                  <a:moveTo>
                    <a:pt x="7620" y="158750"/>
                  </a:moveTo>
                  <a:lnTo>
                    <a:pt x="0" y="15875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58750"/>
                  </a:lnTo>
                  <a:close/>
                </a:path>
                <a:path w="7620" h="257175">
                  <a:moveTo>
                    <a:pt x="7620" y="252857"/>
                  </a:moveTo>
                  <a:lnTo>
                    <a:pt x="0" y="252857"/>
                  </a:lnTo>
                  <a:lnTo>
                    <a:pt x="0" y="256667"/>
                  </a:lnTo>
                  <a:lnTo>
                    <a:pt x="5079" y="256667"/>
                  </a:lnTo>
                  <a:lnTo>
                    <a:pt x="5079" y="255397"/>
                  </a:lnTo>
                  <a:lnTo>
                    <a:pt x="7620" y="255397"/>
                  </a:lnTo>
                  <a:lnTo>
                    <a:pt x="7620" y="252857"/>
                  </a:lnTo>
                  <a:close/>
                </a:path>
                <a:path w="7620" h="257175">
                  <a:moveTo>
                    <a:pt x="7620" y="250317"/>
                  </a:moveTo>
                  <a:lnTo>
                    <a:pt x="0" y="250317"/>
                  </a:lnTo>
                  <a:lnTo>
                    <a:pt x="0" y="252730"/>
                  </a:lnTo>
                  <a:lnTo>
                    <a:pt x="7620" y="252730"/>
                  </a:lnTo>
                  <a:lnTo>
                    <a:pt x="7620" y="250317"/>
                  </a:lnTo>
                  <a:close/>
                </a:path>
                <a:path w="7620" h="257175">
                  <a:moveTo>
                    <a:pt x="7620" y="246507"/>
                  </a:moveTo>
                  <a:lnTo>
                    <a:pt x="0" y="246507"/>
                  </a:lnTo>
                  <a:lnTo>
                    <a:pt x="0" y="250189"/>
                  </a:lnTo>
                  <a:lnTo>
                    <a:pt x="7620" y="250189"/>
                  </a:lnTo>
                  <a:lnTo>
                    <a:pt x="7620" y="246507"/>
                  </a:lnTo>
                  <a:close/>
                </a:path>
                <a:path w="7620" h="257175">
                  <a:moveTo>
                    <a:pt x="7620" y="243967"/>
                  </a:moveTo>
                  <a:lnTo>
                    <a:pt x="0" y="243967"/>
                  </a:lnTo>
                  <a:lnTo>
                    <a:pt x="0" y="246380"/>
                  </a:lnTo>
                  <a:lnTo>
                    <a:pt x="7620" y="246380"/>
                  </a:lnTo>
                  <a:lnTo>
                    <a:pt x="7620" y="243967"/>
                  </a:lnTo>
                  <a:close/>
                </a:path>
                <a:path w="7620" h="257175">
                  <a:moveTo>
                    <a:pt x="7620" y="240157"/>
                  </a:moveTo>
                  <a:lnTo>
                    <a:pt x="0" y="240157"/>
                  </a:lnTo>
                  <a:lnTo>
                    <a:pt x="0" y="243839"/>
                  </a:lnTo>
                  <a:lnTo>
                    <a:pt x="7620" y="243839"/>
                  </a:lnTo>
                  <a:lnTo>
                    <a:pt x="7620" y="240157"/>
                  </a:lnTo>
                  <a:close/>
                </a:path>
                <a:path w="7620" h="257175">
                  <a:moveTo>
                    <a:pt x="7620" y="237617"/>
                  </a:moveTo>
                  <a:lnTo>
                    <a:pt x="0" y="237617"/>
                  </a:lnTo>
                  <a:lnTo>
                    <a:pt x="0" y="240030"/>
                  </a:lnTo>
                  <a:lnTo>
                    <a:pt x="7620" y="240030"/>
                  </a:lnTo>
                  <a:lnTo>
                    <a:pt x="7620" y="237617"/>
                  </a:lnTo>
                  <a:close/>
                </a:path>
                <a:path w="7620" h="257175">
                  <a:moveTo>
                    <a:pt x="7620" y="233807"/>
                  </a:moveTo>
                  <a:lnTo>
                    <a:pt x="0" y="233807"/>
                  </a:lnTo>
                  <a:lnTo>
                    <a:pt x="0" y="237489"/>
                  </a:lnTo>
                  <a:lnTo>
                    <a:pt x="7620" y="237489"/>
                  </a:lnTo>
                  <a:lnTo>
                    <a:pt x="7620" y="233807"/>
                  </a:lnTo>
                  <a:close/>
                </a:path>
                <a:path w="7620" h="257175">
                  <a:moveTo>
                    <a:pt x="7620" y="231267"/>
                  </a:moveTo>
                  <a:lnTo>
                    <a:pt x="0" y="231267"/>
                  </a:lnTo>
                  <a:lnTo>
                    <a:pt x="0" y="233680"/>
                  </a:lnTo>
                  <a:lnTo>
                    <a:pt x="7620" y="233680"/>
                  </a:lnTo>
                  <a:lnTo>
                    <a:pt x="7620" y="231267"/>
                  </a:lnTo>
                  <a:close/>
                </a:path>
                <a:path w="7620" h="257175">
                  <a:moveTo>
                    <a:pt x="7620" y="227457"/>
                  </a:moveTo>
                  <a:lnTo>
                    <a:pt x="0" y="227457"/>
                  </a:lnTo>
                  <a:lnTo>
                    <a:pt x="0" y="231139"/>
                  </a:lnTo>
                  <a:lnTo>
                    <a:pt x="7620" y="231139"/>
                  </a:lnTo>
                  <a:lnTo>
                    <a:pt x="7620" y="227457"/>
                  </a:lnTo>
                  <a:close/>
                </a:path>
                <a:path w="7620" h="257175">
                  <a:moveTo>
                    <a:pt x="7620" y="224917"/>
                  </a:moveTo>
                  <a:lnTo>
                    <a:pt x="0" y="224917"/>
                  </a:lnTo>
                  <a:lnTo>
                    <a:pt x="0" y="227330"/>
                  </a:lnTo>
                  <a:lnTo>
                    <a:pt x="7620" y="227330"/>
                  </a:lnTo>
                  <a:lnTo>
                    <a:pt x="7620" y="224917"/>
                  </a:lnTo>
                  <a:close/>
                </a:path>
                <a:path w="7620" h="257175">
                  <a:moveTo>
                    <a:pt x="7620" y="221107"/>
                  </a:moveTo>
                  <a:lnTo>
                    <a:pt x="0" y="221107"/>
                  </a:lnTo>
                  <a:lnTo>
                    <a:pt x="0" y="224789"/>
                  </a:lnTo>
                  <a:lnTo>
                    <a:pt x="7620" y="224789"/>
                  </a:lnTo>
                  <a:lnTo>
                    <a:pt x="7620" y="221107"/>
                  </a:lnTo>
                  <a:close/>
                </a:path>
                <a:path w="7620" h="257175">
                  <a:moveTo>
                    <a:pt x="7620" y="218567"/>
                  </a:moveTo>
                  <a:lnTo>
                    <a:pt x="0" y="218567"/>
                  </a:lnTo>
                  <a:lnTo>
                    <a:pt x="0" y="220980"/>
                  </a:lnTo>
                  <a:lnTo>
                    <a:pt x="7620" y="220980"/>
                  </a:lnTo>
                  <a:lnTo>
                    <a:pt x="7620" y="218567"/>
                  </a:lnTo>
                  <a:close/>
                </a:path>
                <a:path w="7620" h="257175">
                  <a:moveTo>
                    <a:pt x="7620" y="214757"/>
                  </a:moveTo>
                  <a:lnTo>
                    <a:pt x="0" y="214757"/>
                  </a:lnTo>
                  <a:lnTo>
                    <a:pt x="0" y="218439"/>
                  </a:lnTo>
                  <a:lnTo>
                    <a:pt x="7620" y="218439"/>
                  </a:lnTo>
                  <a:lnTo>
                    <a:pt x="7620" y="214757"/>
                  </a:lnTo>
                  <a:close/>
                </a:path>
                <a:path w="7620" h="257175">
                  <a:moveTo>
                    <a:pt x="7620" y="212217"/>
                  </a:moveTo>
                  <a:lnTo>
                    <a:pt x="0" y="212217"/>
                  </a:lnTo>
                  <a:lnTo>
                    <a:pt x="0" y="214630"/>
                  </a:lnTo>
                  <a:lnTo>
                    <a:pt x="7620" y="214630"/>
                  </a:lnTo>
                  <a:lnTo>
                    <a:pt x="7620" y="212217"/>
                  </a:lnTo>
                  <a:close/>
                </a:path>
                <a:path w="7620" h="257175">
                  <a:moveTo>
                    <a:pt x="7620" y="208407"/>
                  </a:moveTo>
                  <a:lnTo>
                    <a:pt x="0" y="208407"/>
                  </a:lnTo>
                  <a:lnTo>
                    <a:pt x="0" y="212089"/>
                  </a:lnTo>
                  <a:lnTo>
                    <a:pt x="7620" y="212089"/>
                  </a:lnTo>
                  <a:lnTo>
                    <a:pt x="7620" y="208407"/>
                  </a:lnTo>
                  <a:close/>
                </a:path>
                <a:path w="7620" h="257175">
                  <a:moveTo>
                    <a:pt x="7620" y="205867"/>
                  </a:moveTo>
                  <a:lnTo>
                    <a:pt x="0" y="205867"/>
                  </a:lnTo>
                  <a:lnTo>
                    <a:pt x="0" y="208280"/>
                  </a:lnTo>
                  <a:lnTo>
                    <a:pt x="7620" y="208280"/>
                  </a:lnTo>
                  <a:lnTo>
                    <a:pt x="7620" y="205867"/>
                  </a:lnTo>
                  <a:close/>
                </a:path>
                <a:path w="7620" h="257175">
                  <a:moveTo>
                    <a:pt x="7620" y="202057"/>
                  </a:moveTo>
                  <a:lnTo>
                    <a:pt x="0" y="202057"/>
                  </a:lnTo>
                  <a:lnTo>
                    <a:pt x="0" y="205739"/>
                  </a:lnTo>
                  <a:lnTo>
                    <a:pt x="7620" y="205739"/>
                  </a:lnTo>
                  <a:lnTo>
                    <a:pt x="7620" y="202057"/>
                  </a:lnTo>
                  <a:close/>
                </a:path>
                <a:path w="7620" h="257175">
                  <a:moveTo>
                    <a:pt x="7620" y="199517"/>
                  </a:moveTo>
                  <a:lnTo>
                    <a:pt x="0" y="199517"/>
                  </a:lnTo>
                  <a:lnTo>
                    <a:pt x="0" y="201930"/>
                  </a:lnTo>
                  <a:lnTo>
                    <a:pt x="7620" y="201930"/>
                  </a:lnTo>
                  <a:lnTo>
                    <a:pt x="7620" y="199517"/>
                  </a:lnTo>
                  <a:close/>
                </a:path>
                <a:path w="7620" h="257175">
                  <a:moveTo>
                    <a:pt x="7620" y="195707"/>
                  </a:moveTo>
                  <a:lnTo>
                    <a:pt x="0" y="195707"/>
                  </a:lnTo>
                  <a:lnTo>
                    <a:pt x="0" y="199389"/>
                  </a:lnTo>
                  <a:lnTo>
                    <a:pt x="7620" y="199389"/>
                  </a:lnTo>
                  <a:lnTo>
                    <a:pt x="7620" y="195707"/>
                  </a:lnTo>
                  <a:close/>
                </a:path>
                <a:path w="7620" h="257175">
                  <a:moveTo>
                    <a:pt x="7620" y="193167"/>
                  </a:moveTo>
                  <a:lnTo>
                    <a:pt x="0" y="193167"/>
                  </a:lnTo>
                  <a:lnTo>
                    <a:pt x="0" y="195580"/>
                  </a:lnTo>
                  <a:lnTo>
                    <a:pt x="7620" y="195580"/>
                  </a:lnTo>
                  <a:lnTo>
                    <a:pt x="7620" y="193167"/>
                  </a:lnTo>
                  <a:close/>
                </a:path>
                <a:path w="7620" h="257175">
                  <a:moveTo>
                    <a:pt x="7620" y="189357"/>
                  </a:moveTo>
                  <a:lnTo>
                    <a:pt x="0" y="189357"/>
                  </a:lnTo>
                  <a:lnTo>
                    <a:pt x="0" y="193039"/>
                  </a:lnTo>
                  <a:lnTo>
                    <a:pt x="7620" y="193039"/>
                  </a:lnTo>
                  <a:lnTo>
                    <a:pt x="7620" y="189357"/>
                  </a:lnTo>
                  <a:close/>
                </a:path>
                <a:path w="7620" h="257175">
                  <a:moveTo>
                    <a:pt x="7620" y="186817"/>
                  </a:moveTo>
                  <a:lnTo>
                    <a:pt x="0" y="186817"/>
                  </a:lnTo>
                  <a:lnTo>
                    <a:pt x="0" y="189230"/>
                  </a:lnTo>
                  <a:lnTo>
                    <a:pt x="7620" y="189230"/>
                  </a:lnTo>
                  <a:lnTo>
                    <a:pt x="7620" y="186817"/>
                  </a:lnTo>
                  <a:close/>
                </a:path>
                <a:path w="7620" h="257175">
                  <a:moveTo>
                    <a:pt x="7620" y="183007"/>
                  </a:moveTo>
                  <a:lnTo>
                    <a:pt x="0" y="183007"/>
                  </a:lnTo>
                  <a:lnTo>
                    <a:pt x="0" y="186689"/>
                  </a:lnTo>
                  <a:lnTo>
                    <a:pt x="7620" y="186689"/>
                  </a:lnTo>
                  <a:lnTo>
                    <a:pt x="7620" y="183007"/>
                  </a:lnTo>
                  <a:close/>
                </a:path>
                <a:path w="7620" h="257175">
                  <a:moveTo>
                    <a:pt x="7620" y="180467"/>
                  </a:moveTo>
                  <a:lnTo>
                    <a:pt x="0" y="180467"/>
                  </a:lnTo>
                  <a:lnTo>
                    <a:pt x="0" y="182880"/>
                  </a:lnTo>
                  <a:lnTo>
                    <a:pt x="7620" y="182880"/>
                  </a:lnTo>
                  <a:lnTo>
                    <a:pt x="7620" y="180467"/>
                  </a:lnTo>
                  <a:close/>
                </a:path>
                <a:path w="7620" h="257175">
                  <a:moveTo>
                    <a:pt x="7620" y="176657"/>
                  </a:moveTo>
                  <a:lnTo>
                    <a:pt x="0" y="176657"/>
                  </a:lnTo>
                  <a:lnTo>
                    <a:pt x="0" y="180339"/>
                  </a:lnTo>
                  <a:lnTo>
                    <a:pt x="7620" y="180339"/>
                  </a:lnTo>
                  <a:lnTo>
                    <a:pt x="7620" y="176657"/>
                  </a:lnTo>
                  <a:close/>
                </a:path>
                <a:path w="7620" h="257175">
                  <a:moveTo>
                    <a:pt x="7620" y="174117"/>
                  </a:moveTo>
                  <a:lnTo>
                    <a:pt x="0" y="174117"/>
                  </a:lnTo>
                  <a:lnTo>
                    <a:pt x="0" y="176530"/>
                  </a:lnTo>
                  <a:lnTo>
                    <a:pt x="7620" y="176530"/>
                  </a:lnTo>
                  <a:lnTo>
                    <a:pt x="7620" y="174117"/>
                  </a:lnTo>
                  <a:close/>
                </a:path>
                <a:path w="7620" h="257175">
                  <a:moveTo>
                    <a:pt x="7620" y="170307"/>
                  </a:moveTo>
                  <a:lnTo>
                    <a:pt x="0" y="170307"/>
                  </a:lnTo>
                  <a:lnTo>
                    <a:pt x="0" y="173989"/>
                  </a:lnTo>
                  <a:lnTo>
                    <a:pt x="7620" y="173989"/>
                  </a:lnTo>
                  <a:lnTo>
                    <a:pt x="7620" y="170307"/>
                  </a:lnTo>
                  <a:close/>
                </a:path>
                <a:path w="7620" h="257175">
                  <a:moveTo>
                    <a:pt x="7620" y="167767"/>
                  </a:moveTo>
                  <a:lnTo>
                    <a:pt x="0" y="167767"/>
                  </a:lnTo>
                  <a:lnTo>
                    <a:pt x="0" y="170180"/>
                  </a:lnTo>
                  <a:lnTo>
                    <a:pt x="7620" y="170180"/>
                  </a:lnTo>
                  <a:lnTo>
                    <a:pt x="7620" y="167767"/>
                  </a:lnTo>
                  <a:close/>
                </a:path>
                <a:path w="7620" h="257175">
                  <a:moveTo>
                    <a:pt x="7620" y="165226"/>
                  </a:moveTo>
                  <a:lnTo>
                    <a:pt x="0" y="165226"/>
                  </a:lnTo>
                  <a:lnTo>
                    <a:pt x="0" y="167639"/>
                  </a:lnTo>
                  <a:lnTo>
                    <a:pt x="7620" y="167639"/>
                  </a:lnTo>
                  <a:lnTo>
                    <a:pt x="7620" y="165226"/>
                  </a:lnTo>
                  <a:close/>
                </a:path>
              </a:pathLst>
            </a:custGeom>
            <a:solidFill>
              <a:srgbClr val="3A5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" name="object 222">
              <a:extLst>
                <a:ext uri="{FF2B5EF4-FFF2-40B4-BE49-F238E27FC236}">
                  <a16:creationId xmlns:a16="http://schemas.microsoft.com/office/drawing/2014/main" id="{A8AE5358-3976-DE3C-AEB0-77CD82818E5F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61815" y="2666761"/>
              <a:ext cx="229870" cy="254000"/>
            </a:xfrm>
            <a:prstGeom prst="rect">
              <a:avLst/>
            </a:prstGeom>
          </p:spPr>
        </p:pic>
        <p:sp>
          <p:nvSpPr>
            <p:cNvPr id="236" name="object 232">
              <a:extLst>
                <a:ext uri="{FF2B5EF4-FFF2-40B4-BE49-F238E27FC236}">
                  <a16:creationId xmlns:a16="http://schemas.microsoft.com/office/drawing/2014/main" id="{12949DF5-452B-806D-3905-115A7AE96F7D}"/>
                </a:ext>
              </a:extLst>
            </p:cNvPr>
            <p:cNvSpPr txBox="1"/>
            <p:nvPr/>
          </p:nvSpPr>
          <p:spPr>
            <a:xfrm>
              <a:off x="7365628" y="3739898"/>
              <a:ext cx="1636214" cy="38215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en-US" altLang="zh-CN" sz="2400" spc="5" dirty="0">
                  <a:latin typeface="Arial MT"/>
                  <a:cs typeface="Arial MT"/>
                </a:rPr>
                <a:t>Device</a:t>
              </a:r>
              <a:endParaRPr sz="2400" dirty="0">
                <a:latin typeface="Arial MT"/>
                <a:cs typeface="Arial MT"/>
              </a:endParaRPr>
            </a:p>
          </p:txBody>
        </p:sp>
      </p:grpSp>
      <p:sp>
        <p:nvSpPr>
          <p:cNvPr id="249" name="下箭头 248">
            <a:extLst>
              <a:ext uri="{FF2B5EF4-FFF2-40B4-BE49-F238E27FC236}">
                <a16:creationId xmlns:a16="http://schemas.microsoft.com/office/drawing/2014/main" id="{EFDF6A72-4DE8-BAC6-C0D6-BD40E2DF619E}"/>
              </a:ext>
            </a:extLst>
          </p:cNvPr>
          <p:cNvSpPr/>
          <p:nvPr/>
        </p:nvSpPr>
        <p:spPr>
          <a:xfrm>
            <a:off x="4365873" y="3039847"/>
            <a:ext cx="319282" cy="27672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67" name="灯片编号占位符 3">
            <a:extLst>
              <a:ext uri="{FF2B5EF4-FFF2-40B4-BE49-F238E27FC236}">
                <a16:creationId xmlns:a16="http://schemas.microsoft.com/office/drawing/2014/main" id="{A00AB5C1-014D-F9C0-DCFC-8639E6BBC5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539551BC-2DBE-0063-99A6-ED60EB731ACE}"/>
              </a:ext>
            </a:extLst>
          </p:cNvPr>
          <p:cNvSpPr txBox="1"/>
          <p:nvPr/>
        </p:nvSpPr>
        <p:spPr>
          <a:xfrm>
            <a:off x="2739750" y="3441565"/>
            <a:ext cx="3337560" cy="1027141"/>
          </a:xfrm>
          <a:prstGeom prst="rect">
            <a:avLst/>
          </a:prstGeom>
        </p:spPr>
        <p:txBody>
          <a:bodyPr vert="horz" wrap="square" lIns="0" tIns="97155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765"/>
              </a:spcBef>
              <a:buClr>
                <a:srgbClr val="0000FF"/>
              </a:buClr>
              <a:buFont typeface="Wingdings"/>
              <a:buChar char=""/>
              <a:tabLst>
                <a:tab pos="355600" algn="l"/>
              </a:tabLst>
            </a:pPr>
            <a:r>
              <a:rPr sz="2800" dirty="0">
                <a:latin typeface="Calibri"/>
                <a:cs typeface="Calibri"/>
              </a:rPr>
              <a:t>ATA</a:t>
            </a:r>
          </a:p>
          <a:p>
            <a:pPr marL="354965" marR="5080" indent="-342900">
              <a:lnSpc>
                <a:spcPct val="100699"/>
              </a:lnSpc>
              <a:spcBef>
                <a:spcPts val="555"/>
              </a:spcBef>
              <a:buClr>
                <a:srgbClr val="0000FF"/>
              </a:buClr>
              <a:buFont typeface="Wingdings"/>
              <a:buChar char=""/>
              <a:tabLst>
                <a:tab pos="355600" algn="l"/>
              </a:tabLst>
            </a:pPr>
            <a:r>
              <a:rPr sz="2800" dirty="0">
                <a:latin typeface="Calibri"/>
                <a:cs typeface="Calibri"/>
              </a:rPr>
              <a:t>SCSI</a:t>
            </a:r>
          </a:p>
        </p:txBody>
      </p:sp>
      <p:sp>
        <p:nvSpPr>
          <p:cNvPr id="6" name="object 5">
            <a:extLst>
              <a:ext uri="{FF2B5EF4-FFF2-40B4-BE49-F238E27FC236}">
                <a16:creationId xmlns:a16="http://schemas.microsoft.com/office/drawing/2014/main" id="{C5E86ED5-ACFB-680B-C39E-00DD111A2692}"/>
              </a:ext>
            </a:extLst>
          </p:cNvPr>
          <p:cNvSpPr txBox="1"/>
          <p:nvPr/>
        </p:nvSpPr>
        <p:spPr>
          <a:xfrm>
            <a:off x="5281197" y="3765955"/>
            <a:ext cx="139636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dirty="0">
                <a:latin typeface="Times New Roman"/>
                <a:cs typeface="Times New Roman"/>
              </a:rPr>
              <a:t>–</a:t>
            </a:r>
            <a:r>
              <a:rPr sz="2800" spc="70" dirty="0">
                <a:latin typeface="Times New Roman"/>
                <a:cs typeface="Times New Roman"/>
              </a:rPr>
              <a:t> </a:t>
            </a:r>
            <a:r>
              <a:rPr sz="2800" spc="-5" dirty="0">
                <a:latin typeface="Times New Roman"/>
                <a:cs typeface="Times New Roman"/>
              </a:rPr>
              <a:t>Parallel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11" name="object 3">
            <a:extLst>
              <a:ext uri="{FF2B5EF4-FFF2-40B4-BE49-F238E27FC236}">
                <a16:creationId xmlns:a16="http://schemas.microsoft.com/office/drawing/2014/main" id="{6B00467B-29C2-5108-66EC-7AF7DBD36F75}"/>
              </a:ext>
            </a:extLst>
          </p:cNvPr>
          <p:cNvSpPr txBox="1"/>
          <p:nvPr/>
        </p:nvSpPr>
        <p:spPr>
          <a:xfrm>
            <a:off x="2697522" y="4673405"/>
            <a:ext cx="2877185" cy="1050290"/>
          </a:xfrm>
          <a:prstGeom prst="rect">
            <a:avLst/>
          </a:prstGeom>
        </p:spPr>
        <p:txBody>
          <a:bodyPr vert="horz" wrap="square" lIns="0" tIns="9779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770"/>
              </a:spcBef>
              <a:buClr>
                <a:srgbClr val="0000FF"/>
              </a:buClr>
              <a:buFont typeface="Wingdings"/>
              <a:buChar char=""/>
              <a:tabLst>
                <a:tab pos="355600" algn="l"/>
              </a:tabLst>
            </a:pPr>
            <a:r>
              <a:rPr sz="2800" spc="-5" dirty="0">
                <a:latin typeface="Calibri"/>
                <a:cs typeface="Calibri"/>
              </a:rPr>
              <a:t>Serial</a:t>
            </a:r>
            <a:r>
              <a:rPr sz="2800" spc="-45" dirty="0">
                <a:latin typeface="Calibri"/>
                <a:cs typeface="Calibri"/>
              </a:rPr>
              <a:t> </a:t>
            </a:r>
            <a:r>
              <a:rPr sz="2800" dirty="0">
                <a:latin typeface="Calibri"/>
                <a:cs typeface="Calibri"/>
              </a:rPr>
              <a:t>ATA</a:t>
            </a:r>
            <a:r>
              <a:rPr sz="2800" spc="-35" dirty="0">
                <a:latin typeface="Calibri"/>
                <a:cs typeface="Calibri"/>
              </a:rPr>
              <a:t> </a:t>
            </a:r>
            <a:r>
              <a:rPr sz="2800" dirty="0">
                <a:latin typeface="Calibri"/>
                <a:cs typeface="Calibri"/>
              </a:rPr>
              <a:t>(SATA)</a:t>
            </a:r>
          </a:p>
          <a:p>
            <a:pPr marL="355600" indent="-342900">
              <a:lnSpc>
                <a:spcPct val="100000"/>
              </a:lnSpc>
              <a:spcBef>
                <a:spcPts val="675"/>
              </a:spcBef>
              <a:buClr>
                <a:srgbClr val="0000FF"/>
              </a:buClr>
              <a:buFont typeface="Wingdings"/>
              <a:buChar char=""/>
              <a:tabLst>
                <a:tab pos="355600" algn="l"/>
              </a:tabLst>
            </a:pPr>
            <a:r>
              <a:rPr sz="2800" dirty="0">
                <a:latin typeface="Calibri"/>
                <a:cs typeface="Calibri"/>
              </a:rPr>
              <a:t>SAS</a:t>
            </a:r>
          </a:p>
        </p:txBody>
      </p:sp>
      <p:sp>
        <p:nvSpPr>
          <p:cNvPr id="12" name="object 6">
            <a:extLst>
              <a:ext uri="{FF2B5EF4-FFF2-40B4-BE49-F238E27FC236}">
                <a16:creationId xmlns:a16="http://schemas.microsoft.com/office/drawing/2014/main" id="{3ABA4077-B733-43A1-F1AF-137BFA3D96F4}"/>
              </a:ext>
            </a:extLst>
          </p:cNvPr>
          <p:cNvSpPr txBox="1"/>
          <p:nvPr/>
        </p:nvSpPr>
        <p:spPr>
          <a:xfrm>
            <a:off x="5507080" y="4978915"/>
            <a:ext cx="114046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dirty="0">
                <a:latin typeface="Times New Roman"/>
                <a:cs typeface="Times New Roman"/>
              </a:rPr>
              <a:t>–</a:t>
            </a:r>
            <a:r>
              <a:rPr sz="2800" spc="75" dirty="0">
                <a:latin typeface="Times New Roman"/>
                <a:cs typeface="Times New Roman"/>
              </a:rPr>
              <a:t> </a:t>
            </a:r>
            <a:r>
              <a:rPr sz="2800" spc="-5" dirty="0">
                <a:latin typeface="Times New Roman"/>
                <a:cs typeface="Times New Roman"/>
              </a:rPr>
              <a:t>Serial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2362E1F7-6407-6ADD-A2DD-34130A63B94C}"/>
              </a:ext>
            </a:extLst>
          </p:cNvPr>
          <p:cNvSpPr/>
          <p:nvPr/>
        </p:nvSpPr>
        <p:spPr>
          <a:xfrm>
            <a:off x="2523774" y="4718340"/>
            <a:ext cx="4296192" cy="1063895"/>
          </a:xfrm>
          <a:prstGeom prst="rect">
            <a:avLst/>
          </a:prstGeom>
          <a:solidFill>
            <a:schemeClr val="accent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  <p:sp>
        <p:nvSpPr>
          <p:cNvPr id="238" name="内容占位符 237">
            <a:extLst>
              <a:ext uri="{FF2B5EF4-FFF2-40B4-BE49-F238E27FC236}">
                <a16:creationId xmlns:a16="http://schemas.microsoft.com/office/drawing/2014/main" id="{3B00E978-4CF0-986E-E6FD-9E16D766492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35305" y="5984270"/>
            <a:ext cx="2244074" cy="846341"/>
          </a:xfrm>
        </p:spPr>
        <p:txBody>
          <a:bodyPr/>
          <a:lstStyle/>
          <a:p>
            <a:pPr marL="0" indent="0">
              <a:buNone/>
            </a:pPr>
            <a:r>
              <a:rPr lang="en-US" altLang="zh-CN" i="1" dirty="0"/>
              <a:t>and</a:t>
            </a:r>
            <a:r>
              <a:rPr lang="zh-CN" altLang="en-US" i="1" dirty="0"/>
              <a:t> </a:t>
            </a:r>
            <a:r>
              <a:rPr lang="en-US" altLang="zh-CN" i="1" dirty="0"/>
              <a:t>more!</a:t>
            </a:r>
            <a:endParaRPr lang="zh-CN" altLang="en-US" i="1" dirty="0"/>
          </a:p>
        </p:txBody>
      </p:sp>
    </p:spTree>
    <p:extLst>
      <p:ext uri="{BB962C8B-B14F-4D97-AF65-F5344CB8AC3E}">
        <p14:creationId xmlns:p14="http://schemas.microsoft.com/office/powerpoint/2010/main" val="210585060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6">
            <a:extLst>
              <a:ext uri="{FF2B5EF4-FFF2-40B4-BE49-F238E27FC236}">
                <a16:creationId xmlns:a16="http://schemas.microsoft.com/office/drawing/2014/main" id="{3E343608-65BA-8C5F-223E-C7BB0DE18B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ATA</a:t>
            </a:r>
            <a:endParaRPr lang="zh-CN" altLang="en-US" dirty="0"/>
          </a:p>
        </p:txBody>
      </p:sp>
      <p:sp>
        <p:nvSpPr>
          <p:cNvPr id="2" name="内容占位符 5">
            <a:extLst>
              <a:ext uri="{FF2B5EF4-FFF2-40B4-BE49-F238E27FC236}">
                <a16:creationId xmlns:a16="http://schemas.microsoft.com/office/drawing/2014/main" id="{D8AF1FF2-1C7E-5D8F-7A18-7A5823FA47C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ATA</a:t>
            </a:r>
            <a:r>
              <a:rPr lang="zh-CN" altLang="en-US" dirty="0"/>
              <a:t>：</a:t>
            </a:r>
            <a:r>
              <a:rPr lang="en-US" altLang="zh-CN" dirty="0"/>
              <a:t>Advanced</a:t>
            </a:r>
            <a:r>
              <a:rPr lang="zh-CN" altLang="en-US" dirty="0"/>
              <a:t> </a:t>
            </a:r>
            <a:r>
              <a:rPr lang="en-US" altLang="zh-CN" dirty="0"/>
              <a:t>Technology</a:t>
            </a:r>
            <a:r>
              <a:rPr lang="zh-CN" altLang="en-US" dirty="0"/>
              <a:t> </a:t>
            </a:r>
            <a:r>
              <a:rPr lang="en-US" altLang="zh-CN" dirty="0"/>
              <a:t>Attachment</a:t>
            </a:r>
          </a:p>
          <a:p>
            <a:pPr lvl="1"/>
            <a:r>
              <a:rPr lang="en-US" altLang="zh-CN" dirty="0"/>
              <a:t>since</a:t>
            </a:r>
            <a:r>
              <a:rPr lang="zh-CN" altLang="en-US" dirty="0"/>
              <a:t> </a:t>
            </a:r>
            <a:r>
              <a:rPr lang="en-US" altLang="zh-CN" dirty="0"/>
              <a:t>1986,</a:t>
            </a:r>
            <a:r>
              <a:rPr lang="zh-CN" altLang="en-US" dirty="0"/>
              <a:t> </a:t>
            </a:r>
            <a:r>
              <a:rPr lang="en-US" altLang="zh-CN" dirty="0"/>
              <a:t>designed</a:t>
            </a:r>
            <a:r>
              <a:rPr lang="zh-CN" altLang="en-US" dirty="0"/>
              <a:t> </a:t>
            </a:r>
            <a:r>
              <a:rPr lang="en-US" altLang="zh-CN" dirty="0"/>
              <a:t>by</a:t>
            </a:r>
            <a:r>
              <a:rPr lang="zh-CN" altLang="en-US" dirty="0"/>
              <a:t> </a:t>
            </a:r>
            <a:r>
              <a:rPr lang="en-US" altLang="zh-CN" dirty="0"/>
              <a:t>Western</a:t>
            </a:r>
            <a:r>
              <a:rPr lang="zh-CN" altLang="en-US" dirty="0"/>
              <a:t> </a:t>
            </a:r>
            <a:r>
              <a:rPr lang="en-US" altLang="zh-CN" dirty="0"/>
              <a:t>Digital</a:t>
            </a:r>
            <a:r>
              <a:rPr lang="zh-CN" altLang="en-US" dirty="0"/>
              <a:t> </a:t>
            </a:r>
            <a:r>
              <a:rPr lang="en-US" altLang="zh-CN" dirty="0"/>
              <a:t>and</a:t>
            </a:r>
            <a:r>
              <a:rPr lang="zh-CN" altLang="en-US" dirty="0"/>
              <a:t> </a:t>
            </a:r>
            <a:r>
              <a:rPr lang="en-US" altLang="zh-CN" dirty="0"/>
              <a:t>Compaq.</a:t>
            </a:r>
          </a:p>
        </p:txBody>
      </p:sp>
      <p:grpSp>
        <p:nvGrpSpPr>
          <p:cNvPr id="3" name="object 4">
            <a:extLst>
              <a:ext uri="{FF2B5EF4-FFF2-40B4-BE49-F238E27FC236}">
                <a16:creationId xmlns:a16="http://schemas.microsoft.com/office/drawing/2014/main" id="{197D9022-02D5-4FD0-9E07-44326F43822A}"/>
              </a:ext>
            </a:extLst>
          </p:cNvPr>
          <p:cNvGrpSpPr/>
          <p:nvPr/>
        </p:nvGrpSpPr>
        <p:grpSpPr>
          <a:xfrm>
            <a:off x="999789" y="2730615"/>
            <a:ext cx="7144419" cy="3189674"/>
            <a:chOff x="900235" y="2708870"/>
            <a:chExt cx="8064500" cy="3600450"/>
          </a:xfrm>
        </p:grpSpPr>
        <p:pic>
          <p:nvPicPr>
            <p:cNvPr id="6" name="object 5">
              <a:extLst>
                <a:ext uri="{FF2B5EF4-FFF2-40B4-BE49-F238E27FC236}">
                  <a16:creationId xmlns:a16="http://schemas.microsoft.com/office/drawing/2014/main" id="{5A2400ED-FD89-ABE4-A252-CE04459C95A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00235" y="2710456"/>
              <a:ext cx="3887787" cy="3311525"/>
            </a:xfrm>
            <a:prstGeom prst="rect">
              <a:avLst/>
            </a:prstGeom>
          </p:spPr>
        </p:pic>
        <p:pic>
          <p:nvPicPr>
            <p:cNvPr id="8" name="object 6">
              <a:extLst>
                <a:ext uri="{FF2B5EF4-FFF2-40B4-BE49-F238E27FC236}">
                  <a16:creationId xmlns:a16="http://schemas.microsoft.com/office/drawing/2014/main" id="{4EC4FCE0-A3D3-D544-BECB-D82E35F5FE78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16337" y="2708870"/>
              <a:ext cx="4248149" cy="3600450"/>
            </a:xfrm>
            <a:prstGeom prst="rect">
              <a:avLst/>
            </a:prstGeom>
          </p:spPr>
        </p:pic>
      </p:grpSp>
      <p:sp>
        <p:nvSpPr>
          <p:cNvPr id="241" name="灯片编号占位符 3">
            <a:extLst>
              <a:ext uri="{FF2B5EF4-FFF2-40B4-BE49-F238E27FC236}">
                <a16:creationId xmlns:a16="http://schemas.microsoft.com/office/drawing/2014/main" id="{1AD38E19-7464-516A-EBE6-28E98008D2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524644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6">
            <a:extLst>
              <a:ext uri="{FF2B5EF4-FFF2-40B4-BE49-F238E27FC236}">
                <a16:creationId xmlns:a16="http://schemas.microsoft.com/office/drawing/2014/main" id="{3E343608-65BA-8C5F-223E-C7BB0DE18B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ATA</a:t>
            </a:r>
            <a:r>
              <a:rPr lang="zh-CN" altLang="en-US" dirty="0"/>
              <a:t> </a:t>
            </a:r>
            <a:r>
              <a:rPr lang="en-US" altLang="zh-CN" dirty="0"/>
              <a:t>Specification</a:t>
            </a:r>
            <a:endParaRPr lang="zh-CN" altLang="en-US" dirty="0"/>
          </a:p>
        </p:txBody>
      </p:sp>
      <p:sp>
        <p:nvSpPr>
          <p:cNvPr id="15" name="内容占位符 14">
            <a:extLst>
              <a:ext uri="{FF2B5EF4-FFF2-40B4-BE49-F238E27FC236}">
                <a16:creationId xmlns:a16="http://schemas.microsoft.com/office/drawing/2014/main" id="{608D0F21-E568-D0D0-51B8-AE26EBB0BC5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graphicFrame>
        <p:nvGraphicFramePr>
          <p:cNvPr id="5" name="object 3">
            <a:extLst>
              <a:ext uri="{FF2B5EF4-FFF2-40B4-BE49-F238E27FC236}">
                <a16:creationId xmlns:a16="http://schemas.microsoft.com/office/drawing/2014/main" id="{B8946707-06C7-DA58-3217-8C1808B10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4797878"/>
              </p:ext>
            </p:extLst>
          </p:nvPr>
        </p:nvGraphicFramePr>
        <p:xfrm>
          <a:off x="655713" y="1505029"/>
          <a:ext cx="7571740" cy="435292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58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58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66738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dirty="0">
                          <a:latin typeface="Arial MT"/>
                          <a:cs typeface="Arial MT"/>
                        </a:rPr>
                        <a:t>Hot</a:t>
                      </a:r>
                      <a:r>
                        <a:rPr sz="24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pluggable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dirty="0">
                          <a:latin typeface="Arial MT"/>
                          <a:cs typeface="Arial MT"/>
                        </a:rPr>
                        <a:t>No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515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External</a:t>
                      </a:r>
                      <a:endParaRPr sz="2400" dirty="0">
                        <a:solidFill>
                          <a:schemeClr val="tx1"/>
                        </a:solidFill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dirty="0">
                          <a:latin typeface="Arial MT"/>
                          <a:cs typeface="Arial MT"/>
                        </a:rPr>
                        <a:t>No</a:t>
                      </a: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515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lang="en-US" altLang="zh-CN" sz="2400" dirty="0">
                          <a:latin typeface="Arial MT"/>
                          <a:cs typeface="Arial MT"/>
                        </a:rPr>
                        <a:t>Protocol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lang="en-US" altLang="zh-CN" sz="2400" dirty="0">
                          <a:latin typeface="Arial MT"/>
                          <a:cs typeface="Arial MT"/>
                        </a:rPr>
                        <a:t>parallel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9548352"/>
                  </a:ext>
                </a:extLst>
              </a:tr>
              <a:tr h="566738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Data</a:t>
                      </a:r>
                      <a:r>
                        <a:rPr sz="2400" spc="-3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spc="-5" dirty="0">
                          <a:latin typeface="Arial MT"/>
                          <a:cs typeface="Arial MT"/>
                        </a:rPr>
                        <a:t>width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dirty="0">
                          <a:latin typeface="Arial MT"/>
                          <a:cs typeface="Arial MT"/>
                        </a:rPr>
                        <a:t>16</a:t>
                      </a:r>
                      <a:r>
                        <a:rPr sz="2400" spc="-5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bit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104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Bandwidth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dirty="0">
                          <a:latin typeface="Arial MT"/>
                          <a:cs typeface="Arial MT"/>
                        </a:rPr>
                        <a:t>16</a:t>
                      </a:r>
                      <a:r>
                        <a:rPr sz="2000" spc="-3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MB/s</a:t>
                      </a:r>
                      <a:r>
                        <a:rPr sz="2000" spc="-3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15" dirty="0">
                          <a:latin typeface="Arial MT"/>
                          <a:cs typeface="Arial MT"/>
                        </a:rPr>
                        <a:t>originally,</a:t>
                      </a:r>
                      <a:endParaRPr sz="2000" dirty="0">
                        <a:latin typeface="Arial MT"/>
                        <a:cs typeface="Arial MT"/>
                      </a:endParaRPr>
                    </a:p>
                    <a:p>
                      <a:pPr marL="90805">
                        <a:lnSpc>
                          <a:spcPct val="100000"/>
                        </a:lnSpc>
                      </a:pPr>
                      <a:r>
                        <a:rPr sz="2000" spc="-5" dirty="0">
                          <a:latin typeface="Arial MT"/>
                          <a:cs typeface="Arial MT"/>
                        </a:rPr>
                        <a:t>later</a:t>
                      </a:r>
                      <a:r>
                        <a:rPr sz="20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33,</a:t>
                      </a:r>
                      <a:r>
                        <a:rPr sz="20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66,</a:t>
                      </a:r>
                      <a:r>
                        <a:rPr sz="20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100</a:t>
                      </a:r>
                      <a:r>
                        <a:rPr sz="2000" spc="-2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and</a:t>
                      </a:r>
                      <a:r>
                        <a:rPr sz="2000" spc="-2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133</a:t>
                      </a:r>
                      <a:r>
                        <a:rPr sz="2000" spc="-2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MB/s</a:t>
                      </a:r>
                      <a:endParaRPr sz="20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6515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Pins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  <a:tabLst>
                          <a:tab pos="598805" algn="l"/>
                        </a:tabLst>
                      </a:pPr>
                      <a:r>
                        <a:rPr sz="2400" dirty="0">
                          <a:latin typeface="Arial MT"/>
                          <a:cs typeface="Arial MT"/>
                        </a:rPr>
                        <a:t>40	(16</a:t>
                      </a:r>
                      <a:r>
                        <a:rPr sz="24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spc="-5" dirty="0">
                          <a:latin typeface="Arial MT"/>
                          <a:cs typeface="Arial MT"/>
                        </a:rPr>
                        <a:t>data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)</a:t>
                      </a:r>
                    </a:p>
                  </a:txBody>
                  <a:tcPr marL="0" marR="0" marT="3683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2296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Others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 marR="1289685">
                        <a:lnSpc>
                          <a:spcPts val="2870"/>
                        </a:lnSpc>
                        <a:spcBef>
                          <a:spcPts val="395"/>
                        </a:spcBef>
                      </a:pPr>
                      <a:r>
                        <a:rPr sz="2400" kern="1200" spc="-5" dirty="0">
                          <a:solidFill>
                            <a:schemeClr val="tx1"/>
                          </a:solidFill>
                          <a:latin typeface="Arial MT"/>
                          <a:ea typeface="+mn-ea"/>
                          <a:cs typeface="Arial"/>
                        </a:rPr>
                        <a:t>Max. devices </a:t>
                      </a:r>
                      <a:r>
                        <a:rPr sz="2400" b="1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2400" b="1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2 </a:t>
                      </a:r>
                      <a:r>
                        <a:rPr sz="2400" spc="-6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spc="-5" dirty="0">
                          <a:latin typeface="Arial MT"/>
                          <a:cs typeface="Arial MT"/>
                        </a:rPr>
                        <a:t>(master/slave)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6" name="灯片编号占位符 3">
            <a:extLst>
              <a:ext uri="{FF2B5EF4-FFF2-40B4-BE49-F238E27FC236}">
                <a16:creationId xmlns:a16="http://schemas.microsoft.com/office/drawing/2014/main" id="{BC5436BA-9642-9CC8-A05F-95D0BF6560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929386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6">
            <a:extLst>
              <a:ext uri="{FF2B5EF4-FFF2-40B4-BE49-F238E27FC236}">
                <a16:creationId xmlns:a16="http://schemas.microsoft.com/office/drawing/2014/main" id="{3E343608-65BA-8C5F-223E-C7BB0DE18B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ATA</a:t>
            </a:r>
            <a:r>
              <a:rPr lang="zh-CN" altLang="en-US" dirty="0"/>
              <a:t> </a:t>
            </a:r>
            <a:r>
              <a:rPr lang="en-US" altLang="zh-CN" dirty="0"/>
              <a:t>to</a:t>
            </a:r>
            <a:r>
              <a:rPr lang="zh-CN" altLang="en-US" dirty="0"/>
              <a:t> </a:t>
            </a:r>
            <a:r>
              <a:rPr lang="en-US" altLang="zh-CN" dirty="0"/>
              <a:t>Ultra</a:t>
            </a:r>
            <a:r>
              <a:rPr lang="zh-CN" altLang="en-US" dirty="0"/>
              <a:t> </a:t>
            </a:r>
            <a:r>
              <a:rPr lang="en-US" altLang="zh-CN" dirty="0"/>
              <a:t>ATA</a:t>
            </a:r>
            <a:endParaRPr lang="zh-CN" altLang="en-US" dirty="0"/>
          </a:p>
        </p:txBody>
      </p:sp>
      <p:sp>
        <p:nvSpPr>
          <p:cNvPr id="2" name="内容占位符 5">
            <a:extLst>
              <a:ext uri="{FF2B5EF4-FFF2-40B4-BE49-F238E27FC236}">
                <a16:creationId xmlns:a16="http://schemas.microsoft.com/office/drawing/2014/main" id="{4C785BB1-FBE4-D7D3-DE76-0D498C34043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Ultra</a:t>
            </a:r>
            <a:r>
              <a:rPr lang="zh-CN" altLang="en-US" dirty="0"/>
              <a:t> </a:t>
            </a:r>
            <a:r>
              <a:rPr lang="en-US" altLang="zh-CN" dirty="0"/>
              <a:t>ATA:</a:t>
            </a:r>
            <a:r>
              <a:rPr lang="zh-CN" altLang="en-US" dirty="0"/>
              <a:t> </a:t>
            </a:r>
            <a:r>
              <a:rPr lang="en-US" altLang="zh-CN" dirty="0"/>
              <a:t>Data</a:t>
            </a:r>
            <a:r>
              <a:rPr lang="zh-CN" altLang="en-US" dirty="0"/>
              <a:t> </a:t>
            </a:r>
            <a:r>
              <a:rPr lang="en-US" altLang="zh-CN" dirty="0"/>
              <a:t>transfer</a:t>
            </a:r>
            <a:r>
              <a:rPr lang="zh-CN" altLang="en-US" dirty="0"/>
              <a:t> </a:t>
            </a:r>
            <a:r>
              <a:rPr lang="en-US" altLang="zh-CN" dirty="0"/>
              <a:t>at</a:t>
            </a:r>
            <a:r>
              <a:rPr lang="zh-CN" altLang="en-US" dirty="0"/>
              <a:t> </a:t>
            </a:r>
            <a:r>
              <a:rPr lang="en-US" altLang="zh-CN" dirty="0">
                <a:solidFill>
                  <a:srgbClr val="7030A0"/>
                </a:solidFill>
              </a:rPr>
              <a:t>both</a:t>
            </a:r>
            <a:r>
              <a:rPr lang="zh-CN" altLang="en-US" dirty="0"/>
              <a:t> </a:t>
            </a:r>
            <a:r>
              <a:rPr lang="en-US" altLang="zh-CN" dirty="0"/>
              <a:t>the</a:t>
            </a:r>
            <a:r>
              <a:rPr lang="zh-CN" altLang="en-US" dirty="0"/>
              <a:t> </a:t>
            </a:r>
            <a:r>
              <a:rPr lang="en-US" altLang="zh-CN" dirty="0"/>
              <a:t>rising</a:t>
            </a:r>
            <a:r>
              <a:rPr lang="zh-CN" altLang="en-US" dirty="0"/>
              <a:t> </a:t>
            </a:r>
            <a:r>
              <a:rPr lang="en-US" altLang="zh-CN" dirty="0"/>
              <a:t>and</a:t>
            </a:r>
            <a:r>
              <a:rPr lang="zh-CN" altLang="en-US" dirty="0"/>
              <a:t> </a:t>
            </a:r>
            <a:r>
              <a:rPr lang="en-US" altLang="zh-CN" dirty="0"/>
              <a:t>falling</a:t>
            </a:r>
            <a:r>
              <a:rPr lang="zh-CN" altLang="en-US" dirty="0"/>
              <a:t> </a:t>
            </a:r>
            <a:r>
              <a:rPr lang="en-US" altLang="zh-CN" dirty="0"/>
              <a:t>edges</a:t>
            </a:r>
            <a:r>
              <a:rPr lang="zh-CN" altLang="en-US" dirty="0"/>
              <a:t> </a:t>
            </a:r>
            <a:r>
              <a:rPr lang="en-US" altLang="zh-CN" dirty="0"/>
              <a:t>of</a:t>
            </a:r>
            <a:r>
              <a:rPr lang="zh-CN" altLang="en-US" dirty="0"/>
              <a:t> </a:t>
            </a:r>
            <a:r>
              <a:rPr lang="en-US" altLang="zh-CN" dirty="0"/>
              <a:t>the</a:t>
            </a:r>
            <a:r>
              <a:rPr lang="zh-CN" altLang="en-US" dirty="0"/>
              <a:t> </a:t>
            </a:r>
            <a:r>
              <a:rPr lang="en-US" altLang="zh-CN" dirty="0"/>
              <a:t>strobe</a:t>
            </a:r>
          </a:p>
          <a:p>
            <a:endParaRPr lang="en-US" altLang="zh-CN" dirty="0"/>
          </a:p>
        </p:txBody>
      </p:sp>
      <p:pic>
        <p:nvPicPr>
          <p:cNvPr id="3" name="object 4">
            <a:extLst>
              <a:ext uri="{FF2B5EF4-FFF2-40B4-BE49-F238E27FC236}">
                <a16:creationId xmlns:a16="http://schemas.microsoft.com/office/drawing/2014/main" id="{5635FB9F-000C-0F2D-60CE-D85D0567A479}"/>
              </a:ext>
            </a:extLst>
          </p:cNvPr>
          <p:cNvPicPr/>
          <p:nvPr/>
        </p:nvPicPr>
        <p:blipFill rotWithShape="1">
          <a:blip r:embed="rId3" cstate="print"/>
          <a:srcRect t="33721" b="32718"/>
          <a:stretch/>
        </p:blipFill>
        <p:spPr>
          <a:xfrm>
            <a:off x="3157818" y="2521146"/>
            <a:ext cx="2592288" cy="1815707"/>
          </a:xfrm>
          <a:prstGeom prst="rect">
            <a:avLst/>
          </a:prstGeom>
        </p:spPr>
      </p:pic>
      <p:sp>
        <p:nvSpPr>
          <p:cNvPr id="8" name="文本框 7">
            <a:extLst>
              <a:ext uri="{FF2B5EF4-FFF2-40B4-BE49-F238E27FC236}">
                <a16:creationId xmlns:a16="http://schemas.microsoft.com/office/drawing/2014/main" id="{766A1E5B-C854-3B09-43D7-B141164DEE4C}"/>
              </a:ext>
            </a:extLst>
          </p:cNvPr>
          <p:cNvSpPr txBox="1"/>
          <p:nvPr/>
        </p:nvSpPr>
        <p:spPr>
          <a:xfrm>
            <a:off x="962273" y="4522616"/>
            <a:ext cx="1699664" cy="9679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000" dirty="0"/>
              <a:t>1996-1997</a:t>
            </a:r>
          </a:p>
          <a:p>
            <a:pPr>
              <a:lnSpc>
                <a:spcPct val="150000"/>
              </a:lnSpc>
            </a:pPr>
            <a:r>
              <a:rPr lang="en-US" altLang="zh-CN" sz="2000" dirty="0"/>
              <a:t>16</a:t>
            </a:r>
            <a:r>
              <a:rPr lang="zh-CN" altLang="en-US" sz="2000" dirty="0"/>
              <a:t> </a:t>
            </a:r>
            <a:r>
              <a:rPr lang="en-US" altLang="zh-CN" sz="2000" dirty="0"/>
              <a:t>MB/s</a:t>
            </a:r>
          </a:p>
        </p:txBody>
      </p:sp>
      <p:pic>
        <p:nvPicPr>
          <p:cNvPr id="9" name="object 4">
            <a:extLst>
              <a:ext uri="{FF2B5EF4-FFF2-40B4-BE49-F238E27FC236}">
                <a16:creationId xmlns:a16="http://schemas.microsoft.com/office/drawing/2014/main" id="{BE0BB68F-3927-7A56-69C2-16C88F50CD6A}"/>
              </a:ext>
            </a:extLst>
          </p:cNvPr>
          <p:cNvPicPr/>
          <p:nvPr/>
        </p:nvPicPr>
        <p:blipFill rotWithShape="1">
          <a:blip r:embed="rId3" cstate="print"/>
          <a:srcRect b="66439"/>
          <a:stretch/>
        </p:blipFill>
        <p:spPr>
          <a:xfrm>
            <a:off x="193920" y="2521146"/>
            <a:ext cx="2592288" cy="1815707"/>
          </a:xfrm>
          <a:prstGeom prst="rect">
            <a:avLst/>
          </a:prstGeom>
        </p:spPr>
      </p:pic>
      <p:pic>
        <p:nvPicPr>
          <p:cNvPr id="10" name="object 4">
            <a:extLst>
              <a:ext uri="{FF2B5EF4-FFF2-40B4-BE49-F238E27FC236}">
                <a16:creationId xmlns:a16="http://schemas.microsoft.com/office/drawing/2014/main" id="{3C9645BF-A8B9-F7B3-7234-8C0E6942EE4D}"/>
              </a:ext>
            </a:extLst>
          </p:cNvPr>
          <p:cNvPicPr/>
          <p:nvPr/>
        </p:nvPicPr>
        <p:blipFill rotWithShape="1">
          <a:blip r:embed="rId3" cstate="print"/>
          <a:srcRect t="66439"/>
          <a:stretch/>
        </p:blipFill>
        <p:spPr>
          <a:xfrm>
            <a:off x="6121716" y="2521146"/>
            <a:ext cx="2592288" cy="1815708"/>
          </a:xfrm>
          <a:prstGeom prst="rect">
            <a:avLst/>
          </a:prstGeom>
        </p:spPr>
      </p:pic>
      <p:sp>
        <p:nvSpPr>
          <p:cNvPr id="11" name="文本框 10">
            <a:extLst>
              <a:ext uri="{FF2B5EF4-FFF2-40B4-BE49-F238E27FC236}">
                <a16:creationId xmlns:a16="http://schemas.microsoft.com/office/drawing/2014/main" id="{03DA0CCC-FF84-135B-F1BC-6BAAF34C3F01}"/>
              </a:ext>
            </a:extLst>
          </p:cNvPr>
          <p:cNvSpPr txBox="1"/>
          <p:nvPr/>
        </p:nvSpPr>
        <p:spPr>
          <a:xfrm>
            <a:off x="3794973" y="4526519"/>
            <a:ext cx="1699664" cy="9679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000" dirty="0"/>
              <a:t>Since</a:t>
            </a:r>
            <a:r>
              <a:rPr lang="zh-CN" altLang="en-US" sz="2000" dirty="0"/>
              <a:t> </a:t>
            </a:r>
            <a:r>
              <a:rPr lang="en-US" altLang="zh-CN" sz="2000" dirty="0"/>
              <a:t>1998</a:t>
            </a:r>
          </a:p>
          <a:p>
            <a:pPr>
              <a:lnSpc>
                <a:spcPct val="150000"/>
              </a:lnSpc>
            </a:pPr>
            <a:r>
              <a:rPr lang="en-US" altLang="zh-CN" sz="2000" dirty="0"/>
              <a:t>33</a:t>
            </a:r>
            <a:r>
              <a:rPr lang="zh-CN" altLang="en-US" sz="2000" dirty="0"/>
              <a:t> </a:t>
            </a:r>
            <a:r>
              <a:rPr lang="en-US" altLang="zh-CN" sz="2000" dirty="0"/>
              <a:t>MB/s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E3871CDF-2BB9-C683-8B9C-EF66CE952F03}"/>
              </a:ext>
            </a:extLst>
          </p:cNvPr>
          <p:cNvSpPr txBox="1"/>
          <p:nvPr/>
        </p:nvSpPr>
        <p:spPr>
          <a:xfrm>
            <a:off x="7014340" y="4498768"/>
            <a:ext cx="1699664" cy="9679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000" dirty="0"/>
              <a:t>Since</a:t>
            </a:r>
            <a:r>
              <a:rPr lang="zh-CN" altLang="en-US" sz="2000" dirty="0"/>
              <a:t> </a:t>
            </a:r>
            <a:r>
              <a:rPr lang="en-US" altLang="zh-CN" sz="2000" dirty="0"/>
              <a:t>2000</a:t>
            </a:r>
          </a:p>
          <a:p>
            <a:pPr>
              <a:lnSpc>
                <a:spcPct val="150000"/>
              </a:lnSpc>
            </a:pPr>
            <a:r>
              <a:rPr lang="en-US" altLang="zh-CN" sz="2000" dirty="0"/>
              <a:t>66</a:t>
            </a:r>
            <a:r>
              <a:rPr lang="zh-CN" altLang="en-US" sz="2000" dirty="0"/>
              <a:t> </a:t>
            </a:r>
            <a:r>
              <a:rPr lang="en-US" altLang="zh-CN" sz="2000" dirty="0"/>
              <a:t>MB/s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5E44D740-4906-BA18-4F5E-2B20C5EACE4F}"/>
              </a:ext>
            </a:extLst>
          </p:cNvPr>
          <p:cNvSpPr txBox="1"/>
          <p:nvPr/>
        </p:nvSpPr>
        <p:spPr>
          <a:xfrm>
            <a:off x="2786208" y="5948153"/>
            <a:ext cx="4149410" cy="5062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000" dirty="0"/>
              <a:t>Nowadays</a:t>
            </a:r>
            <a:r>
              <a:rPr lang="zh-CN" altLang="en-US" sz="2000" dirty="0"/>
              <a:t> </a:t>
            </a:r>
            <a:r>
              <a:rPr lang="en-US" altLang="zh-CN" sz="2000" dirty="0"/>
              <a:t>167</a:t>
            </a:r>
            <a:r>
              <a:rPr lang="zh-CN" altLang="en-US" sz="2000" dirty="0"/>
              <a:t> </a:t>
            </a:r>
            <a:r>
              <a:rPr lang="en-US" altLang="zh-CN" sz="2000" dirty="0"/>
              <a:t>MB/s</a:t>
            </a:r>
            <a:r>
              <a:rPr lang="zh-CN" altLang="en-US" sz="2000" dirty="0"/>
              <a:t> </a:t>
            </a:r>
            <a:r>
              <a:rPr lang="en-US" altLang="zh-CN" sz="2000" dirty="0"/>
              <a:t>at</a:t>
            </a:r>
            <a:r>
              <a:rPr lang="zh-CN" altLang="en-US" sz="2000" dirty="0"/>
              <a:t> </a:t>
            </a:r>
            <a:r>
              <a:rPr lang="en-US" altLang="zh-CN" sz="2000" dirty="0"/>
              <a:t>24ns</a:t>
            </a:r>
          </a:p>
        </p:txBody>
      </p:sp>
      <p:sp>
        <p:nvSpPr>
          <p:cNvPr id="22" name="灯片编号占位符 3">
            <a:extLst>
              <a:ext uri="{FF2B5EF4-FFF2-40B4-BE49-F238E27FC236}">
                <a16:creationId xmlns:a16="http://schemas.microsoft.com/office/drawing/2014/main" id="{D6B2E31C-C538-B9AA-BFFD-D8FAD607D8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558891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6">
            <a:extLst>
              <a:ext uri="{FF2B5EF4-FFF2-40B4-BE49-F238E27FC236}">
                <a16:creationId xmlns:a16="http://schemas.microsoft.com/office/drawing/2014/main" id="{3E343608-65BA-8C5F-223E-C7BB0DE18B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SATA</a:t>
            </a:r>
            <a:endParaRPr lang="zh-CN" altLang="en-US" dirty="0"/>
          </a:p>
        </p:txBody>
      </p:sp>
      <p:sp>
        <p:nvSpPr>
          <p:cNvPr id="2" name="内容占位符 5">
            <a:extLst>
              <a:ext uri="{FF2B5EF4-FFF2-40B4-BE49-F238E27FC236}">
                <a16:creationId xmlns:a16="http://schemas.microsoft.com/office/drawing/2014/main" id="{D8AF1FF2-1C7E-5D8F-7A18-7A5823FA47C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SATA:</a:t>
            </a:r>
            <a:r>
              <a:rPr lang="zh-CN" altLang="en-US" dirty="0"/>
              <a:t> </a:t>
            </a:r>
            <a:r>
              <a:rPr lang="en-US" altLang="zh-CN" dirty="0">
                <a:solidFill>
                  <a:srgbClr val="7030A0"/>
                </a:solidFill>
              </a:rPr>
              <a:t>Serial</a:t>
            </a:r>
            <a:r>
              <a:rPr lang="zh-CN" altLang="en-US" dirty="0"/>
              <a:t> </a:t>
            </a:r>
            <a:r>
              <a:rPr lang="en-US" altLang="zh-CN" dirty="0"/>
              <a:t>ATA</a:t>
            </a:r>
          </a:p>
          <a:p>
            <a:pPr lvl="1"/>
            <a:r>
              <a:rPr lang="en-US" altLang="zh-CN" dirty="0"/>
              <a:t>since</a:t>
            </a:r>
            <a:r>
              <a:rPr lang="zh-CN" altLang="en-US" dirty="0"/>
              <a:t> </a:t>
            </a:r>
            <a:r>
              <a:rPr lang="en-US" altLang="zh-CN" dirty="0"/>
              <a:t>2000,</a:t>
            </a:r>
            <a:r>
              <a:rPr lang="zh-CN" altLang="en-US" dirty="0"/>
              <a:t> </a:t>
            </a:r>
            <a:r>
              <a:rPr lang="en-US" altLang="zh-CN" dirty="0"/>
              <a:t>replacement</a:t>
            </a:r>
            <a:r>
              <a:rPr lang="zh-CN" altLang="en-US" dirty="0"/>
              <a:t> </a:t>
            </a:r>
            <a:r>
              <a:rPr lang="en-US" altLang="zh-CN" dirty="0"/>
              <a:t>of</a:t>
            </a:r>
            <a:r>
              <a:rPr lang="zh-CN" altLang="en-US" dirty="0"/>
              <a:t> </a:t>
            </a:r>
            <a:r>
              <a:rPr lang="en-US" altLang="zh-CN" dirty="0"/>
              <a:t>ATA</a:t>
            </a:r>
            <a:r>
              <a:rPr lang="zh-CN" altLang="en-US" dirty="0"/>
              <a:t> </a:t>
            </a:r>
            <a:endParaRPr lang="en-US" altLang="zh-CN" dirty="0"/>
          </a:p>
          <a:p>
            <a:pPr lvl="1"/>
            <a:r>
              <a:rPr lang="en-US" altLang="zh-CN" dirty="0"/>
              <a:t>Lower</a:t>
            </a:r>
            <a:r>
              <a:rPr lang="zh-CN" altLang="en-US" dirty="0"/>
              <a:t> </a:t>
            </a:r>
            <a:r>
              <a:rPr lang="en-US" altLang="zh-CN" dirty="0"/>
              <a:t>voltages,</a:t>
            </a:r>
            <a:r>
              <a:rPr lang="zh-CN" altLang="en-US" dirty="0"/>
              <a:t> </a:t>
            </a:r>
            <a:r>
              <a:rPr lang="en-US" altLang="zh-CN" dirty="0"/>
              <a:t>higher</a:t>
            </a:r>
            <a:r>
              <a:rPr lang="zh-CN" altLang="en-US" dirty="0"/>
              <a:t> </a:t>
            </a:r>
            <a:r>
              <a:rPr lang="en-US" altLang="zh-CN" dirty="0"/>
              <a:t>performance,</a:t>
            </a:r>
            <a:r>
              <a:rPr lang="zh-CN" altLang="en-US" dirty="0"/>
              <a:t> </a:t>
            </a:r>
            <a:r>
              <a:rPr lang="en-US" altLang="zh-CN" dirty="0"/>
              <a:t>support</a:t>
            </a:r>
            <a:r>
              <a:rPr lang="zh-CN" altLang="en-US" dirty="0"/>
              <a:t> </a:t>
            </a:r>
            <a:r>
              <a:rPr lang="en-US" altLang="zh-CN" dirty="0"/>
              <a:t>hot-plug</a:t>
            </a:r>
            <a:r>
              <a:rPr lang="zh-CN" altLang="en-US" dirty="0"/>
              <a:t> </a:t>
            </a:r>
            <a:endParaRPr lang="en-US" altLang="zh-CN" dirty="0"/>
          </a:p>
          <a:p>
            <a:endParaRPr lang="en-US" altLang="zh-CN" dirty="0"/>
          </a:p>
        </p:txBody>
      </p:sp>
      <p:pic>
        <p:nvPicPr>
          <p:cNvPr id="44" name="图片 43">
            <a:extLst>
              <a:ext uri="{FF2B5EF4-FFF2-40B4-BE49-F238E27FC236}">
                <a16:creationId xmlns:a16="http://schemas.microsoft.com/office/drawing/2014/main" id="{D7E2292C-A09F-AA05-A801-0037F7A148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50817" y="2774497"/>
            <a:ext cx="6089155" cy="3581856"/>
          </a:xfrm>
          <a:prstGeom prst="rect">
            <a:avLst/>
          </a:prstGeom>
        </p:spPr>
      </p:pic>
      <p:sp>
        <p:nvSpPr>
          <p:cNvPr id="45" name="灯片编号占位符 3">
            <a:extLst>
              <a:ext uri="{FF2B5EF4-FFF2-40B4-BE49-F238E27FC236}">
                <a16:creationId xmlns:a16="http://schemas.microsoft.com/office/drawing/2014/main" id="{B29FC8B4-FE1D-6483-2B70-1635252997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333700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6">
            <a:extLst>
              <a:ext uri="{FF2B5EF4-FFF2-40B4-BE49-F238E27FC236}">
                <a16:creationId xmlns:a16="http://schemas.microsoft.com/office/drawing/2014/main" id="{3E343608-65BA-8C5F-223E-C7BB0DE18B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Parallel</a:t>
            </a:r>
            <a:r>
              <a:rPr lang="zh-CN" altLang="en-US" dirty="0"/>
              <a:t> </a:t>
            </a:r>
            <a:r>
              <a:rPr lang="en-US" altLang="zh-CN" dirty="0"/>
              <a:t>ATA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Serial</a:t>
            </a:r>
            <a:r>
              <a:rPr lang="zh-CN" altLang="en-US" dirty="0"/>
              <a:t> </a:t>
            </a:r>
            <a:r>
              <a:rPr lang="en-US" altLang="zh-CN" dirty="0"/>
              <a:t>ATA</a:t>
            </a:r>
            <a:endParaRPr lang="zh-CN" altLang="en-US" dirty="0"/>
          </a:p>
        </p:txBody>
      </p:sp>
      <p:sp>
        <p:nvSpPr>
          <p:cNvPr id="45" name="灯片编号占位符 3">
            <a:extLst>
              <a:ext uri="{FF2B5EF4-FFF2-40B4-BE49-F238E27FC236}">
                <a16:creationId xmlns:a16="http://schemas.microsoft.com/office/drawing/2014/main" id="{B29FC8B4-FE1D-6483-2B70-1635252997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5BD0F824-DFC4-61B6-871B-1AE19F3989B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  <p:grpSp>
        <p:nvGrpSpPr>
          <p:cNvPr id="5" name="object 3">
            <a:extLst>
              <a:ext uri="{FF2B5EF4-FFF2-40B4-BE49-F238E27FC236}">
                <a16:creationId xmlns:a16="http://schemas.microsoft.com/office/drawing/2014/main" id="{8BAC717E-5C31-7BD0-04AA-3A49B883350A}"/>
              </a:ext>
            </a:extLst>
          </p:cNvPr>
          <p:cNvGrpSpPr/>
          <p:nvPr/>
        </p:nvGrpSpPr>
        <p:grpSpPr>
          <a:xfrm>
            <a:off x="546265" y="2353587"/>
            <a:ext cx="3715595" cy="2692647"/>
            <a:chOff x="179511" y="2132855"/>
            <a:chExt cx="4020185" cy="2913380"/>
          </a:xfrm>
        </p:grpSpPr>
        <p:pic>
          <p:nvPicPr>
            <p:cNvPr id="6" name="object 4">
              <a:extLst>
                <a:ext uri="{FF2B5EF4-FFF2-40B4-BE49-F238E27FC236}">
                  <a16:creationId xmlns:a16="http://schemas.microsoft.com/office/drawing/2014/main" id="{5219F2CD-4D01-97E0-6553-223612462B9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9766" y="2205565"/>
              <a:ext cx="3949700" cy="2840567"/>
            </a:xfrm>
            <a:prstGeom prst="rect">
              <a:avLst/>
            </a:prstGeom>
          </p:spPr>
        </p:pic>
        <p:pic>
          <p:nvPicPr>
            <p:cNvPr id="8" name="object 5">
              <a:extLst>
                <a:ext uri="{FF2B5EF4-FFF2-40B4-BE49-F238E27FC236}">
                  <a16:creationId xmlns:a16="http://schemas.microsoft.com/office/drawing/2014/main" id="{9F86258A-6F03-F6A4-8B96-E8E0DE29A854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9511" y="2132855"/>
              <a:ext cx="3937769" cy="2832719"/>
            </a:xfrm>
            <a:prstGeom prst="rect">
              <a:avLst/>
            </a:prstGeom>
          </p:spPr>
        </p:pic>
      </p:grpSp>
      <p:pic>
        <p:nvPicPr>
          <p:cNvPr id="9" name="object 6">
            <a:extLst>
              <a:ext uri="{FF2B5EF4-FFF2-40B4-BE49-F238E27FC236}">
                <a16:creationId xmlns:a16="http://schemas.microsoft.com/office/drawing/2014/main" id="{1AD58428-4BBA-3CDE-4120-7D19308D7309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747105" y="2353587"/>
            <a:ext cx="3850630" cy="2809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286573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SATA</a:t>
            </a:r>
            <a:r>
              <a:rPr lang="zh-CN" altLang="en-US" dirty="0"/>
              <a:t> </a:t>
            </a:r>
            <a:r>
              <a:rPr lang="en" dirty="0"/>
              <a:t>Specifications</a:t>
            </a:r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B118062F-9008-0164-3959-01BC1BB5488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8555527"/>
              </p:ext>
            </p:extLst>
          </p:nvPr>
        </p:nvGraphicFramePr>
        <p:xfrm>
          <a:off x="710752" y="1924145"/>
          <a:ext cx="7797800" cy="349100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98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989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73152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dirty="0">
                          <a:latin typeface="Arial MT"/>
                          <a:cs typeface="Arial MT"/>
                        </a:rPr>
                        <a:t>Hot</a:t>
                      </a:r>
                      <a:r>
                        <a:rPr sz="24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pluggable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 marR="291465">
                        <a:lnSpc>
                          <a:spcPct val="100699"/>
                        </a:lnSpc>
                        <a:spcBef>
                          <a:spcPts val="270"/>
                        </a:spcBef>
                      </a:pPr>
                      <a:r>
                        <a:rPr sz="2400" spc="-75" dirty="0">
                          <a:latin typeface="Arial MT"/>
                          <a:cs typeface="Arial MT"/>
                        </a:rPr>
                        <a:t>Yes</a:t>
                      </a:r>
                      <a:r>
                        <a:rPr sz="2400" spc="-1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600" spc="-5" dirty="0">
                          <a:latin typeface="Arial MT"/>
                          <a:cs typeface="Arial MT"/>
                        </a:rPr>
                        <a:t>(</a:t>
                      </a:r>
                      <a:r>
                        <a:rPr sz="18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with</a:t>
                      </a:r>
                      <a:r>
                        <a:rPr sz="1800" spc="-1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8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support</a:t>
                      </a:r>
                      <a:r>
                        <a:rPr sz="1800" spc="-1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8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of</a:t>
                      </a:r>
                      <a:r>
                        <a:rPr sz="1800" spc="-1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8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other system </a:t>
                      </a:r>
                      <a:r>
                        <a:rPr sz="1800" spc="-484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8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components</a:t>
                      </a:r>
                      <a:r>
                        <a:rPr sz="1600" dirty="0">
                          <a:latin typeface="Arial MT"/>
                          <a:cs typeface="Arial MT"/>
                        </a:rPr>
                        <a:t>)</a:t>
                      </a:r>
                    </a:p>
                  </a:txBody>
                  <a:tcPr marL="0" marR="0" marT="3429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00075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External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7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Yes</a:t>
                      </a:r>
                      <a:r>
                        <a:rPr sz="2400" spc="-4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600" spc="-4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(eSATA)</a:t>
                      </a:r>
                      <a:endParaRPr sz="1600" dirty="0">
                        <a:solidFill>
                          <a:schemeClr val="tx1"/>
                        </a:solidFill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3751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Bandwidth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 marR="232410">
                        <a:lnSpc>
                          <a:spcPts val="3229"/>
                        </a:lnSpc>
                        <a:spcBef>
                          <a:spcPts val="140"/>
                        </a:spcBef>
                        <a:tabLst>
                          <a:tab pos="1478280" algn="l"/>
                        </a:tabLst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1.5Gbit/s</a:t>
                      </a:r>
                      <a:r>
                        <a:rPr sz="2400" spc="-5" dirty="0">
                          <a:latin typeface="SimSun"/>
                          <a:cs typeface="SimSun"/>
                        </a:rPr>
                        <a:t>，</a:t>
                      </a:r>
                      <a:r>
                        <a:rPr sz="2400" spc="-5" dirty="0">
                          <a:latin typeface="Arial MT"/>
                          <a:cs typeface="Arial MT"/>
                        </a:rPr>
                        <a:t>3.0Gbit/s</a:t>
                      </a:r>
                      <a:r>
                        <a:rPr sz="2400" spc="-5" dirty="0">
                          <a:latin typeface="SimSun"/>
                          <a:cs typeface="SimSun"/>
                        </a:rPr>
                        <a:t>， </a:t>
                      </a:r>
                      <a:r>
                        <a:rPr sz="240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2400" spc="-5" dirty="0">
                          <a:latin typeface="Arial MT"/>
                          <a:cs typeface="Arial MT"/>
                        </a:rPr>
                        <a:t>6.0Gbit/s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8488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Pins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dirty="0">
                          <a:latin typeface="Arial MT"/>
                          <a:cs typeface="Arial MT"/>
                        </a:rPr>
                        <a:t>7</a:t>
                      </a:r>
                      <a:r>
                        <a:rPr sz="24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(4</a:t>
                      </a:r>
                      <a:r>
                        <a:rPr sz="2400" spc="-2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spc="-5" dirty="0">
                          <a:latin typeface="Arial MT"/>
                          <a:cs typeface="Arial MT"/>
                        </a:rPr>
                        <a:t>data,</a:t>
                      </a:r>
                      <a:r>
                        <a:rPr sz="24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3</a:t>
                      </a:r>
                      <a:r>
                        <a:rPr sz="2400" spc="-2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ground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)</a:t>
                      </a: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77169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Others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One</a:t>
                      </a:r>
                      <a:r>
                        <a:rPr sz="24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device</a:t>
                      </a:r>
                      <a:r>
                        <a:rPr sz="240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,</a:t>
                      </a:r>
                      <a:r>
                        <a:rPr sz="2400" spc="-2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one</a:t>
                      </a:r>
                      <a:r>
                        <a:rPr sz="2400" spc="-2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meter</a:t>
                      </a:r>
                      <a:endParaRPr sz="2400" dirty="0">
                        <a:solidFill>
                          <a:schemeClr val="tx1"/>
                        </a:solidFill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灯片编号占位符 3">
            <a:extLst>
              <a:ext uri="{FF2B5EF4-FFF2-40B4-BE49-F238E27FC236}">
                <a16:creationId xmlns:a16="http://schemas.microsoft.com/office/drawing/2014/main" id="{98D1F4BC-4227-65D2-BBD2-13CE3F9A67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143105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SCSI</a:t>
            </a:r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A4D0A808-9909-863F-D1BE-C5AE5CF2044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kumimoji="1" lang="en-US" altLang="zh-CN" dirty="0"/>
              <a:t>Small</a:t>
            </a:r>
            <a:r>
              <a:rPr kumimoji="1" lang="zh-CN" altLang="en-US" dirty="0"/>
              <a:t> </a:t>
            </a:r>
            <a:r>
              <a:rPr kumimoji="1" lang="en-US" altLang="zh-CN" dirty="0"/>
              <a:t>Computer</a:t>
            </a:r>
            <a:r>
              <a:rPr kumimoji="1" lang="zh-CN" altLang="en-US" dirty="0"/>
              <a:t> </a:t>
            </a:r>
            <a:r>
              <a:rPr kumimoji="1" lang="en-US" altLang="zh-CN" dirty="0"/>
              <a:t>System</a:t>
            </a:r>
            <a:r>
              <a:rPr kumimoji="1" lang="zh-CN" altLang="en-US" dirty="0"/>
              <a:t> </a:t>
            </a:r>
            <a:r>
              <a:rPr kumimoji="1" lang="en-US" altLang="zh-CN" dirty="0"/>
              <a:t>Interface</a:t>
            </a:r>
            <a:r>
              <a:rPr kumimoji="1" lang="zh-CN" altLang="en-US" dirty="0"/>
              <a:t> </a:t>
            </a:r>
            <a:r>
              <a:rPr kumimoji="1" lang="en-US" altLang="zh-CN" dirty="0"/>
              <a:t>(SCSI,</a:t>
            </a:r>
            <a:r>
              <a:rPr kumimoji="1" lang="zh-CN" altLang="en-US" dirty="0"/>
              <a:t> </a:t>
            </a:r>
            <a:r>
              <a:rPr lang="en" altLang="zh-CN" sz="2800" spc="-5" dirty="0">
                <a:latin typeface="Calibri"/>
                <a:cs typeface="Calibri"/>
              </a:rPr>
              <a:t>/ˈ</a:t>
            </a:r>
            <a:r>
              <a:rPr lang="en" altLang="zh-CN" sz="2800" spc="-5" dirty="0" err="1">
                <a:latin typeface="Calibri"/>
                <a:cs typeface="Calibri"/>
              </a:rPr>
              <a:t>skʌzi</a:t>
            </a:r>
            <a:r>
              <a:rPr lang="en" altLang="zh-CN" sz="2800" spc="-5" dirty="0">
                <a:latin typeface="Calibri"/>
                <a:cs typeface="Calibri"/>
              </a:rPr>
              <a:t>/</a:t>
            </a:r>
            <a:r>
              <a:rPr kumimoji="1" lang="en-US" altLang="zh-CN" dirty="0"/>
              <a:t>)</a:t>
            </a:r>
          </a:p>
          <a:p>
            <a:pPr lvl="1"/>
            <a:r>
              <a:rPr kumimoji="1" lang="en-US" altLang="zh-CN" dirty="0"/>
              <a:t>Is</a:t>
            </a:r>
            <a:r>
              <a:rPr kumimoji="1" lang="zh-CN" altLang="en-US" dirty="0"/>
              <a:t> </a:t>
            </a:r>
            <a:r>
              <a:rPr kumimoji="1" lang="en-US" altLang="zh-CN" dirty="0"/>
              <a:t>a</a:t>
            </a:r>
            <a:r>
              <a:rPr kumimoji="1" lang="zh-CN" altLang="en-US" dirty="0"/>
              <a:t> </a:t>
            </a:r>
            <a:r>
              <a:rPr kumimoji="1" lang="en-US" altLang="zh-CN" dirty="0"/>
              <a:t>set</a:t>
            </a:r>
            <a:r>
              <a:rPr kumimoji="1" lang="zh-CN" altLang="en-US" dirty="0"/>
              <a:t> </a:t>
            </a:r>
            <a:r>
              <a:rPr kumimoji="1" lang="en-US" altLang="zh-CN" dirty="0"/>
              <a:t>of</a:t>
            </a:r>
            <a:r>
              <a:rPr kumimoji="1" lang="zh-CN" altLang="en-US" dirty="0"/>
              <a:t> </a:t>
            </a:r>
            <a:r>
              <a:rPr kumimoji="1" lang="en-US" altLang="zh-CN" dirty="0"/>
              <a:t>standards</a:t>
            </a:r>
          </a:p>
          <a:p>
            <a:pPr lvl="1"/>
            <a:endParaRPr kumimoji="1" lang="zh-CN" altLang="en-US" dirty="0"/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91FD261D-A7B7-C5D1-EAC6-E89FA4C99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11</a:t>
            </a:fld>
            <a:endParaRPr lang="en-US" dirty="0"/>
          </a:p>
        </p:txBody>
      </p:sp>
      <p:pic>
        <p:nvPicPr>
          <p:cNvPr id="6" name="object 5">
            <a:extLst>
              <a:ext uri="{FF2B5EF4-FFF2-40B4-BE49-F238E27FC236}">
                <a16:creationId xmlns:a16="http://schemas.microsoft.com/office/drawing/2014/main" id="{67CD9325-D47B-6C01-756E-DC1FF01F09F1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95070" y="2903806"/>
            <a:ext cx="6364515" cy="29879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927096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SCSI</a:t>
            </a:r>
            <a:r>
              <a:rPr lang="zh-CN" altLang="en-US" dirty="0"/>
              <a:t> </a:t>
            </a:r>
            <a:r>
              <a:rPr lang="en-US" altLang="zh-CN" dirty="0"/>
              <a:t>Language</a:t>
            </a:r>
            <a:endParaRPr lang="en" dirty="0"/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A4D0A808-9909-863F-D1BE-C5AE5CF204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1" y="1075765"/>
            <a:ext cx="8282408" cy="5101198"/>
          </a:xfrm>
        </p:spPr>
        <p:txBody>
          <a:bodyPr>
            <a:normAutofit/>
          </a:bodyPr>
          <a:lstStyle/>
          <a:p>
            <a:r>
              <a:rPr lang="en-US" altLang="zh-CN" dirty="0"/>
              <a:t>Primary</a:t>
            </a:r>
            <a:r>
              <a:rPr lang="zh-CN" altLang="en-US" dirty="0"/>
              <a:t> </a:t>
            </a:r>
            <a:r>
              <a:rPr lang="en-US" altLang="zh-CN" dirty="0"/>
              <a:t>commands</a:t>
            </a:r>
            <a:r>
              <a:rPr lang="zh-CN" altLang="en-US" dirty="0"/>
              <a:t> </a:t>
            </a:r>
            <a:r>
              <a:rPr lang="en-US" altLang="zh-CN" dirty="0"/>
              <a:t>common</a:t>
            </a:r>
            <a:r>
              <a:rPr lang="zh-CN" altLang="en-US" dirty="0"/>
              <a:t> </a:t>
            </a:r>
            <a:r>
              <a:rPr lang="en-US" altLang="zh-CN" dirty="0"/>
              <a:t>to</a:t>
            </a:r>
            <a:r>
              <a:rPr lang="zh-CN" altLang="en-US" dirty="0"/>
              <a:t> </a:t>
            </a:r>
            <a:r>
              <a:rPr lang="en-US" altLang="zh-CN" dirty="0"/>
              <a:t>all</a:t>
            </a:r>
            <a:r>
              <a:rPr lang="zh-CN" altLang="en-US" dirty="0"/>
              <a:t> </a:t>
            </a:r>
            <a:r>
              <a:rPr lang="en-US" altLang="zh-CN" dirty="0"/>
              <a:t>devices</a:t>
            </a:r>
          </a:p>
          <a:p>
            <a:pPr lvl="1"/>
            <a:r>
              <a:rPr lang="en-US" altLang="zh-CN" dirty="0"/>
              <a:t>Every architecture uses the SCSI command sets</a:t>
            </a:r>
            <a:r>
              <a:rPr lang="zh-CN" altLang="en-US" dirty="0"/>
              <a:t> </a:t>
            </a:r>
            <a:r>
              <a:rPr lang="en-US" altLang="zh-CN" dirty="0"/>
              <a:t>and</a:t>
            </a:r>
            <a:r>
              <a:rPr lang="zh-CN" altLang="en-US" dirty="0"/>
              <a:t> </a:t>
            </a:r>
            <a:r>
              <a:rPr lang="en-US" altLang="zh-CN" dirty="0"/>
              <a:t>upper</a:t>
            </a:r>
            <a:r>
              <a:rPr lang="zh-CN" altLang="en-US" dirty="0"/>
              <a:t> </a:t>
            </a:r>
            <a:r>
              <a:rPr lang="en-US" altLang="zh-CN" dirty="0"/>
              <a:t>layer</a:t>
            </a:r>
            <a:r>
              <a:rPr lang="zh-CN" altLang="en-US" dirty="0"/>
              <a:t> </a:t>
            </a:r>
            <a:r>
              <a:rPr lang="en-US" altLang="zh-CN" dirty="0"/>
              <a:t>protocol</a:t>
            </a:r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91FD261D-A7B7-C5D1-EAC6-E89FA4C99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12</a:t>
            </a:fld>
            <a:endParaRPr lang="en-US" dirty="0"/>
          </a:p>
        </p:txBody>
      </p:sp>
      <p:grpSp>
        <p:nvGrpSpPr>
          <p:cNvPr id="4" name="object 3">
            <a:extLst>
              <a:ext uri="{FF2B5EF4-FFF2-40B4-BE49-F238E27FC236}">
                <a16:creationId xmlns:a16="http://schemas.microsoft.com/office/drawing/2014/main" id="{29137FF5-2FA5-AF9C-2D63-8BFF5600A917}"/>
              </a:ext>
            </a:extLst>
          </p:cNvPr>
          <p:cNvGrpSpPr/>
          <p:nvPr/>
        </p:nvGrpSpPr>
        <p:grpSpPr>
          <a:xfrm>
            <a:off x="1041378" y="3092731"/>
            <a:ext cx="6759054" cy="3173218"/>
            <a:chOff x="203200" y="2362199"/>
            <a:chExt cx="8737600" cy="4102100"/>
          </a:xfrm>
        </p:grpSpPr>
        <p:pic>
          <p:nvPicPr>
            <p:cNvPr id="7" name="object 4">
              <a:extLst>
                <a:ext uri="{FF2B5EF4-FFF2-40B4-BE49-F238E27FC236}">
                  <a16:creationId xmlns:a16="http://schemas.microsoft.com/office/drawing/2014/main" id="{BDF1E75B-EE31-A808-5520-6936A25F8D1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3200" y="2362200"/>
              <a:ext cx="8737600" cy="4102100"/>
            </a:xfrm>
            <a:prstGeom prst="rect">
              <a:avLst/>
            </a:prstGeom>
          </p:spPr>
        </p:pic>
        <p:sp>
          <p:nvSpPr>
            <p:cNvPr id="8" name="object 5">
              <a:extLst>
                <a:ext uri="{FF2B5EF4-FFF2-40B4-BE49-F238E27FC236}">
                  <a16:creationId xmlns:a16="http://schemas.microsoft.com/office/drawing/2014/main" id="{0EA2AB25-DA76-3765-0DC5-5F84735E636B}"/>
                </a:ext>
              </a:extLst>
            </p:cNvPr>
            <p:cNvSpPr/>
            <p:nvPr/>
          </p:nvSpPr>
          <p:spPr>
            <a:xfrm>
              <a:off x="381000" y="2362199"/>
              <a:ext cx="8382000" cy="4038600"/>
            </a:xfrm>
            <a:custGeom>
              <a:avLst/>
              <a:gdLst/>
              <a:ahLst/>
              <a:cxnLst/>
              <a:rect l="l" t="t" r="r" b="b"/>
              <a:pathLst>
                <a:path w="8382000" h="4038600">
                  <a:moveTo>
                    <a:pt x="8382000" y="1600200"/>
                  </a:moveTo>
                  <a:lnTo>
                    <a:pt x="1676400" y="1600200"/>
                  </a:lnTo>
                  <a:lnTo>
                    <a:pt x="1676400" y="0"/>
                  </a:lnTo>
                  <a:lnTo>
                    <a:pt x="0" y="0"/>
                  </a:lnTo>
                  <a:lnTo>
                    <a:pt x="0" y="4038600"/>
                  </a:lnTo>
                  <a:lnTo>
                    <a:pt x="1676400" y="4038600"/>
                  </a:lnTo>
                  <a:lnTo>
                    <a:pt x="1676400" y="3962400"/>
                  </a:lnTo>
                  <a:lnTo>
                    <a:pt x="8382000" y="3962400"/>
                  </a:lnTo>
                  <a:lnTo>
                    <a:pt x="8382000" y="1600200"/>
                  </a:lnTo>
                  <a:close/>
                </a:path>
              </a:pathLst>
            </a:custGeom>
            <a:solidFill>
              <a:srgbClr val="FFFFFF">
                <a:alpha val="7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45984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SCSI</a:t>
            </a:r>
            <a:r>
              <a:rPr lang="zh-CN" altLang="en-US" dirty="0"/>
              <a:t> </a:t>
            </a:r>
            <a:r>
              <a:rPr lang="en-US" altLang="zh-CN" dirty="0"/>
              <a:t>Language</a:t>
            </a:r>
            <a:endParaRPr lang="en" dirty="0"/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91FD261D-A7B7-C5D1-EAC6-E89FA4C99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41254571-E4E1-D426-9E1C-B3A4077CFF5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  <p:graphicFrame>
        <p:nvGraphicFramePr>
          <p:cNvPr id="9" name="object 4">
            <a:extLst>
              <a:ext uri="{FF2B5EF4-FFF2-40B4-BE49-F238E27FC236}">
                <a16:creationId xmlns:a16="http://schemas.microsoft.com/office/drawing/2014/main" id="{3C49EB61-CB3D-3D2E-4575-BAAECF1605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1158955"/>
              </p:ext>
            </p:extLst>
          </p:nvPr>
        </p:nvGraphicFramePr>
        <p:xfrm>
          <a:off x="465895" y="1364889"/>
          <a:ext cx="8212210" cy="499004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673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449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861">
                <a:tc>
                  <a:txBody>
                    <a:bodyPr/>
                    <a:lstStyle/>
                    <a:p>
                      <a:pPr>
                        <a:lnSpc>
                          <a:spcPts val="2625"/>
                        </a:lnSpc>
                      </a:pPr>
                      <a:r>
                        <a:rPr sz="21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Command</a:t>
                      </a:r>
                      <a:endParaRPr sz="210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625"/>
                        </a:lnSpc>
                      </a:pPr>
                      <a:r>
                        <a:rPr sz="21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Description</a:t>
                      </a:r>
                      <a:endParaRPr sz="21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8463">
                <a:tc>
                  <a:txBody>
                    <a:bodyPr/>
                    <a:lstStyle/>
                    <a:p>
                      <a:pPr>
                        <a:lnSpc>
                          <a:spcPts val="2130"/>
                        </a:lnSpc>
                      </a:pPr>
                      <a:r>
                        <a:rPr sz="18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READ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130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Reads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data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from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device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483">
                <a:tc>
                  <a:txBody>
                    <a:bodyPr/>
                    <a:lstStyle/>
                    <a:p>
                      <a:pPr>
                        <a:lnSpc>
                          <a:spcPts val="2180"/>
                        </a:lnSpc>
                      </a:pPr>
                      <a:r>
                        <a:rPr sz="18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WRITE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180"/>
                        </a:lnSpc>
                      </a:pPr>
                      <a:r>
                        <a:rPr sz="1800" b="1" spc="-10" dirty="0">
                          <a:latin typeface="Arial"/>
                          <a:cs typeface="Arial"/>
                        </a:rPr>
                        <a:t>Writes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data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device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89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TEST</a:t>
                      </a:r>
                      <a:r>
                        <a:rPr sz="1800" b="1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UNIT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READY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12881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215"/>
                        </a:lnSpc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Queries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the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device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check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whether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it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is</a:t>
                      </a:r>
                      <a:endParaRPr sz="1800" dirty="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ts val="2225"/>
                        </a:lnSpc>
                        <a:spcBef>
                          <a:spcPts val="20"/>
                        </a:spcBef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ready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for</a:t>
                      </a:r>
                      <a:r>
                        <a:rPr sz="1800" b="1" spc="-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data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transfer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89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800" b="1" spc="-15" dirty="0">
                          <a:latin typeface="Arial"/>
                          <a:cs typeface="Arial"/>
                        </a:rPr>
                        <a:t>INQUIRY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12881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215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Returns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basic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information, which is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 also</a:t>
                      </a:r>
                      <a:endParaRPr sz="1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ts val="2225"/>
                        </a:lnSpc>
                        <a:spcBef>
                          <a:spcPts val="20"/>
                        </a:spcBef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used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ping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the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device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483">
                <a:tc>
                  <a:txBody>
                    <a:bodyPr/>
                    <a:lstStyle/>
                    <a:p>
                      <a:pPr>
                        <a:lnSpc>
                          <a:spcPts val="2180"/>
                        </a:lnSpc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REPORT</a:t>
                      </a:r>
                      <a:r>
                        <a:rPr sz="1800" b="1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LUNS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180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List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the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logical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unit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numbers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8965">
                <a:tc>
                  <a:txBody>
                    <a:bodyPr/>
                    <a:lstStyle/>
                    <a:p>
                      <a:pPr>
                        <a:lnSpc>
                          <a:spcPts val="2215"/>
                        </a:lnSpc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SEND</a:t>
                      </a:r>
                      <a:r>
                        <a:rPr sz="180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1800" b="1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RECEIVE</a:t>
                      </a:r>
                      <a:endParaRPr sz="1800" dirty="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ts val="2225"/>
                        </a:lnSpc>
                        <a:spcBef>
                          <a:spcPts val="20"/>
                        </a:spcBef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DIAGNOSTIC</a:t>
                      </a:r>
                      <a:r>
                        <a:rPr sz="1800" b="1" spc="-25" dirty="0">
                          <a:latin typeface="Arial"/>
                          <a:cs typeface="Arial"/>
                        </a:rPr>
                        <a:t> RESULTS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215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Runs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simple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self-test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or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specialized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test</a:t>
                      </a:r>
                      <a:endParaRPr sz="1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ts val="2225"/>
                        </a:lnSpc>
                        <a:spcBef>
                          <a:spcPts val="20"/>
                        </a:spcBef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defined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diagnostic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page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489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800" b="1" spc="-2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FORMAT</a:t>
                      </a:r>
                      <a:r>
                        <a:rPr sz="1800" b="1" spc="-4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UNIT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12881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215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Sets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all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sectors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all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zeroes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allocates</a:t>
                      </a:r>
                      <a:endParaRPr sz="1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ts val="2225"/>
                        </a:lnSpc>
                        <a:spcBef>
                          <a:spcPts val="20"/>
                        </a:spcBef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logical</a:t>
                      </a:r>
                      <a:r>
                        <a:rPr sz="1800" b="1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blocks,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avoiding</a:t>
                      </a:r>
                      <a:r>
                        <a:rPr sz="18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defective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sectors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4483">
                <a:tc>
                  <a:txBody>
                    <a:bodyPr/>
                    <a:lstStyle/>
                    <a:p>
                      <a:pPr>
                        <a:lnSpc>
                          <a:spcPts val="2180"/>
                        </a:lnSpc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LOG</a:t>
                      </a:r>
                      <a:r>
                        <a:rPr sz="1800" b="1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SENSE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180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Returns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current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information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from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log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pages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489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LOG</a:t>
                      </a:r>
                      <a:r>
                        <a:rPr sz="1800" b="1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SELECT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12881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215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Used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modify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data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in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the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log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pages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of a</a:t>
                      </a:r>
                      <a:endParaRPr sz="1800" dirty="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ts val="2225"/>
                        </a:lnSpc>
                        <a:spcBef>
                          <a:spcPts val="20"/>
                        </a:spcBef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SCSI</a:t>
                      </a:r>
                      <a:r>
                        <a:rPr sz="1800" b="1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target</a:t>
                      </a:r>
                      <a:r>
                        <a:rPr sz="1800" b="1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device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5489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MODE</a:t>
                      </a:r>
                      <a:r>
                        <a:rPr sz="1800" b="1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SENSE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12881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215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Returns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current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device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parameters</a:t>
                      </a:r>
                      <a:r>
                        <a:rPr sz="18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from</a:t>
                      </a:r>
                      <a:endParaRPr sz="1800" dirty="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ts val="2225"/>
                        </a:lnSpc>
                        <a:spcBef>
                          <a:spcPts val="20"/>
                        </a:spcBef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mode</a:t>
                      </a:r>
                      <a:r>
                        <a:rPr sz="1800" b="1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pages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74483">
                <a:tc>
                  <a:txBody>
                    <a:bodyPr/>
                    <a:lstStyle/>
                    <a:p>
                      <a:pPr>
                        <a:lnSpc>
                          <a:spcPts val="2180"/>
                        </a:lnSpc>
                      </a:pPr>
                      <a:r>
                        <a:rPr sz="1800" b="1" spc="-5" dirty="0">
                          <a:latin typeface="Arial"/>
                          <a:cs typeface="Arial"/>
                        </a:rPr>
                        <a:t>MODE</a:t>
                      </a:r>
                      <a:r>
                        <a:rPr sz="1800" b="1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SELECT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2180"/>
                        </a:lnSpc>
                      </a:pPr>
                      <a:r>
                        <a:rPr sz="1800" b="1" dirty="0">
                          <a:latin typeface="Arial"/>
                          <a:cs typeface="Arial"/>
                        </a:rPr>
                        <a:t>Sets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device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parameters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on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8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spc="-5" dirty="0">
                          <a:latin typeface="Arial"/>
                          <a:cs typeface="Arial"/>
                        </a:rPr>
                        <a:t>mode </a:t>
                      </a:r>
                      <a:r>
                        <a:rPr sz="1800" b="1" dirty="0">
                          <a:latin typeface="Arial"/>
                          <a:cs typeface="Arial"/>
                        </a:rPr>
                        <a:t>page</a:t>
                      </a:r>
                      <a:endParaRPr sz="1800" dirty="0">
                        <a:latin typeface="Arial"/>
                        <a:cs typeface="Arial"/>
                      </a:endParaRPr>
                    </a:p>
                  </a:txBody>
                  <a:tcPr marL="7200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22638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SCSI</a:t>
            </a:r>
            <a:r>
              <a:rPr lang="zh-CN" altLang="en-US" dirty="0"/>
              <a:t> </a:t>
            </a:r>
            <a:r>
              <a:rPr lang="en-US" altLang="zh-CN" dirty="0"/>
              <a:t>Transport</a:t>
            </a:r>
            <a:endParaRPr lang="en" dirty="0"/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A4D0A808-9909-863F-D1BE-C5AE5CF2044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Standard</a:t>
            </a:r>
            <a:r>
              <a:rPr lang="zh-CN" altLang="en-US" dirty="0"/>
              <a:t> </a:t>
            </a:r>
            <a:r>
              <a:rPr lang="en-US" altLang="zh-CN" dirty="0"/>
              <a:t>rules</a:t>
            </a:r>
            <a:r>
              <a:rPr lang="zh-CN" altLang="en-US" dirty="0"/>
              <a:t> </a:t>
            </a:r>
            <a:r>
              <a:rPr lang="en-US" altLang="zh-CN" dirty="0"/>
              <a:t>for</a:t>
            </a:r>
            <a:r>
              <a:rPr lang="zh-CN" altLang="en-US" dirty="0"/>
              <a:t> </a:t>
            </a:r>
            <a:r>
              <a:rPr lang="en-US" altLang="zh-CN" dirty="0"/>
              <a:t>device</a:t>
            </a:r>
            <a:r>
              <a:rPr lang="zh-CN" altLang="en-US" dirty="0"/>
              <a:t> </a:t>
            </a:r>
            <a:r>
              <a:rPr lang="en-US" altLang="zh-CN" dirty="0"/>
              <a:t>communication</a:t>
            </a:r>
            <a:r>
              <a:rPr lang="zh-CN" altLang="en-US" dirty="0"/>
              <a:t> </a:t>
            </a:r>
            <a:r>
              <a:rPr lang="en-US" altLang="zh-CN" dirty="0"/>
              <a:t>and</a:t>
            </a:r>
            <a:r>
              <a:rPr lang="zh-CN" altLang="en-US" dirty="0"/>
              <a:t> </a:t>
            </a:r>
            <a:r>
              <a:rPr lang="en-US" altLang="zh-CN" dirty="0"/>
              <a:t>information</a:t>
            </a:r>
            <a:r>
              <a:rPr lang="zh-CN" altLang="en-US" dirty="0"/>
              <a:t> </a:t>
            </a:r>
            <a:r>
              <a:rPr lang="en-US" altLang="zh-CN" dirty="0"/>
              <a:t>sharing</a:t>
            </a:r>
          </a:p>
          <a:p>
            <a:pPr lvl="1"/>
            <a:r>
              <a:rPr lang="en" altLang="zh-CN" spc="-5" dirty="0">
                <a:latin typeface="Arial MT"/>
                <a:cs typeface="Arial MT"/>
              </a:rPr>
              <a:t>Defines</a:t>
            </a:r>
            <a:r>
              <a:rPr lang="en" altLang="zh-CN" spc="-10" dirty="0">
                <a:latin typeface="Arial MT"/>
                <a:cs typeface="Arial MT"/>
              </a:rPr>
              <a:t> </a:t>
            </a:r>
            <a:r>
              <a:rPr lang="en" altLang="zh-CN" spc="-5" dirty="0">
                <a:latin typeface="Arial MT"/>
                <a:cs typeface="Arial MT"/>
              </a:rPr>
              <a:t>protocol</a:t>
            </a:r>
            <a:r>
              <a:rPr lang="en" altLang="zh-CN" dirty="0">
                <a:latin typeface="Arial MT"/>
                <a:cs typeface="Arial MT"/>
              </a:rPr>
              <a:t> </a:t>
            </a:r>
            <a:r>
              <a:rPr lang="en" altLang="zh-CN" spc="-5" dirty="0">
                <a:latin typeface="Arial MT"/>
                <a:cs typeface="Arial MT"/>
              </a:rPr>
              <a:t>mapping and control of SCSI language</a:t>
            </a:r>
            <a:endParaRPr lang="en" altLang="zh-CN" dirty="0">
              <a:latin typeface="Arial MT"/>
              <a:cs typeface="Arial MT"/>
            </a:endParaRPr>
          </a:p>
          <a:p>
            <a:pPr lvl="1"/>
            <a:endParaRPr lang="en-US" altLang="zh-CN" dirty="0"/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91FD261D-A7B7-C5D1-EAC6-E89FA4C99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14</a:t>
            </a:fld>
            <a:endParaRPr lang="en-US" dirty="0"/>
          </a:p>
        </p:txBody>
      </p:sp>
      <p:grpSp>
        <p:nvGrpSpPr>
          <p:cNvPr id="3" name="object 3">
            <a:extLst>
              <a:ext uri="{FF2B5EF4-FFF2-40B4-BE49-F238E27FC236}">
                <a16:creationId xmlns:a16="http://schemas.microsoft.com/office/drawing/2014/main" id="{FFA7FC64-BE50-F47C-C80D-03D734EDD8CF}"/>
              </a:ext>
            </a:extLst>
          </p:cNvPr>
          <p:cNvGrpSpPr/>
          <p:nvPr/>
        </p:nvGrpSpPr>
        <p:grpSpPr>
          <a:xfrm>
            <a:off x="1156792" y="3004615"/>
            <a:ext cx="6830416" cy="3172348"/>
            <a:chOff x="203200" y="2362199"/>
            <a:chExt cx="8737600" cy="4102100"/>
          </a:xfrm>
        </p:grpSpPr>
        <p:pic>
          <p:nvPicPr>
            <p:cNvPr id="6" name="object 4">
              <a:extLst>
                <a:ext uri="{FF2B5EF4-FFF2-40B4-BE49-F238E27FC236}">
                  <a16:creationId xmlns:a16="http://schemas.microsoft.com/office/drawing/2014/main" id="{38A73CAF-E83C-8BB0-8723-20EA1276DD37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3200" y="2362200"/>
              <a:ext cx="8737600" cy="4102100"/>
            </a:xfrm>
            <a:prstGeom prst="rect">
              <a:avLst/>
            </a:prstGeom>
          </p:spPr>
        </p:pic>
        <p:sp>
          <p:nvSpPr>
            <p:cNvPr id="9" name="object 5">
              <a:extLst>
                <a:ext uri="{FF2B5EF4-FFF2-40B4-BE49-F238E27FC236}">
                  <a16:creationId xmlns:a16="http://schemas.microsoft.com/office/drawing/2014/main" id="{9D4CB4E0-32C3-B83F-F26E-577994BB37B4}"/>
                </a:ext>
              </a:extLst>
            </p:cNvPr>
            <p:cNvSpPr/>
            <p:nvPr/>
          </p:nvSpPr>
          <p:spPr>
            <a:xfrm>
              <a:off x="381000" y="2362199"/>
              <a:ext cx="8382000" cy="4038600"/>
            </a:xfrm>
            <a:custGeom>
              <a:avLst/>
              <a:gdLst/>
              <a:ahLst/>
              <a:cxnLst/>
              <a:rect l="l" t="t" r="r" b="b"/>
              <a:pathLst>
                <a:path w="8382000" h="4038600">
                  <a:moveTo>
                    <a:pt x="8382000" y="533400"/>
                  </a:moveTo>
                  <a:lnTo>
                    <a:pt x="1676400" y="533400"/>
                  </a:lnTo>
                  <a:lnTo>
                    <a:pt x="1676400" y="0"/>
                  </a:lnTo>
                  <a:lnTo>
                    <a:pt x="0" y="0"/>
                  </a:lnTo>
                  <a:lnTo>
                    <a:pt x="0" y="4038600"/>
                  </a:lnTo>
                  <a:lnTo>
                    <a:pt x="1676400" y="4038600"/>
                  </a:lnTo>
                  <a:lnTo>
                    <a:pt x="1676400" y="3962400"/>
                  </a:lnTo>
                  <a:lnTo>
                    <a:pt x="8382000" y="3962400"/>
                  </a:lnTo>
                  <a:lnTo>
                    <a:pt x="8382000" y="2743200"/>
                  </a:lnTo>
                  <a:lnTo>
                    <a:pt x="1676400" y="2743200"/>
                  </a:lnTo>
                  <a:lnTo>
                    <a:pt x="1676400" y="1676400"/>
                  </a:lnTo>
                  <a:lnTo>
                    <a:pt x="8382000" y="1676400"/>
                  </a:lnTo>
                  <a:lnTo>
                    <a:pt x="8382000" y="533400"/>
                  </a:lnTo>
                  <a:close/>
                </a:path>
              </a:pathLst>
            </a:custGeom>
            <a:solidFill>
              <a:srgbClr val="FFFFFF">
                <a:alpha val="7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8839686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SCSI</a:t>
            </a:r>
            <a:r>
              <a:rPr lang="zh-CN" altLang="en-US" dirty="0"/>
              <a:t> </a:t>
            </a:r>
            <a:r>
              <a:rPr lang="en-US" altLang="zh-CN" dirty="0"/>
              <a:t>Physical</a:t>
            </a:r>
            <a:r>
              <a:rPr lang="zh-CN" altLang="en-US" dirty="0"/>
              <a:t> </a:t>
            </a:r>
            <a:r>
              <a:rPr lang="en-US" altLang="zh-CN" dirty="0"/>
              <a:t>Architectures</a:t>
            </a:r>
            <a:endParaRPr lang="en" dirty="0"/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A4D0A808-9909-863F-D1BE-C5AE5CF2044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spc="-5" dirty="0">
                <a:latin typeface="Arial MT"/>
                <a:cs typeface="Arial MT"/>
              </a:rPr>
              <a:t>Interface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details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endParaRPr lang="en-US" altLang="zh-CN" spc="-5" dirty="0">
              <a:latin typeface="Arial MT"/>
              <a:cs typeface="Arial MT"/>
            </a:endParaRPr>
          </a:p>
          <a:p>
            <a:pPr lvl="1"/>
            <a:r>
              <a:rPr lang="en-US" altLang="zh-CN" spc="-5" dirty="0">
                <a:latin typeface="Arial MT"/>
                <a:cs typeface="Arial MT"/>
              </a:rPr>
              <a:t>such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as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electrical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signaling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methods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and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data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transfer</a:t>
            </a:r>
            <a:r>
              <a:rPr lang="zh-CN" altLang="en-US" spc="-5" dirty="0">
                <a:latin typeface="Arial MT"/>
                <a:cs typeface="Arial MT"/>
              </a:rPr>
              <a:t> </a:t>
            </a:r>
            <a:r>
              <a:rPr lang="en-US" altLang="zh-CN" spc="-5" dirty="0">
                <a:latin typeface="Arial MT"/>
                <a:cs typeface="Arial MT"/>
              </a:rPr>
              <a:t>modes</a:t>
            </a:r>
          </a:p>
          <a:p>
            <a:pPr lvl="1"/>
            <a:endParaRPr lang="en-US" altLang="zh-CN" dirty="0"/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91FD261D-A7B7-C5D1-EAC6-E89FA4C99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15</a:t>
            </a:fld>
            <a:endParaRPr lang="en-US" dirty="0"/>
          </a:p>
        </p:txBody>
      </p:sp>
      <p:grpSp>
        <p:nvGrpSpPr>
          <p:cNvPr id="4" name="object 3">
            <a:extLst>
              <a:ext uri="{FF2B5EF4-FFF2-40B4-BE49-F238E27FC236}">
                <a16:creationId xmlns:a16="http://schemas.microsoft.com/office/drawing/2014/main" id="{9E403E27-8D74-EF4A-F31D-4CFFECA239C1}"/>
              </a:ext>
            </a:extLst>
          </p:cNvPr>
          <p:cNvGrpSpPr/>
          <p:nvPr/>
        </p:nvGrpSpPr>
        <p:grpSpPr>
          <a:xfrm>
            <a:off x="992495" y="3017917"/>
            <a:ext cx="6918409" cy="3248032"/>
            <a:chOff x="203200" y="2362199"/>
            <a:chExt cx="8737600" cy="4102100"/>
          </a:xfrm>
        </p:grpSpPr>
        <p:pic>
          <p:nvPicPr>
            <p:cNvPr id="7" name="object 4">
              <a:extLst>
                <a:ext uri="{FF2B5EF4-FFF2-40B4-BE49-F238E27FC236}">
                  <a16:creationId xmlns:a16="http://schemas.microsoft.com/office/drawing/2014/main" id="{50FB8C5F-3B22-E9EA-93EF-75CEA20144D5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3200" y="2362200"/>
              <a:ext cx="8737600" cy="4102100"/>
            </a:xfrm>
            <a:prstGeom prst="rect">
              <a:avLst/>
            </a:prstGeom>
          </p:spPr>
        </p:pic>
        <p:sp>
          <p:nvSpPr>
            <p:cNvPr id="8" name="object 5">
              <a:extLst>
                <a:ext uri="{FF2B5EF4-FFF2-40B4-BE49-F238E27FC236}">
                  <a16:creationId xmlns:a16="http://schemas.microsoft.com/office/drawing/2014/main" id="{AAC200EF-0D11-4879-ADB5-6B27154B37DC}"/>
                </a:ext>
              </a:extLst>
            </p:cNvPr>
            <p:cNvSpPr/>
            <p:nvPr/>
          </p:nvSpPr>
          <p:spPr>
            <a:xfrm>
              <a:off x="381000" y="2362199"/>
              <a:ext cx="8382000" cy="4038600"/>
            </a:xfrm>
            <a:custGeom>
              <a:avLst/>
              <a:gdLst/>
              <a:ahLst/>
              <a:cxnLst/>
              <a:rect l="l" t="t" r="r" b="b"/>
              <a:pathLst>
                <a:path w="8382000" h="4038600">
                  <a:moveTo>
                    <a:pt x="8382000" y="533400"/>
                  </a:moveTo>
                  <a:lnTo>
                    <a:pt x="1676400" y="533400"/>
                  </a:lnTo>
                  <a:lnTo>
                    <a:pt x="1676400" y="0"/>
                  </a:lnTo>
                  <a:lnTo>
                    <a:pt x="0" y="0"/>
                  </a:lnTo>
                  <a:lnTo>
                    <a:pt x="0" y="4038600"/>
                  </a:lnTo>
                  <a:lnTo>
                    <a:pt x="1676400" y="4038600"/>
                  </a:lnTo>
                  <a:lnTo>
                    <a:pt x="1676400" y="2667000"/>
                  </a:lnTo>
                  <a:lnTo>
                    <a:pt x="8382000" y="2667000"/>
                  </a:lnTo>
                  <a:lnTo>
                    <a:pt x="8382000" y="533400"/>
                  </a:lnTo>
                  <a:close/>
                </a:path>
              </a:pathLst>
            </a:custGeom>
            <a:solidFill>
              <a:srgbClr val="FFFFFF">
                <a:alpha val="7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335967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SCSI</a:t>
            </a:r>
            <a:r>
              <a:rPr lang="zh-CN" altLang="en-US" dirty="0"/>
              <a:t> 接口连接线</a:t>
            </a:r>
            <a:endParaRPr lang="en" dirty="0"/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91FD261D-A7B7-C5D1-EAC6-E89FA4C99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28F181E7-7EEE-EC32-9765-0778EDA4B5B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  <p:grpSp>
        <p:nvGrpSpPr>
          <p:cNvPr id="9" name="object 4">
            <a:extLst>
              <a:ext uri="{FF2B5EF4-FFF2-40B4-BE49-F238E27FC236}">
                <a16:creationId xmlns:a16="http://schemas.microsoft.com/office/drawing/2014/main" id="{BA369916-BD6C-FC5D-947E-5CC5F27CE4ED}"/>
              </a:ext>
            </a:extLst>
          </p:cNvPr>
          <p:cNvGrpSpPr/>
          <p:nvPr/>
        </p:nvGrpSpPr>
        <p:grpSpPr>
          <a:xfrm>
            <a:off x="707577" y="1795635"/>
            <a:ext cx="7804150" cy="4559300"/>
            <a:chOff x="684212" y="2133600"/>
            <a:chExt cx="7804150" cy="4559300"/>
          </a:xfrm>
        </p:grpSpPr>
        <p:pic>
          <p:nvPicPr>
            <p:cNvPr id="10" name="object 5">
              <a:extLst>
                <a:ext uri="{FF2B5EF4-FFF2-40B4-BE49-F238E27FC236}">
                  <a16:creationId xmlns:a16="http://schemas.microsoft.com/office/drawing/2014/main" id="{81116277-810F-8E5F-8EF4-78A80FEC3BC5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4212" y="2308225"/>
              <a:ext cx="3371850" cy="1695450"/>
            </a:xfrm>
            <a:prstGeom prst="rect">
              <a:avLst/>
            </a:prstGeom>
          </p:spPr>
        </p:pic>
        <p:pic>
          <p:nvPicPr>
            <p:cNvPr id="12" name="object 6">
              <a:extLst>
                <a:ext uri="{FF2B5EF4-FFF2-40B4-BE49-F238E27FC236}">
                  <a16:creationId xmlns:a16="http://schemas.microsoft.com/office/drawing/2014/main" id="{11C88A6A-FADD-E966-F996-F190F8249F6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16462" y="2133600"/>
              <a:ext cx="3771900" cy="1971675"/>
            </a:xfrm>
            <a:prstGeom prst="rect">
              <a:avLst/>
            </a:prstGeom>
          </p:spPr>
        </p:pic>
        <p:pic>
          <p:nvPicPr>
            <p:cNvPr id="13" name="object 7">
              <a:extLst>
                <a:ext uri="{FF2B5EF4-FFF2-40B4-BE49-F238E27FC236}">
                  <a16:creationId xmlns:a16="http://schemas.microsoft.com/office/drawing/2014/main" id="{3293D843-0F5E-B985-B02F-B1A2555235FD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45112" y="4437062"/>
              <a:ext cx="2663825" cy="2255837"/>
            </a:xfrm>
            <a:prstGeom prst="rect">
              <a:avLst/>
            </a:prstGeom>
          </p:spPr>
        </p:pic>
        <p:pic>
          <p:nvPicPr>
            <p:cNvPr id="14" name="object 8">
              <a:extLst>
                <a:ext uri="{FF2B5EF4-FFF2-40B4-BE49-F238E27FC236}">
                  <a16:creationId xmlns:a16="http://schemas.microsoft.com/office/drawing/2014/main" id="{EEEAF640-3C76-5BC7-6CEB-E8FE3AE08CD0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55649" y="4581525"/>
              <a:ext cx="3327400" cy="191293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669085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SCSI</a:t>
            </a:r>
            <a:r>
              <a:rPr lang="zh-CN" altLang="en-US" dirty="0"/>
              <a:t> </a:t>
            </a:r>
            <a:r>
              <a:rPr lang="en-US" altLang="zh-CN" dirty="0"/>
              <a:t>–</a:t>
            </a:r>
            <a:r>
              <a:rPr lang="zh-CN" altLang="en-US" dirty="0"/>
              <a:t> </a:t>
            </a:r>
            <a:r>
              <a:rPr lang="en-US" altLang="zh-CN" dirty="0"/>
              <a:t>Client-Server</a:t>
            </a:r>
            <a:r>
              <a:rPr lang="zh-CN" altLang="en-US" dirty="0"/>
              <a:t> </a:t>
            </a:r>
            <a:r>
              <a:rPr lang="en-US" altLang="zh-CN" dirty="0"/>
              <a:t>Model</a:t>
            </a:r>
            <a:endParaRPr lang="en" dirty="0"/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A4D0A808-9909-863F-D1BE-C5AE5CF204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5"/>
            <a:ext cx="8864299" cy="5101198"/>
          </a:xfrm>
        </p:spPr>
        <p:txBody>
          <a:bodyPr/>
          <a:lstStyle/>
          <a:p>
            <a:pPr marL="0" indent="0">
              <a:buNone/>
            </a:pPr>
            <a:r>
              <a:rPr kumimoji="1" lang="en-US" altLang="zh-CN" dirty="0"/>
              <a:t>SCSI is a </a:t>
            </a:r>
            <a:r>
              <a:rPr kumimoji="1" lang="en-US" altLang="zh-CN" dirty="0">
                <a:solidFill>
                  <a:srgbClr val="7030A0"/>
                </a:solidFill>
              </a:rPr>
              <a:t>client-server</a:t>
            </a:r>
            <a:r>
              <a:rPr kumimoji="1" lang="en-US" altLang="zh-CN" dirty="0"/>
              <a:t> protocol</a:t>
            </a:r>
          </a:p>
          <a:p>
            <a:r>
              <a:rPr kumimoji="1" lang="en-US" altLang="zh-CN" sz="2400" dirty="0"/>
              <a:t>Client</a:t>
            </a:r>
            <a:r>
              <a:rPr kumimoji="1" lang="zh-CN" altLang="en-US" sz="2400" dirty="0"/>
              <a:t> </a:t>
            </a:r>
            <a:r>
              <a:rPr kumimoji="1" lang="en-US" altLang="zh-CN" sz="2400" dirty="0"/>
              <a:t>(Initiator):</a:t>
            </a:r>
            <a:r>
              <a:rPr kumimoji="1" lang="zh-CN" altLang="en-US" sz="2400" dirty="0"/>
              <a:t> </a:t>
            </a:r>
            <a:r>
              <a:rPr kumimoji="1" lang="en-US" altLang="zh-CN" sz="2400" dirty="0"/>
              <a:t>issues requests to the server</a:t>
            </a:r>
          </a:p>
          <a:p>
            <a:r>
              <a:rPr kumimoji="1" lang="en-US" altLang="zh-CN" sz="2400" dirty="0"/>
              <a:t>Server</a:t>
            </a:r>
            <a:r>
              <a:rPr kumimoji="1" lang="zh-CN" altLang="en-US" sz="2400" dirty="0"/>
              <a:t> </a:t>
            </a:r>
            <a:r>
              <a:rPr kumimoji="1" lang="en-US" altLang="zh-CN" sz="2400" dirty="0"/>
              <a:t>(Target): receives,</a:t>
            </a:r>
            <a:r>
              <a:rPr kumimoji="1" lang="zh-CN" altLang="en-US" sz="2400" dirty="0"/>
              <a:t> </a:t>
            </a:r>
            <a:r>
              <a:rPr kumimoji="1" lang="en-US" altLang="zh-CN" sz="2400" dirty="0"/>
              <a:t>executes and responds initiator requests</a:t>
            </a:r>
            <a:endParaRPr kumimoji="1" lang="zh-CN" altLang="en-US" sz="2400" dirty="0"/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91FD261D-A7B7-C5D1-EAC6-E89FA4C99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17</a:t>
            </a:fld>
            <a:endParaRPr lang="en-US" dirty="0"/>
          </a:p>
        </p:txBody>
      </p:sp>
      <p:pic>
        <p:nvPicPr>
          <p:cNvPr id="3" name="object 4">
            <a:extLst>
              <a:ext uri="{FF2B5EF4-FFF2-40B4-BE49-F238E27FC236}">
                <a16:creationId xmlns:a16="http://schemas.microsoft.com/office/drawing/2014/main" id="{174AD87F-1F35-7E1B-6092-314B98F0D944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60635" y="3206343"/>
            <a:ext cx="3921569" cy="3148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38693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altLang="zh-CN" dirty="0"/>
              <a:t>SAS</a:t>
            </a:r>
            <a:r>
              <a:rPr lang="zh-CN" altLang="en" dirty="0"/>
              <a:t>（</a:t>
            </a:r>
            <a:r>
              <a:rPr lang="en" altLang="zh-CN" dirty="0"/>
              <a:t>Serial Attached SCSI</a:t>
            </a:r>
            <a:r>
              <a:rPr lang="zh-CN" altLang="en" dirty="0"/>
              <a:t>）</a:t>
            </a:r>
            <a:endParaRPr lang="zh-CN" altLang="en-US" dirty="0"/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7A4E64B4-DB96-6177-611E-3574F3C2A6B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zh-CN" dirty="0"/>
              <a:t>SAS:</a:t>
            </a:r>
            <a:r>
              <a:rPr lang="zh-CN" altLang="en-US" dirty="0"/>
              <a:t> </a:t>
            </a:r>
            <a:r>
              <a:rPr lang="en-US" altLang="zh-CN" dirty="0">
                <a:solidFill>
                  <a:srgbClr val="7030A0"/>
                </a:solidFill>
              </a:rPr>
              <a:t>Serial</a:t>
            </a:r>
            <a:r>
              <a:rPr lang="zh-CN" altLang="en-US" dirty="0"/>
              <a:t> </a:t>
            </a:r>
            <a:r>
              <a:rPr lang="en-US" altLang="zh-CN" dirty="0"/>
              <a:t>Attached</a:t>
            </a:r>
            <a:r>
              <a:rPr lang="zh-CN" altLang="en-US" dirty="0"/>
              <a:t> </a:t>
            </a:r>
            <a:r>
              <a:rPr lang="en-US" altLang="zh-CN" dirty="0"/>
              <a:t>SCSI</a:t>
            </a:r>
            <a:endParaRPr lang="en" altLang="zh-CN" dirty="0"/>
          </a:p>
          <a:p>
            <a:pPr lvl="1"/>
            <a:r>
              <a:rPr lang="zh-CN" altLang="en-US" dirty="0"/>
              <a:t>采用串行技术以获得更高的传输速度</a:t>
            </a:r>
            <a:endParaRPr lang="en-US" altLang="zh-CN" dirty="0"/>
          </a:p>
          <a:p>
            <a:r>
              <a:rPr lang="en-US" altLang="zh-CN" dirty="0"/>
              <a:t>SAS</a:t>
            </a:r>
            <a:r>
              <a:rPr lang="zh-CN" altLang="en-US" dirty="0"/>
              <a:t> 向下兼容</a:t>
            </a:r>
            <a:r>
              <a:rPr lang="en" altLang="zh-CN" dirty="0"/>
              <a:t>SATA </a:t>
            </a:r>
            <a:endParaRPr lang="en-US" altLang="zh-CN" dirty="0"/>
          </a:p>
          <a:p>
            <a:pPr lvl="1"/>
            <a:r>
              <a:rPr lang="zh-CN" altLang="en-US" dirty="0"/>
              <a:t>物理层：完全兼容</a:t>
            </a:r>
            <a:endParaRPr lang="en-US" altLang="zh-CN" dirty="0"/>
          </a:p>
          <a:p>
            <a:pPr lvl="1"/>
            <a:r>
              <a:rPr lang="zh-CN" altLang="en-US" dirty="0"/>
              <a:t>接口标准：</a:t>
            </a:r>
            <a:r>
              <a:rPr lang="en" altLang="zh-CN" dirty="0"/>
              <a:t>SATA </a:t>
            </a:r>
            <a:r>
              <a:rPr lang="zh-CN" altLang="en-US" dirty="0"/>
              <a:t>是</a:t>
            </a:r>
            <a:r>
              <a:rPr lang="en" altLang="zh-CN" dirty="0"/>
              <a:t>SAS </a:t>
            </a:r>
            <a:r>
              <a:rPr lang="zh-CN" altLang="en-US" dirty="0"/>
              <a:t>的子标准，</a:t>
            </a:r>
            <a:r>
              <a:rPr lang="en" altLang="zh-CN" dirty="0"/>
              <a:t>SAS </a:t>
            </a:r>
            <a:r>
              <a:rPr lang="zh-CN" altLang="en-US" dirty="0"/>
              <a:t>控制器可操控</a:t>
            </a:r>
            <a:r>
              <a:rPr lang="en" altLang="zh-CN" dirty="0"/>
              <a:t>SATA </a:t>
            </a:r>
            <a:r>
              <a:rPr lang="zh-CN" altLang="en-US" dirty="0"/>
              <a:t>硬盘</a:t>
            </a:r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18</a:t>
            </a:fld>
            <a:endParaRPr lang="en-US" dirty="0"/>
          </a:p>
        </p:txBody>
      </p:sp>
      <p:pic>
        <p:nvPicPr>
          <p:cNvPr id="4098" name="Picture 2" descr="这里写图片描述">
            <a:extLst>
              <a:ext uri="{FF2B5EF4-FFF2-40B4-BE49-F238E27FC236}">
                <a16:creationId xmlns:a16="http://schemas.microsoft.com/office/drawing/2014/main" id="{2E1FE3AC-BF77-D592-5D04-DAE948DA1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4952" y="4029235"/>
            <a:ext cx="4089400" cy="26908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204927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SAS/SATA Compatibility</a:t>
            </a:r>
          </a:p>
        </p:txBody>
      </p:sp>
      <p:sp>
        <p:nvSpPr>
          <p:cNvPr id="15" name="内容占位符 14">
            <a:extLst>
              <a:ext uri="{FF2B5EF4-FFF2-40B4-BE49-F238E27FC236}">
                <a16:creationId xmlns:a16="http://schemas.microsoft.com/office/drawing/2014/main" id="{57572266-2DA0-83FE-E8FB-0523E07948F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19210" y="1761106"/>
            <a:ext cx="7705579" cy="4415857"/>
          </a:xfrm>
          <a:prstGeom prst="rect">
            <a:avLst/>
          </a:prstGeom>
        </p:spPr>
      </p:pic>
      <p:sp>
        <p:nvSpPr>
          <p:cNvPr id="16" name="灯片编号占位符 3">
            <a:extLst>
              <a:ext uri="{FF2B5EF4-FFF2-40B4-BE49-F238E27FC236}">
                <a16:creationId xmlns:a16="http://schemas.microsoft.com/office/drawing/2014/main" id="{46E0AF2E-AF76-2E5E-DA27-EFCD4A1AF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093335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SAS</a:t>
            </a:r>
            <a:r>
              <a:rPr lang="zh-CN" altLang="en-US" dirty="0"/>
              <a:t> </a:t>
            </a:r>
            <a:r>
              <a:rPr lang="en" dirty="0"/>
              <a:t>Specifications</a:t>
            </a:r>
          </a:p>
        </p:txBody>
      </p:sp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5948872"/>
              </p:ext>
            </p:extLst>
          </p:nvPr>
        </p:nvGraphicFramePr>
        <p:xfrm>
          <a:off x="637222" y="1566455"/>
          <a:ext cx="7869555" cy="41198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025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6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2228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dirty="0">
                          <a:latin typeface="Arial MT"/>
                          <a:cs typeface="Arial MT"/>
                        </a:rPr>
                        <a:t>Hot</a:t>
                      </a:r>
                      <a:r>
                        <a:rPr sz="24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pluggable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spc="-60" dirty="0">
                          <a:latin typeface="Arial MT"/>
                          <a:cs typeface="Arial MT"/>
                        </a:rPr>
                        <a:t>Yes</a:t>
                      </a:r>
                      <a:endParaRPr sz="20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58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External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spc="-60" dirty="0">
                          <a:latin typeface="Arial MT"/>
                          <a:cs typeface="Arial MT"/>
                        </a:rPr>
                        <a:t>Yes</a:t>
                      </a:r>
                      <a:endParaRPr sz="20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6362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Bandwidth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spc="-5" dirty="0">
                          <a:latin typeface="Arial MT"/>
                          <a:cs typeface="Arial MT"/>
                        </a:rPr>
                        <a:t>3.0</a:t>
                      </a:r>
                      <a:r>
                        <a:rPr sz="2000" spc="-3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Gbit/s,</a:t>
                      </a:r>
                      <a:r>
                        <a:rPr sz="2000" spc="-3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6.0</a:t>
                      </a:r>
                      <a:r>
                        <a:rPr sz="20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Gbit/s</a:t>
                      </a:r>
                      <a:endParaRPr sz="2000">
                        <a:latin typeface="Arial MT"/>
                        <a:cs typeface="Arial MT"/>
                      </a:endParaRPr>
                    </a:p>
                    <a:p>
                      <a:pPr marL="90805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(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8b/10b</a:t>
                      </a:r>
                      <a:r>
                        <a:rPr sz="2000" spc="-3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encoding</a:t>
                      </a:r>
                      <a:r>
                        <a:rPr sz="2000" spc="19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400" dirty="0">
                          <a:latin typeface="Arial MT"/>
                          <a:cs typeface="Arial MT"/>
                        </a:rPr>
                        <a:t>)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Pins</a:t>
                      </a:r>
                      <a:endParaRPr sz="24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dirty="0">
                          <a:latin typeface="Arial MT"/>
                          <a:cs typeface="Arial MT"/>
                        </a:rPr>
                        <a:t>7</a:t>
                      </a:r>
                      <a:r>
                        <a:rPr sz="2000" spc="-2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(4</a:t>
                      </a:r>
                      <a:r>
                        <a:rPr sz="2000" spc="-2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data,</a:t>
                      </a:r>
                      <a:r>
                        <a:rPr sz="2000" spc="-2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3</a:t>
                      </a:r>
                      <a:r>
                        <a:rPr sz="2000" spc="-2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ground)</a:t>
                      </a:r>
                      <a:endParaRPr sz="20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17904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400" spc="-5" dirty="0">
                          <a:latin typeface="Arial MT"/>
                          <a:cs typeface="Arial MT"/>
                        </a:rPr>
                        <a:t>Others</a:t>
                      </a:r>
                      <a:endParaRPr sz="2400" dirty="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 marR="45402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000" dirty="0">
                          <a:latin typeface="Arial MT"/>
                          <a:cs typeface="Arial MT"/>
                        </a:rPr>
                        <a:t>128</a:t>
                      </a:r>
                      <a:r>
                        <a:rPr sz="2000" spc="-1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device</a:t>
                      </a:r>
                      <a:r>
                        <a:rPr sz="2000" spc="-1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port</a:t>
                      </a:r>
                      <a:r>
                        <a:rPr sz="2000" spc="-1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expanders;</a:t>
                      </a:r>
                      <a:r>
                        <a:rPr sz="2000" spc="-1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latin typeface="Arial MT"/>
                          <a:cs typeface="Arial MT"/>
                        </a:rPr>
                        <a:t>eight-meter </a:t>
                      </a:r>
                      <a:r>
                        <a:rPr sz="2000" spc="-54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dirty="0">
                          <a:latin typeface="Arial MT"/>
                          <a:cs typeface="Arial MT"/>
                        </a:rPr>
                        <a:t>cables</a:t>
                      </a:r>
                    </a:p>
                    <a:p>
                      <a:pPr marL="90805" marR="875030" indent="98425">
                        <a:lnSpc>
                          <a:spcPct val="106900"/>
                        </a:lnSpc>
                        <a:spcBef>
                          <a:spcPts val="1305"/>
                        </a:spcBef>
                      </a:pPr>
                      <a:r>
                        <a:rPr sz="20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"downwards"-compatibility</a:t>
                      </a:r>
                      <a:r>
                        <a:rPr sz="200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with </a:t>
                      </a:r>
                      <a:r>
                        <a:rPr sz="20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the </a:t>
                      </a:r>
                      <a:r>
                        <a:rPr sz="2000" spc="-540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second-generation</a:t>
                      </a:r>
                      <a:r>
                        <a:rPr sz="2000" spc="-1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2000" spc="-75" dirty="0">
                          <a:solidFill>
                            <a:schemeClr val="tx1"/>
                          </a:solidFill>
                          <a:latin typeface="Arial MT"/>
                          <a:cs typeface="Arial MT"/>
                        </a:rPr>
                        <a:t>SATA</a:t>
                      </a:r>
                      <a:endParaRPr sz="2000" dirty="0">
                        <a:solidFill>
                          <a:schemeClr val="tx1"/>
                        </a:solidFill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1453CC80-AF8C-E6A9-D0DE-BA8035BC61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824429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 err="1"/>
              <a:t>串行</a:t>
            </a:r>
            <a:r>
              <a:rPr lang="en-US" altLang="zh-CN" dirty="0"/>
              <a:t>/</a:t>
            </a:r>
            <a:r>
              <a:rPr lang="zh-CN" altLang="en-US" dirty="0"/>
              <a:t>并行接口</a:t>
            </a:r>
            <a:endParaRPr lang="en" dirty="0"/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1C82F306-CF48-E782-F084-4630ABE855D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1075765"/>
            <a:ext cx="9144000" cy="656076"/>
          </a:xfrm>
        </p:spPr>
        <p:txBody>
          <a:bodyPr>
            <a:normAutofit/>
          </a:bodyPr>
          <a:lstStyle/>
          <a:p>
            <a:pPr marL="397800" lvl="1" indent="0" algn="ctr">
              <a:buNone/>
            </a:pPr>
            <a:r>
              <a:rPr lang="en-US" altLang="zh-CN" b="1" dirty="0">
                <a:solidFill>
                  <a:srgbClr val="7030A0"/>
                </a:solidFill>
              </a:rPr>
              <a:t>ATA</a:t>
            </a:r>
            <a:r>
              <a:rPr lang="zh-CN" altLang="en-US" b="1" dirty="0">
                <a:solidFill>
                  <a:srgbClr val="7030A0"/>
                </a:solidFill>
              </a:rPr>
              <a:t> </a:t>
            </a:r>
            <a:r>
              <a:rPr lang="en-US" altLang="zh-CN" b="1" dirty="0">
                <a:solidFill>
                  <a:srgbClr val="7030A0"/>
                </a:solidFill>
              </a:rPr>
              <a:t>=&gt;</a:t>
            </a:r>
            <a:r>
              <a:rPr lang="zh-CN" altLang="en-US" b="1" dirty="0">
                <a:solidFill>
                  <a:srgbClr val="7030A0"/>
                </a:solidFill>
              </a:rPr>
              <a:t> </a:t>
            </a:r>
            <a:r>
              <a:rPr lang="en-US" altLang="zh-CN" b="1" dirty="0">
                <a:solidFill>
                  <a:srgbClr val="7030A0"/>
                </a:solidFill>
              </a:rPr>
              <a:t>SATA</a:t>
            </a:r>
            <a:r>
              <a:rPr lang="zh-CN" altLang="en-US" b="1" dirty="0">
                <a:solidFill>
                  <a:srgbClr val="7030A0"/>
                </a:solidFill>
              </a:rPr>
              <a:t>      </a:t>
            </a:r>
            <a:r>
              <a:rPr lang="en-US" altLang="zh-CN" b="1" dirty="0">
                <a:solidFill>
                  <a:srgbClr val="7030A0"/>
                </a:solidFill>
              </a:rPr>
              <a:t>SCSI</a:t>
            </a:r>
            <a:r>
              <a:rPr lang="zh-CN" altLang="en-US" b="1" dirty="0">
                <a:solidFill>
                  <a:srgbClr val="7030A0"/>
                </a:solidFill>
              </a:rPr>
              <a:t> </a:t>
            </a:r>
            <a:r>
              <a:rPr lang="en-US" altLang="zh-CN" b="1" dirty="0">
                <a:solidFill>
                  <a:srgbClr val="7030A0"/>
                </a:solidFill>
              </a:rPr>
              <a:t>=&gt;</a:t>
            </a:r>
            <a:r>
              <a:rPr lang="zh-CN" altLang="en-US" b="1" dirty="0">
                <a:solidFill>
                  <a:srgbClr val="7030A0"/>
                </a:solidFill>
              </a:rPr>
              <a:t> </a:t>
            </a:r>
            <a:r>
              <a:rPr lang="en-US" altLang="zh-CN" b="1" dirty="0">
                <a:solidFill>
                  <a:srgbClr val="7030A0"/>
                </a:solidFill>
              </a:rPr>
              <a:t>SAS</a:t>
            </a:r>
            <a:endParaRPr lang="zh-CN" altLang="en-US" b="1" dirty="0">
              <a:solidFill>
                <a:srgbClr val="7030A0"/>
              </a:solidFill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1D60167-4931-47E6-BA6A-407CBD079E47}" type="slidenum">
              <a:rPr lang="en-US" altLang="zh-CN" dirty="0"/>
              <a:pPr/>
              <a:t>21</a:t>
            </a:fld>
            <a:endParaRPr lang="en-US" altLang="zh-CN" dirty="0"/>
          </a:p>
        </p:txBody>
      </p:sp>
      <p:pic>
        <p:nvPicPr>
          <p:cNvPr id="6" name="object 2">
            <a:extLst>
              <a:ext uri="{FF2B5EF4-FFF2-40B4-BE49-F238E27FC236}">
                <a16:creationId xmlns:a16="http://schemas.microsoft.com/office/drawing/2014/main" id="{4631976B-4B10-17EA-B7F6-0A8DF73FDA53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1461" y="1911231"/>
            <a:ext cx="3551303" cy="4472514"/>
          </a:xfrm>
          <a:prstGeom prst="rect">
            <a:avLst/>
          </a:prstGeom>
        </p:spPr>
      </p:pic>
      <p:pic>
        <p:nvPicPr>
          <p:cNvPr id="7" name="object 3">
            <a:extLst>
              <a:ext uri="{FF2B5EF4-FFF2-40B4-BE49-F238E27FC236}">
                <a16:creationId xmlns:a16="http://schemas.microsoft.com/office/drawing/2014/main" id="{C4ECE4FE-8A43-B51C-94C5-3B71D80D5116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09652" y="2011459"/>
            <a:ext cx="3962887" cy="40638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597539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SATA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SAS</a:t>
            </a:r>
            <a:r>
              <a:rPr lang="zh-CN" altLang="en-US" dirty="0"/>
              <a:t> </a:t>
            </a:r>
            <a:r>
              <a:rPr lang="en-US" altLang="zh-CN" dirty="0"/>
              <a:t>(1)</a:t>
            </a:r>
            <a:endParaRPr lang="zh-CN" altLang="en-US" dirty="0"/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7A4E64B4-DB96-6177-611E-3574F3C2A6B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pPr marL="457200" indent="-457200"/>
            <a:r>
              <a:rPr lang="en" altLang="zh-CN" dirty="0"/>
              <a:t>SATA is way </a:t>
            </a:r>
            <a:r>
              <a:rPr lang="en" altLang="zh-CN" dirty="0">
                <a:solidFill>
                  <a:srgbClr val="7030A0"/>
                </a:solidFill>
              </a:rPr>
              <a:t>cheaper</a:t>
            </a:r>
            <a:r>
              <a:rPr lang="en" altLang="zh-CN" dirty="0"/>
              <a:t> than SAS</a:t>
            </a:r>
          </a:p>
          <a:p>
            <a:pPr marL="457200" indent="-457200"/>
            <a:r>
              <a:rPr lang="en" altLang="zh-CN" dirty="0"/>
              <a:t>SATA uses ATA commands while SAS uses SCSI commands</a:t>
            </a:r>
          </a:p>
          <a:p>
            <a:pPr marL="457200" indent="-457200"/>
            <a:r>
              <a:rPr lang="en" altLang="zh-CN" dirty="0"/>
              <a:t>SAS has better </a:t>
            </a:r>
            <a:r>
              <a:rPr lang="en" altLang="zh-CN" dirty="0">
                <a:solidFill>
                  <a:srgbClr val="7030A0"/>
                </a:solidFill>
              </a:rPr>
              <a:t>error reporting </a:t>
            </a:r>
            <a:r>
              <a:rPr lang="en" altLang="zh-CN" dirty="0"/>
              <a:t>and recovery than SATA</a:t>
            </a:r>
          </a:p>
          <a:p>
            <a:pPr marL="457200" indent="-457200"/>
            <a:r>
              <a:rPr lang="en" altLang="zh-CN" dirty="0"/>
              <a:t>SAS can use </a:t>
            </a:r>
            <a:r>
              <a:rPr lang="en" altLang="zh-CN" dirty="0">
                <a:solidFill>
                  <a:srgbClr val="7030A0"/>
                </a:solidFill>
              </a:rPr>
              <a:t>longer cables</a:t>
            </a:r>
            <a:r>
              <a:rPr lang="zh-CN" altLang="en-US" dirty="0">
                <a:solidFill>
                  <a:srgbClr val="7030A0"/>
                </a:solidFill>
              </a:rPr>
              <a:t> </a:t>
            </a:r>
            <a:r>
              <a:rPr lang="en-US" altLang="zh-CN" dirty="0">
                <a:solidFill>
                  <a:srgbClr val="7030A0"/>
                </a:solidFill>
              </a:rPr>
              <a:t>(8m)</a:t>
            </a:r>
            <a:r>
              <a:rPr lang="en" altLang="zh-CN" dirty="0">
                <a:solidFill>
                  <a:srgbClr val="7030A0"/>
                </a:solidFill>
              </a:rPr>
              <a:t> </a:t>
            </a:r>
            <a:r>
              <a:rPr lang="en" altLang="zh-CN" dirty="0"/>
              <a:t>than SATA</a:t>
            </a:r>
            <a:r>
              <a:rPr lang="zh-CN" altLang="en-US" dirty="0"/>
              <a:t> </a:t>
            </a:r>
            <a:r>
              <a:rPr lang="en-US" altLang="zh-CN" dirty="0"/>
              <a:t>(1m)</a:t>
            </a:r>
            <a:endParaRPr lang="en" altLang="zh-CN" dirty="0"/>
          </a:p>
          <a:p>
            <a:pPr marL="457200" indent="-457200"/>
            <a:r>
              <a:rPr lang="en" altLang="zh-CN" dirty="0"/>
              <a:t>SATA drives can be used in SAS backplanes </a:t>
            </a:r>
            <a:r>
              <a:rPr lang="en-US" altLang="zh-CN" dirty="0"/>
              <a:t>(</a:t>
            </a:r>
            <a:r>
              <a:rPr lang="en" altLang="zh-CN" dirty="0"/>
              <a:t>but not the </a:t>
            </a:r>
            <a:r>
              <a:rPr lang="en-US" altLang="zh-CN" dirty="0"/>
              <a:t>opposite</a:t>
            </a:r>
            <a:r>
              <a:rPr lang="en" altLang="zh-CN" dirty="0"/>
              <a:t> way</a:t>
            </a:r>
            <a:r>
              <a:rPr lang="en-US" altLang="zh-CN" dirty="0"/>
              <a:t>)</a:t>
            </a:r>
            <a:endParaRPr lang="en" altLang="zh-CN" dirty="0"/>
          </a:p>
          <a:p>
            <a:pPr marL="457200" indent="-457200"/>
            <a:r>
              <a:rPr lang="en" altLang="zh-CN" dirty="0"/>
              <a:t>SAS is designed for mission-critical </a:t>
            </a:r>
            <a:r>
              <a:rPr lang="en" altLang="zh-CN" dirty="0">
                <a:solidFill>
                  <a:srgbClr val="7030A0"/>
                </a:solidFill>
              </a:rPr>
              <a:t>enterprise</a:t>
            </a:r>
            <a:r>
              <a:rPr lang="en" altLang="zh-CN" dirty="0"/>
              <a:t> applications whereas SATA is a general-purpose interface common in the consumer </a:t>
            </a:r>
            <a:r>
              <a:rPr lang="en" altLang="zh-CN" dirty="0">
                <a:solidFill>
                  <a:srgbClr val="7030A0"/>
                </a:solidFill>
              </a:rPr>
              <a:t>market</a:t>
            </a:r>
            <a:r>
              <a:rPr lang="en" altLang="zh-CN" dirty="0"/>
              <a:t>.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904039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SATA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SAS</a:t>
            </a:r>
            <a:r>
              <a:rPr lang="zh-CN" altLang="en-US" dirty="0"/>
              <a:t> </a:t>
            </a:r>
            <a:r>
              <a:rPr lang="en-US" altLang="zh-CN" dirty="0"/>
              <a:t>(2)</a:t>
            </a:r>
            <a:endParaRPr lang="zh-CN" altLang="en-US" dirty="0"/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7A4E64B4-DB96-6177-611E-3574F3C2A6B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4"/>
            <a:ext cx="8659905" cy="5644296"/>
          </a:xfrm>
        </p:spPr>
        <p:txBody>
          <a:bodyPr>
            <a:normAutofit/>
          </a:bodyPr>
          <a:lstStyle/>
          <a:p>
            <a:pPr marL="457200" indent="-457200"/>
            <a:r>
              <a:rPr lang="en" altLang="zh-CN" dirty="0"/>
              <a:t>SAS supports </a:t>
            </a:r>
            <a:r>
              <a:rPr lang="en" altLang="zh-CN" dirty="0">
                <a:solidFill>
                  <a:srgbClr val="7030A0"/>
                </a:solidFill>
              </a:rPr>
              <a:t>multiple</a:t>
            </a:r>
            <a:r>
              <a:rPr lang="en" altLang="zh-CN" dirty="0"/>
              <a:t> </a:t>
            </a:r>
            <a:r>
              <a:rPr lang="en" altLang="zh-CN" dirty="0">
                <a:solidFill>
                  <a:srgbClr val="7030A0"/>
                </a:solidFill>
              </a:rPr>
              <a:t>initiators</a:t>
            </a:r>
            <a:r>
              <a:rPr lang="en" altLang="zh-CN" dirty="0"/>
              <a:t>, while SATA has no such provision</a:t>
            </a:r>
          </a:p>
          <a:p>
            <a:pPr marL="457200" indent="-457200"/>
            <a:r>
              <a:rPr lang="en" altLang="zh-CN" dirty="0"/>
              <a:t>SAS is </a:t>
            </a:r>
            <a:r>
              <a:rPr lang="en" altLang="zh-CN" dirty="0">
                <a:solidFill>
                  <a:srgbClr val="7030A0"/>
                </a:solidFill>
              </a:rPr>
              <a:t>dual ported </a:t>
            </a:r>
            <a:r>
              <a:rPr lang="en" altLang="zh-CN" dirty="0"/>
              <a:t>where as SATA is </a:t>
            </a:r>
            <a:r>
              <a:rPr lang="en" altLang="zh-CN" dirty="0">
                <a:solidFill>
                  <a:srgbClr val="7030A0"/>
                </a:solidFill>
              </a:rPr>
              <a:t>single ported</a:t>
            </a:r>
            <a:r>
              <a:rPr lang="en" altLang="zh-CN" dirty="0"/>
              <a:t>. SAS is therefore capable of multi</a:t>
            </a:r>
            <a:r>
              <a:rPr lang="en-US" altLang="zh-CN" dirty="0"/>
              <a:t>-</a:t>
            </a:r>
            <a:r>
              <a:rPr lang="en" altLang="zh-CN" dirty="0"/>
              <a:t>path I/O without additional hardware</a:t>
            </a:r>
            <a:endParaRPr lang="en-US" altLang="zh-CN" dirty="0"/>
          </a:p>
          <a:p>
            <a:pPr marL="457200" indent="-457200"/>
            <a:r>
              <a:rPr lang="en" altLang="zh-CN" dirty="0"/>
              <a:t>SATA transfers data at </a:t>
            </a:r>
            <a:r>
              <a:rPr lang="en" altLang="zh-CN" dirty="0">
                <a:solidFill>
                  <a:srgbClr val="7030A0"/>
                </a:solidFill>
              </a:rPr>
              <a:t>half duplex </a:t>
            </a:r>
            <a:r>
              <a:rPr lang="en" altLang="zh-CN" dirty="0"/>
              <a:t>while SAS can transfer data at </a:t>
            </a:r>
            <a:r>
              <a:rPr lang="en" altLang="zh-CN" dirty="0">
                <a:solidFill>
                  <a:srgbClr val="7030A0"/>
                </a:solidFill>
              </a:rPr>
              <a:t>full duplex</a:t>
            </a:r>
            <a:r>
              <a:rPr lang="en" altLang="zh-CN" dirty="0"/>
              <a:t>. </a:t>
            </a:r>
            <a:r>
              <a:rPr lang="en-US" altLang="zh-CN" dirty="0"/>
              <a:t>For</a:t>
            </a:r>
            <a:r>
              <a:rPr lang="zh-CN" altLang="en-US" dirty="0"/>
              <a:t> </a:t>
            </a:r>
            <a:r>
              <a:rPr lang="en" altLang="zh-CN" dirty="0"/>
              <a:t>SAS, each port can read and write data at the same time </a:t>
            </a:r>
            <a:r>
              <a:rPr lang="en-US" altLang="zh-CN" dirty="0"/>
              <a:t>(not</a:t>
            </a:r>
            <a:r>
              <a:rPr lang="zh-CN" altLang="en-US" dirty="0"/>
              <a:t> </a:t>
            </a:r>
            <a:r>
              <a:rPr lang="en-US" altLang="zh-CN" dirty="0"/>
              <a:t>for</a:t>
            </a:r>
            <a:r>
              <a:rPr lang="zh-CN" altLang="en-US" dirty="0"/>
              <a:t> </a:t>
            </a:r>
            <a:r>
              <a:rPr lang="en" altLang="zh-CN" dirty="0"/>
              <a:t>SATA</a:t>
            </a:r>
            <a:r>
              <a:rPr lang="en-US" altLang="zh-CN" dirty="0"/>
              <a:t>)</a:t>
            </a:r>
            <a:endParaRPr lang="en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12480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8" name="Picture 4">
            <a:extLst>
              <a:ext uri="{FF2B5EF4-FFF2-40B4-BE49-F238E27FC236}">
                <a16:creationId xmlns:a16="http://schemas.microsoft.com/office/drawing/2014/main" id="{5AB9634D-3A71-AFB5-A642-376BA9C000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797" y="3862560"/>
            <a:ext cx="3810000" cy="2857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 err="1"/>
              <a:t>NVMe</a:t>
            </a:r>
            <a:endParaRPr lang="en" dirty="0"/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D6CDDB51-2D09-ADF6-9F63-C01225CB561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kumimoji="1" lang="en-US" altLang="zh-CN" dirty="0"/>
              <a:t>NVM</a:t>
            </a:r>
            <a:r>
              <a:rPr kumimoji="1" lang="zh-CN" altLang="en-US" dirty="0"/>
              <a:t> </a:t>
            </a:r>
            <a:r>
              <a:rPr kumimoji="1" lang="en-US" altLang="zh-CN" dirty="0"/>
              <a:t>Express</a:t>
            </a:r>
            <a:r>
              <a:rPr kumimoji="1" lang="zh-CN" altLang="en-US" dirty="0"/>
              <a:t> </a:t>
            </a:r>
            <a:r>
              <a:rPr kumimoji="1" lang="en-US" altLang="zh-CN" dirty="0"/>
              <a:t>(</a:t>
            </a:r>
            <a:r>
              <a:rPr kumimoji="1" lang="en-US" altLang="zh-CN" dirty="0" err="1"/>
              <a:t>NVMe</a:t>
            </a:r>
            <a:r>
              <a:rPr kumimoji="1" lang="en-US" altLang="zh-CN" dirty="0"/>
              <a:t>)</a:t>
            </a:r>
            <a:r>
              <a:rPr kumimoji="1" lang="zh-CN" altLang="en-US" dirty="0"/>
              <a:t>：专为高速</a:t>
            </a:r>
            <a:r>
              <a:rPr kumimoji="1" lang="en-US" altLang="zh-CN" dirty="0"/>
              <a:t>SSD</a:t>
            </a:r>
            <a:r>
              <a:rPr kumimoji="1" lang="zh-CN" altLang="en-US" dirty="0"/>
              <a:t>设计的逻辑设备接口规范</a:t>
            </a:r>
            <a:endParaRPr kumimoji="1" lang="en-US" altLang="zh-CN" dirty="0"/>
          </a:p>
          <a:p>
            <a:r>
              <a:rPr kumimoji="1" lang="zh-CN" altLang="en-US" dirty="0"/>
              <a:t>允许</a:t>
            </a:r>
            <a:r>
              <a:rPr kumimoji="1" lang="en-US" altLang="zh-CN" dirty="0"/>
              <a:t>SSD</a:t>
            </a:r>
            <a:r>
              <a:rPr kumimoji="1" lang="zh-CN" altLang="en-US" dirty="0"/>
              <a:t>使用</a:t>
            </a:r>
            <a:r>
              <a:rPr kumimoji="1" lang="en-US" altLang="zh-CN" dirty="0"/>
              <a:t>PCIe</a:t>
            </a:r>
            <a:r>
              <a:rPr kumimoji="1" lang="zh-CN" altLang="en-US" dirty="0"/>
              <a:t>总线的软硬标准</a:t>
            </a:r>
            <a:endParaRPr kumimoji="1" lang="en-US" altLang="zh-CN" dirty="0"/>
          </a:p>
          <a:p>
            <a:r>
              <a:rPr kumimoji="1" lang="zh-CN" altLang="en-US" dirty="0"/>
              <a:t>支持大容量操作队列</a:t>
            </a:r>
            <a:endParaRPr kumimoji="1" lang="en-US" altLang="zh-CN" dirty="0"/>
          </a:p>
          <a:p>
            <a:pPr lvl="1"/>
            <a:r>
              <a:rPr kumimoji="1" lang="en-US" altLang="zh-CN" dirty="0"/>
              <a:t>SAS:</a:t>
            </a:r>
            <a:r>
              <a:rPr kumimoji="1" lang="zh-CN" altLang="en-US" dirty="0"/>
              <a:t> </a:t>
            </a:r>
            <a:r>
              <a:rPr kumimoji="1" lang="en-US" altLang="zh-CN" dirty="0"/>
              <a:t>256</a:t>
            </a:r>
          </a:p>
          <a:p>
            <a:pPr lvl="1"/>
            <a:r>
              <a:rPr kumimoji="1" lang="en-US" altLang="zh-CN" dirty="0"/>
              <a:t>SATA</a:t>
            </a:r>
            <a:r>
              <a:rPr kumimoji="1" lang="zh-CN" altLang="en-US" dirty="0"/>
              <a:t> </a:t>
            </a:r>
            <a:r>
              <a:rPr kumimoji="1" lang="en-US" altLang="zh-CN" dirty="0"/>
              <a:t>32</a:t>
            </a:r>
          </a:p>
          <a:p>
            <a:pPr lvl="1"/>
            <a:r>
              <a:rPr kumimoji="1" lang="en-US" altLang="zh-CN" dirty="0" err="1"/>
              <a:t>NVMe</a:t>
            </a:r>
            <a:r>
              <a:rPr kumimoji="1" lang="en-US" altLang="zh-CN" dirty="0"/>
              <a:t>:</a:t>
            </a:r>
            <a:r>
              <a:rPr kumimoji="1" lang="zh-CN" altLang="en-US" dirty="0"/>
              <a:t> </a:t>
            </a:r>
            <a:r>
              <a:rPr kumimoji="1" lang="en-US" altLang="zh-CN" dirty="0"/>
              <a:t>65536</a:t>
            </a:r>
            <a:endParaRPr kumimoji="1" lang="zh-CN" altLang="en-US" dirty="0"/>
          </a:p>
        </p:txBody>
      </p:sp>
      <p:sp>
        <p:nvSpPr>
          <p:cNvPr id="16" name="灯片编号占位符 3">
            <a:extLst>
              <a:ext uri="{FF2B5EF4-FFF2-40B4-BE49-F238E27FC236}">
                <a16:creationId xmlns:a16="http://schemas.microsoft.com/office/drawing/2014/main" id="{46E0AF2E-AF76-2E5E-DA27-EFCD4A1AF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24</a:t>
            </a:fld>
            <a:endParaRPr lang="en-US" dirty="0"/>
          </a:p>
        </p:txBody>
      </p:sp>
      <p:pic>
        <p:nvPicPr>
          <p:cNvPr id="21506" name="Picture 2">
            <a:extLst>
              <a:ext uri="{FF2B5EF4-FFF2-40B4-BE49-F238E27FC236}">
                <a16:creationId xmlns:a16="http://schemas.microsoft.com/office/drawing/2014/main" id="{95682133-8B0E-A299-202F-49C3B5E4D1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7341" y="3626364"/>
            <a:ext cx="3810000" cy="2451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内容占位符 10">
            <a:extLst>
              <a:ext uri="{FF2B5EF4-FFF2-40B4-BE49-F238E27FC236}">
                <a16:creationId xmlns:a16="http://schemas.microsoft.com/office/drawing/2014/main" id="{B91A613C-AA37-66DF-390D-7C9529F9F4F7}"/>
              </a:ext>
            </a:extLst>
          </p:cNvPr>
          <p:cNvSpPr txBox="1">
            <a:spLocks/>
          </p:cNvSpPr>
          <p:nvPr/>
        </p:nvSpPr>
        <p:spPr>
          <a:xfrm>
            <a:off x="6473250" y="5830354"/>
            <a:ext cx="1906141" cy="587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kumimoji="1" lang="en-US" altLang="zh-CN" sz="2400" dirty="0"/>
              <a:t>PCIe</a:t>
            </a:r>
            <a:r>
              <a:rPr kumimoji="1" lang="zh-CN" altLang="en-US" sz="2400" dirty="0"/>
              <a:t> 型</a:t>
            </a:r>
            <a:endParaRPr kumimoji="1" lang="en-US" sz="2400" dirty="0"/>
          </a:p>
        </p:txBody>
      </p:sp>
      <p:sp>
        <p:nvSpPr>
          <p:cNvPr id="13" name="内容占位符 10">
            <a:extLst>
              <a:ext uri="{FF2B5EF4-FFF2-40B4-BE49-F238E27FC236}">
                <a16:creationId xmlns:a16="http://schemas.microsoft.com/office/drawing/2014/main" id="{12E4CA8D-694B-0B01-CDB5-413DF7AF3EBA}"/>
              </a:ext>
            </a:extLst>
          </p:cNvPr>
          <p:cNvSpPr txBox="1">
            <a:spLocks/>
          </p:cNvSpPr>
          <p:nvPr/>
        </p:nvSpPr>
        <p:spPr>
          <a:xfrm>
            <a:off x="1607858" y="5899644"/>
            <a:ext cx="1906141" cy="587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kumimoji="1" lang="en-US" altLang="zh-CN" sz="2400" dirty="0"/>
              <a:t>M.2</a:t>
            </a:r>
            <a:r>
              <a:rPr kumimoji="1" lang="zh-CN" altLang="en-US" sz="2400" dirty="0"/>
              <a:t> 型</a:t>
            </a:r>
            <a:endParaRPr kumimoji="1" lang="en-US" sz="2400" dirty="0"/>
          </a:p>
        </p:txBody>
      </p:sp>
    </p:spTree>
    <p:extLst>
      <p:ext uri="{BB962C8B-B14F-4D97-AF65-F5344CB8AC3E}">
        <p14:creationId xmlns:p14="http://schemas.microsoft.com/office/powerpoint/2010/main" val="40575498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 err="1"/>
              <a:t>NVMe</a:t>
            </a:r>
            <a:r>
              <a:rPr lang="zh-CN" altLang="en-US" dirty="0"/>
              <a:t> 延迟</a:t>
            </a:r>
            <a:endParaRPr lang="en" dirty="0"/>
          </a:p>
        </p:txBody>
      </p:sp>
      <p:sp>
        <p:nvSpPr>
          <p:cNvPr id="16" name="灯片编号占位符 3">
            <a:extLst>
              <a:ext uri="{FF2B5EF4-FFF2-40B4-BE49-F238E27FC236}">
                <a16:creationId xmlns:a16="http://schemas.microsoft.com/office/drawing/2014/main" id="{46E0AF2E-AF76-2E5E-DA27-EFCD4A1AF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25</a:t>
            </a:fld>
            <a:endParaRPr lang="en-US" dirty="0"/>
          </a:p>
        </p:txBody>
      </p:sp>
      <p:pic>
        <p:nvPicPr>
          <p:cNvPr id="3" name="object 3">
            <a:extLst>
              <a:ext uri="{FF2B5EF4-FFF2-40B4-BE49-F238E27FC236}">
                <a16:creationId xmlns:a16="http://schemas.microsoft.com/office/drawing/2014/main" id="{C5F7643E-751D-CE01-D63B-EBAB446AF96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14930" y="1491275"/>
            <a:ext cx="8389444" cy="48636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831518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 err="1"/>
              <a:t>NVMe</a:t>
            </a:r>
            <a:r>
              <a:rPr lang="zh-CN" altLang="en-US" dirty="0"/>
              <a:t> 命令集</a:t>
            </a:r>
            <a:endParaRPr lang="en" dirty="0"/>
          </a:p>
        </p:txBody>
      </p:sp>
      <p:sp>
        <p:nvSpPr>
          <p:cNvPr id="16" name="灯片编号占位符 3">
            <a:extLst>
              <a:ext uri="{FF2B5EF4-FFF2-40B4-BE49-F238E27FC236}">
                <a16:creationId xmlns:a16="http://schemas.microsoft.com/office/drawing/2014/main" id="{46E0AF2E-AF76-2E5E-DA27-EFCD4A1AF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26</a:t>
            </a:fld>
            <a:endParaRPr lang="en-US" dirty="0"/>
          </a:p>
        </p:txBody>
      </p:sp>
      <p:pic>
        <p:nvPicPr>
          <p:cNvPr id="4" name="object 3">
            <a:extLst>
              <a:ext uri="{FF2B5EF4-FFF2-40B4-BE49-F238E27FC236}">
                <a16:creationId xmlns:a16="http://schemas.microsoft.com/office/drawing/2014/main" id="{9EDBBBBE-3BE9-CC50-FB75-E3DD12AB3CFD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42024" y="1582414"/>
            <a:ext cx="7860788" cy="4666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27839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网络存储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设备接口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/>
              <a:t>直连式存储（</a:t>
            </a:r>
            <a:r>
              <a:rPr lang="en-US" altLang="zh-CN" dirty="0"/>
              <a:t>DAS</a:t>
            </a:r>
            <a:r>
              <a:rPr lang="zh-CN" altLang="en-US" dirty="0"/>
              <a:t>）</a:t>
            </a:r>
            <a:endParaRPr lang="en-US" altLang="zh-CN" dirty="0"/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网络附加存储（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NAS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存储区域网络（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SAN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内容寻址存储（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CAS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630955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6">
            <a:extLst>
              <a:ext uri="{FF2B5EF4-FFF2-40B4-BE49-F238E27FC236}">
                <a16:creationId xmlns:a16="http://schemas.microsoft.com/office/drawing/2014/main" id="{3E343608-65BA-8C5F-223E-C7BB0DE18B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DAS</a:t>
            </a:r>
            <a:endParaRPr lang="zh-CN" altLang="en-US" dirty="0"/>
          </a:p>
        </p:txBody>
      </p:sp>
      <p:sp>
        <p:nvSpPr>
          <p:cNvPr id="267" name="灯片编号占位符 3">
            <a:extLst>
              <a:ext uri="{FF2B5EF4-FFF2-40B4-BE49-F238E27FC236}">
                <a16:creationId xmlns:a16="http://schemas.microsoft.com/office/drawing/2014/main" id="{A00AB5C1-014D-F9C0-DCFC-8639E6BBC5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2" name="内容占位符 5">
            <a:extLst>
              <a:ext uri="{FF2B5EF4-FFF2-40B4-BE49-F238E27FC236}">
                <a16:creationId xmlns:a16="http://schemas.microsoft.com/office/drawing/2014/main" id="{E683B679-383B-D721-8DB7-A016CD7DD19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4"/>
            <a:ext cx="8659905" cy="344025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zh-CN" dirty="0">
                <a:solidFill>
                  <a:srgbClr val="7030A0"/>
                </a:solidFill>
              </a:rPr>
              <a:t>Direct-Attached</a:t>
            </a:r>
            <a:r>
              <a:rPr lang="zh-CN" altLang="en-US" dirty="0">
                <a:solidFill>
                  <a:srgbClr val="7030A0"/>
                </a:solidFill>
              </a:rPr>
              <a:t> </a:t>
            </a:r>
            <a:r>
              <a:rPr lang="en-US" altLang="zh-CN" dirty="0">
                <a:solidFill>
                  <a:srgbClr val="7030A0"/>
                </a:solidFill>
              </a:rPr>
              <a:t>Storage</a:t>
            </a:r>
            <a:r>
              <a:rPr lang="zh-CN" altLang="en-US" dirty="0">
                <a:solidFill>
                  <a:srgbClr val="7030A0"/>
                </a:solidFill>
              </a:rPr>
              <a:t> </a:t>
            </a:r>
            <a:r>
              <a:rPr lang="en-US" altLang="zh-CN" dirty="0">
                <a:solidFill>
                  <a:srgbClr val="7030A0"/>
                </a:solidFill>
              </a:rPr>
              <a:t>(DAS)</a:t>
            </a:r>
          </a:p>
          <a:p>
            <a:r>
              <a:rPr lang="en-US" altLang="zh-CN" dirty="0"/>
              <a:t>Storage</a:t>
            </a:r>
            <a:r>
              <a:rPr lang="zh-CN" altLang="en-US" dirty="0"/>
              <a:t> </a:t>
            </a:r>
            <a:r>
              <a:rPr lang="en-US" altLang="zh-CN" dirty="0"/>
              <a:t>connects</a:t>
            </a:r>
            <a:r>
              <a:rPr lang="zh-CN" altLang="en-US" dirty="0"/>
              <a:t> </a:t>
            </a:r>
            <a:r>
              <a:rPr lang="en-US" altLang="zh-CN" dirty="0"/>
              <a:t>directly</a:t>
            </a:r>
            <a:r>
              <a:rPr lang="zh-CN" altLang="en-US" dirty="0"/>
              <a:t> </a:t>
            </a:r>
            <a:r>
              <a:rPr lang="en-US" altLang="zh-CN" dirty="0"/>
              <a:t>to</a:t>
            </a:r>
            <a:r>
              <a:rPr lang="zh-CN" altLang="en-US" dirty="0"/>
              <a:t> </a:t>
            </a:r>
            <a:r>
              <a:rPr lang="en-US" altLang="zh-CN" dirty="0"/>
              <a:t>servers</a:t>
            </a:r>
          </a:p>
          <a:p>
            <a:r>
              <a:rPr lang="en-US" altLang="zh-CN" dirty="0"/>
              <a:t>Application</a:t>
            </a:r>
            <a:r>
              <a:rPr lang="zh-CN" altLang="en-US" dirty="0"/>
              <a:t> </a:t>
            </a:r>
            <a:r>
              <a:rPr lang="en-US" altLang="zh-CN" dirty="0"/>
              <a:t>access</a:t>
            </a:r>
            <a:r>
              <a:rPr lang="zh-CN" altLang="en-US" dirty="0"/>
              <a:t> </a:t>
            </a:r>
            <a:r>
              <a:rPr lang="en-US" altLang="zh-CN" dirty="0"/>
              <a:t>data</a:t>
            </a:r>
            <a:r>
              <a:rPr lang="zh-CN" altLang="en-US" dirty="0"/>
              <a:t> </a:t>
            </a:r>
            <a:r>
              <a:rPr lang="en-US" altLang="zh-CN" dirty="0"/>
              <a:t>using</a:t>
            </a:r>
            <a:r>
              <a:rPr lang="zh-CN" altLang="en-US" dirty="0"/>
              <a:t> </a:t>
            </a:r>
            <a:r>
              <a:rPr lang="en-US" altLang="zh-CN" dirty="0"/>
              <a:t>block-level</a:t>
            </a:r>
            <a:r>
              <a:rPr lang="zh-CN" altLang="en-US" dirty="0"/>
              <a:t> </a:t>
            </a:r>
            <a:r>
              <a:rPr lang="en-US" altLang="zh-CN" dirty="0"/>
              <a:t>protocol</a:t>
            </a:r>
          </a:p>
        </p:txBody>
      </p:sp>
    </p:spTree>
    <p:extLst>
      <p:ext uri="{BB962C8B-B14F-4D97-AF65-F5344CB8AC3E}">
        <p14:creationId xmlns:p14="http://schemas.microsoft.com/office/powerpoint/2010/main" val="163642474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直连式存储（</a:t>
            </a:r>
            <a:r>
              <a:rPr lang="en-US" altLang="zh-CN" dirty="0"/>
              <a:t>DAS</a:t>
            </a:r>
            <a:r>
              <a:rPr lang="zh-CN" altLang="en-US" dirty="0"/>
              <a:t>）</a:t>
            </a:r>
            <a:endParaRPr lang="en" dirty="0"/>
          </a:p>
        </p:txBody>
      </p:sp>
      <p:sp>
        <p:nvSpPr>
          <p:cNvPr id="9" name="内容占位符 8">
            <a:extLst>
              <a:ext uri="{FF2B5EF4-FFF2-40B4-BE49-F238E27FC236}">
                <a16:creationId xmlns:a16="http://schemas.microsoft.com/office/drawing/2014/main" id="{20E69CA7-11C1-0DC7-AE84-D5FAC6A3AB4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5"/>
            <a:ext cx="8360447" cy="5101198"/>
          </a:xfrm>
        </p:spPr>
        <p:txBody>
          <a:bodyPr/>
          <a:lstStyle/>
          <a:p>
            <a:r>
              <a:rPr lang="en" altLang="zh-CN" dirty="0"/>
              <a:t>DAS is classified as </a:t>
            </a:r>
            <a:r>
              <a:rPr lang="en" altLang="zh-CN" i="1" dirty="0">
                <a:solidFill>
                  <a:srgbClr val="7030A0"/>
                </a:solidFill>
              </a:rPr>
              <a:t>internal</a:t>
            </a:r>
            <a:r>
              <a:rPr lang="en" altLang="zh-CN" dirty="0"/>
              <a:t> or </a:t>
            </a:r>
            <a:r>
              <a:rPr lang="en" altLang="zh-CN" i="1" dirty="0">
                <a:solidFill>
                  <a:srgbClr val="7030A0"/>
                </a:solidFill>
              </a:rPr>
              <a:t>external</a:t>
            </a:r>
            <a:endParaRPr lang="en" altLang="zh-CN" dirty="0"/>
          </a:p>
          <a:p>
            <a:pPr lvl="1"/>
            <a:r>
              <a:rPr lang="en" altLang="zh-CN" dirty="0"/>
              <a:t>Based on the location of the storage device with respect  to the host</a:t>
            </a:r>
          </a:p>
        </p:txBody>
      </p:sp>
      <p:pic>
        <p:nvPicPr>
          <p:cNvPr id="19" name="object 3">
            <a:extLst>
              <a:ext uri="{FF2B5EF4-FFF2-40B4-BE49-F238E27FC236}">
                <a16:creationId xmlns:a16="http://schemas.microsoft.com/office/drawing/2014/main" id="{795B314B-A5E9-8DE0-FA1C-73C39F60875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81776" y="2580252"/>
            <a:ext cx="7580448" cy="3407256"/>
          </a:xfrm>
          <a:prstGeom prst="rect">
            <a:avLst/>
          </a:prstGeom>
        </p:spPr>
      </p:pic>
      <p:sp>
        <p:nvSpPr>
          <p:cNvPr id="20" name="灯片编号占位符 3">
            <a:extLst>
              <a:ext uri="{FF2B5EF4-FFF2-40B4-BE49-F238E27FC236}">
                <a16:creationId xmlns:a16="http://schemas.microsoft.com/office/drawing/2014/main" id="{6D1A172E-5895-3A6D-38B2-CFFD7F16B5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29</a:t>
            </a:fld>
            <a:endParaRPr lang="en-US"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D62A302A-32CA-90C9-AF13-EB795E1429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81942" y="3429000"/>
            <a:ext cx="3411376" cy="3245335"/>
          </a:xfrm>
          <a:prstGeom prst="rect">
            <a:avLst/>
          </a:prstGeom>
        </p:spPr>
      </p:pic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直连式存储 </a:t>
            </a:r>
            <a:r>
              <a:rPr lang="en-US" altLang="zh-CN" dirty="0"/>
              <a:t>-</a:t>
            </a:r>
            <a:r>
              <a:rPr lang="zh-CN" altLang="en-US" dirty="0"/>
              <a:t> </a:t>
            </a:r>
            <a:r>
              <a:rPr lang="en-US" altLang="zh-CN" dirty="0"/>
              <a:t>Internal</a:t>
            </a:r>
            <a:endParaRPr lang="en" dirty="0"/>
          </a:p>
        </p:txBody>
      </p:sp>
      <p:sp>
        <p:nvSpPr>
          <p:cNvPr id="9" name="内容占位符 8">
            <a:extLst>
              <a:ext uri="{FF2B5EF4-FFF2-40B4-BE49-F238E27FC236}">
                <a16:creationId xmlns:a16="http://schemas.microsoft.com/office/drawing/2014/main" id="{20E69CA7-11C1-0DC7-AE84-D5FAC6A3AB4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" altLang="zh-CN" dirty="0">
                <a:solidFill>
                  <a:srgbClr val="7030A0"/>
                </a:solidFill>
              </a:rPr>
              <a:t>Internal DAS</a:t>
            </a:r>
            <a:r>
              <a:rPr lang="en" altLang="zh-CN" dirty="0"/>
              <a:t>: storage device internally connected to the host by a serial or parallel bus</a:t>
            </a:r>
          </a:p>
          <a:p>
            <a:pPr lvl="1"/>
            <a:r>
              <a:rPr lang="en" altLang="zh-CN" dirty="0">
                <a:solidFill>
                  <a:srgbClr val="7030A0"/>
                </a:solidFill>
              </a:rPr>
              <a:t>distance</a:t>
            </a:r>
            <a:r>
              <a:rPr lang="en" altLang="zh-CN" dirty="0"/>
              <a:t> limitations for high-speed connectivity</a:t>
            </a:r>
          </a:p>
          <a:p>
            <a:pPr lvl="1"/>
            <a:r>
              <a:rPr lang="en" altLang="zh-CN" dirty="0">
                <a:solidFill>
                  <a:srgbClr val="7030A0"/>
                </a:solidFill>
              </a:rPr>
              <a:t>limited number </a:t>
            </a:r>
            <a:r>
              <a:rPr lang="en" altLang="zh-CN" dirty="0"/>
              <a:t>of devices</a:t>
            </a:r>
          </a:p>
          <a:p>
            <a:pPr lvl="1"/>
            <a:r>
              <a:rPr lang="en" altLang="zh-CN" dirty="0"/>
              <a:t>occupy a large amount of space inside the host</a:t>
            </a:r>
          </a:p>
          <a:p>
            <a:endParaRPr lang="zh-CN" altLang="en-US" dirty="0"/>
          </a:p>
        </p:txBody>
      </p: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79FEC0D6-04DD-3D6F-0F09-F7FB9EF1A0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69376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直连式存储 </a:t>
            </a:r>
            <a:r>
              <a:rPr lang="en-US" altLang="zh-CN" dirty="0"/>
              <a:t>-</a:t>
            </a:r>
            <a:r>
              <a:rPr lang="zh-CN" altLang="en-US" dirty="0"/>
              <a:t> </a:t>
            </a:r>
            <a:r>
              <a:rPr lang="en-US" altLang="zh-CN" dirty="0"/>
              <a:t>External</a:t>
            </a:r>
            <a:endParaRPr lang="en" dirty="0"/>
          </a:p>
        </p:txBody>
      </p:sp>
      <p:sp>
        <p:nvSpPr>
          <p:cNvPr id="9" name="内容占位符 8">
            <a:extLst>
              <a:ext uri="{FF2B5EF4-FFF2-40B4-BE49-F238E27FC236}">
                <a16:creationId xmlns:a16="http://schemas.microsoft.com/office/drawing/2014/main" id="{20E69CA7-11C1-0DC7-AE84-D5FAC6A3AB4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7030A0"/>
                </a:solidFill>
              </a:rPr>
              <a:t>External</a:t>
            </a:r>
            <a:r>
              <a:rPr lang="en" altLang="zh-CN" dirty="0">
                <a:solidFill>
                  <a:srgbClr val="7030A0"/>
                </a:solidFill>
              </a:rPr>
              <a:t> DAS</a:t>
            </a:r>
            <a:r>
              <a:rPr lang="en" altLang="zh-CN" dirty="0"/>
              <a:t>: server connects directly to the  external storage device</a:t>
            </a:r>
          </a:p>
          <a:p>
            <a:pPr lvl="1"/>
            <a:r>
              <a:rPr lang="en" altLang="zh-CN" dirty="0"/>
              <a:t>Communication via </a:t>
            </a:r>
            <a:r>
              <a:rPr lang="en" altLang="zh-CN" dirty="0">
                <a:solidFill>
                  <a:srgbClr val="7030A0"/>
                </a:solidFill>
              </a:rPr>
              <a:t>SCSI/SAS </a:t>
            </a:r>
            <a:r>
              <a:rPr lang="en" altLang="zh-CN" dirty="0"/>
              <a:t>or </a:t>
            </a:r>
            <a:r>
              <a:rPr lang="en" altLang="zh-CN" dirty="0">
                <a:solidFill>
                  <a:srgbClr val="7030A0"/>
                </a:solidFill>
              </a:rPr>
              <a:t>FC</a:t>
            </a:r>
            <a:r>
              <a:rPr lang="en" altLang="zh-CN" dirty="0"/>
              <a:t> protocol</a:t>
            </a:r>
          </a:p>
          <a:p>
            <a:pPr lvl="1"/>
            <a:r>
              <a:rPr lang="en" altLang="zh-CN" dirty="0"/>
              <a:t>Overcomes the </a:t>
            </a:r>
            <a:r>
              <a:rPr lang="en" altLang="zh-CN" dirty="0">
                <a:solidFill>
                  <a:srgbClr val="7030A0"/>
                </a:solidFill>
              </a:rPr>
              <a:t>distance and device count</a:t>
            </a:r>
            <a:r>
              <a:rPr lang="zh-CN" altLang="en-US" dirty="0">
                <a:solidFill>
                  <a:srgbClr val="7030A0"/>
                </a:solidFill>
              </a:rPr>
              <a:t> </a:t>
            </a:r>
            <a:r>
              <a:rPr lang="en" altLang="zh-CN" dirty="0"/>
              <a:t>limitations of internal DAS</a:t>
            </a:r>
          </a:p>
          <a:p>
            <a:pPr lvl="1"/>
            <a:r>
              <a:rPr lang="en" altLang="zh-CN" dirty="0"/>
              <a:t>provides centralized management of storage  devices</a:t>
            </a:r>
          </a:p>
          <a:p>
            <a:endParaRPr lang="zh-CN" altLang="en-US" dirty="0"/>
          </a:p>
        </p:txBody>
      </p: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79FEC0D6-04DD-3D6F-0F09-F7FB9EF1A0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31</a:t>
            </a:fld>
            <a:endParaRPr lang="en-US" dirty="0"/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93D3B0EB-C302-845E-1A0F-E34C35A7B1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44282" y="3859001"/>
            <a:ext cx="4837922" cy="28610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152905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直连式存储 </a:t>
            </a:r>
            <a:r>
              <a:rPr lang="en-US" altLang="zh-CN" dirty="0"/>
              <a:t>–</a:t>
            </a:r>
            <a:r>
              <a:rPr lang="zh-CN" altLang="en-US" dirty="0"/>
              <a:t> </a:t>
            </a:r>
            <a:r>
              <a:rPr lang="en-US" altLang="zh-CN" dirty="0"/>
              <a:t>Internal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External</a:t>
            </a:r>
            <a:endParaRPr lang="en" dirty="0"/>
          </a:p>
        </p:txBody>
      </p: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79FEC0D6-04DD-3D6F-0F09-F7FB9EF1A0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6" name="object 3">
            <a:extLst>
              <a:ext uri="{FF2B5EF4-FFF2-40B4-BE49-F238E27FC236}">
                <a16:creationId xmlns:a16="http://schemas.microsoft.com/office/drawing/2014/main" id="{9759DB25-F952-3194-19A8-E459B96AE013}"/>
              </a:ext>
            </a:extLst>
          </p:cNvPr>
          <p:cNvSpPr txBox="1"/>
          <p:nvPr/>
        </p:nvSpPr>
        <p:spPr>
          <a:xfrm>
            <a:off x="402982" y="4671060"/>
            <a:ext cx="163195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latin typeface="Times New Roman"/>
                <a:cs typeface="Times New Roman"/>
              </a:rPr>
              <a:t>Internal</a:t>
            </a:r>
            <a:r>
              <a:rPr sz="1800" b="1" spc="-40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Storage</a:t>
            </a:r>
            <a:endParaRPr sz="1800">
              <a:latin typeface="Times New Roman"/>
              <a:cs typeface="Times New Roman"/>
            </a:endParaRPr>
          </a:p>
        </p:txBody>
      </p:sp>
      <p:grpSp>
        <p:nvGrpSpPr>
          <p:cNvPr id="7" name="object 4">
            <a:extLst>
              <a:ext uri="{FF2B5EF4-FFF2-40B4-BE49-F238E27FC236}">
                <a16:creationId xmlns:a16="http://schemas.microsoft.com/office/drawing/2014/main" id="{7A769DF6-2894-E25A-063F-15DC59BB280D}"/>
              </a:ext>
            </a:extLst>
          </p:cNvPr>
          <p:cNvGrpSpPr/>
          <p:nvPr/>
        </p:nvGrpSpPr>
        <p:grpSpPr>
          <a:xfrm>
            <a:off x="243279" y="1808036"/>
            <a:ext cx="2295525" cy="2752725"/>
            <a:chOff x="147637" y="1946275"/>
            <a:chExt cx="2295525" cy="2752725"/>
          </a:xfrm>
        </p:grpSpPr>
        <p:sp>
          <p:nvSpPr>
            <p:cNvPr id="10" name="object 5">
              <a:extLst>
                <a:ext uri="{FF2B5EF4-FFF2-40B4-BE49-F238E27FC236}">
                  <a16:creationId xmlns:a16="http://schemas.microsoft.com/office/drawing/2014/main" id="{2AEC0396-6F87-A3FB-2B06-37FF1BEF374B}"/>
                </a:ext>
              </a:extLst>
            </p:cNvPr>
            <p:cNvSpPr/>
            <p:nvPr/>
          </p:nvSpPr>
          <p:spPr>
            <a:xfrm>
              <a:off x="152400" y="1951037"/>
              <a:ext cx="2286000" cy="2743200"/>
            </a:xfrm>
            <a:custGeom>
              <a:avLst/>
              <a:gdLst/>
              <a:ahLst/>
              <a:cxnLst/>
              <a:rect l="l" t="t" r="r" b="b"/>
              <a:pathLst>
                <a:path w="2286000" h="2743200">
                  <a:moveTo>
                    <a:pt x="2286000" y="0"/>
                  </a:moveTo>
                  <a:lnTo>
                    <a:pt x="0" y="0"/>
                  </a:lnTo>
                  <a:lnTo>
                    <a:pt x="0" y="2743200"/>
                  </a:lnTo>
                  <a:lnTo>
                    <a:pt x="2286000" y="2743200"/>
                  </a:lnTo>
                  <a:lnTo>
                    <a:pt x="2286000" y="0"/>
                  </a:lnTo>
                  <a:close/>
                </a:path>
              </a:pathLst>
            </a:custGeom>
            <a:solidFill>
              <a:srgbClr val="FFFF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6">
              <a:extLst>
                <a:ext uri="{FF2B5EF4-FFF2-40B4-BE49-F238E27FC236}">
                  <a16:creationId xmlns:a16="http://schemas.microsoft.com/office/drawing/2014/main" id="{82ED22DC-E3FE-992C-6A8E-85F7B9B1D1F3}"/>
                </a:ext>
              </a:extLst>
            </p:cNvPr>
            <p:cNvSpPr/>
            <p:nvPr/>
          </p:nvSpPr>
          <p:spPr>
            <a:xfrm>
              <a:off x="152400" y="1951037"/>
              <a:ext cx="2286000" cy="2743200"/>
            </a:xfrm>
            <a:custGeom>
              <a:avLst/>
              <a:gdLst/>
              <a:ahLst/>
              <a:cxnLst/>
              <a:rect l="l" t="t" r="r" b="b"/>
              <a:pathLst>
                <a:path w="2286000" h="2743200">
                  <a:moveTo>
                    <a:pt x="0" y="0"/>
                  </a:moveTo>
                  <a:lnTo>
                    <a:pt x="2286000" y="0"/>
                  </a:lnTo>
                  <a:lnTo>
                    <a:pt x="2286000" y="2743200"/>
                  </a:lnTo>
                  <a:lnTo>
                    <a:pt x="0" y="27432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7">
            <a:extLst>
              <a:ext uri="{FF2B5EF4-FFF2-40B4-BE49-F238E27FC236}">
                <a16:creationId xmlns:a16="http://schemas.microsoft.com/office/drawing/2014/main" id="{73FF98A1-01BC-B979-C38F-DE4B8BE738A2}"/>
              </a:ext>
            </a:extLst>
          </p:cNvPr>
          <p:cNvSpPr txBox="1"/>
          <p:nvPr/>
        </p:nvSpPr>
        <p:spPr>
          <a:xfrm>
            <a:off x="326782" y="2065972"/>
            <a:ext cx="55689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latin typeface="Times New Roman"/>
                <a:cs typeface="Times New Roman"/>
              </a:rPr>
              <a:t>Server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3" name="object 8">
            <a:extLst>
              <a:ext uri="{FF2B5EF4-FFF2-40B4-BE49-F238E27FC236}">
                <a16:creationId xmlns:a16="http://schemas.microsoft.com/office/drawing/2014/main" id="{87CB3C07-372F-F130-EE54-9746F12E3B8F}"/>
              </a:ext>
            </a:extLst>
          </p:cNvPr>
          <p:cNvGrpSpPr/>
          <p:nvPr/>
        </p:nvGrpSpPr>
        <p:grpSpPr>
          <a:xfrm>
            <a:off x="395679" y="2798636"/>
            <a:ext cx="1990725" cy="1533525"/>
            <a:chOff x="300037" y="2936875"/>
            <a:chExt cx="1990725" cy="1533525"/>
          </a:xfrm>
        </p:grpSpPr>
        <p:sp>
          <p:nvSpPr>
            <p:cNvPr id="14" name="object 9">
              <a:extLst>
                <a:ext uri="{FF2B5EF4-FFF2-40B4-BE49-F238E27FC236}">
                  <a16:creationId xmlns:a16="http://schemas.microsoft.com/office/drawing/2014/main" id="{04F4DF99-DD6D-A2EA-C547-B105930D0D05}"/>
                </a:ext>
              </a:extLst>
            </p:cNvPr>
            <p:cNvSpPr/>
            <p:nvPr/>
          </p:nvSpPr>
          <p:spPr>
            <a:xfrm>
              <a:off x="304800" y="2941637"/>
              <a:ext cx="1981200" cy="1524000"/>
            </a:xfrm>
            <a:custGeom>
              <a:avLst/>
              <a:gdLst/>
              <a:ahLst/>
              <a:cxnLst/>
              <a:rect l="l" t="t" r="r" b="b"/>
              <a:pathLst>
                <a:path w="1981200" h="1524000">
                  <a:moveTo>
                    <a:pt x="1981200" y="0"/>
                  </a:moveTo>
                  <a:lnTo>
                    <a:pt x="0" y="0"/>
                  </a:lnTo>
                  <a:lnTo>
                    <a:pt x="0" y="1524000"/>
                  </a:lnTo>
                  <a:lnTo>
                    <a:pt x="1981200" y="1524000"/>
                  </a:lnTo>
                  <a:lnTo>
                    <a:pt x="198120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0">
              <a:extLst>
                <a:ext uri="{FF2B5EF4-FFF2-40B4-BE49-F238E27FC236}">
                  <a16:creationId xmlns:a16="http://schemas.microsoft.com/office/drawing/2014/main" id="{10E557C2-9C9F-A440-62CA-3E6A277535B7}"/>
                </a:ext>
              </a:extLst>
            </p:cNvPr>
            <p:cNvSpPr/>
            <p:nvPr/>
          </p:nvSpPr>
          <p:spPr>
            <a:xfrm>
              <a:off x="304800" y="2941637"/>
              <a:ext cx="1981200" cy="1524000"/>
            </a:xfrm>
            <a:custGeom>
              <a:avLst/>
              <a:gdLst/>
              <a:ahLst/>
              <a:cxnLst/>
              <a:rect l="l" t="t" r="r" b="b"/>
              <a:pathLst>
                <a:path w="1981200" h="1524000">
                  <a:moveTo>
                    <a:pt x="0" y="0"/>
                  </a:moveTo>
                  <a:lnTo>
                    <a:pt x="1981200" y="0"/>
                  </a:lnTo>
                  <a:lnTo>
                    <a:pt x="1981200" y="1524000"/>
                  </a:lnTo>
                  <a:lnTo>
                    <a:pt x="0" y="15240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33CC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1">
            <a:extLst>
              <a:ext uri="{FF2B5EF4-FFF2-40B4-BE49-F238E27FC236}">
                <a16:creationId xmlns:a16="http://schemas.microsoft.com/office/drawing/2014/main" id="{9F89BE0B-5D00-36F7-5CEC-755EEE3EE7F1}"/>
              </a:ext>
            </a:extLst>
          </p:cNvPr>
          <p:cNvSpPr txBox="1"/>
          <p:nvPr/>
        </p:nvSpPr>
        <p:spPr>
          <a:xfrm>
            <a:off x="479182" y="2934652"/>
            <a:ext cx="64770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latin typeface="Times New Roman"/>
                <a:cs typeface="Times New Roman"/>
              </a:rPr>
              <a:t>S</a:t>
            </a:r>
            <a:r>
              <a:rPr sz="1600" spc="5" dirty="0">
                <a:latin typeface="Times New Roman"/>
                <a:cs typeface="Times New Roman"/>
              </a:rPr>
              <a:t>t</a:t>
            </a:r>
            <a:r>
              <a:rPr sz="1600" dirty="0">
                <a:latin typeface="Times New Roman"/>
                <a:cs typeface="Times New Roman"/>
              </a:rPr>
              <a:t>orage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7" name="object 12">
            <a:extLst>
              <a:ext uri="{FF2B5EF4-FFF2-40B4-BE49-F238E27FC236}">
                <a16:creationId xmlns:a16="http://schemas.microsoft.com/office/drawing/2014/main" id="{DA8FEE9A-A5B5-2EA5-9939-7E9169C13AE4}"/>
              </a:ext>
            </a:extLst>
          </p:cNvPr>
          <p:cNvSpPr txBox="1"/>
          <p:nvPr/>
        </p:nvSpPr>
        <p:spPr>
          <a:xfrm>
            <a:off x="2917581" y="1650047"/>
            <a:ext cx="1888489" cy="1611630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>
              <a:lnSpc>
                <a:spcPct val="100699"/>
              </a:lnSpc>
              <a:spcBef>
                <a:spcPts val="85"/>
              </a:spcBef>
            </a:pPr>
            <a:r>
              <a:rPr sz="1600" spc="-5" dirty="0">
                <a:latin typeface="Times New Roman"/>
                <a:cs typeface="Times New Roman"/>
              </a:rPr>
              <a:t>RAID </a:t>
            </a:r>
            <a:r>
              <a:rPr sz="1600" dirty="0">
                <a:latin typeface="Times New Roman"/>
                <a:cs typeface="Times New Roman"/>
              </a:rPr>
              <a:t>controllers and </a:t>
            </a:r>
            <a:r>
              <a:rPr sz="1600" spc="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disk</a:t>
            </a:r>
            <a:r>
              <a:rPr sz="1600" spc="-3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drives</a:t>
            </a:r>
            <a:r>
              <a:rPr sz="1600" spc="-2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are</a:t>
            </a:r>
            <a:r>
              <a:rPr sz="1600" spc="-2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internal </a:t>
            </a:r>
            <a:r>
              <a:rPr sz="1600" spc="-38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to</a:t>
            </a:r>
            <a:r>
              <a:rPr sz="1600" spc="-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the</a:t>
            </a:r>
            <a:r>
              <a:rPr sz="1600" spc="-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server</a:t>
            </a:r>
          </a:p>
          <a:p>
            <a:pPr marL="12700">
              <a:lnSpc>
                <a:spcPct val="100000"/>
              </a:lnSpc>
              <a:spcBef>
                <a:spcPts val="944"/>
              </a:spcBef>
            </a:pPr>
            <a:r>
              <a:rPr sz="1600" spc="-5" dirty="0">
                <a:latin typeface="Times New Roman"/>
                <a:cs typeface="Times New Roman"/>
              </a:rPr>
              <a:t>SCS</a:t>
            </a:r>
            <a:r>
              <a:rPr sz="1600" dirty="0">
                <a:latin typeface="Times New Roman"/>
                <a:cs typeface="Times New Roman"/>
              </a:rPr>
              <a:t>I,</a:t>
            </a:r>
            <a:r>
              <a:rPr sz="1600" spc="-90" dirty="0">
                <a:latin typeface="Times New Roman"/>
                <a:cs typeface="Times New Roman"/>
              </a:rPr>
              <a:t> </a:t>
            </a:r>
            <a:r>
              <a:rPr sz="1600" spc="-185" dirty="0">
                <a:latin typeface="Times New Roman"/>
                <a:cs typeface="Times New Roman"/>
              </a:rPr>
              <a:t>A</a:t>
            </a:r>
            <a:r>
              <a:rPr sz="1600" spc="-135" dirty="0">
                <a:latin typeface="Times New Roman"/>
                <a:cs typeface="Times New Roman"/>
              </a:rPr>
              <a:t>T</a:t>
            </a:r>
            <a:r>
              <a:rPr sz="1600" spc="-10" dirty="0">
                <a:latin typeface="Times New Roman"/>
                <a:cs typeface="Times New Roman"/>
              </a:rPr>
              <a:t>A</a:t>
            </a:r>
            <a:r>
              <a:rPr sz="1600" dirty="0">
                <a:latin typeface="Times New Roman"/>
                <a:cs typeface="Times New Roman"/>
              </a:rPr>
              <a:t>, or </a:t>
            </a:r>
            <a:r>
              <a:rPr sz="1600" spc="-5" dirty="0">
                <a:latin typeface="Times New Roman"/>
                <a:cs typeface="Times New Roman"/>
              </a:rPr>
              <a:t>S</a:t>
            </a:r>
            <a:r>
              <a:rPr sz="1600" spc="-185" dirty="0">
                <a:latin typeface="Times New Roman"/>
                <a:cs typeface="Times New Roman"/>
              </a:rPr>
              <a:t>A</a:t>
            </a:r>
            <a:r>
              <a:rPr sz="1600" spc="-135" dirty="0">
                <a:latin typeface="Times New Roman"/>
                <a:cs typeface="Times New Roman"/>
              </a:rPr>
              <a:t>T</a:t>
            </a:r>
            <a:r>
              <a:rPr sz="1600" dirty="0">
                <a:latin typeface="Times New Roman"/>
                <a:cs typeface="Times New Roman"/>
              </a:rPr>
              <a:t>A</a:t>
            </a:r>
          </a:p>
          <a:p>
            <a:pPr marL="12700" marR="259715">
              <a:lnSpc>
                <a:spcPts val="1900"/>
              </a:lnSpc>
              <a:spcBef>
                <a:spcPts val="95"/>
              </a:spcBef>
            </a:pPr>
            <a:r>
              <a:rPr sz="1600" dirty="0">
                <a:latin typeface="Times New Roman"/>
                <a:cs typeface="Times New Roman"/>
              </a:rPr>
              <a:t>protocol </a:t>
            </a:r>
            <a:r>
              <a:rPr sz="1600" spc="-5" dirty="0">
                <a:latin typeface="Times New Roman"/>
                <a:cs typeface="Times New Roman"/>
              </a:rPr>
              <a:t>between </a:t>
            </a:r>
            <a:r>
              <a:rPr sz="1600" dirty="0">
                <a:latin typeface="Times New Roman"/>
                <a:cs typeface="Times New Roman"/>
              </a:rPr>
              <a:t> controller</a:t>
            </a:r>
            <a:r>
              <a:rPr sz="1600" spc="-4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and</a:t>
            </a:r>
            <a:r>
              <a:rPr sz="1600" spc="-4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disks</a:t>
            </a:r>
          </a:p>
        </p:txBody>
      </p:sp>
      <p:sp>
        <p:nvSpPr>
          <p:cNvPr id="18" name="object 13">
            <a:extLst>
              <a:ext uri="{FF2B5EF4-FFF2-40B4-BE49-F238E27FC236}">
                <a16:creationId xmlns:a16="http://schemas.microsoft.com/office/drawing/2014/main" id="{4398D038-9DBC-36D7-3A20-8F6CE2E214AF}"/>
              </a:ext>
            </a:extLst>
          </p:cNvPr>
          <p:cNvSpPr txBox="1"/>
          <p:nvPr/>
        </p:nvSpPr>
        <p:spPr>
          <a:xfrm>
            <a:off x="5476632" y="5907723"/>
            <a:ext cx="255587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spc="-5" dirty="0">
                <a:latin typeface="Times New Roman"/>
                <a:cs typeface="Times New Roman"/>
              </a:rPr>
              <a:t>SCSI</a:t>
            </a:r>
            <a:r>
              <a:rPr sz="1600" b="1" spc="-15" dirty="0">
                <a:latin typeface="Times New Roman"/>
                <a:cs typeface="Times New Roman"/>
              </a:rPr>
              <a:t> </a:t>
            </a:r>
            <a:r>
              <a:rPr sz="1600" b="1" spc="-5" dirty="0">
                <a:latin typeface="Times New Roman"/>
                <a:cs typeface="Times New Roman"/>
              </a:rPr>
              <a:t>Bus</a:t>
            </a:r>
            <a:r>
              <a:rPr sz="1600" b="1" spc="-15" dirty="0">
                <a:latin typeface="Times New Roman"/>
                <a:cs typeface="Times New Roman"/>
              </a:rPr>
              <a:t> </a:t>
            </a:r>
            <a:r>
              <a:rPr sz="1600" b="1" spc="-5" dirty="0">
                <a:latin typeface="Times New Roman"/>
                <a:cs typeface="Times New Roman"/>
              </a:rPr>
              <a:t>w/</a:t>
            </a:r>
            <a:r>
              <a:rPr sz="1600" b="1" spc="-10" dirty="0">
                <a:latin typeface="Times New Roman"/>
                <a:cs typeface="Times New Roman"/>
              </a:rPr>
              <a:t> </a:t>
            </a:r>
            <a:r>
              <a:rPr sz="1600" b="1" spc="-5" dirty="0">
                <a:latin typeface="Times New Roman"/>
                <a:cs typeface="Times New Roman"/>
              </a:rPr>
              <a:t>external </a:t>
            </a:r>
            <a:r>
              <a:rPr sz="1600" b="1" dirty="0">
                <a:latin typeface="Times New Roman"/>
                <a:cs typeface="Times New Roman"/>
              </a:rPr>
              <a:t>storage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9" name="object 14">
            <a:extLst>
              <a:ext uri="{FF2B5EF4-FFF2-40B4-BE49-F238E27FC236}">
                <a16:creationId xmlns:a16="http://schemas.microsoft.com/office/drawing/2014/main" id="{4A1B2788-3FBA-CBC5-AF9E-9A78B42D5303}"/>
              </a:ext>
            </a:extLst>
          </p:cNvPr>
          <p:cNvGrpSpPr/>
          <p:nvPr/>
        </p:nvGrpSpPr>
        <p:grpSpPr>
          <a:xfrm>
            <a:off x="5653479" y="3209798"/>
            <a:ext cx="2600325" cy="847725"/>
            <a:chOff x="5557837" y="3348037"/>
            <a:chExt cx="2600325" cy="847725"/>
          </a:xfrm>
        </p:grpSpPr>
        <p:sp>
          <p:nvSpPr>
            <p:cNvPr id="20" name="object 15">
              <a:extLst>
                <a:ext uri="{FF2B5EF4-FFF2-40B4-BE49-F238E27FC236}">
                  <a16:creationId xmlns:a16="http://schemas.microsoft.com/office/drawing/2014/main" id="{2376DB4B-E292-8918-EF45-0A614123EA79}"/>
                </a:ext>
              </a:extLst>
            </p:cNvPr>
            <p:cNvSpPr/>
            <p:nvPr/>
          </p:nvSpPr>
          <p:spPr>
            <a:xfrm>
              <a:off x="5562600" y="3352800"/>
              <a:ext cx="2590800" cy="838200"/>
            </a:xfrm>
            <a:custGeom>
              <a:avLst/>
              <a:gdLst/>
              <a:ahLst/>
              <a:cxnLst/>
              <a:rect l="l" t="t" r="r" b="b"/>
              <a:pathLst>
                <a:path w="2590800" h="838200">
                  <a:moveTo>
                    <a:pt x="2590800" y="0"/>
                  </a:moveTo>
                  <a:lnTo>
                    <a:pt x="0" y="0"/>
                  </a:lnTo>
                  <a:lnTo>
                    <a:pt x="0" y="838200"/>
                  </a:lnTo>
                  <a:lnTo>
                    <a:pt x="2590800" y="838200"/>
                  </a:lnTo>
                  <a:lnTo>
                    <a:pt x="2590800" y="0"/>
                  </a:lnTo>
                  <a:close/>
                </a:path>
              </a:pathLst>
            </a:custGeom>
            <a:solidFill>
              <a:srgbClr val="FFFF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16">
              <a:extLst>
                <a:ext uri="{FF2B5EF4-FFF2-40B4-BE49-F238E27FC236}">
                  <a16:creationId xmlns:a16="http://schemas.microsoft.com/office/drawing/2014/main" id="{8E460665-C91B-301F-8579-C3D08EC5E5AC}"/>
                </a:ext>
              </a:extLst>
            </p:cNvPr>
            <p:cNvSpPr/>
            <p:nvPr/>
          </p:nvSpPr>
          <p:spPr>
            <a:xfrm>
              <a:off x="5562600" y="3352800"/>
              <a:ext cx="2590800" cy="838200"/>
            </a:xfrm>
            <a:custGeom>
              <a:avLst/>
              <a:gdLst/>
              <a:ahLst/>
              <a:cxnLst/>
              <a:rect l="l" t="t" r="r" b="b"/>
              <a:pathLst>
                <a:path w="2590800" h="838200">
                  <a:moveTo>
                    <a:pt x="0" y="0"/>
                  </a:moveTo>
                  <a:lnTo>
                    <a:pt x="2590800" y="0"/>
                  </a:lnTo>
                  <a:lnTo>
                    <a:pt x="2590800" y="838200"/>
                  </a:lnTo>
                  <a:lnTo>
                    <a:pt x="0" y="8382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17">
            <a:extLst>
              <a:ext uri="{FF2B5EF4-FFF2-40B4-BE49-F238E27FC236}">
                <a16:creationId xmlns:a16="http://schemas.microsoft.com/office/drawing/2014/main" id="{212C0B5A-E4BA-9F5C-A8A8-2531776635DB}"/>
              </a:ext>
            </a:extLst>
          </p:cNvPr>
          <p:cNvSpPr txBox="1"/>
          <p:nvPr/>
        </p:nvSpPr>
        <p:spPr>
          <a:xfrm>
            <a:off x="5658242" y="3214561"/>
            <a:ext cx="2590800" cy="533400"/>
          </a:xfrm>
          <a:prstGeom prst="rect">
            <a:avLst/>
          </a:prstGeom>
          <a:solidFill>
            <a:srgbClr val="FFFF99"/>
          </a:solidFill>
          <a:ln w="9525">
            <a:solidFill>
              <a:srgbClr val="000000"/>
            </a:solidFill>
          </a:ln>
        </p:spPr>
        <p:txBody>
          <a:bodyPr vert="horz" wrap="square" lIns="0" tIns="44450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350"/>
              </a:spcBef>
            </a:pPr>
            <a:r>
              <a:rPr sz="1600" spc="-5" dirty="0">
                <a:latin typeface="Times New Roman"/>
                <a:cs typeface="Times New Roman"/>
              </a:rPr>
              <a:t>Server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3" name="object 18">
            <a:extLst>
              <a:ext uri="{FF2B5EF4-FFF2-40B4-BE49-F238E27FC236}">
                <a16:creationId xmlns:a16="http://schemas.microsoft.com/office/drawing/2014/main" id="{09346B8F-AF10-2CC5-1C45-7E76B3873C41}"/>
              </a:ext>
            </a:extLst>
          </p:cNvPr>
          <p:cNvSpPr txBox="1"/>
          <p:nvPr/>
        </p:nvSpPr>
        <p:spPr>
          <a:xfrm>
            <a:off x="5886842" y="3747961"/>
            <a:ext cx="1676400" cy="304800"/>
          </a:xfrm>
          <a:prstGeom prst="rect">
            <a:avLst/>
          </a:prstGeom>
          <a:solidFill>
            <a:srgbClr val="FF9900"/>
          </a:solidFill>
          <a:ln w="9525">
            <a:solidFill>
              <a:srgbClr val="000000"/>
            </a:solidFill>
          </a:ln>
        </p:spPr>
        <p:txBody>
          <a:bodyPr vert="horz" wrap="square" lIns="0" tIns="21590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170"/>
              </a:spcBef>
            </a:pPr>
            <a:r>
              <a:rPr sz="1600" spc="-5" dirty="0">
                <a:latin typeface="Times New Roman"/>
                <a:cs typeface="Times New Roman"/>
              </a:rPr>
              <a:t>RAID</a:t>
            </a:r>
            <a:r>
              <a:rPr sz="1600" spc="-5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Controller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4" name="object 19">
            <a:extLst>
              <a:ext uri="{FF2B5EF4-FFF2-40B4-BE49-F238E27FC236}">
                <a16:creationId xmlns:a16="http://schemas.microsoft.com/office/drawing/2014/main" id="{E7D556A8-3A29-F391-0718-4DB13CA063E9}"/>
              </a:ext>
            </a:extLst>
          </p:cNvPr>
          <p:cNvGrpSpPr/>
          <p:nvPr/>
        </p:nvGrpSpPr>
        <p:grpSpPr>
          <a:xfrm>
            <a:off x="5424879" y="4505198"/>
            <a:ext cx="3514725" cy="1304925"/>
            <a:chOff x="5329237" y="4643437"/>
            <a:chExt cx="3514725" cy="1304925"/>
          </a:xfrm>
        </p:grpSpPr>
        <p:sp>
          <p:nvSpPr>
            <p:cNvPr id="25" name="object 20">
              <a:extLst>
                <a:ext uri="{FF2B5EF4-FFF2-40B4-BE49-F238E27FC236}">
                  <a16:creationId xmlns:a16="http://schemas.microsoft.com/office/drawing/2014/main" id="{22A4F451-F0F4-F6FB-A418-158E597860E6}"/>
                </a:ext>
              </a:extLst>
            </p:cNvPr>
            <p:cNvSpPr/>
            <p:nvPr/>
          </p:nvSpPr>
          <p:spPr>
            <a:xfrm>
              <a:off x="5334000" y="4648200"/>
              <a:ext cx="3505200" cy="1295400"/>
            </a:xfrm>
            <a:custGeom>
              <a:avLst/>
              <a:gdLst/>
              <a:ahLst/>
              <a:cxnLst/>
              <a:rect l="l" t="t" r="r" b="b"/>
              <a:pathLst>
                <a:path w="3505200" h="1295400">
                  <a:moveTo>
                    <a:pt x="3505200" y="0"/>
                  </a:moveTo>
                  <a:lnTo>
                    <a:pt x="0" y="0"/>
                  </a:lnTo>
                  <a:lnTo>
                    <a:pt x="0" y="1295400"/>
                  </a:lnTo>
                  <a:lnTo>
                    <a:pt x="3505200" y="1295400"/>
                  </a:lnTo>
                  <a:lnTo>
                    <a:pt x="350520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1">
              <a:extLst>
                <a:ext uri="{FF2B5EF4-FFF2-40B4-BE49-F238E27FC236}">
                  <a16:creationId xmlns:a16="http://schemas.microsoft.com/office/drawing/2014/main" id="{9866178F-F99F-3CBC-B06C-15F77A373F8F}"/>
                </a:ext>
              </a:extLst>
            </p:cNvPr>
            <p:cNvSpPr/>
            <p:nvPr/>
          </p:nvSpPr>
          <p:spPr>
            <a:xfrm>
              <a:off x="5334000" y="4648200"/>
              <a:ext cx="3505200" cy="1295400"/>
            </a:xfrm>
            <a:custGeom>
              <a:avLst/>
              <a:gdLst/>
              <a:ahLst/>
              <a:cxnLst/>
              <a:rect l="l" t="t" r="r" b="b"/>
              <a:pathLst>
                <a:path w="3505200" h="1295400">
                  <a:moveTo>
                    <a:pt x="0" y="0"/>
                  </a:moveTo>
                  <a:lnTo>
                    <a:pt x="3505200" y="0"/>
                  </a:lnTo>
                  <a:lnTo>
                    <a:pt x="3505200" y="1295400"/>
                  </a:lnTo>
                  <a:lnTo>
                    <a:pt x="0" y="12954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2">
            <a:extLst>
              <a:ext uri="{FF2B5EF4-FFF2-40B4-BE49-F238E27FC236}">
                <a16:creationId xmlns:a16="http://schemas.microsoft.com/office/drawing/2014/main" id="{3318F830-DD02-2118-F4BB-EEAF2D34A78C}"/>
              </a:ext>
            </a:extLst>
          </p:cNvPr>
          <p:cNvSpPr txBox="1"/>
          <p:nvPr/>
        </p:nvSpPr>
        <p:spPr>
          <a:xfrm>
            <a:off x="5508382" y="4648835"/>
            <a:ext cx="64770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latin typeface="Times New Roman"/>
                <a:cs typeface="Times New Roman"/>
              </a:rPr>
              <a:t>S</a:t>
            </a:r>
            <a:r>
              <a:rPr sz="1600" spc="5" dirty="0">
                <a:latin typeface="Times New Roman"/>
                <a:cs typeface="Times New Roman"/>
              </a:rPr>
              <a:t>t</a:t>
            </a:r>
            <a:r>
              <a:rPr sz="1600" dirty="0">
                <a:latin typeface="Times New Roman"/>
                <a:cs typeface="Times New Roman"/>
              </a:rPr>
              <a:t>orage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8" name="object 23">
            <a:extLst>
              <a:ext uri="{FF2B5EF4-FFF2-40B4-BE49-F238E27FC236}">
                <a16:creationId xmlns:a16="http://schemas.microsoft.com/office/drawing/2014/main" id="{D6EE00E0-81D1-EB96-7AD1-D72E6E336775}"/>
              </a:ext>
            </a:extLst>
          </p:cNvPr>
          <p:cNvSpPr/>
          <p:nvPr/>
        </p:nvSpPr>
        <p:spPr>
          <a:xfrm>
            <a:off x="6725042" y="4052761"/>
            <a:ext cx="457200" cy="457200"/>
          </a:xfrm>
          <a:custGeom>
            <a:avLst/>
            <a:gdLst/>
            <a:ahLst/>
            <a:cxnLst/>
            <a:rect l="l" t="t" r="r" b="b"/>
            <a:pathLst>
              <a:path w="457200" h="457200">
                <a:moveTo>
                  <a:pt x="0" y="0"/>
                </a:moveTo>
                <a:lnTo>
                  <a:pt x="0" y="228600"/>
                </a:lnTo>
                <a:lnTo>
                  <a:pt x="457200" y="228600"/>
                </a:lnTo>
                <a:lnTo>
                  <a:pt x="457200" y="45720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4">
            <a:extLst>
              <a:ext uri="{FF2B5EF4-FFF2-40B4-BE49-F238E27FC236}">
                <a16:creationId xmlns:a16="http://schemas.microsoft.com/office/drawing/2014/main" id="{E91C593B-A788-7241-3D1C-4096496DC1F9}"/>
              </a:ext>
            </a:extLst>
          </p:cNvPr>
          <p:cNvSpPr txBox="1"/>
          <p:nvPr/>
        </p:nvSpPr>
        <p:spPr>
          <a:xfrm>
            <a:off x="552842" y="3900361"/>
            <a:ext cx="1676400" cy="304800"/>
          </a:xfrm>
          <a:prstGeom prst="rect">
            <a:avLst/>
          </a:prstGeom>
          <a:solidFill>
            <a:srgbClr val="FF9900"/>
          </a:solidFill>
          <a:ln w="9525">
            <a:solidFill>
              <a:srgbClr val="000000"/>
            </a:solidFill>
          </a:ln>
        </p:spPr>
        <p:txBody>
          <a:bodyPr vert="horz" wrap="square" lIns="0" tIns="21590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170"/>
              </a:spcBef>
            </a:pPr>
            <a:r>
              <a:rPr sz="1600" spc="-5" dirty="0">
                <a:latin typeface="Times New Roman"/>
                <a:cs typeface="Times New Roman"/>
              </a:rPr>
              <a:t>RAID</a:t>
            </a:r>
            <a:r>
              <a:rPr sz="1600" spc="-5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Controller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30" name="object 25">
            <a:extLst>
              <a:ext uri="{FF2B5EF4-FFF2-40B4-BE49-F238E27FC236}">
                <a16:creationId xmlns:a16="http://schemas.microsoft.com/office/drawing/2014/main" id="{EBE0F85C-E384-2DD8-FC3D-74F594030D6E}"/>
              </a:ext>
            </a:extLst>
          </p:cNvPr>
          <p:cNvGrpSpPr/>
          <p:nvPr/>
        </p:nvGrpSpPr>
        <p:grpSpPr>
          <a:xfrm>
            <a:off x="548079" y="3209798"/>
            <a:ext cx="1685925" cy="619125"/>
            <a:chOff x="452437" y="3348037"/>
            <a:chExt cx="1685925" cy="619125"/>
          </a:xfrm>
        </p:grpSpPr>
        <p:sp>
          <p:nvSpPr>
            <p:cNvPr id="31" name="object 26">
              <a:extLst>
                <a:ext uri="{FF2B5EF4-FFF2-40B4-BE49-F238E27FC236}">
                  <a16:creationId xmlns:a16="http://schemas.microsoft.com/office/drawing/2014/main" id="{F9A86721-237A-4665-1E18-7273CF0CA755}"/>
                </a:ext>
              </a:extLst>
            </p:cNvPr>
            <p:cNvSpPr/>
            <p:nvPr/>
          </p:nvSpPr>
          <p:spPr>
            <a:xfrm>
              <a:off x="457200" y="3352800"/>
              <a:ext cx="1676400" cy="609600"/>
            </a:xfrm>
            <a:custGeom>
              <a:avLst/>
              <a:gdLst/>
              <a:ahLst/>
              <a:cxnLst/>
              <a:rect l="l" t="t" r="r" b="b"/>
              <a:pathLst>
                <a:path w="1676400" h="609600">
                  <a:moveTo>
                    <a:pt x="1676400" y="0"/>
                  </a:moveTo>
                  <a:lnTo>
                    <a:pt x="0" y="0"/>
                  </a:lnTo>
                  <a:lnTo>
                    <a:pt x="0" y="609600"/>
                  </a:lnTo>
                  <a:lnTo>
                    <a:pt x="1676400" y="609600"/>
                  </a:lnTo>
                  <a:lnTo>
                    <a:pt x="1676400" y="0"/>
                  </a:lnTo>
                  <a:close/>
                </a:path>
              </a:pathLst>
            </a:custGeom>
            <a:solidFill>
              <a:srgbClr val="FF99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7">
              <a:extLst>
                <a:ext uri="{FF2B5EF4-FFF2-40B4-BE49-F238E27FC236}">
                  <a16:creationId xmlns:a16="http://schemas.microsoft.com/office/drawing/2014/main" id="{C6B5DDDB-F422-FA0E-58CC-EA5293CA961F}"/>
                </a:ext>
              </a:extLst>
            </p:cNvPr>
            <p:cNvSpPr/>
            <p:nvPr/>
          </p:nvSpPr>
          <p:spPr>
            <a:xfrm>
              <a:off x="457200" y="3352800"/>
              <a:ext cx="1676400" cy="609600"/>
            </a:xfrm>
            <a:custGeom>
              <a:avLst/>
              <a:gdLst/>
              <a:ahLst/>
              <a:cxnLst/>
              <a:rect l="l" t="t" r="r" b="b"/>
              <a:pathLst>
                <a:path w="1676400" h="609600">
                  <a:moveTo>
                    <a:pt x="0" y="0"/>
                  </a:moveTo>
                  <a:lnTo>
                    <a:pt x="1676400" y="0"/>
                  </a:lnTo>
                  <a:lnTo>
                    <a:pt x="1676400" y="609600"/>
                  </a:lnTo>
                  <a:lnTo>
                    <a:pt x="0" y="6096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28">
            <a:extLst>
              <a:ext uri="{FF2B5EF4-FFF2-40B4-BE49-F238E27FC236}">
                <a16:creationId xmlns:a16="http://schemas.microsoft.com/office/drawing/2014/main" id="{47767A8E-0D02-EB0B-F8B4-C6986BB1D2A5}"/>
              </a:ext>
            </a:extLst>
          </p:cNvPr>
          <p:cNvSpPr txBox="1"/>
          <p:nvPr/>
        </p:nvSpPr>
        <p:spPr>
          <a:xfrm>
            <a:off x="832242" y="3214561"/>
            <a:ext cx="279400" cy="609600"/>
          </a:xfrm>
          <a:prstGeom prst="rect">
            <a:avLst/>
          </a:prstGeom>
          <a:solidFill>
            <a:srgbClr val="FF99CC"/>
          </a:solidFill>
          <a:ln w="9526">
            <a:solidFill>
              <a:srgbClr val="000000"/>
            </a:solidFill>
          </a:ln>
        </p:spPr>
        <p:txBody>
          <a:bodyPr vert="horz" wrap="square" lIns="0" tIns="1892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490"/>
              </a:spcBef>
            </a:pPr>
            <a:r>
              <a:rPr sz="1600" b="1" spc="-10" dirty="0">
                <a:latin typeface="Times New Roman"/>
                <a:cs typeface="Times New Roman"/>
              </a:rPr>
              <a:t>D</a:t>
            </a:r>
            <a:r>
              <a:rPr sz="1600" b="1" spc="5" dirty="0">
                <a:latin typeface="Times New Roman"/>
                <a:cs typeface="Times New Roman"/>
              </a:rPr>
              <a:t>i</a:t>
            </a:r>
            <a:r>
              <a:rPr sz="1600" b="1" dirty="0">
                <a:latin typeface="Times New Roman"/>
                <a:cs typeface="Times New Roman"/>
              </a:rPr>
              <a:t>s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4" name="object 29">
            <a:extLst>
              <a:ext uri="{FF2B5EF4-FFF2-40B4-BE49-F238E27FC236}">
                <a16:creationId xmlns:a16="http://schemas.microsoft.com/office/drawing/2014/main" id="{C2A8A7DA-5E96-D271-02F1-A9194CCB9E51}"/>
              </a:ext>
            </a:extLst>
          </p:cNvPr>
          <p:cNvSpPr txBox="1"/>
          <p:nvPr/>
        </p:nvSpPr>
        <p:spPr>
          <a:xfrm>
            <a:off x="1111642" y="3214561"/>
            <a:ext cx="317500" cy="609600"/>
          </a:xfrm>
          <a:prstGeom prst="rect">
            <a:avLst/>
          </a:prstGeom>
          <a:solidFill>
            <a:srgbClr val="FF99CC"/>
          </a:solidFill>
          <a:ln w="9526">
            <a:solidFill>
              <a:srgbClr val="000000"/>
            </a:solidFill>
          </a:ln>
        </p:spPr>
        <p:txBody>
          <a:bodyPr vert="horz" wrap="square" lIns="0" tIns="1892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490"/>
              </a:spcBef>
            </a:pPr>
            <a:r>
              <a:rPr sz="1600" b="1" dirty="0">
                <a:latin typeface="Times New Roman"/>
                <a:cs typeface="Times New Roman"/>
              </a:rPr>
              <a:t>k</a:t>
            </a:r>
            <a:r>
              <a:rPr sz="1600" b="1" spc="-65" dirty="0">
                <a:latin typeface="Times New Roman"/>
                <a:cs typeface="Times New Roman"/>
              </a:rPr>
              <a:t> </a:t>
            </a:r>
            <a:r>
              <a:rPr sz="1600" b="1" dirty="0">
                <a:latin typeface="Times New Roman"/>
                <a:cs typeface="Times New Roman"/>
              </a:rPr>
              <a:t>D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5" name="object 30">
            <a:extLst>
              <a:ext uri="{FF2B5EF4-FFF2-40B4-BE49-F238E27FC236}">
                <a16:creationId xmlns:a16="http://schemas.microsoft.com/office/drawing/2014/main" id="{08087D32-B76A-4F36-51E6-940806C79770}"/>
              </a:ext>
            </a:extLst>
          </p:cNvPr>
          <p:cNvSpPr txBox="1"/>
          <p:nvPr/>
        </p:nvSpPr>
        <p:spPr>
          <a:xfrm>
            <a:off x="1391042" y="3214561"/>
            <a:ext cx="381000" cy="609600"/>
          </a:xfrm>
          <a:prstGeom prst="rect">
            <a:avLst/>
          </a:prstGeom>
          <a:solidFill>
            <a:srgbClr val="FF99CC"/>
          </a:solidFill>
          <a:ln w="9526">
            <a:solidFill>
              <a:srgbClr val="000000"/>
            </a:solidFill>
          </a:ln>
        </p:spPr>
        <p:txBody>
          <a:bodyPr vert="horz" wrap="square" lIns="0" tIns="189230" rIns="0" bIns="0" rtlCol="0">
            <a:spAutoFit/>
          </a:bodyPr>
          <a:lstStyle/>
          <a:p>
            <a:pPr marL="29209">
              <a:lnSpc>
                <a:spcPct val="100000"/>
              </a:lnSpc>
              <a:spcBef>
                <a:spcPts val="1490"/>
              </a:spcBef>
            </a:pPr>
            <a:r>
              <a:rPr sz="1600" b="1" dirty="0">
                <a:latin typeface="Times New Roman"/>
                <a:cs typeface="Times New Roman"/>
              </a:rPr>
              <a:t>r</a:t>
            </a:r>
            <a:r>
              <a:rPr sz="1600" b="1" spc="5" dirty="0">
                <a:latin typeface="Times New Roman"/>
                <a:cs typeface="Times New Roman"/>
              </a:rPr>
              <a:t>i</a:t>
            </a:r>
            <a:r>
              <a:rPr sz="1600" b="1" dirty="0">
                <a:latin typeface="Times New Roman"/>
                <a:cs typeface="Times New Roman"/>
              </a:rPr>
              <a:t>ve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6" name="object 31">
            <a:extLst>
              <a:ext uri="{FF2B5EF4-FFF2-40B4-BE49-F238E27FC236}">
                <a16:creationId xmlns:a16="http://schemas.microsoft.com/office/drawing/2014/main" id="{AA845137-E158-FF9B-1DCD-8062B18A3FB0}"/>
              </a:ext>
            </a:extLst>
          </p:cNvPr>
          <p:cNvSpPr txBox="1"/>
          <p:nvPr/>
        </p:nvSpPr>
        <p:spPr>
          <a:xfrm>
            <a:off x="1670442" y="3214561"/>
            <a:ext cx="279400" cy="609600"/>
          </a:xfrm>
          <a:prstGeom prst="rect">
            <a:avLst/>
          </a:prstGeom>
          <a:solidFill>
            <a:srgbClr val="FF99CC"/>
          </a:solidFill>
          <a:ln w="9526">
            <a:solidFill>
              <a:srgbClr val="000000"/>
            </a:solidFill>
          </a:ln>
        </p:spPr>
        <p:txBody>
          <a:bodyPr vert="horz" wrap="square" lIns="0" tIns="189230" rIns="0" bIns="0" rtlCol="0">
            <a:spAutoFit/>
          </a:bodyPr>
          <a:lstStyle/>
          <a:p>
            <a:pPr marL="89535">
              <a:lnSpc>
                <a:spcPct val="100000"/>
              </a:lnSpc>
              <a:spcBef>
                <a:spcPts val="1490"/>
              </a:spcBef>
            </a:pPr>
            <a:r>
              <a:rPr sz="1600" b="1" dirty="0">
                <a:latin typeface="Times New Roman"/>
                <a:cs typeface="Times New Roman"/>
              </a:rPr>
              <a:t>s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7" name="object 32">
            <a:extLst>
              <a:ext uri="{FF2B5EF4-FFF2-40B4-BE49-F238E27FC236}">
                <a16:creationId xmlns:a16="http://schemas.microsoft.com/office/drawing/2014/main" id="{3BD6312E-11C3-BD80-06BC-2BA19B5E5AF4}"/>
              </a:ext>
            </a:extLst>
          </p:cNvPr>
          <p:cNvSpPr txBox="1"/>
          <p:nvPr/>
        </p:nvSpPr>
        <p:spPr>
          <a:xfrm>
            <a:off x="3298581" y="4102735"/>
            <a:ext cx="1966595" cy="1734185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418465">
              <a:lnSpc>
                <a:spcPct val="100699"/>
              </a:lnSpc>
              <a:spcBef>
                <a:spcPts val="85"/>
              </a:spcBef>
            </a:pPr>
            <a:r>
              <a:rPr sz="1600" spc="-5" dirty="0">
                <a:latin typeface="Times New Roman"/>
                <a:cs typeface="Times New Roman"/>
              </a:rPr>
              <a:t>RAID</a:t>
            </a:r>
            <a:r>
              <a:rPr sz="1600" spc="-4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controller</a:t>
            </a:r>
            <a:r>
              <a:rPr sz="1600" spc="-4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is </a:t>
            </a:r>
            <a:r>
              <a:rPr sz="1600" spc="-38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internal</a:t>
            </a:r>
            <a:endParaRPr sz="1600">
              <a:latin typeface="Times New Roman"/>
              <a:cs typeface="Times New Roman"/>
            </a:endParaRPr>
          </a:p>
          <a:p>
            <a:pPr marL="12700" marR="36830" algn="just">
              <a:lnSpc>
                <a:spcPct val="100699"/>
              </a:lnSpc>
              <a:spcBef>
                <a:spcPts val="935"/>
              </a:spcBef>
            </a:pPr>
            <a:r>
              <a:rPr sz="1600" spc="-5" dirty="0">
                <a:latin typeface="Times New Roman"/>
                <a:cs typeface="Times New Roman"/>
              </a:rPr>
              <a:t>SCS</a:t>
            </a:r>
            <a:r>
              <a:rPr sz="1600" dirty="0">
                <a:latin typeface="Times New Roman"/>
                <a:cs typeface="Times New Roman"/>
              </a:rPr>
              <a:t>I or </a:t>
            </a:r>
            <a:r>
              <a:rPr sz="1600" spc="-5" dirty="0">
                <a:latin typeface="Times New Roman"/>
                <a:cs typeface="Times New Roman"/>
              </a:rPr>
              <a:t>S</a:t>
            </a:r>
            <a:r>
              <a:rPr sz="1600" spc="-185" dirty="0">
                <a:latin typeface="Times New Roman"/>
                <a:cs typeface="Times New Roman"/>
              </a:rPr>
              <a:t>A</a:t>
            </a:r>
            <a:r>
              <a:rPr sz="1600" spc="-135" dirty="0">
                <a:latin typeface="Times New Roman"/>
                <a:cs typeface="Times New Roman"/>
              </a:rPr>
              <a:t>T</a:t>
            </a:r>
            <a:r>
              <a:rPr sz="1600" dirty="0">
                <a:latin typeface="Times New Roman"/>
                <a:cs typeface="Times New Roman"/>
              </a:rPr>
              <a:t>A</a:t>
            </a:r>
            <a:r>
              <a:rPr sz="1600" spc="-9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pro</a:t>
            </a:r>
            <a:r>
              <a:rPr sz="1600" spc="5" dirty="0">
                <a:latin typeface="Times New Roman"/>
                <a:cs typeface="Times New Roman"/>
              </a:rPr>
              <a:t>t</a:t>
            </a:r>
            <a:r>
              <a:rPr sz="1600" dirty="0">
                <a:latin typeface="Times New Roman"/>
                <a:cs typeface="Times New Roman"/>
              </a:rPr>
              <a:t>ocol  </a:t>
            </a:r>
            <a:r>
              <a:rPr sz="1600" spc="-5" dirty="0">
                <a:latin typeface="Times New Roman"/>
                <a:cs typeface="Times New Roman"/>
              </a:rPr>
              <a:t>between </a:t>
            </a:r>
            <a:r>
              <a:rPr sz="1600" dirty="0">
                <a:latin typeface="Times New Roman"/>
                <a:cs typeface="Times New Roman"/>
              </a:rPr>
              <a:t>controller and </a:t>
            </a:r>
            <a:r>
              <a:rPr sz="1600" spc="-38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disks</a:t>
            </a:r>
            <a:endParaRPr sz="16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944"/>
              </a:spcBef>
            </a:pPr>
            <a:r>
              <a:rPr sz="1600" spc="-5" dirty="0">
                <a:latin typeface="Times New Roman"/>
                <a:cs typeface="Times New Roman"/>
              </a:rPr>
              <a:t>Disk</a:t>
            </a:r>
            <a:r>
              <a:rPr sz="1600" spc="-2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drives</a:t>
            </a:r>
            <a:r>
              <a:rPr sz="1600" spc="-2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are</a:t>
            </a:r>
            <a:r>
              <a:rPr sz="1600" spc="-2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external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8" name="object 33">
            <a:extLst>
              <a:ext uri="{FF2B5EF4-FFF2-40B4-BE49-F238E27FC236}">
                <a16:creationId xmlns:a16="http://schemas.microsoft.com/office/drawing/2014/main" id="{0708EFD8-F32E-8E1B-A21B-99E137A87E64}"/>
              </a:ext>
            </a:extLst>
          </p:cNvPr>
          <p:cNvSpPr/>
          <p:nvPr/>
        </p:nvSpPr>
        <p:spPr>
          <a:xfrm>
            <a:off x="2149003" y="2117598"/>
            <a:ext cx="766445" cy="1821180"/>
          </a:xfrm>
          <a:custGeom>
            <a:avLst/>
            <a:gdLst/>
            <a:ahLst/>
            <a:cxnLst/>
            <a:rect l="l" t="t" r="r" b="b"/>
            <a:pathLst>
              <a:path w="766444" h="1821179">
                <a:moveTo>
                  <a:pt x="766038" y="1778000"/>
                </a:moveTo>
                <a:lnTo>
                  <a:pt x="156438" y="1778012"/>
                </a:lnTo>
                <a:lnTo>
                  <a:pt x="156438" y="1744675"/>
                </a:lnTo>
                <a:lnTo>
                  <a:pt x="80238" y="1782775"/>
                </a:lnTo>
                <a:lnTo>
                  <a:pt x="156438" y="1820875"/>
                </a:lnTo>
                <a:lnTo>
                  <a:pt x="156438" y="1787537"/>
                </a:lnTo>
                <a:lnTo>
                  <a:pt x="766038" y="1787525"/>
                </a:lnTo>
                <a:lnTo>
                  <a:pt x="766038" y="1778000"/>
                </a:lnTo>
                <a:close/>
              </a:path>
              <a:path w="766444" h="1821179">
                <a:moveTo>
                  <a:pt x="766038" y="487362"/>
                </a:moveTo>
                <a:lnTo>
                  <a:pt x="692772" y="530860"/>
                </a:lnTo>
                <a:lnTo>
                  <a:pt x="720826" y="548894"/>
                </a:lnTo>
                <a:lnTo>
                  <a:pt x="76225" y="1551597"/>
                </a:lnTo>
                <a:lnTo>
                  <a:pt x="84239" y="1556740"/>
                </a:lnTo>
                <a:lnTo>
                  <a:pt x="728827" y="554037"/>
                </a:lnTo>
                <a:lnTo>
                  <a:pt x="756881" y="572071"/>
                </a:lnTo>
                <a:lnTo>
                  <a:pt x="766038" y="487362"/>
                </a:lnTo>
                <a:close/>
              </a:path>
              <a:path w="766444" h="1821179">
                <a:moveTo>
                  <a:pt x="766038" y="0"/>
                </a:moveTo>
                <a:lnTo>
                  <a:pt x="693343" y="44424"/>
                </a:lnTo>
                <a:lnTo>
                  <a:pt x="721614" y="62103"/>
                </a:lnTo>
                <a:lnTo>
                  <a:pt x="0" y="1216685"/>
                </a:lnTo>
                <a:lnTo>
                  <a:pt x="8077" y="1221727"/>
                </a:lnTo>
                <a:lnTo>
                  <a:pt x="729691" y="67144"/>
                </a:lnTo>
                <a:lnTo>
                  <a:pt x="757961" y="84810"/>
                </a:lnTo>
                <a:lnTo>
                  <a:pt x="7660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9" name="object 34">
            <a:extLst>
              <a:ext uri="{FF2B5EF4-FFF2-40B4-BE49-F238E27FC236}">
                <a16:creationId xmlns:a16="http://schemas.microsoft.com/office/drawing/2014/main" id="{46159674-C1AF-E908-B8BC-FA74372483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738112"/>
              </p:ext>
            </p:extLst>
          </p:nvPr>
        </p:nvGraphicFramePr>
        <p:xfrm>
          <a:off x="5577279" y="5114798"/>
          <a:ext cx="3295015" cy="609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609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 marL="90805">
                        <a:lnSpc>
                          <a:spcPct val="100000"/>
                        </a:lnSpc>
                      </a:pPr>
                      <a:r>
                        <a:rPr sz="1600" b="1" spc="-10" dirty="0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sz="1600" b="1" spc="5" dirty="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sz="1600" b="1" dirty="0">
                          <a:latin typeface="Times New Roman"/>
                          <a:cs typeface="Times New Roman"/>
                        </a:rPr>
                        <a:t>s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25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1600" b="1" dirty="0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sz="1600" b="1" spc="-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b="1" spc="-5" dirty="0">
                          <a:latin typeface="Times New Roman"/>
                          <a:cs typeface="Times New Roman"/>
                        </a:rPr>
                        <a:t>Dr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25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1600" b="1" dirty="0">
                          <a:latin typeface="Times New Roman"/>
                          <a:cs typeface="Times New Roman"/>
                        </a:rPr>
                        <a:t>ives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25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0" name="object 35">
            <a:extLst>
              <a:ext uri="{FF2B5EF4-FFF2-40B4-BE49-F238E27FC236}">
                <a16:creationId xmlns:a16="http://schemas.microsoft.com/office/drawing/2014/main" id="{A9B29598-D8F6-5563-7789-EA587C00CFA5}"/>
              </a:ext>
            </a:extLst>
          </p:cNvPr>
          <p:cNvSpPr/>
          <p:nvPr/>
        </p:nvSpPr>
        <p:spPr>
          <a:xfrm>
            <a:off x="5121473" y="5500561"/>
            <a:ext cx="613410" cy="613410"/>
          </a:xfrm>
          <a:custGeom>
            <a:avLst/>
            <a:gdLst/>
            <a:ahLst/>
            <a:cxnLst/>
            <a:rect l="l" t="t" r="r" b="b"/>
            <a:pathLst>
              <a:path w="613410" h="613410">
                <a:moveTo>
                  <a:pt x="612968" y="0"/>
                </a:moveTo>
                <a:lnTo>
                  <a:pt x="532145" y="26940"/>
                </a:lnTo>
                <a:lnTo>
                  <a:pt x="555718" y="50513"/>
                </a:lnTo>
                <a:lnTo>
                  <a:pt x="0" y="606232"/>
                </a:lnTo>
                <a:lnTo>
                  <a:pt x="6736" y="612967"/>
                </a:lnTo>
                <a:lnTo>
                  <a:pt x="562453" y="57249"/>
                </a:lnTo>
                <a:lnTo>
                  <a:pt x="586027" y="80822"/>
                </a:lnTo>
                <a:lnTo>
                  <a:pt x="6129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36">
            <a:extLst>
              <a:ext uri="{FF2B5EF4-FFF2-40B4-BE49-F238E27FC236}">
                <a16:creationId xmlns:a16="http://schemas.microsoft.com/office/drawing/2014/main" id="{3A70C7A4-98AA-0639-39D5-DF28D3CE62A3}"/>
              </a:ext>
            </a:extLst>
          </p:cNvPr>
          <p:cNvSpPr/>
          <p:nvPr/>
        </p:nvSpPr>
        <p:spPr>
          <a:xfrm>
            <a:off x="5047130" y="4108297"/>
            <a:ext cx="1602105" cy="711200"/>
          </a:xfrm>
          <a:custGeom>
            <a:avLst/>
            <a:gdLst/>
            <a:ahLst/>
            <a:cxnLst/>
            <a:rect l="l" t="t" r="r" b="b"/>
            <a:pathLst>
              <a:path w="1602104" h="711200">
                <a:moveTo>
                  <a:pt x="763511" y="20662"/>
                </a:moveTo>
                <a:lnTo>
                  <a:pt x="680859" y="0"/>
                </a:lnTo>
                <a:lnTo>
                  <a:pt x="688086" y="32550"/>
                </a:lnTo>
                <a:lnTo>
                  <a:pt x="76669" y="168414"/>
                </a:lnTo>
                <a:lnTo>
                  <a:pt x="78740" y="177723"/>
                </a:lnTo>
                <a:lnTo>
                  <a:pt x="690156" y="41846"/>
                </a:lnTo>
                <a:lnTo>
                  <a:pt x="697382" y="74396"/>
                </a:lnTo>
                <a:lnTo>
                  <a:pt x="763511" y="20662"/>
                </a:lnTo>
                <a:close/>
              </a:path>
              <a:path w="1602104" h="711200">
                <a:moveTo>
                  <a:pt x="1601711" y="173062"/>
                </a:moveTo>
                <a:lnTo>
                  <a:pt x="1517370" y="161023"/>
                </a:lnTo>
                <a:lnTo>
                  <a:pt x="1527911" y="192646"/>
                </a:lnTo>
                <a:lnTo>
                  <a:pt x="0" y="701954"/>
                </a:lnTo>
                <a:lnTo>
                  <a:pt x="3009" y="710984"/>
                </a:lnTo>
                <a:lnTo>
                  <a:pt x="1530921" y="201688"/>
                </a:lnTo>
                <a:lnTo>
                  <a:pt x="1541462" y="233311"/>
                </a:lnTo>
                <a:lnTo>
                  <a:pt x="1601711" y="1730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70846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DAS Benefits</a:t>
            </a:r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E57F892F-D12D-435D-73AE-11CEAF79263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kumimoji="1" lang="en" altLang="zh-CN" dirty="0"/>
              <a:t>Ideal for local data provisioning</a:t>
            </a:r>
          </a:p>
          <a:p>
            <a:r>
              <a:rPr kumimoji="1" lang="en" altLang="zh-CN" dirty="0"/>
              <a:t>Quick deployment for small environments</a:t>
            </a:r>
          </a:p>
          <a:p>
            <a:r>
              <a:rPr kumimoji="1" lang="en" altLang="zh-CN" dirty="0"/>
              <a:t>Simple to deploy</a:t>
            </a:r>
          </a:p>
          <a:p>
            <a:r>
              <a:rPr kumimoji="1" lang="en" altLang="zh-CN" dirty="0"/>
              <a:t>Low capital expense</a:t>
            </a:r>
          </a:p>
          <a:p>
            <a:endParaRPr kumimoji="1" lang="zh-CN" altLang="en-US" dirty="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12"/>
          </p:nvPr>
        </p:nvSpPr>
        <p:spPr/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200" b="0" i="0" kern="1200">
                <a:solidFill>
                  <a:srgbClr val="898989"/>
                </a:solidFill>
                <a:latin typeface="Times New Roman"/>
                <a:ea typeface="+mn-ea"/>
                <a:cs typeface="Times New Roman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1D60167-4931-47E6-BA6A-407CBD079E47}" type="slidenum">
              <a:rPr lang="en-US" altLang="zh-CN" smtClean="0"/>
              <a:pPr/>
              <a:t>33</a:t>
            </a:fld>
            <a:endParaRPr lang="en-US"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DAS Challenges</a:t>
            </a:r>
          </a:p>
        </p:txBody>
      </p:sp>
      <p:sp>
        <p:nvSpPr>
          <p:cNvPr id="11" name="内容占位符 10">
            <a:extLst>
              <a:ext uri="{FF2B5EF4-FFF2-40B4-BE49-F238E27FC236}">
                <a16:creationId xmlns:a16="http://schemas.microsoft.com/office/drawing/2014/main" id="{EC77AE3E-6619-68D7-E71C-791336E2283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kumimoji="1" lang="en" altLang="zh-CN" dirty="0"/>
              <a:t>limited </a:t>
            </a:r>
            <a:r>
              <a:rPr kumimoji="1" lang="en" altLang="zh-CN" dirty="0">
                <a:solidFill>
                  <a:srgbClr val="7030A0"/>
                </a:solidFill>
              </a:rPr>
              <a:t>scalability</a:t>
            </a:r>
          </a:p>
          <a:p>
            <a:pPr lvl="1"/>
            <a:r>
              <a:rPr kumimoji="1" lang="en" altLang="zh-CN" dirty="0"/>
              <a:t>Number of connectivity ports to hosts</a:t>
            </a:r>
          </a:p>
          <a:p>
            <a:pPr lvl="1"/>
            <a:r>
              <a:rPr kumimoji="1" lang="en" altLang="zh-CN" dirty="0"/>
              <a:t>Number of addressable disks</a:t>
            </a:r>
          </a:p>
          <a:p>
            <a:pPr lvl="1"/>
            <a:r>
              <a:rPr kumimoji="1" lang="en" altLang="zh-CN" dirty="0"/>
              <a:t>Distance limitations</a:t>
            </a:r>
          </a:p>
          <a:p>
            <a:pPr lvl="1"/>
            <a:endParaRPr kumimoji="1" lang="en" altLang="zh-CN" dirty="0"/>
          </a:p>
          <a:p>
            <a:r>
              <a:rPr kumimoji="1" lang="en" altLang="zh-CN" dirty="0"/>
              <a:t>Limited ability to </a:t>
            </a:r>
            <a:r>
              <a:rPr kumimoji="1" lang="en" altLang="zh-CN" dirty="0">
                <a:solidFill>
                  <a:srgbClr val="7030A0"/>
                </a:solidFill>
              </a:rPr>
              <a:t>share resources</a:t>
            </a:r>
          </a:p>
          <a:p>
            <a:endParaRPr kumimoji="1" lang="zh-CN" altLang="en-US" dirty="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12"/>
          </p:nvPr>
        </p:nvSpPr>
        <p:spPr/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200" b="0" i="0" kern="1200">
                <a:solidFill>
                  <a:srgbClr val="898989"/>
                </a:solidFill>
                <a:latin typeface="Times New Roman"/>
                <a:ea typeface="+mn-ea"/>
                <a:cs typeface="Times New Roman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1D60167-4931-47E6-BA6A-407CBD079E47}" type="slidenum">
              <a:rPr lang="en-US" altLang="zh-CN" smtClean="0"/>
              <a:pPr/>
              <a:t>34</a:t>
            </a:fld>
            <a:endParaRPr lang="en-US" dirty="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网络存储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设备接口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直连式存储（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DAS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/>
              <a:t>网络附加存储（</a:t>
            </a:r>
            <a:r>
              <a:rPr lang="en-US" altLang="zh-CN" dirty="0"/>
              <a:t>NAS</a:t>
            </a:r>
            <a:r>
              <a:rPr lang="zh-CN" altLang="en-US" dirty="0"/>
              <a:t>）</a:t>
            </a:r>
            <a:endParaRPr lang="en-US" altLang="zh-CN" dirty="0"/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存储区域网络（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SAN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内容寻址存储（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CAS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2560491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What</a:t>
            </a:r>
            <a:r>
              <a:rPr lang="zh-CN" altLang="en-US" dirty="0"/>
              <a:t> </a:t>
            </a:r>
            <a:r>
              <a:rPr lang="en-US" altLang="zh-CN" dirty="0"/>
              <a:t>is</a:t>
            </a:r>
            <a:r>
              <a:rPr lang="zh-CN" altLang="en-US" dirty="0"/>
              <a:t> </a:t>
            </a:r>
            <a:r>
              <a:rPr lang="en-US" altLang="zh-CN" dirty="0"/>
              <a:t>NAS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zh-CN">
                <a:solidFill>
                  <a:srgbClr val="7030A0"/>
                </a:solidFill>
              </a:rPr>
              <a:t>Network </a:t>
            </a:r>
            <a:r>
              <a:rPr lang="en" altLang="zh-CN">
                <a:solidFill>
                  <a:srgbClr val="7030A0"/>
                </a:solidFill>
              </a:rPr>
              <a:t>Attached </a:t>
            </a:r>
            <a:r>
              <a:rPr lang="en" altLang="zh-CN" dirty="0">
                <a:solidFill>
                  <a:srgbClr val="7030A0"/>
                </a:solidFill>
              </a:rPr>
              <a:t>Storage</a:t>
            </a:r>
            <a:r>
              <a:rPr lang="zh-CN" altLang="en-US" dirty="0">
                <a:solidFill>
                  <a:srgbClr val="7030A0"/>
                </a:solidFill>
              </a:rPr>
              <a:t>（</a:t>
            </a:r>
            <a:r>
              <a:rPr lang="en-US" altLang="zh-CN" dirty="0">
                <a:solidFill>
                  <a:srgbClr val="7030A0"/>
                </a:solidFill>
              </a:rPr>
              <a:t>NAS</a:t>
            </a:r>
            <a:r>
              <a:rPr lang="zh-CN" altLang="en-US" dirty="0">
                <a:solidFill>
                  <a:srgbClr val="7030A0"/>
                </a:solidFill>
              </a:rPr>
              <a:t>）</a:t>
            </a:r>
            <a:endParaRPr lang="en" altLang="zh-CN" dirty="0">
              <a:solidFill>
                <a:srgbClr val="7030A0"/>
              </a:solidFill>
            </a:endParaRPr>
          </a:p>
          <a:p>
            <a:r>
              <a:rPr lang="en" altLang="zh-CN" dirty="0"/>
              <a:t>Utilizes a TCP/IP network to “share” data </a:t>
            </a:r>
          </a:p>
          <a:p>
            <a:r>
              <a:rPr lang="en" altLang="zh-CN" dirty="0"/>
              <a:t>Uses </a:t>
            </a:r>
            <a:r>
              <a:rPr lang="en" altLang="zh-CN" dirty="0">
                <a:solidFill>
                  <a:srgbClr val="7030A0"/>
                </a:solidFill>
              </a:rPr>
              <a:t>file sharing protocols </a:t>
            </a:r>
          </a:p>
          <a:p>
            <a:pPr lvl="1"/>
            <a:r>
              <a:rPr lang="en" altLang="zh-CN" dirty="0"/>
              <a:t>like Unix NFS and Windows CIFS </a:t>
            </a:r>
          </a:p>
          <a:p>
            <a:pPr marL="0" indent="0">
              <a:buNone/>
            </a:pPr>
            <a:br>
              <a:rPr lang="en" altLang="zh-CN" dirty="0"/>
            </a:br>
            <a:endParaRPr lang="en" altLang="zh-CN" dirty="0"/>
          </a:p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36</a:t>
            </a:fld>
            <a:endParaRPr lang="en-US" dirty="0"/>
          </a:p>
        </p:txBody>
      </p:sp>
      <p:pic>
        <p:nvPicPr>
          <p:cNvPr id="730" name="图片 729">
            <a:extLst>
              <a:ext uri="{FF2B5EF4-FFF2-40B4-BE49-F238E27FC236}">
                <a16:creationId xmlns:a16="http://schemas.microsoft.com/office/drawing/2014/main" id="{93AC54BE-8E2F-FF95-16F8-07E8FA7224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60062" y="3147702"/>
            <a:ext cx="5099180" cy="33897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249065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NAS</a:t>
            </a:r>
            <a:endParaRPr lang="en" dirty="0"/>
          </a:p>
        </p:txBody>
      </p:sp>
      <p:sp>
        <p:nvSpPr>
          <p:cNvPr id="32" name="内容占位符 31">
            <a:extLst>
              <a:ext uri="{FF2B5EF4-FFF2-40B4-BE49-F238E27FC236}">
                <a16:creationId xmlns:a16="http://schemas.microsoft.com/office/drawing/2014/main" id="{964CA4AA-1752-A348-3781-81A02C695AC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25" name="object 25"/>
          <p:cNvSpPr txBox="1">
            <a:spLocks noGrp="1"/>
          </p:cNvSpPr>
          <p:nvPr>
            <p:ph type="sldNum" sz="quarter" idx="12"/>
          </p:nvPr>
        </p:nvSpPr>
        <p:spPr/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200" b="0" i="0" kern="1200">
                <a:solidFill>
                  <a:srgbClr val="898989"/>
                </a:solidFill>
                <a:latin typeface="Times New Roman"/>
                <a:ea typeface="+mn-ea"/>
                <a:cs typeface="Times New Roman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1D60167-4931-47E6-BA6A-407CBD079E47}" type="slidenum">
              <a:rPr lang="en-US" altLang="zh-CN" smtClean="0"/>
              <a:pPr/>
              <a:t>37</a:t>
            </a:fld>
            <a:endParaRPr lang="en-US" dirty="0"/>
          </a:p>
        </p:txBody>
      </p:sp>
      <p:grpSp>
        <p:nvGrpSpPr>
          <p:cNvPr id="3" name="object 3"/>
          <p:cNvGrpSpPr/>
          <p:nvPr/>
        </p:nvGrpSpPr>
        <p:grpSpPr>
          <a:xfrm>
            <a:off x="6472237" y="2828925"/>
            <a:ext cx="2295525" cy="2752725"/>
            <a:chOff x="6472237" y="2828925"/>
            <a:chExt cx="2295525" cy="2752725"/>
          </a:xfrm>
        </p:grpSpPr>
        <p:sp>
          <p:nvSpPr>
            <p:cNvPr id="4" name="object 4"/>
            <p:cNvSpPr/>
            <p:nvPr/>
          </p:nvSpPr>
          <p:spPr>
            <a:xfrm>
              <a:off x="6477000" y="2833687"/>
              <a:ext cx="2286000" cy="2743200"/>
            </a:xfrm>
            <a:custGeom>
              <a:avLst/>
              <a:gdLst/>
              <a:ahLst/>
              <a:cxnLst/>
              <a:rect l="l" t="t" r="r" b="b"/>
              <a:pathLst>
                <a:path w="2286000" h="2743200">
                  <a:moveTo>
                    <a:pt x="2286000" y="0"/>
                  </a:moveTo>
                  <a:lnTo>
                    <a:pt x="0" y="0"/>
                  </a:lnTo>
                  <a:lnTo>
                    <a:pt x="0" y="2743200"/>
                  </a:lnTo>
                  <a:lnTo>
                    <a:pt x="2286000" y="2743200"/>
                  </a:lnTo>
                  <a:lnTo>
                    <a:pt x="2286000" y="0"/>
                  </a:lnTo>
                  <a:close/>
                </a:path>
              </a:pathLst>
            </a:custGeom>
            <a:solidFill>
              <a:srgbClr val="FFFF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477000" y="2833687"/>
              <a:ext cx="2286000" cy="2743200"/>
            </a:xfrm>
            <a:custGeom>
              <a:avLst/>
              <a:gdLst/>
              <a:ahLst/>
              <a:cxnLst/>
              <a:rect l="l" t="t" r="r" b="b"/>
              <a:pathLst>
                <a:path w="2286000" h="2743200">
                  <a:moveTo>
                    <a:pt x="0" y="0"/>
                  </a:moveTo>
                  <a:lnTo>
                    <a:pt x="2286000" y="0"/>
                  </a:lnTo>
                  <a:lnTo>
                    <a:pt x="2286000" y="2743200"/>
                  </a:lnTo>
                  <a:lnTo>
                    <a:pt x="0" y="27432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555740" y="3453469"/>
            <a:ext cx="101219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latin typeface="Times New Roman"/>
                <a:cs typeface="Times New Roman"/>
              </a:rPr>
              <a:t>NAS</a:t>
            </a:r>
            <a:r>
              <a:rPr sz="1600" spc="-55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Server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6624637" y="3819525"/>
            <a:ext cx="1990725" cy="1533525"/>
            <a:chOff x="6624637" y="3819525"/>
            <a:chExt cx="1990725" cy="1533525"/>
          </a:xfrm>
        </p:grpSpPr>
        <p:sp>
          <p:nvSpPr>
            <p:cNvPr id="8" name="object 8"/>
            <p:cNvSpPr/>
            <p:nvPr/>
          </p:nvSpPr>
          <p:spPr>
            <a:xfrm>
              <a:off x="6629400" y="3824287"/>
              <a:ext cx="1981200" cy="1524000"/>
            </a:xfrm>
            <a:custGeom>
              <a:avLst/>
              <a:gdLst/>
              <a:ahLst/>
              <a:cxnLst/>
              <a:rect l="l" t="t" r="r" b="b"/>
              <a:pathLst>
                <a:path w="1981200" h="1524000">
                  <a:moveTo>
                    <a:pt x="1981200" y="0"/>
                  </a:moveTo>
                  <a:lnTo>
                    <a:pt x="0" y="0"/>
                  </a:lnTo>
                  <a:lnTo>
                    <a:pt x="0" y="1524000"/>
                  </a:lnTo>
                  <a:lnTo>
                    <a:pt x="1981200" y="1524000"/>
                  </a:lnTo>
                  <a:lnTo>
                    <a:pt x="198120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29400" y="3824287"/>
              <a:ext cx="1981200" cy="1524000"/>
            </a:xfrm>
            <a:custGeom>
              <a:avLst/>
              <a:gdLst/>
              <a:ahLst/>
              <a:cxnLst/>
              <a:rect l="l" t="t" r="r" b="b"/>
              <a:pathLst>
                <a:path w="1981200" h="1524000">
                  <a:moveTo>
                    <a:pt x="0" y="0"/>
                  </a:moveTo>
                  <a:lnTo>
                    <a:pt x="1981200" y="0"/>
                  </a:lnTo>
                  <a:lnTo>
                    <a:pt x="1981200" y="1524000"/>
                  </a:lnTo>
                  <a:lnTo>
                    <a:pt x="0" y="15240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33CC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708140" y="3955542"/>
            <a:ext cx="64770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latin typeface="Times New Roman"/>
                <a:cs typeface="Times New Roman"/>
              </a:rPr>
              <a:t>S</a:t>
            </a:r>
            <a:r>
              <a:rPr sz="1600" spc="5" dirty="0">
                <a:latin typeface="Times New Roman"/>
                <a:cs typeface="Times New Roman"/>
              </a:rPr>
              <a:t>t</a:t>
            </a:r>
            <a:r>
              <a:rPr sz="1600" dirty="0">
                <a:latin typeface="Times New Roman"/>
                <a:cs typeface="Times New Roman"/>
              </a:rPr>
              <a:t>orage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660140" y="4866449"/>
            <a:ext cx="1830070" cy="1124585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1435">
              <a:lnSpc>
                <a:spcPct val="100699"/>
              </a:lnSpc>
              <a:spcBef>
                <a:spcPts val="85"/>
              </a:spcBef>
            </a:pPr>
            <a:r>
              <a:rPr sz="1600" spc="-5" dirty="0">
                <a:latin typeface="Times New Roman"/>
                <a:cs typeface="Times New Roman"/>
              </a:rPr>
              <a:t>Server</a:t>
            </a:r>
            <a:r>
              <a:rPr sz="1600" spc="-2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has</a:t>
            </a:r>
            <a:r>
              <a:rPr sz="1600" spc="-1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a</a:t>
            </a:r>
            <a:r>
              <a:rPr sz="1600" spc="-20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Network </a:t>
            </a:r>
            <a:r>
              <a:rPr sz="1600" spc="-38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Interface</a:t>
            </a:r>
            <a:r>
              <a:rPr sz="1600" spc="-10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Card</a:t>
            </a:r>
            <a:endParaRPr sz="1600">
              <a:latin typeface="Times New Roman"/>
              <a:cs typeface="Times New Roman"/>
            </a:endParaRPr>
          </a:p>
          <a:p>
            <a:pPr marL="12700" marR="5080">
              <a:lnSpc>
                <a:spcPct val="100699"/>
              </a:lnSpc>
              <a:spcBef>
                <a:spcPts val="935"/>
              </a:spcBef>
            </a:pP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No RAID Controller </a:t>
            </a:r>
            <a:r>
              <a:rPr sz="1600" b="1" spc="-38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dirty="0">
                <a:solidFill>
                  <a:srgbClr val="FF0000"/>
                </a:solidFill>
                <a:latin typeface="Times New Roman"/>
                <a:cs typeface="Times New Roman"/>
              </a:rPr>
              <a:t>or</a:t>
            </a:r>
            <a:r>
              <a:rPr sz="1600" b="1" spc="-3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spc="5" dirty="0">
                <a:solidFill>
                  <a:srgbClr val="FF0000"/>
                </a:solidFill>
                <a:latin typeface="Times New Roman"/>
                <a:cs typeface="Times New Roman"/>
              </a:rPr>
              <a:t>H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B</a:t>
            </a:r>
            <a:r>
              <a:rPr sz="1600" b="1" dirty="0">
                <a:solidFill>
                  <a:srgbClr val="FF0000"/>
                </a:solidFill>
                <a:latin typeface="Times New Roman"/>
                <a:cs typeface="Times New Roman"/>
              </a:rPr>
              <a:t>A</a:t>
            </a:r>
            <a:r>
              <a:rPr sz="1600" b="1" spc="-9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spc="5" dirty="0">
                <a:solidFill>
                  <a:srgbClr val="FF0000"/>
                </a:solidFill>
                <a:latin typeface="Times New Roman"/>
                <a:cs typeface="Times New Roman"/>
              </a:rPr>
              <a:t>i</a:t>
            </a:r>
            <a:r>
              <a:rPr sz="1600" b="1" dirty="0">
                <a:solidFill>
                  <a:srgbClr val="FF0000"/>
                </a:solidFill>
                <a:latin typeface="Times New Roman"/>
                <a:cs typeface="Times New Roman"/>
              </a:rPr>
              <a:t>n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dirty="0">
                <a:solidFill>
                  <a:srgbClr val="FF0000"/>
                </a:solidFill>
                <a:latin typeface="Times New Roman"/>
                <a:cs typeface="Times New Roman"/>
              </a:rPr>
              <a:t>t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h</a:t>
            </a:r>
            <a:r>
              <a:rPr sz="1600" b="1" dirty="0">
                <a:solidFill>
                  <a:srgbClr val="FF0000"/>
                </a:solidFill>
                <a:latin typeface="Times New Roman"/>
                <a:cs typeface="Times New Roman"/>
              </a:rPr>
              <a:t>e server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45739" y="2172461"/>
            <a:ext cx="347599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latin typeface="Times New Roman"/>
                <a:cs typeface="Times New Roman"/>
              </a:rPr>
              <a:t>Public </a:t>
            </a:r>
            <a:r>
              <a:rPr sz="1800" b="1" dirty="0">
                <a:latin typeface="Times New Roman"/>
                <a:cs typeface="Times New Roman"/>
              </a:rPr>
              <a:t>or</a:t>
            </a:r>
            <a:r>
              <a:rPr sz="1800" b="1" spc="-35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Private</a:t>
            </a:r>
            <a:r>
              <a:rPr sz="1800" b="1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Ethernet</a:t>
            </a:r>
            <a:r>
              <a:rPr sz="1800" b="1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network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781800" y="4921250"/>
            <a:ext cx="1676400" cy="304800"/>
          </a:xfrm>
          <a:prstGeom prst="rect">
            <a:avLst/>
          </a:prstGeom>
          <a:solidFill>
            <a:srgbClr val="FF9900"/>
          </a:solidFill>
          <a:ln w="9525">
            <a:solidFill>
              <a:srgbClr val="000000"/>
            </a:solidFill>
          </a:ln>
        </p:spPr>
        <p:txBody>
          <a:bodyPr vert="horz" wrap="square" lIns="0" tIns="21590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170"/>
              </a:spcBef>
            </a:pPr>
            <a:r>
              <a:rPr sz="1600" spc="-5" dirty="0">
                <a:latin typeface="Times New Roman"/>
                <a:cs typeface="Times New Roman"/>
              </a:rPr>
              <a:t>RAID</a:t>
            </a:r>
            <a:r>
              <a:rPr sz="1600" spc="-5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Controller</a:t>
            </a:r>
            <a:endParaRPr sz="1600">
              <a:latin typeface="Times New Roman"/>
              <a:cs typeface="Times New Roman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6777037" y="4230687"/>
          <a:ext cx="1804670" cy="6769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9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2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708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09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1600" b="1" spc="-10" dirty="0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sz="1600" b="1" spc="5" dirty="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sz="1600" b="1" dirty="0">
                          <a:latin typeface="Times New Roman"/>
                          <a:cs typeface="Times New Roman"/>
                        </a:rPr>
                        <a:t>s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1600" b="1" dirty="0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sz="1600" b="1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b="1" dirty="0">
                          <a:latin typeface="Times New Roman"/>
                          <a:cs typeface="Times New Roman"/>
                        </a:rPr>
                        <a:t>D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1600" b="1" dirty="0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1600" b="1" spc="5" dirty="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sz="1600" b="1" dirty="0">
                          <a:latin typeface="Times New Roman"/>
                          <a:cs typeface="Times New Roman"/>
                        </a:rPr>
                        <a:t>ve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1600" b="1" dirty="0">
                          <a:latin typeface="Times New Roman"/>
                          <a:cs typeface="Times New Roman"/>
                        </a:rPr>
                        <a:t>s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3660140" y="3086863"/>
            <a:ext cx="1963420" cy="12477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0299"/>
              </a:lnSpc>
              <a:spcBef>
                <a:spcPts val="95"/>
              </a:spcBef>
            </a:pPr>
            <a:r>
              <a:rPr sz="1600" spc="-5" dirty="0">
                <a:latin typeface="Times New Roman"/>
                <a:cs typeface="Times New Roman"/>
              </a:rPr>
              <a:t>All </a:t>
            </a:r>
            <a:r>
              <a:rPr sz="1600" dirty="0">
                <a:latin typeface="Times New Roman"/>
                <a:cs typeface="Times New Roman"/>
              </a:rPr>
              <a:t>data converted to </a:t>
            </a:r>
            <a:r>
              <a:rPr sz="1600" spc="5" dirty="0">
                <a:latin typeface="Times New Roman"/>
                <a:cs typeface="Times New Roman"/>
              </a:rPr>
              <a:t> </a:t>
            </a:r>
            <a:r>
              <a:rPr sz="1600" b="1" dirty="0">
                <a:solidFill>
                  <a:srgbClr val="FF0000"/>
                </a:solidFill>
                <a:latin typeface="Times New Roman"/>
                <a:cs typeface="Times New Roman"/>
              </a:rPr>
              <a:t>file 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protocol </a:t>
            </a:r>
            <a:r>
              <a:rPr sz="1600" dirty="0">
                <a:latin typeface="Times New Roman"/>
                <a:cs typeface="Times New Roman"/>
              </a:rPr>
              <a:t>for </a:t>
            </a:r>
            <a:r>
              <a:rPr sz="1600" spc="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transmission</a:t>
            </a:r>
            <a:r>
              <a:rPr sz="1600" spc="-3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(may</a:t>
            </a:r>
            <a:r>
              <a:rPr sz="1600" spc="-3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slow </a:t>
            </a:r>
            <a:r>
              <a:rPr sz="1600" spc="-385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down </a:t>
            </a:r>
            <a:r>
              <a:rPr sz="1600" dirty="0">
                <a:latin typeface="Times New Roman"/>
                <a:cs typeface="Times New Roman"/>
              </a:rPr>
              <a:t>database </a:t>
            </a:r>
            <a:r>
              <a:rPr sz="1600" spc="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transactions)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76237" y="2905125"/>
            <a:ext cx="2295525" cy="2752725"/>
            <a:chOff x="376237" y="2905125"/>
            <a:chExt cx="2295525" cy="2752725"/>
          </a:xfrm>
        </p:grpSpPr>
        <p:sp>
          <p:nvSpPr>
            <p:cNvPr id="17" name="object 17"/>
            <p:cNvSpPr/>
            <p:nvPr/>
          </p:nvSpPr>
          <p:spPr>
            <a:xfrm>
              <a:off x="381000" y="2909888"/>
              <a:ext cx="2286000" cy="2743200"/>
            </a:xfrm>
            <a:custGeom>
              <a:avLst/>
              <a:gdLst/>
              <a:ahLst/>
              <a:cxnLst/>
              <a:rect l="l" t="t" r="r" b="b"/>
              <a:pathLst>
                <a:path w="2286000" h="2743200">
                  <a:moveTo>
                    <a:pt x="2286000" y="0"/>
                  </a:moveTo>
                  <a:lnTo>
                    <a:pt x="0" y="0"/>
                  </a:lnTo>
                  <a:lnTo>
                    <a:pt x="0" y="2743200"/>
                  </a:lnTo>
                  <a:lnTo>
                    <a:pt x="2286000" y="2743200"/>
                  </a:lnTo>
                  <a:lnTo>
                    <a:pt x="2286000" y="0"/>
                  </a:lnTo>
                  <a:close/>
                </a:path>
              </a:pathLst>
            </a:custGeom>
            <a:solidFill>
              <a:srgbClr val="00CC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81000" y="2909887"/>
              <a:ext cx="2286000" cy="2743200"/>
            </a:xfrm>
            <a:custGeom>
              <a:avLst/>
              <a:gdLst/>
              <a:ahLst/>
              <a:cxnLst/>
              <a:rect l="l" t="t" r="r" b="b"/>
              <a:pathLst>
                <a:path w="2286000" h="2743200">
                  <a:moveTo>
                    <a:pt x="0" y="0"/>
                  </a:moveTo>
                  <a:lnTo>
                    <a:pt x="2286000" y="0"/>
                  </a:lnTo>
                  <a:lnTo>
                    <a:pt x="2286000" y="2743200"/>
                  </a:lnTo>
                  <a:lnTo>
                    <a:pt x="0" y="27432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472440" y="3529669"/>
            <a:ext cx="54419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latin typeface="Times New Roman"/>
                <a:cs typeface="Times New Roman"/>
              </a:rPr>
              <a:t>Server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066800" y="2909887"/>
            <a:ext cx="990600" cy="304800"/>
          </a:xfrm>
          <a:custGeom>
            <a:avLst/>
            <a:gdLst/>
            <a:ahLst/>
            <a:cxnLst/>
            <a:rect l="l" t="t" r="r" b="b"/>
            <a:pathLst>
              <a:path w="990600" h="304800">
                <a:moveTo>
                  <a:pt x="990600" y="0"/>
                </a:moveTo>
                <a:lnTo>
                  <a:pt x="0" y="0"/>
                </a:lnTo>
                <a:lnTo>
                  <a:pt x="0" y="304800"/>
                </a:lnTo>
                <a:lnTo>
                  <a:pt x="990600" y="304800"/>
                </a:lnTo>
                <a:lnTo>
                  <a:pt x="990600" y="0"/>
                </a:lnTo>
                <a:close/>
              </a:path>
            </a:pathLst>
          </a:custGeom>
          <a:solidFill>
            <a:srgbClr val="FF99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066800" y="2909887"/>
            <a:ext cx="990600" cy="30480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21590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170"/>
              </a:spcBef>
            </a:pPr>
            <a:r>
              <a:rPr sz="1600" spc="-5" dirty="0">
                <a:latin typeface="Times New Roman"/>
                <a:cs typeface="Times New Roman"/>
              </a:rPr>
              <a:t>NIC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7086600" y="2833687"/>
            <a:ext cx="990600" cy="304800"/>
          </a:xfrm>
          <a:custGeom>
            <a:avLst/>
            <a:gdLst/>
            <a:ahLst/>
            <a:cxnLst/>
            <a:rect l="l" t="t" r="r" b="b"/>
            <a:pathLst>
              <a:path w="990600" h="304800">
                <a:moveTo>
                  <a:pt x="990600" y="0"/>
                </a:moveTo>
                <a:lnTo>
                  <a:pt x="0" y="0"/>
                </a:lnTo>
                <a:lnTo>
                  <a:pt x="0" y="304800"/>
                </a:lnTo>
                <a:lnTo>
                  <a:pt x="990600" y="304800"/>
                </a:lnTo>
                <a:lnTo>
                  <a:pt x="990600" y="0"/>
                </a:lnTo>
                <a:close/>
              </a:path>
            </a:pathLst>
          </a:custGeom>
          <a:solidFill>
            <a:srgbClr val="FF99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7086600" y="2833687"/>
            <a:ext cx="990600" cy="30480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21590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170"/>
              </a:spcBef>
            </a:pPr>
            <a:r>
              <a:rPr sz="1600" spc="-5" dirty="0">
                <a:latin typeface="Times New Roman"/>
                <a:cs typeface="Times New Roman"/>
              </a:rPr>
              <a:t>NIC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23850" y="1938337"/>
            <a:ext cx="8496300" cy="2956560"/>
          </a:xfrm>
          <a:custGeom>
            <a:avLst/>
            <a:gdLst/>
            <a:ahLst/>
            <a:cxnLst/>
            <a:rect l="l" t="t" r="r" b="b"/>
            <a:pathLst>
              <a:path w="8496300" h="2956560">
                <a:moveTo>
                  <a:pt x="1085850" y="742950"/>
                </a:moveTo>
                <a:lnTo>
                  <a:pt x="1052512" y="742950"/>
                </a:lnTo>
                <a:lnTo>
                  <a:pt x="1052512" y="438150"/>
                </a:lnTo>
                <a:lnTo>
                  <a:pt x="1042987" y="438150"/>
                </a:lnTo>
                <a:lnTo>
                  <a:pt x="1042987" y="742950"/>
                </a:lnTo>
                <a:lnTo>
                  <a:pt x="1009650" y="742950"/>
                </a:lnTo>
                <a:lnTo>
                  <a:pt x="1047750" y="819150"/>
                </a:lnTo>
                <a:lnTo>
                  <a:pt x="1085850" y="742950"/>
                </a:lnTo>
                <a:close/>
              </a:path>
              <a:path w="8496300" h="2956560">
                <a:moveTo>
                  <a:pt x="1466850" y="514350"/>
                </a:moveTo>
                <a:lnTo>
                  <a:pt x="1428750" y="438150"/>
                </a:lnTo>
                <a:lnTo>
                  <a:pt x="1390650" y="514350"/>
                </a:lnTo>
                <a:lnTo>
                  <a:pt x="1423987" y="514350"/>
                </a:lnTo>
                <a:lnTo>
                  <a:pt x="1423987" y="819150"/>
                </a:lnTo>
                <a:lnTo>
                  <a:pt x="1433512" y="819150"/>
                </a:lnTo>
                <a:lnTo>
                  <a:pt x="1433512" y="514350"/>
                </a:lnTo>
                <a:lnTo>
                  <a:pt x="1466850" y="514350"/>
                </a:lnTo>
                <a:close/>
              </a:path>
              <a:path w="8496300" h="2956560">
                <a:moveTo>
                  <a:pt x="3182201" y="1347876"/>
                </a:moveTo>
                <a:lnTo>
                  <a:pt x="1580769" y="1056703"/>
                </a:lnTo>
                <a:lnTo>
                  <a:pt x="1586725" y="1023899"/>
                </a:lnTo>
                <a:lnTo>
                  <a:pt x="1504950" y="1047750"/>
                </a:lnTo>
                <a:lnTo>
                  <a:pt x="1573098" y="1098867"/>
                </a:lnTo>
                <a:lnTo>
                  <a:pt x="1579067" y="1066076"/>
                </a:lnTo>
                <a:lnTo>
                  <a:pt x="3180486" y="1357236"/>
                </a:lnTo>
                <a:lnTo>
                  <a:pt x="3182201" y="1347876"/>
                </a:lnTo>
                <a:close/>
              </a:path>
              <a:path w="8496300" h="2956560">
                <a:moveTo>
                  <a:pt x="3184626" y="2949308"/>
                </a:moveTo>
                <a:lnTo>
                  <a:pt x="1563357" y="1401724"/>
                </a:lnTo>
                <a:lnTo>
                  <a:pt x="1586369" y="1377607"/>
                </a:lnTo>
                <a:lnTo>
                  <a:pt x="1504950" y="1352550"/>
                </a:lnTo>
                <a:lnTo>
                  <a:pt x="1533753" y="1432725"/>
                </a:lnTo>
                <a:lnTo>
                  <a:pt x="1556778" y="1408620"/>
                </a:lnTo>
                <a:lnTo>
                  <a:pt x="3178060" y="2956204"/>
                </a:lnTo>
                <a:lnTo>
                  <a:pt x="3184626" y="2949308"/>
                </a:lnTo>
                <a:close/>
              </a:path>
              <a:path w="8496300" h="2956560">
                <a:moveTo>
                  <a:pt x="6915150" y="971550"/>
                </a:moveTo>
                <a:lnTo>
                  <a:pt x="6832397" y="951293"/>
                </a:lnTo>
                <a:lnTo>
                  <a:pt x="6839788" y="983805"/>
                </a:lnTo>
                <a:lnTo>
                  <a:pt x="5237683" y="1347914"/>
                </a:lnTo>
                <a:lnTo>
                  <a:pt x="5239804" y="1357198"/>
                </a:lnTo>
                <a:lnTo>
                  <a:pt x="6841896" y="993089"/>
                </a:lnTo>
                <a:lnTo>
                  <a:pt x="6849288" y="1025601"/>
                </a:lnTo>
                <a:lnTo>
                  <a:pt x="6915150" y="971550"/>
                </a:lnTo>
                <a:close/>
              </a:path>
              <a:path w="8496300" h="2956560">
                <a:moveTo>
                  <a:pt x="7029450" y="666750"/>
                </a:moveTo>
                <a:lnTo>
                  <a:pt x="6996112" y="666750"/>
                </a:lnTo>
                <a:lnTo>
                  <a:pt x="6996112" y="361950"/>
                </a:lnTo>
                <a:lnTo>
                  <a:pt x="6986587" y="361950"/>
                </a:lnTo>
                <a:lnTo>
                  <a:pt x="6986587" y="666750"/>
                </a:lnTo>
                <a:lnTo>
                  <a:pt x="6953250" y="666750"/>
                </a:lnTo>
                <a:lnTo>
                  <a:pt x="6991350" y="742950"/>
                </a:lnTo>
                <a:lnTo>
                  <a:pt x="7029450" y="666750"/>
                </a:lnTo>
                <a:close/>
              </a:path>
              <a:path w="8496300" h="2956560">
                <a:moveTo>
                  <a:pt x="7410450" y="438150"/>
                </a:moveTo>
                <a:lnTo>
                  <a:pt x="7372350" y="361950"/>
                </a:lnTo>
                <a:lnTo>
                  <a:pt x="7334250" y="438150"/>
                </a:lnTo>
                <a:lnTo>
                  <a:pt x="7367587" y="438150"/>
                </a:lnTo>
                <a:lnTo>
                  <a:pt x="7367587" y="742950"/>
                </a:lnTo>
                <a:lnTo>
                  <a:pt x="7377112" y="742950"/>
                </a:lnTo>
                <a:lnTo>
                  <a:pt x="7377112" y="438150"/>
                </a:lnTo>
                <a:lnTo>
                  <a:pt x="7410450" y="438150"/>
                </a:lnTo>
                <a:close/>
              </a:path>
              <a:path w="8496300" h="2956560">
                <a:moveTo>
                  <a:pt x="8496300" y="57162"/>
                </a:moveTo>
                <a:lnTo>
                  <a:pt x="8491804" y="34912"/>
                </a:lnTo>
                <a:lnTo>
                  <a:pt x="8479549" y="16751"/>
                </a:lnTo>
                <a:lnTo>
                  <a:pt x="8461388" y="4495"/>
                </a:lnTo>
                <a:lnTo>
                  <a:pt x="8439150" y="12"/>
                </a:lnTo>
                <a:lnTo>
                  <a:pt x="8422145" y="2578"/>
                </a:lnTo>
                <a:lnTo>
                  <a:pt x="8407197" y="9766"/>
                </a:lnTo>
                <a:lnTo>
                  <a:pt x="8395043" y="20802"/>
                </a:lnTo>
                <a:lnTo>
                  <a:pt x="8386483" y="34912"/>
                </a:lnTo>
                <a:lnTo>
                  <a:pt x="8385835" y="38112"/>
                </a:lnTo>
                <a:lnTo>
                  <a:pt x="7273239" y="38112"/>
                </a:lnTo>
                <a:lnTo>
                  <a:pt x="7272604" y="34912"/>
                </a:lnTo>
                <a:lnTo>
                  <a:pt x="7260361" y="16751"/>
                </a:lnTo>
                <a:lnTo>
                  <a:pt x="7242188" y="4495"/>
                </a:lnTo>
                <a:lnTo>
                  <a:pt x="7219950" y="0"/>
                </a:lnTo>
                <a:lnTo>
                  <a:pt x="7197699" y="4495"/>
                </a:lnTo>
                <a:lnTo>
                  <a:pt x="7179538" y="16751"/>
                </a:lnTo>
                <a:lnTo>
                  <a:pt x="7167283" y="34912"/>
                </a:lnTo>
                <a:lnTo>
                  <a:pt x="7166635" y="38112"/>
                </a:lnTo>
                <a:lnTo>
                  <a:pt x="1329639" y="38112"/>
                </a:lnTo>
                <a:lnTo>
                  <a:pt x="1329004" y="34912"/>
                </a:lnTo>
                <a:lnTo>
                  <a:pt x="1316761" y="16751"/>
                </a:lnTo>
                <a:lnTo>
                  <a:pt x="1298587" y="4495"/>
                </a:lnTo>
                <a:lnTo>
                  <a:pt x="1276350" y="0"/>
                </a:lnTo>
                <a:lnTo>
                  <a:pt x="1254099" y="4495"/>
                </a:lnTo>
                <a:lnTo>
                  <a:pt x="1235938" y="16751"/>
                </a:lnTo>
                <a:lnTo>
                  <a:pt x="1223683" y="34912"/>
                </a:lnTo>
                <a:lnTo>
                  <a:pt x="1223035" y="38112"/>
                </a:lnTo>
                <a:lnTo>
                  <a:pt x="110451" y="38100"/>
                </a:lnTo>
                <a:lnTo>
                  <a:pt x="74142" y="2578"/>
                </a:lnTo>
                <a:lnTo>
                  <a:pt x="57150" y="0"/>
                </a:lnTo>
                <a:lnTo>
                  <a:pt x="34899" y="4495"/>
                </a:lnTo>
                <a:lnTo>
                  <a:pt x="16738" y="16751"/>
                </a:lnTo>
                <a:lnTo>
                  <a:pt x="4483" y="34912"/>
                </a:lnTo>
                <a:lnTo>
                  <a:pt x="0" y="57150"/>
                </a:lnTo>
                <a:lnTo>
                  <a:pt x="4483" y="79400"/>
                </a:lnTo>
                <a:lnTo>
                  <a:pt x="16738" y="97561"/>
                </a:lnTo>
                <a:lnTo>
                  <a:pt x="34899" y="109816"/>
                </a:lnTo>
                <a:lnTo>
                  <a:pt x="57150" y="114300"/>
                </a:lnTo>
                <a:lnTo>
                  <a:pt x="74142" y="111734"/>
                </a:lnTo>
                <a:lnTo>
                  <a:pt x="89103" y="104546"/>
                </a:lnTo>
                <a:lnTo>
                  <a:pt x="101244" y="93510"/>
                </a:lnTo>
                <a:lnTo>
                  <a:pt x="109804" y="79400"/>
                </a:lnTo>
                <a:lnTo>
                  <a:pt x="110451" y="76200"/>
                </a:lnTo>
                <a:lnTo>
                  <a:pt x="1222743" y="76212"/>
                </a:lnTo>
                <a:lnTo>
                  <a:pt x="1228953" y="89115"/>
                </a:lnTo>
                <a:lnTo>
                  <a:pt x="1239989" y="101257"/>
                </a:lnTo>
                <a:lnTo>
                  <a:pt x="1254099" y="109816"/>
                </a:lnTo>
                <a:lnTo>
                  <a:pt x="1257300" y="110464"/>
                </a:lnTo>
                <a:lnTo>
                  <a:pt x="1257300" y="971550"/>
                </a:lnTo>
                <a:lnTo>
                  <a:pt x="1295400" y="971550"/>
                </a:lnTo>
                <a:lnTo>
                  <a:pt x="1295400" y="110464"/>
                </a:lnTo>
                <a:lnTo>
                  <a:pt x="1298587" y="109816"/>
                </a:lnTo>
                <a:lnTo>
                  <a:pt x="1312697" y="101257"/>
                </a:lnTo>
                <a:lnTo>
                  <a:pt x="1323733" y="89115"/>
                </a:lnTo>
                <a:lnTo>
                  <a:pt x="1329931" y="76212"/>
                </a:lnTo>
                <a:lnTo>
                  <a:pt x="7166343" y="76212"/>
                </a:lnTo>
                <a:lnTo>
                  <a:pt x="7172553" y="89115"/>
                </a:lnTo>
                <a:lnTo>
                  <a:pt x="7183590" y="101257"/>
                </a:lnTo>
                <a:lnTo>
                  <a:pt x="7197699" y="109816"/>
                </a:lnTo>
                <a:lnTo>
                  <a:pt x="7200900" y="110464"/>
                </a:lnTo>
                <a:lnTo>
                  <a:pt x="7200900" y="895350"/>
                </a:lnTo>
                <a:lnTo>
                  <a:pt x="7239000" y="895350"/>
                </a:lnTo>
                <a:lnTo>
                  <a:pt x="7239000" y="110464"/>
                </a:lnTo>
                <a:lnTo>
                  <a:pt x="7242188" y="109816"/>
                </a:lnTo>
                <a:lnTo>
                  <a:pt x="7256297" y="101257"/>
                </a:lnTo>
                <a:lnTo>
                  <a:pt x="7267334" y="89115"/>
                </a:lnTo>
                <a:lnTo>
                  <a:pt x="7273531" y="76212"/>
                </a:lnTo>
                <a:lnTo>
                  <a:pt x="8385835" y="76212"/>
                </a:lnTo>
                <a:lnTo>
                  <a:pt x="8422145" y="111734"/>
                </a:lnTo>
                <a:lnTo>
                  <a:pt x="8439150" y="114312"/>
                </a:lnTo>
                <a:lnTo>
                  <a:pt x="8461388" y="109816"/>
                </a:lnTo>
                <a:lnTo>
                  <a:pt x="8479549" y="97574"/>
                </a:lnTo>
                <a:lnTo>
                  <a:pt x="8491804" y="79400"/>
                </a:lnTo>
                <a:lnTo>
                  <a:pt x="8496300" y="57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NAS</a:t>
            </a:r>
            <a:r>
              <a:rPr lang="zh-CN" altLang="en-US" dirty="0"/>
              <a:t> </a:t>
            </a:r>
            <a:r>
              <a:rPr lang="en-US" altLang="zh-CN" dirty="0"/>
              <a:t>-</a:t>
            </a:r>
            <a:r>
              <a:rPr lang="zh-CN" altLang="en-US" dirty="0"/>
              <a:t> </a:t>
            </a:r>
            <a:r>
              <a:rPr lang="en-US" altLang="zh-CN" dirty="0"/>
              <a:t>Evolution</a:t>
            </a:r>
            <a:endParaRPr lang="zh-CN" altLang="en-US" dirty="0"/>
          </a:p>
        </p:txBody>
      </p:sp>
      <p:sp>
        <p:nvSpPr>
          <p:cNvPr id="3279" name="内容占位符 3278">
            <a:extLst>
              <a:ext uri="{FF2B5EF4-FFF2-40B4-BE49-F238E27FC236}">
                <a16:creationId xmlns:a16="http://schemas.microsoft.com/office/drawing/2014/main" id="{0C6A083B-3036-4882-DBEC-4F9DDB58F21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38</a:t>
            </a:fld>
            <a:endParaRPr lang="en-US" dirty="0"/>
          </a:p>
        </p:txBody>
      </p:sp>
      <p:grpSp>
        <p:nvGrpSpPr>
          <p:cNvPr id="7" name="object 3">
            <a:extLst>
              <a:ext uri="{FF2B5EF4-FFF2-40B4-BE49-F238E27FC236}">
                <a16:creationId xmlns:a16="http://schemas.microsoft.com/office/drawing/2014/main" id="{46545592-7AAA-A32A-B84E-39DF840859B7}"/>
              </a:ext>
            </a:extLst>
          </p:cNvPr>
          <p:cNvGrpSpPr/>
          <p:nvPr/>
        </p:nvGrpSpPr>
        <p:grpSpPr>
          <a:xfrm>
            <a:off x="4152673" y="4354603"/>
            <a:ext cx="2140585" cy="2037714"/>
            <a:chOff x="4152673" y="4354603"/>
            <a:chExt cx="2140585" cy="2037714"/>
          </a:xfrm>
        </p:grpSpPr>
        <p:sp>
          <p:nvSpPr>
            <p:cNvPr id="8" name="object 4">
              <a:extLst>
                <a:ext uri="{FF2B5EF4-FFF2-40B4-BE49-F238E27FC236}">
                  <a16:creationId xmlns:a16="http://schemas.microsoft.com/office/drawing/2014/main" id="{63FFD583-B076-3DDC-FB0C-5F283633AC97}"/>
                </a:ext>
              </a:extLst>
            </p:cNvPr>
            <p:cNvSpPr/>
            <p:nvPr/>
          </p:nvSpPr>
          <p:spPr>
            <a:xfrm>
              <a:off x="4213860" y="4368799"/>
              <a:ext cx="2019300" cy="77470"/>
            </a:xfrm>
            <a:custGeom>
              <a:avLst/>
              <a:gdLst/>
              <a:ahLst/>
              <a:cxnLst/>
              <a:rect l="l" t="t" r="r" b="b"/>
              <a:pathLst>
                <a:path w="2019300" h="77470">
                  <a:moveTo>
                    <a:pt x="1889760" y="1270"/>
                  </a:moveTo>
                  <a:lnTo>
                    <a:pt x="1871980" y="1270"/>
                  </a:lnTo>
                  <a:lnTo>
                    <a:pt x="1871980" y="0"/>
                  </a:lnTo>
                  <a:lnTo>
                    <a:pt x="147320" y="0"/>
                  </a:lnTo>
                  <a:lnTo>
                    <a:pt x="147320" y="1270"/>
                  </a:lnTo>
                  <a:lnTo>
                    <a:pt x="129540" y="1270"/>
                  </a:lnTo>
                  <a:lnTo>
                    <a:pt x="129540" y="2540"/>
                  </a:lnTo>
                  <a:lnTo>
                    <a:pt x="1889760" y="2540"/>
                  </a:lnTo>
                  <a:lnTo>
                    <a:pt x="1889760" y="1270"/>
                  </a:lnTo>
                  <a:close/>
                </a:path>
                <a:path w="2019300" h="77470">
                  <a:moveTo>
                    <a:pt x="1918970" y="7620"/>
                  </a:moveTo>
                  <a:lnTo>
                    <a:pt x="1913890" y="7620"/>
                  </a:lnTo>
                  <a:lnTo>
                    <a:pt x="1913890" y="6350"/>
                  </a:lnTo>
                  <a:lnTo>
                    <a:pt x="1907540" y="6350"/>
                  </a:lnTo>
                  <a:lnTo>
                    <a:pt x="1907540" y="5080"/>
                  </a:lnTo>
                  <a:lnTo>
                    <a:pt x="1903730" y="5080"/>
                  </a:lnTo>
                  <a:lnTo>
                    <a:pt x="1903730" y="3810"/>
                  </a:lnTo>
                  <a:lnTo>
                    <a:pt x="1898637" y="3810"/>
                  </a:lnTo>
                  <a:lnTo>
                    <a:pt x="1898637" y="2552"/>
                  </a:lnTo>
                  <a:lnTo>
                    <a:pt x="125730" y="2552"/>
                  </a:lnTo>
                  <a:lnTo>
                    <a:pt x="125730" y="3810"/>
                  </a:lnTo>
                  <a:lnTo>
                    <a:pt x="120650" y="3810"/>
                  </a:lnTo>
                  <a:lnTo>
                    <a:pt x="120650" y="5080"/>
                  </a:lnTo>
                  <a:lnTo>
                    <a:pt x="111760" y="5080"/>
                  </a:lnTo>
                  <a:lnTo>
                    <a:pt x="111760" y="6350"/>
                  </a:lnTo>
                  <a:lnTo>
                    <a:pt x="109220" y="6350"/>
                  </a:lnTo>
                  <a:lnTo>
                    <a:pt x="109220" y="7620"/>
                  </a:lnTo>
                  <a:lnTo>
                    <a:pt x="104140" y="7620"/>
                  </a:lnTo>
                  <a:lnTo>
                    <a:pt x="104140" y="8890"/>
                  </a:lnTo>
                  <a:lnTo>
                    <a:pt x="1918970" y="8890"/>
                  </a:lnTo>
                  <a:lnTo>
                    <a:pt x="1918970" y="7620"/>
                  </a:lnTo>
                  <a:close/>
                </a:path>
                <a:path w="2019300" h="77470">
                  <a:moveTo>
                    <a:pt x="1938020" y="13970"/>
                  </a:moveTo>
                  <a:lnTo>
                    <a:pt x="1934210" y="13970"/>
                  </a:lnTo>
                  <a:lnTo>
                    <a:pt x="1934210" y="12700"/>
                  </a:lnTo>
                  <a:lnTo>
                    <a:pt x="1930387" y="12700"/>
                  </a:lnTo>
                  <a:lnTo>
                    <a:pt x="1930387" y="11430"/>
                  </a:lnTo>
                  <a:lnTo>
                    <a:pt x="1926590" y="11430"/>
                  </a:lnTo>
                  <a:lnTo>
                    <a:pt x="1926590" y="10160"/>
                  </a:lnTo>
                  <a:lnTo>
                    <a:pt x="1924050" y="10160"/>
                  </a:lnTo>
                  <a:lnTo>
                    <a:pt x="1924050" y="8902"/>
                  </a:lnTo>
                  <a:lnTo>
                    <a:pt x="99060" y="8902"/>
                  </a:lnTo>
                  <a:lnTo>
                    <a:pt x="99060" y="10160"/>
                  </a:lnTo>
                  <a:lnTo>
                    <a:pt x="92710" y="10160"/>
                  </a:lnTo>
                  <a:lnTo>
                    <a:pt x="92710" y="11430"/>
                  </a:lnTo>
                  <a:lnTo>
                    <a:pt x="90170" y="11430"/>
                  </a:lnTo>
                  <a:lnTo>
                    <a:pt x="90170" y="12700"/>
                  </a:lnTo>
                  <a:lnTo>
                    <a:pt x="87630" y="12700"/>
                  </a:lnTo>
                  <a:lnTo>
                    <a:pt x="87630" y="13970"/>
                  </a:lnTo>
                  <a:lnTo>
                    <a:pt x="83820" y="13970"/>
                  </a:lnTo>
                  <a:lnTo>
                    <a:pt x="83820" y="15240"/>
                  </a:lnTo>
                  <a:lnTo>
                    <a:pt x="1938020" y="15240"/>
                  </a:lnTo>
                  <a:lnTo>
                    <a:pt x="1938020" y="13970"/>
                  </a:lnTo>
                  <a:close/>
                </a:path>
                <a:path w="2019300" h="77470">
                  <a:moveTo>
                    <a:pt x="1950720" y="20320"/>
                  </a:moveTo>
                  <a:lnTo>
                    <a:pt x="1948180" y="20320"/>
                  </a:lnTo>
                  <a:lnTo>
                    <a:pt x="1948180" y="19050"/>
                  </a:lnTo>
                  <a:lnTo>
                    <a:pt x="1945640" y="19050"/>
                  </a:lnTo>
                  <a:lnTo>
                    <a:pt x="1945640" y="17780"/>
                  </a:lnTo>
                  <a:lnTo>
                    <a:pt x="1943100" y="17780"/>
                  </a:lnTo>
                  <a:lnTo>
                    <a:pt x="1943100" y="16510"/>
                  </a:lnTo>
                  <a:lnTo>
                    <a:pt x="1940560" y="16510"/>
                  </a:lnTo>
                  <a:lnTo>
                    <a:pt x="1940560" y="15252"/>
                  </a:lnTo>
                  <a:lnTo>
                    <a:pt x="80010" y="15252"/>
                  </a:lnTo>
                  <a:lnTo>
                    <a:pt x="80010" y="16510"/>
                  </a:lnTo>
                  <a:lnTo>
                    <a:pt x="76200" y="16510"/>
                  </a:lnTo>
                  <a:lnTo>
                    <a:pt x="76200" y="17780"/>
                  </a:lnTo>
                  <a:lnTo>
                    <a:pt x="74930" y="17780"/>
                  </a:lnTo>
                  <a:lnTo>
                    <a:pt x="74930" y="19050"/>
                  </a:lnTo>
                  <a:lnTo>
                    <a:pt x="72390" y="19050"/>
                  </a:lnTo>
                  <a:lnTo>
                    <a:pt x="72390" y="20320"/>
                  </a:lnTo>
                  <a:lnTo>
                    <a:pt x="69850" y="20320"/>
                  </a:lnTo>
                  <a:lnTo>
                    <a:pt x="69850" y="21590"/>
                  </a:lnTo>
                  <a:lnTo>
                    <a:pt x="1950720" y="21590"/>
                  </a:lnTo>
                  <a:lnTo>
                    <a:pt x="1950720" y="20320"/>
                  </a:lnTo>
                  <a:close/>
                </a:path>
                <a:path w="2019300" h="77470">
                  <a:moveTo>
                    <a:pt x="1962137" y="26670"/>
                  </a:moveTo>
                  <a:lnTo>
                    <a:pt x="1959610" y="26670"/>
                  </a:lnTo>
                  <a:lnTo>
                    <a:pt x="1959610" y="25400"/>
                  </a:lnTo>
                  <a:lnTo>
                    <a:pt x="1958340" y="25400"/>
                  </a:lnTo>
                  <a:lnTo>
                    <a:pt x="1958340" y="24130"/>
                  </a:lnTo>
                  <a:lnTo>
                    <a:pt x="1955787" y="24130"/>
                  </a:lnTo>
                  <a:lnTo>
                    <a:pt x="1955787" y="22860"/>
                  </a:lnTo>
                  <a:lnTo>
                    <a:pt x="1953260" y="22860"/>
                  </a:lnTo>
                  <a:lnTo>
                    <a:pt x="1953260" y="21602"/>
                  </a:lnTo>
                  <a:lnTo>
                    <a:pt x="67310" y="21602"/>
                  </a:lnTo>
                  <a:lnTo>
                    <a:pt x="67310" y="22860"/>
                  </a:lnTo>
                  <a:lnTo>
                    <a:pt x="64770" y="22860"/>
                  </a:lnTo>
                  <a:lnTo>
                    <a:pt x="64770" y="24130"/>
                  </a:lnTo>
                  <a:lnTo>
                    <a:pt x="62230" y="24130"/>
                  </a:lnTo>
                  <a:lnTo>
                    <a:pt x="62230" y="25400"/>
                  </a:lnTo>
                  <a:lnTo>
                    <a:pt x="59690" y="25400"/>
                  </a:lnTo>
                  <a:lnTo>
                    <a:pt x="59690" y="26670"/>
                  </a:lnTo>
                  <a:lnTo>
                    <a:pt x="58420" y="26670"/>
                  </a:lnTo>
                  <a:lnTo>
                    <a:pt x="58420" y="27940"/>
                  </a:lnTo>
                  <a:lnTo>
                    <a:pt x="1962137" y="27940"/>
                  </a:lnTo>
                  <a:lnTo>
                    <a:pt x="1962137" y="26670"/>
                  </a:lnTo>
                  <a:close/>
                </a:path>
                <a:path w="2019300" h="77470">
                  <a:moveTo>
                    <a:pt x="1972310" y="33020"/>
                  </a:moveTo>
                  <a:lnTo>
                    <a:pt x="1969770" y="33020"/>
                  </a:lnTo>
                  <a:lnTo>
                    <a:pt x="1969770" y="31750"/>
                  </a:lnTo>
                  <a:lnTo>
                    <a:pt x="1968487" y="31750"/>
                  </a:lnTo>
                  <a:lnTo>
                    <a:pt x="1968487" y="30480"/>
                  </a:lnTo>
                  <a:lnTo>
                    <a:pt x="1965960" y="30480"/>
                  </a:lnTo>
                  <a:lnTo>
                    <a:pt x="1965960" y="29210"/>
                  </a:lnTo>
                  <a:lnTo>
                    <a:pt x="1964690" y="29210"/>
                  </a:lnTo>
                  <a:lnTo>
                    <a:pt x="1964690" y="27952"/>
                  </a:lnTo>
                  <a:lnTo>
                    <a:pt x="55880" y="27952"/>
                  </a:lnTo>
                  <a:lnTo>
                    <a:pt x="55880" y="29210"/>
                  </a:lnTo>
                  <a:lnTo>
                    <a:pt x="53340" y="29210"/>
                  </a:lnTo>
                  <a:lnTo>
                    <a:pt x="53340" y="30480"/>
                  </a:lnTo>
                  <a:lnTo>
                    <a:pt x="52070" y="30480"/>
                  </a:lnTo>
                  <a:lnTo>
                    <a:pt x="52070" y="31750"/>
                  </a:lnTo>
                  <a:lnTo>
                    <a:pt x="49530" y="31750"/>
                  </a:lnTo>
                  <a:lnTo>
                    <a:pt x="49530" y="33020"/>
                  </a:lnTo>
                  <a:lnTo>
                    <a:pt x="48260" y="33020"/>
                  </a:lnTo>
                  <a:lnTo>
                    <a:pt x="48260" y="34290"/>
                  </a:lnTo>
                  <a:lnTo>
                    <a:pt x="1972310" y="34290"/>
                  </a:lnTo>
                  <a:lnTo>
                    <a:pt x="1972310" y="33020"/>
                  </a:lnTo>
                  <a:close/>
                </a:path>
                <a:path w="2019300" h="77470">
                  <a:moveTo>
                    <a:pt x="1981187" y="39370"/>
                  </a:moveTo>
                  <a:lnTo>
                    <a:pt x="1979930" y="39370"/>
                  </a:lnTo>
                  <a:lnTo>
                    <a:pt x="1979930" y="38100"/>
                  </a:lnTo>
                  <a:lnTo>
                    <a:pt x="1977390" y="38100"/>
                  </a:lnTo>
                  <a:lnTo>
                    <a:pt x="1977390" y="36830"/>
                  </a:lnTo>
                  <a:lnTo>
                    <a:pt x="1976120" y="36830"/>
                  </a:lnTo>
                  <a:lnTo>
                    <a:pt x="1976120" y="35560"/>
                  </a:lnTo>
                  <a:lnTo>
                    <a:pt x="1974837" y="35560"/>
                  </a:lnTo>
                  <a:lnTo>
                    <a:pt x="1974837" y="34302"/>
                  </a:lnTo>
                  <a:lnTo>
                    <a:pt x="45720" y="34302"/>
                  </a:lnTo>
                  <a:lnTo>
                    <a:pt x="45720" y="35560"/>
                  </a:lnTo>
                  <a:lnTo>
                    <a:pt x="43180" y="35560"/>
                  </a:lnTo>
                  <a:lnTo>
                    <a:pt x="43180" y="36830"/>
                  </a:lnTo>
                  <a:lnTo>
                    <a:pt x="41910" y="36830"/>
                  </a:lnTo>
                  <a:lnTo>
                    <a:pt x="41910" y="38100"/>
                  </a:lnTo>
                  <a:lnTo>
                    <a:pt x="40640" y="38100"/>
                  </a:lnTo>
                  <a:lnTo>
                    <a:pt x="40640" y="39370"/>
                  </a:lnTo>
                  <a:lnTo>
                    <a:pt x="39370" y="39370"/>
                  </a:lnTo>
                  <a:lnTo>
                    <a:pt x="39370" y="40640"/>
                  </a:lnTo>
                  <a:lnTo>
                    <a:pt x="1981187" y="40640"/>
                  </a:lnTo>
                  <a:lnTo>
                    <a:pt x="1981187" y="39370"/>
                  </a:lnTo>
                  <a:close/>
                </a:path>
                <a:path w="2019300" h="77470">
                  <a:moveTo>
                    <a:pt x="1988820" y="45720"/>
                  </a:moveTo>
                  <a:lnTo>
                    <a:pt x="1987537" y="45720"/>
                  </a:lnTo>
                  <a:lnTo>
                    <a:pt x="1987537" y="44450"/>
                  </a:lnTo>
                  <a:lnTo>
                    <a:pt x="1985010" y="44450"/>
                  </a:lnTo>
                  <a:lnTo>
                    <a:pt x="1985010" y="43180"/>
                  </a:lnTo>
                  <a:lnTo>
                    <a:pt x="1983740" y="43180"/>
                  </a:lnTo>
                  <a:lnTo>
                    <a:pt x="1983740" y="41910"/>
                  </a:lnTo>
                  <a:lnTo>
                    <a:pt x="1982470" y="41910"/>
                  </a:lnTo>
                  <a:lnTo>
                    <a:pt x="1982470" y="40652"/>
                  </a:lnTo>
                  <a:lnTo>
                    <a:pt x="36830" y="40652"/>
                  </a:lnTo>
                  <a:lnTo>
                    <a:pt x="36830" y="41910"/>
                  </a:lnTo>
                  <a:lnTo>
                    <a:pt x="35560" y="41910"/>
                  </a:lnTo>
                  <a:lnTo>
                    <a:pt x="35560" y="43180"/>
                  </a:lnTo>
                  <a:lnTo>
                    <a:pt x="34290" y="43180"/>
                  </a:lnTo>
                  <a:lnTo>
                    <a:pt x="34290" y="44450"/>
                  </a:lnTo>
                  <a:lnTo>
                    <a:pt x="33020" y="44450"/>
                  </a:lnTo>
                  <a:lnTo>
                    <a:pt x="33020" y="45720"/>
                  </a:lnTo>
                  <a:lnTo>
                    <a:pt x="31750" y="45720"/>
                  </a:lnTo>
                  <a:lnTo>
                    <a:pt x="31750" y="46990"/>
                  </a:lnTo>
                  <a:lnTo>
                    <a:pt x="1988820" y="46990"/>
                  </a:lnTo>
                  <a:lnTo>
                    <a:pt x="1988820" y="45720"/>
                  </a:lnTo>
                  <a:close/>
                </a:path>
                <a:path w="2019300" h="77470">
                  <a:moveTo>
                    <a:pt x="1995170" y="52070"/>
                  </a:moveTo>
                  <a:lnTo>
                    <a:pt x="1993900" y="52070"/>
                  </a:lnTo>
                  <a:lnTo>
                    <a:pt x="1993900" y="50800"/>
                  </a:lnTo>
                  <a:lnTo>
                    <a:pt x="1992630" y="50800"/>
                  </a:lnTo>
                  <a:lnTo>
                    <a:pt x="1992630" y="49530"/>
                  </a:lnTo>
                  <a:lnTo>
                    <a:pt x="1991360" y="49530"/>
                  </a:lnTo>
                  <a:lnTo>
                    <a:pt x="1991360" y="48260"/>
                  </a:lnTo>
                  <a:lnTo>
                    <a:pt x="1990090" y="48260"/>
                  </a:lnTo>
                  <a:lnTo>
                    <a:pt x="1990090" y="47002"/>
                  </a:lnTo>
                  <a:lnTo>
                    <a:pt x="29210" y="47002"/>
                  </a:lnTo>
                  <a:lnTo>
                    <a:pt x="29210" y="48260"/>
                  </a:lnTo>
                  <a:lnTo>
                    <a:pt x="27940" y="48260"/>
                  </a:lnTo>
                  <a:lnTo>
                    <a:pt x="27940" y="49530"/>
                  </a:lnTo>
                  <a:lnTo>
                    <a:pt x="26670" y="49530"/>
                  </a:lnTo>
                  <a:lnTo>
                    <a:pt x="26670" y="50800"/>
                  </a:lnTo>
                  <a:lnTo>
                    <a:pt x="25400" y="50800"/>
                  </a:lnTo>
                  <a:lnTo>
                    <a:pt x="25400" y="52070"/>
                  </a:lnTo>
                  <a:lnTo>
                    <a:pt x="24130" y="52070"/>
                  </a:lnTo>
                  <a:lnTo>
                    <a:pt x="24130" y="53340"/>
                  </a:lnTo>
                  <a:lnTo>
                    <a:pt x="1995170" y="53340"/>
                  </a:lnTo>
                  <a:lnTo>
                    <a:pt x="1995170" y="52070"/>
                  </a:lnTo>
                  <a:close/>
                </a:path>
                <a:path w="2019300" h="77470">
                  <a:moveTo>
                    <a:pt x="2002790" y="58420"/>
                  </a:moveTo>
                  <a:lnTo>
                    <a:pt x="2001520" y="58420"/>
                  </a:lnTo>
                  <a:lnTo>
                    <a:pt x="2001520" y="57150"/>
                  </a:lnTo>
                  <a:lnTo>
                    <a:pt x="2000250" y="57150"/>
                  </a:lnTo>
                  <a:lnTo>
                    <a:pt x="2000250" y="55880"/>
                  </a:lnTo>
                  <a:lnTo>
                    <a:pt x="1998980" y="55880"/>
                  </a:lnTo>
                  <a:lnTo>
                    <a:pt x="1998980" y="54610"/>
                  </a:lnTo>
                  <a:lnTo>
                    <a:pt x="1996440" y="54610"/>
                  </a:lnTo>
                  <a:lnTo>
                    <a:pt x="1996440" y="53352"/>
                  </a:lnTo>
                  <a:lnTo>
                    <a:pt x="22860" y="53352"/>
                  </a:lnTo>
                  <a:lnTo>
                    <a:pt x="22860" y="54610"/>
                  </a:lnTo>
                  <a:lnTo>
                    <a:pt x="21590" y="54610"/>
                  </a:lnTo>
                  <a:lnTo>
                    <a:pt x="21590" y="55880"/>
                  </a:lnTo>
                  <a:lnTo>
                    <a:pt x="19050" y="55880"/>
                  </a:lnTo>
                  <a:lnTo>
                    <a:pt x="19050" y="57150"/>
                  </a:lnTo>
                  <a:lnTo>
                    <a:pt x="17780" y="57150"/>
                  </a:lnTo>
                  <a:lnTo>
                    <a:pt x="17780" y="58420"/>
                  </a:lnTo>
                  <a:lnTo>
                    <a:pt x="16510" y="58420"/>
                  </a:lnTo>
                  <a:lnTo>
                    <a:pt x="16510" y="59690"/>
                  </a:lnTo>
                  <a:lnTo>
                    <a:pt x="2002790" y="59690"/>
                  </a:lnTo>
                  <a:lnTo>
                    <a:pt x="2002790" y="58420"/>
                  </a:lnTo>
                  <a:close/>
                </a:path>
                <a:path w="2019300" h="77470">
                  <a:moveTo>
                    <a:pt x="2009140" y="64770"/>
                  </a:moveTo>
                  <a:lnTo>
                    <a:pt x="2007870" y="64770"/>
                  </a:lnTo>
                  <a:lnTo>
                    <a:pt x="2007870" y="63500"/>
                  </a:lnTo>
                  <a:lnTo>
                    <a:pt x="2006600" y="63500"/>
                  </a:lnTo>
                  <a:lnTo>
                    <a:pt x="2006600" y="62230"/>
                  </a:lnTo>
                  <a:lnTo>
                    <a:pt x="2005330" y="62230"/>
                  </a:lnTo>
                  <a:lnTo>
                    <a:pt x="2005330" y="60960"/>
                  </a:lnTo>
                  <a:lnTo>
                    <a:pt x="2004060" y="60960"/>
                  </a:lnTo>
                  <a:lnTo>
                    <a:pt x="2004060" y="59702"/>
                  </a:lnTo>
                  <a:lnTo>
                    <a:pt x="15240" y="59702"/>
                  </a:lnTo>
                  <a:lnTo>
                    <a:pt x="15240" y="60960"/>
                  </a:lnTo>
                  <a:lnTo>
                    <a:pt x="13970" y="60960"/>
                  </a:lnTo>
                  <a:lnTo>
                    <a:pt x="13970" y="62230"/>
                  </a:lnTo>
                  <a:lnTo>
                    <a:pt x="12700" y="62230"/>
                  </a:lnTo>
                  <a:lnTo>
                    <a:pt x="12700" y="63500"/>
                  </a:lnTo>
                  <a:lnTo>
                    <a:pt x="11430" y="63500"/>
                  </a:lnTo>
                  <a:lnTo>
                    <a:pt x="11430" y="64770"/>
                  </a:lnTo>
                  <a:lnTo>
                    <a:pt x="10160" y="64770"/>
                  </a:lnTo>
                  <a:lnTo>
                    <a:pt x="10160" y="66040"/>
                  </a:lnTo>
                  <a:lnTo>
                    <a:pt x="2009140" y="66040"/>
                  </a:lnTo>
                  <a:lnTo>
                    <a:pt x="2009140" y="64770"/>
                  </a:lnTo>
                  <a:close/>
                </a:path>
                <a:path w="2019300" h="77470">
                  <a:moveTo>
                    <a:pt x="2014220" y="71120"/>
                  </a:moveTo>
                  <a:lnTo>
                    <a:pt x="2012950" y="71120"/>
                  </a:lnTo>
                  <a:lnTo>
                    <a:pt x="2012950" y="69850"/>
                  </a:lnTo>
                  <a:lnTo>
                    <a:pt x="2011680" y="69850"/>
                  </a:lnTo>
                  <a:lnTo>
                    <a:pt x="2011680" y="67310"/>
                  </a:lnTo>
                  <a:lnTo>
                    <a:pt x="2010410" y="67310"/>
                  </a:lnTo>
                  <a:lnTo>
                    <a:pt x="2010410" y="66052"/>
                  </a:lnTo>
                  <a:lnTo>
                    <a:pt x="8890" y="66052"/>
                  </a:lnTo>
                  <a:lnTo>
                    <a:pt x="8890" y="67310"/>
                  </a:lnTo>
                  <a:lnTo>
                    <a:pt x="7620" y="67310"/>
                  </a:lnTo>
                  <a:lnTo>
                    <a:pt x="7620" y="69850"/>
                  </a:lnTo>
                  <a:lnTo>
                    <a:pt x="6350" y="69850"/>
                  </a:lnTo>
                  <a:lnTo>
                    <a:pt x="6350" y="71120"/>
                  </a:lnTo>
                  <a:lnTo>
                    <a:pt x="5080" y="71120"/>
                  </a:lnTo>
                  <a:lnTo>
                    <a:pt x="5080" y="72390"/>
                  </a:lnTo>
                  <a:lnTo>
                    <a:pt x="2014220" y="72390"/>
                  </a:lnTo>
                  <a:lnTo>
                    <a:pt x="2014220" y="71120"/>
                  </a:lnTo>
                  <a:close/>
                </a:path>
                <a:path w="2019300" h="77470">
                  <a:moveTo>
                    <a:pt x="2019300" y="76200"/>
                  </a:moveTo>
                  <a:lnTo>
                    <a:pt x="2018030" y="76200"/>
                  </a:lnTo>
                  <a:lnTo>
                    <a:pt x="2018030" y="74930"/>
                  </a:lnTo>
                  <a:lnTo>
                    <a:pt x="2016760" y="74930"/>
                  </a:lnTo>
                  <a:lnTo>
                    <a:pt x="2016760" y="73660"/>
                  </a:lnTo>
                  <a:lnTo>
                    <a:pt x="2015490" y="73660"/>
                  </a:lnTo>
                  <a:lnTo>
                    <a:pt x="2015490" y="72402"/>
                  </a:lnTo>
                  <a:lnTo>
                    <a:pt x="3810" y="72402"/>
                  </a:lnTo>
                  <a:lnTo>
                    <a:pt x="3810" y="73660"/>
                  </a:lnTo>
                  <a:lnTo>
                    <a:pt x="2540" y="73660"/>
                  </a:lnTo>
                  <a:lnTo>
                    <a:pt x="2540" y="74930"/>
                  </a:lnTo>
                  <a:lnTo>
                    <a:pt x="1270" y="74930"/>
                  </a:lnTo>
                  <a:lnTo>
                    <a:pt x="1270" y="76200"/>
                  </a:lnTo>
                  <a:lnTo>
                    <a:pt x="0" y="76200"/>
                  </a:lnTo>
                  <a:lnTo>
                    <a:pt x="0" y="77470"/>
                  </a:lnTo>
                  <a:lnTo>
                    <a:pt x="2019300" y="77470"/>
                  </a:lnTo>
                  <a:lnTo>
                    <a:pt x="2019300" y="76200"/>
                  </a:lnTo>
                  <a:close/>
                </a:path>
              </a:pathLst>
            </a:custGeom>
            <a:solidFill>
              <a:srgbClr val="F3F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5">
              <a:extLst>
                <a:ext uri="{FF2B5EF4-FFF2-40B4-BE49-F238E27FC236}">
                  <a16:creationId xmlns:a16="http://schemas.microsoft.com/office/drawing/2014/main" id="{3490F784-7BA8-4964-820B-BE80033B1562}"/>
                </a:ext>
              </a:extLst>
            </p:cNvPr>
            <p:cNvSpPr/>
            <p:nvPr/>
          </p:nvSpPr>
          <p:spPr>
            <a:xfrm>
              <a:off x="4187190" y="4446269"/>
              <a:ext cx="2072639" cy="40640"/>
            </a:xfrm>
            <a:custGeom>
              <a:avLst/>
              <a:gdLst/>
              <a:ahLst/>
              <a:cxnLst/>
              <a:rect l="l" t="t" r="r" b="b"/>
              <a:pathLst>
                <a:path w="2072639" h="40639">
                  <a:moveTo>
                    <a:pt x="2057400" y="12700"/>
                  </a:moveTo>
                  <a:lnTo>
                    <a:pt x="2056130" y="12700"/>
                  </a:lnTo>
                  <a:lnTo>
                    <a:pt x="2056130" y="11430"/>
                  </a:lnTo>
                  <a:lnTo>
                    <a:pt x="2054860" y="11430"/>
                  </a:lnTo>
                  <a:lnTo>
                    <a:pt x="2054860" y="10160"/>
                  </a:lnTo>
                  <a:lnTo>
                    <a:pt x="2053590" y="10160"/>
                  </a:lnTo>
                  <a:lnTo>
                    <a:pt x="2053590" y="8890"/>
                  </a:lnTo>
                  <a:lnTo>
                    <a:pt x="2053590" y="7620"/>
                  </a:lnTo>
                  <a:lnTo>
                    <a:pt x="2052320" y="7620"/>
                  </a:lnTo>
                  <a:lnTo>
                    <a:pt x="2052320" y="6350"/>
                  </a:lnTo>
                  <a:lnTo>
                    <a:pt x="2051050" y="6350"/>
                  </a:lnTo>
                  <a:lnTo>
                    <a:pt x="2051050" y="5080"/>
                  </a:lnTo>
                  <a:lnTo>
                    <a:pt x="2049780" y="5080"/>
                  </a:lnTo>
                  <a:lnTo>
                    <a:pt x="2049780" y="3810"/>
                  </a:lnTo>
                  <a:lnTo>
                    <a:pt x="2048510" y="3810"/>
                  </a:lnTo>
                  <a:lnTo>
                    <a:pt x="2048510" y="2540"/>
                  </a:lnTo>
                  <a:lnTo>
                    <a:pt x="2047240" y="2540"/>
                  </a:lnTo>
                  <a:lnTo>
                    <a:pt x="2047240" y="1270"/>
                  </a:lnTo>
                  <a:lnTo>
                    <a:pt x="2047240" y="0"/>
                  </a:lnTo>
                  <a:lnTo>
                    <a:pt x="25400" y="0"/>
                  </a:lnTo>
                  <a:lnTo>
                    <a:pt x="25400" y="1270"/>
                  </a:lnTo>
                  <a:lnTo>
                    <a:pt x="24130" y="1270"/>
                  </a:lnTo>
                  <a:lnTo>
                    <a:pt x="24130" y="2540"/>
                  </a:lnTo>
                  <a:lnTo>
                    <a:pt x="24130" y="3810"/>
                  </a:lnTo>
                  <a:lnTo>
                    <a:pt x="22860" y="3810"/>
                  </a:lnTo>
                  <a:lnTo>
                    <a:pt x="22860" y="5080"/>
                  </a:lnTo>
                  <a:lnTo>
                    <a:pt x="21590" y="5080"/>
                  </a:lnTo>
                  <a:lnTo>
                    <a:pt x="21590" y="6350"/>
                  </a:lnTo>
                  <a:lnTo>
                    <a:pt x="20320" y="6350"/>
                  </a:lnTo>
                  <a:lnTo>
                    <a:pt x="20320" y="7620"/>
                  </a:lnTo>
                  <a:lnTo>
                    <a:pt x="19050" y="7620"/>
                  </a:lnTo>
                  <a:lnTo>
                    <a:pt x="19050" y="8890"/>
                  </a:lnTo>
                  <a:lnTo>
                    <a:pt x="17780" y="8890"/>
                  </a:lnTo>
                  <a:lnTo>
                    <a:pt x="17780" y="10160"/>
                  </a:lnTo>
                  <a:lnTo>
                    <a:pt x="17780" y="11430"/>
                  </a:lnTo>
                  <a:lnTo>
                    <a:pt x="16510" y="11430"/>
                  </a:lnTo>
                  <a:lnTo>
                    <a:pt x="16510" y="12700"/>
                  </a:lnTo>
                  <a:lnTo>
                    <a:pt x="15240" y="12700"/>
                  </a:lnTo>
                  <a:lnTo>
                    <a:pt x="15240" y="13970"/>
                  </a:lnTo>
                  <a:lnTo>
                    <a:pt x="2057400" y="13970"/>
                  </a:lnTo>
                  <a:lnTo>
                    <a:pt x="2057400" y="12700"/>
                  </a:lnTo>
                  <a:close/>
                </a:path>
                <a:path w="2072639" h="40639">
                  <a:moveTo>
                    <a:pt x="2065007" y="24130"/>
                  </a:moveTo>
                  <a:lnTo>
                    <a:pt x="2063750" y="24130"/>
                  </a:lnTo>
                  <a:lnTo>
                    <a:pt x="2063750" y="22860"/>
                  </a:lnTo>
                  <a:lnTo>
                    <a:pt x="2063750" y="21590"/>
                  </a:lnTo>
                  <a:lnTo>
                    <a:pt x="2062480" y="21590"/>
                  </a:lnTo>
                  <a:lnTo>
                    <a:pt x="2062480" y="20320"/>
                  </a:lnTo>
                  <a:lnTo>
                    <a:pt x="2061210" y="20320"/>
                  </a:lnTo>
                  <a:lnTo>
                    <a:pt x="2061210" y="19050"/>
                  </a:lnTo>
                  <a:lnTo>
                    <a:pt x="2061210" y="17780"/>
                  </a:lnTo>
                  <a:lnTo>
                    <a:pt x="2059940" y="17780"/>
                  </a:lnTo>
                  <a:lnTo>
                    <a:pt x="2059940" y="16510"/>
                  </a:lnTo>
                  <a:lnTo>
                    <a:pt x="2058670" y="16510"/>
                  </a:lnTo>
                  <a:lnTo>
                    <a:pt x="2058670" y="13982"/>
                  </a:lnTo>
                  <a:lnTo>
                    <a:pt x="13970" y="13982"/>
                  </a:lnTo>
                  <a:lnTo>
                    <a:pt x="13970" y="16510"/>
                  </a:lnTo>
                  <a:lnTo>
                    <a:pt x="12700" y="16510"/>
                  </a:lnTo>
                  <a:lnTo>
                    <a:pt x="12700" y="17780"/>
                  </a:lnTo>
                  <a:lnTo>
                    <a:pt x="12700" y="19050"/>
                  </a:lnTo>
                  <a:lnTo>
                    <a:pt x="11430" y="19050"/>
                  </a:lnTo>
                  <a:lnTo>
                    <a:pt x="11430" y="20320"/>
                  </a:lnTo>
                  <a:lnTo>
                    <a:pt x="10160" y="20320"/>
                  </a:lnTo>
                  <a:lnTo>
                    <a:pt x="10160" y="21590"/>
                  </a:lnTo>
                  <a:lnTo>
                    <a:pt x="10160" y="22860"/>
                  </a:lnTo>
                  <a:lnTo>
                    <a:pt x="8890" y="22860"/>
                  </a:lnTo>
                  <a:lnTo>
                    <a:pt x="8890" y="24130"/>
                  </a:lnTo>
                  <a:lnTo>
                    <a:pt x="8890" y="25400"/>
                  </a:lnTo>
                  <a:lnTo>
                    <a:pt x="2065007" y="25400"/>
                  </a:lnTo>
                  <a:lnTo>
                    <a:pt x="2065007" y="24130"/>
                  </a:lnTo>
                  <a:close/>
                </a:path>
                <a:path w="2072639" h="40639">
                  <a:moveTo>
                    <a:pt x="2071370" y="36830"/>
                  </a:moveTo>
                  <a:lnTo>
                    <a:pt x="2071357" y="35560"/>
                  </a:lnTo>
                  <a:lnTo>
                    <a:pt x="2070100" y="35560"/>
                  </a:lnTo>
                  <a:lnTo>
                    <a:pt x="2070100" y="34290"/>
                  </a:lnTo>
                  <a:lnTo>
                    <a:pt x="2070100" y="33020"/>
                  </a:lnTo>
                  <a:lnTo>
                    <a:pt x="2068830" y="33020"/>
                  </a:lnTo>
                  <a:lnTo>
                    <a:pt x="2068830" y="31750"/>
                  </a:lnTo>
                  <a:lnTo>
                    <a:pt x="2068830" y="30480"/>
                  </a:lnTo>
                  <a:lnTo>
                    <a:pt x="2067560" y="30480"/>
                  </a:lnTo>
                  <a:lnTo>
                    <a:pt x="2067560" y="29210"/>
                  </a:lnTo>
                  <a:lnTo>
                    <a:pt x="2067560" y="27940"/>
                  </a:lnTo>
                  <a:lnTo>
                    <a:pt x="2066290" y="27940"/>
                  </a:lnTo>
                  <a:lnTo>
                    <a:pt x="2066290" y="25412"/>
                  </a:lnTo>
                  <a:lnTo>
                    <a:pt x="7620" y="25412"/>
                  </a:lnTo>
                  <a:lnTo>
                    <a:pt x="7620" y="27940"/>
                  </a:lnTo>
                  <a:lnTo>
                    <a:pt x="6350" y="27940"/>
                  </a:lnTo>
                  <a:lnTo>
                    <a:pt x="6350" y="29210"/>
                  </a:lnTo>
                  <a:lnTo>
                    <a:pt x="5080" y="29210"/>
                  </a:lnTo>
                  <a:lnTo>
                    <a:pt x="5080" y="30480"/>
                  </a:lnTo>
                  <a:lnTo>
                    <a:pt x="5080" y="31750"/>
                  </a:lnTo>
                  <a:lnTo>
                    <a:pt x="3810" y="31750"/>
                  </a:lnTo>
                  <a:lnTo>
                    <a:pt x="3810" y="33020"/>
                  </a:lnTo>
                  <a:lnTo>
                    <a:pt x="3810" y="34290"/>
                  </a:lnTo>
                  <a:lnTo>
                    <a:pt x="2540" y="34290"/>
                  </a:lnTo>
                  <a:lnTo>
                    <a:pt x="2540" y="35560"/>
                  </a:lnTo>
                  <a:lnTo>
                    <a:pt x="2540" y="36830"/>
                  </a:lnTo>
                  <a:lnTo>
                    <a:pt x="1270" y="36830"/>
                  </a:lnTo>
                  <a:lnTo>
                    <a:pt x="1270" y="38100"/>
                  </a:lnTo>
                  <a:lnTo>
                    <a:pt x="2071370" y="38100"/>
                  </a:lnTo>
                  <a:lnTo>
                    <a:pt x="2071370" y="36830"/>
                  </a:lnTo>
                  <a:close/>
                </a:path>
                <a:path w="2072639" h="40639">
                  <a:moveTo>
                    <a:pt x="2072640" y="38112"/>
                  </a:moveTo>
                  <a:lnTo>
                    <a:pt x="0" y="38112"/>
                  </a:lnTo>
                  <a:lnTo>
                    <a:pt x="0" y="40640"/>
                  </a:lnTo>
                  <a:lnTo>
                    <a:pt x="2072640" y="40640"/>
                  </a:lnTo>
                  <a:lnTo>
                    <a:pt x="2072640" y="38112"/>
                  </a:lnTo>
                  <a:close/>
                </a:path>
              </a:pathLst>
            </a:custGeom>
            <a:solidFill>
              <a:srgbClr val="F3F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6">
              <a:extLst>
                <a:ext uri="{FF2B5EF4-FFF2-40B4-BE49-F238E27FC236}">
                  <a16:creationId xmlns:a16="http://schemas.microsoft.com/office/drawing/2014/main" id="{4DD52CC2-5901-F4EA-E17F-231D2975ED17}"/>
                </a:ext>
              </a:extLst>
            </p:cNvPr>
            <p:cNvSpPr/>
            <p:nvPr/>
          </p:nvSpPr>
          <p:spPr>
            <a:xfrm>
              <a:off x="4173220" y="4486909"/>
              <a:ext cx="2101850" cy="38100"/>
            </a:xfrm>
            <a:custGeom>
              <a:avLst/>
              <a:gdLst/>
              <a:ahLst/>
              <a:cxnLst/>
              <a:rect l="l" t="t" r="r" b="b"/>
              <a:pathLst>
                <a:path w="2101850" h="38100">
                  <a:moveTo>
                    <a:pt x="2089150" y="2540"/>
                  </a:moveTo>
                  <a:lnTo>
                    <a:pt x="2087880" y="2540"/>
                  </a:lnTo>
                  <a:lnTo>
                    <a:pt x="2087880" y="0"/>
                  </a:lnTo>
                  <a:lnTo>
                    <a:pt x="12700" y="0"/>
                  </a:lnTo>
                  <a:lnTo>
                    <a:pt x="12700" y="2540"/>
                  </a:lnTo>
                  <a:lnTo>
                    <a:pt x="11430" y="2540"/>
                  </a:lnTo>
                  <a:lnTo>
                    <a:pt x="11430" y="5080"/>
                  </a:lnTo>
                  <a:lnTo>
                    <a:pt x="2089150" y="5080"/>
                  </a:lnTo>
                  <a:lnTo>
                    <a:pt x="2089150" y="2540"/>
                  </a:lnTo>
                  <a:close/>
                </a:path>
                <a:path w="2101850" h="38100">
                  <a:moveTo>
                    <a:pt x="2094230" y="13970"/>
                  </a:moveTo>
                  <a:lnTo>
                    <a:pt x="2092960" y="13970"/>
                  </a:lnTo>
                  <a:lnTo>
                    <a:pt x="2092960" y="10160"/>
                  </a:lnTo>
                  <a:lnTo>
                    <a:pt x="2091690" y="10160"/>
                  </a:lnTo>
                  <a:lnTo>
                    <a:pt x="2091690" y="7620"/>
                  </a:lnTo>
                  <a:lnTo>
                    <a:pt x="2090420" y="7620"/>
                  </a:lnTo>
                  <a:lnTo>
                    <a:pt x="2090420" y="5092"/>
                  </a:lnTo>
                  <a:lnTo>
                    <a:pt x="10160" y="5092"/>
                  </a:lnTo>
                  <a:lnTo>
                    <a:pt x="10160" y="7620"/>
                  </a:lnTo>
                  <a:lnTo>
                    <a:pt x="8890" y="7620"/>
                  </a:lnTo>
                  <a:lnTo>
                    <a:pt x="8890" y="10160"/>
                  </a:lnTo>
                  <a:lnTo>
                    <a:pt x="7620" y="10160"/>
                  </a:lnTo>
                  <a:lnTo>
                    <a:pt x="7620" y="13970"/>
                  </a:lnTo>
                  <a:lnTo>
                    <a:pt x="6350" y="13970"/>
                  </a:lnTo>
                  <a:lnTo>
                    <a:pt x="6350" y="17780"/>
                  </a:lnTo>
                  <a:lnTo>
                    <a:pt x="2094230" y="17780"/>
                  </a:lnTo>
                  <a:lnTo>
                    <a:pt x="2094230" y="13970"/>
                  </a:lnTo>
                  <a:close/>
                </a:path>
                <a:path w="2101850" h="38100">
                  <a:moveTo>
                    <a:pt x="2101850" y="34290"/>
                  </a:moveTo>
                  <a:lnTo>
                    <a:pt x="2100580" y="34290"/>
                  </a:lnTo>
                  <a:lnTo>
                    <a:pt x="2100580" y="33020"/>
                  </a:lnTo>
                  <a:lnTo>
                    <a:pt x="2100580" y="31750"/>
                  </a:lnTo>
                  <a:lnTo>
                    <a:pt x="2099310" y="31750"/>
                  </a:lnTo>
                  <a:lnTo>
                    <a:pt x="2099310" y="29210"/>
                  </a:lnTo>
                  <a:lnTo>
                    <a:pt x="2099310" y="27940"/>
                  </a:lnTo>
                  <a:lnTo>
                    <a:pt x="2098040" y="27940"/>
                  </a:lnTo>
                  <a:lnTo>
                    <a:pt x="2098040" y="24130"/>
                  </a:lnTo>
                  <a:lnTo>
                    <a:pt x="2096770" y="24130"/>
                  </a:lnTo>
                  <a:lnTo>
                    <a:pt x="2096770" y="20320"/>
                  </a:lnTo>
                  <a:lnTo>
                    <a:pt x="2095500" y="20320"/>
                  </a:lnTo>
                  <a:lnTo>
                    <a:pt x="2095500" y="17792"/>
                  </a:lnTo>
                  <a:lnTo>
                    <a:pt x="5080" y="17792"/>
                  </a:lnTo>
                  <a:lnTo>
                    <a:pt x="5080" y="20320"/>
                  </a:lnTo>
                  <a:lnTo>
                    <a:pt x="3810" y="20320"/>
                  </a:lnTo>
                  <a:lnTo>
                    <a:pt x="3810" y="24130"/>
                  </a:lnTo>
                  <a:lnTo>
                    <a:pt x="2540" y="24130"/>
                  </a:lnTo>
                  <a:lnTo>
                    <a:pt x="2540" y="27940"/>
                  </a:lnTo>
                  <a:lnTo>
                    <a:pt x="2540" y="29210"/>
                  </a:lnTo>
                  <a:lnTo>
                    <a:pt x="1270" y="29210"/>
                  </a:lnTo>
                  <a:lnTo>
                    <a:pt x="1270" y="31750"/>
                  </a:lnTo>
                  <a:lnTo>
                    <a:pt x="1270" y="33020"/>
                  </a:lnTo>
                  <a:lnTo>
                    <a:pt x="0" y="33020"/>
                  </a:lnTo>
                  <a:lnTo>
                    <a:pt x="0" y="34290"/>
                  </a:lnTo>
                  <a:lnTo>
                    <a:pt x="0" y="38100"/>
                  </a:lnTo>
                  <a:lnTo>
                    <a:pt x="2101850" y="38100"/>
                  </a:lnTo>
                  <a:lnTo>
                    <a:pt x="2101850" y="34290"/>
                  </a:lnTo>
                  <a:close/>
                </a:path>
              </a:pathLst>
            </a:custGeom>
            <a:solidFill>
              <a:srgbClr val="F2E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7">
              <a:extLst>
                <a:ext uri="{FF2B5EF4-FFF2-40B4-BE49-F238E27FC236}">
                  <a16:creationId xmlns:a16="http://schemas.microsoft.com/office/drawing/2014/main" id="{3E21247A-0DEA-4E9C-BE00-3A683227B273}"/>
                </a:ext>
              </a:extLst>
            </p:cNvPr>
            <p:cNvSpPr/>
            <p:nvPr/>
          </p:nvSpPr>
          <p:spPr>
            <a:xfrm>
              <a:off x="4166870" y="4525009"/>
              <a:ext cx="2112010" cy="40640"/>
            </a:xfrm>
            <a:custGeom>
              <a:avLst/>
              <a:gdLst/>
              <a:ahLst/>
              <a:cxnLst/>
              <a:rect l="l" t="t" r="r" b="b"/>
              <a:pathLst>
                <a:path w="2112010" h="40639">
                  <a:moveTo>
                    <a:pt x="2112010" y="15240"/>
                  </a:moveTo>
                  <a:lnTo>
                    <a:pt x="2110740" y="15240"/>
                  </a:lnTo>
                  <a:lnTo>
                    <a:pt x="2110740" y="10160"/>
                  </a:lnTo>
                  <a:lnTo>
                    <a:pt x="2110727" y="6350"/>
                  </a:lnTo>
                  <a:lnTo>
                    <a:pt x="2109470" y="6350"/>
                  </a:lnTo>
                  <a:lnTo>
                    <a:pt x="2109470" y="5080"/>
                  </a:lnTo>
                  <a:lnTo>
                    <a:pt x="2109470" y="0"/>
                  </a:lnTo>
                  <a:lnTo>
                    <a:pt x="5080" y="0"/>
                  </a:lnTo>
                  <a:lnTo>
                    <a:pt x="5080" y="5080"/>
                  </a:lnTo>
                  <a:lnTo>
                    <a:pt x="3810" y="5080"/>
                  </a:lnTo>
                  <a:lnTo>
                    <a:pt x="3810" y="635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5240"/>
                  </a:lnTo>
                  <a:lnTo>
                    <a:pt x="2540" y="16510"/>
                  </a:lnTo>
                  <a:lnTo>
                    <a:pt x="1270" y="16510"/>
                  </a:lnTo>
                  <a:lnTo>
                    <a:pt x="1270" y="29210"/>
                  </a:lnTo>
                  <a:lnTo>
                    <a:pt x="0" y="29210"/>
                  </a:lnTo>
                  <a:lnTo>
                    <a:pt x="0" y="40640"/>
                  </a:lnTo>
                  <a:lnTo>
                    <a:pt x="2112010" y="40640"/>
                  </a:lnTo>
                  <a:lnTo>
                    <a:pt x="2112010" y="29210"/>
                  </a:lnTo>
                  <a:lnTo>
                    <a:pt x="2112010" y="16510"/>
                  </a:lnTo>
                  <a:lnTo>
                    <a:pt x="2112010" y="15240"/>
                  </a:lnTo>
                  <a:close/>
                </a:path>
              </a:pathLst>
            </a:custGeom>
            <a:solidFill>
              <a:srgbClr val="F2E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8">
              <a:extLst>
                <a:ext uri="{FF2B5EF4-FFF2-40B4-BE49-F238E27FC236}">
                  <a16:creationId xmlns:a16="http://schemas.microsoft.com/office/drawing/2014/main" id="{9B6E5EBA-E942-1F15-EFCD-DE193298B793}"/>
                </a:ext>
              </a:extLst>
            </p:cNvPr>
            <p:cNvSpPr/>
            <p:nvPr/>
          </p:nvSpPr>
          <p:spPr>
            <a:xfrm>
              <a:off x="4166869" y="456564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2E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9">
              <a:extLst>
                <a:ext uri="{FF2B5EF4-FFF2-40B4-BE49-F238E27FC236}">
                  <a16:creationId xmlns:a16="http://schemas.microsoft.com/office/drawing/2014/main" id="{86B5E902-19A1-1D22-8DF4-EF9A5E15F7E3}"/>
                </a:ext>
              </a:extLst>
            </p:cNvPr>
            <p:cNvSpPr/>
            <p:nvPr/>
          </p:nvSpPr>
          <p:spPr>
            <a:xfrm>
              <a:off x="4166869" y="460501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1EE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0">
              <a:extLst>
                <a:ext uri="{FF2B5EF4-FFF2-40B4-BE49-F238E27FC236}">
                  <a16:creationId xmlns:a16="http://schemas.microsoft.com/office/drawing/2014/main" id="{3142C15A-5DC6-82CB-AD00-6DC733F57A66}"/>
                </a:ext>
              </a:extLst>
            </p:cNvPr>
            <p:cNvSpPr/>
            <p:nvPr/>
          </p:nvSpPr>
          <p:spPr>
            <a:xfrm>
              <a:off x="4166869" y="464438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1ED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1">
              <a:extLst>
                <a:ext uri="{FF2B5EF4-FFF2-40B4-BE49-F238E27FC236}">
                  <a16:creationId xmlns:a16="http://schemas.microsoft.com/office/drawing/2014/main" id="{229A1A47-DEB9-AF3E-3A63-7602C3D5D849}"/>
                </a:ext>
              </a:extLst>
            </p:cNvPr>
            <p:cNvSpPr/>
            <p:nvPr/>
          </p:nvSpPr>
          <p:spPr>
            <a:xfrm>
              <a:off x="4166869" y="468375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0ED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2">
              <a:extLst>
                <a:ext uri="{FF2B5EF4-FFF2-40B4-BE49-F238E27FC236}">
                  <a16:creationId xmlns:a16="http://schemas.microsoft.com/office/drawing/2014/main" id="{49DE263B-552D-0715-AECD-0C8F3C89F3AC}"/>
                </a:ext>
              </a:extLst>
            </p:cNvPr>
            <p:cNvSpPr/>
            <p:nvPr/>
          </p:nvSpPr>
          <p:spPr>
            <a:xfrm>
              <a:off x="4166869" y="472312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0EC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3">
              <a:extLst>
                <a:ext uri="{FF2B5EF4-FFF2-40B4-BE49-F238E27FC236}">
                  <a16:creationId xmlns:a16="http://schemas.microsoft.com/office/drawing/2014/main" id="{0BA34DCE-860C-1938-45F1-FFBF0F865526}"/>
                </a:ext>
              </a:extLst>
            </p:cNvPr>
            <p:cNvSpPr/>
            <p:nvPr/>
          </p:nvSpPr>
          <p:spPr>
            <a:xfrm>
              <a:off x="4166869" y="476249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0EC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4">
              <a:extLst>
                <a:ext uri="{FF2B5EF4-FFF2-40B4-BE49-F238E27FC236}">
                  <a16:creationId xmlns:a16="http://schemas.microsoft.com/office/drawing/2014/main" id="{D4815156-4901-D862-C41E-D99EC1053822}"/>
                </a:ext>
              </a:extLst>
            </p:cNvPr>
            <p:cNvSpPr/>
            <p:nvPr/>
          </p:nvSpPr>
          <p:spPr>
            <a:xfrm>
              <a:off x="4166869" y="480186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FEB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5">
              <a:extLst>
                <a:ext uri="{FF2B5EF4-FFF2-40B4-BE49-F238E27FC236}">
                  <a16:creationId xmlns:a16="http://schemas.microsoft.com/office/drawing/2014/main" id="{7322088C-085C-B7DA-A448-962F852B15EB}"/>
                </a:ext>
              </a:extLst>
            </p:cNvPr>
            <p:cNvSpPr/>
            <p:nvPr/>
          </p:nvSpPr>
          <p:spPr>
            <a:xfrm>
              <a:off x="4166869" y="484123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FE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16">
              <a:extLst>
                <a:ext uri="{FF2B5EF4-FFF2-40B4-BE49-F238E27FC236}">
                  <a16:creationId xmlns:a16="http://schemas.microsoft.com/office/drawing/2014/main" id="{3AAB678F-2698-1BF6-DD63-232A65C62C50}"/>
                </a:ext>
              </a:extLst>
            </p:cNvPr>
            <p:cNvSpPr/>
            <p:nvPr/>
          </p:nvSpPr>
          <p:spPr>
            <a:xfrm>
              <a:off x="4166869" y="488060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EEA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17">
              <a:extLst>
                <a:ext uri="{FF2B5EF4-FFF2-40B4-BE49-F238E27FC236}">
                  <a16:creationId xmlns:a16="http://schemas.microsoft.com/office/drawing/2014/main" id="{6108310C-BA3F-1962-38FE-E09F3FD30FD0}"/>
                </a:ext>
              </a:extLst>
            </p:cNvPr>
            <p:cNvSpPr/>
            <p:nvPr/>
          </p:nvSpPr>
          <p:spPr>
            <a:xfrm>
              <a:off x="4166869" y="491997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EEA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8">
              <a:extLst>
                <a:ext uri="{FF2B5EF4-FFF2-40B4-BE49-F238E27FC236}">
                  <a16:creationId xmlns:a16="http://schemas.microsoft.com/office/drawing/2014/main" id="{B24D9633-6CFC-5E91-8988-1A8DD51CB4CD}"/>
                </a:ext>
              </a:extLst>
            </p:cNvPr>
            <p:cNvSpPr/>
            <p:nvPr/>
          </p:nvSpPr>
          <p:spPr>
            <a:xfrm>
              <a:off x="4166869" y="495934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EE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19">
              <a:extLst>
                <a:ext uri="{FF2B5EF4-FFF2-40B4-BE49-F238E27FC236}">
                  <a16:creationId xmlns:a16="http://schemas.microsoft.com/office/drawing/2014/main" id="{AA77B7B6-C533-8125-3C2C-E29982E0A005}"/>
                </a:ext>
              </a:extLst>
            </p:cNvPr>
            <p:cNvSpPr/>
            <p:nvPr/>
          </p:nvSpPr>
          <p:spPr>
            <a:xfrm>
              <a:off x="4166869" y="499871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DE9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0">
              <a:extLst>
                <a:ext uri="{FF2B5EF4-FFF2-40B4-BE49-F238E27FC236}">
                  <a16:creationId xmlns:a16="http://schemas.microsoft.com/office/drawing/2014/main" id="{281D57DB-77C2-AC84-113C-AD2FCE9C58C1}"/>
                </a:ext>
              </a:extLst>
            </p:cNvPr>
            <p:cNvSpPr/>
            <p:nvPr/>
          </p:nvSpPr>
          <p:spPr>
            <a:xfrm>
              <a:off x="4166869" y="503808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DE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1">
              <a:extLst>
                <a:ext uri="{FF2B5EF4-FFF2-40B4-BE49-F238E27FC236}">
                  <a16:creationId xmlns:a16="http://schemas.microsoft.com/office/drawing/2014/main" id="{75C4DCC1-EDBB-B43D-C579-923C415EC8C9}"/>
                </a:ext>
              </a:extLst>
            </p:cNvPr>
            <p:cNvSpPr/>
            <p:nvPr/>
          </p:nvSpPr>
          <p:spPr>
            <a:xfrm>
              <a:off x="4166869" y="507745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DE8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2">
              <a:extLst>
                <a:ext uri="{FF2B5EF4-FFF2-40B4-BE49-F238E27FC236}">
                  <a16:creationId xmlns:a16="http://schemas.microsoft.com/office/drawing/2014/main" id="{9C0697E9-685E-A92E-8F4A-9EB53EB7B357}"/>
                </a:ext>
              </a:extLst>
            </p:cNvPr>
            <p:cNvSpPr/>
            <p:nvPr/>
          </p:nvSpPr>
          <p:spPr>
            <a:xfrm>
              <a:off x="4166869" y="511682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CE7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3">
              <a:extLst>
                <a:ext uri="{FF2B5EF4-FFF2-40B4-BE49-F238E27FC236}">
                  <a16:creationId xmlns:a16="http://schemas.microsoft.com/office/drawing/2014/main" id="{0D214E81-1557-3258-9A94-AE55A228A74C}"/>
                </a:ext>
              </a:extLst>
            </p:cNvPr>
            <p:cNvSpPr/>
            <p:nvPr/>
          </p:nvSpPr>
          <p:spPr>
            <a:xfrm>
              <a:off x="4166869" y="515619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CE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4">
              <a:extLst>
                <a:ext uri="{FF2B5EF4-FFF2-40B4-BE49-F238E27FC236}">
                  <a16:creationId xmlns:a16="http://schemas.microsoft.com/office/drawing/2014/main" id="{87E8D623-2704-F9BA-7861-D36CF330405F}"/>
                </a:ext>
              </a:extLst>
            </p:cNvPr>
            <p:cNvSpPr/>
            <p:nvPr/>
          </p:nvSpPr>
          <p:spPr>
            <a:xfrm>
              <a:off x="4166869" y="519556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BE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5">
              <a:extLst>
                <a:ext uri="{FF2B5EF4-FFF2-40B4-BE49-F238E27FC236}">
                  <a16:creationId xmlns:a16="http://schemas.microsoft.com/office/drawing/2014/main" id="{79C72354-BEDD-6387-A385-BDAB714CEBB8}"/>
                </a:ext>
              </a:extLst>
            </p:cNvPr>
            <p:cNvSpPr/>
            <p:nvPr/>
          </p:nvSpPr>
          <p:spPr>
            <a:xfrm>
              <a:off x="4166869" y="523493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BE6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6">
              <a:extLst>
                <a:ext uri="{FF2B5EF4-FFF2-40B4-BE49-F238E27FC236}">
                  <a16:creationId xmlns:a16="http://schemas.microsoft.com/office/drawing/2014/main" id="{B6C104FA-83F3-824F-56CF-593015A110B7}"/>
                </a:ext>
              </a:extLst>
            </p:cNvPr>
            <p:cNvSpPr/>
            <p:nvPr/>
          </p:nvSpPr>
          <p:spPr>
            <a:xfrm>
              <a:off x="4166869" y="527430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B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7">
              <a:extLst>
                <a:ext uri="{FF2B5EF4-FFF2-40B4-BE49-F238E27FC236}">
                  <a16:creationId xmlns:a16="http://schemas.microsoft.com/office/drawing/2014/main" id="{3F312589-2B9F-ED82-9A90-134B6E7216B3}"/>
                </a:ext>
              </a:extLst>
            </p:cNvPr>
            <p:cNvSpPr/>
            <p:nvPr/>
          </p:nvSpPr>
          <p:spPr>
            <a:xfrm>
              <a:off x="4166869" y="531367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A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8">
              <a:extLst>
                <a:ext uri="{FF2B5EF4-FFF2-40B4-BE49-F238E27FC236}">
                  <a16:creationId xmlns:a16="http://schemas.microsoft.com/office/drawing/2014/main" id="{88C8E7D6-41C3-B23D-9548-EACB4AEAF229}"/>
                </a:ext>
              </a:extLst>
            </p:cNvPr>
            <p:cNvSpPr/>
            <p:nvPr/>
          </p:nvSpPr>
          <p:spPr>
            <a:xfrm>
              <a:off x="4166869" y="535304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AE4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29">
              <a:extLst>
                <a:ext uri="{FF2B5EF4-FFF2-40B4-BE49-F238E27FC236}">
                  <a16:creationId xmlns:a16="http://schemas.microsoft.com/office/drawing/2014/main" id="{F655E581-7A49-222D-6610-D86EC54922B7}"/>
                </a:ext>
              </a:extLst>
            </p:cNvPr>
            <p:cNvSpPr/>
            <p:nvPr/>
          </p:nvSpPr>
          <p:spPr>
            <a:xfrm>
              <a:off x="4166869" y="539241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9E4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0">
              <a:extLst>
                <a:ext uri="{FF2B5EF4-FFF2-40B4-BE49-F238E27FC236}">
                  <a16:creationId xmlns:a16="http://schemas.microsoft.com/office/drawing/2014/main" id="{D14405DF-050D-369D-29D0-0B3F26234E22}"/>
                </a:ext>
              </a:extLst>
            </p:cNvPr>
            <p:cNvSpPr/>
            <p:nvPr/>
          </p:nvSpPr>
          <p:spPr>
            <a:xfrm>
              <a:off x="4166869" y="543178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9E4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1">
              <a:extLst>
                <a:ext uri="{FF2B5EF4-FFF2-40B4-BE49-F238E27FC236}">
                  <a16:creationId xmlns:a16="http://schemas.microsoft.com/office/drawing/2014/main" id="{FE8C18CE-54F4-E30E-3A61-AF37C79B58CC}"/>
                </a:ext>
              </a:extLst>
            </p:cNvPr>
            <p:cNvSpPr/>
            <p:nvPr/>
          </p:nvSpPr>
          <p:spPr>
            <a:xfrm>
              <a:off x="4166869" y="5471159"/>
              <a:ext cx="2112010" cy="40640"/>
            </a:xfrm>
            <a:custGeom>
              <a:avLst/>
              <a:gdLst/>
              <a:ahLst/>
              <a:cxnLst/>
              <a:rect l="l" t="t" r="r" b="b"/>
              <a:pathLst>
                <a:path w="2112010" h="40639">
                  <a:moveTo>
                    <a:pt x="2112009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2112009" y="4063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9E3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2">
              <a:extLst>
                <a:ext uri="{FF2B5EF4-FFF2-40B4-BE49-F238E27FC236}">
                  <a16:creationId xmlns:a16="http://schemas.microsoft.com/office/drawing/2014/main" id="{DB24BFD0-4114-0F89-852E-26B31AD68A5F}"/>
                </a:ext>
              </a:extLst>
            </p:cNvPr>
            <p:cNvSpPr/>
            <p:nvPr/>
          </p:nvSpPr>
          <p:spPr>
            <a:xfrm>
              <a:off x="4166869" y="5511799"/>
              <a:ext cx="2112010" cy="38100"/>
            </a:xfrm>
            <a:custGeom>
              <a:avLst/>
              <a:gdLst/>
              <a:ahLst/>
              <a:cxnLst/>
              <a:rect l="l" t="t" r="r" b="b"/>
              <a:pathLst>
                <a:path w="2112010" h="38100">
                  <a:moveTo>
                    <a:pt x="2112009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2112009" y="3810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8E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3">
              <a:extLst>
                <a:ext uri="{FF2B5EF4-FFF2-40B4-BE49-F238E27FC236}">
                  <a16:creationId xmlns:a16="http://schemas.microsoft.com/office/drawing/2014/main" id="{2431842B-4FB3-4587-4C3B-C4F7EA5A4771}"/>
                </a:ext>
              </a:extLst>
            </p:cNvPr>
            <p:cNvSpPr/>
            <p:nvPr/>
          </p:nvSpPr>
          <p:spPr>
            <a:xfrm>
              <a:off x="4166869" y="5549899"/>
              <a:ext cx="2112010" cy="40640"/>
            </a:xfrm>
            <a:custGeom>
              <a:avLst/>
              <a:gdLst/>
              <a:ahLst/>
              <a:cxnLst/>
              <a:rect l="l" t="t" r="r" b="b"/>
              <a:pathLst>
                <a:path w="2112010" h="40639">
                  <a:moveTo>
                    <a:pt x="2112009" y="0"/>
                  </a:moveTo>
                  <a:lnTo>
                    <a:pt x="0" y="0"/>
                  </a:lnTo>
                  <a:lnTo>
                    <a:pt x="0" y="40640"/>
                  </a:lnTo>
                  <a:lnTo>
                    <a:pt x="2112009" y="4064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8E2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4">
              <a:extLst>
                <a:ext uri="{FF2B5EF4-FFF2-40B4-BE49-F238E27FC236}">
                  <a16:creationId xmlns:a16="http://schemas.microsoft.com/office/drawing/2014/main" id="{67AF490D-001F-D81C-5D0C-2178CE7B5265}"/>
                </a:ext>
              </a:extLst>
            </p:cNvPr>
            <p:cNvSpPr/>
            <p:nvPr/>
          </p:nvSpPr>
          <p:spPr>
            <a:xfrm>
              <a:off x="4166869" y="559053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8E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5">
              <a:extLst>
                <a:ext uri="{FF2B5EF4-FFF2-40B4-BE49-F238E27FC236}">
                  <a16:creationId xmlns:a16="http://schemas.microsoft.com/office/drawing/2014/main" id="{30907CA6-1411-484C-2C70-32503E322920}"/>
                </a:ext>
              </a:extLst>
            </p:cNvPr>
            <p:cNvSpPr/>
            <p:nvPr/>
          </p:nvSpPr>
          <p:spPr>
            <a:xfrm>
              <a:off x="4166869" y="562990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7E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36">
              <a:extLst>
                <a:ext uri="{FF2B5EF4-FFF2-40B4-BE49-F238E27FC236}">
                  <a16:creationId xmlns:a16="http://schemas.microsoft.com/office/drawing/2014/main" id="{E7F0BC52-5311-3B8C-763A-43F5BFEEE731}"/>
                </a:ext>
              </a:extLst>
            </p:cNvPr>
            <p:cNvSpPr/>
            <p:nvPr/>
          </p:nvSpPr>
          <p:spPr>
            <a:xfrm>
              <a:off x="4166869" y="566927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7E1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37">
              <a:extLst>
                <a:ext uri="{FF2B5EF4-FFF2-40B4-BE49-F238E27FC236}">
                  <a16:creationId xmlns:a16="http://schemas.microsoft.com/office/drawing/2014/main" id="{866C188E-0DC3-07B2-5291-ADC65770EEC8}"/>
                </a:ext>
              </a:extLst>
            </p:cNvPr>
            <p:cNvSpPr/>
            <p:nvPr/>
          </p:nvSpPr>
          <p:spPr>
            <a:xfrm>
              <a:off x="4166869" y="570864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6E0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38">
              <a:extLst>
                <a:ext uri="{FF2B5EF4-FFF2-40B4-BE49-F238E27FC236}">
                  <a16:creationId xmlns:a16="http://schemas.microsoft.com/office/drawing/2014/main" id="{52C4DB01-59F4-58C0-52C9-C2DA276D0DF2}"/>
                </a:ext>
              </a:extLst>
            </p:cNvPr>
            <p:cNvSpPr/>
            <p:nvPr/>
          </p:nvSpPr>
          <p:spPr>
            <a:xfrm>
              <a:off x="4166869" y="574801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6E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39">
              <a:extLst>
                <a:ext uri="{FF2B5EF4-FFF2-40B4-BE49-F238E27FC236}">
                  <a16:creationId xmlns:a16="http://schemas.microsoft.com/office/drawing/2014/main" id="{3FC21912-4DF2-0786-88F9-1100B5B0CEFC}"/>
                </a:ext>
              </a:extLst>
            </p:cNvPr>
            <p:cNvSpPr/>
            <p:nvPr/>
          </p:nvSpPr>
          <p:spPr>
            <a:xfrm>
              <a:off x="4166869" y="578738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6D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0">
              <a:extLst>
                <a:ext uri="{FF2B5EF4-FFF2-40B4-BE49-F238E27FC236}">
                  <a16:creationId xmlns:a16="http://schemas.microsoft.com/office/drawing/2014/main" id="{C6D0107B-5BD9-C0C7-1364-B0DB2196829A}"/>
                </a:ext>
              </a:extLst>
            </p:cNvPr>
            <p:cNvSpPr/>
            <p:nvPr/>
          </p:nvSpPr>
          <p:spPr>
            <a:xfrm>
              <a:off x="4166869" y="582675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5D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1">
              <a:extLst>
                <a:ext uri="{FF2B5EF4-FFF2-40B4-BE49-F238E27FC236}">
                  <a16:creationId xmlns:a16="http://schemas.microsoft.com/office/drawing/2014/main" id="{77190A7F-12A7-962C-EDA9-C250110FF9E4}"/>
                </a:ext>
              </a:extLst>
            </p:cNvPr>
            <p:cNvSpPr/>
            <p:nvPr/>
          </p:nvSpPr>
          <p:spPr>
            <a:xfrm>
              <a:off x="4166869" y="586612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5DE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2">
              <a:extLst>
                <a:ext uri="{FF2B5EF4-FFF2-40B4-BE49-F238E27FC236}">
                  <a16:creationId xmlns:a16="http://schemas.microsoft.com/office/drawing/2014/main" id="{542DE448-DD54-D9DE-A720-C431172523EA}"/>
                </a:ext>
              </a:extLst>
            </p:cNvPr>
            <p:cNvSpPr/>
            <p:nvPr/>
          </p:nvSpPr>
          <p:spPr>
            <a:xfrm>
              <a:off x="4166869" y="590549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4DE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3">
              <a:extLst>
                <a:ext uri="{FF2B5EF4-FFF2-40B4-BE49-F238E27FC236}">
                  <a16:creationId xmlns:a16="http://schemas.microsoft.com/office/drawing/2014/main" id="{3539FD12-0678-B952-E2C6-AF29CFBCD171}"/>
                </a:ext>
              </a:extLst>
            </p:cNvPr>
            <p:cNvSpPr/>
            <p:nvPr/>
          </p:nvSpPr>
          <p:spPr>
            <a:xfrm>
              <a:off x="4166869" y="594486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4DD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4">
              <a:extLst>
                <a:ext uri="{FF2B5EF4-FFF2-40B4-BE49-F238E27FC236}">
                  <a16:creationId xmlns:a16="http://schemas.microsoft.com/office/drawing/2014/main" id="{66487760-DCFC-2DE2-BDB8-AECE4DF23E4E}"/>
                </a:ext>
              </a:extLst>
            </p:cNvPr>
            <p:cNvSpPr/>
            <p:nvPr/>
          </p:nvSpPr>
          <p:spPr>
            <a:xfrm>
              <a:off x="4166869" y="598423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4DD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5">
              <a:extLst>
                <a:ext uri="{FF2B5EF4-FFF2-40B4-BE49-F238E27FC236}">
                  <a16:creationId xmlns:a16="http://schemas.microsoft.com/office/drawing/2014/main" id="{65002FED-B2BB-4123-0299-71865C4D61D4}"/>
                </a:ext>
              </a:extLst>
            </p:cNvPr>
            <p:cNvSpPr/>
            <p:nvPr/>
          </p:nvSpPr>
          <p:spPr>
            <a:xfrm>
              <a:off x="4166869" y="602360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3DC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46">
              <a:extLst>
                <a:ext uri="{FF2B5EF4-FFF2-40B4-BE49-F238E27FC236}">
                  <a16:creationId xmlns:a16="http://schemas.microsoft.com/office/drawing/2014/main" id="{437841C2-A6C7-B579-7411-C904A27FAC45}"/>
                </a:ext>
              </a:extLst>
            </p:cNvPr>
            <p:cNvSpPr/>
            <p:nvPr/>
          </p:nvSpPr>
          <p:spPr>
            <a:xfrm>
              <a:off x="4166869" y="606297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3D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47">
              <a:extLst>
                <a:ext uri="{FF2B5EF4-FFF2-40B4-BE49-F238E27FC236}">
                  <a16:creationId xmlns:a16="http://schemas.microsoft.com/office/drawing/2014/main" id="{7CB371A3-0B0E-A967-62AB-E922C6DDAD7A}"/>
                </a:ext>
              </a:extLst>
            </p:cNvPr>
            <p:cNvSpPr/>
            <p:nvPr/>
          </p:nvSpPr>
          <p:spPr>
            <a:xfrm>
              <a:off x="4166869" y="610234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112009" y="3937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3D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48">
              <a:extLst>
                <a:ext uri="{FF2B5EF4-FFF2-40B4-BE49-F238E27FC236}">
                  <a16:creationId xmlns:a16="http://schemas.microsoft.com/office/drawing/2014/main" id="{7EEC780A-81E4-59F5-67F8-D6D0B02FD1FF}"/>
                </a:ext>
              </a:extLst>
            </p:cNvPr>
            <p:cNvSpPr/>
            <p:nvPr/>
          </p:nvSpPr>
          <p:spPr>
            <a:xfrm>
              <a:off x="4166869" y="614171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09" y="0"/>
                  </a:moveTo>
                  <a:lnTo>
                    <a:pt x="0" y="0"/>
                  </a:lnTo>
                  <a:lnTo>
                    <a:pt x="0" y="39369"/>
                  </a:lnTo>
                  <a:lnTo>
                    <a:pt x="2112009" y="3936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2D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49">
              <a:extLst>
                <a:ext uri="{FF2B5EF4-FFF2-40B4-BE49-F238E27FC236}">
                  <a16:creationId xmlns:a16="http://schemas.microsoft.com/office/drawing/2014/main" id="{D810DC81-6CC5-BF16-E04E-7A6AC0CD960F}"/>
                </a:ext>
              </a:extLst>
            </p:cNvPr>
            <p:cNvSpPr/>
            <p:nvPr/>
          </p:nvSpPr>
          <p:spPr>
            <a:xfrm>
              <a:off x="4166870" y="6181089"/>
              <a:ext cx="2112010" cy="39370"/>
            </a:xfrm>
            <a:custGeom>
              <a:avLst/>
              <a:gdLst/>
              <a:ahLst/>
              <a:cxnLst/>
              <a:rect l="l" t="t" r="r" b="b"/>
              <a:pathLst>
                <a:path w="2112010" h="39370">
                  <a:moveTo>
                    <a:pt x="2112010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1270" y="11430"/>
                  </a:lnTo>
                  <a:lnTo>
                    <a:pt x="1270" y="24130"/>
                  </a:lnTo>
                  <a:lnTo>
                    <a:pt x="2540" y="24130"/>
                  </a:lnTo>
                  <a:lnTo>
                    <a:pt x="2540" y="25400"/>
                  </a:lnTo>
                  <a:lnTo>
                    <a:pt x="2540" y="29210"/>
                  </a:lnTo>
                  <a:lnTo>
                    <a:pt x="3810" y="29210"/>
                  </a:lnTo>
                  <a:lnTo>
                    <a:pt x="3810" y="34290"/>
                  </a:lnTo>
                  <a:lnTo>
                    <a:pt x="3810" y="35560"/>
                  </a:lnTo>
                  <a:lnTo>
                    <a:pt x="5080" y="35560"/>
                  </a:lnTo>
                  <a:lnTo>
                    <a:pt x="5080" y="39370"/>
                  </a:lnTo>
                  <a:lnTo>
                    <a:pt x="2109470" y="39370"/>
                  </a:lnTo>
                  <a:lnTo>
                    <a:pt x="2109470" y="35560"/>
                  </a:lnTo>
                  <a:lnTo>
                    <a:pt x="2109470" y="34290"/>
                  </a:lnTo>
                  <a:lnTo>
                    <a:pt x="2110727" y="34290"/>
                  </a:lnTo>
                  <a:lnTo>
                    <a:pt x="2110727" y="29210"/>
                  </a:lnTo>
                  <a:lnTo>
                    <a:pt x="2110740" y="25400"/>
                  </a:lnTo>
                  <a:lnTo>
                    <a:pt x="2112010" y="25400"/>
                  </a:lnTo>
                  <a:lnTo>
                    <a:pt x="2112010" y="24130"/>
                  </a:lnTo>
                  <a:lnTo>
                    <a:pt x="2112010" y="11430"/>
                  </a:lnTo>
                  <a:lnTo>
                    <a:pt x="2112010" y="0"/>
                  </a:lnTo>
                  <a:close/>
                </a:path>
              </a:pathLst>
            </a:custGeom>
            <a:solidFill>
              <a:srgbClr val="E2D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0">
              <a:extLst>
                <a:ext uri="{FF2B5EF4-FFF2-40B4-BE49-F238E27FC236}">
                  <a16:creationId xmlns:a16="http://schemas.microsoft.com/office/drawing/2014/main" id="{185EDAF5-7DE6-50C7-FC1C-324D2C14B10E}"/>
                </a:ext>
              </a:extLst>
            </p:cNvPr>
            <p:cNvSpPr/>
            <p:nvPr/>
          </p:nvSpPr>
          <p:spPr>
            <a:xfrm>
              <a:off x="4171950" y="6220459"/>
              <a:ext cx="2104390" cy="39370"/>
            </a:xfrm>
            <a:custGeom>
              <a:avLst/>
              <a:gdLst/>
              <a:ahLst/>
              <a:cxnLst/>
              <a:rect l="l" t="t" r="r" b="b"/>
              <a:pathLst>
                <a:path w="2104390" h="39370">
                  <a:moveTo>
                    <a:pt x="2090420" y="36830"/>
                  </a:moveTo>
                  <a:lnTo>
                    <a:pt x="12700" y="36830"/>
                  </a:lnTo>
                  <a:lnTo>
                    <a:pt x="12700" y="38100"/>
                  </a:lnTo>
                  <a:lnTo>
                    <a:pt x="13970" y="38100"/>
                  </a:lnTo>
                  <a:lnTo>
                    <a:pt x="13970" y="39370"/>
                  </a:lnTo>
                  <a:lnTo>
                    <a:pt x="2089150" y="39370"/>
                  </a:lnTo>
                  <a:lnTo>
                    <a:pt x="2089150" y="38100"/>
                  </a:lnTo>
                  <a:lnTo>
                    <a:pt x="2090420" y="38100"/>
                  </a:lnTo>
                  <a:lnTo>
                    <a:pt x="2090420" y="36830"/>
                  </a:lnTo>
                  <a:close/>
                </a:path>
                <a:path w="2104390" h="39370">
                  <a:moveTo>
                    <a:pt x="2095500" y="24130"/>
                  </a:moveTo>
                  <a:lnTo>
                    <a:pt x="7620" y="24130"/>
                  </a:lnTo>
                  <a:lnTo>
                    <a:pt x="7620" y="25400"/>
                  </a:lnTo>
                  <a:lnTo>
                    <a:pt x="8890" y="25400"/>
                  </a:lnTo>
                  <a:lnTo>
                    <a:pt x="8890" y="27940"/>
                  </a:lnTo>
                  <a:lnTo>
                    <a:pt x="8890" y="30480"/>
                  </a:lnTo>
                  <a:lnTo>
                    <a:pt x="10160" y="30480"/>
                  </a:lnTo>
                  <a:lnTo>
                    <a:pt x="10160" y="34290"/>
                  </a:lnTo>
                  <a:lnTo>
                    <a:pt x="11430" y="34290"/>
                  </a:lnTo>
                  <a:lnTo>
                    <a:pt x="11430" y="35560"/>
                  </a:lnTo>
                  <a:lnTo>
                    <a:pt x="11430" y="36830"/>
                  </a:lnTo>
                  <a:lnTo>
                    <a:pt x="12700" y="36830"/>
                  </a:lnTo>
                  <a:lnTo>
                    <a:pt x="12700" y="35560"/>
                  </a:lnTo>
                  <a:lnTo>
                    <a:pt x="2090420" y="35560"/>
                  </a:lnTo>
                  <a:lnTo>
                    <a:pt x="2090420" y="36830"/>
                  </a:lnTo>
                  <a:lnTo>
                    <a:pt x="2091690" y="36830"/>
                  </a:lnTo>
                  <a:lnTo>
                    <a:pt x="2091690" y="35560"/>
                  </a:lnTo>
                  <a:lnTo>
                    <a:pt x="2091690" y="34290"/>
                  </a:lnTo>
                  <a:lnTo>
                    <a:pt x="2092960" y="34290"/>
                  </a:lnTo>
                  <a:lnTo>
                    <a:pt x="2092960" y="30480"/>
                  </a:lnTo>
                  <a:lnTo>
                    <a:pt x="2094230" y="30480"/>
                  </a:lnTo>
                  <a:lnTo>
                    <a:pt x="2094230" y="27940"/>
                  </a:lnTo>
                  <a:lnTo>
                    <a:pt x="2095500" y="27940"/>
                  </a:lnTo>
                  <a:lnTo>
                    <a:pt x="2095500" y="25400"/>
                  </a:lnTo>
                  <a:lnTo>
                    <a:pt x="2095500" y="24130"/>
                  </a:lnTo>
                  <a:close/>
                </a:path>
                <a:path w="2104390" h="39370">
                  <a:moveTo>
                    <a:pt x="2096770" y="20320"/>
                  </a:moveTo>
                  <a:lnTo>
                    <a:pt x="6350" y="20320"/>
                  </a:lnTo>
                  <a:lnTo>
                    <a:pt x="6350" y="22860"/>
                  </a:lnTo>
                  <a:lnTo>
                    <a:pt x="6350" y="24130"/>
                  </a:lnTo>
                  <a:lnTo>
                    <a:pt x="7620" y="24130"/>
                  </a:lnTo>
                  <a:lnTo>
                    <a:pt x="7620" y="22860"/>
                  </a:lnTo>
                  <a:lnTo>
                    <a:pt x="2095500" y="22860"/>
                  </a:lnTo>
                  <a:lnTo>
                    <a:pt x="2095500" y="24130"/>
                  </a:lnTo>
                  <a:lnTo>
                    <a:pt x="2096770" y="24130"/>
                  </a:lnTo>
                  <a:lnTo>
                    <a:pt x="2096770" y="22860"/>
                  </a:lnTo>
                  <a:lnTo>
                    <a:pt x="2096770" y="20320"/>
                  </a:lnTo>
                  <a:close/>
                </a:path>
                <a:path w="2104390" h="39370">
                  <a:moveTo>
                    <a:pt x="21043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5080"/>
                  </a:lnTo>
                  <a:lnTo>
                    <a:pt x="1270" y="6350"/>
                  </a:lnTo>
                  <a:lnTo>
                    <a:pt x="2540" y="6350"/>
                  </a:lnTo>
                  <a:lnTo>
                    <a:pt x="2540" y="8890"/>
                  </a:lnTo>
                  <a:lnTo>
                    <a:pt x="2540" y="10160"/>
                  </a:lnTo>
                  <a:lnTo>
                    <a:pt x="3810" y="10160"/>
                  </a:lnTo>
                  <a:lnTo>
                    <a:pt x="3810" y="11430"/>
                  </a:lnTo>
                  <a:lnTo>
                    <a:pt x="3810" y="15240"/>
                  </a:lnTo>
                  <a:lnTo>
                    <a:pt x="5080" y="15240"/>
                  </a:lnTo>
                  <a:lnTo>
                    <a:pt x="5080" y="19050"/>
                  </a:lnTo>
                  <a:lnTo>
                    <a:pt x="2098040" y="19050"/>
                  </a:lnTo>
                  <a:lnTo>
                    <a:pt x="2098040" y="15240"/>
                  </a:lnTo>
                  <a:lnTo>
                    <a:pt x="2099310" y="15240"/>
                  </a:lnTo>
                  <a:lnTo>
                    <a:pt x="2099310" y="11430"/>
                  </a:lnTo>
                  <a:lnTo>
                    <a:pt x="2100580" y="11430"/>
                  </a:lnTo>
                  <a:lnTo>
                    <a:pt x="2100580" y="10160"/>
                  </a:lnTo>
                  <a:lnTo>
                    <a:pt x="2100580" y="8890"/>
                  </a:lnTo>
                  <a:lnTo>
                    <a:pt x="2101850" y="8890"/>
                  </a:lnTo>
                  <a:lnTo>
                    <a:pt x="2101850" y="6350"/>
                  </a:lnTo>
                  <a:lnTo>
                    <a:pt x="2101850" y="5080"/>
                  </a:lnTo>
                  <a:lnTo>
                    <a:pt x="2103120" y="5080"/>
                  </a:lnTo>
                  <a:lnTo>
                    <a:pt x="2103120" y="1270"/>
                  </a:lnTo>
                  <a:lnTo>
                    <a:pt x="2104390" y="1270"/>
                  </a:lnTo>
                  <a:lnTo>
                    <a:pt x="2104390" y="0"/>
                  </a:lnTo>
                  <a:close/>
                </a:path>
              </a:pathLst>
            </a:custGeom>
            <a:solidFill>
              <a:srgbClr val="E1D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1">
              <a:extLst>
                <a:ext uri="{FF2B5EF4-FFF2-40B4-BE49-F238E27FC236}">
                  <a16:creationId xmlns:a16="http://schemas.microsoft.com/office/drawing/2014/main" id="{33F50586-99F8-7882-3270-9B19E5B64538}"/>
                </a:ext>
              </a:extLst>
            </p:cNvPr>
            <p:cNvSpPr/>
            <p:nvPr/>
          </p:nvSpPr>
          <p:spPr>
            <a:xfrm>
              <a:off x="4185920" y="6259829"/>
              <a:ext cx="2075180" cy="39370"/>
            </a:xfrm>
            <a:custGeom>
              <a:avLst/>
              <a:gdLst/>
              <a:ahLst/>
              <a:cxnLst/>
              <a:rect l="l" t="t" r="r" b="b"/>
              <a:pathLst>
                <a:path w="2075179" h="39370">
                  <a:moveTo>
                    <a:pt x="2051050" y="36830"/>
                  </a:moveTo>
                  <a:lnTo>
                    <a:pt x="24130" y="36830"/>
                  </a:lnTo>
                  <a:lnTo>
                    <a:pt x="24130" y="39370"/>
                  </a:lnTo>
                  <a:lnTo>
                    <a:pt x="2051050" y="39370"/>
                  </a:lnTo>
                  <a:lnTo>
                    <a:pt x="2051050" y="36830"/>
                  </a:lnTo>
                  <a:close/>
                </a:path>
                <a:path w="2075179" h="39370">
                  <a:moveTo>
                    <a:pt x="2056130" y="30480"/>
                  </a:moveTo>
                  <a:lnTo>
                    <a:pt x="19050" y="30480"/>
                  </a:lnTo>
                  <a:lnTo>
                    <a:pt x="19050" y="33020"/>
                  </a:lnTo>
                  <a:lnTo>
                    <a:pt x="20320" y="33020"/>
                  </a:lnTo>
                  <a:lnTo>
                    <a:pt x="20320" y="34290"/>
                  </a:lnTo>
                  <a:lnTo>
                    <a:pt x="20320" y="35560"/>
                  </a:lnTo>
                  <a:lnTo>
                    <a:pt x="21590" y="35560"/>
                  </a:lnTo>
                  <a:lnTo>
                    <a:pt x="21590" y="36830"/>
                  </a:lnTo>
                  <a:lnTo>
                    <a:pt x="22860" y="36830"/>
                  </a:lnTo>
                  <a:lnTo>
                    <a:pt x="22860" y="35560"/>
                  </a:lnTo>
                  <a:lnTo>
                    <a:pt x="2052320" y="35560"/>
                  </a:lnTo>
                  <a:lnTo>
                    <a:pt x="2052320" y="36830"/>
                  </a:lnTo>
                  <a:lnTo>
                    <a:pt x="2053590" y="36830"/>
                  </a:lnTo>
                  <a:lnTo>
                    <a:pt x="2053590" y="35560"/>
                  </a:lnTo>
                  <a:lnTo>
                    <a:pt x="2054860" y="35560"/>
                  </a:lnTo>
                  <a:lnTo>
                    <a:pt x="2054860" y="34290"/>
                  </a:lnTo>
                  <a:lnTo>
                    <a:pt x="2056130" y="34290"/>
                  </a:lnTo>
                  <a:lnTo>
                    <a:pt x="2056130" y="33020"/>
                  </a:lnTo>
                  <a:lnTo>
                    <a:pt x="2056130" y="30480"/>
                  </a:lnTo>
                  <a:close/>
                </a:path>
                <a:path w="2075179" h="39370">
                  <a:moveTo>
                    <a:pt x="2061210" y="24130"/>
                  </a:moveTo>
                  <a:lnTo>
                    <a:pt x="13970" y="24130"/>
                  </a:lnTo>
                  <a:lnTo>
                    <a:pt x="13970" y="26670"/>
                  </a:lnTo>
                  <a:lnTo>
                    <a:pt x="15240" y="26670"/>
                  </a:lnTo>
                  <a:lnTo>
                    <a:pt x="15240" y="29210"/>
                  </a:lnTo>
                  <a:lnTo>
                    <a:pt x="16510" y="29210"/>
                  </a:lnTo>
                  <a:lnTo>
                    <a:pt x="16510" y="30480"/>
                  </a:lnTo>
                  <a:lnTo>
                    <a:pt x="17780" y="30480"/>
                  </a:lnTo>
                  <a:lnTo>
                    <a:pt x="17780" y="29210"/>
                  </a:lnTo>
                  <a:lnTo>
                    <a:pt x="2057400" y="29210"/>
                  </a:lnTo>
                  <a:lnTo>
                    <a:pt x="2057400" y="30480"/>
                  </a:lnTo>
                  <a:lnTo>
                    <a:pt x="2058670" y="30480"/>
                  </a:lnTo>
                  <a:lnTo>
                    <a:pt x="2058670" y="29210"/>
                  </a:lnTo>
                  <a:lnTo>
                    <a:pt x="2059940" y="29210"/>
                  </a:lnTo>
                  <a:lnTo>
                    <a:pt x="2059940" y="26670"/>
                  </a:lnTo>
                  <a:lnTo>
                    <a:pt x="2061210" y="26670"/>
                  </a:lnTo>
                  <a:lnTo>
                    <a:pt x="2061210" y="24130"/>
                  </a:lnTo>
                  <a:close/>
                </a:path>
                <a:path w="2075179" h="39370">
                  <a:moveTo>
                    <a:pt x="2066277" y="16510"/>
                  </a:moveTo>
                  <a:lnTo>
                    <a:pt x="10160" y="16510"/>
                  </a:lnTo>
                  <a:lnTo>
                    <a:pt x="10160" y="17780"/>
                  </a:lnTo>
                  <a:lnTo>
                    <a:pt x="11430" y="17780"/>
                  </a:lnTo>
                  <a:lnTo>
                    <a:pt x="11430" y="20320"/>
                  </a:lnTo>
                  <a:lnTo>
                    <a:pt x="11430" y="21590"/>
                  </a:lnTo>
                  <a:lnTo>
                    <a:pt x="12700" y="21590"/>
                  </a:lnTo>
                  <a:lnTo>
                    <a:pt x="12700" y="22860"/>
                  </a:lnTo>
                  <a:lnTo>
                    <a:pt x="12700" y="24130"/>
                  </a:lnTo>
                  <a:lnTo>
                    <a:pt x="13970" y="24130"/>
                  </a:lnTo>
                  <a:lnTo>
                    <a:pt x="13970" y="22860"/>
                  </a:lnTo>
                  <a:lnTo>
                    <a:pt x="2061210" y="22860"/>
                  </a:lnTo>
                  <a:lnTo>
                    <a:pt x="2061210" y="24130"/>
                  </a:lnTo>
                  <a:lnTo>
                    <a:pt x="2062480" y="24130"/>
                  </a:lnTo>
                  <a:lnTo>
                    <a:pt x="2062480" y="22860"/>
                  </a:lnTo>
                  <a:lnTo>
                    <a:pt x="2063750" y="22860"/>
                  </a:lnTo>
                  <a:lnTo>
                    <a:pt x="2063750" y="21590"/>
                  </a:lnTo>
                  <a:lnTo>
                    <a:pt x="2063750" y="20320"/>
                  </a:lnTo>
                  <a:lnTo>
                    <a:pt x="2065020" y="20320"/>
                  </a:lnTo>
                  <a:lnTo>
                    <a:pt x="2065020" y="17780"/>
                  </a:lnTo>
                  <a:lnTo>
                    <a:pt x="2066277" y="17780"/>
                  </a:lnTo>
                  <a:lnTo>
                    <a:pt x="2066277" y="16510"/>
                  </a:lnTo>
                  <a:close/>
                </a:path>
                <a:path w="2075179" h="39370">
                  <a:moveTo>
                    <a:pt x="2070100" y="10160"/>
                  </a:moveTo>
                  <a:lnTo>
                    <a:pt x="6350" y="10160"/>
                  </a:lnTo>
                  <a:lnTo>
                    <a:pt x="6350" y="11430"/>
                  </a:lnTo>
                  <a:lnTo>
                    <a:pt x="7620" y="11430"/>
                  </a:lnTo>
                  <a:lnTo>
                    <a:pt x="7620" y="13970"/>
                  </a:lnTo>
                  <a:lnTo>
                    <a:pt x="8890" y="13970"/>
                  </a:lnTo>
                  <a:lnTo>
                    <a:pt x="8890" y="15240"/>
                  </a:lnTo>
                  <a:lnTo>
                    <a:pt x="8890" y="16510"/>
                  </a:lnTo>
                  <a:lnTo>
                    <a:pt x="10160" y="16510"/>
                  </a:lnTo>
                  <a:lnTo>
                    <a:pt x="10160" y="15240"/>
                  </a:lnTo>
                  <a:lnTo>
                    <a:pt x="2066277" y="15240"/>
                  </a:lnTo>
                  <a:lnTo>
                    <a:pt x="2066277" y="16510"/>
                  </a:lnTo>
                  <a:lnTo>
                    <a:pt x="2067560" y="16510"/>
                  </a:lnTo>
                  <a:lnTo>
                    <a:pt x="2067560" y="15240"/>
                  </a:lnTo>
                  <a:lnTo>
                    <a:pt x="2067560" y="13970"/>
                  </a:lnTo>
                  <a:lnTo>
                    <a:pt x="2068830" y="13970"/>
                  </a:lnTo>
                  <a:lnTo>
                    <a:pt x="2068830" y="11430"/>
                  </a:lnTo>
                  <a:lnTo>
                    <a:pt x="2070100" y="11430"/>
                  </a:lnTo>
                  <a:lnTo>
                    <a:pt x="2070100" y="10160"/>
                  </a:lnTo>
                  <a:close/>
                </a:path>
                <a:path w="2075179" h="39370">
                  <a:moveTo>
                    <a:pt x="2072627" y="5080"/>
                  </a:moveTo>
                  <a:lnTo>
                    <a:pt x="3810" y="5080"/>
                  </a:lnTo>
                  <a:lnTo>
                    <a:pt x="3810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6350" y="8890"/>
                  </a:lnTo>
                  <a:lnTo>
                    <a:pt x="2070100" y="8890"/>
                  </a:lnTo>
                  <a:lnTo>
                    <a:pt x="2070100" y="10160"/>
                  </a:lnTo>
                  <a:lnTo>
                    <a:pt x="2071370" y="10160"/>
                  </a:lnTo>
                  <a:lnTo>
                    <a:pt x="2071370" y="8890"/>
                  </a:lnTo>
                  <a:lnTo>
                    <a:pt x="2071370" y="7620"/>
                  </a:lnTo>
                  <a:lnTo>
                    <a:pt x="2072627" y="7620"/>
                  </a:lnTo>
                  <a:lnTo>
                    <a:pt x="2072627" y="5080"/>
                  </a:lnTo>
                  <a:close/>
                </a:path>
                <a:path w="2075179" h="39370">
                  <a:moveTo>
                    <a:pt x="20751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2072627" y="3810"/>
                  </a:lnTo>
                  <a:lnTo>
                    <a:pt x="2072627" y="5080"/>
                  </a:lnTo>
                  <a:lnTo>
                    <a:pt x="2073910" y="5080"/>
                  </a:lnTo>
                  <a:lnTo>
                    <a:pt x="2073910" y="3810"/>
                  </a:lnTo>
                  <a:lnTo>
                    <a:pt x="2073910" y="2540"/>
                  </a:lnTo>
                  <a:lnTo>
                    <a:pt x="2075180" y="2540"/>
                  </a:lnTo>
                  <a:lnTo>
                    <a:pt x="2075180" y="0"/>
                  </a:lnTo>
                  <a:close/>
                </a:path>
              </a:pathLst>
            </a:custGeom>
            <a:solidFill>
              <a:srgbClr val="E1D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2">
              <a:extLst>
                <a:ext uri="{FF2B5EF4-FFF2-40B4-BE49-F238E27FC236}">
                  <a16:creationId xmlns:a16="http://schemas.microsoft.com/office/drawing/2014/main" id="{16C5EADE-9F6A-22FD-EFC6-347421A79D84}"/>
                </a:ext>
              </a:extLst>
            </p:cNvPr>
            <p:cNvSpPr/>
            <p:nvPr/>
          </p:nvSpPr>
          <p:spPr>
            <a:xfrm>
              <a:off x="4211320" y="6299199"/>
              <a:ext cx="2024380" cy="39370"/>
            </a:xfrm>
            <a:custGeom>
              <a:avLst/>
              <a:gdLst/>
              <a:ahLst/>
              <a:cxnLst/>
              <a:rect l="l" t="t" r="r" b="b"/>
              <a:pathLst>
                <a:path w="2024379" h="39370">
                  <a:moveTo>
                    <a:pt x="1986280" y="35560"/>
                  </a:moveTo>
                  <a:lnTo>
                    <a:pt x="36830" y="35560"/>
                  </a:lnTo>
                  <a:lnTo>
                    <a:pt x="36830" y="38100"/>
                  </a:lnTo>
                  <a:lnTo>
                    <a:pt x="38100" y="38100"/>
                  </a:lnTo>
                  <a:lnTo>
                    <a:pt x="38100" y="39370"/>
                  </a:lnTo>
                  <a:lnTo>
                    <a:pt x="1985010" y="39370"/>
                  </a:lnTo>
                  <a:lnTo>
                    <a:pt x="1985010" y="38100"/>
                  </a:lnTo>
                  <a:lnTo>
                    <a:pt x="1986280" y="38100"/>
                  </a:lnTo>
                  <a:lnTo>
                    <a:pt x="1986280" y="35560"/>
                  </a:lnTo>
                  <a:close/>
                </a:path>
                <a:path w="2024379" h="39370">
                  <a:moveTo>
                    <a:pt x="1995170" y="29210"/>
                  </a:moveTo>
                  <a:lnTo>
                    <a:pt x="29210" y="29210"/>
                  </a:lnTo>
                  <a:lnTo>
                    <a:pt x="29210" y="31750"/>
                  </a:lnTo>
                  <a:lnTo>
                    <a:pt x="30480" y="31750"/>
                  </a:lnTo>
                  <a:lnTo>
                    <a:pt x="30480" y="33020"/>
                  </a:lnTo>
                  <a:lnTo>
                    <a:pt x="31750" y="33020"/>
                  </a:lnTo>
                  <a:lnTo>
                    <a:pt x="31750" y="34290"/>
                  </a:lnTo>
                  <a:lnTo>
                    <a:pt x="33020" y="34290"/>
                  </a:lnTo>
                  <a:lnTo>
                    <a:pt x="33020" y="35560"/>
                  </a:lnTo>
                  <a:lnTo>
                    <a:pt x="35560" y="35560"/>
                  </a:lnTo>
                  <a:lnTo>
                    <a:pt x="35560" y="34290"/>
                  </a:lnTo>
                  <a:lnTo>
                    <a:pt x="1988820" y="34290"/>
                  </a:lnTo>
                  <a:lnTo>
                    <a:pt x="1988820" y="35560"/>
                  </a:lnTo>
                  <a:lnTo>
                    <a:pt x="1990077" y="35560"/>
                  </a:lnTo>
                  <a:lnTo>
                    <a:pt x="1990077" y="34290"/>
                  </a:lnTo>
                  <a:lnTo>
                    <a:pt x="1991360" y="34290"/>
                  </a:lnTo>
                  <a:lnTo>
                    <a:pt x="1991360" y="33020"/>
                  </a:lnTo>
                  <a:lnTo>
                    <a:pt x="1993900" y="33020"/>
                  </a:lnTo>
                  <a:lnTo>
                    <a:pt x="1993900" y="31750"/>
                  </a:lnTo>
                  <a:lnTo>
                    <a:pt x="1995170" y="31750"/>
                  </a:lnTo>
                  <a:lnTo>
                    <a:pt x="1995170" y="29210"/>
                  </a:lnTo>
                  <a:close/>
                </a:path>
                <a:path w="2024379" h="39370">
                  <a:moveTo>
                    <a:pt x="2002790" y="22860"/>
                  </a:moveTo>
                  <a:lnTo>
                    <a:pt x="21590" y="22860"/>
                  </a:lnTo>
                  <a:lnTo>
                    <a:pt x="21590" y="25400"/>
                  </a:lnTo>
                  <a:lnTo>
                    <a:pt x="22860" y="25400"/>
                  </a:lnTo>
                  <a:lnTo>
                    <a:pt x="22860" y="26670"/>
                  </a:lnTo>
                  <a:lnTo>
                    <a:pt x="25400" y="26670"/>
                  </a:lnTo>
                  <a:lnTo>
                    <a:pt x="25400" y="27940"/>
                  </a:lnTo>
                  <a:lnTo>
                    <a:pt x="26670" y="27940"/>
                  </a:lnTo>
                  <a:lnTo>
                    <a:pt x="26670" y="29210"/>
                  </a:lnTo>
                  <a:lnTo>
                    <a:pt x="27940" y="29210"/>
                  </a:lnTo>
                  <a:lnTo>
                    <a:pt x="27940" y="27940"/>
                  </a:lnTo>
                  <a:lnTo>
                    <a:pt x="1996440" y="27940"/>
                  </a:lnTo>
                  <a:lnTo>
                    <a:pt x="1996440" y="29210"/>
                  </a:lnTo>
                  <a:lnTo>
                    <a:pt x="1997710" y="29210"/>
                  </a:lnTo>
                  <a:lnTo>
                    <a:pt x="1997710" y="27940"/>
                  </a:lnTo>
                  <a:lnTo>
                    <a:pt x="1998980" y="27940"/>
                  </a:lnTo>
                  <a:lnTo>
                    <a:pt x="1998980" y="26670"/>
                  </a:lnTo>
                  <a:lnTo>
                    <a:pt x="2000237" y="26670"/>
                  </a:lnTo>
                  <a:lnTo>
                    <a:pt x="2000237" y="25400"/>
                  </a:lnTo>
                  <a:lnTo>
                    <a:pt x="2002790" y="25400"/>
                  </a:lnTo>
                  <a:lnTo>
                    <a:pt x="2002790" y="22860"/>
                  </a:lnTo>
                  <a:close/>
                </a:path>
                <a:path w="2024379" h="39370">
                  <a:moveTo>
                    <a:pt x="2009140" y="16510"/>
                  </a:moveTo>
                  <a:lnTo>
                    <a:pt x="15240" y="16510"/>
                  </a:lnTo>
                  <a:lnTo>
                    <a:pt x="15240" y="19050"/>
                  </a:lnTo>
                  <a:lnTo>
                    <a:pt x="16510" y="19050"/>
                  </a:lnTo>
                  <a:lnTo>
                    <a:pt x="16510" y="20320"/>
                  </a:lnTo>
                  <a:lnTo>
                    <a:pt x="17780" y="20320"/>
                  </a:lnTo>
                  <a:lnTo>
                    <a:pt x="17780" y="21590"/>
                  </a:lnTo>
                  <a:lnTo>
                    <a:pt x="19050" y="21590"/>
                  </a:lnTo>
                  <a:lnTo>
                    <a:pt x="19050" y="22860"/>
                  </a:lnTo>
                  <a:lnTo>
                    <a:pt x="20320" y="22860"/>
                  </a:lnTo>
                  <a:lnTo>
                    <a:pt x="20320" y="21590"/>
                  </a:lnTo>
                  <a:lnTo>
                    <a:pt x="2004060" y="21590"/>
                  </a:lnTo>
                  <a:lnTo>
                    <a:pt x="2004060" y="22860"/>
                  </a:lnTo>
                  <a:lnTo>
                    <a:pt x="2005330" y="22860"/>
                  </a:lnTo>
                  <a:lnTo>
                    <a:pt x="2005330" y="21590"/>
                  </a:lnTo>
                  <a:lnTo>
                    <a:pt x="2006600" y="21590"/>
                  </a:lnTo>
                  <a:lnTo>
                    <a:pt x="2006600" y="20320"/>
                  </a:lnTo>
                  <a:lnTo>
                    <a:pt x="2007870" y="20320"/>
                  </a:lnTo>
                  <a:lnTo>
                    <a:pt x="2007870" y="19050"/>
                  </a:lnTo>
                  <a:lnTo>
                    <a:pt x="2009140" y="19050"/>
                  </a:lnTo>
                  <a:lnTo>
                    <a:pt x="2009140" y="16510"/>
                  </a:lnTo>
                  <a:close/>
                </a:path>
                <a:path w="2024379" h="39370">
                  <a:moveTo>
                    <a:pt x="2014220" y="10160"/>
                  </a:moveTo>
                  <a:lnTo>
                    <a:pt x="10160" y="10160"/>
                  </a:lnTo>
                  <a:lnTo>
                    <a:pt x="10160" y="13970"/>
                  </a:lnTo>
                  <a:lnTo>
                    <a:pt x="11430" y="13970"/>
                  </a:lnTo>
                  <a:lnTo>
                    <a:pt x="11430" y="15240"/>
                  </a:lnTo>
                  <a:lnTo>
                    <a:pt x="12700" y="15240"/>
                  </a:lnTo>
                  <a:lnTo>
                    <a:pt x="12700" y="16510"/>
                  </a:lnTo>
                  <a:lnTo>
                    <a:pt x="13970" y="16510"/>
                  </a:lnTo>
                  <a:lnTo>
                    <a:pt x="13970" y="15240"/>
                  </a:lnTo>
                  <a:lnTo>
                    <a:pt x="2010410" y="15240"/>
                  </a:lnTo>
                  <a:lnTo>
                    <a:pt x="2010410" y="16510"/>
                  </a:lnTo>
                  <a:lnTo>
                    <a:pt x="2011680" y="16510"/>
                  </a:lnTo>
                  <a:lnTo>
                    <a:pt x="2011680" y="15240"/>
                  </a:lnTo>
                  <a:lnTo>
                    <a:pt x="2012950" y="15240"/>
                  </a:lnTo>
                  <a:lnTo>
                    <a:pt x="2012950" y="13970"/>
                  </a:lnTo>
                  <a:lnTo>
                    <a:pt x="2014220" y="13970"/>
                  </a:lnTo>
                  <a:lnTo>
                    <a:pt x="2014220" y="10160"/>
                  </a:lnTo>
                  <a:close/>
                </a:path>
                <a:path w="2024379" h="39370">
                  <a:moveTo>
                    <a:pt x="2020570" y="3810"/>
                  </a:moveTo>
                  <a:lnTo>
                    <a:pt x="3810" y="3810"/>
                  </a:lnTo>
                  <a:lnTo>
                    <a:pt x="3810" y="6350"/>
                  </a:lnTo>
                  <a:lnTo>
                    <a:pt x="5080" y="6350"/>
                  </a:lnTo>
                  <a:lnTo>
                    <a:pt x="5080" y="7620"/>
                  </a:lnTo>
                  <a:lnTo>
                    <a:pt x="6350" y="7620"/>
                  </a:lnTo>
                  <a:lnTo>
                    <a:pt x="6350" y="8890"/>
                  </a:lnTo>
                  <a:lnTo>
                    <a:pt x="7620" y="8890"/>
                  </a:lnTo>
                  <a:lnTo>
                    <a:pt x="7620" y="10160"/>
                  </a:lnTo>
                  <a:lnTo>
                    <a:pt x="8890" y="10160"/>
                  </a:lnTo>
                  <a:lnTo>
                    <a:pt x="8890" y="8890"/>
                  </a:lnTo>
                  <a:lnTo>
                    <a:pt x="2015490" y="8890"/>
                  </a:lnTo>
                  <a:lnTo>
                    <a:pt x="2015490" y="10160"/>
                  </a:lnTo>
                  <a:lnTo>
                    <a:pt x="2016760" y="10160"/>
                  </a:lnTo>
                  <a:lnTo>
                    <a:pt x="2016760" y="8890"/>
                  </a:lnTo>
                  <a:lnTo>
                    <a:pt x="2018030" y="8890"/>
                  </a:lnTo>
                  <a:lnTo>
                    <a:pt x="2018030" y="7620"/>
                  </a:lnTo>
                  <a:lnTo>
                    <a:pt x="2019300" y="7620"/>
                  </a:lnTo>
                  <a:lnTo>
                    <a:pt x="2019300" y="6350"/>
                  </a:lnTo>
                  <a:lnTo>
                    <a:pt x="2020570" y="6350"/>
                  </a:lnTo>
                  <a:lnTo>
                    <a:pt x="2020570" y="3810"/>
                  </a:lnTo>
                  <a:close/>
                </a:path>
                <a:path w="2024379" h="39370">
                  <a:moveTo>
                    <a:pt x="20243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2540"/>
                  </a:lnTo>
                  <a:lnTo>
                    <a:pt x="2021840" y="2540"/>
                  </a:lnTo>
                  <a:lnTo>
                    <a:pt x="2021840" y="3810"/>
                  </a:lnTo>
                  <a:lnTo>
                    <a:pt x="2023110" y="3810"/>
                  </a:lnTo>
                  <a:lnTo>
                    <a:pt x="2023110" y="2540"/>
                  </a:lnTo>
                  <a:lnTo>
                    <a:pt x="2024380" y="2540"/>
                  </a:lnTo>
                  <a:lnTo>
                    <a:pt x="2024380" y="1270"/>
                  </a:lnTo>
                  <a:lnTo>
                    <a:pt x="2024380" y="0"/>
                  </a:lnTo>
                  <a:close/>
                </a:path>
              </a:pathLst>
            </a:custGeom>
            <a:solidFill>
              <a:srgbClr val="E1D9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3">
              <a:extLst>
                <a:ext uri="{FF2B5EF4-FFF2-40B4-BE49-F238E27FC236}">
                  <a16:creationId xmlns:a16="http://schemas.microsoft.com/office/drawing/2014/main" id="{D0D4732E-8BB2-EA3A-6BE1-15AB498656FF}"/>
                </a:ext>
              </a:extLst>
            </p:cNvPr>
            <p:cNvSpPr/>
            <p:nvPr/>
          </p:nvSpPr>
          <p:spPr>
            <a:xfrm>
              <a:off x="4251960" y="6338569"/>
              <a:ext cx="1943100" cy="39370"/>
            </a:xfrm>
            <a:custGeom>
              <a:avLst/>
              <a:gdLst/>
              <a:ahLst/>
              <a:cxnLst/>
              <a:rect l="l" t="t" r="r" b="b"/>
              <a:pathLst>
                <a:path w="1943100" h="39370">
                  <a:moveTo>
                    <a:pt x="1869440" y="34290"/>
                  </a:moveTo>
                  <a:lnTo>
                    <a:pt x="73660" y="34290"/>
                  </a:lnTo>
                  <a:lnTo>
                    <a:pt x="73660" y="36830"/>
                  </a:lnTo>
                  <a:lnTo>
                    <a:pt x="77470" y="36830"/>
                  </a:lnTo>
                  <a:lnTo>
                    <a:pt x="77470" y="38100"/>
                  </a:lnTo>
                  <a:lnTo>
                    <a:pt x="82550" y="38100"/>
                  </a:lnTo>
                  <a:lnTo>
                    <a:pt x="82550" y="39370"/>
                  </a:lnTo>
                  <a:lnTo>
                    <a:pt x="1855470" y="39370"/>
                  </a:lnTo>
                  <a:lnTo>
                    <a:pt x="1855470" y="38100"/>
                  </a:lnTo>
                  <a:lnTo>
                    <a:pt x="1860537" y="38100"/>
                  </a:lnTo>
                  <a:lnTo>
                    <a:pt x="1860537" y="36830"/>
                  </a:lnTo>
                  <a:lnTo>
                    <a:pt x="1869440" y="36830"/>
                  </a:lnTo>
                  <a:lnTo>
                    <a:pt x="1869440" y="34290"/>
                  </a:lnTo>
                  <a:close/>
                </a:path>
                <a:path w="1943100" h="39370">
                  <a:moveTo>
                    <a:pt x="1891030" y="27940"/>
                  </a:moveTo>
                  <a:lnTo>
                    <a:pt x="50800" y="27940"/>
                  </a:lnTo>
                  <a:lnTo>
                    <a:pt x="50800" y="30480"/>
                  </a:lnTo>
                  <a:lnTo>
                    <a:pt x="54610" y="30480"/>
                  </a:lnTo>
                  <a:lnTo>
                    <a:pt x="54610" y="31750"/>
                  </a:lnTo>
                  <a:lnTo>
                    <a:pt x="57150" y="31750"/>
                  </a:lnTo>
                  <a:lnTo>
                    <a:pt x="57150" y="33020"/>
                  </a:lnTo>
                  <a:lnTo>
                    <a:pt x="62230" y="33020"/>
                  </a:lnTo>
                  <a:lnTo>
                    <a:pt x="62230" y="34290"/>
                  </a:lnTo>
                  <a:lnTo>
                    <a:pt x="67310" y="34290"/>
                  </a:lnTo>
                  <a:lnTo>
                    <a:pt x="67310" y="33020"/>
                  </a:lnTo>
                  <a:lnTo>
                    <a:pt x="1871980" y="33020"/>
                  </a:lnTo>
                  <a:lnTo>
                    <a:pt x="1871980" y="34290"/>
                  </a:lnTo>
                  <a:lnTo>
                    <a:pt x="1877060" y="34290"/>
                  </a:lnTo>
                  <a:lnTo>
                    <a:pt x="1877060" y="33020"/>
                  </a:lnTo>
                  <a:lnTo>
                    <a:pt x="1882140" y="33020"/>
                  </a:lnTo>
                  <a:lnTo>
                    <a:pt x="1882140" y="31750"/>
                  </a:lnTo>
                  <a:lnTo>
                    <a:pt x="1888490" y="31750"/>
                  </a:lnTo>
                  <a:lnTo>
                    <a:pt x="1888490" y="30480"/>
                  </a:lnTo>
                  <a:lnTo>
                    <a:pt x="1891030" y="30480"/>
                  </a:lnTo>
                  <a:lnTo>
                    <a:pt x="1891030" y="27940"/>
                  </a:lnTo>
                  <a:close/>
                </a:path>
                <a:path w="1943100" h="39370">
                  <a:moveTo>
                    <a:pt x="1906270" y="21590"/>
                  </a:moveTo>
                  <a:lnTo>
                    <a:pt x="35560" y="21590"/>
                  </a:lnTo>
                  <a:lnTo>
                    <a:pt x="35560" y="24130"/>
                  </a:lnTo>
                  <a:lnTo>
                    <a:pt x="38100" y="24130"/>
                  </a:lnTo>
                  <a:lnTo>
                    <a:pt x="38100" y="25400"/>
                  </a:lnTo>
                  <a:lnTo>
                    <a:pt x="40640" y="25400"/>
                  </a:lnTo>
                  <a:lnTo>
                    <a:pt x="40640" y="26670"/>
                  </a:lnTo>
                  <a:lnTo>
                    <a:pt x="43180" y="26670"/>
                  </a:lnTo>
                  <a:lnTo>
                    <a:pt x="43180" y="27940"/>
                  </a:lnTo>
                  <a:lnTo>
                    <a:pt x="46990" y="27940"/>
                  </a:lnTo>
                  <a:lnTo>
                    <a:pt x="46990" y="26670"/>
                  </a:lnTo>
                  <a:lnTo>
                    <a:pt x="1893570" y="26670"/>
                  </a:lnTo>
                  <a:lnTo>
                    <a:pt x="1893570" y="27940"/>
                  </a:lnTo>
                  <a:lnTo>
                    <a:pt x="1897380" y="27940"/>
                  </a:lnTo>
                  <a:lnTo>
                    <a:pt x="1897380" y="26670"/>
                  </a:lnTo>
                  <a:lnTo>
                    <a:pt x="1901190" y="26670"/>
                  </a:lnTo>
                  <a:lnTo>
                    <a:pt x="1901190" y="25400"/>
                  </a:lnTo>
                  <a:lnTo>
                    <a:pt x="1905000" y="25400"/>
                  </a:lnTo>
                  <a:lnTo>
                    <a:pt x="1905000" y="24130"/>
                  </a:lnTo>
                  <a:lnTo>
                    <a:pt x="1906270" y="24130"/>
                  </a:lnTo>
                  <a:lnTo>
                    <a:pt x="1906270" y="21590"/>
                  </a:lnTo>
                  <a:close/>
                </a:path>
                <a:path w="1943100" h="39370">
                  <a:moveTo>
                    <a:pt x="1916430" y="15240"/>
                  </a:moveTo>
                  <a:lnTo>
                    <a:pt x="25400" y="15240"/>
                  </a:lnTo>
                  <a:lnTo>
                    <a:pt x="25400" y="17780"/>
                  </a:lnTo>
                  <a:lnTo>
                    <a:pt x="27940" y="17780"/>
                  </a:lnTo>
                  <a:lnTo>
                    <a:pt x="27940" y="19050"/>
                  </a:lnTo>
                  <a:lnTo>
                    <a:pt x="29210" y="19050"/>
                  </a:lnTo>
                  <a:lnTo>
                    <a:pt x="29210" y="20320"/>
                  </a:lnTo>
                  <a:lnTo>
                    <a:pt x="31750" y="20320"/>
                  </a:lnTo>
                  <a:lnTo>
                    <a:pt x="31750" y="21590"/>
                  </a:lnTo>
                  <a:lnTo>
                    <a:pt x="33020" y="21590"/>
                  </a:lnTo>
                  <a:lnTo>
                    <a:pt x="33020" y="20320"/>
                  </a:lnTo>
                  <a:lnTo>
                    <a:pt x="1908797" y="20320"/>
                  </a:lnTo>
                  <a:lnTo>
                    <a:pt x="1908797" y="21590"/>
                  </a:lnTo>
                  <a:lnTo>
                    <a:pt x="1911350" y="21590"/>
                  </a:lnTo>
                  <a:lnTo>
                    <a:pt x="1911350" y="20320"/>
                  </a:lnTo>
                  <a:lnTo>
                    <a:pt x="1912620" y="20320"/>
                  </a:lnTo>
                  <a:lnTo>
                    <a:pt x="1912620" y="19050"/>
                  </a:lnTo>
                  <a:lnTo>
                    <a:pt x="1915160" y="19050"/>
                  </a:lnTo>
                  <a:lnTo>
                    <a:pt x="1915160" y="17780"/>
                  </a:lnTo>
                  <a:lnTo>
                    <a:pt x="1916430" y="17780"/>
                  </a:lnTo>
                  <a:lnTo>
                    <a:pt x="1916430" y="15240"/>
                  </a:lnTo>
                  <a:close/>
                </a:path>
                <a:path w="1943100" h="39370">
                  <a:moveTo>
                    <a:pt x="1927860" y="8890"/>
                  </a:moveTo>
                  <a:lnTo>
                    <a:pt x="15240" y="8890"/>
                  </a:lnTo>
                  <a:lnTo>
                    <a:pt x="15240" y="11430"/>
                  </a:lnTo>
                  <a:lnTo>
                    <a:pt x="16510" y="11430"/>
                  </a:lnTo>
                  <a:lnTo>
                    <a:pt x="16510" y="12700"/>
                  </a:lnTo>
                  <a:lnTo>
                    <a:pt x="19050" y="12700"/>
                  </a:lnTo>
                  <a:lnTo>
                    <a:pt x="19050" y="13970"/>
                  </a:lnTo>
                  <a:lnTo>
                    <a:pt x="21590" y="13970"/>
                  </a:lnTo>
                  <a:lnTo>
                    <a:pt x="21590" y="15240"/>
                  </a:lnTo>
                  <a:lnTo>
                    <a:pt x="22860" y="15240"/>
                  </a:lnTo>
                  <a:lnTo>
                    <a:pt x="22860" y="13970"/>
                  </a:lnTo>
                  <a:lnTo>
                    <a:pt x="1918970" y="13970"/>
                  </a:lnTo>
                  <a:lnTo>
                    <a:pt x="1918970" y="15240"/>
                  </a:lnTo>
                  <a:lnTo>
                    <a:pt x="1921510" y="15240"/>
                  </a:lnTo>
                  <a:lnTo>
                    <a:pt x="1921510" y="13970"/>
                  </a:lnTo>
                  <a:lnTo>
                    <a:pt x="1922780" y="13970"/>
                  </a:lnTo>
                  <a:lnTo>
                    <a:pt x="1922780" y="12700"/>
                  </a:lnTo>
                  <a:lnTo>
                    <a:pt x="1925320" y="12700"/>
                  </a:lnTo>
                  <a:lnTo>
                    <a:pt x="1925320" y="11430"/>
                  </a:lnTo>
                  <a:lnTo>
                    <a:pt x="1927860" y="11430"/>
                  </a:lnTo>
                  <a:lnTo>
                    <a:pt x="1927860" y="8890"/>
                  </a:lnTo>
                  <a:close/>
                </a:path>
                <a:path w="1943100" h="39370">
                  <a:moveTo>
                    <a:pt x="1938020" y="2540"/>
                  </a:moveTo>
                  <a:lnTo>
                    <a:pt x="5080" y="2540"/>
                  </a:lnTo>
                  <a:lnTo>
                    <a:pt x="508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11430" y="7620"/>
                  </a:lnTo>
                  <a:lnTo>
                    <a:pt x="11430" y="8890"/>
                  </a:lnTo>
                  <a:lnTo>
                    <a:pt x="12700" y="8890"/>
                  </a:lnTo>
                  <a:lnTo>
                    <a:pt x="12700" y="7620"/>
                  </a:lnTo>
                  <a:lnTo>
                    <a:pt x="1929130" y="7620"/>
                  </a:lnTo>
                  <a:lnTo>
                    <a:pt x="1929130" y="8890"/>
                  </a:lnTo>
                  <a:lnTo>
                    <a:pt x="1931670" y="8890"/>
                  </a:lnTo>
                  <a:lnTo>
                    <a:pt x="1931670" y="7620"/>
                  </a:lnTo>
                  <a:lnTo>
                    <a:pt x="1932940" y="7620"/>
                  </a:lnTo>
                  <a:lnTo>
                    <a:pt x="1932940" y="6350"/>
                  </a:lnTo>
                  <a:lnTo>
                    <a:pt x="1935480" y="6350"/>
                  </a:lnTo>
                  <a:lnTo>
                    <a:pt x="1935480" y="5080"/>
                  </a:lnTo>
                  <a:lnTo>
                    <a:pt x="1938020" y="5080"/>
                  </a:lnTo>
                  <a:lnTo>
                    <a:pt x="1938020" y="2540"/>
                  </a:lnTo>
                  <a:close/>
                </a:path>
                <a:path w="1943100" h="39370">
                  <a:moveTo>
                    <a:pt x="194310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939290" y="1270"/>
                  </a:lnTo>
                  <a:lnTo>
                    <a:pt x="1939290" y="2540"/>
                  </a:lnTo>
                  <a:lnTo>
                    <a:pt x="1940547" y="2540"/>
                  </a:lnTo>
                  <a:lnTo>
                    <a:pt x="1940547" y="1270"/>
                  </a:lnTo>
                  <a:lnTo>
                    <a:pt x="1943100" y="1270"/>
                  </a:lnTo>
                  <a:lnTo>
                    <a:pt x="1943100" y="0"/>
                  </a:lnTo>
                  <a:close/>
                </a:path>
              </a:pathLst>
            </a:custGeom>
            <a:solidFill>
              <a:srgbClr val="E0D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4">
              <a:extLst>
                <a:ext uri="{FF2B5EF4-FFF2-40B4-BE49-F238E27FC236}">
                  <a16:creationId xmlns:a16="http://schemas.microsoft.com/office/drawing/2014/main" id="{E99EA77D-3789-DEA6-E0AF-0E82414063A3}"/>
                </a:ext>
              </a:extLst>
            </p:cNvPr>
            <p:cNvSpPr/>
            <p:nvPr/>
          </p:nvSpPr>
          <p:spPr>
            <a:xfrm>
              <a:off x="4166869" y="4368799"/>
              <a:ext cx="2112010" cy="2009139"/>
            </a:xfrm>
            <a:custGeom>
              <a:avLst/>
              <a:gdLst/>
              <a:ahLst/>
              <a:cxnLst/>
              <a:rect l="l" t="t" r="r" b="b"/>
              <a:pathLst>
                <a:path w="2112010" h="2009139">
                  <a:moveTo>
                    <a:pt x="194309" y="0"/>
                  </a:moveTo>
                  <a:lnTo>
                    <a:pt x="153155" y="5631"/>
                  </a:lnTo>
                  <a:lnTo>
                    <a:pt x="113577" y="21415"/>
                  </a:lnTo>
                  <a:lnTo>
                    <a:pt x="77310" y="45686"/>
                  </a:lnTo>
                  <a:lnTo>
                    <a:pt x="46086" y="76777"/>
                  </a:lnTo>
                  <a:lnTo>
                    <a:pt x="21638" y="113022"/>
                  </a:lnTo>
                  <a:lnTo>
                    <a:pt x="5698" y="152755"/>
                  </a:lnTo>
                  <a:lnTo>
                    <a:pt x="0" y="194310"/>
                  </a:lnTo>
                  <a:lnTo>
                    <a:pt x="0" y="1814830"/>
                  </a:lnTo>
                  <a:lnTo>
                    <a:pt x="5698" y="1855984"/>
                  </a:lnTo>
                  <a:lnTo>
                    <a:pt x="21638" y="1895562"/>
                  </a:lnTo>
                  <a:lnTo>
                    <a:pt x="46086" y="1931829"/>
                  </a:lnTo>
                  <a:lnTo>
                    <a:pt x="77310" y="1963053"/>
                  </a:lnTo>
                  <a:lnTo>
                    <a:pt x="113577" y="1987501"/>
                  </a:lnTo>
                  <a:lnTo>
                    <a:pt x="153155" y="2003441"/>
                  </a:lnTo>
                  <a:lnTo>
                    <a:pt x="194309" y="2009139"/>
                  </a:lnTo>
                  <a:lnTo>
                    <a:pt x="1917700" y="2009139"/>
                  </a:lnTo>
                  <a:lnTo>
                    <a:pt x="1958854" y="2003441"/>
                  </a:lnTo>
                  <a:lnTo>
                    <a:pt x="1998432" y="1987501"/>
                  </a:lnTo>
                  <a:lnTo>
                    <a:pt x="2034699" y="1963053"/>
                  </a:lnTo>
                  <a:lnTo>
                    <a:pt x="2065923" y="1931829"/>
                  </a:lnTo>
                  <a:lnTo>
                    <a:pt x="2090371" y="1895562"/>
                  </a:lnTo>
                  <a:lnTo>
                    <a:pt x="2106311" y="1855984"/>
                  </a:lnTo>
                  <a:lnTo>
                    <a:pt x="2112009" y="1814830"/>
                  </a:lnTo>
                  <a:lnTo>
                    <a:pt x="2112009" y="194310"/>
                  </a:lnTo>
                  <a:lnTo>
                    <a:pt x="2106311" y="152755"/>
                  </a:lnTo>
                  <a:lnTo>
                    <a:pt x="2090371" y="113022"/>
                  </a:lnTo>
                  <a:lnTo>
                    <a:pt x="2065923" y="76777"/>
                  </a:lnTo>
                  <a:lnTo>
                    <a:pt x="2034699" y="45686"/>
                  </a:lnTo>
                  <a:lnTo>
                    <a:pt x="1998432" y="21415"/>
                  </a:lnTo>
                  <a:lnTo>
                    <a:pt x="1958854" y="5631"/>
                  </a:lnTo>
                  <a:lnTo>
                    <a:pt x="1917700" y="0"/>
                  </a:lnTo>
                  <a:lnTo>
                    <a:pt x="194309" y="0"/>
                  </a:lnTo>
                  <a:close/>
                </a:path>
              </a:pathLst>
            </a:custGeom>
            <a:ln w="28393">
              <a:solidFill>
                <a:srgbClr val="8A7D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5">
              <a:extLst>
                <a:ext uri="{FF2B5EF4-FFF2-40B4-BE49-F238E27FC236}">
                  <a16:creationId xmlns:a16="http://schemas.microsoft.com/office/drawing/2014/main" id="{E8EB658F-9989-5B06-E7BA-A730FD45F2AC}"/>
                </a:ext>
              </a:extLst>
            </p:cNvPr>
            <p:cNvSpPr/>
            <p:nvPr/>
          </p:nvSpPr>
          <p:spPr>
            <a:xfrm>
              <a:off x="4568189" y="4695189"/>
              <a:ext cx="1310640" cy="424180"/>
            </a:xfrm>
            <a:custGeom>
              <a:avLst/>
              <a:gdLst/>
              <a:ahLst/>
              <a:cxnLst/>
              <a:rect l="l" t="t" r="r" b="b"/>
              <a:pathLst>
                <a:path w="1310639" h="424179">
                  <a:moveTo>
                    <a:pt x="0" y="424180"/>
                  </a:moveTo>
                  <a:lnTo>
                    <a:pt x="0" y="0"/>
                  </a:lnTo>
                </a:path>
                <a:path w="1310639" h="424179">
                  <a:moveTo>
                    <a:pt x="575310" y="424180"/>
                  </a:moveTo>
                  <a:lnTo>
                    <a:pt x="575310" y="0"/>
                  </a:lnTo>
                </a:path>
                <a:path w="1310639" h="424179">
                  <a:moveTo>
                    <a:pt x="1310639" y="424180"/>
                  </a:moveTo>
                  <a:lnTo>
                    <a:pt x="1310639" y="0"/>
                  </a:lnTo>
                </a:path>
              </a:pathLst>
            </a:custGeom>
            <a:ln w="12579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56">
              <a:extLst>
                <a:ext uri="{FF2B5EF4-FFF2-40B4-BE49-F238E27FC236}">
                  <a16:creationId xmlns:a16="http://schemas.microsoft.com/office/drawing/2014/main" id="{1BF0B261-3F0F-6722-42C6-7D8713BC3C3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81499" y="4810759"/>
              <a:ext cx="372110" cy="109219"/>
            </a:xfrm>
            <a:prstGeom prst="rect">
              <a:avLst/>
            </a:prstGeom>
          </p:spPr>
        </p:pic>
        <p:sp>
          <p:nvSpPr>
            <p:cNvPr id="61" name="object 57">
              <a:extLst>
                <a:ext uri="{FF2B5EF4-FFF2-40B4-BE49-F238E27FC236}">
                  <a16:creationId xmlns:a16="http://schemas.microsoft.com/office/drawing/2014/main" id="{276AE338-ACC7-7562-E4AB-8AFAB6FC5BA6}"/>
                </a:ext>
              </a:extLst>
            </p:cNvPr>
            <p:cNvSpPr/>
            <p:nvPr/>
          </p:nvSpPr>
          <p:spPr>
            <a:xfrm>
              <a:off x="4381499" y="4810759"/>
              <a:ext cx="370840" cy="107950"/>
            </a:xfrm>
            <a:custGeom>
              <a:avLst/>
              <a:gdLst/>
              <a:ahLst/>
              <a:cxnLst/>
              <a:rect l="l" t="t" r="r" b="b"/>
              <a:pathLst>
                <a:path w="370839" h="107950">
                  <a:moveTo>
                    <a:pt x="185420" y="107950"/>
                  </a:moveTo>
                  <a:lnTo>
                    <a:pt x="0" y="107950"/>
                  </a:lnTo>
                  <a:lnTo>
                    <a:pt x="0" y="0"/>
                  </a:lnTo>
                  <a:lnTo>
                    <a:pt x="370839" y="0"/>
                  </a:lnTo>
                  <a:lnTo>
                    <a:pt x="370839" y="107950"/>
                  </a:lnTo>
                  <a:lnTo>
                    <a:pt x="185420" y="1079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58">
              <a:extLst>
                <a:ext uri="{FF2B5EF4-FFF2-40B4-BE49-F238E27FC236}">
                  <a16:creationId xmlns:a16="http://schemas.microsoft.com/office/drawing/2014/main" id="{ACD86839-8570-4F1E-E2D5-BAB872458936}"/>
                </a:ext>
              </a:extLst>
            </p:cNvPr>
            <p:cNvSpPr/>
            <p:nvPr/>
          </p:nvSpPr>
          <p:spPr>
            <a:xfrm>
              <a:off x="4423410" y="477646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89" h="2539">
                  <a:moveTo>
                    <a:pt x="28702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287020" y="1270"/>
                  </a:lnTo>
                  <a:lnTo>
                    <a:pt x="287020" y="0"/>
                  </a:lnTo>
                  <a:close/>
                </a:path>
                <a:path w="288289" h="2539">
                  <a:moveTo>
                    <a:pt x="288290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288290" y="2540"/>
                  </a:lnTo>
                  <a:lnTo>
                    <a:pt x="288290" y="1282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59">
              <a:extLst>
                <a:ext uri="{FF2B5EF4-FFF2-40B4-BE49-F238E27FC236}">
                  <a16:creationId xmlns:a16="http://schemas.microsoft.com/office/drawing/2014/main" id="{13A88050-8601-55F9-6A54-E6C6F3D5D50A}"/>
                </a:ext>
              </a:extLst>
            </p:cNvPr>
            <p:cNvSpPr/>
            <p:nvPr/>
          </p:nvSpPr>
          <p:spPr>
            <a:xfrm>
              <a:off x="4418330" y="477900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0">
              <a:extLst>
                <a:ext uri="{FF2B5EF4-FFF2-40B4-BE49-F238E27FC236}">
                  <a16:creationId xmlns:a16="http://schemas.microsoft.com/office/drawing/2014/main" id="{00ED5454-BF49-71B1-BD7F-DE31E983B70C}"/>
                </a:ext>
              </a:extLst>
            </p:cNvPr>
            <p:cNvSpPr/>
            <p:nvPr/>
          </p:nvSpPr>
          <p:spPr>
            <a:xfrm>
              <a:off x="4413250" y="478281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607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306070" y="1270"/>
                  </a:lnTo>
                  <a:lnTo>
                    <a:pt x="306070" y="0"/>
                  </a:lnTo>
                  <a:close/>
                </a:path>
                <a:path w="309879" h="3810">
                  <a:moveTo>
                    <a:pt x="309880" y="2540"/>
                  </a:moveTo>
                  <a:lnTo>
                    <a:pt x="307340" y="2540"/>
                  </a:lnTo>
                  <a:lnTo>
                    <a:pt x="30734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80" y="3810"/>
                  </a:lnTo>
                  <a:lnTo>
                    <a:pt x="30988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1">
              <a:extLst>
                <a:ext uri="{FF2B5EF4-FFF2-40B4-BE49-F238E27FC236}">
                  <a16:creationId xmlns:a16="http://schemas.microsoft.com/office/drawing/2014/main" id="{5DDAE33A-EE5A-4907-AC00-AF088E3A2A4E}"/>
                </a:ext>
              </a:extLst>
            </p:cNvPr>
            <p:cNvSpPr/>
            <p:nvPr/>
          </p:nvSpPr>
          <p:spPr>
            <a:xfrm>
              <a:off x="4408170" y="478662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39" h="3810">
                  <a:moveTo>
                    <a:pt x="320040" y="2540"/>
                  </a:moveTo>
                  <a:lnTo>
                    <a:pt x="317500" y="2540"/>
                  </a:lnTo>
                  <a:lnTo>
                    <a:pt x="317500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2">
              <a:extLst>
                <a:ext uri="{FF2B5EF4-FFF2-40B4-BE49-F238E27FC236}">
                  <a16:creationId xmlns:a16="http://schemas.microsoft.com/office/drawing/2014/main" id="{F89434BF-F76F-3663-F75D-F160D707985C}"/>
                </a:ext>
              </a:extLst>
            </p:cNvPr>
            <p:cNvSpPr/>
            <p:nvPr/>
          </p:nvSpPr>
          <p:spPr>
            <a:xfrm>
              <a:off x="4403090" y="4790452"/>
              <a:ext cx="330200" cy="3810"/>
            </a:xfrm>
            <a:custGeom>
              <a:avLst/>
              <a:gdLst/>
              <a:ahLst/>
              <a:cxnLst/>
              <a:rect l="l" t="t" r="r" b="b"/>
              <a:pathLst>
                <a:path w="330200" h="3810">
                  <a:moveTo>
                    <a:pt x="330200" y="2527"/>
                  </a:moveTo>
                  <a:lnTo>
                    <a:pt x="328930" y="2527"/>
                  </a:lnTo>
                  <a:lnTo>
                    <a:pt x="328930" y="1257"/>
                  </a:lnTo>
                  <a:lnTo>
                    <a:pt x="326390" y="1257"/>
                  </a:lnTo>
                  <a:lnTo>
                    <a:pt x="32639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330200" y="3797"/>
                  </a:lnTo>
                  <a:lnTo>
                    <a:pt x="330200" y="2527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3">
              <a:extLst>
                <a:ext uri="{FF2B5EF4-FFF2-40B4-BE49-F238E27FC236}">
                  <a16:creationId xmlns:a16="http://schemas.microsoft.com/office/drawing/2014/main" id="{B25455DA-F177-D17E-26A3-1F8F300E74C9}"/>
                </a:ext>
              </a:extLst>
            </p:cNvPr>
            <p:cNvSpPr/>
            <p:nvPr/>
          </p:nvSpPr>
          <p:spPr>
            <a:xfrm>
              <a:off x="4398010" y="4794249"/>
              <a:ext cx="340360" cy="3810"/>
            </a:xfrm>
            <a:custGeom>
              <a:avLst/>
              <a:gdLst/>
              <a:ahLst/>
              <a:cxnLst/>
              <a:rect l="l" t="t" r="r" b="b"/>
              <a:pathLst>
                <a:path w="340360" h="3810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  <a:path w="340360" h="3810">
                  <a:moveTo>
                    <a:pt x="34036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40360" y="3810"/>
                  </a:lnTo>
                  <a:lnTo>
                    <a:pt x="340360" y="2552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4">
              <a:extLst>
                <a:ext uri="{FF2B5EF4-FFF2-40B4-BE49-F238E27FC236}">
                  <a16:creationId xmlns:a16="http://schemas.microsoft.com/office/drawing/2014/main" id="{97AE5345-4D62-379E-35EB-F02F4F0D7C69}"/>
                </a:ext>
              </a:extLst>
            </p:cNvPr>
            <p:cNvSpPr/>
            <p:nvPr/>
          </p:nvSpPr>
          <p:spPr>
            <a:xfrm>
              <a:off x="4392930" y="4798059"/>
              <a:ext cx="351790" cy="3810"/>
            </a:xfrm>
            <a:custGeom>
              <a:avLst/>
              <a:gdLst/>
              <a:ahLst/>
              <a:cxnLst/>
              <a:rect l="l" t="t" r="r" b="b"/>
              <a:pathLst>
                <a:path w="351789" h="3810">
                  <a:moveTo>
                    <a:pt x="351777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1777" y="3810"/>
                  </a:lnTo>
                  <a:lnTo>
                    <a:pt x="351777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5">
              <a:extLst>
                <a:ext uri="{FF2B5EF4-FFF2-40B4-BE49-F238E27FC236}">
                  <a16:creationId xmlns:a16="http://schemas.microsoft.com/office/drawing/2014/main" id="{0D5370B1-AD76-1439-4BB3-BE25819CF869}"/>
                </a:ext>
              </a:extLst>
            </p:cNvPr>
            <p:cNvSpPr/>
            <p:nvPr/>
          </p:nvSpPr>
          <p:spPr>
            <a:xfrm>
              <a:off x="4387850" y="4801869"/>
              <a:ext cx="360680" cy="3810"/>
            </a:xfrm>
            <a:custGeom>
              <a:avLst/>
              <a:gdLst/>
              <a:ahLst/>
              <a:cxnLst/>
              <a:rect l="l" t="t" r="r" b="b"/>
              <a:pathLst>
                <a:path w="360679" h="3810">
                  <a:moveTo>
                    <a:pt x="35814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358140" y="1270"/>
                  </a:lnTo>
                  <a:lnTo>
                    <a:pt x="358140" y="0"/>
                  </a:lnTo>
                  <a:close/>
                </a:path>
                <a:path w="360679" h="3810">
                  <a:moveTo>
                    <a:pt x="360680" y="2540"/>
                  </a:moveTo>
                  <a:lnTo>
                    <a:pt x="359410" y="2540"/>
                  </a:lnTo>
                  <a:lnTo>
                    <a:pt x="3594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0680" y="3810"/>
                  </a:lnTo>
                  <a:lnTo>
                    <a:pt x="36068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66">
              <a:extLst>
                <a:ext uri="{FF2B5EF4-FFF2-40B4-BE49-F238E27FC236}">
                  <a16:creationId xmlns:a16="http://schemas.microsoft.com/office/drawing/2014/main" id="{E0CF46AD-47FD-6925-9136-A70DF4AA7CD6}"/>
                </a:ext>
              </a:extLst>
            </p:cNvPr>
            <p:cNvSpPr/>
            <p:nvPr/>
          </p:nvSpPr>
          <p:spPr>
            <a:xfrm>
              <a:off x="4387849" y="4776469"/>
              <a:ext cx="360680" cy="27940"/>
            </a:xfrm>
            <a:custGeom>
              <a:avLst/>
              <a:gdLst/>
              <a:ahLst/>
              <a:cxnLst/>
              <a:rect l="l" t="t" r="r" b="b"/>
              <a:pathLst>
                <a:path w="360679" h="27939">
                  <a:moveTo>
                    <a:pt x="0" y="27939"/>
                  </a:moveTo>
                  <a:lnTo>
                    <a:pt x="38100" y="0"/>
                  </a:lnTo>
                  <a:lnTo>
                    <a:pt x="321310" y="0"/>
                  </a:lnTo>
                  <a:lnTo>
                    <a:pt x="360679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67">
              <a:extLst>
                <a:ext uri="{FF2B5EF4-FFF2-40B4-BE49-F238E27FC236}">
                  <a16:creationId xmlns:a16="http://schemas.microsoft.com/office/drawing/2014/main" id="{8B7D806A-B324-A81C-E52F-90C67BCF0F00}"/>
                </a:ext>
              </a:extLst>
            </p:cNvPr>
            <p:cNvSpPr/>
            <p:nvPr/>
          </p:nvSpPr>
          <p:spPr>
            <a:xfrm>
              <a:off x="4621530" y="48171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68">
              <a:extLst>
                <a:ext uri="{FF2B5EF4-FFF2-40B4-BE49-F238E27FC236}">
                  <a16:creationId xmlns:a16="http://schemas.microsoft.com/office/drawing/2014/main" id="{3999A00C-5116-CEA4-958B-1FAF0DD28F0F}"/>
                </a:ext>
              </a:extLst>
            </p:cNvPr>
            <p:cNvSpPr/>
            <p:nvPr/>
          </p:nvSpPr>
          <p:spPr>
            <a:xfrm>
              <a:off x="4621529" y="48209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69">
              <a:extLst>
                <a:ext uri="{FF2B5EF4-FFF2-40B4-BE49-F238E27FC236}">
                  <a16:creationId xmlns:a16="http://schemas.microsoft.com/office/drawing/2014/main" id="{26D88D93-8823-EEA4-5CBA-081C9045FCCC}"/>
                </a:ext>
              </a:extLst>
            </p:cNvPr>
            <p:cNvSpPr/>
            <p:nvPr/>
          </p:nvSpPr>
          <p:spPr>
            <a:xfrm>
              <a:off x="4621529" y="48247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0">
              <a:extLst>
                <a:ext uri="{FF2B5EF4-FFF2-40B4-BE49-F238E27FC236}">
                  <a16:creationId xmlns:a16="http://schemas.microsoft.com/office/drawing/2014/main" id="{FBDD8ABF-6ED0-2896-49E2-73A7D134144F}"/>
                </a:ext>
              </a:extLst>
            </p:cNvPr>
            <p:cNvSpPr/>
            <p:nvPr/>
          </p:nvSpPr>
          <p:spPr>
            <a:xfrm>
              <a:off x="4621529" y="48285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1">
              <a:extLst>
                <a:ext uri="{FF2B5EF4-FFF2-40B4-BE49-F238E27FC236}">
                  <a16:creationId xmlns:a16="http://schemas.microsoft.com/office/drawing/2014/main" id="{63E3CCDE-BB46-8475-C65F-98E7F262AF57}"/>
                </a:ext>
              </a:extLst>
            </p:cNvPr>
            <p:cNvSpPr/>
            <p:nvPr/>
          </p:nvSpPr>
          <p:spPr>
            <a:xfrm>
              <a:off x="4621529" y="483234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80" y="253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2">
              <a:extLst>
                <a:ext uri="{FF2B5EF4-FFF2-40B4-BE49-F238E27FC236}">
                  <a16:creationId xmlns:a16="http://schemas.microsoft.com/office/drawing/2014/main" id="{782B61E5-A1A8-828A-665E-1C21B0FBF7A6}"/>
                </a:ext>
              </a:extLst>
            </p:cNvPr>
            <p:cNvSpPr/>
            <p:nvPr/>
          </p:nvSpPr>
          <p:spPr>
            <a:xfrm>
              <a:off x="4621529" y="48348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3">
              <a:extLst>
                <a:ext uri="{FF2B5EF4-FFF2-40B4-BE49-F238E27FC236}">
                  <a16:creationId xmlns:a16="http://schemas.microsoft.com/office/drawing/2014/main" id="{1D5AD2C5-8A75-9BAF-7473-615A6AE628EB}"/>
                </a:ext>
              </a:extLst>
            </p:cNvPr>
            <p:cNvSpPr/>
            <p:nvPr/>
          </p:nvSpPr>
          <p:spPr>
            <a:xfrm>
              <a:off x="4621529" y="48386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4">
              <a:extLst>
                <a:ext uri="{FF2B5EF4-FFF2-40B4-BE49-F238E27FC236}">
                  <a16:creationId xmlns:a16="http://schemas.microsoft.com/office/drawing/2014/main" id="{9C53946B-46A2-C3B0-CA45-89A04CB87F39}"/>
                </a:ext>
              </a:extLst>
            </p:cNvPr>
            <p:cNvSpPr/>
            <p:nvPr/>
          </p:nvSpPr>
          <p:spPr>
            <a:xfrm>
              <a:off x="4621529" y="48425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5">
              <a:extLst>
                <a:ext uri="{FF2B5EF4-FFF2-40B4-BE49-F238E27FC236}">
                  <a16:creationId xmlns:a16="http://schemas.microsoft.com/office/drawing/2014/main" id="{FF0F9C8F-CCD3-731D-2B7A-20D52A195B7A}"/>
                </a:ext>
              </a:extLst>
            </p:cNvPr>
            <p:cNvSpPr/>
            <p:nvPr/>
          </p:nvSpPr>
          <p:spPr>
            <a:xfrm>
              <a:off x="4621529" y="48463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76">
              <a:extLst>
                <a:ext uri="{FF2B5EF4-FFF2-40B4-BE49-F238E27FC236}">
                  <a16:creationId xmlns:a16="http://schemas.microsoft.com/office/drawing/2014/main" id="{FAA3E591-1248-605C-2608-9E094B7FF1F0}"/>
                </a:ext>
              </a:extLst>
            </p:cNvPr>
            <p:cNvSpPr/>
            <p:nvPr/>
          </p:nvSpPr>
          <p:spPr>
            <a:xfrm>
              <a:off x="4621529" y="48501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77">
              <a:extLst>
                <a:ext uri="{FF2B5EF4-FFF2-40B4-BE49-F238E27FC236}">
                  <a16:creationId xmlns:a16="http://schemas.microsoft.com/office/drawing/2014/main" id="{B269AE21-40CA-4AA9-EFD1-7C8BE39E14E9}"/>
                </a:ext>
              </a:extLst>
            </p:cNvPr>
            <p:cNvSpPr/>
            <p:nvPr/>
          </p:nvSpPr>
          <p:spPr>
            <a:xfrm>
              <a:off x="4621529" y="48539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78">
              <a:extLst>
                <a:ext uri="{FF2B5EF4-FFF2-40B4-BE49-F238E27FC236}">
                  <a16:creationId xmlns:a16="http://schemas.microsoft.com/office/drawing/2014/main" id="{9B7EA13B-42F8-6A2C-4230-C98310287869}"/>
                </a:ext>
              </a:extLst>
            </p:cNvPr>
            <p:cNvSpPr/>
            <p:nvPr/>
          </p:nvSpPr>
          <p:spPr>
            <a:xfrm>
              <a:off x="4621529" y="485774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80" y="253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79">
              <a:extLst>
                <a:ext uri="{FF2B5EF4-FFF2-40B4-BE49-F238E27FC236}">
                  <a16:creationId xmlns:a16="http://schemas.microsoft.com/office/drawing/2014/main" id="{64FC7646-C9C7-D5D0-6B9E-096D4A3F82DA}"/>
                </a:ext>
              </a:extLst>
            </p:cNvPr>
            <p:cNvSpPr/>
            <p:nvPr/>
          </p:nvSpPr>
          <p:spPr>
            <a:xfrm>
              <a:off x="4621529" y="48602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0">
              <a:extLst>
                <a:ext uri="{FF2B5EF4-FFF2-40B4-BE49-F238E27FC236}">
                  <a16:creationId xmlns:a16="http://schemas.microsoft.com/office/drawing/2014/main" id="{CAA73037-56BD-F5CB-5D9F-5AFCB5B686A0}"/>
                </a:ext>
              </a:extLst>
            </p:cNvPr>
            <p:cNvSpPr/>
            <p:nvPr/>
          </p:nvSpPr>
          <p:spPr>
            <a:xfrm>
              <a:off x="4621529" y="48640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1">
              <a:extLst>
                <a:ext uri="{FF2B5EF4-FFF2-40B4-BE49-F238E27FC236}">
                  <a16:creationId xmlns:a16="http://schemas.microsoft.com/office/drawing/2014/main" id="{B3092B8A-514E-C2D9-BA82-A258FA45A86F}"/>
                </a:ext>
              </a:extLst>
            </p:cNvPr>
            <p:cNvSpPr/>
            <p:nvPr/>
          </p:nvSpPr>
          <p:spPr>
            <a:xfrm>
              <a:off x="4621529" y="48679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2">
              <a:extLst>
                <a:ext uri="{FF2B5EF4-FFF2-40B4-BE49-F238E27FC236}">
                  <a16:creationId xmlns:a16="http://schemas.microsoft.com/office/drawing/2014/main" id="{D0A6A344-0380-7456-4DF6-59945783B41B}"/>
                </a:ext>
              </a:extLst>
            </p:cNvPr>
            <p:cNvSpPr/>
            <p:nvPr/>
          </p:nvSpPr>
          <p:spPr>
            <a:xfrm>
              <a:off x="4621529" y="48717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3">
              <a:extLst>
                <a:ext uri="{FF2B5EF4-FFF2-40B4-BE49-F238E27FC236}">
                  <a16:creationId xmlns:a16="http://schemas.microsoft.com/office/drawing/2014/main" id="{948F3968-81CB-36B0-D45F-C6DC4330D633}"/>
                </a:ext>
              </a:extLst>
            </p:cNvPr>
            <p:cNvSpPr/>
            <p:nvPr/>
          </p:nvSpPr>
          <p:spPr>
            <a:xfrm>
              <a:off x="4621529" y="48755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4">
              <a:extLst>
                <a:ext uri="{FF2B5EF4-FFF2-40B4-BE49-F238E27FC236}">
                  <a16:creationId xmlns:a16="http://schemas.microsoft.com/office/drawing/2014/main" id="{002EC5F8-45C7-D041-7E2A-1AD1989C9101}"/>
                </a:ext>
              </a:extLst>
            </p:cNvPr>
            <p:cNvSpPr/>
            <p:nvPr/>
          </p:nvSpPr>
          <p:spPr>
            <a:xfrm>
              <a:off x="4621529" y="487933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9380" y="254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5">
              <a:extLst>
                <a:ext uri="{FF2B5EF4-FFF2-40B4-BE49-F238E27FC236}">
                  <a16:creationId xmlns:a16="http://schemas.microsoft.com/office/drawing/2014/main" id="{200EFE54-8426-22B0-CF34-C01B8EF5F08B}"/>
                </a:ext>
              </a:extLst>
            </p:cNvPr>
            <p:cNvSpPr/>
            <p:nvPr/>
          </p:nvSpPr>
          <p:spPr>
            <a:xfrm>
              <a:off x="4621529" y="488187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86">
              <a:extLst>
                <a:ext uri="{FF2B5EF4-FFF2-40B4-BE49-F238E27FC236}">
                  <a16:creationId xmlns:a16="http://schemas.microsoft.com/office/drawing/2014/main" id="{A0826854-BFAE-2579-FF10-7C5D524AD6A6}"/>
                </a:ext>
              </a:extLst>
            </p:cNvPr>
            <p:cNvSpPr/>
            <p:nvPr/>
          </p:nvSpPr>
          <p:spPr>
            <a:xfrm>
              <a:off x="4621529" y="48856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87">
              <a:extLst>
                <a:ext uri="{FF2B5EF4-FFF2-40B4-BE49-F238E27FC236}">
                  <a16:creationId xmlns:a16="http://schemas.microsoft.com/office/drawing/2014/main" id="{E347F8D1-1CEE-8AFA-C69C-E64E69DEE55D}"/>
                </a:ext>
              </a:extLst>
            </p:cNvPr>
            <p:cNvSpPr/>
            <p:nvPr/>
          </p:nvSpPr>
          <p:spPr>
            <a:xfrm>
              <a:off x="4621529" y="48894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88">
              <a:extLst>
                <a:ext uri="{FF2B5EF4-FFF2-40B4-BE49-F238E27FC236}">
                  <a16:creationId xmlns:a16="http://schemas.microsoft.com/office/drawing/2014/main" id="{A5131909-E7E3-22F9-52A7-8F8D320FCD9A}"/>
                </a:ext>
              </a:extLst>
            </p:cNvPr>
            <p:cNvSpPr/>
            <p:nvPr/>
          </p:nvSpPr>
          <p:spPr>
            <a:xfrm>
              <a:off x="4621529" y="48933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89">
              <a:extLst>
                <a:ext uri="{FF2B5EF4-FFF2-40B4-BE49-F238E27FC236}">
                  <a16:creationId xmlns:a16="http://schemas.microsoft.com/office/drawing/2014/main" id="{074024BD-93E8-ECD7-D063-350CBA17ACBC}"/>
                </a:ext>
              </a:extLst>
            </p:cNvPr>
            <p:cNvSpPr/>
            <p:nvPr/>
          </p:nvSpPr>
          <p:spPr>
            <a:xfrm>
              <a:off x="4621529" y="48971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0">
              <a:extLst>
                <a:ext uri="{FF2B5EF4-FFF2-40B4-BE49-F238E27FC236}">
                  <a16:creationId xmlns:a16="http://schemas.microsoft.com/office/drawing/2014/main" id="{E365A71E-3FF1-727A-5141-B45B9CDB819E}"/>
                </a:ext>
              </a:extLst>
            </p:cNvPr>
            <p:cNvSpPr/>
            <p:nvPr/>
          </p:nvSpPr>
          <p:spPr>
            <a:xfrm>
              <a:off x="4621529" y="490092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9380" y="254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1">
              <a:extLst>
                <a:ext uri="{FF2B5EF4-FFF2-40B4-BE49-F238E27FC236}">
                  <a16:creationId xmlns:a16="http://schemas.microsoft.com/office/drawing/2014/main" id="{F80DE755-012F-4DAA-3DB8-564A08AF4D49}"/>
                </a:ext>
              </a:extLst>
            </p:cNvPr>
            <p:cNvSpPr/>
            <p:nvPr/>
          </p:nvSpPr>
          <p:spPr>
            <a:xfrm>
              <a:off x="4621529" y="4818379"/>
              <a:ext cx="118110" cy="85090"/>
            </a:xfrm>
            <a:custGeom>
              <a:avLst/>
              <a:gdLst/>
              <a:ahLst/>
              <a:cxnLst/>
              <a:rect l="l" t="t" r="r" b="b"/>
              <a:pathLst>
                <a:path w="118110" h="85089">
                  <a:moveTo>
                    <a:pt x="59690" y="85090"/>
                  </a:moveTo>
                  <a:lnTo>
                    <a:pt x="0" y="85090"/>
                  </a:lnTo>
                  <a:lnTo>
                    <a:pt x="0" y="0"/>
                  </a:lnTo>
                  <a:lnTo>
                    <a:pt x="118110" y="0"/>
                  </a:lnTo>
                  <a:lnTo>
                    <a:pt x="118110" y="85090"/>
                  </a:lnTo>
                  <a:lnTo>
                    <a:pt x="59690" y="8509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2">
              <a:extLst>
                <a:ext uri="{FF2B5EF4-FFF2-40B4-BE49-F238E27FC236}">
                  <a16:creationId xmlns:a16="http://schemas.microsoft.com/office/drawing/2014/main" id="{8C0F3AFE-D121-99CD-57A5-4B0B51F141AB}"/>
                </a:ext>
              </a:extLst>
            </p:cNvPr>
            <p:cNvSpPr/>
            <p:nvPr/>
          </p:nvSpPr>
          <p:spPr>
            <a:xfrm>
              <a:off x="4399280" y="4902199"/>
              <a:ext cx="339090" cy="2540"/>
            </a:xfrm>
            <a:custGeom>
              <a:avLst/>
              <a:gdLst/>
              <a:ahLst/>
              <a:cxnLst/>
              <a:rect l="l" t="t" r="r" b="b"/>
              <a:pathLst>
                <a:path w="339089" h="2539">
                  <a:moveTo>
                    <a:pt x="339077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9077" y="2540"/>
                  </a:lnTo>
                  <a:lnTo>
                    <a:pt x="339077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3">
              <a:extLst>
                <a:ext uri="{FF2B5EF4-FFF2-40B4-BE49-F238E27FC236}">
                  <a16:creationId xmlns:a16="http://schemas.microsoft.com/office/drawing/2014/main" id="{253AF5A0-EE8D-6411-26C7-DD7ACA5E21ED}"/>
                </a:ext>
              </a:extLst>
            </p:cNvPr>
            <p:cNvSpPr/>
            <p:nvPr/>
          </p:nvSpPr>
          <p:spPr>
            <a:xfrm>
              <a:off x="4396740" y="4904752"/>
              <a:ext cx="344170" cy="3810"/>
            </a:xfrm>
            <a:custGeom>
              <a:avLst/>
              <a:gdLst/>
              <a:ahLst/>
              <a:cxnLst/>
              <a:rect l="l" t="t" r="r" b="b"/>
              <a:pathLst>
                <a:path w="344170" h="3810">
                  <a:moveTo>
                    <a:pt x="344170" y="2527"/>
                  </a:moveTo>
                  <a:lnTo>
                    <a:pt x="342900" y="2527"/>
                  </a:lnTo>
                  <a:lnTo>
                    <a:pt x="342900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344170" y="3797"/>
                  </a:lnTo>
                  <a:lnTo>
                    <a:pt x="344170" y="2527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4">
              <a:extLst>
                <a:ext uri="{FF2B5EF4-FFF2-40B4-BE49-F238E27FC236}">
                  <a16:creationId xmlns:a16="http://schemas.microsoft.com/office/drawing/2014/main" id="{AF7119A3-C73A-D710-A8CD-EB9BC058BF73}"/>
                </a:ext>
              </a:extLst>
            </p:cNvPr>
            <p:cNvSpPr/>
            <p:nvPr/>
          </p:nvSpPr>
          <p:spPr>
            <a:xfrm>
              <a:off x="4394200" y="490854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49250" y="1270"/>
                  </a:moveTo>
                  <a:lnTo>
                    <a:pt x="347980" y="1270"/>
                  </a:lnTo>
                  <a:lnTo>
                    <a:pt x="3479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49250" y="2540"/>
                  </a:lnTo>
                  <a:lnTo>
                    <a:pt x="349250" y="1270"/>
                  </a:lnTo>
                  <a:close/>
                </a:path>
                <a:path w="350520" h="3810">
                  <a:moveTo>
                    <a:pt x="35052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52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5">
              <a:extLst>
                <a:ext uri="{FF2B5EF4-FFF2-40B4-BE49-F238E27FC236}">
                  <a16:creationId xmlns:a16="http://schemas.microsoft.com/office/drawing/2014/main" id="{EE64FACA-3D59-CA33-4EEB-203F0AF1B9C2}"/>
                </a:ext>
              </a:extLst>
            </p:cNvPr>
            <p:cNvSpPr/>
            <p:nvPr/>
          </p:nvSpPr>
          <p:spPr>
            <a:xfrm>
              <a:off x="4390390" y="4912359"/>
              <a:ext cx="356870" cy="3810"/>
            </a:xfrm>
            <a:custGeom>
              <a:avLst/>
              <a:gdLst/>
              <a:ahLst/>
              <a:cxnLst/>
              <a:rect l="l" t="t" r="r" b="b"/>
              <a:pathLst>
                <a:path w="356870" h="3810">
                  <a:moveTo>
                    <a:pt x="356870" y="2540"/>
                  </a:moveTo>
                  <a:lnTo>
                    <a:pt x="355600" y="2540"/>
                  </a:lnTo>
                  <a:lnTo>
                    <a:pt x="355600" y="1270"/>
                  </a:lnTo>
                  <a:lnTo>
                    <a:pt x="354317" y="1270"/>
                  </a:lnTo>
                  <a:lnTo>
                    <a:pt x="35431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6870" y="3810"/>
                  </a:lnTo>
                  <a:lnTo>
                    <a:pt x="3568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96">
              <a:extLst>
                <a:ext uri="{FF2B5EF4-FFF2-40B4-BE49-F238E27FC236}">
                  <a16:creationId xmlns:a16="http://schemas.microsoft.com/office/drawing/2014/main" id="{93AEB3E5-6EBC-3787-72EE-3525001F9C3A}"/>
                </a:ext>
              </a:extLst>
            </p:cNvPr>
            <p:cNvSpPr/>
            <p:nvPr/>
          </p:nvSpPr>
          <p:spPr>
            <a:xfrm>
              <a:off x="4387850" y="49161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1270"/>
                  </a:moveTo>
                  <a:lnTo>
                    <a:pt x="360680" y="1270"/>
                  </a:lnTo>
                  <a:lnTo>
                    <a:pt x="3606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lnTo>
                    <a:pt x="361950" y="127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97">
              <a:extLst>
                <a:ext uri="{FF2B5EF4-FFF2-40B4-BE49-F238E27FC236}">
                  <a16:creationId xmlns:a16="http://schemas.microsoft.com/office/drawing/2014/main" id="{F8752522-C950-888C-F324-D812657998BB}"/>
                </a:ext>
              </a:extLst>
            </p:cNvPr>
            <p:cNvSpPr/>
            <p:nvPr/>
          </p:nvSpPr>
          <p:spPr>
            <a:xfrm>
              <a:off x="4384040" y="4919979"/>
              <a:ext cx="369570" cy="3810"/>
            </a:xfrm>
            <a:custGeom>
              <a:avLst/>
              <a:gdLst/>
              <a:ahLst/>
              <a:cxnLst/>
              <a:rect l="l" t="t" r="r" b="b"/>
              <a:pathLst>
                <a:path w="369570" h="3810">
                  <a:moveTo>
                    <a:pt x="369570" y="2540"/>
                  </a:moveTo>
                  <a:lnTo>
                    <a:pt x="368300" y="2540"/>
                  </a:lnTo>
                  <a:lnTo>
                    <a:pt x="368300" y="1270"/>
                  </a:lnTo>
                  <a:lnTo>
                    <a:pt x="367017" y="1270"/>
                  </a:lnTo>
                  <a:lnTo>
                    <a:pt x="36701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9570" y="3810"/>
                  </a:lnTo>
                  <a:lnTo>
                    <a:pt x="36957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98">
              <a:extLst>
                <a:ext uri="{FF2B5EF4-FFF2-40B4-BE49-F238E27FC236}">
                  <a16:creationId xmlns:a16="http://schemas.microsoft.com/office/drawing/2014/main" id="{A9C2CD90-C4D1-2067-FEBA-9D80510EA2D4}"/>
                </a:ext>
              </a:extLst>
            </p:cNvPr>
            <p:cNvSpPr/>
            <p:nvPr/>
          </p:nvSpPr>
          <p:spPr>
            <a:xfrm>
              <a:off x="4381500" y="4923789"/>
              <a:ext cx="374650" cy="3810"/>
            </a:xfrm>
            <a:custGeom>
              <a:avLst/>
              <a:gdLst/>
              <a:ahLst/>
              <a:cxnLst/>
              <a:rect l="l" t="t" r="r" b="b"/>
              <a:pathLst>
                <a:path w="374650" h="3810">
                  <a:moveTo>
                    <a:pt x="374650" y="2540"/>
                  </a:moveTo>
                  <a:lnTo>
                    <a:pt x="373380" y="2540"/>
                  </a:lnTo>
                  <a:lnTo>
                    <a:pt x="373380" y="1270"/>
                  </a:lnTo>
                  <a:lnTo>
                    <a:pt x="3733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4650" y="3810"/>
                  </a:lnTo>
                  <a:lnTo>
                    <a:pt x="3746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99">
              <a:extLst>
                <a:ext uri="{FF2B5EF4-FFF2-40B4-BE49-F238E27FC236}">
                  <a16:creationId xmlns:a16="http://schemas.microsoft.com/office/drawing/2014/main" id="{8EF01496-8312-8DEF-418E-5CFAA86A9D4B}"/>
                </a:ext>
              </a:extLst>
            </p:cNvPr>
            <p:cNvSpPr/>
            <p:nvPr/>
          </p:nvSpPr>
          <p:spPr>
            <a:xfrm>
              <a:off x="4378960" y="492759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79730" y="1270"/>
                  </a:moveTo>
                  <a:lnTo>
                    <a:pt x="378447" y="1270"/>
                  </a:lnTo>
                  <a:lnTo>
                    <a:pt x="37844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79730" y="2540"/>
                  </a:lnTo>
                  <a:lnTo>
                    <a:pt x="379730" y="1270"/>
                  </a:lnTo>
                  <a:close/>
                </a:path>
                <a:path w="381000" h="3810">
                  <a:moveTo>
                    <a:pt x="38100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52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0">
              <a:extLst>
                <a:ext uri="{FF2B5EF4-FFF2-40B4-BE49-F238E27FC236}">
                  <a16:creationId xmlns:a16="http://schemas.microsoft.com/office/drawing/2014/main" id="{956B4F12-7F20-73F5-E7AC-497644FE1CE5}"/>
                </a:ext>
              </a:extLst>
            </p:cNvPr>
            <p:cNvSpPr/>
            <p:nvPr/>
          </p:nvSpPr>
          <p:spPr>
            <a:xfrm>
              <a:off x="4375150" y="4931409"/>
              <a:ext cx="387350" cy="3810"/>
            </a:xfrm>
            <a:custGeom>
              <a:avLst/>
              <a:gdLst/>
              <a:ahLst/>
              <a:cxnLst/>
              <a:rect l="l" t="t" r="r" b="b"/>
              <a:pathLst>
                <a:path w="387350" h="3810">
                  <a:moveTo>
                    <a:pt x="387350" y="2540"/>
                  </a:moveTo>
                  <a:lnTo>
                    <a:pt x="386080" y="2540"/>
                  </a:lnTo>
                  <a:lnTo>
                    <a:pt x="386080" y="1270"/>
                  </a:lnTo>
                  <a:lnTo>
                    <a:pt x="3860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7350" y="3810"/>
                  </a:lnTo>
                  <a:lnTo>
                    <a:pt x="38735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1">
              <a:extLst>
                <a:ext uri="{FF2B5EF4-FFF2-40B4-BE49-F238E27FC236}">
                  <a16:creationId xmlns:a16="http://schemas.microsoft.com/office/drawing/2014/main" id="{9F747AE5-011F-8331-EBD7-0D78AA274916}"/>
                </a:ext>
              </a:extLst>
            </p:cNvPr>
            <p:cNvSpPr/>
            <p:nvPr/>
          </p:nvSpPr>
          <p:spPr>
            <a:xfrm>
              <a:off x="4372610" y="493521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116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91160" y="1270"/>
                  </a:lnTo>
                  <a:lnTo>
                    <a:pt x="391160" y="0"/>
                  </a:lnTo>
                  <a:close/>
                </a:path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2">
              <a:extLst>
                <a:ext uri="{FF2B5EF4-FFF2-40B4-BE49-F238E27FC236}">
                  <a16:creationId xmlns:a16="http://schemas.microsoft.com/office/drawing/2014/main" id="{23A6BDA0-C4CB-6FBD-8235-36518F68435A}"/>
                </a:ext>
              </a:extLst>
            </p:cNvPr>
            <p:cNvSpPr/>
            <p:nvPr/>
          </p:nvSpPr>
          <p:spPr>
            <a:xfrm>
              <a:off x="4370070" y="493902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80" y="2540"/>
                  </a:moveTo>
                  <a:lnTo>
                    <a:pt x="397510" y="2540"/>
                  </a:lnTo>
                  <a:lnTo>
                    <a:pt x="397510" y="1270"/>
                  </a:lnTo>
                  <a:lnTo>
                    <a:pt x="396240" y="1270"/>
                  </a:lnTo>
                  <a:lnTo>
                    <a:pt x="396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80" y="3810"/>
                  </a:lnTo>
                  <a:lnTo>
                    <a:pt x="398780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3">
              <a:extLst>
                <a:ext uri="{FF2B5EF4-FFF2-40B4-BE49-F238E27FC236}">
                  <a16:creationId xmlns:a16="http://schemas.microsoft.com/office/drawing/2014/main" id="{2E5DC91B-6BEF-08DC-1F8D-6A723B3FE77E}"/>
                </a:ext>
              </a:extLst>
            </p:cNvPr>
            <p:cNvSpPr/>
            <p:nvPr/>
          </p:nvSpPr>
          <p:spPr>
            <a:xfrm>
              <a:off x="4366260" y="4942852"/>
              <a:ext cx="405130" cy="3810"/>
            </a:xfrm>
            <a:custGeom>
              <a:avLst/>
              <a:gdLst/>
              <a:ahLst/>
              <a:cxnLst/>
              <a:rect l="l" t="t" r="r" b="b"/>
              <a:pathLst>
                <a:path w="405129" h="3810">
                  <a:moveTo>
                    <a:pt x="405130" y="1257"/>
                  </a:moveTo>
                  <a:lnTo>
                    <a:pt x="403860" y="1257"/>
                  </a:lnTo>
                  <a:lnTo>
                    <a:pt x="40386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405130" y="3797"/>
                  </a:lnTo>
                  <a:lnTo>
                    <a:pt x="405130" y="2527"/>
                  </a:lnTo>
                  <a:lnTo>
                    <a:pt x="405130" y="1257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4">
              <a:extLst>
                <a:ext uri="{FF2B5EF4-FFF2-40B4-BE49-F238E27FC236}">
                  <a16:creationId xmlns:a16="http://schemas.microsoft.com/office/drawing/2014/main" id="{41E18F20-7598-F1D7-5534-53D01B7710D7}"/>
                </a:ext>
              </a:extLst>
            </p:cNvPr>
            <p:cNvSpPr/>
            <p:nvPr/>
          </p:nvSpPr>
          <p:spPr>
            <a:xfrm>
              <a:off x="4363720" y="494664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0210" y="1270"/>
                  </a:move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410210" y="2540"/>
                  </a:lnTo>
                  <a:lnTo>
                    <a:pt x="410210" y="1270"/>
                  </a:lnTo>
                  <a:close/>
                </a:path>
                <a:path w="411479" h="3810">
                  <a:moveTo>
                    <a:pt x="41148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411480" y="3810"/>
                  </a:lnTo>
                  <a:lnTo>
                    <a:pt x="411480" y="2552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5">
              <a:extLst>
                <a:ext uri="{FF2B5EF4-FFF2-40B4-BE49-F238E27FC236}">
                  <a16:creationId xmlns:a16="http://schemas.microsoft.com/office/drawing/2014/main" id="{FA870EEC-5477-7C22-B14A-3D700CB1C9E6}"/>
                </a:ext>
              </a:extLst>
            </p:cNvPr>
            <p:cNvSpPr/>
            <p:nvPr/>
          </p:nvSpPr>
          <p:spPr>
            <a:xfrm>
              <a:off x="4361180" y="495045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60" h="3810">
                  <a:moveTo>
                    <a:pt x="416560" y="2540"/>
                  </a:moveTo>
                  <a:lnTo>
                    <a:pt x="415277" y="2540"/>
                  </a:lnTo>
                  <a:lnTo>
                    <a:pt x="415277" y="127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06">
              <a:extLst>
                <a:ext uri="{FF2B5EF4-FFF2-40B4-BE49-F238E27FC236}">
                  <a16:creationId xmlns:a16="http://schemas.microsoft.com/office/drawing/2014/main" id="{0DAFCBAF-A235-DC86-EE18-25549AFBD29D}"/>
                </a:ext>
              </a:extLst>
            </p:cNvPr>
            <p:cNvSpPr/>
            <p:nvPr/>
          </p:nvSpPr>
          <p:spPr>
            <a:xfrm>
              <a:off x="4357370" y="495426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164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421640" y="1270"/>
                  </a:lnTo>
                  <a:lnTo>
                    <a:pt x="421640" y="0"/>
                  </a:lnTo>
                  <a:close/>
                </a:path>
                <a:path w="424179" h="3810">
                  <a:moveTo>
                    <a:pt x="424180" y="2540"/>
                  </a:moveTo>
                  <a:lnTo>
                    <a:pt x="422910" y="2540"/>
                  </a:lnTo>
                  <a:lnTo>
                    <a:pt x="4229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80" y="3810"/>
                  </a:lnTo>
                  <a:lnTo>
                    <a:pt x="424180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07">
              <a:extLst>
                <a:ext uri="{FF2B5EF4-FFF2-40B4-BE49-F238E27FC236}">
                  <a16:creationId xmlns:a16="http://schemas.microsoft.com/office/drawing/2014/main" id="{07E6B2EA-F449-24D8-AAB3-AA55C60E722C}"/>
                </a:ext>
              </a:extLst>
            </p:cNvPr>
            <p:cNvSpPr/>
            <p:nvPr/>
          </p:nvSpPr>
          <p:spPr>
            <a:xfrm>
              <a:off x="4354830" y="4958079"/>
              <a:ext cx="427990" cy="3810"/>
            </a:xfrm>
            <a:custGeom>
              <a:avLst/>
              <a:gdLst/>
              <a:ahLst/>
              <a:cxnLst/>
              <a:rect l="l" t="t" r="r" b="b"/>
              <a:pathLst>
                <a:path w="427989" h="3810">
                  <a:moveTo>
                    <a:pt x="427990" y="1270"/>
                  </a:moveTo>
                  <a:lnTo>
                    <a:pt x="426720" y="1270"/>
                  </a:lnTo>
                  <a:lnTo>
                    <a:pt x="4267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7990" y="3810"/>
                  </a:lnTo>
                  <a:lnTo>
                    <a:pt x="427990" y="2540"/>
                  </a:lnTo>
                  <a:lnTo>
                    <a:pt x="427990" y="127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08">
              <a:extLst>
                <a:ext uri="{FF2B5EF4-FFF2-40B4-BE49-F238E27FC236}">
                  <a16:creationId xmlns:a16="http://schemas.microsoft.com/office/drawing/2014/main" id="{56E70B39-D1C3-F5C5-608D-0A2A687B4448}"/>
                </a:ext>
              </a:extLst>
            </p:cNvPr>
            <p:cNvSpPr/>
            <p:nvPr/>
          </p:nvSpPr>
          <p:spPr>
            <a:xfrm>
              <a:off x="4354829" y="4902199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89" h="58420">
                  <a:moveTo>
                    <a:pt x="0" y="58419"/>
                  </a:moveTo>
                  <a:lnTo>
                    <a:pt x="45720" y="0"/>
                  </a:lnTo>
                  <a:lnTo>
                    <a:pt x="381000" y="0"/>
                  </a:lnTo>
                  <a:lnTo>
                    <a:pt x="427990" y="58419"/>
                  </a:lnTo>
                  <a:lnTo>
                    <a:pt x="0" y="584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09">
              <a:extLst>
                <a:ext uri="{FF2B5EF4-FFF2-40B4-BE49-F238E27FC236}">
                  <a16:creationId xmlns:a16="http://schemas.microsoft.com/office/drawing/2014/main" id="{2D82A07F-BFFF-A1DC-CEFC-1196530EE132}"/>
                </a:ext>
              </a:extLst>
            </p:cNvPr>
            <p:cNvSpPr/>
            <p:nvPr/>
          </p:nvSpPr>
          <p:spPr>
            <a:xfrm>
              <a:off x="4353560" y="495934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0">
              <a:extLst>
                <a:ext uri="{FF2B5EF4-FFF2-40B4-BE49-F238E27FC236}">
                  <a16:creationId xmlns:a16="http://schemas.microsoft.com/office/drawing/2014/main" id="{D0F72C58-AFB3-C5A4-0754-7B9508AD0D4A}"/>
                </a:ext>
              </a:extLst>
            </p:cNvPr>
            <p:cNvSpPr/>
            <p:nvPr/>
          </p:nvSpPr>
          <p:spPr>
            <a:xfrm>
              <a:off x="4353559" y="496315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29" y="3809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1">
              <a:extLst>
                <a:ext uri="{FF2B5EF4-FFF2-40B4-BE49-F238E27FC236}">
                  <a16:creationId xmlns:a16="http://schemas.microsoft.com/office/drawing/2014/main" id="{A4692539-DBE0-F79D-CB0D-F73D477C6B27}"/>
                </a:ext>
              </a:extLst>
            </p:cNvPr>
            <p:cNvSpPr/>
            <p:nvPr/>
          </p:nvSpPr>
          <p:spPr>
            <a:xfrm>
              <a:off x="4353559" y="496696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29" y="3809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2">
              <a:extLst>
                <a:ext uri="{FF2B5EF4-FFF2-40B4-BE49-F238E27FC236}">
                  <a16:creationId xmlns:a16="http://schemas.microsoft.com/office/drawing/2014/main" id="{26801011-4562-80CD-059D-E9518FAC8009}"/>
                </a:ext>
              </a:extLst>
            </p:cNvPr>
            <p:cNvSpPr/>
            <p:nvPr/>
          </p:nvSpPr>
          <p:spPr>
            <a:xfrm>
              <a:off x="4353559" y="497077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3">
              <a:extLst>
                <a:ext uri="{FF2B5EF4-FFF2-40B4-BE49-F238E27FC236}">
                  <a16:creationId xmlns:a16="http://schemas.microsoft.com/office/drawing/2014/main" id="{4AF8AA3D-CDC5-B077-EBAA-F0C274076618}"/>
                </a:ext>
              </a:extLst>
            </p:cNvPr>
            <p:cNvSpPr/>
            <p:nvPr/>
          </p:nvSpPr>
          <p:spPr>
            <a:xfrm>
              <a:off x="4353559" y="497458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4">
              <a:extLst>
                <a:ext uri="{FF2B5EF4-FFF2-40B4-BE49-F238E27FC236}">
                  <a16:creationId xmlns:a16="http://schemas.microsoft.com/office/drawing/2014/main" id="{D7F3A422-6EBC-0D66-1213-1769B89004CA}"/>
                </a:ext>
              </a:extLst>
            </p:cNvPr>
            <p:cNvSpPr/>
            <p:nvPr/>
          </p:nvSpPr>
          <p:spPr>
            <a:xfrm>
              <a:off x="4353559" y="497839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5">
              <a:extLst>
                <a:ext uri="{FF2B5EF4-FFF2-40B4-BE49-F238E27FC236}">
                  <a16:creationId xmlns:a16="http://schemas.microsoft.com/office/drawing/2014/main" id="{D79063C1-9932-42AC-67E2-52728413014B}"/>
                </a:ext>
              </a:extLst>
            </p:cNvPr>
            <p:cNvSpPr/>
            <p:nvPr/>
          </p:nvSpPr>
          <p:spPr>
            <a:xfrm>
              <a:off x="4354829" y="4960619"/>
              <a:ext cx="427990" cy="20320"/>
            </a:xfrm>
            <a:custGeom>
              <a:avLst/>
              <a:gdLst/>
              <a:ahLst/>
              <a:cxnLst/>
              <a:rect l="l" t="t" r="r" b="b"/>
              <a:pathLst>
                <a:path w="427989" h="20320">
                  <a:moveTo>
                    <a:pt x="213360" y="20319"/>
                  </a:moveTo>
                  <a:lnTo>
                    <a:pt x="0" y="20319"/>
                  </a:lnTo>
                  <a:lnTo>
                    <a:pt x="0" y="0"/>
                  </a:lnTo>
                  <a:lnTo>
                    <a:pt x="427990" y="0"/>
                  </a:lnTo>
                  <a:lnTo>
                    <a:pt x="427990" y="20319"/>
                  </a:lnTo>
                  <a:lnTo>
                    <a:pt x="213360" y="203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16">
              <a:extLst>
                <a:ext uri="{FF2B5EF4-FFF2-40B4-BE49-F238E27FC236}">
                  <a16:creationId xmlns:a16="http://schemas.microsoft.com/office/drawing/2014/main" id="{4D27A91E-8F9A-229D-0F25-C86FAC0E800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64049" y="4738369"/>
              <a:ext cx="204470" cy="59689"/>
            </a:xfrm>
            <a:prstGeom prst="rect">
              <a:avLst/>
            </a:prstGeom>
          </p:spPr>
        </p:pic>
        <p:sp>
          <p:nvSpPr>
            <p:cNvPr id="121" name="object 117">
              <a:extLst>
                <a:ext uri="{FF2B5EF4-FFF2-40B4-BE49-F238E27FC236}">
                  <a16:creationId xmlns:a16="http://schemas.microsoft.com/office/drawing/2014/main" id="{C0D9E6EB-4D77-AEF0-641E-DCACB0D76030}"/>
                </a:ext>
              </a:extLst>
            </p:cNvPr>
            <p:cNvSpPr/>
            <p:nvPr/>
          </p:nvSpPr>
          <p:spPr>
            <a:xfrm>
              <a:off x="4464049" y="4738369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20">
                  <a:moveTo>
                    <a:pt x="203200" y="45719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60" y="40639"/>
                  </a:lnTo>
                  <a:lnTo>
                    <a:pt x="151129" y="22859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60" y="0"/>
                  </a:lnTo>
                  <a:lnTo>
                    <a:pt x="143172" y="0"/>
                  </a:lnTo>
                  <a:lnTo>
                    <a:pt x="120173" y="0"/>
                  </a:lnTo>
                  <a:lnTo>
                    <a:pt x="15239" y="0"/>
                  </a:lnTo>
                  <a:lnTo>
                    <a:pt x="37266" y="13215"/>
                  </a:lnTo>
                  <a:lnTo>
                    <a:pt x="48577" y="20002"/>
                  </a:lnTo>
                  <a:lnTo>
                    <a:pt x="52744" y="22502"/>
                  </a:lnTo>
                  <a:lnTo>
                    <a:pt x="53339" y="22859"/>
                  </a:lnTo>
                  <a:lnTo>
                    <a:pt x="53339" y="40639"/>
                  </a:lnTo>
                  <a:lnTo>
                    <a:pt x="31611" y="41612"/>
                  </a:lnTo>
                  <a:lnTo>
                    <a:pt x="14763" y="42703"/>
                  </a:lnTo>
                  <a:lnTo>
                    <a:pt x="3869" y="44033"/>
                  </a:lnTo>
                  <a:lnTo>
                    <a:pt x="0" y="45719"/>
                  </a:lnTo>
                  <a:lnTo>
                    <a:pt x="0" y="58419"/>
                  </a:lnTo>
                  <a:lnTo>
                    <a:pt x="54332" y="58419"/>
                  </a:lnTo>
                  <a:lnTo>
                    <a:pt x="82232" y="58419"/>
                  </a:lnTo>
                  <a:lnTo>
                    <a:pt x="92511" y="58419"/>
                  </a:lnTo>
                  <a:lnTo>
                    <a:pt x="93979" y="58419"/>
                  </a:lnTo>
                  <a:lnTo>
                    <a:pt x="110489" y="58419"/>
                  </a:lnTo>
                  <a:lnTo>
                    <a:pt x="164087" y="58419"/>
                  </a:lnTo>
                  <a:lnTo>
                    <a:pt x="191611" y="58419"/>
                  </a:lnTo>
                  <a:lnTo>
                    <a:pt x="201751" y="58419"/>
                  </a:lnTo>
                  <a:lnTo>
                    <a:pt x="203200" y="58419"/>
                  </a:lnTo>
                  <a:lnTo>
                    <a:pt x="203200" y="45719"/>
                  </a:lnTo>
                  <a:lnTo>
                    <a:pt x="203200" y="45719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8">
              <a:extLst>
                <a:ext uri="{FF2B5EF4-FFF2-40B4-BE49-F238E27FC236}">
                  <a16:creationId xmlns:a16="http://schemas.microsoft.com/office/drawing/2014/main" id="{79B9C636-5490-EA39-9D53-24814BB3C56B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0709" y="4499609"/>
              <a:ext cx="318770" cy="241300"/>
            </a:xfrm>
            <a:prstGeom prst="rect">
              <a:avLst/>
            </a:prstGeom>
          </p:spPr>
        </p:pic>
        <p:sp>
          <p:nvSpPr>
            <p:cNvPr id="123" name="object 119">
              <a:extLst>
                <a:ext uri="{FF2B5EF4-FFF2-40B4-BE49-F238E27FC236}">
                  <a16:creationId xmlns:a16="http://schemas.microsoft.com/office/drawing/2014/main" id="{E1D45AA0-85AA-CED4-BAEE-75244289DC55}"/>
                </a:ext>
              </a:extLst>
            </p:cNvPr>
            <p:cNvSpPr/>
            <p:nvPr/>
          </p:nvSpPr>
          <p:spPr>
            <a:xfrm>
              <a:off x="4410709" y="4499609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29">
                  <a:moveTo>
                    <a:pt x="317500" y="240029"/>
                  </a:moveTo>
                  <a:lnTo>
                    <a:pt x="0" y="240029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2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0">
              <a:extLst>
                <a:ext uri="{FF2B5EF4-FFF2-40B4-BE49-F238E27FC236}">
                  <a16:creationId xmlns:a16="http://schemas.microsoft.com/office/drawing/2014/main" id="{BECBF193-C594-DAB6-0196-353ED4503B99}"/>
                </a:ext>
              </a:extLst>
            </p:cNvPr>
            <p:cNvSpPr/>
            <p:nvPr/>
          </p:nvSpPr>
          <p:spPr>
            <a:xfrm>
              <a:off x="4443729" y="452754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79">
                  <a:moveTo>
                    <a:pt x="247650" y="0"/>
                  </a:moveTo>
                  <a:lnTo>
                    <a:pt x="0" y="0"/>
                  </a:lnTo>
                  <a:lnTo>
                    <a:pt x="0" y="182880"/>
                  </a:lnTo>
                  <a:lnTo>
                    <a:pt x="247650" y="182880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1">
              <a:extLst>
                <a:ext uri="{FF2B5EF4-FFF2-40B4-BE49-F238E27FC236}">
                  <a16:creationId xmlns:a16="http://schemas.microsoft.com/office/drawing/2014/main" id="{A88C0FF1-6D98-8677-889E-2E5E22754ACE}"/>
                </a:ext>
              </a:extLst>
            </p:cNvPr>
            <p:cNvSpPr/>
            <p:nvPr/>
          </p:nvSpPr>
          <p:spPr>
            <a:xfrm>
              <a:off x="4443729" y="452754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79">
                  <a:moveTo>
                    <a:pt x="247650" y="182880"/>
                  </a:moveTo>
                  <a:lnTo>
                    <a:pt x="0" y="182880"/>
                  </a:lnTo>
                  <a:lnTo>
                    <a:pt x="0" y="0"/>
                  </a:lnTo>
                  <a:lnTo>
                    <a:pt x="247650" y="0"/>
                  </a:lnTo>
                  <a:lnTo>
                    <a:pt x="247650" y="18288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2">
              <a:extLst>
                <a:ext uri="{FF2B5EF4-FFF2-40B4-BE49-F238E27FC236}">
                  <a16:creationId xmlns:a16="http://schemas.microsoft.com/office/drawing/2014/main" id="{3C7A0F6F-71E3-46D0-D803-1DF292ACBF83}"/>
                </a:ext>
              </a:extLst>
            </p:cNvPr>
            <p:cNvSpPr/>
            <p:nvPr/>
          </p:nvSpPr>
          <p:spPr>
            <a:xfrm>
              <a:off x="4443729" y="453008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0" y="180340"/>
                  </a:lnTo>
                  <a:lnTo>
                    <a:pt x="247650" y="180340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3">
              <a:extLst>
                <a:ext uri="{FF2B5EF4-FFF2-40B4-BE49-F238E27FC236}">
                  <a16:creationId xmlns:a16="http://schemas.microsoft.com/office/drawing/2014/main" id="{DFD23569-EEF4-1F2A-AD6E-37D963C6A636}"/>
                </a:ext>
              </a:extLst>
            </p:cNvPr>
            <p:cNvSpPr/>
            <p:nvPr/>
          </p:nvSpPr>
          <p:spPr>
            <a:xfrm>
              <a:off x="4443729" y="453008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247650" y="180340"/>
                  </a:lnTo>
                  <a:lnTo>
                    <a:pt x="0" y="18034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4">
              <a:extLst>
                <a:ext uri="{FF2B5EF4-FFF2-40B4-BE49-F238E27FC236}">
                  <a16:creationId xmlns:a16="http://schemas.microsoft.com/office/drawing/2014/main" id="{E0D48569-FCF9-F58F-A13B-5BE19B56C3DD}"/>
                </a:ext>
              </a:extLst>
            </p:cNvPr>
            <p:cNvSpPr/>
            <p:nvPr/>
          </p:nvSpPr>
          <p:spPr>
            <a:xfrm>
              <a:off x="4511039" y="4753609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70">
                  <a:moveTo>
                    <a:pt x="0" y="3809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20" y="13969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70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5">
              <a:extLst>
                <a:ext uri="{FF2B5EF4-FFF2-40B4-BE49-F238E27FC236}">
                  <a16:creationId xmlns:a16="http://schemas.microsoft.com/office/drawing/2014/main" id="{4E67C0A1-9C0F-5A18-E7F7-8C29605D4215}"/>
                </a:ext>
              </a:extLst>
            </p:cNvPr>
            <p:cNvSpPr/>
            <p:nvPr/>
          </p:nvSpPr>
          <p:spPr>
            <a:xfrm>
              <a:off x="4550409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479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0479" y="13970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26">
              <a:extLst>
                <a:ext uri="{FF2B5EF4-FFF2-40B4-BE49-F238E27FC236}">
                  <a16:creationId xmlns:a16="http://schemas.microsoft.com/office/drawing/2014/main" id="{9BC5E992-2CAF-B39B-F3CD-B1FAA9BA870C}"/>
                </a:ext>
              </a:extLst>
            </p:cNvPr>
            <p:cNvSpPr/>
            <p:nvPr/>
          </p:nvSpPr>
          <p:spPr>
            <a:xfrm>
              <a:off x="4550409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479" y="13970"/>
                  </a:moveTo>
                  <a:lnTo>
                    <a:pt x="0" y="13970"/>
                  </a:lnTo>
                  <a:lnTo>
                    <a:pt x="0" y="0"/>
                  </a:lnTo>
                  <a:lnTo>
                    <a:pt x="30479" y="0"/>
                  </a:lnTo>
                  <a:lnTo>
                    <a:pt x="30479" y="1397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27">
              <a:extLst>
                <a:ext uri="{FF2B5EF4-FFF2-40B4-BE49-F238E27FC236}">
                  <a16:creationId xmlns:a16="http://schemas.microsoft.com/office/drawing/2014/main" id="{E3D9C4F8-CCE0-224F-24A4-1E9687666B54}"/>
                </a:ext>
              </a:extLst>
            </p:cNvPr>
            <p:cNvSpPr/>
            <p:nvPr/>
          </p:nvSpPr>
          <p:spPr>
            <a:xfrm>
              <a:off x="4550409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0" y="13970"/>
                  </a:moveTo>
                  <a:lnTo>
                    <a:pt x="30479" y="13970"/>
                  </a:lnTo>
                  <a:lnTo>
                    <a:pt x="30479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28">
              <a:extLst>
                <a:ext uri="{FF2B5EF4-FFF2-40B4-BE49-F238E27FC236}">
                  <a16:creationId xmlns:a16="http://schemas.microsoft.com/office/drawing/2014/main" id="{2FF158C5-EBFD-2775-753D-20AC2B4C6F92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55539" y="4810759"/>
              <a:ext cx="373379" cy="109219"/>
            </a:xfrm>
            <a:prstGeom prst="rect">
              <a:avLst/>
            </a:prstGeom>
          </p:spPr>
        </p:pic>
        <p:sp>
          <p:nvSpPr>
            <p:cNvPr id="133" name="object 129">
              <a:extLst>
                <a:ext uri="{FF2B5EF4-FFF2-40B4-BE49-F238E27FC236}">
                  <a16:creationId xmlns:a16="http://schemas.microsoft.com/office/drawing/2014/main" id="{3DD6CF26-75DD-8173-C146-7906015318EE}"/>
                </a:ext>
              </a:extLst>
            </p:cNvPr>
            <p:cNvSpPr/>
            <p:nvPr/>
          </p:nvSpPr>
          <p:spPr>
            <a:xfrm>
              <a:off x="4955539" y="4810759"/>
              <a:ext cx="372110" cy="107950"/>
            </a:xfrm>
            <a:custGeom>
              <a:avLst/>
              <a:gdLst/>
              <a:ahLst/>
              <a:cxnLst/>
              <a:rect l="l" t="t" r="r" b="b"/>
              <a:pathLst>
                <a:path w="372110" h="107950">
                  <a:moveTo>
                    <a:pt x="185420" y="107950"/>
                  </a:moveTo>
                  <a:lnTo>
                    <a:pt x="0" y="107950"/>
                  </a:lnTo>
                  <a:lnTo>
                    <a:pt x="0" y="0"/>
                  </a:lnTo>
                  <a:lnTo>
                    <a:pt x="372110" y="0"/>
                  </a:lnTo>
                  <a:lnTo>
                    <a:pt x="372110" y="107950"/>
                  </a:lnTo>
                  <a:lnTo>
                    <a:pt x="185420" y="1079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0">
              <a:extLst>
                <a:ext uri="{FF2B5EF4-FFF2-40B4-BE49-F238E27FC236}">
                  <a16:creationId xmlns:a16="http://schemas.microsoft.com/office/drawing/2014/main" id="{F7DEFC47-EC96-35E6-B59A-E142E6E68A60}"/>
                </a:ext>
              </a:extLst>
            </p:cNvPr>
            <p:cNvSpPr/>
            <p:nvPr/>
          </p:nvSpPr>
          <p:spPr>
            <a:xfrm>
              <a:off x="4997450" y="477646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89" h="2539">
                  <a:moveTo>
                    <a:pt x="287007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287007" y="1270"/>
                  </a:lnTo>
                  <a:lnTo>
                    <a:pt x="287007" y="0"/>
                  </a:lnTo>
                  <a:close/>
                </a:path>
                <a:path w="288289" h="2539">
                  <a:moveTo>
                    <a:pt x="288290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288290" y="2540"/>
                  </a:lnTo>
                  <a:lnTo>
                    <a:pt x="288290" y="1282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1">
              <a:extLst>
                <a:ext uri="{FF2B5EF4-FFF2-40B4-BE49-F238E27FC236}">
                  <a16:creationId xmlns:a16="http://schemas.microsoft.com/office/drawing/2014/main" id="{BB918D4F-D140-8089-EC93-DBF2CD89C087}"/>
                </a:ext>
              </a:extLst>
            </p:cNvPr>
            <p:cNvSpPr/>
            <p:nvPr/>
          </p:nvSpPr>
          <p:spPr>
            <a:xfrm>
              <a:off x="4992370" y="477900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2">
              <a:extLst>
                <a:ext uri="{FF2B5EF4-FFF2-40B4-BE49-F238E27FC236}">
                  <a16:creationId xmlns:a16="http://schemas.microsoft.com/office/drawing/2014/main" id="{419F553F-AC75-B00E-5796-29A8ADAC2A77}"/>
                </a:ext>
              </a:extLst>
            </p:cNvPr>
            <p:cNvSpPr/>
            <p:nvPr/>
          </p:nvSpPr>
          <p:spPr>
            <a:xfrm>
              <a:off x="4987290" y="478281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607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306070" y="1270"/>
                  </a:lnTo>
                  <a:lnTo>
                    <a:pt x="306070" y="0"/>
                  </a:lnTo>
                  <a:close/>
                </a:path>
                <a:path w="309879" h="3810">
                  <a:moveTo>
                    <a:pt x="309867" y="2540"/>
                  </a:moveTo>
                  <a:lnTo>
                    <a:pt x="307340" y="2540"/>
                  </a:lnTo>
                  <a:lnTo>
                    <a:pt x="30734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67" y="3810"/>
                  </a:lnTo>
                  <a:lnTo>
                    <a:pt x="309867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3">
              <a:extLst>
                <a:ext uri="{FF2B5EF4-FFF2-40B4-BE49-F238E27FC236}">
                  <a16:creationId xmlns:a16="http://schemas.microsoft.com/office/drawing/2014/main" id="{F343122F-9DCB-0216-7F28-ECB3BA67FEDB}"/>
                </a:ext>
              </a:extLst>
            </p:cNvPr>
            <p:cNvSpPr/>
            <p:nvPr/>
          </p:nvSpPr>
          <p:spPr>
            <a:xfrm>
              <a:off x="4982210" y="478662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39" h="3810">
                  <a:moveTo>
                    <a:pt x="320040" y="2540"/>
                  </a:moveTo>
                  <a:lnTo>
                    <a:pt x="317500" y="2540"/>
                  </a:lnTo>
                  <a:lnTo>
                    <a:pt x="317500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4">
              <a:extLst>
                <a:ext uri="{FF2B5EF4-FFF2-40B4-BE49-F238E27FC236}">
                  <a16:creationId xmlns:a16="http://schemas.microsoft.com/office/drawing/2014/main" id="{76211E27-6E52-DC39-3F54-2186E3483E1F}"/>
                </a:ext>
              </a:extLst>
            </p:cNvPr>
            <p:cNvSpPr/>
            <p:nvPr/>
          </p:nvSpPr>
          <p:spPr>
            <a:xfrm>
              <a:off x="4977130" y="4790452"/>
              <a:ext cx="330200" cy="3810"/>
            </a:xfrm>
            <a:custGeom>
              <a:avLst/>
              <a:gdLst/>
              <a:ahLst/>
              <a:cxnLst/>
              <a:rect l="l" t="t" r="r" b="b"/>
              <a:pathLst>
                <a:path w="330200" h="3810">
                  <a:moveTo>
                    <a:pt x="330200" y="2527"/>
                  </a:moveTo>
                  <a:lnTo>
                    <a:pt x="328930" y="2527"/>
                  </a:lnTo>
                  <a:lnTo>
                    <a:pt x="328930" y="1257"/>
                  </a:lnTo>
                  <a:lnTo>
                    <a:pt x="326377" y="1257"/>
                  </a:lnTo>
                  <a:lnTo>
                    <a:pt x="326377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330200" y="3797"/>
                  </a:lnTo>
                  <a:lnTo>
                    <a:pt x="330200" y="2527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5">
              <a:extLst>
                <a:ext uri="{FF2B5EF4-FFF2-40B4-BE49-F238E27FC236}">
                  <a16:creationId xmlns:a16="http://schemas.microsoft.com/office/drawing/2014/main" id="{15747B30-0D9D-CCC1-01D1-7346E6BE18B0}"/>
                </a:ext>
              </a:extLst>
            </p:cNvPr>
            <p:cNvSpPr/>
            <p:nvPr/>
          </p:nvSpPr>
          <p:spPr>
            <a:xfrm>
              <a:off x="4972050" y="4794249"/>
              <a:ext cx="340360" cy="3810"/>
            </a:xfrm>
            <a:custGeom>
              <a:avLst/>
              <a:gdLst/>
              <a:ahLst/>
              <a:cxnLst/>
              <a:rect l="l" t="t" r="r" b="b"/>
              <a:pathLst>
                <a:path w="340360" h="3810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  <a:path w="340360" h="3810">
                  <a:moveTo>
                    <a:pt x="34036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40360" y="3810"/>
                  </a:lnTo>
                  <a:lnTo>
                    <a:pt x="340360" y="2552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36">
              <a:extLst>
                <a:ext uri="{FF2B5EF4-FFF2-40B4-BE49-F238E27FC236}">
                  <a16:creationId xmlns:a16="http://schemas.microsoft.com/office/drawing/2014/main" id="{C2C8CA6B-30A4-3EF6-9A46-5947864EC4D0}"/>
                </a:ext>
              </a:extLst>
            </p:cNvPr>
            <p:cNvSpPr/>
            <p:nvPr/>
          </p:nvSpPr>
          <p:spPr>
            <a:xfrm>
              <a:off x="4966970" y="4798059"/>
              <a:ext cx="351790" cy="3810"/>
            </a:xfrm>
            <a:custGeom>
              <a:avLst/>
              <a:gdLst/>
              <a:ahLst/>
              <a:cxnLst/>
              <a:rect l="l" t="t" r="r" b="b"/>
              <a:pathLst>
                <a:path w="351789" h="3810">
                  <a:moveTo>
                    <a:pt x="351790" y="2540"/>
                  </a:moveTo>
                  <a:lnTo>
                    <a:pt x="349237" y="2540"/>
                  </a:lnTo>
                  <a:lnTo>
                    <a:pt x="349237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1790" y="3810"/>
                  </a:lnTo>
                  <a:lnTo>
                    <a:pt x="351790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37">
              <a:extLst>
                <a:ext uri="{FF2B5EF4-FFF2-40B4-BE49-F238E27FC236}">
                  <a16:creationId xmlns:a16="http://schemas.microsoft.com/office/drawing/2014/main" id="{4D7F9138-8FD2-F9D4-ED19-497E4C3AB73C}"/>
                </a:ext>
              </a:extLst>
            </p:cNvPr>
            <p:cNvSpPr/>
            <p:nvPr/>
          </p:nvSpPr>
          <p:spPr>
            <a:xfrm>
              <a:off x="4961890" y="48018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5814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358140" y="1270"/>
                  </a:lnTo>
                  <a:lnTo>
                    <a:pt x="358140" y="0"/>
                  </a:lnTo>
                  <a:close/>
                </a:path>
                <a:path w="361950" h="3810">
                  <a:moveTo>
                    <a:pt x="361950" y="2540"/>
                  </a:moveTo>
                  <a:lnTo>
                    <a:pt x="359410" y="2540"/>
                  </a:lnTo>
                  <a:lnTo>
                    <a:pt x="3594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38">
              <a:extLst>
                <a:ext uri="{FF2B5EF4-FFF2-40B4-BE49-F238E27FC236}">
                  <a16:creationId xmlns:a16="http://schemas.microsoft.com/office/drawing/2014/main" id="{98B5381C-B226-F5E6-495C-2B20785426B3}"/>
                </a:ext>
              </a:extLst>
            </p:cNvPr>
            <p:cNvSpPr/>
            <p:nvPr/>
          </p:nvSpPr>
          <p:spPr>
            <a:xfrm>
              <a:off x="4961889" y="4776469"/>
              <a:ext cx="360680" cy="27940"/>
            </a:xfrm>
            <a:custGeom>
              <a:avLst/>
              <a:gdLst/>
              <a:ahLst/>
              <a:cxnLst/>
              <a:rect l="l" t="t" r="r" b="b"/>
              <a:pathLst>
                <a:path w="360679" h="27939">
                  <a:moveTo>
                    <a:pt x="0" y="27939"/>
                  </a:moveTo>
                  <a:lnTo>
                    <a:pt x="38100" y="0"/>
                  </a:lnTo>
                  <a:lnTo>
                    <a:pt x="321310" y="0"/>
                  </a:lnTo>
                  <a:lnTo>
                    <a:pt x="360680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39">
              <a:extLst>
                <a:ext uri="{FF2B5EF4-FFF2-40B4-BE49-F238E27FC236}">
                  <a16:creationId xmlns:a16="http://schemas.microsoft.com/office/drawing/2014/main" id="{A8555614-49CF-94A0-4645-14E9584CE37E}"/>
                </a:ext>
              </a:extLst>
            </p:cNvPr>
            <p:cNvSpPr/>
            <p:nvPr/>
          </p:nvSpPr>
          <p:spPr>
            <a:xfrm>
              <a:off x="5195570" y="48171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0">
              <a:extLst>
                <a:ext uri="{FF2B5EF4-FFF2-40B4-BE49-F238E27FC236}">
                  <a16:creationId xmlns:a16="http://schemas.microsoft.com/office/drawing/2014/main" id="{959DA851-BBC4-4E18-B851-07D1C651D7BE}"/>
                </a:ext>
              </a:extLst>
            </p:cNvPr>
            <p:cNvSpPr/>
            <p:nvPr/>
          </p:nvSpPr>
          <p:spPr>
            <a:xfrm>
              <a:off x="5195569" y="48209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1">
              <a:extLst>
                <a:ext uri="{FF2B5EF4-FFF2-40B4-BE49-F238E27FC236}">
                  <a16:creationId xmlns:a16="http://schemas.microsoft.com/office/drawing/2014/main" id="{2B38AC3C-4B77-4FBD-4718-C559A47C71FC}"/>
                </a:ext>
              </a:extLst>
            </p:cNvPr>
            <p:cNvSpPr/>
            <p:nvPr/>
          </p:nvSpPr>
          <p:spPr>
            <a:xfrm>
              <a:off x="5195569" y="48247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2">
              <a:extLst>
                <a:ext uri="{FF2B5EF4-FFF2-40B4-BE49-F238E27FC236}">
                  <a16:creationId xmlns:a16="http://schemas.microsoft.com/office/drawing/2014/main" id="{1F62B99D-FA26-866E-7B25-B577A793D32E}"/>
                </a:ext>
              </a:extLst>
            </p:cNvPr>
            <p:cNvSpPr/>
            <p:nvPr/>
          </p:nvSpPr>
          <p:spPr>
            <a:xfrm>
              <a:off x="5195569" y="48285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3">
              <a:extLst>
                <a:ext uri="{FF2B5EF4-FFF2-40B4-BE49-F238E27FC236}">
                  <a16:creationId xmlns:a16="http://schemas.microsoft.com/office/drawing/2014/main" id="{AB1DC760-63B2-FCFC-DA6B-731B0B193BDF}"/>
                </a:ext>
              </a:extLst>
            </p:cNvPr>
            <p:cNvSpPr/>
            <p:nvPr/>
          </p:nvSpPr>
          <p:spPr>
            <a:xfrm>
              <a:off x="5195569" y="483234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4">
              <a:extLst>
                <a:ext uri="{FF2B5EF4-FFF2-40B4-BE49-F238E27FC236}">
                  <a16:creationId xmlns:a16="http://schemas.microsoft.com/office/drawing/2014/main" id="{3616F138-E5CA-7EF5-0DB6-A93EE99FD8DF}"/>
                </a:ext>
              </a:extLst>
            </p:cNvPr>
            <p:cNvSpPr/>
            <p:nvPr/>
          </p:nvSpPr>
          <p:spPr>
            <a:xfrm>
              <a:off x="5195569" y="48348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5">
              <a:extLst>
                <a:ext uri="{FF2B5EF4-FFF2-40B4-BE49-F238E27FC236}">
                  <a16:creationId xmlns:a16="http://schemas.microsoft.com/office/drawing/2014/main" id="{DE4B2F8C-C619-7DB4-4C24-5E14FAE23A06}"/>
                </a:ext>
              </a:extLst>
            </p:cNvPr>
            <p:cNvSpPr/>
            <p:nvPr/>
          </p:nvSpPr>
          <p:spPr>
            <a:xfrm>
              <a:off x="5195569" y="48386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46">
              <a:extLst>
                <a:ext uri="{FF2B5EF4-FFF2-40B4-BE49-F238E27FC236}">
                  <a16:creationId xmlns:a16="http://schemas.microsoft.com/office/drawing/2014/main" id="{2C32971F-17B8-A9AB-B6C0-9D9126FE8ACA}"/>
                </a:ext>
              </a:extLst>
            </p:cNvPr>
            <p:cNvSpPr/>
            <p:nvPr/>
          </p:nvSpPr>
          <p:spPr>
            <a:xfrm>
              <a:off x="5195569" y="48425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47">
              <a:extLst>
                <a:ext uri="{FF2B5EF4-FFF2-40B4-BE49-F238E27FC236}">
                  <a16:creationId xmlns:a16="http://schemas.microsoft.com/office/drawing/2014/main" id="{4C2D34D1-7C61-759D-911C-8E391230DD34}"/>
                </a:ext>
              </a:extLst>
            </p:cNvPr>
            <p:cNvSpPr/>
            <p:nvPr/>
          </p:nvSpPr>
          <p:spPr>
            <a:xfrm>
              <a:off x="5195569" y="48463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48">
              <a:extLst>
                <a:ext uri="{FF2B5EF4-FFF2-40B4-BE49-F238E27FC236}">
                  <a16:creationId xmlns:a16="http://schemas.microsoft.com/office/drawing/2014/main" id="{90AD59C6-42F0-EB6A-E5A0-0BC9EB0EFD7D}"/>
                </a:ext>
              </a:extLst>
            </p:cNvPr>
            <p:cNvSpPr/>
            <p:nvPr/>
          </p:nvSpPr>
          <p:spPr>
            <a:xfrm>
              <a:off x="5195569" y="48501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49">
              <a:extLst>
                <a:ext uri="{FF2B5EF4-FFF2-40B4-BE49-F238E27FC236}">
                  <a16:creationId xmlns:a16="http://schemas.microsoft.com/office/drawing/2014/main" id="{BFA6801A-37E6-98B5-4FD4-BE9508663B03}"/>
                </a:ext>
              </a:extLst>
            </p:cNvPr>
            <p:cNvSpPr/>
            <p:nvPr/>
          </p:nvSpPr>
          <p:spPr>
            <a:xfrm>
              <a:off x="5195569" y="48539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0">
              <a:extLst>
                <a:ext uri="{FF2B5EF4-FFF2-40B4-BE49-F238E27FC236}">
                  <a16:creationId xmlns:a16="http://schemas.microsoft.com/office/drawing/2014/main" id="{83AF75B6-EDBB-E64C-2EE0-D07FA481488A}"/>
                </a:ext>
              </a:extLst>
            </p:cNvPr>
            <p:cNvSpPr/>
            <p:nvPr/>
          </p:nvSpPr>
          <p:spPr>
            <a:xfrm>
              <a:off x="5195569" y="485774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1">
              <a:extLst>
                <a:ext uri="{FF2B5EF4-FFF2-40B4-BE49-F238E27FC236}">
                  <a16:creationId xmlns:a16="http://schemas.microsoft.com/office/drawing/2014/main" id="{C19B6AB9-89DC-A129-0971-5AAA21E43BF3}"/>
                </a:ext>
              </a:extLst>
            </p:cNvPr>
            <p:cNvSpPr/>
            <p:nvPr/>
          </p:nvSpPr>
          <p:spPr>
            <a:xfrm>
              <a:off x="5195569" y="48602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2">
              <a:extLst>
                <a:ext uri="{FF2B5EF4-FFF2-40B4-BE49-F238E27FC236}">
                  <a16:creationId xmlns:a16="http://schemas.microsoft.com/office/drawing/2014/main" id="{2B264FA9-E648-05B7-8604-6D4F4CE51849}"/>
                </a:ext>
              </a:extLst>
            </p:cNvPr>
            <p:cNvSpPr/>
            <p:nvPr/>
          </p:nvSpPr>
          <p:spPr>
            <a:xfrm>
              <a:off x="5195569" y="48640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3">
              <a:extLst>
                <a:ext uri="{FF2B5EF4-FFF2-40B4-BE49-F238E27FC236}">
                  <a16:creationId xmlns:a16="http://schemas.microsoft.com/office/drawing/2014/main" id="{962B2500-86AF-25DD-E4B6-6BFD3538A382}"/>
                </a:ext>
              </a:extLst>
            </p:cNvPr>
            <p:cNvSpPr/>
            <p:nvPr/>
          </p:nvSpPr>
          <p:spPr>
            <a:xfrm>
              <a:off x="5195569" y="48679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4">
              <a:extLst>
                <a:ext uri="{FF2B5EF4-FFF2-40B4-BE49-F238E27FC236}">
                  <a16:creationId xmlns:a16="http://schemas.microsoft.com/office/drawing/2014/main" id="{2EC338DF-1F58-F99B-9245-D53D5EE1CBD3}"/>
                </a:ext>
              </a:extLst>
            </p:cNvPr>
            <p:cNvSpPr/>
            <p:nvPr/>
          </p:nvSpPr>
          <p:spPr>
            <a:xfrm>
              <a:off x="5195569" y="48717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5">
              <a:extLst>
                <a:ext uri="{FF2B5EF4-FFF2-40B4-BE49-F238E27FC236}">
                  <a16:creationId xmlns:a16="http://schemas.microsoft.com/office/drawing/2014/main" id="{CF374F1A-34BA-6DCC-D8B7-62FBDABCC4B5}"/>
                </a:ext>
              </a:extLst>
            </p:cNvPr>
            <p:cNvSpPr/>
            <p:nvPr/>
          </p:nvSpPr>
          <p:spPr>
            <a:xfrm>
              <a:off x="5195569" y="48755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56">
              <a:extLst>
                <a:ext uri="{FF2B5EF4-FFF2-40B4-BE49-F238E27FC236}">
                  <a16:creationId xmlns:a16="http://schemas.microsoft.com/office/drawing/2014/main" id="{B531D117-1284-2627-8DE0-D41E45033966}"/>
                </a:ext>
              </a:extLst>
            </p:cNvPr>
            <p:cNvSpPr/>
            <p:nvPr/>
          </p:nvSpPr>
          <p:spPr>
            <a:xfrm>
              <a:off x="5195569" y="487933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9379" y="254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57">
              <a:extLst>
                <a:ext uri="{FF2B5EF4-FFF2-40B4-BE49-F238E27FC236}">
                  <a16:creationId xmlns:a16="http://schemas.microsoft.com/office/drawing/2014/main" id="{8E1BAA2B-3971-1716-4ED5-30A00BE2B3C5}"/>
                </a:ext>
              </a:extLst>
            </p:cNvPr>
            <p:cNvSpPr/>
            <p:nvPr/>
          </p:nvSpPr>
          <p:spPr>
            <a:xfrm>
              <a:off x="5195569" y="488187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58">
              <a:extLst>
                <a:ext uri="{FF2B5EF4-FFF2-40B4-BE49-F238E27FC236}">
                  <a16:creationId xmlns:a16="http://schemas.microsoft.com/office/drawing/2014/main" id="{457E0D65-88C0-8726-113B-DF4A3DD46A2A}"/>
                </a:ext>
              </a:extLst>
            </p:cNvPr>
            <p:cNvSpPr/>
            <p:nvPr/>
          </p:nvSpPr>
          <p:spPr>
            <a:xfrm>
              <a:off x="5195569" y="48856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59">
              <a:extLst>
                <a:ext uri="{FF2B5EF4-FFF2-40B4-BE49-F238E27FC236}">
                  <a16:creationId xmlns:a16="http://schemas.microsoft.com/office/drawing/2014/main" id="{DB53B0AB-4046-B8D1-2523-E2DB65D47AC7}"/>
                </a:ext>
              </a:extLst>
            </p:cNvPr>
            <p:cNvSpPr/>
            <p:nvPr/>
          </p:nvSpPr>
          <p:spPr>
            <a:xfrm>
              <a:off x="5195569" y="48894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0">
              <a:extLst>
                <a:ext uri="{FF2B5EF4-FFF2-40B4-BE49-F238E27FC236}">
                  <a16:creationId xmlns:a16="http://schemas.microsoft.com/office/drawing/2014/main" id="{7275923D-941F-0259-2B0A-EB650010A782}"/>
                </a:ext>
              </a:extLst>
            </p:cNvPr>
            <p:cNvSpPr/>
            <p:nvPr/>
          </p:nvSpPr>
          <p:spPr>
            <a:xfrm>
              <a:off x="5195569" y="48933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1">
              <a:extLst>
                <a:ext uri="{FF2B5EF4-FFF2-40B4-BE49-F238E27FC236}">
                  <a16:creationId xmlns:a16="http://schemas.microsoft.com/office/drawing/2014/main" id="{4C05EB88-B8DF-9040-3C63-956C48D94FB0}"/>
                </a:ext>
              </a:extLst>
            </p:cNvPr>
            <p:cNvSpPr/>
            <p:nvPr/>
          </p:nvSpPr>
          <p:spPr>
            <a:xfrm>
              <a:off x="5195569" y="48971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2">
              <a:extLst>
                <a:ext uri="{FF2B5EF4-FFF2-40B4-BE49-F238E27FC236}">
                  <a16:creationId xmlns:a16="http://schemas.microsoft.com/office/drawing/2014/main" id="{F22AB9BC-0274-95B9-49DB-ECE8101723CC}"/>
                </a:ext>
              </a:extLst>
            </p:cNvPr>
            <p:cNvSpPr/>
            <p:nvPr/>
          </p:nvSpPr>
          <p:spPr>
            <a:xfrm>
              <a:off x="5195569" y="490092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9379" y="254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3">
              <a:extLst>
                <a:ext uri="{FF2B5EF4-FFF2-40B4-BE49-F238E27FC236}">
                  <a16:creationId xmlns:a16="http://schemas.microsoft.com/office/drawing/2014/main" id="{421C8CBF-C135-F6FA-F761-6605BE5282D9}"/>
                </a:ext>
              </a:extLst>
            </p:cNvPr>
            <p:cNvSpPr/>
            <p:nvPr/>
          </p:nvSpPr>
          <p:spPr>
            <a:xfrm>
              <a:off x="5195569" y="4818379"/>
              <a:ext cx="119380" cy="85090"/>
            </a:xfrm>
            <a:custGeom>
              <a:avLst/>
              <a:gdLst/>
              <a:ahLst/>
              <a:cxnLst/>
              <a:rect l="l" t="t" r="r" b="b"/>
              <a:pathLst>
                <a:path w="119379" h="85089">
                  <a:moveTo>
                    <a:pt x="59689" y="85090"/>
                  </a:moveTo>
                  <a:lnTo>
                    <a:pt x="0" y="85090"/>
                  </a:lnTo>
                  <a:lnTo>
                    <a:pt x="0" y="0"/>
                  </a:lnTo>
                  <a:lnTo>
                    <a:pt x="119379" y="0"/>
                  </a:lnTo>
                  <a:lnTo>
                    <a:pt x="119379" y="85090"/>
                  </a:lnTo>
                  <a:lnTo>
                    <a:pt x="59689" y="8509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4">
              <a:extLst>
                <a:ext uri="{FF2B5EF4-FFF2-40B4-BE49-F238E27FC236}">
                  <a16:creationId xmlns:a16="http://schemas.microsoft.com/office/drawing/2014/main" id="{D3E789AB-8495-98BE-40E4-99DAD9A554BF}"/>
                </a:ext>
              </a:extLst>
            </p:cNvPr>
            <p:cNvSpPr/>
            <p:nvPr/>
          </p:nvSpPr>
          <p:spPr>
            <a:xfrm>
              <a:off x="4973320" y="4902199"/>
              <a:ext cx="339090" cy="2540"/>
            </a:xfrm>
            <a:custGeom>
              <a:avLst/>
              <a:gdLst/>
              <a:ahLst/>
              <a:cxnLst/>
              <a:rect l="l" t="t" r="r" b="b"/>
              <a:pathLst>
                <a:path w="339089" h="2539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5">
              <a:extLst>
                <a:ext uri="{FF2B5EF4-FFF2-40B4-BE49-F238E27FC236}">
                  <a16:creationId xmlns:a16="http://schemas.microsoft.com/office/drawing/2014/main" id="{71C8A6A2-2AC6-8C81-6411-DAC9158F9991}"/>
                </a:ext>
              </a:extLst>
            </p:cNvPr>
            <p:cNvSpPr/>
            <p:nvPr/>
          </p:nvSpPr>
          <p:spPr>
            <a:xfrm>
              <a:off x="4970780" y="4904752"/>
              <a:ext cx="344170" cy="3810"/>
            </a:xfrm>
            <a:custGeom>
              <a:avLst/>
              <a:gdLst/>
              <a:ahLst/>
              <a:cxnLst/>
              <a:rect l="l" t="t" r="r" b="b"/>
              <a:pathLst>
                <a:path w="344170" h="3810">
                  <a:moveTo>
                    <a:pt x="344170" y="2527"/>
                  </a:moveTo>
                  <a:lnTo>
                    <a:pt x="342900" y="2527"/>
                  </a:lnTo>
                  <a:lnTo>
                    <a:pt x="342900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344170" y="3797"/>
                  </a:lnTo>
                  <a:lnTo>
                    <a:pt x="344170" y="2527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66">
              <a:extLst>
                <a:ext uri="{FF2B5EF4-FFF2-40B4-BE49-F238E27FC236}">
                  <a16:creationId xmlns:a16="http://schemas.microsoft.com/office/drawing/2014/main" id="{637B28E0-135C-31C1-9A17-7F755702F808}"/>
                </a:ext>
              </a:extLst>
            </p:cNvPr>
            <p:cNvSpPr/>
            <p:nvPr/>
          </p:nvSpPr>
          <p:spPr>
            <a:xfrm>
              <a:off x="4968240" y="490854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49250" y="1270"/>
                  </a:moveTo>
                  <a:lnTo>
                    <a:pt x="347980" y="1270"/>
                  </a:lnTo>
                  <a:lnTo>
                    <a:pt x="3479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49250" y="2540"/>
                  </a:lnTo>
                  <a:lnTo>
                    <a:pt x="349250" y="1270"/>
                  </a:lnTo>
                  <a:close/>
                </a:path>
                <a:path w="350520" h="3810">
                  <a:moveTo>
                    <a:pt x="35052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52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67">
              <a:extLst>
                <a:ext uri="{FF2B5EF4-FFF2-40B4-BE49-F238E27FC236}">
                  <a16:creationId xmlns:a16="http://schemas.microsoft.com/office/drawing/2014/main" id="{2ED4147D-A5B9-3EEA-5ECA-00FE8716B561}"/>
                </a:ext>
              </a:extLst>
            </p:cNvPr>
            <p:cNvSpPr/>
            <p:nvPr/>
          </p:nvSpPr>
          <p:spPr>
            <a:xfrm>
              <a:off x="4964430" y="4912359"/>
              <a:ext cx="356870" cy="3810"/>
            </a:xfrm>
            <a:custGeom>
              <a:avLst/>
              <a:gdLst/>
              <a:ahLst/>
              <a:cxnLst/>
              <a:rect l="l" t="t" r="r" b="b"/>
              <a:pathLst>
                <a:path w="356870" h="3810">
                  <a:moveTo>
                    <a:pt x="356870" y="2540"/>
                  </a:moveTo>
                  <a:lnTo>
                    <a:pt x="355600" y="2540"/>
                  </a:lnTo>
                  <a:lnTo>
                    <a:pt x="355600" y="1270"/>
                  </a:lnTo>
                  <a:lnTo>
                    <a:pt x="354330" y="1270"/>
                  </a:lnTo>
                  <a:lnTo>
                    <a:pt x="3543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6870" y="3810"/>
                  </a:lnTo>
                  <a:lnTo>
                    <a:pt x="3568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68">
              <a:extLst>
                <a:ext uri="{FF2B5EF4-FFF2-40B4-BE49-F238E27FC236}">
                  <a16:creationId xmlns:a16="http://schemas.microsoft.com/office/drawing/2014/main" id="{1F90928B-B7F5-EBF5-E5CE-97E3F2982C18}"/>
                </a:ext>
              </a:extLst>
            </p:cNvPr>
            <p:cNvSpPr/>
            <p:nvPr/>
          </p:nvSpPr>
          <p:spPr>
            <a:xfrm>
              <a:off x="4961890" y="49161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1270"/>
                  </a:moveTo>
                  <a:lnTo>
                    <a:pt x="360680" y="1270"/>
                  </a:lnTo>
                  <a:lnTo>
                    <a:pt x="3606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lnTo>
                    <a:pt x="361950" y="127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69">
              <a:extLst>
                <a:ext uri="{FF2B5EF4-FFF2-40B4-BE49-F238E27FC236}">
                  <a16:creationId xmlns:a16="http://schemas.microsoft.com/office/drawing/2014/main" id="{0C2127BE-B3DD-678B-C734-44A5CA02E026}"/>
                </a:ext>
              </a:extLst>
            </p:cNvPr>
            <p:cNvSpPr/>
            <p:nvPr/>
          </p:nvSpPr>
          <p:spPr>
            <a:xfrm>
              <a:off x="4958080" y="4919979"/>
              <a:ext cx="369570" cy="3810"/>
            </a:xfrm>
            <a:custGeom>
              <a:avLst/>
              <a:gdLst/>
              <a:ahLst/>
              <a:cxnLst/>
              <a:rect l="l" t="t" r="r" b="b"/>
              <a:pathLst>
                <a:path w="369570" h="3810">
                  <a:moveTo>
                    <a:pt x="369570" y="2540"/>
                  </a:moveTo>
                  <a:lnTo>
                    <a:pt x="368300" y="2540"/>
                  </a:lnTo>
                  <a:lnTo>
                    <a:pt x="368300" y="1270"/>
                  </a:lnTo>
                  <a:lnTo>
                    <a:pt x="367030" y="1270"/>
                  </a:lnTo>
                  <a:lnTo>
                    <a:pt x="3670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9570" y="3810"/>
                  </a:lnTo>
                  <a:lnTo>
                    <a:pt x="36957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0">
              <a:extLst>
                <a:ext uri="{FF2B5EF4-FFF2-40B4-BE49-F238E27FC236}">
                  <a16:creationId xmlns:a16="http://schemas.microsoft.com/office/drawing/2014/main" id="{7A64FDCE-D5EE-5E28-934B-EC67CA63E364}"/>
                </a:ext>
              </a:extLst>
            </p:cNvPr>
            <p:cNvSpPr/>
            <p:nvPr/>
          </p:nvSpPr>
          <p:spPr>
            <a:xfrm>
              <a:off x="4955540" y="4923789"/>
              <a:ext cx="374650" cy="3810"/>
            </a:xfrm>
            <a:custGeom>
              <a:avLst/>
              <a:gdLst/>
              <a:ahLst/>
              <a:cxnLst/>
              <a:rect l="l" t="t" r="r" b="b"/>
              <a:pathLst>
                <a:path w="374650" h="3810">
                  <a:moveTo>
                    <a:pt x="374650" y="2540"/>
                  </a:moveTo>
                  <a:lnTo>
                    <a:pt x="373380" y="2540"/>
                  </a:lnTo>
                  <a:lnTo>
                    <a:pt x="373380" y="1270"/>
                  </a:lnTo>
                  <a:lnTo>
                    <a:pt x="37336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4650" y="3810"/>
                  </a:lnTo>
                  <a:lnTo>
                    <a:pt x="3746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1">
              <a:extLst>
                <a:ext uri="{FF2B5EF4-FFF2-40B4-BE49-F238E27FC236}">
                  <a16:creationId xmlns:a16="http://schemas.microsoft.com/office/drawing/2014/main" id="{D92756E3-6E6B-7496-157A-59A6300BB254}"/>
                </a:ext>
              </a:extLst>
            </p:cNvPr>
            <p:cNvSpPr/>
            <p:nvPr/>
          </p:nvSpPr>
          <p:spPr>
            <a:xfrm>
              <a:off x="4953000" y="492759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79730" y="1270"/>
                  </a:moveTo>
                  <a:lnTo>
                    <a:pt x="378460" y="1270"/>
                  </a:lnTo>
                  <a:lnTo>
                    <a:pt x="3784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79730" y="2540"/>
                  </a:lnTo>
                  <a:lnTo>
                    <a:pt x="379730" y="1270"/>
                  </a:lnTo>
                  <a:close/>
                </a:path>
                <a:path w="381000" h="3810">
                  <a:moveTo>
                    <a:pt x="38100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52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2">
              <a:extLst>
                <a:ext uri="{FF2B5EF4-FFF2-40B4-BE49-F238E27FC236}">
                  <a16:creationId xmlns:a16="http://schemas.microsoft.com/office/drawing/2014/main" id="{A071B654-47D7-58FC-5E4D-F1E7B27C2521}"/>
                </a:ext>
              </a:extLst>
            </p:cNvPr>
            <p:cNvSpPr/>
            <p:nvPr/>
          </p:nvSpPr>
          <p:spPr>
            <a:xfrm>
              <a:off x="4949190" y="4931409"/>
              <a:ext cx="387350" cy="3810"/>
            </a:xfrm>
            <a:custGeom>
              <a:avLst/>
              <a:gdLst/>
              <a:ahLst/>
              <a:cxnLst/>
              <a:rect l="l" t="t" r="r" b="b"/>
              <a:pathLst>
                <a:path w="387350" h="3810">
                  <a:moveTo>
                    <a:pt x="387350" y="2540"/>
                  </a:moveTo>
                  <a:lnTo>
                    <a:pt x="386080" y="2540"/>
                  </a:lnTo>
                  <a:lnTo>
                    <a:pt x="386080" y="1270"/>
                  </a:lnTo>
                  <a:lnTo>
                    <a:pt x="38606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7350" y="3810"/>
                  </a:lnTo>
                  <a:lnTo>
                    <a:pt x="38735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3">
              <a:extLst>
                <a:ext uri="{FF2B5EF4-FFF2-40B4-BE49-F238E27FC236}">
                  <a16:creationId xmlns:a16="http://schemas.microsoft.com/office/drawing/2014/main" id="{D19E7982-39F2-AF3C-99B1-042C6652F6E2}"/>
                </a:ext>
              </a:extLst>
            </p:cNvPr>
            <p:cNvSpPr/>
            <p:nvPr/>
          </p:nvSpPr>
          <p:spPr>
            <a:xfrm>
              <a:off x="4946650" y="493521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116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91160" y="1270"/>
                  </a:lnTo>
                  <a:lnTo>
                    <a:pt x="391160" y="0"/>
                  </a:lnTo>
                  <a:close/>
                </a:path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4">
              <a:extLst>
                <a:ext uri="{FF2B5EF4-FFF2-40B4-BE49-F238E27FC236}">
                  <a16:creationId xmlns:a16="http://schemas.microsoft.com/office/drawing/2014/main" id="{C7C8A7FD-4FFB-6CE9-2A3A-537A384E4C13}"/>
                </a:ext>
              </a:extLst>
            </p:cNvPr>
            <p:cNvSpPr/>
            <p:nvPr/>
          </p:nvSpPr>
          <p:spPr>
            <a:xfrm>
              <a:off x="4944110" y="493902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80" y="2540"/>
                  </a:moveTo>
                  <a:lnTo>
                    <a:pt x="397497" y="2540"/>
                  </a:lnTo>
                  <a:lnTo>
                    <a:pt x="397497" y="1270"/>
                  </a:lnTo>
                  <a:lnTo>
                    <a:pt x="396240" y="1270"/>
                  </a:lnTo>
                  <a:lnTo>
                    <a:pt x="396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80" y="3810"/>
                  </a:lnTo>
                  <a:lnTo>
                    <a:pt x="398780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5">
              <a:extLst>
                <a:ext uri="{FF2B5EF4-FFF2-40B4-BE49-F238E27FC236}">
                  <a16:creationId xmlns:a16="http://schemas.microsoft.com/office/drawing/2014/main" id="{FBA0E1D4-B3F7-6193-5A72-5A54AD3D5793}"/>
                </a:ext>
              </a:extLst>
            </p:cNvPr>
            <p:cNvSpPr/>
            <p:nvPr/>
          </p:nvSpPr>
          <p:spPr>
            <a:xfrm>
              <a:off x="4940300" y="4942852"/>
              <a:ext cx="405130" cy="3810"/>
            </a:xfrm>
            <a:custGeom>
              <a:avLst/>
              <a:gdLst/>
              <a:ahLst/>
              <a:cxnLst/>
              <a:rect l="l" t="t" r="r" b="b"/>
              <a:pathLst>
                <a:path w="405129" h="3810">
                  <a:moveTo>
                    <a:pt x="405130" y="1257"/>
                  </a:moveTo>
                  <a:lnTo>
                    <a:pt x="403860" y="1257"/>
                  </a:lnTo>
                  <a:lnTo>
                    <a:pt x="40386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405130" y="3797"/>
                  </a:lnTo>
                  <a:lnTo>
                    <a:pt x="405130" y="2527"/>
                  </a:lnTo>
                  <a:lnTo>
                    <a:pt x="405130" y="1257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76">
              <a:extLst>
                <a:ext uri="{FF2B5EF4-FFF2-40B4-BE49-F238E27FC236}">
                  <a16:creationId xmlns:a16="http://schemas.microsoft.com/office/drawing/2014/main" id="{61367A13-7309-5914-C7BE-4095A35F545E}"/>
                </a:ext>
              </a:extLst>
            </p:cNvPr>
            <p:cNvSpPr/>
            <p:nvPr/>
          </p:nvSpPr>
          <p:spPr>
            <a:xfrm>
              <a:off x="4937760" y="494664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0197" y="1270"/>
                  </a:move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410197" y="2540"/>
                  </a:lnTo>
                  <a:lnTo>
                    <a:pt x="410197" y="1270"/>
                  </a:lnTo>
                  <a:close/>
                </a:path>
                <a:path w="411479" h="3810">
                  <a:moveTo>
                    <a:pt x="41148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411480" y="3810"/>
                  </a:lnTo>
                  <a:lnTo>
                    <a:pt x="411480" y="2552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77">
              <a:extLst>
                <a:ext uri="{FF2B5EF4-FFF2-40B4-BE49-F238E27FC236}">
                  <a16:creationId xmlns:a16="http://schemas.microsoft.com/office/drawing/2014/main" id="{DDBD3A83-0697-4A82-8AA5-6A5F6FF067E5}"/>
                </a:ext>
              </a:extLst>
            </p:cNvPr>
            <p:cNvSpPr/>
            <p:nvPr/>
          </p:nvSpPr>
          <p:spPr>
            <a:xfrm>
              <a:off x="4935220" y="495045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60" h="3810">
                  <a:moveTo>
                    <a:pt x="416560" y="2540"/>
                  </a:moveTo>
                  <a:lnTo>
                    <a:pt x="415290" y="2540"/>
                  </a:lnTo>
                  <a:lnTo>
                    <a:pt x="415290" y="127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78">
              <a:extLst>
                <a:ext uri="{FF2B5EF4-FFF2-40B4-BE49-F238E27FC236}">
                  <a16:creationId xmlns:a16="http://schemas.microsoft.com/office/drawing/2014/main" id="{D67A8E1A-DCDA-D34E-5AAD-74750A12A9C1}"/>
                </a:ext>
              </a:extLst>
            </p:cNvPr>
            <p:cNvSpPr/>
            <p:nvPr/>
          </p:nvSpPr>
          <p:spPr>
            <a:xfrm>
              <a:off x="4931410" y="495426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164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421640" y="1270"/>
                  </a:lnTo>
                  <a:lnTo>
                    <a:pt x="421640" y="0"/>
                  </a:lnTo>
                  <a:close/>
                </a:path>
                <a:path w="424179" h="3810">
                  <a:moveTo>
                    <a:pt x="424180" y="2540"/>
                  </a:moveTo>
                  <a:lnTo>
                    <a:pt x="422897" y="2540"/>
                  </a:lnTo>
                  <a:lnTo>
                    <a:pt x="422897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80" y="3810"/>
                  </a:lnTo>
                  <a:lnTo>
                    <a:pt x="424180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79">
              <a:extLst>
                <a:ext uri="{FF2B5EF4-FFF2-40B4-BE49-F238E27FC236}">
                  <a16:creationId xmlns:a16="http://schemas.microsoft.com/office/drawing/2014/main" id="{D2F11A60-72B5-7C74-82FD-0368812CD284}"/>
                </a:ext>
              </a:extLst>
            </p:cNvPr>
            <p:cNvSpPr/>
            <p:nvPr/>
          </p:nvSpPr>
          <p:spPr>
            <a:xfrm>
              <a:off x="4928870" y="495807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60" h="3810">
                  <a:moveTo>
                    <a:pt x="429260" y="2540"/>
                  </a:moveTo>
                  <a:lnTo>
                    <a:pt x="427990" y="2540"/>
                  </a:lnTo>
                  <a:lnTo>
                    <a:pt x="427990" y="1270"/>
                  </a:lnTo>
                  <a:lnTo>
                    <a:pt x="426720" y="1270"/>
                  </a:lnTo>
                  <a:lnTo>
                    <a:pt x="4267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9260" y="3810"/>
                  </a:lnTo>
                  <a:lnTo>
                    <a:pt x="429260" y="254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0">
              <a:extLst>
                <a:ext uri="{FF2B5EF4-FFF2-40B4-BE49-F238E27FC236}">
                  <a16:creationId xmlns:a16="http://schemas.microsoft.com/office/drawing/2014/main" id="{F876D2A7-C9EA-9BD6-F05E-E270A7B365B0}"/>
                </a:ext>
              </a:extLst>
            </p:cNvPr>
            <p:cNvSpPr/>
            <p:nvPr/>
          </p:nvSpPr>
          <p:spPr>
            <a:xfrm>
              <a:off x="4928869" y="4902199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89" h="58420">
                  <a:moveTo>
                    <a:pt x="0" y="58419"/>
                  </a:moveTo>
                  <a:lnTo>
                    <a:pt x="45719" y="0"/>
                  </a:lnTo>
                  <a:lnTo>
                    <a:pt x="381000" y="0"/>
                  </a:lnTo>
                  <a:lnTo>
                    <a:pt x="427989" y="58419"/>
                  </a:lnTo>
                  <a:lnTo>
                    <a:pt x="0" y="584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1">
              <a:extLst>
                <a:ext uri="{FF2B5EF4-FFF2-40B4-BE49-F238E27FC236}">
                  <a16:creationId xmlns:a16="http://schemas.microsoft.com/office/drawing/2014/main" id="{958BFB78-C9D8-1911-CD8B-2121515D1F39}"/>
                </a:ext>
              </a:extLst>
            </p:cNvPr>
            <p:cNvSpPr/>
            <p:nvPr/>
          </p:nvSpPr>
          <p:spPr>
            <a:xfrm>
              <a:off x="4927600" y="495934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2">
              <a:extLst>
                <a:ext uri="{FF2B5EF4-FFF2-40B4-BE49-F238E27FC236}">
                  <a16:creationId xmlns:a16="http://schemas.microsoft.com/office/drawing/2014/main" id="{7E90152F-9223-CB71-6DB3-031F9E6616F6}"/>
                </a:ext>
              </a:extLst>
            </p:cNvPr>
            <p:cNvSpPr/>
            <p:nvPr/>
          </p:nvSpPr>
          <p:spPr>
            <a:xfrm>
              <a:off x="4927599" y="496315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29" y="3809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3">
              <a:extLst>
                <a:ext uri="{FF2B5EF4-FFF2-40B4-BE49-F238E27FC236}">
                  <a16:creationId xmlns:a16="http://schemas.microsoft.com/office/drawing/2014/main" id="{50E7B90E-BE3B-3F31-61F2-FDF9D59E468B}"/>
                </a:ext>
              </a:extLst>
            </p:cNvPr>
            <p:cNvSpPr/>
            <p:nvPr/>
          </p:nvSpPr>
          <p:spPr>
            <a:xfrm>
              <a:off x="4927599" y="496696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29" y="3809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4">
              <a:extLst>
                <a:ext uri="{FF2B5EF4-FFF2-40B4-BE49-F238E27FC236}">
                  <a16:creationId xmlns:a16="http://schemas.microsoft.com/office/drawing/2014/main" id="{FD6FA119-6CFD-8953-21DA-11774992C17A}"/>
                </a:ext>
              </a:extLst>
            </p:cNvPr>
            <p:cNvSpPr/>
            <p:nvPr/>
          </p:nvSpPr>
          <p:spPr>
            <a:xfrm>
              <a:off x="4927599" y="497077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5">
              <a:extLst>
                <a:ext uri="{FF2B5EF4-FFF2-40B4-BE49-F238E27FC236}">
                  <a16:creationId xmlns:a16="http://schemas.microsoft.com/office/drawing/2014/main" id="{3A196F20-BBE5-7277-E5F2-7AFDDBFD0EFC}"/>
                </a:ext>
              </a:extLst>
            </p:cNvPr>
            <p:cNvSpPr/>
            <p:nvPr/>
          </p:nvSpPr>
          <p:spPr>
            <a:xfrm>
              <a:off x="4927599" y="497458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86">
              <a:extLst>
                <a:ext uri="{FF2B5EF4-FFF2-40B4-BE49-F238E27FC236}">
                  <a16:creationId xmlns:a16="http://schemas.microsoft.com/office/drawing/2014/main" id="{0F6710ED-D887-A3C9-F8C5-65445C9AB676}"/>
                </a:ext>
              </a:extLst>
            </p:cNvPr>
            <p:cNvSpPr/>
            <p:nvPr/>
          </p:nvSpPr>
          <p:spPr>
            <a:xfrm>
              <a:off x="4927599" y="497839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87">
              <a:extLst>
                <a:ext uri="{FF2B5EF4-FFF2-40B4-BE49-F238E27FC236}">
                  <a16:creationId xmlns:a16="http://schemas.microsoft.com/office/drawing/2014/main" id="{EC4183DC-0D69-1658-CAC6-2CC0E506465C}"/>
                </a:ext>
              </a:extLst>
            </p:cNvPr>
            <p:cNvSpPr/>
            <p:nvPr/>
          </p:nvSpPr>
          <p:spPr>
            <a:xfrm>
              <a:off x="4928869" y="4960619"/>
              <a:ext cx="429259" cy="20320"/>
            </a:xfrm>
            <a:custGeom>
              <a:avLst/>
              <a:gdLst/>
              <a:ahLst/>
              <a:cxnLst/>
              <a:rect l="l" t="t" r="r" b="b"/>
              <a:pathLst>
                <a:path w="429260" h="20320">
                  <a:moveTo>
                    <a:pt x="214629" y="20319"/>
                  </a:moveTo>
                  <a:lnTo>
                    <a:pt x="0" y="20319"/>
                  </a:lnTo>
                  <a:lnTo>
                    <a:pt x="0" y="0"/>
                  </a:lnTo>
                  <a:lnTo>
                    <a:pt x="429259" y="0"/>
                  </a:lnTo>
                  <a:lnTo>
                    <a:pt x="429259" y="20319"/>
                  </a:lnTo>
                  <a:lnTo>
                    <a:pt x="214629" y="203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2" name="object 188">
              <a:extLst>
                <a:ext uri="{FF2B5EF4-FFF2-40B4-BE49-F238E27FC236}">
                  <a16:creationId xmlns:a16="http://schemas.microsoft.com/office/drawing/2014/main" id="{24C4DF1A-2CF3-338A-99B4-AFF60D25E7D9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8089" y="4738369"/>
              <a:ext cx="204470" cy="59689"/>
            </a:xfrm>
            <a:prstGeom prst="rect">
              <a:avLst/>
            </a:prstGeom>
          </p:spPr>
        </p:pic>
        <p:sp>
          <p:nvSpPr>
            <p:cNvPr id="193" name="object 189">
              <a:extLst>
                <a:ext uri="{FF2B5EF4-FFF2-40B4-BE49-F238E27FC236}">
                  <a16:creationId xmlns:a16="http://schemas.microsoft.com/office/drawing/2014/main" id="{A5F1082D-C1C9-BE6F-95E0-24849F5FC902}"/>
                </a:ext>
              </a:extLst>
            </p:cNvPr>
            <p:cNvSpPr/>
            <p:nvPr/>
          </p:nvSpPr>
          <p:spPr>
            <a:xfrm>
              <a:off x="5038089" y="4738369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20">
                  <a:moveTo>
                    <a:pt x="203200" y="45719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60" y="40639"/>
                  </a:lnTo>
                  <a:lnTo>
                    <a:pt x="151130" y="22859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60" y="0"/>
                  </a:lnTo>
                  <a:lnTo>
                    <a:pt x="143172" y="0"/>
                  </a:lnTo>
                  <a:lnTo>
                    <a:pt x="15239" y="0"/>
                  </a:lnTo>
                  <a:lnTo>
                    <a:pt x="37266" y="13215"/>
                  </a:lnTo>
                  <a:lnTo>
                    <a:pt x="48577" y="20002"/>
                  </a:lnTo>
                  <a:lnTo>
                    <a:pt x="52744" y="22502"/>
                  </a:lnTo>
                  <a:lnTo>
                    <a:pt x="53339" y="22859"/>
                  </a:lnTo>
                  <a:lnTo>
                    <a:pt x="53339" y="40639"/>
                  </a:lnTo>
                  <a:lnTo>
                    <a:pt x="31611" y="41612"/>
                  </a:lnTo>
                  <a:lnTo>
                    <a:pt x="14763" y="42703"/>
                  </a:lnTo>
                  <a:lnTo>
                    <a:pt x="3869" y="44033"/>
                  </a:lnTo>
                  <a:lnTo>
                    <a:pt x="0" y="45719"/>
                  </a:lnTo>
                  <a:lnTo>
                    <a:pt x="0" y="58419"/>
                  </a:lnTo>
                  <a:lnTo>
                    <a:pt x="54332" y="58419"/>
                  </a:lnTo>
                  <a:lnTo>
                    <a:pt x="82232" y="58419"/>
                  </a:lnTo>
                  <a:lnTo>
                    <a:pt x="92511" y="58419"/>
                  </a:lnTo>
                  <a:lnTo>
                    <a:pt x="93980" y="58419"/>
                  </a:lnTo>
                  <a:lnTo>
                    <a:pt x="110489" y="58419"/>
                  </a:lnTo>
                  <a:lnTo>
                    <a:pt x="164087" y="58419"/>
                  </a:lnTo>
                  <a:lnTo>
                    <a:pt x="191611" y="58419"/>
                  </a:lnTo>
                  <a:lnTo>
                    <a:pt x="201751" y="58419"/>
                  </a:lnTo>
                  <a:lnTo>
                    <a:pt x="203200" y="58419"/>
                  </a:lnTo>
                  <a:lnTo>
                    <a:pt x="203200" y="45719"/>
                  </a:lnTo>
                  <a:lnTo>
                    <a:pt x="203200" y="45719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0">
              <a:extLst>
                <a:ext uri="{FF2B5EF4-FFF2-40B4-BE49-F238E27FC236}">
                  <a16:creationId xmlns:a16="http://schemas.microsoft.com/office/drawing/2014/main" id="{CF973033-443F-EF00-24C8-742BBCAEAFFD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84750" y="4499609"/>
              <a:ext cx="318770" cy="241300"/>
            </a:xfrm>
            <a:prstGeom prst="rect">
              <a:avLst/>
            </a:prstGeom>
          </p:spPr>
        </p:pic>
        <p:sp>
          <p:nvSpPr>
            <p:cNvPr id="195" name="object 191">
              <a:extLst>
                <a:ext uri="{FF2B5EF4-FFF2-40B4-BE49-F238E27FC236}">
                  <a16:creationId xmlns:a16="http://schemas.microsoft.com/office/drawing/2014/main" id="{2A0F0006-3DBA-B0C5-C78E-872E5CB916C4}"/>
                </a:ext>
              </a:extLst>
            </p:cNvPr>
            <p:cNvSpPr/>
            <p:nvPr/>
          </p:nvSpPr>
          <p:spPr>
            <a:xfrm>
              <a:off x="4984750" y="4499609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29">
                  <a:moveTo>
                    <a:pt x="317500" y="240029"/>
                  </a:moveTo>
                  <a:lnTo>
                    <a:pt x="0" y="240029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2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2">
              <a:extLst>
                <a:ext uri="{FF2B5EF4-FFF2-40B4-BE49-F238E27FC236}">
                  <a16:creationId xmlns:a16="http://schemas.microsoft.com/office/drawing/2014/main" id="{E62A8D81-1C97-030C-0309-29C3FF253167}"/>
                </a:ext>
              </a:extLst>
            </p:cNvPr>
            <p:cNvSpPr/>
            <p:nvPr/>
          </p:nvSpPr>
          <p:spPr>
            <a:xfrm>
              <a:off x="5017769" y="452754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79">
                  <a:moveTo>
                    <a:pt x="247650" y="0"/>
                  </a:moveTo>
                  <a:lnTo>
                    <a:pt x="0" y="0"/>
                  </a:lnTo>
                  <a:lnTo>
                    <a:pt x="0" y="182880"/>
                  </a:lnTo>
                  <a:lnTo>
                    <a:pt x="247650" y="182880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3">
              <a:extLst>
                <a:ext uri="{FF2B5EF4-FFF2-40B4-BE49-F238E27FC236}">
                  <a16:creationId xmlns:a16="http://schemas.microsoft.com/office/drawing/2014/main" id="{60DD2E4D-9B0C-37DE-046E-9188D02A857B}"/>
                </a:ext>
              </a:extLst>
            </p:cNvPr>
            <p:cNvSpPr/>
            <p:nvPr/>
          </p:nvSpPr>
          <p:spPr>
            <a:xfrm>
              <a:off x="5017769" y="452754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79">
                  <a:moveTo>
                    <a:pt x="247650" y="182880"/>
                  </a:moveTo>
                  <a:lnTo>
                    <a:pt x="0" y="182880"/>
                  </a:lnTo>
                  <a:lnTo>
                    <a:pt x="0" y="0"/>
                  </a:lnTo>
                  <a:lnTo>
                    <a:pt x="247650" y="0"/>
                  </a:lnTo>
                  <a:lnTo>
                    <a:pt x="247650" y="18288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4">
              <a:extLst>
                <a:ext uri="{FF2B5EF4-FFF2-40B4-BE49-F238E27FC236}">
                  <a16:creationId xmlns:a16="http://schemas.microsoft.com/office/drawing/2014/main" id="{64B88DE0-3693-8558-488D-91B890503297}"/>
                </a:ext>
              </a:extLst>
            </p:cNvPr>
            <p:cNvSpPr/>
            <p:nvPr/>
          </p:nvSpPr>
          <p:spPr>
            <a:xfrm>
              <a:off x="5017769" y="453008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0" y="180340"/>
                  </a:lnTo>
                  <a:lnTo>
                    <a:pt x="247650" y="180340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5">
              <a:extLst>
                <a:ext uri="{FF2B5EF4-FFF2-40B4-BE49-F238E27FC236}">
                  <a16:creationId xmlns:a16="http://schemas.microsoft.com/office/drawing/2014/main" id="{541287AF-FF72-1418-B1C9-DC40CDAB7BCE}"/>
                </a:ext>
              </a:extLst>
            </p:cNvPr>
            <p:cNvSpPr/>
            <p:nvPr/>
          </p:nvSpPr>
          <p:spPr>
            <a:xfrm>
              <a:off x="5017769" y="453008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247650" y="180340"/>
                  </a:lnTo>
                  <a:lnTo>
                    <a:pt x="0" y="18034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196">
              <a:extLst>
                <a:ext uri="{FF2B5EF4-FFF2-40B4-BE49-F238E27FC236}">
                  <a16:creationId xmlns:a16="http://schemas.microsoft.com/office/drawing/2014/main" id="{1201CF30-7979-50AF-2E63-94DDDB4FE685}"/>
                </a:ext>
              </a:extLst>
            </p:cNvPr>
            <p:cNvSpPr/>
            <p:nvPr/>
          </p:nvSpPr>
          <p:spPr>
            <a:xfrm>
              <a:off x="5085079" y="4753609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70">
                  <a:moveTo>
                    <a:pt x="0" y="3809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20" y="13969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70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197">
              <a:extLst>
                <a:ext uri="{FF2B5EF4-FFF2-40B4-BE49-F238E27FC236}">
                  <a16:creationId xmlns:a16="http://schemas.microsoft.com/office/drawing/2014/main" id="{BECEC924-D9E8-4FDA-5741-05F729F5E94B}"/>
                </a:ext>
              </a:extLst>
            </p:cNvPr>
            <p:cNvSpPr/>
            <p:nvPr/>
          </p:nvSpPr>
          <p:spPr>
            <a:xfrm>
              <a:off x="5124450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479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0479" y="13970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198">
              <a:extLst>
                <a:ext uri="{FF2B5EF4-FFF2-40B4-BE49-F238E27FC236}">
                  <a16:creationId xmlns:a16="http://schemas.microsoft.com/office/drawing/2014/main" id="{B7A3DF2B-E905-1A84-1E55-BCEA0C114873}"/>
                </a:ext>
              </a:extLst>
            </p:cNvPr>
            <p:cNvSpPr/>
            <p:nvPr/>
          </p:nvSpPr>
          <p:spPr>
            <a:xfrm>
              <a:off x="5124450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479" y="13970"/>
                  </a:moveTo>
                  <a:lnTo>
                    <a:pt x="0" y="13970"/>
                  </a:lnTo>
                  <a:lnTo>
                    <a:pt x="0" y="0"/>
                  </a:lnTo>
                  <a:lnTo>
                    <a:pt x="30479" y="0"/>
                  </a:lnTo>
                  <a:lnTo>
                    <a:pt x="30479" y="1397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199">
              <a:extLst>
                <a:ext uri="{FF2B5EF4-FFF2-40B4-BE49-F238E27FC236}">
                  <a16:creationId xmlns:a16="http://schemas.microsoft.com/office/drawing/2014/main" id="{4C5425E4-77A3-1E8D-5A19-8FF1F0B819E2}"/>
                </a:ext>
              </a:extLst>
            </p:cNvPr>
            <p:cNvSpPr/>
            <p:nvPr/>
          </p:nvSpPr>
          <p:spPr>
            <a:xfrm>
              <a:off x="5124450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0" y="13970"/>
                  </a:moveTo>
                  <a:lnTo>
                    <a:pt x="30479" y="13970"/>
                  </a:lnTo>
                  <a:lnTo>
                    <a:pt x="30479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0">
              <a:extLst>
                <a:ext uri="{FF2B5EF4-FFF2-40B4-BE49-F238E27FC236}">
                  <a16:creationId xmlns:a16="http://schemas.microsoft.com/office/drawing/2014/main" id="{A2229C7F-A249-EA8F-2EFC-C3E112B37868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90869" y="4810759"/>
              <a:ext cx="373379" cy="109219"/>
            </a:xfrm>
            <a:prstGeom prst="rect">
              <a:avLst/>
            </a:prstGeom>
          </p:spPr>
        </p:pic>
        <p:sp>
          <p:nvSpPr>
            <p:cNvPr id="205" name="object 201">
              <a:extLst>
                <a:ext uri="{FF2B5EF4-FFF2-40B4-BE49-F238E27FC236}">
                  <a16:creationId xmlns:a16="http://schemas.microsoft.com/office/drawing/2014/main" id="{1DA1D060-027C-8500-6A16-2753FC87C613}"/>
                </a:ext>
              </a:extLst>
            </p:cNvPr>
            <p:cNvSpPr/>
            <p:nvPr/>
          </p:nvSpPr>
          <p:spPr>
            <a:xfrm>
              <a:off x="5690869" y="4810759"/>
              <a:ext cx="372110" cy="107950"/>
            </a:xfrm>
            <a:custGeom>
              <a:avLst/>
              <a:gdLst/>
              <a:ahLst/>
              <a:cxnLst/>
              <a:rect l="l" t="t" r="r" b="b"/>
              <a:pathLst>
                <a:path w="372110" h="107950">
                  <a:moveTo>
                    <a:pt x="185419" y="107950"/>
                  </a:moveTo>
                  <a:lnTo>
                    <a:pt x="0" y="107950"/>
                  </a:lnTo>
                  <a:lnTo>
                    <a:pt x="0" y="0"/>
                  </a:lnTo>
                  <a:lnTo>
                    <a:pt x="372109" y="0"/>
                  </a:lnTo>
                  <a:lnTo>
                    <a:pt x="372109" y="107950"/>
                  </a:lnTo>
                  <a:lnTo>
                    <a:pt x="185419" y="1079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2">
              <a:extLst>
                <a:ext uri="{FF2B5EF4-FFF2-40B4-BE49-F238E27FC236}">
                  <a16:creationId xmlns:a16="http://schemas.microsoft.com/office/drawing/2014/main" id="{D2309C2E-1910-E29F-7ABB-E3DB755CDA62}"/>
                </a:ext>
              </a:extLst>
            </p:cNvPr>
            <p:cNvSpPr/>
            <p:nvPr/>
          </p:nvSpPr>
          <p:spPr>
            <a:xfrm>
              <a:off x="5732780" y="477646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89" h="2539">
                  <a:moveTo>
                    <a:pt x="28702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287020" y="1270"/>
                  </a:lnTo>
                  <a:lnTo>
                    <a:pt x="287020" y="0"/>
                  </a:lnTo>
                  <a:close/>
                </a:path>
                <a:path w="288289" h="2539">
                  <a:moveTo>
                    <a:pt x="288277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288277" y="2540"/>
                  </a:lnTo>
                  <a:lnTo>
                    <a:pt x="288277" y="1282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3">
              <a:extLst>
                <a:ext uri="{FF2B5EF4-FFF2-40B4-BE49-F238E27FC236}">
                  <a16:creationId xmlns:a16="http://schemas.microsoft.com/office/drawing/2014/main" id="{AD5C2B6C-5E62-2F5A-7756-43F2C63152FF}"/>
                </a:ext>
              </a:extLst>
            </p:cNvPr>
            <p:cNvSpPr/>
            <p:nvPr/>
          </p:nvSpPr>
          <p:spPr>
            <a:xfrm>
              <a:off x="5727700" y="477900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4">
              <a:extLst>
                <a:ext uri="{FF2B5EF4-FFF2-40B4-BE49-F238E27FC236}">
                  <a16:creationId xmlns:a16="http://schemas.microsoft.com/office/drawing/2014/main" id="{4C1C203A-C0FC-C524-EDEA-B7B3D13082E9}"/>
                </a:ext>
              </a:extLst>
            </p:cNvPr>
            <p:cNvSpPr/>
            <p:nvPr/>
          </p:nvSpPr>
          <p:spPr>
            <a:xfrm>
              <a:off x="5722620" y="478281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607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306070" y="1270"/>
                  </a:lnTo>
                  <a:lnTo>
                    <a:pt x="306070" y="0"/>
                  </a:lnTo>
                  <a:close/>
                </a:path>
                <a:path w="309879" h="3810">
                  <a:moveTo>
                    <a:pt x="309880" y="2540"/>
                  </a:moveTo>
                  <a:lnTo>
                    <a:pt x="307340" y="2540"/>
                  </a:lnTo>
                  <a:lnTo>
                    <a:pt x="30734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80" y="3810"/>
                  </a:lnTo>
                  <a:lnTo>
                    <a:pt x="30988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5">
              <a:extLst>
                <a:ext uri="{FF2B5EF4-FFF2-40B4-BE49-F238E27FC236}">
                  <a16:creationId xmlns:a16="http://schemas.microsoft.com/office/drawing/2014/main" id="{E21EFEB1-A06F-A79D-826B-69B90F576CD5}"/>
                </a:ext>
              </a:extLst>
            </p:cNvPr>
            <p:cNvSpPr/>
            <p:nvPr/>
          </p:nvSpPr>
          <p:spPr>
            <a:xfrm>
              <a:off x="5717540" y="478662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39" h="3810">
                  <a:moveTo>
                    <a:pt x="320040" y="2540"/>
                  </a:moveTo>
                  <a:lnTo>
                    <a:pt x="317500" y="2540"/>
                  </a:lnTo>
                  <a:lnTo>
                    <a:pt x="317500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06">
              <a:extLst>
                <a:ext uri="{FF2B5EF4-FFF2-40B4-BE49-F238E27FC236}">
                  <a16:creationId xmlns:a16="http://schemas.microsoft.com/office/drawing/2014/main" id="{D1EF7627-F4F5-1889-1AE8-CC66FE748B6D}"/>
                </a:ext>
              </a:extLst>
            </p:cNvPr>
            <p:cNvSpPr/>
            <p:nvPr/>
          </p:nvSpPr>
          <p:spPr>
            <a:xfrm>
              <a:off x="5712460" y="4790452"/>
              <a:ext cx="330200" cy="3810"/>
            </a:xfrm>
            <a:custGeom>
              <a:avLst/>
              <a:gdLst/>
              <a:ahLst/>
              <a:cxnLst/>
              <a:rect l="l" t="t" r="r" b="b"/>
              <a:pathLst>
                <a:path w="330200" h="3810">
                  <a:moveTo>
                    <a:pt x="330200" y="2527"/>
                  </a:moveTo>
                  <a:lnTo>
                    <a:pt x="328930" y="2527"/>
                  </a:lnTo>
                  <a:lnTo>
                    <a:pt x="328930" y="1257"/>
                  </a:lnTo>
                  <a:lnTo>
                    <a:pt x="326390" y="1257"/>
                  </a:lnTo>
                  <a:lnTo>
                    <a:pt x="32639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330200" y="3797"/>
                  </a:lnTo>
                  <a:lnTo>
                    <a:pt x="330200" y="2527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07">
              <a:extLst>
                <a:ext uri="{FF2B5EF4-FFF2-40B4-BE49-F238E27FC236}">
                  <a16:creationId xmlns:a16="http://schemas.microsoft.com/office/drawing/2014/main" id="{557D87FC-4565-04AE-4A44-7C3AED27D4A2}"/>
                </a:ext>
              </a:extLst>
            </p:cNvPr>
            <p:cNvSpPr/>
            <p:nvPr/>
          </p:nvSpPr>
          <p:spPr>
            <a:xfrm>
              <a:off x="5707380" y="4794249"/>
              <a:ext cx="340360" cy="3810"/>
            </a:xfrm>
            <a:custGeom>
              <a:avLst/>
              <a:gdLst/>
              <a:ahLst/>
              <a:cxnLst/>
              <a:rect l="l" t="t" r="r" b="b"/>
              <a:pathLst>
                <a:path w="340360" h="3810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  <a:path w="340360" h="3810">
                  <a:moveTo>
                    <a:pt x="34036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40360" y="3810"/>
                  </a:lnTo>
                  <a:lnTo>
                    <a:pt x="340360" y="2552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08">
              <a:extLst>
                <a:ext uri="{FF2B5EF4-FFF2-40B4-BE49-F238E27FC236}">
                  <a16:creationId xmlns:a16="http://schemas.microsoft.com/office/drawing/2014/main" id="{2CAC2A1C-44B2-F581-ED22-C79A05A24945}"/>
                </a:ext>
              </a:extLst>
            </p:cNvPr>
            <p:cNvSpPr/>
            <p:nvPr/>
          </p:nvSpPr>
          <p:spPr>
            <a:xfrm>
              <a:off x="5702300" y="4798059"/>
              <a:ext cx="351790" cy="3810"/>
            </a:xfrm>
            <a:custGeom>
              <a:avLst/>
              <a:gdLst/>
              <a:ahLst/>
              <a:cxnLst/>
              <a:rect l="l" t="t" r="r" b="b"/>
              <a:pathLst>
                <a:path w="351789" h="3810">
                  <a:moveTo>
                    <a:pt x="351790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1790" y="3810"/>
                  </a:lnTo>
                  <a:lnTo>
                    <a:pt x="351790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09">
              <a:extLst>
                <a:ext uri="{FF2B5EF4-FFF2-40B4-BE49-F238E27FC236}">
                  <a16:creationId xmlns:a16="http://schemas.microsoft.com/office/drawing/2014/main" id="{F5AC33C9-A23D-59D9-A3ED-81B0F55BE54E}"/>
                </a:ext>
              </a:extLst>
            </p:cNvPr>
            <p:cNvSpPr/>
            <p:nvPr/>
          </p:nvSpPr>
          <p:spPr>
            <a:xfrm>
              <a:off x="5697220" y="48018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58127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358127" y="1270"/>
                  </a:lnTo>
                  <a:lnTo>
                    <a:pt x="358127" y="0"/>
                  </a:lnTo>
                  <a:close/>
                </a:path>
                <a:path w="361950" h="3810">
                  <a:moveTo>
                    <a:pt x="361950" y="2540"/>
                  </a:moveTo>
                  <a:lnTo>
                    <a:pt x="359410" y="2540"/>
                  </a:lnTo>
                  <a:lnTo>
                    <a:pt x="3594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0">
              <a:extLst>
                <a:ext uri="{FF2B5EF4-FFF2-40B4-BE49-F238E27FC236}">
                  <a16:creationId xmlns:a16="http://schemas.microsoft.com/office/drawing/2014/main" id="{F3F3F219-203B-3F05-47DF-21B40FA40AFE}"/>
                </a:ext>
              </a:extLst>
            </p:cNvPr>
            <p:cNvSpPr/>
            <p:nvPr/>
          </p:nvSpPr>
          <p:spPr>
            <a:xfrm>
              <a:off x="5697219" y="4776469"/>
              <a:ext cx="360680" cy="27940"/>
            </a:xfrm>
            <a:custGeom>
              <a:avLst/>
              <a:gdLst/>
              <a:ahLst/>
              <a:cxnLst/>
              <a:rect l="l" t="t" r="r" b="b"/>
              <a:pathLst>
                <a:path w="360679" h="27939">
                  <a:moveTo>
                    <a:pt x="0" y="27939"/>
                  </a:moveTo>
                  <a:lnTo>
                    <a:pt x="38100" y="0"/>
                  </a:lnTo>
                  <a:lnTo>
                    <a:pt x="321309" y="0"/>
                  </a:lnTo>
                  <a:lnTo>
                    <a:pt x="360679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1">
              <a:extLst>
                <a:ext uri="{FF2B5EF4-FFF2-40B4-BE49-F238E27FC236}">
                  <a16:creationId xmlns:a16="http://schemas.microsoft.com/office/drawing/2014/main" id="{4CC7C473-D019-4061-2B04-D07EB3ED563C}"/>
                </a:ext>
              </a:extLst>
            </p:cNvPr>
            <p:cNvSpPr/>
            <p:nvPr/>
          </p:nvSpPr>
          <p:spPr>
            <a:xfrm>
              <a:off x="5930900" y="48171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2">
              <a:extLst>
                <a:ext uri="{FF2B5EF4-FFF2-40B4-BE49-F238E27FC236}">
                  <a16:creationId xmlns:a16="http://schemas.microsoft.com/office/drawing/2014/main" id="{59B8C4A2-0FF4-307B-3F9F-2354875AB87A}"/>
                </a:ext>
              </a:extLst>
            </p:cNvPr>
            <p:cNvSpPr/>
            <p:nvPr/>
          </p:nvSpPr>
          <p:spPr>
            <a:xfrm>
              <a:off x="5930900" y="48209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3">
              <a:extLst>
                <a:ext uri="{FF2B5EF4-FFF2-40B4-BE49-F238E27FC236}">
                  <a16:creationId xmlns:a16="http://schemas.microsoft.com/office/drawing/2014/main" id="{B55B0E15-C9F7-09F6-142D-2EF407D4B062}"/>
                </a:ext>
              </a:extLst>
            </p:cNvPr>
            <p:cNvSpPr/>
            <p:nvPr/>
          </p:nvSpPr>
          <p:spPr>
            <a:xfrm>
              <a:off x="5930900" y="48247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4">
              <a:extLst>
                <a:ext uri="{FF2B5EF4-FFF2-40B4-BE49-F238E27FC236}">
                  <a16:creationId xmlns:a16="http://schemas.microsoft.com/office/drawing/2014/main" id="{7C7FE165-8953-574B-F67A-55C361016A29}"/>
                </a:ext>
              </a:extLst>
            </p:cNvPr>
            <p:cNvSpPr/>
            <p:nvPr/>
          </p:nvSpPr>
          <p:spPr>
            <a:xfrm>
              <a:off x="5930900" y="48285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5">
              <a:extLst>
                <a:ext uri="{FF2B5EF4-FFF2-40B4-BE49-F238E27FC236}">
                  <a16:creationId xmlns:a16="http://schemas.microsoft.com/office/drawing/2014/main" id="{4A026B37-55BA-C1FA-9D74-B54709DA0889}"/>
                </a:ext>
              </a:extLst>
            </p:cNvPr>
            <p:cNvSpPr/>
            <p:nvPr/>
          </p:nvSpPr>
          <p:spPr>
            <a:xfrm>
              <a:off x="5930900" y="483234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16">
              <a:extLst>
                <a:ext uri="{FF2B5EF4-FFF2-40B4-BE49-F238E27FC236}">
                  <a16:creationId xmlns:a16="http://schemas.microsoft.com/office/drawing/2014/main" id="{E908A2E2-8031-5A16-D697-BBAE530F67B6}"/>
                </a:ext>
              </a:extLst>
            </p:cNvPr>
            <p:cNvSpPr/>
            <p:nvPr/>
          </p:nvSpPr>
          <p:spPr>
            <a:xfrm>
              <a:off x="5930900" y="48348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17">
              <a:extLst>
                <a:ext uri="{FF2B5EF4-FFF2-40B4-BE49-F238E27FC236}">
                  <a16:creationId xmlns:a16="http://schemas.microsoft.com/office/drawing/2014/main" id="{11998C9F-2FB7-D76A-B623-B3E3758A82B7}"/>
                </a:ext>
              </a:extLst>
            </p:cNvPr>
            <p:cNvSpPr/>
            <p:nvPr/>
          </p:nvSpPr>
          <p:spPr>
            <a:xfrm>
              <a:off x="5930900" y="48386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18">
              <a:extLst>
                <a:ext uri="{FF2B5EF4-FFF2-40B4-BE49-F238E27FC236}">
                  <a16:creationId xmlns:a16="http://schemas.microsoft.com/office/drawing/2014/main" id="{E0CF4773-2CDF-77DC-09DC-6CC07496B2B3}"/>
                </a:ext>
              </a:extLst>
            </p:cNvPr>
            <p:cNvSpPr/>
            <p:nvPr/>
          </p:nvSpPr>
          <p:spPr>
            <a:xfrm>
              <a:off x="5930900" y="48425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19">
              <a:extLst>
                <a:ext uri="{FF2B5EF4-FFF2-40B4-BE49-F238E27FC236}">
                  <a16:creationId xmlns:a16="http://schemas.microsoft.com/office/drawing/2014/main" id="{C590F70D-DFD5-F276-CF97-0D3CF4EFC06F}"/>
                </a:ext>
              </a:extLst>
            </p:cNvPr>
            <p:cNvSpPr/>
            <p:nvPr/>
          </p:nvSpPr>
          <p:spPr>
            <a:xfrm>
              <a:off x="5930900" y="48463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0">
              <a:extLst>
                <a:ext uri="{FF2B5EF4-FFF2-40B4-BE49-F238E27FC236}">
                  <a16:creationId xmlns:a16="http://schemas.microsoft.com/office/drawing/2014/main" id="{B50D793A-81E7-29EF-EAB7-255FDF2457D4}"/>
                </a:ext>
              </a:extLst>
            </p:cNvPr>
            <p:cNvSpPr/>
            <p:nvPr/>
          </p:nvSpPr>
          <p:spPr>
            <a:xfrm>
              <a:off x="5930900" y="48501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1">
              <a:extLst>
                <a:ext uri="{FF2B5EF4-FFF2-40B4-BE49-F238E27FC236}">
                  <a16:creationId xmlns:a16="http://schemas.microsoft.com/office/drawing/2014/main" id="{91D9F4A7-1C72-8E2D-F74D-B3429C5C7996}"/>
                </a:ext>
              </a:extLst>
            </p:cNvPr>
            <p:cNvSpPr/>
            <p:nvPr/>
          </p:nvSpPr>
          <p:spPr>
            <a:xfrm>
              <a:off x="5930900" y="48539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2">
              <a:extLst>
                <a:ext uri="{FF2B5EF4-FFF2-40B4-BE49-F238E27FC236}">
                  <a16:creationId xmlns:a16="http://schemas.microsoft.com/office/drawing/2014/main" id="{F5CA598C-6270-237A-3477-575141472DAD}"/>
                </a:ext>
              </a:extLst>
            </p:cNvPr>
            <p:cNvSpPr/>
            <p:nvPr/>
          </p:nvSpPr>
          <p:spPr>
            <a:xfrm>
              <a:off x="5930900" y="485774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3">
              <a:extLst>
                <a:ext uri="{FF2B5EF4-FFF2-40B4-BE49-F238E27FC236}">
                  <a16:creationId xmlns:a16="http://schemas.microsoft.com/office/drawing/2014/main" id="{8C47C5E1-5863-B6DA-9E2C-F3C5C46E87EC}"/>
                </a:ext>
              </a:extLst>
            </p:cNvPr>
            <p:cNvSpPr/>
            <p:nvPr/>
          </p:nvSpPr>
          <p:spPr>
            <a:xfrm>
              <a:off x="5930900" y="48602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4">
              <a:extLst>
                <a:ext uri="{FF2B5EF4-FFF2-40B4-BE49-F238E27FC236}">
                  <a16:creationId xmlns:a16="http://schemas.microsoft.com/office/drawing/2014/main" id="{489FC264-AA97-4789-F60A-96959E8557CA}"/>
                </a:ext>
              </a:extLst>
            </p:cNvPr>
            <p:cNvSpPr/>
            <p:nvPr/>
          </p:nvSpPr>
          <p:spPr>
            <a:xfrm>
              <a:off x="5930900" y="48640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5">
              <a:extLst>
                <a:ext uri="{FF2B5EF4-FFF2-40B4-BE49-F238E27FC236}">
                  <a16:creationId xmlns:a16="http://schemas.microsoft.com/office/drawing/2014/main" id="{C43C915E-F7A7-DC27-9DBE-EE4099A86A2A}"/>
                </a:ext>
              </a:extLst>
            </p:cNvPr>
            <p:cNvSpPr/>
            <p:nvPr/>
          </p:nvSpPr>
          <p:spPr>
            <a:xfrm>
              <a:off x="5930900" y="48679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26">
              <a:extLst>
                <a:ext uri="{FF2B5EF4-FFF2-40B4-BE49-F238E27FC236}">
                  <a16:creationId xmlns:a16="http://schemas.microsoft.com/office/drawing/2014/main" id="{9D725E6D-DE62-5BC6-C89C-ACFDF36354B8}"/>
                </a:ext>
              </a:extLst>
            </p:cNvPr>
            <p:cNvSpPr/>
            <p:nvPr/>
          </p:nvSpPr>
          <p:spPr>
            <a:xfrm>
              <a:off x="5930900" y="48717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27">
              <a:extLst>
                <a:ext uri="{FF2B5EF4-FFF2-40B4-BE49-F238E27FC236}">
                  <a16:creationId xmlns:a16="http://schemas.microsoft.com/office/drawing/2014/main" id="{ECD601CE-C431-CE54-3DF6-CAA04709BB11}"/>
                </a:ext>
              </a:extLst>
            </p:cNvPr>
            <p:cNvSpPr/>
            <p:nvPr/>
          </p:nvSpPr>
          <p:spPr>
            <a:xfrm>
              <a:off x="5930900" y="48755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28">
              <a:extLst>
                <a:ext uri="{FF2B5EF4-FFF2-40B4-BE49-F238E27FC236}">
                  <a16:creationId xmlns:a16="http://schemas.microsoft.com/office/drawing/2014/main" id="{5192EA7B-A835-6681-DAC0-CA06F8529E9F}"/>
                </a:ext>
              </a:extLst>
            </p:cNvPr>
            <p:cNvSpPr/>
            <p:nvPr/>
          </p:nvSpPr>
          <p:spPr>
            <a:xfrm>
              <a:off x="5930900" y="487933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9379" y="254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29">
              <a:extLst>
                <a:ext uri="{FF2B5EF4-FFF2-40B4-BE49-F238E27FC236}">
                  <a16:creationId xmlns:a16="http://schemas.microsoft.com/office/drawing/2014/main" id="{B4E364A7-B3FE-C3D6-3874-3F469161AA71}"/>
                </a:ext>
              </a:extLst>
            </p:cNvPr>
            <p:cNvSpPr/>
            <p:nvPr/>
          </p:nvSpPr>
          <p:spPr>
            <a:xfrm>
              <a:off x="5930900" y="488187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0">
              <a:extLst>
                <a:ext uri="{FF2B5EF4-FFF2-40B4-BE49-F238E27FC236}">
                  <a16:creationId xmlns:a16="http://schemas.microsoft.com/office/drawing/2014/main" id="{0335965D-57AC-71B9-B12E-DB7D3AA5DD10}"/>
                </a:ext>
              </a:extLst>
            </p:cNvPr>
            <p:cNvSpPr/>
            <p:nvPr/>
          </p:nvSpPr>
          <p:spPr>
            <a:xfrm>
              <a:off x="5930900" y="48856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1">
              <a:extLst>
                <a:ext uri="{FF2B5EF4-FFF2-40B4-BE49-F238E27FC236}">
                  <a16:creationId xmlns:a16="http://schemas.microsoft.com/office/drawing/2014/main" id="{1505A189-1A8A-BF31-D676-8AB9167A51AA}"/>
                </a:ext>
              </a:extLst>
            </p:cNvPr>
            <p:cNvSpPr/>
            <p:nvPr/>
          </p:nvSpPr>
          <p:spPr>
            <a:xfrm>
              <a:off x="5930900" y="48894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2">
              <a:extLst>
                <a:ext uri="{FF2B5EF4-FFF2-40B4-BE49-F238E27FC236}">
                  <a16:creationId xmlns:a16="http://schemas.microsoft.com/office/drawing/2014/main" id="{7575D5AC-75DE-3928-2252-C85C3C4F80D3}"/>
                </a:ext>
              </a:extLst>
            </p:cNvPr>
            <p:cNvSpPr/>
            <p:nvPr/>
          </p:nvSpPr>
          <p:spPr>
            <a:xfrm>
              <a:off x="5930900" y="48933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3">
              <a:extLst>
                <a:ext uri="{FF2B5EF4-FFF2-40B4-BE49-F238E27FC236}">
                  <a16:creationId xmlns:a16="http://schemas.microsoft.com/office/drawing/2014/main" id="{F7F21F6E-A7FF-F005-BE66-60039FAF4A13}"/>
                </a:ext>
              </a:extLst>
            </p:cNvPr>
            <p:cNvSpPr/>
            <p:nvPr/>
          </p:nvSpPr>
          <p:spPr>
            <a:xfrm>
              <a:off x="5930900" y="48971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4">
              <a:extLst>
                <a:ext uri="{FF2B5EF4-FFF2-40B4-BE49-F238E27FC236}">
                  <a16:creationId xmlns:a16="http://schemas.microsoft.com/office/drawing/2014/main" id="{B7A24ADE-C012-2FDC-7CF1-DB22D0629EC0}"/>
                </a:ext>
              </a:extLst>
            </p:cNvPr>
            <p:cNvSpPr/>
            <p:nvPr/>
          </p:nvSpPr>
          <p:spPr>
            <a:xfrm>
              <a:off x="5930900" y="490092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9379" y="254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5">
              <a:extLst>
                <a:ext uri="{FF2B5EF4-FFF2-40B4-BE49-F238E27FC236}">
                  <a16:creationId xmlns:a16="http://schemas.microsoft.com/office/drawing/2014/main" id="{D98B4EEC-43E2-D743-1D6A-A981DB228DFE}"/>
                </a:ext>
              </a:extLst>
            </p:cNvPr>
            <p:cNvSpPr/>
            <p:nvPr/>
          </p:nvSpPr>
          <p:spPr>
            <a:xfrm>
              <a:off x="5930900" y="4818379"/>
              <a:ext cx="118110" cy="85090"/>
            </a:xfrm>
            <a:custGeom>
              <a:avLst/>
              <a:gdLst/>
              <a:ahLst/>
              <a:cxnLst/>
              <a:rect l="l" t="t" r="r" b="b"/>
              <a:pathLst>
                <a:path w="118110" h="85089">
                  <a:moveTo>
                    <a:pt x="59689" y="85090"/>
                  </a:moveTo>
                  <a:lnTo>
                    <a:pt x="0" y="85090"/>
                  </a:lnTo>
                  <a:lnTo>
                    <a:pt x="0" y="0"/>
                  </a:lnTo>
                  <a:lnTo>
                    <a:pt x="118110" y="0"/>
                  </a:lnTo>
                  <a:lnTo>
                    <a:pt x="118110" y="85090"/>
                  </a:lnTo>
                  <a:lnTo>
                    <a:pt x="59689" y="8509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36">
              <a:extLst>
                <a:ext uri="{FF2B5EF4-FFF2-40B4-BE49-F238E27FC236}">
                  <a16:creationId xmlns:a16="http://schemas.microsoft.com/office/drawing/2014/main" id="{CE0E3FA9-F0CC-8938-4F57-E1D1641E6087}"/>
                </a:ext>
              </a:extLst>
            </p:cNvPr>
            <p:cNvSpPr/>
            <p:nvPr/>
          </p:nvSpPr>
          <p:spPr>
            <a:xfrm>
              <a:off x="5708650" y="4902199"/>
              <a:ext cx="339090" cy="2540"/>
            </a:xfrm>
            <a:custGeom>
              <a:avLst/>
              <a:gdLst/>
              <a:ahLst/>
              <a:cxnLst/>
              <a:rect l="l" t="t" r="r" b="b"/>
              <a:pathLst>
                <a:path w="339089" h="2539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37">
              <a:extLst>
                <a:ext uri="{FF2B5EF4-FFF2-40B4-BE49-F238E27FC236}">
                  <a16:creationId xmlns:a16="http://schemas.microsoft.com/office/drawing/2014/main" id="{C315CD60-81C1-1D48-7C8E-271B37C1DD71}"/>
                </a:ext>
              </a:extLst>
            </p:cNvPr>
            <p:cNvSpPr/>
            <p:nvPr/>
          </p:nvSpPr>
          <p:spPr>
            <a:xfrm>
              <a:off x="5706110" y="4904752"/>
              <a:ext cx="344170" cy="3810"/>
            </a:xfrm>
            <a:custGeom>
              <a:avLst/>
              <a:gdLst/>
              <a:ahLst/>
              <a:cxnLst/>
              <a:rect l="l" t="t" r="r" b="b"/>
              <a:pathLst>
                <a:path w="344170" h="3810">
                  <a:moveTo>
                    <a:pt x="344170" y="2527"/>
                  </a:moveTo>
                  <a:lnTo>
                    <a:pt x="342887" y="2527"/>
                  </a:lnTo>
                  <a:lnTo>
                    <a:pt x="342887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344170" y="3797"/>
                  </a:lnTo>
                  <a:lnTo>
                    <a:pt x="344170" y="2527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38">
              <a:extLst>
                <a:ext uri="{FF2B5EF4-FFF2-40B4-BE49-F238E27FC236}">
                  <a16:creationId xmlns:a16="http://schemas.microsoft.com/office/drawing/2014/main" id="{D0A05D5E-F610-9248-71B1-7A146AAD1093}"/>
                </a:ext>
              </a:extLst>
            </p:cNvPr>
            <p:cNvSpPr/>
            <p:nvPr/>
          </p:nvSpPr>
          <p:spPr>
            <a:xfrm>
              <a:off x="5703570" y="490854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49250" y="1270"/>
                  </a:moveTo>
                  <a:lnTo>
                    <a:pt x="347980" y="1270"/>
                  </a:lnTo>
                  <a:lnTo>
                    <a:pt x="3479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49250" y="2540"/>
                  </a:lnTo>
                  <a:lnTo>
                    <a:pt x="349250" y="1270"/>
                  </a:lnTo>
                  <a:close/>
                </a:path>
                <a:path w="350520" h="3810">
                  <a:moveTo>
                    <a:pt x="35052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52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39">
              <a:extLst>
                <a:ext uri="{FF2B5EF4-FFF2-40B4-BE49-F238E27FC236}">
                  <a16:creationId xmlns:a16="http://schemas.microsoft.com/office/drawing/2014/main" id="{5F213FDF-2406-96EE-2C3F-B17316DC614B}"/>
                </a:ext>
              </a:extLst>
            </p:cNvPr>
            <p:cNvSpPr/>
            <p:nvPr/>
          </p:nvSpPr>
          <p:spPr>
            <a:xfrm>
              <a:off x="5699760" y="4912359"/>
              <a:ext cx="356870" cy="3810"/>
            </a:xfrm>
            <a:custGeom>
              <a:avLst/>
              <a:gdLst/>
              <a:ahLst/>
              <a:cxnLst/>
              <a:rect l="l" t="t" r="r" b="b"/>
              <a:pathLst>
                <a:path w="356870" h="3810">
                  <a:moveTo>
                    <a:pt x="356870" y="2540"/>
                  </a:moveTo>
                  <a:lnTo>
                    <a:pt x="355587" y="2540"/>
                  </a:lnTo>
                  <a:lnTo>
                    <a:pt x="355587" y="1270"/>
                  </a:lnTo>
                  <a:lnTo>
                    <a:pt x="354330" y="1270"/>
                  </a:lnTo>
                  <a:lnTo>
                    <a:pt x="3543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6870" y="3810"/>
                  </a:lnTo>
                  <a:lnTo>
                    <a:pt x="3568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0">
              <a:extLst>
                <a:ext uri="{FF2B5EF4-FFF2-40B4-BE49-F238E27FC236}">
                  <a16:creationId xmlns:a16="http://schemas.microsoft.com/office/drawing/2014/main" id="{33DD2D05-70C2-A0AB-D98A-37BFAF4A7058}"/>
                </a:ext>
              </a:extLst>
            </p:cNvPr>
            <p:cNvSpPr/>
            <p:nvPr/>
          </p:nvSpPr>
          <p:spPr>
            <a:xfrm>
              <a:off x="5697220" y="49161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2540"/>
                  </a:moveTo>
                  <a:lnTo>
                    <a:pt x="361937" y="1270"/>
                  </a:lnTo>
                  <a:lnTo>
                    <a:pt x="360680" y="1270"/>
                  </a:lnTo>
                  <a:lnTo>
                    <a:pt x="3606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1">
              <a:extLst>
                <a:ext uri="{FF2B5EF4-FFF2-40B4-BE49-F238E27FC236}">
                  <a16:creationId xmlns:a16="http://schemas.microsoft.com/office/drawing/2014/main" id="{8B175B8A-6C74-203A-E440-AD6AB01AE1F7}"/>
                </a:ext>
              </a:extLst>
            </p:cNvPr>
            <p:cNvSpPr/>
            <p:nvPr/>
          </p:nvSpPr>
          <p:spPr>
            <a:xfrm>
              <a:off x="5693410" y="4919979"/>
              <a:ext cx="369570" cy="3810"/>
            </a:xfrm>
            <a:custGeom>
              <a:avLst/>
              <a:gdLst/>
              <a:ahLst/>
              <a:cxnLst/>
              <a:rect l="l" t="t" r="r" b="b"/>
              <a:pathLst>
                <a:path w="369570" h="3810">
                  <a:moveTo>
                    <a:pt x="369570" y="2540"/>
                  </a:moveTo>
                  <a:lnTo>
                    <a:pt x="368287" y="2540"/>
                  </a:lnTo>
                  <a:lnTo>
                    <a:pt x="368287" y="1270"/>
                  </a:lnTo>
                  <a:lnTo>
                    <a:pt x="367030" y="1270"/>
                  </a:lnTo>
                  <a:lnTo>
                    <a:pt x="3670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9570" y="3810"/>
                  </a:lnTo>
                  <a:lnTo>
                    <a:pt x="36957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2">
              <a:extLst>
                <a:ext uri="{FF2B5EF4-FFF2-40B4-BE49-F238E27FC236}">
                  <a16:creationId xmlns:a16="http://schemas.microsoft.com/office/drawing/2014/main" id="{E28E2EBD-059F-80E5-C9EC-7FBCBC0A77F2}"/>
                </a:ext>
              </a:extLst>
            </p:cNvPr>
            <p:cNvSpPr/>
            <p:nvPr/>
          </p:nvSpPr>
          <p:spPr>
            <a:xfrm>
              <a:off x="5690870" y="4923789"/>
              <a:ext cx="374650" cy="3810"/>
            </a:xfrm>
            <a:custGeom>
              <a:avLst/>
              <a:gdLst/>
              <a:ahLst/>
              <a:cxnLst/>
              <a:rect l="l" t="t" r="r" b="b"/>
              <a:pathLst>
                <a:path w="374650" h="3810">
                  <a:moveTo>
                    <a:pt x="374650" y="2540"/>
                  </a:moveTo>
                  <a:lnTo>
                    <a:pt x="373380" y="2540"/>
                  </a:lnTo>
                  <a:lnTo>
                    <a:pt x="373380" y="1270"/>
                  </a:lnTo>
                  <a:lnTo>
                    <a:pt x="3733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4650" y="3810"/>
                  </a:lnTo>
                  <a:lnTo>
                    <a:pt x="3746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3">
              <a:extLst>
                <a:ext uri="{FF2B5EF4-FFF2-40B4-BE49-F238E27FC236}">
                  <a16:creationId xmlns:a16="http://schemas.microsoft.com/office/drawing/2014/main" id="{E27C4898-82EF-364A-0AD9-4DC7447D1170}"/>
                </a:ext>
              </a:extLst>
            </p:cNvPr>
            <p:cNvSpPr/>
            <p:nvPr/>
          </p:nvSpPr>
          <p:spPr>
            <a:xfrm>
              <a:off x="5688330" y="492759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79730" y="1270"/>
                  </a:moveTo>
                  <a:lnTo>
                    <a:pt x="378460" y="1270"/>
                  </a:lnTo>
                  <a:lnTo>
                    <a:pt x="3784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379730" y="2540"/>
                  </a:lnTo>
                  <a:lnTo>
                    <a:pt x="379730" y="1270"/>
                  </a:lnTo>
                  <a:close/>
                </a:path>
                <a:path w="381000" h="3810">
                  <a:moveTo>
                    <a:pt x="38100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52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4">
              <a:extLst>
                <a:ext uri="{FF2B5EF4-FFF2-40B4-BE49-F238E27FC236}">
                  <a16:creationId xmlns:a16="http://schemas.microsoft.com/office/drawing/2014/main" id="{B881A28D-5969-2B7B-B694-94D4C76EBB32}"/>
                </a:ext>
              </a:extLst>
            </p:cNvPr>
            <p:cNvSpPr/>
            <p:nvPr/>
          </p:nvSpPr>
          <p:spPr>
            <a:xfrm>
              <a:off x="5684520" y="4931409"/>
              <a:ext cx="387350" cy="3810"/>
            </a:xfrm>
            <a:custGeom>
              <a:avLst/>
              <a:gdLst/>
              <a:ahLst/>
              <a:cxnLst/>
              <a:rect l="l" t="t" r="r" b="b"/>
              <a:pathLst>
                <a:path w="387350" h="3810">
                  <a:moveTo>
                    <a:pt x="387350" y="2540"/>
                  </a:moveTo>
                  <a:lnTo>
                    <a:pt x="386080" y="2540"/>
                  </a:lnTo>
                  <a:lnTo>
                    <a:pt x="386080" y="1270"/>
                  </a:lnTo>
                  <a:lnTo>
                    <a:pt x="3860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7350" y="3810"/>
                  </a:lnTo>
                  <a:lnTo>
                    <a:pt x="38735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5">
              <a:extLst>
                <a:ext uri="{FF2B5EF4-FFF2-40B4-BE49-F238E27FC236}">
                  <a16:creationId xmlns:a16="http://schemas.microsoft.com/office/drawing/2014/main" id="{744F321F-735D-DFF0-3BA2-03C46ADE2C31}"/>
                </a:ext>
              </a:extLst>
            </p:cNvPr>
            <p:cNvSpPr/>
            <p:nvPr/>
          </p:nvSpPr>
          <p:spPr>
            <a:xfrm>
              <a:off x="5681980" y="493521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116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91160" y="1270"/>
                  </a:lnTo>
                  <a:lnTo>
                    <a:pt x="391160" y="0"/>
                  </a:lnTo>
                  <a:close/>
                </a:path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46">
              <a:extLst>
                <a:ext uri="{FF2B5EF4-FFF2-40B4-BE49-F238E27FC236}">
                  <a16:creationId xmlns:a16="http://schemas.microsoft.com/office/drawing/2014/main" id="{CF5A52E4-FB21-0413-0027-E5388CE9BA90}"/>
                </a:ext>
              </a:extLst>
            </p:cNvPr>
            <p:cNvSpPr/>
            <p:nvPr/>
          </p:nvSpPr>
          <p:spPr>
            <a:xfrm>
              <a:off x="5679440" y="493902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67" y="2540"/>
                  </a:moveTo>
                  <a:lnTo>
                    <a:pt x="397510" y="2540"/>
                  </a:lnTo>
                  <a:lnTo>
                    <a:pt x="397510" y="1270"/>
                  </a:lnTo>
                  <a:lnTo>
                    <a:pt x="396240" y="1270"/>
                  </a:lnTo>
                  <a:lnTo>
                    <a:pt x="396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67" y="3810"/>
                  </a:lnTo>
                  <a:lnTo>
                    <a:pt x="398767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47">
              <a:extLst>
                <a:ext uri="{FF2B5EF4-FFF2-40B4-BE49-F238E27FC236}">
                  <a16:creationId xmlns:a16="http://schemas.microsoft.com/office/drawing/2014/main" id="{969E2246-5B32-17F4-07FE-11E9DAF71E24}"/>
                </a:ext>
              </a:extLst>
            </p:cNvPr>
            <p:cNvSpPr/>
            <p:nvPr/>
          </p:nvSpPr>
          <p:spPr>
            <a:xfrm>
              <a:off x="5675630" y="4942852"/>
              <a:ext cx="405130" cy="3810"/>
            </a:xfrm>
            <a:custGeom>
              <a:avLst/>
              <a:gdLst/>
              <a:ahLst/>
              <a:cxnLst/>
              <a:rect l="l" t="t" r="r" b="b"/>
              <a:pathLst>
                <a:path w="405129" h="3810">
                  <a:moveTo>
                    <a:pt x="405130" y="1257"/>
                  </a:moveTo>
                  <a:lnTo>
                    <a:pt x="403860" y="1257"/>
                  </a:lnTo>
                  <a:lnTo>
                    <a:pt x="40386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405117" y="3797"/>
                  </a:lnTo>
                  <a:lnTo>
                    <a:pt x="405117" y="2527"/>
                  </a:lnTo>
                  <a:lnTo>
                    <a:pt x="405130" y="1257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48">
              <a:extLst>
                <a:ext uri="{FF2B5EF4-FFF2-40B4-BE49-F238E27FC236}">
                  <a16:creationId xmlns:a16="http://schemas.microsoft.com/office/drawing/2014/main" id="{C90FE03D-4B9A-E4E5-D1E0-113F3B5F6193}"/>
                </a:ext>
              </a:extLst>
            </p:cNvPr>
            <p:cNvSpPr/>
            <p:nvPr/>
          </p:nvSpPr>
          <p:spPr>
            <a:xfrm>
              <a:off x="5673090" y="494664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0210" y="1270"/>
                  </a:move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410210" y="2540"/>
                  </a:lnTo>
                  <a:lnTo>
                    <a:pt x="410210" y="1270"/>
                  </a:lnTo>
                  <a:close/>
                </a:path>
                <a:path w="411479" h="3810">
                  <a:moveTo>
                    <a:pt x="411467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411467" y="3810"/>
                  </a:lnTo>
                  <a:lnTo>
                    <a:pt x="411467" y="2552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49">
              <a:extLst>
                <a:ext uri="{FF2B5EF4-FFF2-40B4-BE49-F238E27FC236}">
                  <a16:creationId xmlns:a16="http://schemas.microsoft.com/office/drawing/2014/main" id="{184063F5-0D1A-89E8-776E-9147E0E7160E}"/>
                </a:ext>
              </a:extLst>
            </p:cNvPr>
            <p:cNvSpPr/>
            <p:nvPr/>
          </p:nvSpPr>
          <p:spPr>
            <a:xfrm>
              <a:off x="5670550" y="495045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60" h="3810">
                  <a:moveTo>
                    <a:pt x="416560" y="2540"/>
                  </a:moveTo>
                  <a:lnTo>
                    <a:pt x="415290" y="2540"/>
                  </a:lnTo>
                  <a:lnTo>
                    <a:pt x="415290" y="127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0">
              <a:extLst>
                <a:ext uri="{FF2B5EF4-FFF2-40B4-BE49-F238E27FC236}">
                  <a16:creationId xmlns:a16="http://schemas.microsoft.com/office/drawing/2014/main" id="{4122CADA-28EC-B2D2-745F-95C8CDF5AA78}"/>
                </a:ext>
              </a:extLst>
            </p:cNvPr>
            <p:cNvSpPr/>
            <p:nvPr/>
          </p:nvSpPr>
          <p:spPr>
            <a:xfrm>
              <a:off x="5666740" y="495426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164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421640" y="1270"/>
                  </a:lnTo>
                  <a:lnTo>
                    <a:pt x="421640" y="0"/>
                  </a:lnTo>
                  <a:close/>
                </a:path>
                <a:path w="424179" h="3810">
                  <a:moveTo>
                    <a:pt x="424167" y="2540"/>
                  </a:moveTo>
                  <a:lnTo>
                    <a:pt x="422910" y="2540"/>
                  </a:lnTo>
                  <a:lnTo>
                    <a:pt x="4229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67" y="3810"/>
                  </a:lnTo>
                  <a:lnTo>
                    <a:pt x="424167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1">
              <a:extLst>
                <a:ext uri="{FF2B5EF4-FFF2-40B4-BE49-F238E27FC236}">
                  <a16:creationId xmlns:a16="http://schemas.microsoft.com/office/drawing/2014/main" id="{C3EB0EAB-B491-E14E-D7A2-468D17623554}"/>
                </a:ext>
              </a:extLst>
            </p:cNvPr>
            <p:cNvSpPr/>
            <p:nvPr/>
          </p:nvSpPr>
          <p:spPr>
            <a:xfrm>
              <a:off x="5664200" y="4958079"/>
              <a:ext cx="427990" cy="3810"/>
            </a:xfrm>
            <a:custGeom>
              <a:avLst/>
              <a:gdLst/>
              <a:ahLst/>
              <a:cxnLst/>
              <a:rect l="l" t="t" r="r" b="b"/>
              <a:pathLst>
                <a:path w="427989" h="3810">
                  <a:moveTo>
                    <a:pt x="427990" y="1270"/>
                  </a:moveTo>
                  <a:lnTo>
                    <a:pt x="426707" y="1270"/>
                  </a:lnTo>
                  <a:lnTo>
                    <a:pt x="42670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7990" y="3810"/>
                  </a:lnTo>
                  <a:lnTo>
                    <a:pt x="427990" y="2540"/>
                  </a:lnTo>
                  <a:lnTo>
                    <a:pt x="427990" y="127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2">
              <a:extLst>
                <a:ext uri="{FF2B5EF4-FFF2-40B4-BE49-F238E27FC236}">
                  <a16:creationId xmlns:a16="http://schemas.microsoft.com/office/drawing/2014/main" id="{496F8A6F-5DA4-7710-74B0-416BFB084986}"/>
                </a:ext>
              </a:extLst>
            </p:cNvPr>
            <p:cNvSpPr/>
            <p:nvPr/>
          </p:nvSpPr>
          <p:spPr>
            <a:xfrm>
              <a:off x="5664200" y="4902199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89" h="58420">
                  <a:moveTo>
                    <a:pt x="0" y="58419"/>
                  </a:moveTo>
                  <a:lnTo>
                    <a:pt x="45720" y="0"/>
                  </a:lnTo>
                  <a:lnTo>
                    <a:pt x="381000" y="0"/>
                  </a:lnTo>
                  <a:lnTo>
                    <a:pt x="427989" y="58419"/>
                  </a:lnTo>
                  <a:lnTo>
                    <a:pt x="0" y="584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3">
              <a:extLst>
                <a:ext uri="{FF2B5EF4-FFF2-40B4-BE49-F238E27FC236}">
                  <a16:creationId xmlns:a16="http://schemas.microsoft.com/office/drawing/2014/main" id="{4527CE32-0518-7816-F29B-2E609ADDEB84}"/>
                </a:ext>
              </a:extLst>
            </p:cNvPr>
            <p:cNvSpPr/>
            <p:nvPr/>
          </p:nvSpPr>
          <p:spPr>
            <a:xfrm>
              <a:off x="5662930" y="495934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4">
              <a:extLst>
                <a:ext uri="{FF2B5EF4-FFF2-40B4-BE49-F238E27FC236}">
                  <a16:creationId xmlns:a16="http://schemas.microsoft.com/office/drawing/2014/main" id="{73C7B437-AC56-8D15-46CC-34A54B531F14}"/>
                </a:ext>
              </a:extLst>
            </p:cNvPr>
            <p:cNvSpPr/>
            <p:nvPr/>
          </p:nvSpPr>
          <p:spPr>
            <a:xfrm>
              <a:off x="5662929" y="496315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30" y="3809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5">
              <a:extLst>
                <a:ext uri="{FF2B5EF4-FFF2-40B4-BE49-F238E27FC236}">
                  <a16:creationId xmlns:a16="http://schemas.microsoft.com/office/drawing/2014/main" id="{F9F8EA12-7860-432B-030A-09C47090EB19}"/>
                </a:ext>
              </a:extLst>
            </p:cNvPr>
            <p:cNvSpPr/>
            <p:nvPr/>
          </p:nvSpPr>
          <p:spPr>
            <a:xfrm>
              <a:off x="5662929" y="496696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30" y="3809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56">
              <a:extLst>
                <a:ext uri="{FF2B5EF4-FFF2-40B4-BE49-F238E27FC236}">
                  <a16:creationId xmlns:a16="http://schemas.microsoft.com/office/drawing/2014/main" id="{C030D19D-8718-75ED-9754-1DB499A8B69E}"/>
                </a:ext>
              </a:extLst>
            </p:cNvPr>
            <p:cNvSpPr/>
            <p:nvPr/>
          </p:nvSpPr>
          <p:spPr>
            <a:xfrm>
              <a:off x="5662929" y="497077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57">
              <a:extLst>
                <a:ext uri="{FF2B5EF4-FFF2-40B4-BE49-F238E27FC236}">
                  <a16:creationId xmlns:a16="http://schemas.microsoft.com/office/drawing/2014/main" id="{65393C18-2E9C-6B27-7A1A-A45318DBE98F}"/>
                </a:ext>
              </a:extLst>
            </p:cNvPr>
            <p:cNvSpPr/>
            <p:nvPr/>
          </p:nvSpPr>
          <p:spPr>
            <a:xfrm>
              <a:off x="5662929" y="497458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58">
              <a:extLst>
                <a:ext uri="{FF2B5EF4-FFF2-40B4-BE49-F238E27FC236}">
                  <a16:creationId xmlns:a16="http://schemas.microsoft.com/office/drawing/2014/main" id="{0B271409-91DF-58BA-4EDC-AE1D468B962D}"/>
                </a:ext>
              </a:extLst>
            </p:cNvPr>
            <p:cNvSpPr/>
            <p:nvPr/>
          </p:nvSpPr>
          <p:spPr>
            <a:xfrm>
              <a:off x="5662929" y="497839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59">
              <a:extLst>
                <a:ext uri="{FF2B5EF4-FFF2-40B4-BE49-F238E27FC236}">
                  <a16:creationId xmlns:a16="http://schemas.microsoft.com/office/drawing/2014/main" id="{0FDDCE93-08F8-41F5-6319-7FDE9102A5F0}"/>
                </a:ext>
              </a:extLst>
            </p:cNvPr>
            <p:cNvSpPr/>
            <p:nvPr/>
          </p:nvSpPr>
          <p:spPr>
            <a:xfrm>
              <a:off x="5664200" y="4960619"/>
              <a:ext cx="427990" cy="20320"/>
            </a:xfrm>
            <a:custGeom>
              <a:avLst/>
              <a:gdLst/>
              <a:ahLst/>
              <a:cxnLst/>
              <a:rect l="l" t="t" r="r" b="b"/>
              <a:pathLst>
                <a:path w="427989" h="20320">
                  <a:moveTo>
                    <a:pt x="213360" y="20319"/>
                  </a:moveTo>
                  <a:lnTo>
                    <a:pt x="0" y="20319"/>
                  </a:lnTo>
                  <a:lnTo>
                    <a:pt x="0" y="0"/>
                  </a:lnTo>
                  <a:lnTo>
                    <a:pt x="427989" y="0"/>
                  </a:lnTo>
                  <a:lnTo>
                    <a:pt x="427989" y="20319"/>
                  </a:lnTo>
                  <a:lnTo>
                    <a:pt x="213360" y="203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4" name="object 260">
              <a:extLst>
                <a:ext uri="{FF2B5EF4-FFF2-40B4-BE49-F238E27FC236}">
                  <a16:creationId xmlns:a16="http://schemas.microsoft.com/office/drawing/2014/main" id="{15E9F2B1-04C3-E63F-B403-4FEC4F68937D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73419" y="4738369"/>
              <a:ext cx="204470" cy="59689"/>
            </a:xfrm>
            <a:prstGeom prst="rect">
              <a:avLst/>
            </a:prstGeom>
          </p:spPr>
        </p:pic>
        <p:sp>
          <p:nvSpPr>
            <p:cNvPr id="265" name="object 261">
              <a:extLst>
                <a:ext uri="{FF2B5EF4-FFF2-40B4-BE49-F238E27FC236}">
                  <a16:creationId xmlns:a16="http://schemas.microsoft.com/office/drawing/2014/main" id="{9497ED01-72B7-3F26-9F5A-541CC9190CCC}"/>
                </a:ext>
              </a:extLst>
            </p:cNvPr>
            <p:cNvSpPr/>
            <p:nvPr/>
          </p:nvSpPr>
          <p:spPr>
            <a:xfrm>
              <a:off x="5773419" y="4738369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20">
                  <a:moveTo>
                    <a:pt x="203200" y="45719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59" y="40639"/>
                  </a:lnTo>
                  <a:lnTo>
                    <a:pt x="151129" y="22859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59" y="0"/>
                  </a:lnTo>
                  <a:lnTo>
                    <a:pt x="143172" y="0"/>
                  </a:lnTo>
                  <a:lnTo>
                    <a:pt x="15239" y="0"/>
                  </a:lnTo>
                  <a:lnTo>
                    <a:pt x="36532" y="13215"/>
                  </a:lnTo>
                  <a:lnTo>
                    <a:pt x="47466" y="20002"/>
                  </a:lnTo>
                  <a:lnTo>
                    <a:pt x="51494" y="22502"/>
                  </a:lnTo>
                  <a:lnTo>
                    <a:pt x="52069" y="22859"/>
                  </a:lnTo>
                  <a:lnTo>
                    <a:pt x="52069" y="40639"/>
                  </a:lnTo>
                  <a:lnTo>
                    <a:pt x="31075" y="41612"/>
                  </a:lnTo>
                  <a:lnTo>
                    <a:pt x="14604" y="42703"/>
                  </a:lnTo>
                  <a:lnTo>
                    <a:pt x="3849" y="44033"/>
                  </a:lnTo>
                  <a:lnTo>
                    <a:pt x="0" y="45719"/>
                  </a:lnTo>
                  <a:lnTo>
                    <a:pt x="0" y="58419"/>
                  </a:lnTo>
                  <a:lnTo>
                    <a:pt x="54332" y="58419"/>
                  </a:lnTo>
                  <a:lnTo>
                    <a:pt x="82232" y="58419"/>
                  </a:lnTo>
                  <a:lnTo>
                    <a:pt x="92511" y="58419"/>
                  </a:lnTo>
                  <a:lnTo>
                    <a:pt x="93979" y="58419"/>
                  </a:lnTo>
                  <a:lnTo>
                    <a:pt x="110489" y="58419"/>
                  </a:lnTo>
                  <a:lnTo>
                    <a:pt x="164087" y="58419"/>
                  </a:lnTo>
                  <a:lnTo>
                    <a:pt x="191611" y="58419"/>
                  </a:lnTo>
                  <a:lnTo>
                    <a:pt x="201751" y="58419"/>
                  </a:lnTo>
                  <a:lnTo>
                    <a:pt x="203200" y="58419"/>
                  </a:lnTo>
                  <a:lnTo>
                    <a:pt x="203200" y="45719"/>
                  </a:lnTo>
                  <a:lnTo>
                    <a:pt x="203200" y="45719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6" name="object 262">
              <a:extLst>
                <a:ext uri="{FF2B5EF4-FFF2-40B4-BE49-F238E27FC236}">
                  <a16:creationId xmlns:a16="http://schemas.microsoft.com/office/drawing/2014/main" id="{2C4BB62D-D008-6864-CCA5-69E1DA63924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20079" y="4499609"/>
              <a:ext cx="318770" cy="241300"/>
            </a:xfrm>
            <a:prstGeom prst="rect">
              <a:avLst/>
            </a:prstGeom>
          </p:spPr>
        </p:pic>
        <p:sp>
          <p:nvSpPr>
            <p:cNvPr id="267" name="object 263">
              <a:extLst>
                <a:ext uri="{FF2B5EF4-FFF2-40B4-BE49-F238E27FC236}">
                  <a16:creationId xmlns:a16="http://schemas.microsoft.com/office/drawing/2014/main" id="{AB45CD84-39B8-743E-F32E-A491A74C9875}"/>
                </a:ext>
              </a:extLst>
            </p:cNvPr>
            <p:cNvSpPr/>
            <p:nvPr/>
          </p:nvSpPr>
          <p:spPr>
            <a:xfrm>
              <a:off x="5720079" y="4499609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29">
                  <a:moveTo>
                    <a:pt x="317500" y="240029"/>
                  </a:moveTo>
                  <a:lnTo>
                    <a:pt x="0" y="240029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2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4">
              <a:extLst>
                <a:ext uri="{FF2B5EF4-FFF2-40B4-BE49-F238E27FC236}">
                  <a16:creationId xmlns:a16="http://schemas.microsoft.com/office/drawing/2014/main" id="{7C50F451-6891-F54D-CBD7-33EB3D561A1C}"/>
                </a:ext>
              </a:extLst>
            </p:cNvPr>
            <p:cNvSpPr/>
            <p:nvPr/>
          </p:nvSpPr>
          <p:spPr>
            <a:xfrm>
              <a:off x="5753100" y="452754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79">
                  <a:moveTo>
                    <a:pt x="247650" y="0"/>
                  </a:moveTo>
                  <a:lnTo>
                    <a:pt x="0" y="0"/>
                  </a:lnTo>
                  <a:lnTo>
                    <a:pt x="0" y="182880"/>
                  </a:lnTo>
                  <a:lnTo>
                    <a:pt x="247650" y="182880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5">
              <a:extLst>
                <a:ext uri="{FF2B5EF4-FFF2-40B4-BE49-F238E27FC236}">
                  <a16:creationId xmlns:a16="http://schemas.microsoft.com/office/drawing/2014/main" id="{425B5D73-8C69-381E-D526-00608F418875}"/>
                </a:ext>
              </a:extLst>
            </p:cNvPr>
            <p:cNvSpPr/>
            <p:nvPr/>
          </p:nvSpPr>
          <p:spPr>
            <a:xfrm>
              <a:off x="5753100" y="452754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79">
                  <a:moveTo>
                    <a:pt x="247650" y="182880"/>
                  </a:moveTo>
                  <a:lnTo>
                    <a:pt x="0" y="182880"/>
                  </a:lnTo>
                  <a:lnTo>
                    <a:pt x="0" y="0"/>
                  </a:lnTo>
                  <a:lnTo>
                    <a:pt x="247650" y="0"/>
                  </a:lnTo>
                  <a:lnTo>
                    <a:pt x="247650" y="18288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66">
              <a:extLst>
                <a:ext uri="{FF2B5EF4-FFF2-40B4-BE49-F238E27FC236}">
                  <a16:creationId xmlns:a16="http://schemas.microsoft.com/office/drawing/2014/main" id="{9C9B82FE-DCBC-7E4E-B6B6-8F5ED4E50A29}"/>
                </a:ext>
              </a:extLst>
            </p:cNvPr>
            <p:cNvSpPr/>
            <p:nvPr/>
          </p:nvSpPr>
          <p:spPr>
            <a:xfrm>
              <a:off x="5753100" y="453008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0" y="180340"/>
                  </a:lnTo>
                  <a:lnTo>
                    <a:pt x="247650" y="180340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67">
              <a:extLst>
                <a:ext uri="{FF2B5EF4-FFF2-40B4-BE49-F238E27FC236}">
                  <a16:creationId xmlns:a16="http://schemas.microsoft.com/office/drawing/2014/main" id="{2910E85D-3569-6DD1-BE2F-D3AB469C97BA}"/>
                </a:ext>
              </a:extLst>
            </p:cNvPr>
            <p:cNvSpPr/>
            <p:nvPr/>
          </p:nvSpPr>
          <p:spPr>
            <a:xfrm>
              <a:off x="5753100" y="453008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247650" y="180340"/>
                  </a:lnTo>
                  <a:lnTo>
                    <a:pt x="0" y="18034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68">
              <a:extLst>
                <a:ext uri="{FF2B5EF4-FFF2-40B4-BE49-F238E27FC236}">
                  <a16:creationId xmlns:a16="http://schemas.microsoft.com/office/drawing/2014/main" id="{3E813A26-1987-F489-E5BD-762767EC4B65}"/>
                </a:ext>
              </a:extLst>
            </p:cNvPr>
            <p:cNvSpPr/>
            <p:nvPr/>
          </p:nvSpPr>
          <p:spPr>
            <a:xfrm>
              <a:off x="5820410" y="4753609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70">
                  <a:moveTo>
                    <a:pt x="0" y="3809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19" y="13969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69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69">
              <a:extLst>
                <a:ext uri="{FF2B5EF4-FFF2-40B4-BE49-F238E27FC236}">
                  <a16:creationId xmlns:a16="http://schemas.microsoft.com/office/drawing/2014/main" id="{29ADEB91-8C3C-2D17-36BD-B73A9B1BFF9C}"/>
                </a:ext>
              </a:extLst>
            </p:cNvPr>
            <p:cNvSpPr/>
            <p:nvPr/>
          </p:nvSpPr>
          <p:spPr>
            <a:xfrm>
              <a:off x="5859779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48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0480" y="13970"/>
                  </a:lnTo>
                  <a:lnTo>
                    <a:pt x="30480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0">
              <a:extLst>
                <a:ext uri="{FF2B5EF4-FFF2-40B4-BE49-F238E27FC236}">
                  <a16:creationId xmlns:a16="http://schemas.microsoft.com/office/drawing/2014/main" id="{B598055D-13F2-7D06-2D99-61B59E7DB398}"/>
                </a:ext>
              </a:extLst>
            </p:cNvPr>
            <p:cNvSpPr/>
            <p:nvPr/>
          </p:nvSpPr>
          <p:spPr>
            <a:xfrm>
              <a:off x="5859779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480" y="13970"/>
                  </a:moveTo>
                  <a:lnTo>
                    <a:pt x="0" y="13970"/>
                  </a:lnTo>
                  <a:lnTo>
                    <a:pt x="0" y="0"/>
                  </a:lnTo>
                  <a:lnTo>
                    <a:pt x="30480" y="0"/>
                  </a:lnTo>
                  <a:lnTo>
                    <a:pt x="30480" y="1397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1">
              <a:extLst>
                <a:ext uri="{FF2B5EF4-FFF2-40B4-BE49-F238E27FC236}">
                  <a16:creationId xmlns:a16="http://schemas.microsoft.com/office/drawing/2014/main" id="{06671C56-F474-A9CC-43F3-770F3692C807}"/>
                </a:ext>
              </a:extLst>
            </p:cNvPr>
            <p:cNvSpPr/>
            <p:nvPr/>
          </p:nvSpPr>
          <p:spPr>
            <a:xfrm>
              <a:off x="5859779" y="474598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0" y="13970"/>
                  </a:moveTo>
                  <a:lnTo>
                    <a:pt x="30480" y="13970"/>
                  </a:lnTo>
                  <a:lnTo>
                    <a:pt x="30480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2">
              <a:extLst>
                <a:ext uri="{FF2B5EF4-FFF2-40B4-BE49-F238E27FC236}">
                  <a16:creationId xmlns:a16="http://schemas.microsoft.com/office/drawing/2014/main" id="{EA11E5EA-D6F7-6DD9-F682-B26CCE2B0AAC}"/>
                </a:ext>
              </a:extLst>
            </p:cNvPr>
            <p:cNvSpPr/>
            <p:nvPr/>
          </p:nvSpPr>
          <p:spPr>
            <a:xfrm>
              <a:off x="5412740" y="4714239"/>
              <a:ext cx="195580" cy="44450"/>
            </a:xfrm>
            <a:custGeom>
              <a:avLst/>
              <a:gdLst/>
              <a:ahLst/>
              <a:cxnLst/>
              <a:rect l="l" t="t" r="r" b="b"/>
              <a:pathLst>
                <a:path w="195579" h="44450">
                  <a:moveTo>
                    <a:pt x="45720" y="22860"/>
                  </a:moveTo>
                  <a:lnTo>
                    <a:pt x="43929" y="13931"/>
                  </a:lnTo>
                  <a:lnTo>
                    <a:pt x="39052" y="6667"/>
                  </a:lnTo>
                  <a:lnTo>
                    <a:pt x="31788" y="1790"/>
                  </a:lnTo>
                  <a:lnTo>
                    <a:pt x="22860" y="0"/>
                  </a:lnTo>
                  <a:lnTo>
                    <a:pt x="13919" y="1790"/>
                  </a:lnTo>
                  <a:lnTo>
                    <a:pt x="6654" y="6667"/>
                  </a:lnTo>
                  <a:lnTo>
                    <a:pt x="1778" y="13931"/>
                  </a:lnTo>
                  <a:lnTo>
                    <a:pt x="0" y="22860"/>
                  </a:lnTo>
                  <a:lnTo>
                    <a:pt x="1778" y="31064"/>
                  </a:lnTo>
                  <a:lnTo>
                    <a:pt x="6667" y="37947"/>
                  </a:lnTo>
                  <a:lnTo>
                    <a:pt x="13919" y="42684"/>
                  </a:lnTo>
                  <a:lnTo>
                    <a:pt x="22860" y="44450"/>
                  </a:lnTo>
                  <a:lnTo>
                    <a:pt x="31788" y="42684"/>
                  </a:lnTo>
                  <a:lnTo>
                    <a:pt x="39052" y="37947"/>
                  </a:lnTo>
                  <a:lnTo>
                    <a:pt x="43929" y="31064"/>
                  </a:lnTo>
                  <a:lnTo>
                    <a:pt x="45720" y="22860"/>
                  </a:lnTo>
                  <a:close/>
                </a:path>
                <a:path w="195579" h="44450">
                  <a:moveTo>
                    <a:pt x="119380" y="22860"/>
                  </a:moveTo>
                  <a:lnTo>
                    <a:pt x="117602" y="13931"/>
                  </a:lnTo>
                  <a:lnTo>
                    <a:pt x="112864" y="6667"/>
                  </a:lnTo>
                  <a:lnTo>
                    <a:pt x="105981" y="1790"/>
                  </a:lnTo>
                  <a:lnTo>
                    <a:pt x="97790" y="0"/>
                  </a:lnTo>
                  <a:lnTo>
                    <a:pt x="88849" y="1790"/>
                  </a:lnTo>
                  <a:lnTo>
                    <a:pt x="81597" y="6667"/>
                  </a:lnTo>
                  <a:lnTo>
                    <a:pt x="76708" y="13931"/>
                  </a:lnTo>
                  <a:lnTo>
                    <a:pt x="74930" y="22860"/>
                  </a:lnTo>
                  <a:lnTo>
                    <a:pt x="76708" y="31064"/>
                  </a:lnTo>
                  <a:lnTo>
                    <a:pt x="81597" y="37947"/>
                  </a:lnTo>
                  <a:lnTo>
                    <a:pt x="88849" y="42684"/>
                  </a:lnTo>
                  <a:lnTo>
                    <a:pt x="97790" y="44450"/>
                  </a:lnTo>
                  <a:lnTo>
                    <a:pt x="105981" y="42684"/>
                  </a:lnTo>
                  <a:lnTo>
                    <a:pt x="112864" y="37947"/>
                  </a:lnTo>
                  <a:lnTo>
                    <a:pt x="117602" y="31064"/>
                  </a:lnTo>
                  <a:lnTo>
                    <a:pt x="119380" y="22860"/>
                  </a:lnTo>
                  <a:close/>
                </a:path>
                <a:path w="195579" h="44450">
                  <a:moveTo>
                    <a:pt x="195580" y="22860"/>
                  </a:moveTo>
                  <a:lnTo>
                    <a:pt x="193802" y="13931"/>
                  </a:lnTo>
                  <a:lnTo>
                    <a:pt x="189064" y="6667"/>
                  </a:lnTo>
                  <a:lnTo>
                    <a:pt x="182181" y="1790"/>
                  </a:lnTo>
                  <a:lnTo>
                    <a:pt x="173990" y="0"/>
                  </a:lnTo>
                  <a:lnTo>
                    <a:pt x="165049" y="1790"/>
                  </a:lnTo>
                  <a:lnTo>
                    <a:pt x="157797" y="6667"/>
                  </a:lnTo>
                  <a:lnTo>
                    <a:pt x="152908" y="13931"/>
                  </a:lnTo>
                  <a:lnTo>
                    <a:pt x="151130" y="22860"/>
                  </a:lnTo>
                  <a:lnTo>
                    <a:pt x="152908" y="31064"/>
                  </a:lnTo>
                  <a:lnTo>
                    <a:pt x="157797" y="37947"/>
                  </a:lnTo>
                  <a:lnTo>
                    <a:pt x="165049" y="42684"/>
                  </a:lnTo>
                  <a:lnTo>
                    <a:pt x="173990" y="44450"/>
                  </a:lnTo>
                  <a:lnTo>
                    <a:pt x="182181" y="42684"/>
                  </a:lnTo>
                  <a:lnTo>
                    <a:pt x="189064" y="37947"/>
                  </a:lnTo>
                  <a:lnTo>
                    <a:pt x="193802" y="31064"/>
                  </a:lnTo>
                  <a:lnTo>
                    <a:pt x="195580" y="2286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3">
              <a:extLst>
                <a:ext uri="{FF2B5EF4-FFF2-40B4-BE49-F238E27FC236}">
                  <a16:creationId xmlns:a16="http://schemas.microsoft.com/office/drawing/2014/main" id="{6259F743-4BF2-3C66-9C43-B2DA725141B1}"/>
                </a:ext>
              </a:extLst>
            </p:cNvPr>
            <p:cNvSpPr/>
            <p:nvPr/>
          </p:nvSpPr>
          <p:spPr>
            <a:xfrm>
              <a:off x="5205729" y="5119369"/>
              <a:ext cx="0" cy="424180"/>
            </a:xfrm>
            <a:custGeom>
              <a:avLst/>
              <a:gdLst/>
              <a:ahLst/>
              <a:cxnLst/>
              <a:rect l="l" t="t" r="r" b="b"/>
              <a:pathLst>
                <a:path h="424179">
                  <a:moveTo>
                    <a:pt x="0" y="424179"/>
                  </a:moveTo>
                  <a:lnTo>
                    <a:pt x="0" y="0"/>
                  </a:lnTo>
                </a:path>
              </a:pathLst>
            </a:custGeom>
            <a:ln w="12579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4">
              <a:extLst>
                <a:ext uri="{FF2B5EF4-FFF2-40B4-BE49-F238E27FC236}">
                  <a16:creationId xmlns:a16="http://schemas.microsoft.com/office/drawing/2014/main" id="{C88A8D59-A376-FBFA-7B74-C60B54C0A91D}"/>
                </a:ext>
              </a:extLst>
            </p:cNvPr>
            <p:cNvSpPr/>
            <p:nvPr/>
          </p:nvSpPr>
          <p:spPr>
            <a:xfrm>
              <a:off x="4235449" y="5119369"/>
              <a:ext cx="1940560" cy="0"/>
            </a:xfrm>
            <a:custGeom>
              <a:avLst/>
              <a:gdLst/>
              <a:ahLst/>
              <a:cxnLst/>
              <a:rect l="l" t="t" r="r" b="b"/>
              <a:pathLst>
                <a:path w="1940560">
                  <a:moveTo>
                    <a:pt x="0" y="0"/>
                  </a:moveTo>
                  <a:lnTo>
                    <a:pt x="1940560" y="0"/>
                  </a:lnTo>
                </a:path>
              </a:pathLst>
            </a:custGeom>
            <a:ln w="19048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5">
              <a:extLst>
                <a:ext uri="{FF2B5EF4-FFF2-40B4-BE49-F238E27FC236}">
                  <a16:creationId xmlns:a16="http://schemas.microsoft.com/office/drawing/2014/main" id="{C84D5EF6-0987-2663-7473-1EFAABB59D87}"/>
                </a:ext>
              </a:extLst>
            </p:cNvPr>
            <p:cNvSpPr/>
            <p:nvPr/>
          </p:nvSpPr>
          <p:spPr>
            <a:xfrm>
              <a:off x="4479289" y="5316219"/>
              <a:ext cx="1451610" cy="934719"/>
            </a:xfrm>
            <a:custGeom>
              <a:avLst/>
              <a:gdLst/>
              <a:ahLst/>
              <a:cxnLst/>
              <a:rect l="l" t="t" r="r" b="b"/>
              <a:pathLst>
                <a:path w="1451610" h="934720">
                  <a:moveTo>
                    <a:pt x="1318260" y="1269"/>
                  </a:moveTo>
                  <a:lnTo>
                    <a:pt x="138430" y="1269"/>
                  </a:lnTo>
                  <a:lnTo>
                    <a:pt x="138430" y="2539"/>
                  </a:lnTo>
                  <a:lnTo>
                    <a:pt x="1318260" y="2539"/>
                  </a:lnTo>
                  <a:lnTo>
                    <a:pt x="1318260" y="1269"/>
                  </a:lnTo>
                  <a:close/>
                </a:path>
                <a:path w="1451610" h="934720">
                  <a:moveTo>
                    <a:pt x="1311910" y="0"/>
                  </a:moveTo>
                  <a:lnTo>
                    <a:pt x="140970" y="0"/>
                  </a:lnTo>
                  <a:lnTo>
                    <a:pt x="140970" y="1269"/>
                  </a:lnTo>
                  <a:lnTo>
                    <a:pt x="1311910" y="1269"/>
                  </a:lnTo>
                  <a:lnTo>
                    <a:pt x="1311910" y="0"/>
                  </a:lnTo>
                  <a:close/>
                </a:path>
                <a:path w="1451610" h="934720">
                  <a:moveTo>
                    <a:pt x="1332230" y="5079"/>
                  </a:moveTo>
                  <a:lnTo>
                    <a:pt x="124460" y="5079"/>
                  </a:lnTo>
                  <a:lnTo>
                    <a:pt x="124460" y="6349"/>
                  </a:lnTo>
                  <a:lnTo>
                    <a:pt x="1332230" y="6349"/>
                  </a:lnTo>
                  <a:lnTo>
                    <a:pt x="1332230" y="5079"/>
                  </a:lnTo>
                  <a:close/>
                </a:path>
                <a:path w="1451610" h="934720">
                  <a:moveTo>
                    <a:pt x="1325880" y="3809"/>
                  </a:moveTo>
                  <a:lnTo>
                    <a:pt x="127000" y="3809"/>
                  </a:lnTo>
                  <a:lnTo>
                    <a:pt x="127000" y="5079"/>
                  </a:lnTo>
                  <a:lnTo>
                    <a:pt x="1325880" y="5079"/>
                  </a:lnTo>
                  <a:lnTo>
                    <a:pt x="1325880" y="3809"/>
                  </a:lnTo>
                  <a:close/>
                </a:path>
                <a:path w="1451610" h="934720">
                  <a:moveTo>
                    <a:pt x="1323339" y="2539"/>
                  </a:moveTo>
                  <a:lnTo>
                    <a:pt x="133350" y="2539"/>
                  </a:lnTo>
                  <a:lnTo>
                    <a:pt x="133350" y="3809"/>
                  </a:lnTo>
                  <a:lnTo>
                    <a:pt x="1323339" y="3809"/>
                  </a:lnTo>
                  <a:lnTo>
                    <a:pt x="1323339" y="2539"/>
                  </a:lnTo>
                  <a:close/>
                </a:path>
                <a:path w="1451610" h="934720">
                  <a:moveTo>
                    <a:pt x="1339850" y="7619"/>
                  </a:moveTo>
                  <a:lnTo>
                    <a:pt x="113030" y="7619"/>
                  </a:lnTo>
                  <a:lnTo>
                    <a:pt x="113030" y="8889"/>
                  </a:lnTo>
                  <a:lnTo>
                    <a:pt x="1339850" y="8889"/>
                  </a:lnTo>
                  <a:lnTo>
                    <a:pt x="1339850" y="7619"/>
                  </a:lnTo>
                  <a:close/>
                </a:path>
                <a:path w="1451610" h="934720">
                  <a:moveTo>
                    <a:pt x="1337310" y="6349"/>
                  </a:moveTo>
                  <a:lnTo>
                    <a:pt x="119380" y="6349"/>
                  </a:lnTo>
                  <a:lnTo>
                    <a:pt x="119380" y="7619"/>
                  </a:lnTo>
                  <a:lnTo>
                    <a:pt x="1337310" y="7619"/>
                  </a:lnTo>
                  <a:lnTo>
                    <a:pt x="1337310" y="6349"/>
                  </a:lnTo>
                  <a:close/>
                </a:path>
                <a:path w="1451610" h="934720">
                  <a:moveTo>
                    <a:pt x="1351279" y="11429"/>
                  </a:moveTo>
                  <a:lnTo>
                    <a:pt x="104139" y="11429"/>
                  </a:lnTo>
                  <a:lnTo>
                    <a:pt x="104139" y="12699"/>
                  </a:lnTo>
                  <a:lnTo>
                    <a:pt x="1351279" y="12699"/>
                  </a:lnTo>
                  <a:lnTo>
                    <a:pt x="1351279" y="11429"/>
                  </a:lnTo>
                  <a:close/>
                </a:path>
                <a:path w="1451610" h="934720">
                  <a:moveTo>
                    <a:pt x="1347470" y="10159"/>
                  </a:moveTo>
                  <a:lnTo>
                    <a:pt x="106680" y="10159"/>
                  </a:lnTo>
                  <a:lnTo>
                    <a:pt x="106680" y="11429"/>
                  </a:lnTo>
                  <a:lnTo>
                    <a:pt x="1347470" y="11429"/>
                  </a:lnTo>
                  <a:lnTo>
                    <a:pt x="1347470" y="10159"/>
                  </a:lnTo>
                  <a:close/>
                </a:path>
                <a:path w="1451610" h="934720">
                  <a:moveTo>
                    <a:pt x="1344929" y="8889"/>
                  </a:moveTo>
                  <a:lnTo>
                    <a:pt x="110489" y="8889"/>
                  </a:lnTo>
                  <a:lnTo>
                    <a:pt x="110489" y="10159"/>
                  </a:lnTo>
                  <a:lnTo>
                    <a:pt x="1344929" y="10159"/>
                  </a:lnTo>
                  <a:lnTo>
                    <a:pt x="1344929" y="8889"/>
                  </a:lnTo>
                  <a:close/>
                </a:path>
                <a:path w="1451610" h="934720">
                  <a:moveTo>
                    <a:pt x="1356360" y="13969"/>
                  </a:moveTo>
                  <a:lnTo>
                    <a:pt x="97789" y="13969"/>
                  </a:lnTo>
                  <a:lnTo>
                    <a:pt x="97789" y="15239"/>
                  </a:lnTo>
                  <a:lnTo>
                    <a:pt x="1356360" y="15239"/>
                  </a:lnTo>
                  <a:lnTo>
                    <a:pt x="1356360" y="13969"/>
                  </a:lnTo>
                  <a:close/>
                </a:path>
                <a:path w="1451610" h="934720">
                  <a:moveTo>
                    <a:pt x="1353820" y="12699"/>
                  </a:moveTo>
                  <a:lnTo>
                    <a:pt x="99060" y="12699"/>
                  </a:lnTo>
                  <a:lnTo>
                    <a:pt x="99060" y="13969"/>
                  </a:lnTo>
                  <a:lnTo>
                    <a:pt x="1353820" y="13969"/>
                  </a:lnTo>
                  <a:lnTo>
                    <a:pt x="1353820" y="12699"/>
                  </a:lnTo>
                  <a:close/>
                </a:path>
                <a:path w="1451610" h="934720">
                  <a:moveTo>
                    <a:pt x="1363980" y="17779"/>
                  </a:moveTo>
                  <a:lnTo>
                    <a:pt x="90170" y="17779"/>
                  </a:lnTo>
                  <a:lnTo>
                    <a:pt x="90170" y="19049"/>
                  </a:lnTo>
                  <a:lnTo>
                    <a:pt x="1363980" y="19049"/>
                  </a:lnTo>
                  <a:lnTo>
                    <a:pt x="1363980" y="17779"/>
                  </a:lnTo>
                  <a:close/>
                </a:path>
                <a:path w="1451610" h="934720">
                  <a:moveTo>
                    <a:pt x="1361439" y="16509"/>
                  </a:moveTo>
                  <a:lnTo>
                    <a:pt x="92710" y="16509"/>
                  </a:lnTo>
                  <a:lnTo>
                    <a:pt x="92710" y="17779"/>
                  </a:lnTo>
                  <a:lnTo>
                    <a:pt x="1361439" y="17779"/>
                  </a:lnTo>
                  <a:lnTo>
                    <a:pt x="1361439" y="16509"/>
                  </a:lnTo>
                  <a:close/>
                </a:path>
                <a:path w="1451610" h="934720">
                  <a:moveTo>
                    <a:pt x="1358900" y="15239"/>
                  </a:moveTo>
                  <a:lnTo>
                    <a:pt x="95250" y="15239"/>
                  </a:lnTo>
                  <a:lnTo>
                    <a:pt x="95250" y="16509"/>
                  </a:lnTo>
                  <a:lnTo>
                    <a:pt x="1358900" y="16509"/>
                  </a:lnTo>
                  <a:lnTo>
                    <a:pt x="1358900" y="15239"/>
                  </a:lnTo>
                  <a:close/>
                </a:path>
                <a:path w="1451610" h="934720">
                  <a:moveTo>
                    <a:pt x="1367789" y="20319"/>
                  </a:moveTo>
                  <a:lnTo>
                    <a:pt x="85089" y="20319"/>
                  </a:lnTo>
                  <a:lnTo>
                    <a:pt x="85089" y="21589"/>
                  </a:lnTo>
                  <a:lnTo>
                    <a:pt x="1367789" y="21589"/>
                  </a:lnTo>
                  <a:lnTo>
                    <a:pt x="1367789" y="20319"/>
                  </a:lnTo>
                  <a:close/>
                </a:path>
                <a:path w="1451610" h="934720">
                  <a:moveTo>
                    <a:pt x="1366520" y="19049"/>
                  </a:moveTo>
                  <a:lnTo>
                    <a:pt x="87630" y="19049"/>
                  </a:lnTo>
                  <a:lnTo>
                    <a:pt x="87630" y="20319"/>
                  </a:lnTo>
                  <a:lnTo>
                    <a:pt x="1366520" y="20319"/>
                  </a:lnTo>
                  <a:lnTo>
                    <a:pt x="1366520" y="19049"/>
                  </a:lnTo>
                  <a:close/>
                </a:path>
                <a:path w="1451610" h="934720">
                  <a:moveTo>
                    <a:pt x="1374139" y="24129"/>
                  </a:moveTo>
                  <a:lnTo>
                    <a:pt x="80010" y="24129"/>
                  </a:lnTo>
                  <a:lnTo>
                    <a:pt x="80010" y="25399"/>
                  </a:lnTo>
                  <a:lnTo>
                    <a:pt x="1374139" y="25399"/>
                  </a:lnTo>
                  <a:lnTo>
                    <a:pt x="1374139" y="24129"/>
                  </a:lnTo>
                  <a:close/>
                </a:path>
                <a:path w="1451610" h="934720">
                  <a:moveTo>
                    <a:pt x="1371600" y="22859"/>
                  </a:moveTo>
                  <a:lnTo>
                    <a:pt x="81280" y="22859"/>
                  </a:lnTo>
                  <a:lnTo>
                    <a:pt x="81280" y="24129"/>
                  </a:lnTo>
                  <a:lnTo>
                    <a:pt x="1371600" y="24129"/>
                  </a:lnTo>
                  <a:lnTo>
                    <a:pt x="1371600" y="22859"/>
                  </a:lnTo>
                  <a:close/>
                </a:path>
                <a:path w="1451610" h="934720">
                  <a:moveTo>
                    <a:pt x="1370330" y="21589"/>
                  </a:moveTo>
                  <a:lnTo>
                    <a:pt x="83820" y="21589"/>
                  </a:lnTo>
                  <a:lnTo>
                    <a:pt x="83820" y="22859"/>
                  </a:lnTo>
                  <a:lnTo>
                    <a:pt x="1370330" y="22859"/>
                  </a:lnTo>
                  <a:lnTo>
                    <a:pt x="1370330" y="21589"/>
                  </a:lnTo>
                  <a:close/>
                </a:path>
                <a:path w="1451610" h="934720">
                  <a:moveTo>
                    <a:pt x="1376680" y="26669"/>
                  </a:moveTo>
                  <a:lnTo>
                    <a:pt x="76200" y="26669"/>
                  </a:lnTo>
                  <a:lnTo>
                    <a:pt x="76200" y="27939"/>
                  </a:lnTo>
                  <a:lnTo>
                    <a:pt x="1376680" y="27939"/>
                  </a:lnTo>
                  <a:lnTo>
                    <a:pt x="1376680" y="26669"/>
                  </a:lnTo>
                  <a:close/>
                </a:path>
                <a:path w="1451610" h="934720">
                  <a:moveTo>
                    <a:pt x="1375410" y="25399"/>
                  </a:moveTo>
                  <a:lnTo>
                    <a:pt x="78739" y="25399"/>
                  </a:lnTo>
                  <a:lnTo>
                    <a:pt x="78739" y="26669"/>
                  </a:lnTo>
                  <a:lnTo>
                    <a:pt x="1375410" y="26669"/>
                  </a:lnTo>
                  <a:lnTo>
                    <a:pt x="1375410" y="25399"/>
                  </a:lnTo>
                  <a:close/>
                </a:path>
                <a:path w="1451610" h="934720">
                  <a:moveTo>
                    <a:pt x="1379220" y="27939"/>
                  </a:moveTo>
                  <a:lnTo>
                    <a:pt x="74930" y="27939"/>
                  </a:lnTo>
                  <a:lnTo>
                    <a:pt x="74930" y="29209"/>
                  </a:lnTo>
                  <a:lnTo>
                    <a:pt x="1379220" y="29209"/>
                  </a:lnTo>
                  <a:lnTo>
                    <a:pt x="1379220" y="27939"/>
                  </a:lnTo>
                  <a:close/>
                </a:path>
                <a:path w="1451610" h="934720">
                  <a:moveTo>
                    <a:pt x="29210" y="73659"/>
                  </a:moveTo>
                  <a:lnTo>
                    <a:pt x="27939" y="73659"/>
                  </a:lnTo>
                  <a:lnTo>
                    <a:pt x="27939" y="76199"/>
                  </a:lnTo>
                  <a:lnTo>
                    <a:pt x="29210" y="76199"/>
                  </a:lnTo>
                  <a:lnTo>
                    <a:pt x="29210" y="73659"/>
                  </a:lnTo>
                  <a:close/>
                </a:path>
                <a:path w="1451610" h="934720">
                  <a:moveTo>
                    <a:pt x="1423670" y="72389"/>
                  </a:moveTo>
                  <a:lnTo>
                    <a:pt x="1422400" y="72389"/>
                  </a:lnTo>
                  <a:lnTo>
                    <a:pt x="1422400" y="76199"/>
                  </a:lnTo>
                  <a:lnTo>
                    <a:pt x="1424939" y="76199"/>
                  </a:lnTo>
                  <a:lnTo>
                    <a:pt x="1424939" y="73659"/>
                  </a:lnTo>
                  <a:lnTo>
                    <a:pt x="1423670" y="73659"/>
                  </a:lnTo>
                  <a:lnTo>
                    <a:pt x="1423670" y="72389"/>
                  </a:lnTo>
                  <a:close/>
                </a:path>
                <a:path w="1451610" h="934720">
                  <a:moveTo>
                    <a:pt x="29210" y="76199"/>
                  </a:moveTo>
                  <a:lnTo>
                    <a:pt x="26670" y="76199"/>
                  </a:lnTo>
                  <a:lnTo>
                    <a:pt x="26670" y="77469"/>
                  </a:lnTo>
                  <a:lnTo>
                    <a:pt x="25400" y="77469"/>
                  </a:lnTo>
                  <a:lnTo>
                    <a:pt x="25400" y="78739"/>
                  </a:lnTo>
                  <a:lnTo>
                    <a:pt x="29210" y="78739"/>
                  </a:lnTo>
                  <a:lnTo>
                    <a:pt x="29210" y="76199"/>
                  </a:lnTo>
                  <a:close/>
                </a:path>
                <a:path w="1451610" h="934720">
                  <a:moveTo>
                    <a:pt x="1426210" y="76199"/>
                  </a:moveTo>
                  <a:lnTo>
                    <a:pt x="1422400" y="76199"/>
                  </a:lnTo>
                  <a:lnTo>
                    <a:pt x="1422400" y="78739"/>
                  </a:lnTo>
                  <a:lnTo>
                    <a:pt x="1427480" y="78739"/>
                  </a:lnTo>
                  <a:lnTo>
                    <a:pt x="1427480" y="77469"/>
                  </a:lnTo>
                  <a:lnTo>
                    <a:pt x="1426210" y="77469"/>
                  </a:lnTo>
                  <a:lnTo>
                    <a:pt x="1426210" y="76199"/>
                  </a:lnTo>
                  <a:close/>
                </a:path>
                <a:path w="1451610" h="934720">
                  <a:moveTo>
                    <a:pt x="29210" y="78739"/>
                  </a:moveTo>
                  <a:lnTo>
                    <a:pt x="24130" y="78739"/>
                  </a:lnTo>
                  <a:lnTo>
                    <a:pt x="24130" y="81279"/>
                  </a:lnTo>
                  <a:lnTo>
                    <a:pt x="22860" y="81279"/>
                  </a:lnTo>
                  <a:lnTo>
                    <a:pt x="22860" y="82549"/>
                  </a:lnTo>
                  <a:lnTo>
                    <a:pt x="21589" y="82549"/>
                  </a:lnTo>
                  <a:lnTo>
                    <a:pt x="21589" y="85089"/>
                  </a:lnTo>
                  <a:lnTo>
                    <a:pt x="29210" y="85089"/>
                  </a:lnTo>
                  <a:lnTo>
                    <a:pt x="29210" y="78739"/>
                  </a:lnTo>
                  <a:close/>
                </a:path>
                <a:path w="1451610" h="934720">
                  <a:moveTo>
                    <a:pt x="1427480" y="78739"/>
                  </a:moveTo>
                  <a:lnTo>
                    <a:pt x="1422400" y="78739"/>
                  </a:lnTo>
                  <a:lnTo>
                    <a:pt x="1422400" y="85089"/>
                  </a:lnTo>
                  <a:lnTo>
                    <a:pt x="1431289" y="85089"/>
                  </a:lnTo>
                  <a:lnTo>
                    <a:pt x="1431289" y="82549"/>
                  </a:lnTo>
                  <a:lnTo>
                    <a:pt x="1430020" y="82549"/>
                  </a:lnTo>
                  <a:lnTo>
                    <a:pt x="1430020" y="81279"/>
                  </a:lnTo>
                  <a:lnTo>
                    <a:pt x="1428750" y="81279"/>
                  </a:lnTo>
                  <a:lnTo>
                    <a:pt x="1428750" y="80009"/>
                  </a:lnTo>
                  <a:lnTo>
                    <a:pt x="1427480" y="80009"/>
                  </a:lnTo>
                  <a:lnTo>
                    <a:pt x="1427480" y="78739"/>
                  </a:lnTo>
                  <a:close/>
                </a:path>
                <a:path w="1451610" h="934720">
                  <a:moveTo>
                    <a:pt x="29210" y="85089"/>
                  </a:moveTo>
                  <a:lnTo>
                    <a:pt x="20320" y="85089"/>
                  </a:lnTo>
                  <a:lnTo>
                    <a:pt x="20320" y="86359"/>
                  </a:lnTo>
                  <a:lnTo>
                    <a:pt x="19050" y="86359"/>
                  </a:lnTo>
                  <a:lnTo>
                    <a:pt x="19050" y="88899"/>
                  </a:lnTo>
                  <a:lnTo>
                    <a:pt x="17780" y="88899"/>
                  </a:lnTo>
                  <a:lnTo>
                    <a:pt x="17780" y="91439"/>
                  </a:lnTo>
                  <a:lnTo>
                    <a:pt x="29210" y="91439"/>
                  </a:lnTo>
                  <a:lnTo>
                    <a:pt x="29210" y="85089"/>
                  </a:lnTo>
                  <a:close/>
                </a:path>
                <a:path w="1451610" h="934720">
                  <a:moveTo>
                    <a:pt x="1432560" y="85089"/>
                  </a:moveTo>
                  <a:lnTo>
                    <a:pt x="1422400" y="85089"/>
                  </a:lnTo>
                  <a:lnTo>
                    <a:pt x="1422400" y="91439"/>
                  </a:lnTo>
                  <a:lnTo>
                    <a:pt x="1435100" y="91439"/>
                  </a:lnTo>
                  <a:lnTo>
                    <a:pt x="1435100" y="88899"/>
                  </a:lnTo>
                  <a:lnTo>
                    <a:pt x="1433830" y="88899"/>
                  </a:lnTo>
                  <a:lnTo>
                    <a:pt x="1433830" y="86359"/>
                  </a:lnTo>
                  <a:lnTo>
                    <a:pt x="1432560" y="86359"/>
                  </a:lnTo>
                  <a:lnTo>
                    <a:pt x="1432560" y="85089"/>
                  </a:lnTo>
                  <a:close/>
                </a:path>
                <a:path w="1451610" h="934720">
                  <a:moveTo>
                    <a:pt x="29210" y="91439"/>
                  </a:moveTo>
                  <a:lnTo>
                    <a:pt x="16510" y="91439"/>
                  </a:lnTo>
                  <a:lnTo>
                    <a:pt x="16510" y="93979"/>
                  </a:lnTo>
                  <a:lnTo>
                    <a:pt x="15239" y="93979"/>
                  </a:lnTo>
                  <a:lnTo>
                    <a:pt x="15239" y="96519"/>
                  </a:lnTo>
                  <a:lnTo>
                    <a:pt x="13970" y="96519"/>
                  </a:lnTo>
                  <a:lnTo>
                    <a:pt x="13970" y="100329"/>
                  </a:lnTo>
                  <a:lnTo>
                    <a:pt x="12700" y="100329"/>
                  </a:lnTo>
                  <a:lnTo>
                    <a:pt x="12700" y="102869"/>
                  </a:lnTo>
                  <a:lnTo>
                    <a:pt x="11430" y="102869"/>
                  </a:lnTo>
                  <a:lnTo>
                    <a:pt x="11430" y="104139"/>
                  </a:lnTo>
                  <a:lnTo>
                    <a:pt x="29210" y="104139"/>
                  </a:lnTo>
                  <a:lnTo>
                    <a:pt x="29210" y="91439"/>
                  </a:lnTo>
                  <a:close/>
                </a:path>
                <a:path w="1451610" h="934720">
                  <a:moveTo>
                    <a:pt x="1436370" y="91439"/>
                  </a:moveTo>
                  <a:lnTo>
                    <a:pt x="1422400" y="91439"/>
                  </a:lnTo>
                  <a:lnTo>
                    <a:pt x="1422400" y="104139"/>
                  </a:lnTo>
                  <a:lnTo>
                    <a:pt x="1441450" y="104139"/>
                  </a:lnTo>
                  <a:lnTo>
                    <a:pt x="1441450" y="100329"/>
                  </a:lnTo>
                  <a:lnTo>
                    <a:pt x="1440180" y="100329"/>
                  </a:lnTo>
                  <a:lnTo>
                    <a:pt x="1440180" y="97789"/>
                  </a:lnTo>
                  <a:lnTo>
                    <a:pt x="1438910" y="97789"/>
                  </a:lnTo>
                  <a:lnTo>
                    <a:pt x="1438910" y="95250"/>
                  </a:lnTo>
                  <a:lnTo>
                    <a:pt x="1437639" y="95250"/>
                  </a:lnTo>
                  <a:lnTo>
                    <a:pt x="1437639" y="92709"/>
                  </a:lnTo>
                  <a:lnTo>
                    <a:pt x="1436370" y="92709"/>
                  </a:lnTo>
                  <a:lnTo>
                    <a:pt x="1436370" y="91439"/>
                  </a:lnTo>
                  <a:close/>
                </a:path>
                <a:path w="1451610" h="934720">
                  <a:moveTo>
                    <a:pt x="29210" y="104139"/>
                  </a:moveTo>
                  <a:lnTo>
                    <a:pt x="11430" y="104139"/>
                  </a:lnTo>
                  <a:lnTo>
                    <a:pt x="11430" y="105409"/>
                  </a:lnTo>
                  <a:lnTo>
                    <a:pt x="10160" y="105409"/>
                  </a:lnTo>
                  <a:lnTo>
                    <a:pt x="10160" y="107949"/>
                  </a:lnTo>
                  <a:lnTo>
                    <a:pt x="8889" y="107949"/>
                  </a:lnTo>
                  <a:lnTo>
                    <a:pt x="8889" y="110489"/>
                  </a:lnTo>
                  <a:lnTo>
                    <a:pt x="7620" y="110489"/>
                  </a:lnTo>
                  <a:lnTo>
                    <a:pt x="7620" y="114299"/>
                  </a:lnTo>
                  <a:lnTo>
                    <a:pt x="6350" y="114299"/>
                  </a:lnTo>
                  <a:lnTo>
                    <a:pt x="6350" y="119379"/>
                  </a:lnTo>
                  <a:lnTo>
                    <a:pt x="5080" y="119379"/>
                  </a:lnTo>
                  <a:lnTo>
                    <a:pt x="5080" y="124459"/>
                  </a:lnTo>
                  <a:lnTo>
                    <a:pt x="3810" y="124459"/>
                  </a:lnTo>
                  <a:lnTo>
                    <a:pt x="3810" y="129539"/>
                  </a:lnTo>
                  <a:lnTo>
                    <a:pt x="2539" y="129539"/>
                  </a:lnTo>
                  <a:lnTo>
                    <a:pt x="2539" y="137159"/>
                  </a:lnTo>
                  <a:lnTo>
                    <a:pt x="1270" y="137159"/>
                  </a:lnTo>
                  <a:lnTo>
                    <a:pt x="1270" y="148589"/>
                  </a:lnTo>
                  <a:lnTo>
                    <a:pt x="0" y="148589"/>
                  </a:lnTo>
                  <a:lnTo>
                    <a:pt x="0" y="784859"/>
                  </a:lnTo>
                  <a:lnTo>
                    <a:pt x="1270" y="784859"/>
                  </a:lnTo>
                  <a:lnTo>
                    <a:pt x="1270" y="796289"/>
                  </a:lnTo>
                  <a:lnTo>
                    <a:pt x="2539" y="796289"/>
                  </a:lnTo>
                  <a:lnTo>
                    <a:pt x="2539" y="803909"/>
                  </a:lnTo>
                  <a:lnTo>
                    <a:pt x="3810" y="803909"/>
                  </a:lnTo>
                  <a:lnTo>
                    <a:pt x="3810" y="808989"/>
                  </a:lnTo>
                  <a:lnTo>
                    <a:pt x="5080" y="808989"/>
                  </a:lnTo>
                  <a:lnTo>
                    <a:pt x="5080" y="810259"/>
                  </a:lnTo>
                  <a:lnTo>
                    <a:pt x="29210" y="810259"/>
                  </a:lnTo>
                  <a:lnTo>
                    <a:pt x="29210" y="104139"/>
                  </a:lnTo>
                  <a:close/>
                </a:path>
                <a:path w="1451610" h="934720">
                  <a:moveTo>
                    <a:pt x="1442720" y="104139"/>
                  </a:moveTo>
                  <a:lnTo>
                    <a:pt x="1422400" y="104139"/>
                  </a:lnTo>
                  <a:lnTo>
                    <a:pt x="1422400" y="810259"/>
                  </a:lnTo>
                  <a:lnTo>
                    <a:pt x="1449070" y="810259"/>
                  </a:lnTo>
                  <a:lnTo>
                    <a:pt x="1449070" y="805179"/>
                  </a:lnTo>
                  <a:lnTo>
                    <a:pt x="1450339" y="805179"/>
                  </a:lnTo>
                  <a:lnTo>
                    <a:pt x="1450339" y="800099"/>
                  </a:lnTo>
                  <a:lnTo>
                    <a:pt x="1451610" y="800099"/>
                  </a:lnTo>
                  <a:lnTo>
                    <a:pt x="1451610" y="134619"/>
                  </a:lnTo>
                  <a:lnTo>
                    <a:pt x="1450339" y="134619"/>
                  </a:lnTo>
                  <a:lnTo>
                    <a:pt x="1450339" y="129539"/>
                  </a:lnTo>
                  <a:lnTo>
                    <a:pt x="1449070" y="129539"/>
                  </a:lnTo>
                  <a:lnTo>
                    <a:pt x="1449070" y="124459"/>
                  </a:lnTo>
                  <a:lnTo>
                    <a:pt x="1447800" y="124459"/>
                  </a:lnTo>
                  <a:lnTo>
                    <a:pt x="1447800" y="119379"/>
                  </a:lnTo>
                  <a:lnTo>
                    <a:pt x="1446530" y="119379"/>
                  </a:lnTo>
                  <a:lnTo>
                    <a:pt x="1446530" y="114299"/>
                  </a:lnTo>
                  <a:lnTo>
                    <a:pt x="1445260" y="114299"/>
                  </a:lnTo>
                  <a:lnTo>
                    <a:pt x="1445260" y="110489"/>
                  </a:lnTo>
                  <a:lnTo>
                    <a:pt x="1443989" y="110489"/>
                  </a:lnTo>
                  <a:lnTo>
                    <a:pt x="1443989" y="106679"/>
                  </a:lnTo>
                  <a:lnTo>
                    <a:pt x="1442720" y="106679"/>
                  </a:lnTo>
                  <a:lnTo>
                    <a:pt x="1442720" y="104139"/>
                  </a:lnTo>
                  <a:close/>
                </a:path>
                <a:path w="1451610" h="934720">
                  <a:moveTo>
                    <a:pt x="29210" y="810259"/>
                  </a:moveTo>
                  <a:lnTo>
                    <a:pt x="5080" y="810259"/>
                  </a:lnTo>
                  <a:lnTo>
                    <a:pt x="5080" y="814069"/>
                  </a:lnTo>
                  <a:lnTo>
                    <a:pt x="6350" y="814069"/>
                  </a:lnTo>
                  <a:lnTo>
                    <a:pt x="6350" y="815339"/>
                  </a:lnTo>
                  <a:lnTo>
                    <a:pt x="29210" y="815339"/>
                  </a:lnTo>
                  <a:lnTo>
                    <a:pt x="29210" y="810259"/>
                  </a:lnTo>
                  <a:close/>
                </a:path>
                <a:path w="1451610" h="934720">
                  <a:moveTo>
                    <a:pt x="1447800" y="810259"/>
                  </a:moveTo>
                  <a:lnTo>
                    <a:pt x="1422400" y="810259"/>
                  </a:lnTo>
                  <a:lnTo>
                    <a:pt x="1422400" y="815339"/>
                  </a:lnTo>
                  <a:lnTo>
                    <a:pt x="1447800" y="815339"/>
                  </a:lnTo>
                  <a:lnTo>
                    <a:pt x="1447800" y="810259"/>
                  </a:lnTo>
                  <a:close/>
                </a:path>
                <a:path w="1451610" h="934720">
                  <a:moveTo>
                    <a:pt x="1311910" y="933449"/>
                  </a:moveTo>
                  <a:lnTo>
                    <a:pt x="140970" y="933449"/>
                  </a:lnTo>
                  <a:lnTo>
                    <a:pt x="140970" y="934719"/>
                  </a:lnTo>
                  <a:lnTo>
                    <a:pt x="1311910" y="934719"/>
                  </a:lnTo>
                  <a:lnTo>
                    <a:pt x="1311910" y="933449"/>
                  </a:lnTo>
                  <a:close/>
                </a:path>
                <a:path w="1451610" h="934720">
                  <a:moveTo>
                    <a:pt x="1314450" y="932179"/>
                  </a:moveTo>
                  <a:lnTo>
                    <a:pt x="134620" y="932179"/>
                  </a:lnTo>
                  <a:lnTo>
                    <a:pt x="134620" y="933449"/>
                  </a:lnTo>
                  <a:lnTo>
                    <a:pt x="1314450" y="933449"/>
                  </a:lnTo>
                  <a:lnTo>
                    <a:pt x="1314450" y="932179"/>
                  </a:lnTo>
                  <a:close/>
                </a:path>
                <a:path w="1451610" h="934720">
                  <a:moveTo>
                    <a:pt x="1319529" y="931036"/>
                  </a:moveTo>
                  <a:lnTo>
                    <a:pt x="129539" y="931036"/>
                  </a:lnTo>
                  <a:lnTo>
                    <a:pt x="129539" y="932179"/>
                  </a:lnTo>
                  <a:lnTo>
                    <a:pt x="1319529" y="932179"/>
                  </a:lnTo>
                  <a:lnTo>
                    <a:pt x="1319529" y="931036"/>
                  </a:lnTo>
                  <a:close/>
                </a:path>
                <a:path w="1451610" h="934720">
                  <a:moveTo>
                    <a:pt x="1325880" y="929766"/>
                  </a:moveTo>
                  <a:lnTo>
                    <a:pt x="127000" y="929766"/>
                  </a:lnTo>
                  <a:lnTo>
                    <a:pt x="127000" y="931036"/>
                  </a:lnTo>
                  <a:lnTo>
                    <a:pt x="1325880" y="931036"/>
                  </a:lnTo>
                  <a:lnTo>
                    <a:pt x="1325880" y="929766"/>
                  </a:lnTo>
                  <a:close/>
                </a:path>
                <a:path w="1451610" h="934720">
                  <a:moveTo>
                    <a:pt x="1328419" y="928369"/>
                  </a:moveTo>
                  <a:lnTo>
                    <a:pt x="120650" y="928369"/>
                  </a:lnTo>
                  <a:lnTo>
                    <a:pt x="120650" y="929766"/>
                  </a:lnTo>
                  <a:lnTo>
                    <a:pt x="1328419" y="929766"/>
                  </a:lnTo>
                  <a:lnTo>
                    <a:pt x="1328419" y="928369"/>
                  </a:lnTo>
                  <a:close/>
                </a:path>
                <a:path w="1451610" h="934720">
                  <a:moveTo>
                    <a:pt x="1333500" y="927099"/>
                  </a:moveTo>
                  <a:lnTo>
                    <a:pt x="115570" y="927099"/>
                  </a:lnTo>
                  <a:lnTo>
                    <a:pt x="115570" y="928369"/>
                  </a:lnTo>
                  <a:lnTo>
                    <a:pt x="1333500" y="928369"/>
                  </a:lnTo>
                  <a:lnTo>
                    <a:pt x="1333500" y="927099"/>
                  </a:lnTo>
                  <a:close/>
                </a:path>
                <a:path w="1451610" h="934720">
                  <a:moveTo>
                    <a:pt x="1339850" y="925829"/>
                  </a:moveTo>
                  <a:lnTo>
                    <a:pt x="113030" y="925829"/>
                  </a:lnTo>
                  <a:lnTo>
                    <a:pt x="113030" y="927099"/>
                  </a:lnTo>
                  <a:lnTo>
                    <a:pt x="1339850" y="927099"/>
                  </a:lnTo>
                  <a:lnTo>
                    <a:pt x="1339850" y="925829"/>
                  </a:lnTo>
                  <a:close/>
                </a:path>
                <a:path w="1451610" h="934720">
                  <a:moveTo>
                    <a:pt x="1342389" y="924686"/>
                  </a:moveTo>
                  <a:lnTo>
                    <a:pt x="107950" y="924686"/>
                  </a:lnTo>
                  <a:lnTo>
                    <a:pt x="107950" y="925829"/>
                  </a:lnTo>
                  <a:lnTo>
                    <a:pt x="1342389" y="925829"/>
                  </a:lnTo>
                  <a:lnTo>
                    <a:pt x="1342389" y="924686"/>
                  </a:lnTo>
                  <a:close/>
                </a:path>
                <a:path w="1451610" h="934720">
                  <a:moveTo>
                    <a:pt x="1346200" y="923416"/>
                  </a:moveTo>
                  <a:lnTo>
                    <a:pt x="105410" y="923416"/>
                  </a:lnTo>
                  <a:lnTo>
                    <a:pt x="105410" y="924686"/>
                  </a:lnTo>
                  <a:lnTo>
                    <a:pt x="1346200" y="924686"/>
                  </a:lnTo>
                  <a:lnTo>
                    <a:pt x="1346200" y="923416"/>
                  </a:lnTo>
                  <a:close/>
                </a:path>
                <a:path w="1451610" h="934720">
                  <a:moveTo>
                    <a:pt x="1348739" y="922019"/>
                  </a:moveTo>
                  <a:lnTo>
                    <a:pt x="101600" y="922019"/>
                  </a:lnTo>
                  <a:lnTo>
                    <a:pt x="101600" y="923416"/>
                  </a:lnTo>
                  <a:lnTo>
                    <a:pt x="1348739" y="923416"/>
                  </a:lnTo>
                  <a:lnTo>
                    <a:pt x="1348739" y="922019"/>
                  </a:lnTo>
                  <a:close/>
                </a:path>
                <a:path w="1451610" h="934720">
                  <a:moveTo>
                    <a:pt x="1353820" y="920749"/>
                  </a:moveTo>
                  <a:lnTo>
                    <a:pt x="99060" y="920749"/>
                  </a:lnTo>
                  <a:lnTo>
                    <a:pt x="99060" y="922019"/>
                  </a:lnTo>
                  <a:lnTo>
                    <a:pt x="1353820" y="922019"/>
                  </a:lnTo>
                  <a:lnTo>
                    <a:pt x="1353820" y="920749"/>
                  </a:lnTo>
                  <a:close/>
                </a:path>
                <a:path w="1451610" h="934720">
                  <a:moveTo>
                    <a:pt x="1355089" y="919479"/>
                  </a:moveTo>
                  <a:lnTo>
                    <a:pt x="96520" y="919479"/>
                  </a:lnTo>
                  <a:lnTo>
                    <a:pt x="96520" y="920749"/>
                  </a:lnTo>
                  <a:lnTo>
                    <a:pt x="1355089" y="920749"/>
                  </a:lnTo>
                  <a:lnTo>
                    <a:pt x="1355089" y="919479"/>
                  </a:lnTo>
                  <a:close/>
                </a:path>
                <a:path w="1451610" h="934720">
                  <a:moveTo>
                    <a:pt x="1357630" y="918336"/>
                  </a:moveTo>
                  <a:lnTo>
                    <a:pt x="93980" y="918336"/>
                  </a:lnTo>
                  <a:lnTo>
                    <a:pt x="93980" y="919479"/>
                  </a:lnTo>
                  <a:lnTo>
                    <a:pt x="1357630" y="919479"/>
                  </a:lnTo>
                  <a:lnTo>
                    <a:pt x="1357630" y="918336"/>
                  </a:lnTo>
                  <a:close/>
                </a:path>
                <a:path w="1451610" h="934720">
                  <a:moveTo>
                    <a:pt x="1360169" y="917066"/>
                  </a:moveTo>
                  <a:lnTo>
                    <a:pt x="91439" y="917066"/>
                  </a:lnTo>
                  <a:lnTo>
                    <a:pt x="91439" y="918336"/>
                  </a:lnTo>
                  <a:lnTo>
                    <a:pt x="1360169" y="918336"/>
                  </a:lnTo>
                  <a:lnTo>
                    <a:pt x="1360169" y="917066"/>
                  </a:lnTo>
                  <a:close/>
                </a:path>
                <a:path w="1451610" h="934720">
                  <a:moveTo>
                    <a:pt x="1362710" y="915669"/>
                  </a:moveTo>
                  <a:lnTo>
                    <a:pt x="88900" y="915669"/>
                  </a:lnTo>
                  <a:lnTo>
                    <a:pt x="88900" y="917066"/>
                  </a:lnTo>
                  <a:lnTo>
                    <a:pt x="1362710" y="917066"/>
                  </a:lnTo>
                  <a:lnTo>
                    <a:pt x="1362710" y="915669"/>
                  </a:lnTo>
                  <a:close/>
                </a:path>
                <a:path w="1451610" h="934720">
                  <a:moveTo>
                    <a:pt x="1365250" y="914399"/>
                  </a:moveTo>
                  <a:lnTo>
                    <a:pt x="86360" y="914399"/>
                  </a:lnTo>
                  <a:lnTo>
                    <a:pt x="86360" y="915669"/>
                  </a:lnTo>
                  <a:lnTo>
                    <a:pt x="1365250" y="915669"/>
                  </a:lnTo>
                  <a:lnTo>
                    <a:pt x="1365250" y="914399"/>
                  </a:lnTo>
                  <a:close/>
                </a:path>
                <a:path w="1451610" h="934720">
                  <a:moveTo>
                    <a:pt x="1367789" y="913129"/>
                  </a:moveTo>
                  <a:lnTo>
                    <a:pt x="85089" y="913129"/>
                  </a:lnTo>
                  <a:lnTo>
                    <a:pt x="85089" y="914399"/>
                  </a:lnTo>
                  <a:lnTo>
                    <a:pt x="1367789" y="914399"/>
                  </a:lnTo>
                  <a:lnTo>
                    <a:pt x="1367789" y="913129"/>
                  </a:lnTo>
                  <a:close/>
                </a:path>
                <a:path w="1451610" h="934720">
                  <a:moveTo>
                    <a:pt x="1369060" y="911986"/>
                  </a:moveTo>
                  <a:lnTo>
                    <a:pt x="82550" y="911986"/>
                  </a:lnTo>
                  <a:lnTo>
                    <a:pt x="82550" y="913129"/>
                  </a:lnTo>
                  <a:lnTo>
                    <a:pt x="1369060" y="913129"/>
                  </a:lnTo>
                  <a:lnTo>
                    <a:pt x="1369060" y="911986"/>
                  </a:lnTo>
                  <a:close/>
                </a:path>
                <a:path w="1451610" h="934720">
                  <a:moveTo>
                    <a:pt x="1371600" y="910716"/>
                  </a:moveTo>
                  <a:lnTo>
                    <a:pt x="80010" y="910716"/>
                  </a:lnTo>
                  <a:lnTo>
                    <a:pt x="80010" y="911986"/>
                  </a:lnTo>
                  <a:lnTo>
                    <a:pt x="1371600" y="911986"/>
                  </a:lnTo>
                  <a:lnTo>
                    <a:pt x="1371600" y="910716"/>
                  </a:lnTo>
                  <a:close/>
                </a:path>
                <a:path w="1451610" h="934720">
                  <a:moveTo>
                    <a:pt x="1374139" y="909319"/>
                  </a:moveTo>
                  <a:lnTo>
                    <a:pt x="78739" y="909319"/>
                  </a:lnTo>
                  <a:lnTo>
                    <a:pt x="78739" y="910716"/>
                  </a:lnTo>
                  <a:lnTo>
                    <a:pt x="1374139" y="910716"/>
                  </a:lnTo>
                  <a:lnTo>
                    <a:pt x="1374139" y="909319"/>
                  </a:lnTo>
                  <a:close/>
                </a:path>
                <a:path w="1451610" h="934720">
                  <a:moveTo>
                    <a:pt x="1375410" y="908049"/>
                  </a:moveTo>
                  <a:lnTo>
                    <a:pt x="76200" y="908049"/>
                  </a:lnTo>
                  <a:lnTo>
                    <a:pt x="76200" y="909319"/>
                  </a:lnTo>
                  <a:lnTo>
                    <a:pt x="1375410" y="909319"/>
                  </a:lnTo>
                  <a:lnTo>
                    <a:pt x="1375410" y="908049"/>
                  </a:lnTo>
                  <a:close/>
                </a:path>
                <a:path w="1451610" h="934720">
                  <a:moveTo>
                    <a:pt x="1377950" y="906779"/>
                  </a:moveTo>
                  <a:lnTo>
                    <a:pt x="73660" y="906779"/>
                  </a:lnTo>
                  <a:lnTo>
                    <a:pt x="73660" y="908049"/>
                  </a:lnTo>
                  <a:lnTo>
                    <a:pt x="1377950" y="908049"/>
                  </a:lnTo>
                  <a:lnTo>
                    <a:pt x="1377950" y="906779"/>
                  </a:lnTo>
                  <a:close/>
                </a:path>
                <a:path w="1451610" h="934720">
                  <a:moveTo>
                    <a:pt x="1380489" y="905636"/>
                  </a:moveTo>
                  <a:lnTo>
                    <a:pt x="72389" y="905636"/>
                  </a:lnTo>
                  <a:lnTo>
                    <a:pt x="72389" y="906779"/>
                  </a:lnTo>
                  <a:lnTo>
                    <a:pt x="1380489" y="906779"/>
                  </a:lnTo>
                  <a:lnTo>
                    <a:pt x="1380489" y="905636"/>
                  </a:lnTo>
                  <a:close/>
                </a:path>
                <a:path w="1451610" h="934720">
                  <a:moveTo>
                    <a:pt x="1381760" y="904366"/>
                  </a:moveTo>
                  <a:lnTo>
                    <a:pt x="71120" y="904366"/>
                  </a:lnTo>
                  <a:lnTo>
                    <a:pt x="71120" y="905636"/>
                  </a:lnTo>
                  <a:lnTo>
                    <a:pt x="1381760" y="905636"/>
                  </a:lnTo>
                  <a:lnTo>
                    <a:pt x="1381760" y="904366"/>
                  </a:lnTo>
                  <a:close/>
                </a:path>
                <a:path w="1451610" h="934720">
                  <a:moveTo>
                    <a:pt x="1446530" y="815466"/>
                  </a:moveTo>
                  <a:lnTo>
                    <a:pt x="1422400" y="815466"/>
                  </a:lnTo>
                  <a:lnTo>
                    <a:pt x="1422400" y="862329"/>
                  </a:lnTo>
                  <a:lnTo>
                    <a:pt x="1423670" y="862329"/>
                  </a:lnTo>
                  <a:lnTo>
                    <a:pt x="1423670" y="861186"/>
                  </a:lnTo>
                  <a:lnTo>
                    <a:pt x="1424939" y="861186"/>
                  </a:lnTo>
                  <a:lnTo>
                    <a:pt x="1424939" y="858519"/>
                  </a:lnTo>
                  <a:lnTo>
                    <a:pt x="1426210" y="858519"/>
                  </a:lnTo>
                  <a:lnTo>
                    <a:pt x="1426210" y="857249"/>
                  </a:lnTo>
                  <a:lnTo>
                    <a:pt x="1427480" y="857249"/>
                  </a:lnTo>
                  <a:lnTo>
                    <a:pt x="1427480" y="855979"/>
                  </a:lnTo>
                  <a:lnTo>
                    <a:pt x="1428750" y="855979"/>
                  </a:lnTo>
                  <a:lnTo>
                    <a:pt x="1428750" y="853566"/>
                  </a:lnTo>
                  <a:lnTo>
                    <a:pt x="1430020" y="853566"/>
                  </a:lnTo>
                  <a:lnTo>
                    <a:pt x="1430020" y="852169"/>
                  </a:lnTo>
                  <a:lnTo>
                    <a:pt x="1431289" y="852169"/>
                  </a:lnTo>
                  <a:lnTo>
                    <a:pt x="1431289" y="849629"/>
                  </a:lnTo>
                  <a:lnTo>
                    <a:pt x="1432560" y="849629"/>
                  </a:lnTo>
                  <a:lnTo>
                    <a:pt x="1432560" y="848486"/>
                  </a:lnTo>
                  <a:lnTo>
                    <a:pt x="1433830" y="848486"/>
                  </a:lnTo>
                  <a:lnTo>
                    <a:pt x="1433830" y="845819"/>
                  </a:lnTo>
                  <a:lnTo>
                    <a:pt x="1435100" y="845819"/>
                  </a:lnTo>
                  <a:lnTo>
                    <a:pt x="1435100" y="843279"/>
                  </a:lnTo>
                  <a:lnTo>
                    <a:pt x="1436370" y="843279"/>
                  </a:lnTo>
                  <a:lnTo>
                    <a:pt x="1436370" y="842136"/>
                  </a:lnTo>
                  <a:lnTo>
                    <a:pt x="1437639" y="842136"/>
                  </a:lnTo>
                  <a:lnTo>
                    <a:pt x="1437639" y="839469"/>
                  </a:lnTo>
                  <a:lnTo>
                    <a:pt x="1438910" y="839469"/>
                  </a:lnTo>
                  <a:lnTo>
                    <a:pt x="1438910" y="836929"/>
                  </a:lnTo>
                  <a:lnTo>
                    <a:pt x="1440180" y="836929"/>
                  </a:lnTo>
                  <a:lnTo>
                    <a:pt x="1440180" y="834516"/>
                  </a:lnTo>
                  <a:lnTo>
                    <a:pt x="1441450" y="834516"/>
                  </a:lnTo>
                  <a:lnTo>
                    <a:pt x="1441450" y="830579"/>
                  </a:lnTo>
                  <a:lnTo>
                    <a:pt x="1442720" y="830579"/>
                  </a:lnTo>
                  <a:lnTo>
                    <a:pt x="1442720" y="828166"/>
                  </a:lnTo>
                  <a:lnTo>
                    <a:pt x="1443989" y="828166"/>
                  </a:lnTo>
                  <a:lnTo>
                    <a:pt x="1443989" y="824229"/>
                  </a:lnTo>
                  <a:lnTo>
                    <a:pt x="1445260" y="824229"/>
                  </a:lnTo>
                  <a:lnTo>
                    <a:pt x="1445260" y="820419"/>
                  </a:lnTo>
                  <a:lnTo>
                    <a:pt x="1446530" y="820419"/>
                  </a:lnTo>
                  <a:lnTo>
                    <a:pt x="1446530" y="815466"/>
                  </a:lnTo>
                  <a:close/>
                </a:path>
                <a:path w="1451610" h="934720">
                  <a:moveTo>
                    <a:pt x="29210" y="815466"/>
                  </a:moveTo>
                  <a:lnTo>
                    <a:pt x="6350" y="815466"/>
                  </a:lnTo>
                  <a:lnTo>
                    <a:pt x="6350" y="819149"/>
                  </a:lnTo>
                  <a:lnTo>
                    <a:pt x="7620" y="819149"/>
                  </a:lnTo>
                  <a:lnTo>
                    <a:pt x="7620" y="824229"/>
                  </a:lnTo>
                  <a:lnTo>
                    <a:pt x="8889" y="824229"/>
                  </a:lnTo>
                  <a:lnTo>
                    <a:pt x="8889" y="826769"/>
                  </a:lnTo>
                  <a:lnTo>
                    <a:pt x="10160" y="826769"/>
                  </a:lnTo>
                  <a:lnTo>
                    <a:pt x="10160" y="829436"/>
                  </a:lnTo>
                  <a:lnTo>
                    <a:pt x="11430" y="829436"/>
                  </a:lnTo>
                  <a:lnTo>
                    <a:pt x="11430" y="831849"/>
                  </a:lnTo>
                  <a:lnTo>
                    <a:pt x="12700" y="831849"/>
                  </a:lnTo>
                  <a:lnTo>
                    <a:pt x="12700" y="834516"/>
                  </a:lnTo>
                  <a:lnTo>
                    <a:pt x="13970" y="834516"/>
                  </a:lnTo>
                  <a:lnTo>
                    <a:pt x="13970" y="836929"/>
                  </a:lnTo>
                  <a:lnTo>
                    <a:pt x="15239" y="836929"/>
                  </a:lnTo>
                  <a:lnTo>
                    <a:pt x="15239" y="839469"/>
                  </a:lnTo>
                  <a:lnTo>
                    <a:pt x="16510" y="839469"/>
                  </a:lnTo>
                  <a:lnTo>
                    <a:pt x="16510" y="842136"/>
                  </a:lnTo>
                  <a:lnTo>
                    <a:pt x="17780" y="842136"/>
                  </a:lnTo>
                  <a:lnTo>
                    <a:pt x="17780" y="844549"/>
                  </a:lnTo>
                  <a:lnTo>
                    <a:pt x="19050" y="844549"/>
                  </a:lnTo>
                  <a:lnTo>
                    <a:pt x="19050" y="847216"/>
                  </a:lnTo>
                  <a:lnTo>
                    <a:pt x="20320" y="847216"/>
                  </a:lnTo>
                  <a:lnTo>
                    <a:pt x="20320" y="849629"/>
                  </a:lnTo>
                  <a:lnTo>
                    <a:pt x="21589" y="849629"/>
                  </a:lnTo>
                  <a:lnTo>
                    <a:pt x="21589" y="852169"/>
                  </a:lnTo>
                  <a:lnTo>
                    <a:pt x="22860" y="852169"/>
                  </a:lnTo>
                  <a:lnTo>
                    <a:pt x="22860" y="853566"/>
                  </a:lnTo>
                  <a:lnTo>
                    <a:pt x="24130" y="853566"/>
                  </a:lnTo>
                  <a:lnTo>
                    <a:pt x="24130" y="854836"/>
                  </a:lnTo>
                  <a:lnTo>
                    <a:pt x="25400" y="854836"/>
                  </a:lnTo>
                  <a:lnTo>
                    <a:pt x="25400" y="857249"/>
                  </a:lnTo>
                  <a:lnTo>
                    <a:pt x="26670" y="857249"/>
                  </a:lnTo>
                  <a:lnTo>
                    <a:pt x="26670" y="858519"/>
                  </a:lnTo>
                  <a:lnTo>
                    <a:pt x="27939" y="858519"/>
                  </a:lnTo>
                  <a:lnTo>
                    <a:pt x="27939" y="861186"/>
                  </a:lnTo>
                  <a:lnTo>
                    <a:pt x="29210" y="861186"/>
                  </a:lnTo>
                  <a:lnTo>
                    <a:pt x="29210" y="815466"/>
                  </a:lnTo>
                  <a:close/>
                </a:path>
                <a:path w="1451610" h="934720">
                  <a:moveTo>
                    <a:pt x="1422400" y="834389"/>
                  </a:moveTo>
                  <a:lnTo>
                    <a:pt x="29210" y="834516"/>
                  </a:lnTo>
                  <a:lnTo>
                    <a:pt x="1422400" y="834516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76">
              <a:extLst>
                <a:ext uri="{FF2B5EF4-FFF2-40B4-BE49-F238E27FC236}">
                  <a16:creationId xmlns:a16="http://schemas.microsoft.com/office/drawing/2014/main" id="{A0F73564-CA60-16C7-30D1-01225048585C}"/>
                </a:ext>
              </a:extLst>
            </p:cNvPr>
            <p:cNvSpPr/>
            <p:nvPr/>
          </p:nvSpPr>
          <p:spPr>
            <a:xfrm>
              <a:off x="4508500" y="5345429"/>
              <a:ext cx="1393190" cy="875665"/>
            </a:xfrm>
            <a:custGeom>
              <a:avLst/>
              <a:gdLst/>
              <a:ahLst/>
              <a:cxnLst/>
              <a:rect l="l" t="t" r="r" b="b"/>
              <a:pathLst>
                <a:path w="1393189" h="875664">
                  <a:moveTo>
                    <a:pt x="29210" y="755662"/>
                  </a:moveTo>
                  <a:lnTo>
                    <a:pt x="0" y="755662"/>
                  </a:lnTo>
                  <a:lnTo>
                    <a:pt x="0" y="786142"/>
                  </a:lnTo>
                  <a:lnTo>
                    <a:pt x="29210" y="786142"/>
                  </a:lnTo>
                  <a:lnTo>
                    <a:pt x="29210" y="755662"/>
                  </a:lnTo>
                  <a:close/>
                </a:path>
                <a:path w="1393189" h="875664">
                  <a:moveTo>
                    <a:pt x="29210" y="74942"/>
                  </a:moveTo>
                  <a:lnTo>
                    <a:pt x="0" y="74942"/>
                  </a:lnTo>
                  <a:lnTo>
                    <a:pt x="0" y="755650"/>
                  </a:lnTo>
                  <a:lnTo>
                    <a:pt x="29210" y="755650"/>
                  </a:lnTo>
                  <a:lnTo>
                    <a:pt x="29210" y="74942"/>
                  </a:lnTo>
                  <a:close/>
                </a:path>
                <a:path w="1393189" h="875664">
                  <a:moveTo>
                    <a:pt x="29210" y="62242"/>
                  </a:moveTo>
                  <a:lnTo>
                    <a:pt x="0" y="62242"/>
                  </a:lnTo>
                  <a:lnTo>
                    <a:pt x="0" y="74930"/>
                  </a:lnTo>
                  <a:lnTo>
                    <a:pt x="29210" y="74930"/>
                  </a:lnTo>
                  <a:lnTo>
                    <a:pt x="29210" y="62242"/>
                  </a:lnTo>
                  <a:close/>
                </a:path>
                <a:path w="1393189" h="875664">
                  <a:moveTo>
                    <a:pt x="29210" y="55892"/>
                  </a:moveTo>
                  <a:lnTo>
                    <a:pt x="0" y="55892"/>
                  </a:lnTo>
                  <a:lnTo>
                    <a:pt x="0" y="62230"/>
                  </a:lnTo>
                  <a:lnTo>
                    <a:pt x="29210" y="62230"/>
                  </a:lnTo>
                  <a:lnTo>
                    <a:pt x="29210" y="55892"/>
                  </a:lnTo>
                  <a:close/>
                </a:path>
                <a:path w="1393189" h="875664">
                  <a:moveTo>
                    <a:pt x="29210" y="49542"/>
                  </a:moveTo>
                  <a:lnTo>
                    <a:pt x="0" y="49542"/>
                  </a:lnTo>
                  <a:lnTo>
                    <a:pt x="0" y="55880"/>
                  </a:lnTo>
                  <a:lnTo>
                    <a:pt x="29210" y="55880"/>
                  </a:lnTo>
                  <a:lnTo>
                    <a:pt x="29210" y="49542"/>
                  </a:lnTo>
                  <a:close/>
                </a:path>
                <a:path w="1393189" h="875664">
                  <a:moveTo>
                    <a:pt x="2921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29210" y="49530"/>
                  </a:lnTo>
                  <a:lnTo>
                    <a:pt x="29210" y="47002"/>
                  </a:lnTo>
                  <a:close/>
                </a:path>
                <a:path w="1393189" h="875664">
                  <a:moveTo>
                    <a:pt x="2921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29210" y="46990"/>
                  </a:lnTo>
                  <a:lnTo>
                    <a:pt x="29210" y="43192"/>
                  </a:lnTo>
                  <a:close/>
                </a:path>
                <a:path w="1393189" h="875664">
                  <a:moveTo>
                    <a:pt x="1353820" y="1270"/>
                  </a:moveTo>
                  <a:lnTo>
                    <a:pt x="1351280" y="1270"/>
                  </a:lnTo>
                  <a:lnTo>
                    <a:pt x="1351280" y="0"/>
                  </a:lnTo>
                  <a:lnTo>
                    <a:pt x="43180" y="0"/>
                  </a:lnTo>
                  <a:lnTo>
                    <a:pt x="43180" y="1270"/>
                  </a:lnTo>
                  <a:lnTo>
                    <a:pt x="41910" y="1270"/>
                  </a:lnTo>
                  <a:lnTo>
                    <a:pt x="41910" y="2540"/>
                  </a:lnTo>
                  <a:lnTo>
                    <a:pt x="1353820" y="2540"/>
                  </a:lnTo>
                  <a:lnTo>
                    <a:pt x="1353820" y="1270"/>
                  </a:lnTo>
                  <a:close/>
                </a:path>
                <a:path w="1393189" h="875664">
                  <a:moveTo>
                    <a:pt x="1357630" y="3810"/>
                  </a:moveTo>
                  <a:lnTo>
                    <a:pt x="1355090" y="3810"/>
                  </a:lnTo>
                  <a:lnTo>
                    <a:pt x="1355090" y="2552"/>
                  </a:lnTo>
                  <a:lnTo>
                    <a:pt x="39370" y="2552"/>
                  </a:lnTo>
                  <a:lnTo>
                    <a:pt x="39370" y="3810"/>
                  </a:lnTo>
                  <a:lnTo>
                    <a:pt x="38100" y="3810"/>
                  </a:lnTo>
                  <a:lnTo>
                    <a:pt x="38100" y="5080"/>
                  </a:lnTo>
                  <a:lnTo>
                    <a:pt x="1357630" y="5080"/>
                  </a:lnTo>
                  <a:lnTo>
                    <a:pt x="1357630" y="3810"/>
                  </a:lnTo>
                  <a:close/>
                </a:path>
                <a:path w="1393189" h="875664">
                  <a:moveTo>
                    <a:pt x="1362710" y="7620"/>
                  </a:moveTo>
                  <a:lnTo>
                    <a:pt x="1360170" y="7620"/>
                  </a:lnTo>
                  <a:lnTo>
                    <a:pt x="1360170" y="6350"/>
                  </a:lnTo>
                  <a:lnTo>
                    <a:pt x="1358900" y="6350"/>
                  </a:lnTo>
                  <a:lnTo>
                    <a:pt x="1358900" y="5092"/>
                  </a:lnTo>
                  <a:lnTo>
                    <a:pt x="36830" y="5092"/>
                  </a:lnTo>
                  <a:lnTo>
                    <a:pt x="36830" y="6350"/>
                  </a:lnTo>
                  <a:lnTo>
                    <a:pt x="34290" y="6350"/>
                  </a:lnTo>
                  <a:lnTo>
                    <a:pt x="34290" y="7620"/>
                  </a:lnTo>
                  <a:lnTo>
                    <a:pt x="33020" y="7620"/>
                  </a:lnTo>
                  <a:lnTo>
                    <a:pt x="33020" y="8890"/>
                  </a:lnTo>
                  <a:lnTo>
                    <a:pt x="1362710" y="8890"/>
                  </a:lnTo>
                  <a:lnTo>
                    <a:pt x="1362710" y="7620"/>
                  </a:lnTo>
                  <a:close/>
                </a:path>
                <a:path w="1393189" h="875664">
                  <a:moveTo>
                    <a:pt x="1365250" y="10160"/>
                  </a:moveTo>
                  <a:lnTo>
                    <a:pt x="1363980" y="10160"/>
                  </a:lnTo>
                  <a:lnTo>
                    <a:pt x="1363980" y="8902"/>
                  </a:lnTo>
                  <a:lnTo>
                    <a:pt x="30480" y="8902"/>
                  </a:lnTo>
                  <a:lnTo>
                    <a:pt x="30480" y="10160"/>
                  </a:lnTo>
                  <a:lnTo>
                    <a:pt x="29210" y="10160"/>
                  </a:lnTo>
                  <a:lnTo>
                    <a:pt x="29210" y="11430"/>
                  </a:lnTo>
                  <a:lnTo>
                    <a:pt x="1365250" y="11430"/>
                  </a:lnTo>
                  <a:lnTo>
                    <a:pt x="1365250" y="10160"/>
                  </a:lnTo>
                  <a:close/>
                </a:path>
                <a:path w="1393189" h="875664">
                  <a:moveTo>
                    <a:pt x="1370330" y="13970"/>
                  </a:moveTo>
                  <a:lnTo>
                    <a:pt x="1367790" y="13970"/>
                  </a:lnTo>
                  <a:lnTo>
                    <a:pt x="1367790" y="12700"/>
                  </a:lnTo>
                  <a:lnTo>
                    <a:pt x="1366520" y="12700"/>
                  </a:lnTo>
                  <a:lnTo>
                    <a:pt x="1366520" y="11442"/>
                  </a:lnTo>
                  <a:lnTo>
                    <a:pt x="27940" y="11442"/>
                  </a:lnTo>
                  <a:lnTo>
                    <a:pt x="27940" y="12700"/>
                  </a:lnTo>
                  <a:lnTo>
                    <a:pt x="26670" y="12700"/>
                  </a:lnTo>
                  <a:lnTo>
                    <a:pt x="26670" y="13970"/>
                  </a:lnTo>
                  <a:lnTo>
                    <a:pt x="25400" y="13970"/>
                  </a:lnTo>
                  <a:lnTo>
                    <a:pt x="25400" y="15240"/>
                  </a:lnTo>
                  <a:lnTo>
                    <a:pt x="1370330" y="15240"/>
                  </a:lnTo>
                  <a:lnTo>
                    <a:pt x="1370330" y="13970"/>
                  </a:lnTo>
                  <a:close/>
                </a:path>
                <a:path w="1393189" h="875664">
                  <a:moveTo>
                    <a:pt x="1372870" y="16510"/>
                  </a:moveTo>
                  <a:lnTo>
                    <a:pt x="1371600" y="16510"/>
                  </a:lnTo>
                  <a:lnTo>
                    <a:pt x="1371600" y="15252"/>
                  </a:lnTo>
                  <a:lnTo>
                    <a:pt x="22860" y="15252"/>
                  </a:lnTo>
                  <a:lnTo>
                    <a:pt x="22860" y="16510"/>
                  </a:lnTo>
                  <a:lnTo>
                    <a:pt x="21590" y="16510"/>
                  </a:lnTo>
                  <a:lnTo>
                    <a:pt x="21590" y="17780"/>
                  </a:lnTo>
                  <a:lnTo>
                    <a:pt x="1372870" y="17780"/>
                  </a:lnTo>
                  <a:lnTo>
                    <a:pt x="1372870" y="16510"/>
                  </a:lnTo>
                  <a:close/>
                </a:path>
                <a:path w="1393189" h="875664">
                  <a:moveTo>
                    <a:pt x="1376680" y="20320"/>
                  </a:moveTo>
                  <a:lnTo>
                    <a:pt x="1375410" y="20320"/>
                  </a:lnTo>
                  <a:lnTo>
                    <a:pt x="1375410" y="19050"/>
                  </a:lnTo>
                  <a:lnTo>
                    <a:pt x="1374140" y="19050"/>
                  </a:lnTo>
                  <a:lnTo>
                    <a:pt x="1374140" y="17792"/>
                  </a:lnTo>
                  <a:lnTo>
                    <a:pt x="20320" y="17792"/>
                  </a:lnTo>
                  <a:lnTo>
                    <a:pt x="20320" y="19050"/>
                  </a:lnTo>
                  <a:lnTo>
                    <a:pt x="19050" y="19050"/>
                  </a:lnTo>
                  <a:lnTo>
                    <a:pt x="19050" y="20320"/>
                  </a:lnTo>
                  <a:lnTo>
                    <a:pt x="17780" y="20320"/>
                  </a:lnTo>
                  <a:lnTo>
                    <a:pt x="17780" y="21590"/>
                  </a:lnTo>
                  <a:lnTo>
                    <a:pt x="1376680" y="21590"/>
                  </a:lnTo>
                  <a:lnTo>
                    <a:pt x="1376680" y="20320"/>
                  </a:lnTo>
                  <a:close/>
                </a:path>
                <a:path w="1393189" h="875664">
                  <a:moveTo>
                    <a:pt x="1379220" y="852182"/>
                  </a:moveTo>
                  <a:lnTo>
                    <a:pt x="15240" y="852182"/>
                  </a:lnTo>
                  <a:lnTo>
                    <a:pt x="15240" y="853440"/>
                  </a:lnTo>
                  <a:lnTo>
                    <a:pt x="16510" y="853440"/>
                  </a:lnTo>
                  <a:lnTo>
                    <a:pt x="16510" y="854710"/>
                  </a:lnTo>
                  <a:lnTo>
                    <a:pt x="17780" y="854710"/>
                  </a:lnTo>
                  <a:lnTo>
                    <a:pt x="17780" y="855992"/>
                  </a:lnTo>
                  <a:lnTo>
                    <a:pt x="19050" y="855992"/>
                  </a:lnTo>
                  <a:lnTo>
                    <a:pt x="19050" y="857389"/>
                  </a:lnTo>
                  <a:lnTo>
                    <a:pt x="20320" y="857389"/>
                  </a:lnTo>
                  <a:lnTo>
                    <a:pt x="20320" y="858532"/>
                  </a:lnTo>
                  <a:lnTo>
                    <a:pt x="21590" y="858532"/>
                  </a:lnTo>
                  <a:lnTo>
                    <a:pt x="21590" y="859790"/>
                  </a:lnTo>
                  <a:lnTo>
                    <a:pt x="22860" y="859790"/>
                  </a:lnTo>
                  <a:lnTo>
                    <a:pt x="22860" y="861060"/>
                  </a:lnTo>
                  <a:lnTo>
                    <a:pt x="24130" y="861060"/>
                  </a:lnTo>
                  <a:lnTo>
                    <a:pt x="24130" y="862342"/>
                  </a:lnTo>
                  <a:lnTo>
                    <a:pt x="26670" y="862342"/>
                  </a:lnTo>
                  <a:lnTo>
                    <a:pt x="26670" y="863739"/>
                  </a:lnTo>
                  <a:lnTo>
                    <a:pt x="27940" y="863739"/>
                  </a:lnTo>
                  <a:lnTo>
                    <a:pt x="27940" y="864882"/>
                  </a:lnTo>
                  <a:lnTo>
                    <a:pt x="29210" y="864882"/>
                  </a:lnTo>
                  <a:lnTo>
                    <a:pt x="29210" y="866140"/>
                  </a:lnTo>
                  <a:lnTo>
                    <a:pt x="30480" y="866140"/>
                  </a:lnTo>
                  <a:lnTo>
                    <a:pt x="30480" y="867410"/>
                  </a:lnTo>
                  <a:lnTo>
                    <a:pt x="31750" y="867410"/>
                  </a:lnTo>
                  <a:lnTo>
                    <a:pt x="31750" y="868692"/>
                  </a:lnTo>
                  <a:lnTo>
                    <a:pt x="33020" y="868692"/>
                  </a:lnTo>
                  <a:lnTo>
                    <a:pt x="33020" y="870089"/>
                  </a:lnTo>
                  <a:lnTo>
                    <a:pt x="35560" y="870089"/>
                  </a:lnTo>
                  <a:lnTo>
                    <a:pt x="35560" y="871232"/>
                  </a:lnTo>
                  <a:lnTo>
                    <a:pt x="36830" y="871232"/>
                  </a:lnTo>
                  <a:lnTo>
                    <a:pt x="36830" y="872490"/>
                  </a:lnTo>
                  <a:lnTo>
                    <a:pt x="38100" y="872490"/>
                  </a:lnTo>
                  <a:lnTo>
                    <a:pt x="38100" y="873760"/>
                  </a:lnTo>
                  <a:lnTo>
                    <a:pt x="39370" y="873760"/>
                  </a:lnTo>
                  <a:lnTo>
                    <a:pt x="39370" y="875042"/>
                  </a:lnTo>
                  <a:lnTo>
                    <a:pt x="1353820" y="875042"/>
                  </a:lnTo>
                  <a:lnTo>
                    <a:pt x="1353820" y="873760"/>
                  </a:lnTo>
                  <a:lnTo>
                    <a:pt x="1356360" y="873760"/>
                  </a:lnTo>
                  <a:lnTo>
                    <a:pt x="1356360" y="872490"/>
                  </a:lnTo>
                  <a:lnTo>
                    <a:pt x="1357630" y="872490"/>
                  </a:lnTo>
                  <a:lnTo>
                    <a:pt x="1357630" y="871232"/>
                  </a:lnTo>
                  <a:lnTo>
                    <a:pt x="1358900" y="871232"/>
                  </a:lnTo>
                  <a:lnTo>
                    <a:pt x="1358900" y="870089"/>
                  </a:lnTo>
                  <a:lnTo>
                    <a:pt x="1360170" y="870089"/>
                  </a:lnTo>
                  <a:lnTo>
                    <a:pt x="1360170" y="868692"/>
                  </a:lnTo>
                  <a:lnTo>
                    <a:pt x="1362710" y="868692"/>
                  </a:lnTo>
                  <a:lnTo>
                    <a:pt x="1362710" y="867410"/>
                  </a:lnTo>
                  <a:lnTo>
                    <a:pt x="1363980" y="867410"/>
                  </a:lnTo>
                  <a:lnTo>
                    <a:pt x="1363980" y="866140"/>
                  </a:lnTo>
                  <a:lnTo>
                    <a:pt x="1365250" y="866140"/>
                  </a:lnTo>
                  <a:lnTo>
                    <a:pt x="1365250" y="864882"/>
                  </a:lnTo>
                  <a:lnTo>
                    <a:pt x="1366520" y="864882"/>
                  </a:lnTo>
                  <a:lnTo>
                    <a:pt x="1366520" y="863739"/>
                  </a:lnTo>
                  <a:lnTo>
                    <a:pt x="1367790" y="863739"/>
                  </a:lnTo>
                  <a:lnTo>
                    <a:pt x="1367790" y="862342"/>
                  </a:lnTo>
                  <a:lnTo>
                    <a:pt x="1369047" y="862342"/>
                  </a:lnTo>
                  <a:lnTo>
                    <a:pt x="1369047" y="861060"/>
                  </a:lnTo>
                  <a:lnTo>
                    <a:pt x="1371600" y="861060"/>
                  </a:lnTo>
                  <a:lnTo>
                    <a:pt x="1371600" y="859790"/>
                  </a:lnTo>
                  <a:lnTo>
                    <a:pt x="1372870" y="859790"/>
                  </a:lnTo>
                  <a:lnTo>
                    <a:pt x="1372870" y="858532"/>
                  </a:lnTo>
                  <a:lnTo>
                    <a:pt x="1374140" y="858532"/>
                  </a:lnTo>
                  <a:lnTo>
                    <a:pt x="1374140" y="857389"/>
                  </a:lnTo>
                  <a:lnTo>
                    <a:pt x="1375410" y="857389"/>
                  </a:lnTo>
                  <a:lnTo>
                    <a:pt x="1375410" y="855992"/>
                  </a:lnTo>
                  <a:lnTo>
                    <a:pt x="1376680" y="855992"/>
                  </a:lnTo>
                  <a:lnTo>
                    <a:pt x="1376680" y="854710"/>
                  </a:lnTo>
                  <a:lnTo>
                    <a:pt x="1377950" y="854710"/>
                  </a:lnTo>
                  <a:lnTo>
                    <a:pt x="1377950" y="853440"/>
                  </a:lnTo>
                  <a:lnTo>
                    <a:pt x="1379220" y="853440"/>
                  </a:lnTo>
                  <a:lnTo>
                    <a:pt x="1379220" y="852182"/>
                  </a:lnTo>
                  <a:close/>
                </a:path>
                <a:path w="1393189" h="875664">
                  <a:moveTo>
                    <a:pt x="1381760" y="26670"/>
                  </a:moveTo>
                  <a:lnTo>
                    <a:pt x="1380490" y="26670"/>
                  </a:lnTo>
                  <a:lnTo>
                    <a:pt x="1380490" y="24130"/>
                  </a:lnTo>
                  <a:lnTo>
                    <a:pt x="1379220" y="24130"/>
                  </a:lnTo>
                  <a:lnTo>
                    <a:pt x="1379220" y="22860"/>
                  </a:lnTo>
                  <a:lnTo>
                    <a:pt x="1377950" y="22860"/>
                  </a:lnTo>
                  <a:lnTo>
                    <a:pt x="1377950" y="21602"/>
                  </a:lnTo>
                  <a:lnTo>
                    <a:pt x="16510" y="21602"/>
                  </a:lnTo>
                  <a:lnTo>
                    <a:pt x="16510" y="22860"/>
                  </a:lnTo>
                  <a:lnTo>
                    <a:pt x="15240" y="22860"/>
                  </a:lnTo>
                  <a:lnTo>
                    <a:pt x="15240" y="24130"/>
                  </a:lnTo>
                  <a:lnTo>
                    <a:pt x="13970" y="24130"/>
                  </a:lnTo>
                  <a:lnTo>
                    <a:pt x="13970" y="26670"/>
                  </a:lnTo>
                  <a:lnTo>
                    <a:pt x="12700" y="26670"/>
                  </a:lnTo>
                  <a:lnTo>
                    <a:pt x="12700" y="27940"/>
                  </a:lnTo>
                  <a:lnTo>
                    <a:pt x="1381760" y="27940"/>
                  </a:lnTo>
                  <a:lnTo>
                    <a:pt x="1381760" y="26670"/>
                  </a:lnTo>
                  <a:close/>
                </a:path>
                <a:path w="1393189" h="875664">
                  <a:moveTo>
                    <a:pt x="1393190" y="74942"/>
                  </a:moveTo>
                  <a:lnTo>
                    <a:pt x="1363980" y="74942"/>
                  </a:lnTo>
                  <a:lnTo>
                    <a:pt x="1363980" y="755650"/>
                  </a:lnTo>
                  <a:lnTo>
                    <a:pt x="1363980" y="786142"/>
                  </a:lnTo>
                  <a:lnTo>
                    <a:pt x="1393190" y="786142"/>
                  </a:lnTo>
                  <a:lnTo>
                    <a:pt x="1393190" y="755662"/>
                  </a:lnTo>
                  <a:lnTo>
                    <a:pt x="1393190" y="74942"/>
                  </a:lnTo>
                  <a:close/>
                </a:path>
                <a:path w="1393189" h="875664">
                  <a:moveTo>
                    <a:pt x="1393190" y="62242"/>
                  </a:moveTo>
                  <a:lnTo>
                    <a:pt x="1363980" y="62242"/>
                  </a:lnTo>
                  <a:lnTo>
                    <a:pt x="1363980" y="74930"/>
                  </a:lnTo>
                  <a:lnTo>
                    <a:pt x="1393190" y="74930"/>
                  </a:lnTo>
                  <a:lnTo>
                    <a:pt x="1393190" y="62242"/>
                  </a:lnTo>
                  <a:close/>
                </a:path>
                <a:path w="1393189" h="875664">
                  <a:moveTo>
                    <a:pt x="1393190" y="55892"/>
                  </a:moveTo>
                  <a:lnTo>
                    <a:pt x="1363980" y="55892"/>
                  </a:lnTo>
                  <a:lnTo>
                    <a:pt x="1363980" y="62230"/>
                  </a:lnTo>
                  <a:lnTo>
                    <a:pt x="1393190" y="62230"/>
                  </a:lnTo>
                  <a:lnTo>
                    <a:pt x="1393190" y="55892"/>
                  </a:lnTo>
                  <a:close/>
                </a:path>
                <a:path w="1393189" h="875664">
                  <a:moveTo>
                    <a:pt x="1393190" y="49542"/>
                  </a:moveTo>
                  <a:lnTo>
                    <a:pt x="1363980" y="49542"/>
                  </a:lnTo>
                  <a:lnTo>
                    <a:pt x="1363980" y="55880"/>
                  </a:lnTo>
                  <a:lnTo>
                    <a:pt x="1393190" y="55880"/>
                  </a:lnTo>
                  <a:lnTo>
                    <a:pt x="1393190" y="49542"/>
                  </a:lnTo>
                  <a:close/>
                </a:path>
                <a:path w="1393189" h="875664">
                  <a:moveTo>
                    <a:pt x="1393190" y="47002"/>
                  </a:moveTo>
                  <a:lnTo>
                    <a:pt x="1363980" y="47002"/>
                  </a:lnTo>
                  <a:lnTo>
                    <a:pt x="1363980" y="49530"/>
                  </a:lnTo>
                  <a:lnTo>
                    <a:pt x="1393190" y="49530"/>
                  </a:lnTo>
                  <a:lnTo>
                    <a:pt x="1393190" y="47002"/>
                  </a:lnTo>
                  <a:close/>
                </a:path>
                <a:path w="1393189" h="875664">
                  <a:moveTo>
                    <a:pt x="1393190" y="43192"/>
                  </a:moveTo>
                  <a:lnTo>
                    <a:pt x="1363980" y="43192"/>
                  </a:lnTo>
                  <a:lnTo>
                    <a:pt x="1363980" y="46990"/>
                  </a:lnTo>
                  <a:lnTo>
                    <a:pt x="1393190" y="46990"/>
                  </a:lnTo>
                  <a:lnTo>
                    <a:pt x="1393190" y="43192"/>
                  </a:lnTo>
                  <a:close/>
                </a:path>
                <a:path w="1393189" h="875664">
                  <a:moveTo>
                    <a:pt x="1393190" y="40640"/>
                  </a:moveTo>
                  <a:lnTo>
                    <a:pt x="1391920" y="40640"/>
                  </a:lnTo>
                  <a:lnTo>
                    <a:pt x="1391920" y="39370"/>
                  </a:lnTo>
                  <a:lnTo>
                    <a:pt x="1390650" y="39370"/>
                  </a:lnTo>
                  <a:lnTo>
                    <a:pt x="1390650" y="38100"/>
                  </a:lnTo>
                  <a:lnTo>
                    <a:pt x="1389380" y="38100"/>
                  </a:lnTo>
                  <a:lnTo>
                    <a:pt x="1389380" y="36830"/>
                  </a:lnTo>
                  <a:lnTo>
                    <a:pt x="1389380" y="35560"/>
                  </a:lnTo>
                  <a:lnTo>
                    <a:pt x="1388110" y="35560"/>
                  </a:lnTo>
                  <a:lnTo>
                    <a:pt x="1388110" y="34290"/>
                  </a:lnTo>
                  <a:lnTo>
                    <a:pt x="1386840" y="34290"/>
                  </a:lnTo>
                  <a:lnTo>
                    <a:pt x="1386840" y="31750"/>
                  </a:lnTo>
                  <a:lnTo>
                    <a:pt x="1385570" y="31750"/>
                  </a:lnTo>
                  <a:lnTo>
                    <a:pt x="1385570" y="30480"/>
                  </a:lnTo>
                  <a:lnTo>
                    <a:pt x="1384300" y="30480"/>
                  </a:lnTo>
                  <a:lnTo>
                    <a:pt x="1384300" y="29210"/>
                  </a:lnTo>
                  <a:lnTo>
                    <a:pt x="1383030" y="29210"/>
                  </a:lnTo>
                  <a:lnTo>
                    <a:pt x="1383030" y="27952"/>
                  </a:lnTo>
                  <a:lnTo>
                    <a:pt x="11430" y="27952"/>
                  </a:lnTo>
                  <a:lnTo>
                    <a:pt x="11430" y="29210"/>
                  </a:lnTo>
                  <a:lnTo>
                    <a:pt x="10160" y="29210"/>
                  </a:lnTo>
                  <a:lnTo>
                    <a:pt x="10160" y="30480"/>
                  </a:lnTo>
                  <a:lnTo>
                    <a:pt x="8890" y="30480"/>
                  </a:lnTo>
                  <a:lnTo>
                    <a:pt x="8890" y="31750"/>
                  </a:lnTo>
                  <a:lnTo>
                    <a:pt x="7620" y="31750"/>
                  </a:lnTo>
                  <a:lnTo>
                    <a:pt x="7620" y="34290"/>
                  </a:lnTo>
                  <a:lnTo>
                    <a:pt x="6350" y="34290"/>
                  </a:lnTo>
                  <a:lnTo>
                    <a:pt x="6350" y="35560"/>
                  </a:lnTo>
                  <a:lnTo>
                    <a:pt x="5080" y="35560"/>
                  </a:lnTo>
                  <a:lnTo>
                    <a:pt x="5080" y="36830"/>
                  </a:lnTo>
                  <a:lnTo>
                    <a:pt x="3810" y="36830"/>
                  </a:lnTo>
                  <a:lnTo>
                    <a:pt x="3810" y="39370"/>
                  </a:lnTo>
                  <a:lnTo>
                    <a:pt x="2540" y="39370"/>
                  </a:lnTo>
                  <a:lnTo>
                    <a:pt x="2540" y="40640"/>
                  </a:lnTo>
                  <a:lnTo>
                    <a:pt x="1270" y="40640"/>
                  </a:lnTo>
                  <a:lnTo>
                    <a:pt x="1270" y="43180"/>
                  </a:lnTo>
                  <a:lnTo>
                    <a:pt x="29210" y="43180"/>
                  </a:lnTo>
                  <a:lnTo>
                    <a:pt x="29210" y="40640"/>
                  </a:lnTo>
                  <a:lnTo>
                    <a:pt x="29210" y="39370"/>
                  </a:lnTo>
                  <a:lnTo>
                    <a:pt x="29210" y="29210"/>
                  </a:lnTo>
                  <a:lnTo>
                    <a:pt x="1363980" y="29210"/>
                  </a:lnTo>
                  <a:lnTo>
                    <a:pt x="1363980" y="43180"/>
                  </a:lnTo>
                  <a:lnTo>
                    <a:pt x="1393190" y="43180"/>
                  </a:lnTo>
                  <a:lnTo>
                    <a:pt x="1393190" y="4064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77">
              <a:extLst>
                <a:ext uri="{FF2B5EF4-FFF2-40B4-BE49-F238E27FC236}">
                  <a16:creationId xmlns:a16="http://schemas.microsoft.com/office/drawing/2014/main" id="{2B2D2DEA-FE25-619C-B39C-0BB40091300B}"/>
                </a:ext>
              </a:extLst>
            </p:cNvPr>
            <p:cNvSpPr/>
            <p:nvPr/>
          </p:nvSpPr>
          <p:spPr>
            <a:xfrm>
              <a:off x="4508500" y="6131559"/>
              <a:ext cx="1393190" cy="67310"/>
            </a:xfrm>
            <a:custGeom>
              <a:avLst/>
              <a:gdLst/>
              <a:ahLst/>
              <a:cxnLst/>
              <a:rect l="l" t="t" r="r" b="b"/>
              <a:pathLst>
                <a:path w="1393189" h="67310">
                  <a:moveTo>
                    <a:pt x="29210" y="127"/>
                  </a:moveTo>
                  <a:lnTo>
                    <a:pt x="0" y="127"/>
                  </a:lnTo>
                  <a:lnTo>
                    <a:pt x="0" y="38100"/>
                  </a:lnTo>
                  <a:lnTo>
                    <a:pt x="0" y="46990"/>
                  </a:lnTo>
                  <a:lnTo>
                    <a:pt x="1270" y="46990"/>
                  </a:lnTo>
                  <a:lnTo>
                    <a:pt x="1270" y="49530"/>
                  </a:lnTo>
                  <a:lnTo>
                    <a:pt x="2540" y="49530"/>
                  </a:lnTo>
                  <a:lnTo>
                    <a:pt x="2540" y="50800"/>
                  </a:lnTo>
                  <a:lnTo>
                    <a:pt x="3810" y="50800"/>
                  </a:lnTo>
                  <a:lnTo>
                    <a:pt x="3810" y="52070"/>
                  </a:lnTo>
                  <a:lnTo>
                    <a:pt x="5080" y="52070"/>
                  </a:lnTo>
                  <a:lnTo>
                    <a:pt x="5080" y="54610"/>
                  </a:lnTo>
                  <a:lnTo>
                    <a:pt x="6350" y="54610"/>
                  </a:lnTo>
                  <a:lnTo>
                    <a:pt x="6350" y="55880"/>
                  </a:lnTo>
                  <a:lnTo>
                    <a:pt x="7620" y="55880"/>
                  </a:lnTo>
                  <a:lnTo>
                    <a:pt x="7620" y="58420"/>
                  </a:lnTo>
                  <a:lnTo>
                    <a:pt x="8890" y="58420"/>
                  </a:lnTo>
                  <a:lnTo>
                    <a:pt x="8890" y="59690"/>
                  </a:lnTo>
                  <a:lnTo>
                    <a:pt x="29210" y="59690"/>
                  </a:lnTo>
                  <a:lnTo>
                    <a:pt x="29210" y="58420"/>
                  </a:lnTo>
                  <a:lnTo>
                    <a:pt x="29210" y="55880"/>
                  </a:lnTo>
                  <a:lnTo>
                    <a:pt x="29210" y="21602"/>
                  </a:lnTo>
                  <a:lnTo>
                    <a:pt x="29210" y="127"/>
                  </a:lnTo>
                  <a:close/>
                </a:path>
                <a:path w="1393189" h="67310">
                  <a:moveTo>
                    <a:pt x="1384300" y="59702"/>
                  </a:moveTo>
                  <a:lnTo>
                    <a:pt x="10160" y="59702"/>
                  </a:lnTo>
                  <a:lnTo>
                    <a:pt x="10160" y="60960"/>
                  </a:lnTo>
                  <a:lnTo>
                    <a:pt x="11430" y="60960"/>
                  </a:lnTo>
                  <a:lnTo>
                    <a:pt x="11430" y="62230"/>
                  </a:lnTo>
                  <a:lnTo>
                    <a:pt x="12700" y="62230"/>
                  </a:lnTo>
                  <a:lnTo>
                    <a:pt x="12700" y="63512"/>
                  </a:lnTo>
                  <a:lnTo>
                    <a:pt x="13970" y="63512"/>
                  </a:lnTo>
                  <a:lnTo>
                    <a:pt x="13970" y="66052"/>
                  </a:lnTo>
                  <a:lnTo>
                    <a:pt x="15240" y="66052"/>
                  </a:lnTo>
                  <a:lnTo>
                    <a:pt x="15240" y="67310"/>
                  </a:lnTo>
                  <a:lnTo>
                    <a:pt x="1379220" y="67310"/>
                  </a:lnTo>
                  <a:lnTo>
                    <a:pt x="1379220" y="66052"/>
                  </a:lnTo>
                  <a:lnTo>
                    <a:pt x="1380490" y="66052"/>
                  </a:lnTo>
                  <a:lnTo>
                    <a:pt x="1380490" y="63512"/>
                  </a:lnTo>
                  <a:lnTo>
                    <a:pt x="1381760" y="63512"/>
                  </a:lnTo>
                  <a:lnTo>
                    <a:pt x="1381760" y="62230"/>
                  </a:lnTo>
                  <a:lnTo>
                    <a:pt x="1383030" y="62230"/>
                  </a:lnTo>
                  <a:lnTo>
                    <a:pt x="1383030" y="60960"/>
                  </a:lnTo>
                  <a:lnTo>
                    <a:pt x="1384300" y="60960"/>
                  </a:lnTo>
                  <a:lnTo>
                    <a:pt x="1384300" y="59702"/>
                  </a:lnTo>
                  <a:close/>
                </a:path>
                <a:path w="1393189" h="67310">
                  <a:moveTo>
                    <a:pt x="1393190" y="0"/>
                  </a:moveTo>
                  <a:lnTo>
                    <a:pt x="1363980" y="0"/>
                  </a:lnTo>
                  <a:lnTo>
                    <a:pt x="1363980" y="21602"/>
                  </a:lnTo>
                  <a:lnTo>
                    <a:pt x="29210" y="21602"/>
                  </a:lnTo>
                  <a:lnTo>
                    <a:pt x="1363980" y="21729"/>
                  </a:lnTo>
                  <a:lnTo>
                    <a:pt x="1363980" y="26670"/>
                  </a:lnTo>
                  <a:lnTo>
                    <a:pt x="1363980" y="38100"/>
                  </a:lnTo>
                  <a:lnTo>
                    <a:pt x="1363980" y="43180"/>
                  </a:lnTo>
                  <a:lnTo>
                    <a:pt x="29210" y="43180"/>
                  </a:lnTo>
                  <a:lnTo>
                    <a:pt x="1363980" y="43319"/>
                  </a:lnTo>
                  <a:lnTo>
                    <a:pt x="1363980" y="59690"/>
                  </a:lnTo>
                  <a:lnTo>
                    <a:pt x="1385570" y="59690"/>
                  </a:lnTo>
                  <a:lnTo>
                    <a:pt x="1385570" y="58420"/>
                  </a:lnTo>
                  <a:lnTo>
                    <a:pt x="1386840" y="58420"/>
                  </a:lnTo>
                  <a:lnTo>
                    <a:pt x="1386840" y="55880"/>
                  </a:lnTo>
                  <a:lnTo>
                    <a:pt x="1388110" y="55880"/>
                  </a:lnTo>
                  <a:lnTo>
                    <a:pt x="1388110" y="54610"/>
                  </a:lnTo>
                  <a:lnTo>
                    <a:pt x="1389380" y="54610"/>
                  </a:lnTo>
                  <a:lnTo>
                    <a:pt x="1389380" y="53340"/>
                  </a:lnTo>
                  <a:lnTo>
                    <a:pt x="1390650" y="53340"/>
                  </a:lnTo>
                  <a:lnTo>
                    <a:pt x="1390650" y="50800"/>
                  </a:lnTo>
                  <a:lnTo>
                    <a:pt x="1391920" y="50800"/>
                  </a:lnTo>
                  <a:lnTo>
                    <a:pt x="1391920" y="49530"/>
                  </a:lnTo>
                  <a:lnTo>
                    <a:pt x="1393190" y="49530"/>
                  </a:lnTo>
                  <a:lnTo>
                    <a:pt x="1393190" y="45720"/>
                  </a:lnTo>
                  <a:lnTo>
                    <a:pt x="1393190" y="38100"/>
                  </a:lnTo>
                  <a:lnTo>
                    <a:pt x="1393190" y="26670"/>
                  </a:lnTo>
                  <a:lnTo>
                    <a:pt x="139319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78">
              <a:extLst>
                <a:ext uri="{FF2B5EF4-FFF2-40B4-BE49-F238E27FC236}">
                  <a16:creationId xmlns:a16="http://schemas.microsoft.com/office/drawing/2014/main" id="{CACB59D3-E28D-8F2A-3C85-F7CF3172A360}"/>
                </a:ext>
              </a:extLst>
            </p:cNvPr>
            <p:cNvSpPr/>
            <p:nvPr/>
          </p:nvSpPr>
          <p:spPr>
            <a:xfrm>
              <a:off x="4537710" y="5374639"/>
              <a:ext cx="1334770" cy="816610"/>
            </a:xfrm>
            <a:custGeom>
              <a:avLst/>
              <a:gdLst/>
              <a:ahLst/>
              <a:cxnLst/>
              <a:rect l="l" t="t" r="r" b="b"/>
              <a:pathLst>
                <a:path w="1334770" h="816610">
                  <a:moveTo>
                    <a:pt x="29210" y="726452"/>
                  </a:moveTo>
                  <a:lnTo>
                    <a:pt x="0" y="726452"/>
                  </a:lnTo>
                  <a:lnTo>
                    <a:pt x="0" y="737870"/>
                  </a:lnTo>
                  <a:lnTo>
                    <a:pt x="29210" y="737870"/>
                  </a:lnTo>
                  <a:lnTo>
                    <a:pt x="29210" y="726452"/>
                  </a:lnTo>
                  <a:close/>
                </a:path>
                <a:path w="1334770" h="816610">
                  <a:moveTo>
                    <a:pt x="29210" y="36842"/>
                  </a:moveTo>
                  <a:lnTo>
                    <a:pt x="0" y="36842"/>
                  </a:lnTo>
                  <a:lnTo>
                    <a:pt x="0" y="726440"/>
                  </a:lnTo>
                  <a:lnTo>
                    <a:pt x="29210" y="726440"/>
                  </a:lnTo>
                  <a:lnTo>
                    <a:pt x="29210" y="36842"/>
                  </a:lnTo>
                  <a:close/>
                </a:path>
                <a:path w="1334770" h="816610">
                  <a:moveTo>
                    <a:pt x="29210" y="33032"/>
                  </a:moveTo>
                  <a:lnTo>
                    <a:pt x="0" y="33032"/>
                  </a:lnTo>
                  <a:lnTo>
                    <a:pt x="0" y="36830"/>
                  </a:lnTo>
                  <a:lnTo>
                    <a:pt x="29210" y="36830"/>
                  </a:lnTo>
                  <a:lnTo>
                    <a:pt x="29210" y="33032"/>
                  </a:lnTo>
                  <a:close/>
                </a:path>
                <a:path w="1334770" h="816610">
                  <a:moveTo>
                    <a:pt x="1334770" y="757047"/>
                  </a:moveTo>
                  <a:lnTo>
                    <a:pt x="1305560" y="757047"/>
                  </a:lnTo>
                  <a:lnTo>
                    <a:pt x="1305560" y="787400"/>
                  </a:lnTo>
                  <a:lnTo>
                    <a:pt x="29210" y="787400"/>
                  </a:lnTo>
                  <a:lnTo>
                    <a:pt x="29210" y="756932"/>
                  </a:lnTo>
                  <a:lnTo>
                    <a:pt x="29210" y="737882"/>
                  </a:lnTo>
                  <a:lnTo>
                    <a:pt x="0" y="737882"/>
                  </a:lnTo>
                  <a:lnTo>
                    <a:pt x="0" y="756920"/>
                  </a:lnTo>
                  <a:lnTo>
                    <a:pt x="0" y="787400"/>
                  </a:lnTo>
                  <a:lnTo>
                    <a:pt x="0" y="816610"/>
                  </a:lnTo>
                  <a:lnTo>
                    <a:pt x="1334770" y="816610"/>
                  </a:lnTo>
                  <a:lnTo>
                    <a:pt x="1334770" y="787400"/>
                  </a:lnTo>
                  <a:lnTo>
                    <a:pt x="1334770" y="757047"/>
                  </a:lnTo>
                  <a:close/>
                </a:path>
                <a:path w="1334770" h="816610">
                  <a:moveTo>
                    <a:pt x="1334770" y="737882"/>
                  </a:moveTo>
                  <a:lnTo>
                    <a:pt x="1305560" y="737882"/>
                  </a:lnTo>
                  <a:lnTo>
                    <a:pt x="1305560" y="756932"/>
                  </a:lnTo>
                  <a:lnTo>
                    <a:pt x="1334770" y="756932"/>
                  </a:lnTo>
                  <a:lnTo>
                    <a:pt x="1334770" y="737882"/>
                  </a:lnTo>
                  <a:close/>
                </a:path>
                <a:path w="1334770" h="816610">
                  <a:moveTo>
                    <a:pt x="1334770" y="726452"/>
                  </a:moveTo>
                  <a:lnTo>
                    <a:pt x="1305560" y="726452"/>
                  </a:lnTo>
                  <a:lnTo>
                    <a:pt x="1305560" y="737870"/>
                  </a:lnTo>
                  <a:lnTo>
                    <a:pt x="1334770" y="737870"/>
                  </a:lnTo>
                  <a:lnTo>
                    <a:pt x="1334770" y="726452"/>
                  </a:lnTo>
                  <a:close/>
                </a:path>
                <a:path w="1334770" h="816610">
                  <a:moveTo>
                    <a:pt x="1334770" y="36842"/>
                  </a:moveTo>
                  <a:lnTo>
                    <a:pt x="1305560" y="36842"/>
                  </a:lnTo>
                  <a:lnTo>
                    <a:pt x="1305560" y="726440"/>
                  </a:lnTo>
                  <a:lnTo>
                    <a:pt x="1334770" y="726440"/>
                  </a:lnTo>
                  <a:lnTo>
                    <a:pt x="1334770" y="36842"/>
                  </a:lnTo>
                  <a:close/>
                </a:path>
                <a:path w="1334770" h="816610">
                  <a:moveTo>
                    <a:pt x="1334770" y="33032"/>
                  </a:moveTo>
                  <a:lnTo>
                    <a:pt x="1305560" y="33032"/>
                  </a:lnTo>
                  <a:lnTo>
                    <a:pt x="1305560" y="36830"/>
                  </a:lnTo>
                  <a:lnTo>
                    <a:pt x="1334770" y="36830"/>
                  </a:lnTo>
                  <a:lnTo>
                    <a:pt x="1334770" y="33032"/>
                  </a:lnTo>
                  <a:close/>
                </a:path>
                <a:path w="1334770" h="816610">
                  <a:moveTo>
                    <a:pt x="1334770" y="20332"/>
                  </a:moveTo>
                  <a:lnTo>
                    <a:pt x="0" y="20332"/>
                  </a:lnTo>
                  <a:lnTo>
                    <a:pt x="0" y="26670"/>
                  </a:lnTo>
                  <a:lnTo>
                    <a:pt x="0" y="29210"/>
                  </a:lnTo>
                  <a:lnTo>
                    <a:pt x="0" y="33020"/>
                  </a:lnTo>
                  <a:lnTo>
                    <a:pt x="29210" y="33020"/>
                  </a:lnTo>
                  <a:lnTo>
                    <a:pt x="29210" y="29210"/>
                  </a:lnTo>
                  <a:lnTo>
                    <a:pt x="1305560" y="29210"/>
                  </a:lnTo>
                  <a:lnTo>
                    <a:pt x="1305560" y="33020"/>
                  </a:lnTo>
                  <a:lnTo>
                    <a:pt x="1334770" y="33020"/>
                  </a:lnTo>
                  <a:lnTo>
                    <a:pt x="1334770" y="29210"/>
                  </a:lnTo>
                  <a:lnTo>
                    <a:pt x="1334770" y="26670"/>
                  </a:lnTo>
                  <a:lnTo>
                    <a:pt x="1334770" y="20332"/>
                  </a:lnTo>
                  <a:close/>
                </a:path>
                <a:path w="1334770" h="816610">
                  <a:moveTo>
                    <a:pt x="133477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1334770" y="20320"/>
                  </a:lnTo>
                  <a:lnTo>
                    <a:pt x="1334770" y="17792"/>
                  </a:lnTo>
                  <a:close/>
                </a:path>
                <a:path w="1334770" h="816610">
                  <a:moveTo>
                    <a:pt x="133477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1334770" y="17780"/>
                  </a:lnTo>
                  <a:lnTo>
                    <a:pt x="1334770" y="13982"/>
                  </a:lnTo>
                  <a:close/>
                </a:path>
                <a:path w="1334770" h="816610">
                  <a:moveTo>
                    <a:pt x="1334770" y="7632"/>
                  </a:moveTo>
                  <a:lnTo>
                    <a:pt x="0" y="7632"/>
                  </a:lnTo>
                  <a:lnTo>
                    <a:pt x="0" y="13970"/>
                  </a:lnTo>
                  <a:lnTo>
                    <a:pt x="1334770" y="13970"/>
                  </a:lnTo>
                  <a:lnTo>
                    <a:pt x="1334770" y="7632"/>
                  </a:lnTo>
                  <a:close/>
                </a:path>
                <a:path w="1334770" h="816610">
                  <a:moveTo>
                    <a:pt x="133477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1334770" y="7620"/>
                  </a:lnTo>
                  <a:lnTo>
                    <a:pt x="1334770" y="5092"/>
                  </a:lnTo>
                  <a:close/>
                </a:path>
                <a:path w="1334770" h="816610">
                  <a:moveTo>
                    <a:pt x="133477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1334770" y="5080"/>
                  </a:lnTo>
                  <a:lnTo>
                    <a:pt x="1334770" y="1282"/>
                  </a:lnTo>
                  <a:close/>
                </a:path>
                <a:path w="1334770" h="816610">
                  <a:moveTo>
                    <a:pt x="13347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334770" y="1270"/>
                  </a:lnTo>
                  <a:lnTo>
                    <a:pt x="133477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79">
              <a:extLst>
                <a:ext uri="{FF2B5EF4-FFF2-40B4-BE49-F238E27FC236}">
                  <a16:creationId xmlns:a16="http://schemas.microsoft.com/office/drawing/2014/main" id="{F3AF8D92-4AF6-731E-06EC-D134A0D927C0}"/>
                </a:ext>
              </a:extLst>
            </p:cNvPr>
            <p:cNvSpPr/>
            <p:nvPr/>
          </p:nvSpPr>
          <p:spPr>
            <a:xfrm>
              <a:off x="4566920" y="5403849"/>
              <a:ext cx="1276350" cy="758190"/>
            </a:xfrm>
            <a:custGeom>
              <a:avLst/>
              <a:gdLst/>
              <a:ahLst/>
              <a:cxnLst/>
              <a:rect l="l" t="t" r="r" b="b"/>
              <a:pathLst>
                <a:path w="1276350" h="758189">
                  <a:moveTo>
                    <a:pt x="1276350" y="727849"/>
                  </a:moveTo>
                  <a:lnTo>
                    <a:pt x="1247140" y="727849"/>
                  </a:lnTo>
                  <a:lnTo>
                    <a:pt x="1247140" y="728980"/>
                  </a:lnTo>
                  <a:lnTo>
                    <a:pt x="29210" y="728980"/>
                  </a:lnTo>
                  <a:lnTo>
                    <a:pt x="29210" y="727710"/>
                  </a:lnTo>
                  <a:lnTo>
                    <a:pt x="29210" y="708672"/>
                  </a:lnTo>
                  <a:lnTo>
                    <a:pt x="0" y="708672"/>
                  </a:lnTo>
                  <a:lnTo>
                    <a:pt x="0" y="727710"/>
                  </a:lnTo>
                  <a:lnTo>
                    <a:pt x="0" y="728980"/>
                  </a:lnTo>
                  <a:lnTo>
                    <a:pt x="0" y="758190"/>
                  </a:lnTo>
                  <a:lnTo>
                    <a:pt x="1276350" y="758190"/>
                  </a:lnTo>
                  <a:lnTo>
                    <a:pt x="1276350" y="728980"/>
                  </a:lnTo>
                  <a:lnTo>
                    <a:pt x="1276350" y="727849"/>
                  </a:lnTo>
                  <a:close/>
                </a:path>
                <a:path w="1276350" h="758189">
                  <a:moveTo>
                    <a:pt x="1276350" y="708672"/>
                  </a:moveTo>
                  <a:lnTo>
                    <a:pt x="1247140" y="708672"/>
                  </a:lnTo>
                  <a:lnTo>
                    <a:pt x="1247140" y="727710"/>
                  </a:lnTo>
                  <a:lnTo>
                    <a:pt x="1276350" y="727710"/>
                  </a:lnTo>
                  <a:lnTo>
                    <a:pt x="1276350" y="708672"/>
                  </a:lnTo>
                  <a:close/>
                </a:path>
                <a:path w="1276350" h="758189">
                  <a:moveTo>
                    <a:pt x="127635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0" y="27940"/>
                  </a:lnTo>
                  <a:lnTo>
                    <a:pt x="0" y="708660"/>
                  </a:lnTo>
                  <a:lnTo>
                    <a:pt x="29210" y="708660"/>
                  </a:lnTo>
                  <a:lnTo>
                    <a:pt x="29210" y="27940"/>
                  </a:lnTo>
                  <a:lnTo>
                    <a:pt x="1247140" y="27940"/>
                  </a:lnTo>
                  <a:lnTo>
                    <a:pt x="1247140" y="708660"/>
                  </a:lnTo>
                  <a:lnTo>
                    <a:pt x="1276350" y="708660"/>
                  </a:lnTo>
                  <a:lnTo>
                    <a:pt x="1276350" y="27940"/>
                  </a:lnTo>
                  <a:lnTo>
                    <a:pt x="1276350" y="7620"/>
                  </a:lnTo>
                  <a:lnTo>
                    <a:pt x="1276350" y="3822"/>
                  </a:lnTo>
                  <a:close/>
                </a:path>
                <a:path w="1276350" h="758189">
                  <a:moveTo>
                    <a:pt x="127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76350" y="3810"/>
                  </a:lnTo>
                  <a:lnTo>
                    <a:pt x="127635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0">
              <a:extLst>
                <a:ext uri="{FF2B5EF4-FFF2-40B4-BE49-F238E27FC236}">
                  <a16:creationId xmlns:a16="http://schemas.microsoft.com/office/drawing/2014/main" id="{D7F5CAB7-369A-1E57-E31B-FD192CD19391}"/>
                </a:ext>
              </a:extLst>
            </p:cNvPr>
            <p:cNvSpPr/>
            <p:nvPr/>
          </p:nvSpPr>
          <p:spPr>
            <a:xfrm>
              <a:off x="4596130" y="5431789"/>
              <a:ext cx="1217930" cy="701040"/>
            </a:xfrm>
            <a:custGeom>
              <a:avLst/>
              <a:gdLst/>
              <a:ahLst/>
              <a:cxnLst/>
              <a:rect l="l" t="t" r="r" b="b"/>
              <a:pathLst>
                <a:path w="1217929" h="701039">
                  <a:moveTo>
                    <a:pt x="1217930" y="699897"/>
                  </a:moveTo>
                  <a:lnTo>
                    <a:pt x="0" y="699897"/>
                  </a:lnTo>
                  <a:lnTo>
                    <a:pt x="0" y="701040"/>
                  </a:lnTo>
                  <a:lnTo>
                    <a:pt x="1217930" y="701040"/>
                  </a:lnTo>
                  <a:lnTo>
                    <a:pt x="1217930" y="699897"/>
                  </a:lnTo>
                  <a:close/>
                </a:path>
                <a:path w="1217929" h="701039">
                  <a:moveTo>
                    <a:pt x="1217930" y="694702"/>
                  </a:moveTo>
                  <a:lnTo>
                    <a:pt x="0" y="694702"/>
                  </a:lnTo>
                  <a:lnTo>
                    <a:pt x="0" y="699770"/>
                  </a:lnTo>
                  <a:lnTo>
                    <a:pt x="1217930" y="699770"/>
                  </a:lnTo>
                  <a:lnTo>
                    <a:pt x="1217930" y="694702"/>
                  </a:lnTo>
                  <a:close/>
                </a:path>
                <a:path w="1217929" h="701039">
                  <a:moveTo>
                    <a:pt x="1217930" y="680732"/>
                  </a:moveTo>
                  <a:lnTo>
                    <a:pt x="0" y="680732"/>
                  </a:lnTo>
                  <a:lnTo>
                    <a:pt x="0" y="694690"/>
                  </a:lnTo>
                  <a:lnTo>
                    <a:pt x="1217930" y="694690"/>
                  </a:lnTo>
                  <a:lnTo>
                    <a:pt x="1217930" y="680732"/>
                  </a:lnTo>
                  <a:close/>
                </a:path>
                <a:path w="1217929" h="701039">
                  <a:moveTo>
                    <a:pt x="1217930" y="0"/>
                  </a:moveTo>
                  <a:lnTo>
                    <a:pt x="1188720" y="0"/>
                  </a:lnTo>
                  <a:lnTo>
                    <a:pt x="1188720" y="29210"/>
                  </a:lnTo>
                  <a:lnTo>
                    <a:pt x="1188720" y="671830"/>
                  </a:lnTo>
                  <a:lnTo>
                    <a:pt x="29210" y="671830"/>
                  </a:lnTo>
                  <a:lnTo>
                    <a:pt x="29210" y="29210"/>
                  </a:lnTo>
                  <a:lnTo>
                    <a:pt x="1188720" y="29210"/>
                  </a:lnTo>
                  <a:lnTo>
                    <a:pt x="1188720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671830"/>
                  </a:lnTo>
                  <a:lnTo>
                    <a:pt x="0" y="680720"/>
                  </a:lnTo>
                  <a:lnTo>
                    <a:pt x="1217930" y="680720"/>
                  </a:lnTo>
                  <a:lnTo>
                    <a:pt x="1217930" y="671830"/>
                  </a:lnTo>
                  <a:lnTo>
                    <a:pt x="1217930" y="29210"/>
                  </a:lnTo>
                  <a:lnTo>
                    <a:pt x="121793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1">
              <a:extLst>
                <a:ext uri="{FF2B5EF4-FFF2-40B4-BE49-F238E27FC236}">
                  <a16:creationId xmlns:a16="http://schemas.microsoft.com/office/drawing/2014/main" id="{CBE46D8F-3161-42A8-A873-4C16A40A3F1B}"/>
                </a:ext>
              </a:extLst>
            </p:cNvPr>
            <p:cNvSpPr/>
            <p:nvPr/>
          </p:nvSpPr>
          <p:spPr>
            <a:xfrm>
              <a:off x="4625340" y="5460999"/>
              <a:ext cx="1159510" cy="642620"/>
            </a:xfrm>
            <a:custGeom>
              <a:avLst/>
              <a:gdLst/>
              <a:ahLst/>
              <a:cxnLst/>
              <a:rect l="l" t="t" r="r" b="b"/>
              <a:pathLst>
                <a:path w="1159510" h="642620">
                  <a:moveTo>
                    <a:pt x="1159510" y="640092"/>
                  </a:moveTo>
                  <a:lnTo>
                    <a:pt x="0" y="640092"/>
                  </a:lnTo>
                  <a:lnTo>
                    <a:pt x="0" y="642620"/>
                  </a:lnTo>
                  <a:lnTo>
                    <a:pt x="1159510" y="642620"/>
                  </a:lnTo>
                  <a:lnTo>
                    <a:pt x="1159510" y="640092"/>
                  </a:lnTo>
                  <a:close/>
                </a:path>
                <a:path w="1159510" h="642620">
                  <a:moveTo>
                    <a:pt x="1159510" y="0"/>
                  </a:moveTo>
                  <a:lnTo>
                    <a:pt x="1130300" y="0"/>
                  </a:lnTo>
                  <a:lnTo>
                    <a:pt x="1130300" y="29210"/>
                  </a:lnTo>
                  <a:lnTo>
                    <a:pt x="1130300" y="613410"/>
                  </a:lnTo>
                  <a:lnTo>
                    <a:pt x="29210" y="613410"/>
                  </a:lnTo>
                  <a:lnTo>
                    <a:pt x="29210" y="29210"/>
                  </a:lnTo>
                  <a:lnTo>
                    <a:pt x="1130300" y="29210"/>
                  </a:lnTo>
                  <a:lnTo>
                    <a:pt x="1130300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613410"/>
                  </a:lnTo>
                  <a:lnTo>
                    <a:pt x="0" y="640080"/>
                  </a:lnTo>
                  <a:lnTo>
                    <a:pt x="1159510" y="640080"/>
                  </a:lnTo>
                  <a:lnTo>
                    <a:pt x="1159510" y="613422"/>
                  </a:lnTo>
                  <a:lnTo>
                    <a:pt x="1159510" y="29210"/>
                  </a:lnTo>
                  <a:lnTo>
                    <a:pt x="1159510" y="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2">
              <a:extLst>
                <a:ext uri="{FF2B5EF4-FFF2-40B4-BE49-F238E27FC236}">
                  <a16:creationId xmlns:a16="http://schemas.microsoft.com/office/drawing/2014/main" id="{AE418461-DF77-C32E-D8DE-3BE5B9AD9858}"/>
                </a:ext>
              </a:extLst>
            </p:cNvPr>
            <p:cNvSpPr/>
            <p:nvPr/>
          </p:nvSpPr>
          <p:spPr>
            <a:xfrm>
              <a:off x="4654550" y="5490209"/>
              <a:ext cx="1101090" cy="584200"/>
            </a:xfrm>
            <a:custGeom>
              <a:avLst/>
              <a:gdLst/>
              <a:ahLst/>
              <a:cxnLst/>
              <a:rect l="l" t="t" r="r" b="b"/>
              <a:pathLst>
                <a:path w="1101089" h="584200">
                  <a:moveTo>
                    <a:pt x="1101090" y="0"/>
                  </a:moveTo>
                  <a:lnTo>
                    <a:pt x="1071880" y="0"/>
                  </a:lnTo>
                  <a:lnTo>
                    <a:pt x="1071880" y="30480"/>
                  </a:lnTo>
                  <a:lnTo>
                    <a:pt x="1071880" y="554990"/>
                  </a:lnTo>
                  <a:lnTo>
                    <a:pt x="29210" y="554990"/>
                  </a:lnTo>
                  <a:lnTo>
                    <a:pt x="29210" y="30480"/>
                  </a:lnTo>
                  <a:lnTo>
                    <a:pt x="1071880" y="30480"/>
                  </a:lnTo>
                  <a:lnTo>
                    <a:pt x="1071880" y="0"/>
                  </a:lnTo>
                  <a:lnTo>
                    <a:pt x="0" y="0"/>
                  </a:lnTo>
                  <a:lnTo>
                    <a:pt x="0" y="30480"/>
                  </a:lnTo>
                  <a:lnTo>
                    <a:pt x="0" y="554990"/>
                  </a:lnTo>
                  <a:lnTo>
                    <a:pt x="0" y="584200"/>
                  </a:lnTo>
                  <a:lnTo>
                    <a:pt x="1101090" y="584200"/>
                  </a:lnTo>
                  <a:lnTo>
                    <a:pt x="1101090" y="554990"/>
                  </a:lnTo>
                  <a:lnTo>
                    <a:pt x="1101090" y="30480"/>
                  </a:lnTo>
                  <a:lnTo>
                    <a:pt x="1101090" y="0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3">
              <a:extLst>
                <a:ext uri="{FF2B5EF4-FFF2-40B4-BE49-F238E27FC236}">
                  <a16:creationId xmlns:a16="http://schemas.microsoft.com/office/drawing/2014/main" id="{CC223989-1804-0816-0846-23E751E99883}"/>
                </a:ext>
              </a:extLst>
            </p:cNvPr>
            <p:cNvSpPr/>
            <p:nvPr/>
          </p:nvSpPr>
          <p:spPr>
            <a:xfrm>
              <a:off x="4683760" y="5520689"/>
              <a:ext cx="1042669" cy="524510"/>
            </a:xfrm>
            <a:custGeom>
              <a:avLst/>
              <a:gdLst/>
              <a:ahLst/>
              <a:cxnLst/>
              <a:rect l="l" t="t" r="r" b="b"/>
              <a:pathLst>
                <a:path w="1042670" h="524510">
                  <a:moveTo>
                    <a:pt x="1042670" y="0"/>
                  </a:moveTo>
                  <a:lnTo>
                    <a:pt x="1013460" y="0"/>
                  </a:lnTo>
                  <a:lnTo>
                    <a:pt x="1013460" y="29210"/>
                  </a:lnTo>
                  <a:lnTo>
                    <a:pt x="1013460" y="495300"/>
                  </a:lnTo>
                  <a:lnTo>
                    <a:pt x="29210" y="495300"/>
                  </a:lnTo>
                  <a:lnTo>
                    <a:pt x="29210" y="29210"/>
                  </a:lnTo>
                  <a:lnTo>
                    <a:pt x="1013460" y="29210"/>
                  </a:lnTo>
                  <a:lnTo>
                    <a:pt x="1013460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495300"/>
                  </a:lnTo>
                  <a:lnTo>
                    <a:pt x="0" y="524510"/>
                  </a:lnTo>
                  <a:lnTo>
                    <a:pt x="1042670" y="524510"/>
                  </a:lnTo>
                  <a:lnTo>
                    <a:pt x="1042670" y="495300"/>
                  </a:lnTo>
                  <a:lnTo>
                    <a:pt x="1042670" y="29210"/>
                  </a:lnTo>
                  <a:lnTo>
                    <a:pt x="104267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4">
              <a:extLst>
                <a:ext uri="{FF2B5EF4-FFF2-40B4-BE49-F238E27FC236}">
                  <a16:creationId xmlns:a16="http://schemas.microsoft.com/office/drawing/2014/main" id="{5A9A539E-12E9-8E08-9B34-8BF7ABD282A7}"/>
                </a:ext>
              </a:extLst>
            </p:cNvPr>
            <p:cNvSpPr/>
            <p:nvPr/>
          </p:nvSpPr>
          <p:spPr>
            <a:xfrm>
              <a:off x="4712970" y="5549899"/>
              <a:ext cx="984250" cy="466090"/>
            </a:xfrm>
            <a:custGeom>
              <a:avLst/>
              <a:gdLst/>
              <a:ahLst/>
              <a:cxnLst/>
              <a:rect l="l" t="t" r="r" b="b"/>
              <a:pathLst>
                <a:path w="984250" h="466089">
                  <a:moveTo>
                    <a:pt x="984250" y="0"/>
                  </a:moveTo>
                  <a:lnTo>
                    <a:pt x="955040" y="0"/>
                  </a:lnTo>
                  <a:lnTo>
                    <a:pt x="955040" y="29210"/>
                  </a:lnTo>
                  <a:lnTo>
                    <a:pt x="955040" y="436880"/>
                  </a:lnTo>
                  <a:lnTo>
                    <a:pt x="29210" y="436880"/>
                  </a:lnTo>
                  <a:lnTo>
                    <a:pt x="29210" y="29210"/>
                  </a:lnTo>
                  <a:lnTo>
                    <a:pt x="955040" y="29210"/>
                  </a:lnTo>
                  <a:lnTo>
                    <a:pt x="955040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436880"/>
                  </a:lnTo>
                  <a:lnTo>
                    <a:pt x="0" y="466090"/>
                  </a:lnTo>
                  <a:lnTo>
                    <a:pt x="984250" y="466090"/>
                  </a:lnTo>
                  <a:lnTo>
                    <a:pt x="984250" y="436880"/>
                  </a:lnTo>
                  <a:lnTo>
                    <a:pt x="984250" y="29210"/>
                  </a:lnTo>
                  <a:lnTo>
                    <a:pt x="984250" y="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5">
              <a:extLst>
                <a:ext uri="{FF2B5EF4-FFF2-40B4-BE49-F238E27FC236}">
                  <a16:creationId xmlns:a16="http://schemas.microsoft.com/office/drawing/2014/main" id="{68E36BA6-C547-1E3B-A899-CBAB9FF15A04}"/>
                </a:ext>
              </a:extLst>
            </p:cNvPr>
            <p:cNvSpPr/>
            <p:nvPr/>
          </p:nvSpPr>
          <p:spPr>
            <a:xfrm>
              <a:off x="4742180" y="5579109"/>
              <a:ext cx="925830" cy="407670"/>
            </a:xfrm>
            <a:custGeom>
              <a:avLst/>
              <a:gdLst/>
              <a:ahLst/>
              <a:cxnLst/>
              <a:rect l="l" t="t" r="r" b="b"/>
              <a:pathLst>
                <a:path w="925829" h="407670">
                  <a:moveTo>
                    <a:pt x="925830" y="0"/>
                  </a:moveTo>
                  <a:lnTo>
                    <a:pt x="896620" y="0"/>
                  </a:lnTo>
                  <a:lnTo>
                    <a:pt x="896620" y="29210"/>
                  </a:lnTo>
                  <a:lnTo>
                    <a:pt x="896620" y="378460"/>
                  </a:lnTo>
                  <a:lnTo>
                    <a:pt x="29210" y="378460"/>
                  </a:lnTo>
                  <a:lnTo>
                    <a:pt x="29210" y="29210"/>
                  </a:lnTo>
                  <a:lnTo>
                    <a:pt x="896620" y="29210"/>
                  </a:lnTo>
                  <a:lnTo>
                    <a:pt x="896620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378460"/>
                  </a:lnTo>
                  <a:lnTo>
                    <a:pt x="0" y="407670"/>
                  </a:lnTo>
                  <a:lnTo>
                    <a:pt x="925830" y="407670"/>
                  </a:lnTo>
                  <a:lnTo>
                    <a:pt x="925830" y="378460"/>
                  </a:lnTo>
                  <a:lnTo>
                    <a:pt x="925830" y="29210"/>
                  </a:lnTo>
                  <a:lnTo>
                    <a:pt x="925830" y="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86">
              <a:extLst>
                <a:ext uri="{FF2B5EF4-FFF2-40B4-BE49-F238E27FC236}">
                  <a16:creationId xmlns:a16="http://schemas.microsoft.com/office/drawing/2014/main" id="{9449EF3D-834B-2971-16B4-3070D54472E9}"/>
                </a:ext>
              </a:extLst>
            </p:cNvPr>
            <p:cNvSpPr/>
            <p:nvPr/>
          </p:nvSpPr>
          <p:spPr>
            <a:xfrm>
              <a:off x="4771390" y="5608319"/>
              <a:ext cx="867410" cy="349250"/>
            </a:xfrm>
            <a:custGeom>
              <a:avLst/>
              <a:gdLst/>
              <a:ahLst/>
              <a:cxnLst/>
              <a:rect l="l" t="t" r="r" b="b"/>
              <a:pathLst>
                <a:path w="867410" h="349250">
                  <a:moveTo>
                    <a:pt x="867410" y="0"/>
                  </a:moveTo>
                  <a:lnTo>
                    <a:pt x="838200" y="0"/>
                  </a:lnTo>
                  <a:lnTo>
                    <a:pt x="838200" y="27940"/>
                  </a:lnTo>
                  <a:lnTo>
                    <a:pt x="838200" y="320040"/>
                  </a:lnTo>
                  <a:lnTo>
                    <a:pt x="29210" y="320040"/>
                  </a:lnTo>
                  <a:lnTo>
                    <a:pt x="29210" y="27940"/>
                  </a:lnTo>
                  <a:lnTo>
                    <a:pt x="838200" y="27940"/>
                  </a:lnTo>
                  <a:lnTo>
                    <a:pt x="838200" y="0"/>
                  </a:lnTo>
                  <a:lnTo>
                    <a:pt x="0" y="0"/>
                  </a:lnTo>
                  <a:lnTo>
                    <a:pt x="0" y="27940"/>
                  </a:lnTo>
                  <a:lnTo>
                    <a:pt x="0" y="320040"/>
                  </a:lnTo>
                  <a:lnTo>
                    <a:pt x="0" y="349250"/>
                  </a:lnTo>
                  <a:lnTo>
                    <a:pt x="867410" y="349250"/>
                  </a:lnTo>
                  <a:lnTo>
                    <a:pt x="867410" y="320040"/>
                  </a:lnTo>
                  <a:lnTo>
                    <a:pt x="867410" y="27940"/>
                  </a:lnTo>
                  <a:lnTo>
                    <a:pt x="86741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87">
              <a:extLst>
                <a:ext uri="{FF2B5EF4-FFF2-40B4-BE49-F238E27FC236}">
                  <a16:creationId xmlns:a16="http://schemas.microsoft.com/office/drawing/2014/main" id="{20A65B8F-6BFE-4060-CE17-B711F467938B}"/>
                </a:ext>
              </a:extLst>
            </p:cNvPr>
            <p:cNvSpPr/>
            <p:nvPr/>
          </p:nvSpPr>
          <p:spPr>
            <a:xfrm>
              <a:off x="4800600" y="5636259"/>
              <a:ext cx="808990" cy="292100"/>
            </a:xfrm>
            <a:custGeom>
              <a:avLst/>
              <a:gdLst/>
              <a:ahLst/>
              <a:cxnLst/>
              <a:rect l="l" t="t" r="r" b="b"/>
              <a:pathLst>
                <a:path w="808989" h="292100">
                  <a:moveTo>
                    <a:pt x="808990" y="0"/>
                  </a:moveTo>
                  <a:lnTo>
                    <a:pt x="779780" y="0"/>
                  </a:lnTo>
                  <a:lnTo>
                    <a:pt x="779780" y="29210"/>
                  </a:lnTo>
                  <a:lnTo>
                    <a:pt x="779780" y="262890"/>
                  </a:lnTo>
                  <a:lnTo>
                    <a:pt x="29210" y="262890"/>
                  </a:lnTo>
                  <a:lnTo>
                    <a:pt x="29210" y="29210"/>
                  </a:lnTo>
                  <a:lnTo>
                    <a:pt x="779780" y="29210"/>
                  </a:lnTo>
                  <a:lnTo>
                    <a:pt x="779780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262890"/>
                  </a:lnTo>
                  <a:lnTo>
                    <a:pt x="0" y="292100"/>
                  </a:lnTo>
                  <a:lnTo>
                    <a:pt x="808990" y="292100"/>
                  </a:lnTo>
                  <a:lnTo>
                    <a:pt x="808990" y="262890"/>
                  </a:lnTo>
                  <a:lnTo>
                    <a:pt x="808990" y="29210"/>
                  </a:lnTo>
                  <a:lnTo>
                    <a:pt x="80899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88">
              <a:extLst>
                <a:ext uri="{FF2B5EF4-FFF2-40B4-BE49-F238E27FC236}">
                  <a16:creationId xmlns:a16="http://schemas.microsoft.com/office/drawing/2014/main" id="{92D27A9F-5FEF-68F2-D85A-E44839442C49}"/>
                </a:ext>
              </a:extLst>
            </p:cNvPr>
            <p:cNvSpPr/>
            <p:nvPr/>
          </p:nvSpPr>
          <p:spPr>
            <a:xfrm>
              <a:off x="4829810" y="5665469"/>
              <a:ext cx="750570" cy="233679"/>
            </a:xfrm>
            <a:custGeom>
              <a:avLst/>
              <a:gdLst/>
              <a:ahLst/>
              <a:cxnLst/>
              <a:rect l="l" t="t" r="r" b="b"/>
              <a:pathLst>
                <a:path w="750570" h="233679">
                  <a:moveTo>
                    <a:pt x="750570" y="0"/>
                  </a:moveTo>
                  <a:lnTo>
                    <a:pt x="721360" y="0"/>
                  </a:lnTo>
                  <a:lnTo>
                    <a:pt x="721360" y="30480"/>
                  </a:lnTo>
                  <a:lnTo>
                    <a:pt x="721360" y="204470"/>
                  </a:lnTo>
                  <a:lnTo>
                    <a:pt x="29210" y="204470"/>
                  </a:lnTo>
                  <a:lnTo>
                    <a:pt x="29210" y="30480"/>
                  </a:lnTo>
                  <a:lnTo>
                    <a:pt x="721360" y="30480"/>
                  </a:lnTo>
                  <a:lnTo>
                    <a:pt x="721360" y="0"/>
                  </a:lnTo>
                  <a:lnTo>
                    <a:pt x="0" y="0"/>
                  </a:lnTo>
                  <a:lnTo>
                    <a:pt x="0" y="30480"/>
                  </a:lnTo>
                  <a:lnTo>
                    <a:pt x="0" y="204470"/>
                  </a:lnTo>
                  <a:lnTo>
                    <a:pt x="0" y="233680"/>
                  </a:lnTo>
                  <a:lnTo>
                    <a:pt x="750570" y="233680"/>
                  </a:lnTo>
                  <a:lnTo>
                    <a:pt x="750570" y="204470"/>
                  </a:lnTo>
                  <a:lnTo>
                    <a:pt x="750570" y="30480"/>
                  </a:lnTo>
                  <a:lnTo>
                    <a:pt x="75057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89">
              <a:extLst>
                <a:ext uri="{FF2B5EF4-FFF2-40B4-BE49-F238E27FC236}">
                  <a16:creationId xmlns:a16="http://schemas.microsoft.com/office/drawing/2014/main" id="{35EDA48C-9F1E-7614-1386-891AB4B4DBFF}"/>
                </a:ext>
              </a:extLst>
            </p:cNvPr>
            <p:cNvSpPr/>
            <p:nvPr/>
          </p:nvSpPr>
          <p:spPr>
            <a:xfrm>
              <a:off x="4859020" y="5695949"/>
              <a:ext cx="692150" cy="173990"/>
            </a:xfrm>
            <a:custGeom>
              <a:avLst/>
              <a:gdLst/>
              <a:ahLst/>
              <a:cxnLst/>
              <a:rect l="l" t="t" r="r" b="b"/>
              <a:pathLst>
                <a:path w="692150" h="173989">
                  <a:moveTo>
                    <a:pt x="692150" y="0"/>
                  </a:moveTo>
                  <a:lnTo>
                    <a:pt x="662940" y="0"/>
                  </a:lnTo>
                  <a:lnTo>
                    <a:pt x="662940" y="29210"/>
                  </a:lnTo>
                  <a:lnTo>
                    <a:pt x="662940" y="144780"/>
                  </a:lnTo>
                  <a:lnTo>
                    <a:pt x="29210" y="144780"/>
                  </a:lnTo>
                  <a:lnTo>
                    <a:pt x="29210" y="29210"/>
                  </a:lnTo>
                  <a:lnTo>
                    <a:pt x="662940" y="29210"/>
                  </a:lnTo>
                  <a:lnTo>
                    <a:pt x="662940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144780"/>
                  </a:lnTo>
                  <a:lnTo>
                    <a:pt x="0" y="173990"/>
                  </a:lnTo>
                  <a:lnTo>
                    <a:pt x="692150" y="173990"/>
                  </a:lnTo>
                  <a:lnTo>
                    <a:pt x="692150" y="144780"/>
                  </a:lnTo>
                  <a:lnTo>
                    <a:pt x="692150" y="29210"/>
                  </a:lnTo>
                  <a:lnTo>
                    <a:pt x="692150" y="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0">
              <a:extLst>
                <a:ext uri="{FF2B5EF4-FFF2-40B4-BE49-F238E27FC236}">
                  <a16:creationId xmlns:a16="http://schemas.microsoft.com/office/drawing/2014/main" id="{13C12690-33E2-A401-8944-850A32FB2EE1}"/>
                </a:ext>
              </a:extLst>
            </p:cNvPr>
            <p:cNvSpPr/>
            <p:nvPr/>
          </p:nvSpPr>
          <p:spPr>
            <a:xfrm>
              <a:off x="4888230" y="5725159"/>
              <a:ext cx="633730" cy="115570"/>
            </a:xfrm>
            <a:custGeom>
              <a:avLst/>
              <a:gdLst/>
              <a:ahLst/>
              <a:cxnLst/>
              <a:rect l="l" t="t" r="r" b="b"/>
              <a:pathLst>
                <a:path w="633729" h="115570">
                  <a:moveTo>
                    <a:pt x="633730" y="0"/>
                  </a:moveTo>
                  <a:lnTo>
                    <a:pt x="604520" y="0"/>
                  </a:lnTo>
                  <a:lnTo>
                    <a:pt x="604520" y="29210"/>
                  </a:lnTo>
                  <a:lnTo>
                    <a:pt x="604520" y="86360"/>
                  </a:lnTo>
                  <a:lnTo>
                    <a:pt x="29210" y="86360"/>
                  </a:lnTo>
                  <a:lnTo>
                    <a:pt x="29210" y="29210"/>
                  </a:lnTo>
                  <a:lnTo>
                    <a:pt x="604520" y="29210"/>
                  </a:lnTo>
                  <a:lnTo>
                    <a:pt x="604520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86360"/>
                  </a:lnTo>
                  <a:lnTo>
                    <a:pt x="0" y="115570"/>
                  </a:lnTo>
                  <a:lnTo>
                    <a:pt x="633730" y="115570"/>
                  </a:lnTo>
                  <a:lnTo>
                    <a:pt x="633730" y="86360"/>
                  </a:lnTo>
                  <a:lnTo>
                    <a:pt x="633730" y="29210"/>
                  </a:lnTo>
                  <a:lnTo>
                    <a:pt x="633730" y="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1">
              <a:extLst>
                <a:ext uri="{FF2B5EF4-FFF2-40B4-BE49-F238E27FC236}">
                  <a16:creationId xmlns:a16="http://schemas.microsoft.com/office/drawing/2014/main" id="{FCD351E0-3B6E-2845-B121-20C813FAFA58}"/>
                </a:ext>
              </a:extLst>
            </p:cNvPr>
            <p:cNvSpPr/>
            <p:nvPr/>
          </p:nvSpPr>
          <p:spPr>
            <a:xfrm>
              <a:off x="4917439" y="5754369"/>
              <a:ext cx="575310" cy="57150"/>
            </a:xfrm>
            <a:custGeom>
              <a:avLst/>
              <a:gdLst/>
              <a:ahLst/>
              <a:cxnLst/>
              <a:rect l="l" t="t" r="r" b="b"/>
              <a:pathLst>
                <a:path w="575310" h="57150">
                  <a:moveTo>
                    <a:pt x="575310" y="0"/>
                  </a:moveTo>
                  <a:lnTo>
                    <a:pt x="0" y="0"/>
                  </a:lnTo>
                  <a:lnTo>
                    <a:pt x="0" y="57149"/>
                  </a:lnTo>
                  <a:lnTo>
                    <a:pt x="575310" y="57149"/>
                  </a:lnTo>
                  <a:lnTo>
                    <a:pt x="575310" y="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2">
              <a:extLst>
                <a:ext uri="{FF2B5EF4-FFF2-40B4-BE49-F238E27FC236}">
                  <a16:creationId xmlns:a16="http://schemas.microsoft.com/office/drawing/2014/main" id="{F57678BA-DAB2-E3AB-0E3B-45515C15DA3C}"/>
                </a:ext>
              </a:extLst>
            </p:cNvPr>
            <p:cNvSpPr/>
            <p:nvPr/>
          </p:nvSpPr>
          <p:spPr>
            <a:xfrm>
              <a:off x="4479289" y="5316219"/>
              <a:ext cx="1451610" cy="933450"/>
            </a:xfrm>
            <a:custGeom>
              <a:avLst/>
              <a:gdLst/>
              <a:ahLst/>
              <a:cxnLst/>
              <a:rect l="l" t="t" r="r" b="b"/>
              <a:pathLst>
                <a:path w="1451610" h="933450">
                  <a:moveTo>
                    <a:pt x="156210" y="0"/>
                  </a:moveTo>
                  <a:lnTo>
                    <a:pt x="109727" y="8676"/>
                  </a:lnTo>
                  <a:lnTo>
                    <a:pt x="67208" y="32227"/>
                  </a:lnTo>
                  <a:lnTo>
                    <a:pt x="32308" y="66934"/>
                  </a:lnTo>
                  <a:lnTo>
                    <a:pt x="8686" y="109077"/>
                  </a:lnTo>
                  <a:lnTo>
                    <a:pt x="0" y="154939"/>
                  </a:lnTo>
                  <a:lnTo>
                    <a:pt x="0" y="777239"/>
                  </a:lnTo>
                  <a:lnTo>
                    <a:pt x="8686" y="823721"/>
                  </a:lnTo>
                  <a:lnTo>
                    <a:pt x="32308" y="866241"/>
                  </a:lnTo>
                  <a:lnTo>
                    <a:pt x="67208" y="901141"/>
                  </a:lnTo>
                  <a:lnTo>
                    <a:pt x="109728" y="924763"/>
                  </a:lnTo>
                  <a:lnTo>
                    <a:pt x="156210" y="933449"/>
                  </a:lnTo>
                  <a:lnTo>
                    <a:pt x="1295400" y="933449"/>
                  </a:lnTo>
                  <a:lnTo>
                    <a:pt x="1341882" y="924763"/>
                  </a:lnTo>
                  <a:lnTo>
                    <a:pt x="1384401" y="901141"/>
                  </a:lnTo>
                  <a:lnTo>
                    <a:pt x="1419301" y="866241"/>
                  </a:lnTo>
                  <a:lnTo>
                    <a:pt x="1442923" y="823721"/>
                  </a:lnTo>
                  <a:lnTo>
                    <a:pt x="1451610" y="777239"/>
                  </a:lnTo>
                  <a:lnTo>
                    <a:pt x="1451610" y="154939"/>
                  </a:lnTo>
                  <a:lnTo>
                    <a:pt x="1442923" y="109077"/>
                  </a:lnTo>
                  <a:lnTo>
                    <a:pt x="1419301" y="66934"/>
                  </a:lnTo>
                  <a:lnTo>
                    <a:pt x="1384401" y="32227"/>
                  </a:lnTo>
                  <a:lnTo>
                    <a:pt x="1341881" y="8676"/>
                  </a:lnTo>
                  <a:lnTo>
                    <a:pt x="1295400" y="0"/>
                  </a:lnTo>
                  <a:lnTo>
                    <a:pt x="156210" y="0"/>
                  </a:lnTo>
                  <a:close/>
                </a:path>
              </a:pathLst>
            </a:custGeom>
            <a:ln w="19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7" name="object 293">
              <a:extLst>
                <a:ext uri="{FF2B5EF4-FFF2-40B4-BE49-F238E27FC236}">
                  <a16:creationId xmlns:a16="http://schemas.microsoft.com/office/drawing/2014/main" id="{782C13C7-FF5C-B5AD-891A-2E41B62538A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93969" y="5482589"/>
              <a:ext cx="683260" cy="621030"/>
            </a:xfrm>
            <a:prstGeom prst="rect">
              <a:avLst/>
            </a:prstGeom>
          </p:spPr>
        </p:pic>
        <p:sp>
          <p:nvSpPr>
            <p:cNvPr id="298" name="object 294">
              <a:extLst>
                <a:ext uri="{FF2B5EF4-FFF2-40B4-BE49-F238E27FC236}">
                  <a16:creationId xmlns:a16="http://schemas.microsoft.com/office/drawing/2014/main" id="{02B8F2D5-1B6A-BFB9-69AC-3EE30349BA65}"/>
                </a:ext>
              </a:extLst>
            </p:cNvPr>
            <p:cNvSpPr/>
            <p:nvPr/>
          </p:nvSpPr>
          <p:spPr>
            <a:xfrm>
              <a:off x="5093969" y="5482589"/>
              <a:ext cx="681990" cy="619760"/>
            </a:xfrm>
            <a:custGeom>
              <a:avLst/>
              <a:gdLst/>
              <a:ahLst/>
              <a:cxnLst/>
              <a:rect l="l" t="t" r="r" b="b"/>
              <a:pathLst>
                <a:path w="681989" h="619760">
                  <a:moveTo>
                    <a:pt x="681989" y="619760"/>
                  </a:moveTo>
                  <a:lnTo>
                    <a:pt x="0" y="619760"/>
                  </a:lnTo>
                  <a:lnTo>
                    <a:pt x="0" y="0"/>
                  </a:lnTo>
                  <a:lnTo>
                    <a:pt x="681989" y="0"/>
                  </a:lnTo>
                  <a:lnTo>
                    <a:pt x="681989" y="61976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9" name="object 295">
              <a:extLst>
                <a:ext uri="{FF2B5EF4-FFF2-40B4-BE49-F238E27FC236}">
                  <a16:creationId xmlns:a16="http://schemas.microsoft.com/office/drawing/2014/main" id="{5D1A3E7F-C59D-12E7-506F-FC9E8EB03831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140959" y="5850889"/>
              <a:ext cx="140970" cy="64769"/>
            </a:xfrm>
            <a:prstGeom prst="rect">
              <a:avLst/>
            </a:prstGeom>
          </p:spPr>
        </p:pic>
        <p:pic>
          <p:nvPicPr>
            <p:cNvPr id="300" name="object 296">
              <a:extLst>
                <a:ext uri="{FF2B5EF4-FFF2-40B4-BE49-F238E27FC236}">
                  <a16:creationId xmlns:a16="http://schemas.microsoft.com/office/drawing/2014/main" id="{C07EB843-BC40-E50B-9E57-08879523373C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40959" y="5924549"/>
              <a:ext cx="140970" cy="66040"/>
            </a:xfrm>
            <a:prstGeom prst="rect">
              <a:avLst/>
            </a:prstGeom>
          </p:spPr>
        </p:pic>
        <p:sp>
          <p:nvSpPr>
            <p:cNvPr id="301" name="object 297">
              <a:extLst>
                <a:ext uri="{FF2B5EF4-FFF2-40B4-BE49-F238E27FC236}">
                  <a16:creationId xmlns:a16="http://schemas.microsoft.com/office/drawing/2014/main" id="{89829A14-8764-AE2F-90C0-309935574ACB}"/>
                </a:ext>
              </a:extLst>
            </p:cNvPr>
            <p:cNvSpPr/>
            <p:nvPr/>
          </p:nvSpPr>
          <p:spPr>
            <a:xfrm>
              <a:off x="5600700" y="5539739"/>
              <a:ext cx="116839" cy="22860"/>
            </a:xfrm>
            <a:custGeom>
              <a:avLst/>
              <a:gdLst/>
              <a:ahLst/>
              <a:cxnLst/>
              <a:rect l="l" t="t" r="r" b="b"/>
              <a:pathLst>
                <a:path w="116839" h="22860">
                  <a:moveTo>
                    <a:pt x="1168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16840" y="22860"/>
                  </a:lnTo>
                  <a:lnTo>
                    <a:pt x="116840" y="0"/>
                  </a:lnTo>
                  <a:close/>
                </a:path>
              </a:pathLst>
            </a:custGeom>
            <a:solidFill>
              <a:srgbClr val="467C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298">
              <a:extLst>
                <a:ext uri="{FF2B5EF4-FFF2-40B4-BE49-F238E27FC236}">
                  <a16:creationId xmlns:a16="http://schemas.microsoft.com/office/drawing/2014/main" id="{790E9D63-ECCB-6047-1261-B8AD76CF1CF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95239" y="5400039"/>
              <a:ext cx="679450" cy="80009"/>
            </a:xfrm>
            <a:prstGeom prst="rect">
              <a:avLst/>
            </a:prstGeom>
          </p:spPr>
        </p:pic>
        <p:sp>
          <p:nvSpPr>
            <p:cNvPr id="303" name="object 299">
              <a:extLst>
                <a:ext uri="{FF2B5EF4-FFF2-40B4-BE49-F238E27FC236}">
                  <a16:creationId xmlns:a16="http://schemas.microsoft.com/office/drawing/2014/main" id="{F03ACEF9-8E89-F811-22AC-F135E5969E65}"/>
                </a:ext>
              </a:extLst>
            </p:cNvPr>
            <p:cNvSpPr/>
            <p:nvPr/>
          </p:nvSpPr>
          <p:spPr>
            <a:xfrm>
              <a:off x="5323840" y="5480049"/>
              <a:ext cx="220979" cy="622300"/>
            </a:xfrm>
            <a:custGeom>
              <a:avLst/>
              <a:gdLst/>
              <a:ahLst/>
              <a:cxnLst/>
              <a:rect l="l" t="t" r="r" b="b"/>
              <a:pathLst>
                <a:path w="220979" h="622300">
                  <a:moveTo>
                    <a:pt x="12700" y="0"/>
                  </a:moveTo>
                  <a:lnTo>
                    <a:pt x="0" y="0"/>
                  </a:lnTo>
                  <a:lnTo>
                    <a:pt x="0" y="622300"/>
                  </a:lnTo>
                  <a:lnTo>
                    <a:pt x="12700" y="622300"/>
                  </a:lnTo>
                  <a:lnTo>
                    <a:pt x="12700" y="0"/>
                  </a:lnTo>
                  <a:close/>
                </a:path>
                <a:path w="220979" h="622300">
                  <a:moveTo>
                    <a:pt x="220980" y="0"/>
                  </a:moveTo>
                  <a:lnTo>
                    <a:pt x="210820" y="0"/>
                  </a:lnTo>
                  <a:lnTo>
                    <a:pt x="210820" y="622300"/>
                  </a:lnTo>
                  <a:lnTo>
                    <a:pt x="220980" y="62230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C6DE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4" name="object 300">
              <a:extLst>
                <a:ext uri="{FF2B5EF4-FFF2-40B4-BE49-F238E27FC236}">
                  <a16:creationId xmlns:a16="http://schemas.microsoft.com/office/drawing/2014/main" id="{5ABC99EB-BC6F-DDFC-D819-A919F0B16F9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67019" y="5852159"/>
              <a:ext cx="142239" cy="138430"/>
            </a:xfrm>
            <a:prstGeom prst="rect">
              <a:avLst/>
            </a:prstGeom>
          </p:spPr>
        </p:pic>
        <p:pic>
          <p:nvPicPr>
            <p:cNvPr id="305" name="object 301">
              <a:extLst>
                <a:ext uri="{FF2B5EF4-FFF2-40B4-BE49-F238E27FC236}">
                  <a16:creationId xmlns:a16="http://schemas.microsoft.com/office/drawing/2014/main" id="{C860B1A6-8F9C-60ED-1D63-7524F12A9B97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40959" y="5996939"/>
              <a:ext cx="140970" cy="66039"/>
            </a:xfrm>
            <a:prstGeom prst="rect">
              <a:avLst/>
            </a:prstGeom>
          </p:spPr>
        </p:pic>
        <p:pic>
          <p:nvPicPr>
            <p:cNvPr id="306" name="object 302">
              <a:extLst>
                <a:ext uri="{FF2B5EF4-FFF2-40B4-BE49-F238E27FC236}">
                  <a16:creationId xmlns:a16="http://schemas.microsoft.com/office/drawing/2014/main" id="{AD1B2730-DB66-259F-E51F-FB8D9B6F613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367019" y="5996939"/>
              <a:ext cx="142239" cy="66039"/>
            </a:xfrm>
            <a:prstGeom prst="rect">
              <a:avLst/>
            </a:prstGeom>
          </p:spPr>
        </p:pic>
        <p:pic>
          <p:nvPicPr>
            <p:cNvPr id="307" name="object 303">
              <a:extLst>
                <a:ext uri="{FF2B5EF4-FFF2-40B4-BE49-F238E27FC236}">
                  <a16:creationId xmlns:a16="http://schemas.microsoft.com/office/drawing/2014/main" id="{5740EF85-46BB-7260-F52A-EBA2AC1ED3E2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589269" y="5850889"/>
              <a:ext cx="142239" cy="64769"/>
            </a:xfrm>
            <a:prstGeom prst="rect">
              <a:avLst/>
            </a:prstGeom>
          </p:spPr>
        </p:pic>
        <p:pic>
          <p:nvPicPr>
            <p:cNvPr id="308" name="object 304">
              <a:extLst>
                <a:ext uri="{FF2B5EF4-FFF2-40B4-BE49-F238E27FC236}">
                  <a16:creationId xmlns:a16="http://schemas.microsoft.com/office/drawing/2014/main" id="{9F5FA032-0415-6656-3C1F-6BF79439E5A6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589269" y="5924549"/>
              <a:ext cx="142239" cy="66040"/>
            </a:xfrm>
            <a:prstGeom prst="rect">
              <a:avLst/>
            </a:prstGeom>
          </p:spPr>
        </p:pic>
        <p:pic>
          <p:nvPicPr>
            <p:cNvPr id="309" name="object 305">
              <a:extLst>
                <a:ext uri="{FF2B5EF4-FFF2-40B4-BE49-F238E27FC236}">
                  <a16:creationId xmlns:a16="http://schemas.microsoft.com/office/drawing/2014/main" id="{684FA5E2-8BF4-7669-C1E6-4FCD4B2C04E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589269" y="5996939"/>
              <a:ext cx="142239" cy="66039"/>
            </a:xfrm>
            <a:prstGeom prst="rect">
              <a:avLst/>
            </a:prstGeom>
          </p:spPr>
        </p:pic>
        <p:pic>
          <p:nvPicPr>
            <p:cNvPr id="310" name="object 306">
              <a:extLst>
                <a:ext uri="{FF2B5EF4-FFF2-40B4-BE49-F238E27FC236}">
                  <a16:creationId xmlns:a16="http://schemas.microsoft.com/office/drawing/2014/main" id="{36A85EA6-CF87-8953-BAA1-60E3D4BC2473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27879" y="5587999"/>
              <a:ext cx="345440" cy="500380"/>
            </a:xfrm>
            <a:prstGeom prst="rect">
              <a:avLst/>
            </a:prstGeom>
          </p:spPr>
        </p:pic>
        <p:sp>
          <p:nvSpPr>
            <p:cNvPr id="311" name="object 307">
              <a:extLst>
                <a:ext uri="{FF2B5EF4-FFF2-40B4-BE49-F238E27FC236}">
                  <a16:creationId xmlns:a16="http://schemas.microsoft.com/office/drawing/2014/main" id="{B21B10EC-E6AB-0E6D-BBDF-8105CCF000E0}"/>
                </a:ext>
              </a:extLst>
            </p:cNvPr>
            <p:cNvSpPr/>
            <p:nvPr/>
          </p:nvSpPr>
          <p:spPr>
            <a:xfrm>
              <a:off x="4674869" y="559307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2" name="object 308">
              <a:extLst>
                <a:ext uri="{FF2B5EF4-FFF2-40B4-BE49-F238E27FC236}">
                  <a16:creationId xmlns:a16="http://schemas.microsoft.com/office/drawing/2014/main" id="{635AF651-628F-FF8A-8CE1-E9331A40DC6C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629149" y="5518149"/>
              <a:ext cx="349250" cy="80010"/>
            </a:xfrm>
            <a:prstGeom prst="rect">
              <a:avLst/>
            </a:prstGeom>
          </p:spPr>
        </p:pic>
        <p:pic>
          <p:nvPicPr>
            <p:cNvPr id="313" name="object 309">
              <a:extLst>
                <a:ext uri="{FF2B5EF4-FFF2-40B4-BE49-F238E27FC236}">
                  <a16:creationId xmlns:a16="http://schemas.microsoft.com/office/drawing/2014/main" id="{EBB581EB-9A14-F08B-3B54-05D75C4FF0C6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658359" y="5587999"/>
              <a:ext cx="285750" cy="474980"/>
            </a:xfrm>
            <a:prstGeom prst="rect">
              <a:avLst/>
            </a:prstGeom>
          </p:spPr>
        </p:pic>
        <p:sp>
          <p:nvSpPr>
            <p:cNvPr id="314" name="object 310">
              <a:extLst>
                <a:ext uri="{FF2B5EF4-FFF2-40B4-BE49-F238E27FC236}">
                  <a16:creationId xmlns:a16="http://schemas.microsoft.com/office/drawing/2014/main" id="{961AA91C-4306-CF5E-DC2F-C4157C9A1EE3}"/>
                </a:ext>
              </a:extLst>
            </p:cNvPr>
            <p:cNvSpPr/>
            <p:nvPr/>
          </p:nvSpPr>
          <p:spPr>
            <a:xfrm>
              <a:off x="4721860" y="5690869"/>
              <a:ext cx="157480" cy="66040"/>
            </a:xfrm>
            <a:custGeom>
              <a:avLst/>
              <a:gdLst/>
              <a:ahLst/>
              <a:cxnLst/>
              <a:rect l="l" t="t" r="r" b="b"/>
              <a:pathLst>
                <a:path w="157479" h="66039">
                  <a:moveTo>
                    <a:pt x="157480" y="44450"/>
                  </a:moveTo>
                  <a:lnTo>
                    <a:pt x="0" y="44450"/>
                  </a:lnTo>
                  <a:lnTo>
                    <a:pt x="0" y="66040"/>
                  </a:lnTo>
                  <a:lnTo>
                    <a:pt x="157480" y="66040"/>
                  </a:lnTo>
                  <a:lnTo>
                    <a:pt x="157480" y="44450"/>
                  </a:lnTo>
                  <a:close/>
                </a:path>
                <a:path w="157479" h="66039">
                  <a:moveTo>
                    <a:pt x="157480" y="0"/>
                  </a:moveTo>
                  <a:lnTo>
                    <a:pt x="0" y="0"/>
                  </a:lnTo>
                  <a:lnTo>
                    <a:pt x="0" y="21590"/>
                  </a:lnTo>
                  <a:lnTo>
                    <a:pt x="157480" y="21590"/>
                  </a:lnTo>
                  <a:lnTo>
                    <a:pt x="1574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5" name="object 311">
            <a:extLst>
              <a:ext uri="{FF2B5EF4-FFF2-40B4-BE49-F238E27FC236}">
                <a16:creationId xmlns:a16="http://schemas.microsoft.com/office/drawing/2014/main" id="{657C91CC-43DB-A02B-DF8C-4AE09C1DF886}"/>
              </a:ext>
            </a:extLst>
          </p:cNvPr>
          <p:cNvSpPr txBox="1"/>
          <p:nvPr/>
        </p:nvSpPr>
        <p:spPr>
          <a:xfrm>
            <a:off x="3887470" y="6451600"/>
            <a:ext cx="265049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Network</a:t>
            </a:r>
            <a:r>
              <a:rPr sz="1400" spc="-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Attached</a:t>
            </a:r>
            <a:r>
              <a:rPr sz="1400" spc="-1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Storage</a:t>
            </a:r>
            <a:r>
              <a:rPr sz="1400" spc="-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(NAS)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316" name="object 312">
            <a:extLst>
              <a:ext uri="{FF2B5EF4-FFF2-40B4-BE49-F238E27FC236}">
                <a16:creationId xmlns:a16="http://schemas.microsoft.com/office/drawing/2014/main" id="{0E9EF0F2-88B1-983C-E1C4-CBB1693DCA43}"/>
              </a:ext>
            </a:extLst>
          </p:cNvPr>
          <p:cNvGrpSpPr/>
          <p:nvPr/>
        </p:nvGrpSpPr>
        <p:grpSpPr>
          <a:xfrm>
            <a:off x="248602" y="2107882"/>
            <a:ext cx="1426845" cy="1444625"/>
            <a:chOff x="248602" y="2107882"/>
            <a:chExt cx="1426845" cy="1444625"/>
          </a:xfrm>
        </p:grpSpPr>
        <p:sp>
          <p:nvSpPr>
            <p:cNvPr id="317" name="object 313">
              <a:extLst>
                <a:ext uri="{FF2B5EF4-FFF2-40B4-BE49-F238E27FC236}">
                  <a16:creationId xmlns:a16="http://schemas.microsoft.com/office/drawing/2014/main" id="{E25674E0-29E5-0891-D934-77068C272D03}"/>
                </a:ext>
              </a:extLst>
            </p:cNvPr>
            <p:cNvSpPr/>
            <p:nvPr/>
          </p:nvSpPr>
          <p:spPr>
            <a:xfrm>
              <a:off x="294640" y="2122169"/>
              <a:ext cx="1336040" cy="54610"/>
            </a:xfrm>
            <a:custGeom>
              <a:avLst/>
              <a:gdLst/>
              <a:ahLst/>
              <a:cxnLst/>
              <a:rect l="l" t="t" r="r" b="b"/>
              <a:pathLst>
                <a:path w="1336039" h="54610">
                  <a:moveTo>
                    <a:pt x="1269987" y="6350"/>
                  </a:moveTo>
                  <a:lnTo>
                    <a:pt x="1267460" y="6350"/>
                  </a:lnTo>
                  <a:lnTo>
                    <a:pt x="1267460" y="5207"/>
                  </a:lnTo>
                  <a:lnTo>
                    <a:pt x="1263637" y="5207"/>
                  </a:lnTo>
                  <a:lnTo>
                    <a:pt x="1263637" y="3810"/>
                  </a:lnTo>
                  <a:lnTo>
                    <a:pt x="1257300" y="3810"/>
                  </a:lnTo>
                  <a:lnTo>
                    <a:pt x="1257300" y="2667"/>
                  </a:lnTo>
                  <a:lnTo>
                    <a:pt x="1257300" y="2540"/>
                  </a:lnTo>
                  <a:lnTo>
                    <a:pt x="1244600" y="2540"/>
                  </a:lnTo>
                  <a:lnTo>
                    <a:pt x="1244600" y="1397"/>
                  </a:lnTo>
                  <a:lnTo>
                    <a:pt x="1231900" y="1397"/>
                  </a:lnTo>
                  <a:lnTo>
                    <a:pt x="1231900" y="0"/>
                  </a:lnTo>
                  <a:lnTo>
                    <a:pt x="102870" y="0"/>
                  </a:lnTo>
                  <a:lnTo>
                    <a:pt x="102870" y="1397"/>
                  </a:lnTo>
                  <a:lnTo>
                    <a:pt x="90170" y="1397"/>
                  </a:lnTo>
                  <a:lnTo>
                    <a:pt x="90170" y="2540"/>
                  </a:lnTo>
                  <a:lnTo>
                    <a:pt x="77470" y="2540"/>
                  </a:lnTo>
                  <a:lnTo>
                    <a:pt x="77470" y="3810"/>
                  </a:lnTo>
                  <a:lnTo>
                    <a:pt x="74930" y="3810"/>
                  </a:lnTo>
                  <a:lnTo>
                    <a:pt x="74930" y="5207"/>
                  </a:lnTo>
                  <a:lnTo>
                    <a:pt x="71120" y="5207"/>
                  </a:lnTo>
                  <a:lnTo>
                    <a:pt x="71120" y="6350"/>
                  </a:lnTo>
                  <a:lnTo>
                    <a:pt x="66040" y="6350"/>
                  </a:lnTo>
                  <a:lnTo>
                    <a:pt x="66040" y="7620"/>
                  </a:lnTo>
                  <a:lnTo>
                    <a:pt x="1269987" y="7620"/>
                  </a:lnTo>
                  <a:lnTo>
                    <a:pt x="1269987" y="6477"/>
                  </a:lnTo>
                  <a:lnTo>
                    <a:pt x="1269987" y="6350"/>
                  </a:lnTo>
                  <a:close/>
                </a:path>
                <a:path w="1336039" h="54610">
                  <a:moveTo>
                    <a:pt x="1285227" y="12700"/>
                  </a:moveTo>
                  <a:lnTo>
                    <a:pt x="1281430" y="12700"/>
                  </a:lnTo>
                  <a:lnTo>
                    <a:pt x="1281430" y="11557"/>
                  </a:lnTo>
                  <a:lnTo>
                    <a:pt x="1278890" y="11557"/>
                  </a:lnTo>
                  <a:lnTo>
                    <a:pt x="1278890" y="10160"/>
                  </a:lnTo>
                  <a:lnTo>
                    <a:pt x="1276350" y="10160"/>
                  </a:lnTo>
                  <a:lnTo>
                    <a:pt x="1276350" y="9017"/>
                  </a:lnTo>
                  <a:lnTo>
                    <a:pt x="1276350" y="8890"/>
                  </a:lnTo>
                  <a:lnTo>
                    <a:pt x="1273810" y="8890"/>
                  </a:lnTo>
                  <a:lnTo>
                    <a:pt x="1273810" y="7747"/>
                  </a:lnTo>
                  <a:lnTo>
                    <a:pt x="63500" y="7747"/>
                  </a:lnTo>
                  <a:lnTo>
                    <a:pt x="63500" y="8890"/>
                  </a:lnTo>
                  <a:lnTo>
                    <a:pt x="60960" y="8890"/>
                  </a:lnTo>
                  <a:lnTo>
                    <a:pt x="60960" y="10160"/>
                  </a:lnTo>
                  <a:lnTo>
                    <a:pt x="57150" y="10160"/>
                  </a:lnTo>
                  <a:lnTo>
                    <a:pt x="57150" y="11557"/>
                  </a:lnTo>
                  <a:lnTo>
                    <a:pt x="53340" y="11557"/>
                  </a:lnTo>
                  <a:lnTo>
                    <a:pt x="53340" y="12700"/>
                  </a:lnTo>
                  <a:lnTo>
                    <a:pt x="52070" y="12700"/>
                  </a:lnTo>
                  <a:lnTo>
                    <a:pt x="52070" y="13970"/>
                  </a:lnTo>
                  <a:lnTo>
                    <a:pt x="1285227" y="13970"/>
                  </a:lnTo>
                  <a:lnTo>
                    <a:pt x="1285227" y="12827"/>
                  </a:lnTo>
                  <a:lnTo>
                    <a:pt x="1285227" y="12700"/>
                  </a:lnTo>
                  <a:close/>
                </a:path>
                <a:path w="1336039" h="54610">
                  <a:moveTo>
                    <a:pt x="1296670" y="19050"/>
                  </a:moveTo>
                  <a:lnTo>
                    <a:pt x="1294130" y="19050"/>
                  </a:lnTo>
                  <a:lnTo>
                    <a:pt x="1294130" y="17907"/>
                  </a:lnTo>
                  <a:lnTo>
                    <a:pt x="1292860" y="17907"/>
                  </a:lnTo>
                  <a:lnTo>
                    <a:pt x="1292860" y="16510"/>
                  </a:lnTo>
                  <a:lnTo>
                    <a:pt x="1290320" y="16510"/>
                  </a:lnTo>
                  <a:lnTo>
                    <a:pt x="1290320" y="15367"/>
                  </a:lnTo>
                  <a:lnTo>
                    <a:pt x="1290320" y="15240"/>
                  </a:lnTo>
                  <a:lnTo>
                    <a:pt x="1287780" y="15240"/>
                  </a:lnTo>
                  <a:lnTo>
                    <a:pt x="1287780" y="14097"/>
                  </a:lnTo>
                  <a:lnTo>
                    <a:pt x="49530" y="14097"/>
                  </a:lnTo>
                  <a:lnTo>
                    <a:pt x="49530" y="15240"/>
                  </a:lnTo>
                  <a:lnTo>
                    <a:pt x="46990" y="15240"/>
                  </a:lnTo>
                  <a:lnTo>
                    <a:pt x="46990" y="16510"/>
                  </a:lnTo>
                  <a:lnTo>
                    <a:pt x="44450" y="16510"/>
                  </a:lnTo>
                  <a:lnTo>
                    <a:pt x="44450" y="17907"/>
                  </a:lnTo>
                  <a:lnTo>
                    <a:pt x="41910" y="17907"/>
                  </a:lnTo>
                  <a:lnTo>
                    <a:pt x="41910" y="19050"/>
                  </a:lnTo>
                  <a:lnTo>
                    <a:pt x="40640" y="19050"/>
                  </a:lnTo>
                  <a:lnTo>
                    <a:pt x="40640" y="20320"/>
                  </a:lnTo>
                  <a:lnTo>
                    <a:pt x="1296670" y="20320"/>
                  </a:lnTo>
                  <a:lnTo>
                    <a:pt x="1296670" y="19177"/>
                  </a:lnTo>
                  <a:lnTo>
                    <a:pt x="1296670" y="19050"/>
                  </a:lnTo>
                  <a:close/>
                </a:path>
                <a:path w="1336039" h="54610">
                  <a:moveTo>
                    <a:pt x="1314450" y="31750"/>
                  </a:moveTo>
                  <a:lnTo>
                    <a:pt x="1311910" y="31750"/>
                  </a:lnTo>
                  <a:lnTo>
                    <a:pt x="1311910" y="30607"/>
                  </a:lnTo>
                  <a:lnTo>
                    <a:pt x="1310640" y="30607"/>
                  </a:lnTo>
                  <a:lnTo>
                    <a:pt x="1310640" y="29210"/>
                  </a:lnTo>
                  <a:lnTo>
                    <a:pt x="1308087" y="29210"/>
                  </a:lnTo>
                  <a:lnTo>
                    <a:pt x="1308087" y="28067"/>
                  </a:lnTo>
                  <a:lnTo>
                    <a:pt x="1308087" y="27940"/>
                  </a:lnTo>
                  <a:lnTo>
                    <a:pt x="1306830" y="27940"/>
                  </a:lnTo>
                  <a:lnTo>
                    <a:pt x="1306830" y="26797"/>
                  </a:lnTo>
                  <a:lnTo>
                    <a:pt x="1304290" y="26797"/>
                  </a:lnTo>
                  <a:lnTo>
                    <a:pt x="1304290" y="26670"/>
                  </a:lnTo>
                  <a:lnTo>
                    <a:pt x="1304290" y="25527"/>
                  </a:lnTo>
                  <a:lnTo>
                    <a:pt x="1304290" y="25400"/>
                  </a:lnTo>
                  <a:lnTo>
                    <a:pt x="1303020" y="25400"/>
                  </a:lnTo>
                  <a:lnTo>
                    <a:pt x="1303020" y="24257"/>
                  </a:lnTo>
                  <a:lnTo>
                    <a:pt x="1301737" y="24257"/>
                  </a:lnTo>
                  <a:lnTo>
                    <a:pt x="1301737" y="22860"/>
                  </a:lnTo>
                  <a:lnTo>
                    <a:pt x="1299210" y="22860"/>
                  </a:lnTo>
                  <a:lnTo>
                    <a:pt x="1299210" y="21717"/>
                  </a:lnTo>
                  <a:lnTo>
                    <a:pt x="1299210" y="21590"/>
                  </a:lnTo>
                  <a:lnTo>
                    <a:pt x="1297940" y="21590"/>
                  </a:lnTo>
                  <a:lnTo>
                    <a:pt x="1297940" y="20447"/>
                  </a:lnTo>
                  <a:lnTo>
                    <a:pt x="38100" y="20447"/>
                  </a:lnTo>
                  <a:lnTo>
                    <a:pt x="38100" y="21590"/>
                  </a:lnTo>
                  <a:lnTo>
                    <a:pt x="36830" y="21590"/>
                  </a:lnTo>
                  <a:lnTo>
                    <a:pt x="36830" y="22860"/>
                  </a:lnTo>
                  <a:lnTo>
                    <a:pt x="34290" y="22860"/>
                  </a:lnTo>
                  <a:lnTo>
                    <a:pt x="34290" y="24257"/>
                  </a:lnTo>
                  <a:lnTo>
                    <a:pt x="33020" y="24257"/>
                  </a:lnTo>
                  <a:lnTo>
                    <a:pt x="33020" y="25400"/>
                  </a:lnTo>
                  <a:lnTo>
                    <a:pt x="30480" y="25400"/>
                  </a:lnTo>
                  <a:lnTo>
                    <a:pt x="30480" y="26670"/>
                  </a:lnTo>
                  <a:lnTo>
                    <a:pt x="30480" y="26797"/>
                  </a:lnTo>
                  <a:lnTo>
                    <a:pt x="29210" y="26797"/>
                  </a:lnTo>
                  <a:lnTo>
                    <a:pt x="29210" y="27940"/>
                  </a:lnTo>
                  <a:lnTo>
                    <a:pt x="27940" y="27940"/>
                  </a:lnTo>
                  <a:lnTo>
                    <a:pt x="27940" y="29210"/>
                  </a:lnTo>
                  <a:lnTo>
                    <a:pt x="25400" y="29210"/>
                  </a:lnTo>
                  <a:lnTo>
                    <a:pt x="25400" y="30607"/>
                  </a:lnTo>
                  <a:lnTo>
                    <a:pt x="24130" y="30607"/>
                  </a:lnTo>
                  <a:lnTo>
                    <a:pt x="24130" y="31750"/>
                  </a:lnTo>
                  <a:lnTo>
                    <a:pt x="22860" y="31750"/>
                  </a:lnTo>
                  <a:lnTo>
                    <a:pt x="22860" y="33020"/>
                  </a:lnTo>
                  <a:lnTo>
                    <a:pt x="1314450" y="33020"/>
                  </a:lnTo>
                  <a:lnTo>
                    <a:pt x="1314450" y="31877"/>
                  </a:lnTo>
                  <a:lnTo>
                    <a:pt x="1314450" y="31750"/>
                  </a:lnTo>
                  <a:close/>
                </a:path>
                <a:path w="1336039" h="54610">
                  <a:moveTo>
                    <a:pt x="1320787" y="38100"/>
                  </a:moveTo>
                  <a:lnTo>
                    <a:pt x="1319530" y="38100"/>
                  </a:lnTo>
                  <a:lnTo>
                    <a:pt x="1319530" y="36957"/>
                  </a:lnTo>
                  <a:lnTo>
                    <a:pt x="1318260" y="36957"/>
                  </a:lnTo>
                  <a:lnTo>
                    <a:pt x="1318260" y="35560"/>
                  </a:lnTo>
                  <a:lnTo>
                    <a:pt x="1316990" y="35560"/>
                  </a:lnTo>
                  <a:lnTo>
                    <a:pt x="1316990" y="34417"/>
                  </a:lnTo>
                  <a:lnTo>
                    <a:pt x="1316990" y="34290"/>
                  </a:lnTo>
                  <a:lnTo>
                    <a:pt x="1315720" y="34290"/>
                  </a:lnTo>
                  <a:lnTo>
                    <a:pt x="1315720" y="33147"/>
                  </a:lnTo>
                  <a:lnTo>
                    <a:pt x="20320" y="33147"/>
                  </a:lnTo>
                  <a:lnTo>
                    <a:pt x="20320" y="34290"/>
                  </a:lnTo>
                  <a:lnTo>
                    <a:pt x="19050" y="34290"/>
                  </a:lnTo>
                  <a:lnTo>
                    <a:pt x="19050" y="35560"/>
                  </a:lnTo>
                  <a:lnTo>
                    <a:pt x="17780" y="35560"/>
                  </a:lnTo>
                  <a:lnTo>
                    <a:pt x="17780" y="36957"/>
                  </a:lnTo>
                  <a:lnTo>
                    <a:pt x="16510" y="36957"/>
                  </a:lnTo>
                  <a:lnTo>
                    <a:pt x="16510" y="38100"/>
                  </a:lnTo>
                  <a:lnTo>
                    <a:pt x="15240" y="38100"/>
                  </a:lnTo>
                  <a:lnTo>
                    <a:pt x="15240" y="39370"/>
                  </a:lnTo>
                  <a:lnTo>
                    <a:pt x="1320787" y="39370"/>
                  </a:lnTo>
                  <a:lnTo>
                    <a:pt x="1320787" y="38227"/>
                  </a:lnTo>
                  <a:lnTo>
                    <a:pt x="1320787" y="38100"/>
                  </a:lnTo>
                  <a:close/>
                </a:path>
                <a:path w="1336039" h="54610">
                  <a:moveTo>
                    <a:pt x="1327150" y="44450"/>
                  </a:moveTo>
                  <a:lnTo>
                    <a:pt x="1325880" y="44450"/>
                  </a:lnTo>
                  <a:lnTo>
                    <a:pt x="1325880" y="43307"/>
                  </a:lnTo>
                  <a:lnTo>
                    <a:pt x="1324610" y="43307"/>
                  </a:lnTo>
                  <a:lnTo>
                    <a:pt x="1324610" y="41910"/>
                  </a:lnTo>
                  <a:lnTo>
                    <a:pt x="1323340" y="41910"/>
                  </a:lnTo>
                  <a:lnTo>
                    <a:pt x="1323340" y="40767"/>
                  </a:lnTo>
                  <a:lnTo>
                    <a:pt x="1323340" y="40640"/>
                  </a:lnTo>
                  <a:lnTo>
                    <a:pt x="1322070" y="40640"/>
                  </a:lnTo>
                  <a:lnTo>
                    <a:pt x="1322070" y="39497"/>
                  </a:lnTo>
                  <a:lnTo>
                    <a:pt x="12700" y="39497"/>
                  </a:lnTo>
                  <a:lnTo>
                    <a:pt x="12700" y="40640"/>
                  </a:lnTo>
                  <a:lnTo>
                    <a:pt x="11430" y="40640"/>
                  </a:lnTo>
                  <a:lnTo>
                    <a:pt x="11430" y="41910"/>
                  </a:lnTo>
                  <a:lnTo>
                    <a:pt x="10160" y="41910"/>
                  </a:lnTo>
                  <a:lnTo>
                    <a:pt x="10160" y="43307"/>
                  </a:lnTo>
                  <a:lnTo>
                    <a:pt x="8890" y="43307"/>
                  </a:lnTo>
                  <a:lnTo>
                    <a:pt x="8890" y="44450"/>
                  </a:lnTo>
                  <a:lnTo>
                    <a:pt x="7620" y="44450"/>
                  </a:lnTo>
                  <a:lnTo>
                    <a:pt x="7620" y="45720"/>
                  </a:lnTo>
                  <a:lnTo>
                    <a:pt x="1327150" y="45720"/>
                  </a:lnTo>
                  <a:lnTo>
                    <a:pt x="1327150" y="44577"/>
                  </a:lnTo>
                  <a:lnTo>
                    <a:pt x="1327150" y="44450"/>
                  </a:lnTo>
                  <a:close/>
                </a:path>
                <a:path w="1336039" h="54610">
                  <a:moveTo>
                    <a:pt x="1330960" y="48260"/>
                  </a:moveTo>
                  <a:lnTo>
                    <a:pt x="1329690" y="48260"/>
                  </a:lnTo>
                  <a:lnTo>
                    <a:pt x="1329690" y="47117"/>
                  </a:lnTo>
                  <a:lnTo>
                    <a:pt x="1329690" y="46990"/>
                  </a:lnTo>
                  <a:lnTo>
                    <a:pt x="1328420" y="46990"/>
                  </a:lnTo>
                  <a:lnTo>
                    <a:pt x="1328420" y="45847"/>
                  </a:lnTo>
                  <a:lnTo>
                    <a:pt x="6350" y="45847"/>
                  </a:lnTo>
                  <a:lnTo>
                    <a:pt x="6350" y="46990"/>
                  </a:lnTo>
                  <a:lnTo>
                    <a:pt x="5080" y="46990"/>
                  </a:lnTo>
                  <a:lnTo>
                    <a:pt x="5080" y="48260"/>
                  </a:lnTo>
                  <a:lnTo>
                    <a:pt x="5080" y="49530"/>
                  </a:lnTo>
                  <a:lnTo>
                    <a:pt x="1330960" y="49530"/>
                  </a:lnTo>
                  <a:lnTo>
                    <a:pt x="1330960" y="48260"/>
                  </a:lnTo>
                  <a:close/>
                </a:path>
                <a:path w="1336039" h="54610">
                  <a:moveTo>
                    <a:pt x="1333487" y="50800"/>
                  </a:moveTo>
                  <a:lnTo>
                    <a:pt x="1332230" y="50800"/>
                  </a:lnTo>
                  <a:lnTo>
                    <a:pt x="1332230" y="49657"/>
                  </a:lnTo>
                  <a:lnTo>
                    <a:pt x="3810" y="49657"/>
                  </a:lnTo>
                  <a:lnTo>
                    <a:pt x="3810" y="50800"/>
                  </a:lnTo>
                  <a:lnTo>
                    <a:pt x="2540" y="50800"/>
                  </a:lnTo>
                  <a:lnTo>
                    <a:pt x="2540" y="52070"/>
                  </a:lnTo>
                  <a:lnTo>
                    <a:pt x="1333487" y="52070"/>
                  </a:lnTo>
                  <a:lnTo>
                    <a:pt x="1333487" y="50927"/>
                  </a:lnTo>
                  <a:lnTo>
                    <a:pt x="1333487" y="50800"/>
                  </a:lnTo>
                  <a:close/>
                </a:path>
                <a:path w="1336039" h="54610">
                  <a:moveTo>
                    <a:pt x="1336040" y="53340"/>
                  </a:moveTo>
                  <a:lnTo>
                    <a:pt x="1334770" y="53340"/>
                  </a:lnTo>
                  <a:lnTo>
                    <a:pt x="1334770" y="52197"/>
                  </a:lnTo>
                  <a:lnTo>
                    <a:pt x="1270" y="52197"/>
                  </a:lnTo>
                  <a:lnTo>
                    <a:pt x="1270" y="53340"/>
                  </a:lnTo>
                  <a:lnTo>
                    <a:pt x="0" y="53340"/>
                  </a:lnTo>
                  <a:lnTo>
                    <a:pt x="0" y="54610"/>
                  </a:lnTo>
                  <a:lnTo>
                    <a:pt x="1336040" y="54610"/>
                  </a:lnTo>
                  <a:lnTo>
                    <a:pt x="1336040" y="53467"/>
                  </a:lnTo>
                  <a:lnTo>
                    <a:pt x="1336040" y="53340"/>
                  </a:lnTo>
                  <a:close/>
                </a:path>
              </a:pathLst>
            </a:custGeom>
            <a:solidFill>
              <a:srgbClr val="F3F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4">
              <a:extLst>
                <a:ext uri="{FF2B5EF4-FFF2-40B4-BE49-F238E27FC236}">
                  <a16:creationId xmlns:a16="http://schemas.microsoft.com/office/drawing/2014/main" id="{353F27AB-7E4A-9EF3-C0E6-505C2F20ACE9}"/>
                </a:ext>
              </a:extLst>
            </p:cNvPr>
            <p:cNvSpPr/>
            <p:nvPr/>
          </p:nvSpPr>
          <p:spPr>
            <a:xfrm>
              <a:off x="276860" y="2176779"/>
              <a:ext cx="1371600" cy="27940"/>
            </a:xfrm>
            <a:custGeom>
              <a:avLst/>
              <a:gdLst/>
              <a:ahLst/>
              <a:cxnLst/>
              <a:rect l="l" t="t" r="r" b="b"/>
              <a:pathLst>
                <a:path w="1371600" h="27939">
                  <a:moveTo>
                    <a:pt x="1356360" y="2540"/>
                  </a:moveTo>
                  <a:lnTo>
                    <a:pt x="1355090" y="2540"/>
                  </a:lnTo>
                  <a:lnTo>
                    <a:pt x="1355090" y="1270"/>
                  </a:lnTo>
                  <a:lnTo>
                    <a:pt x="1353820" y="1270"/>
                  </a:lnTo>
                  <a:lnTo>
                    <a:pt x="1353820" y="0"/>
                  </a:lnTo>
                  <a:lnTo>
                    <a:pt x="16510" y="0"/>
                  </a:lnTo>
                  <a:lnTo>
                    <a:pt x="16510" y="1270"/>
                  </a:lnTo>
                  <a:lnTo>
                    <a:pt x="16510" y="2540"/>
                  </a:lnTo>
                  <a:lnTo>
                    <a:pt x="15240" y="2540"/>
                  </a:lnTo>
                  <a:lnTo>
                    <a:pt x="15240" y="3810"/>
                  </a:lnTo>
                  <a:lnTo>
                    <a:pt x="1356360" y="3810"/>
                  </a:lnTo>
                  <a:lnTo>
                    <a:pt x="1356360" y="2667"/>
                  </a:lnTo>
                  <a:lnTo>
                    <a:pt x="1356360" y="2540"/>
                  </a:lnTo>
                  <a:close/>
                </a:path>
                <a:path w="1371600" h="27939">
                  <a:moveTo>
                    <a:pt x="1358900" y="6350"/>
                  </a:moveTo>
                  <a:lnTo>
                    <a:pt x="1357630" y="6350"/>
                  </a:lnTo>
                  <a:lnTo>
                    <a:pt x="1357630" y="5080"/>
                  </a:lnTo>
                  <a:lnTo>
                    <a:pt x="1357617" y="3937"/>
                  </a:lnTo>
                  <a:lnTo>
                    <a:pt x="13970" y="3937"/>
                  </a:lnTo>
                  <a:lnTo>
                    <a:pt x="13970" y="5080"/>
                  </a:lnTo>
                  <a:lnTo>
                    <a:pt x="12700" y="5080"/>
                  </a:lnTo>
                  <a:lnTo>
                    <a:pt x="12700" y="6350"/>
                  </a:lnTo>
                  <a:lnTo>
                    <a:pt x="12700" y="7620"/>
                  </a:lnTo>
                  <a:lnTo>
                    <a:pt x="1358900" y="7620"/>
                  </a:lnTo>
                  <a:lnTo>
                    <a:pt x="1358900" y="6350"/>
                  </a:lnTo>
                  <a:close/>
                </a:path>
                <a:path w="1371600" h="27939">
                  <a:moveTo>
                    <a:pt x="1362710" y="11430"/>
                  </a:moveTo>
                  <a:lnTo>
                    <a:pt x="1361440" y="11430"/>
                  </a:lnTo>
                  <a:lnTo>
                    <a:pt x="1361440" y="9017"/>
                  </a:lnTo>
                  <a:lnTo>
                    <a:pt x="1360170" y="9017"/>
                  </a:lnTo>
                  <a:lnTo>
                    <a:pt x="1360170" y="7747"/>
                  </a:lnTo>
                  <a:lnTo>
                    <a:pt x="11430" y="7747"/>
                  </a:lnTo>
                  <a:lnTo>
                    <a:pt x="11430" y="9017"/>
                  </a:lnTo>
                  <a:lnTo>
                    <a:pt x="10160" y="9017"/>
                  </a:lnTo>
                  <a:lnTo>
                    <a:pt x="10160" y="11430"/>
                  </a:lnTo>
                  <a:lnTo>
                    <a:pt x="8890" y="11430"/>
                  </a:lnTo>
                  <a:lnTo>
                    <a:pt x="8890" y="12700"/>
                  </a:lnTo>
                  <a:lnTo>
                    <a:pt x="1362710" y="12700"/>
                  </a:lnTo>
                  <a:lnTo>
                    <a:pt x="1362710" y="11557"/>
                  </a:lnTo>
                  <a:lnTo>
                    <a:pt x="1362710" y="11430"/>
                  </a:lnTo>
                  <a:close/>
                </a:path>
                <a:path w="1371600" h="27939">
                  <a:moveTo>
                    <a:pt x="1370317" y="22860"/>
                  </a:moveTo>
                  <a:lnTo>
                    <a:pt x="1369060" y="22860"/>
                  </a:lnTo>
                  <a:lnTo>
                    <a:pt x="1369060" y="20320"/>
                  </a:lnTo>
                  <a:lnTo>
                    <a:pt x="1367790" y="20320"/>
                  </a:lnTo>
                  <a:lnTo>
                    <a:pt x="1367790" y="19050"/>
                  </a:lnTo>
                  <a:lnTo>
                    <a:pt x="1366520" y="19050"/>
                  </a:lnTo>
                  <a:lnTo>
                    <a:pt x="1366520" y="16510"/>
                  </a:lnTo>
                  <a:lnTo>
                    <a:pt x="1365250" y="16510"/>
                  </a:lnTo>
                  <a:lnTo>
                    <a:pt x="1365250" y="15240"/>
                  </a:lnTo>
                  <a:lnTo>
                    <a:pt x="1363967" y="15240"/>
                  </a:lnTo>
                  <a:lnTo>
                    <a:pt x="1363967" y="12712"/>
                  </a:lnTo>
                  <a:lnTo>
                    <a:pt x="7620" y="12712"/>
                  </a:lnTo>
                  <a:lnTo>
                    <a:pt x="7620" y="15240"/>
                  </a:lnTo>
                  <a:lnTo>
                    <a:pt x="6350" y="15240"/>
                  </a:lnTo>
                  <a:lnTo>
                    <a:pt x="6350" y="16510"/>
                  </a:lnTo>
                  <a:lnTo>
                    <a:pt x="5080" y="16510"/>
                  </a:lnTo>
                  <a:lnTo>
                    <a:pt x="5080" y="19050"/>
                  </a:lnTo>
                  <a:lnTo>
                    <a:pt x="3810" y="19050"/>
                  </a:lnTo>
                  <a:lnTo>
                    <a:pt x="3810" y="20320"/>
                  </a:lnTo>
                  <a:lnTo>
                    <a:pt x="2540" y="20320"/>
                  </a:lnTo>
                  <a:lnTo>
                    <a:pt x="2540" y="22860"/>
                  </a:lnTo>
                  <a:lnTo>
                    <a:pt x="1270" y="22860"/>
                  </a:lnTo>
                  <a:lnTo>
                    <a:pt x="1270" y="25400"/>
                  </a:lnTo>
                  <a:lnTo>
                    <a:pt x="1370317" y="25400"/>
                  </a:lnTo>
                  <a:lnTo>
                    <a:pt x="1370317" y="22860"/>
                  </a:lnTo>
                  <a:close/>
                </a:path>
                <a:path w="1371600" h="27939">
                  <a:moveTo>
                    <a:pt x="1371600" y="25412"/>
                  </a:moveTo>
                  <a:lnTo>
                    <a:pt x="0" y="25412"/>
                  </a:lnTo>
                  <a:lnTo>
                    <a:pt x="0" y="27940"/>
                  </a:lnTo>
                  <a:lnTo>
                    <a:pt x="1371600" y="27940"/>
                  </a:lnTo>
                  <a:lnTo>
                    <a:pt x="1371600" y="25412"/>
                  </a:lnTo>
                  <a:close/>
                </a:path>
              </a:pathLst>
            </a:custGeom>
            <a:solidFill>
              <a:srgbClr val="F3F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5">
              <a:extLst>
                <a:ext uri="{FF2B5EF4-FFF2-40B4-BE49-F238E27FC236}">
                  <a16:creationId xmlns:a16="http://schemas.microsoft.com/office/drawing/2014/main" id="{DA750B89-3873-9ABD-E6CF-834B1DBDC4B4}"/>
                </a:ext>
              </a:extLst>
            </p:cNvPr>
            <p:cNvSpPr/>
            <p:nvPr/>
          </p:nvSpPr>
          <p:spPr>
            <a:xfrm>
              <a:off x="265417" y="2204719"/>
              <a:ext cx="1393825" cy="27940"/>
            </a:xfrm>
            <a:custGeom>
              <a:avLst/>
              <a:gdLst/>
              <a:ahLst/>
              <a:cxnLst/>
              <a:rect l="l" t="t" r="r" b="b"/>
              <a:pathLst>
                <a:path w="1393825" h="27939">
                  <a:moveTo>
                    <a:pt x="1393202" y="25400"/>
                  </a:moveTo>
                  <a:lnTo>
                    <a:pt x="1391932" y="25400"/>
                  </a:lnTo>
                  <a:lnTo>
                    <a:pt x="1391932" y="21590"/>
                  </a:lnTo>
                  <a:lnTo>
                    <a:pt x="1390662" y="21590"/>
                  </a:lnTo>
                  <a:lnTo>
                    <a:pt x="1390662" y="17780"/>
                  </a:lnTo>
                  <a:lnTo>
                    <a:pt x="1389380" y="17780"/>
                  </a:lnTo>
                  <a:lnTo>
                    <a:pt x="1389380" y="13970"/>
                  </a:lnTo>
                  <a:lnTo>
                    <a:pt x="1388122" y="13970"/>
                  </a:lnTo>
                  <a:lnTo>
                    <a:pt x="1388122" y="11430"/>
                  </a:lnTo>
                  <a:lnTo>
                    <a:pt x="1388110" y="10160"/>
                  </a:lnTo>
                  <a:lnTo>
                    <a:pt x="1386852" y="10160"/>
                  </a:lnTo>
                  <a:lnTo>
                    <a:pt x="1386852" y="7620"/>
                  </a:lnTo>
                  <a:lnTo>
                    <a:pt x="1386852" y="5080"/>
                  </a:lnTo>
                  <a:lnTo>
                    <a:pt x="1385582" y="5080"/>
                  </a:lnTo>
                  <a:lnTo>
                    <a:pt x="1385582" y="2540"/>
                  </a:lnTo>
                  <a:lnTo>
                    <a:pt x="1384312" y="2540"/>
                  </a:lnTo>
                  <a:lnTo>
                    <a:pt x="1384312" y="0"/>
                  </a:lnTo>
                  <a:lnTo>
                    <a:pt x="10172" y="0"/>
                  </a:lnTo>
                  <a:lnTo>
                    <a:pt x="10172" y="2540"/>
                  </a:lnTo>
                  <a:lnTo>
                    <a:pt x="8902" y="2540"/>
                  </a:lnTo>
                  <a:lnTo>
                    <a:pt x="8902" y="5080"/>
                  </a:lnTo>
                  <a:lnTo>
                    <a:pt x="7632" y="5080"/>
                  </a:lnTo>
                  <a:lnTo>
                    <a:pt x="7632" y="7620"/>
                  </a:lnTo>
                  <a:lnTo>
                    <a:pt x="6362" y="7620"/>
                  </a:lnTo>
                  <a:lnTo>
                    <a:pt x="6362" y="10160"/>
                  </a:lnTo>
                  <a:lnTo>
                    <a:pt x="6362" y="11430"/>
                  </a:lnTo>
                  <a:lnTo>
                    <a:pt x="5092" y="11430"/>
                  </a:lnTo>
                  <a:lnTo>
                    <a:pt x="5092" y="13970"/>
                  </a:lnTo>
                  <a:lnTo>
                    <a:pt x="3822" y="13970"/>
                  </a:lnTo>
                  <a:lnTo>
                    <a:pt x="3822" y="17780"/>
                  </a:lnTo>
                  <a:lnTo>
                    <a:pt x="2552" y="17780"/>
                  </a:lnTo>
                  <a:lnTo>
                    <a:pt x="2552" y="21590"/>
                  </a:lnTo>
                  <a:lnTo>
                    <a:pt x="1282" y="21590"/>
                  </a:lnTo>
                  <a:lnTo>
                    <a:pt x="1282" y="25400"/>
                  </a:lnTo>
                  <a:lnTo>
                    <a:pt x="12" y="25400"/>
                  </a:lnTo>
                  <a:lnTo>
                    <a:pt x="0" y="27940"/>
                  </a:lnTo>
                  <a:lnTo>
                    <a:pt x="1393202" y="27940"/>
                  </a:lnTo>
                  <a:lnTo>
                    <a:pt x="1393202" y="25400"/>
                  </a:lnTo>
                  <a:close/>
                </a:path>
              </a:pathLst>
            </a:custGeom>
            <a:solidFill>
              <a:srgbClr val="F2E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16">
              <a:extLst>
                <a:ext uri="{FF2B5EF4-FFF2-40B4-BE49-F238E27FC236}">
                  <a16:creationId xmlns:a16="http://schemas.microsoft.com/office/drawing/2014/main" id="{63F9AF21-9675-CB94-9F31-CD494301681C}"/>
                </a:ext>
              </a:extLst>
            </p:cNvPr>
            <p:cNvSpPr/>
            <p:nvPr/>
          </p:nvSpPr>
          <p:spPr>
            <a:xfrm>
              <a:off x="262890" y="2232659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8890"/>
                  </a:moveTo>
                  <a:lnTo>
                    <a:pt x="1397000" y="8890"/>
                  </a:lnTo>
                  <a:lnTo>
                    <a:pt x="1397000" y="5080"/>
                  </a:lnTo>
                  <a:lnTo>
                    <a:pt x="1396987" y="2540"/>
                  </a:lnTo>
                  <a:lnTo>
                    <a:pt x="1395730" y="2540"/>
                  </a:lnTo>
                  <a:lnTo>
                    <a:pt x="1395730" y="0"/>
                  </a:lnTo>
                  <a:lnTo>
                    <a:pt x="2540" y="0"/>
                  </a:lnTo>
                  <a:lnTo>
                    <a:pt x="2540" y="2540"/>
                  </a:lnTo>
                  <a:lnTo>
                    <a:pt x="2540" y="5080"/>
                  </a:lnTo>
                  <a:lnTo>
                    <a:pt x="1270" y="5080"/>
                  </a:lnTo>
                  <a:lnTo>
                    <a:pt x="1270" y="8890"/>
                  </a:lnTo>
                  <a:lnTo>
                    <a:pt x="1270" y="17780"/>
                  </a:lnTo>
                  <a:lnTo>
                    <a:pt x="0" y="17780"/>
                  </a:lnTo>
                  <a:lnTo>
                    <a:pt x="0" y="27940"/>
                  </a:lnTo>
                  <a:lnTo>
                    <a:pt x="1398270" y="27940"/>
                  </a:lnTo>
                  <a:lnTo>
                    <a:pt x="1398270" y="17780"/>
                  </a:lnTo>
                  <a:lnTo>
                    <a:pt x="1398270" y="8890"/>
                  </a:lnTo>
                  <a:close/>
                </a:path>
              </a:pathLst>
            </a:custGeom>
            <a:solidFill>
              <a:srgbClr val="F2E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17">
              <a:extLst>
                <a:ext uri="{FF2B5EF4-FFF2-40B4-BE49-F238E27FC236}">
                  <a16:creationId xmlns:a16="http://schemas.microsoft.com/office/drawing/2014/main" id="{37F29DB1-0CFA-E789-631E-7A41A1A0CC74}"/>
                </a:ext>
              </a:extLst>
            </p:cNvPr>
            <p:cNvSpPr/>
            <p:nvPr/>
          </p:nvSpPr>
          <p:spPr>
            <a:xfrm>
              <a:off x="262890" y="226060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F2E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18">
              <a:extLst>
                <a:ext uri="{FF2B5EF4-FFF2-40B4-BE49-F238E27FC236}">
                  <a16:creationId xmlns:a16="http://schemas.microsoft.com/office/drawing/2014/main" id="{6B538610-93E4-F1F3-4DD3-480BC76AD5FE}"/>
                </a:ext>
              </a:extLst>
            </p:cNvPr>
            <p:cNvSpPr/>
            <p:nvPr/>
          </p:nvSpPr>
          <p:spPr>
            <a:xfrm>
              <a:off x="262890" y="228854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F1EE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19">
              <a:extLst>
                <a:ext uri="{FF2B5EF4-FFF2-40B4-BE49-F238E27FC236}">
                  <a16:creationId xmlns:a16="http://schemas.microsoft.com/office/drawing/2014/main" id="{5A1FE2D6-A29C-5D6E-1F45-6E4FE95C9D65}"/>
                </a:ext>
              </a:extLst>
            </p:cNvPr>
            <p:cNvSpPr/>
            <p:nvPr/>
          </p:nvSpPr>
          <p:spPr>
            <a:xfrm>
              <a:off x="262890" y="2316480"/>
              <a:ext cx="1398270" cy="26670"/>
            </a:xfrm>
            <a:custGeom>
              <a:avLst/>
              <a:gdLst/>
              <a:ahLst/>
              <a:cxnLst/>
              <a:rect l="l" t="t" r="r" b="b"/>
              <a:pathLst>
                <a:path w="1398270" h="26669">
                  <a:moveTo>
                    <a:pt x="139827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1398270" y="2667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F1ED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0">
              <a:extLst>
                <a:ext uri="{FF2B5EF4-FFF2-40B4-BE49-F238E27FC236}">
                  <a16:creationId xmlns:a16="http://schemas.microsoft.com/office/drawing/2014/main" id="{F812AB61-9F75-EA43-B897-4B4B07CF5EE1}"/>
                </a:ext>
              </a:extLst>
            </p:cNvPr>
            <p:cNvSpPr/>
            <p:nvPr/>
          </p:nvSpPr>
          <p:spPr>
            <a:xfrm>
              <a:off x="262890" y="234315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F0ED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1">
              <a:extLst>
                <a:ext uri="{FF2B5EF4-FFF2-40B4-BE49-F238E27FC236}">
                  <a16:creationId xmlns:a16="http://schemas.microsoft.com/office/drawing/2014/main" id="{9D2A0BAA-D61E-2BD3-BDD9-5D4300FE226E}"/>
                </a:ext>
              </a:extLst>
            </p:cNvPr>
            <p:cNvSpPr/>
            <p:nvPr/>
          </p:nvSpPr>
          <p:spPr>
            <a:xfrm>
              <a:off x="262890" y="237109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F0EC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2">
              <a:extLst>
                <a:ext uri="{FF2B5EF4-FFF2-40B4-BE49-F238E27FC236}">
                  <a16:creationId xmlns:a16="http://schemas.microsoft.com/office/drawing/2014/main" id="{C21BE0DE-562A-CDF8-CD58-94EB4E8A941B}"/>
                </a:ext>
              </a:extLst>
            </p:cNvPr>
            <p:cNvSpPr/>
            <p:nvPr/>
          </p:nvSpPr>
          <p:spPr>
            <a:xfrm>
              <a:off x="262890" y="239903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1398270" y="2794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F0EC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3">
              <a:extLst>
                <a:ext uri="{FF2B5EF4-FFF2-40B4-BE49-F238E27FC236}">
                  <a16:creationId xmlns:a16="http://schemas.microsoft.com/office/drawing/2014/main" id="{A6014B32-AEF9-9CA1-8CF6-3788627117E6}"/>
                </a:ext>
              </a:extLst>
            </p:cNvPr>
            <p:cNvSpPr/>
            <p:nvPr/>
          </p:nvSpPr>
          <p:spPr>
            <a:xfrm>
              <a:off x="262890" y="242697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FEB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4">
              <a:extLst>
                <a:ext uri="{FF2B5EF4-FFF2-40B4-BE49-F238E27FC236}">
                  <a16:creationId xmlns:a16="http://schemas.microsoft.com/office/drawing/2014/main" id="{7DE258C1-3D90-830E-6C76-7425905C55FD}"/>
                </a:ext>
              </a:extLst>
            </p:cNvPr>
            <p:cNvSpPr/>
            <p:nvPr/>
          </p:nvSpPr>
          <p:spPr>
            <a:xfrm>
              <a:off x="262890" y="245491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FE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5">
              <a:extLst>
                <a:ext uri="{FF2B5EF4-FFF2-40B4-BE49-F238E27FC236}">
                  <a16:creationId xmlns:a16="http://schemas.microsoft.com/office/drawing/2014/main" id="{E3877D60-7DFF-4C08-8C9A-AB47A9D34C7A}"/>
                </a:ext>
              </a:extLst>
            </p:cNvPr>
            <p:cNvSpPr/>
            <p:nvPr/>
          </p:nvSpPr>
          <p:spPr>
            <a:xfrm>
              <a:off x="262890" y="248285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EEA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26">
              <a:extLst>
                <a:ext uri="{FF2B5EF4-FFF2-40B4-BE49-F238E27FC236}">
                  <a16:creationId xmlns:a16="http://schemas.microsoft.com/office/drawing/2014/main" id="{65C1C3C7-F95A-61B4-991A-47DF93DE52EE}"/>
                </a:ext>
              </a:extLst>
            </p:cNvPr>
            <p:cNvSpPr/>
            <p:nvPr/>
          </p:nvSpPr>
          <p:spPr>
            <a:xfrm>
              <a:off x="262890" y="251079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EEA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27">
              <a:extLst>
                <a:ext uri="{FF2B5EF4-FFF2-40B4-BE49-F238E27FC236}">
                  <a16:creationId xmlns:a16="http://schemas.microsoft.com/office/drawing/2014/main" id="{C2690623-55E5-E988-C1C0-23221A49C871}"/>
                </a:ext>
              </a:extLst>
            </p:cNvPr>
            <p:cNvSpPr/>
            <p:nvPr/>
          </p:nvSpPr>
          <p:spPr>
            <a:xfrm>
              <a:off x="262890" y="253873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1398270" y="2794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EE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28">
              <a:extLst>
                <a:ext uri="{FF2B5EF4-FFF2-40B4-BE49-F238E27FC236}">
                  <a16:creationId xmlns:a16="http://schemas.microsoft.com/office/drawing/2014/main" id="{81CFB3C7-834B-ECBA-47AC-7465898A311C}"/>
                </a:ext>
              </a:extLst>
            </p:cNvPr>
            <p:cNvSpPr/>
            <p:nvPr/>
          </p:nvSpPr>
          <p:spPr>
            <a:xfrm>
              <a:off x="262890" y="2566670"/>
              <a:ext cx="1398270" cy="26670"/>
            </a:xfrm>
            <a:custGeom>
              <a:avLst/>
              <a:gdLst/>
              <a:ahLst/>
              <a:cxnLst/>
              <a:rect l="l" t="t" r="r" b="b"/>
              <a:pathLst>
                <a:path w="1398270" h="26669">
                  <a:moveTo>
                    <a:pt x="1398270" y="0"/>
                  </a:moveTo>
                  <a:lnTo>
                    <a:pt x="0" y="0"/>
                  </a:lnTo>
                  <a:lnTo>
                    <a:pt x="0" y="26669"/>
                  </a:lnTo>
                  <a:lnTo>
                    <a:pt x="1398270" y="2666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DE9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29">
              <a:extLst>
                <a:ext uri="{FF2B5EF4-FFF2-40B4-BE49-F238E27FC236}">
                  <a16:creationId xmlns:a16="http://schemas.microsoft.com/office/drawing/2014/main" id="{3E89881E-FB1C-F289-F6E7-0DE7A2F241B0}"/>
                </a:ext>
              </a:extLst>
            </p:cNvPr>
            <p:cNvSpPr/>
            <p:nvPr/>
          </p:nvSpPr>
          <p:spPr>
            <a:xfrm>
              <a:off x="262890" y="259334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DE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0">
              <a:extLst>
                <a:ext uri="{FF2B5EF4-FFF2-40B4-BE49-F238E27FC236}">
                  <a16:creationId xmlns:a16="http://schemas.microsoft.com/office/drawing/2014/main" id="{5CE5DA18-BF8E-8342-1392-9BC8D375C4AD}"/>
                </a:ext>
              </a:extLst>
            </p:cNvPr>
            <p:cNvSpPr/>
            <p:nvPr/>
          </p:nvSpPr>
          <p:spPr>
            <a:xfrm>
              <a:off x="262890" y="262128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1398270" y="2794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DE8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1">
              <a:extLst>
                <a:ext uri="{FF2B5EF4-FFF2-40B4-BE49-F238E27FC236}">
                  <a16:creationId xmlns:a16="http://schemas.microsoft.com/office/drawing/2014/main" id="{E1F4EDF9-6EEF-097F-51C2-AE3DA4D9F0FB}"/>
                </a:ext>
              </a:extLst>
            </p:cNvPr>
            <p:cNvSpPr/>
            <p:nvPr/>
          </p:nvSpPr>
          <p:spPr>
            <a:xfrm>
              <a:off x="262890" y="264922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CE7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2">
              <a:extLst>
                <a:ext uri="{FF2B5EF4-FFF2-40B4-BE49-F238E27FC236}">
                  <a16:creationId xmlns:a16="http://schemas.microsoft.com/office/drawing/2014/main" id="{5FD453C3-2203-6C8D-E3F4-3F80D3DBAB23}"/>
                </a:ext>
              </a:extLst>
            </p:cNvPr>
            <p:cNvSpPr/>
            <p:nvPr/>
          </p:nvSpPr>
          <p:spPr>
            <a:xfrm>
              <a:off x="262890" y="267716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CE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3">
              <a:extLst>
                <a:ext uri="{FF2B5EF4-FFF2-40B4-BE49-F238E27FC236}">
                  <a16:creationId xmlns:a16="http://schemas.microsoft.com/office/drawing/2014/main" id="{52222883-8807-6F8A-E00C-DCD5DCD10310}"/>
                </a:ext>
              </a:extLst>
            </p:cNvPr>
            <p:cNvSpPr/>
            <p:nvPr/>
          </p:nvSpPr>
          <p:spPr>
            <a:xfrm>
              <a:off x="262890" y="270510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BE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4">
              <a:extLst>
                <a:ext uri="{FF2B5EF4-FFF2-40B4-BE49-F238E27FC236}">
                  <a16:creationId xmlns:a16="http://schemas.microsoft.com/office/drawing/2014/main" id="{063D9C49-2F07-F885-AED9-8DA3652D30BA}"/>
                </a:ext>
              </a:extLst>
            </p:cNvPr>
            <p:cNvSpPr/>
            <p:nvPr/>
          </p:nvSpPr>
          <p:spPr>
            <a:xfrm>
              <a:off x="262890" y="273304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BE6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5">
              <a:extLst>
                <a:ext uri="{FF2B5EF4-FFF2-40B4-BE49-F238E27FC236}">
                  <a16:creationId xmlns:a16="http://schemas.microsoft.com/office/drawing/2014/main" id="{29C9BD82-4AD9-7378-64AB-9E848E34BF45}"/>
                </a:ext>
              </a:extLst>
            </p:cNvPr>
            <p:cNvSpPr/>
            <p:nvPr/>
          </p:nvSpPr>
          <p:spPr>
            <a:xfrm>
              <a:off x="262890" y="276098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1398270" y="2794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B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36">
              <a:extLst>
                <a:ext uri="{FF2B5EF4-FFF2-40B4-BE49-F238E27FC236}">
                  <a16:creationId xmlns:a16="http://schemas.microsoft.com/office/drawing/2014/main" id="{AF3F6F3B-8448-56B6-996A-9D2CAA7487FF}"/>
                </a:ext>
              </a:extLst>
            </p:cNvPr>
            <p:cNvSpPr/>
            <p:nvPr/>
          </p:nvSpPr>
          <p:spPr>
            <a:xfrm>
              <a:off x="262890" y="278892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A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37">
              <a:extLst>
                <a:ext uri="{FF2B5EF4-FFF2-40B4-BE49-F238E27FC236}">
                  <a16:creationId xmlns:a16="http://schemas.microsoft.com/office/drawing/2014/main" id="{8AE44E2E-E403-CCE8-D9EB-55D2042709D1}"/>
                </a:ext>
              </a:extLst>
            </p:cNvPr>
            <p:cNvSpPr/>
            <p:nvPr/>
          </p:nvSpPr>
          <p:spPr>
            <a:xfrm>
              <a:off x="262890" y="281686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AE4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38">
              <a:extLst>
                <a:ext uri="{FF2B5EF4-FFF2-40B4-BE49-F238E27FC236}">
                  <a16:creationId xmlns:a16="http://schemas.microsoft.com/office/drawing/2014/main" id="{143D93BD-B338-0865-08F3-9C282D929315}"/>
                </a:ext>
              </a:extLst>
            </p:cNvPr>
            <p:cNvSpPr/>
            <p:nvPr/>
          </p:nvSpPr>
          <p:spPr>
            <a:xfrm>
              <a:off x="262890" y="2844800"/>
              <a:ext cx="1398270" cy="26670"/>
            </a:xfrm>
            <a:custGeom>
              <a:avLst/>
              <a:gdLst/>
              <a:ahLst/>
              <a:cxnLst/>
              <a:rect l="l" t="t" r="r" b="b"/>
              <a:pathLst>
                <a:path w="1398270" h="26669">
                  <a:moveTo>
                    <a:pt x="139827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1398270" y="2667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9E4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39">
              <a:extLst>
                <a:ext uri="{FF2B5EF4-FFF2-40B4-BE49-F238E27FC236}">
                  <a16:creationId xmlns:a16="http://schemas.microsoft.com/office/drawing/2014/main" id="{16AF30B0-A7F4-DE14-AF32-C448CF6CA4F3}"/>
                </a:ext>
              </a:extLst>
            </p:cNvPr>
            <p:cNvSpPr/>
            <p:nvPr/>
          </p:nvSpPr>
          <p:spPr>
            <a:xfrm>
              <a:off x="262890" y="287147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9E4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0">
              <a:extLst>
                <a:ext uri="{FF2B5EF4-FFF2-40B4-BE49-F238E27FC236}">
                  <a16:creationId xmlns:a16="http://schemas.microsoft.com/office/drawing/2014/main" id="{93F753C0-7DED-691D-F9EA-A8D0BA9446B9}"/>
                </a:ext>
              </a:extLst>
            </p:cNvPr>
            <p:cNvSpPr/>
            <p:nvPr/>
          </p:nvSpPr>
          <p:spPr>
            <a:xfrm>
              <a:off x="262890" y="289941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9E3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1">
              <a:extLst>
                <a:ext uri="{FF2B5EF4-FFF2-40B4-BE49-F238E27FC236}">
                  <a16:creationId xmlns:a16="http://schemas.microsoft.com/office/drawing/2014/main" id="{CE08DE85-75AA-6A0F-C7FD-8DCA20703C7F}"/>
                </a:ext>
              </a:extLst>
            </p:cNvPr>
            <p:cNvSpPr/>
            <p:nvPr/>
          </p:nvSpPr>
          <p:spPr>
            <a:xfrm>
              <a:off x="262890" y="292735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8E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2">
              <a:extLst>
                <a:ext uri="{FF2B5EF4-FFF2-40B4-BE49-F238E27FC236}">
                  <a16:creationId xmlns:a16="http://schemas.microsoft.com/office/drawing/2014/main" id="{D8CEBC95-9D90-6F9E-2C27-9B0A98ECA07A}"/>
                </a:ext>
              </a:extLst>
            </p:cNvPr>
            <p:cNvSpPr/>
            <p:nvPr/>
          </p:nvSpPr>
          <p:spPr>
            <a:xfrm>
              <a:off x="262890" y="295529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8E2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3">
              <a:extLst>
                <a:ext uri="{FF2B5EF4-FFF2-40B4-BE49-F238E27FC236}">
                  <a16:creationId xmlns:a16="http://schemas.microsoft.com/office/drawing/2014/main" id="{6FA00B82-3FB4-5D62-90BA-D412DBCAF538}"/>
                </a:ext>
              </a:extLst>
            </p:cNvPr>
            <p:cNvSpPr/>
            <p:nvPr/>
          </p:nvSpPr>
          <p:spPr>
            <a:xfrm>
              <a:off x="262890" y="298323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1398270" y="2794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8E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4">
              <a:extLst>
                <a:ext uri="{FF2B5EF4-FFF2-40B4-BE49-F238E27FC236}">
                  <a16:creationId xmlns:a16="http://schemas.microsoft.com/office/drawing/2014/main" id="{6BD40504-8C25-DBDE-1C04-E04B8BC93AA1}"/>
                </a:ext>
              </a:extLst>
            </p:cNvPr>
            <p:cNvSpPr/>
            <p:nvPr/>
          </p:nvSpPr>
          <p:spPr>
            <a:xfrm>
              <a:off x="262890" y="301117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7E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5">
              <a:extLst>
                <a:ext uri="{FF2B5EF4-FFF2-40B4-BE49-F238E27FC236}">
                  <a16:creationId xmlns:a16="http://schemas.microsoft.com/office/drawing/2014/main" id="{2467DA02-2F59-C9D0-2601-CED34DB13B70}"/>
                </a:ext>
              </a:extLst>
            </p:cNvPr>
            <p:cNvSpPr/>
            <p:nvPr/>
          </p:nvSpPr>
          <p:spPr>
            <a:xfrm>
              <a:off x="262890" y="303911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7E1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46">
              <a:extLst>
                <a:ext uri="{FF2B5EF4-FFF2-40B4-BE49-F238E27FC236}">
                  <a16:creationId xmlns:a16="http://schemas.microsoft.com/office/drawing/2014/main" id="{6443E980-1C10-7ACB-8316-63AB21F79538}"/>
                </a:ext>
              </a:extLst>
            </p:cNvPr>
            <p:cNvSpPr/>
            <p:nvPr/>
          </p:nvSpPr>
          <p:spPr>
            <a:xfrm>
              <a:off x="262890" y="306705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6E0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47">
              <a:extLst>
                <a:ext uri="{FF2B5EF4-FFF2-40B4-BE49-F238E27FC236}">
                  <a16:creationId xmlns:a16="http://schemas.microsoft.com/office/drawing/2014/main" id="{3B693ADF-5DE5-072B-7A12-0109183D577F}"/>
                </a:ext>
              </a:extLst>
            </p:cNvPr>
            <p:cNvSpPr/>
            <p:nvPr/>
          </p:nvSpPr>
          <p:spPr>
            <a:xfrm>
              <a:off x="262890" y="3094990"/>
              <a:ext cx="1398270" cy="26670"/>
            </a:xfrm>
            <a:custGeom>
              <a:avLst/>
              <a:gdLst/>
              <a:ahLst/>
              <a:cxnLst/>
              <a:rect l="l" t="t" r="r" b="b"/>
              <a:pathLst>
                <a:path w="1398270" h="26669">
                  <a:moveTo>
                    <a:pt x="139827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1398270" y="2667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6E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48">
              <a:extLst>
                <a:ext uri="{FF2B5EF4-FFF2-40B4-BE49-F238E27FC236}">
                  <a16:creationId xmlns:a16="http://schemas.microsoft.com/office/drawing/2014/main" id="{146A7973-C275-DD04-D194-E1D9CF95F9EA}"/>
                </a:ext>
              </a:extLst>
            </p:cNvPr>
            <p:cNvSpPr/>
            <p:nvPr/>
          </p:nvSpPr>
          <p:spPr>
            <a:xfrm>
              <a:off x="262890" y="312166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6D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49">
              <a:extLst>
                <a:ext uri="{FF2B5EF4-FFF2-40B4-BE49-F238E27FC236}">
                  <a16:creationId xmlns:a16="http://schemas.microsoft.com/office/drawing/2014/main" id="{38D18BA4-5DA1-9B86-54BD-BE95FC58B9A1}"/>
                </a:ext>
              </a:extLst>
            </p:cNvPr>
            <p:cNvSpPr/>
            <p:nvPr/>
          </p:nvSpPr>
          <p:spPr>
            <a:xfrm>
              <a:off x="262890" y="314960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5D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0">
              <a:extLst>
                <a:ext uri="{FF2B5EF4-FFF2-40B4-BE49-F238E27FC236}">
                  <a16:creationId xmlns:a16="http://schemas.microsoft.com/office/drawing/2014/main" id="{920FF2D3-BF97-DE6C-A56F-74AB2390A9B5}"/>
                </a:ext>
              </a:extLst>
            </p:cNvPr>
            <p:cNvSpPr/>
            <p:nvPr/>
          </p:nvSpPr>
          <p:spPr>
            <a:xfrm>
              <a:off x="262890" y="317754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5DE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1">
              <a:extLst>
                <a:ext uri="{FF2B5EF4-FFF2-40B4-BE49-F238E27FC236}">
                  <a16:creationId xmlns:a16="http://schemas.microsoft.com/office/drawing/2014/main" id="{142D61D4-7671-D555-8165-0ACD992AB868}"/>
                </a:ext>
              </a:extLst>
            </p:cNvPr>
            <p:cNvSpPr/>
            <p:nvPr/>
          </p:nvSpPr>
          <p:spPr>
            <a:xfrm>
              <a:off x="262890" y="320548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1398270" y="2794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4DE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2">
              <a:extLst>
                <a:ext uri="{FF2B5EF4-FFF2-40B4-BE49-F238E27FC236}">
                  <a16:creationId xmlns:a16="http://schemas.microsoft.com/office/drawing/2014/main" id="{AFCE5E81-102A-0C88-4984-19598907C067}"/>
                </a:ext>
              </a:extLst>
            </p:cNvPr>
            <p:cNvSpPr/>
            <p:nvPr/>
          </p:nvSpPr>
          <p:spPr>
            <a:xfrm>
              <a:off x="262890" y="323342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4DD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3">
              <a:extLst>
                <a:ext uri="{FF2B5EF4-FFF2-40B4-BE49-F238E27FC236}">
                  <a16:creationId xmlns:a16="http://schemas.microsoft.com/office/drawing/2014/main" id="{C4F60673-9281-EEC2-6DC7-55945B9B67B3}"/>
                </a:ext>
              </a:extLst>
            </p:cNvPr>
            <p:cNvSpPr/>
            <p:nvPr/>
          </p:nvSpPr>
          <p:spPr>
            <a:xfrm>
              <a:off x="262890" y="326136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4DD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4">
              <a:extLst>
                <a:ext uri="{FF2B5EF4-FFF2-40B4-BE49-F238E27FC236}">
                  <a16:creationId xmlns:a16="http://schemas.microsoft.com/office/drawing/2014/main" id="{2FF96F40-A267-F394-7A5C-646D21C5C5AA}"/>
                </a:ext>
              </a:extLst>
            </p:cNvPr>
            <p:cNvSpPr/>
            <p:nvPr/>
          </p:nvSpPr>
          <p:spPr>
            <a:xfrm>
              <a:off x="262890" y="328930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3DC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5">
              <a:extLst>
                <a:ext uri="{FF2B5EF4-FFF2-40B4-BE49-F238E27FC236}">
                  <a16:creationId xmlns:a16="http://schemas.microsoft.com/office/drawing/2014/main" id="{DDAC56F4-3B0C-8F15-27DD-097B1839F858}"/>
                </a:ext>
              </a:extLst>
            </p:cNvPr>
            <p:cNvSpPr/>
            <p:nvPr/>
          </p:nvSpPr>
          <p:spPr>
            <a:xfrm>
              <a:off x="262890" y="331724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3D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56">
              <a:extLst>
                <a:ext uri="{FF2B5EF4-FFF2-40B4-BE49-F238E27FC236}">
                  <a16:creationId xmlns:a16="http://schemas.microsoft.com/office/drawing/2014/main" id="{49A05B70-F774-528C-20FE-E9A7BDFF26FE}"/>
                </a:ext>
              </a:extLst>
            </p:cNvPr>
            <p:cNvSpPr/>
            <p:nvPr/>
          </p:nvSpPr>
          <p:spPr>
            <a:xfrm>
              <a:off x="262890" y="3345180"/>
              <a:ext cx="1398270" cy="26670"/>
            </a:xfrm>
            <a:custGeom>
              <a:avLst/>
              <a:gdLst/>
              <a:ahLst/>
              <a:cxnLst/>
              <a:rect l="l" t="t" r="r" b="b"/>
              <a:pathLst>
                <a:path w="1398270" h="26670">
                  <a:moveTo>
                    <a:pt x="139827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1398270" y="2667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3D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57">
              <a:extLst>
                <a:ext uri="{FF2B5EF4-FFF2-40B4-BE49-F238E27FC236}">
                  <a16:creationId xmlns:a16="http://schemas.microsoft.com/office/drawing/2014/main" id="{6CC788BA-0C86-2AF0-7B9D-FD0719CEE72E}"/>
                </a:ext>
              </a:extLst>
            </p:cNvPr>
            <p:cNvSpPr/>
            <p:nvPr/>
          </p:nvSpPr>
          <p:spPr>
            <a:xfrm>
              <a:off x="262890" y="337185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398270" y="27939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2D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58">
              <a:extLst>
                <a:ext uri="{FF2B5EF4-FFF2-40B4-BE49-F238E27FC236}">
                  <a16:creationId xmlns:a16="http://schemas.microsoft.com/office/drawing/2014/main" id="{399ABB26-78D5-8A16-B5BE-D8C9646CE942}"/>
                </a:ext>
              </a:extLst>
            </p:cNvPr>
            <p:cNvSpPr/>
            <p:nvPr/>
          </p:nvSpPr>
          <p:spPr>
            <a:xfrm>
              <a:off x="262890" y="3399790"/>
              <a:ext cx="1398270" cy="27940"/>
            </a:xfrm>
            <a:custGeom>
              <a:avLst/>
              <a:gdLst/>
              <a:ahLst/>
              <a:cxnLst/>
              <a:rect l="l" t="t" r="r" b="b"/>
              <a:pathLst>
                <a:path w="1398270" h="27939">
                  <a:moveTo>
                    <a:pt x="139827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1270" y="10160"/>
                  </a:lnTo>
                  <a:lnTo>
                    <a:pt x="1270" y="22860"/>
                  </a:lnTo>
                  <a:lnTo>
                    <a:pt x="2539" y="22860"/>
                  </a:lnTo>
                  <a:lnTo>
                    <a:pt x="2540" y="27939"/>
                  </a:lnTo>
                  <a:lnTo>
                    <a:pt x="1395730" y="27939"/>
                  </a:lnTo>
                  <a:lnTo>
                    <a:pt x="1395730" y="26670"/>
                  </a:lnTo>
                  <a:lnTo>
                    <a:pt x="1396999" y="26670"/>
                  </a:lnTo>
                  <a:lnTo>
                    <a:pt x="1397000" y="20320"/>
                  </a:lnTo>
                  <a:lnTo>
                    <a:pt x="1398270" y="20320"/>
                  </a:lnTo>
                  <a:lnTo>
                    <a:pt x="1398270" y="0"/>
                  </a:lnTo>
                  <a:close/>
                </a:path>
              </a:pathLst>
            </a:custGeom>
            <a:solidFill>
              <a:srgbClr val="E2D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59">
              <a:extLst>
                <a:ext uri="{FF2B5EF4-FFF2-40B4-BE49-F238E27FC236}">
                  <a16:creationId xmlns:a16="http://schemas.microsoft.com/office/drawing/2014/main" id="{ECD8E998-06A5-7E32-C8A3-9A5F84789385}"/>
                </a:ext>
              </a:extLst>
            </p:cNvPr>
            <p:cNvSpPr/>
            <p:nvPr/>
          </p:nvSpPr>
          <p:spPr>
            <a:xfrm>
              <a:off x="265430" y="3427729"/>
              <a:ext cx="1393190" cy="27940"/>
            </a:xfrm>
            <a:custGeom>
              <a:avLst/>
              <a:gdLst/>
              <a:ahLst/>
              <a:cxnLst/>
              <a:rect l="l" t="t" r="r" b="b"/>
              <a:pathLst>
                <a:path w="1393189" h="27939">
                  <a:moveTo>
                    <a:pt x="139319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70" y="3810"/>
                  </a:lnTo>
                  <a:lnTo>
                    <a:pt x="1270" y="7620"/>
                  </a:lnTo>
                  <a:lnTo>
                    <a:pt x="2540" y="762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15240"/>
                  </a:lnTo>
                  <a:lnTo>
                    <a:pt x="5080" y="15240"/>
                  </a:lnTo>
                  <a:lnTo>
                    <a:pt x="5080" y="17780"/>
                  </a:lnTo>
                  <a:lnTo>
                    <a:pt x="6350" y="17780"/>
                  </a:lnTo>
                  <a:lnTo>
                    <a:pt x="6350" y="20320"/>
                  </a:lnTo>
                  <a:lnTo>
                    <a:pt x="6350" y="21590"/>
                  </a:lnTo>
                  <a:lnTo>
                    <a:pt x="7620" y="21590"/>
                  </a:lnTo>
                  <a:lnTo>
                    <a:pt x="7620" y="24130"/>
                  </a:lnTo>
                  <a:lnTo>
                    <a:pt x="8890" y="24130"/>
                  </a:lnTo>
                  <a:lnTo>
                    <a:pt x="8890" y="26670"/>
                  </a:lnTo>
                  <a:lnTo>
                    <a:pt x="10160" y="26670"/>
                  </a:lnTo>
                  <a:lnTo>
                    <a:pt x="10160" y="27940"/>
                  </a:lnTo>
                  <a:lnTo>
                    <a:pt x="1384300" y="27940"/>
                  </a:lnTo>
                  <a:lnTo>
                    <a:pt x="1384300" y="26670"/>
                  </a:lnTo>
                  <a:lnTo>
                    <a:pt x="1385570" y="26670"/>
                  </a:lnTo>
                  <a:lnTo>
                    <a:pt x="1385570" y="24130"/>
                  </a:lnTo>
                  <a:lnTo>
                    <a:pt x="1386840" y="24130"/>
                  </a:lnTo>
                  <a:lnTo>
                    <a:pt x="1386840" y="21590"/>
                  </a:lnTo>
                  <a:lnTo>
                    <a:pt x="1386840" y="20320"/>
                  </a:lnTo>
                  <a:lnTo>
                    <a:pt x="1388097" y="20320"/>
                  </a:lnTo>
                  <a:lnTo>
                    <a:pt x="1388097" y="17780"/>
                  </a:lnTo>
                  <a:lnTo>
                    <a:pt x="1388110" y="15240"/>
                  </a:lnTo>
                  <a:lnTo>
                    <a:pt x="1389367" y="15240"/>
                  </a:lnTo>
                  <a:lnTo>
                    <a:pt x="1389367" y="11430"/>
                  </a:lnTo>
                  <a:lnTo>
                    <a:pt x="1390650" y="11430"/>
                  </a:lnTo>
                  <a:lnTo>
                    <a:pt x="1390650" y="7620"/>
                  </a:lnTo>
                  <a:lnTo>
                    <a:pt x="1391920" y="7620"/>
                  </a:lnTo>
                  <a:lnTo>
                    <a:pt x="1391920" y="3810"/>
                  </a:lnTo>
                  <a:lnTo>
                    <a:pt x="1393190" y="3810"/>
                  </a:lnTo>
                  <a:lnTo>
                    <a:pt x="1393190" y="0"/>
                  </a:lnTo>
                  <a:close/>
                </a:path>
              </a:pathLst>
            </a:custGeom>
            <a:solidFill>
              <a:srgbClr val="E1D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0">
              <a:extLst>
                <a:ext uri="{FF2B5EF4-FFF2-40B4-BE49-F238E27FC236}">
                  <a16:creationId xmlns:a16="http://schemas.microsoft.com/office/drawing/2014/main" id="{45574DBC-2E57-0C56-D55B-0E161AFD2548}"/>
                </a:ext>
              </a:extLst>
            </p:cNvPr>
            <p:cNvSpPr/>
            <p:nvPr/>
          </p:nvSpPr>
          <p:spPr>
            <a:xfrm>
              <a:off x="275590" y="3455669"/>
              <a:ext cx="1374140" cy="27940"/>
            </a:xfrm>
            <a:custGeom>
              <a:avLst/>
              <a:gdLst/>
              <a:ahLst/>
              <a:cxnLst/>
              <a:rect l="l" t="t" r="r" b="b"/>
              <a:pathLst>
                <a:path w="1374139" h="27939">
                  <a:moveTo>
                    <a:pt x="1357630" y="25527"/>
                  </a:moveTo>
                  <a:lnTo>
                    <a:pt x="16510" y="25527"/>
                  </a:lnTo>
                  <a:lnTo>
                    <a:pt x="16510" y="26670"/>
                  </a:lnTo>
                  <a:lnTo>
                    <a:pt x="17780" y="26670"/>
                  </a:lnTo>
                  <a:lnTo>
                    <a:pt x="17780" y="27940"/>
                  </a:lnTo>
                  <a:lnTo>
                    <a:pt x="1356360" y="27940"/>
                  </a:lnTo>
                  <a:lnTo>
                    <a:pt x="1356360" y="26670"/>
                  </a:lnTo>
                  <a:lnTo>
                    <a:pt x="1357630" y="26670"/>
                  </a:lnTo>
                  <a:lnTo>
                    <a:pt x="1357630" y="25527"/>
                  </a:lnTo>
                  <a:close/>
                </a:path>
                <a:path w="1374139" h="27939">
                  <a:moveTo>
                    <a:pt x="1366520" y="12827"/>
                  </a:moveTo>
                  <a:lnTo>
                    <a:pt x="7620" y="12827"/>
                  </a:lnTo>
                  <a:lnTo>
                    <a:pt x="7620" y="13970"/>
                  </a:lnTo>
                  <a:lnTo>
                    <a:pt x="8890" y="13970"/>
                  </a:lnTo>
                  <a:lnTo>
                    <a:pt x="8890" y="16510"/>
                  </a:lnTo>
                  <a:lnTo>
                    <a:pt x="10160" y="16510"/>
                  </a:lnTo>
                  <a:lnTo>
                    <a:pt x="10160" y="17907"/>
                  </a:lnTo>
                  <a:lnTo>
                    <a:pt x="11430" y="17907"/>
                  </a:lnTo>
                  <a:lnTo>
                    <a:pt x="11430" y="20320"/>
                  </a:lnTo>
                  <a:lnTo>
                    <a:pt x="12700" y="20320"/>
                  </a:lnTo>
                  <a:lnTo>
                    <a:pt x="12700" y="21590"/>
                  </a:lnTo>
                  <a:lnTo>
                    <a:pt x="13970" y="21590"/>
                  </a:lnTo>
                  <a:lnTo>
                    <a:pt x="13970" y="22860"/>
                  </a:lnTo>
                  <a:lnTo>
                    <a:pt x="15240" y="22860"/>
                  </a:lnTo>
                  <a:lnTo>
                    <a:pt x="15240" y="24130"/>
                  </a:lnTo>
                  <a:lnTo>
                    <a:pt x="15240" y="25400"/>
                  </a:lnTo>
                  <a:lnTo>
                    <a:pt x="1357630" y="25400"/>
                  </a:lnTo>
                  <a:lnTo>
                    <a:pt x="1357630" y="25527"/>
                  </a:lnTo>
                  <a:lnTo>
                    <a:pt x="1358887" y="25527"/>
                  </a:lnTo>
                  <a:lnTo>
                    <a:pt x="1358887" y="25400"/>
                  </a:lnTo>
                  <a:lnTo>
                    <a:pt x="1358887" y="24130"/>
                  </a:lnTo>
                  <a:lnTo>
                    <a:pt x="1360170" y="24130"/>
                  </a:lnTo>
                  <a:lnTo>
                    <a:pt x="1360170" y="22860"/>
                  </a:lnTo>
                  <a:lnTo>
                    <a:pt x="1360170" y="21717"/>
                  </a:lnTo>
                  <a:lnTo>
                    <a:pt x="1361440" y="21717"/>
                  </a:lnTo>
                  <a:lnTo>
                    <a:pt x="1361440" y="21590"/>
                  </a:lnTo>
                  <a:lnTo>
                    <a:pt x="1361440" y="20320"/>
                  </a:lnTo>
                  <a:lnTo>
                    <a:pt x="1362710" y="20320"/>
                  </a:lnTo>
                  <a:lnTo>
                    <a:pt x="1362710" y="17907"/>
                  </a:lnTo>
                  <a:lnTo>
                    <a:pt x="1363980" y="17907"/>
                  </a:lnTo>
                  <a:lnTo>
                    <a:pt x="1363980" y="16510"/>
                  </a:lnTo>
                  <a:lnTo>
                    <a:pt x="1365237" y="16510"/>
                  </a:lnTo>
                  <a:lnTo>
                    <a:pt x="1365237" y="13970"/>
                  </a:lnTo>
                  <a:lnTo>
                    <a:pt x="1366520" y="13970"/>
                  </a:lnTo>
                  <a:lnTo>
                    <a:pt x="1366520" y="12827"/>
                  </a:lnTo>
                  <a:close/>
                </a:path>
                <a:path w="1374139" h="27939">
                  <a:moveTo>
                    <a:pt x="1371587" y="3822"/>
                  </a:moveTo>
                  <a:lnTo>
                    <a:pt x="2540" y="3822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6350" y="10160"/>
                  </a:lnTo>
                  <a:lnTo>
                    <a:pt x="6350" y="12700"/>
                  </a:lnTo>
                  <a:lnTo>
                    <a:pt x="1366520" y="12700"/>
                  </a:lnTo>
                  <a:lnTo>
                    <a:pt x="1366520" y="12827"/>
                  </a:lnTo>
                  <a:lnTo>
                    <a:pt x="1367790" y="12827"/>
                  </a:lnTo>
                  <a:lnTo>
                    <a:pt x="1367790" y="12700"/>
                  </a:lnTo>
                  <a:lnTo>
                    <a:pt x="1367790" y="10160"/>
                  </a:lnTo>
                  <a:lnTo>
                    <a:pt x="1369060" y="10160"/>
                  </a:lnTo>
                  <a:lnTo>
                    <a:pt x="1369060" y="8890"/>
                  </a:lnTo>
                  <a:lnTo>
                    <a:pt x="1370330" y="8890"/>
                  </a:lnTo>
                  <a:lnTo>
                    <a:pt x="1370330" y="6350"/>
                  </a:lnTo>
                  <a:lnTo>
                    <a:pt x="1371587" y="6350"/>
                  </a:lnTo>
                  <a:lnTo>
                    <a:pt x="1371587" y="3822"/>
                  </a:lnTo>
                  <a:close/>
                </a:path>
                <a:path w="1374139" h="27939">
                  <a:moveTo>
                    <a:pt x="13741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1372870" y="3810"/>
                  </a:lnTo>
                  <a:lnTo>
                    <a:pt x="1372870" y="1270"/>
                  </a:lnTo>
                  <a:lnTo>
                    <a:pt x="1374140" y="1270"/>
                  </a:lnTo>
                  <a:lnTo>
                    <a:pt x="1374140" y="0"/>
                  </a:lnTo>
                  <a:close/>
                </a:path>
              </a:pathLst>
            </a:custGeom>
            <a:solidFill>
              <a:srgbClr val="E1D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1">
              <a:extLst>
                <a:ext uri="{FF2B5EF4-FFF2-40B4-BE49-F238E27FC236}">
                  <a16:creationId xmlns:a16="http://schemas.microsoft.com/office/drawing/2014/main" id="{759AD39C-9B7B-3FA8-9E9A-A17CE5CBFC91}"/>
                </a:ext>
              </a:extLst>
            </p:cNvPr>
            <p:cNvSpPr/>
            <p:nvPr/>
          </p:nvSpPr>
          <p:spPr>
            <a:xfrm>
              <a:off x="293370" y="3483609"/>
              <a:ext cx="1338580" cy="27940"/>
            </a:xfrm>
            <a:custGeom>
              <a:avLst/>
              <a:gdLst/>
              <a:ahLst/>
              <a:cxnLst/>
              <a:rect l="l" t="t" r="r" b="b"/>
              <a:pathLst>
                <a:path w="1338580" h="27939">
                  <a:moveTo>
                    <a:pt x="1311910" y="25527"/>
                  </a:moveTo>
                  <a:lnTo>
                    <a:pt x="25400" y="25527"/>
                  </a:lnTo>
                  <a:lnTo>
                    <a:pt x="25400" y="26670"/>
                  </a:lnTo>
                  <a:lnTo>
                    <a:pt x="26670" y="26670"/>
                  </a:lnTo>
                  <a:lnTo>
                    <a:pt x="26670" y="27940"/>
                  </a:lnTo>
                  <a:lnTo>
                    <a:pt x="1310640" y="27940"/>
                  </a:lnTo>
                  <a:lnTo>
                    <a:pt x="1310640" y="26670"/>
                  </a:lnTo>
                  <a:lnTo>
                    <a:pt x="1311910" y="26670"/>
                  </a:lnTo>
                  <a:lnTo>
                    <a:pt x="1311910" y="25527"/>
                  </a:lnTo>
                  <a:close/>
                </a:path>
                <a:path w="1338580" h="27939">
                  <a:moveTo>
                    <a:pt x="1315707" y="22987"/>
                  </a:moveTo>
                  <a:lnTo>
                    <a:pt x="22860" y="22987"/>
                  </a:lnTo>
                  <a:lnTo>
                    <a:pt x="22860" y="24130"/>
                  </a:lnTo>
                  <a:lnTo>
                    <a:pt x="24130" y="24130"/>
                  </a:lnTo>
                  <a:lnTo>
                    <a:pt x="24130" y="25400"/>
                  </a:lnTo>
                  <a:lnTo>
                    <a:pt x="1311910" y="25400"/>
                  </a:lnTo>
                  <a:lnTo>
                    <a:pt x="1311910" y="25527"/>
                  </a:lnTo>
                  <a:lnTo>
                    <a:pt x="1313180" y="25527"/>
                  </a:lnTo>
                  <a:lnTo>
                    <a:pt x="1313180" y="25400"/>
                  </a:lnTo>
                  <a:lnTo>
                    <a:pt x="1313180" y="24130"/>
                  </a:lnTo>
                  <a:lnTo>
                    <a:pt x="1315707" y="24130"/>
                  </a:lnTo>
                  <a:lnTo>
                    <a:pt x="1315707" y="22987"/>
                  </a:lnTo>
                  <a:close/>
                </a:path>
                <a:path w="1338580" h="27939">
                  <a:moveTo>
                    <a:pt x="1319530" y="19177"/>
                  </a:moveTo>
                  <a:lnTo>
                    <a:pt x="19050" y="19177"/>
                  </a:lnTo>
                  <a:lnTo>
                    <a:pt x="19050" y="20320"/>
                  </a:lnTo>
                  <a:lnTo>
                    <a:pt x="20320" y="20320"/>
                  </a:lnTo>
                  <a:lnTo>
                    <a:pt x="20320" y="21717"/>
                  </a:lnTo>
                  <a:lnTo>
                    <a:pt x="21590" y="21717"/>
                  </a:lnTo>
                  <a:lnTo>
                    <a:pt x="21590" y="22860"/>
                  </a:lnTo>
                  <a:lnTo>
                    <a:pt x="1315707" y="22860"/>
                  </a:lnTo>
                  <a:lnTo>
                    <a:pt x="1315707" y="22987"/>
                  </a:lnTo>
                  <a:lnTo>
                    <a:pt x="1316990" y="22987"/>
                  </a:lnTo>
                  <a:lnTo>
                    <a:pt x="1316990" y="22860"/>
                  </a:lnTo>
                  <a:lnTo>
                    <a:pt x="1316990" y="21717"/>
                  </a:lnTo>
                  <a:lnTo>
                    <a:pt x="1318260" y="21717"/>
                  </a:lnTo>
                  <a:lnTo>
                    <a:pt x="1318260" y="20320"/>
                  </a:lnTo>
                  <a:lnTo>
                    <a:pt x="1319530" y="20320"/>
                  </a:lnTo>
                  <a:lnTo>
                    <a:pt x="1319530" y="19177"/>
                  </a:lnTo>
                  <a:close/>
                </a:path>
                <a:path w="1338580" h="27939">
                  <a:moveTo>
                    <a:pt x="1322070" y="16637"/>
                  </a:moveTo>
                  <a:lnTo>
                    <a:pt x="15240" y="16637"/>
                  </a:lnTo>
                  <a:lnTo>
                    <a:pt x="15240" y="17780"/>
                  </a:lnTo>
                  <a:lnTo>
                    <a:pt x="16510" y="17780"/>
                  </a:lnTo>
                  <a:lnTo>
                    <a:pt x="16510" y="19050"/>
                  </a:lnTo>
                  <a:lnTo>
                    <a:pt x="1319530" y="19050"/>
                  </a:lnTo>
                  <a:lnTo>
                    <a:pt x="1319530" y="19177"/>
                  </a:lnTo>
                  <a:lnTo>
                    <a:pt x="1320800" y="19177"/>
                  </a:lnTo>
                  <a:lnTo>
                    <a:pt x="1320800" y="19050"/>
                  </a:lnTo>
                  <a:lnTo>
                    <a:pt x="1320800" y="17780"/>
                  </a:lnTo>
                  <a:lnTo>
                    <a:pt x="1322070" y="17780"/>
                  </a:lnTo>
                  <a:lnTo>
                    <a:pt x="1322070" y="16637"/>
                  </a:lnTo>
                  <a:close/>
                </a:path>
                <a:path w="1338580" h="27939">
                  <a:moveTo>
                    <a:pt x="1325880" y="12827"/>
                  </a:moveTo>
                  <a:lnTo>
                    <a:pt x="11430" y="12827"/>
                  </a:lnTo>
                  <a:lnTo>
                    <a:pt x="11430" y="13970"/>
                  </a:lnTo>
                  <a:lnTo>
                    <a:pt x="12700" y="13970"/>
                  </a:lnTo>
                  <a:lnTo>
                    <a:pt x="12700" y="15367"/>
                  </a:lnTo>
                  <a:lnTo>
                    <a:pt x="13970" y="15367"/>
                  </a:lnTo>
                  <a:lnTo>
                    <a:pt x="13970" y="16510"/>
                  </a:lnTo>
                  <a:lnTo>
                    <a:pt x="1322070" y="16510"/>
                  </a:lnTo>
                  <a:lnTo>
                    <a:pt x="1322070" y="16637"/>
                  </a:lnTo>
                  <a:lnTo>
                    <a:pt x="1323340" y="16637"/>
                  </a:lnTo>
                  <a:lnTo>
                    <a:pt x="1323340" y="16510"/>
                  </a:lnTo>
                  <a:lnTo>
                    <a:pt x="1323340" y="15367"/>
                  </a:lnTo>
                  <a:lnTo>
                    <a:pt x="1324610" y="15367"/>
                  </a:lnTo>
                  <a:lnTo>
                    <a:pt x="1324610" y="13970"/>
                  </a:lnTo>
                  <a:lnTo>
                    <a:pt x="1325880" y="13970"/>
                  </a:lnTo>
                  <a:lnTo>
                    <a:pt x="1325880" y="12827"/>
                  </a:lnTo>
                  <a:close/>
                </a:path>
                <a:path w="1338580" h="27939">
                  <a:moveTo>
                    <a:pt x="1328420" y="10287"/>
                  </a:moveTo>
                  <a:lnTo>
                    <a:pt x="8890" y="10287"/>
                  </a:lnTo>
                  <a:lnTo>
                    <a:pt x="8890" y="11430"/>
                  </a:lnTo>
                  <a:lnTo>
                    <a:pt x="10160" y="11430"/>
                  </a:lnTo>
                  <a:lnTo>
                    <a:pt x="10160" y="12700"/>
                  </a:lnTo>
                  <a:lnTo>
                    <a:pt x="1325880" y="12700"/>
                  </a:lnTo>
                  <a:lnTo>
                    <a:pt x="1325880" y="12827"/>
                  </a:lnTo>
                  <a:lnTo>
                    <a:pt x="1327150" y="12827"/>
                  </a:lnTo>
                  <a:lnTo>
                    <a:pt x="1327150" y="12700"/>
                  </a:lnTo>
                  <a:lnTo>
                    <a:pt x="1327150" y="11430"/>
                  </a:lnTo>
                  <a:lnTo>
                    <a:pt x="1328420" y="11430"/>
                  </a:lnTo>
                  <a:lnTo>
                    <a:pt x="1328420" y="10287"/>
                  </a:lnTo>
                  <a:close/>
                </a:path>
                <a:path w="1338580" h="27939">
                  <a:moveTo>
                    <a:pt x="1332230" y="6477"/>
                  </a:moveTo>
                  <a:lnTo>
                    <a:pt x="6350" y="6477"/>
                  </a:lnTo>
                  <a:lnTo>
                    <a:pt x="6350" y="762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7620" y="10160"/>
                  </a:lnTo>
                  <a:lnTo>
                    <a:pt x="1328420" y="10160"/>
                  </a:lnTo>
                  <a:lnTo>
                    <a:pt x="1328420" y="10287"/>
                  </a:lnTo>
                  <a:lnTo>
                    <a:pt x="1329690" y="10287"/>
                  </a:lnTo>
                  <a:lnTo>
                    <a:pt x="1329690" y="10160"/>
                  </a:lnTo>
                  <a:lnTo>
                    <a:pt x="1329690" y="8890"/>
                  </a:lnTo>
                  <a:lnTo>
                    <a:pt x="1330960" y="8890"/>
                  </a:lnTo>
                  <a:lnTo>
                    <a:pt x="1330960" y="7620"/>
                  </a:lnTo>
                  <a:lnTo>
                    <a:pt x="1332230" y="7620"/>
                  </a:lnTo>
                  <a:lnTo>
                    <a:pt x="1332230" y="6477"/>
                  </a:lnTo>
                  <a:close/>
                </a:path>
                <a:path w="1338580" h="27939">
                  <a:moveTo>
                    <a:pt x="1334757" y="3937"/>
                  </a:moveTo>
                  <a:lnTo>
                    <a:pt x="3810" y="3937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1332230" y="6350"/>
                  </a:lnTo>
                  <a:lnTo>
                    <a:pt x="1332230" y="6477"/>
                  </a:lnTo>
                  <a:lnTo>
                    <a:pt x="1333500" y="6477"/>
                  </a:lnTo>
                  <a:lnTo>
                    <a:pt x="1333500" y="6350"/>
                  </a:lnTo>
                  <a:lnTo>
                    <a:pt x="1333500" y="5080"/>
                  </a:lnTo>
                  <a:lnTo>
                    <a:pt x="1334757" y="5080"/>
                  </a:lnTo>
                  <a:lnTo>
                    <a:pt x="1334757" y="3937"/>
                  </a:lnTo>
                  <a:close/>
                </a:path>
                <a:path w="1338580" h="27939">
                  <a:moveTo>
                    <a:pt x="1338580" y="0"/>
                  </a:moveTo>
                  <a:lnTo>
                    <a:pt x="1270" y="0"/>
                  </a:lnTo>
                  <a:lnTo>
                    <a:pt x="0" y="0"/>
                  </a:lnTo>
                  <a:lnTo>
                    <a:pt x="0" y="127"/>
                  </a:lnTo>
                  <a:lnTo>
                    <a:pt x="1270" y="127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334757" y="3810"/>
                  </a:lnTo>
                  <a:lnTo>
                    <a:pt x="1334757" y="3937"/>
                  </a:lnTo>
                  <a:lnTo>
                    <a:pt x="1336040" y="3937"/>
                  </a:lnTo>
                  <a:lnTo>
                    <a:pt x="1336040" y="3810"/>
                  </a:lnTo>
                  <a:lnTo>
                    <a:pt x="1336040" y="2540"/>
                  </a:lnTo>
                  <a:lnTo>
                    <a:pt x="1337310" y="2540"/>
                  </a:lnTo>
                  <a:lnTo>
                    <a:pt x="1337310" y="1270"/>
                  </a:lnTo>
                  <a:lnTo>
                    <a:pt x="1338580" y="1270"/>
                  </a:lnTo>
                  <a:lnTo>
                    <a:pt x="1338580" y="0"/>
                  </a:lnTo>
                  <a:close/>
                </a:path>
              </a:pathLst>
            </a:custGeom>
            <a:solidFill>
              <a:srgbClr val="E1D9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2">
              <a:extLst>
                <a:ext uri="{FF2B5EF4-FFF2-40B4-BE49-F238E27FC236}">
                  <a16:creationId xmlns:a16="http://schemas.microsoft.com/office/drawing/2014/main" id="{C4167274-91AB-464B-EE94-059A43F7A08D}"/>
                </a:ext>
              </a:extLst>
            </p:cNvPr>
            <p:cNvSpPr/>
            <p:nvPr/>
          </p:nvSpPr>
          <p:spPr>
            <a:xfrm>
              <a:off x="320040" y="3511549"/>
              <a:ext cx="1283970" cy="27940"/>
            </a:xfrm>
            <a:custGeom>
              <a:avLst/>
              <a:gdLst/>
              <a:ahLst/>
              <a:cxnLst/>
              <a:rect l="l" t="t" r="r" b="b"/>
              <a:pathLst>
                <a:path w="1283970" h="27939">
                  <a:moveTo>
                    <a:pt x="1219200" y="26797"/>
                  </a:moveTo>
                  <a:lnTo>
                    <a:pt x="64770" y="26797"/>
                  </a:lnTo>
                  <a:lnTo>
                    <a:pt x="64770" y="27940"/>
                  </a:lnTo>
                  <a:lnTo>
                    <a:pt x="1219200" y="27940"/>
                  </a:lnTo>
                  <a:lnTo>
                    <a:pt x="1219200" y="26797"/>
                  </a:lnTo>
                  <a:close/>
                </a:path>
                <a:path w="1283970" h="27939">
                  <a:moveTo>
                    <a:pt x="1234440" y="22987"/>
                  </a:moveTo>
                  <a:lnTo>
                    <a:pt x="46990" y="22987"/>
                  </a:lnTo>
                  <a:lnTo>
                    <a:pt x="46990" y="24130"/>
                  </a:lnTo>
                  <a:lnTo>
                    <a:pt x="52070" y="24130"/>
                  </a:lnTo>
                  <a:lnTo>
                    <a:pt x="52070" y="25527"/>
                  </a:lnTo>
                  <a:lnTo>
                    <a:pt x="55880" y="25527"/>
                  </a:lnTo>
                  <a:lnTo>
                    <a:pt x="55880" y="26670"/>
                  </a:lnTo>
                  <a:lnTo>
                    <a:pt x="1219200" y="26670"/>
                  </a:lnTo>
                  <a:lnTo>
                    <a:pt x="1219200" y="26797"/>
                  </a:lnTo>
                  <a:lnTo>
                    <a:pt x="1223010" y="26797"/>
                  </a:lnTo>
                  <a:lnTo>
                    <a:pt x="1223010" y="26670"/>
                  </a:lnTo>
                  <a:lnTo>
                    <a:pt x="1223010" y="25527"/>
                  </a:lnTo>
                  <a:lnTo>
                    <a:pt x="1231900" y="25527"/>
                  </a:lnTo>
                  <a:lnTo>
                    <a:pt x="1231900" y="24130"/>
                  </a:lnTo>
                  <a:lnTo>
                    <a:pt x="1234440" y="24130"/>
                  </a:lnTo>
                  <a:lnTo>
                    <a:pt x="1234440" y="22987"/>
                  </a:lnTo>
                  <a:close/>
                </a:path>
                <a:path w="1283970" h="27939">
                  <a:moveTo>
                    <a:pt x="1244587" y="20447"/>
                  </a:moveTo>
                  <a:lnTo>
                    <a:pt x="40640" y="20447"/>
                  </a:lnTo>
                  <a:lnTo>
                    <a:pt x="40640" y="21590"/>
                  </a:lnTo>
                  <a:lnTo>
                    <a:pt x="43180" y="21590"/>
                  </a:lnTo>
                  <a:lnTo>
                    <a:pt x="43180" y="22860"/>
                  </a:lnTo>
                  <a:lnTo>
                    <a:pt x="1234440" y="22860"/>
                  </a:lnTo>
                  <a:lnTo>
                    <a:pt x="1234440" y="22987"/>
                  </a:lnTo>
                  <a:lnTo>
                    <a:pt x="1238237" y="22987"/>
                  </a:lnTo>
                  <a:lnTo>
                    <a:pt x="1238237" y="22860"/>
                  </a:lnTo>
                  <a:lnTo>
                    <a:pt x="1238237" y="21590"/>
                  </a:lnTo>
                  <a:lnTo>
                    <a:pt x="1244587" y="21590"/>
                  </a:lnTo>
                  <a:lnTo>
                    <a:pt x="1244587" y="20447"/>
                  </a:lnTo>
                  <a:close/>
                </a:path>
                <a:path w="1283970" h="27939">
                  <a:moveTo>
                    <a:pt x="1252220" y="16637"/>
                  </a:moveTo>
                  <a:lnTo>
                    <a:pt x="30480" y="16637"/>
                  </a:lnTo>
                  <a:lnTo>
                    <a:pt x="30480" y="17780"/>
                  </a:lnTo>
                  <a:lnTo>
                    <a:pt x="33020" y="17780"/>
                  </a:lnTo>
                  <a:lnTo>
                    <a:pt x="33020" y="19177"/>
                  </a:lnTo>
                  <a:lnTo>
                    <a:pt x="36830" y="19177"/>
                  </a:lnTo>
                  <a:lnTo>
                    <a:pt x="36830" y="20320"/>
                  </a:lnTo>
                  <a:lnTo>
                    <a:pt x="1244587" y="20320"/>
                  </a:lnTo>
                  <a:lnTo>
                    <a:pt x="1244587" y="20447"/>
                  </a:lnTo>
                  <a:lnTo>
                    <a:pt x="1247140" y="20447"/>
                  </a:lnTo>
                  <a:lnTo>
                    <a:pt x="1247140" y="20320"/>
                  </a:lnTo>
                  <a:lnTo>
                    <a:pt x="1247140" y="19177"/>
                  </a:lnTo>
                  <a:lnTo>
                    <a:pt x="1249680" y="19177"/>
                  </a:lnTo>
                  <a:lnTo>
                    <a:pt x="1249680" y="17780"/>
                  </a:lnTo>
                  <a:lnTo>
                    <a:pt x="1252220" y="17780"/>
                  </a:lnTo>
                  <a:lnTo>
                    <a:pt x="1252220" y="16637"/>
                  </a:lnTo>
                  <a:close/>
                </a:path>
                <a:path w="1283970" h="27939">
                  <a:moveTo>
                    <a:pt x="1257300" y="14097"/>
                  </a:moveTo>
                  <a:lnTo>
                    <a:pt x="25400" y="14097"/>
                  </a:lnTo>
                  <a:lnTo>
                    <a:pt x="25400" y="15240"/>
                  </a:lnTo>
                  <a:lnTo>
                    <a:pt x="27940" y="15240"/>
                  </a:lnTo>
                  <a:lnTo>
                    <a:pt x="27940" y="16510"/>
                  </a:lnTo>
                  <a:lnTo>
                    <a:pt x="1252220" y="16510"/>
                  </a:lnTo>
                  <a:lnTo>
                    <a:pt x="1252220" y="16637"/>
                  </a:lnTo>
                  <a:lnTo>
                    <a:pt x="1256030" y="16637"/>
                  </a:lnTo>
                  <a:lnTo>
                    <a:pt x="1256030" y="16510"/>
                  </a:lnTo>
                  <a:lnTo>
                    <a:pt x="1256030" y="15240"/>
                  </a:lnTo>
                  <a:lnTo>
                    <a:pt x="1257300" y="15240"/>
                  </a:lnTo>
                  <a:lnTo>
                    <a:pt x="1257300" y="14097"/>
                  </a:lnTo>
                  <a:close/>
                </a:path>
                <a:path w="1283970" h="27939">
                  <a:moveTo>
                    <a:pt x="1264920" y="10287"/>
                  </a:moveTo>
                  <a:lnTo>
                    <a:pt x="17780" y="10287"/>
                  </a:lnTo>
                  <a:lnTo>
                    <a:pt x="17780" y="11430"/>
                  </a:lnTo>
                  <a:lnTo>
                    <a:pt x="20320" y="11430"/>
                  </a:lnTo>
                  <a:lnTo>
                    <a:pt x="20320" y="12827"/>
                  </a:lnTo>
                  <a:lnTo>
                    <a:pt x="22860" y="12827"/>
                  </a:lnTo>
                  <a:lnTo>
                    <a:pt x="22860" y="13970"/>
                  </a:lnTo>
                  <a:lnTo>
                    <a:pt x="1257300" y="13970"/>
                  </a:lnTo>
                  <a:lnTo>
                    <a:pt x="1257300" y="14097"/>
                  </a:lnTo>
                  <a:lnTo>
                    <a:pt x="1259840" y="14097"/>
                  </a:lnTo>
                  <a:lnTo>
                    <a:pt x="1259840" y="13970"/>
                  </a:lnTo>
                  <a:lnTo>
                    <a:pt x="1259840" y="12827"/>
                  </a:lnTo>
                  <a:lnTo>
                    <a:pt x="1262380" y="12827"/>
                  </a:lnTo>
                  <a:lnTo>
                    <a:pt x="1262380" y="11430"/>
                  </a:lnTo>
                  <a:lnTo>
                    <a:pt x="1264920" y="11430"/>
                  </a:lnTo>
                  <a:lnTo>
                    <a:pt x="1264920" y="10287"/>
                  </a:lnTo>
                  <a:close/>
                </a:path>
                <a:path w="1283970" h="27939">
                  <a:moveTo>
                    <a:pt x="1270000" y="7747"/>
                  </a:moveTo>
                  <a:lnTo>
                    <a:pt x="13970" y="7747"/>
                  </a:lnTo>
                  <a:lnTo>
                    <a:pt x="13970" y="8890"/>
                  </a:lnTo>
                  <a:lnTo>
                    <a:pt x="16510" y="8890"/>
                  </a:lnTo>
                  <a:lnTo>
                    <a:pt x="16510" y="10160"/>
                  </a:lnTo>
                  <a:lnTo>
                    <a:pt x="1264920" y="10160"/>
                  </a:lnTo>
                  <a:lnTo>
                    <a:pt x="1264920" y="10287"/>
                  </a:lnTo>
                  <a:lnTo>
                    <a:pt x="1268730" y="10287"/>
                  </a:lnTo>
                  <a:lnTo>
                    <a:pt x="1268730" y="10160"/>
                  </a:lnTo>
                  <a:lnTo>
                    <a:pt x="1268730" y="8890"/>
                  </a:lnTo>
                  <a:lnTo>
                    <a:pt x="1270000" y="8890"/>
                  </a:lnTo>
                  <a:lnTo>
                    <a:pt x="1270000" y="7747"/>
                  </a:lnTo>
                  <a:close/>
                </a:path>
                <a:path w="1283970" h="27939">
                  <a:moveTo>
                    <a:pt x="1276350" y="3937"/>
                  </a:moveTo>
                  <a:lnTo>
                    <a:pt x="6350" y="3937"/>
                  </a:lnTo>
                  <a:lnTo>
                    <a:pt x="6350" y="5080"/>
                  </a:lnTo>
                  <a:lnTo>
                    <a:pt x="8890" y="5080"/>
                  </a:lnTo>
                  <a:lnTo>
                    <a:pt x="8890" y="6477"/>
                  </a:lnTo>
                  <a:lnTo>
                    <a:pt x="11430" y="6477"/>
                  </a:lnTo>
                  <a:lnTo>
                    <a:pt x="11430" y="7620"/>
                  </a:lnTo>
                  <a:lnTo>
                    <a:pt x="1270000" y="7620"/>
                  </a:lnTo>
                  <a:lnTo>
                    <a:pt x="1270000" y="7747"/>
                  </a:lnTo>
                  <a:lnTo>
                    <a:pt x="1272540" y="7747"/>
                  </a:lnTo>
                  <a:lnTo>
                    <a:pt x="1272540" y="7620"/>
                  </a:lnTo>
                  <a:lnTo>
                    <a:pt x="1272540" y="6477"/>
                  </a:lnTo>
                  <a:lnTo>
                    <a:pt x="1273810" y="6477"/>
                  </a:lnTo>
                  <a:lnTo>
                    <a:pt x="1273810" y="5080"/>
                  </a:lnTo>
                  <a:lnTo>
                    <a:pt x="1276350" y="5080"/>
                  </a:lnTo>
                  <a:lnTo>
                    <a:pt x="1276350" y="3937"/>
                  </a:lnTo>
                  <a:close/>
                </a:path>
                <a:path w="1283970" h="27939">
                  <a:moveTo>
                    <a:pt x="1280160" y="1397"/>
                  </a:moveTo>
                  <a:lnTo>
                    <a:pt x="3810" y="1397"/>
                  </a:lnTo>
                  <a:lnTo>
                    <a:pt x="381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1276350" y="3810"/>
                  </a:lnTo>
                  <a:lnTo>
                    <a:pt x="1276350" y="3937"/>
                  </a:lnTo>
                  <a:lnTo>
                    <a:pt x="1278890" y="3937"/>
                  </a:lnTo>
                  <a:lnTo>
                    <a:pt x="1278890" y="3810"/>
                  </a:lnTo>
                  <a:lnTo>
                    <a:pt x="1278890" y="2540"/>
                  </a:lnTo>
                  <a:lnTo>
                    <a:pt x="1280160" y="2540"/>
                  </a:lnTo>
                  <a:lnTo>
                    <a:pt x="1280160" y="1397"/>
                  </a:lnTo>
                  <a:close/>
                </a:path>
                <a:path w="1283970" h="27939">
                  <a:moveTo>
                    <a:pt x="1283970" y="0"/>
                  </a:moveTo>
                  <a:lnTo>
                    <a:pt x="1281430" y="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"/>
                  </a:lnTo>
                  <a:lnTo>
                    <a:pt x="2540" y="127"/>
                  </a:lnTo>
                  <a:lnTo>
                    <a:pt x="2540" y="1270"/>
                  </a:lnTo>
                  <a:lnTo>
                    <a:pt x="1280160" y="1270"/>
                  </a:lnTo>
                  <a:lnTo>
                    <a:pt x="1280160" y="1397"/>
                  </a:lnTo>
                  <a:lnTo>
                    <a:pt x="1281430" y="1397"/>
                  </a:lnTo>
                  <a:lnTo>
                    <a:pt x="1281430" y="1270"/>
                  </a:lnTo>
                  <a:lnTo>
                    <a:pt x="1281430" y="127"/>
                  </a:lnTo>
                  <a:lnTo>
                    <a:pt x="1283970" y="127"/>
                  </a:lnTo>
                  <a:lnTo>
                    <a:pt x="1283970" y="0"/>
                  </a:lnTo>
                  <a:close/>
                </a:path>
              </a:pathLst>
            </a:custGeom>
            <a:solidFill>
              <a:srgbClr val="E0D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3">
              <a:extLst>
                <a:ext uri="{FF2B5EF4-FFF2-40B4-BE49-F238E27FC236}">
                  <a16:creationId xmlns:a16="http://schemas.microsoft.com/office/drawing/2014/main" id="{F2950D0D-7848-1AFF-1FDF-D3A01194CCB1}"/>
                </a:ext>
              </a:extLst>
            </p:cNvPr>
            <p:cNvSpPr/>
            <p:nvPr/>
          </p:nvSpPr>
          <p:spPr>
            <a:xfrm>
              <a:off x="262890" y="2122170"/>
              <a:ext cx="1398270" cy="1416050"/>
            </a:xfrm>
            <a:custGeom>
              <a:avLst/>
              <a:gdLst/>
              <a:ahLst/>
              <a:cxnLst/>
              <a:rect l="l" t="t" r="r" b="b"/>
              <a:pathLst>
                <a:path w="1398270" h="1416050">
                  <a:moveTo>
                    <a:pt x="134620" y="0"/>
                  </a:moveTo>
                  <a:lnTo>
                    <a:pt x="94772" y="7538"/>
                  </a:lnTo>
                  <a:lnTo>
                    <a:pt x="58155" y="28000"/>
                  </a:lnTo>
                  <a:lnTo>
                    <a:pt x="28000" y="58155"/>
                  </a:lnTo>
                  <a:lnTo>
                    <a:pt x="7538" y="94772"/>
                  </a:lnTo>
                  <a:lnTo>
                    <a:pt x="0" y="134619"/>
                  </a:lnTo>
                  <a:lnTo>
                    <a:pt x="0" y="1281429"/>
                  </a:lnTo>
                  <a:lnTo>
                    <a:pt x="7538" y="1321277"/>
                  </a:lnTo>
                  <a:lnTo>
                    <a:pt x="28000" y="1357894"/>
                  </a:lnTo>
                  <a:lnTo>
                    <a:pt x="58155" y="1388049"/>
                  </a:lnTo>
                  <a:lnTo>
                    <a:pt x="94772" y="1408511"/>
                  </a:lnTo>
                  <a:lnTo>
                    <a:pt x="134620" y="1416050"/>
                  </a:lnTo>
                  <a:lnTo>
                    <a:pt x="1262380" y="1416050"/>
                  </a:lnTo>
                  <a:lnTo>
                    <a:pt x="1302359" y="1408511"/>
                  </a:lnTo>
                  <a:lnTo>
                    <a:pt x="1339291" y="1388049"/>
                  </a:lnTo>
                  <a:lnTo>
                    <a:pt x="1369822" y="1357894"/>
                  </a:lnTo>
                  <a:lnTo>
                    <a:pt x="1390599" y="1321277"/>
                  </a:lnTo>
                  <a:lnTo>
                    <a:pt x="1398270" y="1281429"/>
                  </a:lnTo>
                  <a:lnTo>
                    <a:pt x="1398270" y="134619"/>
                  </a:lnTo>
                  <a:lnTo>
                    <a:pt x="1390599" y="94772"/>
                  </a:lnTo>
                  <a:lnTo>
                    <a:pt x="1369822" y="58155"/>
                  </a:lnTo>
                  <a:lnTo>
                    <a:pt x="1339291" y="28000"/>
                  </a:lnTo>
                  <a:lnTo>
                    <a:pt x="1302359" y="7538"/>
                  </a:lnTo>
                  <a:lnTo>
                    <a:pt x="1262380" y="0"/>
                  </a:lnTo>
                  <a:lnTo>
                    <a:pt x="134620" y="0"/>
                  </a:lnTo>
                  <a:close/>
                </a:path>
              </a:pathLst>
            </a:custGeom>
            <a:ln w="28393">
              <a:solidFill>
                <a:srgbClr val="8A7D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8" name="object 364">
            <a:extLst>
              <a:ext uri="{FF2B5EF4-FFF2-40B4-BE49-F238E27FC236}">
                <a16:creationId xmlns:a16="http://schemas.microsoft.com/office/drawing/2014/main" id="{65A82A1F-44E5-5217-D1F5-2E3EBB10B38C}"/>
              </a:ext>
            </a:extLst>
          </p:cNvPr>
          <p:cNvSpPr txBox="1"/>
          <p:nvPr/>
        </p:nvSpPr>
        <p:spPr>
          <a:xfrm>
            <a:off x="313690" y="1877059"/>
            <a:ext cx="129540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Stand</a:t>
            </a:r>
            <a:r>
              <a:rPr sz="1400" spc="-3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Alone</a:t>
            </a:r>
            <a:r>
              <a:rPr sz="1400" spc="-25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PC</a:t>
            </a:r>
            <a:endParaRPr sz="1400" dirty="0">
              <a:latin typeface="Arial MT"/>
              <a:cs typeface="Arial MT"/>
            </a:endParaRPr>
          </a:p>
        </p:txBody>
      </p:sp>
      <p:grpSp>
        <p:nvGrpSpPr>
          <p:cNvPr id="369" name="object 365">
            <a:extLst>
              <a:ext uri="{FF2B5EF4-FFF2-40B4-BE49-F238E27FC236}">
                <a16:creationId xmlns:a16="http://schemas.microsoft.com/office/drawing/2014/main" id="{3F9333A6-C4B0-1270-6E87-5802A88610BE}"/>
              </a:ext>
            </a:extLst>
          </p:cNvPr>
          <p:cNvGrpSpPr/>
          <p:nvPr/>
        </p:nvGrpSpPr>
        <p:grpSpPr>
          <a:xfrm>
            <a:off x="511870" y="2339975"/>
            <a:ext cx="899160" cy="1001394"/>
            <a:chOff x="511870" y="2339975"/>
            <a:chExt cx="899160" cy="1001394"/>
          </a:xfrm>
        </p:grpSpPr>
        <p:sp>
          <p:nvSpPr>
            <p:cNvPr id="370" name="object 366">
              <a:extLst>
                <a:ext uri="{FF2B5EF4-FFF2-40B4-BE49-F238E27FC236}">
                  <a16:creationId xmlns:a16="http://schemas.microsoft.com/office/drawing/2014/main" id="{D61D221F-3302-53C0-DC41-24F87383682C}"/>
                </a:ext>
              </a:extLst>
            </p:cNvPr>
            <p:cNvSpPr/>
            <p:nvPr/>
          </p:nvSpPr>
          <p:spPr>
            <a:xfrm>
              <a:off x="576567" y="2984499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30">
                  <a:moveTo>
                    <a:pt x="24142" y="0"/>
                  </a:moveTo>
                  <a:lnTo>
                    <a:pt x="12" y="0"/>
                  </a:lnTo>
                  <a:lnTo>
                    <a:pt x="0" y="24142"/>
                  </a:lnTo>
                  <a:lnTo>
                    <a:pt x="24142" y="0"/>
                  </a:lnTo>
                  <a:close/>
                </a:path>
                <a:path w="49529" h="49530">
                  <a:moveTo>
                    <a:pt x="49187" y="0"/>
                  </a:moveTo>
                  <a:lnTo>
                    <a:pt x="24142" y="0"/>
                  </a:lnTo>
                  <a:lnTo>
                    <a:pt x="12" y="24142"/>
                  </a:lnTo>
                  <a:lnTo>
                    <a:pt x="12" y="49314"/>
                  </a:lnTo>
                  <a:lnTo>
                    <a:pt x="49187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67">
              <a:extLst>
                <a:ext uri="{FF2B5EF4-FFF2-40B4-BE49-F238E27FC236}">
                  <a16:creationId xmlns:a16="http://schemas.microsoft.com/office/drawing/2014/main" id="{0B9B706B-4437-7C5D-F02B-485A1B25ED82}"/>
                </a:ext>
              </a:extLst>
            </p:cNvPr>
            <p:cNvSpPr/>
            <p:nvPr/>
          </p:nvSpPr>
          <p:spPr>
            <a:xfrm>
              <a:off x="576579" y="2984500"/>
              <a:ext cx="74930" cy="74930"/>
            </a:xfrm>
            <a:custGeom>
              <a:avLst/>
              <a:gdLst/>
              <a:ahLst/>
              <a:cxnLst/>
              <a:rect l="l" t="t" r="r" b="b"/>
              <a:pathLst>
                <a:path w="74929" h="74930">
                  <a:moveTo>
                    <a:pt x="74929" y="0"/>
                  </a:moveTo>
                  <a:lnTo>
                    <a:pt x="49180" y="0"/>
                  </a:lnTo>
                  <a:lnTo>
                    <a:pt x="0" y="49305"/>
                  </a:lnTo>
                  <a:lnTo>
                    <a:pt x="0" y="74930"/>
                  </a:lnTo>
                  <a:lnTo>
                    <a:pt x="74929" y="0"/>
                  </a:lnTo>
                  <a:close/>
                </a:path>
              </a:pathLst>
            </a:custGeom>
            <a:solidFill>
              <a:srgbClr val="8D8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68">
              <a:extLst>
                <a:ext uri="{FF2B5EF4-FFF2-40B4-BE49-F238E27FC236}">
                  <a16:creationId xmlns:a16="http://schemas.microsoft.com/office/drawing/2014/main" id="{4B9F6E6D-EBC9-4DD2-16BB-2BF1ACCC9503}"/>
                </a:ext>
              </a:extLst>
            </p:cNvPr>
            <p:cNvSpPr/>
            <p:nvPr/>
          </p:nvSpPr>
          <p:spPr>
            <a:xfrm>
              <a:off x="576579" y="2984500"/>
              <a:ext cx="100330" cy="100330"/>
            </a:xfrm>
            <a:custGeom>
              <a:avLst/>
              <a:gdLst/>
              <a:ahLst/>
              <a:cxnLst/>
              <a:rect l="l" t="t" r="r" b="b"/>
              <a:pathLst>
                <a:path w="100329" h="100330">
                  <a:moveTo>
                    <a:pt x="100330" y="0"/>
                  </a:moveTo>
                  <a:lnTo>
                    <a:pt x="74930" y="0"/>
                  </a:lnTo>
                  <a:lnTo>
                    <a:pt x="0" y="74930"/>
                  </a:lnTo>
                  <a:lnTo>
                    <a:pt x="0" y="100330"/>
                  </a:lnTo>
                  <a:lnTo>
                    <a:pt x="100330" y="0"/>
                  </a:lnTo>
                  <a:close/>
                </a:path>
              </a:pathLst>
            </a:custGeom>
            <a:solidFill>
              <a:srgbClr val="8E8E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69">
              <a:extLst>
                <a:ext uri="{FF2B5EF4-FFF2-40B4-BE49-F238E27FC236}">
                  <a16:creationId xmlns:a16="http://schemas.microsoft.com/office/drawing/2014/main" id="{00A9B1A5-EDB4-6367-5A57-93213D1462DE}"/>
                </a:ext>
              </a:extLst>
            </p:cNvPr>
            <p:cNvSpPr/>
            <p:nvPr/>
          </p:nvSpPr>
          <p:spPr>
            <a:xfrm>
              <a:off x="576579" y="2984500"/>
              <a:ext cx="125730" cy="125730"/>
            </a:xfrm>
            <a:custGeom>
              <a:avLst/>
              <a:gdLst/>
              <a:ahLst/>
              <a:cxnLst/>
              <a:rect l="l" t="t" r="r" b="b"/>
              <a:pathLst>
                <a:path w="125729" h="125730">
                  <a:moveTo>
                    <a:pt x="125730" y="0"/>
                  </a:moveTo>
                  <a:lnTo>
                    <a:pt x="100330" y="0"/>
                  </a:lnTo>
                  <a:lnTo>
                    <a:pt x="0" y="100330"/>
                  </a:lnTo>
                  <a:lnTo>
                    <a:pt x="0" y="125730"/>
                  </a:lnTo>
                  <a:lnTo>
                    <a:pt x="125730" y="0"/>
                  </a:lnTo>
                  <a:close/>
                </a:path>
              </a:pathLst>
            </a:custGeom>
            <a:solidFill>
              <a:srgbClr val="8F8F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0">
              <a:extLst>
                <a:ext uri="{FF2B5EF4-FFF2-40B4-BE49-F238E27FC236}">
                  <a16:creationId xmlns:a16="http://schemas.microsoft.com/office/drawing/2014/main" id="{F0C9AE81-7267-90AF-C609-B7B9E4DDB744}"/>
                </a:ext>
              </a:extLst>
            </p:cNvPr>
            <p:cNvSpPr/>
            <p:nvPr/>
          </p:nvSpPr>
          <p:spPr>
            <a:xfrm>
              <a:off x="576579" y="2984500"/>
              <a:ext cx="151130" cy="151130"/>
            </a:xfrm>
            <a:custGeom>
              <a:avLst/>
              <a:gdLst/>
              <a:ahLst/>
              <a:cxnLst/>
              <a:rect l="l" t="t" r="r" b="b"/>
              <a:pathLst>
                <a:path w="151129" h="151130">
                  <a:moveTo>
                    <a:pt x="151130" y="0"/>
                  </a:moveTo>
                  <a:lnTo>
                    <a:pt x="125730" y="0"/>
                  </a:lnTo>
                  <a:lnTo>
                    <a:pt x="0" y="125730"/>
                  </a:lnTo>
                  <a:lnTo>
                    <a:pt x="0" y="151130"/>
                  </a:lnTo>
                  <a:lnTo>
                    <a:pt x="151130" y="0"/>
                  </a:lnTo>
                  <a:close/>
                </a:path>
              </a:pathLst>
            </a:custGeom>
            <a:solidFill>
              <a:srgbClr val="9090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1">
              <a:extLst>
                <a:ext uri="{FF2B5EF4-FFF2-40B4-BE49-F238E27FC236}">
                  <a16:creationId xmlns:a16="http://schemas.microsoft.com/office/drawing/2014/main" id="{D659F9B7-F0E6-FDE9-7DF7-FBF1657BCAA8}"/>
                </a:ext>
              </a:extLst>
            </p:cNvPr>
            <p:cNvSpPr/>
            <p:nvPr/>
          </p:nvSpPr>
          <p:spPr>
            <a:xfrm>
              <a:off x="576579" y="2984500"/>
              <a:ext cx="176530" cy="176530"/>
            </a:xfrm>
            <a:custGeom>
              <a:avLst/>
              <a:gdLst/>
              <a:ahLst/>
              <a:cxnLst/>
              <a:rect l="l" t="t" r="r" b="b"/>
              <a:pathLst>
                <a:path w="176529" h="176530">
                  <a:moveTo>
                    <a:pt x="176530" y="0"/>
                  </a:moveTo>
                  <a:lnTo>
                    <a:pt x="151130" y="0"/>
                  </a:lnTo>
                  <a:lnTo>
                    <a:pt x="0" y="151130"/>
                  </a:lnTo>
                  <a:lnTo>
                    <a:pt x="0" y="176530"/>
                  </a:lnTo>
                  <a:lnTo>
                    <a:pt x="176530" y="0"/>
                  </a:lnTo>
                  <a:close/>
                </a:path>
              </a:pathLst>
            </a:custGeom>
            <a:solidFill>
              <a:srgbClr val="9191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2">
              <a:extLst>
                <a:ext uri="{FF2B5EF4-FFF2-40B4-BE49-F238E27FC236}">
                  <a16:creationId xmlns:a16="http://schemas.microsoft.com/office/drawing/2014/main" id="{82C5EDE8-0BDB-2AD4-5D44-952D47A7D460}"/>
                </a:ext>
              </a:extLst>
            </p:cNvPr>
            <p:cNvSpPr/>
            <p:nvPr/>
          </p:nvSpPr>
          <p:spPr>
            <a:xfrm>
              <a:off x="576579" y="2984500"/>
              <a:ext cx="201930" cy="201930"/>
            </a:xfrm>
            <a:custGeom>
              <a:avLst/>
              <a:gdLst/>
              <a:ahLst/>
              <a:cxnLst/>
              <a:rect l="l" t="t" r="r" b="b"/>
              <a:pathLst>
                <a:path w="201929" h="201930">
                  <a:moveTo>
                    <a:pt x="201930" y="0"/>
                  </a:moveTo>
                  <a:lnTo>
                    <a:pt x="176530" y="0"/>
                  </a:lnTo>
                  <a:lnTo>
                    <a:pt x="0" y="176530"/>
                  </a:lnTo>
                  <a:lnTo>
                    <a:pt x="0" y="201930"/>
                  </a:lnTo>
                  <a:lnTo>
                    <a:pt x="201930" y="0"/>
                  </a:lnTo>
                  <a:close/>
                </a:path>
              </a:pathLst>
            </a:custGeom>
            <a:solidFill>
              <a:srgbClr val="9292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3">
              <a:extLst>
                <a:ext uri="{FF2B5EF4-FFF2-40B4-BE49-F238E27FC236}">
                  <a16:creationId xmlns:a16="http://schemas.microsoft.com/office/drawing/2014/main" id="{7EB8546E-5582-BAF6-489E-2E1890A67547}"/>
                </a:ext>
              </a:extLst>
            </p:cNvPr>
            <p:cNvSpPr/>
            <p:nvPr/>
          </p:nvSpPr>
          <p:spPr>
            <a:xfrm>
              <a:off x="576579" y="2984500"/>
              <a:ext cx="227329" cy="223520"/>
            </a:xfrm>
            <a:custGeom>
              <a:avLst/>
              <a:gdLst/>
              <a:ahLst/>
              <a:cxnLst/>
              <a:rect l="l" t="t" r="r" b="b"/>
              <a:pathLst>
                <a:path w="227329" h="223519">
                  <a:moveTo>
                    <a:pt x="227329" y="0"/>
                  </a:moveTo>
                  <a:lnTo>
                    <a:pt x="201929" y="0"/>
                  </a:lnTo>
                  <a:lnTo>
                    <a:pt x="0" y="201930"/>
                  </a:lnTo>
                  <a:lnTo>
                    <a:pt x="0" y="223520"/>
                  </a:lnTo>
                  <a:lnTo>
                    <a:pt x="3809" y="223520"/>
                  </a:lnTo>
                  <a:lnTo>
                    <a:pt x="227329" y="0"/>
                  </a:lnTo>
                  <a:close/>
                </a:path>
              </a:pathLst>
            </a:custGeom>
            <a:solidFill>
              <a:srgbClr val="9393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4">
              <a:extLst>
                <a:ext uri="{FF2B5EF4-FFF2-40B4-BE49-F238E27FC236}">
                  <a16:creationId xmlns:a16="http://schemas.microsoft.com/office/drawing/2014/main" id="{D038F37A-062E-3E4F-9FF2-A10754F3C61C}"/>
                </a:ext>
              </a:extLst>
            </p:cNvPr>
            <p:cNvSpPr/>
            <p:nvPr/>
          </p:nvSpPr>
          <p:spPr>
            <a:xfrm>
              <a:off x="5803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399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49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5">
              <a:extLst>
                <a:ext uri="{FF2B5EF4-FFF2-40B4-BE49-F238E27FC236}">
                  <a16:creationId xmlns:a16="http://schemas.microsoft.com/office/drawing/2014/main" id="{512BA9B1-A4D1-9077-79BF-541F6F5445DD}"/>
                </a:ext>
              </a:extLst>
            </p:cNvPr>
            <p:cNvSpPr/>
            <p:nvPr/>
          </p:nvSpPr>
          <p:spPr>
            <a:xfrm>
              <a:off x="6057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399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59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76">
              <a:extLst>
                <a:ext uri="{FF2B5EF4-FFF2-40B4-BE49-F238E27FC236}">
                  <a16:creationId xmlns:a16="http://schemas.microsoft.com/office/drawing/2014/main" id="{5BFA921E-9F66-FBC5-95E2-2D2968A5E2E6}"/>
                </a:ext>
              </a:extLst>
            </p:cNvPr>
            <p:cNvSpPr/>
            <p:nvPr/>
          </p:nvSpPr>
          <p:spPr>
            <a:xfrm>
              <a:off x="6311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400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69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77">
              <a:extLst>
                <a:ext uri="{FF2B5EF4-FFF2-40B4-BE49-F238E27FC236}">
                  <a16:creationId xmlns:a16="http://schemas.microsoft.com/office/drawing/2014/main" id="{C9B10EC6-3B32-3CBF-8B83-FB462C779C2F}"/>
                </a:ext>
              </a:extLst>
            </p:cNvPr>
            <p:cNvSpPr/>
            <p:nvPr/>
          </p:nvSpPr>
          <p:spPr>
            <a:xfrm>
              <a:off x="6565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400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79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78">
              <a:extLst>
                <a:ext uri="{FF2B5EF4-FFF2-40B4-BE49-F238E27FC236}">
                  <a16:creationId xmlns:a16="http://schemas.microsoft.com/office/drawing/2014/main" id="{8EC1DE85-3F55-3429-4950-D5B2E18C99C5}"/>
                </a:ext>
              </a:extLst>
            </p:cNvPr>
            <p:cNvSpPr/>
            <p:nvPr/>
          </p:nvSpPr>
          <p:spPr>
            <a:xfrm>
              <a:off x="6819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400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89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79">
              <a:extLst>
                <a:ext uri="{FF2B5EF4-FFF2-40B4-BE49-F238E27FC236}">
                  <a16:creationId xmlns:a16="http://schemas.microsoft.com/office/drawing/2014/main" id="{291C179D-FD4A-F226-A07A-84E5F0A12A66}"/>
                </a:ext>
              </a:extLst>
            </p:cNvPr>
            <p:cNvSpPr/>
            <p:nvPr/>
          </p:nvSpPr>
          <p:spPr>
            <a:xfrm>
              <a:off x="7073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400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99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0">
              <a:extLst>
                <a:ext uri="{FF2B5EF4-FFF2-40B4-BE49-F238E27FC236}">
                  <a16:creationId xmlns:a16="http://schemas.microsoft.com/office/drawing/2014/main" id="{C6534A1A-AE33-FB82-EF09-A385CDD36ECB}"/>
                </a:ext>
              </a:extLst>
            </p:cNvPr>
            <p:cNvSpPr/>
            <p:nvPr/>
          </p:nvSpPr>
          <p:spPr>
            <a:xfrm>
              <a:off x="7327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399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A9A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1">
              <a:extLst>
                <a:ext uri="{FF2B5EF4-FFF2-40B4-BE49-F238E27FC236}">
                  <a16:creationId xmlns:a16="http://schemas.microsoft.com/office/drawing/2014/main" id="{AC6A3B78-4FBB-6342-4CF2-1147DD2BC4EE}"/>
                </a:ext>
              </a:extLst>
            </p:cNvPr>
            <p:cNvSpPr/>
            <p:nvPr/>
          </p:nvSpPr>
          <p:spPr>
            <a:xfrm>
              <a:off x="7581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399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B9B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2">
              <a:extLst>
                <a:ext uri="{FF2B5EF4-FFF2-40B4-BE49-F238E27FC236}">
                  <a16:creationId xmlns:a16="http://schemas.microsoft.com/office/drawing/2014/main" id="{8EDBC9FA-8009-58DD-4018-6B3B43B39A14}"/>
                </a:ext>
              </a:extLst>
            </p:cNvPr>
            <p:cNvSpPr/>
            <p:nvPr/>
          </p:nvSpPr>
          <p:spPr>
            <a:xfrm>
              <a:off x="7835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399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C9C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3">
              <a:extLst>
                <a:ext uri="{FF2B5EF4-FFF2-40B4-BE49-F238E27FC236}">
                  <a16:creationId xmlns:a16="http://schemas.microsoft.com/office/drawing/2014/main" id="{615E93BA-45F9-CEC0-C9DC-1963933CBA89}"/>
                </a:ext>
              </a:extLst>
            </p:cNvPr>
            <p:cNvSpPr/>
            <p:nvPr/>
          </p:nvSpPr>
          <p:spPr>
            <a:xfrm>
              <a:off x="8089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399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D9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4">
              <a:extLst>
                <a:ext uri="{FF2B5EF4-FFF2-40B4-BE49-F238E27FC236}">
                  <a16:creationId xmlns:a16="http://schemas.microsoft.com/office/drawing/2014/main" id="{B651678F-1D43-A8C3-83B5-B861B2E0C4C6}"/>
                </a:ext>
              </a:extLst>
            </p:cNvPr>
            <p:cNvSpPr/>
            <p:nvPr/>
          </p:nvSpPr>
          <p:spPr>
            <a:xfrm>
              <a:off x="8343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19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399" y="223520"/>
                  </a:lnTo>
                  <a:lnTo>
                    <a:pt x="248919" y="0"/>
                  </a:lnTo>
                  <a:close/>
                </a:path>
              </a:pathLst>
            </a:custGeom>
            <a:solidFill>
              <a:srgbClr val="9E9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5">
              <a:extLst>
                <a:ext uri="{FF2B5EF4-FFF2-40B4-BE49-F238E27FC236}">
                  <a16:creationId xmlns:a16="http://schemas.microsoft.com/office/drawing/2014/main" id="{6F1D6643-3B8D-452E-761B-852CF1ACD431}"/>
                </a:ext>
              </a:extLst>
            </p:cNvPr>
            <p:cNvSpPr/>
            <p:nvPr/>
          </p:nvSpPr>
          <p:spPr>
            <a:xfrm>
              <a:off x="8597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400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86">
              <a:extLst>
                <a:ext uri="{FF2B5EF4-FFF2-40B4-BE49-F238E27FC236}">
                  <a16:creationId xmlns:a16="http://schemas.microsoft.com/office/drawing/2014/main" id="{FE10B0D2-15A7-9738-D030-47DD5D298A86}"/>
                </a:ext>
              </a:extLst>
            </p:cNvPr>
            <p:cNvSpPr/>
            <p:nvPr/>
          </p:nvSpPr>
          <p:spPr>
            <a:xfrm>
              <a:off x="885189" y="2984500"/>
              <a:ext cx="250190" cy="223520"/>
            </a:xfrm>
            <a:custGeom>
              <a:avLst/>
              <a:gdLst/>
              <a:ahLst/>
              <a:cxnLst/>
              <a:rect l="l" t="t" r="r" b="b"/>
              <a:pathLst>
                <a:path w="250190" h="223519">
                  <a:moveTo>
                    <a:pt x="249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828" y="223520"/>
                  </a:lnTo>
                  <a:lnTo>
                    <a:pt x="249920" y="0"/>
                  </a:lnTo>
                  <a:close/>
                </a:path>
              </a:pathLst>
            </a:custGeom>
            <a:solidFill>
              <a:srgbClr val="A0A0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87">
              <a:extLst>
                <a:ext uri="{FF2B5EF4-FFF2-40B4-BE49-F238E27FC236}">
                  <a16:creationId xmlns:a16="http://schemas.microsoft.com/office/drawing/2014/main" id="{5AF7D838-CFF4-B6C7-C637-714D2E28EB29}"/>
                </a:ext>
              </a:extLst>
            </p:cNvPr>
            <p:cNvSpPr/>
            <p:nvPr/>
          </p:nvSpPr>
          <p:spPr>
            <a:xfrm>
              <a:off x="911018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491" y="0"/>
                  </a:moveTo>
                  <a:lnTo>
                    <a:pt x="224091" y="0"/>
                  </a:lnTo>
                  <a:lnTo>
                    <a:pt x="0" y="223520"/>
                  </a:lnTo>
                  <a:lnTo>
                    <a:pt x="24971" y="223520"/>
                  </a:lnTo>
                  <a:lnTo>
                    <a:pt x="248491" y="0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88">
              <a:extLst>
                <a:ext uri="{FF2B5EF4-FFF2-40B4-BE49-F238E27FC236}">
                  <a16:creationId xmlns:a16="http://schemas.microsoft.com/office/drawing/2014/main" id="{DC190A90-3815-4373-60CA-19D7B893BCA7}"/>
                </a:ext>
              </a:extLst>
            </p:cNvPr>
            <p:cNvSpPr/>
            <p:nvPr/>
          </p:nvSpPr>
          <p:spPr>
            <a:xfrm>
              <a:off x="935989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92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400" y="223520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A2A2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89">
              <a:extLst>
                <a:ext uri="{FF2B5EF4-FFF2-40B4-BE49-F238E27FC236}">
                  <a16:creationId xmlns:a16="http://schemas.microsoft.com/office/drawing/2014/main" id="{D2B1B904-F922-D90C-648A-D89FF5AAFF41}"/>
                </a:ext>
              </a:extLst>
            </p:cNvPr>
            <p:cNvSpPr/>
            <p:nvPr/>
          </p:nvSpPr>
          <p:spPr>
            <a:xfrm>
              <a:off x="961389" y="2984500"/>
              <a:ext cx="250190" cy="223520"/>
            </a:xfrm>
            <a:custGeom>
              <a:avLst/>
              <a:gdLst/>
              <a:ahLst/>
              <a:cxnLst/>
              <a:rect l="l" t="t" r="r" b="b"/>
              <a:pathLst>
                <a:path w="250190" h="223519">
                  <a:moveTo>
                    <a:pt x="250017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5926" y="223520"/>
                  </a:lnTo>
                  <a:lnTo>
                    <a:pt x="250017" y="0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0">
              <a:extLst>
                <a:ext uri="{FF2B5EF4-FFF2-40B4-BE49-F238E27FC236}">
                  <a16:creationId xmlns:a16="http://schemas.microsoft.com/office/drawing/2014/main" id="{0C721E73-923E-6777-26F3-8E96A6D8F671}"/>
                </a:ext>
              </a:extLst>
            </p:cNvPr>
            <p:cNvSpPr/>
            <p:nvPr/>
          </p:nvSpPr>
          <p:spPr>
            <a:xfrm>
              <a:off x="987316" y="2984500"/>
              <a:ext cx="249554" cy="223520"/>
            </a:xfrm>
            <a:custGeom>
              <a:avLst/>
              <a:gdLst/>
              <a:ahLst/>
              <a:cxnLst/>
              <a:rect l="l" t="t" r="r" b="b"/>
              <a:pathLst>
                <a:path w="249555" h="223519">
                  <a:moveTo>
                    <a:pt x="249524" y="0"/>
                  </a:moveTo>
                  <a:lnTo>
                    <a:pt x="224091" y="0"/>
                  </a:lnTo>
                  <a:lnTo>
                    <a:pt x="0" y="223520"/>
                  </a:lnTo>
                  <a:lnTo>
                    <a:pt x="25432" y="223520"/>
                  </a:lnTo>
                  <a:lnTo>
                    <a:pt x="249524" y="0"/>
                  </a:lnTo>
                  <a:close/>
                </a:path>
              </a:pathLst>
            </a:custGeom>
            <a:solidFill>
              <a:srgbClr val="A4A4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1">
              <a:extLst>
                <a:ext uri="{FF2B5EF4-FFF2-40B4-BE49-F238E27FC236}">
                  <a16:creationId xmlns:a16="http://schemas.microsoft.com/office/drawing/2014/main" id="{46F622A5-B954-DF9E-7D80-21F14DB57E71}"/>
                </a:ext>
              </a:extLst>
            </p:cNvPr>
            <p:cNvSpPr/>
            <p:nvPr/>
          </p:nvSpPr>
          <p:spPr>
            <a:xfrm>
              <a:off x="1012748" y="2984500"/>
              <a:ext cx="248920" cy="223520"/>
            </a:xfrm>
            <a:custGeom>
              <a:avLst/>
              <a:gdLst/>
              <a:ahLst/>
              <a:cxnLst/>
              <a:rect l="l" t="t" r="r" b="b"/>
              <a:pathLst>
                <a:path w="248919" h="223519">
                  <a:moveTo>
                    <a:pt x="248361" y="0"/>
                  </a:moveTo>
                  <a:lnTo>
                    <a:pt x="224091" y="0"/>
                  </a:lnTo>
                  <a:lnTo>
                    <a:pt x="0" y="223520"/>
                  </a:lnTo>
                  <a:lnTo>
                    <a:pt x="24841" y="223520"/>
                  </a:lnTo>
                  <a:lnTo>
                    <a:pt x="248361" y="0"/>
                  </a:lnTo>
                  <a:close/>
                </a:path>
              </a:pathLst>
            </a:custGeom>
            <a:solidFill>
              <a:srgbClr val="A5A5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2">
              <a:extLst>
                <a:ext uri="{FF2B5EF4-FFF2-40B4-BE49-F238E27FC236}">
                  <a16:creationId xmlns:a16="http://schemas.microsoft.com/office/drawing/2014/main" id="{A86488BF-FE0C-F1D1-E074-027CB3F4A464}"/>
                </a:ext>
              </a:extLst>
            </p:cNvPr>
            <p:cNvSpPr/>
            <p:nvPr/>
          </p:nvSpPr>
          <p:spPr>
            <a:xfrm>
              <a:off x="1037589" y="2984500"/>
              <a:ext cx="250190" cy="223520"/>
            </a:xfrm>
            <a:custGeom>
              <a:avLst/>
              <a:gdLst/>
              <a:ahLst/>
              <a:cxnLst/>
              <a:rect l="l" t="t" r="r" b="b"/>
              <a:pathLst>
                <a:path w="250190" h="223519">
                  <a:moveTo>
                    <a:pt x="250115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6023" y="223520"/>
                  </a:lnTo>
                  <a:lnTo>
                    <a:pt x="250115" y="0"/>
                  </a:lnTo>
                  <a:close/>
                </a:path>
              </a:pathLst>
            </a:custGeom>
            <a:solidFill>
              <a:srgbClr val="A6A6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3">
              <a:extLst>
                <a:ext uri="{FF2B5EF4-FFF2-40B4-BE49-F238E27FC236}">
                  <a16:creationId xmlns:a16="http://schemas.microsoft.com/office/drawing/2014/main" id="{4C4848D8-3842-2E91-DBA1-9083426DBF26}"/>
                </a:ext>
              </a:extLst>
            </p:cNvPr>
            <p:cNvSpPr/>
            <p:nvPr/>
          </p:nvSpPr>
          <p:spPr>
            <a:xfrm>
              <a:off x="1063613" y="2984500"/>
              <a:ext cx="249554" cy="223520"/>
            </a:xfrm>
            <a:custGeom>
              <a:avLst/>
              <a:gdLst/>
              <a:ahLst/>
              <a:cxnLst/>
              <a:rect l="l" t="t" r="r" b="b"/>
              <a:pathLst>
                <a:path w="249555" h="223519">
                  <a:moveTo>
                    <a:pt x="249524" y="0"/>
                  </a:moveTo>
                  <a:lnTo>
                    <a:pt x="224091" y="0"/>
                  </a:lnTo>
                  <a:lnTo>
                    <a:pt x="0" y="223520"/>
                  </a:lnTo>
                  <a:lnTo>
                    <a:pt x="25432" y="223520"/>
                  </a:lnTo>
                  <a:lnTo>
                    <a:pt x="249524" y="0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4">
              <a:extLst>
                <a:ext uri="{FF2B5EF4-FFF2-40B4-BE49-F238E27FC236}">
                  <a16:creationId xmlns:a16="http://schemas.microsoft.com/office/drawing/2014/main" id="{526A5F20-3525-197C-8F62-B8A40C0403E8}"/>
                </a:ext>
              </a:extLst>
            </p:cNvPr>
            <p:cNvSpPr/>
            <p:nvPr/>
          </p:nvSpPr>
          <p:spPr>
            <a:xfrm>
              <a:off x="1089046" y="2984500"/>
              <a:ext cx="248285" cy="223520"/>
            </a:xfrm>
            <a:custGeom>
              <a:avLst/>
              <a:gdLst/>
              <a:ahLst/>
              <a:cxnLst/>
              <a:rect l="l" t="t" r="r" b="b"/>
              <a:pathLst>
                <a:path w="248284" h="223519">
                  <a:moveTo>
                    <a:pt x="248263" y="0"/>
                  </a:moveTo>
                  <a:lnTo>
                    <a:pt x="224091" y="0"/>
                  </a:lnTo>
                  <a:lnTo>
                    <a:pt x="0" y="223520"/>
                  </a:lnTo>
                  <a:lnTo>
                    <a:pt x="24743" y="223520"/>
                  </a:lnTo>
                  <a:lnTo>
                    <a:pt x="248263" y="0"/>
                  </a:lnTo>
                  <a:close/>
                </a:path>
              </a:pathLst>
            </a:custGeom>
            <a:solidFill>
              <a:srgbClr val="A8A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5">
              <a:extLst>
                <a:ext uri="{FF2B5EF4-FFF2-40B4-BE49-F238E27FC236}">
                  <a16:creationId xmlns:a16="http://schemas.microsoft.com/office/drawing/2014/main" id="{77DF289C-DAA3-83DA-29DC-D63F62571941}"/>
                </a:ext>
              </a:extLst>
            </p:cNvPr>
            <p:cNvSpPr/>
            <p:nvPr/>
          </p:nvSpPr>
          <p:spPr>
            <a:xfrm>
              <a:off x="1113789" y="2984500"/>
              <a:ext cx="231140" cy="223520"/>
            </a:xfrm>
            <a:custGeom>
              <a:avLst/>
              <a:gdLst/>
              <a:ahLst/>
              <a:cxnLst/>
              <a:rect l="l" t="t" r="r" b="b"/>
              <a:pathLst>
                <a:path w="231140" h="223519">
                  <a:moveTo>
                    <a:pt x="231140" y="0"/>
                  </a:moveTo>
                  <a:lnTo>
                    <a:pt x="223520" y="0"/>
                  </a:lnTo>
                  <a:lnTo>
                    <a:pt x="0" y="223520"/>
                  </a:lnTo>
                  <a:lnTo>
                    <a:pt x="26121" y="223520"/>
                  </a:lnTo>
                  <a:lnTo>
                    <a:pt x="231140" y="19024"/>
                  </a:lnTo>
                  <a:lnTo>
                    <a:pt x="231140" y="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396">
              <a:extLst>
                <a:ext uri="{FF2B5EF4-FFF2-40B4-BE49-F238E27FC236}">
                  <a16:creationId xmlns:a16="http://schemas.microsoft.com/office/drawing/2014/main" id="{9B0DC4D4-DEA3-ACE6-34E9-0E9FFB6A5B57}"/>
                </a:ext>
              </a:extLst>
            </p:cNvPr>
            <p:cNvSpPr/>
            <p:nvPr/>
          </p:nvSpPr>
          <p:spPr>
            <a:xfrm>
              <a:off x="1139911" y="3003524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5">
                  <a:moveTo>
                    <a:pt x="205018" y="0"/>
                  </a:moveTo>
                  <a:lnTo>
                    <a:pt x="0" y="204495"/>
                  </a:lnTo>
                  <a:lnTo>
                    <a:pt x="25432" y="204495"/>
                  </a:lnTo>
                  <a:lnTo>
                    <a:pt x="205018" y="25367"/>
                  </a:lnTo>
                  <a:lnTo>
                    <a:pt x="205018" y="0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397">
              <a:extLst>
                <a:ext uri="{FF2B5EF4-FFF2-40B4-BE49-F238E27FC236}">
                  <a16:creationId xmlns:a16="http://schemas.microsoft.com/office/drawing/2014/main" id="{A50A1C96-F9E6-1F5E-6674-FBAA8D26F0A9}"/>
                </a:ext>
              </a:extLst>
            </p:cNvPr>
            <p:cNvSpPr/>
            <p:nvPr/>
          </p:nvSpPr>
          <p:spPr>
            <a:xfrm>
              <a:off x="1165343" y="3028891"/>
              <a:ext cx="179705" cy="179705"/>
            </a:xfrm>
            <a:custGeom>
              <a:avLst/>
              <a:gdLst/>
              <a:ahLst/>
              <a:cxnLst/>
              <a:rect l="l" t="t" r="r" b="b"/>
              <a:pathLst>
                <a:path w="179705" h="179705">
                  <a:moveTo>
                    <a:pt x="179586" y="0"/>
                  </a:moveTo>
                  <a:lnTo>
                    <a:pt x="0" y="179128"/>
                  </a:lnTo>
                  <a:lnTo>
                    <a:pt x="25432" y="179128"/>
                  </a:lnTo>
                  <a:lnTo>
                    <a:pt x="179586" y="25367"/>
                  </a:lnTo>
                  <a:lnTo>
                    <a:pt x="179586" y="0"/>
                  </a:lnTo>
                  <a:close/>
                </a:path>
              </a:pathLst>
            </a:custGeom>
            <a:solidFill>
              <a:srgbClr val="ABAB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398">
              <a:extLst>
                <a:ext uri="{FF2B5EF4-FFF2-40B4-BE49-F238E27FC236}">
                  <a16:creationId xmlns:a16="http://schemas.microsoft.com/office/drawing/2014/main" id="{1443ECFB-335B-DB2D-98C0-FE493694E5EB}"/>
                </a:ext>
              </a:extLst>
            </p:cNvPr>
            <p:cNvSpPr/>
            <p:nvPr/>
          </p:nvSpPr>
          <p:spPr>
            <a:xfrm>
              <a:off x="1190776" y="3054259"/>
              <a:ext cx="154305" cy="154305"/>
            </a:xfrm>
            <a:custGeom>
              <a:avLst/>
              <a:gdLst/>
              <a:ahLst/>
              <a:cxnLst/>
              <a:rect l="l" t="t" r="r" b="b"/>
              <a:pathLst>
                <a:path w="154305" h="154305">
                  <a:moveTo>
                    <a:pt x="154153" y="0"/>
                  </a:moveTo>
                  <a:lnTo>
                    <a:pt x="0" y="153760"/>
                  </a:lnTo>
                  <a:lnTo>
                    <a:pt x="26334" y="153760"/>
                  </a:lnTo>
                  <a:lnTo>
                    <a:pt x="154153" y="25614"/>
                  </a:lnTo>
                  <a:lnTo>
                    <a:pt x="154153" y="0"/>
                  </a:lnTo>
                  <a:close/>
                </a:path>
              </a:pathLst>
            </a:custGeom>
            <a:solidFill>
              <a:srgbClr val="ACA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399">
              <a:extLst>
                <a:ext uri="{FF2B5EF4-FFF2-40B4-BE49-F238E27FC236}">
                  <a16:creationId xmlns:a16="http://schemas.microsoft.com/office/drawing/2014/main" id="{D174C4C8-0A76-A74D-208F-45FFA9C239DF}"/>
                </a:ext>
              </a:extLst>
            </p:cNvPr>
            <p:cNvSpPr/>
            <p:nvPr/>
          </p:nvSpPr>
          <p:spPr>
            <a:xfrm>
              <a:off x="1217110" y="3079873"/>
              <a:ext cx="128270" cy="128270"/>
            </a:xfrm>
            <a:custGeom>
              <a:avLst/>
              <a:gdLst/>
              <a:ahLst/>
              <a:cxnLst/>
              <a:rect l="l" t="t" r="r" b="b"/>
              <a:pathLst>
                <a:path w="128269" h="128269">
                  <a:moveTo>
                    <a:pt x="127819" y="0"/>
                  </a:moveTo>
                  <a:lnTo>
                    <a:pt x="0" y="128146"/>
                  </a:lnTo>
                  <a:lnTo>
                    <a:pt x="24530" y="128146"/>
                  </a:lnTo>
                  <a:lnTo>
                    <a:pt x="127819" y="25121"/>
                  </a:lnTo>
                  <a:lnTo>
                    <a:pt x="127819" y="0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0">
              <a:extLst>
                <a:ext uri="{FF2B5EF4-FFF2-40B4-BE49-F238E27FC236}">
                  <a16:creationId xmlns:a16="http://schemas.microsoft.com/office/drawing/2014/main" id="{AF210805-F3BC-881A-14B7-EB5382DDC087}"/>
                </a:ext>
              </a:extLst>
            </p:cNvPr>
            <p:cNvSpPr/>
            <p:nvPr/>
          </p:nvSpPr>
          <p:spPr>
            <a:xfrm>
              <a:off x="1241640" y="3104994"/>
              <a:ext cx="103505" cy="103505"/>
            </a:xfrm>
            <a:custGeom>
              <a:avLst/>
              <a:gdLst/>
              <a:ahLst/>
              <a:cxnLst/>
              <a:rect l="l" t="t" r="r" b="b"/>
              <a:pathLst>
                <a:path w="103505" h="103505">
                  <a:moveTo>
                    <a:pt x="103289" y="0"/>
                  </a:moveTo>
                  <a:lnTo>
                    <a:pt x="0" y="103025"/>
                  </a:lnTo>
                  <a:lnTo>
                    <a:pt x="25432" y="103025"/>
                  </a:lnTo>
                  <a:lnTo>
                    <a:pt x="103289" y="25367"/>
                  </a:lnTo>
                  <a:lnTo>
                    <a:pt x="103289" y="0"/>
                  </a:lnTo>
                  <a:close/>
                </a:path>
              </a:pathLst>
            </a:custGeom>
            <a:solidFill>
              <a:srgbClr val="AEAE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1">
              <a:extLst>
                <a:ext uri="{FF2B5EF4-FFF2-40B4-BE49-F238E27FC236}">
                  <a16:creationId xmlns:a16="http://schemas.microsoft.com/office/drawing/2014/main" id="{450E86A5-F720-AAFC-E85D-525DC48D472B}"/>
                </a:ext>
              </a:extLst>
            </p:cNvPr>
            <p:cNvSpPr/>
            <p:nvPr/>
          </p:nvSpPr>
          <p:spPr>
            <a:xfrm>
              <a:off x="1267073" y="3130362"/>
              <a:ext cx="78105" cy="78105"/>
            </a:xfrm>
            <a:custGeom>
              <a:avLst/>
              <a:gdLst/>
              <a:ahLst/>
              <a:cxnLst/>
              <a:rect l="l" t="t" r="r" b="b"/>
              <a:pathLst>
                <a:path w="78105" h="78105">
                  <a:moveTo>
                    <a:pt x="77856" y="0"/>
                  </a:moveTo>
                  <a:lnTo>
                    <a:pt x="0" y="77657"/>
                  </a:lnTo>
                  <a:lnTo>
                    <a:pt x="26139" y="77657"/>
                  </a:lnTo>
                  <a:lnTo>
                    <a:pt x="77856" y="25808"/>
                  </a:lnTo>
                  <a:lnTo>
                    <a:pt x="77856" y="0"/>
                  </a:lnTo>
                  <a:close/>
                </a:path>
              </a:pathLst>
            </a:custGeom>
            <a:solidFill>
              <a:srgbClr val="AFAF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2">
              <a:extLst>
                <a:ext uri="{FF2B5EF4-FFF2-40B4-BE49-F238E27FC236}">
                  <a16:creationId xmlns:a16="http://schemas.microsoft.com/office/drawing/2014/main" id="{22644AB6-575A-4178-D71F-CA6EEA2F57E9}"/>
                </a:ext>
              </a:extLst>
            </p:cNvPr>
            <p:cNvSpPr/>
            <p:nvPr/>
          </p:nvSpPr>
          <p:spPr>
            <a:xfrm>
              <a:off x="1293213" y="3156170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69" h="52069">
                  <a:moveTo>
                    <a:pt x="51716" y="0"/>
                  </a:moveTo>
                  <a:lnTo>
                    <a:pt x="0" y="51849"/>
                  </a:lnTo>
                  <a:lnTo>
                    <a:pt x="25046" y="51849"/>
                  </a:lnTo>
                  <a:lnTo>
                    <a:pt x="51716" y="25179"/>
                  </a:lnTo>
                  <a:lnTo>
                    <a:pt x="51716" y="0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3">
              <a:extLst>
                <a:ext uri="{FF2B5EF4-FFF2-40B4-BE49-F238E27FC236}">
                  <a16:creationId xmlns:a16="http://schemas.microsoft.com/office/drawing/2014/main" id="{C85678D2-DD76-1E1F-5CCA-EA84A631A0EB}"/>
                </a:ext>
              </a:extLst>
            </p:cNvPr>
            <p:cNvSpPr/>
            <p:nvPr/>
          </p:nvSpPr>
          <p:spPr>
            <a:xfrm>
              <a:off x="1318259" y="318135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26670" y="0"/>
                  </a:moveTo>
                  <a:lnTo>
                    <a:pt x="0" y="26670"/>
                  </a:lnTo>
                  <a:lnTo>
                    <a:pt x="25400" y="26670"/>
                  </a:lnTo>
                  <a:lnTo>
                    <a:pt x="26670" y="2540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B1B1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4">
              <a:extLst>
                <a:ext uri="{FF2B5EF4-FFF2-40B4-BE49-F238E27FC236}">
                  <a16:creationId xmlns:a16="http://schemas.microsoft.com/office/drawing/2014/main" id="{9D0E91EE-A962-9FD1-5D31-578045F67A19}"/>
                </a:ext>
              </a:extLst>
            </p:cNvPr>
            <p:cNvSpPr/>
            <p:nvPr/>
          </p:nvSpPr>
          <p:spPr>
            <a:xfrm>
              <a:off x="576579" y="2984500"/>
              <a:ext cx="767080" cy="222250"/>
            </a:xfrm>
            <a:custGeom>
              <a:avLst/>
              <a:gdLst/>
              <a:ahLst/>
              <a:cxnLst/>
              <a:rect l="l" t="t" r="r" b="b"/>
              <a:pathLst>
                <a:path w="767080" h="222250">
                  <a:moveTo>
                    <a:pt x="383539" y="222250"/>
                  </a:moveTo>
                  <a:lnTo>
                    <a:pt x="0" y="222250"/>
                  </a:lnTo>
                  <a:lnTo>
                    <a:pt x="0" y="0"/>
                  </a:lnTo>
                  <a:lnTo>
                    <a:pt x="767080" y="0"/>
                  </a:lnTo>
                  <a:lnTo>
                    <a:pt x="767080" y="222250"/>
                  </a:lnTo>
                  <a:lnTo>
                    <a:pt x="383539" y="2222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5">
              <a:extLst>
                <a:ext uri="{FF2B5EF4-FFF2-40B4-BE49-F238E27FC236}">
                  <a16:creationId xmlns:a16="http://schemas.microsoft.com/office/drawing/2014/main" id="{CF892003-AACD-D950-447B-B1F5BEE4F0C4}"/>
                </a:ext>
              </a:extLst>
            </p:cNvPr>
            <p:cNvSpPr/>
            <p:nvPr/>
          </p:nvSpPr>
          <p:spPr>
            <a:xfrm>
              <a:off x="664210" y="2913379"/>
              <a:ext cx="593090" cy="3810"/>
            </a:xfrm>
            <a:custGeom>
              <a:avLst/>
              <a:gdLst/>
              <a:ahLst/>
              <a:cxnLst/>
              <a:rect l="l" t="t" r="r" b="b"/>
              <a:pathLst>
                <a:path w="593090" h="3810">
                  <a:moveTo>
                    <a:pt x="593090" y="2540"/>
                  </a:moveTo>
                  <a:lnTo>
                    <a:pt x="590550" y="2540"/>
                  </a:lnTo>
                  <a:lnTo>
                    <a:pt x="590550" y="1270"/>
                  </a:lnTo>
                  <a:lnTo>
                    <a:pt x="589280" y="1270"/>
                  </a:lnTo>
                  <a:lnTo>
                    <a:pt x="5892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93090" y="3810"/>
                  </a:lnTo>
                  <a:lnTo>
                    <a:pt x="593090" y="254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06">
              <a:extLst>
                <a:ext uri="{FF2B5EF4-FFF2-40B4-BE49-F238E27FC236}">
                  <a16:creationId xmlns:a16="http://schemas.microsoft.com/office/drawing/2014/main" id="{343ECF7B-DF20-2328-E5D2-9D29DA666261}"/>
                </a:ext>
              </a:extLst>
            </p:cNvPr>
            <p:cNvSpPr/>
            <p:nvPr/>
          </p:nvSpPr>
          <p:spPr>
            <a:xfrm>
              <a:off x="659130" y="2917189"/>
              <a:ext cx="603250" cy="3810"/>
            </a:xfrm>
            <a:custGeom>
              <a:avLst/>
              <a:gdLst/>
              <a:ahLst/>
              <a:cxnLst/>
              <a:rect l="l" t="t" r="r" b="b"/>
              <a:pathLst>
                <a:path w="603250" h="3810">
                  <a:moveTo>
                    <a:pt x="603250" y="2540"/>
                  </a:moveTo>
                  <a:lnTo>
                    <a:pt x="600710" y="2540"/>
                  </a:lnTo>
                  <a:lnTo>
                    <a:pt x="600710" y="1270"/>
                  </a:lnTo>
                  <a:lnTo>
                    <a:pt x="599440" y="1270"/>
                  </a:lnTo>
                  <a:lnTo>
                    <a:pt x="59944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03250" y="3810"/>
                  </a:lnTo>
                  <a:lnTo>
                    <a:pt x="60325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07">
              <a:extLst>
                <a:ext uri="{FF2B5EF4-FFF2-40B4-BE49-F238E27FC236}">
                  <a16:creationId xmlns:a16="http://schemas.microsoft.com/office/drawing/2014/main" id="{B2120089-D81A-57B1-98B6-FAE5D7C5985A}"/>
                </a:ext>
              </a:extLst>
            </p:cNvPr>
            <p:cNvSpPr/>
            <p:nvPr/>
          </p:nvSpPr>
          <p:spPr>
            <a:xfrm>
              <a:off x="654050" y="2920999"/>
              <a:ext cx="613410" cy="3810"/>
            </a:xfrm>
            <a:custGeom>
              <a:avLst/>
              <a:gdLst/>
              <a:ahLst/>
              <a:cxnLst/>
              <a:rect l="l" t="t" r="r" b="b"/>
              <a:pathLst>
                <a:path w="613410" h="3810">
                  <a:moveTo>
                    <a:pt x="613410" y="2540"/>
                  </a:moveTo>
                  <a:lnTo>
                    <a:pt x="610870" y="2540"/>
                  </a:lnTo>
                  <a:lnTo>
                    <a:pt x="610870" y="1270"/>
                  </a:lnTo>
                  <a:lnTo>
                    <a:pt x="609600" y="1270"/>
                  </a:lnTo>
                  <a:lnTo>
                    <a:pt x="60960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13410" y="3810"/>
                  </a:lnTo>
                  <a:lnTo>
                    <a:pt x="61341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08">
              <a:extLst>
                <a:ext uri="{FF2B5EF4-FFF2-40B4-BE49-F238E27FC236}">
                  <a16:creationId xmlns:a16="http://schemas.microsoft.com/office/drawing/2014/main" id="{DB1BD375-9221-D662-28A2-FED263FB5C37}"/>
                </a:ext>
              </a:extLst>
            </p:cNvPr>
            <p:cNvSpPr/>
            <p:nvPr/>
          </p:nvSpPr>
          <p:spPr>
            <a:xfrm>
              <a:off x="648970" y="2924809"/>
              <a:ext cx="623570" cy="3810"/>
            </a:xfrm>
            <a:custGeom>
              <a:avLst/>
              <a:gdLst/>
              <a:ahLst/>
              <a:cxnLst/>
              <a:rect l="l" t="t" r="r" b="b"/>
              <a:pathLst>
                <a:path w="623569" h="3810">
                  <a:moveTo>
                    <a:pt x="623570" y="2540"/>
                  </a:moveTo>
                  <a:lnTo>
                    <a:pt x="621030" y="2540"/>
                  </a:lnTo>
                  <a:lnTo>
                    <a:pt x="621030" y="1270"/>
                  </a:lnTo>
                  <a:lnTo>
                    <a:pt x="619760" y="1270"/>
                  </a:lnTo>
                  <a:lnTo>
                    <a:pt x="61976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23570" y="3810"/>
                  </a:lnTo>
                  <a:lnTo>
                    <a:pt x="6235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09">
              <a:extLst>
                <a:ext uri="{FF2B5EF4-FFF2-40B4-BE49-F238E27FC236}">
                  <a16:creationId xmlns:a16="http://schemas.microsoft.com/office/drawing/2014/main" id="{990A316B-2C59-03D1-FB2F-4AF0D25FD4C7}"/>
                </a:ext>
              </a:extLst>
            </p:cNvPr>
            <p:cNvSpPr/>
            <p:nvPr/>
          </p:nvSpPr>
          <p:spPr>
            <a:xfrm>
              <a:off x="643890" y="2928619"/>
              <a:ext cx="633730" cy="3810"/>
            </a:xfrm>
            <a:custGeom>
              <a:avLst/>
              <a:gdLst/>
              <a:ahLst/>
              <a:cxnLst/>
              <a:rect l="l" t="t" r="r" b="b"/>
              <a:pathLst>
                <a:path w="633730" h="3810">
                  <a:moveTo>
                    <a:pt x="633730" y="2540"/>
                  </a:moveTo>
                  <a:lnTo>
                    <a:pt x="632460" y="2540"/>
                  </a:lnTo>
                  <a:lnTo>
                    <a:pt x="632460" y="1270"/>
                  </a:lnTo>
                  <a:lnTo>
                    <a:pt x="629920" y="1270"/>
                  </a:lnTo>
                  <a:lnTo>
                    <a:pt x="6299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33730" y="3810"/>
                  </a:lnTo>
                  <a:lnTo>
                    <a:pt x="63373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0">
              <a:extLst>
                <a:ext uri="{FF2B5EF4-FFF2-40B4-BE49-F238E27FC236}">
                  <a16:creationId xmlns:a16="http://schemas.microsoft.com/office/drawing/2014/main" id="{B20D95B2-E41B-2B47-6FA9-098562649DAE}"/>
                </a:ext>
              </a:extLst>
            </p:cNvPr>
            <p:cNvSpPr/>
            <p:nvPr/>
          </p:nvSpPr>
          <p:spPr>
            <a:xfrm>
              <a:off x="638810" y="2932429"/>
              <a:ext cx="643890" cy="3810"/>
            </a:xfrm>
            <a:custGeom>
              <a:avLst/>
              <a:gdLst/>
              <a:ahLst/>
              <a:cxnLst/>
              <a:rect l="l" t="t" r="r" b="b"/>
              <a:pathLst>
                <a:path w="643890" h="3810">
                  <a:moveTo>
                    <a:pt x="643890" y="2540"/>
                  </a:moveTo>
                  <a:lnTo>
                    <a:pt x="642620" y="2540"/>
                  </a:lnTo>
                  <a:lnTo>
                    <a:pt x="642620" y="1270"/>
                  </a:lnTo>
                  <a:lnTo>
                    <a:pt x="640080" y="1270"/>
                  </a:lnTo>
                  <a:lnTo>
                    <a:pt x="6400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43890" y="3810"/>
                  </a:lnTo>
                  <a:lnTo>
                    <a:pt x="64389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1">
              <a:extLst>
                <a:ext uri="{FF2B5EF4-FFF2-40B4-BE49-F238E27FC236}">
                  <a16:creationId xmlns:a16="http://schemas.microsoft.com/office/drawing/2014/main" id="{524E4E02-43F7-2466-8D9D-0E11EA8D8651}"/>
                </a:ext>
              </a:extLst>
            </p:cNvPr>
            <p:cNvSpPr/>
            <p:nvPr/>
          </p:nvSpPr>
          <p:spPr>
            <a:xfrm>
              <a:off x="635000" y="2936239"/>
              <a:ext cx="651510" cy="2540"/>
            </a:xfrm>
            <a:custGeom>
              <a:avLst/>
              <a:gdLst/>
              <a:ahLst/>
              <a:cxnLst/>
              <a:rect l="l" t="t" r="r" b="b"/>
              <a:pathLst>
                <a:path w="651510" h="2539">
                  <a:moveTo>
                    <a:pt x="651510" y="1270"/>
                  </a:moveTo>
                  <a:lnTo>
                    <a:pt x="648970" y="1270"/>
                  </a:lnTo>
                  <a:lnTo>
                    <a:pt x="64897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51510" y="2540"/>
                  </a:lnTo>
                  <a:lnTo>
                    <a:pt x="651510" y="127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2">
              <a:extLst>
                <a:ext uri="{FF2B5EF4-FFF2-40B4-BE49-F238E27FC236}">
                  <a16:creationId xmlns:a16="http://schemas.microsoft.com/office/drawing/2014/main" id="{2D1A7037-C8F0-3641-BFF6-24DEEC67916B}"/>
                </a:ext>
              </a:extLst>
            </p:cNvPr>
            <p:cNvSpPr/>
            <p:nvPr/>
          </p:nvSpPr>
          <p:spPr>
            <a:xfrm>
              <a:off x="628650" y="2938779"/>
              <a:ext cx="664210" cy="5080"/>
            </a:xfrm>
            <a:custGeom>
              <a:avLst/>
              <a:gdLst/>
              <a:ahLst/>
              <a:cxnLst/>
              <a:rect l="l" t="t" r="r" b="b"/>
              <a:pathLst>
                <a:path w="664210" h="5080">
                  <a:moveTo>
                    <a:pt x="664210" y="3810"/>
                  </a:moveTo>
                  <a:lnTo>
                    <a:pt x="662940" y="3810"/>
                  </a:lnTo>
                  <a:lnTo>
                    <a:pt x="662940" y="2540"/>
                  </a:lnTo>
                  <a:lnTo>
                    <a:pt x="660400" y="2540"/>
                  </a:lnTo>
                  <a:lnTo>
                    <a:pt x="660400" y="1270"/>
                  </a:lnTo>
                  <a:lnTo>
                    <a:pt x="659130" y="1270"/>
                  </a:lnTo>
                  <a:lnTo>
                    <a:pt x="659130" y="0"/>
                  </a:lnTo>
                  <a:lnTo>
                    <a:pt x="5080" y="0"/>
                  </a:lnTo>
                  <a:lnTo>
                    <a:pt x="508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664210" y="5080"/>
                  </a:lnTo>
                  <a:lnTo>
                    <a:pt x="664210" y="381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3">
              <a:extLst>
                <a:ext uri="{FF2B5EF4-FFF2-40B4-BE49-F238E27FC236}">
                  <a16:creationId xmlns:a16="http://schemas.microsoft.com/office/drawing/2014/main" id="{D3E1EB8F-7A82-E3C7-AD31-3E1D08757706}"/>
                </a:ext>
              </a:extLst>
            </p:cNvPr>
            <p:cNvSpPr/>
            <p:nvPr/>
          </p:nvSpPr>
          <p:spPr>
            <a:xfrm>
              <a:off x="623570" y="2943859"/>
              <a:ext cx="674370" cy="3810"/>
            </a:xfrm>
            <a:custGeom>
              <a:avLst/>
              <a:gdLst/>
              <a:ahLst/>
              <a:cxnLst/>
              <a:rect l="l" t="t" r="r" b="b"/>
              <a:pathLst>
                <a:path w="674369" h="3810">
                  <a:moveTo>
                    <a:pt x="674370" y="2540"/>
                  </a:moveTo>
                  <a:lnTo>
                    <a:pt x="673100" y="2540"/>
                  </a:lnTo>
                  <a:lnTo>
                    <a:pt x="673100" y="1270"/>
                  </a:lnTo>
                  <a:lnTo>
                    <a:pt x="670560" y="1270"/>
                  </a:lnTo>
                  <a:lnTo>
                    <a:pt x="67056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74370" y="3810"/>
                  </a:lnTo>
                  <a:lnTo>
                    <a:pt x="67437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4">
              <a:extLst>
                <a:ext uri="{FF2B5EF4-FFF2-40B4-BE49-F238E27FC236}">
                  <a16:creationId xmlns:a16="http://schemas.microsoft.com/office/drawing/2014/main" id="{6B0AE2DC-7F74-7A60-9A6F-7ED4831B22BC}"/>
                </a:ext>
              </a:extLst>
            </p:cNvPr>
            <p:cNvSpPr/>
            <p:nvPr/>
          </p:nvSpPr>
          <p:spPr>
            <a:xfrm>
              <a:off x="618490" y="2947669"/>
              <a:ext cx="684530" cy="3810"/>
            </a:xfrm>
            <a:custGeom>
              <a:avLst/>
              <a:gdLst/>
              <a:ahLst/>
              <a:cxnLst/>
              <a:rect l="l" t="t" r="r" b="b"/>
              <a:pathLst>
                <a:path w="684530" h="3810">
                  <a:moveTo>
                    <a:pt x="684530" y="2540"/>
                  </a:moveTo>
                  <a:lnTo>
                    <a:pt x="683260" y="2540"/>
                  </a:lnTo>
                  <a:lnTo>
                    <a:pt x="683260" y="1270"/>
                  </a:lnTo>
                  <a:lnTo>
                    <a:pt x="681990" y="1270"/>
                  </a:lnTo>
                  <a:lnTo>
                    <a:pt x="6819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84530" y="3810"/>
                  </a:lnTo>
                  <a:lnTo>
                    <a:pt x="68453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5">
              <a:extLst>
                <a:ext uri="{FF2B5EF4-FFF2-40B4-BE49-F238E27FC236}">
                  <a16:creationId xmlns:a16="http://schemas.microsoft.com/office/drawing/2014/main" id="{044D69B9-9974-20D8-BE76-07DE7801B7BB}"/>
                </a:ext>
              </a:extLst>
            </p:cNvPr>
            <p:cNvSpPr/>
            <p:nvPr/>
          </p:nvSpPr>
          <p:spPr>
            <a:xfrm>
              <a:off x="613410" y="2951479"/>
              <a:ext cx="694690" cy="3810"/>
            </a:xfrm>
            <a:custGeom>
              <a:avLst/>
              <a:gdLst/>
              <a:ahLst/>
              <a:cxnLst/>
              <a:rect l="l" t="t" r="r" b="b"/>
              <a:pathLst>
                <a:path w="694690" h="3810">
                  <a:moveTo>
                    <a:pt x="694690" y="2540"/>
                  </a:moveTo>
                  <a:lnTo>
                    <a:pt x="693420" y="2540"/>
                  </a:lnTo>
                  <a:lnTo>
                    <a:pt x="693420" y="1270"/>
                  </a:lnTo>
                  <a:lnTo>
                    <a:pt x="692150" y="1270"/>
                  </a:lnTo>
                  <a:lnTo>
                    <a:pt x="69215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94690" y="3810"/>
                  </a:lnTo>
                  <a:lnTo>
                    <a:pt x="694690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16">
              <a:extLst>
                <a:ext uri="{FF2B5EF4-FFF2-40B4-BE49-F238E27FC236}">
                  <a16:creationId xmlns:a16="http://schemas.microsoft.com/office/drawing/2014/main" id="{8E4FC215-9DD8-EBFE-F150-4D1E370F60D7}"/>
                </a:ext>
              </a:extLst>
            </p:cNvPr>
            <p:cNvSpPr/>
            <p:nvPr/>
          </p:nvSpPr>
          <p:spPr>
            <a:xfrm>
              <a:off x="608330" y="2955289"/>
              <a:ext cx="704850" cy="3810"/>
            </a:xfrm>
            <a:custGeom>
              <a:avLst/>
              <a:gdLst/>
              <a:ahLst/>
              <a:cxnLst/>
              <a:rect l="l" t="t" r="r" b="b"/>
              <a:pathLst>
                <a:path w="704850" h="3810">
                  <a:moveTo>
                    <a:pt x="704850" y="2540"/>
                  </a:moveTo>
                  <a:lnTo>
                    <a:pt x="703580" y="2540"/>
                  </a:lnTo>
                  <a:lnTo>
                    <a:pt x="703580" y="1270"/>
                  </a:lnTo>
                  <a:lnTo>
                    <a:pt x="702310" y="1270"/>
                  </a:lnTo>
                  <a:lnTo>
                    <a:pt x="7023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04850" y="3810"/>
                  </a:lnTo>
                  <a:lnTo>
                    <a:pt x="704850" y="254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17">
              <a:extLst>
                <a:ext uri="{FF2B5EF4-FFF2-40B4-BE49-F238E27FC236}">
                  <a16:creationId xmlns:a16="http://schemas.microsoft.com/office/drawing/2014/main" id="{A6E4443D-1B50-A933-3ADD-D1578D8F7F95}"/>
                </a:ext>
              </a:extLst>
            </p:cNvPr>
            <p:cNvSpPr/>
            <p:nvPr/>
          </p:nvSpPr>
          <p:spPr>
            <a:xfrm>
              <a:off x="603250" y="2959099"/>
              <a:ext cx="716280" cy="3810"/>
            </a:xfrm>
            <a:custGeom>
              <a:avLst/>
              <a:gdLst/>
              <a:ahLst/>
              <a:cxnLst/>
              <a:rect l="l" t="t" r="r" b="b"/>
              <a:pathLst>
                <a:path w="716280" h="3810">
                  <a:moveTo>
                    <a:pt x="716280" y="2540"/>
                  </a:moveTo>
                  <a:lnTo>
                    <a:pt x="713740" y="2540"/>
                  </a:lnTo>
                  <a:lnTo>
                    <a:pt x="713740" y="1270"/>
                  </a:lnTo>
                  <a:lnTo>
                    <a:pt x="712470" y="1270"/>
                  </a:lnTo>
                  <a:lnTo>
                    <a:pt x="7124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16280" y="3810"/>
                  </a:lnTo>
                  <a:lnTo>
                    <a:pt x="716280" y="254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18">
              <a:extLst>
                <a:ext uri="{FF2B5EF4-FFF2-40B4-BE49-F238E27FC236}">
                  <a16:creationId xmlns:a16="http://schemas.microsoft.com/office/drawing/2014/main" id="{7B2CD9AE-35FC-F51D-FE9F-DD9883069BBE}"/>
                </a:ext>
              </a:extLst>
            </p:cNvPr>
            <p:cNvSpPr/>
            <p:nvPr/>
          </p:nvSpPr>
          <p:spPr>
            <a:xfrm>
              <a:off x="599440" y="2962909"/>
              <a:ext cx="722630" cy="2540"/>
            </a:xfrm>
            <a:custGeom>
              <a:avLst/>
              <a:gdLst/>
              <a:ahLst/>
              <a:cxnLst/>
              <a:rect l="l" t="t" r="r" b="b"/>
              <a:pathLst>
                <a:path w="722630" h="2539">
                  <a:moveTo>
                    <a:pt x="722630" y="1270"/>
                  </a:moveTo>
                  <a:lnTo>
                    <a:pt x="721360" y="1270"/>
                  </a:lnTo>
                  <a:lnTo>
                    <a:pt x="7213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722630" y="2540"/>
                  </a:lnTo>
                  <a:lnTo>
                    <a:pt x="722630" y="127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19">
              <a:extLst>
                <a:ext uri="{FF2B5EF4-FFF2-40B4-BE49-F238E27FC236}">
                  <a16:creationId xmlns:a16="http://schemas.microsoft.com/office/drawing/2014/main" id="{9842DFBB-03E9-FE95-A3F7-B3660CEB0FFB}"/>
                </a:ext>
              </a:extLst>
            </p:cNvPr>
            <p:cNvSpPr/>
            <p:nvPr/>
          </p:nvSpPr>
          <p:spPr>
            <a:xfrm>
              <a:off x="593090" y="2965449"/>
              <a:ext cx="736600" cy="5080"/>
            </a:xfrm>
            <a:custGeom>
              <a:avLst/>
              <a:gdLst/>
              <a:ahLst/>
              <a:cxnLst/>
              <a:rect l="l" t="t" r="r" b="b"/>
              <a:pathLst>
                <a:path w="736600" h="5080">
                  <a:moveTo>
                    <a:pt x="736600" y="3810"/>
                  </a:moveTo>
                  <a:lnTo>
                    <a:pt x="734060" y="3810"/>
                  </a:lnTo>
                  <a:lnTo>
                    <a:pt x="734060" y="2540"/>
                  </a:lnTo>
                  <a:lnTo>
                    <a:pt x="732790" y="2540"/>
                  </a:lnTo>
                  <a:lnTo>
                    <a:pt x="732790" y="1270"/>
                  </a:lnTo>
                  <a:lnTo>
                    <a:pt x="731520" y="1270"/>
                  </a:lnTo>
                  <a:lnTo>
                    <a:pt x="731520" y="0"/>
                  </a:lnTo>
                  <a:lnTo>
                    <a:pt x="5080" y="0"/>
                  </a:lnTo>
                  <a:lnTo>
                    <a:pt x="508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736600" y="5080"/>
                  </a:lnTo>
                  <a:lnTo>
                    <a:pt x="736600" y="381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0">
              <a:extLst>
                <a:ext uri="{FF2B5EF4-FFF2-40B4-BE49-F238E27FC236}">
                  <a16:creationId xmlns:a16="http://schemas.microsoft.com/office/drawing/2014/main" id="{5C6621F2-9E8F-DDA7-A7C4-9A33FC5AB962}"/>
                </a:ext>
              </a:extLst>
            </p:cNvPr>
            <p:cNvSpPr/>
            <p:nvPr/>
          </p:nvSpPr>
          <p:spPr>
            <a:xfrm>
              <a:off x="588010" y="2970529"/>
              <a:ext cx="746760" cy="3810"/>
            </a:xfrm>
            <a:custGeom>
              <a:avLst/>
              <a:gdLst/>
              <a:ahLst/>
              <a:cxnLst/>
              <a:rect l="l" t="t" r="r" b="b"/>
              <a:pathLst>
                <a:path w="746760" h="3810">
                  <a:moveTo>
                    <a:pt x="746760" y="2540"/>
                  </a:moveTo>
                  <a:lnTo>
                    <a:pt x="744220" y="2540"/>
                  </a:lnTo>
                  <a:lnTo>
                    <a:pt x="744220" y="1270"/>
                  </a:lnTo>
                  <a:lnTo>
                    <a:pt x="742950" y="1270"/>
                  </a:lnTo>
                  <a:lnTo>
                    <a:pt x="74295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46760" y="3810"/>
                  </a:lnTo>
                  <a:lnTo>
                    <a:pt x="746760" y="254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1">
              <a:extLst>
                <a:ext uri="{FF2B5EF4-FFF2-40B4-BE49-F238E27FC236}">
                  <a16:creationId xmlns:a16="http://schemas.microsoft.com/office/drawing/2014/main" id="{3EF01BC9-B8FF-C572-CAF8-6C97C98B2024}"/>
                </a:ext>
              </a:extLst>
            </p:cNvPr>
            <p:cNvSpPr/>
            <p:nvPr/>
          </p:nvSpPr>
          <p:spPr>
            <a:xfrm>
              <a:off x="588009" y="2913380"/>
              <a:ext cx="745490" cy="59690"/>
            </a:xfrm>
            <a:custGeom>
              <a:avLst/>
              <a:gdLst/>
              <a:ahLst/>
              <a:cxnLst/>
              <a:rect l="l" t="t" r="r" b="b"/>
              <a:pathLst>
                <a:path w="745490" h="59689">
                  <a:moveTo>
                    <a:pt x="0" y="59690"/>
                  </a:moveTo>
                  <a:lnTo>
                    <a:pt x="80010" y="0"/>
                  </a:lnTo>
                  <a:lnTo>
                    <a:pt x="664210" y="0"/>
                  </a:lnTo>
                  <a:lnTo>
                    <a:pt x="745490" y="59690"/>
                  </a:lnTo>
                  <a:lnTo>
                    <a:pt x="0" y="5969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2">
              <a:extLst>
                <a:ext uri="{FF2B5EF4-FFF2-40B4-BE49-F238E27FC236}">
                  <a16:creationId xmlns:a16="http://schemas.microsoft.com/office/drawing/2014/main" id="{6579AEAD-FD81-E62D-2D6D-B80DA571AC80}"/>
                </a:ext>
              </a:extLst>
            </p:cNvPr>
            <p:cNvSpPr/>
            <p:nvPr/>
          </p:nvSpPr>
          <p:spPr>
            <a:xfrm>
              <a:off x="1070610" y="2999739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46380" y="254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3">
              <a:extLst>
                <a:ext uri="{FF2B5EF4-FFF2-40B4-BE49-F238E27FC236}">
                  <a16:creationId xmlns:a16="http://schemas.microsoft.com/office/drawing/2014/main" id="{19527203-0FEA-B393-8953-DB42402CAB1C}"/>
                </a:ext>
              </a:extLst>
            </p:cNvPr>
            <p:cNvSpPr/>
            <p:nvPr/>
          </p:nvSpPr>
          <p:spPr>
            <a:xfrm>
              <a:off x="1070609" y="300228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5A5A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4">
              <a:extLst>
                <a:ext uri="{FF2B5EF4-FFF2-40B4-BE49-F238E27FC236}">
                  <a16:creationId xmlns:a16="http://schemas.microsoft.com/office/drawing/2014/main" id="{A3E94BF4-BCE0-8324-ECC7-8A943E232A86}"/>
                </a:ext>
              </a:extLst>
            </p:cNvPr>
            <p:cNvSpPr/>
            <p:nvPr/>
          </p:nvSpPr>
          <p:spPr>
            <a:xfrm>
              <a:off x="1070609" y="300609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5">
              <a:extLst>
                <a:ext uri="{FF2B5EF4-FFF2-40B4-BE49-F238E27FC236}">
                  <a16:creationId xmlns:a16="http://schemas.microsoft.com/office/drawing/2014/main" id="{3CE48AB0-FB32-9F18-95AA-84C71EADCECB}"/>
                </a:ext>
              </a:extLst>
            </p:cNvPr>
            <p:cNvSpPr/>
            <p:nvPr/>
          </p:nvSpPr>
          <p:spPr>
            <a:xfrm>
              <a:off x="1070609" y="300990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5C5C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26">
              <a:extLst>
                <a:ext uri="{FF2B5EF4-FFF2-40B4-BE49-F238E27FC236}">
                  <a16:creationId xmlns:a16="http://schemas.microsoft.com/office/drawing/2014/main" id="{05AB2D66-B5D9-7136-87E3-F8850FEC705D}"/>
                </a:ext>
              </a:extLst>
            </p:cNvPr>
            <p:cNvSpPr/>
            <p:nvPr/>
          </p:nvSpPr>
          <p:spPr>
            <a:xfrm>
              <a:off x="1070609" y="301370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27">
              <a:extLst>
                <a:ext uri="{FF2B5EF4-FFF2-40B4-BE49-F238E27FC236}">
                  <a16:creationId xmlns:a16="http://schemas.microsoft.com/office/drawing/2014/main" id="{2ACCE307-4E18-45E6-8CF3-C242DDC879EA}"/>
                </a:ext>
              </a:extLst>
            </p:cNvPr>
            <p:cNvSpPr/>
            <p:nvPr/>
          </p:nvSpPr>
          <p:spPr>
            <a:xfrm>
              <a:off x="1070609" y="301751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46380" y="380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5E5E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28">
              <a:extLst>
                <a:ext uri="{FF2B5EF4-FFF2-40B4-BE49-F238E27FC236}">
                  <a16:creationId xmlns:a16="http://schemas.microsoft.com/office/drawing/2014/main" id="{7D8A3BB1-01A6-9A5A-814D-40DA35311566}"/>
                </a:ext>
              </a:extLst>
            </p:cNvPr>
            <p:cNvSpPr/>
            <p:nvPr/>
          </p:nvSpPr>
          <p:spPr>
            <a:xfrm>
              <a:off x="1070609" y="3021330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46380" y="254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29">
              <a:extLst>
                <a:ext uri="{FF2B5EF4-FFF2-40B4-BE49-F238E27FC236}">
                  <a16:creationId xmlns:a16="http://schemas.microsoft.com/office/drawing/2014/main" id="{E013D092-60DA-04BB-ADA1-CF695F9C296E}"/>
                </a:ext>
              </a:extLst>
            </p:cNvPr>
            <p:cNvSpPr/>
            <p:nvPr/>
          </p:nvSpPr>
          <p:spPr>
            <a:xfrm>
              <a:off x="1070609" y="302386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46380" y="380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060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0">
              <a:extLst>
                <a:ext uri="{FF2B5EF4-FFF2-40B4-BE49-F238E27FC236}">
                  <a16:creationId xmlns:a16="http://schemas.microsoft.com/office/drawing/2014/main" id="{186BF63E-D0ED-BFD0-C481-C91FDDA302F9}"/>
                </a:ext>
              </a:extLst>
            </p:cNvPr>
            <p:cNvSpPr/>
            <p:nvPr/>
          </p:nvSpPr>
          <p:spPr>
            <a:xfrm>
              <a:off x="1070609" y="302768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1">
              <a:extLst>
                <a:ext uri="{FF2B5EF4-FFF2-40B4-BE49-F238E27FC236}">
                  <a16:creationId xmlns:a16="http://schemas.microsoft.com/office/drawing/2014/main" id="{294F9DEF-1526-F5A2-E208-B71F4BAD6781}"/>
                </a:ext>
              </a:extLst>
            </p:cNvPr>
            <p:cNvSpPr/>
            <p:nvPr/>
          </p:nvSpPr>
          <p:spPr>
            <a:xfrm>
              <a:off x="1070609" y="303149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262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2">
              <a:extLst>
                <a:ext uri="{FF2B5EF4-FFF2-40B4-BE49-F238E27FC236}">
                  <a16:creationId xmlns:a16="http://schemas.microsoft.com/office/drawing/2014/main" id="{E55BCDBA-6ABA-5480-D7B6-EAF2B57AA3BF}"/>
                </a:ext>
              </a:extLst>
            </p:cNvPr>
            <p:cNvSpPr/>
            <p:nvPr/>
          </p:nvSpPr>
          <p:spPr>
            <a:xfrm>
              <a:off x="1070609" y="303530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3">
              <a:extLst>
                <a:ext uri="{FF2B5EF4-FFF2-40B4-BE49-F238E27FC236}">
                  <a16:creationId xmlns:a16="http://schemas.microsoft.com/office/drawing/2014/main" id="{E37C4181-BE2A-3BDC-589B-C87A159D81FB}"/>
                </a:ext>
              </a:extLst>
            </p:cNvPr>
            <p:cNvSpPr/>
            <p:nvPr/>
          </p:nvSpPr>
          <p:spPr>
            <a:xfrm>
              <a:off x="1070609" y="303910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46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4">
              <a:extLst>
                <a:ext uri="{FF2B5EF4-FFF2-40B4-BE49-F238E27FC236}">
                  <a16:creationId xmlns:a16="http://schemas.microsoft.com/office/drawing/2014/main" id="{E92471E8-44D0-7394-9907-2A30D031E9D2}"/>
                </a:ext>
              </a:extLst>
            </p:cNvPr>
            <p:cNvSpPr/>
            <p:nvPr/>
          </p:nvSpPr>
          <p:spPr>
            <a:xfrm>
              <a:off x="1070609" y="3042919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46380" y="253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5">
              <a:extLst>
                <a:ext uri="{FF2B5EF4-FFF2-40B4-BE49-F238E27FC236}">
                  <a16:creationId xmlns:a16="http://schemas.microsoft.com/office/drawing/2014/main" id="{ACE6F8E5-BF50-64A6-F03F-7796545071E0}"/>
                </a:ext>
              </a:extLst>
            </p:cNvPr>
            <p:cNvSpPr/>
            <p:nvPr/>
          </p:nvSpPr>
          <p:spPr>
            <a:xfrm>
              <a:off x="1070609" y="304545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666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36">
              <a:extLst>
                <a:ext uri="{FF2B5EF4-FFF2-40B4-BE49-F238E27FC236}">
                  <a16:creationId xmlns:a16="http://schemas.microsoft.com/office/drawing/2014/main" id="{49E7095A-B975-6571-124A-FB5AE6F88E65}"/>
                </a:ext>
              </a:extLst>
            </p:cNvPr>
            <p:cNvSpPr/>
            <p:nvPr/>
          </p:nvSpPr>
          <p:spPr>
            <a:xfrm>
              <a:off x="1070609" y="304926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46380" y="380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37">
              <a:extLst>
                <a:ext uri="{FF2B5EF4-FFF2-40B4-BE49-F238E27FC236}">
                  <a16:creationId xmlns:a16="http://schemas.microsoft.com/office/drawing/2014/main" id="{3A9E599C-2CC3-38BC-9E16-370AF378984C}"/>
                </a:ext>
              </a:extLst>
            </p:cNvPr>
            <p:cNvSpPr/>
            <p:nvPr/>
          </p:nvSpPr>
          <p:spPr>
            <a:xfrm>
              <a:off x="1070609" y="305308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868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38">
              <a:extLst>
                <a:ext uri="{FF2B5EF4-FFF2-40B4-BE49-F238E27FC236}">
                  <a16:creationId xmlns:a16="http://schemas.microsoft.com/office/drawing/2014/main" id="{C46D4929-0ABE-BE66-CDDD-5091DC880987}"/>
                </a:ext>
              </a:extLst>
            </p:cNvPr>
            <p:cNvSpPr/>
            <p:nvPr/>
          </p:nvSpPr>
          <p:spPr>
            <a:xfrm>
              <a:off x="1070609" y="305689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39">
              <a:extLst>
                <a:ext uri="{FF2B5EF4-FFF2-40B4-BE49-F238E27FC236}">
                  <a16:creationId xmlns:a16="http://schemas.microsoft.com/office/drawing/2014/main" id="{5A75FCFB-331F-6BCB-F6F1-FEA634BC124C}"/>
                </a:ext>
              </a:extLst>
            </p:cNvPr>
            <p:cNvSpPr/>
            <p:nvPr/>
          </p:nvSpPr>
          <p:spPr>
            <a:xfrm>
              <a:off x="1070609" y="306070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A6A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0">
              <a:extLst>
                <a:ext uri="{FF2B5EF4-FFF2-40B4-BE49-F238E27FC236}">
                  <a16:creationId xmlns:a16="http://schemas.microsoft.com/office/drawing/2014/main" id="{9A87B876-CCCB-D9B8-78E1-A3E356C8F419}"/>
                </a:ext>
              </a:extLst>
            </p:cNvPr>
            <p:cNvSpPr/>
            <p:nvPr/>
          </p:nvSpPr>
          <p:spPr>
            <a:xfrm>
              <a:off x="1070609" y="3064509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46380" y="253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1">
              <a:extLst>
                <a:ext uri="{FF2B5EF4-FFF2-40B4-BE49-F238E27FC236}">
                  <a16:creationId xmlns:a16="http://schemas.microsoft.com/office/drawing/2014/main" id="{41F4D88A-E8E5-1EB5-364F-20FBEAC276AD}"/>
                </a:ext>
              </a:extLst>
            </p:cNvPr>
            <p:cNvSpPr/>
            <p:nvPr/>
          </p:nvSpPr>
          <p:spPr>
            <a:xfrm>
              <a:off x="1070609" y="306705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C6C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2">
              <a:extLst>
                <a:ext uri="{FF2B5EF4-FFF2-40B4-BE49-F238E27FC236}">
                  <a16:creationId xmlns:a16="http://schemas.microsoft.com/office/drawing/2014/main" id="{85B30355-3F15-047A-CF8A-567FFE36D321}"/>
                </a:ext>
              </a:extLst>
            </p:cNvPr>
            <p:cNvSpPr/>
            <p:nvPr/>
          </p:nvSpPr>
          <p:spPr>
            <a:xfrm>
              <a:off x="1070609" y="307085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3">
              <a:extLst>
                <a:ext uri="{FF2B5EF4-FFF2-40B4-BE49-F238E27FC236}">
                  <a16:creationId xmlns:a16="http://schemas.microsoft.com/office/drawing/2014/main" id="{51FE6BAE-592F-F2E4-250B-910AD56AAF52}"/>
                </a:ext>
              </a:extLst>
            </p:cNvPr>
            <p:cNvSpPr/>
            <p:nvPr/>
          </p:nvSpPr>
          <p:spPr>
            <a:xfrm>
              <a:off x="1070609" y="307466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46380" y="380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E6E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4">
              <a:extLst>
                <a:ext uri="{FF2B5EF4-FFF2-40B4-BE49-F238E27FC236}">
                  <a16:creationId xmlns:a16="http://schemas.microsoft.com/office/drawing/2014/main" id="{EEEB0011-1BE9-4471-6361-BACE36A252E7}"/>
                </a:ext>
              </a:extLst>
            </p:cNvPr>
            <p:cNvSpPr/>
            <p:nvPr/>
          </p:nvSpPr>
          <p:spPr>
            <a:xfrm>
              <a:off x="1070609" y="307848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5">
              <a:extLst>
                <a:ext uri="{FF2B5EF4-FFF2-40B4-BE49-F238E27FC236}">
                  <a16:creationId xmlns:a16="http://schemas.microsoft.com/office/drawing/2014/main" id="{619081E0-8758-7BF0-5C95-F55CD0DDDE23}"/>
                </a:ext>
              </a:extLst>
            </p:cNvPr>
            <p:cNvSpPr/>
            <p:nvPr/>
          </p:nvSpPr>
          <p:spPr>
            <a:xfrm>
              <a:off x="1070609" y="308229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070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46">
              <a:extLst>
                <a:ext uri="{FF2B5EF4-FFF2-40B4-BE49-F238E27FC236}">
                  <a16:creationId xmlns:a16="http://schemas.microsoft.com/office/drawing/2014/main" id="{6D00AE19-A101-56B9-0FA3-5857B3BF3D27}"/>
                </a:ext>
              </a:extLst>
            </p:cNvPr>
            <p:cNvSpPr/>
            <p:nvPr/>
          </p:nvSpPr>
          <p:spPr>
            <a:xfrm>
              <a:off x="1070609" y="3086100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46380" y="253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47">
              <a:extLst>
                <a:ext uri="{FF2B5EF4-FFF2-40B4-BE49-F238E27FC236}">
                  <a16:creationId xmlns:a16="http://schemas.microsoft.com/office/drawing/2014/main" id="{2DF8DA15-C543-7E60-0102-F343955A0529}"/>
                </a:ext>
              </a:extLst>
            </p:cNvPr>
            <p:cNvSpPr/>
            <p:nvPr/>
          </p:nvSpPr>
          <p:spPr>
            <a:xfrm>
              <a:off x="1070609" y="308864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272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48">
              <a:extLst>
                <a:ext uri="{FF2B5EF4-FFF2-40B4-BE49-F238E27FC236}">
                  <a16:creationId xmlns:a16="http://schemas.microsoft.com/office/drawing/2014/main" id="{D4BCF990-8812-2B2C-48EC-714CE9140A96}"/>
                </a:ext>
              </a:extLst>
            </p:cNvPr>
            <p:cNvSpPr/>
            <p:nvPr/>
          </p:nvSpPr>
          <p:spPr>
            <a:xfrm>
              <a:off x="1070609" y="309245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49">
              <a:extLst>
                <a:ext uri="{FF2B5EF4-FFF2-40B4-BE49-F238E27FC236}">
                  <a16:creationId xmlns:a16="http://schemas.microsoft.com/office/drawing/2014/main" id="{7D180FF3-E842-F548-AE4B-216C9649E989}"/>
                </a:ext>
              </a:extLst>
            </p:cNvPr>
            <p:cNvSpPr/>
            <p:nvPr/>
          </p:nvSpPr>
          <p:spPr>
            <a:xfrm>
              <a:off x="1070609" y="309625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47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0">
              <a:extLst>
                <a:ext uri="{FF2B5EF4-FFF2-40B4-BE49-F238E27FC236}">
                  <a16:creationId xmlns:a16="http://schemas.microsoft.com/office/drawing/2014/main" id="{5547353A-84AB-C8A7-8E5C-E35BBE1DAB43}"/>
                </a:ext>
              </a:extLst>
            </p:cNvPr>
            <p:cNvSpPr/>
            <p:nvPr/>
          </p:nvSpPr>
          <p:spPr>
            <a:xfrm>
              <a:off x="1070609" y="310006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46380" y="380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1">
              <a:extLst>
                <a:ext uri="{FF2B5EF4-FFF2-40B4-BE49-F238E27FC236}">
                  <a16:creationId xmlns:a16="http://schemas.microsoft.com/office/drawing/2014/main" id="{5E43BAEA-E96D-C89F-8D73-022C6AC5D5DD}"/>
                </a:ext>
              </a:extLst>
            </p:cNvPr>
            <p:cNvSpPr/>
            <p:nvPr/>
          </p:nvSpPr>
          <p:spPr>
            <a:xfrm>
              <a:off x="1070609" y="310388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67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2">
              <a:extLst>
                <a:ext uri="{FF2B5EF4-FFF2-40B4-BE49-F238E27FC236}">
                  <a16:creationId xmlns:a16="http://schemas.microsoft.com/office/drawing/2014/main" id="{5B72A51E-8DE4-62D9-D2C5-04D2F3403CC8}"/>
                </a:ext>
              </a:extLst>
            </p:cNvPr>
            <p:cNvSpPr/>
            <p:nvPr/>
          </p:nvSpPr>
          <p:spPr>
            <a:xfrm>
              <a:off x="1070609" y="3107690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46380" y="253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3">
              <a:extLst>
                <a:ext uri="{FF2B5EF4-FFF2-40B4-BE49-F238E27FC236}">
                  <a16:creationId xmlns:a16="http://schemas.microsoft.com/office/drawing/2014/main" id="{6CDFE494-FFA0-CB75-B181-D465C233B912}"/>
                </a:ext>
              </a:extLst>
            </p:cNvPr>
            <p:cNvSpPr/>
            <p:nvPr/>
          </p:nvSpPr>
          <p:spPr>
            <a:xfrm>
              <a:off x="1070609" y="311023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878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4">
              <a:extLst>
                <a:ext uri="{FF2B5EF4-FFF2-40B4-BE49-F238E27FC236}">
                  <a16:creationId xmlns:a16="http://schemas.microsoft.com/office/drawing/2014/main" id="{2C5640BC-7F87-75C5-7A98-4AF006E6E444}"/>
                </a:ext>
              </a:extLst>
            </p:cNvPr>
            <p:cNvSpPr/>
            <p:nvPr/>
          </p:nvSpPr>
          <p:spPr>
            <a:xfrm>
              <a:off x="1070609" y="311404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5">
              <a:extLst>
                <a:ext uri="{FF2B5EF4-FFF2-40B4-BE49-F238E27FC236}">
                  <a16:creationId xmlns:a16="http://schemas.microsoft.com/office/drawing/2014/main" id="{133CA852-48E1-2F18-FED6-E0923C0396A8}"/>
                </a:ext>
              </a:extLst>
            </p:cNvPr>
            <p:cNvSpPr/>
            <p:nvPr/>
          </p:nvSpPr>
          <p:spPr>
            <a:xfrm>
              <a:off x="1070609" y="311785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A7A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56">
              <a:extLst>
                <a:ext uri="{FF2B5EF4-FFF2-40B4-BE49-F238E27FC236}">
                  <a16:creationId xmlns:a16="http://schemas.microsoft.com/office/drawing/2014/main" id="{2FBDDD24-9B1F-43CE-F66B-D438B3C7A62E}"/>
                </a:ext>
              </a:extLst>
            </p:cNvPr>
            <p:cNvSpPr/>
            <p:nvPr/>
          </p:nvSpPr>
          <p:spPr>
            <a:xfrm>
              <a:off x="1070609" y="312165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57">
              <a:extLst>
                <a:ext uri="{FF2B5EF4-FFF2-40B4-BE49-F238E27FC236}">
                  <a16:creationId xmlns:a16="http://schemas.microsoft.com/office/drawing/2014/main" id="{4BC31119-2B4C-EA56-1934-220B8ACEAD85}"/>
                </a:ext>
              </a:extLst>
            </p:cNvPr>
            <p:cNvSpPr/>
            <p:nvPr/>
          </p:nvSpPr>
          <p:spPr>
            <a:xfrm>
              <a:off x="1070609" y="312546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46380" y="380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C7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58">
              <a:extLst>
                <a:ext uri="{FF2B5EF4-FFF2-40B4-BE49-F238E27FC236}">
                  <a16:creationId xmlns:a16="http://schemas.microsoft.com/office/drawing/2014/main" id="{6AB5FD70-B3ED-C847-484A-3688117452CC}"/>
                </a:ext>
              </a:extLst>
            </p:cNvPr>
            <p:cNvSpPr/>
            <p:nvPr/>
          </p:nvSpPr>
          <p:spPr>
            <a:xfrm>
              <a:off x="1070609" y="3129280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46380" y="254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59">
              <a:extLst>
                <a:ext uri="{FF2B5EF4-FFF2-40B4-BE49-F238E27FC236}">
                  <a16:creationId xmlns:a16="http://schemas.microsoft.com/office/drawing/2014/main" id="{9C4CCC4A-77EE-3A3B-6B08-EB625EA66523}"/>
                </a:ext>
              </a:extLst>
            </p:cNvPr>
            <p:cNvSpPr/>
            <p:nvPr/>
          </p:nvSpPr>
          <p:spPr>
            <a:xfrm>
              <a:off x="1070609" y="313181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46380" y="380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E7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0">
              <a:extLst>
                <a:ext uri="{FF2B5EF4-FFF2-40B4-BE49-F238E27FC236}">
                  <a16:creationId xmlns:a16="http://schemas.microsoft.com/office/drawing/2014/main" id="{076C555C-23D8-0101-AF56-00CC8751ECF2}"/>
                </a:ext>
              </a:extLst>
            </p:cNvPr>
            <p:cNvSpPr/>
            <p:nvPr/>
          </p:nvSpPr>
          <p:spPr>
            <a:xfrm>
              <a:off x="1070609" y="313563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1">
              <a:extLst>
                <a:ext uri="{FF2B5EF4-FFF2-40B4-BE49-F238E27FC236}">
                  <a16:creationId xmlns:a16="http://schemas.microsoft.com/office/drawing/2014/main" id="{4AE64624-7195-30BA-753F-A7ACE9107C7C}"/>
                </a:ext>
              </a:extLst>
            </p:cNvPr>
            <p:cNvSpPr/>
            <p:nvPr/>
          </p:nvSpPr>
          <p:spPr>
            <a:xfrm>
              <a:off x="1070609" y="313944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2">
              <a:extLst>
                <a:ext uri="{FF2B5EF4-FFF2-40B4-BE49-F238E27FC236}">
                  <a16:creationId xmlns:a16="http://schemas.microsoft.com/office/drawing/2014/main" id="{B97222CB-DC71-0900-5892-36810E595423}"/>
                </a:ext>
              </a:extLst>
            </p:cNvPr>
            <p:cNvSpPr/>
            <p:nvPr/>
          </p:nvSpPr>
          <p:spPr>
            <a:xfrm>
              <a:off x="1070609" y="314325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3">
              <a:extLst>
                <a:ext uri="{FF2B5EF4-FFF2-40B4-BE49-F238E27FC236}">
                  <a16:creationId xmlns:a16="http://schemas.microsoft.com/office/drawing/2014/main" id="{69FD4DF5-B428-91E3-BDF2-063FCBC635EC}"/>
                </a:ext>
              </a:extLst>
            </p:cNvPr>
            <p:cNvSpPr/>
            <p:nvPr/>
          </p:nvSpPr>
          <p:spPr>
            <a:xfrm>
              <a:off x="1070609" y="314705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28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4">
              <a:extLst>
                <a:ext uri="{FF2B5EF4-FFF2-40B4-BE49-F238E27FC236}">
                  <a16:creationId xmlns:a16="http://schemas.microsoft.com/office/drawing/2014/main" id="{3011CC99-C7AC-AF32-A853-33B9D1FD11CF}"/>
                </a:ext>
              </a:extLst>
            </p:cNvPr>
            <p:cNvSpPr/>
            <p:nvPr/>
          </p:nvSpPr>
          <p:spPr>
            <a:xfrm>
              <a:off x="1070609" y="3150869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46380" y="253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5">
              <a:extLst>
                <a:ext uri="{FF2B5EF4-FFF2-40B4-BE49-F238E27FC236}">
                  <a16:creationId xmlns:a16="http://schemas.microsoft.com/office/drawing/2014/main" id="{3815070C-D2C2-E27D-BD80-91FE19963BA7}"/>
                </a:ext>
              </a:extLst>
            </p:cNvPr>
            <p:cNvSpPr/>
            <p:nvPr/>
          </p:nvSpPr>
          <p:spPr>
            <a:xfrm>
              <a:off x="1070609" y="315341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484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66">
              <a:extLst>
                <a:ext uri="{FF2B5EF4-FFF2-40B4-BE49-F238E27FC236}">
                  <a16:creationId xmlns:a16="http://schemas.microsoft.com/office/drawing/2014/main" id="{D10BE3E0-2D0F-AC2C-C938-0420AABA868D}"/>
                </a:ext>
              </a:extLst>
            </p:cNvPr>
            <p:cNvSpPr/>
            <p:nvPr/>
          </p:nvSpPr>
          <p:spPr>
            <a:xfrm>
              <a:off x="1070609" y="315721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46380" y="380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67">
              <a:extLst>
                <a:ext uri="{FF2B5EF4-FFF2-40B4-BE49-F238E27FC236}">
                  <a16:creationId xmlns:a16="http://schemas.microsoft.com/office/drawing/2014/main" id="{07292D1E-CE56-5201-9D41-BFF9C91761D8}"/>
                </a:ext>
              </a:extLst>
            </p:cNvPr>
            <p:cNvSpPr/>
            <p:nvPr/>
          </p:nvSpPr>
          <p:spPr>
            <a:xfrm>
              <a:off x="1070609" y="316103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686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68">
              <a:extLst>
                <a:ext uri="{FF2B5EF4-FFF2-40B4-BE49-F238E27FC236}">
                  <a16:creationId xmlns:a16="http://schemas.microsoft.com/office/drawing/2014/main" id="{6C64FDE1-A182-FB00-D02E-C13627322CBF}"/>
                </a:ext>
              </a:extLst>
            </p:cNvPr>
            <p:cNvSpPr/>
            <p:nvPr/>
          </p:nvSpPr>
          <p:spPr>
            <a:xfrm>
              <a:off x="1070609" y="3164839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69">
              <a:extLst>
                <a:ext uri="{FF2B5EF4-FFF2-40B4-BE49-F238E27FC236}">
                  <a16:creationId xmlns:a16="http://schemas.microsoft.com/office/drawing/2014/main" id="{D0F83CAD-4184-1B13-08E1-C1DA8F6B41F9}"/>
                </a:ext>
              </a:extLst>
            </p:cNvPr>
            <p:cNvSpPr/>
            <p:nvPr/>
          </p:nvSpPr>
          <p:spPr>
            <a:xfrm>
              <a:off x="1070609" y="3168650"/>
              <a:ext cx="246379" cy="3810"/>
            </a:xfrm>
            <a:custGeom>
              <a:avLst/>
              <a:gdLst/>
              <a:ahLst/>
              <a:cxnLst/>
              <a:rect l="l" t="t" r="r" b="b"/>
              <a:pathLst>
                <a:path w="246380" h="3810">
                  <a:moveTo>
                    <a:pt x="246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6380" y="381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888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0">
              <a:extLst>
                <a:ext uri="{FF2B5EF4-FFF2-40B4-BE49-F238E27FC236}">
                  <a16:creationId xmlns:a16="http://schemas.microsoft.com/office/drawing/2014/main" id="{2D48F5CE-55AD-9A40-6621-A43F86B0CAFA}"/>
                </a:ext>
              </a:extLst>
            </p:cNvPr>
            <p:cNvSpPr/>
            <p:nvPr/>
          </p:nvSpPr>
          <p:spPr>
            <a:xfrm>
              <a:off x="1070609" y="3172460"/>
              <a:ext cx="246379" cy="2540"/>
            </a:xfrm>
            <a:custGeom>
              <a:avLst/>
              <a:gdLst/>
              <a:ahLst/>
              <a:cxnLst/>
              <a:rect l="l" t="t" r="r" b="b"/>
              <a:pathLst>
                <a:path w="246380" h="2539">
                  <a:moveTo>
                    <a:pt x="246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46380" y="253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8989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1">
              <a:extLst>
                <a:ext uri="{FF2B5EF4-FFF2-40B4-BE49-F238E27FC236}">
                  <a16:creationId xmlns:a16="http://schemas.microsoft.com/office/drawing/2014/main" id="{2DF969C4-3FED-1948-086F-60150437162E}"/>
                </a:ext>
              </a:extLst>
            </p:cNvPr>
            <p:cNvSpPr/>
            <p:nvPr/>
          </p:nvSpPr>
          <p:spPr>
            <a:xfrm>
              <a:off x="1071879" y="2999740"/>
              <a:ext cx="243840" cy="175260"/>
            </a:xfrm>
            <a:custGeom>
              <a:avLst/>
              <a:gdLst/>
              <a:ahLst/>
              <a:cxnLst/>
              <a:rect l="l" t="t" r="r" b="b"/>
              <a:pathLst>
                <a:path w="243840" h="175260">
                  <a:moveTo>
                    <a:pt x="121919" y="175260"/>
                  </a:moveTo>
                  <a:lnTo>
                    <a:pt x="0" y="175260"/>
                  </a:lnTo>
                  <a:lnTo>
                    <a:pt x="0" y="0"/>
                  </a:lnTo>
                  <a:lnTo>
                    <a:pt x="243839" y="0"/>
                  </a:lnTo>
                  <a:lnTo>
                    <a:pt x="243839" y="175260"/>
                  </a:lnTo>
                  <a:lnTo>
                    <a:pt x="121919" y="17526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2">
              <a:extLst>
                <a:ext uri="{FF2B5EF4-FFF2-40B4-BE49-F238E27FC236}">
                  <a16:creationId xmlns:a16="http://schemas.microsoft.com/office/drawing/2014/main" id="{867127A0-10D9-6A3A-E642-F51D252D2492}"/>
                </a:ext>
              </a:extLst>
            </p:cNvPr>
            <p:cNvSpPr/>
            <p:nvPr/>
          </p:nvSpPr>
          <p:spPr>
            <a:xfrm>
              <a:off x="614680" y="3172459"/>
              <a:ext cx="695960" cy="2540"/>
            </a:xfrm>
            <a:custGeom>
              <a:avLst/>
              <a:gdLst/>
              <a:ahLst/>
              <a:cxnLst/>
              <a:rect l="l" t="t" r="r" b="b"/>
              <a:pathLst>
                <a:path w="695960" h="2539">
                  <a:moveTo>
                    <a:pt x="695947" y="1270"/>
                  </a:moveTo>
                  <a:lnTo>
                    <a:pt x="694690" y="1270"/>
                  </a:lnTo>
                  <a:lnTo>
                    <a:pt x="6946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95947" y="2540"/>
                  </a:lnTo>
                  <a:lnTo>
                    <a:pt x="695947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3">
              <a:extLst>
                <a:ext uri="{FF2B5EF4-FFF2-40B4-BE49-F238E27FC236}">
                  <a16:creationId xmlns:a16="http://schemas.microsoft.com/office/drawing/2014/main" id="{E11F44DA-74C9-D36E-5FC6-9C5A45AD96BA}"/>
                </a:ext>
              </a:extLst>
            </p:cNvPr>
            <p:cNvSpPr/>
            <p:nvPr/>
          </p:nvSpPr>
          <p:spPr>
            <a:xfrm>
              <a:off x="612140" y="3174999"/>
              <a:ext cx="701040" cy="3810"/>
            </a:xfrm>
            <a:custGeom>
              <a:avLst/>
              <a:gdLst/>
              <a:ahLst/>
              <a:cxnLst/>
              <a:rect l="l" t="t" r="r" b="b"/>
              <a:pathLst>
                <a:path w="701040" h="3810">
                  <a:moveTo>
                    <a:pt x="701040" y="2540"/>
                  </a:moveTo>
                  <a:lnTo>
                    <a:pt x="699770" y="2540"/>
                  </a:lnTo>
                  <a:lnTo>
                    <a:pt x="69977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01040" y="3810"/>
                  </a:lnTo>
                  <a:lnTo>
                    <a:pt x="701040" y="2540"/>
                  </a:lnTo>
                  <a:close/>
                </a:path>
              </a:pathLst>
            </a:custGeom>
            <a:solidFill>
              <a:srgbClr val="CEC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4">
              <a:extLst>
                <a:ext uri="{FF2B5EF4-FFF2-40B4-BE49-F238E27FC236}">
                  <a16:creationId xmlns:a16="http://schemas.microsoft.com/office/drawing/2014/main" id="{7803DA6A-E5F2-7A25-CF78-7497159C1F9A}"/>
                </a:ext>
              </a:extLst>
            </p:cNvPr>
            <p:cNvSpPr/>
            <p:nvPr/>
          </p:nvSpPr>
          <p:spPr>
            <a:xfrm>
              <a:off x="608330" y="3178809"/>
              <a:ext cx="708660" cy="3810"/>
            </a:xfrm>
            <a:custGeom>
              <a:avLst/>
              <a:gdLst/>
              <a:ahLst/>
              <a:cxnLst/>
              <a:rect l="l" t="t" r="r" b="b"/>
              <a:pathLst>
                <a:path w="708660" h="3810">
                  <a:moveTo>
                    <a:pt x="708647" y="2540"/>
                  </a:moveTo>
                  <a:lnTo>
                    <a:pt x="707390" y="2540"/>
                  </a:lnTo>
                  <a:lnTo>
                    <a:pt x="707390" y="1270"/>
                  </a:lnTo>
                  <a:lnTo>
                    <a:pt x="706120" y="1270"/>
                  </a:lnTo>
                  <a:lnTo>
                    <a:pt x="7061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08647" y="3810"/>
                  </a:lnTo>
                  <a:lnTo>
                    <a:pt x="708647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5">
              <a:extLst>
                <a:ext uri="{FF2B5EF4-FFF2-40B4-BE49-F238E27FC236}">
                  <a16:creationId xmlns:a16="http://schemas.microsoft.com/office/drawing/2014/main" id="{A3765A51-B354-65D7-35BE-21ABE7F5C887}"/>
                </a:ext>
              </a:extLst>
            </p:cNvPr>
            <p:cNvSpPr/>
            <p:nvPr/>
          </p:nvSpPr>
          <p:spPr>
            <a:xfrm>
              <a:off x="605790" y="3182619"/>
              <a:ext cx="713740" cy="3810"/>
            </a:xfrm>
            <a:custGeom>
              <a:avLst/>
              <a:gdLst/>
              <a:ahLst/>
              <a:cxnLst/>
              <a:rect l="l" t="t" r="r" b="b"/>
              <a:pathLst>
                <a:path w="713740" h="3810">
                  <a:moveTo>
                    <a:pt x="713740" y="2540"/>
                  </a:moveTo>
                  <a:lnTo>
                    <a:pt x="712470" y="2540"/>
                  </a:lnTo>
                  <a:lnTo>
                    <a:pt x="712470" y="1270"/>
                  </a:lnTo>
                  <a:lnTo>
                    <a:pt x="711187" y="1270"/>
                  </a:lnTo>
                  <a:lnTo>
                    <a:pt x="71118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13740" y="3810"/>
                  </a:lnTo>
                  <a:lnTo>
                    <a:pt x="713740" y="2540"/>
                  </a:lnTo>
                  <a:close/>
                </a:path>
              </a:pathLst>
            </a:custGeom>
            <a:solidFill>
              <a:srgbClr val="CCC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76">
              <a:extLst>
                <a:ext uri="{FF2B5EF4-FFF2-40B4-BE49-F238E27FC236}">
                  <a16:creationId xmlns:a16="http://schemas.microsoft.com/office/drawing/2014/main" id="{AF4DADA1-860A-CEAE-D606-1804F7E14266}"/>
                </a:ext>
              </a:extLst>
            </p:cNvPr>
            <p:cNvSpPr/>
            <p:nvPr/>
          </p:nvSpPr>
          <p:spPr>
            <a:xfrm>
              <a:off x="603250" y="3186442"/>
              <a:ext cx="718820" cy="3810"/>
            </a:xfrm>
            <a:custGeom>
              <a:avLst/>
              <a:gdLst/>
              <a:ahLst/>
              <a:cxnLst/>
              <a:rect l="l" t="t" r="r" b="b"/>
              <a:pathLst>
                <a:path w="718819" h="3810">
                  <a:moveTo>
                    <a:pt x="718820" y="2527"/>
                  </a:moveTo>
                  <a:lnTo>
                    <a:pt x="717550" y="2527"/>
                  </a:lnTo>
                  <a:lnTo>
                    <a:pt x="717550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718820" y="3797"/>
                  </a:lnTo>
                  <a:lnTo>
                    <a:pt x="718820" y="2527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77">
              <a:extLst>
                <a:ext uri="{FF2B5EF4-FFF2-40B4-BE49-F238E27FC236}">
                  <a16:creationId xmlns:a16="http://schemas.microsoft.com/office/drawing/2014/main" id="{1E2E1E0F-0B80-3A5B-6948-E1CFA07BE805}"/>
                </a:ext>
              </a:extLst>
            </p:cNvPr>
            <p:cNvSpPr/>
            <p:nvPr/>
          </p:nvSpPr>
          <p:spPr>
            <a:xfrm>
              <a:off x="599440" y="3190239"/>
              <a:ext cx="726440" cy="3810"/>
            </a:xfrm>
            <a:custGeom>
              <a:avLst/>
              <a:gdLst/>
              <a:ahLst/>
              <a:cxnLst/>
              <a:rect l="l" t="t" r="r" b="b"/>
              <a:pathLst>
                <a:path w="726440" h="3810">
                  <a:moveTo>
                    <a:pt x="725170" y="1270"/>
                  </a:moveTo>
                  <a:lnTo>
                    <a:pt x="723887" y="1270"/>
                  </a:lnTo>
                  <a:lnTo>
                    <a:pt x="72388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725170" y="2540"/>
                  </a:lnTo>
                  <a:lnTo>
                    <a:pt x="725170" y="1270"/>
                  </a:lnTo>
                  <a:close/>
                </a:path>
                <a:path w="726440" h="3810">
                  <a:moveTo>
                    <a:pt x="72644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726440" y="3810"/>
                  </a:lnTo>
                  <a:lnTo>
                    <a:pt x="726440" y="2552"/>
                  </a:lnTo>
                  <a:close/>
                </a:path>
              </a:pathLst>
            </a:custGeom>
            <a:solidFill>
              <a:srgbClr val="C8C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78">
              <a:extLst>
                <a:ext uri="{FF2B5EF4-FFF2-40B4-BE49-F238E27FC236}">
                  <a16:creationId xmlns:a16="http://schemas.microsoft.com/office/drawing/2014/main" id="{3097C898-455F-47EE-613E-97DC44E4B146}"/>
                </a:ext>
              </a:extLst>
            </p:cNvPr>
            <p:cNvSpPr/>
            <p:nvPr/>
          </p:nvSpPr>
          <p:spPr>
            <a:xfrm>
              <a:off x="598170" y="3194049"/>
              <a:ext cx="728980" cy="2540"/>
            </a:xfrm>
            <a:custGeom>
              <a:avLst/>
              <a:gdLst/>
              <a:ahLst/>
              <a:cxnLst/>
              <a:rect l="l" t="t" r="r" b="b"/>
              <a:pathLst>
                <a:path w="728980" h="2539">
                  <a:moveTo>
                    <a:pt x="728980" y="1270"/>
                  </a:moveTo>
                  <a:lnTo>
                    <a:pt x="727710" y="1270"/>
                  </a:lnTo>
                  <a:lnTo>
                    <a:pt x="72771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728980" y="2540"/>
                  </a:lnTo>
                  <a:lnTo>
                    <a:pt x="728980" y="127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79">
              <a:extLst>
                <a:ext uri="{FF2B5EF4-FFF2-40B4-BE49-F238E27FC236}">
                  <a16:creationId xmlns:a16="http://schemas.microsoft.com/office/drawing/2014/main" id="{7E0975F5-1684-BA15-DF8D-5C1657E8BD3A}"/>
                </a:ext>
              </a:extLst>
            </p:cNvPr>
            <p:cNvSpPr/>
            <p:nvPr/>
          </p:nvSpPr>
          <p:spPr>
            <a:xfrm>
              <a:off x="594360" y="3196589"/>
              <a:ext cx="736600" cy="3810"/>
            </a:xfrm>
            <a:custGeom>
              <a:avLst/>
              <a:gdLst/>
              <a:ahLst/>
              <a:cxnLst/>
              <a:rect l="l" t="t" r="r" b="b"/>
              <a:pathLst>
                <a:path w="736600" h="3810">
                  <a:moveTo>
                    <a:pt x="735317" y="1270"/>
                  </a:moveTo>
                  <a:lnTo>
                    <a:pt x="734060" y="1270"/>
                  </a:lnTo>
                  <a:lnTo>
                    <a:pt x="7340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735317" y="2540"/>
                  </a:lnTo>
                  <a:lnTo>
                    <a:pt x="735317" y="1270"/>
                  </a:lnTo>
                  <a:close/>
                </a:path>
                <a:path w="736600" h="3810">
                  <a:moveTo>
                    <a:pt x="73660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736600" y="3810"/>
                  </a:lnTo>
                  <a:lnTo>
                    <a:pt x="736600" y="2552"/>
                  </a:lnTo>
                  <a:close/>
                </a:path>
              </a:pathLst>
            </a:custGeom>
            <a:solidFill>
              <a:srgbClr val="C4C4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0">
              <a:extLst>
                <a:ext uri="{FF2B5EF4-FFF2-40B4-BE49-F238E27FC236}">
                  <a16:creationId xmlns:a16="http://schemas.microsoft.com/office/drawing/2014/main" id="{EFD1E93D-49A8-F432-EC93-45D1DDDFEC57}"/>
                </a:ext>
              </a:extLst>
            </p:cNvPr>
            <p:cNvSpPr/>
            <p:nvPr/>
          </p:nvSpPr>
          <p:spPr>
            <a:xfrm>
              <a:off x="591820" y="3200399"/>
              <a:ext cx="741680" cy="3810"/>
            </a:xfrm>
            <a:custGeom>
              <a:avLst/>
              <a:gdLst/>
              <a:ahLst/>
              <a:cxnLst/>
              <a:rect l="l" t="t" r="r" b="b"/>
              <a:pathLst>
                <a:path w="741680" h="3810">
                  <a:moveTo>
                    <a:pt x="741680" y="2540"/>
                  </a:moveTo>
                  <a:lnTo>
                    <a:pt x="740410" y="2540"/>
                  </a:lnTo>
                  <a:lnTo>
                    <a:pt x="740410" y="1270"/>
                  </a:lnTo>
                  <a:lnTo>
                    <a:pt x="739140" y="1270"/>
                  </a:lnTo>
                  <a:lnTo>
                    <a:pt x="73912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41680" y="3810"/>
                  </a:lnTo>
                  <a:lnTo>
                    <a:pt x="74168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1">
              <a:extLst>
                <a:ext uri="{FF2B5EF4-FFF2-40B4-BE49-F238E27FC236}">
                  <a16:creationId xmlns:a16="http://schemas.microsoft.com/office/drawing/2014/main" id="{8C7DF754-9848-9838-997D-1BE26172297F}"/>
                </a:ext>
              </a:extLst>
            </p:cNvPr>
            <p:cNvSpPr/>
            <p:nvPr/>
          </p:nvSpPr>
          <p:spPr>
            <a:xfrm>
              <a:off x="589280" y="3204209"/>
              <a:ext cx="746760" cy="3810"/>
            </a:xfrm>
            <a:custGeom>
              <a:avLst/>
              <a:gdLst/>
              <a:ahLst/>
              <a:cxnLst/>
              <a:rect l="l" t="t" r="r" b="b"/>
              <a:pathLst>
                <a:path w="746760" h="3810">
                  <a:moveTo>
                    <a:pt x="74549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745490" y="1270"/>
                  </a:lnTo>
                  <a:lnTo>
                    <a:pt x="745490" y="0"/>
                  </a:lnTo>
                  <a:close/>
                </a:path>
                <a:path w="746760" h="3810">
                  <a:moveTo>
                    <a:pt x="746747" y="1397"/>
                  </a:moveTo>
                  <a:lnTo>
                    <a:pt x="0" y="1397"/>
                  </a:lnTo>
                  <a:lnTo>
                    <a:pt x="0" y="3810"/>
                  </a:lnTo>
                  <a:lnTo>
                    <a:pt x="746747" y="3810"/>
                  </a:lnTo>
                  <a:lnTo>
                    <a:pt x="746747" y="1397"/>
                  </a:lnTo>
                  <a:close/>
                </a:path>
              </a:pathLst>
            </a:custGeom>
            <a:solidFill>
              <a:srgbClr val="C1C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2">
              <a:extLst>
                <a:ext uri="{FF2B5EF4-FFF2-40B4-BE49-F238E27FC236}">
                  <a16:creationId xmlns:a16="http://schemas.microsoft.com/office/drawing/2014/main" id="{EF930351-1143-19B5-0F29-4A5EFFD900F0}"/>
                </a:ext>
              </a:extLst>
            </p:cNvPr>
            <p:cNvSpPr/>
            <p:nvPr/>
          </p:nvSpPr>
          <p:spPr>
            <a:xfrm>
              <a:off x="585457" y="3208019"/>
              <a:ext cx="755015" cy="3810"/>
            </a:xfrm>
            <a:custGeom>
              <a:avLst/>
              <a:gdLst/>
              <a:ahLst/>
              <a:cxnLst/>
              <a:rect l="l" t="t" r="r" b="b"/>
              <a:pathLst>
                <a:path w="755015" h="3810">
                  <a:moveTo>
                    <a:pt x="751852" y="0"/>
                  </a:moveTo>
                  <a:lnTo>
                    <a:pt x="750570" y="0"/>
                  </a:lnTo>
                  <a:lnTo>
                    <a:pt x="2552" y="0"/>
                  </a:lnTo>
                  <a:lnTo>
                    <a:pt x="2552" y="1270"/>
                  </a:lnTo>
                  <a:lnTo>
                    <a:pt x="751852" y="1270"/>
                  </a:lnTo>
                  <a:lnTo>
                    <a:pt x="751852" y="127"/>
                  </a:lnTo>
                  <a:lnTo>
                    <a:pt x="751852" y="0"/>
                  </a:lnTo>
                  <a:close/>
                </a:path>
                <a:path w="755015" h="3810">
                  <a:moveTo>
                    <a:pt x="754392" y="2667"/>
                  </a:moveTo>
                  <a:lnTo>
                    <a:pt x="753122" y="2667"/>
                  </a:lnTo>
                  <a:lnTo>
                    <a:pt x="753122" y="1397"/>
                  </a:lnTo>
                  <a:lnTo>
                    <a:pt x="1282" y="1397"/>
                  </a:lnTo>
                  <a:lnTo>
                    <a:pt x="1282" y="2667"/>
                  </a:lnTo>
                  <a:lnTo>
                    <a:pt x="12" y="2667"/>
                  </a:lnTo>
                  <a:lnTo>
                    <a:pt x="0" y="3810"/>
                  </a:lnTo>
                  <a:lnTo>
                    <a:pt x="754392" y="3810"/>
                  </a:lnTo>
                  <a:lnTo>
                    <a:pt x="754392" y="2667"/>
                  </a:lnTo>
                  <a:close/>
                </a:path>
              </a:pathLst>
            </a:custGeom>
            <a:solidFill>
              <a:srgbClr val="C0C0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3">
              <a:extLst>
                <a:ext uri="{FF2B5EF4-FFF2-40B4-BE49-F238E27FC236}">
                  <a16:creationId xmlns:a16="http://schemas.microsoft.com/office/drawing/2014/main" id="{25629777-2FFC-674C-27D1-0C6BF36CBDC6}"/>
                </a:ext>
              </a:extLst>
            </p:cNvPr>
            <p:cNvSpPr/>
            <p:nvPr/>
          </p:nvSpPr>
          <p:spPr>
            <a:xfrm>
              <a:off x="582930" y="3211829"/>
              <a:ext cx="759460" cy="3810"/>
            </a:xfrm>
            <a:custGeom>
              <a:avLst/>
              <a:gdLst/>
              <a:ahLst/>
              <a:cxnLst/>
              <a:rect l="l" t="t" r="r" b="b"/>
              <a:pathLst>
                <a:path w="759460" h="3810">
                  <a:moveTo>
                    <a:pt x="759447" y="2540"/>
                  </a:moveTo>
                  <a:lnTo>
                    <a:pt x="758190" y="2540"/>
                  </a:lnTo>
                  <a:lnTo>
                    <a:pt x="758190" y="1397"/>
                  </a:lnTo>
                  <a:lnTo>
                    <a:pt x="756920" y="1397"/>
                  </a:lnTo>
                  <a:lnTo>
                    <a:pt x="756920" y="0"/>
                  </a:lnTo>
                  <a:lnTo>
                    <a:pt x="2540" y="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59447" y="3810"/>
                  </a:lnTo>
                  <a:lnTo>
                    <a:pt x="759447" y="2667"/>
                  </a:lnTo>
                  <a:lnTo>
                    <a:pt x="759447" y="2540"/>
                  </a:lnTo>
                  <a:close/>
                </a:path>
              </a:pathLst>
            </a:custGeom>
            <a:solidFill>
              <a:srgbClr val="BEBE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4">
              <a:extLst>
                <a:ext uri="{FF2B5EF4-FFF2-40B4-BE49-F238E27FC236}">
                  <a16:creationId xmlns:a16="http://schemas.microsoft.com/office/drawing/2014/main" id="{1F866AEE-9FB6-E82B-908E-7A580D783F24}"/>
                </a:ext>
              </a:extLst>
            </p:cNvPr>
            <p:cNvSpPr/>
            <p:nvPr/>
          </p:nvSpPr>
          <p:spPr>
            <a:xfrm>
              <a:off x="580390" y="3215639"/>
              <a:ext cx="764540" cy="2540"/>
            </a:xfrm>
            <a:custGeom>
              <a:avLst/>
              <a:gdLst/>
              <a:ahLst/>
              <a:cxnLst/>
              <a:rect l="l" t="t" r="r" b="b"/>
              <a:pathLst>
                <a:path w="764540" h="2539">
                  <a:moveTo>
                    <a:pt x="764540" y="1397"/>
                  </a:moveTo>
                  <a:lnTo>
                    <a:pt x="763270" y="1397"/>
                  </a:lnTo>
                  <a:lnTo>
                    <a:pt x="763270" y="127"/>
                  </a:lnTo>
                  <a:lnTo>
                    <a:pt x="761987" y="127"/>
                  </a:lnTo>
                  <a:lnTo>
                    <a:pt x="761987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1397"/>
                  </a:lnTo>
                  <a:lnTo>
                    <a:pt x="0" y="1397"/>
                  </a:lnTo>
                  <a:lnTo>
                    <a:pt x="0" y="2540"/>
                  </a:lnTo>
                  <a:lnTo>
                    <a:pt x="764540" y="2540"/>
                  </a:lnTo>
                  <a:lnTo>
                    <a:pt x="764540" y="1397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5">
              <a:extLst>
                <a:ext uri="{FF2B5EF4-FFF2-40B4-BE49-F238E27FC236}">
                  <a16:creationId xmlns:a16="http://schemas.microsoft.com/office/drawing/2014/main" id="{1DE58C09-55C5-B539-7080-A6AD4BF7FF7F}"/>
                </a:ext>
              </a:extLst>
            </p:cNvPr>
            <p:cNvSpPr/>
            <p:nvPr/>
          </p:nvSpPr>
          <p:spPr>
            <a:xfrm>
              <a:off x="577837" y="3218179"/>
              <a:ext cx="770255" cy="3810"/>
            </a:xfrm>
            <a:custGeom>
              <a:avLst/>
              <a:gdLst/>
              <a:ahLst/>
              <a:cxnLst/>
              <a:rect l="l" t="t" r="r" b="b"/>
              <a:pathLst>
                <a:path w="770255" h="3810">
                  <a:moveTo>
                    <a:pt x="769632" y="2540"/>
                  </a:moveTo>
                  <a:lnTo>
                    <a:pt x="768362" y="2540"/>
                  </a:lnTo>
                  <a:lnTo>
                    <a:pt x="768362" y="1397"/>
                  </a:lnTo>
                  <a:lnTo>
                    <a:pt x="767092" y="1397"/>
                  </a:lnTo>
                  <a:lnTo>
                    <a:pt x="767092" y="0"/>
                  </a:lnTo>
                  <a:lnTo>
                    <a:pt x="2552" y="0"/>
                  </a:lnTo>
                  <a:lnTo>
                    <a:pt x="2552" y="1397"/>
                  </a:lnTo>
                  <a:lnTo>
                    <a:pt x="1282" y="1397"/>
                  </a:lnTo>
                  <a:lnTo>
                    <a:pt x="1282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69632" y="3810"/>
                  </a:lnTo>
                  <a:lnTo>
                    <a:pt x="769632" y="2667"/>
                  </a:lnTo>
                  <a:lnTo>
                    <a:pt x="769632" y="2540"/>
                  </a:lnTo>
                  <a:close/>
                </a:path>
              </a:pathLst>
            </a:custGeom>
            <a:solidFill>
              <a:srgbClr val="BBBB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86">
              <a:extLst>
                <a:ext uri="{FF2B5EF4-FFF2-40B4-BE49-F238E27FC236}">
                  <a16:creationId xmlns:a16="http://schemas.microsoft.com/office/drawing/2014/main" id="{F9C28223-1A7E-A2D3-3C31-B53F3624AAA4}"/>
                </a:ext>
              </a:extLst>
            </p:cNvPr>
            <p:cNvSpPr/>
            <p:nvPr/>
          </p:nvSpPr>
          <p:spPr>
            <a:xfrm>
              <a:off x="575310" y="3221989"/>
              <a:ext cx="774700" cy="3810"/>
            </a:xfrm>
            <a:custGeom>
              <a:avLst/>
              <a:gdLst/>
              <a:ahLst/>
              <a:cxnLst/>
              <a:rect l="l" t="t" r="r" b="b"/>
              <a:pathLst>
                <a:path w="774700" h="3810">
                  <a:moveTo>
                    <a:pt x="774700" y="1397"/>
                  </a:moveTo>
                  <a:lnTo>
                    <a:pt x="773417" y="1397"/>
                  </a:lnTo>
                  <a:lnTo>
                    <a:pt x="773417" y="127"/>
                  </a:lnTo>
                  <a:lnTo>
                    <a:pt x="772160" y="127"/>
                  </a:lnTo>
                  <a:lnTo>
                    <a:pt x="772160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1397"/>
                  </a:lnTo>
                  <a:lnTo>
                    <a:pt x="0" y="1397"/>
                  </a:lnTo>
                  <a:lnTo>
                    <a:pt x="0" y="3810"/>
                  </a:lnTo>
                  <a:lnTo>
                    <a:pt x="774700" y="3810"/>
                  </a:lnTo>
                  <a:lnTo>
                    <a:pt x="774700" y="1397"/>
                  </a:lnTo>
                  <a:close/>
                </a:path>
              </a:pathLst>
            </a:custGeom>
            <a:solidFill>
              <a:srgbClr val="B9B9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87">
              <a:extLst>
                <a:ext uri="{FF2B5EF4-FFF2-40B4-BE49-F238E27FC236}">
                  <a16:creationId xmlns:a16="http://schemas.microsoft.com/office/drawing/2014/main" id="{4CB03F3F-9D72-B42C-B53C-81A9853EA708}"/>
                </a:ext>
              </a:extLst>
            </p:cNvPr>
            <p:cNvSpPr/>
            <p:nvPr/>
          </p:nvSpPr>
          <p:spPr>
            <a:xfrm>
              <a:off x="571500" y="3225799"/>
              <a:ext cx="782320" cy="3810"/>
            </a:xfrm>
            <a:custGeom>
              <a:avLst/>
              <a:gdLst/>
              <a:ahLst/>
              <a:cxnLst/>
              <a:rect l="l" t="t" r="r" b="b"/>
              <a:pathLst>
                <a:path w="782319" h="3810">
                  <a:moveTo>
                    <a:pt x="781050" y="1270"/>
                  </a:moveTo>
                  <a:lnTo>
                    <a:pt x="779780" y="1270"/>
                  </a:lnTo>
                  <a:lnTo>
                    <a:pt x="779780" y="127"/>
                  </a:lnTo>
                  <a:lnTo>
                    <a:pt x="778510" y="127"/>
                  </a:lnTo>
                  <a:lnTo>
                    <a:pt x="778510" y="0"/>
                  </a:lnTo>
                  <a:lnTo>
                    <a:pt x="3810" y="0"/>
                  </a:lnTo>
                  <a:lnTo>
                    <a:pt x="3810" y="127"/>
                  </a:lnTo>
                  <a:lnTo>
                    <a:pt x="2540" y="127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781050" y="2540"/>
                  </a:lnTo>
                  <a:lnTo>
                    <a:pt x="781050" y="1397"/>
                  </a:lnTo>
                  <a:lnTo>
                    <a:pt x="781050" y="1270"/>
                  </a:lnTo>
                  <a:close/>
                </a:path>
                <a:path w="782319" h="3810">
                  <a:moveTo>
                    <a:pt x="782320" y="2667"/>
                  </a:moveTo>
                  <a:lnTo>
                    <a:pt x="0" y="2667"/>
                  </a:lnTo>
                  <a:lnTo>
                    <a:pt x="0" y="3810"/>
                  </a:lnTo>
                  <a:lnTo>
                    <a:pt x="782320" y="3810"/>
                  </a:lnTo>
                  <a:lnTo>
                    <a:pt x="782320" y="2667"/>
                  </a:lnTo>
                  <a:close/>
                </a:path>
              </a:pathLst>
            </a:custGeom>
            <a:solidFill>
              <a:srgbClr val="B8B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88">
              <a:extLst>
                <a:ext uri="{FF2B5EF4-FFF2-40B4-BE49-F238E27FC236}">
                  <a16:creationId xmlns:a16="http://schemas.microsoft.com/office/drawing/2014/main" id="{35399F06-CEAC-094F-A100-CC7A57115B88}"/>
                </a:ext>
              </a:extLst>
            </p:cNvPr>
            <p:cNvSpPr/>
            <p:nvPr/>
          </p:nvSpPr>
          <p:spPr>
            <a:xfrm>
              <a:off x="568960" y="3229609"/>
              <a:ext cx="787400" cy="3810"/>
            </a:xfrm>
            <a:custGeom>
              <a:avLst/>
              <a:gdLst/>
              <a:ahLst/>
              <a:cxnLst/>
              <a:rect l="l" t="t" r="r" b="b"/>
              <a:pathLst>
                <a:path w="787400" h="3810">
                  <a:moveTo>
                    <a:pt x="787400" y="2667"/>
                  </a:moveTo>
                  <a:lnTo>
                    <a:pt x="786117" y="2667"/>
                  </a:lnTo>
                  <a:lnTo>
                    <a:pt x="786117" y="127"/>
                  </a:lnTo>
                  <a:lnTo>
                    <a:pt x="784860" y="127"/>
                  </a:lnTo>
                  <a:lnTo>
                    <a:pt x="784860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787400" y="3810"/>
                  </a:lnTo>
                  <a:lnTo>
                    <a:pt x="787400" y="2667"/>
                  </a:lnTo>
                  <a:close/>
                </a:path>
              </a:pathLst>
            </a:custGeom>
            <a:solidFill>
              <a:srgbClr val="B6B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89">
              <a:extLst>
                <a:ext uri="{FF2B5EF4-FFF2-40B4-BE49-F238E27FC236}">
                  <a16:creationId xmlns:a16="http://schemas.microsoft.com/office/drawing/2014/main" id="{F87C698B-1A3A-74D4-E02E-13ADA7FC60D2}"/>
                </a:ext>
              </a:extLst>
            </p:cNvPr>
            <p:cNvSpPr/>
            <p:nvPr/>
          </p:nvSpPr>
          <p:spPr>
            <a:xfrm>
              <a:off x="566420" y="3233419"/>
              <a:ext cx="792480" cy="3810"/>
            </a:xfrm>
            <a:custGeom>
              <a:avLst/>
              <a:gdLst/>
              <a:ahLst/>
              <a:cxnLst/>
              <a:rect l="l" t="t" r="r" b="b"/>
              <a:pathLst>
                <a:path w="792480" h="3810">
                  <a:moveTo>
                    <a:pt x="791210" y="0"/>
                  </a:moveTo>
                  <a:lnTo>
                    <a:pt x="7899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791210" y="1270"/>
                  </a:lnTo>
                  <a:lnTo>
                    <a:pt x="791210" y="127"/>
                  </a:lnTo>
                  <a:lnTo>
                    <a:pt x="791210" y="0"/>
                  </a:lnTo>
                  <a:close/>
                </a:path>
                <a:path w="792480" h="3810">
                  <a:moveTo>
                    <a:pt x="792480" y="1397"/>
                  </a:moveTo>
                  <a:lnTo>
                    <a:pt x="0" y="1397"/>
                  </a:lnTo>
                  <a:lnTo>
                    <a:pt x="0" y="3810"/>
                  </a:lnTo>
                  <a:lnTo>
                    <a:pt x="792480" y="3810"/>
                  </a:lnTo>
                  <a:lnTo>
                    <a:pt x="792480" y="1397"/>
                  </a:lnTo>
                  <a:close/>
                </a:path>
              </a:pathLst>
            </a:custGeom>
            <a:solidFill>
              <a:srgbClr val="B5B5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0">
              <a:extLst>
                <a:ext uri="{FF2B5EF4-FFF2-40B4-BE49-F238E27FC236}">
                  <a16:creationId xmlns:a16="http://schemas.microsoft.com/office/drawing/2014/main" id="{D9C85E61-814C-17D1-44B6-586ADB3A7A12}"/>
                </a:ext>
              </a:extLst>
            </p:cNvPr>
            <p:cNvSpPr/>
            <p:nvPr/>
          </p:nvSpPr>
          <p:spPr>
            <a:xfrm>
              <a:off x="563880" y="3237229"/>
              <a:ext cx="797560" cy="2540"/>
            </a:xfrm>
            <a:custGeom>
              <a:avLst/>
              <a:gdLst/>
              <a:ahLst/>
              <a:cxnLst/>
              <a:rect l="l" t="t" r="r" b="b"/>
              <a:pathLst>
                <a:path w="797560" h="2539">
                  <a:moveTo>
                    <a:pt x="797547" y="1397"/>
                  </a:moveTo>
                  <a:lnTo>
                    <a:pt x="796290" y="1397"/>
                  </a:lnTo>
                  <a:lnTo>
                    <a:pt x="796290" y="0"/>
                  </a:lnTo>
                  <a:lnTo>
                    <a:pt x="1270" y="0"/>
                  </a:lnTo>
                  <a:lnTo>
                    <a:pt x="1270" y="1397"/>
                  </a:lnTo>
                  <a:lnTo>
                    <a:pt x="0" y="1397"/>
                  </a:lnTo>
                  <a:lnTo>
                    <a:pt x="0" y="2540"/>
                  </a:lnTo>
                  <a:lnTo>
                    <a:pt x="797547" y="2540"/>
                  </a:lnTo>
                  <a:lnTo>
                    <a:pt x="797547" y="1397"/>
                  </a:lnTo>
                  <a:close/>
                </a:path>
              </a:pathLst>
            </a:custGeom>
            <a:solidFill>
              <a:srgbClr val="B3B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1">
              <a:extLst>
                <a:ext uri="{FF2B5EF4-FFF2-40B4-BE49-F238E27FC236}">
                  <a16:creationId xmlns:a16="http://schemas.microsoft.com/office/drawing/2014/main" id="{808ED389-3A74-F8B5-8312-1BB8D0461C82}"/>
                </a:ext>
              </a:extLst>
            </p:cNvPr>
            <p:cNvSpPr/>
            <p:nvPr/>
          </p:nvSpPr>
          <p:spPr>
            <a:xfrm>
              <a:off x="561340" y="3239769"/>
              <a:ext cx="802640" cy="3810"/>
            </a:xfrm>
            <a:custGeom>
              <a:avLst/>
              <a:gdLst/>
              <a:ahLst/>
              <a:cxnLst/>
              <a:rect l="l" t="t" r="r" b="b"/>
              <a:pathLst>
                <a:path w="802640" h="3810">
                  <a:moveTo>
                    <a:pt x="801370" y="0"/>
                  </a:moveTo>
                  <a:lnTo>
                    <a:pt x="80008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801370" y="1270"/>
                  </a:lnTo>
                  <a:lnTo>
                    <a:pt x="801370" y="127"/>
                  </a:lnTo>
                  <a:lnTo>
                    <a:pt x="801370" y="0"/>
                  </a:lnTo>
                  <a:close/>
                </a:path>
                <a:path w="802640" h="3810">
                  <a:moveTo>
                    <a:pt x="802640" y="1397"/>
                  </a:moveTo>
                  <a:lnTo>
                    <a:pt x="0" y="1397"/>
                  </a:lnTo>
                  <a:lnTo>
                    <a:pt x="0" y="3810"/>
                  </a:lnTo>
                  <a:lnTo>
                    <a:pt x="802640" y="3810"/>
                  </a:lnTo>
                  <a:lnTo>
                    <a:pt x="802640" y="1397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2">
              <a:extLst>
                <a:ext uri="{FF2B5EF4-FFF2-40B4-BE49-F238E27FC236}">
                  <a16:creationId xmlns:a16="http://schemas.microsoft.com/office/drawing/2014/main" id="{F22E3A7B-1479-C1AC-EFC6-E58ED0F18E43}"/>
                </a:ext>
              </a:extLst>
            </p:cNvPr>
            <p:cNvSpPr/>
            <p:nvPr/>
          </p:nvSpPr>
          <p:spPr>
            <a:xfrm>
              <a:off x="557530" y="3243579"/>
              <a:ext cx="810260" cy="3810"/>
            </a:xfrm>
            <a:custGeom>
              <a:avLst/>
              <a:gdLst/>
              <a:ahLst/>
              <a:cxnLst/>
              <a:rect l="l" t="t" r="r" b="b"/>
              <a:pathLst>
                <a:path w="810260" h="3810">
                  <a:moveTo>
                    <a:pt x="810247" y="2540"/>
                  </a:moveTo>
                  <a:lnTo>
                    <a:pt x="808990" y="2540"/>
                  </a:lnTo>
                  <a:lnTo>
                    <a:pt x="808990" y="1397"/>
                  </a:lnTo>
                  <a:lnTo>
                    <a:pt x="807720" y="1397"/>
                  </a:lnTo>
                  <a:lnTo>
                    <a:pt x="807720" y="0"/>
                  </a:lnTo>
                  <a:lnTo>
                    <a:pt x="2540" y="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810247" y="3810"/>
                  </a:lnTo>
                  <a:lnTo>
                    <a:pt x="810247" y="2667"/>
                  </a:lnTo>
                  <a:lnTo>
                    <a:pt x="810247" y="2540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3">
              <a:extLst>
                <a:ext uri="{FF2B5EF4-FFF2-40B4-BE49-F238E27FC236}">
                  <a16:creationId xmlns:a16="http://schemas.microsoft.com/office/drawing/2014/main" id="{1D77BDAE-53E3-77E7-C850-015F61859728}"/>
                </a:ext>
              </a:extLst>
            </p:cNvPr>
            <p:cNvSpPr/>
            <p:nvPr/>
          </p:nvSpPr>
          <p:spPr>
            <a:xfrm>
              <a:off x="554990" y="3247389"/>
              <a:ext cx="815340" cy="3810"/>
            </a:xfrm>
            <a:custGeom>
              <a:avLst/>
              <a:gdLst/>
              <a:ahLst/>
              <a:cxnLst/>
              <a:rect l="l" t="t" r="r" b="b"/>
              <a:pathLst>
                <a:path w="815340" h="3810">
                  <a:moveTo>
                    <a:pt x="815340" y="2540"/>
                  </a:moveTo>
                  <a:lnTo>
                    <a:pt x="814070" y="2540"/>
                  </a:lnTo>
                  <a:lnTo>
                    <a:pt x="814070" y="127"/>
                  </a:lnTo>
                  <a:lnTo>
                    <a:pt x="812787" y="127"/>
                  </a:lnTo>
                  <a:lnTo>
                    <a:pt x="812787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815340" y="3810"/>
                  </a:lnTo>
                  <a:lnTo>
                    <a:pt x="815340" y="2540"/>
                  </a:lnTo>
                  <a:close/>
                </a:path>
              </a:pathLst>
            </a:custGeom>
            <a:solidFill>
              <a:srgbClr val="AEAE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4">
              <a:extLst>
                <a:ext uri="{FF2B5EF4-FFF2-40B4-BE49-F238E27FC236}">
                  <a16:creationId xmlns:a16="http://schemas.microsoft.com/office/drawing/2014/main" id="{E82F166F-6C62-8238-FD78-3490871BBD1F}"/>
                </a:ext>
              </a:extLst>
            </p:cNvPr>
            <p:cNvSpPr/>
            <p:nvPr/>
          </p:nvSpPr>
          <p:spPr>
            <a:xfrm>
              <a:off x="551180" y="3251199"/>
              <a:ext cx="822960" cy="3810"/>
            </a:xfrm>
            <a:custGeom>
              <a:avLst/>
              <a:gdLst/>
              <a:ahLst/>
              <a:cxnLst/>
              <a:rect l="l" t="t" r="r" b="b"/>
              <a:pathLst>
                <a:path w="822960" h="3810">
                  <a:moveTo>
                    <a:pt x="821690" y="1270"/>
                  </a:moveTo>
                  <a:lnTo>
                    <a:pt x="820420" y="1270"/>
                  </a:lnTo>
                  <a:lnTo>
                    <a:pt x="820420" y="127"/>
                  </a:lnTo>
                  <a:lnTo>
                    <a:pt x="819150" y="127"/>
                  </a:lnTo>
                  <a:lnTo>
                    <a:pt x="819150" y="0"/>
                  </a:lnTo>
                  <a:lnTo>
                    <a:pt x="3810" y="0"/>
                  </a:lnTo>
                  <a:lnTo>
                    <a:pt x="3810" y="127"/>
                  </a:lnTo>
                  <a:lnTo>
                    <a:pt x="2540" y="127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821690" y="2540"/>
                  </a:lnTo>
                  <a:lnTo>
                    <a:pt x="821690" y="1397"/>
                  </a:lnTo>
                  <a:lnTo>
                    <a:pt x="821690" y="1270"/>
                  </a:lnTo>
                  <a:close/>
                </a:path>
                <a:path w="822960" h="3810">
                  <a:moveTo>
                    <a:pt x="822947" y="2667"/>
                  </a:moveTo>
                  <a:lnTo>
                    <a:pt x="0" y="2667"/>
                  </a:lnTo>
                  <a:lnTo>
                    <a:pt x="0" y="3810"/>
                  </a:lnTo>
                  <a:lnTo>
                    <a:pt x="822947" y="3810"/>
                  </a:lnTo>
                  <a:lnTo>
                    <a:pt x="822947" y="2667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5">
              <a:extLst>
                <a:ext uri="{FF2B5EF4-FFF2-40B4-BE49-F238E27FC236}">
                  <a16:creationId xmlns:a16="http://schemas.microsoft.com/office/drawing/2014/main" id="{B3DD6C09-A4B7-CCFA-0D17-735D4F255DA5}"/>
                </a:ext>
              </a:extLst>
            </p:cNvPr>
            <p:cNvSpPr/>
            <p:nvPr/>
          </p:nvSpPr>
          <p:spPr>
            <a:xfrm>
              <a:off x="548640" y="3255009"/>
              <a:ext cx="828040" cy="3810"/>
            </a:xfrm>
            <a:custGeom>
              <a:avLst/>
              <a:gdLst/>
              <a:ahLst/>
              <a:cxnLst/>
              <a:rect l="l" t="t" r="r" b="b"/>
              <a:pathLst>
                <a:path w="828040" h="3810">
                  <a:moveTo>
                    <a:pt x="828040" y="2667"/>
                  </a:moveTo>
                  <a:lnTo>
                    <a:pt x="826770" y="2667"/>
                  </a:lnTo>
                  <a:lnTo>
                    <a:pt x="826770" y="1270"/>
                  </a:lnTo>
                  <a:lnTo>
                    <a:pt x="825487" y="1270"/>
                  </a:lnTo>
                  <a:lnTo>
                    <a:pt x="82548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828040" y="3810"/>
                  </a:lnTo>
                  <a:lnTo>
                    <a:pt x="828040" y="2667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496">
              <a:extLst>
                <a:ext uri="{FF2B5EF4-FFF2-40B4-BE49-F238E27FC236}">
                  <a16:creationId xmlns:a16="http://schemas.microsoft.com/office/drawing/2014/main" id="{9CDD35D0-753E-508B-95CC-72772CBC2ABB}"/>
                </a:ext>
              </a:extLst>
            </p:cNvPr>
            <p:cNvSpPr/>
            <p:nvPr/>
          </p:nvSpPr>
          <p:spPr>
            <a:xfrm>
              <a:off x="547370" y="3258819"/>
              <a:ext cx="830580" cy="2540"/>
            </a:xfrm>
            <a:custGeom>
              <a:avLst/>
              <a:gdLst/>
              <a:ahLst/>
              <a:cxnLst/>
              <a:rect l="l" t="t" r="r" b="b"/>
              <a:pathLst>
                <a:path w="830580" h="2539">
                  <a:moveTo>
                    <a:pt x="830580" y="127"/>
                  </a:moveTo>
                  <a:lnTo>
                    <a:pt x="829310" y="127"/>
                  </a:lnTo>
                  <a:lnTo>
                    <a:pt x="829310" y="0"/>
                  </a:lnTo>
                  <a:lnTo>
                    <a:pt x="1270" y="0"/>
                  </a:lnTo>
                  <a:lnTo>
                    <a:pt x="1270" y="127"/>
                  </a:lnTo>
                  <a:lnTo>
                    <a:pt x="0" y="127"/>
                  </a:lnTo>
                  <a:lnTo>
                    <a:pt x="0" y="2540"/>
                  </a:lnTo>
                  <a:lnTo>
                    <a:pt x="830580" y="2540"/>
                  </a:lnTo>
                  <a:lnTo>
                    <a:pt x="830580" y="127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497">
              <a:extLst>
                <a:ext uri="{FF2B5EF4-FFF2-40B4-BE49-F238E27FC236}">
                  <a16:creationId xmlns:a16="http://schemas.microsoft.com/office/drawing/2014/main" id="{0A11E3E7-97CF-66FF-545C-0D01F82FBFCD}"/>
                </a:ext>
              </a:extLst>
            </p:cNvPr>
            <p:cNvSpPr/>
            <p:nvPr/>
          </p:nvSpPr>
          <p:spPr>
            <a:xfrm>
              <a:off x="543560" y="3261359"/>
              <a:ext cx="838200" cy="3810"/>
            </a:xfrm>
            <a:custGeom>
              <a:avLst/>
              <a:gdLst/>
              <a:ahLst/>
              <a:cxnLst/>
              <a:rect l="l" t="t" r="r" b="b"/>
              <a:pathLst>
                <a:path w="838200" h="3810">
                  <a:moveTo>
                    <a:pt x="838200" y="2667"/>
                  </a:moveTo>
                  <a:lnTo>
                    <a:pt x="836917" y="2667"/>
                  </a:lnTo>
                  <a:lnTo>
                    <a:pt x="836917" y="1270"/>
                  </a:lnTo>
                  <a:lnTo>
                    <a:pt x="835660" y="1270"/>
                  </a:lnTo>
                  <a:lnTo>
                    <a:pt x="835660" y="127"/>
                  </a:lnTo>
                  <a:lnTo>
                    <a:pt x="835660" y="0"/>
                  </a:lnTo>
                  <a:lnTo>
                    <a:pt x="8343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838200" y="3810"/>
                  </a:lnTo>
                  <a:lnTo>
                    <a:pt x="838200" y="2667"/>
                  </a:lnTo>
                  <a:close/>
                </a:path>
              </a:pathLst>
            </a:custGeom>
            <a:solidFill>
              <a:srgbClr val="A8A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498">
              <a:extLst>
                <a:ext uri="{FF2B5EF4-FFF2-40B4-BE49-F238E27FC236}">
                  <a16:creationId xmlns:a16="http://schemas.microsoft.com/office/drawing/2014/main" id="{1D9BC4DA-10FE-66BE-A375-76328BA36146}"/>
                </a:ext>
              </a:extLst>
            </p:cNvPr>
            <p:cNvSpPr/>
            <p:nvPr/>
          </p:nvSpPr>
          <p:spPr>
            <a:xfrm>
              <a:off x="541007" y="3265169"/>
              <a:ext cx="843915" cy="3810"/>
            </a:xfrm>
            <a:custGeom>
              <a:avLst/>
              <a:gdLst/>
              <a:ahLst/>
              <a:cxnLst/>
              <a:rect l="l" t="t" r="r" b="b"/>
              <a:pathLst>
                <a:path w="843915" h="3810">
                  <a:moveTo>
                    <a:pt x="843292" y="2540"/>
                  </a:moveTo>
                  <a:lnTo>
                    <a:pt x="842022" y="2540"/>
                  </a:lnTo>
                  <a:lnTo>
                    <a:pt x="842022" y="127"/>
                  </a:lnTo>
                  <a:lnTo>
                    <a:pt x="840752" y="127"/>
                  </a:lnTo>
                  <a:lnTo>
                    <a:pt x="840752" y="0"/>
                  </a:lnTo>
                  <a:lnTo>
                    <a:pt x="2552" y="0"/>
                  </a:lnTo>
                  <a:lnTo>
                    <a:pt x="2552" y="127"/>
                  </a:lnTo>
                  <a:lnTo>
                    <a:pt x="1282" y="127"/>
                  </a:lnTo>
                  <a:lnTo>
                    <a:pt x="1282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843292" y="3810"/>
                  </a:lnTo>
                  <a:lnTo>
                    <a:pt x="843292" y="2667"/>
                  </a:lnTo>
                  <a:lnTo>
                    <a:pt x="843292" y="2540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499">
              <a:extLst>
                <a:ext uri="{FF2B5EF4-FFF2-40B4-BE49-F238E27FC236}">
                  <a16:creationId xmlns:a16="http://schemas.microsoft.com/office/drawing/2014/main" id="{48746F2C-4075-0EE7-4242-356BC1F5C79E}"/>
                </a:ext>
              </a:extLst>
            </p:cNvPr>
            <p:cNvSpPr/>
            <p:nvPr/>
          </p:nvSpPr>
          <p:spPr>
            <a:xfrm>
              <a:off x="537210" y="3268979"/>
              <a:ext cx="850900" cy="3810"/>
            </a:xfrm>
            <a:custGeom>
              <a:avLst/>
              <a:gdLst/>
              <a:ahLst/>
              <a:cxnLst/>
              <a:rect l="l" t="t" r="r" b="b"/>
              <a:pathLst>
                <a:path w="850900" h="3810">
                  <a:moveTo>
                    <a:pt x="850900" y="2667"/>
                  </a:moveTo>
                  <a:lnTo>
                    <a:pt x="849617" y="2667"/>
                  </a:lnTo>
                  <a:lnTo>
                    <a:pt x="849617" y="1397"/>
                  </a:lnTo>
                  <a:lnTo>
                    <a:pt x="848360" y="1397"/>
                  </a:lnTo>
                  <a:lnTo>
                    <a:pt x="848360" y="0"/>
                  </a:lnTo>
                  <a:lnTo>
                    <a:pt x="2540" y="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850900" y="3810"/>
                  </a:lnTo>
                  <a:lnTo>
                    <a:pt x="850900" y="2667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0">
              <a:extLst>
                <a:ext uri="{FF2B5EF4-FFF2-40B4-BE49-F238E27FC236}">
                  <a16:creationId xmlns:a16="http://schemas.microsoft.com/office/drawing/2014/main" id="{C6E74398-AB85-65AC-2488-70C27D2FD050}"/>
                </a:ext>
              </a:extLst>
            </p:cNvPr>
            <p:cNvSpPr/>
            <p:nvPr/>
          </p:nvSpPr>
          <p:spPr>
            <a:xfrm>
              <a:off x="534657" y="3272789"/>
              <a:ext cx="856615" cy="3810"/>
            </a:xfrm>
            <a:custGeom>
              <a:avLst/>
              <a:gdLst/>
              <a:ahLst/>
              <a:cxnLst/>
              <a:rect l="l" t="t" r="r" b="b"/>
              <a:pathLst>
                <a:path w="856615" h="3810">
                  <a:moveTo>
                    <a:pt x="855992" y="2540"/>
                  </a:moveTo>
                  <a:lnTo>
                    <a:pt x="854722" y="2540"/>
                  </a:lnTo>
                  <a:lnTo>
                    <a:pt x="854722" y="1397"/>
                  </a:lnTo>
                  <a:lnTo>
                    <a:pt x="854722" y="1270"/>
                  </a:lnTo>
                  <a:lnTo>
                    <a:pt x="853452" y="1270"/>
                  </a:lnTo>
                  <a:lnTo>
                    <a:pt x="853452" y="0"/>
                  </a:lnTo>
                  <a:lnTo>
                    <a:pt x="2552" y="0"/>
                  </a:lnTo>
                  <a:lnTo>
                    <a:pt x="2552" y="1270"/>
                  </a:lnTo>
                  <a:lnTo>
                    <a:pt x="1282" y="1270"/>
                  </a:lnTo>
                  <a:lnTo>
                    <a:pt x="1282" y="2540"/>
                  </a:lnTo>
                  <a:lnTo>
                    <a:pt x="12" y="2540"/>
                  </a:lnTo>
                  <a:lnTo>
                    <a:pt x="0" y="3810"/>
                  </a:lnTo>
                  <a:lnTo>
                    <a:pt x="855992" y="3810"/>
                  </a:lnTo>
                  <a:lnTo>
                    <a:pt x="855992" y="2540"/>
                  </a:lnTo>
                  <a:close/>
                </a:path>
              </a:pathLst>
            </a:custGeom>
            <a:solidFill>
              <a:srgbClr val="A3A3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1">
              <a:extLst>
                <a:ext uri="{FF2B5EF4-FFF2-40B4-BE49-F238E27FC236}">
                  <a16:creationId xmlns:a16="http://schemas.microsoft.com/office/drawing/2014/main" id="{C8636BD0-E073-4853-D1B7-10C440C13763}"/>
                </a:ext>
              </a:extLst>
            </p:cNvPr>
            <p:cNvSpPr/>
            <p:nvPr/>
          </p:nvSpPr>
          <p:spPr>
            <a:xfrm>
              <a:off x="532130" y="3276599"/>
              <a:ext cx="861060" cy="3810"/>
            </a:xfrm>
            <a:custGeom>
              <a:avLst/>
              <a:gdLst/>
              <a:ahLst/>
              <a:cxnLst/>
              <a:rect l="l" t="t" r="r" b="b"/>
              <a:pathLst>
                <a:path w="861060" h="3810">
                  <a:moveTo>
                    <a:pt x="861047" y="1397"/>
                  </a:moveTo>
                  <a:lnTo>
                    <a:pt x="859790" y="1397"/>
                  </a:lnTo>
                  <a:lnTo>
                    <a:pt x="859790" y="127"/>
                  </a:lnTo>
                  <a:lnTo>
                    <a:pt x="858520" y="127"/>
                  </a:lnTo>
                  <a:lnTo>
                    <a:pt x="858520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1397"/>
                  </a:lnTo>
                  <a:lnTo>
                    <a:pt x="0" y="1397"/>
                  </a:lnTo>
                  <a:lnTo>
                    <a:pt x="0" y="3810"/>
                  </a:lnTo>
                  <a:lnTo>
                    <a:pt x="861047" y="3810"/>
                  </a:lnTo>
                  <a:lnTo>
                    <a:pt x="861047" y="1397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2">
              <a:extLst>
                <a:ext uri="{FF2B5EF4-FFF2-40B4-BE49-F238E27FC236}">
                  <a16:creationId xmlns:a16="http://schemas.microsoft.com/office/drawing/2014/main" id="{922F4CE2-95D3-37D5-F461-992FD080A1CE}"/>
                </a:ext>
              </a:extLst>
            </p:cNvPr>
            <p:cNvSpPr/>
            <p:nvPr/>
          </p:nvSpPr>
          <p:spPr>
            <a:xfrm>
              <a:off x="529590" y="3280409"/>
              <a:ext cx="866140" cy="2540"/>
            </a:xfrm>
            <a:custGeom>
              <a:avLst/>
              <a:gdLst/>
              <a:ahLst/>
              <a:cxnLst/>
              <a:rect l="l" t="t" r="r" b="b"/>
              <a:pathLst>
                <a:path w="866140" h="2539">
                  <a:moveTo>
                    <a:pt x="866140" y="1270"/>
                  </a:moveTo>
                  <a:lnTo>
                    <a:pt x="864870" y="1270"/>
                  </a:lnTo>
                  <a:lnTo>
                    <a:pt x="864870" y="127"/>
                  </a:lnTo>
                  <a:lnTo>
                    <a:pt x="864870" y="0"/>
                  </a:lnTo>
                  <a:lnTo>
                    <a:pt x="86358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866140" y="2540"/>
                  </a:lnTo>
                  <a:lnTo>
                    <a:pt x="866140" y="1270"/>
                  </a:lnTo>
                  <a:close/>
                </a:path>
              </a:pathLst>
            </a:custGeom>
            <a:solidFill>
              <a:srgbClr val="A0A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3">
              <a:extLst>
                <a:ext uri="{FF2B5EF4-FFF2-40B4-BE49-F238E27FC236}">
                  <a16:creationId xmlns:a16="http://schemas.microsoft.com/office/drawing/2014/main" id="{6E5C65FC-F47D-AAB8-D617-663CE9F8CD29}"/>
                </a:ext>
              </a:extLst>
            </p:cNvPr>
            <p:cNvSpPr/>
            <p:nvPr/>
          </p:nvSpPr>
          <p:spPr>
            <a:xfrm>
              <a:off x="527050" y="3282949"/>
              <a:ext cx="871219" cy="3810"/>
            </a:xfrm>
            <a:custGeom>
              <a:avLst/>
              <a:gdLst/>
              <a:ahLst/>
              <a:cxnLst/>
              <a:rect l="l" t="t" r="r" b="b"/>
              <a:pathLst>
                <a:path w="871219" h="3810">
                  <a:moveTo>
                    <a:pt x="871220" y="2667"/>
                  </a:moveTo>
                  <a:lnTo>
                    <a:pt x="869950" y="2667"/>
                  </a:lnTo>
                  <a:lnTo>
                    <a:pt x="869950" y="127"/>
                  </a:lnTo>
                  <a:lnTo>
                    <a:pt x="868680" y="127"/>
                  </a:lnTo>
                  <a:lnTo>
                    <a:pt x="868680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871220" y="3810"/>
                  </a:lnTo>
                  <a:lnTo>
                    <a:pt x="871220" y="2667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4">
              <a:extLst>
                <a:ext uri="{FF2B5EF4-FFF2-40B4-BE49-F238E27FC236}">
                  <a16:creationId xmlns:a16="http://schemas.microsoft.com/office/drawing/2014/main" id="{DD7992E2-FD1F-5E2A-1D09-F9426BD00B9C}"/>
                </a:ext>
              </a:extLst>
            </p:cNvPr>
            <p:cNvSpPr/>
            <p:nvPr/>
          </p:nvSpPr>
          <p:spPr>
            <a:xfrm>
              <a:off x="523240" y="3286759"/>
              <a:ext cx="878840" cy="3810"/>
            </a:xfrm>
            <a:custGeom>
              <a:avLst/>
              <a:gdLst/>
              <a:ahLst/>
              <a:cxnLst/>
              <a:rect l="l" t="t" r="r" b="b"/>
              <a:pathLst>
                <a:path w="878840" h="3810">
                  <a:moveTo>
                    <a:pt x="878840" y="2667"/>
                  </a:moveTo>
                  <a:lnTo>
                    <a:pt x="877570" y="2667"/>
                  </a:lnTo>
                  <a:lnTo>
                    <a:pt x="877570" y="1270"/>
                  </a:lnTo>
                  <a:lnTo>
                    <a:pt x="876287" y="1270"/>
                  </a:lnTo>
                  <a:lnTo>
                    <a:pt x="876287" y="127"/>
                  </a:lnTo>
                  <a:lnTo>
                    <a:pt x="876287" y="0"/>
                  </a:lnTo>
                  <a:lnTo>
                    <a:pt x="8750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878840" y="3810"/>
                  </a:lnTo>
                  <a:lnTo>
                    <a:pt x="878840" y="2667"/>
                  </a:lnTo>
                  <a:close/>
                </a:path>
              </a:pathLst>
            </a:custGeom>
            <a:solidFill>
              <a:srgbClr val="9D9D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5">
              <a:extLst>
                <a:ext uri="{FF2B5EF4-FFF2-40B4-BE49-F238E27FC236}">
                  <a16:creationId xmlns:a16="http://schemas.microsoft.com/office/drawing/2014/main" id="{C78B9485-70FE-C329-CB2A-791D6F858A2C}"/>
                </a:ext>
              </a:extLst>
            </p:cNvPr>
            <p:cNvSpPr/>
            <p:nvPr/>
          </p:nvSpPr>
          <p:spPr>
            <a:xfrm>
              <a:off x="520700" y="3290569"/>
              <a:ext cx="883919" cy="3810"/>
            </a:xfrm>
            <a:custGeom>
              <a:avLst/>
              <a:gdLst/>
              <a:ahLst/>
              <a:cxnLst/>
              <a:rect l="l" t="t" r="r" b="b"/>
              <a:pathLst>
                <a:path w="883919" h="3810">
                  <a:moveTo>
                    <a:pt x="883920" y="2540"/>
                  </a:moveTo>
                  <a:lnTo>
                    <a:pt x="882650" y="2540"/>
                  </a:lnTo>
                  <a:lnTo>
                    <a:pt x="882650" y="1397"/>
                  </a:lnTo>
                  <a:lnTo>
                    <a:pt x="881380" y="1397"/>
                  </a:lnTo>
                  <a:lnTo>
                    <a:pt x="881380" y="0"/>
                  </a:lnTo>
                  <a:lnTo>
                    <a:pt x="2540" y="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883920" y="3810"/>
                  </a:lnTo>
                  <a:lnTo>
                    <a:pt x="883920" y="2667"/>
                  </a:lnTo>
                  <a:lnTo>
                    <a:pt x="883920" y="2540"/>
                  </a:lnTo>
                  <a:close/>
                </a:path>
              </a:pathLst>
            </a:custGeom>
            <a:solidFill>
              <a:srgbClr val="9C9C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06">
              <a:extLst>
                <a:ext uri="{FF2B5EF4-FFF2-40B4-BE49-F238E27FC236}">
                  <a16:creationId xmlns:a16="http://schemas.microsoft.com/office/drawing/2014/main" id="{B3D2C7E1-DD70-A92C-EDF0-9BF1E6696F87}"/>
                </a:ext>
              </a:extLst>
            </p:cNvPr>
            <p:cNvSpPr/>
            <p:nvPr/>
          </p:nvSpPr>
          <p:spPr>
            <a:xfrm>
              <a:off x="520699" y="3172460"/>
              <a:ext cx="882650" cy="120650"/>
            </a:xfrm>
            <a:custGeom>
              <a:avLst/>
              <a:gdLst/>
              <a:ahLst/>
              <a:cxnLst/>
              <a:rect l="l" t="t" r="r" b="b"/>
              <a:pathLst>
                <a:path w="882650" h="120650">
                  <a:moveTo>
                    <a:pt x="0" y="120650"/>
                  </a:moveTo>
                  <a:lnTo>
                    <a:pt x="95250" y="0"/>
                  </a:lnTo>
                  <a:lnTo>
                    <a:pt x="787400" y="0"/>
                  </a:lnTo>
                  <a:lnTo>
                    <a:pt x="882650" y="120650"/>
                  </a:lnTo>
                  <a:lnTo>
                    <a:pt x="0" y="1206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07">
              <a:extLst>
                <a:ext uri="{FF2B5EF4-FFF2-40B4-BE49-F238E27FC236}">
                  <a16:creationId xmlns:a16="http://schemas.microsoft.com/office/drawing/2014/main" id="{F3857719-9D06-7712-65CD-4CAED61445AA}"/>
                </a:ext>
              </a:extLst>
            </p:cNvPr>
            <p:cNvSpPr/>
            <p:nvPr/>
          </p:nvSpPr>
          <p:spPr>
            <a:xfrm>
              <a:off x="518160" y="3291839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887730" y="3810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08">
              <a:extLst>
                <a:ext uri="{FF2B5EF4-FFF2-40B4-BE49-F238E27FC236}">
                  <a16:creationId xmlns:a16="http://schemas.microsoft.com/office/drawing/2014/main" id="{A1FA72AB-D87A-F6EA-1178-2B8DFA4A372E}"/>
                </a:ext>
              </a:extLst>
            </p:cNvPr>
            <p:cNvSpPr/>
            <p:nvPr/>
          </p:nvSpPr>
          <p:spPr>
            <a:xfrm>
              <a:off x="518159" y="3295650"/>
              <a:ext cx="887730" cy="2540"/>
            </a:xfrm>
            <a:custGeom>
              <a:avLst/>
              <a:gdLst/>
              <a:ahLst/>
              <a:cxnLst/>
              <a:rect l="l" t="t" r="r" b="b"/>
              <a:pathLst>
                <a:path w="887730" h="2539">
                  <a:moveTo>
                    <a:pt x="88773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887730" y="2539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B8B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09">
              <a:extLst>
                <a:ext uri="{FF2B5EF4-FFF2-40B4-BE49-F238E27FC236}">
                  <a16:creationId xmlns:a16="http://schemas.microsoft.com/office/drawing/2014/main" id="{A447EC87-F109-4721-B58A-43612F6229F4}"/>
                </a:ext>
              </a:extLst>
            </p:cNvPr>
            <p:cNvSpPr/>
            <p:nvPr/>
          </p:nvSpPr>
          <p:spPr>
            <a:xfrm>
              <a:off x="518159" y="3298189"/>
              <a:ext cx="887730" cy="5080"/>
            </a:xfrm>
            <a:custGeom>
              <a:avLst/>
              <a:gdLst/>
              <a:ahLst/>
              <a:cxnLst/>
              <a:rect l="l" t="t" r="r" b="b"/>
              <a:pathLst>
                <a:path w="887730" h="5079">
                  <a:moveTo>
                    <a:pt x="88773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887730" y="5080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0">
              <a:extLst>
                <a:ext uri="{FF2B5EF4-FFF2-40B4-BE49-F238E27FC236}">
                  <a16:creationId xmlns:a16="http://schemas.microsoft.com/office/drawing/2014/main" id="{8AA657EB-FCBE-F56E-FE21-A489D0B77173}"/>
                </a:ext>
              </a:extLst>
            </p:cNvPr>
            <p:cNvSpPr/>
            <p:nvPr/>
          </p:nvSpPr>
          <p:spPr>
            <a:xfrm>
              <a:off x="518159" y="3303269"/>
              <a:ext cx="887730" cy="2540"/>
            </a:xfrm>
            <a:custGeom>
              <a:avLst/>
              <a:gdLst/>
              <a:ahLst/>
              <a:cxnLst/>
              <a:rect l="l" t="t" r="r" b="b"/>
              <a:pathLst>
                <a:path w="887730" h="2539">
                  <a:moveTo>
                    <a:pt x="88773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887730" y="2539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989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1">
              <a:extLst>
                <a:ext uri="{FF2B5EF4-FFF2-40B4-BE49-F238E27FC236}">
                  <a16:creationId xmlns:a16="http://schemas.microsoft.com/office/drawing/2014/main" id="{2362855B-3730-9BEB-C60D-D0BCAD851446}"/>
                </a:ext>
              </a:extLst>
            </p:cNvPr>
            <p:cNvSpPr/>
            <p:nvPr/>
          </p:nvSpPr>
          <p:spPr>
            <a:xfrm>
              <a:off x="518159" y="3305810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887730" y="3810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2">
              <a:extLst>
                <a:ext uri="{FF2B5EF4-FFF2-40B4-BE49-F238E27FC236}">
                  <a16:creationId xmlns:a16="http://schemas.microsoft.com/office/drawing/2014/main" id="{E3375F48-1186-5947-FEF2-11A4B006B0D0}"/>
                </a:ext>
              </a:extLst>
            </p:cNvPr>
            <p:cNvSpPr/>
            <p:nvPr/>
          </p:nvSpPr>
          <p:spPr>
            <a:xfrm>
              <a:off x="518159" y="3309619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887730" y="3809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68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3">
              <a:extLst>
                <a:ext uri="{FF2B5EF4-FFF2-40B4-BE49-F238E27FC236}">
                  <a16:creationId xmlns:a16="http://schemas.microsoft.com/office/drawing/2014/main" id="{0E765133-1DAC-82E6-30F7-7D08A530E8EA}"/>
                </a:ext>
              </a:extLst>
            </p:cNvPr>
            <p:cNvSpPr/>
            <p:nvPr/>
          </p:nvSpPr>
          <p:spPr>
            <a:xfrm>
              <a:off x="518159" y="3313430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887730" y="3810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58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4">
              <a:extLst>
                <a:ext uri="{FF2B5EF4-FFF2-40B4-BE49-F238E27FC236}">
                  <a16:creationId xmlns:a16="http://schemas.microsoft.com/office/drawing/2014/main" id="{696AF914-DCBE-F4BA-964C-9803DAE35297}"/>
                </a:ext>
              </a:extLst>
            </p:cNvPr>
            <p:cNvSpPr/>
            <p:nvPr/>
          </p:nvSpPr>
          <p:spPr>
            <a:xfrm>
              <a:off x="518159" y="3317239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887730" y="3810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5">
              <a:extLst>
                <a:ext uri="{FF2B5EF4-FFF2-40B4-BE49-F238E27FC236}">
                  <a16:creationId xmlns:a16="http://schemas.microsoft.com/office/drawing/2014/main" id="{FEC0278C-01F4-29E4-24EE-69F48B562CD5}"/>
                </a:ext>
              </a:extLst>
            </p:cNvPr>
            <p:cNvSpPr/>
            <p:nvPr/>
          </p:nvSpPr>
          <p:spPr>
            <a:xfrm>
              <a:off x="518159" y="3321050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887730" y="3810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28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16">
              <a:extLst>
                <a:ext uri="{FF2B5EF4-FFF2-40B4-BE49-F238E27FC236}">
                  <a16:creationId xmlns:a16="http://schemas.microsoft.com/office/drawing/2014/main" id="{80B3927C-6E4B-F157-152C-06C257483ADA}"/>
                </a:ext>
              </a:extLst>
            </p:cNvPr>
            <p:cNvSpPr/>
            <p:nvPr/>
          </p:nvSpPr>
          <p:spPr>
            <a:xfrm>
              <a:off x="518159" y="3324860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887730" y="3810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818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17">
              <a:extLst>
                <a:ext uri="{FF2B5EF4-FFF2-40B4-BE49-F238E27FC236}">
                  <a16:creationId xmlns:a16="http://schemas.microsoft.com/office/drawing/2014/main" id="{21419149-0C05-268A-669C-6C3252DB289A}"/>
                </a:ext>
              </a:extLst>
            </p:cNvPr>
            <p:cNvSpPr/>
            <p:nvPr/>
          </p:nvSpPr>
          <p:spPr>
            <a:xfrm>
              <a:off x="518159" y="3328669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887730" y="3809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18">
              <a:extLst>
                <a:ext uri="{FF2B5EF4-FFF2-40B4-BE49-F238E27FC236}">
                  <a16:creationId xmlns:a16="http://schemas.microsoft.com/office/drawing/2014/main" id="{E33117C4-225E-831D-023B-92F38880E73A}"/>
                </a:ext>
              </a:extLst>
            </p:cNvPr>
            <p:cNvSpPr/>
            <p:nvPr/>
          </p:nvSpPr>
          <p:spPr>
            <a:xfrm>
              <a:off x="518159" y="3332480"/>
              <a:ext cx="887730" cy="3810"/>
            </a:xfrm>
            <a:custGeom>
              <a:avLst/>
              <a:gdLst/>
              <a:ahLst/>
              <a:cxnLst/>
              <a:rect l="l" t="t" r="r" b="b"/>
              <a:pathLst>
                <a:path w="887730" h="3810">
                  <a:moveTo>
                    <a:pt x="8877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887730" y="3810"/>
                  </a:lnTo>
                  <a:lnTo>
                    <a:pt x="887730" y="0"/>
                  </a:lnTo>
                  <a:close/>
                </a:path>
              </a:pathLst>
            </a:custGeom>
            <a:solidFill>
              <a:srgbClr val="7E7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19">
              <a:extLst>
                <a:ext uri="{FF2B5EF4-FFF2-40B4-BE49-F238E27FC236}">
                  <a16:creationId xmlns:a16="http://schemas.microsoft.com/office/drawing/2014/main" id="{C94BA0E5-47AF-9442-E986-D0DAB659CA37}"/>
                </a:ext>
              </a:extLst>
            </p:cNvPr>
            <p:cNvSpPr/>
            <p:nvPr/>
          </p:nvSpPr>
          <p:spPr>
            <a:xfrm>
              <a:off x="518159" y="3291839"/>
              <a:ext cx="886460" cy="43180"/>
            </a:xfrm>
            <a:custGeom>
              <a:avLst/>
              <a:gdLst/>
              <a:ahLst/>
              <a:cxnLst/>
              <a:rect l="l" t="t" r="r" b="b"/>
              <a:pathLst>
                <a:path w="886460" h="43179">
                  <a:moveTo>
                    <a:pt x="443230" y="43180"/>
                  </a:moveTo>
                  <a:lnTo>
                    <a:pt x="0" y="43180"/>
                  </a:lnTo>
                  <a:lnTo>
                    <a:pt x="0" y="0"/>
                  </a:lnTo>
                  <a:lnTo>
                    <a:pt x="886460" y="0"/>
                  </a:lnTo>
                  <a:lnTo>
                    <a:pt x="886460" y="43180"/>
                  </a:lnTo>
                  <a:lnTo>
                    <a:pt x="443230" y="4318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4" name="object 520">
              <a:extLst>
                <a:ext uri="{FF2B5EF4-FFF2-40B4-BE49-F238E27FC236}">
                  <a16:creationId xmlns:a16="http://schemas.microsoft.com/office/drawing/2014/main" id="{586104AE-B3DA-7076-3A28-299D37CAFCE9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45489" y="2833369"/>
              <a:ext cx="417829" cy="119379"/>
            </a:xfrm>
            <a:prstGeom prst="rect">
              <a:avLst/>
            </a:prstGeom>
          </p:spPr>
        </p:pic>
        <p:sp>
          <p:nvSpPr>
            <p:cNvPr id="525" name="object 521">
              <a:extLst>
                <a:ext uri="{FF2B5EF4-FFF2-40B4-BE49-F238E27FC236}">
                  <a16:creationId xmlns:a16="http://schemas.microsoft.com/office/drawing/2014/main" id="{E04678BA-8507-F675-0C8E-6AD7B78139AF}"/>
                </a:ext>
              </a:extLst>
            </p:cNvPr>
            <p:cNvSpPr/>
            <p:nvPr/>
          </p:nvSpPr>
          <p:spPr>
            <a:xfrm>
              <a:off x="745489" y="2833369"/>
              <a:ext cx="416559" cy="118110"/>
            </a:xfrm>
            <a:custGeom>
              <a:avLst/>
              <a:gdLst/>
              <a:ahLst/>
              <a:cxnLst/>
              <a:rect l="l" t="t" r="r" b="b"/>
              <a:pathLst>
                <a:path w="416559" h="118110">
                  <a:moveTo>
                    <a:pt x="416559" y="92709"/>
                  </a:moveTo>
                  <a:lnTo>
                    <a:pt x="408801" y="89336"/>
                  </a:lnTo>
                  <a:lnTo>
                    <a:pt x="386873" y="86677"/>
                  </a:lnTo>
                  <a:lnTo>
                    <a:pt x="352802" y="84494"/>
                  </a:lnTo>
                  <a:lnTo>
                    <a:pt x="308609" y="82550"/>
                  </a:lnTo>
                  <a:lnTo>
                    <a:pt x="310078" y="61991"/>
                  </a:lnTo>
                  <a:lnTo>
                    <a:pt x="310832" y="51434"/>
                  </a:lnTo>
                  <a:lnTo>
                    <a:pt x="311110" y="47545"/>
                  </a:lnTo>
                  <a:lnTo>
                    <a:pt x="311150" y="46989"/>
                  </a:lnTo>
                  <a:lnTo>
                    <a:pt x="354468" y="19823"/>
                  </a:lnTo>
                  <a:lnTo>
                    <a:pt x="376713" y="5873"/>
                  </a:lnTo>
                  <a:lnTo>
                    <a:pt x="384909" y="734"/>
                  </a:lnTo>
                  <a:lnTo>
                    <a:pt x="386079" y="0"/>
                  </a:lnTo>
                  <a:lnTo>
                    <a:pt x="293568" y="0"/>
                  </a:lnTo>
                  <a:lnTo>
                    <a:pt x="246062" y="0"/>
                  </a:lnTo>
                  <a:lnTo>
                    <a:pt x="30479" y="0"/>
                  </a:lnTo>
                  <a:lnTo>
                    <a:pt x="75267" y="27166"/>
                  </a:lnTo>
                  <a:lnTo>
                    <a:pt x="98266" y="41116"/>
                  </a:lnTo>
                  <a:lnTo>
                    <a:pt x="106739" y="46255"/>
                  </a:lnTo>
                  <a:lnTo>
                    <a:pt x="107950" y="46989"/>
                  </a:lnTo>
                  <a:lnTo>
                    <a:pt x="107950" y="67548"/>
                  </a:lnTo>
                  <a:lnTo>
                    <a:pt x="107950" y="78105"/>
                  </a:lnTo>
                  <a:lnTo>
                    <a:pt x="107950" y="81994"/>
                  </a:lnTo>
                  <a:lnTo>
                    <a:pt x="107950" y="82550"/>
                  </a:lnTo>
                  <a:lnTo>
                    <a:pt x="64293" y="84494"/>
                  </a:lnTo>
                  <a:lnTo>
                    <a:pt x="30162" y="86677"/>
                  </a:lnTo>
                  <a:lnTo>
                    <a:pt x="7937" y="89336"/>
                  </a:lnTo>
                  <a:lnTo>
                    <a:pt x="0" y="92709"/>
                  </a:lnTo>
                  <a:lnTo>
                    <a:pt x="0" y="107394"/>
                  </a:lnTo>
                  <a:lnTo>
                    <a:pt x="0" y="114934"/>
                  </a:lnTo>
                  <a:lnTo>
                    <a:pt x="0" y="117713"/>
                  </a:lnTo>
                  <a:lnTo>
                    <a:pt x="0" y="118109"/>
                  </a:lnTo>
                  <a:lnTo>
                    <a:pt x="111601" y="118109"/>
                  </a:lnTo>
                  <a:lnTo>
                    <a:pt x="416559" y="118109"/>
                  </a:lnTo>
                  <a:lnTo>
                    <a:pt x="416559" y="103425"/>
                  </a:lnTo>
                  <a:lnTo>
                    <a:pt x="416559" y="95884"/>
                  </a:lnTo>
                  <a:lnTo>
                    <a:pt x="416559" y="93106"/>
                  </a:lnTo>
                  <a:lnTo>
                    <a:pt x="416559" y="92709"/>
                  </a:lnTo>
                  <a:close/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6" name="object 522">
              <a:extLst>
                <a:ext uri="{FF2B5EF4-FFF2-40B4-BE49-F238E27FC236}">
                  <a16:creationId xmlns:a16="http://schemas.microsoft.com/office/drawing/2014/main" id="{E968ABDB-4FCE-0FCB-433F-CCA6F98B9338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34999" y="2340610"/>
              <a:ext cx="655319" cy="496570"/>
            </a:xfrm>
            <a:prstGeom prst="rect">
              <a:avLst/>
            </a:prstGeom>
          </p:spPr>
        </p:pic>
        <p:sp>
          <p:nvSpPr>
            <p:cNvPr id="527" name="object 523">
              <a:extLst>
                <a:ext uri="{FF2B5EF4-FFF2-40B4-BE49-F238E27FC236}">
                  <a16:creationId xmlns:a16="http://schemas.microsoft.com/office/drawing/2014/main" id="{37405D60-F083-BE23-B7CF-AD39120300F5}"/>
                </a:ext>
              </a:extLst>
            </p:cNvPr>
            <p:cNvSpPr/>
            <p:nvPr/>
          </p:nvSpPr>
          <p:spPr>
            <a:xfrm>
              <a:off x="634999" y="2340610"/>
              <a:ext cx="654050" cy="495300"/>
            </a:xfrm>
            <a:custGeom>
              <a:avLst/>
              <a:gdLst/>
              <a:ahLst/>
              <a:cxnLst/>
              <a:rect l="l" t="t" r="r" b="b"/>
              <a:pathLst>
                <a:path w="654050" h="495300">
                  <a:moveTo>
                    <a:pt x="654050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654050" y="0"/>
                  </a:lnTo>
                  <a:lnTo>
                    <a:pt x="654050" y="49530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4">
              <a:extLst>
                <a:ext uri="{FF2B5EF4-FFF2-40B4-BE49-F238E27FC236}">
                  <a16:creationId xmlns:a16="http://schemas.microsoft.com/office/drawing/2014/main" id="{C85BD574-BDE0-FB86-2B57-967C96000D04}"/>
                </a:ext>
              </a:extLst>
            </p:cNvPr>
            <p:cNvSpPr/>
            <p:nvPr/>
          </p:nvSpPr>
          <p:spPr>
            <a:xfrm>
              <a:off x="704849" y="2397760"/>
              <a:ext cx="509270" cy="375920"/>
            </a:xfrm>
            <a:custGeom>
              <a:avLst/>
              <a:gdLst/>
              <a:ahLst/>
              <a:cxnLst/>
              <a:rect l="l" t="t" r="r" b="b"/>
              <a:pathLst>
                <a:path w="509269" h="375919">
                  <a:moveTo>
                    <a:pt x="509269" y="0"/>
                  </a:moveTo>
                  <a:lnTo>
                    <a:pt x="0" y="0"/>
                  </a:lnTo>
                  <a:lnTo>
                    <a:pt x="0" y="375919"/>
                  </a:lnTo>
                  <a:lnTo>
                    <a:pt x="509269" y="375919"/>
                  </a:lnTo>
                  <a:lnTo>
                    <a:pt x="509269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5">
              <a:extLst>
                <a:ext uri="{FF2B5EF4-FFF2-40B4-BE49-F238E27FC236}">
                  <a16:creationId xmlns:a16="http://schemas.microsoft.com/office/drawing/2014/main" id="{6DC0CD5A-78A7-7313-F04A-D315D64D148D}"/>
                </a:ext>
              </a:extLst>
            </p:cNvPr>
            <p:cNvSpPr/>
            <p:nvPr/>
          </p:nvSpPr>
          <p:spPr>
            <a:xfrm>
              <a:off x="704849" y="2397760"/>
              <a:ext cx="509270" cy="375920"/>
            </a:xfrm>
            <a:custGeom>
              <a:avLst/>
              <a:gdLst/>
              <a:ahLst/>
              <a:cxnLst/>
              <a:rect l="l" t="t" r="r" b="b"/>
              <a:pathLst>
                <a:path w="509269" h="375919">
                  <a:moveTo>
                    <a:pt x="509269" y="375919"/>
                  </a:moveTo>
                  <a:lnTo>
                    <a:pt x="0" y="375919"/>
                  </a:lnTo>
                  <a:lnTo>
                    <a:pt x="0" y="0"/>
                  </a:lnTo>
                  <a:lnTo>
                    <a:pt x="509269" y="0"/>
                  </a:lnTo>
                  <a:lnTo>
                    <a:pt x="509269" y="37591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26">
              <a:extLst>
                <a:ext uri="{FF2B5EF4-FFF2-40B4-BE49-F238E27FC236}">
                  <a16:creationId xmlns:a16="http://schemas.microsoft.com/office/drawing/2014/main" id="{D15019D0-AED6-6E69-DA70-D84500C2C91E}"/>
                </a:ext>
              </a:extLst>
            </p:cNvPr>
            <p:cNvSpPr/>
            <p:nvPr/>
          </p:nvSpPr>
          <p:spPr>
            <a:xfrm>
              <a:off x="704849" y="2402839"/>
              <a:ext cx="509270" cy="370840"/>
            </a:xfrm>
            <a:custGeom>
              <a:avLst/>
              <a:gdLst/>
              <a:ahLst/>
              <a:cxnLst/>
              <a:rect l="l" t="t" r="r" b="b"/>
              <a:pathLst>
                <a:path w="509269" h="370839">
                  <a:moveTo>
                    <a:pt x="509269" y="0"/>
                  </a:moveTo>
                  <a:lnTo>
                    <a:pt x="0" y="370839"/>
                  </a:lnTo>
                  <a:lnTo>
                    <a:pt x="509269" y="370839"/>
                  </a:lnTo>
                  <a:lnTo>
                    <a:pt x="509269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27">
              <a:extLst>
                <a:ext uri="{FF2B5EF4-FFF2-40B4-BE49-F238E27FC236}">
                  <a16:creationId xmlns:a16="http://schemas.microsoft.com/office/drawing/2014/main" id="{C304E845-AA21-A82C-354B-D67287AD391B}"/>
                </a:ext>
              </a:extLst>
            </p:cNvPr>
            <p:cNvSpPr/>
            <p:nvPr/>
          </p:nvSpPr>
          <p:spPr>
            <a:xfrm>
              <a:off x="704849" y="2402839"/>
              <a:ext cx="509270" cy="370840"/>
            </a:xfrm>
            <a:custGeom>
              <a:avLst/>
              <a:gdLst/>
              <a:ahLst/>
              <a:cxnLst/>
              <a:rect l="l" t="t" r="r" b="b"/>
              <a:pathLst>
                <a:path w="509269" h="370839">
                  <a:moveTo>
                    <a:pt x="509269" y="0"/>
                  </a:moveTo>
                  <a:lnTo>
                    <a:pt x="509269" y="370839"/>
                  </a:lnTo>
                  <a:lnTo>
                    <a:pt x="0" y="370839"/>
                  </a:lnTo>
                </a:path>
              </a:pathLst>
            </a:custGeom>
            <a:ln w="1016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28">
              <a:extLst>
                <a:ext uri="{FF2B5EF4-FFF2-40B4-BE49-F238E27FC236}">
                  <a16:creationId xmlns:a16="http://schemas.microsoft.com/office/drawing/2014/main" id="{B174CBDB-70B9-AE00-1607-178537ABADC9}"/>
                </a:ext>
              </a:extLst>
            </p:cNvPr>
            <p:cNvSpPr/>
            <p:nvPr/>
          </p:nvSpPr>
          <p:spPr>
            <a:xfrm>
              <a:off x="840739" y="2863850"/>
              <a:ext cx="238760" cy="29209"/>
            </a:xfrm>
            <a:custGeom>
              <a:avLst/>
              <a:gdLst/>
              <a:ahLst/>
              <a:cxnLst/>
              <a:rect l="l" t="t" r="r" b="b"/>
              <a:pathLst>
                <a:path w="238759" h="29210">
                  <a:moveTo>
                    <a:pt x="0" y="7620"/>
                  </a:moveTo>
                  <a:lnTo>
                    <a:pt x="27424" y="17958"/>
                  </a:lnTo>
                  <a:lnTo>
                    <a:pt x="52704" y="24606"/>
                  </a:lnTo>
                  <a:lnTo>
                    <a:pt x="81795" y="28158"/>
                  </a:lnTo>
                  <a:lnTo>
                    <a:pt x="120650" y="29210"/>
                  </a:lnTo>
                  <a:lnTo>
                    <a:pt x="161786" y="26967"/>
                  </a:lnTo>
                  <a:lnTo>
                    <a:pt x="193516" y="20796"/>
                  </a:lnTo>
                  <a:lnTo>
                    <a:pt x="218340" y="11529"/>
                  </a:lnTo>
                  <a:lnTo>
                    <a:pt x="238759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29">
              <a:extLst>
                <a:ext uri="{FF2B5EF4-FFF2-40B4-BE49-F238E27FC236}">
                  <a16:creationId xmlns:a16="http://schemas.microsoft.com/office/drawing/2014/main" id="{CDCE9320-65E9-29BA-1AE6-56F5E72CBFE8}"/>
                </a:ext>
              </a:extLst>
            </p:cNvPr>
            <p:cNvSpPr/>
            <p:nvPr/>
          </p:nvSpPr>
          <p:spPr>
            <a:xfrm>
              <a:off x="923289" y="2848609"/>
              <a:ext cx="62230" cy="29209"/>
            </a:xfrm>
            <a:custGeom>
              <a:avLst/>
              <a:gdLst/>
              <a:ahLst/>
              <a:cxnLst/>
              <a:rect l="l" t="t" r="r" b="b"/>
              <a:pathLst>
                <a:path w="62230" h="29210">
                  <a:moveTo>
                    <a:pt x="62229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62229" y="29210"/>
                  </a:lnTo>
                  <a:lnTo>
                    <a:pt x="6222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0">
              <a:extLst>
                <a:ext uri="{FF2B5EF4-FFF2-40B4-BE49-F238E27FC236}">
                  <a16:creationId xmlns:a16="http://schemas.microsoft.com/office/drawing/2014/main" id="{58731A14-C8E1-DF32-1CF5-F91490C096A7}"/>
                </a:ext>
              </a:extLst>
            </p:cNvPr>
            <p:cNvSpPr/>
            <p:nvPr/>
          </p:nvSpPr>
          <p:spPr>
            <a:xfrm>
              <a:off x="923289" y="2848609"/>
              <a:ext cx="62230" cy="29209"/>
            </a:xfrm>
            <a:custGeom>
              <a:avLst/>
              <a:gdLst/>
              <a:ahLst/>
              <a:cxnLst/>
              <a:rect l="l" t="t" r="r" b="b"/>
              <a:pathLst>
                <a:path w="62230" h="29210">
                  <a:moveTo>
                    <a:pt x="62229" y="29210"/>
                  </a:moveTo>
                  <a:lnTo>
                    <a:pt x="0" y="29210"/>
                  </a:lnTo>
                  <a:lnTo>
                    <a:pt x="0" y="0"/>
                  </a:lnTo>
                  <a:lnTo>
                    <a:pt x="62229" y="0"/>
                  </a:lnTo>
                  <a:lnTo>
                    <a:pt x="62229" y="2921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1">
              <a:extLst>
                <a:ext uri="{FF2B5EF4-FFF2-40B4-BE49-F238E27FC236}">
                  <a16:creationId xmlns:a16="http://schemas.microsoft.com/office/drawing/2014/main" id="{A86003A9-34B4-3C17-154C-CB64ADE6C6F3}"/>
                </a:ext>
              </a:extLst>
            </p:cNvPr>
            <p:cNvSpPr/>
            <p:nvPr/>
          </p:nvSpPr>
          <p:spPr>
            <a:xfrm>
              <a:off x="923289" y="2848609"/>
              <a:ext cx="62230" cy="29209"/>
            </a:xfrm>
            <a:custGeom>
              <a:avLst/>
              <a:gdLst/>
              <a:ahLst/>
              <a:cxnLst/>
              <a:rect l="l" t="t" r="r" b="b"/>
              <a:pathLst>
                <a:path w="62230" h="29210">
                  <a:moveTo>
                    <a:pt x="0" y="29210"/>
                  </a:moveTo>
                  <a:lnTo>
                    <a:pt x="62229" y="29210"/>
                  </a:lnTo>
                  <a:lnTo>
                    <a:pt x="62229" y="0"/>
                  </a:lnTo>
                </a:path>
              </a:pathLst>
            </a:custGeom>
            <a:ln w="1016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6" name="object 532">
            <a:extLst>
              <a:ext uri="{FF2B5EF4-FFF2-40B4-BE49-F238E27FC236}">
                <a16:creationId xmlns:a16="http://schemas.microsoft.com/office/drawing/2014/main" id="{9450DC32-FE72-4053-42E8-B9DAA39E7179}"/>
              </a:ext>
            </a:extLst>
          </p:cNvPr>
          <p:cNvGrpSpPr/>
          <p:nvPr/>
        </p:nvGrpSpPr>
        <p:grpSpPr>
          <a:xfrm>
            <a:off x="6725602" y="1923732"/>
            <a:ext cx="2140585" cy="2215515"/>
            <a:chOff x="6725602" y="1923732"/>
            <a:chExt cx="2140585" cy="2215515"/>
          </a:xfrm>
        </p:grpSpPr>
        <p:sp>
          <p:nvSpPr>
            <p:cNvPr id="537" name="object 533">
              <a:extLst>
                <a:ext uri="{FF2B5EF4-FFF2-40B4-BE49-F238E27FC236}">
                  <a16:creationId xmlns:a16="http://schemas.microsoft.com/office/drawing/2014/main" id="{BE31753D-50CF-22B7-2664-3CC8479A1196}"/>
                </a:ext>
              </a:extLst>
            </p:cNvPr>
            <p:cNvSpPr/>
            <p:nvPr/>
          </p:nvSpPr>
          <p:spPr>
            <a:xfrm>
              <a:off x="6785610" y="1938019"/>
              <a:ext cx="2021839" cy="85090"/>
            </a:xfrm>
            <a:custGeom>
              <a:avLst/>
              <a:gdLst/>
              <a:ahLst/>
              <a:cxnLst/>
              <a:rect l="l" t="t" r="r" b="b"/>
              <a:pathLst>
                <a:path w="2021840" h="85089">
                  <a:moveTo>
                    <a:pt x="1908810" y="6350"/>
                  </a:moveTo>
                  <a:lnTo>
                    <a:pt x="1902460" y="6350"/>
                  </a:lnTo>
                  <a:lnTo>
                    <a:pt x="1902460" y="5334"/>
                  </a:lnTo>
                  <a:lnTo>
                    <a:pt x="1898650" y="5334"/>
                  </a:lnTo>
                  <a:lnTo>
                    <a:pt x="1898650" y="3810"/>
                  </a:lnTo>
                  <a:lnTo>
                    <a:pt x="1892300" y="3810"/>
                  </a:lnTo>
                  <a:lnTo>
                    <a:pt x="1892300" y="2794"/>
                  </a:lnTo>
                  <a:lnTo>
                    <a:pt x="1892300" y="2540"/>
                  </a:lnTo>
                  <a:lnTo>
                    <a:pt x="1883410" y="2540"/>
                  </a:lnTo>
                  <a:lnTo>
                    <a:pt x="1883410" y="1524"/>
                  </a:lnTo>
                  <a:lnTo>
                    <a:pt x="1864360" y="1524"/>
                  </a:lnTo>
                  <a:lnTo>
                    <a:pt x="1864360" y="0"/>
                  </a:lnTo>
                  <a:lnTo>
                    <a:pt x="157480" y="0"/>
                  </a:lnTo>
                  <a:lnTo>
                    <a:pt x="157480" y="1524"/>
                  </a:lnTo>
                  <a:lnTo>
                    <a:pt x="138430" y="1524"/>
                  </a:lnTo>
                  <a:lnTo>
                    <a:pt x="138430" y="2540"/>
                  </a:lnTo>
                  <a:lnTo>
                    <a:pt x="134620" y="2540"/>
                  </a:lnTo>
                  <a:lnTo>
                    <a:pt x="134620" y="3810"/>
                  </a:lnTo>
                  <a:lnTo>
                    <a:pt x="128270" y="3810"/>
                  </a:lnTo>
                  <a:lnTo>
                    <a:pt x="128270" y="5334"/>
                  </a:lnTo>
                  <a:lnTo>
                    <a:pt x="119380" y="5334"/>
                  </a:lnTo>
                  <a:lnTo>
                    <a:pt x="119380" y="6350"/>
                  </a:lnTo>
                  <a:lnTo>
                    <a:pt x="116840" y="6350"/>
                  </a:lnTo>
                  <a:lnTo>
                    <a:pt x="116840" y="7620"/>
                  </a:lnTo>
                  <a:lnTo>
                    <a:pt x="1908810" y="7620"/>
                  </a:lnTo>
                  <a:lnTo>
                    <a:pt x="1908810" y="6477"/>
                  </a:lnTo>
                  <a:lnTo>
                    <a:pt x="1908810" y="6350"/>
                  </a:lnTo>
                  <a:close/>
                </a:path>
                <a:path w="2021840" h="85089">
                  <a:moveTo>
                    <a:pt x="1927847" y="12700"/>
                  </a:moveTo>
                  <a:lnTo>
                    <a:pt x="1924050" y="12700"/>
                  </a:lnTo>
                  <a:lnTo>
                    <a:pt x="1924050" y="11684"/>
                  </a:lnTo>
                  <a:lnTo>
                    <a:pt x="1920240" y="11684"/>
                  </a:lnTo>
                  <a:lnTo>
                    <a:pt x="1920240" y="10160"/>
                  </a:lnTo>
                  <a:lnTo>
                    <a:pt x="1917700" y="10160"/>
                  </a:lnTo>
                  <a:lnTo>
                    <a:pt x="1917700" y="9144"/>
                  </a:lnTo>
                  <a:lnTo>
                    <a:pt x="1917700" y="8890"/>
                  </a:lnTo>
                  <a:lnTo>
                    <a:pt x="1912620" y="8890"/>
                  </a:lnTo>
                  <a:lnTo>
                    <a:pt x="1912620" y="7874"/>
                  </a:lnTo>
                  <a:lnTo>
                    <a:pt x="111760" y="7874"/>
                  </a:lnTo>
                  <a:lnTo>
                    <a:pt x="111760" y="8890"/>
                  </a:lnTo>
                  <a:lnTo>
                    <a:pt x="107950" y="8890"/>
                  </a:lnTo>
                  <a:lnTo>
                    <a:pt x="107950" y="10160"/>
                  </a:lnTo>
                  <a:lnTo>
                    <a:pt x="101600" y="10160"/>
                  </a:lnTo>
                  <a:lnTo>
                    <a:pt x="101600" y="11684"/>
                  </a:lnTo>
                  <a:lnTo>
                    <a:pt x="99060" y="11684"/>
                  </a:lnTo>
                  <a:lnTo>
                    <a:pt x="99060" y="12700"/>
                  </a:lnTo>
                  <a:lnTo>
                    <a:pt x="96520" y="12700"/>
                  </a:lnTo>
                  <a:lnTo>
                    <a:pt x="96520" y="13970"/>
                  </a:lnTo>
                  <a:lnTo>
                    <a:pt x="1927847" y="13970"/>
                  </a:lnTo>
                  <a:lnTo>
                    <a:pt x="1927847" y="12827"/>
                  </a:lnTo>
                  <a:lnTo>
                    <a:pt x="1927847" y="12700"/>
                  </a:lnTo>
                  <a:close/>
                </a:path>
                <a:path w="2021840" h="85089">
                  <a:moveTo>
                    <a:pt x="1943100" y="19050"/>
                  </a:moveTo>
                  <a:lnTo>
                    <a:pt x="1939290" y="19050"/>
                  </a:lnTo>
                  <a:lnTo>
                    <a:pt x="1939290" y="18034"/>
                  </a:lnTo>
                  <a:lnTo>
                    <a:pt x="1936750" y="18034"/>
                  </a:lnTo>
                  <a:lnTo>
                    <a:pt x="1936750" y="16510"/>
                  </a:lnTo>
                  <a:lnTo>
                    <a:pt x="1934197" y="16510"/>
                  </a:lnTo>
                  <a:lnTo>
                    <a:pt x="1934197" y="15494"/>
                  </a:lnTo>
                  <a:lnTo>
                    <a:pt x="1934197" y="15240"/>
                  </a:lnTo>
                  <a:lnTo>
                    <a:pt x="1930400" y="15240"/>
                  </a:lnTo>
                  <a:lnTo>
                    <a:pt x="1930400" y="14224"/>
                  </a:lnTo>
                  <a:lnTo>
                    <a:pt x="93980" y="14224"/>
                  </a:lnTo>
                  <a:lnTo>
                    <a:pt x="93980" y="15240"/>
                  </a:lnTo>
                  <a:lnTo>
                    <a:pt x="90170" y="15240"/>
                  </a:lnTo>
                  <a:lnTo>
                    <a:pt x="90170" y="16510"/>
                  </a:lnTo>
                  <a:lnTo>
                    <a:pt x="87630" y="16510"/>
                  </a:lnTo>
                  <a:lnTo>
                    <a:pt x="87630" y="18034"/>
                  </a:lnTo>
                  <a:lnTo>
                    <a:pt x="83820" y="18034"/>
                  </a:lnTo>
                  <a:lnTo>
                    <a:pt x="83820" y="19050"/>
                  </a:lnTo>
                  <a:lnTo>
                    <a:pt x="82550" y="19050"/>
                  </a:lnTo>
                  <a:lnTo>
                    <a:pt x="82550" y="20320"/>
                  </a:lnTo>
                  <a:lnTo>
                    <a:pt x="1943100" y="20320"/>
                  </a:lnTo>
                  <a:lnTo>
                    <a:pt x="1943100" y="19177"/>
                  </a:lnTo>
                  <a:lnTo>
                    <a:pt x="1943100" y="19050"/>
                  </a:lnTo>
                  <a:close/>
                </a:path>
                <a:path w="2021840" h="85089">
                  <a:moveTo>
                    <a:pt x="1955800" y="25400"/>
                  </a:moveTo>
                  <a:lnTo>
                    <a:pt x="1953260" y="25400"/>
                  </a:lnTo>
                  <a:lnTo>
                    <a:pt x="1953260" y="24384"/>
                  </a:lnTo>
                  <a:lnTo>
                    <a:pt x="1950720" y="24384"/>
                  </a:lnTo>
                  <a:lnTo>
                    <a:pt x="1950720" y="22860"/>
                  </a:lnTo>
                  <a:lnTo>
                    <a:pt x="1948180" y="22860"/>
                  </a:lnTo>
                  <a:lnTo>
                    <a:pt x="1948180" y="21844"/>
                  </a:lnTo>
                  <a:lnTo>
                    <a:pt x="1948180" y="21590"/>
                  </a:lnTo>
                  <a:lnTo>
                    <a:pt x="1945640" y="21590"/>
                  </a:lnTo>
                  <a:lnTo>
                    <a:pt x="1945640" y="20574"/>
                  </a:lnTo>
                  <a:lnTo>
                    <a:pt x="80010" y="20574"/>
                  </a:lnTo>
                  <a:lnTo>
                    <a:pt x="80010" y="21590"/>
                  </a:lnTo>
                  <a:lnTo>
                    <a:pt x="77470" y="21590"/>
                  </a:lnTo>
                  <a:lnTo>
                    <a:pt x="77470" y="22860"/>
                  </a:lnTo>
                  <a:lnTo>
                    <a:pt x="74930" y="22860"/>
                  </a:lnTo>
                  <a:lnTo>
                    <a:pt x="74930" y="24384"/>
                  </a:lnTo>
                  <a:lnTo>
                    <a:pt x="72390" y="24384"/>
                  </a:lnTo>
                  <a:lnTo>
                    <a:pt x="72390" y="25400"/>
                  </a:lnTo>
                  <a:lnTo>
                    <a:pt x="69850" y="25400"/>
                  </a:lnTo>
                  <a:lnTo>
                    <a:pt x="69850" y="26670"/>
                  </a:lnTo>
                  <a:lnTo>
                    <a:pt x="1955800" y="26670"/>
                  </a:lnTo>
                  <a:lnTo>
                    <a:pt x="1955800" y="25527"/>
                  </a:lnTo>
                  <a:lnTo>
                    <a:pt x="1955800" y="25400"/>
                  </a:lnTo>
                  <a:close/>
                </a:path>
                <a:path w="2021840" h="85089">
                  <a:moveTo>
                    <a:pt x="1964690" y="31750"/>
                  </a:moveTo>
                  <a:lnTo>
                    <a:pt x="1963420" y="31750"/>
                  </a:lnTo>
                  <a:lnTo>
                    <a:pt x="1963420" y="30734"/>
                  </a:lnTo>
                  <a:lnTo>
                    <a:pt x="1960880" y="30734"/>
                  </a:lnTo>
                  <a:lnTo>
                    <a:pt x="1960880" y="29210"/>
                  </a:lnTo>
                  <a:lnTo>
                    <a:pt x="1959597" y="29210"/>
                  </a:lnTo>
                  <a:lnTo>
                    <a:pt x="1959597" y="28194"/>
                  </a:lnTo>
                  <a:lnTo>
                    <a:pt x="1959597" y="27940"/>
                  </a:lnTo>
                  <a:lnTo>
                    <a:pt x="1957070" y="27940"/>
                  </a:lnTo>
                  <a:lnTo>
                    <a:pt x="1957070" y="26924"/>
                  </a:lnTo>
                  <a:lnTo>
                    <a:pt x="66040" y="26924"/>
                  </a:lnTo>
                  <a:lnTo>
                    <a:pt x="66040" y="27940"/>
                  </a:lnTo>
                  <a:lnTo>
                    <a:pt x="64770" y="27940"/>
                  </a:lnTo>
                  <a:lnTo>
                    <a:pt x="64770" y="29210"/>
                  </a:lnTo>
                  <a:lnTo>
                    <a:pt x="62230" y="29210"/>
                  </a:lnTo>
                  <a:lnTo>
                    <a:pt x="62230" y="30734"/>
                  </a:lnTo>
                  <a:lnTo>
                    <a:pt x="60960" y="30734"/>
                  </a:lnTo>
                  <a:lnTo>
                    <a:pt x="60960" y="31750"/>
                  </a:lnTo>
                  <a:lnTo>
                    <a:pt x="58420" y="31750"/>
                  </a:lnTo>
                  <a:lnTo>
                    <a:pt x="58420" y="33020"/>
                  </a:lnTo>
                  <a:lnTo>
                    <a:pt x="1964690" y="33020"/>
                  </a:lnTo>
                  <a:lnTo>
                    <a:pt x="1964690" y="31877"/>
                  </a:lnTo>
                  <a:lnTo>
                    <a:pt x="1964690" y="31750"/>
                  </a:lnTo>
                  <a:close/>
                </a:path>
                <a:path w="2021840" h="85089">
                  <a:moveTo>
                    <a:pt x="1973580" y="38100"/>
                  </a:moveTo>
                  <a:lnTo>
                    <a:pt x="1972297" y="38100"/>
                  </a:lnTo>
                  <a:lnTo>
                    <a:pt x="1972297" y="37084"/>
                  </a:lnTo>
                  <a:lnTo>
                    <a:pt x="1969770" y="37084"/>
                  </a:lnTo>
                  <a:lnTo>
                    <a:pt x="1969770" y="35560"/>
                  </a:lnTo>
                  <a:lnTo>
                    <a:pt x="1968500" y="35560"/>
                  </a:lnTo>
                  <a:lnTo>
                    <a:pt x="1968500" y="34544"/>
                  </a:lnTo>
                  <a:lnTo>
                    <a:pt x="1968500" y="34290"/>
                  </a:lnTo>
                  <a:lnTo>
                    <a:pt x="1965947" y="34290"/>
                  </a:lnTo>
                  <a:lnTo>
                    <a:pt x="1965947" y="33274"/>
                  </a:lnTo>
                  <a:lnTo>
                    <a:pt x="57150" y="33274"/>
                  </a:lnTo>
                  <a:lnTo>
                    <a:pt x="57150" y="34290"/>
                  </a:lnTo>
                  <a:lnTo>
                    <a:pt x="55880" y="34290"/>
                  </a:lnTo>
                  <a:lnTo>
                    <a:pt x="55880" y="35560"/>
                  </a:lnTo>
                  <a:lnTo>
                    <a:pt x="53340" y="35560"/>
                  </a:lnTo>
                  <a:lnTo>
                    <a:pt x="53340" y="37084"/>
                  </a:lnTo>
                  <a:lnTo>
                    <a:pt x="52070" y="37084"/>
                  </a:lnTo>
                  <a:lnTo>
                    <a:pt x="52070" y="38100"/>
                  </a:lnTo>
                  <a:lnTo>
                    <a:pt x="49530" y="38100"/>
                  </a:lnTo>
                  <a:lnTo>
                    <a:pt x="49530" y="39370"/>
                  </a:lnTo>
                  <a:lnTo>
                    <a:pt x="1973580" y="39370"/>
                  </a:lnTo>
                  <a:lnTo>
                    <a:pt x="1973580" y="38227"/>
                  </a:lnTo>
                  <a:lnTo>
                    <a:pt x="1973580" y="38100"/>
                  </a:lnTo>
                  <a:close/>
                </a:path>
                <a:path w="2021840" h="85089">
                  <a:moveTo>
                    <a:pt x="1977390" y="40640"/>
                  </a:moveTo>
                  <a:lnTo>
                    <a:pt x="1976120" y="40640"/>
                  </a:lnTo>
                  <a:lnTo>
                    <a:pt x="1976120" y="39624"/>
                  </a:lnTo>
                  <a:lnTo>
                    <a:pt x="48260" y="39624"/>
                  </a:lnTo>
                  <a:lnTo>
                    <a:pt x="48260" y="40640"/>
                  </a:lnTo>
                  <a:lnTo>
                    <a:pt x="45720" y="40640"/>
                  </a:lnTo>
                  <a:lnTo>
                    <a:pt x="45720" y="41910"/>
                  </a:lnTo>
                  <a:lnTo>
                    <a:pt x="1977390" y="41910"/>
                  </a:lnTo>
                  <a:lnTo>
                    <a:pt x="1977390" y="40894"/>
                  </a:lnTo>
                  <a:lnTo>
                    <a:pt x="1977390" y="40640"/>
                  </a:lnTo>
                  <a:close/>
                </a:path>
                <a:path w="2021840" h="85089">
                  <a:moveTo>
                    <a:pt x="2004060" y="63500"/>
                  </a:moveTo>
                  <a:lnTo>
                    <a:pt x="2002790" y="63500"/>
                  </a:lnTo>
                  <a:lnTo>
                    <a:pt x="2002790" y="62357"/>
                  </a:lnTo>
                  <a:lnTo>
                    <a:pt x="2001520" y="62357"/>
                  </a:lnTo>
                  <a:lnTo>
                    <a:pt x="2001520" y="60960"/>
                  </a:lnTo>
                  <a:lnTo>
                    <a:pt x="2000250" y="60960"/>
                  </a:lnTo>
                  <a:lnTo>
                    <a:pt x="2000250" y="59690"/>
                  </a:lnTo>
                  <a:lnTo>
                    <a:pt x="21590" y="59690"/>
                  </a:lnTo>
                  <a:lnTo>
                    <a:pt x="21590" y="60960"/>
                  </a:lnTo>
                  <a:lnTo>
                    <a:pt x="20320" y="60960"/>
                  </a:lnTo>
                  <a:lnTo>
                    <a:pt x="20320" y="62357"/>
                  </a:lnTo>
                  <a:lnTo>
                    <a:pt x="19050" y="62357"/>
                  </a:lnTo>
                  <a:lnTo>
                    <a:pt x="19050" y="63500"/>
                  </a:lnTo>
                  <a:lnTo>
                    <a:pt x="17780" y="63500"/>
                  </a:lnTo>
                  <a:lnTo>
                    <a:pt x="17780" y="64770"/>
                  </a:lnTo>
                  <a:lnTo>
                    <a:pt x="2004060" y="64770"/>
                  </a:lnTo>
                  <a:lnTo>
                    <a:pt x="2004060" y="63627"/>
                  </a:lnTo>
                  <a:lnTo>
                    <a:pt x="2004060" y="63500"/>
                  </a:lnTo>
                  <a:close/>
                </a:path>
                <a:path w="2021840" h="85089">
                  <a:moveTo>
                    <a:pt x="2015490" y="76200"/>
                  </a:moveTo>
                  <a:lnTo>
                    <a:pt x="2014220" y="76200"/>
                  </a:lnTo>
                  <a:lnTo>
                    <a:pt x="2014220" y="75057"/>
                  </a:lnTo>
                  <a:lnTo>
                    <a:pt x="2012950" y="75057"/>
                  </a:lnTo>
                  <a:lnTo>
                    <a:pt x="2012950" y="73660"/>
                  </a:lnTo>
                  <a:lnTo>
                    <a:pt x="2011680" y="73660"/>
                  </a:lnTo>
                  <a:lnTo>
                    <a:pt x="2011680" y="72390"/>
                  </a:lnTo>
                  <a:lnTo>
                    <a:pt x="2010410" y="72390"/>
                  </a:lnTo>
                  <a:lnTo>
                    <a:pt x="2010410" y="71120"/>
                  </a:lnTo>
                  <a:lnTo>
                    <a:pt x="2010410" y="69977"/>
                  </a:lnTo>
                  <a:lnTo>
                    <a:pt x="2010410" y="69850"/>
                  </a:lnTo>
                  <a:lnTo>
                    <a:pt x="2009140" y="69850"/>
                  </a:lnTo>
                  <a:lnTo>
                    <a:pt x="2009140" y="68707"/>
                  </a:lnTo>
                  <a:lnTo>
                    <a:pt x="2007870" y="68707"/>
                  </a:lnTo>
                  <a:lnTo>
                    <a:pt x="2007870" y="67310"/>
                  </a:lnTo>
                  <a:lnTo>
                    <a:pt x="2006600" y="67310"/>
                  </a:lnTo>
                  <a:lnTo>
                    <a:pt x="2006600" y="66167"/>
                  </a:lnTo>
                  <a:lnTo>
                    <a:pt x="2006600" y="66040"/>
                  </a:lnTo>
                  <a:lnTo>
                    <a:pt x="2005330" y="66040"/>
                  </a:lnTo>
                  <a:lnTo>
                    <a:pt x="2005330" y="64897"/>
                  </a:lnTo>
                  <a:lnTo>
                    <a:pt x="16510" y="64897"/>
                  </a:lnTo>
                  <a:lnTo>
                    <a:pt x="16510" y="66040"/>
                  </a:lnTo>
                  <a:lnTo>
                    <a:pt x="15240" y="66040"/>
                  </a:lnTo>
                  <a:lnTo>
                    <a:pt x="15240" y="67310"/>
                  </a:lnTo>
                  <a:lnTo>
                    <a:pt x="13970" y="67310"/>
                  </a:lnTo>
                  <a:lnTo>
                    <a:pt x="13970" y="68707"/>
                  </a:lnTo>
                  <a:lnTo>
                    <a:pt x="12700" y="68707"/>
                  </a:lnTo>
                  <a:lnTo>
                    <a:pt x="12700" y="69850"/>
                  </a:lnTo>
                  <a:lnTo>
                    <a:pt x="11430" y="69850"/>
                  </a:lnTo>
                  <a:lnTo>
                    <a:pt x="11430" y="71120"/>
                  </a:lnTo>
                  <a:lnTo>
                    <a:pt x="10160" y="71120"/>
                  </a:lnTo>
                  <a:lnTo>
                    <a:pt x="10160" y="72390"/>
                  </a:lnTo>
                  <a:lnTo>
                    <a:pt x="10160" y="73660"/>
                  </a:lnTo>
                  <a:lnTo>
                    <a:pt x="8890" y="73660"/>
                  </a:lnTo>
                  <a:lnTo>
                    <a:pt x="8890" y="75057"/>
                  </a:lnTo>
                  <a:lnTo>
                    <a:pt x="7620" y="75057"/>
                  </a:lnTo>
                  <a:lnTo>
                    <a:pt x="7620" y="76200"/>
                  </a:lnTo>
                  <a:lnTo>
                    <a:pt x="6350" y="76200"/>
                  </a:lnTo>
                  <a:lnTo>
                    <a:pt x="6350" y="77470"/>
                  </a:lnTo>
                  <a:lnTo>
                    <a:pt x="2015490" y="77470"/>
                  </a:lnTo>
                  <a:lnTo>
                    <a:pt x="2015490" y="76327"/>
                  </a:lnTo>
                  <a:lnTo>
                    <a:pt x="2015490" y="76200"/>
                  </a:lnTo>
                  <a:close/>
                </a:path>
                <a:path w="2021840" h="85089">
                  <a:moveTo>
                    <a:pt x="2021840" y="83947"/>
                  </a:moveTo>
                  <a:lnTo>
                    <a:pt x="2020570" y="83947"/>
                  </a:lnTo>
                  <a:lnTo>
                    <a:pt x="2020570" y="81407"/>
                  </a:lnTo>
                  <a:lnTo>
                    <a:pt x="2019300" y="81407"/>
                  </a:lnTo>
                  <a:lnTo>
                    <a:pt x="2019300" y="80010"/>
                  </a:lnTo>
                  <a:lnTo>
                    <a:pt x="2018030" y="80010"/>
                  </a:lnTo>
                  <a:lnTo>
                    <a:pt x="2018030" y="78867"/>
                  </a:lnTo>
                  <a:lnTo>
                    <a:pt x="2018030" y="78740"/>
                  </a:lnTo>
                  <a:lnTo>
                    <a:pt x="2016760" y="78740"/>
                  </a:lnTo>
                  <a:lnTo>
                    <a:pt x="2016760" y="77597"/>
                  </a:lnTo>
                  <a:lnTo>
                    <a:pt x="5080" y="77597"/>
                  </a:lnTo>
                  <a:lnTo>
                    <a:pt x="5080" y="78740"/>
                  </a:lnTo>
                  <a:lnTo>
                    <a:pt x="3810" y="78740"/>
                  </a:lnTo>
                  <a:lnTo>
                    <a:pt x="3810" y="80010"/>
                  </a:lnTo>
                  <a:lnTo>
                    <a:pt x="2540" y="80010"/>
                  </a:lnTo>
                  <a:lnTo>
                    <a:pt x="2540" y="81407"/>
                  </a:lnTo>
                  <a:lnTo>
                    <a:pt x="1270" y="81407"/>
                  </a:lnTo>
                  <a:lnTo>
                    <a:pt x="1270" y="83947"/>
                  </a:lnTo>
                  <a:lnTo>
                    <a:pt x="0" y="83947"/>
                  </a:lnTo>
                  <a:lnTo>
                    <a:pt x="0" y="85090"/>
                  </a:lnTo>
                  <a:lnTo>
                    <a:pt x="2021840" y="85090"/>
                  </a:lnTo>
                  <a:lnTo>
                    <a:pt x="2021840" y="83947"/>
                  </a:lnTo>
                  <a:close/>
                </a:path>
              </a:pathLst>
            </a:custGeom>
            <a:solidFill>
              <a:srgbClr val="F3F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4">
              <a:extLst>
                <a:ext uri="{FF2B5EF4-FFF2-40B4-BE49-F238E27FC236}">
                  <a16:creationId xmlns:a16="http://schemas.microsoft.com/office/drawing/2014/main" id="{C2C05CF2-B81B-3496-BBBE-178925B8D4AB}"/>
                </a:ext>
              </a:extLst>
            </p:cNvPr>
            <p:cNvSpPr/>
            <p:nvPr/>
          </p:nvSpPr>
          <p:spPr>
            <a:xfrm>
              <a:off x="6807200" y="1979929"/>
              <a:ext cx="1978660" cy="19050"/>
            </a:xfrm>
            <a:custGeom>
              <a:avLst/>
              <a:gdLst/>
              <a:ahLst/>
              <a:cxnLst/>
              <a:rect l="l" t="t" r="r" b="b"/>
              <a:pathLst>
                <a:path w="1978659" h="19050">
                  <a:moveTo>
                    <a:pt x="1960880" y="2540"/>
                  </a:moveTo>
                  <a:lnTo>
                    <a:pt x="1959610" y="2540"/>
                  </a:lnTo>
                  <a:lnTo>
                    <a:pt x="1959610" y="1397"/>
                  </a:lnTo>
                  <a:lnTo>
                    <a:pt x="1957057" y="1397"/>
                  </a:lnTo>
                  <a:lnTo>
                    <a:pt x="1957057" y="0"/>
                  </a:lnTo>
                  <a:lnTo>
                    <a:pt x="22860" y="0"/>
                  </a:lnTo>
                  <a:lnTo>
                    <a:pt x="22860" y="1397"/>
                  </a:lnTo>
                  <a:lnTo>
                    <a:pt x="20320" y="1397"/>
                  </a:lnTo>
                  <a:lnTo>
                    <a:pt x="20320" y="2540"/>
                  </a:lnTo>
                  <a:lnTo>
                    <a:pt x="19050" y="2540"/>
                  </a:lnTo>
                  <a:lnTo>
                    <a:pt x="19050" y="3810"/>
                  </a:lnTo>
                  <a:lnTo>
                    <a:pt x="1960880" y="3810"/>
                  </a:lnTo>
                  <a:lnTo>
                    <a:pt x="1960880" y="2667"/>
                  </a:lnTo>
                  <a:lnTo>
                    <a:pt x="1960880" y="2540"/>
                  </a:lnTo>
                  <a:close/>
                </a:path>
                <a:path w="1978659" h="19050">
                  <a:moveTo>
                    <a:pt x="1968500" y="8890"/>
                  </a:moveTo>
                  <a:lnTo>
                    <a:pt x="1967230" y="8890"/>
                  </a:lnTo>
                  <a:lnTo>
                    <a:pt x="1967230" y="7747"/>
                  </a:lnTo>
                  <a:lnTo>
                    <a:pt x="1965960" y="7747"/>
                  </a:lnTo>
                  <a:lnTo>
                    <a:pt x="1965960" y="6350"/>
                  </a:lnTo>
                  <a:lnTo>
                    <a:pt x="1964690" y="6350"/>
                  </a:lnTo>
                  <a:lnTo>
                    <a:pt x="1964690" y="5207"/>
                  </a:lnTo>
                  <a:lnTo>
                    <a:pt x="1964690" y="5080"/>
                  </a:lnTo>
                  <a:lnTo>
                    <a:pt x="1962150" y="5080"/>
                  </a:lnTo>
                  <a:lnTo>
                    <a:pt x="1962150" y="3937"/>
                  </a:lnTo>
                  <a:lnTo>
                    <a:pt x="17780" y="3937"/>
                  </a:lnTo>
                  <a:lnTo>
                    <a:pt x="17780" y="5080"/>
                  </a:lnTo>
                  <a:lnTo>
                    <a:pt x="15240" y="5080"/>
                  </a:lnTo>
                  <a:lnTo>
                    <a:pt x="15240" y="6350"/>
                  </a:lnTo>
                  <a:lnTo>
                    <a:pt x="13970" y="6350"/>
                  </a:lnTo>
                  <a:lnTo>
                    <a:pt x="13970" y="7747"/>
                  </a:lnTo>
                  <a:lnTo>
                    <a:pt x="11430" y="7747"/>
                  </a:lnTo>
                  <a:lnTo>
                    <a:pt x="11430" y="8890"/>
                  </a:lnTo>
                  <a:lnTo>
                    <a:pt x="10160" y="8890"/>
                  </a:lnTo>
                  <a:lnTo>
                    <a:pt x="10160" y="10160"/>
                  </a:lnTo>
                  <a:lnTo>
                    <a:pt x="1968500" y="10160"/>
                  </a:lnTo>
                  <a:lnTo>
                    <a:pt x="1968500" y="9017"/>
                  </a:lnTo>
                  <a:lnTo>
                    <a:pt x="1968500" y="8890"/>
                  </a:lnTo>
                  <a:close/>
                </a:path>
                <a:path w="1978659" h="19050">
                  <a:moveTo>
                    <a:pt x="1976107" y="15240"/>
                  </a:moveTo>
                  <a:lnTo>
                    <a:pt x="1974850" y="15240"/>
                  </a:lnTo>
                  <a:lnTo>
                    <a:pt x="1974850" y="14097"/>
                  </a:lnTo>
                  <a:lnTo>
                    <a:pt x="1972310" y="14097"/>
                  </a:lnTo>
                  <a:lnTo>
                    <a:pt x="1972310" y="12700"/>
                  </a:lnTo>
                  <a:lnTo>
                    <a:pt x="1971040" y="12700"/>
                  </a:lnTo>
                  <a:lnTo>
                    <a:pt x="1971040" y="11557"/>
                  </a:lnTo>
                  <a:lnTo>
                    <a:pt x="1971040" y="11430"/>
                  </a:lnTo>
                  <a:lnTo>
                    <a:pt x="1969770" y="11430"/>
                  </a:lnTo>
                  <a:lnTo>
                    <a:pt x="1969770" y="10287"/>
                  </a:lnTo>
                  <a:lnTo>
                    <a:pt x="8890" y="10287"/>
                  </a:lnTo>
                  <a:lnTo>
                    <a:pt x="8890" y="11430"/>
                  </a:lnTo>
                  <a:lnTo>
                    <a:pt x="7620" y="1143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14097"/>
                  </a:lnTo>
                  <a:lnTo>
                    <a:pt x="5080" y="14097"/>
                  </a:lnTo>
                  <a:lnTo>
                    <a:pt x="5080" y="15240"/>
                  </a:lnTo>
                  <a:lnTo>
                    <a:pt x="3810" y="15240"/>
                  </a:lnTo>
                  <a:lnTo>
                    <a:pt x="3810" y="16510"/>
                  </a:lnTo>
                  <a:lnTo>
                    <a:pt x="1976107" y="16510"/>
                  </a:lnTo>
                  <a:lnTo>
                    <a:pt x="1976107" y="15367"/>
                  </a:lnTo>
                  <a:lnTo>
                    <a:pt x="1976107" y="15240"/>
                  </a:lnTo>
                  <a:close/>
                </a:path>
                <a:path w="1978659" h="19050">
                  <a:moveTo>
                    <a:pt x="1978660" y="17780"/>
                  </a:moveTo>
                  <a:lnTo>
                    <a:pt x="1977390" y="17780"/>
                  </a:lnTo>
                  <a:lnTo>
                    <a:pt x="1977390" y="16637"/>
                  </a:lnTo>
                  <a:lnTo>
                    <a:pt x="1270" y="16637"/>
                  </a:lnTo>
                  <a:lnTo>
                    <a:pt x="1270" y="17780"/>
                  </a:lnTo>
                  <a:lnTo>
                    <a:pt x="0" y="17780"/>
                  </a:lnTo>
                  <a:lnTo>
                    <a:pt x="0" y="19050"/>
                  </a:lnTo>
                  <a:lnTo>
                    <a:pt x="1978660" y="19050"/>
                  </a:lnTo>
                  <a:lnTo>
                    <a:pt x="1978660" y="17907"/>
                  </a:lnTo>
                  <a:lnTo>
                    <a:pt x="1978660" y="17780"/>
                  </a:lnTo>
                  <a:close/>
                </a:path>
              </a:pathLst>
            </a:custGeom>
            <a:solidFill>
              <a:srgbClr val="F3F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5">
              <a:extLst>
                <a:ext uri="{FF2B5EF4-FFF2-40B4-BE49-F238E27FC236}">
                  <a16:creationId xmlns:a16="http://schemas.microsoft.com/office/drawing/2014/main" id="{AAC814BD-A517-1EA7-A3CE-DC280446A5E6}"/>
                </a:ext>
              </a:extLst>
            </p:cNvPr>
            <p:cNvSpPr/>
            <p:nvPr/>
          </p:nvSpPr>
          <p:spPr>
            <a:xfrm>
              <a:off x="6758940" y="2023109"/>
              <a:ext cx="2075180" cy="43180"/>
            </a:xfrm>
            <a:custGeom>
              <a:avLst/>
              <a:gdLst/>
              <a:ahLst/>
              <a:cxnLst/>
              <a:rect l="l" t="t" r="r" b="b"/>
              <a:pathLst>
                <a:path w="2075179" h="43180">
                  <a:moveTo>
                    <a:pt x="2056117" y="7620"/>
                  </a:moveTo>
                  <a:lnTo>
                    <a:pt x="2054860" y="7620"/>
                  </a:lnTo>
                  <a:lnTo>
                    <a:pt x="2054860" y="6477"/>
                  </a:lnTo>
                  <a:lnTo>
                    <a:pt x="2054860" y="6350"/>
                  </a:lnTo>
                  <a:lnTo>
                    <a:pt x="2053590" y="6350"/>
                  </a:lnTo>
                  <a:lnTo>
                    <a:pt x="2053590" y="5080"/>
                  </a:lnTo>
                  <a:lnTo>
                    <a:pt x="2053590" y="3937"/>
                  </a:lnTo>
                  <a:lnTo>
                    <a:pt x="2053590" y="3810"/>
                  </a:lnTo>
                  <a:lnTo>
                    <a:pt x="2052320" y="3810"/>
                  </a:lnTo>
                  <a:lnTo>
                    <a:pt x="2052320" y="2540"/>
                  </a:lnTo>
                  <a:lnTo>
                    <a:pt x="2051050" y="2540"/>
                  </a:lnTo>
                  <a:lnTo>
                    <a:pt x="2051050" y="1270"/>
                  </a:lnTo>
                  <a:lnTo>
                    <a:pt x="2049780" y="1270"/>
                  </a:lnTo>
                  <a:lnTo>
                    <a:pt x="2049780" y="127"/>
                  </a:lnTo>
                  <a:lnTo>
                    <a:pt x="2049780" y="0"/>
                  </a:lnTo>
                  <a:lnTo>
                    <a:pt x="2048510" y="0"/>
                  </a:lnTo>
                  <a:lnTo>
                    <a:pt x="25400" y="0"/>
                  </a:lnTo>
                  <a:lnTo>
                    <a:pt x="25400" y="1270"/>
                  </a:lnTo>
                  <a:lnTo>
                    <a:pt x="24130" y="1270"/>
                  </a:lnTo>
                  <a:lnTo>
                    <a:pt x="24130" y="2540"/>
                  </a:lnTo>
                  <a:lnTo>
                    <a:pt x="24130" y="3810"/>
                  </a:lnTo>
                  <a:lnTo>
                    <a:pt x="22860" y="3810"/>
                  </a:lnTo>
                  <a:lnTo>
                    <a:pt x="22860" y="5080"/>
                  </a:lnTo>
                  <a:lnTo>
                    <a:pt x="21590" y="5080"/>
                  </a:lnTo>
                  <a:lnTo>
                    <a:pt x="21590" y="6350"/>
                  </a:lnTo>
                  <a:lnTo>
                    <a:pt x="20320" y="6350"/>
                  </a:lnTo>
                  <a:lnTo>
                    <a:pt x="20320" y="7620"/>
                  </a:lnTo>
                  <a:lnTo>
                    <a:pt x="20320" y="8890"/>
                  </a:lnTo>
                  <a:lnTo>
                    <a:pt x="2056117" y="8890"/>
                  </a:lnTo>
                  <a:lnTo>
                    <a:pt x="2056117" y="7620"/>
                  </a:lnTo>
                  <a:close/>
                </a:path>
                <a:path w="2075179" h="43180">
                  <a:moveTo>
                    <a:pt x="2061210" y="15240"/>
                  </a:moveTo>
                  <a:lnTo>
                    <a:pt x="2059940" y="15240"/>
                  </a:lnTo>
                  <a:lnTo>
                    <a:pt x="2059940" y="13970"/>
                  </a:lnTo>
                  <a:lnTo>
                    <a:pt x="2059940" y="12827"/>
                  </a:lnTo>
                  <a:lnTo>
                    <a:pt x="2059940" y="12700"/>
                  </a:lnTo>
                  <a:lnTo>
                    <a:pt x="2058670" y="12700"/>
                  </a:lnTo>
                  <a:lnTo>
                    <a:pt x="2058670" y="10287"/>
                  </a:lnTo>
                  <a:lnTo>
                    <a:pt x="2057400" y="10287"/>
                  </a:lnTo>
                  <a:lnTo>
                    <a:pt x="2057400" y="9017"/>
                  </a:lnTo>
                  <a:lnTo>
                    <a:pt x="19050" y="9017"/>
                  </a:lnTo>
                  <a:lnTo>
                    <a:pt x="19050" y="10287"/>
                  </a:lnTo>
                  <a:lnTo>
                    <a:pt x="17780" y="10287"/>
                  </a:lnTo>
                  <a:lnTo>
                    <a:pt x="17780" y="12700"/>
                  </a:lnTo>
                  <a:lnTo>
                    <a:pt x="16510" y="12700"/>
                  </a:lnTo>
                  <a:lnTo>
                    <a:pt x="16510" y="13970"/>
                  </a:lnTo>
                  <a:lnTo>
                    <a:pt x="15240" y="13970"/>
                  </a:lnTo>
                  <a:lnTo>
                    <a:pt x="15240" y="15240"/>
                  </a:lnTo>
                  <a:lnTo>
                    <a:pt x="15240" y="16510"/>
                  </a:lnTo>
                  <a:lnTo>
                    <a:pt x="13970" y="16510"/>
                  </a:lnTo>
                  <a:lnTo>
                    <a:pt x="13970" y="17780"/>
                  </a:lnTo>
                  <a:lnTo>
                    <a:pt x="2061210" y="17780"/>
                  </a:lnTo>
                  <a:lnTo>
                    <a:pt x="2061210" y="16510"/>
                  </a:lnTo>
                  <a:lnTo>
                    <a:pt x="2061210" y="15240"/>
                  </a:lnTo>
                  <a:close/>
                </a:path>
                <a:path w="2075179" h="43180">
                  <a:moveTo>
                    <a:pt x="2065020" y="21590"/>
                  </a:moveTo>
                  <a:lnTo>
                    <a:pt x="2063750" y="21590"/>
                  </a:lnTo>
                  <a:lnTo>
                    <a:pt x="2063750" y="20320"/>
                  </a:lnTo>
                  <a:lnTo>
                    <a:pt x="2063750" y="19050"/>
                  </a:lnTo>
                  <a:lnTo>
                    <a:pt x="2062480" y="19050"/>
                  </a:lnTo>
                  <a:lnTo>
                    <a:pt x="2062480" y="17907"/>
                  </a:lnTo>
                  <a:lnTo>
                    <a:pt x="12700" y="17907"/>
                  </a:lnTo>
                  <a:lnTo>
                    <a:pt x="12700" y="19050"/>
                  </a:lnTo>
                  <a:lnTo>
                    <a:pt x="12700" y="20320"/>
                  </a:lnTo>
                  <a:lnTo>
                    <a:pt x="11430" y="20320"/>
                  </a:lnTo>
                  <a:lnTo>
                    <a:pt x="11430" y="21590"/>
                  </a:lnTo>
                  <a:lnTo>
                    <a:pt x="11430" y="22860"/>
                  </a:lnTo>
                  <a:lnTo>
                    <a:pt x="10160" y="22860"/>
                  </a:lnTo>
                  <a:lnTo>
                    <a:pt x="10160" y="24130"/>
                  </a:lnTo>
                  <a:lnTo>
                    <a:pt x="2065020" y="24130"/>
                  </a:lnTo>
                  <a:lnTo>
                    <a:pt x="2065020" y="22860"/>
                  </a:lnTo>
                  <a:lnTo>
                    <a:pt x="2065020" y="21590"/>
                  </a:lnTo>
                  <a:close/>
                </a:path>
                <a:path w="2075179" h="43180">
                  <a:moveTo>
                    <a:pt x="2070100" y="30607"/>
                  </a:moveTo>
                  <a:lnTo>
                    <a:pt x="2068830" y="30607"/>
                  </a:lnTo>
                  <a:lnTo>
                    <a:pt x="2068830" y="28067"/>
                  </a:lnTo>
                  <a:lnTo>
                    <a:pt x="2067560" y="28067"/>
                  </a:lnTo>
                  <a:lnTo>
                    <a:pt x="2067560" y="26670"/>
                  </a:lnTo>
                  <a:lnTo>
                    <a:pt x="2066290" y="26670"/>
                  </a:lnTo>
                  <a:lnTo>
                    <a:pt x="2066290" y="24257"/>
                  </a:lnTo>
                  <a:lnTo>
                    <a:pt x="8890" y="24257"/>
                  </a:lnTo>
                  <a:lnTo>
                    <a:pt x="8890" y="26670"/>
                  </a:lnTo>
                  <a:lnTo>
                    <a:pt x="7620" y="26670"/>
                  </a:lnTo>
                  <a:lnTo>
                    <a:pt x="7620" y="28067"/>
                  </a:lnTo>
                  <a:lnTo>
                    <a:pt x="6350" y="28067"/>
                  </a:lnTo>
                  <a:lnTo>
                    <a:pt x="6350" y="30607"/>
                  </a:lnTo>
                  <a:lnTo>
                    <a:pt x="5080" y="30607"/>
                  </a:lnTo>
                  <a:lnTo>
                    <a:pt x="5080" y="33020"/>
                  </a:lnTo>
                  <a:lnTo>
                    <a:pt x="2070100" y="33020"/>
                  </a:lnTo>
                  <a:lnTo>
                    <a:pt x="2070100" y="30607"/>
                  </a:lnTo>
                  <a:close/>
                </a:path>
                <a:path w="2075179" h="43180">
                  <a:moveTo>
                    <a:pt x="2075180" y="40640"/>
                  </a:moveTo>
                  <a:lnTo>
                    <a:pt x="2073910" y="40640"/>
                  </a:lnTo>
                  <a:lnTo>
                    <a:pt x="2073910" y="38100"/>
                  </a:lnTo>
                  <a:lnTo>
                    <a:pt x="2072640" y="38100"/>
                  </a:lnTo>
                  <a:lnTo>
                    <a:pt x="2072640" y="35560"/>
                  </a:lnTo>
                  <a:lnTo>
                    <a:pt x="2071370" y="35560"/>
                  </a:lnTo>
                  <a:lnTo>
                    <a:pt x="2071370" y="33032"/>
                  </a:lnTo>
                  <a:lnTo>
                    <a:pt x="3810" y="33032"/>
                  </a:lnTo>
                  <a:lnTo>
                    <a:pt x="3810" y="35560"/>
                  </a:lnTo>
                  <a:lnTo>
                    <a:pt x="2540" y="35560"/>
                  </a:lnTo>
                  <a:lnTo>
                    <a:pt x="2540" y="38100"/>
                  </a:lnTo>
                  <a:lnTo>
                    <a:pt x="1270" y="38100"/>
                  </a:lnTo>
                  <a:lnTo>
                    <a:pt x="1270" y="40640"/>
                  </a:lnTo>
                  <a:lnTo>
                    <a:pt x="0" y="40640"/>
                  </a:lnTo>
                  <a:lnTo>
                    <a:pt x="0" y="43180"/>
                  </a:lnTo>
                  <a:lnTo>
                    <a:pt x="2075180" y="43180"/>
                  </a:lnTo>
                  <a:lnTo>
                    <a:pt x="2075180" y="40640"/>
                  </a:lnTo>
                  <a:close/>
                </a:path>
              </a:pathLst>
            </a:custGeom>
            <a:solidFill>
              <a:srgbClr val="F3F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36">
              <a:extLst>
                <a:ext uri="{FF2B5EF4-FFF2-40B4-BE49-F238E27FC236}">
                  <a16:creationId xmlns:a16="http://schemas.microsoft.com/office/drawing/2014/main" id="{57130242-D2E5-F5E2-E66E-B459C07E57D7}"/>
                </a:ext>
              </a:extLst>
            </p:cNvPr>
            <p:cNvSpPr/>
            <p:nvPr/>
          </p:nvSpPr>
          <p:spPr>
            <a:xfrm>
              <a:off x="6743700" y="2066289"/>
              <a:ext cx="2105660" cy="43180"/>
            </a:xfrm>
            <a:custGeom>
              <a:avLst/>
              <a:gdLst/>
              <a:ahLst/>
              <a:cxnLst/>
              <a:rect l="l" t="t" r="r" b="b"/>
              <a:pathLst>
                <a:path w="2105659" h="43180">
                  <a:moveTo>
                    <a:pt x="2091690" y="0"/>
                  </a:moveTo>
                  <a:lnTo>
                    <a:pt x="13970" y="0"/>
                  </a:lnTo>
                  <a:lnTo>
                    <a:pt x="13970" y="2540"/>
                  </a:lnTo>
                  <a:lnTo>
                    <a:pt x="2091690" y="2540"/>
                  </a:lnTo>
                  <a:lnTo>
                    <a:pt x="2091690" y="0"/>
                  </a:lnTo>
                  <a:close/>
                </a:path>
                <a:path w="2105659" h="43180">
                  <a:moveTo>
                    <a:pt x="2094230" y="5080"/>
                  </a:moveTo>
                  <a:lnTo>
                    <a:pt x="2092960" y="5080"/>
                  </a:lnTo>
                  <a:lnTo>
                    <a:pt x="2092960" y="2552"/>
                  </a:lnTo>
                  <a:lnTo>
                    <a:pt x="12700" y="2552"/>
                  </a:lnTo>
                  <a:lnTo>
                    <a:pt x="12700" y="5080"/>
                  </a:lnTo>
                  <a:lnTo>
                    <a:pt x="11430" y="5080"/>
                  </a:lnTo>
                  <a:lnTo>
                    <a:pt x="11430" y="8890"/>
                  </a:lnTo>
                  <a:lnTo>
                    <a:pt x="2094230" y="8890"/>
                  </a:lnTo>
                  <a:lnTo>
                    <a:pt x="2094230" y="5080"/>
                  </a:lnTo>
                  <a:close/>
                </a:path>
                <a:path w="2105659" h="43180">
                  <a:moveTo>
                    <a:pt x="2096770" y="11430"/>
                  </a:moveTo>
                  <a:lnTo>
                    <a:pt x="2095500" y="11430"/>
                  </a:lnTo>
                  <a:lnTo>
                    <a:pt x="2095500" y="8902"/>
                  </a:lnTo>
                  <a:lnTo>
                    <a:pt x="10160" y="8902"/>
                  </a:lnTo>
                  <a:lnTo>
                    <a:pt x="10160" y="11430"/>
                  </a:lnTo>
                  <a:lnTo>
                    <a:pt x="8890" y="11430"/>
                  </a:lnTo>
                  <a:lnTo>
                    <a:pt x="8890" y="15240"/>
                  </a:lnTo>
                  <a:lnTo>
                    <a:pt x="2096770" y="15240"/>
                  </a:lnTo>
                  <a:lnTo>
                    <a:pt x="2096770" y="11430"/>
                  </a:lnTo>
                  <a:close/>
                </a:path>
                <a:path w="2105659" h="43180">
                  <a:moveTo>
                    <a:pt x="2099310" y="17780"/>
                  </a:moveTo>
                  <a:lnTo>
                    <a:pt x="2098040" y="17780"/>
                  </a:lnTo>
                  <a:lnTo>
                    <a:pt x="2098040" y="15252"/>
                  </a:lnTo>
                  <a:lnTo>
                    <a:pt x="7620" y="15252"/>
                  </a:lnTo>
                  <a:lnTo>
                    <a:pt x="7620" y="17780"/>
                  </a:lnTo>
                  <a:lnTo>
                    <a:pt x="6350" y="17780"/>
                  </a:lnTo>
                  <a:lnTo>
                    <a:pt x="6350" y="21590"/>
                  </a:lnTo>
                  <a:lnTo>
                    <a:pt x="2099310" y="21590"/>
                  </a:lnTo>
                  <a:lnTo>
                    <a:pt x="2099310" y="17780"/>
                  </a:lnTo>
                  <a:close/>
                </a:path>
                <a:path w="2105659" h="43180">
                  <a:moveTo>
                    <a:pt x="2105660" y="40640"/>
                  </a:moveTo>
                  <a:lnTo>
                    <a:pt x="2104390" y="40640"/>
                  </a:lnTo>
                  <a:lnTo>
                    <a:pt x="2104390" y="35560"/>
                  </a:lnTo>
                  <a:lnTo>
                    <a:pt x="2103120" y="35560"/>
                  </a:lnTo>
                  <a:lnTo>
                    <a:pt x="2103120" y="30480"/>
                  </a:lnTo>
                  <a:lnTo>
                    <a:pt x="2101850" y="30480"/>
                  </a:lnTo>
                  <a:lnTo>
                    <a:pt x="2101850" y="26670"/>
                  </a:lnTo>
                  <a:lnTo>
                    <a:pt x="2100580" y="26670"/>
                  </a:lnTo>
                  <a:lnTo>
                    <a:pt x="2100580" y="21602"/>
                  </a:lnTo>
                  <a:lnTo>
                    <a:pt x="5080" y="21602"/>
                  </a:lnTo>
                  <a:lnTo>
                    <a:pt x="5080" y="26670"/>
                  </a:lnTo>
                  <a:lnTo>
                    <a:pt x="3810" y="26670"/>
                  </a:lnTo>
                  <a:lnTo>
                    <a:pt x="3810" y="30480"/>
                  </a:lnTo>
                  <a:lnTo>
                    <a:pt x="2540" y="30480"/>
                  </a:lnTo>
                  <a:lnTo>
                    <a:pt x="2540" y="35560"/>
                  </a:lnTo>
                  <a:lnTo>
                    <a:pt x="1270" y="35560"/>
                  </a:lnTo>
                  <a:lnTo>
                    <a:pt x="1270" y="40640"/>
                  </a:lnTo>
                  <a:lnTo>
                    <a:pt x="0" y="40640"/>
                  </a:lnTo>
                  <a:lnTo>
                    <a:pt x="0" y="43180"/>
                  </a:lnTo>
                  <a:lnTo>
                    <a:pt x="2105660" y="43180"/>
                  </a:lnTo>
                  <a:lnTo>
                    <a:pt x="2105660" y="40640"/>
                  </a:lnTo>
                  <a:close/>
                </a:path>
              </a:pathLst>
            </a:custGeom>
            <a:solidFill>
              <a:srgbClr val="F2E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37">
              <a:extLst>
                <a:ext uri="{FF2B5EF4-FFF2-40B4-BE49-F238E27FC236}">
                  <a16:creationId xmlns:a16="http://schemas.microsoft.com/office/drawing/2014/main" id="{F1EB7B46-BE8A-A5FB-E33D-D4923CC536E1}"/>
                </a:ext>
              </a:extLst>
            </p:cNvPr>
            <p:cNvSpPr/>
            <p:nvPr/>
          </p:nvSpPr>
          <p:spPr>
            <a:xfrm>
              <a:off x="6739890" y="2109469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80" y="22860"/>
                  </a:moveTo>
                  <a:lnTo>
                    <a:pt x="2112010" y="22860"/>
                  </a:lnTo>
                  <a:lnTo>
                    <a:pt x="2112010" y="10160"/>
                  </a:lnTo>
                  <a:lnTo>
                    <a:pt x="2110740" y="10160"/>
                  </a:lnTo>
                  <a:lnTo>
                    <a:pt x="2110740" y="3810"/>
                  </a:lnTo>
                  <a:lnTo>
                    <a:pt x="2109470" y="3810"/>
                  </a:lnTo>
                  <a:lnTo>
                    <a:pt x="2109470" y="0"/>
                  </a:lnTo>
                  <a:lnTo>
                    <a:pt x="3810" y="0"/>
                  </a:lnTo>
                  <a:lnTo>
                    <a:pt x="3810" y="3810"/>
                  </a:lnTo>
                  <a:lnTo>
                    <a:pt x="2540" y="3810"/>
                  </a:lnTo>
                  <a:lnTo>
                    <a:pt x="2540" y="10160"/>
                  </a:lnTo>
                  <a:lnTo>
                    <a:pt x="1270" y="10160"/>
                  </a:lnTo>
                  <a:lnTo>
                    <a:pt x="1270" y="22860"/>
                  </a:lnTo>
                  <a:lnTo>
                    <a:pt x="0" y="22860"/>
                  </a:lnTo>
                  <a:lnTo>
                    <a:pt x="0" y="41910"/>
                  </a:lnTo>
                  <a:lnTo>
                    <a:pt x="2113280" y="41910"/>
                  </a:lnTo>
                  <a:lnTo>
                    <a:pt x="2113280" y="22860"/>
                  </a:lnTo>
                  <a:close/>
                </a:path>
              </a:pathLst>
            </a:custGeom>
            <a:solidFill>
              <a:srgbClr val="F2E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38">
              <a:extLst>
                <a:ext uri="{FF2B5EF4-FFF2-40B4-BE49-F238E27FC236}">
                  <a16:creationId xmlns:a16="http://schemas.microsoft.com/office/drawing/2014/main" id="{DF6BB285-9604-E2F6-FDD1-3DACCF147ACF}"/>
                </a:ext>
              </a:extLst>
            </p:cNvPr>
            <p:cNvSpPr/>
            <p:nvPr/>
          </p:nvSpPr>
          <p:spPr>
            <a:xfrm>
              <a:off x="6739890" y="215138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F2E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39">
              <a:extLst>
                <a:ext uri="{FF2B5EF4-FFF2-40B4-BE49-F238E27FC236}">
                  <a16:creationId xmlns:a16="http://schemas.microsoft.com/office/drawing/2014/main" id="{0FE37313-C010-E709-4F57-C0A26674BE18}"/>
                </a:ext>
              </a:extLst>
            </p:cNvPr>
            <p:cNvSpPr/>
            <p:nvPr/>
          </p:nvSpPr>
          <p:spPr>
            <a:xfrm>
              <a:off x="6739890" y="219456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F1EE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0">
              <a:extLst>
                <a:ext uri="{FF2B5EF4-FFF2-40B4-BE49-F238E27FC236}">
                  <a16:creationId xmlns:a16="http://schemas.microsoft.com/office/drawing/2014/main" id="{3BA289D7-DC6C-5929-6AF0-B915C8FC9D8C}"/>
                </a:ext>
              </a:extLst>
            </p:cNvPr>
            <p:cNvSpPr/>
            <p:nvPr/>
          </p:nvSpPr>
          <p:spPr>
            <a:xfrm>
              <a:off x="6739890" y="223774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F1ED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1">
              <a:extLst>
                <a:ext uri="{FF2B5EF4-FFF2-40B4-BE49-F238E27FC236}">
                  <a16:creationId xmlns:a16="http://schemas.microsoft.com/office/drawing/2014/main" id="{6B370AA1-886C-646A-6A11-70351C395886}"/>
                </a:ext>
              </a:extLst>
            </p:cNvPr>
            <p:cNvSpPr/>
            <p:nvPr/>
          </p:nvSpPr>
          <p:spPr>
            <a:xfrm>
              <a:off x="6739890" y="228092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79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2113279" y="4190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F0ED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2">
              <a:extLst>
                <a:ext uri="{FF2B5EF4-FFF2-40B4-BE49-F238E27FC236}">
                  <a16:creationId xmlns:a16="http://schemas.microsoft.com/office/drawing/2014/main" id="{BB8796CD-799B-EF7E-39CD-CD971DA0FCD1}"/>
                </a:ext>
              </a:extLst>
            </p:cNvPr>
            <p:cNvSpPr/>
            <p:nvPr/>
          </p:nvSpPr>
          <p:spPr>
            <a:xfrm>
              <a:off x="6739890" y="232283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F0EC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3">
              <a:extLst>
                <a:ext uri="{FF2B5EF4-FFF2-40B4-BE49-F238E27FC236}">
                  <a16:creationId xmlns:a16="http://schemas.microsoft.com/office/drawing/2014/main" id="{399F54D3-050F-2E83-02A9-D2F3939CDD2C}"/>
                </a:ext>
              </a:extLst>
            </p:cNvPr>
            <p:cNvSpPr/>
            <p:nvPr/>
          </p:nvSpPr>
          <p:spPr>
            <a:xfrm>
              <a:off x="6739890" y="236601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F0EC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4">
              <a:extLst>
                <a:ext uri="{FF2B5EF4-FFF2-40B4-BE49-F238E27FC236}">
                  <a16:creationId xmlns:a16="http://schemas.microsoft.com/office/drawing/2014/main" id="{9E7CFB8C-0CC0-5DBE-70F6-643186926C58}"/>
                </a:ext>
              </a:extLst>
            </p:cNvPr>
            <p:cNvSpPr/>
            <p:nvPr/>
          </p:nvSpPr>
          <p:spPr>
            <a:xfrm>
              <a:off x="6739890" y="240919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FEB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5">
              <a:extLst>
                <a:ext uri="{FF2B5EF4-FFF2-40B4-BE49-F238E27FC236}">
                  <a16:creationId xmlns:a16="http://schemas.microsoft.com/office/drawing/2014/main" id="{59B4E88E-BB40-2F7A-1F81-3D6A4A58D459}"/>
                </a:ext>
              </a:extLst>
            </p:cNvPr>
            <p:cNvSpPr/>
            <p:nvPr/>
          </p:nvSpPr>
          <p:spPr>
            <a:xfrm>
              <a:off x="6739890" y="245237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FE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46">
              <a:extLst>
                <a:ext uri="{FF2B5EF4-FFF2-40B4-BE49-F238E27FC236}">
                  <a16:creationId xmlns:a16="http://schemas.microsoft.com/office/drawing/2014/main" id="{25410F8D-0104-5FC6-0607-C96809815174}"/>
                </a:ext>
              </a:extLst>
            </p:cNvPr>
            <p:cNvSpPr/>
            <p:nvPr/>
          </p:nvSpPr>
          <p:spPr>
            <a:xfrm>
              <a:off x="6739890" y="249555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7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2113279" y="4191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EEA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47">
              <a:extLst>
                <a:ext uri="{FF2B5EF4-FFF2-40B4-BE49-F238E27FC236}">
                  <a16:creationId xmlns:a16="http://schemas.microsoft.com/office/drawing/2014/main" id="{F9BE103C-2AA3-7C82-8131-50431C7887DC}"/>
                </a:ext>
              </a:extLst>
            </p:cNvPr>
            <p:cNvSpPr/>
            <p:nvPr/>
          </p:nvSpPr>
          <p:spPr>
            <a:xfrm>
              <a:off x="6739890" y="253746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EEA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48">
              <a:extLst>
                <a:ext uri="{FF2B5EF4-FFF2-40B4-BE49-F238E27FC236}">
                  <a16:creationId xmlns:a16="http://schemas.microsoft.com/office/drawing/2014/main" id="{CCB519B7-1382-2871-6E49-E4CD48B4D836}"/>
                </a:ext>
              </a:extLst>
            </p:cNvPr>
            <p:cNvSpPr/>
            <p:nvPr/>
          </p:nvSpPr>
          <p:spPr>
            <a:xfrm>
              <a:off x="6739890" y="258064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EE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49">
              <a:extLst>
                <a:ext uri="{FF2B5EF4-FFF2-40B4-BE49-F238E27FC236}">
                  <a16:creationId xmlns:a16="http://schemas.microsoft.com/office/drawing/2014/main" id="{EE41AD74-1808-9F6B-9AE2-98095D34FE35}"/>
                </a:ext>
              </a:extLst>
            </p:cNvPr>
            <p:cNvSpPr/>
            <p:nvPr/>
          </p:nvSpPr>
          <p:spPr>
            <a:xfrm>
              <a:off x="6739890" y="262382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DE9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0">
              <a:extLst>
                <a:ext uri="{FF2B5EF4-FFF2-40B4-BE49-F238E27FC236}">
                  <a16:creationId xmlns:a16="http://schemas.microsoft.com/office/drawing/2014/main" id="{E138F73E-DD32-CEDD-9C06-7A5CF3B65454}"/>
                </a:ext>
              </a:extLst>
            </p:cNvPr>
            <p:cNvSpPr/>
            <p:nvPr/>
          </p:nvSpPr>
          <p:spPr>
            <a:xfrm>
              <a:off x="6739890" y="266700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DE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1">
              <a:extLst>
                <a:ext uri="{FF2B5EF4-FFF2-40B4-BE49-F238E27FC236}">
                  <a16:creationId xmlns:a16="http://schemas.microsoft.com/office/drawing/2014/main" id="{28828AB9-1009-4E4B-FAD1-15308217C598}"/>
                </a:ext>
              </a:extLst>
            </p:cNvPr>
            <p:cNvSpPr/>
            <p:nvPr/>
          </p:nvSpPr>
          <p:spPr>
            <a:xfrm>
              <a:off x="6739890" y="271018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7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2113279" y="4191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DE8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2">
              <a:extLst>
                <a:ext uri="{FF2B5EF4-FFF2-40B4-BE49-F238E27FC236}">
                  <a16:creationId xmlns:a16="http://schemas.microsoft.com/office/drawing/2014/main" id="{5C7CD3F2-80C5-521B-34A9-6E3FB56B3EE0}"/>
                </a:ext>
              </a:extLst>
            </p:cNvPr>
            <p:cNvSpPr/>
            <p:nvPr/>
          </p:nvSpPr>
          <p:spPr>
            <a:xfrm>
              <a:off x="6739890" y="275209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CE7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3">
              <a:extLst>
                <a:ext uri="{FF2B5EF4-FFF2-40B4-BE49-F238E27FC236}">
                  <a16:creationId xmlns:a16="http://schemas.microsoft.com/office/drawing/2014/main" id="{D0D8345F-16D8-75FD-EE0A-8FCF25B6288C}"/>
                </a:ext>
              </a:extLst>
            </p:cNvPr>
            <p:cNvSpPr/>
            <p:nvPr/>
          </p:nvSpPr>
          <p:spPr>
            <a:xfrm>
              <a:off x="6739890" y="279527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CE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4">
              <a:extLst>
                <a:ext uri="{FF2B5EF4-FFF2-40B4-BE49-F238E27FC236}">
                  <a16:creationId xmlns:a16="http://schemas.microsoft.com/office/drawing/2014/main" id="{F04784C4-F8BB-3D59-4CB2-6D73BC3BA073}"/>
                </a:ext>
              </a:extLst>
            </p:cNvPr>
            <p:cNvSpPr/>
            <p:nvPr/>
          </p:nvSpPr>
          <p:spPr>
            <a:xfrm>
              <a:off x="6739890" y="283845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BE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5">
              <a:extLst>
                <a:ext uri="{FF2B5EF4-FFF2-40B4-BE49-F238E27FC236}">
                  <a16:creationId xmlns:a16="http://schemas.microsoft.com/office/drawing/2014/main" id="{0290513C-72FF-CA79-EB87-69C49D318A5D}"/>
                </a:ext>
              </a:extLst>
            </p:cNvPr>
            <p:cNvSpPr/>
            <p:nvPr/>
          </p:nvSpPr>
          <p:spPr>
            <a:xfrm>
              <a:off x="6739890" y="288163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BE6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56">
              <a:extLst>
                <a:ext uri="{FF2B5EF4-FFF2-40B4-BE49-F238E27FC236}">
                  <a16:creationId xmlns:a16="http://schemas.microsoft.com/office/drawing/2014/main" id="{D140731F-C1B8-C974-27EC-7581E2E869DB}"/>
                </a:ext>
              </a:extLst>
            </p:cNvPr>
            <p:cNvSpPr/>
            <p:nvPr/>
          </p:nvSpPr>
          <p:spPr>
            <a:xfrm>
              <a:off x="6739890" y="292481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7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2113279" y="4191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B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57">
              <a:extLst>
                <a:ext uri="{FF2B5EF4-FFF2-40B4-BE49-F238E27FC236}">
                  <a16:creationId xmlns:a16="http://schemas.microsoft.com/office/drawing/2014/main" id="{36BF9DFA-F06F-D01A-A48A-71A03752342C}"/>
                </a:ext>
              </a:extLst>
            </p:cNvPr>
            <p:cNvSpPr/>
            <p:nvPr/>
          </p:nvSpPr>
          <p:spPr>
            <a:xfrm>
              <a:off x="6739890" y="296672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A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58">
              <a:extLst>
                <a:ext uri="{FF2B5EF4-FFF2-40B4-BE49-F238E27FC236}">
                  <a16:creationId xmlns:a16="http://schemas.microsoft.com/office/drawing/2014/main" id="{FA8ABCCC-B50D-067C-6252-55FC953F0FEC}"/>
                </a:ext>
              </a:extLst>
            </p:cNvPr>
            <p:cNvSpPr/>
            <p:nvPr/>
          </p:nvSpPr>
          <p:spPr>
            <a:xfrm>
              <a:off x="6739890" y="300990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AE4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59">
              <a:extLst>
                <a:ext uri="{FF2B5EF4-FFF2-40B4-BE49-F238E27FC236}">
                  <a16:creationId xmlns:a16="http://schemas.microsoft.com/office/drawing/2014/main" id="{BF5B8B0B-BD6D-22A6-560B-FBC4B1D436B7}"/>
                </a:ext>
              </a:extLst>
            </p:cNvPr>
            <p:cNvSpPr/>
            <p:nvPr/>
          </p:nvSpPr>
          <p:spPr>
            <a:xfrm>
              <a:off x="6739890" y="305308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9E4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0">
              <a:extLst>
                <a:ext uri="{FF2B5EF4-FFF2-40B4-BE49-F238E27FC236}">
                  <a16:creationId xmlns:a16="http://schemas.microsoft.com/office/drawing/2014/main" id="{66506CFA-8D4F-7652-DEE3-4318BA9C25E8}"/>
                </a:ext>
              </a:extLst>
            </p:cNvPr>
            <p:cNvSpPr/>
            <p:nvPr/>
          </p:nvSpPr>
          <p:spPr>
            <a:xfrm>
              <a:off x="6739890" y="309626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7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2113279" y="4191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9E4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1">
              <a:extLst>
                <a:ext uri="{FF2B5EF4-FFF2-40B4-BE49-F238E27FC236}">
                  <a16:creationId xmlns:a16="http://schemas.microsoft.com/office/drawing/2014/main" id="{D29EE2CF-92B0-77D8-4406-EDAC56D04211}"/>
                </a:ext>
              </a:extLst>
            </p:cNvPr>
            <p:cNvSpPr/>
            <p:nvPr/>
          </p:nvSpPr>
          <p:spPr>
            <a:xfrm>
              <a:off x="6739890" y="313817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9E3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2">
              <a:extLst>
                <a:ext uri="{FF2B5EF4-FFF2-40B4-BE49-F238E27FC236}">
                  <a16:creationId xmlns:a16="http://schemas.microsoft.com/office/drawing/2014/main" id="{509B0F9A-36CF-8BEC-A68C-487E8CED0323}"/>
                </a:ext>
              </a:extLst>
            </p:cNvPr>
            <p:cNvSpPr/>
            <p:nvPr/>
          </p:nvSpPr>
          <p:spPr>
            <a:xfrm>
              <a:off x="6739890" y="318135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80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8E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3">
              <a:extLst>
                <a:ext uri="{FF2B5EF4-FFF2-40B4-BE49-F238E27FC236}">
                  <a16:creationId xmlns:a16="http://schemas.microsoft.com/office/drawing/2014/main" id="{3A21137F-4650-93A7-B2A4-FB2396B8173C}"/>
                </a:ext>
              </a:extLst>
            </p:cNvPr>
            <p:cNvSpPr/>
            <p:nvPr/>
          </p:nvSpPr>
          <p:spPr>
            <a:xfrm>
              <a:off x="6739890" y="322453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8E2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4">
              <a:extLst>
                <a:ext uri="{FF2B5EF4-FFF2-40B4-BE49-F238E27FC236}">
                  <a16:creationId xmlns:a16="http://schemas.microsoft.com/office/drawing/2014/main" id="{FAF0B062-2140-39A2-7E6E-872D6AE71AE2}"/>
                </a:ext>
              </a:extLst>
            </p:cNvPr>
            <p:cNvSpPr/>
            <p:nvPr/>
          </p:nvSpPr>
          <p:spPr>
            <a:xfrm>
              <a:off x="6739890" y="326771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7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2113279" y="4191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8E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5">
              <a:extLst>
                <a:ext uri="{FF2B5EF4-FFF2-40B4-BE49-F238E27FC236}">
                  <a16:creationId xmlns:a16="http://schemas.microsoft.com/office/drawing/2014/main" id="{D93B8586-CDFC-CB81-7F2C-671D07C63714}"/>
                </a:ext>
              </a:extLst>
            </p:cNvPr>
            <p:cNvSpPr/>
            <p:nvPr/>
          </p:nvSpPr>
          <p:spPr>
            <a:xfrm>
              <a:off x="6739890" y="330962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7E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66">
              <a:extLst>
                <a:ext uri="{FF2B5EF4-FFF2-40B4-BE49-F238E27FC236}">
                  <a16:creationId xmlns:a16="http://schemas.microsoft.com/office/drawing/2014/main" id="{B9E9B0DF-3B92-F677-CDA9-58F83878BC4F}"/>
                </a:ext>
              </a:extLst>
            </p:cNvPr>
            <p:cNvSpPr/>
            <p:nvPr/>
          </p:nvSpPr>
          <p:spPr>
            <a:xfrm>
              <a:off x="6739890" y="335280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7E1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67">
              <a:extLst>
                <a:ext uri="{FF2B5EF4-FFF2-40B4-BE49-F238E27FC236}">
                  <a16:creationId xmlns:a16="http://schemas.microsoft.com/office/drawing/2014/main" id="{60819FE1-A7C0-F72C-EFA7-3F01C6219212}"/>
                </a:ext>
              </a:extLst>
            </p:cNvPr>
            <p:cNvSpPr/>
            <p:nvPr/>
          </p:nvSpPr>
          <p:spPr>
            <a:xfrm>
              <a:off x="6739890" y="339598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6E0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68">
              <a:extLst>
                <a:ext uri="{FF2B5EF4-FFF2-40B4-BE49-F238E27FC236}">
                  <a16:creationId xmlns:a16="http://schemas.microsoft.com/office/drawing/2014/main" id="{E1ACD436-1D35-7900-18B0-2AF68692ADEE}"/>
                </a:ext>
              </a:extLst>
            </p:cNvPr>
            <p:cNvSpPr/>
            <p:nvPr/>
          </p:nvSpPr>
          <p:spPr>
            <a:xfrm>
              <a:off x="6739890" y="343916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6E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69">
              <a:extLst>
                <a:ext uri="{FF2B5EF4-FFF2-40B4-BE49-F238E27FC236}">
                  <a16:creationId xmlns:a16="http://schemas.microsoft.com/office/drawing/2014/main" id="{5F7E9C72-CF27-6547-7E23-871FDE27F67F}"/>
                </a:ext>
              </a:extLst>
            </p:cNvPr>
            <p:cNvSpPr/>
            <p:nvPr/>
          </p:nvSpPr>
          <p:spPr>
            <a:xfrm>
              <a:off x="6739890" y="348234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7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2113279" y="4191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6D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0">
              <a:extLst>
                <a:ext uri="{FF2B5EF4-FFF2-40B4-BE49-F238E27FC236}">
                  <a16:creationId xmlns:a16="http://schemas.microsoft.com/office/drawing/2014/main" id="{1CD609AA-B4C3-D5AB-F1FB-3037F09B9C3E}"/>
                </a:ext>
              </a:extLst>
            </p:cNvPr>
            <p:cNvSpPr/>
            <p:nvPr/>
          </p:nvSpPr>
          <p:spPr>
            <a:xfrm>
              <a:off x="6739890" y="352425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5D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1">
              <a:extLst>
                <a:ext uri="{FF2B5EF4-FFF2-40B4-BE49-F238E27FC236}">
                  <a16:creationId xmlns:a16="http://schemas.microsoft.com/office/drawing/2014/main" id="{04B2987C-E513-E38F-57A7-4AC65EC22C4F}"/>
                </a:ext>
              </a:extLst>
            </p:cNvPr>
            <p:cNvSpPr/>
            <p:nvPr/>
          </p:nvSpPr>
          <p:spPr>
            <a:xfrm>
              <a:off x="6739890" y="356743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5DE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2">
              <a:extLst>
                <a:ext uri="{FF2B5EF4-FFF2-40B4-BE49-F238E27FC236}">
                  <a16:creationId xmlns:a16="http://schemas.microsoft.com/office/drawing/2014/main" id="{9D59725C-7F2A-3859-7454-403177774DFF}"/>
                </a:ext>
              </a:extLst>
            </p:cNvPr>
            <p:cNvSpPr/>
            <p:nvPr/>
          </p:nvSpPr>
          <p:spPr>
            <a:xfrm>
              <a:off x="6739890" y="361061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4DE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3">
              <a:extLst>
                <a:ext uri="{FF2B5EF4-FFF2-40B4-BE49-F238E27FC236}">
                  <a16:creationId xmlns:a16="http://schemas.microsoft.com/office/drawing/2014/main" id="{3D54F2DC-C01D-6859-1FA9-AA93181404BA}"/>
                </a:ext>
              </a:extLst>
            </p:cNvPr>
            <p:cNvSpPr/>
            <p:nvPr/>
          </p:nvSpPr>
          <p:spPr>
            <a:xfrm>
              <a:off x="6739890" y="365379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4DD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4">
              <a:extLst>
                <a:ext uri="{FF2B5EF4-FFF2-40B4-BE49-F238E27FC236}">
                  <a16:creationId xmlns:a16="http://schemas.microsoft.com/office/drawing/2014/main" id="{C8C0305A-C4AE-C214-BEDE-83FC9238D0E0}"/>
                </a:ext>
              </a:extLst>
            </p:cNvPr>
            <p:cNvSpPr/>
            <p:nvPr/>
          </p:nvSpPr>
          <p:spPr>
            <a:xfrm>
              <a:off x="6739890" y="369697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79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2113279" y="4190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4DD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5">
              <a:extLst>
                <a:ext uri="{FF2B5EF4-FFF2-40B4-BE49-F238E27FC236}">
                  <a16:creationId xmlns:a16="http://schemas.microsoft.com/office/drawing/2014/main" id="{14F9380A-52D7-EBAD-E012-5378E4147B33}"/>
                </a:ext>
              </a:extLst>
            </p:cNvPr>
            <p:cNvSpPr/>
            <p:nvPr/>
          </p:nvSpPr>
          <p:spPr>
            <a:xfrm>
              <a:off x="6739890" y="373888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3DC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76">
              <a:extLst>
                <a:ext uri="{FF2B5EF4-FFF2-40B4-BE49-F238E27FC236}">
                  <a16:creationId xmlns:a16="http://schemas.microsoft.com/office/drawing/2014/main" id="{08F89249-AF37-0F57-266D-16EA10B4738C}"/>
                </a:ext>
              </a:extLst>
            </p:cNvPr>
            <p:cNvSpPr/>
            <p:nvPr/>
          </p:nvSpPr>
          <p:spPr>
            <a:xfrm>
              <a:off x="6739890" y="378206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3D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77">
              <a:extLst>
                <a:ext uri="{FF2B5EF4-FFF2-40B4-BE49-F238E27FC236}">
                  <a16:creationId xmlns:a16="http://schemas.microsoft.com/office/drawing/2014/main" id="{45E5658F-2F4F-7C53-2882-3DF1F4EF331E}"/>
                </a:ext>
              </a:extLst>
            </p:cNvPr>
            <p:cNvSpPr/>
            <p:nvPr/>
          </p:nvSpPr>
          <p:spPr>
            <a:xfrm>
              <a:off x="6739890" y="382524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113279" y="43180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3D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78">
              <a:extLst>
                <a:ext uri="{FF2B5EF4-FFF2-40B4-BE49-F238E27FC236}">
                  <a16:creationId xmlns:a16="http://schemas.microsoft.com/office/drawing/2014/main" id="{C471E655-E825-BEFF-F9E0-3873C356E440}"/>
                </a:ext>
              </a:extLst>
            </p:cNvPr>
            <p:cNvSpPr/>
            <p:nvPr/>
          </p:nvSpPr>
          <p:spPr>
            <a:xfrm>
              <a:off x="6739890" y="3868420"/>
              <a:ext cx="2113280" cy="43180"/>
            </a:xfrm>
            <a:custGeom>
              <a:avLst/>
              <a:gdLst/>
              <a:ahLst/>
              <a:cxnLst/>
              <a:rect l="l" t="t" r="r" b="b"/>
              <a:pathLst>
                <a:path w="2113279" h="43179">
                  <a:moveTo>
                    <a:pt x="211327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13279" y="43179"/>
                  </a:lnTo>
                  <a:lnTo>
                    <a:pt x="2113279" y="0"/>
                  </a:lnTo>
                  <a:close/>
                </a:path>
              </a:pathLst>
            </a:custGeom>
            <a:solidFill>
              <a:srgbClr val="E2D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79">
              <a:extLst>
                <a:ext uri="{FF2B5EF4-FFF2-40B4-BE49-F238E27FC236}">
                  <a16:creationId xmlns:a16="http://schemas.microsoft.com/office/drawing/2014/main" id="{0F7B555F-E6D3-B536-0E09-1A52CFAD0301}"/>
                </a:ext>
              </a:extLst>
            </p:cNvPr>
            <p:cNvSpPr/>
            <p:nvPr/>
          </p:nvSpPr>
          <p:spPr>
            <a:xfrm>
              <a:off x="6739890" y="3911600"/>
              <a:ext cx="2113280" cy="41910"/>
            </a:xfrm>
            <a:custGeom>
              <a:avLst/>
              <a:gdLst/>
              <a:ahLst/>
              <a:cxnLst/>
              <a:rect l="l" t="t" r="r" b="b"/>
              <a:pathLst>
                <a:path w="2113279" h="41910">
                  <a:moveTo>
                    <a:pt x="211328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1270" y="19050"/>
                  </a:lnTo>
                  <a:lnTo>
                    <a:pt x="1270" y="31750"/>
                  </a:lnTo>
                  <a:lnTo>
                    <a:pt x="2540" y="31750"/>
                  </a:lnTo>
                  <a:lnTo>
                    <a:pt x="2540" y="38100"/>
                  </a:lnTo>
                  <a:lnTo>
                    <a:pt x="3810" y="38100"/>
                  </a:lnTo>
                  <a:lnTo>
                    <a:pt x="3810" y="41910"/>
                  </a:lnTo>
                  <a:lnTo>
                    <a:pt x="2109470" y="41910"/>
                  </a:lnTo>
                  <a:lnTo>
                    <a:pt x="2109470" y="38100"/>
                  </a:lnTo>
                  <a:lnTo>
                    <a:pt x="2110740" y="38100"/>
                  </a:lnTo>
                  <a:lnTo>
                    <a:pt x="2110740" y="31750"/>
                  </a:lnTo>
                  <a:lnTo>
                    <a:pt x="2112010" y="31750"/>
                  </a:lnTo>
                  <a:lnTo>
                    <a:pt x="2112010" y="19050"/>
                  </a:lnTo>
                  <a:lnTo>
                    <a:pt x="2113280" y="19050"/>
                  </a:lnTo>
                  <a:lnTo>
                    <a:pt x="2113280" y="0"/>
                  </a:lnTo>
                  <a:close/>
                </a:path>
              </a:pathLst>
            </a:custGeom>
            <a:solidFill>
              <a:srgbClr val="E2D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0">
              <a:extLst>
                <a:ext uri="{FF2B5EF4-FFF2-40B4-BE49-F238E27FC236}">
                  <a16:creationId xmlns:a16="http://schemas.microsoft.com/office/drawing/2014/main" id="{C519FD31-55E7-D3A1-A742-91C6D67FCE05}"/>
                </a:ext>
              </a:extLst>
            </p:cNvPr>
            <p:cNvSpPr/>
            <p:nvPr/>
          </p:nvSpPr>
          <p:spPr>
            <a:xfrm>
              <a:off x="6743700" y="3953509"/>
              <a:ext cx="2105660" cy="43180"/>
            </a:xfrm>
            <a:custGeom>
              <a:avLst/>
              <a:gdLst/>
              <a:ahLst/>
              <a:cxnLst/>
              <a:rect l="l" t="t" r="r" b="b"/>
              <a:pathLst>
                <a:path w="2105659" h="43179">
                  <a:moveTo>
                    <a:pt x="2094230" y="35572"/>
                  </a:moveTo>
                  <a:lnTo>
                    <a:pt x="11430" y="35572"/>
                  </a:lnTo>
                  <a:lnTo>
                    <a:pt x="11430" y="38100"/>
                  </a:lnTo>
                  <a:lnTo>
                    <a:pt x="12700" y="38100"/>
                  </a:lnTo>
                  <a:lnTo>
                    <a:pt x="12700" y="40640"/>
                  </a:lnTo>
                  <a:lnTo>
                    <a:pt x="13970" y="40640"/>
                  </a:lnTo>
                  <a:lnTo>
                    <a:pt x="13970" y="43180"/>
                  </a:lnTo>
                  <a:lnTo>
                    <a:pt x="2091690" y="43180"/>
                  </a:lnTo>
                  <a:lnTo>
                    <a:pt x="2091690" y="40640"/>
                  </a:lnTo>
                  <a:lnTo>
                    <a:pt x="2092960" y="40640"/>
                  </a:lnTo>
                  <a:lnTo>
                    <a:pt x="2092960" y="38100"/>
                  </a:lnTo>
                  <a:lnTo>
                    <a:pt x="2094230" y="38100"/>
                  </a:lnTo>
                  <a:lnTo>
                    <a:pt x="2094230" y="35572"/>
                  </a:lnTo>
                  <a:close/>
                </a:path>
                <a:path w="2105659" h="43179">
                  <a:moveTo>
                    <a:pt x="2096770" y="29222"/>
                  </a:moveTo>
                  <a:lnTo>
                    <a:pt x="8890" y="29222"/>
                  </a:lnTo>
                  <a:lnTo>
                    <a:pt x="8890" y="31750"/>
                  </a:lnTo>
                  <a:lnTo>
                    <a:pt x="10160" y="31750"/>
                  </a:lnTo>
                  <a:lnTo>
                    <a:pt x="10160" y="35560"/>
                  </a:lnTo>
                  <a:lnTo>
                    <a:pt x="2095500" y="35560"/>
                  </a:lnTo>
                  <a:lnTo>
                    <a:pt x="2095500" y="31750"/>
                  </a:lnTo>
                  <a:lnTo>
                    <a:pt x="2096770" y="31750"/>
                  </a:lnTo>
                  <a:lnTo>
                    <a:pt x="2096770" y="29222"/>
                  </a:lnTo>
                  <a:close/>
                </a:path>
                <a:path w="2105659" h="43179">
                  <a:moveTo>
                    <a:pt x="21056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7620"/>
                  </a:lnTo>
                  <a:lnTo>
                    <a:pt x="2540" y="7620"/>
                  </a:lnTo>
                  <a:lnTo>
                    <a:pt x="2540" y="12700"/>
                  </a:lnTo>
                  <a:lnTo>
                    <a:pt x="3810" y="12700"/>
                  </a:lnTo>
                  <a:lnTo>
                    <a:pt x="3810" y="17780"/>
                  </a:lnTo>
                  <a:lnTo>
                    <a:pt x="5080" y="17780"/>
                  </a:lnTo>
                  <a:lnTo>
                    <a:pt x="5080" y="22860"/>
                  </a:lnTo>
                  <a:lnTo>
                    <a:pt x="6350" y="22860"/>
                  </a:lnTo>
                  <a:lnTo>
                    <a:pt x="6350" y="26670"/>
                  </a:lnTo>
                  <a:lnTo>
                    <a:pt x="7620" y="26670"/>
                  </a:lnTo>
                  <a:lnTo>
                    <a:pt x="7620" y="29210"/>
                  </a:lnTo>
                  <a:lnTo>
                    <a:pt x="2098040" y="29210"/>
                  </a:lnTo>
                  <a:lnTo>
                    <a:pt x="2098040" y="26670"/>
                  </a:lnTo>
                  <a:lnTo>
                    <a:pt x="2099310" y="26670"/>
                  </a:lnTo>
                  <a:lnTo>
                    <a:pt x="2099310" y="22860"/>
                  </a:lnTo>
                  <a:lnTo>
                    <a:pt x="2100580" y="22860"/>
                  </a:lnTo>
                  <a:lnTo>
                    <a:pt x="2100580" y="17780"/>
                  </a:lnTo>
                  <a:lnTo>
                    <a:pt x="2101850" y="17780"/>
                  </a:lnTo>
                  <a:lnTo>
                    <a:pt x="2101850" y="12700"/>
                  </a:lnTo>
                  <a:lnTo>
                    <a:pt x="2103120" y="12700"/>
                  </a:lnTo>
                  <a:lnTo>
                    <a:pt x="2103120" y="7620"/>
                  </a:lnTo>
                  <a:lnTo>
                    <a:pt x="2104390" y="7620"/>
                  </a:lnTo>
                  <a:lnTo>
                    <a:pt x="2104390" y="2540"/>
                  </a:lnTo>
                  <a:lnTo>
                    <a:pt x="2105660" y="2540"/>
                  </a:lnTo>
                  <a:lnTo>
                    <a:pt x="2105660" y="0"/>
                  </a:lnTo>
                  <a:close/>
                </a:path>
              </a:pathLst>
            </a:custGeom>
            <a:solidFill>
              <a:srgbClr val="E1D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1">
              <a:extLst>
                <a:ext uri="{FF2B5EF4-FFF2-40B4-BE49-F238E27FC236}">
                  <a16:creationId xmlns:a16="http://schemas.microsoft.com/office/drawing/2014/main" id="{018CAF07-A765-8267-8065-A8FEBAF1A6D6}"/>
                </a:ext>
              </a:extLst>
            </p:cNvPr>
            <p:cNvSpPr/>
            <p:nvPr/>
          </p:nvSpPr>
          <p:spPr>
            <a:xfrm>
              <a:off x="6758940" y="3996689"/>
              <a:ext cx="2076450" cy="43180"/>
            </a:xfrm>
            <a:custGeom>
              <a:avLst/>
              <a:gdLst/>
              <a:ahLst/>
              <a:cxnLst/>
              <a:rect l="l" t="t" r="r" b="b"/>
              <a:pathLst>
                <a:path w="2076450" h="43179">
                  <a:moveTo>
                    <a:pt x="2058670" y="30492"/>
                  </a:moveTo>
                  <a:lnTo>
                    <a:pt x="17780" y="30492"/>
                  </a:lnTo>
                  <a:lnTo>
                    <a:pt x="17780" y="33020"/>
                  </a:lnTo>
                  <a:lnTo>
                    <a:pt x="19050" y="33020"/>
                  </a:lnTo>
                  <a:lnTo>
                    <a:pt x="19050" y="34290"/>
                  </a:lnTo>
                  <a:lnTo>
                    <a:pt x="20320" y="34290"/>
                  </a:lnTo>
                  <a:lnTo>
                    <a:pt x="20320" y="35560"/>
                  </a:lnTo>
                  <a:lnTo>
                    <a:pt x="20320" y="36830"/>
                  </a:lnTo>
                  <a:lnTo>
                    <a:pt x="21590" y="36830"/>
                  </a:lnTo>
                  <a:lnTo>
                    <a:pt x="21590" y="38100"/>
                  </a:lnTo>
                  <a:lnTo>
                    <a:pt x="22860" y="38100"/>
                  </a:lnTo>
                  <a:lnTo>
                    <a:pt x="22860" y="39370"/>
                  </a:lnTo>
                  <a:lnTo>
                    <a:pt x="22860" y="40640"/>
                  </a:lnTo>
                  <a:lnTo>
                    <a:pt x="24130" y="40640"/>
                  </a:lnTo>
                  <a:lnTo>
                    <a:pt x="24130" y="41910"/>
                  </a:lnTo>
                  <a:lnTo>
                    <a:pt x="25400" y="41910"/>
                  </a:lnTo>
                  <a:lnTo>
                    <a:pt x="25400" y="43180"/>
                  </a:lnTo>
                  <a:lnTo>
                    <a:pt x="2051050" y="43180"/>
                  </a:lnTo>
                  <a:lnTo>
                    <a:pt x="2051050" y="41910"/>
                  </a:lnTo>
                  <a:lnTo>
                    <a:pt x="2051050" y="40640"/>
                  </a:lnTo>
                  <a:lnTo>
                    <a:pt x="2052320" y="40640"/>
                  </a:lnTo>
                  <a:lnTo>
                    <a:pt x="2052320" y="39370"/>
                  </a:lnTo>
                  <a:lnTo>
                    <a:pt x="2053590" y="39370"/>
                  </a:lnTo>
                  <a:lnTo>
                    <a:pt x="2053590" y="38100"/>
                  </a:lnTo>
                  <a:lnTo>
                    <a:pt x="2054860" y="38100"/>
                  </a:lnTo>
                  <a:lnTo>
                    <a:pt x="2054860" y="36830"/>
                  </a:lnTo>
                  <a:lnTo>
                    <a:pt x="2054860" y="35560"/>
                  </a:lnTo>
                  <a:lnTo>
                    <a:pt x="2056117" y="35560"/>
                  </a:lnTo>
                  <a:lnTo>
                    <a:pt x="2056117" y="34290"/>
                  </a:lnTo>
                  <a:lnTo>
                    <a:pt x="2057400" y="34290"/>
                  </a:lnTo>
                  <a:lnTo>
                    <a:pt x="2057400" y="33020"/>
                  </a:lnTo>
                  <a:lnTo>
                    <a:pt x="2058670" y="33020"/>
                  </a:lnTo>
                  <a:lnTo>
                    <a:pt x="2058670" y="30492"/>
                  </a:lnTo>
                  <a:close/>
                </a:path>
                <a:path w="2076450" h="43179">
                  <a:moveTo>
                    <a:pt x="2062467" y="25412"/>
                  </a:moveTo>
                  <a:lnTo>
                    <a:pt x="13970" y="25412"/>
                  </a:lnTo>
                  <a:lnTo>
                    <a:pt x="13970" y="26670"/>
                  </a:lnTo>
                  <a:lnTo>
                    <a:pt x="15240" y="26670"/>
                  </a:lnTo>
                  <a:lnTo>
                    <a:pt x="15240" y="27940"/>
                  </a:lnTo>
                  <a:lnTo>
                    <a:pt x="15240" y="29210"/>
                  </a:lnTo>
                  <a:lnTo>
                    <a:pt x="16510" y="29210"/>
                  </a:lnTo>
                  <a:lnTo>
                    <a:pt x="16510" y="30480"/>
                  </a:lnTo>
                  <a:lnTo>
                    <a:pt x="2059940" y="30480"/>
                  </a:lnTo>
                  <a:lnTo>
                    <a:pt x="2059940" y="29210"/>
                  </a:lnTo>
                  <a:lnTo>
                    <a:pt x="2059940" y="27940"/>
                  </a:lnTo>
                  <a:lnTo>
                    <a:pt x="2061210" y="27940"/>
                  </a:lnTo>
                  <a:lnTo>
                    <a:pt x="2061210" y="26670"/>
                  </a:lnTo>
                  <a:lnTo>
                    <a:pt x="2062467" y="26670"/>
                  </a:lnTo>
                  <a:lnTo>
                    <a:pt x="2062467" y="25412"/>
                  </a:lnTo>
                  <a:close/>
                </a:path>
                <a:path w="2076450" h="43179">
                  <a:moveTo>
                    <a:pt x="2066290" y="17792"/>
                  </a:moveTo>
                  <a:lnTo>
                    <a:pt x="8890" y="17792"/>
                  </a:lnTo>
                  <a:lnTo>
                    <a:pt x="8890" y="20320"/>
                  </a:lnTo>
                  <a:lnTo>
                    <a:pt x="10160" y="20320"/>
                  </a:lnTo>
                  <a:lnTo>
                    <a:pt x="10160" y="21590"/>
                  </a:lnTo>
                  <a:lnTo>
                    <a:pt x="11430" y="21590"/>
                  </a:lnTo>
                  <a:lnTo>
                    <a:pt x="11430" y="22860"/>
                  </a:lnTo>
                  <a:lnTo>
                    <a:pt x="11430" y="24130"/>
                  </a:lnTo>
                  <a:lnTo>
                    <a:pt x="12700" y="24130"/>
                  </a:lnTo>
                  <a:lnTo>
                    <a:pt x="12700" y="25400"/>
                  </a:lnTo>
                  <a:lnTo>
                    <a:pt x="2062480" y="25400"/>
                  </a:lnTo>
                  <a:lnTo>
                    <a:pt x="2062480" y="24130"/>
                  </a:lnTo>
                  <a:lnTo>
                    <a:pt x="2063750" y="24130"/>
                  </a:lnTo>
                  <a:lnTo>
                    <a:pt x="2063750" y="22860"/>
                  </a:lnTo>
                  <a:lnTo>
                    <a:pt x="2065020" y="22860"/>
                  </a:lnTo>
                  <a:lnTo>
                    <a:pt x="2065020" y="21590"/>
                  </a:lnTo>
                  <a:lnTo>
                    <a:pt x="2065020" y="20320"/>
                  </a:lnTo>
                  <a:lnTo>
                    <a:pt x="2066290" y="20320"/>
                  </a:lnTo>
                  <a:lnTo>
                    <a:pt x="2066290" y="17792"/>
                  </a:lnTo>
                  <a:close/>
                </a:path>
                <a:path w="2076450" h="43179">
                  <a:moveTo>
                    <a:pt x="2076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2540" y="7620"/>
                  </a:lnTo>
                  <a:lnTo>
                    <a:pt x="3810" y="762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5080" y="10160"/>
                  </a:lnTo>
                  <a:lnTo>
                    <a:pt x="5080" y="11430"/>
                  </a:lnTo>
                  <a:lnTo>
                    <a:pt x="5080" y="12700"/>
                  </a:lnTo>
                  <a:lnTo>
                    <a:pt x="6350" y="12700"/>
                  </a:lnTo>
                  <a:lnTo>
                    <a:pt x="6350" y="13970"/>
                  </a:lnTo>
                  <a:lnTo>
                    <a:pt x="6350" y="15240"/>
                  </a:lnTo>
                  <a:lnTo>
                    <a:pt x="7620" y="15240"/>
                  </a:lnTo>
                  <a:lnTo>
                    <a:pt x="7620" y="16510"/>
                  </a:lnTo>
                  <a:lnTo>
                    <a:pt x="7620" y="17780"/>
                  </a:lnTo>
                  <a:lnTo>
                    <a:pt x="2067560" y="17780"/>
                  </a:lnTo>
                  <a:lnTo>
                    <a:pt x="2067560" y="16510"/>
                  </a:lnTo>
                  <a:lnTo>
                    <a:pt x="2068817" y="16510"/>
                  </a:lnTo>
                  <a:lnTo>
                    <a:pt x="2068817" y="15240"/>
                  </a:lnTo>
                  <a:lnTo>
                    <a:pt x="2068830" y="13970"/>
                  </a:lnTo>
                  <a:lnTo>
                    <a:pt x="2070100" y="13970"/>
                  </a:lnTo>
                  <a:lnTo>
                    <a:pt x="2070100" y="12700"/>
                  </a:lnTo>
                  <a:lnTo>
                    <a:pt x="2070100" y="11430"/>
                  </a:lnTo>
                  <a:lnTo>
                    <a:pt x="2071370" y="11430"/>
                  </a:lnTo>
                  <a:lnTo>
                    <a:pt x="2071370" y="10160"/>
                  </a:lnTo>
                  <a:lnTo>
                    <a:pt x="2071370" y="8890"/>
                  </a:lnTo>
                  <a:lnTo>
                    <a:pt x="2072640" y="8890"/>
                  </a:lnTo>
                  <a:lnTo>
                    <a:pt x="2072640" y="7620"/>
                  </a:lnTo>
                  <a:lnTo>
                    <a:pt x="2072640" y="6350"/>
                  </a:lnTo>
                  <a:lnTo>
                    <a:pt x="2073910" y="6350"/>
                  </a:lnTo>
                  <a:lnTo>
                    <a:pt x="2073910" y="5080"/>
                  </a:lnTo>
                  <a:lnTo>
                    <a:pt x="2073910" y="3810"/>
                  </a:lnTo>
                  <a:lnTo>
                    <a:pt x="2075167" y="3810"/>
                  </a:lnTo>
                  <a:lnTo>
                    <a:pt x="2075167" y="2540"/>
                  </a:lnTo>
                  <a:lnTo>
                    <a:pt x="2075180" y="1270"/>
                  </a:lnTo>
                  <a:lnTo>
                    <a:pt x="2076450" y="1270"/>
                  </a:lnTo>
                  <a:lnTo>
                    <a:pt x="2076450" y="0"/>
                  </a:lnTo>
                  <a:close/>
                </a:path>
              </a:pathLst>
            </a:custGeom>
            <a:solidFill>
              <a:srgbClr val="E1D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2">
              <a:extLst>
                <a:ext uri="{FF2B5EF4-FFF2-40B4-BE49-F238E27FC236}">
                  <a16:creationId xmlns:a16="http://schemas.microsoft.com/office/drawing/2014/main" id="{F4908D33-2B9F-4FFB-E7CE-062825F83546}"/>
                </a:ext>
              </a:extLst>
            </p:cNvPr>
            <p:cNvSpPr/>
            <p:nvPr/>
          </p:nvSpPr>
          <p:spPr>
            <a:xfrm>
              <a:off x="6785610" y="4039869"/>
              <a:ext cx="2023110" cy="41910"/>
            </a:xfrm>
            <a:custGeom>
              <a:avLst/>
              <a:gdLst/>
              <a:ahLst/>
              <a:cxnLst/>
              <a:rect l="l" t="t" r="r" b="b"/>
              <a:pathLst>
                <a:path w="2023109" h="41910">
                  <a:moveTo>
                    <a:pt x="1982470" y="39382"/>
                  </a:moveTo>
                  <a:lnTo>
                    <a:pt x="39370" y="39382"/>
                  </a:lnTo>
                  <a:lnTo>
                    <a:pt x="39370" y="40640"/>
                  </a:lnTo>
                  <a:lnTo>
                    <a:pt x="40640" y="40640"/>
                  </a:lnTo>
                  <a:lnTo>
                    <a:pt x="40640" y="41910"/>
                  </a:lnTo>
                  <a:lnTo>
                    <a:pt x="1981200" y="41910"/>
                  </a:lnTo>
                  <a:lnTo>
                    <a:pt x="1981200" y="40640"/>
                  </a:lnTo>
                  <a:lnTo>
                    <a:pt x="1982470" y="40640"/>
                  </a:lnTo>
                  <a:lnTo>
                    <a:pt x="1982470" y="39382"/>
                  </a:lnTo>
                  <a:close/>
                </a:path>
                <a:path w="2023109" h="41910">
                  <a:moveTo>
                    <a:pt x="1990090" y="33032"/>
                  </a:moveTo>
                  <a:lnTo>
                    <a:pt x="31750" y="33032"/>
                  </a:lnTo>
                  <a:lnTo>
                    <a:pt x="31750" y="34290"/>
                  </a:lnTo>
                  <a:lnTo>
                    <a:pt x="33020" y="34290"/>
                  </a:lnTo>
                  <a:lnTo>
                    <a:pt x="33020" y="35560"/>
                  </a:lnTo>
                  <a:lnTo>
                    <a:pt x="34290" y="35560"/>
                  </a:lnTo>
                  <a:lnTo>
                    <a:pt x="34290" y="36830"/>
                  </a:lnTo>
                  <a:lnTo>
                    <a:pt x="35560" y="36830"/>
                  </a:lnTo>
                  <a:lnTo>
                    <a:pt x="35560" y="38100"/>
                  </a:lnTo>
                  <a:lnTo>
                    <a:pt x="38100" y="38100"/>
                  </a:lnTo>
                  <a:lnTo>
                    <a:pt x="38100" y="39370"/>
                  </a:lnTo>
                  <a:lnTo>
                    <a:pt x="1983740" y="39370"/>
                  </a:lnTo>
                  <a:lnTo>
                    <a:pt x="1983740" y="38100"/>
                  </a:lnTo>
                  <a:lnTo>
                    <a:pt x="1985010" y="38100"/>
                  </a:lnTo>
                  <a:lnTo>
                    <a:pt x="1985010" y="36830"/>
                  </a:lnTo>
                  <a:lnTo>
                    <a:pt x="1987550" y="36830"/>
                  </a:lnTo>
                  <a:lnTo>
                    <a:pt x="1987550" y="35560"/>
                  </a:lnTo>
                  <a:lnTo>
                    <a:pt x="1988820" y="35560"/>
                  </a:lnTo>
                  <a:lnTo>
                    <a:pt x="1988820" y="34290"/>
                  </a:lnTo>
                  <a:lnTo>
                    <a:pt x="1990090" y="34290"/>
                  </a:lnTo>
                  <a:lnTo>
                    <a:pt x="1990090" y="33032"/>
                  </a:lnTo>
                  <a:close/>
                </a:path>
                <a:path w="2023109" h="41910">
                  <a:moveTo>
                    <a:pt x="1996440" y="26682"/>
                  </a:moveTo>
                  <a:lnTo>
                    <a:pt x="24130" y="26682"/>
                  </a:lnTo>
                  <a:lnTo>
                    <a:pt x="24130" y="27940"/>
                  </a:lnTo>
                  <a:lnTo>
                    <a:pt x="25400" y="27940"/>
                  </a:lnTo>
                  <a:lnTo>
                    <a:pt x="25400" y="29210"/>
                  </a:lnTo>
                  <a:lnTo>
                    <a:pt x="27940" y="29210"/>
                  </a:lnTo>
                  <a:lnTo>
                    <a:pt x="27940" y="30480"/>
                  </a:lnTo>
                  <a:lnTo>
                    <a:pt x="29210" y="30480"/>
                  </a:lnTo>
                  <a:lnTo>
                    <a:pt x="29210" y="31750"/>
                  </a:lnTo>
                  <a:lnTo>
                    <a:pt x="30480" y="31750"/>
                  </a:lnTo>
                  <a:lnTo>
                    <a:pt x="30480" y="33020"/>
                  </a:lnTo>
                  <a:lnTo>
                    <a:pt x="1991360" y="33020"/>
                  </a:lnTo>
                  <a:lnTo>
                    <a:pt x="1991360" y="31750"/>
                  </a:lnTo>
                  <a:lnTo>
                    <a:pt x="1992630" y="31750"/>
                  </a:lnTo>
                  <a:lnTo>
                    <a:pt x="1992630" y="30480"/>
                  </a:lnTo>
                  <a:lnTo>
                    <a:pt x="1993900" y="30480"/>
                  </a:lnTo>
                  <a:lnTo>
                    <a:pt x="1993900" y="29210"/>
                  </a:lnTo>
                  <a:lnTo>
                    <a:pt x="1995170" y="29210"/>
                  </a:lnTo>
                  <a:lnTo>
                    <a:pt x="1995170" y="27940"/>
                  </a:lnTo>
                  <a:lnTo>
                    <a:pt x="1996440" y="27940"/>
                  </a:lnTo>
                  <a:lnTo>
                    <a:pt x="1996440" y="26682"/>
                  </a:lnTo>
                  <a:close/>
                </a:path>
                <a:path w="2023109" h="41910">
                  <a:moveTo>
                    <a:pt x="2004060" y="20332"/>
                  </a:moveTo>
                  <a:lnTo>
                    <a:pt x="17780" y="20332"/>
                  </a:lnTo>
                  <a:lnTo>
                    <a:pt x="17780" y="21590"/>
                  </a:lnTo>
                  <a:lnTo>
                    <a:pt x="19050" y="21590"/>
                  </a:lnTo>
                  <a:lnTo>
                    <a:pt x="19050" y="22860"/>
                  </a:lnTo>
                  <a:lnTo>
                    <a:pt x="20320" y="22860"/>
                  </a:lnTo>
                  <a:lnTo>
                    <a:pt x="20320" y="24130"/>
                  </a:lnTo>
                  <a:lnTo>
                    <a:pt x="21590" y="24130"/>
                  </a:lnTo>
                  <a:lnTo>
                    <a:pt x="21590" y="25400"/>
                  </a:lnTo>
                  <a:lnTo>
                    <a:pt x="22860" y="25400"/>
                  </a:lnTo>
                  <a:lnTo>
                    <a:pt x="22860" y="26670"/>
                  </a:lnTo>
                  <a:lnTo>
                    <a:pt x="1998980" y="26670"/>
                  </a:lnTo>
                  <a:lnTo>
                    <a:pt x="1998980" y="25400"/>
                  </a:lnTo>
                  <a:lnTo>
                    <a:pt x="2000250" y="25400"/>
                  </a:lnTo>
                  <a:lnTo>
                    <a:pt x="2000250" y="24130"/>
                  </a:lnTo>
                  <a:lnTo>
                    <a:pt x="2001520" y="24130"/>
                  </a:lnTo>
                  <a:lnTo>
                    <a:pt x="2001520" y="22860"/>
                  </a:lnTo>
                  <a:lnTo>
                    <a:pt x="2002790" y="22860"/>
                  </a:lnTo>
                  <a:lnTo>
                    <a:pt x="2002790" y="21590"/>
                  </a:lnTo>
                  <a:lnTo>
                    <a:pt x="2004060" y="21590"/>
                  </a:lnTo>
                  <a:lnTo>
                    <a:pt x="2004060" y="20332"/>
                  </a:lnTo>
                  <a:close/>
                </a:path>
                <a:path w="2023109" h="41910">
                  <a:moveTo>
                    <a:pt x="2010410" y="13982"/>
                  </a:moveTo>
                  <a:lnTo>
                    <a:pt x="11430" y="13982"/>
                  </a:lnTo>
                  <a:lnTo>
                    <a:pt x="11430" y="15240"/>
                  </a:lnTo>
                  <a:lnTo>
                    <a:pt x="12700" y="15240"/>
                  </a:lnTo>
                  <a:lnTo>
                    <a:pt x="12700" y="16510"/>
                  </a:lnTo>
                  <a:lnTo>
                    <a:pt x="13970" y="16510"/>
                  </a:lnTo>
                  <a:lnTo>
                    <a:pt x="13970" y="17780"/>
                  </a:lnTo>
                  <a:lnTo>
                    <a:pt x="15240" y="17780"/>
                  </a:lnTo>
                  <a:lnTo>
                    <a:pt x="15240" y="19050"/>
                  </a:lnTo>
                  <a:lnTo>
                    <a:pt x="16510" y="19050"/>
                  </a:lnTo>
                  <a:lnTo>
                    <a:pt x="16510" y="20320"/>
                  </a:lnTo>
                  <a:lnTo>
                    <a:pt x="2005330" y="20320"/>
                  </a:lnTo>
                  <a:lnTo>
                    <a:pt x="2005330" y="19050"/>
                  </a:lnTo>
                  <a:lnTo>
                    <a:pt x="2006600" y="19050"/>
                  </a:lnTo>
                  <a:lnTo>
                    <a:pt x="2006600" y="17780"/>
                  </a:lnTo>
                  <a:lnTo>
                    <a:pt x="2007870" y="17780"/>
                  </a:lnTo>
                  <a:lnTo>
                    <a:pt x="2007870" y="16510"/>
                  </a:lnTo>
                  <a:lnTo>
                    <a:pt x="2009140" y="16510"/>
                  </a:lnTo>
                  <a:lnTo>
                    <a:pt x="2009140" y="15240"/>
                  </a:lnTo>
                  <a:lnTo>
                    <a:pt x="2010410" y="15240"/>
                  </a:lnTo>
                  <a:lnTo>
                    <a:pt x="2010410" y="13982"/>
                  </a:lnTo>
                  <a:close/>
                </a:path>
                <a:path w="2023109" h="41910">
                  <a:moveTo>
                    <a:pt x="2016760" y="7632"/>
                  </a:moveTo>
                  <a:lnTo>
                    <a:pt x="5080" y="7632"/>
                  </a:lnTo>
                  <a:lnTo>
                    <a:pt x="5080" y="8890"/>
                  </a:lnTo>
                  <a:lnTo>
                    <a:pt x="6350" y="8890"/>
                  </a:lnTo>
                  <a:lnTo>
                    <a:pt x="6350" y="10160"/>
                  </a:lnTo>
                  <a:lnTo>
                    <a:pt x="7620" y="10160"/>
                  </a:lnTo>
                  <a:lnTo>
                    <a:pt x="7620" y="11430"/>
                  </a:lnTo>
                  <a:lnTo>
                    <a:pt x="8890" y="11430"/>
                  </a:lnTo>
                  <a:lnTo>
                    <a:pt x="8890" y="12700"/>
                  </a:lnTo>
                  <a:lnTo>
                    <a:pt x="10160" y="12700"/>
                  </a:lnTo>
                  <a:lnTo>
                    <a:pt x="10160" y="13970"/>
                  </a:lnTo>
                  <a:lnTo>
                    <a:pt x="2011680" y="13970"/>
                  </a:lnTo>
                  <a:lnTo>
                    <a:pt x="2011680" y="12700"/>
                  </a:lnTo>
                  <a:lnTo>
                    <a:pt x="2012950" y="12700"/>
                  </a:lnTo>
                  <a:lnTo>
                    <a:pt x="2012950" y="11430"/>
                  </a:lnTo>
                  <a:lnTo>
                    <a:pt x="2014220" y="11430"/>
                  </a:lnTo>
                  <a:lnTo>
                    <a:pt x="2014220" y="10160"/>
                  </a:lnTo>
                  <a:lnTo>
                    <a:pt x="2015490" y="10160"/>
                  </a:lnTo>
                  <a:lnTo>
                    <a:pt x="2015490" y="8890"/>
                  </a:lnTo>
                  <a:lnTo>
                    <a:pt x="2016760" y="8890"/>
                  </a:lnTo>
                  <a:lnTo>
                    <a:pt x="2016760" y="7632"/>
                  </a:lnTo>
                  <a:close/>
                </a:path>
                <a:path w="2023109" h="41910">
                  <a:moveTo>
                    <a:pt x="2021840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2018030" y="7620"/>
                  </a:lnTo>
                  <a:lnTo>
                    <a:pt x="2018030" y="6350"/>
                  </a:lnTo>
                  <a:lnTo>
                    <a:pt x="2019300" y="6350"/>
                  </a:lnTo>
                  <a:lnTo>
                    <a:pt x="2019300" y="5080"/>
                  </a:lnTo>
                  <a:lnTo>
                    <a:pt x="2020570" y="5080"/>
                  </a:lnTo>
                  <a:lnTo>
                    <a:pt x="2020570" y="3810"/>
                  </a:lnTo>
                  <a:lnTo>
                    <a:pt x="2020570" y="2540"/>
                  </a:lnTo>
                  <a:lnTo>
                    <a:pt x="2021840" y="2540"/>
                  </a:lnTo>
                  <a:lnTo>
                    <a:pt x="2021840" y="1282"/>
                  </a:lnTo>
                  <a:close/>
                </a:path>
                <a:path w="2023109" h="41910">
                  <a:moveTo>
                    <a:pt x="202309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023097" y="1270"/>
                  </a:lnTo>
                  <a:lnTo>
                    <a:pt x="2023097" y="0"/>
                  </a:lnTo>
                  <a:close/>
                </a:path>
              </a:pathLst>
            </a:custGeom>
            <a:solidFill>
              <a:srgbClr val="E1D9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3">
              <a:extLst>
                <a:ext uri="{FF2B5EF4-FFF2-40B4-BE49-F238E27FC236}">
                  <a16:creationId xmlns:a16="http://schemas.microsoft.com/office/drawing/2014/main" id="{FE17D368-C282-365A-3BA0-01FA97A64935}"/>
                </a:ext>
              </a:extLst>
            </p:cNvPr>
            <p:cNvSpPr/>
            <p:nvPr/>
          </p:nvSpPr>
          <p:spPr>
            <a:xfrm>
              <a:off x="6828790" y="4081779"/>
              <a:ext cx="1936750" cy="44450"/>
            </a:xfrm>
            <a:custGeom>
              <a:avLst/>
              <a:gdLst/>
              <a:ahLst/>
              <a:cxnLst/>
              <a:rect l="l" t="t" r="r" b="b"/>
              <a:pathLst>
                <a:path w="1936750" h="44450">
                  <a:moveTo>
                    <a:pt x="1840230" y="41922"/>
                  </a:moveTo>
                  <a:lnTo>
                    <a:pt x="95250" y="41922"/>
                  </a:lnTo>
                  <a:lnTo>
                    <a:pt x="95250" y="43180"/>
                  </a:lnTo>
                  <a:lnTo>
                    <a:pt x="114300" y="43180"/>
                  </a:lnTo>
                  <a:lnTo>
                    <a:pt x="114300" y="44450"/>
                  </a:lnTo>
                  <a:lnTo>
                    <a:pt x="1821180" y="44450"/>
                  </a:lnTo>
                  <a:lnTo>
                    <a:pt x="1821180" y="43180"/>
                  </a:lnTo>
                  <a:lnTo>
                    <a:pt x="1840230" y="43180"/>
                  </a:lnTo>
                  <a:lnTo>
                    <a:pt x="1840230" y="41922"/>
                  </a:lnTo>
                  <a:close/>
                </a:path>
                <a:path w="1936750" h="44450">
                  <a:moveTo>
                    <a:pt x="1866900" y="35572"/>
                  </a:moveTo>
                  <a:lnTo>
                    <a:pt x="66040" y="35572"/>
                  </a:lnTo>
                  <a:lnTo>
                    <a:pt x="66040" y="36830"/>
                  </a:lnTo>
                  <a:lnTo>
                    <a:pt x="69850" y="36830"/>
                  </a:lnTo>
                  <a:lnTo>
                    <a:pt x="69850" y="38100"/>
                  </a:lnTo>
                  <a:lnTo>
                    <a:pt x="76200" y="38100"/>
                  </a:lnTo>
                  <a:lnTo>
                    <a:pt x="76200" y="39370"/>
                  </a:lnTo>
                  <a:lnTo>
                    <a:pt x="80010" y="39370"/>
                  </a:lnTo>
                  <a:lnTo>
                    <a:pt x="80010" y="40640"/>
                  </a:lnTo>
                  <a:lnTo>
                    <a:pt x="86360" y="40640"/>
                  </a:lnTo>
                  <a:lnTo>
                    <a:pt x="86360" y="41910"/>
                  </a:lnTo>
                  <a:lnTo>
                    <a:pt x="1844040" y="41910"/>
                  </a:lnTo>
                  <a:lnTo>
                    <a:pt x="1844040" y="40640"/>
                  </a:lnTo>
                  <a:lnTo>
                    <a:pt x="1850390" y="40640"/>
                  </a:lnTo>
                  <a:lnTo>
                    <a:pt x="1850390" y="39370"/>
                  </a:lnTo>
                  <a:lnTo>
                    <a:pt x="1859280" y="39370"/>
                  </a:lnTo>
                  <a:lnTo>
                    <a:pt x="1859280" y="38100"/>
                  </a:lnTo>
                  <a:lnTo>
                    <a:pt x="1861820" y="38100"/>
                  </a:lnTo>
                  <a:lnTo>
                    <a:pt x="1861820" y="36830"/>
                  </a:lnTo>
                  <a:lnTo>
                    <a:pt x="1866900" y="36830"/>
                  </a:lnTo>
                  <a:lnTo>
                    <a:pt x="1866900" y="35572"/>
                  </a:lnTo>
                  <a:close/>
                </a:path>
                <a:path w="1936750" h="44450">
                  <a:moveTo>
                    <a:pt x="1885950" y="29222"/>
                  </a:moveTo>
                  <a:lnTo>
                    <a:pt x="48260" y="29222"/>
                  </a:lnTo>
                  <a:lnTo>
                    <a:pt x="48260" y="30480"/>
                  </a:lnTo>
                  <a:lnTo>
                    <a:pt x="52070" y="30480"/>
                  </a:lnTo>
                  <a:lnTo>
                    <a:pt x="52070" y="31750"/>
                  </a:lnTo>
                  <a:lnTo>
                    <a:pt x="54610" y="31750"/>
                  </a:lnTo>
                  <a:lnTo>
                    <a:pt x="54610" y="33020"/>
                  </a:lnTo>
                  <a:lnTo>
                    <a:pt x="58420" y="33020"/>
                  </a:lnTo>
                  <a:lnTo>
                    <a:pt x="58420" y="34290"/>
                  </a:lnTo>
                  <a:lnTo>
                    <a:pt x="60960" y="34290"/>
                  </a:lnTo>
                  <a:lnTo>
                    <a:pt x="60960" y="35560"/>
                  </a:lnTo>
                  <a:lnTo>
                    <a:pt x="1870710" y="35560"/>
                  </a:lnTo>
                  <a:lnTo>
                    <a:pt x="1870710" y="34290"/>
                  </a:lnTo>
                  <a:lnTo>
                    <a:pt x="1877060" y="34290"/>
                  </a:lnTo>
                  <a:lnTo>
                    <a:pt x="1877060" y="33020"/>
                  </a:lnTo>
                  <a:lnTo>
                    <a:pt x="1879600" y="33020"/>
                  </a:lnTo>
                  <a:lnTo>
                    <a:pt x="1879600" y="31750"/>
                  </a:lnTo>
                  <a:lnTo>
                    <a:pt x="1882140" y="31750"/>
                  </a:lnTo>
                  <a:lnTo>
                    <a:pt x="1882140" y="30480"/>
                  </a:lnTo>
                  <a:lnTo>
                    <a:pt x="1885950" y="30480"/>
                  </a:lnTo>
                  <a:lnTo>
                    <a:pt x="1885950" y="29222"/>
                  </a:lnTo>
                  <a:close/>
                </a:path>
                <a:path w="1936750" h="44450">
                  <a:moveTo>
                    <a:pt x="1899920" y="22872"/>
                  </a:moveTo>
                  <a:lnTo>
                    <a:pt x="34290" y="22872"/>
                  </a:lnTo>
                  <a:lnTo>
                    <a:pt x="34290" y="24130"/>
                  </a:lnTo>
                  <a:lnTo>
                    <a:pt x="36830" y="24130"/>
                  </a:lnTo>
                  <a:lnTo>
                    <a:pt x="36830" y="25400"/>
                  </a:lnTo>
                  <a:lnTo>
                    <a:pt x="40640" y="25400"/>
                  </a:lnTo>
                  <a:lnTo>
                    <a:pt x="40640" y="26670"/>
                  </a:lnTo>
                  <a:lnTo>
                    <a:pt x="43180" y="26670"/>
                  </a:lnTo>
                  <a:lnTo>
                    <a:pt x="43180" y="27940"/>
                  </a:lnTo>
                  <a:lnTo>
                    <a:pt x="45720" y="27940"/>
                  </a:lnTo>
                  <a:lnTo>
                    <a:pt x="45720" y="29210"/>
                  </a:lnTo>
                  <a:lnTo>
                    <a:pt x="1888490" y="29210"/>
                  </a:lnTo>
                  <a:lnTo>
                    <a:pt x="1888490" y="27940"/>
                  </a:lnTo>
                  <a:lnTo>
                    <a:pt x="1892300" y="27940"/>
                  </a:lnTo>
                  <a:lnTo>
                    <a:pt x="1892300" y="26670"/>
                  </a:lnTo>
                  <a:lnTo>
                    <a:pt x="1896110" y="26670"/>
                  </a:lnTo>
                  <a:lnTo>
                    <a:pt x="1896110" y="25400"/>
                  </a:lnTo>
                  <a:lnTo>
                    <a:pt x="1897380" y="25400"/>
                  </a:lnTo>
                  <a:lnTo>
                    <a:pt x="1897380" y="24130"/>
                  </a:lnTo>
                  <a:lnTo>
                    <a:pt x="1899920" y="24130"/>
                  </a:lnTo>
                  <a:lnTo>
                    <a:pt x="1899920" y="22872"/>
                  </a:lnTo>
                  <a:close/>
                </a:path>
                <a:path w="1936750" h="44450">
                  <a:moveTo>
                    <a:pt x="1913890" y="16522"/>
                  </a:moveTo>
                  <a:lnTo>
                    <a:pt x="22860" y="16522"/>
                  </a:lnTo>
                  <a:lnTo>
                    <a:pt x="22860" y="17780"/>
                  </a:lnTo>
                  <a:lnTo>
                    <a:pt x="24130" y="17780"/>
                  </a:lnTo>
                  <a:lnTo>
                    <a:pt x="24130" y="19050"/>
                  </a:lnTo>
                  <a:lnTo>
                    <a:pt x="26670" y="19050"/>
                  </a:lnTo>
                  <a:lnTo>
                    <a:pt x="26670" y="20320"/>
                  </a:lnTo>
                  <a:lnTo>
                    <a:pt x="29210" y="20320"/>
                  </a:lnTo>
                  <a:lnTo>
                    <a:pt x="29210" y="21590"/>
                  </a:lnTo>
                  <a:lnTo>
                    <a:pt x="31750" y="21590"/>
                  </a:lnTo>
                  <a:lnTo>
                    <a:pt x="31750" y="22860"/>
                  </a:lnTo>
                  <a:lnTo>
                    <a:pt x="1902460" y="22860"/>
                  </a:lnTo>
                  <a:lnTo>
                    <a:pt x="1902460" y="21590"/>
                  </a:lnTo>
                  <a:lnTo>
                    <a:pt x="1905000" y="21590"/>
                  </a:lnTo>
                  <a:lnTo>
                    <a:pt x="1905000" y="20320"/>
                  </a:lnTo>
                  <a:lnTo>
                    <a:pt x="1907540" y="20320"/>
                  </a:lnTo>
                  <a:lnTo>
                    <a:pt x="1907540" y="19050"/>
                  </a:lnTo>
                  <a:lnTo>
                    <a:pt x="1910080" y="19050"/>
                  </a:lnTo>
                  <a:lnTo>
                    <a:pt x="1910080" y="17780"/>
                  </a:lnTo>
                  <a:lnTo>
                    <a:pt x="1913890" y="17780"/>
                  </a:lnTo>
                  <a:lnTo>
                    <a:pt x="1913890" y="16522"/>
                  </a:lnTo>
                  <a:close/>
                </a:path>
                <a:path w="1936750" h="44450">
                  <a:moveTo>
                    <a:pt x="1922767" y="10172"/>
                  </a:moveTo>
                  <a:lnTo>
                    <a:pt x="13970" y="10172"/>
                  </a:lnTo>
                  <a:lnTo>
                    <a:pt x="13970" y="11430"/>
                  </a:lnTo>
                  <a:lnTo>
                    <a:pt x="15240" y="11430"/>
                  </a:lnTo>
                  <a:lnTo>
                    <a:pt x="15240" y="12700"/>
                  </a:lnTo>
                  <a:lnTo>
                    <a:pt x="16510" y="12700"/>
                  </a:lnTo>
                  <a:lnTo>
                    <a:pt x="16510" y="13970"/>
                  </a:lnTo>
                  <a:lnTo>
                    <a:pt x="19050" y="13970"/>
                  </a:lnTo>
                  <a:lnTo>
                    <a:pt x="19050" y="15240"/>
                  </a:lnTo>
                  <a:lnTo>
                    <a:pt x="20320" y="15240"/>
                  </a:lnTo>
                  <a:lnTo>
                    <a:pt x="20320" y="16510"/>
                  </a:lnTo>
                  <a:lnTo>
                    <a:pt x="1915160" y="16510"/>
                  </a:lnTo>
                  <a:lnTo>
                    <a:pt x="1915160" y="15240"/>
                  </a:lnTo>
                  <a:lnTo>
                    <a:pt x="1917700" y="15240"/>
                  </a:lnTo>
                  <a:lnTo>
                    <a:pt x="1917700" y="13970"/>
                  </a:lnTo>
                  <a:lnTo>
                    <a:pt x="1918970" y="13970"/>
                  </a:lnTo>
                  <a:lnTo>
                    <a:pt x="1918970" y="12700"/>
                  </a:lnTo>
                  <a:lnTo>
                    <a:pt x="1921510" y="12700"/>
                  </a:lnTo>
                  <a:lnTo>
                    <a:pt x="1921510" y="11430"/>
                  </a:lnTo>
                  <a:lnTo>
                    <a:pt x="1922767" y="11430"/>
                  </a:lnTo>
                  <a:lnTo>
                    <a:pt x="1922767" y="10172"/>
                  </a:lnTo>
                  <a:close/>
                </a:path>
                <a:path w="1936750" h="44450">
                  <a:moveTo>
                    <a:pt x="1931670" y="3822"/>
                  </a:moveTo>
                  <a:lnTo>
                    <a:pt x="5080" y="3822"/>
                  </a:lnTo>
                  <a:lnTo>
                    <a:pt x="508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10160" y="7620"/>
                  </a:lnTo>
                  <a:lnTo>
                    <a:pt x="10160" y="8890"/>
                  </a:lnTo>
                  <a:lnTo>
                    <a:pt x="11430" y="8890"/>
                  </a:lnTo>
                  <a:lnTo>
                    <a:pt x="11430" y="10160"/>
                  </a:lnTo>
                  <a:lnTo>
                    <a:pt x="1924050" y="10160"/>
                  </a:lnTo>
                  <a:lnTo>
                    <a:pt x="1924050" y="8890"/>
                  </a:lnTo>
                  <a:lnTo>
                    <a:pt x="1926590" y="8890"/>
                  </a:lnTo>
                  <a:lnTo>
                    <a:pt x="1926590" y="7620"/>
                  </a:lnTo>
                  <a:lnTo>
                    <a:pt x="1927860" y="7620"/>
                  </a:lnTo>
                  <a:lnTo>
                    <a:pt x="1927860" y="6350"/>
                  </a:lnTo>
                  <a:lnTo>
                    <a:pt x="1930400" y="6350"/>
                  </a:lnTo>
                  <a:lnTo>
                    <a:pt x="1930400" y="5080"/>
                  </a:lnTo>
                  <a:lnTo>
                    <a:pt x="1931670" y="5080"/>
                  </a:lnTo>
                  <a:lnTo>
                    <a:pt x="1931670" y="3822"/>
                  </a:lnTo>
                  <a:close/>
                </a:path>
                <a:path w="1936750" h="44450">
                  <a:moveTo>
                    <a:pt x="19367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1932940" y="3810"/>
                  </a:lnTo>
                  <a:lnTo>
                    <a:pt x="1932940" y="2540"/>
                  </a:lnTo>
                  <a:lnTo>
                    <a:pt x="1934210" y="2540"/>
                  </a:lnTo>
                  <a:lnTo>
                    <a:pt x="1934210" y="1270"/>
                  </a:lnTo>
                  <a:lnTo>
                    <a:pt x="1936750" y="1270"/>
                  </a:lnTo>
                  <a:lnTo>
                    <a:pt x="1936750" y="0"/>
                  </a:lnTo>
                  <a:close/>
                </a:path>
              </a:pathLst>
            </a:custGeom>
            <a:solidFill>
              <a:srgbClr val="E0D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4">
              <a:extLst>
                <a:ext uri="{FF2B5EF4-FFF2-40B4-BE49-F238E27FC236}">
                  <a16:creationId xmlns:a16="http://schemas.microsoft.com/office/drawing/2014/main" id="{17724935-002A-B5CE-B203-A9DAA1749558}"/>
                </a:ext>
              </a:extLst>
            </p:cNvPr>
            <p:cNvSpPr/>
            <p:nvPr/>
          </p:nvSpPr>
          <p:spPr>
            <a:xfrm>
              <a:off x="6739890" y="1938020"/>
              <a:ext cx="2112010" cy="2186940"/>
            </a:xfrm>
            <a:custGeom>
              <a:avLst/>
              <a:gdLst/>
              <a:ahLst/>
              <a:cxnLst/>
              <a:rect l="l" t="t" r="r" b="b"/>
              <a:pathLst>
                <a:path w="2112009" h="2186940">
                  <a:moveTo>
                    <a:pt x="203200" y="0"/>
                  </a:moveTo>
                  <a:lnTo>
                    <a:pt x="159953" y="5924"/>
                  </a:lnTo>
                  <a:lnTo>
                    <a:pt x="118483" y="22511"/>
                  </a:lnTo>
                  <a:lnTo>
                    <a:pt x="80569" y="47986"/>
                  </a:lnTo>
                  <a:lnTo>
                    <a:pt x="47986" y="80569"/>
                  </a:lnTo>
                  <a:lnTo>
                    <a:pt x="22511" y="118483"/>
                  </a:lnTo>
                  <a:lnTo>
                    <a:pt x="5924" y="159953"/>
                  </a:lnTo>
                  <a:lnTo>
                    <a:pt x="0" y="203200"/>
                  </a:lnTo>
                  <a:lnTo>
                    <a:pt x="0" y="1982469"/>
                  </a:lnTo>
                  <a:lnTo>
                    <a:pt x="5924" y="2025786"/>
                  </a:lnTo>
                  <a:lnTo>
                    <a:pt x="22511" y="2067437"/>
                  </a:lnTo>
                  <a:lnTo>
                    <a:pt x="47986" y="2105600"/>
                  </a:lnTo>
                  <a:lnTo>
                    <a:pt x="80569" y="2138454"/>
                  </a:lnTo>
                  <a:lnTo>
                    <a:pt x="118483" y="2164176"/>
                  </a:lnTo>
                  <a:lnTo>
                    <a:pt x="159953" y="2180945"/>
                  </a:lnTo>
                  <a:lnTo>
                    <a:pt x="203200" y="2186940"/>
                  </a:lnTo>
                  <a:lnTo>
                    <a:pt x="1908809" y="2186940"/>
                  </a:lnTo>
                  <a:lnTo>
                    <a:pt x="1952056" y="2180945"/>
                  </a:lnTo>
                  <a:lnTo>
                    <a:pt x="1993526" y="2164176"/>
                  </a:lnTo>
                  <a:lnTo>
                    <a:pt x="2031440" y="2138454"/>
                  </a:lnTo>
                  <a:lnTo>
                    <a:pt x="2064023" y="2105600"/>
                  </a:lnTo>
                  <a:lnTo>
                    <a:pt x="2089498" y="2067437"/>
                  </a:lnTo>
                  <a:lnTo>
                    <a:pt x="2106085" y="2025786"/>
                  </a:lnTo>
                  <a:lnTo>
                    <a:pt x="2112009" y="1982469"/>
                  </a:lnTo>
                  <a:lnTo>
                    <a:pt x="2112009" y="203200"/>
                  </a:lnTo>
                  <a:lnTo>
                    <a:pt x="2106085" y="159953"/>
                  </a:lnTo>
                  <a:lnTo>
                    <a:pt x="2089498" y="118483"/>
                  </a:lnTo>
                  <a:lnTo>
                    <a:pt x="2064023" y="80569"/>
                  </a:lnTo>
                  <a:lnTo>
                    <a:pt x="2031440" y="47986"/>
                  </a:lnTo>
                  <a:lnTo>
                    <a:pt x="1993526" y="22511"/>
                  </a:lnTo>
                  <a:lnTo>
                    <a:pt x="1952056" y="5924"/>
                  </a:lnTo>
                  <a:lnTo>
                    <a:pt x="1908809" y="0"/>
                  </a:lnTo>
                  <a:lnTo>
                    <a:pt x="203200" y="0"/>
                  </a:lnTo>
                  <a:close/>
                </a:path>
              </a:pathLst>
            </a:custGeom>
            <a:ln w="28393">
              <a:solidFill>
                <a:srgbClr val="8A7D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9" name="object 585">
            <a:extLst>
              <a:ext uri="{FF2B5EF4-FFF2-40B4-BE49-F238E27FC236}">
                <a16:creationId xmlns:a16="http://schemas.microsoft.com/office/drawing/2014/main" id="{90B92EC1-EC04-88ED-6379-57FC906EC4CB}"/>
              </a:ext>
            </a:extLst>
          </p:cNvPr>
          <p:cNvSpPr txBox="1"/>
          <p:nvPr/>
        </p:nvSpPr>
        <p:spPr>
          <a:xfrm>
            <a:off x="6856730" y="1671320"/>
            <a:ext cx="1882139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Networked</a:t>
            </a:r>
            <a:r>
              <a:rPr sz="1400" spc="-3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File</a:t>
            </a:r>
            <a:r>
              <a:rPr sz="1400" spc="-2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Sharing</a:t>
            </a:r>
          </a:p>
        </p:txBody>
      </p:sp>
      <p:grpSp>
        <p:nvGrpSpPr>
          <p:cNvPr id="590" name="object 586">
            <a:extLst>
              <a:ext uri="{FF2B5EF4-FFF2-40B4-BE49-F238E27FC236}">
                <a16:creationId xmlns:a16="http://schemas.microsoft.com/office/drawing/2014/main" id="{742D1DAB-FD89-5DE5-6DDD-FD037FEE3971}"/>
              </a:ext>
            </a:extLst>
          </p:cNvPr>
          <p:cNvGrpSpPr/>
          <p:nvPr/>
        </p:nvGrpSpPr>
        <p:grpSpPr>
          <a:xfrm>
            <a:off x="6826250" y="2021204"/>
            <a:ext cx="1939289" cy="2033905"/>
            <a:chOff x="6826250" y="2021204"/>
            <a:chExt cx="1939289" cy="2033905"/>
          </a:xfrm>
        </p:grpSpPr>
        <p:sp>
          <p:nvSpPr>
            <p:cNvPr id="591" name="object 587">
              <a:extLst>
                <a:ext uri="{FF2B5EF4-FFF2-40B4-BE49-F238E27FC236}">
                  <a16:creationId xmlns:a16="http://schemas.microsoft.com/office/drawing/2014/main" id="{63476FFD-7AD4-49C2-C738-5109886DF8DE}"/>
                </a:ext>
              </a:extLst>
            </p:cNvPr>
            <p:cNvSpPr/>
            <p:nvPr/>
          </p:nvSpPr>
          <p:spPr>
            <a:xfrm>
              <a:off x="6826250" y="3398519"/>
              <a:ext cx="1939289" cy="0"/>
            </a:xfrm>
            <a:custGeom>
              <a:avLst/>
              <a:gdLst/>
              <a:ahLst/>
              <a:cxnLst/>
              <a:rect l="l" t="t" r="r" b="b"/>
              <a:pathLst>
                <a:path w="1939290">
                  <a:moveTo>
                    <a:pt x="0" y="0"/>
                  </a:moveTo>
                  <a:lnTo>
                    <a:pt x="1939290" y="0"/>
                  </a:lnTo>
                </a:path>
              </a:pathLst>
            </a:custGeom>
            <a:ln w="19048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88">
              <a:extLst>
                <a:ext uri="{FF2B5EF4-FFF2-40B4-BE49-F238E27FC236}">
                  <a16:creationId xmlns:a16="http://schemas.microsoft.com/office/drawing/2014/main" id="{BDE92C1C-3A8B-3F42-FE99-5E24EDDC13F7}"/>
                </a:ext>
              </a:extLst>
            </p:cNvPr>
            <p:cNvSpPr/>
            <p:nvPr/>
          </p:nvSpPr>
          <p:spPr>
            <a:xfrm>
              <a:off x="7142479" y="3398519"/>
              <a:ext cx="1309370" cy="424180"/>
            </a:xfrm>
            <a:custGeom>
              <a:avLst/>
              <a:gdLst/>
              <a:ahLst/>
              <a:cxnLst/>
              <a:rect l="l" t="t" r="r" b="b"/>
              <a:pathLst>
                <a:path w="1309370" h="424179">
                  <a:moveTo>
                    <a:pt x="0" y="0"/>
                  </a:moveTo>
                  <a:lnTo>
                    <a:pt x="0" y="424179"/>
                  </a:lnTo>
                </a:path>
                <a:path w="1309370" h="424179">
                  <a:moveTo>
                    <a:pt x="574040" y="0"/>
                  </a:moveTo>
                  <a:lnTo>
                    <a:pt x="574040" y="424179"/>
                  </a:lnTo>
                </a:path>
                <a:path w="1309370" h="424179">
                  <a:moveTo>
                    <a:pt x="1309370" y="0"/>
                  </a:moveTo>
                  <a:lnTo>
                    <a:pt x="1309370" y="424179"/>
                  </a:lnTo>
                </a:path>
              </a:pathLst>
            </a:custGeom>
            <a:ln w="12579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89">
              <a:extLst>
                <a:ext uri="{FF2B5EF4-FFF2-40B4-BE49-F238E27FC236}">
                  <a16:creationId xmlns:a16="http://schemas.microsoft.com/office/drawing/2014/main" id="{E2B44522-EA88-D9CA-6497-B521F761485C}"/>
                </a:ext>
              </a:extLst>
            </p:cNvPr>
            <p:cNvSpPr/>
            <p:nvPr/>
          </p:nvSpPr>
          <p:spPr>
            <a:xfrm>
              <a:off x="6826250" y="2642869"/>
              <a:ext cx="1939289" cy="0"/>
            </a:xfrm>
            <a:custGeom>
              <a:avLst/>
              <a:gdLst/>
              <a:ahLst/>
              <a:cxnLst/>
              <a:rect l="l" t="t" r="r" b="b"/>
              <a:pathLst>
                <a:path w="1939290">
                  <a:moveTo>
                    <a:pt x="0" y="0"/>
                  </a:moveTo>
                  <a:lnTo>
                    <a:pt x="1939290" y="0"/>
                  </a:lnTo>
                </a:path>
              </a:pathLst>
            </a:custGeom>
            <a:ln w="19048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0">
              <a:extLst>
                <a:ext uri="{FF2B5EF4-FFF2-40B4-BE49-F238E27FC236}">
                  <a16:creationId xmlns:a16="http://schemas.microsoft.com/office/drawing/2014/main" id="{4EC3F73B-1571-A5F7-AC7A-5168F886DD9E}"/>
                </a:ext>
              </a:extLst>
            </p:cNvPr>
            <p:cNvSpPr/>
            <p:nvPr/>
          </p:nvSpPr>
          <p:spPr>
            <a:xfrm>
              <a:off x="7142479" y="2218689"/>
              <a:ext cx="1309370" cy="424180"/>
            </a:xfrm>
            <a:custGeom>
              <a:avLst/>
              <a:gdLst/>
              <a:ahLst/>
              <a:cxnLst/>
              <a:rect l="l" t="t" r="r" b="b"/>
              <a:pathLst>
                <a:path w="1309370" h="424180">
                  <a:moveTo>
                    <a:pt x="0" y="424180"/>
                  </a:moveTo>
                  <a:lnTo>
                    <a:pt x="0" y="0"/>
                  </a:lnTo>
                </a:path>
                <a:path w="1309370" h="424180">
                  <a:moveTo>
                    <a:pt x="574040" y="424180"/>
                  </a:moveTo>
                  <a:lnTo>
                    <a:pt x="574040" y="0"/>
                  </a:lnTo>
                </a:path>
                <a:path w="1309370" h="424180">
                  <a:moveTo>
                    <a:pt x="1309370" y="424180"/>
                  </a:moveTo>
                  <a:lnTo>
                    <a:pt x="1309370" y="0"/>
                  </a:lnTo>
                </a:path>
              </a:pathLst>
            </a:custGeom>
            <a:ln w="12579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5" name="object 591">
              <a:extLst>
                <a:ext uri="{FF2B5EF4-FFF2-40B4-BE49-F238E27FC236}">
                  <a16:creationId xmlns:a16="http://schemas.microsoft.com/office/drawing/2014/main" id="{D5AB9685-3ADA-AFF1-F96A-C8EA48BB0E17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954520" y="2334259"/>
              <a:ext cx="373379" cy="109220"/>
            </a:xfrm>
            <a:prstGeom prst="rect">
              <a:avLst/>
            </a:prstGeom>
          </p:spPr>
        </p:pic>
        <p:sp>
          <p:nvSpPr>
            <p:cNvPr id="596" name="object 592">
              <a:extLst>
                <a:ext uri="{FF2B5EF4-FFF2-40B4-BE49-F238E27FC236}">
                  <a16:creationId xmlns:a16="http://schemas.microsoft.com/office/drawing/2014/main" id="{6A36F393-C023-21C1-2FC5-73298EF9B13E}"/>
                </a:ext>
              </a:extLst>
            </p:cNvPr>
            <p:cNvSpPr/>
            <p:nvPr/>
          </p:nvSpPr>
          <p:spPr>
            <a:xfrm>
              <a:off x="6954520" y="2334259"/>
              <a:ext cx="372110" cy="107950"/>
            </a:xfrm>
            <a:custGeom>
              <a:avLst/>
              <a:gdLst/>
              <a:ahLst/>
              <a:cxnLst/>
              <a:rect l="l" t="t" r="r" b="b"/>
              <a:pathLst>
                <a:path w="372109" h="107950">
                  <a:moveTo>
                    <a:pt x="185420" y="107950"/>
                  </a:moveTo>
                  <a:lnTo>
                    <a:pt x="0" y="107950"/>
                  </a:lnTo>
                  <a:lnTo>
                    <a:pt x="0" y="0"/>
                  </a:lnTo>
                  <a:lnTo>
                    <a:pt x="372109" y="0"/>
                  </a:lnTo>
                  <a:lnTo>
                    <a:pt x="372109" y="107950"/>
                  </a:lnTo>
                  <a:lnTo>
                    <a:pt x="185420" y="1079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3">
              <a:extLst>
                <a:ext uri="{FF2B5EF4-FFF2-40B4-BE49-F238E27FC236}">
                  <a16:creationId xmlns:a16="http://schemas.microsoft.com/office/drawing/2014/main" id="{3D00258C-9AD9-2B66-78C2-E73BF3F5824C}"/>
                </a:ext>
              </a:extLst>
            </p:cNvPr>
            <p:cNvSpPr/>
            <p:nvPr/>
          </p:nvSpPr>
          <p:spPr>
            <a:xfrm>
              <a:off x="6996430" y="229996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90" h="2539">
                  <a:moveTo>
                    <a:pt x="288290" y="1270"/>
                  </a:moveTo>
                  <a:lnTo>
                    <a:pt x="287020" y="1270"/>
                  </a:lnTo>
                  <a:lnTo>
                    <a:pt x="2870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88290" y="2540"/>
                  </a:lnTo>
                  <a:lnTo>
                    <a:pt x="2882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4">
              <a:extLst>
                <a:ext uri="{FF2B5EF4-FFF2-40B4-BE49-F238E27FC236}">
                  <a16:creationId xmlns:a16="http://schemas.microsoft.com/office/drawing/2014/main" id="{26307DEF-B88E-F378-6C9C-3BA6CD277372}"/>
                </a:ext>
              </a:extLst>
            </p:cNvPr>
            <p:cNvSpPr/>
            <p:nvPr/>
          </p:nvSpPr>
          <p:spPr>
            <a:xfrm>
              <a:off x="6991350" y="230250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5">
              <a:extLst>
                <a:ext uri="{FF2B5EF4-FFF2-40B4-BE49-F238E27FC236}">
                  <a16:creationId xmlns:a16="http://schemas.microsoft.com/office/drawing/2014/main" id="{4F3411C6-9307-9190-1302-5C6FD538D276}"/>
                </a:ext>
              </a:extLst>
            </p:cNvPr>
            <p:cNvSpPr/>
            <p:nvPr/>
          </p:nvSpPr>
          <p:spPr>
            <a:xfrm>
              <a:off x="6986270" y="230631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9880" y="2540"/>
                  </a:moveTo>
                  <a:lnTo>
                    <a:pt x="307340" y="2540"/>
                  </a:lnTo>
                  <a:lnTo>
                    <a:pt x="307340" y="1270"/>
                  </a:lnTo>
                  <a:lnTo>
                    <a:pt x="306057" y="1270"/>
                  </a:lnTo>
                  <a:lnTo>
                    <a:pt x="306057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80" y="3810"/>
                  </a:lnTo>
                  <a:lnTo>
                    <a:pt x="30988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596">
              <a:extLst>
                <a:ext uri="{FF2B5EF4-FFF2-40B4-BE49-F238E27FC236}">
                  <a16:creationId xmlns:a16="http://schemas.microsoft.com/office/drawing/2014/main" id="{C25EE3C5-E188-A6B9-471E-8013FDE62977}"/>
                </a:ext>
              </a:extLst>
            </p:cNvPr>
            <p:cNvSpPr/>
            <p:nvPr/>
          </p:nvSpPr>
          <p:spPr>
            <a:xfrm>
              <a:off x="6981190" y="231012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40" h="3810">
                  <a:moveTo>
                    <a:pt x="320040" y="2540"/>
                  </a:moveTo>
                  <a:lnTo>
                    <a:pt x="317487" y="2540"/>
                  </a:lnTo>
                  <a:lnTo>
                    <a:pt x="317487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597">
              <a:extLst>
                <a:ext uri="{FF2B5EF4-FFF2-40B4-BE49-F238E27FC236}">
                  <a16:creationId xmlns:a16="http://schemas.microsoft.com/office/drawing/2014/main" id="{D3CDDD76-E61D-26AE-6925-FD3AF280634C}"/>
                </a:ext>
              </a:extLst>
            </p:cNvPr>
            <p:cNvSpPr/>
            <p:nvPr/>
          </p:nvSpPr>
          <p:spPr>
            <a:xfrm>
              <a:off x="6976110" y="2313939"/>
              <a:ext cx="330200" cy="3810"/>
            </a:xfrm>
            <a:custGeom>
              <a:avLst/>
              <a:gdLst/>
              <a:ahLst/>
              <a:cxnLst/>
              <a:rect l="l" t="t" r="r" b="b"/>
              <a:pathLst>
                <a:path w="330200" h="3810">
                  <a:moveTo>
                    <a:pt x="330200" y="2540"/>
                  </a:moveTo>
                  <a:lnTo>
                    <a:pt x="328917" y="2540"/>
                  </a:lnTo>
                  <a:lnTo>
                    <a:pt x="328917" y="1270"/>
                  </a:lnTo>
                  <a:lnTo>
                    <a:pt x="326390" y="1270"/>
                  </a:lnTo>
                  <a:lnTo>
                    <a:pt x="3263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30200" y="3810"/>
                  </a:lnTo>
                  <a:lnTo>
                    <a:pt x="330200" y="254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598">
              <a:extLst>
                <a:ext uri="{FF2B5EF4-FFF2-40B4-BE49-F238E27FC236}">
                  <a16:creationId xmlns:a16="http://schemas.microsoft.com/office/drawing/2014/main" id="{22426E6C-3BE7-F684-125E-9F5A765A80B1}"/>
                </a:ext>
              </a:extLst>
            </p:cNvPr>
            <p:cNvSpPr/>
            <p:nvPr/>
          </p:nvSpPr>
          <p:spPr>
            <a:xfrm>
              <a:off x="6971030" y="2317749"/>
              <a:ext cx="340360" cy="3810"/>
            </a:xfrm>
            <a:custGeom>
              <a:avLst/>
              <a:gdLst/>
              <a:ahLst/>
              <a:cxnLst/>
              <a:rect l="l" t="t" r="r" b="b"/>
              <a:pathLst>
                <a:path w="340359" h="3810">
                  <a:moveTo>
                    <a:pt x="340347" y="2540"/>
                  </a:moveTo>
                  <a:lnTo>
                    <a:pt x="339090" y="2540"/>
                  </a:lnTo>
                  <a:lnTo>
                    <a:pt x="339090" y="1270"/>
                  </a:lnTo>
                  <a:lnTo>
                    <a:pt x="337820" y="1270"/>
                  </a:lnTo>
                  <a:lnTo>
                    <a:pt x="3378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0347" y="3810"/>
                  </a:lnTo>
                  <a:lnTo>
                    <a:pt x="340347" y="254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599">
              <a:extLst>
                <a:ext uri="{FF2B5EF4-FFF2-40B4-BE49-F238E27FC236}">
                  <a16:creationId xmlns:a16="http://schemas.microsoft.com/office/drawing/2014/main" id="{3ED4D8BE-E39E-4DE4-C25A-8AFF03CB7181}"/>
                </a:ext>
              </a:extLst>
            </p:cNvPr>
            <p:cNvSpPr/>
            <p:nvPr/>
          </p:nvSpPr>
          <p:spPr>
            <a:xfrm>
              <a:off x="6965950" y="2321559"/>
              <a:ext cx="351790" cy="3810"/>
            </a:xfrm>
            <a:custGeom>
              <a:avLst/>
              <a:gdLst/>
              <a:ahLst/>
              <a:cxnLst/>
              <a:rect l="l" t="t" r="r" b="b"/>
              <a:pathLst>
                <a:path w="351790" h="3810">
                  <a:moveTo>
                    <a:pt x="351790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1790" y="3810"/>
                  </a:lnTo>
                  <a:lnTo>
                    <a:pt x="351790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0">
              <a:extLst>
                <a:ext uri="{FF2B5EF4-FFF2-40B4-BE49-F238E27FC236}">
                  <a16:creationId xmlns:a16="http://schemas.microsoft.com/office/drawing/2014/main" id="{47D4BCAC-0059-B82A-86C2-D7E3D1F93E04}"/>
                </a:ext>
              </a:extLst>
            </p:cNvPr>
            <p:cNvSpPr/>
            <p:nvPr/>
          </p:nvSpPr>
          <p:spPr>
            <a:xfrm>
              <a:off x="6960870" y="23253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2540"/>
                  </a:moveTo>
                  <a:lnTo>
                    <a:pt x="359410" y="2540"/>
                  </a:lnTo>
                  <a:lnTo>
                    <a:pt x="359410" y="1270"/>
                  </a:lnTo>
                  <a:lnTo>
                    <a:pt x="358140" y="1270"/>
                  </a:lnTo>
                  <a:lnTo>
                    <a:pt x="35814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1">
              <a:extLst>
                <a:ext uri="{FF2B5EF4-FFF2-40B4-BE49-F238E27FC236}">
                  <a16:creationId xmlns:a16="http://schemas.microsoft.com/office/drawing/2014/main" id="{5092792C-A5AB-5DB7-BB53-65A20546C3C4}"/>
                </a:ext>
              </a:extLst>
            </p:cNvPr>
            <p:cNvSpPr/>
            <p:nvPr/>
          </p:nvSpPr>
          <p:spPr>
            <a:xfrm>
              <a:off x="6960870" y="2299969"/>
              <a:ext cx="360680" cy="27940"/>
            </a:xfrm>
            <a:custGeom>
              <a:avLst/>
              <a:gdLst/>
              <a:ahLst/>
              <a:cxnLst/>
              <a:rect l="l" t="t" r="r" b="b"/>
              <a:pathLst>
                <a:path w="360679" h="27939">
                  <a:moveTo>
                    <a:pt x="0" y="27939"/>
                  </a:moveTo>
                  <a:lnTo>
                    <a:pt x="38100" y="0"/>
                  </a:lnTo>
                  <a:lnTo>
                    <a:pt x="321309" y="0"/>
                  </a:lnTo>
                  <a:lnTo>
                    <a:pt x="360679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2">
              <a:extLst>
                <a:ext uri="{FF2B5EF4-FFF2-40B4-BE49-F238E27FC236}">
                  <a16:creationId xmlns:a16="http://schemas.microsoft.com/office/drawing/2014/main" id="{CE5D4FA8-277D-3734-4AA5-1C7CA0B33F85}"/>
                </a:ext>
              </a:extLst>
            </p:cNvPr>
            <p:cNvSpPr/>
            <p:nvPr/>
          </p:nvSpPr>
          <p:spPr>
            <a:xfrm>
              <a:off x="7193280" y="234060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3">
              <a:extLst>
                <a:ext uri="{FF2B5EF4-FFF2-40B4-BE49-F238E27FC236}">
                  <a16:creationId xmlns:a16="http://schemas.microsoft.com/office/drawing/2014/main" id="{30FFD4B8-1A61-2A85-B550-298C6E86A831}"/>
                </a:ext>
              </a:extLst>
            </p:cNvPr>
            <p:cNvSpPr/>
            <p:nvPr/>
          </p:nvSpPr>
          <p:spPr>
            <a:xfrm>
              <a:off x="7193279" y="234441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0650" y="3809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4">
              <a:extLst>
                <a:ext uri="{FF2B5EF4-FFF2-40B4-BE49-F238E27FC236}">
                  <a16:creationId xmlns:a16="http://schemas.microsoft.com/office/drawing/2014/main" id="{557E1BA8-7383-B157-ABEA-79197E1171DA}"/>
                </a:ext>
              </a:extLst>
            </p:cNvPr>
            <p:cNvSpPr/>
            <p:nvPr/>
          </p:nvSpPr>
          <p:spPr>
            <a:xfrm>
              <a:off x="7193279" y="234822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5">
              <a:extLst>
                <a:ext uri="{FF2B5EF4-FFF2-40B4-BE49-F238E27FC236}">
                  <a16:creationId xmlns:a16="http://schemas.microsoft.com/office/drawing/2014/main" id="{B5DB911D-761E-AFE7-772B-DF939A15CB83}"/>
                </a:ext>
              </a:extLst>
            </p:cNvPr>
            <p:cNvSpPr/>
            <p:nvPr/>
          </p:nvSpPr>
          <p:spPr>
            <a:xfrm>
              <a:off x="7193279" y="235203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06">
              <a:extLst>
                <a:ext uri="{FF2B5EF4-FFF2-40B4-BE49-F238E27FC236}">
                  <a16:creationId xmlns:a16="http://schemas.microsoft.com/office/drawing/2014/main" id="{832BE17F-E8F4-80FB-44E5-F62C1ACA418C}"/>
                </a:ext>
              </a:extLst>
            </p:cNvPr>
            <p:cNvSpPr/>
            <p:nvPr/>
          </p:nvSpPr>
          <p:spPr>
            <a:xfrm>
              <a:off x="7193279" y="235584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07">
              <a:extLst>
                <a:ext uri="{FF2B5EF4-FFF2-40B4-BE49-F238E27FC236}">
                  <a16:creationId xmlns:a16="http://schemas.microsoft.com/office/drawing/2014/main" id="{16565C39-629B-909B-E672-32E996EDF1B2}"/>
                </a:ext>
              </a:extLst>
            </p:cNvPr>
            <p:cNvSpPr/>
            <p:nvPr/>
          </p:nvSpPr>
          <p:spPr>
            <a:xfrm>
              <a:off x="7193279" y="2359659"/>
              <a:ext cx="120650" cy="2540"/>
            </a:xfrm>
            <a:custGeom>
              <a:avLst/>
              <a:gdLst/>
              <a:ahLst/>
              <a:cxnLst/>
              <a:rect l="l" t="t" r="r" b="b"/>
              <a:pathLst>
                <a:path w="120650" h="2539">
                  <a:moveTo>
                    <a:pt x="1206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0650" y="2539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08">
              <a:extLst>
                <a:ext uri="{FF2B5EF4-FFF2-40B4-BE49-F238E27FC236}">
                  <a16:creationId xmlns:a16="http://schemas.microsoft.com/office/drawing/2014/main" id="{A5B3BBCC-DDA5-5B72-22BE-B3EB8EB04CF8}"/>
                </a:ext>
              </a:extLst>
            </p:cNvPr>
            <p:cNvSpPr/>
            <p:nvPr/>
          </p:nvSpPr>
          <p:spPr>
            <a:xfrm>
              <a:off x="7193279" y="236219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09">
              <a:extLst>
                <a:ext uri="{FF2B5EF4-FFF2-40B4-BE49-F238E27FC236}">
                  <a16:creationId xmlns:a16="http://schemas.microsoft.com/office/drawing/2014/main" id="{8867EA14-08ED-FBEC-17FF-443BEE4E2946}"/>
                </a:ext>
              </a:extLst>
            </p:cNvPr>
            <p:cNvSpPr/>
            <p:nvPr/>
          </p:nvSpPr>
          <p:spPr>
            <a:xfrm>
              <a:off x="7193279" y="236600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0">
              <a:extLst>
                <a:ext uri="{FF2B5EF4-FFF2-40B4-BE49-F238E27FC236}">
                  <a16:creationId xmlns:a16="http://schemas.microsoft.com/office/drawing/2014/main" id="{E3A6F279-E3A8-2A75-48B7-ED4B54B8BFFF}"/>
                </a:ext>
              </a:extLst>
            </p:cNvPr>
            <p:cNvSpPr/>
            <p:nvPr/>
          </p:nvSpPr>
          <p:spPr>
            <a:xfrm>
              <a:off x="7193279" y="236981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0650" y="3809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1">
              <a:extLst>
                <a:ext uri="{FF2B5EF4-FFF2-40B4-BE49-F238E27FC236}">
                  <a16:creationId xmlns:a16="http://schemas.microsoft.com/office/drawing/2014/main" id="{AFE3DEDB-4607-89B2-E58E-E1B9218092D3}"/>
                </a:ext>
              </a:extLst>
            </p:cNvPr>
            <p:cNvSpPr/>
            <p:nvPr/>
          </p:nvSpPr>
          <p:spPr>
            <a:xfrm>
              <a:off x="7193279" y="237362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2">
              <a:extLst>
                <a:ext uri="{FF2B5EF4-FFF2-40B4-BE49-F238E27FC236}">
                  <a16:creationId xmlns:a16="http://schemas.microsoft.com/office/drawing/2014/main" id="{ACC3B593-DA4E-214B-3590-530F62376257}"/>
                </a:ext>
              </a:extLst>
            </p:cNvPr>
            <p:cNvSpPr/>
            <p:nvPr/>
          </p:nvSpPr>
          <p:spPr>
            <a:xfrm>
              <a:off x="7193279" y="237743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3">
              <a:extLst>
                <a:ext uri="{FF2B5EF4-FFF2-40B4-BE49-F238E27FC236}">
                  <a16:creationId xmlns:a16="http://schemas.microsoft.com/office/drawing/2014/main" id="{71872932-E96B-B373-6558-271092762B1C}"/>
                </a:ext>
              </a:extLst>
            </p:cNvPr>
            <p:cNvSpPr/>
            <p:nvPr/>
          </p:nvSpPr>
          <p:spPr>
            <a:xfrm>
              <a:off x="7193279" y="2381249"/>
              <a:ext cx="120650" cy="2540"/>
            </a:xfrm>
            <a:custGeom>
              <a:avLst/>
              <a:gdLst/>
              <a:ahLst/>
              <a:cxnLst/>
              <a:rect l="l" t="t" r="r" b="b"/>
              <a:pathLst>
                <a:path w="120650" h="2539">
                  <a:moveTo>
                    <a:pt x="1206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0650" y="2539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4">
              <a:extLst>
                <a:ext uri="{FF2B5EF4-FFF2-40B4-BE49-F238E27FC236}">
                  <a16:creationId xmlns:a16="http://schemas.microsoft.com/office/drawing/2014/main" id="{F0B24D18-6D7C-A5B9-5A95-E8082799748B}"/>
                </a:ext>
              </a:extLst>
            </p:cNvPr>
            <p:cNvSpPr/>
            <p:nvPr/>
          </p:nvSpPr>
          <p:spPr>
            <a:xfrm>
              <a:off x="7193279" y="238378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5">
              <a:extLst>
                <a:ext uri="{FF2B5EF4-FFF2-40B4-BE49-F238E27FC236}">
                  <a16:creationId xmlns:a16="http://schemas.microsoft.com/office/drawing/2014/main" id="{1CAC44BB-C80B-1DCF-A3B3-01724403A154}"/>
                </a:ext>
              </a:extLst>
            </p:cNvPr>
            <p:cNvSpPr/>
            <p:nvPr/>
          </p:nvSpPr>
          <p:spPr>
            <a:xfrm>
              <a:off x="7193279" y="238759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16">
              <a:extLst>
                <a:ext uri="{FF2B5EF4-FFF2-40B4-BE49-F238E27FC236}">
                  <a16:creationId xmlns:a16="http://schemas.microsoft.com/office/drawing/2014/main" id="{81C73801-35DC-BAF2-CC96-B3D285F09869}"/>
                </a:ext>
              </a:extLst>
            </p:cNvPr>
            <p:cNvSpPr/>
            <p:nvPr/>
          </p:nvSpPr>
          <p:spPr>
            <a:xfrm>
              <a:off x="7193279" y="239140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17">
              <a:extLst>
                <a:ext uri="{FF2B5EF4-FFF2-40B4-BE49-F238E27FC236}">
                  <a16:creationId xmlns:a16="http://schemas.microsoft.com/office/drawing/2014/main" id="{15002498-1C76-E603-06BB-CD83FD71359D}"/>
                </a:ext>
              </a:extLst>
            </p:cNvPr>
            <p:cNvSpPr/>
            <p:nvPr/>
          </p:nvSpPr>
          <p:spPr>
            <a:xfrm>
              <a:off x="7193279" y="239521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0650" y="3809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18">
              <a:extLst>
                <a:ext uri="{FF2B5EF4-FFF2-40B4-BE49-F238E27FC236}">
                  <a16:creationId xmlns:a16="http://schemas.microsoft.com/office/drawing/2014/main" id="{058A0946-95E1-B0BD-481A-CB5E177DF1EC}"/>
                </a:ext>
              </a:extLst>
            </p:cNvPr>
            <p:cNvSpPr/>
            <p:nvPr/>
          </p:nvSpPr>
          <p:spPr>
            <a:xfrm>
              <a:off x="7193279" y="239902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19">
              <a:extLst>
                <a:ext uri="{FF2B5EF4-FFF2-40B4-BE49-F238E27FC236}">
                  <a16:creationId xmlns:a16="http://schemas.microsoft.com/office/drawing/2014/main" id="{021F559E-B36F-0097-EE92-F7E9A9B8C17C}"/>
                </a:ext>
              </a:extLst>
            </p:cNvPr>
            <p:cNvSpPr/>
            <p:nvPr/>
          </p:nvSpPr>
          <p:spPr>
            <a:xfrm>
              <a:off x="7193279" y="2402839"/>
              <a:ext cx="120650" cy="2540"/>
            </a:xfrm>
            <a:custGeom>
              <a:avLst/>
              <a:gdLst/>
              <a:ahLst/>
              <a:cxnLst/>
              <a:rect l="l" t="t" r="r" b="b"/>
              <a:pathLst>
                <a:path w="120650" h="2539">
                  <a:moveTo>
                    <a:pt x="1206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0650" y="2539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0">
              <a:extLst>
                <a:ext uri="{FF2B5EF4-FFF2-40B4-BE49-F238E27FC236}">
                  <a16:creationId xmlns:a16="http://schemas.microsoft.com/office/drawing/2014/main" id="{46B71F3B-9590-A07A-6946-023957DEA8D4}"/>
                </a:ext>
              </a:extLst>
            </p:cNvPr>
            <p:cNvSpPr/>
            <p:nvPr/>
          </p:nvSpPr>
          <p:spPr>
            <a:xfrm>
              <a:off x="7193279" y="240537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1">
              <a:extLst>
                <a:ext uri="{FF2B5EF4-FFF2-40B4-BE49-F238E27FC236}">
                  <a16:creationId xmlns:a16="http://schemas.microsoft.com/office/drawing/2014/main" id="{CB961024-9B86-134D-4FFB-A4383519172F}"/>
                </a:ext>
              </a:extLst>
            </p:cNvPr>
            <p:cNvSpPr/>
            <p:nvPr/>
          </p:nvSpPr>
          <p:spPr>
            <a:xfrm>
              <a:off x="7193279" y="240918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2">
              <a:extLst>
                <a:ext uri="{FF2B5EF4-FFF2-40B4-BE49-F238E27FC236}">
                  <a16:creationId xmlns:a16="http://schemas.microsoft.com/office/drawing/2014/main" id="{1D09386E-FA09-5C99-65FC-22FE03B1A808}"/>
                </a:ext>
              </a:extLst>
            </p:cNvPr>
            <p:cNvSpPr/>
            <p:nvPr/>
          </p:nvSpPr>
          <p:spPr>
            <a:xfrm>
              <a:off x="7193279" y="241299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3">
              <a:extLst>
                <a:ext uri="{FF2B5EF4-FFF2-40B4-BE49-F238E27FC236}">
                  <a16:creationId xmlns:a16="http://schemas.microsoft.com/office/drawing/2014/main" id="{7B143567-118A-65E5-18C1-FC3BEB867AA5}"/>
                </a:ext>
              </a:extLst>
            </p:cNvPr>
            <p:cNvSpPr/>
            <p:nvPr/>
          </p:nvSpPr>
          <p:spPr>
            <a:xfrm>
              <a:off x="7193279" y="241680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4">
              <a:extLst>
                <a:ext uri="{FF2B5EF4-FFF2-40B4-BE49-F238E27FC236}">
                  <a16:creationId xmlns:a16="http://schemas.microsoft.com/office/drawing/2014/main" id="{8C004206-0347-5DBC-80A9-A92E662F65D4}"/>
                </a:ext>
              </a:extLst>
            </p:cNvPr>
            <p:cNvSpPr/>
            <p:nvPr/>
          </p:nvSpPr>
          <p:spPr>
            <a:xfrm>
              <a:off x="7193279" y="242061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0650" y="3809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5">
              <a:extLst>
                <a:ext uri="{FF2B5EF4-FFF2-40B4-BE49-F238E27FC236}">
                  <a16:creationId xmlns:a16="http://schemas.microsoft.com/office/drawing/2014/main" id="{0783CD85-5E87-1140-07C5-5CA51127A10F}"/>
                </a:ext>
              </a:extLst>
            </p:cNvPr>
            <p:cNvSpPr/>
            <p:nvPr/>
          </p:nvSpPr>
          <p:spPr>
            <a:xfrm>
              <a:off x="7193279" y="2424429"/>
              <a:ext cx="120650" cy="3810"/>
            </a:xfrm>
            <a:custGeom>
              <a:avLst/>
              <a:gdLst/>
              <a:ahLst/>
              <a:cxnLst/>
              <a:rect l="l" t="t" r="r" b="b"/>
              <a:pathLst>
                <a:path w="120650" h="3810">
                  <a:moveTo>
                    <a:pt x="1206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0650" y="3810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26">
              <a:extLst>
                <a:ext uri="{FF2B5EF4-FFF2-40B4-BE49-F238E27FC236}">
                  <a16:creationId xmlns:a16="http://schemas.microsoft.com/office/drawing/2014/main" id="{2114A9C6-E3AB-52F0-7C8D-A23FDED5B7F0}"/>
                </a:ext>
              </a:extLst>
            </p:cNvPr>
            <p:cNvSpPr/>
            <p:nvPr/>
          </p:nvSpPr>
          <p:spPr>
            <a:xfrm>
              <a:off x="7194550" y="2341879"/>
              <a:ext cx="118110" cy="85090"/>
            </a:xfrm>
            <a:custGeom>
              <a:avLst/>
              <a:gdLst/>
              <a:ahLst/>
              <a:cxnLst/>
              <a:rect l="l" t="t" r="r" b="b"/>
              <a:pathLst>
                <a:path w="118109" h="85089">
                  <a:moveTo>
                    <a:pt x="59690" y="85090"/>
                  </a:moveTo>
                  <a:lnTo>
                    <a:pt x="0" y="85090"/>
                  </a:lnTo>
                  <a:lnTo>
                    <a:pt x="0" y="0"/>
                  </a:lnTo>
                  <a:lnTo>
                    <a:pt x="118109" y="0"/>
                  </a:lnTo>
                  <a:lnTo>
                    <a:pt x="118109" y="85090"/>
                  </a:lnTo>
                  <a:lnTo>
                    <a:pt x="59690" y="8509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27">
              <a:extLst>
                <a:ext uri="{FF2B5EF4-FFF2-40B4-BE49-F238E27FC236}">
                  <a16:creationId xmlns:a16="http://schemas.microsoft.com/office/drawing/2014/main" id="{452CE29B-96A9-0088-2156-41DA7A036503}"/>
                </a:ext>
              </a:extLst>
            </p:cNvPr>
            <p:cNvSpPr/>
            <p:nvPr/>
          </p:nvSpPr>
          <p:spPr>
            <a:xfrm>
              <a:off x="6972300" y="2425699"/>
              <a:ext cx="339090" cy="2540"/>
            </a:xfrm>
            <a:custGeom>
              <a:avLst/>
              <a:gdLst/>
              <a:ahLst/>
              <a:cxnLst/>
              <a:rect l="l" t="t" r="r" b="b"/>
              <a:pathLst>
                <a:path w="339090" h="2539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28">
              <a:extLst>
                <a:ext uri="{FF2B5EF4-FFF2-40B4-BE49-F238E27FC236}">
                  <a16:creationId xmlns:a16="http://schemas.microsoft.com/office/drawing/2014/main" id="{8534A053-C635-FB0E-AC37-5758B046C34F}"/>
                </a:ext>
              </a:extLst>
            </p:cNvPr>
            <p:cNvSpPr/>
            <p:nvPr/>
          </p:nvSpPr>
          <p:spPr>
            <a:xfrm>
              <a:off x="6969760" y="2428239"/>
              <a:ext cx="344170" cy="3810"/>
            </a:xfrm>
            <a:custGeom>
              <a:avLst/>
              <a:gdLst/>
              <a:ahLst/>
              <a:cxnLst/>
              <a:rect l="l" t="t" r="r" b="b"/>
              <a:pathLst>
                <a:path w="344170" h="3810">
                  <a:moveTo>
                    <a:pt x="344170" y="2540"/>
                  </a:moveTo>
                  <a:lnTo>
                    <a:pt x="342900" y="2540"/>
                  </a:lnTo>
                  <a:lnTo>
                    <a:pt x="34290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4170" y="3810"/>
                  </a:lnTo>
                  <a:lnTo>
                    <a:pt x="34417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29">
              <a:extLst>
                <a:ext uri="{FF2B5EF4-FFF2-40B4-BE49-F238E27FC236}">
                  <a16:creationId xmlns:a16="http://schemas.microsoft.com/office/drawing/2014/main" id="{187392FD-E4D1-5273-F3B9-0D217CEE5995}"/>
                </a:ext>
              </a:extLst>
            </p:cNvPr>
            <p:cNvSpPr/>
            <p:nvPr/>
          </p:nvSpPr>
          <p:spPr>
            <a:xfrm>
              <a:off x="6967220" y="243204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50520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0">
              <a:extLst>
                <a:ext uri="{FF2B5EF4-FFF2-40B4-BE49-F238E27FC236}">
                  <a16:creationId xmlns:a16="http://schemas.microsoft.com/office/drawing/2014/main" id="{CB394FD1-6BEA-B33C-A744-68C1FB58DF21}"/>
                </a:ext>
              </a:extLst>
            </p:cNvPr>
            <p:cNvSpPr/>
            <p:nvPr/>
          </p:nvSpPr>
          <p:spPr>
            <a:xfrm>
              <a:off x="6963410" y="2435859"/>
              <a:ext cx="356870" cy="3810"/>
            </a:xfrm>
            <a:custGeom>
              <a:avLst/>
              <a:gdLst/>
              <a:ahLst/>
              <a:cxnLst/>
              <a:rect l="l" t="t" r="r" b="b"/>
              <a:pathLst>
                <a:path w="356870" h="3810">
                  <a:moveTo>
                    <a:pt x="356870" y="2540"/>
                  </a:moveTo>
                  <a:lnTo>
                    <a:pt x="355600" y="2540"/>
                  </a:lnTo>
                  <a:lnTo>
                    <a:pt x="355600" y="1270"/>
                  </a:lnTo>
                  <a:lnTo>
                    <a:pt x="354330" y="1270"/>
                  </a:lnTo>
                  <a:lnTo>
                    <a:pt x="3543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6870" y="3810"/>
                  </a:lnTo>
                  <a:lnTo>
                    <a:pt x="3568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1">
              <a:extLst>
                <a:ext uri="{FF2B5EF4-FFF2-40B4-BE49-F238E27FC236}">
                  <a16:creationId xmlns:a16="http://schemas.microsoft.com/office/drawing/2014/main" id="{9F1C7D93-7434-6973-07B9-0F38C9E18BCC}"/>
                </a:ext>
              </a:extLst>
            </p:cNvPr>
            <p:cNvSpPr/>
            <p:nvPr/>
          </p:nvSpPr>
          <p:spPr>
            <a:xfrm>
              <a:off x="6960870" y="24396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1270"/>
                  </a:moveTo>
                  <a:lnTo>
                    <a:pt x="360680" y="1270"/>
                  </a:lnTo>
                  <a:lnTo>
                    <a:pt x="3606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lnTo>
                    <a:pt x="361950" y="127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2">
              <a:extLst>
                <a:ext uri="{FF2B5EF4-FFF2-40B4-BE49-F238E27FC236}">
                  <a16:creationId xmlns:a16="http://schemas.microsoft.com/office/drawing/2014/main" id="{57040040-C287-C510-04C9-D2BD7FC0B228}"/>
                </a:ext>
              </a:extLst>
            </p:cNvPr>
            <p:cNvSpPr/>
            <p:nvPr/>
          </p:nvSpPr>
          <p:spPr>
            <a:xfrm>
              <a:off x="6957060" y="2443479"/>
              <a:ext cx="369570" cy="3810"/>
            </a:xfrm>
            <a:custGeom>
              <a:avLst/>
              <a:gdLst/>
              <a:ahLst/>
              <a:cxnLst/>
              <a:rect l="l" t="t" r="r" b="b"/>
              <a:pathLst>
                <a:path w="369570" h="3810">
                  <a:moveTo>
                    <a:pt x="369570" y="2540"/>
                  </a:moveTo>
                  <a:lnTo>
                    <a:pt x="368300" y="2540"/>
                  </a:lnTo>
                  <a:lnTo>
                    <a:pt x="368300" y="1270"/>
                  </a:lnTo>
                  <a:lnTo>
                    <a:pt x="367030" y="1270"/>
                  </a:lnTo>
                  <a:lnTo>
                    <a:pt x="3670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9570" y="3810"/>
                  </a:lnTo>
                  <a:lnTo>
                    <a:pt x="36957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3">
              <a:extLst>
                <a:ext uri="{FF2B5EF4-FFF2-40B4-BE49-F238E27FC236}">
                  <a16:creationId xmlns:a16="http://schemas.microsoft.com/office/drawing/2014/main" id="{007A362A-F396-0643-0020-F94ECCF73F7A}"/>
                </a:ext>
              </a:extLst>
            </p:cNvPr>
            <p:cNvSpPr/>
            <p:nvPr/>
          </p:nvSpPr>
          <p:spPr>
            <a:xfrm>
              <a:off x="6954520" y="2447289"/>
              <a:ext cx="374650" cy="3810"/>
            </a:xfrm>
            <a:custGeom>
              <a:avLst/>
              <a:gdLst/>
              <a:ahLst/>
              <a:cxnLst/>
              <a:rect l="l" t="t" r="r" b="b"/>
              <a:pathLst>
                <a:path w="374650" h="3810">
                  <a:moveTo>
                    <a:pt x="374650" y="2540"/>
                  </a:moveTo>
                  <a:lnTo>
                    <a:pt x="373380" y="2540"/>
                  </a:lnTo>
                  <a:lnTo>
                    <a:pt x="373380" y="1270"/>
                  </a:lnTo>
                  <a:lnTo>
                    <a:pt x="3733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4650" y="3810"/>
                  </a:lnTo>
                  <a:lnTo>
                    <a:pt x="3746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4">
              <a:extLst>
                <a:ext uri="{FF2B5EF4-FFF2-40B4-BE49-F238E27FC236}">
                  <a16:creationId xmlns:a16="http://schemas.microsoft.com/office/drawing/2014/main" id="{E66E4B65-55F9-D1C2-68FC-4378BFF7C549}"/>
                </a:ext>
              </a:extLst>
            </p:cNvPr>
            <p:cNvSpPr/>
            <p:nvPr/>
          </p:nvSpPr>
          <p:spPr>
            <a:xfrm>
              <a:off x="6951980" y="245109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81000" y="2540"/>
                  </a:moveTo>
                  <a:lnTo>
                    <a:pt x="379730" y="2540"/>
                  </a:lnTo>
                  <a:lnTo>
                    <a:pt x="379730" y="1270"/>
                  </a:lnTo>
                  <a:lnTo>
                    <a:pt x="378460" y="1270"/>
                  </a:lnTo>
                  <a:lnTo>
                    <a:pt x="3784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4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5">
              <a:extLst>
                <a:ext uri="{FF2B5EF4-FFF2-40B4-BE49-F238E27FC236}">
                  <a16:creationId xmlns:a16="http://schemas.microsoft.com/office/drawing/2014/main" id="{B18FD686-A65F-5215-E4B2-42F4415299F6}"/>
                </a:ext>
              </a:extLst>
            </p:cNvPr>
            <p:cNvSpPr/>
            <p:nvPr/>
          </p:nvSpPr>
          <p:spPr>
            <a:xfrm>
              <a:off x="6948170" y="2454909"/>
              <a:ext cx="387350" cy="3810"/>
            </a:xfrm>
            <a:custGeom>
              <a:avLst/>
              <a:gdLst/>
              <a:ahLst/>
              <a:cxnLst/>
              <a:rect l="l" t="t" r="r" b="b"/>
              <a:pathLst>
                <a:path w="387350" h="3810">
                  <a:moveTo>
                    <a:pt x="387350" y="2540"/>
                  </a:moveTo>
                  <a:lnTo>
                    <a:pt x="386080" y="2540"/>
                  </a:lnTo>
                  <a:lnTo>
                    <a:pt x="386080" y="1270"/>
                  </a:lnTo>
                  <a:lnTo>
                    <a:pt x="3860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7350" y="3810"/>
                  </a:lnTo>
                  <a:lnTo>
                    <a:pt x="38735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36">
              <a:extLst>
                <a:ext uri="{FF2B5EF4-FFF2-40B4-BE49-F238E27FC236}">
                  <a16:creationId xmlns:a16="http://schemas.microsoft.com/office/drawing/2014/main" id="{E9FD4FB1-A6EE-C3A6-E2FE-DE1872DA8B8D}"/>
                </a:ext>
              </a:extLst>
            </p:cNvPr>
            <p:cNvSpPr/>
            <p:nvPr/>
          </p:nvSpPr>
          <p:spPr>
            <a:xfrm>
              <a:off x="6945630" y="245871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70"/>
                  </a:lnTo>
                  <a:lnTo>
                    <a:pt x="391160" y="1270"/>
                  </a:lnTo>
                  <a:lnTo>
                    <a:pt x="3911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37">
              <a:extLst>
                <a:ext uri="{FF2B5EF4-FFF2-40B4-BE49-F238E27FC236}">
                  <a16:creationId xmlns:a16="http://schemas.microsoft.com/office/drawing/2014/main" id="{B9831CC7-7903-9402-A2E5-242F513D3FB8}"/>
                </a:ext>
              </a:extLst>
            </p:cNvPr>
            <p:cNvSpPr/>
            <p:nvPr/>
          </p:nvSpPr>
          <p:spPr>
            <a:xfrm>
              <a:off x="6943090" y="246252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80" y="2540"/>
                  </a:moveTo>
                  <a:lnTo>
                    <a:pt x="397510" y="2540"/>
                  </a:lnTo>
                  <a:lnTo>
                    <a:pt x="397510" y="1270"/>
                  </a:lnTo>
                  <a:lnTo>
                    <a:pt x="396240" y="1270"/>
                  </a:lnTo>
                  <a:lnTo>
                    <a:pt x="396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80" y="3810"/>
                  </a:lnTo>
                  <a:lnTo>
                    <a:pt x="398780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38">
              <a:extLst>
                <a:ext uri="{FF2B5EF4-FFF2-40B4-BE49-F238E27FC236}">
                  <a16:creationId xmlns:a16="http://schemas.microsoft.com/office/drawing/2014/main" id="{FA030CF6-54D2-6C51-EBDF-8822AF3EA481}"/>
                </a:ext>
              </a:extLst>
            </p:cNvPr>
            <p:cNvSpPr/>
            <p:nvPr/>
          </p:nvSpPr>
          <p:spPr>
            <a:xfrm>
              <a:off x="6939280" y="2466339"/>
              <a:ext cx="405130" cy="3810"/>
            </a:xfrm>
            <a:custGeom>
              <a:avLst/>
              <a:gdLst/>
              <a:ahLst/>
              <a:cxnLst/>
              <a:rect l="l" t="t" r="r" b="b"/>
              <a:pathLst>
                <a:path w="405129" h="3810">
                  <a:moveTo>
                    <a:pt x="405130" y="1270"/>
                  </a:moveTo>
                  <a:lnTo>
                    <a:pt x="403860" y="1270"/>
                  </a:lnTo>
                  <a:lnTo>
                    <a:pt x="4038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05130" y="3810"/>
                  </a:lnTo>
                  <a:lnTo>
                    <a:pt x="405130" y="2540"/>
                  </a:lnTo>
                  <a:lnTo>
                    <a:pt x="405130" y="127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39">
              <a:extLst>
                <a:ext uri="{FF2B5EF4-FFF2-40B4-BE49-F238E27FC236}">
                  <a16:creationId xmlns:a16="http://schemas.microsoft.com/office/drawing/2014/main" id="{445CB545-384A-4CCE-6CC1-5016399E7ABA}"/>
                </a:ext>
              </a:extLst>
            </p:cNvPr>
            <p:cNvSpPr/>
            <p:nvPr/>
          </p:nvSpPr>
          <p:spPr>
            <a:xfrm>
              <a:off x="6936740" y="247014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1480" y="2540"/>
                  </a:moveTo>
                  <a:lnTo>
                    <a:pt x="410210" y="2540"/>
                  </a:lnTo>
                  <a:lnTo>
                    <a:pt x="410210" y="1270"/>
                  </a:ln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1480" y="3810"/>
                  </a:lnTo>
                  <a:lnTo>
                    <a:pt x="411480" y="254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0">
              <a:extLst>
                <a:ext uri="{FF2B5EF4-FFF2-40B4-BE49-F238E27FC236}">
                  <a16:creationId xmlns:a16="http://schemas.microsoft.com/office/drawing/2014/main" id="{86F2FBD9-49B1-DDA6-75C4-38ECFE911B5C}"/>
                </a:ext>
              </a:extLst>
            </p:cNvPr>
            <p:cNvSpPr/>
            <p:nvPr/>
          </p:nvSpPr>
          <p:spPr>
            <a:xfrm>
              <a:off x="6934200" y="247395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59" h="3810">
                  <a:moveTo>
                    <a:pt x="416560" y="2540"/>
                  </a:moveTo>
                  <a:lnTo>
                    <a:pt x="415290" y="2540"/>
                  </a:lnTo>
                  <a:lnTo>
                    <a:pt x="415290" y="127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1">
              <a:extLst>
                <a:ext uri="{FF2B5EF4-FFF2-40B4-BE49-F238E27FC236}">
                  <a16:creationId xmlns:a16="http://schemas.microsoft.com/office/drawing/2014/main" id="{72C882EE-1CBB-259E-9955-0B03DF233A5F}"/>
                </a:ext>
              </a:extLst>
            </p:cNvPr>
            <p:cNvSpPr/>
            <p:nvPr/>
          </p:nvSpPr>
          <p:spPr>
            <a:xfrm>
              <a:off x="6930390" y="247776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4180" y="2540"/>
                  </a:moveTo>
                  <a:lnTo>
                    <a:pt x="422910" y="2540"/>
                  </a:lnTo>
                  <a:lnTo>
                    <a:pt x="422910" y="1270"/>
                  </a:lnTo>
                  <a:lnTo>
                    <a:pt x="421640" y="1270"/>
                  </a:lnTo>
                  <a:lnTo>
                    <a:pt x="4216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80" y="3810"/>
                  </a:lnTo>
                  <a:lnTo>
                    <a:pt x="424180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2">
              <a:extLst>
                <a:ext uri="{FF2B5EF4-FFF2-40B4-BE49-F238E27FC236}">
                  <a16:creationId xmlns:a16="http://schemas.microsoft.com/office/drawing/2014/main" id="{198C3A14-F5A8-1328-1CC3-9209F9A0EBA5}"/>
                </a:ext>
              </a:extLst>
            </p:cNvPr>
            <p:cNvSpPr/>
            <p:nvPr/>
          </p:nvSpPr>
          <p:spPr>
            <a:xfrm>
              <a:off x="6927850" y="2481579"/>
              <a:ext cx="427990" cy="3810"/>
            </a:xfrm>
            <a:custGeom>
              <a:avLst/>
              <a:gdLst/>
              <a:ahLst/>
              <a:cxnLst/>
              <a:rect l="l" t="t" r="r" b="b"/>
              <a:pathLst>
                <a:path w="427990" h="3810">
                  <a:moveTo>
                    <a:pt x="427990" y="1270"/>
                  </a:moveTo>
                  <a:lnTo>
                    <a:pt x="426720" y="1270"/>
                  </a:lnTo>
                  <a:lnTo>
                    <a:pt x="4267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7990" y="3810"/>
                  </a:lnTo>
                  <a:lnTo>
                    <a:pt x="427990" y="2540"/>
                  </a:lnTo>
                  <a:lnTo>
                    <a:pt x="427990" y="127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3">
              <a:extLst>
                <a:ext uri="{FF2B5EF4-FFF2-40B4-BE49-F238E27FC236}">
                  <a16:creationId xmlns:a16="http://schemas.microsoft.com/office/drawing/2014/main" id="{E9C1FFBB-AFC6-5F27-325B-CFECE956CBA6}"/>
                </a:ext>
              </a:extLst>
            </p:cNvPr>
            <p:cNvSpPr/>
            <p:nvPr/>
          </p:nvSpPr>
          <p:spPr>
            <a:xfrm>
              <a:off x="6927850" y="2425699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90" h="58419">
                  <a:moveTo>
                    <a:pt x="0" y="58420"/>
                  </a:moveTo>
                  <a:lnTo>
                    <a:pt x="45720" y="0"/>
                  </a:lnTo>
                  <a:lnTo>
                    <a:pt x="381000" y="0"/>
                  </a:lnTo>
                  <a:lnTo>
                    <a:pt x="427990" y="58420"/>
                  </a:lnTo>
                  <a:lnTo>
                    <a:pt x="0" y="584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4">
              <a:extLst>
                <a:ext uri="{FF2B5EF4-FFF2-40B4-BE49-F238E27FC236}">
                  <a16:creationId xmlns:a16="http://schemas.microsoft.com/office/drawing/2014/main" id="{5A83CD6E-23C5-28E4-CF38-04F9703321E7}"/>
                </a:ext>
              </a:extLst>
            </p:cNvPr>
            <p:cNvSpPr/>
            <p:nvPr/>
          </p:nvSpPr>
          <p:spPr>
            <a:xfrm>
              <a:off x="6926580" y="248284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5">
              <a:extLst>
                <a:ext uri="{FF2B5EF4-FFF2-40B4-BE49-F238E27FC236}">
                  <a16:creationId xmlns:a16="http://schemas.microsoft.com/office/drawing/2014/main" id="{0845649E-FCD4-B21E-C76B-3AD29E1AD0EC}"/>
                </a:ext>
              </a:extLst>
            </p:cNvPr>
            <p:cNvSpPr/>
            <p:nvPr/>
          </p:nvSpPr>
          <p:spPr>
            <a:xfrm>
              <a:off x="6926580" y="248665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46">
              <a:extLst>
                <a:ext uri="{FF2B5EF4-FFF2-40B4-BE49-F238E27FC236}">
                  <a16:creationId xmlns:a16="http://schemas.microsoft.com/office/drawing/2014/main" id="{05596DC2-AA4C-07CE-8797-1E95640A609E}"/>
                </a:ext>
              </a:extLst>
            </p:cNvPr>
            <p:cNvSpPr/>
            <p:nvPr/>
          </p:nvSpPr>
          <p:spPr>
            <a:xfrm>
              <a:off x="6926580" y="249046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29" y="3809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47">
              <a:extLst>
                <a:ext uri="{FF2B5EF4-FFF2-40B4-BE49-F238E27FC236}">
                  <a16:creationId xmlns:a16="http://schemas.microsoft.com/office/drawing/2014/main" id="{DEA5A513-CC63-F22E-F550-BE01EF2A2B02}"/>
                </a:ext>
              </a:extLst>
            </p:cNvPr>
            <p:cNvSpPr/>
            <p:nvPr/>
          </p:nvSpPr>
          <p:spPr>
            <a:xfrm>
              <a:off x="6926580" y="249427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48">
              <a:extLst>
                <a:ext uri="{FF2B5EF4-FFF2-40B4-BE49-F238E27FC236}">
                  <a16:creationId xmlns:a16="http://schemas.microsoft.com/office/drawing/2014/main" id="{4F8BC0A7-5DF4-A24E-F4BE-B690DE1A0283}"/>
                </a:ext>
              </a:extLst>
            </p:cNvPr>
            <p:cNvSpPr/>
            <p:nvPr/>
          </p:nvSpPr>
          <p:spPr>
            <a:xfrm>
              <a:off x="6926580" y="249808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49">
              <a:extLst>
                <a:ext uri="{FF2B5EF4-FFF2-40B4-BE49-F238E27FC236}">
                  <a16:creationId xmlns:a16="http://schemas.microsoft.com/office/drawing/2014/main" id="{66FBAE52-BE8F-CF4E-51A4-2010E2B73E6E}"/>
                </a:ext>
              </a:extLst>
            </p:cNvPr>
            <p:cNvSpPr/>
            <p:nvPr/>
          </p:nvSpPr>
          <p:spPr>
            <a:xfrm>
              <a:off x="6926580" y="250189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0">
              <a:extLst>
                <a:ext uri="{FF2B5EF4-FFF2-40B4-BE49-F238E27FC236}">
                  <a16:creationId xmlns:a16="http://schemas.microsoft.com/office/drawing/2014/main" id="{06A60491-3914-883C-3759-4ABAB4D98731}"/>
                </a:ext>
              </a:extLst>
            </p:cNvPr>
            <p:cNvSpPr/>
            <p:nvPr/>
          </p:nvSpPr>
          <p:spPr>
            <a:xfrm>
              <a:off x="6927850" y="2484119"/>
              <a:ext cx="427990" cy="20320"/>
            </a:xfrm>
            <a:custGeom>
              <a:avLst/>
              <a:gdLst/>
              <a:ahLst/>
              <a:cxnLst/>
              <a:rect l="l" t="t" r="r" b="b"/>
              <a:pathLst>
                <a:path w="427990" h="20319">
                  <a:moveTo>
                    <a:pt x="213359" y="20319"/>
                  </a:moveTo>
                  <a:lnTo>
                    <a:pt x="0" y="20319"/>
                  </a:lnTo>
                  <a:lnTo>
                    <a:pt x="0" y="0"/>
                  </a:lnTo>
                  <a:lnTo>
                    <a:pt x="427990" y="0"/>
                  </a:lnTo>
                  <a:lnTo>
                    <a:pt x="427990" y="20319"/>
                  </a:lnTo>
                  <a:lnTo>
                    <a:pt x="213359" y="203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5" name="object 651">
              <a:extLst>
                <a:ext uri="{FF2B5EF4-FFF2-40B4-BE49-F238E27FC236}">
                  <a16:creationId xmlns:a16="http://schemas.microsoft.com/office/drawing/2014/main" id="{CA1E5F93-1CC8-F6C6-A573-C123ABE55DFD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37070" y="2260599"/>
              <a:ext cx="204470" cy="59689"/>
            </a:xfrm>
            <a:prstGeom prst="rect">
              <a:avLst/>
            </a:prstGeom>
          </p:spPr>
        </p:pic>
        <p:sp>
          <p:nvSpPr>
            <p:cNvPr id="656" name="object 652">
              <a:extLst>
                <a:ext uri="{FF2B5EF4-FFF2-40B4-BE49-F238E27FC236}">
                  <a16:creationId xmlns:a16="http://schemas.microsoft.com/office/drawing/2014/main" id="{18EF2882-58BA-B4DB-6BDD-4235FB809A5A}"/>
                </a:ext>
              </a:extLst>
            </p:cNvPr>
            <p:cNvSpPr/>
            <p:nvPr/>
          </p:nvSpPr>
          <p:spPr>
            <a:xfrm>
              <a:off x="7037070" y="2260599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19">
                  <a:moveTo>
                    <a:pt x="203200" y="45720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59" y="40639"/>
                  </a:lnTo>
                  <a:lnTo>
                    <a:pt x="151129" y="22860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59" y="0"/>
                  </a:lnTo>
                  <a:lnTo>
                    <a:pt x="143172" y="0"/>
                  </a:lnTo>
                  <a:lnTo>
                    <a:pt x="15239" y="0"/>
                  </a:lnTo>
                  <a:lnTo>
                    <a:pt x="37266" y="13215"/>
                  </a:lnTo>
                  <a:lnTo>
                    <a:pt x="48577" y="20002"/>
                  </a:lnTo>
                  <a:lnTo>
                    <a:pt x="52744" y="22502"/>
                  </a:lnTo>
                  <a:lnTo>
                    <a:pt x="53339" y="22860"/>
                  </a:lnTo>
                  <a:lnTo>
                    <a:pt x="53339" y="40639"/>
                  </a:lnTo>
                  <a:lnTo>
                    <a:pt x="31611" y="41612"/>
                  </a:lnTo>
                  <a:lnTo>
                    <a:pt x="14763" y="42703"/>
                  </a:lnTo>
                  <a:lnTo>
                    <a:pt x="3869" y="44033"/>
                  </a:lnTo>
                  <a:lnTo>
                    <a:pt x="0" y="45720"/>
                  </a:lnTo>
                  <a:lnTo>
                    <a:pt x="0" y="58420"/>
                  </a:lnTo>
                  <a:lnTo>
                    <a:pt x="54332" y="58420"/>
                  </a:lnTo>
                  <a:lnTo>
                    <a:pt x="82232" y="58420"/>
                  </a:lnTo>
                  <a:lnTo>
                    <a:pt x="92511" y="58420"/>
                  </a:lnTo>
                  <a:lnTo>
                    <a:pt x="93979" y="58420"/>
                  </a:lnTo>
                  <a:lnTo>
                    <a:pt x="110489" y="58420"/>
                  </a:lnTo>
                  <a:lnTo>
                    <a:pt x="164087" y="58420"/>
                  </a:lnTo>
                  <a:lnTo>
                    <a:pt x="191611" y="58420"/>
                  </a:lnTo>
                  <a:lnTo>
                    <a:pt x="201751" y="58420"/>
                  </a:lnTo>
                  <a:lnTo>
                    <a:pt x="203200" y="58420"/>
                  </a:lnTo>
                  <a:lnTo>
                    <a:pt x="203200" y="45720"/>
                  </a:lnTo>
                  <a:lnTo>
                    <a:pt x="203200" y="45720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7" name="object 653">
              <a:extLst>
                <a:ext uri="{FF2B5EF4-FFF2-40B4-BE49-F238E27FC236}">
                  <a16:creationId xmlns:a16="http://schemas.microsoft.com/office/drawing/2014/main" id="{0923B9D4-C1E0-7F88-FAC2-46CE8057ADEF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83729" y="2021839"/>
              <a:ext cx="318770" cy="241300"/>
            </a:xfrm>
            <a:prstGeom prst="rect">
              <a:avLst/>
            </a:prstGeom>
          </p:spPr>
        </p:pic>
        <p:sp>
          <p:nvSpPr>
            <p:cNvPr id="658" name="object 654">
              <a:extLst>
                <a:ext uri="{FF2B5EF4-FFF2-40B4-BE49-F238E27FC236}">
                  <a16:creationId xmlns:a16="http://schemas.microsoft.com/office/drawing/2014/main" id="{AB313412-7857-CAF1-D78E-E23ECD3BCE69}"/>
                </a:ext>
              </a:extLst>
            </p:cNvPr>
            <p:cNvSpPr/>
            <p:nvPr/>
          </p:nvSpPr>
          <p:spPr>
            <a:xfrm>
              <a:off x="6983729" y="2021839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30">
                  <a:moveTo>
                    <a:pt x="317500" y="240030"/>
                  </a:moveTo>
                  <a:lnTo>
                    <a:pt x="0" y="240030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3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5">
              <a:extLst>
                <a:ext uri="{FF2B5EF4-FFF2-40B4-BE49-F238E27FC236}">
                  <a16:creationId xmlns:a16="http://schemas.microsoft.com/office/drawing/2014/main" id="{61AE0B06-EAEA-06AD-E2C0-91D7A9F4CF7F}"/>
                </a:ext>
              </a:extLst>
            </p:cNvPr>
            <p:cNvSpPr/>
            <p:nvPr/>
          </p:nvSpPr>
          <p:spPr>
            <a:xfrm>
              <a:off x="7016750" y="204977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0"/>
                  </a:moveTo>
                  <a:lnTo>
                    <a:pt x="0" y="0"/>
                  </a:lnTo>
                  <a:lnTo>
                    <a:pt x="0" y="182880"/>
                  </a:lnTo>
                  <a:lnTo>
                    <a:pt x="247650" y="182880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56">
              <a:extLst>
                <a:ext uri="{FF2B5EF4-FFF2-40B4-BE49-F238E27FC236}">
                  <a16:creationId xmlns:a16="http://schemas.microsoft.com/office/drawing/2014/main" id="{752601EB-2FF6-1663-7273-290A0EB994AD}"/>
                </a:ext>
              </a:extLst>
            </p:cNvPr>
            <p:cNvSpPr/>
            <p:nvPr/>
          </p:nvSpPr>
          <p:spPr>
            <a:xfrm>
              <a:off x="7016750" y="204977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182880"/>
                  </a:moveTo>
                  <a:lnTo>
                    <a:pt x="0" y="182880"/>
                  </a:lnTo>
                  <a:lnTo>
                    <a:pt x="0" y="0"/>
                  </a:lnTo>
                  <a:lnTo>
                    <a:pt x="247650" y="0"/>
                  </a:lnTo>
                  <a:lnTo>
                    <a:pt x="247650" y="18288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57">
              <a:extLst>
                <a:ext uri="{FF2B5EF4-FFF2-40B4-BE49-F238E27FC236}">
                  <a16:creationId xmlns:a16="http://schemas.microsoft.com/office/drawing/2014/main" id="{FD519A76-780F-E43E-718C-D2AE0E17CE8F}"/>
                </a:ext>
              </a:extLst>
            </p:cNvPr>
            <p:cNvSpPr/>
            <p:nvPr/>
          </p:nvSpPr>
          <p:spPr>
            <a:xfrm>
              <a:off x="7016750" y="205231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0" y="180339"/>
                  </a:lnTo>
                  <a:lnTo>
                    <a:pt x="247650" y="180339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58">
              <a:extLst>
                <a:ext uri="{FF2B5EF4-FFF2-40B4-BE49-F238E27FC236}">
                  <a16:creationId xmlns:a16="http://schemas.microsoft.com/office/drawing/2014/main" id="{DECC7A38-C316-9B51-55E2-97307DBB1A56}"/>
                </a:ext>
              </a:extLst>
            </p:cNvPr>
            <p:cNvSpPr/>
            <p:nvPr/>
          </p:nvSpPr>
          <p:spPr>
            <a:xfrm>
              <a:off x="7016750" y="205231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247650" y="180339"/>
                  </a:lnTo>
                  <a:lnTo>
                    <a:pt x="0" y="180339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59">
              <a:extLst>
                <a:ext uri="{FF2B5EF4-FFF2-40B4-BE49-F238E27FC236}">
                  <a16:creationId xmlns:a16="http://schemas.microsoft.com/office/drawing/2014/main" id="{DA6D74E2-F3CA-5882-04AD-03086B2340CC}"/>
                </a:ext>
              </a:extLst>
            </p:cNvPr>
            <p:cNvSpPr/>
            <p:nvPr/>
          </p:nvSpPr>
          <p:spPr>
            <a:xfrm>
              <a:off x="7084059" y="2275839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69">
                  <a:moveTo>
                    <a:pt x="0" y="3810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20" y="13970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70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0">
              <a:extLst>
                <a:ext uri="{FF2B5EF4-FFF2-40B4-BE49-F238E27FC236}">
                  <a16:creationId xmlns:a16="http://schemas.microsoft.com/office/drawing/2014/main" id="{2D9CD49E-910F-1414-37F3-7D57B6E2AB95}"/>
                </a:ext>
              </a:extLst>
            </p:cNvPr>
            <p:cNvSpPr/>
            <p:nvPr/>
          </p:nvSpPr>
          <p:spPr>
            <a:xfrm>
              <a:off x="7123429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0479" y="13969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1">
              <a:extLst>
                <a:ext uri="{FF2B5EF4-FFF2-40B4-BE49-F238E27FC236}">
                  <a16:creationId xmlns:a16="http://schemas.microsoft.com/office/drawing/2014/main" id="{C0D6A553-DE52-699F-84C8-A15DA484A5A3}"/>
                </a:ext>
              </a:extLst>
            </p:cNvPr>
            <p:cNvSpPr/>
            <p:nvPr/>
          </p:nvSpPr>
          <p:spPr>
            <a:xfrm>
              <a:off x="7123429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13969"/>
                  </a:moveTo>
                  <a:lnTo>
                    <a:pt x="0" y="13969"/>
                  </a:lnTo>
                  <a:lnTo>
                    <a:pt x="0" y="0"/>
                  </a:lnTo>
                  <a:lnTo>
                    <a:pt x="30479" y="0"/>
                  </a:lnTo>
                  <a:lnTo>
                    <a:pt x="30479" y="13969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2">
              <a:extLst>
                <a:ext uri="{FF2B5EF4-FFF2-40B4-BE49-F238E27FC236}">
                  <a16:creationId xmlns:a16="http://schemas.microsoft.com/office/drawing/2014/main" id="{A5380271-D197-A620-5FE1-317F10C1BB0A}"/>
                </a:ext>
              </a:extLst>
            </p:cNvPr>
            <p:cNvSpPr/>
            <p:nvPr/>
          </p:nvSpPr>
          <p:spPr>
            <a:xfrm>
              <a:off x="7123429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0" y="13969"/>
                  </a:moveTo>
                  <a:lnTo>
                    <a:pt x="30479" y="13969"/>
                  </a:lnTo>
                  <a:lnTo>
                    <a:pt x="30479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7" name="object 663">
              <a:extLst>
                <a:ext uri="{FF2B5EF4-FFF2-40B4-BE49-F238E27FC236}">
                  <a16:creationId xmlns:a16="http://schemas.microsoft.com/office/drawing/2014/main" id="{5F602F34-1483-C8C1-8EDD-BFD38706DC94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529830" y="2334259"/>
              <a:ext cx="372109" cy="109220"/>
            </a:xfrm>
            <a:prstGeom prst="rect">
              <a:avLst/>
            </a:prstGeom>
          </p:spPr>
        </p:pic>
        <p:sp>
          <p:nvSpPr>
            <p:cNvPr id="668" name="object 664">
              <a:extLst>
                <a:ext uri="{FF2B5EF4-FFF2-40B4-BE49-F238E27FC236}">
                  <a16:creationId xmlns:a16="http://schemas.microsoft.com/office/drawing/2014/main" id="{6D2532AC-B1C5-A5E4-D4A1-F51CE889A029}"/>
                </a:ext>
              </a:extLst>
            </p:cNvPr>
            <p:cNvSpPr/>
            <p:nvPr/>
          </p:nvSpPr>
          <p:spPr>
            <a:xfrm>
              <a:off x="7529830" y="2334259"/>
              <a:ext cx="370840" cy="107950"/>
            </a:xfrm>
            <a:custGeom>
              <a:avLst/>
              <a:gdLst/>
              <a:ahLst/>
              <a:cxnLst/>
              <a:rect l="l" t="t" r="r" b="b"/>
              <a:pathLst>
                <a:path w="370840" h="107950">
                  <a:moveTo>
                    <a:pt x="185420" y="107950"/>
                  </a:moveTo>
                  <a:lnTo>
                    <a:pt x="0" y="107950"/>
                  </a:lnTo>
                  <a:lnTo>
                    <a:pt x="0" y="0"/>
                  </a:lnTo>
                  <a:lnTo>
                    <a:pt x="370840" y="0"/>
                  </a:lnTo>
                  <a:lnTo>
                    <a:pt x="370840" y="107950"/>
                  </a:lnTo>
                  <a:lnTo>
                    <a:pt x="185420" y="1079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5">
              <a:extLst>
                <a:ext uri="{FF2B5EF4-FFF2-40B4-BE49-F238E27FC236}">
                  <a16:creationId xmlns:a16="http://schemas.microsoft.com/office/drawing/2014/main" id="{AD5F9968-BA9D-3189-9D3E-705CE7D6A870}"/>
                </a:ext>
              </a:extLst>
            </p:cNvPr>
            <p:cNvSpPr/>
            <p:nvPr/>
          </p:nvSpPr>
          <p:spPr>
            <a:xfrm>
              <a:off x="7571740" y="229996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90" h="2539">
                  <a:moveTo>
                    <a:pt x="288290" y="1270"/>
                  </a:moveTo>
                  <a:lnTo>
                    <a:pt x="287020" y="1270"/>
                  </a:lnTo>
                  <a:lnTo>
                    <a:pt x="2870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88290" y="2540"/>
                  </a:lnTo>
                  <a:lnTo>
                    <a:pt x="2882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66">
              <a:extLst>
                <a:ext uri="{FF2B5EF4-FFF2-40B4-BE49-F238E27FC236}">
                  <a16:creationId xmlns:a16="http://schemas.microsoft.com/office/drawing/2014/main" id="{5B5134DF-CDC7-5DC6-753C-2A9FB2E202D1}"/>
                </a:ext>
              </a:extLst>
            </p:cNvPr>
            <p:cNvSpPr/>
            <p:nvPr/>
          </p:nvSpPr>
          <p:spPr>
            <a:xfrm>
              <a:off x="7566660" y="230250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67">
              <a:extLst>
                <a:ext uri="{FF2B5EF4-FFF2-40B4-BE49-F238E27FC236}">
                  <a16:creationId xmlns:a16="http://schemas.microsoft.com/office/drawing/2014/main" id="{F204A82A-310C-7081-0EA9-E1FD6AE39393}"/>
                </a:ext>
              </a:extLst>
            </p:cNvPr>
            <p:cNvSpPr/>
            <p:nvPr/>
          </p:nvSpPr>
          <p:spPr>
            <a:xfrm>
              <a:off x="7561580" y="230631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9880" y="2540"/>
                  </a:moveTo>
                  <a:lnTo>
                    <a:pt x="307340" y="2540"/>
                  </a:lnTo>
                  <a:lnTo>
                    <a:pt x="307340" y="1270"/>
                  </a:lnTo>
                  <a:lnTo>
                    <a:pt x="306070" y="1270"/>
                  </a:lnTo>
                  <a:lnTo>
                    <a:pt x="3060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80" y="3810"/>
                  </a:lnTo>
                  <a:lnTo>
                    <a:pt x="30988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68">
              <a:extLst>
                <a:ext uri="{FF2B5EF4-FFF2-40B4-BE49-F238E27FC236}">
                  <a16:creationId xmlns:a16="http://schemas.microsoft.com/office/drawing/2014/main" id="{8E627C51-1005-B810-F4F6-E29A67957ABC}"/>
                </a:ext>
              </a:extLst>
            </p:cNvPr>
            <p:cNvSpPr/>
            <p:nvPr/>
          </p:nvSpPr>
          <p:spPr>
            <a:xfrm>
              <a:off x="7556500" y="231012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40" h="3810">
                  <a:moveTo>
                    <a:pt x="320040" y="2540"/>
                  </a:moveTo>
                  <a:lnTo>
                    <a:pt x="317500" y="2540"/>
                  </a:lnTo>
                  <a:lnTo>
                    <a:pt x="317500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69">
              <a:extLst>
                <a:ext uri="{FF2B5EF4-FFF2-40B4-BE49-F238E27FC236}">
                  <a16:creationId xmlns:a16="http://schemas.microsoft.com/office/drawing/2014/main" id="{D51AF024-026C-1919-ABAB-D7D70AC2662C}"/>
                </a:ext>
              </a:extLst>
            </p:cNvPr>
            <p:cNvSpPr/>
            <p:nvPr/>
          </p:nvSpPr>
          <p:spPr>
            <a:xfrm>
              <a:off x="7550150" y="2313939"/>
              <a:ext cx="331470" cy="3810"/>
            </a:xfrm>
            <a:custGeom>
              <a:avLst/>
              <a:gdLst/>
              <a:ahLst/>
              <a:cxnLst/>
              <a:rect l="l" t="t" r="r" b="b"/>
              <a:pathLst>
                <a:path w="331470" h="3810">
                  <a:moveTo>
                    <a:pt x="331470" y="2540"/>
                  </a:moveTo>
                  <a:lnTo>
                    <a:pt x="330200" y="2540"/>
                  </a:lnTo>
                  <a:lnTo>
                    <a:pt x="330200" y="1270"/>
                  </a:lnTo>
                  <a:lnTo>
                    <a:pt x="327660" y="1270"/>
                  </a:lnTo>
                  <a:lnTo>
                    <a:pt x="32766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31470" y="3810"/>
                  </a:lnTo>
                  <a:lnTo>
                    <a:pt x="331470" y="254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0">
              <a:extLst>
                <a:ext uri="{FF2B5EF4-FFF2-40B4-BE49-F238E27FC236}">
                  <a16:creationId xmlns:a16="http://schemas.microsoft.com/office/drawing/2014/main" id="{F0D7F4FA-E986-FA99-5D98-4BCBBCEF897B}"/>
                </a:ext>
              </a:extLst>
            </p:cNvPr>
            <p:cNvSpPr/>
            <p:nvPr/>
          </p:nvSpPr>
          <p:spPr>
            <a:xfrm>
              <a:off x="7545070" y="2317749"/>
              <a:ext cx="341630" cy="3810"/>
            </a:xfrm>
            <a:custGeom>
              <a:avLst/>
              <a:gdLst/>
              <a:ahLst/>
              <a:cxnLst/>
              <a:rect l="l" t="t" r="r" b="b"/>
              <a:pathLst>
                <a:path w="341629" h="3810">
                  <a:moveTo>
                    <a:pt x="341630" y="2540"/>
                  </a:moveTo>
                  <a:lnTo>
                    <a:pt x="340360" y="2540"/>
                  </a:lnTo>
                  <a:lnTo>
                    <a:pt x="340360" y="1270"/>
                  </a:lnTo>
                  <a:lnTo>
                    <a:pt x="339090" y="1270"/>
                  </a:lnTo>
                  <a:lnTo>
                    <a:pt x="3390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1630" y="3810"/>
                  </a:lnTo>
                  <a:lnTo>
                    <a:pt x="341630" y="254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1">
              <a:extLst>
                <a:ext uri="{FF2B5EF4-FFF2-40B4-BE49-F238E27FC236}">
                  <a16:creationId xmlns:a16="http://schemas.microsoft.com/office/drawing/2014/main" id="{702AE06D-2835-0067-2E69-CE44D9D771AB}"/>
                </a:ext>
              </a:extLst>
            </p:cNvPr>
            <p:cNvSpPr/>
            <p:nvPr/>
          </p:nvSpPr>
          <p:spPr>
            <a:xfrm>
              <a:off x="7539990" y="2321559"/>
              <a:ext cx="353060" cy="3810"/>
            </a:xfrm>
            <a:custGeom>
              <a:avLst/>
              <a:gdLst/>
              <a:ahLst/>
              <a:cxnLst/>
              <a:rect l="l" t="t" r="r" b="b"/>
              <a:pathLst>
                <a:path w="353059" h="3810">
                  <a:moveTo>
                    <a:pt x="353060" y="2540"/>
                  </a:moveTo>
                  <a:lnTo>
                    <a:pt x="350520" y="2540"/>
                  </a:lnTo>
                  <a:lnTo>
                    <a:pt x="350520" y="1270"/>
                  </a:lnTo>
                  <a:lnTo>
                    <a:pt x="349250" y="1270"/>
                  </a:lnTo>
                  <a:lnTo>
                    <a:pt x="34925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3060" y="3810"/>
                  </a:lnTo>
                  <a:lnTo>
                    <a:pt x="353060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2">
              <a:extLst>
                <a:ext uri="{FF2B5EF4-FFF2-40B4-BE49-F238E27FC236}">
                  <a16:creationId xmlns:a16="http://schemas.microsoft.com/office/drawing/2014/main" id="{880449EF-ECFB-46BD-A7B6-121E6D339658}"/>
                </a:ext>
              </a:extLst>
            </p:cNvPr>
            <p:cNvSpPr/>
            <p:nvPr/>
          </p:nvSpPr>
          <p:spPr>
            <a:xfrm>
              <a:off x="7534910" y="23253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2540"/>
                  </a:moveTo>
                  <a:lnTo>
                    <a:pt x="360667" y="2540"/>
                  </a:lnTo>
                  <a:lnTo>
                    <a:pt x="360667" y="1270"/>
                  </a:lnTo>
                  <a:lnTo>
                    <a:pt x="359410" y="1270"/>
                  </a:lnTo>
                  <a:lnTo>
                    <a:pt x="3594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3">
              <a:extLst>
                <a:ext uri="{FF2B5EF4-FFF2-40B4-BE49-F238E27FC236}">
                  <a16:creationId xmlns:a16="http://schemas.microsoft.com/office/drawing/2014/main" id="{80FD5FC5-1D73-4681-814C-64B6FC804099}"/>
                </a:ext>
              </a:extLst>
            </p:cNvPr>
            <p:cNvSpPr/>
            <p:nvPr/>
          </p:nvSpPr>
          <p:spPr>
            <a:xfrm>
              <a:off x="7534909" y="2299969"/>
              <a:ext cx="361950" cy="27940"/>
            </a:xfrm>
            <a:custGeom>
              <a:avLst/>
              <a:gdLst/>
              <a:ahLst/>
              <a:cxnLst/>
              <a:rect l="l" t="t" r="r" b="b"/>
              <a:pathLst>
                <a:path w="361950" h="27939">
                  <a:moveTo>
                    <a:pt x="0" y="27939"/>
                  </a:moveTo>
                  <a:lnTo>
                    <a:pt x="39370" y="0"/>
                  </a:lnTo>
                  <a:lnTo>
                    <a:pt x="322580" y="0"/>
                  </a:lnTo>
                  <a:lnTo>
                    <a:pt x="361950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4">
              <a:extLst>
                <a:ext uri="{FF2B5EF4-FFF2-40B4-BE49-F238E27FC236}">
                  <a16:creationId xmlns:a16="http://schemas.microsoft.com/office/drawing/2014/main" id="{94F76DC3-4DCF-68CC-90D9-64286D7D6DF7}"/>
                </a:ext>
              </a:extLst>
            </p:cNvPr>
            <p:cNvSpPr/>
            <p:nvPr/>
          </p:nvSpPr>
          <p:spPr>
            <a:xfrm>
              <a:off x="7768590" y="23406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5">
              <a:extLst>
                <a:ext uri="{FF2B5EF4-FFF2-40B4-BE49-F238E27FC236}">
                  <a16:creationId xmlns:a16="http://schemas.microsoft.com/office/drawing/2014/main" id="{133FFF8B-C8B1-87DF-10B1-56742F0D0E48}"/>
                </a:ext>
              </a:extLst>
            </p:cNvPr>
            <p:cNvSpPr/>
            <p:nvPr/>
          </p:nvSpPr>
          <p:spPr>
            <a:xfrm>
              <a:off x="7768589" y="23444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76">
              <a:extLst>
                <a:ext uri="{FF2B5EF4-FFF2-40B4-BE49-F238E27FC236}">
                  <a16:creationId xmlns:a16="http://schemas.microsoft.com/office/drawing/2014/main" id="{7B51B99A-1423-8F76-1886-0824EAB73F44}"/>
                </a:ext>
              </a:extLst>
            </p:cNvPr>
            <p:cNvSpPr/>
            <p:nvPr/>
          </p:nvSpPr>
          <p:spPr>
            <a:xfrm>
              <a:off x="7768589" y="23482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77">
              <a:extLst>
                <a:ext uri="{FF2B5EF4-FFF2-40B4-BE49-F238E27FC236}">
                  <a16:creationId xmlns:a16="http://schemas.microsoft.com/office/drawing/2014/main" id="{9CDBAD35-E491-88F9-7A9F-AE744AA31320}"/>
                </a:ext>
              </a:extLst>
            </p:cNvPr>
            <p:cNvSpPr/>
            <p:nvPr/>
          </p:nvSpPr>
          <p:spPr>
            <a:xfrm>
              <a:off x="7768589" y="23520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78">
              <a:extLst>
                <a:ext uri="{FF2B5EF4-FFF2-40B4-BE49-F238E27FC236}">
                  <a16:creationId xmlns:a16="http://schemas.microsoft.com/office/drawing/2014/main" id="{BD142399-0246-62C7-574F-04D771834B77}"/>
                </a:ext>
              </a:extLst>
            </p:cNvPr>
            <p:cNvSpPr/>
            <p:nvPr/>
          </p:nvSpPr>
          <p:spPr>
            <a:xfrm>
              <a:off x="7768589" y="235584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79">
              <a:extLst>
                <a:ext uri="{FF2B5EF4-FFF2-40B4-BE49-F238E27FC236}">
                  <a16:creationId xmlns:a16="http://schemas.microsoft.com/office/drawing/2014/main" id="{398A8146-DCCE-82FC-C35C-C634C3FBFB6C}"/>
                </a:ext>
              </a:extLst>
            </p:cNvPr>
            <p:cNvSpPr/>
            <p:nvPr/>
          </p:nvSpPr>
          <p:spPr>
            <a:xfrm>
              <a:off x="7768589" y="235965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0">
              <a:extLst>
                <a:ext uri="{FF2B5EF4-FFF2-40B4-BE49-F238E27FC236}">
                  <a16:creationId xmlns:a16="http://schemas.microsoft.com/office/drawing/2014/main" id="{BAE07DF7-0FAC-3AB6-BE20-A84AE8F2E792}"/>
                </a:ext>
              </a:extLst>
            </p:cNvPr>
            <p:cNvSpPr/>
            <p:nvPr/>
          </p:nvSpPr>
          <p:spPr>
            <a:xfrm>
              <a:off x="7768589" y="23621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1">
              <a:extLst>
                <a:ext uri="{FF2B5EF4-FFF2-40B4-BE49-F238E27FC236}">
                  <a16:creationId xmlns:a16="http://schemas.microsoft.com/office/drawing/2014/main" id="{55041165-AD2B-997C-868B-7E7A2C9BEEFF}"/>
                </a:ext>
              </a:extLst>
            </p:cNvPr>
            <p:cNvSpPr/>
            <p:nvPr/>
          </p:nvSpPr>
          <p:spPr>
            <a:xfrm>
              <a:off x="7768589" y="23660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2">
              <a:extLst>
                <a:ext uri="{FF2B5EF4-FFF2-40B4-BE49-F238E27FC236}">
                  <a16:creationId xmlns:a16="http://schemas.microsoft.com/office/drawing/2014/main" id="{A3065E33-4892-C8EF-A335-5E1376890D8B}"/>
                </a:ext>
              </a:extLst>
            </p:cNvPr>
            <p:cNvSpPr/>
            <p:nvPr/>
          </p:nvSpPr>
          <p:spPr>
            <a:xfrm>
              <a:off x="7768589" y="23698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3">
              <a:extLst>
                <a:ext uri="{FF2B5EF4-FFF2-40B4-BE49-F238E27FC236}">
                  <a16:creationId xmlns:a16="http://schemas.microsoft.com/office/drawing/2014/main" id="{C05D1C2A-5585-81FC-A5D4-3A5D73CF8B86}"/>
                </a:ext>
              </a:extLst>
            </p:cNvPr>
            <p:cNvSpPr/>
            <p:nvPr/>
          </p:nvSpPr>
          <p:spPr>
            <a:xfrm>
              <a:off x="7768589" y="23736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4">
              <a:extLst>
                <a:ext uri="{FF2B5EF4-FFF2-40B4-BE49-F238E27FC236}">
                  <a16:creationId xmlns:a16="http://schemas.microsoft.com/office/drawing/2014/main" id="{57D1BB81-90F1-FCB3-A680-CE1A43D97B69}"/>
                </a:ext>
              </a:extLst>
            </p:cNvPr>
            <p:cNvSpPr/>
            <p:nvPr/>
          </p:nvSpPr>
          <p:spPr>
            <a:xfrm>
              <a:off x="7768589" y="23774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5">
              <a:extLst>
                <a:ext uri="{FF2B5EF4-FFF2-40B4-BE49-F238E27FC236}">
                  <a16:creationId xmlns:a16="http://schemas.microsoft.com/office/drawing/2014/main" id="{63501CE6-B66B-66D8-FCAB-0E130214D90C}"/>
                </a:ext>
              </a:extLst>
            </p:cNvPr>
            <p:cNvSpPr/>
            <p:nvPr/>
          </p:nvSpPr>
          <p:spPr>
            <a:xfrm>
              <a:off x="7768589" y="238124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86">
              <a:extLst>
                <a:ext uri="{FF2B5EF4-FFF2-40B4-BE49-F238E27FC236}">
                  <a16:creationId xmlns:a16="http://schemas.microsoft.com/office/drawing/2014/main" id="{CA6DE148-F4B9-067F-9DF4-7B261F785915}"/>
                </a:ext>
              </a:extLst>
            </p:cNvPr>
            <p:cNvSpPr/>
            <p:nvPr/>
          </p:nvSpPr>
          <p:spPr>
            <a:xfrm>
              <a:off x="7768589" y="23837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87">
              <a:extLst>
                <a:ext uri="{FF2B5EF4-FFF2-40B4-BE49-F238E27FC236}">
                  <a16:creationId xmlns:a16="http://schemas.microsoft.com/office/drawing/2014/main" id="{51B5C274-08D9-7CAB-7E5B-35F49DD6413C}"/>
                </a:ext>
              </a:extLst>
            </p:cNvPr>
            <p:cNvSpPr/>
            <p:nvPr/>
          </p:nvSpPr>
          <p:spPr>
            <a:xfrm>
              <a:off x="7768589" y="23875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88">
              <a:extLst>
                <a:ext uri="{FF2B5EF4-FFF2-40B4-BE49-F238E27FC236}">
                  <a16:creationId xmlns:a16="http://schemas.microsoft.com/office/drawing/2014/main" id="{0460F5A8-554E-7C9F-1EE7-6ADF36C8BF2F}"/>
                </a:ext>
              </a:extLst>
            </p:cNvPr>
            <p:cNvSpPr/>
            <p:nvPr/>
          </p:nvSpPr>
          <p:spPr>
            <a:xfrm>
              <a:off x="7768589" y="23914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89">
              <a:extLst>
                <a:ext uri="{FF2B5EF4-FFF2-40B4-BE49-F238E27FC236}">
                  <a16:creationId xmlns:a16="http://schemas.microsoft.com/office/drawing/2014/main" id="{0C006612-9AEA-391B-BEB4-A13325799345}"/>
                </a:ext>
              </a:extLst>
            </p:cNvPr>
            <p:cNvSpPr/>
            <p:nvPr/>
          </p:nvSpPr>
          <p:spPr>
            <a:xfrm>
              <a:off x="7768589" y="23952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0">
              <a:extLst>
                <a:ext uri="{FF2B5EF4-FFF2-40B4-BE49-F238E27FC236}">
                  <a16:creationId xmlns:a16="http://schemas.microsoft.com/office/drawing/2014/main" id="{B94D00A2-995A-B095-11CA-586F2E324783}"/>
                </a:ext>
              </a:extLst>
            </p:cNvPr>
            <p:cNvSpPr/>
            <p:nvPr/>
          </p:nvSpPr>
          <p:spPr>
            <a:xfrm>
              <a:off x="7768589" y="23990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1">
              <a:extLst>
                <a:ext uri="{FF2B5EF4-FFF2-40B4-BE49-F238E27FC236}">
                  <a16:creationId xmlns:a16="http://schemas.microsoft.com/office/drawing/2014/main" id="{40C4C288-97B6-A7F9-E789-D09B68CE4648}"/>
                </a:ext>
              </a:extLst>
            </p:cNvPr>
            <p:cNvSpPr/>
            <p:nvPr/>
          </p:nvSpPr>
          <p:spPr>
            <a:xfrm>
              <a:off x="7768589" y="240283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2">
              <a:extLst>
                <a:ext uri="{FF2B5EF4-FFF2-40B4-BE49-F238E27FC236}">
                  <a16:creationId xmlns:a16="http://schemas.microsoft.com/office/drawing/2014/main" id="{51353ABB-4759-4058-AEE0-CFF06EB638D5}"/>
                </a:ext>
              </a:extLst>
            </p:cNvPr>
            <p:cNvSpPr/>
            <p:nvPr/>
          </p:nvSpPr>
          <p:spPr>
            <a:xfrm>
              <a:off x="7768589" y="240537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3">
              <a:extLst>
                <a:ext uri="{FF2B5EF4-FFF2-40B4-BE49-F238E27FC236}">
                  <a16:creationId xmlns:a16="http://schemas.microsoft.com/office/drawing/2014/main" id="{AC578510-F570-73AD-366A-F3F08515905E}"/>
                </a:ext>
              </a:extLst>
            </p:cNvPr>
            <p:cNvSpPr/>
            <p:nvPr/>
          </p:nvSpPr>
          <p:spPr>
            <a:xfrm>
              <a:off x="7768589" y="24091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4">
              <a:extLst>
                <a:ext uri="{FF2B5EF4-FFF2-40B4-BE49-F238E27FC236}">
                  <a16:creationId xmlns:a16="http://schemas.microsoft.com/office/drawing/2014/main" id="{12EBB91B-847B-0FE9-B3F7-4F4DF2DAFFB7}"/>
                </a:ext>
              </a:extLst>
            </p:cNvPr>
            <p:cNvSpPr/>
            <p:nvPr/>
          </p:nvSpPr>
          <p:spPr>
            <a:xfrm>
              <a:off x="7768589" y="24129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5">
              <a:extLst>
                <a:ext uri="{FF2B5EF4-FFF2-40B4-BE49-F238E27FC236}">
                  <a16:creationId xmlns:a16="http://schemas.microsoft.com/office/drawing/2014/main" id="{A296A1E0-6CFC-B2CA-9EAD-7F231D503EBF}"/>
                </a:ext>
              </a:extLst>
            </p:cNvPr>
            <p:cNvSpPr/>
            <p:nvPr/>
          </p:nvSpPr>
          <p:spPr>
            <a:xfrm>
              <a:off x="7768589" y="24168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696">
              <a:extLst>
                <a:ext uri="{FF2B5EF4-FFF2-40B4-BE49-F238E27FC236}">
                  <a16:creationId xmlns:a16="http://schemas.microsoft.com/office/drawing/2014/main" id="{CCBC2736-4619-AE9C-9631-1F5CF6738574}"/>
                </a:ext>
              </a:extLst>
            </p:cNvPr>
            <p:cNvSpPr/>
            <p:nvPr/>
          </p:nvSpPr>
          <p:spPr>
            <a:xfrm>
              <a:off x="7768589" y="24206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697">
              <a:extLst>
                <a:ext uri="{FF2B5EF4-FFF2-40B4-BE49-F238E27FC236}">
                  <a16:creationId xmlns:a16="http://schemas.microsoft.com/office/drawing/2014/main" id="{D8AE4372-829C-A4B9-1CC9-8F3CDAAC933F}"/>
                </a:ext>
              </a:extLst>
            </p:cNvPr>
            <p:cNvSpPr/>
            <p:nvPr/>
          </p:nvSpPr>
          <p:spPr>
            <a:xfrm>
              <a:off x="7768589" y="24244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698">
              <a:extLst>
                <a:ext uri="{FF2B5EF4-FFF2-40B4-BE49-F238E27FC236}">
                  <a16:creationId xmlns:a16="http://schemas.microsoft.com/office/drawing/2014/main" id="{6433EE8D-92FA-D8C7-A45E-4DB91FF01866}"/>
                </a:ext>
              </a:extLst>
            </p:cNvPr>
            <p:cNvSpPr/>
            <p:nvPr/>
          </p:nvSpPr>
          <p:spPr>
            <a:xfrm>
              <a:off x="7768589" y="2341879"/>
              <a:ext cx="119380" cy="85090"/>
            </a:xfrm>
            <a:custGeom>
              <a:avLst/>
              <a:gdLst/>
              <a:ahLst/>
              <a:cxnLst/>
              <a:rect l="l" t="t" r="r" b="b"/>
              <a:pathLst>
                <a:path w="119379" h="85089">
                  <a:moveTo>
                    <a:pt x="59689" y="85090"/>
                  </a:moveTo>
                  <a:lnTo>
                    <a:pt x="0" y="85090"/>
                  </a:lnTo>
                  <a:lnTo>
                    <a:pt x="0" y="0"/>
                  </a:lnTo>
                  <a:lnTo>
                    <a:pt x="119379" y="0"/>
                  </a:lnTo>
                  <a:lnTo>
                    <a:pt x="119379" y="85090"/>
                  </a:lnTo>
                  <a:lnTo>
                    <a:pt x="59689" y="8509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699">
              <a:extLst>
                <a:ext uri="{FF2B5EF4-FFF2-40B4-BE49-F238E27FC236}">
                  <a16:creationId xmlns:a16="http://schemas.microsoft.com/office/drawing/2014/main" id="{10637F87-BBCD-7770-21A4-4016646894EC}"/>
                </a:ext>
              </a:extLst>
            </p:cNvPr>
            <p:cNvSpPr/>
            <p:nvPr/>
          </p:nvSpPr>
          <p:spPr>
            <a:xfrm>
              <a:off x="7547610" y="2425699"/>
              <a:ext cx="339090" cy="2540"/>
            </a:xfrm>
            <a:custGeom>
              <a:avLst/>
              <a:gdLst/>
              <a:ahLst/>
              <a:cxnLst/>
              <a:rect l="l" t="t" r="r" b="b"/>
              <a:pathLst>
                <a:path w="339090" h="2539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0">
              <a:extLst>
                <a:ext uri="{FF2B5EF4-FFF2-40B4-BE49-F238E27FC236}">
                  <a16:creationId xmlns:a16="http://schemas.microsoft.com/office/drawing/2014/main" id="{171F50E6-3073-26D9-B8CF-CDAC081E34A8}"/>
                </a:ext>
              </a:extLst>
            </p:cNvPr>
            <p:cNvSpPr/>
            <p:nvPr/>
          </p:nvSpPr>
          <p:spPr>
            <a:xfrm>
              <a:off x="7545070" y="2428239"/>
              <a:ext cx="344170" cy="3810"/>
            </a:xfrm>
            <a:custGeom>
              <a:avLst/>
              <a:gdLst/>
              <a:ahLst/>
              <a:cxnLst/>
              <a:rect l="l" t="t" r="r" b="b"/>
              <a:pathLst>
                <a:path w="344170" h="3810">
                  <a:moveTo>
                    <a:pt x="344170" y="2540"/>
                  </a:moveTo>
                  <a:lnTo>
                    <a:pt x="342900" y="2540"/>
                  </a:lnTo>
                  <a:lnTo>
                    <a:pt x="34290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4170" y="3810"/>
                  </a:lnTo>
                  <a:lnTo>
                    <a:pt x="34417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1">
              <a:extLst>
                <a:ext uri="{FF2B5EF4-FFF2-40B4-BE49-F238E27FC236}">
                  <a16:creationId xmlns:a16="http://schemas.microsoft.com/office/drawing/2014/main" id="{471E6F66-2C41-8CD9-5CAF-144F01E4A6EB}"/>
                </a:ext>
              </a:extLst>
            </p:cNvPr>
            <p:cNvSpPr/>
            <p:nvPr/>
          </p:nvSpPr>
          <p:spPr>
            <a:xfrm>
              <a:off x="7541260" y="243204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50520" y="1270"/>
                  </a:moveTo>
                  <a:lnTo>
                    <a:pt x="349250" y="1270"/>
                  </a:lnTo>
                  <a:lnTo>
                    <a:pt x="34925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40"/>
                  </a:lnTo>
                  <a:lnTo>
                    <a:pt x="350520" y="127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2">
              <a:extLst>
                <a:ext uri="{FF2B5EF4-FFF2-40B4-BE49-F238E27FC236}">
                  <a16:creationId xmlns:a16="http://schemas.microsoft.com/office/drawing/2014/main" id="{497AB3EC-F91E-C935-C8EE-7C35D9ED9FA4}"/>
                </a:ext>
              </a:extLst>
            </p:cNvPr>
            <p:cNvSpPr/>
            <p:nvPr/>
          </p:nvSpPr>
          <p:spPr>
            <a:xfrm>
              <a:off x="7538720" y="2435859"/>
              <a:ext cx="356870" cy="3810"/>
            </a:xfrm>
            <a:custGeom>
              <a:avLst/>
              <a:gdLst/>
              <a:ahLst/>
              <a:cxnLst/>
              <a:rect l="l" t="t" r="r" b="b"/>
              <a:pathLst>
                <a:path w="356870" h="3810">
                  <a:moveTo>
                    <a:pt x="356870" y="2540"/>
                  </a:moveTo>
                  <a:lnTo>
                    <a:pt x="355600" y="2540"/>
                  </a:lnTo>
                  <a:lnTo>
                    <a:pt x="355600" y="1270"/>
                  </a:lnTo>
                  <a:lnTo>
                    <a:pt x="354330" y="1270"/>
                  </a:lnTo>
                  <a:lnTo>
                    <a:pt x="3543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6870" y="3810"/>
                  </a:lnTo>
                  <a:lnTo>
                    <a:pt x="3568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3">
              <a:extLst>
                <a:ext uri="{FF2B5EF4-FFF2-40B4-BE49-F238E27FC236}">
                  <a16:creationId xmlns:a16="http://schemas.microsoft.com/office/drawing/2014/main" id="{897AA74C-CEE4-6C18-2769-FEE77C67C1EC}"/>
                </a:ext>
              </a:extLst>
            </p:cNvPr>
            <p:cNvSpPr/>
            <p:nvPr/>
          </p:nvSpPr>
          <p:spPr>
            <a:xfrm>
              <a:off x="7536180" y="24396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2540"/>
                  </a:moveTo>
                  <a:lnTo>
                    <a:pt x="360680" y="2540"/>
                  </a:lnTo>
                  <a:lnTo>
                    <a:pt x="360680" y="1270"/>
                  </a:lnTo>
                  <a:lnTo>
                    <a:pt x="3606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4">
              <a:extLst>
                <a:ext uri="{FF2B5EF4-FFF2-40B4-BE49-F238E27FC236}">
                  <a16:creationId xmlns:a16="http://schemas.microsoft.com/office/drawing/2014/main" id="{86355E9A-ABD1-D155-9AF7-0A2790716F13}"/>
                </a:ext>
              </a:extLst>
            </p:cNvPr>
            <p:cNvSpPr/>
            <p:nvPr/>
          </p:nvSpPr>
          <p:spPr>
            <a:xfrm>
              <a:off x="7532370" y="2443479"/>
              <a:ext cx="369570" cy="3810"/>
            </a:xfrm>
            <a:custGeom>
              <a:avLst/>
              <a:gdLst/>
              <a:ahLst/>
              <a:cxnLst/>
              <a:rect l="l" t="t" r="r" b="b"/>
              <a:pathLst>
                <a:path w="369570" h="3810">
                  <a:moveTo>
                    <a:pt x="369570" y="2540"/>
                  </a:moveTo>
                  <a:lnTo>
                    <a:pt x="368300" y="2540"/>
                  </a:lnTo>
                  <a:lnTo>
                    <a:pt x="368300" y="1270"/>
                  </a:lnTo>
                  <a:lnTo>
                    <a:pt x="367030" y="1270"/>
                  </a:lnTo>
                  <a:lnTo>
                    <a:pt x="3670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9570" y="3810"/>
                  </a:lnTo>
                  <a:lnTo>
                    <a:pt x="36957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5">
              <a:extLst>
                <a:ext uri="{FF2B5EF4-FFF2-40B4-BE49-F238E27FC236}">
                  <a16:creationId xmlns:a16="http://schemas.microsoft.com/office/drawing/2014/main" id="{A3871D6E-2689-639E-CF67-E9C38200FB6C}"/>
                </a:ext>
              </a:extLst>
            </p:cNvPr>
            <p:cNvSpPr/>
            <p:nvPr/>
          </p:nvSpPr>
          <p:spPr>
            <a:xfrm>
              <a:off x="7529830" y="2447289"/>
              <a:ext cx="374650" cy="3810"/>
            </a:xfrm>
            <a:custGeom>
              <a:avLst/>
              <a:gdLst/>
              <a:ahLst/>
              <a:cxnLst/>
              <a:rect l="l" t="t" r="r" b="b"/>
              <a:pathLst>
                <a:path w="374650" h="3810">
                  <a:moveTo>
                    <a:pt x="374650" y="2540"/>
                  </a:moveTo>
                  <a:lnTo>
                    <a:pt x="373380" y="2540"/>
                  </a:lnTo>
                  <a:lnTo>
                    <a:pt x="373380" y="1270"/>
                  </a:lnTo>
                  <a:lnTo>
                    <a:pt x="372110" y="1270"/>
                  </a:lnTo>
                  <a:lnTo>
                    <a:pt x="37211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4650" y="3810"/>
                  </a:lnTo>
                  <a:lnTo>
                    <a:pt x="3746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06">
              <a:extLst>
                <a:ext uri="{FF2B5EF4-FFF2-40B4-BE49-F238E27FC236}">
                  <a16:creationId xmlns:a16="http://schemas.microsoft.com/office/drawing/2014/main" id="{23041122-D4DA-89CE-91A3-19A0ABEE0247}"/>
                </a:ext>
              </a:extLst>
            </p:cNvPr>
            <p:cNvSpPr/>
            <p:nvPr/>
          </p:nvSpPr>
          <p:spPr>
            <a:xfrm>
              <a:off x="7526020" y="245109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81000" y="2540"/>
                  </a:moveTo>
                  <a:lnTo>
                    <a:pt x="379730" y="2540"/>
                  </a:lnTo>
                  <a:lnTo>
                    <a:pt x="379730" y="1270"/>
                  </a:lnTo>
                  <a:lnTo>
                    <a:pt x="3797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4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07">
              <a:extLst>
                <a:ext uri="{FF2B5EF4-FFF2-40B4-BE49-F238E27FC236}">
                  <a16:creationId xmlns:a16="http://schemas.microsoft.com/office/drawing/2014/main" id="{42CA80EC-AC6C-CA69-3ADD-C355460D4E95}"/>
                </a:ext>
              </a:extLst>
            </p:cNvPr>
            <p:cNvSpPr/>
            <p:nvPr/>
          </p:nvSpPr>
          <p:spPr>
            <a:xfrm>
              <a:off x="7523480" y="2454909"/>
              <a:ext cx="387350" cy="3810"/>
            </a:xfrm>
            <a:custGeom>
              <a:avLst/>
              <a:gdLst/>
              <a:ahLst/>
              <a:cxnLst/>
              <a:rect l="l" t="t" r="r" b="b"/>
              <a:pathLst>
                <a:path w="387350" h="3810">
                  <a:moveTo>
                    <a:pt x="387350" y="2540"/>
                  </a:moveTo>
                  <a:lnTo>
                    <a:pt x="386080" y="2540"/>
                  </a:lnTo>
                  <a:lnTo>
                    <a:pt x="386080" y="1270"/>
                  </a:lnTo>
                  <a:lnTo>
                    <a:pt x="384810" y="1270"/>
                  </a:lnTo>
                  <a:lnTo>
                    <a:pt x="3848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7350" y="3810"/>
                  </a:lnTo>
                  <a:lnTo>
                    <a:pt x="38735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08">
              <a:extLst>
                <a:ext uri="{FF2B5EF4-FFF2-40B4-BE49-F238E27FC236}">
                  <a16:creationId xmlns:a16="http://schemas.microsoft.com/office/drawing/2014/main" id="{51A90C73-8D2E-A9E1-CD56-4FAFCF43C73C}"/>
                </a:ext>
              </a:extLst>
            </p:cNvPr>
            <p:cNvSpPr/>
            <p:nvPr/>
          </p:nvSpPr>
          <p:spPr>
            <a:xfrm>
              <a:off x="7519670" y="245871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70"/>
                  </a:lnTo>
                  <a:lnTo>
                    <a:pt x="391160" y="1270"/>
                  </a:lnTo>
                  <a:lnTo>
                    <a:pt x="3911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09">
              <a:extLst>
                <a:ext uri="{FF2B5EF4-FFF2-40B4-BE49-F238E27FC236}">
                  <a16:creationId xmlns:a16="http://schemas.microsoft.com/office/drawing/2014/main" id="{63CDB575-2B3A-6DF7-4055-3C8378F2D10A}"/>
                </a:ext>
              </a:extLst>
            </p:cNvPr>
            <p:cNvSpPr/>
            <p:nvPr/>
          </p:nvSpPr>
          <p:spPr>
            <a:xfrm>
              <a:off x="7517130" y="246252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80" y="2540"/>
                  </a:moveTo>
                  <a:lnTo>
                    <a:pt x="397510" y="2540"/>
                  </a:lnTo>
                  <a:lnTo>
                    <a:pt x="397510" y="1270"/>
                  </a:lnTo>
                  <a:lnTo>
                    <a:pt x="3975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80" y="3810"/>
                  </a:lnTo>
                  <a:lnTo>
                    <a:pt x="398780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0">
              <a:extLst>
                <a:ext uri="{FF2B5EF4-FFF2-40B4-BE49-F238E27FC236}">
                  <a16:creationId xmlns:a16="http://schemas.microsoft.com/office/drawing/2014/main" id="{E04BFC58-D733-7A42-0F11-CF6BF129A69E}"/>
                </a:ext>
              </a:extLst>
            </p:cNvPr>
            <p:cNvSpPr/>
            <p:nvPr/>
          </p:nvSpPr>
          <p:spPr>
            <a:xfrm>
              <a:off x="7514590" y="2466339"/>
              <a:ext cx="405130" cy="3810"/>
            </a:xfrm>
            <a:custGeom>
              <a:avLst/>
              <a:gdLst/>
              <a:ahLst/>
              <a:cxnLst/>
              <a:rect l="l" t="t" r="r" b="b"/>
              <a:pathLst>
                <a:path w="405129" h="3810">
                  <a:moveTo>
                    <a:pt x="405130" y="2540"/>
                  </a:moveTo>
                  <a:lnTo>
                    <a:pt x="403860" y="2540"/>
                  </a:lnTo>
                  <a:lnTo>
                    <a:pt x="403860" y="1270"/>
                  </a:lnTo>
                  <a:lnTo>
                    <a:pt x="402590" y="1270"/>
                  </a:lnTo>
                  <a:lnTo>
                    <a:pt x="4025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05130" y="3810"/>
                  </a:lnTo>
                  <a:lnTo>
                    <a:pt x="405130" y="254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1">
              <a:extLst>
                <a:ext uri="{FF2B5EF4-FFF2-40B4-BE49-F238E27FC236}">
                  <a16:creationId xmlns:a16="http://schemas.microsoft.com/office/drawing/2014/main" id="{EB774C36-C25E-89B4-01E6-7646FE245B8F}"/>
                </a:ext>
              </a:extLst>
            </p:cNvPr>
            <p:cNvSpPr/>
            <p:nvPr/>
          </p:nvSpPr>
          <p:spPr>
            <a:xfrm>
              <a:off x="7510780" y="247014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1480" y="2540"/>
                  </a:moveTo>
                  <a:lnTo>
                    <a:pt x="410210" y="2540"/>
                  </a:lnTo>
                  <a:lnTo>
                    <a:pt x="410210" y="1270"/>
                  </a:ln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1480" y="3810"/>
                  </a:lnTo>
                  <a:lnTo>
                    <a:pt x="411480" y="254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2">
              <a:extLst>
                <a:ext uri="{FF2B5EF4-FFF2-40B4-BE49-F238E27FC236}">
                  <a16:creationId xmlns:a16="http://schemas.microsoft.com/office/drawing/2014/main" id="{A2A754BF-2F3E-97F3-A258-8F8ADE011C2C}"/>
                </a:ext>
              </a:extLst>
            </p:cNvPr>
            <p:cNvSpPr/>
            <p:nvPr/>
          </p:nvSpPr>
          <p:spPr>
            <a:xfrm>
              <a:off x="7508240" y="247395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59" h="3810">
                  <a:moveTo>
                    <a:pt x="416560" y="1270"/>
                  </a:moveTo>
                  <a:lnTo>
                    <a:pt x="415290" y="127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lnTo>
                    <a:pt x="416560" y="127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3">
              <a:extLst>
                <a:ext uri="{FF2B5EF4-FFF2-40B4-BE49-F238E27FC236}">
                  <a16:creationId xmlns:a16="http://schemas.microsoft.com/office/drawing/2014/main" id="{3603BCAB-3B15-0744-1F9C-93BEED0EA507}"/>
                </a:ext>
              </a:extLst>
            </p:cNvPr>
            <p:cNvSpPr/>
            <p:nvPr/>
          </p:nvSpPr>
          <p:spPr>
            <a:xfrm>
              <a:off x="7504430" y="247776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4180" y="2540"/>
                  </a:moveTo>
                  <a:lnTo>
                    <a:pt x="422910" y="2540"/>
                  </a:lnTo>
                  <a:lnTo>
                    <a:pt x="422910" y="1270"/>
                  </a:lnTo>
                  <a:lnTo>
                    <a:pt x="421640" y="1270"/>
                  </a:lnTo>
                  <a:lnTo>
                    <a:pt x="4216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80" y="3810"/>
                  </a:lnTo>
                  <a:lnTo>
                    <a:pt x="424180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4">
              <a:extLst>
                <a:ext uri="{FF2B5EF4-FFF2-40B4-BE49-F238E27FC236}">
                  <a16:creationId xmlns:a16="http://schemas.microsoft.com/office/drawing/2014/main" id="{2561F06C-D6AA-F61C-E684-38F6B2D278E5}"/>
                </a:ext>
              </a:extLst>
            </p:cNvPr>
            <p:cNvSpPr/>
            <p:nvPr/>
          </p:nvSpPr>
          <p:spPr>
            <a:xfrm>
              <a:off x="7501890" y="248157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59" h="3810">
                  <a:moveTo>
                    <a:pt x="429260" y="2540"/>
                  </a:moveTo>
                  <a:lnTo>
                    <a:pt x="427990" y="2540"/>
                  </a:lnTo>
                  <a:lnTo>
                    <a:pt x="427990" y="1270"/>
                  </a:lnTo>
                  <a:lnTo>
                    <a:pt x="426720" y="1270"/>
                  </a:lnTo>
                  <a:lnTo>
                    <a:pt x="4267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9260" y="3810"/>
                  </a:lnTo>
                  <a:lnTo>
                    <a:pt x="429260" y="254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5">
              <a:extLst>
                <a:ext uri="{FF2B5EF4-FFF2-40B4-BE49-F238E27FC236}">
                  <a16:creationId xmlns:a16="http://schemas.microsoft.com/office/drawing/2014/main" id="{D2E5D9DC-AB8B-85C2-4EC8-A7FBF5378B13}"/>
                </a:ext>
              </a:extLst>
            </p:cNvPr>
            <p:cNvSpPr/>
            <p:nvPr/>
          </p:nvSpPr>
          <p:spPr>
            <a:xfrm>
              <a:off x="7501890" y="2425699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90" h="58419">
                  <a:moveTo>
                    <a:pt x="0" y="58420"/>
                  </a:moveTo>
                  <a:lnTo>
                    <a:pt x="46989" y="0"/>
                  </a:lnTo>
                  <a:lnTo>
                    <a:pt x="382269" y="0"/>
                  </a:lnTo>
                  <a:lnTo>
                    <a:pt x="427989" y="58420"/>
                  </a:lnTo>
                  <a:lnTo>
                    <a:pt x="0" y="584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16">
              <a:extLst>
                <a:ext uri="{FF2B5EF4-FFF2-40B4-BE49-F238E27FC236}">
                  <a16:creationId xmlns:a16="http://schemas.microsoft.com/office/drawing/2014/main" id="{E5EDD1B6-D772-CFE2-31C4-D90182800A7B}"/>
                </a:ext>
              </a:extLst>
            </p:cNvPr>
            <p:cNvSpPr/>
            <p:nvPr/>
          </p:nvSpPr>
          <p:spPr>
            <a:xfrm>
              <a:off x="7501890" y="248284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59" h="3810">
                  <a:moveTo>
                    <a:pt x="4292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29260" y="3810"/>
                  </a:lnTo>
                  <a:lnTo>
                    <a:pt x="42926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17">
              <a:extLst>
                <a:ext uri="{FF2B5EF4-FFF2-40B4-BE49-F238E27FC236}">
                  <a16:creationId xmlns:a16="http://schemas.microsoft.com/office/drawing/2014/main" id="{C66CE5E7-69D3-7AE4-C893-AC991DDF2144}"/>
                </a:ext>
              </a:extLst>
            </p:cNvPr>
            <p:cNvSpPr/>
            <p:nvPr/>
          </p:nvSpPr>
          <p:spPr>
            <a:xfrm>
              <a:off x="7501890" y="248665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59" h="3810">
                  <a:moveTo>
                    <a:pt x="4292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29259" y="3810"/>
                  </a:lnTo>
                  <a:lnTo>
                    <a:pt x="429259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18">
              <a:extLst>
                <a:ext uri="{FF2B5EF4-FFF2-40B4-BE49-F238E27FC236}">
                  <a16:creationId xmlns:a16="http://schemas.microsoft.com/office/drawing/2014/main" id="{5A43F607-CE45-E642-4A0F-A428835EEEBB}"/>
                </a:ext>
              </a:extLst>
            </p:cNvPr>
            <p:cNvSpPr/>
            <p:nvPr/>
          </p:nvSpPr>
          <p:spPr>
            <a:xfrm>
              <a:off x="7501890" y="249046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59" h="3810">
                  <a:moveTo>
                    <a:pt x="4292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29259" y="3809"/>
                  </a:lnTo>
                  <a:lnTo>
                    <a:pt x="429259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19">
              <a:extLst>
                <a:ext uri="{FF2B5EF4-FFF2-40B4-BE49-F238E27FC236}">
                  <a16:creationId xmlns:a16="http://schemas.microsoft.com/office/drawing/2014/main" id="{EEFDF226-CD55-C207-3754-5675C9DAAABA}"/>
                </a:ext>
              </a:extLst>
            </p:cNvPr>
            <p:cNvSpPr/>
            <p:nvPr/>
          </p:nvSpPr>
          <p:spPr>
            <a:xfrm>
              <a:off x="7501890" y="249427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59" h="3810">
                  <a:moveTo>
                    <a:pt x="4292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29259" y="3810"/>
                  </a:lnTo>
                  <a:lnTo>
                    <a:pt x="429259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0">
              <a:extLst>
                <a:ext uri="{FF2B5EF4-FFF2-40B4-BE49-F238E27FC236}">
                  <a16:creationId xmlns:a16="http://schemas.microsoft.com/office/drawing/2014/main" id="{7D0D4BA0-C52D-86BC-6FAB-BE6CC9EAFA0C}"/>
                </a:ext>
              </a:extLst>
            </p:cNvPr>
            <p:cNvSpPr/>
            <p:nvPr/>
          </p:nvSpPr>
          <p:spPr>
            <a:xfrm>
              <a:off x="7501890" y="249808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59" h="3810">
                  <a:moveTo>
                    <a:pt x="4292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29259" y="3810"/>
                  </a:lnTo>
                  <a:lnTo>
                    <a:pt x="429259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1">
              <a:extLst>
                <a:ext uri="{FF2B5EF4-FFF2-40B4-BE49-F238E27FC236}">
                  <a16:creationId xmlns:a16="http://schemas.microsoft.com/office/drawing/2014/main" id="{839EB547-058B-6A92-C209-C5015A018FDA}"/>
                </a:ext>
              </a:extLst>
            </p:cNvPr>
            <p:cNvSpPr/>
            <p:nvPr/>
          </p:nvSpPr>
          <p:spPr>
            <a:xfrm>
              <a:off x="7501890" y="250189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59" h="3810">
                  <a:moveTo>
                    <a:pt x="4292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29259" y="3810"/>
                  </a:lnTo>
                  <a:lnTo>
                    <a:pt x="429259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2">
              <a:extLst>
                <a:ext uri="{FF2B5EF4-FFF2-40B4-BE49-F238E27FC236}">
                  <a16:creationId xmlns:a16="http://schemas.microsoft.com/office/drawing/2014/main" id="{62EE3D0A-C175-4B80-DE32-37673252149C}"/>
                </a:ext>
              </a:extLst>
            </p:cNvPr>
            <p:cNvSpPr/>
            <p:nvPr/>
          </p:nvSpPr>
          <p:spPr>
            <a:xfrm>
              <a:off x="7501890" y="2484119"/>
              <a:ext cx="429259" cy="20320"/>
            </a:xfrm>
            <a:custGeom>
              <a:avLst/>
              <a:gdLst/>
              <a:ahLst/>
              <a:cxnLst/>
              <a:rect l="l" t="t" r="r" b="b"/>
              <a:pathLst>
                <a:path w="429259" h="20319">
                  <a:moveTo>
                    <a:pt x="214629" y="20319"/>
                  </a:moveTo>
                  <a:lnTo>
                    <a:pt x="0" y="20319"/>
                  </a:lnTo>
                  <a:lnTo>
                    <a:pt x="0" y="0"/>
                  </a:lnTo>
                  <a:lnTo>
                    <a:pt x="429259" y="0"/>
                  </a:lnTo>
                  <a:lnTo>
                    <a:pt x="429259" y="20319"/>
                  </a:lnTo>
                  <a:lnTo>
                    <a:pt x="214629" y="203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7" name="object 723">
              <a:extLst>
                <a:ext uri="{FF2B5EF4-FFF2-40B4-BE49-F238E27FC236}">
                  <a16:creationId xmlns:a16="http://schemas.microsoft.com/office/drawing/2014/main" id="{BAACC24D-6960-193D-59A1-8DB62588440D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11109" y="2260599"/>
              <a:ext cx="204470" cy="59689"/>
            </a:xfrm>
            <a:prstGeom prst="rect">
              <a:avLst/>
            </a:prstGeom>
          </p:spPr>
        </p:pic>
        <p:sp>
          <p:nvSpPr>
            <p:cNvPr id="728" name="object 724">
              <a:extLst>
                <a:ext uri="{FF2B5EF4-FFF2-40B4-BE49-F238E27FC236}">
                  <a16:creationId xmlns:a16="http://schemas.microsoft.com/office/drawing/2014/main" id="{3E1C1D38-FEBD-3FE1-4E3B-FFBCCE18F5F3}"/>
                </a:ext>
              </a:extLst>
            </p:cNvPr>
            <p:cNvSpPr/>
            <p:nvPr/>
          </p:nvSpPr>
          <p:spPr>
            <a:xfrm>
              <a:off x="7611109" y="2260599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19">
                  <a:moveTo>
                    <a:pt x="203200" y="45720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60" y="40639"/>
                  </a:lnTo>
                  <a:lnTo>
                    <a:pt x="151130" y="22860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60" y="0"/>
                  </a:lnTo>
                  <a:lnTo>
                    <a:pt x="143172" y="0"/>
                  </a:lnTo>
                  <a:lnTo>
                    <a:pt x="15240" y="0"/>
                  </a:lnTo>
                  <a:lnTo>
                    <a:pt x="37266" y="13215"/>
                  </a:lnTo>
                  <a:lnTo>
                    <a:pt x="48577" y="20002"/>
                  </a:lnTo>
                  <a:lnTo>
                    <a:pt x="52744" y="22502"/>
                  </a:lnTo>
                  <a:lnTo>
                    <a:pt x="53340" y="22860"/>
                  </a:lnTo>
                  <a:lnTo>
                    <a:pt x="53340" y="40639"/>
                  </a:lnTo>
                  <a:lnTo>
                    <a:pt x="31611" y="41612"/>
                  </a:lnTo>
                  <a:lnTo>
                    <a:pt x="14763" y="42703"/>
                  </a:lnTo>
                  <a:lnTo>
                    <a:pt x="3869" y="44033"/>
                  </a:lnTo>
                  <a:lnTo>
                    <a:pt x="0" y="45720"/>
                  </a:lnTo>
                  <a:lnTo>
                    <a:pt x="0" y="58420"/>
                  </a:lnTo>
                  <a:lnTo>
                    <a:pt x="54332" y="58420"/>
                  </a:lnTo>
                  <a:lnTo>
                    <a:pt x="82232" y="58420"/>
                  </a:lnTo>
                  <a:lnTo>
                    <a:pt x="92511" y="58420"/>
                  </a:lnTo>
                  <a:lnTo>
                    <a:pt x="93980" y="58420"/>
                  </a:lnTo>
                  <a:lnTo>
                    <a:pt x="110490" y="58420"/>
                  </a:lnTo>
                  <a:lnTo>
                    <a:pt x="164087" y="58420"/>
                  </a:lnTo>
                  <a:lnTo>
                    <a:pt x="191611" y="58420"/>
                  </a:lnTo>
                  <a:lnTo>
                    <a:pt x="201751" y="58420"/>
                  </a:lnTo>
                  <a:lnTo>
                    <a:pt x="203200" y="58420"/>
                  </a:lnTo>
                  <a:lnTo>
                    <a:pt x="203200" y="45720"/>
                  </a:lnTo>
                  <a:lnTo>
                    <a:pt x="203200" y="45720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9" name="object 725">
              <a:extLst>
                <a:ext uri="{FF2B5EF4-FFF2-40B4-BE49-F238E27FC236}">
                  <a16:creationId xmlns:a16="http://schemas.microsoft.com/office/drawing/2014/main" id="{46C0707D-1FBE-4ED9-777E-262D5B96E9F4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557769" y="2021839"/>
              <a:ext cx="318770" cy="241300"/>
            </a:xfrm>
            <a:prstGeom prst="rect">
              <a:avLst/>
            </a:prstGeom>
          </p:spPr>
        </p:pic>
        <p:sp>
          <p:nvSpPr>
            <p:cNvPr id="730" name="object 726">
              <a:extLst>
                <a:ext uri="{FF2B5EF4-FFF2-40B4-BE49-F238E27FC236}">
                  <a16:creationId xmlns:a16="http://schemas.microsoft.com/office/drawing/2014/main" id="{C2146B07-C953-8601-EAB9-D87F22439C7D}"/>
                </a:ext>
              </a:extLst>
            </p:cNvPr>
            <p:cNvSpPr/>
            <p:nvPr/>
          </p:nvSpPr>
          <p:spPr>
            <a:xfrm>
              <a:off x="7557769" y="2021839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30">
                  <a:moveTo>
                    <a:pt x="317500" y="240030"/>
                  </a:moveTo>
                  <a:lnTo>
                    <a:pt x="0" y="240030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3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27">
              <a:extLst>
                <a:ext uri="{FF2B5EF4-FFF2-40B4-BE49-F238E27FC236}">
                  <a16:creationId xmlns:a16="http://schemas.microsoft.com/office/drawing/2014/main" id="{EF9679ED-CF62-A4CE-7D31-07A9B22D3F9A}"/>
                </a:ext>
              </a:extLst>
            </p:cNvPr>
            <p:cNvSpPr/>
            <p:nvPr/>
          </p:nvSpPr>
          <p:spPr>
            <a:xfrm>
              <a:off x="7592059" y="2049779"/>
              <a:ext cx="246379" cy="182880"/>
            </a:xfrm>
            <a:custGeom>
              <a:avLst/>
              <a:gdLst/>
              <a:ahLst/>
              <a:cxnLst/>
              <a:rect l="l" t="t" r="r" b="b"/>
              <a:pathLst>
                <a:path w="246379" h="182880">
                  <a:moveTo>
                    <a:pt x="246380" y="0"/>
                  </a:moveTo>
                  <a:lnTo>
                    <a:pt x="0" y="0"/>
                  </a:lnTo>
                  <a:lnTo>
                    <a:pt x="0" y="182880"/>
                  </a:lnTo>
                  <a:lnTo>
                    <a:pt x="246380" y="182880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28">
              <a:extLst>
                <a:ext uri="{FF2B5EF4-FFF2-40B4-BE49-F238E27FC236}">
                  <a16:creationId xmlns:a16="http://schemas.microsoft.com/office/drawing/2014/main" id="{33A07AD8-B39A-CB8B-3072-4CF0B5B56357}"/>
                </a:ext>
              </a:extLst>
            </p:cNvPr>
            <p:cNvSpPr/>
            <p:nvPr/>
          </p:nvSpPr>
          <p:spPr>
            <a:xfrm>
              <a:off x="7592059" y="2049779"/>
              <a:ext cx="246379" cy="182880"/>
            </a:xfrm>
            <a:custGeom>
              <a:avLst/>
              <a:gdLst/>
              <a:ahLst/>
              <a:cxnLst/>
              <a:rect l="l" t="t" r="r" b="b"/>
              <a:pathLst>
                <a:path w="246379" h="182880">
                  <a:moveTo>
                    <a:pt x="246380" y="182880"/>
                  </a:moveTo>
                  <a:lnTo>
                    <a:pt x="0" y="182880"/>
                  </a:lnTo>
                  <a:lnTo>
                    <a:pt x="0" y="0"/>
                  </a:lnTo>
                  <a:lnTo>
                    <a:pt x="246380" y="0"/>
                  </a:lnTo>
                  <a:lnTo>
                    <a:pt x="246380" y="18288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29">
              <a:extLst>
                <a:ext uri="{FF2B5EF4-FFF2-40B4-BE49-F238E27FC236}">
                  <a16:creationId xmlns:a16="http://schemas.microsoft.com/office/drawing/2014/main" id="{8625A9E8-FF3A-00C2-198F-A5626FDA38EB}"/>
                </a:ext>
              </a:extLst>
            </p:cNvPr>
            <p:cNvSpPr/>
            <p:nvPr/>
          </p:nvSpPr>
          <p:spPr>
            <a:xfrm>
              <a:off x="7592059" y="2052319"/>
              <a:ext cx="246379" cy="180340"/>
            </a:xfrm>
            <a:custGeom>
              <a:avLst/>
              <a:gdLst/>
              <a:ahLst/>
              <a:cxnLst/>
              <a:rect l="l" t="t" r="r" b="b"/>
              <a:pathLst>
                <a:path w="246379" h="180339">
                  <a:moveTo>
                    <a:pt x="246380" y="0"/>
                  </a:moveTo>
                  <a:lnTo>
                    <a:pt x="0" y="180339"/>
                  </a:lnTo>
                  <a:lnTo>
                    <a:pt x="246380" y="180339"/>
                  </a:lnTo>
                  <a:lnTo>
                    <a:pt x="24638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0">
              <a:extLst>
                <a:ext uri="{FF2B5EF4-FFF2-40B4-BE49-F238E27FC236}">
                  <a16:creationId xmlns:a16="http://schemas.microsoft.com/office/drawing/2014/main" id="{8F1545F4-F12A-CBBA-8FCC-0DBBD7045921}"/>
                </a:ext>
              </a:extLst>
            </p:cNvPr>
            <p:cNvSpPr/>
            <p:nvPr/>
          </p:nvSpPr>
          <p:spPr>
            <a:xfrm>
              <a:off x="7592059" y="2052319"/>
              <a:ext cx="246379" cy="180340"/>
            </a:xfrm>
            <a:custGeom>
              <a:avLst/>
              <a:gdLst/>
              <a:ahLst/>
              <a:cxnLst/>
              <a:rect l="l" t="t" r="r" b="b"/>
              <a:pathLst>
                <a:path w="246379" h="180339">
                  <a:moveTo>
                    <a:pt x="246380" y="0"/>
                  </a:moveTo>
                  <a:lnTo>
                    <a:pt x="246380" y="180339"/>
                  </a:lnTo>
                  <a:lnTo>
                    <a:pt x="0" y="180339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1">
              <a:extLst>
                <a:ext uri="{FF2B5EF4-FFF2-40B4-BE49-F238E27FC236}">
                  <a16:creationId xmlns:a16="http://schemas.microsoft.com/office/drawing/2014/main" id="{A67794B0-B0F8-0BB6-FF07-1AD9CA92B271}"/>
                </a:ext>
              </a:extLst>
            </p:cNvPr>
            <p:cNvSpPr/>
            <p:nvPr/>
          </p:nvSpPr>
          <p:spPr>
            <a:xfrm>
              <a:off x="7658100" y="2275839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69">
                  <a:moveTo>
                    <a:pt x="0" y="3810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20" y="13970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70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2">
              <a:extLst>
                <a:ext uri="{FF2B5EF4-FFF2-40B4-BE49-F238E27FC236}">
                  <a16:creationId xmlns:a16="http://schemas.microsoft.com/office/drawing/2014/main" id="{535B4DC4-C456-4B9B-86E3-B9C2EBC8BB0F}"/>
                </a:ext>
              </a:extLst>
            </p:cNvPr>
            <p:cNvSpPr/>
            <p:nvPr/>
          </p:nvSpPr>
          <p:spPr>
            <a:xfrm>
              <a:off x="7697469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0479" y="13969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3">
              <a:extLst>
                <a:ext uri="{FF2B5EF4-FFF2-40B4-BE49-F238E27FC236}">
                  <a16:creationId xmlns:a16="http://schemas.microsoft.com/office/drawing/2014/main" id="{F0C7EDC9-911E-4C14-67C6-D14263134171}"/>
                </a:ext>
              </a:extLst>
            </p:cNvPr>
            <p:cNvSpPr/>
            <p:nvPr/>
          </p:nvSpPr>
          <p:spPr>
            <a:xfrm>
              <a:off x="7697469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13969"/>
                  </a:moveTo>
                  <a:lnTo>
                    <a:pt x="0" y="13969"/>
                  </a:lnTo>
                  <a:lnTo>
                    <a:pt x="0" y="0"/>
                  </a:lnTo>
                  <a:lnTo>
                    <a:pt x="30479" y="0"/>
                  </a:lnTo>
                  <a:lnTo>
                    <a:pt x="30479" y="13969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4">
              <a:extLst>
                <a:ext uri="{FF2B5EF4-FFF2-40B4-BE49-F238E27FC236}">
                  <a16:creationId xmlns:a16="http://schemas.microsoft.com/office/drawing/2014/main" id="{042D987A-FC9C-988E-8888-6BDF0FE1FC26}"/>
                </a:ext>
              </a:extLst>
            </p:cNvPr>
            <p:cNvSpPr/>
            <p:nvPr/>
          </p:nvSpPr>
          <p:spPr>
            <a:xfrm>
              <a:off x="7697469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0" y="13969"/>
                  </a:moveTo>
                  <a:lnTo>
                    <a:pt x="30479" y="13969"/>
                  </a:lnTo>
                  <a:lnTo>
                    <a:pt x="30479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9" name="object 735">
              <a:extLst>
                <a:ext uri="{FF2B5EF4-FFF2-40B4-BE49-F238E27FC236}">
                  <a16:creationId xmlns:a16="http://schemas.microsoft.com/office/drawing/2014/main" id="{CDBEB7AB-ECE5-B9B6-7A02-B4CC93DBFD5D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263889" y="2334259"/>
              <a:ext cx="373379" cy="109220"/>
            </a:xfrm>
            <a:prstGeom prst="rect">
              <a:avLst/>
            </a:prstGeom>
          </p:spPr>
        </p:pic>
        <p:sp>
          <p:nvSpPr>
            <p:cNvPr id="740" name="object 736">
              <a:extLst>
                <a:ext uri="{FF2B5EF4-FFF2-40B4-BE49-F238E27FC236}">
                  <a16:creationId xmlns:a16="http://schemas.microsoft.com/office/drawing/2014/main" id="{EC9F3551-035D-3962-1369-E9B564AFB817}"/>
                </a:ext>
              </a:extLst>
            </p:cNvPr>
            <p:cNvSpPr/>
            <p:nvPr/>
          </p:nvSpPr>
          <p:spPr>
            <a:xfrm>
              <a:off x="8263889" y="2334259"/>
              <a:ext cx="372110" cy="107950"/>
            </a:xfrm>
            <a:custGeom>
              <a:avLst/>
              <a:gdLst/>
              <a:ahLst/>
              <a:cxnLst/>
              <a:rect l="l" t="t" r="r" b="b"/>
              <a:pathLst>
                <a:path w="372109" h="107950">
                  <a:moveTo>
                    <a:pt x="185419" y="107950"/>
                  </a:moveTo>
                  <a:lnTo>
                    <a:pt x="0" y="107950"/>
                  </a:lnTo>
                  <a:lnTo>
                    <a:pt x="0" y="0"/>
                  </a:lnTo>
                  <a:lnTo>
                    <a:pt x="372109" y="0"/>
                  </a:lnTo>
                  <a:lnTo>
                    <a:pt x="372109" y="107950"/>
                  </a:lnTo>
                  <a:lnTo>
                    <a:pt x="185419" y="1079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37">
              <a:extLst>
                <a:ext uri="{FF2B5EF4-FFF2-40B4-BE49-F238E27FC236}">
                  <a16:creationId xmlns:a16="http://schemas.microsoft.com/office/drawing/2014/main" id="{348B44BE-0A82-37A0-9632-24D54E190A44}"/>
                </a:ext>
              </a:extLst>
            </p:cNvPr>
            <p:cNvSpPr/>
            <p:nvPr/>
          </p:nvSpPr>
          <p:spPr>
            <a:xfrm>
              <a:off x="8305800" y="229996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90" h="2539">
                  <a:moveTo>
                    <a:pt x="288290" y="1270"/>
                  </a:moveTo>
                  <a:lnTo>
                    <a:pt x="287020" y="1270"/>
                  </a:lnTo>
                  <a:lnTo>
                    <a:pt x="2870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88290" y="2540"/>
                  </a:lnTo>
                  <a:lnTo>
                    <a:pt x="2882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38">
              <a:extLst>
                <a:ext uri="{FF2B5EF4-FFF2-40B4-BE49-F238E27FC236}">
                  <a16:creationId xmlns:a16="http://schemas.microsoft.com/office/drawing/2014/main" id="{4EEDF07C-DE09-9666-97C8-6E61F4AC00B4}"/>
                </a:ext>
              </a:extLst>
            </p:cNvPr>
            <p:cNvSpPr/>
            <p:nvPr/>
          </p:nvSpPr>
          <p:spPr>
            <a:xfrm>
              <a:off x="8300720" y="230250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39">
              <a:extLst>
                <a:ext uri="{FF2B5EF4-FFF2-40B4-BE49-F238E27FC236}">
                  <a16:creationId xmlns:a16="http://schemas.microsoft.com/office/drawing/2014/main" id="{62433403-1076-704E-775C-6633E488746B}"/>
                </a:ext>
              </a:extLst>
            </p:cNvPr>
            <p:cNvSpPr/>
            <p:nvPr/>
          </p:nvSpPr>
          <p:spPr>
            <a:xfrm>
              <a:off x="8295640" y="230631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9880" y="2540"/>
                  </a:moveTo>
                  <a:lnTo>
                    <a:pt x="307340" y="2540"/>
                  </a:lnTo>
                  <a:lnTo>
                    <a:pt x="307340" y="1270"/>
                  </a:lnTo>
                  <a:lnTo>
                    <a:pt x="306070" y="1270"/>
                  </a:lnTo>
                  <a:lnTo>
                    <a:pt x="3060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80" y="3810"/>
                  </a:lnTo>
                  <a:lnTo>
                    <a:pt x="30988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0">
              <a:extLst>
                <a:ext uri="{FF2B5EF4-FFF2-40B4-BE49-F238E27FC236}">
                  <a16:creationId xmlns:a16="http://schemas.microsoft.com/office/drawing/2014/main" id="{1641C503-B8CD-87AF-E5E7-A02D7C556219}"/>
                </a:ext>
              </a:extLst>
            </p:cNvPr>
            <p:cNvSpPr/>
            <p:nvPr/>
          </p:nvSpPr>
          <p:spPr>
            <a:xfrm>
              <a:off x="8290560" y="231012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40" h="3810">
                  <a:moveTo>
                    <a:pt x="320040" y="2540"/>
                  </a:moveTo>
                  <a:lnTo>
                    <a:pt x="317500" y="2540"/>
                  </a:lnTo>
                  <a:lnTo>
                    <a:pt x="317500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1">
              <a:extLst>
                <a:ext uri="{FF2B5EF4-FFF2-40B4-BE49-F238E27FC236}">
                  <a16:creationId xmlns:a16="http://schemas.microsoft.com/office/drawing/2014/main" id="{58D138CC-184B-4AE8-1A95-936E1DB83C7A}"/>
                </a:ext>
              </a:extLst>
            </p:cNvPr>
            <p:cNvSpPr/>
            <p:nvPr/>
          </p:nvSpPr>
          <p:spPr>
            <a:xfrm>
              <a:off x="8285480" y="2313939"/>
              <a:ext cx="330200" cy="3810"/>
            </a:xfrm>
            <a:custGeom>
              <a:avLst/>
              <a:gdLst/>
              <a:ahLst/>
              <a:cxnLst/>
              <a:rect l="l" t="t" r="r" b="b"/>
              <a:pathLst>
                <a:path w="330200" h="3810">
                  <a:moveTo>
                    <a:pt x="330200" y="2540"/>
                  </a:moveTo>
                  <a:lnTo>
                    <a:pt x="328930" y="2540"/>
                  </a:lnTo>
                  <a:lnTo>
                    <a:pt x="328930" y="1270"/>
                  </a:lnTo>
                  <a:lnTo>
                    <a:pt x="326390" y="1270"/>
                  </a:lnTo>
                  <a:lnTo>
                    <a:pt x="3263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30200" y="3810"/>
                  </a:lnTo>
                  <a:lnTo>
                    <a:pt x="330200" y="254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2">
              <a:extLst>
                <a:ext uri="{FF2B5EF4-FFF2-40B4-BE49-F238E27FC236}">
                  <a16:creationId xmlns:a16="http://schemas.microsoft.com/office/drawing/2014/main" id="{6EF7A1C2-85DD-4AF0-09FC-7FF64EC5EF75}"/>
                </a:ext>
              </a:extLst>
            </p:cNvPr>
            <p:cNvSpPr/>
            <p:nvPr/>
          </p:nvSpPr>
          <p:spPr>
            <a:xfrm>
              <a:off x="8280400" y="2317749"/>
              <a:ext cx="340360" cy="3810"/>
            </a:xfrm>
            <a:custGeom>
              <a:avLst/>
              <a:gdLst/>
              <a:ahLst/>
              <a:cxnLst/>
              <a:rect l="l" t="t" r="r" b="b"/>
              <a:pathLst>
                <a:path w="340359" h="3810">
                  <a:moveTo>
                    <a:pt x="340360" y="2540"/>
                  </a:moveTo>
                  <a:lnTo>
                    <a:pt x="339090" y="2540"/>
                  </a:lnTo>
                  <a:lnTo>
                    <a:pt x="339090" y="1270"/>
                  </a:lnTo>
                  <a:lnTo>
                    <a:pt x="337807" y="1270"/>
                  </a:lnTo>
                  <a:lnTo>
                    <a:pt x="337807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0360" y="3810"/>
                  </a:lnTo>
                  <a:lnTo>
                    <a:pt x="340360" y="254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3">
              <a:extLst>
                <a:ext uri="{FF2B5EF4-FFF2-40B4-BE49-F238E27FC236}">
                  <a16:creationId xmlns:a16="http://schemas.microsoft.com/office/drawing/2014/main" id="{8666A87A-C4EB-87BE-CDEB-9F89BFDE32BA}"/>
                </a:ext>
              </a:extLst>
            </p:cNvPr>
            <p:cNvSpPr/>
            <p:nvPr/>
          </p:nvSpPr>
          <p:spPr>
            <a:xfrm>
              <a:off x="8275320" y="2321559"/>
              <a:ext cx="351790" cy="3810"/>
            </a:xfrm>
            <a:custGeom>
              <a:avLst/>
              <a:gdLst/>
              <a:ahLst/>
              <a:cxnLst/>
              <a:rect l="l" t="t" r="r" b="b"/>
              <a:pathLst>
                <a:path w="351790" h="3810">
                  <a:moveTo>
                    <a:pt x="351790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1790" y="3810"/>
                  </a:lnTo>
                  <a:lnTo>
                    <a:pt x="351790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4">
              <a:extLst>
                <a:ext uri="{FF2B5EF4-FFF2-40B4-BE49-F238E27FC236}">
                  <a16:creationId xmlns:a16="http://schemas.microsoft.com/office/drawing/2014/main" id="{5FA40CD4-2517-E425-51D6-06DBEE14B171}"/>
                </a:ext>
              </a:extLst>
            </p:cNvPr>
            <p:cNvSpPr/>
            <p:nvPr/>
          </p:nvSpPr>
          <p:spPr>
            <a:xfrm>
              <a:off x="8270240" y="232536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2540"/>
                  </a:moveTo>
                  <a:lnTo>
                    <a:pt x="359410" y="2540"/>
                  </a:lnTo>
                  <a:lnTo>
                    <a:pt x="359410" y="1270"/>
                  </a:lnTo>
                  <a:lnTo>
                    <a:pt x="358140" y="1270"/>
                  </a:lnTo>
                  <a:lnTo>
                    <a:pt x="35814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5">
              <a:extLst>
                <a:ext uri="{FF2B5EF4-FFF2-40B4-BE49-F238E27FC236}">
                  <a16:creationId xmlns:a16="http://schemas.microsoft.com/office/drawing/2014/main" id="{4322B203-FBC1-8096-52F9-D5A65BBD13C0}"/>
                </a:ext>
              </a:extLst>
            </p:cNvPr>
            <p:cNvSpPr/>
            <p:nvPr/>
          </p:nvSpPr>
          <p:spPr>
            <a:xfrm>
              <a:off x="8270239" y="2299969"/>
              <a:ext cx="360680" cy="27940"/>
            </a:xfrm>
            <a:custGeom>
              <a:avLst/>
              <a:gdLst/>
              <a:ahLst/>
              <a:cxnLst/>
              <a:rect l="l" t="t" r="r" b="b"/>
              <a:pathLst>
                <a:path w="360679" h="27939">
                  <a:moveTo>
                    <a:pt x="0" y="27939"/>
                  </a:moveTo>
                  <a:lnTo>
                    <a:pt x="38100" y="0"/>
                  </a:lnTo>
                  <a:lnTo>
                    <a:pt x="321309" y="0"/>
                  </a:lnTo>
                  <a:lnTo>
                    <a:pt x="360679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46">
              <a:extLst>
                <a:ext uri="{FF2B5EF4-FFF2-40B4-BE49-F238E27FC236}">
                  <a16:creationId xmlns:a16="http://schemas.microsoft.com/office/drawing/2014/main" id="{2E2C49B5-EB1A-0166-CC80-6DF141BE1A53}"/>
                </a:ext>
              </a:extLst>
            </p:cNvPr>
            <p:cNvSpPr/>
            <p:nvPr/>
          </p:nvSpPr>
          <p:spPr>
            <a:xfrm>
              <a:off x="8503920" y="23406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47">
              <a:extLst>
                <a:ext uri="{FF2B5EF4-FFF2-40B4-BE49-F238E27FC236}">
                  <a16:creationId xmlns:a16="http://schemas.microsoft.com/office/drawing/2014/main" id="{285B74FB-BFCB-8041-79EE-997E084AACED}"/>
                </a:ext>
              </a:extLst>
            </p:cNvPr>
            <p:cNvSpPr/>
            <p:nvPr/>
          </p:nvSpPr>
          <p:spPr>
            <a:xfrm>
              <a:off x="8503920" y="23444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48">
              <a:extLst>
                <a:ext uri="{FF2B5EF4-FFF2-40B4-BE49-F238E27FC236}">
                  <a16:creationId xmlns:a16="http://schemas.microsoft.com/office/drawing/2014/main" id="{81B7D6FB-0108-DDA7-4E51-0648D04930C9}"/>
                </a:ext>
              </a:extLst>
            </p:cNvPr>
            <p:cNvSpPr/>
            <p:nvPr/>
          </p:nvSpPr>
          <p:spPr>
            <a:xfrm>
              <a:off x="8503920" y="23482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49">
              <a:extLst>
                <a:ext uri="{FF2B5EF4-FFF2-40B4-BE49-F238E27FC236}">
                  <a16:creationId xmlns:a16="http://schemas.microsoft.com/office/drawing/2014/main" id="{B95ABA88-8087-E4CB-29A3-A36BCE74B9CD}"/>
                </a:ext>
              </a:extLst>
            </p:cNvPr>
            <p:cNvSpPr/>
            <p:nvPr/>
          </p:nvSpPr>
          <p:spPr>
            <a:xfrm>
              <a:off x="8503920" y="23520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0">
              <a:extLst>
                <a:ext uri="{FF2B5EF4-FFF2-40B4-BE49-F238E27FC236}">
                  <a16:creationId xmlns:a16="http://schemas.microsoft.com/office/drawing/2014/main" id="{9624A568-8FBC-A7CE-FCF3-04DC1DB61E34}"/>
                </a:ext>
              </a:extLst>
            </p:cNvPr>
            <p:cNvSpPr/>
            <p:nvPr/>
          </p:nvSpPr>
          <p:spPr>
            <a:xfrm>
              <a:off x="8503920" y="235584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1">
              <a:extLst>
                <a:ext uri="{FF2B5EF4-FFF2-40B4-BE49-F238E27FC236}">
                  <a16:creationId xmlns:a16="http://schemas.microsoft.com/office/drawing/2014/main" id="{D4877D50-45EC-223A-80DB-B1F6F6537247}"/>
                </a:ext>
              </a:extLst>
            </p:cNvPr>
            <p:cNvSpPr/>
            <p:nvPr/>
          </p:nvSpPr>
          <p:spPr>
            <a:xfrm>
              <a:off x="8503920" y="235965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2">
              <a:extLst>
                <a:ext uri="{FF2B5EF4-FFF2-40B4-BE49-F238E27FC236}">
                  <a16:creationId xmlns:a16="http://schemas.microsoft.com/office/drawing/2014/main" id="{21222983-9A7D-363B-8CF5-D446AEA5A291}"/>
                </a:ext>
              </a:extLst>
            </p:cNvPr>
            <p:cNvSpPr/>
            <p:nvPr/>
          </p:nvSpPr>
          <p:spPr>
            <a:xfrm>
              <a:off x="8503920" y="23621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3">
              <a:extLst>
                <a:ext uri="{FF2B5EF4-FFF2-40B4-BE49-F238E27FC236}">
                  <a16:creationId xmlns:a16="http://schemas.microsoft.com/office/drawing/2014/main" id="{D784CBDA-DFAE-D61E-8EA6-A6BE98A0E467}"/>
                </a:ext>
              </a:extLst>
            </p:cNvPr>
            <p:cNvSpPr/>
            <p:nvPr/>
          </p:nvSpPr>
          <p:spPr>
            <a:xfrm>
              <a:off x="8503920" y="23660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4">
              <a:extLst>
                <a:ext uri="{FF2B5EF4-FFF2-40B4-BE49-F238E27FC236}">
                  <a16:creationId xmlns:a16="http://schemas.microsoft.com/office/drawing/2014/main" id="{2E803D25-6030-B722-F531-0A6190647263}"/>
                </a:ext>
              </a:extLst>
            </p:cNvPr>
            <p:cNvSpPr/>
            <p:nvPr/>
          </p:nvSpPr>
          <p:spPr>
            <a:xfrm>
              <a:off x="8503920" y="23698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5">
              <a:extLst>
                <a:ext uri="{FF2B5EF4-FFF2-40B4-BE49-F238E27FC236}">
                  <a16:creationId xmlns:a16="http://schemas.microsoft.com/office/drawing/2014/main" id="{84051CD9-F1F9-4FD3-F810-BB1CE3BF5B46}"/>
                </a:ext>
              </a:extLst>
            </p:cNvPr>
            <p:cNvSpPr/>
            <p:nvPr/>
          </p:nvSpPr>
          <p:spPr>
            <a:xfrm>
              <a:off x="8503920" y="23736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56">
              <a:extLst>
                <a:ext uri="{FF2B5EF4-FFF2-40B4-BE49-F238E27FC236}">
                  <a16:creationId xmlns:a16="http://schemas.microsoft.com/office/drawing/2014/main" id="{B36D9595-D1A9-5B25-2AE1-DB9499126411}"/>
                </a:ext>
              </a:extLst>
            </p:cNvPr>
            <p:cNvSpPr/>
            <p:nvPr/>
          </p:nvSpPr>
          <p:spPr>
            <a:xfrm>
              <a:off x="8503920" y="237743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57">
              <a:extLst>
                <a:ext uri="{FF2B5EF4-FFF2-40B4-BE49-F238E27FC236}">
                  <a16:creationId xmlns:a16="http://schemas.microsoft.com/office/drawing/2014/main" id="{83E87B78-223F-E12D-C41B-CA0855213B35}"/>
                </a:ext>
              </a:extLst>
            </p:cNvPr>
            <p:cNvSpPr/>
            <p:nvPr/>
          </p:nvSpPr>
          <p:spPr>
            <a:xfrm>
              <a:off x="8503920" y="238124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58">
              <a:extLst>
                <a:ext uri="{FF2B5EF4-FFF2-40B4-BE49-F238E27FC236}">
                  <a16:creationId xmlns:a16="http://schemas.microsoft.com/office/drawing/2014/main" id="{A7AF014B-4B26-CC57-B661-ECFE4CA4643D}"/>
                </a:ext>
              </a:extLst>
            </p:cNvPr>
            <p:cNvSpPr/>
            <p:nvPr/>
          </p:nvSpPr>
          <p:spPr>
            <a:xfrm>
              <a:off x="8503920" y="23837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59">
              <a:extLst>
                <a:ext uri="{FF2B5EF4-FFF2-40B4-BE49-F238E27FC236}">
                  <a16:creationId xmlns:a16="http://schemas.microsoft.com/office/drawing/2014/main" id="{4062B47C-00F8-F3C5-081B-8D819F9BCC9B}"/>
                </a:ext>
              </a:extLst>
            </p:cNvPr>
            <p:cNvSpPr/>
            <p:nvPr/>
          </p:nvSpPr>
          <p:spPr>
            <a:xfrm>
              <a:off x="8503920" y="23875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0">
              <a:extLst>
                <a:ext uri="{FF2B5EF4-FFF2-40B4-BE49-F238E27FC236}">
                  <a16:creationId xmlns:a16="http://schemas.microsoft.com/office/drawing/2014/main" id="{B0E8D01F-0C81-0069-5B09-AB4F1C792A7F}"/>
                </a:ext>
              </a:extLst>
            </p:cNvPr>
            <p:cNvSpPr/>
            <p:nvPr/>
          </p:nvSpPr>
          <p:spPr>
            <a:xfrm>
              <a:off x="8503920" y="23914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1">
              <a:extLst>
                <a:ext uri="{FF2B5EF4-FFF2-40B4-BE49-F238E27FC236}">
                  <a16:creationId xmlns:a16="http://schemas.microsoft.com/office/drawing/2014/main" id="{40ADD1C2-D38A-D71D-4624-297FCF0C8CAB}"/>
                </a:ext>
              </a:extLst>
            </p:cNvPr>
            <p:cNvSpPr/>
            <p:nvPr/>
          </p:nvSpPr>
          <p:spPr>
            <a:xfrm>
              <a:off x="8503920" y="23952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2">
              <a:extLst>
                <a:ext uri="{FF2B5EF4-FFF2-40B4-BE49-F238E27FC236}">
                  <a16:creationId xmlns:a16="http://schemas.microsoft.com/office/drawing/2014/main" id="{98A1A45D-C92D-4B1B-88E8-B4518E0468FE}"/>
                </a:ext>
              </a:extLst>
            </p:cNvPr>
            <p:cNvSpPr/>
            <p:nvPr/>
          </p:nvSpPr>
          <p:spPr>
            <a:xfrm>
              <a:off x="8503920" y="23990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3">
              <a:extLst>
                <a:ext uri="{FF2B5EF4-FFF2-40B4-BE49-F238E27FC236}">
                  <a16:creationId xmlns:a16="http://schemas.microsoft.com/office/drawing/2014/main" id="{2AC35D4A-25B1-2472-FF50-10B63C2D7385}"/>
                </a:ext>
              </a:extLst>
            </p:cNvPr>
            <p:cNvSpPr/>
            <p:nvPr/>
          </p:nvSpPr>
          <p:spPr>
            <a:xfrm>
              <a:off x="8503920" y="2402839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4">
              <a:extLst>
                <a:ext uri="{FF2B5EF4-FFF2-40B4-BE49-F238E27FC236}">
                  <a16:creationId xmlns:a16="http://schemas.microsoft.com/office/drawing/2014/main" id="{384EFF0C-209B-B775-3B7E-188B6764123E}"/>
                </a:ext>
              </a:extLst>
            </p:cNvPr>
            <p:cNvSpPr/>
            <p:nvPr/>
          </p:nvSpPr>
          <p:spPr>
            <a:xfrm>
              <a:off x="8503920" y="240537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5">
              <a:extLst>
                <a:ext uri="{FF2B5EF4-FFF2-40B4-BE49-F238E27FC236}">
                  <a16:creationId xmlns:a16="http://schemas.microsoft.com/office/drawing/2014/main" id="{5871CE3D-4422-E845-A3CC-1C6B3CD9D1CD}"/>
                </a:ext>
              </a:extLst>
            </p:cNvPr>
            <p:cNvSpPr/>
            <p:nvPr/>
          </p:nvSpPr>
          <p:spPr>
            <a:xfrm>
              <a:off x="8503920" y="24091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66">
              <a:extLst>
                <a:ext uri="{FF2B5EF4-FFF2-40B4-BE49-F238E27FC236}">
                  <a16:creationId xmlns:a16="http://schemas.microsoft.com/office/drawing/2014/main" id="{78BF7E3C-F908-73EC-92B5-2F165C2ECC20}"/>
                </a:ext>
              </a:extLst>
            </p:cNvPr>
            <p:cNvSpPr/>
            <p:nvPr/>
          </p:nvSpPr>
          <p:spPr>
            <a:xfrm>
              <a:off x="8503920" y="241299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67">
              <a:extLst>
                <a:ext uri="{FF2B5EF4-FFF2-40B4-BE49-F238E27FC236}">
                  <a16:creationId xmlns:a16="http://schemas.microsoft.com/office/drawing/2014/main" id="{805D5390-B976-66D1-2FCC-0070BE9A2482}"/>
                </a:ext>
              </a:extLst>
            </p:cNvPr>
            <p:cNvSpPr/>
            <p:nvPr/>
          </p:nvSpPr>
          <p:spPr>
            <a:xfrm>
              <a:off x="8503920" y="241680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68">
              <a:extLst>
                <a:ext uri="{FF2B5EF4-FFF2-40B4-BE49-F238E27FC236}">
                  <a16:creationId xmlns:a16="http://schemas.microsoft.com/office/drawing/2014/main" id="{535984FB-31E2-C7B1-1AFE-76CFA055D992}"/>
                </a:ext>
              </a:extLst>
            </p:cNvPr>
            <p:cNvSpPr/>
            <p:nvPr/>
          </p:nvSpPr>
          <p:spPr>
            <a:xfrm>
              <a:off x="8503920" y="242061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69">
              <a:extLst>
                <a:ext uri="{FF2B5EF4-FFF2-40B4-BE49-F238E27FC236}">
                  <a16:creationId xmlns:a16="http://schemas.microsoft.com/office/drawing/2014/main" id="{BE0DD6FE-E686-CC4F-5B12-F8A9E9870C4A}"/>
                </a:ext>
              </a:extLst>
            </p:cNvPr>
            <p:cNvSpPr/>
            <p:nvPr/>
          </p:nvSpPr>
          <p:spPr>
            <a:xfrm>
              <a:off x="8503920" y="242442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0">
              <a:extLst>
                <a:ext uri="{FF2B5EF4-FFF2-40B4-BE49-F238E27FC236}">
                  <a16:creationId xmlns:a16="http://schemas.microsoft.com/office/drawing/2014/main" id="{904F9EDE-D391-F31F-1DD7-F00B42DD3DC7}"/>
                </a:ext>
              </a:extLst>
            </p:cNvPr>
            <p:cNvSpPr/>
            <p:nvPr/>
          </p:nvSpPr>
          <p:spPr>
            <a:xfrm>
              <a:off x="8503920" y="2341879"/>
              <a:ext cx="119380" cy="85090"/>
            </a:xfrm>
            <a:custGeom>
              <a:avLst/>
              <a:gdLst/>
              <a:ahLst/>
              <a:cxnLst/>
              <a:rect l="l" t="t" r="r" b="b"/>
              <a:pathLst>
                <a:path w="119379" h="85089">
                  <a:moveTo>
                    <a:pt x="59689" y="85090"/>
                  </a:moveTo>
                  <a:lnTo>
                    <a:pt x="0" y="85090"/>
                  </a:lnTo>
                  <a:lnTo>
                    <a:pt x="0" y="0"/>
                  </a:lnTo>
                  <a:lnTo>
                    <a:pt x="119379" y="0"/>
                  </a:lnTo>
                  <a:lnTo>
                    <a:pt x="119379" y="85090"/>
                  </a:lnTo>
                  <a:lnTo>
                    <a:pt x="59689" y="8509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1">
              <a:extLst>
                <a:ext uri="{FF2B5EF4-FFF2-40B4-BE49-F238E27FC236}">
                  <a16:creationId xmlns:a16="http://schemas.microsoft.com/office/drawing/2014/main" id="{186A956C-64D6-A317-CBBB-0294D1EA9BD3}"/>
                </a:ext>
              </a:extLst>
            </p:cNvPr>
            <p:cNvSpPr/>
            <p:nvPr/>
          </p:nvSpPr>
          <p:spPr>
            <a:xfrm>
              <a:off x="8282940" y="2425699"/>
              <a:ext cx="337820" cy="2540"/>
            </a:xfrm>
            <a:custGeom>
              <a:avLst/>
              <a:gdLst/>
              <a:ahLst/>
              <a:cxnLst/>
              <a:rect l="l" t="t" r="r" b="b"/>
              <a:pathLst>
                <a:path w="337820" h="2539">
                  <a:moveTo>
                    <a:pt x="337820" y="1270"/>
                  </a:moveTo>
                  <a:lnTo>
                    <a:pt x="336537" y="1270"/>
                  </a:lnTo>
                  <a:lnTo>
                    <a:pt x="33653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7820" y="2540"/>
                  </a:lnTo>
                  <a:lnTo>
                    <a:pt x="33782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2">
              <a:extLst>
                <a:ext uri="{FF2B5EF4-FFF2-40B4-BE49-F238E27FC236}">
                  <a16:creationId xmlns:a16="http://schemas.microsoft.com/office/drawing/2014/main" id="{37C87C81-7CA9-2594-A538-53E9CCE57FE0}"/>
                </a:ext>
              </a:extLst>
            </p:cNvPr>
            <p:cNvSpPr/>
            <p:nvPr/>
          </p:nvSpPr>
          <p:spPr>
            <a:xfrm>
              <a:off x="8280400" y="2428239"/>
              <a:ext cx="342900" cy="3810"/>
            </a:xfrm>
            <a:custGeom>
              <a:avLst/>
              <a:gdLst/>
              <a:ahLst/>
              <a:cxnLst/>
              <a:rect l="l" t="t" r="r" b="b"/>
              <a:pathLst>
                <a:path w="342900" h="3810">
                  <a:moveTo>
                    <a:pt x="342900" y="2540"/>
                  </a:moveTo>
                  <a:lnTo>
                    <a:pt x="341630" y="2540"/>
                  </a:lnTo>
                  <a:lnTo>
                    <a:pt x="34163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2900" y="3810"/>
                  </a:lnTo>
                  <a:lnTo>
                    <a:pt x="34290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3">
              <a:extLst>
                <a:ext uri="{FF2B5EF4-FFF2-40B4-BE49-F238E27FC236}">
                  <a16:creationId xmlns:a16="http://schemas.microsoft.com/office/drawing/2014/main" id="{440150B6-2306-3782-CF3C-F212EF73E791}"/>
                </a:ext>
              </a:extLst>
            </p:cNvPr>
            <p:cNvSpPr/>
            <p:nvPr/>
          </p:nvSpPr>
          <p:spPr>
            <a:xfrm>
              <a:off x="8276590" y="243204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50520" y="2540"/>
                  </a:moveTo>
                  <a:lnTo>
                    <a:pt x="349237" y="2540"/>
                  </a:lnTo>
                  <a:lnTo>
                    <a:pt x="349237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4">
              <a:extLst>
                <a:ext uri="{FF2B5EF4-FFF2-40B4-BE49-F238E27FC236}">
                  <a16:creationId xmlns:a16="http://schemas.microsoft.com/office/drawing/2014/main" id="{0EF09331-0B81-30EA-97A7-5D0FAD67B950}"/>
                </a:ext>
              </a:extLst>
            </p:cNvPr>
            <p:cNvSpPr/>
            <p:nvPr/>
          </p:nvSpPr>
          <p:spPr>
            <a:xfrm>
              <a:off x="8274050" y="2435859"/>
              <a:ext cx="355600" cy="3810"/>
            </a:xfrm>
            <a:custGeom>
              <a:avLst/>
              <a:gdLst/>
              <a:ahLst/>
              <a:cxnLst/>
              <a:rect l="l" t="t" r="r" b="b"/>
              <a:pathLst>
                <a:path w="355600" h="3810">
                  <a:moveTo>
                    <a:pt x="355600" y="2540"/>
                  </a:moveTo>
                  <a:lnTo>
                    <a:pt x="354330" y="2540"/>
                  </a:lnTo>
                  <a:lnTo>
                    <a:pt x="354330" y="1270"/>
                  </a:lnTo>
                  <a:lnTo>
                    <a:pt x="353060" y="1270"/>
                  </a:lnTo>
                  <a:lnTo>
                    <a:pt x="3530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5600" y="3810"/>
                  </a:lnTo>
                  <a:lnTo>
                    <a:pt x="35560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5">
              <a:extLst>
                <a:ext uri="{FF2B5EF4-FFF2-40B4-BE49-F238E27FC236}">
                  <a16:creationId xmlns:a16="http://schemas.microsoft.com/office/drawing/2014/main" id="{236250FB-5BC6-20C4-117B-0146E3B72C78}"/>
                </a:ext>
              </a:extLst>
            </p:cNvPr>
            <p:cNvSpPr/>
            <p:nvPr/>
          </p:nvSpPr>
          <p:spPr>
            <a:xfrm>
              <a:off x="8271510" y="2439669"/>
              <a:ext cx="360680" cy="3810"/>
            </a:xfrm>
            <a:custGeom>
              <a:avLst/>
              <a:gdLst/>
              <a:ahLst/>
              <a:cxnLst/>
              <a:rect l="l" t="t" r="r" b="b"/>
              <a:pathLst>
                <a:path w="360679" h="3810">
                  <a:moveTo>
                    <a:pt x="360667" y="1270"/>
                  </a:moveTo>
                  <a:lnTo>
                    <a:pt x="359410" y="1270"/>
                  </a:lnTo>
                  <a:lnTo>
                    <a:pt x="35941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60667" y="3810"/>
                  </a:lnTo>
                  <a:lnTo>
                    <a:pt x="360667" y="127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76">
              <a:extLst>
                <a:ext uri="{FF2B5EF4-FFF2-40B4-BE49-F238E27FC236}">
                  <a16:creationId xmlns:a16="http://schemas.microsoft.com/office/drawing/2014/main" id="{AA1D0047-3E9C-750B-2656-F89BA5C88ECA}"/>
                </a:ext>
              </a:extLst>
            </p:cNvPr>
            <p:cNvSpPr/>
            <p:nvPr/>
          </p:nvSpPr>
          <p:spPr>
            <a:xfrm>
              <a:off x="8267700" y="2443479"/>
              <a:ext cx="368300" cy="3810"/>
            </a:xfrm>
            <a:custGeom>
              <a:avLst/>
              <a:gdLst/>
              <a:ahLst/>
              <a:cxnLst/>
              <a:rect l="l" t="t" r="r" b="b"/>
              <a:pathLst>
                <a:path w="368300" h="3810">
                  <a:moveTo>
                    <a:pt x="368300" y="2540"/>
                  </a:moveTo>
                  <a:lnTo>
                    <a:pt x="367030" y="2540"/>
                  </a:lnTo>
                  <a:lnTo>
                    <a:pt x="367030" y="1270"/>
                  </a:lnTo>
                  <a:lnTo>
                    <a:pt x="365760" y="1270"/>
                  </a:lnTo>
                  <a:lnTo>
                    <a:pt x="3657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8300" y="3810"/>
                  </a:lnTo>
                  <a:lnTo>
                    <a:pt x="36830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77">
              <a:extLst>
                <a:ext uri="{FF2B5EF4-FFF2-40B4-BE49-F238E27FC236}">
                  <a16:creationId xmlns:a16="http://schemas.microsoft.com/office/drawing/2014/main" id="{F4A9EEC1-F735-738E-B553-019F34EE4C6B}"/>
                </a:ext>
              </a:extLst>
            </p:cNvPr>
            <p:cNvSpPr/>
            <p:nvPr/>
          </p:nvSpPr>
          <p:spPr>
            <a:xfrm>
              <a:off x="8265160" y="2447289"/>
              <a:ext cx="373380" cy="3810"/>
            </a:xfrm>
            <a:custGeom>
              <a:avLst/>
              <a:gdLst/>
              <a:ahLst/>
              <a:cxnLst/>
              <a:rect l="l" t="t" r="r" b="b"/>
              <a:pathLst>
                <a:path w="373379" h="3810">
                  <a:moveTo>
                    <a:pt x="373367" y="2540"/>
                  </a:moveTo>
                  <a:lnTo>
                    <a:pt x="372110" y="2540"/>
                  </a:lnTo>
                  <a:lnTo>
                    <a:pt x="37211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3367" y="3810"/>
                  </a:lnTo>
                  <a:lnTo>
                    <a:pt x="373367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78">
              <a:extLst>
                <a:ext uri="{FF2B5EF4-FFF2-40B4-BE49-F238E27FC236}">
                  <a16:creationId xmlns:a16="http://schemas.microsoft.com/office/drawing/2014/main" id="{C09BDB0D-8A92-E5B6-9A3C-D712235EA971}"/>
                </a:ext>
              </a:extLst>
            </p:cNvPr>
            <p:cNvSpPr/>
            <p:nvPr/>
          </p:nvSpPr>
          <p:spPr>
            <a:xfrm>
              <a:off x="8261350" y="245109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81000" y="2540"/>
                  </a:moveTo>
                  <a:lnTo>
                    <a:pt x="379730" y="2540"/>
                  </a:lnTo>
                  <a:lnTo>
                    <a:pt x="379730" y="1270"/>
                  </a:lnTo>
                  <a:lnTo>
                    <a:pt x="378460" y="1270"/>
                  </a:lnTo>
                  <a:lnTo>
                    <a:pt x="3784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4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79">
              <a:extLst>
                <a:ext uri="{FF2B5EF4-FFF2-40B4-BE49-F238E27FC236}">
                  <a16:creationId xmlns:a16="http://schemas.microsoft.com/office/drawing/2014/main" id="{EDCA4792-7B66-0EEA-E01B-1D63F5E3DA25}"/>
                </a:ext>
              </a:extLst>
            </p:cNvPr>
            <p:cNvSpPr/>
            <p:nvPr/>
          </p:nvSpPr>
          <p:spPr>
            <a:xfrm>
              <a:off x="8258810" y="2454909"/>
              <a:ext cx="386080" cy="3810"/>
            </a:xfrm>
            <a:custGeom>
              <a:avLst/>
              <a:gdLst/>
              <a:ahLst/>
              <a:cxnLst/>
              <a:rect l="l" t="t" r="r" b="b"/>
              <a:pathLst>
                <a:path w="386079" h="3810">
                  <a:moveTo>
                    <a:pt x="386067" y="2540"/>
                  </a:moveTo>
                  <a:lnTo>
                    <a:pt x="384810" y="2540"/>
                  </a:lnTo>
                  <a:lnTo>
                    <a:pt x="384810" y="1270"/>
                  </a:lnTo>
                  <a:lnTo>
                    <a:pt x="3848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6067" y="3810"/>
                  </a:lnTo>
                  <a:lnTo>
                    <a:pt x="386067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0">
              <a:extLst>
                <a:ext uri="{FF2B5EF4-FFF2-40B4-BE49-F238E27FC236}">
                  <a16:creationId xmlns:a16="http://schemas.microsoft.com/office/drawing/2014/main" id="{EAE580AE-7564-C303-5E26-E5AEF0C2EE16}"/>
                </a:ext>
              </a:extLst>
            </p:cNvPr>
            <p:cNvSpPr/>
            <p:nvPr/>
          </p:nvSpPr>
          <p:spPr>
            <a:xfrm>
              <a:off x="8255000" y="245871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70"/>
                  </a:lnTo>
                  <a:lnTo>
                    <a:pt x="391160" y="1270"/>
                  </a:lnTo>
                  <a:lnTo>
                    <a:pt x="3911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1">
              <a:extLst>
                <a:ext uri="{FF2B5EF4-FFF2-40B4-BE49-F238E27FC236}">
                  <a16:creationId xmlns:a16="http://schemas.microsoft.com/office/drawing/2014/main" id="{778F89FD-099C-75A7-8729-C645C1A1F9CC}"/>
                </a:ext>
              </a:extLst>
            </p:cNvPr>
            <p:cNvSpPr/>
            <p:nvPr/>
          </p:nvSpPr>
          <p:spPr>
            <a:xfrm>
              <a:off x="8252460" y="246252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67" y="2540"/>
                  </a:moveTo>
                  <a:lnTo>
                    <a:pt x="397510" y="2540"/>
                  </a:lnTo>
                  <a:lnTo>
                    <a:pt x="397510" y="1270"/>
                  </a:lnTo>
                  <a:lnTo>
                    <a:pt x="396240" y="1270"/>
                  </a:lnTo>
                  <a:lnTo>
                    <a:pt x="3962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67" y="3810"/>
                  </a:lnTo>
                  <a:lnTo>
                    <a:pt x="398767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2">
              <a:extLst>
                <a:ext uri="{FF2B5EF4-FFF2-40B4-BE49-F238E27FC236}">
                  <a16:creationId xmlns:a16="http://schemas.microsoft.com/office/drawing/2014/main" id="{D952E9FA-C526-7428-5433-4A3F6AAF4F56}"/>
                </a:ext>
              </a:extLst>
            </p:cNvPr>
            <p:cNvSpPr/>
            <p:nvPr/>
          </p:nvSpPr>
          <p:spPr>
            <a:xfrm>
              <a:off x="8249920" y="2466339"/>
              <a:ext cx="403860" cy="3810"/>
            </a:xfrm>
            <a:custGeom>
              <a:avLst/>
              <a:gdLst/>
              <a:ahLst/>
              <a:cxnLst/>
              <a:rect l="l" t="t" r="r" b="b"/>
              <a:pathLst>
                <a:path w="403859" h="3810">
                  <a:moveTo>
                    <a:pt x="403860" y="1270"/>
                  </a:moveTo>
                  <a:lnTo>
                    <a:pt x="402590" y="1270"/>
                  </a:lnTo>
                  <a:lnTo>
                    <a:pt x="4025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403860" y="3810"/>
                  </a:lnTo>
                  <a:lnTo>
                    <a:pt x="403860" y="127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3">
              <a:extLst>
                <a:ext uri="{FF2B5EF4-FFF2-40B4-BE49-F238E27FC236}">
                  <a16:creationId xmlns:a16="http://schemas.microsoft.com/office/drawing/2014/main" id="{53AB4301-85C1-AC2A-2A30-5F18D80B072D}"/>
                </a:ext>
              </a:extLst>
            </p:cNvPr>
            <p:cNvSpPr/>
            <p:nvPr/>
          </p:nvSpPr>
          <p:spPr>
            <a:xfrm>
              <a:off x="8246110" y="247014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1467" y="2540"/>
                  </a:moveTo>
                  <a:lnTo>
                    <a:pt x="410210" y="2540"/>
                  </a:lnTo>
                  <a:lnTo>
                    <a:pt x="410210" y="1270"/>
                  </a:ln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1467" y="3810"/>
                  </a:lnTo>
                  <a:lnTo>
                    <a:pt x="411467" y="254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4">
              <a:extLst>
                <a:ext uri="{FF2B5EF4-FFF2-40B4-BE49-F238E27FC236}">
                  <a16:creationId xmlns:a16="http://schemas.microsoft.com/office/drawing/2014/main" id="{AE7A9171-3E01-17B7-59EC-CD7154427DB2}"/>
                </a:ext>
              </a:extLst>
            </p:cNvPr>
            <p:cNvSpPr/>
            <p:nvPr/>
          </p:nvSpPr>
          <p:spPr>
            <a:xfrm>
              <a:off x="8243570" y="247395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59" h="3810">
                  <a:moveTo>
                    <a:pt x="416560" y="2540"/>
                  </a:moveTo>
                  <a:lnTo>
                    <a:pt x="415290" y="254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5">
              <a:extLst>
                <a:ext uri="{FF2B5EF4-FFF2-40B4-BE49-F238E27FC236}">
                  <a16:creationId xmlns:a16="http://schemas.microsoft.com/office/drawing/2014/main" id="{7D094F52-AFD6-76DB-2A38-CB7E290699B5}"/>
                </a:ext>
              </a:extLst>
            </p:cNvPr>
            <p:cNvSpPr/>
            <p:nvPr/>
          </p:nvSpPr>
          <p:spPr>
            <a:xfrm>
              <a:off x="8239760" y="247776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4167" y="2540"/>
                  </a:moveTo>
                  <a:lnTo>
                    <a:pt x="422910" y="2540"/>
                  </a:lnTo>
                  <a:lnTo>
                    <a:pt x="422910" y="1270"/>
                  </a:lnTo>
                  <a:lnTo>
                    <a:pt x="421640" y="1270"/>
                  </a:lnTo>
                  <a:lnTo>
                    <a:pt x="4216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67" y="3810"/>
                  </a:lnTo>
                  <a:lnTo>
                    <a:pt x="424167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86">
              <a:extLst>
                <a:ext uri="{FF2B5EF4-FFF2-40B4-BE49-F238E27FC236}">
                  <a16:creationId xmlns:a16="http://schemas.microsoft.com/office/drawing/2014/main" id="{FB19435C-3DF5-4818-2E7C-343C72CA1D0B}"/>
                </a:ext>
              </a:extLst>
            </p:cNvPr>
            <p:cNvSpPr/>
            <p:nvPr/>
          </p:nvSpPr>
          <p:spPr>
            <a:xfrm>
              <a:off x="8237220" y="248157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59" h="3810">
                  <a:moveTo>
                    <a:pt x="429260" y="2540"/>
                  </a:moveTo>
                  <a:lnTo>
                    <a:pt x="427990" y="2540"/>
                  </a:lnTo>
                  <a:lnTo>
                    <a:pt x="427990" y="1270"/>
                  </a:lnTo>
                  <a:lnTo>
                    <a:pt x="426707" y="1270"/>
                  </a:lnTo>
                  <a:lnTo>
                    <a:pt x="42670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9260" y="3810"/>
                  </a:lnTo>
                  <a:lnTo>
                    <a:pt x="429260" y="254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87">
              <a:extLst>
                <a:ext uri="{FF2B5EF4-FFF2-40B4-BE49-F238E27FC236}">
                  <a16:creationId xmlns:a16="http://schemas.microsoft.com/office/drawing/2014/main" id="{E6E8162D-7376-CF01-BC23-B763622E7F41}"/>
                </a:ext>
              </a:extLst>
            </p:cNvPr>
            <p:cNvSpPr/>
            <p:nvPr/>
          </p:nvSpPr>
          <p:spPr>
            <a:xfrm>
              <a:off x="8237219" y="2425699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90" h="58419">
                  <a:moveTo>
                    <a:pt x="0" y="58420"/>
                  </a:moveTo>
                  <a:lnTo>
                    <a:pt x="46989" y="0"/>
                  </a:lnTo>
                  <a:lnTo>
                    <a:pt x="381000" y="0"/>
                  </a:lnTo>
                  <a:lnTo>
                    <a:pt x="427989" y="58420"/>
                  </a:lnTo>
                  <a:lnTo>
                    <a:pt x="0" y="584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88">
              <a:extLst>
                <a:ext uri="{FF2B5EF4-FFF2-40B4-BE49-F238E27FC236}">
                  <a16:creationId xmlns:a16="http://schemas.microsoft.com/office/drawing/2014/main" id="{55711B57-7E26-6A64-6C4B-D83C2039194F}"/>
                </a:ext>
              </a:extLst>
            </p:cNvPr>
            <p:cNvSpPr/>
            <p:nvPr/>
          </p:nvSpPr>
          <p:spPr>
            <a:xfrm>
              <a:off x="8235950" y="248284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89">
              <a:extLst>
                <a:ext uri="{FF2B5EF4-FFF2-40B4-BE49-F238E27FC236}">
                  <a16:creationId xmlns:a16="http://schemas.microsoft.com/office/drawing/2014/main" id="{FE4C34F5-4B86-F50C-489C-EA57D05D7F6F}"/>
                </a:ext>
              </a:extLst>
            </p:cNvPr>
            <p:cNvSpPr/>
            <p:nvPr/>
          </p:nvSpPr>
          <p:spPr>
            <a:xfrm>
              <a:off x="8235950" y="248665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0">
              <a:extLst>
                <a:ext uri="{FF2B5EF4-FFF2-40B4-BE49-F238E27FC236}">
                  <a16:creationId xmlns:a16="http://schemas.microsoft.com/office/drawing/2014/main" id="{1A84F7D1-0BF9-4330-F6F2-E78CF4E53972}"/>
                </a:ext>
              </a:extLst>
            </p:cNvPr>
            <p:cNvSpPr/>
            <p:nvPr/>
          </p:nvSpPr>
          <p:spPr>
            <a:xfrm>
              <a:off x="8235950" y="249046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29" y="3809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1">
              <a:extLst>
                <a:ext uri="{FF2B5EF4-FFF2-40B4-BE49-F238E27FC236}">
                  <a16:creationId xmlns:a16="http://schemas.microsoft.com/office/drawing/2014/main" id="{AA6BB557-358E-4BE5-33AC-C69F3A49C741}"/>
                </a:ext>
              </a:extLst>
            </p:cNvPr>
            <p:cNvSpPr/>
            <p:nvPr/>
          </p:nvSpPr>
          <p:spPr>
            <a:xfrm>
              <a:off x="8235950" y="249427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2">
              <a:extLst>
                <a:ext uri="{FF2B5EF4-FFF2-40B4-BE49-F238E27FC236}">
                  <a16:creationId xmlns:a16="http://schemas.microsoft.com/office/drawing/2014/main" id="{87CB726F-1E56-33DD-EAC7-93AE22635CC4}"/>
                </a:ext>
              </a:extLst>
            </p:cNvPr>
            <p:cNvSpPr/>
            <p:nvPr/>
          </p:nvSpPr>
          <p:spPr>
            <a:xfrm>
              <a:off x="8235950" y="249808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3">
              <a:extLst>
                <a:ext uri="{FF2B5EF4-FFF2-40B4-BE49-F238E27FC236}">
                  <a16:creationId xmlns:a16="http://schemas.microsoft.com/office/drawing/2014/main" id="{9682D796-6755-E875-7A8A-92F7A183FE1C}"/>
                </a:ext>
              </a:extLst>
            </p:cNvPr>
            <p:cNvSpPr/>
            <p:nvPr/>
          </p:nvSpPr>
          <p:spPr>
            <a:xfrm>
              <a:off x="8235950" y="250189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4">
              <a:extLst>
                <a:ext uri="{FF2B5EF4-FFF2-40B4-BE49-F238E27FC236}">
                  <a16:creationId xmlns:a16="http://schemas.microsoft.com/office/drawing/2014/main" id="{A142B58C-D5E9-61B0-3BCE-AABF39AD5EBD}"/>
                </a:ext>
              </a:extLst>
            </p:cNvPr>
            <p:cNvSpPr/>
            <p:nvPr/>
          </p:nvSpPr>
          <p:spPr>
            <a:xfrm>
              <a:off x="8237219" y="2484119"/>
              <a:ext cx="429259" cy="20320"/>
            </a:xfrm>
            <a:custGeom>
              <a:avLst/>
              <a:gdLst/>
              <a:ahLst/>
              <a:cxnLst/>
              <a:rect l="l" t="t" r="r" b="b"/>
              <a:pathLst>
                <a:path w="429259" h="20319">
                  <a:moveTo>
                    <a:pt x="214629" y="20319"/>
                  </a:moveTo>
                  <a:lnTo>
                    <a:pt x="0" y="20319"/>
                  </a:lnTo>
                  <a:lnTo>
                    <a:pt x="0" y="0"/>
                  </a:lnTo>
                  <a:lnTo>
                    <a:pt x="429259" y="0"/>
                  </a:lnTo>
                  <a:lnTo>
                    <a:pt x="429259" y="20319"/>
                  </a:lnTo>
                  <a:lnTo>
                    <a:pt x="214629" y="203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9" name="object 795">
              <a:extLst>
                <a:ext uri="{FF2B5EF4-FFF2-40B4-BE49-F238E27FC236}">
                  <a16:creationId xmlns:a16="http://schemas.microsoft.com/office/drawing/2014/main" id="{DE9A2E34-F4F4-07CB-12D8-933208DABE9D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46439" y="2260599"/>
              <a:ext cx="204470" cy="59689"/>
            </a:xfrm>
            <a:prstGeom prst="rect">
              <a:avLst/>
            </a:prstGeom>
          </p:spPr>
        </p:pic>
        <p:sp>
          <p:nvSpPr>
            <p:cNvPr id="800" name="object 796">
              <a:extLst>
                <a:ext uri="{FF2B5EF4-FFF2-40B4-BE49-F238E27FC236}">
                  <a16:creationId xmlns:a16="http://schemas.microsoft.com/office/drawing/2014/main" id="{96DA898D-ED3C-6F0F-2460-BB93D5B59BB5}"/>
                </a:ext>
              </a:extLst>
            </p:cNvPr>
            <p:cNvSpPr/>
            <p:nvPr/>
          </p:nvSpPr>
          <p:spPr>
            <a:xfrm>
              <a:off x="8346439" y="2260599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19">
                  <a:moveTo>
                    <a:pt x="203200" y="45720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59" y="40639"/>
                  </a:lnTo>
                  <a:lnTo>
                    <a:pt x="151129" y="22860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59" y="0"/>
                  </a:lnTo>
                  <a:lnTo>
                    <a:pt x="143172" y="0"/>
                  </a:lnTo>
                  <a:lnTo>
                    <a:pt x="15239" y="0"/>
                  </a:lnTo>
                  <a:lnTo>
                    <a:pt x="37266" y="13215"/>
                  </a:lnTo>
                  <a:lnTo>
                    <a:pt x="48577" y="20002"/>
                  </a:lnTo>
                  <a:lnTo>
                    <a:pt x="52744" y="22502"/>
                  </a:lnTo>
                  <a:lnTo>
                    <a:pt x="53339" y="22860"/>
                  </a:lnTo>
                  <a:lnTo>
                    <a:pt x="53339" y="40639"/>
                  </a:lnTo>
                  <a:lnTo>
                    <a:pt x="31611" y="41612"/>
                  </a:lnTo>
                  <a:lnTo>
                    <a:pt x="14763" y="42703"/>
                  </a:lnTo>
                  <a:lnTo>
                    <a:pt x="3869" y="44033"/>
                  </a:lnTo>
                  <a:lnTo>
                    <a:pt x="0" y="45720"/>
                  </a:lnTo>
                  <a:lnTo>
                    <a:pt x="0" y="58420"/>
                  </a:lnTo>
                  <a:lnTo>
                    <a:pt x="54332" y="58420"/>
                  </a:lnTo>
                  <a:lnTo>
                    <a:pt x="82232" y="58420"/>
                  </a:lnTo>
                  <a:lnTo>
                    <a:pt x="92511" y="58420"/>
                  </a:lnTo>
                  <a:lnTo>
                    <a:pt x="93979" y="58420"/>
                  </a:lnTo>
                  <a:lnTo>
                    <a:pt x="110489" y="58420"/>
                  </a:lnTo>
                  <a:lnTo>
                    <a:pt x="164087" y="58420"/>
                  </a:lnTo>
                  <a:lnTo>
                    <a:pt x="191611" y="58420"/>
                  </a:lnTo>
                  <a:lnTo>
                    <a:pt x="201751" y="58420"/>
                  </a:lnTo>
                  <a:lnTo>
                    <a:pt x="203200" y="58420"/>
                  </a:lnTo>
                  <a:lnTo>
                    <a:pt x="203200" y="45720"/>
                  </a:lnTo>
                  <a:lnTo>
                    <a:pt x="203200" y="45720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1" name="object 797">
              <a:extLst>
                <a:ext uri="{FF2B5EF4-FFF2-40B4-BE49-F238E27FC236}">
                  <a16:creationId xmlns:a16="http://schemas.microsoft.com/office/drawing/2014/main" id="{85AC14F4-C26E-6DAA-C3EE-B3C5C9768001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293100" y="2021839"/>
              <a:ext cx="318770" cy="241300"/>
            </a:xfrm>
            <a:prstGeom prst="rect">
              <a:avLst/>
            </a:prstGeom>
          </p:spPr>
        </p:pic>
        <p:sp>
          <p:nvSpPr>
            <p:cNvPr id="802" name="object 798">
              <a:extLst>
                <a:ext uri="{FF2B5EF4-FFF2-40B4-BE49-F238E27FC236}">
                  <a16:creationId xmlns:a16="http://schemas.microsoft.com/office/drawing/2014/main" id="{7C07B473-2797-E505-4BFF-8DDCE8EEFD12}"/>
                </a:ext>
              </a:extLst>
            </p:cNvPr>
            <p:cNvSpPr/>
            <p:nvPr/>
          </p:nvSpPr>
          <p:spPr>
            <a:xfrm>
              <a:off x="8293100" y="2021839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30">
                  <a:moveTo>
                    <a:pt x="317500" y="240030"/>
                  </a:moveTo>
                  <a:lnTo>
                    <a:pt x="0" y="240030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3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799">
              <a:extLst>
                <a:ext uri="{FF2B5EF4-FFF2-40B4-BE49-F238E27FC236}">
                  <a16:creationId xmlns:a16="http://schemas.microsoft.com/office/drawing/2014/main" id="{5F37A6EB-1034-C9F0-89B8-90073390A767}"/>
                </a:ext>
              </a:extLst>
            </p:cNvPr>
            <p:cNvSpPr/>
            <p:nvPr/>
          </p:nvSpPr>
          <p:spPr>
            <a:xfrm>
              <a:off x="8326119" y="204977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0"/>
                  </a:moveTo>
                  <a:lnTo>
                    <a:pt x="0" y="0"/>
                  </a:lnTo>
                  <a:lnTo>
                    <a:pt x="0" y="182880"/>
                  </a:lnTo>
                  <a:lnTo>
                    <a:pt x="247650" y="182880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0">
              <a:extLst>
                <a:ext uri="{FF2B5EF4-FFF2-40B4-BE49-F238E27FC236}">
                  <a16:creationId xmlns:a16="http://schemas.microsoft.com/office/drawing/2014/main" id="{831D160E-4D94-4006-6615-15861687F781}"/>
                </a:ext>
              </a:extLst>
            </p:cNvPr>
            <p:cNvSpPr/>
            <p:nvPr/>
          </p:nvSpPr>
          <p:spPr>
            <a:xfrm>
              <a:off x="8326119" y="2049779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182880"/>
                  </a:moveTo>
                  <a:lnTo>
                    <a:pt x="0" y="182880"/>
                  </a:lnTo>
                  <a:lnTo>
                    <a:pt x="0" y="0"/>
                  </a:lnTo>
                  <a:lnTo>
                    <a:pt x="247650" y="0"/>
                  </a:lnTo>
                  <a:lnTo>
                    <a:pt x="247650" y="18288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1">
              <a:extLst>
                <a:ext uri="{FF2B5EF4-FFF2-40B4-BE49-F238E27FC236}">
                  <a16:creationId xmlns:a16="http://schemas.microsoft.com/office/drawing/2014/main" id="{BDFF7CE6-7C81-F978-D95E-AF1B15AC6F88}"/>
                </a:ext>
              </a:extLst>
            </p:cNvPr>
            <p:cNvSpPr/>
            <p:nvPr/>
          </p:nvSpPr>
          <p:spPr>
            <a:xfrm>
              <a:off x="8326119" y="205231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0" y="180339"/>
                  </a:lnTo>
                  <a:lnTo>
                    <a:pt x="247650" y="180339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2">
              <a:extLst>
                <a:ext uri="{FF2B5EF4-FFF2-40B4-BE49-F238E27FC236}">
                  <a16:creationId xmlns:a16="http://schemas.microsoft.com/office/drawing/2014/main" id="{A9BDC60F-514F-AF6F-2306-142B65ABB4A3}"/>
                </a:ext>
              </a:extLst>
            </p:cNvPr>
            <p:cNvSpPr/>
            <p:nvPr/>
          </p:nvSpPr>
          <p:spPr>
            <a:xfrm>
              <a:off x="8326119" y="2052319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247650" y="180339"/>
                  </a:lnTo>
                  <a:lnTo>
                    <a:pt x="0" y="180339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3">
              <a:extLst>
                <a:ext uri="{FF2B5EF4-FFF2-40B4-BE49-F238E27FC236}">
                  <a16:creationId xmlns:a16="http://schemas.microsoft.com/office/drawing/2014/main" id="{61E5C94D-ED84-B1DA-644B-91D7A5C4637E}"/>
                </a:ext>
              </a:extLst>
            </p:cNvPr>
            <p:cNvSpPr/>
            <p:nvPr/>
          </p:nvSpPr>
          <p:spPr>
            <a:xfrm>
              <a:off x="8393430" y="2275839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69">
                  <a:moveTo>
                    <a:pt x="0" y="3810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20" y="13970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70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4">
              <a:extLst>
                <a:ext uri="{FF2B5EF4-FFF2-40B4-BE49-F238E27FC236}">
                  <a16:creationId xmlns:a16="http://schemas.microsoft.com/office/drawing/2014/main" id="{D1481DCA-2832-B026-037F-48914BA0A884}"/>
                </a:ext>
              </a:extLst>
            </p:cNvPr>
            <p:cNvSpPr/>
            <p:nvPr/>
          </p:nvSpPr>
          <p:spPr>
            <a:xfrm>
              <a:off x="8432800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30479" y="13969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5">
              <a:extLst>
                <a:ext uri="{FF2B5EF4-FFF2-40B4-BE49-F238E27FC236}">
                  <a16:creationId xmlns:a16="http://schemas.microsoft.com/office/drawing/2014/main" id="{8A08E03C-D199-DB9B-DD5A-BEAAA46EAA2F}"/>
                </a:ext>
              </a:extLst>
            </p:cNvPr>
            <p:cNvSpPr/>
            <p:nvPr/>
          </p:nvSpPr>
          <p:spPr>
            <a:xfrm>
              <a:off x="8432800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13969"/>
                  </a:moveTo>
                  <a:lnTo>
                    <a:pt x="0" y="13969"/>
                  </a:lnTo>
                  <a:lnTo>
                    <a:pt x="0" y="0"/>
                  </a:lnTo>
                  <a:lnTo>
                    <a:pt x="30479" y="0"/>
                  </a:lnTo>
                  <a:lnTo>
                    <a:pt x="30479" y="13969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06">
              <a:extLst>
                <a:ext uri="{FF2B5EF4-FFF2-40B4-BE49-F238E27FC236}">
                  <a16:creationId xmlns:a16="http://schemas.microsoft.com/office/drawing/2014/main" id="{D5B55EF5-DA02-7B70-EFFB-CD9F04F60785}"/>
                </a:ext>
              </a:extLst>
            </p:cNvPr>
            <p:cNvSpPr/>
            <p:nvPr/>
          </p:nvSpPr>
          <p:spPr>
            <a:xfrm>
              <a:off x="8432800" y="226821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0" y="13969"/>
                  </a:moveTo>
                  <a:lnTo>
                    <a:pt x="30479" y="13969"/>
                  </a:lnTo>
                  <a:lnTo>
                    <a:pt x="30479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07">
              <a:extLst>
                <a:ext uri="{FF2B5EF4-FFF2-40B4-BE49-F238E27FC236}">
                  <a16:creationId xmlns:a16="http://schemas.microsoft.com/office/drawing/2014/main" id="{558F6EC4-29BE-821B-3892-6BE2294320A6}"/>
                </a:ext>
              </a:extLst>
            </p:cNvPr>
            <p:cNvSpPr/>
            <p:nvPr/>
          </p:nvSpPr>
          <p:spPr>
            <a:xfrm>
              <a:off x="7987030" y="2237739"/>
              <a:ext cx="195580" cy="44450"/>
            </a:xfrm>
            <a:custGeom>
              <a:avLst/>
              <a:gdLst/>
              <a:ahLst/>
              <a:cxnLst/>
              <a:rect l="l" t="t" r="r" b="b"/>
              <a:pathLst>
                <a:path w="195579" h="44450">
                  <a:moveTo>
                    <a:pt x="44450" y="22860"/>
                  </a:moveTo>
                  <a:lnTo>
                    <a:pt x="42659" y="13931"/>
                  </a:lnTo>
                  <a:lnTo>
                    <a:pt x="37782" y="6667"/>
                  </a:lnTo>
                  <a:lnTo>
                    <a:pt x="30518" y="1790"/>
                  </a:lnTo>
                  <a:lnTo>
                    <a:pt x="21590" y="0"/>
                  </a:lnTo>
                  <a:lnTo>
                    <a:pt x="13385" y="1790"/>
                  </a:lnTo>
                  <a:lnTo>
                    <a:pt x="6502" y="6667"/>
                  </a:lnTo>
                  <a:lnTo>
                    <a:pt x="1765" y="13931"/>
                  </a:lnTo>
                  <a:lnTo>
                    <a:pt x="0" y="22860"/>
                  </a:lnTo>
                  <a:lnTo>
                    <a:pt x="1765" y="31064"/>
                  </a:lnTo>
                  <a:lnTo>
                    <a:pt x="6502" y="37947"/>
                  </a:lnTo>
                  <a:lnTo>
                    <a:pt x="13385" y="42684"/>
                  </a:lnTo>
                  <a:lnTo>
                    <a:pt x="21590" y="44450"/>
                  </a:lnTo>
                  <a:lnTo>
                    <a:pt x="30518" y="42684"/>
                  </a:lnTo>
                  <a:lnTo>
                    <a:pt x="37782" y="37947"/>
                  </a:lnTo>
                  <a:lnTo>
                    <a:pt x="42659" y="31064"/>
                  </a:lnTo>
                  <a:lnTo>
                    <a:pt x="44450" y="22860"/>
                  </a:lnTo>
                  <a:close/>
                </a:path>
                <a:path w="195579" h="44450">
                  <a:moveTo>
                    <a:pt x="118110" y="22860"/>
                  </a:moveTo>
                  <a:lnTo>
                    <a:pt x="116332" y="13931"/>
                  </a:lnTo>
                  <a:lnTo>
                    <a:pt x="111594" y="6667"/>
                  </a:lnTo>
                  <a:lnTo>
                    <a:pt x="104711" y="1790"/>
                  </a:lnTo>
                  <a:lnTo>
                    <a:pt x="96520" y="0"/>
                  </a:lnTo>
                  <a:lnTo>
                    <a:pt x="87579" y="1790"/>
                  </a:lnTo>
                  <a:lnTo>
                    <a:pt x="80327" y="6667"/>
                  </a:lnTo>
                  <a:lnTo>
                    <a:pt x="75438" y="13931"/>
                  </a:lnTo>
                  <a:lnTo>
                    <a:pt x="73660" y="22860"/>
                  </a:lnTo>
                  <a:lnTo>
                    <a:pt x="75438" y="31064"/>
                  </a:lnTo>
                  <a:lnTo>
                    <a:pt x="80327" y="37947"/>
                  </a:lnTo>
                  <a:lnTo>
                    <a:pt x="87579" y="42684"/>
                  </a:lnTo>
                  <a:lnTo>
                    <a:pt x="96520" y="44450"/>
                  </a:lnTo>
                  <a:lnTo>
                    <a:pt x="104711" y="42684"/>
                  </a:lnTo>
                  <a:lnTo>
                    <a:pt x="111594" y="37947"/>
                  </a:lnTo>
                  <a:lnTo>
                    <a:pt x="116332" y="31064"/>
                  </a:lnTo>
                  <a:lnTo>
                    <a:pt x="118110" y="22860"/>
                  </a:lnTo>
                  <a:close/>
                </a:path>
                <a:path w="195579" h="44450">
                  <a:moveTo>
                    <a:pt x="195580" y="22860"/>
                  </a:moveTo>
                  <a:lnTo>
                    <a:pt x="193789" y="13931"/>
                  </a:lnTo>
                  <a:lnTo>
                    <a:pt x="188912" y="6667"/>
                  </a:lnTo>
                  <a:lnTo>
                    <a:pt x="181648" y="1790"/>
                  </a:lnTo>
                  <a:lnTo>
                    <a:pt x="172720" y="0"/>
                  </a:lnTo>
                  <a:lnTo>
                    <a:pt x="163779" y="1790"/>
                  </a:lnTo>
                  <a:lnTo>
                    <a:pt x="156527" y="6667"/>
                  </a:lnTo>
                  <a:lnTo>
                    <a:pt x="151638" y="13931"/>
                  </a:lnTo>
                  <a:lnTo>
                    <a:pt x="149860" y="22860"/>
                  </a:lnTo>
                  <a:lnTo>
                    <a:pt x="151638" y="31064"/>
                  </a:lnTo>
                  <a:lnTo>
                    <a:pt x="156527" y="37947"/>
                  </a:lnTo>
                  <a:lnTo>
                    <a:pt x="163779" y="42684"/>
                  </a:lnTo>
                  <a:lnTo>
                    <a:pt x="172720" y="44450"/>
                  </a:lnTo>
                  <a:lnTo>
                    <a:pt x="181648" y="42684"/>
                  </a:lnTo>
                  <a:lnTo>
                    <a:pt x="188912" y="37947"/>
                  </a:lnTo>
                  <a:lnTo>
                    <a:pt x="193789" y="31064"/>
                  </a:lnTo>
                  <a:lnTo>
                    <a:pt x="195580" y="2286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08">
              <a:extLst>
                <a:ext uri="{FF2B5EF4-FFF2-40B4-BE49-F238E27FC236}">
                  <a16:creationId xmlns:a16="http://schemas.microsoft.com/office/drawing/2014/main" id="{17838DE5-E4B8-C88B-2023-8F5D4356130D}"/>
                </a:ext>
              </a:extLst>
            </p:cNvPr>
            <p:cNvSpPr/>
            <p:nvPr/>
          </p:nvSpPr>
          <p:spPr>
            <a:xfrm>
              <a:off x="7520940" y="2642869"/>
              <a:ext cx="0" cy="744220"/>
            </a:xfrm>
            <a:custGeom>
              <a:avLst/>
              <a:gdLst/>
              <a:ahLst/>
              <a:cxnLst/>
              <a:rect l="l" t="t" r="r" b="b"/>
              <a:pathLst>
                <a:path h="744220">
                  <a:moveTo>
                    <a:pt x="0" y="744219"/>
                  </a:moveTo>
                  <a:lnTo>
                    <a:pt x="0" y="0"/>
                  </a:lnTo>
                </a:path>
              </a:pathLst>
            </a:custGeom>
            <a:ln w="12579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3" name="object 809">
              <a:extLst>
                <a:ext uri="{FF2B5EF4-FFF2-40B4-BE49-F238E27FC236}">
                  <a16:creationId xmlns:a16="http://schemas.microsoft.com/office/drawing/2014/main" id="{8FFAFEDE-DE75-0ADD-4B4F-8C50A98A8D35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985000" y="3586479"/>
              <a:ext cx="330200" cy="468629"/>
            </a:xfrm>
            <a:prstGeom prst="rect">
              <a:avLst/>
            </a:prstGeom>
          </p:spPr>
        </p:pic>
        <p:pic>
          <p:nvPicPr>
            <p:cNvPr id="814" name="object 810">
              <a:extLst>
                <a:ext uri="{FF2B5EF4-FFF2-40B4-BE49-F238E27FC236}">
                  <a16:creationId xmlns:a16="http://schemas.microsoft.com/office/drawing/2014/main" id="{52622657-AEBA-488C-6BAD-CCF351DAB087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983729" y="3519169"/>
              <a:ext cx="330834" cy="535304"/>
            </a:xfrm>
            <a:prstGeom prst="rect">
              <a:avLst/>
            </a:prstGeom>
          </p:spPr>
        </p:pic>
        <p:pic>
          <p:nvPicPr>
            <p:cNvPr id="815" name="object 811">
              <a:extLst>
                <a:ext uri="{FF2B5EF4-FFF2-40B4-BE49-F238E27FC236}">
                  <a16:creationId xmlns:a16="http://schemas.microsoft.com/office/drawing/2014/main" id="{1366D662-D296-CACA-54BA-E7F7C5E058DE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192009" y="3666489"/>
              <a:ext cx="71120" cy="17780"/>
            </a:xfrm>
            <a:prstGeom prst="rect">
              <a:avLst/>
            </a:prstGeom>
          </p:spPr>
        </p:pic>
        <p:sp>
          <p:nvSpPr>
            <p:cNvPr id="816" name="object 812">
              <a:extLst>
                <a:ext uri="{FF2B5EF4-FFF2-40B4-BE49-F238E27FC236}">
                  <a16:creationId xmlns:a16="http://schemas.microsoft.com/office/drawing/2014/main" id="{5D361DE0-B7FD-BE40-BBBA-0EB217148E64}"/>
                </a:ext>
              </a:extLst>
            </p:cNvPr>
            <p:cNvSpPr/>
            <p:nvPr/>
          </p:nvSpPr>
          <p:spPr>
            <a:xfrm>
              <a:off x="7142479" y="3578859"/>
              <a:ext cx="12700" cy="471170"/>
            </a:xfrm>
            <a:custGeom>
              <a:avLst/>
              <a:gdLst/>
              <a:ahLst/>
              <a:cxnLst/>
              <a:rect l="l" t="t" r="r" b="b"/>
              <a:pathLst>
                <a:path w="12700" h="471170">
                  <a:moveTo>
                    <a:pt x="12700" y="0"/>
                  </a:moveTo>
                  <a:lnTo>
                    <a:pt x="0" y="0"/>
                  </a:lnTo>
                  <a:lnTo>
                    <a:pt x="0" y="471169"/>
                  </a:lnTo>
                  <a:lnTo>
                    <a:pt x="12700" y="47116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6DE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7" name="object 813">
              <a:extLst>
                <a:ext uri="{FF2B5EF4-FFF2-40B4-BE49-F238E27FC236}">
                  <a16:creationId xmlns:a16="http://schemas.microsoft.com/office/drawing/2014/main" id="{7DA33766-EDDD-A939-98B6-E985496E2228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559040" y="3586479"/>
              <a:ext cx="330200" cy="468629"/>
            </a:xfrm>
            <a:prstGeom prst="rect">
              <a:avLst/>
            </a:prstGeom>
          </p:spPr>
        </p:pic>
        <p:pic>
          <p:nvPicPr>
            <p:cNvPr id="818" name="object 814">
              <a:extLst>
                <a:ext uri="{FF2B5EF4-FFF2-40B4-BE49-F238E27FC236}">
                  <a16:creationId xmlns:a16="http://schemas.microsoft.com/office/drawing/2014/main" id="{939DBB62-AA4D-E1AD-0DF9-F31FE33B649E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7557769" y="3519169"/>
              <a:ext cx="330834" cy="535304"/>
            </a:xfrm>
            <a:prstGeom prst="rect">
              <a:avLst/>
            </a:prstGeom>
          </p:spPr>
        </p:pic>
        <p:pic>
          <p:nvPicPr>
            <p:cNvPr id="819" name="object 815">
              <a:extLst>
                <a:ext uri="{FF2B5EF4-FFF2-40B4-BE49-F238E27FC236}">
                  <a16:creationId xmlns:a16="http://schemas.microsoft.com/office/drawing/2014/main" id="{51386E83-F30F-64BC-6D1C-BCA79644478C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766050" y="3666489"/>
              <a:ext cx="71120" cy="17780"/>
            </a:xfrm>
            <a:prstGeom prst="rect">
              <a:avLst/>
            </a:prstGeom>
          </p:spPr>
        </p:pic>
        <p:sp>
          <p:nvSpPr>
            <p:cNvPr id="820" name="object 816">
              <a:extLst>
                <a:ext uri="{FF2B5EF4-FFF2-40B4-BE49-F238E27FC236}">
                  <a16:creationId xmlns:a16="http://schemas.microsoft.com/office/drawing/2014/main" id="{C917E84C-7D36-7ED9-B3CA-73B99AE0A5B4}"/>
                </a:ext>
              </a:extLst>
            </p:cNvPr>
            <p:cNvSpPr/>
            <p:nvPr/>
          </p:nvSpPr>
          <p:spPr>
            <a:xfrm>
              <a:off x="7716519" y="3578859"/>
              <a:ext cx="12700" cy="471170"/>
            </a:xfrm>
            <a:custGeom>
              <a:avLst/>
              <a:gdLst/>
              <a:ahLst/>
              <a:cxnLst/>
              <a:rect l="l" t="t" r="r" b="b"/>
              <a:pathLst>
                <a:path w="12700" h="471170">
                  <a:moveTo>
                    <a:pt x="12700" y="0"/>
                  </a:moveTo>
                  <a:lnTo>
                    <a:pt x="0" y="0"/>
                  </a:lnTo>
                  <a:lnTo>
                    <a:pt x="0" y="471169"/>
                  </a:lnTo>
                  <a:lnTo>
                    <a:pt x="12700" y="47116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6DE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1" name="object 817">
              <a:extLst>
                <a:ext uri="{FF2B5EF4-FFF2-40B4-BE49-F238E27FC236}">
                  <a16:creationId xmlns:a16="http://schemas.microsoft.com/office/drawing/2014/main" id="{7C26A41B-586A-B96D-D84D-8926ACB384C3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8286750" y="3586479"/>
              <a:ext cx="330200" cy="468629"/>
            </a:xfrm>
            <a:prstGeom prst="rect">
              <a:avLst/>
            </a:prstGeom>
          </p:spPr>
        </p:pic>
        <p:pic>
          <p:nvPicPr>
            <p:cNvPr id="822" name="object 818">
              <a:extLst>
                <a:ext uri="{FF2B5EF4-FFF2-40B4-BE49-F238E27FC236}">
                  <a16:creationId xmlns:a16="http://schemas.microsoft.com/office/drawing/2014/main" id="{8D336310-2CFB-0CCC-D012-A4EA685E5724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285480" y="3519169"/>
              <a:ext cx="330834" cy="535304"/>
            </a:xfrm>
            <a:prstGeom prst="rect">
              <a:avLst/>
            </a:prstGeom>
          </p:spPr>
        </p:pic>
        <p:pic>
          <p:nvPicPr>
            <p:cNvPr id="823" name="object 819">
              <a:extLst>
                <a:ext uri="{FF2B5EF4-FFF2-40B4-BE49-F238E27FC236}">
                  <a16:creationId xmlns:a16="http://schemas.microsoft.com/office/drawing/2014/main" id="{AA912E3A-BA52-2404-081E-CB6CF6AB5EBC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493760" y="3666489"/>
              <a:ext cx="71120" cy="17780"/>
            </a:xfrm>
            <a:prstGeom prst="rect">
              <a:avLst/>
            </a:prstGeom>
          </p:spPr>
        </p:pic>
        <p:sp>
          <p:nvSpPr>
            <p:cNvPr id="824" name="object 820">
              <a:extLst>
                <a:ext uri="{FF2B5EF4-FFF2-40B4-BE49-F238E27FC236}">
                  <a16:creationId xmlns:a16="http://schemas.microsoft.com/office/drawing/2014/main" id="{8903865B-96C1-3158-84E0-CB5DF8F7B597}"/>
                </a:ext>
              </a:extLst>
            </p:cNvPr>
            <p:cNvSpPr/>
            <p:nvPr/>
          </p:nvSpPr>
          <p:spPr>
            <a:xfrm>
              <a:off x="8444230" y="3578859"/>
              <a:ext cx="12700" cy="471170"/>
            </a:xfrm>
            <a:custGeom>
              <a:avLst/>
              <a:gdLst/>
              <a:ahLst/>
              <a:cxnLst/>
              <a:rect l="l" t="t" r="r" b="b"/>
              <a:pathLst>
                <a:path w="12700" h="471170">
                  <a:moveTo>
                    <a:pt x="12700" y="0"/>
                  </a:moveTo>
                  <a:lnTo>
                    <a:pt x="0" y="0"/>
                  </a:lnTo>
                  <a:lnTo>
                    <a:pt x="0" y="471169"/>
                  </a:lnTo>
                  <a:lnTo>
                    <a:pt x="12700" y="47116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6DE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1">
              <a:extLst>
                <a:ext uri="{FF2B5EF4-FFF2-40B4-BE49-F238E27FC236}">
                  <a16:creationId xmlns:a16="http://schemas.microsoft.com/office/drawing/2014/main" id="{F72B3586-8CC1-93F3-84EC-7E745B013C81}"/>
                </a:ext>
              </a:extLst>
            </p:cNvPr>
            <p:cNvSpPr/>
            <p:nvPr/>
          </p:nvSpPr>
          <p:spPr>
            <a:xfrm>
              <a:off x="8096250" y="2642869"/>
              <a:ext cx="0" cy="744220"/>
            </a:xfrm>
            <a:custGeom>
              <a:avLst/>
              <a:gdLst/>
              <a:ahLst/>
              <a:cxnLst/>
              <a:rect l="l" t="t" r="r" b="b"/>
              <a:pathLst>
                <a:path h="744220">
                  <a:moveTo>
                    <a:pt x="0" y="744219"/>
                  </a:moveTo>
                  <a:lnTo>
                    <a:pt x="0" y="0"/>
                  </a:lnTo>
                </a:path>
              </a:pathLst>
            </a:custGeom>
            <a:ln w="12579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6" name="object 822">
              <a:extLst>
                <a:ext uri="{FF2B5EF4-FFF2-40B4-BE49-F238E27FC236}">
                  <a16:creationId xmlns:a16="http://schemas.microsoft.com/office/drawing/2014/main" id="{5CAC4977-181F-388D-E4DD-65892DAAC86B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957819" y="2840989"/>
              <a:ext cx="292100" cy="419100"/>
            </a:xfrm>
            <a:prstGeom prst="rect">
              <a:avLst/>
            </a:prstGeom>
          </p:spPr>
        </p:pic>
        <p:sp>
          <p:nvSpPr>
            <p:cNvPr id="827" name="object 823">
              <a:extLst>
                <a:ext uri="{FF2B5EF4-FFF2-40B4-BE49-F238E27FC236}">
                  <a16:creationId xmlns:a16="http://schemas.microsoft.com/office/drawing/2014/main" id="{9971AFB6-CA82-F3CF-7FCB-1F7379E99A09}"/>
                </a:ext>
              </a:extLst>
            </p:cNvPr>
            <p:cNvSpPr/>
            <p:nvPr/>
          </p:nvSpPr>
          <p:spPr>
            <a:xfrm>
              <a:off x="7997189" y="284479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8" name="object 824">
              <a:extLst>
                <a:ext uri="{FF2B5EF4-FFF2-40B4-BE49-F238E27FC236}">
                  <a16:creationId xmlns:a16="http://schemas.microsoft.com/office/drawing/2014/main" id="{89700C45-C479-6A39-65FE-52AB74B5BB23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959089" y="2783839"/>
              <a:ext cx="295909" cy="64770"/>
            </a:xfrm>
            <a:prstGeom prst="rect">
              <a:avLst/>
            </a:prstGeom>
          </p:spPr>
        </p:pic>
        <p:pic>
          <p:nvPicPr>
            <p:cNvPr id="829" name="object 825">
              <a:extLst>
                <a:ext uri="{FF2B5EF4-FFF2-40B4-BE49-F238E27FC236}">
                  <a16:creationId xmlns:a16="http://schemas.microsoft.com/office/drawing/2014/main" id="{FC4FCAD2-B846-52B7-AC8C-2A4DAA87E3F2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983219" y="2840989"/>
              <a:ext cx="241300" cy="397510"/>
            </a:xfrm>
            <a:prstGeom prst="rect">
              <a:avLst/>
            </a:prstGeom>
          </p:spPr>
        </p:pic>
        <p:sp>
          <p:nvSpPr>
            <p:cNvPr id="830" name="object 826">
              <a:extLst>
                <a:ext uri="{FF2B5EF4-FFF2-40B4-BE49-F238E27FC236}">
                  <a16:creationId xmlns:a16="http://schemas.microsoft.com/office/drawing/2014/main" id="{7DD1C99D-E3D2-4907-8F6F-2061590459AA}"/>
                </a:ext>
              </a:extLst>
            </p:cNvPr>
            <p:cNvSpPr/>
            <p:nvPr/>
          </p:nvSpPr>
          <p:spPr>
            <a:xfrm>
              <a:off x="8037830" y="2927349"/>
              <a:ext cx="133350" cy="55880"/>
            </a:xfrm>
            <a:custGeom>
              <a:avLst/>
              <a:gdLst/>
              <a:ahLst/>
              <a:cxnLst/>
              <a:rect l="l" t="t" r="r" b="b"/>
              <a:pathLst>
                <a:path w="133350" h="55880">
                  <a:moveTo>
                    <a:pt x="133350" y="38100"/>
                  </a:moveTo>
                  <a:lnTo>
                    <a:pt x="0" y="38100"/>
                  </a:lnTo>
                  <a:lnTo>
                    <a:pt x="0" y="55880"/>
                  </a:lnTo>
                  <a:lnTo>
                    <a:pt x="133350" y="55880"/>
                  </a:lnTo>
                  <a:lnTo>
                    <a:pt x="133350" y="38100"/>
                  </a:lnTo>
                  <a:close/>
                </a:path>
                <a:path w="133350" h="55880">
                  <a:moveTo>
                    <a:pt x="133350" y="0"/>
                  </a:moveTo>
                  <a:lnTo>
                    <a:pt x="0" y="0"/>
                  </a:lnTo>
                  <a:lnTo>
                    <a:pt x="0" y="17780"/>
                  </a:lnTo>
                  <a:lnTo>
                    <a:pt x="133350" y="1778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1" name="object 827">
              <a:extLst>
                <a:ext uri="{FF2B5EF4-FFF2-40B4-BE49-F238E27FC236}">
                  <a16:creationId xmlns:a16="http://schemas.microsoft.com/office/drawing/2014/main" id="{79E3CAC9-9543-B963-995E-A29D7EFE950F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382509" y="2840989"/>
              <a:ext cx="292100" cy="419100"/>
            </a:xfrm>
            <a:prstGeom prst="rect">
              <a:avLst/>
            </a:prstGeom>
          </p:spPr>
        </p:pic>
        <p:sp>
          <p:nvSpPr>
            <p:cNvPr id="832" name="object 828">
              <a:extLst>
                <a:ext uri="{FF2B5EF4-FFF2-40B4-BE49-F238E27FC236}">
                  <a16:creationId xmlns:a16="http://schemas.microsoft.com/office/drawing/2014/main" id="{177ED20A-CBAA-0170-4193-056334F8ECFA}"/>
                </a:ext>
              </a:extLst>
            </p:cNvPr>
            <p:cNvSpPr/>
            <p:nvPr/>
          </p:nvSpPr>
          <p:spPr>
            <a:xfrm>
              <a:off x="7421880" y="284479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3" name="object 829">
              <a:extLst>
                <a:ext uri="{FF2B5EF4-FFF2-40B4-BE49-F238E27FC236}">
                  <a16:creationId xmlns:a16="http://schemas.microsoft.com/office/drawing/2014/main" id="{574A0E91-D248-4A32-DAB0-70CE2E8CFF4A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383780" y="2783839"/>
              <a:ext cx="294640" cy="64770"/>
            </a:xfrm>
            <a:prstGeom prst="rect">
              <a:avLst/>
            </a:prstGeom>
          </p:spPr>
        </p:pic>
        <p:pic>
          <p:nvPicPr>
            <p:cNvPr id="834" name="object 830">
              <a:extLst>
                <a:ext uri="{FF2B5EF4-FFF2-40B4-BE49-F238E27FC236}">
                  <a16:creationId xmlns:a16="http://schemas.microsoft.com/office/drawing/2014/main" id="{03F65EFC-1088-14C6-482B-E20BE5740B1F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407909" y="2840989"/>
              <a:ext cx="241300" cy="397510"/>
            </a:xfrm>
            <a:prstGeom prst="rect">
              <a:avLst/>
            </a:prstGeom>
          </p:spPr>
        </p:pic>
        <p:sp>
          <p:nvSpPr>
            <p:cNvPr id="835" name="object 831">
              <a:extLst>
                <a:ext uri="{FF2B5EF4-FFF2-40B4-BE49-F238E27FC236}">
                  <a16:creationId xmlns:a16="http://schemas.microsoft.com/office/drawing/2014/main" id="{B1922FAA-5725-DFB7-B5B1-27AA3E3DFF5C}"/>
                </a:ext>
              </a:extLst>
            </p:cNvPr>
            <p:cNvSpPr/>
            <p:nvPr/>
          </p:nvSpPr>
          <p:spPr>
            <a:xfrm>
              <a:off x="7462520" y="2927349"/>
              <a:ext cx="132080" cy="55880"/>
            </a:xfrm>
            <a:custGeom>
              <a:avLst/>
              <a:gdLst/>
              <a:ahLst/>
              <a:cxnLst/>
              <a:rect l="l" t="t" r="r" b="b"/>
              <a:pathLst>
                <a:path w="132079" h="55880">
                  <a:moveTo>
                    <a:pt x="132080" y="38100"/>
                  </a:moveTo>
                  <a:lnTo>
                    <a:pt x="0" y="38100"/>
                  </a:lnTo>
                  <a:lnTo>
                    <a:pt x="0" y="55880"/>
                  </a:lnTo>
                  <a:lnTo>
                    <a:pt x="132080" y="55880"/>
                  </a:lnTo>
                  <a:lnTo>
                    <a:pt x="132080" y="38100"/>
                  </a:lnTo>
                  <a:close/>
                </a:path>
                <a:path w="132079" h="55880">
                  <a:moveTo>
                    <a:pt x="132080" y="0"/>
                  </a:moveTo>
                  <a:lnTo>
                    <a:pt x="0" y="0"/>
                  </a:lnTo>
                  <a:lnTo>
                    <a:pt x="0" y="17780"/>
                  </a:lnTo>
                  <a:lnTo>
                    <a:pt x="132080" y="17780"/>
                  </a:lnTo>
                  <a:lnTo>
                    <a:pt x="132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6" name="object 832">
            <a:extLst>
              <a:ext uri="{FF2B5EF4-FFF2-40B4-BE49-F238E27FC236}">
                <a16:creationId xmlns:a16="http://schemas.microsoft.com/office/drawing/2014/main" id="{C546E4BB-12EF-4730-097C-7794576705E2}"/>
              </a:ext>
            </a:extLst>
          </p:cNvPr>
          <p:cNvGrpSpPr/>
          <p:nvPr/>
        </p:nvGrpSpPr>
        <p:grpSpPr>
          <a:xfrm>
            <a:off x="4152582" y="1938972"/>
            <a:ext cx="2140585" cy="1802764"/>
            <a:chOff x="4152582" y="1938972"/>
            <a:chExt cx="2140585" cy="1802764"/>
          </a:xfrm>
        </p:grpSpPr>
        <p:sp>
          <p:nvSpPr>
            <p:cNvPr id="837" name="object 833">
              <a:extLst>
                <a:ext uri="{FF2B5EF4-FFF2-40B4-BE49-F238E27FC236}">
                  <a16:creationId xmlns:a16="http://schemas.microsoft.com/office/drawing/2014/main" id="{7AD58FFA-1372-804C-076B-60D2BC69F668}"/>
                </a:ext>
              </a:extLst>
            </p:cNvPr>
            <p:cNvSpPr/>
            <p:nvPr/>
          </p:nvSpPr>
          <p:spPr>
            <a:xfrm>
              <a:off x="4207510" y="1953259"/>
              <a:ext cx="2032000" cy="68580"/>
            </a:xfrm>
            <a:custGeom>
              <a:avLst/>
              <a:gdLst/>
              <a:ahLst/>
              <a:cxnLst/>
              <a:rect l="l" t="t" r="r" b="b"/>
              <a:pathLst>
                <a:path w="2032000" h="68580">
                  <a:moveTo>
                    <a:pt x="1932940" y="3810"/>
                  </a:moveTo>
                  <a:lnTo>
                    <a:pt x="1930387" y="3810"/>
                  </a:lnTo>
                  <a:lnTo>
                    <a:pt x="1930387" y="2667"/>
                  </a:lnTo>
                  <a:lnTo>
                    <a:pt x="1925320" y="2667"/>
                  </a:lnTo>
                  <a:lnTo>
                    <a:pt x="1925320" y="1270"/>
                  </a:lnTo>
                  <a:lnTo>
                    <a:pt x="1917700" y="1270"/>
                  </a:lnTo>
                  <a:lnTo>
                    <a:pt x="1917700" y="0"/>
                  </a:lnTo>
                  <a:lnTo>
                    <a:pt x="114300" y="0"/>
                  </a:lnTo>
                  <a:lnTo>
                    <a:pt x="114300" y="1270"/>
                  </a:lnTo>
                  <a:lnTo>
                    <a:pt x="111760" y="1270"/>
                  </a:lnTo>
                  <a:lnTo>
                    <a:pt x="111760" y="2667"/>
                  </a:lnTo>
                  <a:lnTo>
                    <a:pt x="106680" y="2667"/>
                  </a:lnTo>
                  <a:lnTo>
                    <a:pt x="106680" y="3810"/>
                  </a:lnTo>
                  <a:lnTo>
                    <a:pt x="99060" y="3810"/>
                  </a:lnTo>
                  <a:lnTo>
                    <a:pt x="99060" y="5080"/>
                  </a:lnTo>
                  <a:lnTo>
                    <a:pt x="1932940" y="5080"/>
                  </a:lnTo>
                  <a:lnTo>
                    <a:pt x="1932940" y="3937"/>
                  </a:lnTo>
                  <a:lnTo>
                    <a:pt x="1932940" y="3810"/>
                  </a:lnTo>
                  <a:close/>
                </a:path>
                <a:path w="2032000" h="68580">
                  <a:moveTo>
                    <a:pt x="1955800" y="10160"/>
                  </a:moveTo>
                  <a:lnTo>
                    <a:pt x="1951990" y="10160"/>
                  </a:lnTo>
                  <a:lnTo>
                    <a:pt x="1951990" y="9017"/>
                  </a:lnTo>
                  <a:lnTo>
                    <a:pt x="1948180" y="9017"/>
                  </a:lnTo>
                  <a:lnTo>
                    <a:pt x="1948180" y="7620"/>
                  </a:lnTo>
                  <a:lnTo>
                    <a:pt x="1945640" y="7620"/>
                  </a:lnTo>
                  <a:lnTo>
                    <a:pt x="1945640" y="6477"/>
                  </a:lnTo>
                  <a:lnTo>
                    <a:pt x="1945640" y="6350"/>
                  </a:lnTo>
                  <a:lnTo>
                    <a:pt x="1940547" y="6350"/>
                  </a:lnTo>
                  <a:lnTo>
                    <a:pt x="1940547" y="5207"/>
                  </a:lnTo>
                  <a:lnTo>
                    <a:pt x="96520" y="5207"/>
                  </a:lnTo>
                  <a:lnTo>
                    <a:pt x="96520" y="6350"/>
                  </a:lnTo>
                  <a:lnTo>
                    <a:pt x="91440" y="6350"/>
                  </a:lnTo>
                  <a:lnTo>
                    <a:pt x="91440" y="7620"/>
                  </a:lnTo>
                  <a:lnTo>
                    <a:pt x="83820" y="7620"/>
                  </a:lnTo>
                  <a:lnTo>
                    <a:pt x="83820" y="9017"/>
                  </a:lnTo>
                  <a:lnTo>
                    <a:pt x="81280" y="9017"/>
                  </a:lnTo>
                  <a:lnTo>
                    <a:pt x="81280" y="10160"/>
                  </a:lnTo>
                  <a:lnTo>
                    <a:pt x="78740" y="10160"/>
                  </a:lnTo>
                  <a:lnTo>
                    <a:pt x="78740" y="11430"/>
                  </a:lnTo>
                  <a:lnTo>
                    <a:pt x="1955800" y="11430"/>
                  </a:lnTo>
                  <a:lnTo>
                    <a:pt x="1955800" y="10287"/>
                  </a:lnTo>
                  <a:lnTo>
                    <a:pt x="1955800" y="10160"/>
                  </a:lnTo>
                  <a:close/>
                </a:path>
                <a:path w="2032000" h="68580">
                  <a:moveTo>
                    <a:pt x="1969770" y="16510"/>
                  </a:moveTo>
                  <a:lnTo>
                    <a:pt x="1967230" y="16510"/>
                  </a:lnTo>
                  <a:lnTo>
                    <a:pt x="1967230" y="15367"/>
                  </a:lnTo>
                  <a:lnTo>
                    <a:pt x="1964690" y="15367"/>
                  </a:lnTo>
                  <a:lnTo>
                    <a:pt x="1964690" y="13970"/>
                  </a:lnTo>
                  <a:lnTo>
                    <a:pt x="1962137" y="13970"/>
                  </a:lnTo>
                  <a:lnTo>
                    <a:pt x="1962137" y="12827"/>
                  </a:lnTo>
                  <a:lnTo>
                    <a:pt x="1962137" y="12700"/>
                  </a:lnTo>
                  <a:lnTo>
                    <a:pt x="1959610" y="12700"/>
                  </a:lnTo>
                  <a:lnTo>
                    <a:pt x="1959610" y="11557"/>
                  </a:lnTo>
                  <a:lnTo>
                    <a:pt x="74930" y="11557"/>
                  </a:lnTo>
                  <a:lnTo>
                    <a:pt x="74930" y="12700"/>
                  </a:lnTo>
                  <a:lnTo>
                    <a:pt x="71120" y="12700"/>
                  </a:lnTo>
                  <a:lnTo>
                    <a:pt x="71120" y="13970"/>
                  </a:lnTo>
                  <a:lnTo>
                    <a:pt x="67310" y="13970"/>
                  </a:lnTo>
                  <a:lnTo>
                    <a:pt x="67310" y="15367"/>
                  </a:lnTo>
                  <a:lnTo>
                    <a:pt x="66040" y="15367"/>
                  </a:lnTo>
                  <a:lnTo>
                    <a:pt x="66040" y="16510"/>
                  </a:lnTo>
                  <a:lnTo>
                    <a:pt x="63500" y="16510"/>
                  </a:lnTo>
                  <a:lnTo>
                    <a:pt x="63500" y="17780"/>
                  </a:lnTo>
                  <a:lnTo>
                    <a:pt x="1969770" y="17780"/>
                  </a:lnTo>
                  <a:lnTo>
                    <a:pt x="1969770" y="16637"/>
                  </a:lnTo>
                  <a:lnTo>
                    <a:pt x="1969770" y="16510"/>
                  </a:lnTo>
                  <a:close/>
                </a:path>
                <a:path w="2032000" h="68580">
                  <a:moveTo>
                    <a:pt x="1981187" y="22860"/>
                  </a:moveTo>
                  <a:lnTo>
                    <a:pt x="1978660" y="22860"/>
                  </a:lnTo>
                  <a:lnTo>
                    <a:pt x="1978660" y="21717"/>
                  </a:lnTo>
                  <a:lnTo>
                    <a:pt x="1977390" y="21717"/>
                  </a:lnTo>
                  <a:lnTo>
                    <a:pt x="1977390" y="20320"/>
                  </a:lnTo>
                  <a:lnTo>
                    <a:pt x="1974837" y="20320"/>
                  </a:lnTo>
                  <a:lnTo>
                    <a:pt x="1974837" y="19177"/>
                  </a:lnTo>
                  <a:lnTo>
                    <a:pt x="1974837" y="19050"/>
                  </a:lnTo>
                  <a:lnTo>
                    <a:pt x="1972310" y="19050"/>
                  </a:lnTo>
                  <a:lnTo>
                    <a:pt x="1972310" y="17907"/>
                  </a:lnTo>
                  <a:lnTo>
                    <a:pt x="60960" y="17907"/>
                  </a:lnTo>
                  <a:lnTo>
                    <a:pt x="60960" y="19050"/>
                  </a:lnTo>
                  <a:lnTo>
                    <a:pt x="58420" y="19050"/>
                  </a:lnTo>
                  <a:lnTo>
                    <a:pt x="58420" y="20320"/>
                  </a:lnTo>
                  <a:lnTo>
                    <a:pt x="55880" y="20320"/>
                  </a:lnTo>
                  <a:lnTo>
                    <a:pt x="55880" y="21717"/>
                  </a:lnTo>
                  <a:lnTo>
                    <a:pt x="53340" y="21717"/>
                  </a:lnTo>
                  <a:lnTo>
                    <a:pt x="53340" y="22860"/>
                  </a:lnTo>
                  <a:lnTo>
                    <a:pt x="52070" y="22860"/>
                  </a:lnTo>
                  <a:lnTo>
                    <a:pt x="52070" y="24130"/>
                  </a:lnTo>
                  <a:lnTo>
                    <a:pt x="1981187" y="24130"/>
                  </a:lnTo>
                  <a:lnTo>
                    <a:pt x="1981187" y="22987"/>
                  </a:lnTo>
                  <a:lnTo>
                    <a:pt x="1981187" y="22860"/>
                  </a:lnTo>
                  <a:close/>
                </a:path>
                <a:path w="2032000" h="68580">
                  <a:moveTo>
                    <a:pt x="1991360" y="29210"/>
                  </a:moveTo>
                  <a:lnTo>
                    <a:pt x="1988820" y="29210"/>
                  </a:lnTo>
                  <a:lnTo>
                    <a:pt x="1988820" y="28067"/>
                  </a:lnTo>
                  <a:lnTo>
                    <a:pt x="1987537" y="28067"/>
                  </a:lnTo>
                  <a:lnTo>
                    <a:pt x="1987537" y="26670"/>
                  </a:lnTo>
                  <a:lnTo>
                    <a:pt x="1985010" y="26670"/>
                  </a:lnTo>
                  <a:lnTo>
                    <a:pt x="1985010" y="25527"/>
                  </a:lnTo>
                  <a:lnTo>
                    <a:pt x="1985010" y="25400"/>
                  </a:lnTo>
                  <a:lnTo>
                    <a:pt x="1982470" y="25400"/>
                  </a:lnTo>
                  <a:lnTo>
                    <a:pt x="1982470" y="24257"/>
                  </a:lnTo>
                  <a:lnTo>
                    <a:pt x="49530" y="24257"/>
                  </a:lnTo>
                  <a:lnTo>
                    <a:pt x="49530" y="25400"/>
                  </a:lnTo>
                  <a:lnTo>
                    <a:pt x="48260" y="25400"/>
                  </a:lnTo>
                  <a:lnTo>
                    <a:pt x="48260" y="26670"/>
                  </a:lnTo>
                  <a:lnTo>
                    <a:pt x="45720" y="26670"/>
                  </a:lnTo>
                  <a:lnTo>
                    <a:pt x="45720" y="28067"/>
                  </a:lnTo>
                  <a:lnTo>
                    <a:pt x="43180" y="28067"/>
                  </a:lnTo>
                  <a:lnTo>
                    <a:pt x="43180" y="29210"/>
                  </a:lnTo>
                  <a:lnTo>
                    <a:pt x="41910" y="29210"/>
                  </a:lnTo>
                  <a:lnTo>
                    <a:pt x="41910" y="30480"/>
                  </a:lnTo>
                  <a:lnTo>
                    <a:pt x="1991360" y="30480"/>
                  </a:lnTo>
                  <a:lnTo>
                    <a:pt x="1991360" y="29337"/>
                  </a:lnTo>
                  <a:lnTo>
                    <a:pt x="1991360" y="29210"/>
                  </a:lnTo>
                  <a:close/>
                </a:path>
                <a:path w="2032000" h="68580">
                  <a:moveTo>
                    <a:pt x="1995170" y="31750"/>
                  </a:moveTo>
                  <a:lnTo>
                    <a:pt x="1992630" y="31750"/>
                  </a:lnTo>
                  <a:lnTo>
                    <a:pt x="1992630" y="30607"/>
                  </a:lnTo>
                  <a:lnTo>
                    <a:pt x="39370" y="30607"/>
                  </a:lnTo>
                  <a:lnTo>
                    <a:pt x="39370" y="31750"/>
                  </a:lnTo>
                  <a:lnTo>
                    <a:pt x="38100" y="31750"/>
                  </a:lnTo>
                  <a:lnTo>
                    <a:pt x="38100" y="33020"/>
                  </a:lnTo>
                  <a:lnTo>
                    <a:pt x="1995170" y="33020"/>
                  </a:lnTo>
                  <a:lnTo>
                    <a:pt x="1995170" y="31877"/>
                  </a:lnTo>
                  <a:lnTo>
                    <a:pt x="1995170" y="31750"/>
                  </a:lnTo>
                  <a:close/>
                </a:path>
                <a:path w="2032000" h="68580">
                  <a:moveTo>
                    <a:pt x="2000237" y="35560"/>
                  </a:moveTo>
                  <a:lnTo>
                    <a:pt x="1997710" y="35560"/>
                  </a:lnTo>
                  <a:lnTo>
                    <a:pt x="33020" y="35560"/>
                  </a:lnTo>
                  <a:lnTo>
                    <a:pt x="33020" y="36830"/>
                  </a:lnTo>
                  <a:lnTo>
                    <a:pt x="2000237" y="36830"/>
                  </a:lnTo>
                  <a:lnTo>
                    <a:pt x="2000237" y="35687"/>
                  </a:lnTo>
                  <a:lnTo>
                    <a:pt x="2000237" y="35560"/>
                  </a:lnTo>
                  <a:close/>
                </a:path>
                <a:path w="2032000" h="68580">
                  <a:moveTo>
                    <a:pt x="2007870" y="41910"/>
                  </a:moveTo>
                  <a:lnTo>
                    <a:pt x="2006600" y="41910"/>
                  </a:lnTo>
                  <a:lnTo>
                    <a:pt x="2006600" y="40767"/>
                  </a:lnTo>
                  <a:lnTo>
                    <a:pt x="2005330" y="40767"/>
                  </a:lnTo>
                  <a:lnTo>
                    <a:pt x="2005330" y="39370"/>
                  </a:lnTo>
                  <a:lnTo>
                    <a:pt x="2002790" y="39370"/>
                  </a:lnTo>
                  <a:lnTo>
                    <a:pt x="2002790" y="38227"/>
                  </a:lnTo>
                  <a:lnTo>
                    <a:pt x="2002790" y="38100"/>
                  </a:lnTo>
                  <a:lnTo>
                    <a:pt x="2001520" y="38100"/>
                  </a:lnTo>
                  <a:lnTo>
                    <a:pt x="2001520" y="36957"/>
                  </a:lnTo>
                  <a:lnTo>
                    <a:pt x="30480" y="36957"/>
                  </a:lnTo>
                  <a:lnTo>
                    <a:pt x="30480" y="38100"/>
                  </a:lnTo>
                  <a:lnTo>
                    <a:pt x="29210" y="38100"/>
                  </a:lnTo>
                  <a:lnTo>
                    <a:pt x="29210" y="39370"/>
                  </a:lnTo>
                  <a:lnTo>
                    <a:pt x="27940" y="39370"/>
                  </a:lnTo>
                  <a:lnTo>
                    <a:pt x="27940" y="40767"/>
                  </a:lnTo>
                  <a:lnTo>
                    <a:pt x="25400" y="40767"/>
                  </a:lnTo>
                  <a:lnTo>
                    <a:pt x="25400" y="41910"/>
                  </a:lnTo>
                  <a:lnTo>
                    <a:pt x="24130" y="41910"/>
                  </a:lnTo>
                  <a:lnTo>
                    <a:pt x="24130" y="43180"/>
                  </a:lnTo>
                  <a:lnTo>
                    <a:pt x="2007870" y="43180"/>
                  </a:lnTo>
                  <a:lnTo>
                    <a:pt x="2007870" y="42037"/>
                  </a:lnTo>
                  <a:lnTo>
                    <a:pt x="2007870" y="41910"/>
                  </a:lnTo>
                  <a:close/>
                </a:path>
                <a:path w="2032000" h="68580">
                  <a:moveTo>
                    <a:pt x="2015490" y="48260"/>
                  </a:moveTo>
                  <a:lnTo>
                    <a:pt x="2014220" y="48260"/>
                  </a:lnTo>
                  <a:lnTo>
                    <a:pt x="2014220" y="47117"/>
                  </a:lnTo>
                  <a:lnTo>
                    <a:pt x="2012937" y="47117"/>
                  </a:lnTo>
                  <a:lnTo>
                    <a:pt x="2012937" y="45720"/>
                  </a:lnTo>
                  <a:lnTo>
                    <a:pt x="2010410" y="45720"/>
                  </a:lnTo>
                  <a:lnTo>
                    <a:pt x="2010410" y="44577"/>
                  </a:lnTo>
                  <a:lnTo>
                    <a:pt x="2010410" y="44450"/>
                  </a:lnTo>
                  <a:lnTo>
                    <a:pt x="2009140" y="44450"/>
                  </a:lnTo>
                  <a:lnTo>
                    <a:pt x="2009140" y="43307"/>
                  </a:lnTo>
                  <a:lnTo>
                    <a:pt x="22860" y="43307"/>
                  </a:lnTo>
                  <a:lnTo>
                    <a:pt x="22860" y="44450"/>
                  </a:lnTo>
                  <a:lnTo>
                    <a:pt x="21590" y="44450"/>
                  </a:lnTo>
                  <a:lnTo>
                    <a:pt x="21590" y="45720"/>
                  </a:lnTo>
                  <a:lnTo>
                    <a:pt x="20320" y="45720"/>
                  </a:lnTo>
                  <a:lnTo>
                    <a:pt x="20320" y="47117"/>
                  </a:lnTo>
                  <a:lnTo>
                    <a:pt x="19050" y="47117"/>
                  </a:lnTo>
                  <a:lnTo>
                    <a:pt x="19050" y="48260"/>
                  </a:lnTo>
                  <a:lnTo>
                    <a:pt x="16510" y="48260"/>
                  </a:lnTo>
                  <a:lnTo>
                    <a:pt x="16510" y="49530"/>
                  </a:lnTo>
                  <a:lnTo>
                    <a:pt x="2015490" y="49530"/>
                  </a:lnTo>
                  <a:lnTo>
                    <a:pt x="2015490" y="48387"/>
                  </a:lnTo>
                  <a:lnTo>
                    <a:pt x="2015490" y="48260"/>
                  </a:lnTo>
                  <a:close/>
                </a:path>
                <a:path w="2032000" h="68580">
                  <a:moveTo>
                    <a:pt x="2021840" y="54610"/>
                  </a:moveTo>
                  <a:lnTo>
                    <a:pt x="2020570" y="54610"/>
                  </a:lnTo>
                  <a:lnTo>
                    <a:pt x="2020570" y="53467"/>
                  </a:lnTo>
                  <a:lnTo>
                    <a:pt x="2019300" y="53467"/>
                  </a:lnTo>
                  <a:lnTo>
                    <a:pt x="2019300" y="52070"/>
                  </a:lnTo>
                  <a:lnTo>
                    <a:pt x="2018030" y="52070"/>
                  </a:lnTo>
                  <a:lnTo>
                    <a:pt x="2018030" y="50927"/>
                  </a:lnTo>
                  <a:lnTo>
                    <a:pt x="2018030" y="50800"/>
                  </a:lnTo>
                  <a:lnTo>
                    <a:pt x="2016760" y="50800"/>
                  </a:lnTo>
                  <a:lnTo>
                    <a:pt x="2016760" y="49657"/>
                  </a:lnTo>
                  <a:lnTo>
                    <a:pt x="15240" y="49657"/>
                  </a:lnTo>
                  <a:lnTo>
                    <a:pt x="15240" y="50800"/>
                  </a:lnTo>
                  <a:lnTo>
                    <a:pt x="13970" y="50800"/>
                  </a:lnTo>
                  <a:lnTo>
                    <a:pt x="13970" y="52070"/>
                  </a:lnTo>
                  <a:lnTo>
                    <a:pt x="12700" y="52070"/>
                  </a:lnTo>
                  <a:lnTo>
                    <a:pt x="12700" y="53467"/>
                  </a:lnTo>
                  <a:lnTo>
                    <a:pt x="11430" y="53467"/>
                  </a:lnTo>
                  <a:lnTo>
                    <a:pt x="11430" y="54610"/>
                  </a:lnTo>
                  <a:lnTo>
                    <a:pt x="10160" y="54610"/>
                  </a:lnTo>
                  <a:lnTo>
                    <a:pt x="10160" y="55880"/>
                  </a:lnTo>
                  <a:lnTo>
                    <a:pt x="2021840" y="55880"/>
                  </a:lnTo>
                  <a:lnTo>
                    <a:pt x="2021840" y="54737"/>
                  </a:lnTo>
                  <a:lnTo>
                    <a:pt x="2021840" y="54610"/>
                  </a:lnTo>
                  <a:close/>
                </a:path>
                <a:path w="2032000" h="68580">
                  <a:moveTo>
                    <a:pt x="2026920" y="60960"/>
                  </a:moveTo>
                  <a:lnTo>
                    <a:pt x="2025650" y="60960"/>
                  </a:lnTo>
                  <a:lnTo>
                    <a:pt x="2025650" y="59690"/>
                  </a:lnTo>
                  <a:lnTo>
                    <a:pt x="2024380" y="59690"/>
                  </a:lnTo>
                  <a:lnTo>
                    <a:pt x="2024380" y="58420"/>
                  </a:lnTo>
                  <a:lnTo>
                    <a:pt x="2024380" y="57277"/>
                  </a:lnTo>
                  <a:lnTo>
                    <a:pt x="2024380" y="57150"/>
                  </a:lnTo>
                  <a:lnTo>
                    <a:pt x="2023110" y="57150"/>
                  </a:lnTo>
                  <a:lnTo>
                    <a:pt x="2023110" y="56007"/>
                  </a:lnTo>
                  <a:lnTo>
                    <a:pt x="8890" y="56007"/>
                  </a:lnTo>
                  <a:lnTo>
                    <a:pt x="8890" y="57150"/>
                  </a:lnTo>
                  <a:lnTo>
                    <a:pt x="7620" y="57150"/>
                  </a:lnTo>
                  <a:lnTo>
                    <a:pt x="7620" y="58420"/>
                  </a:lnTo>
                  <a:lnTo>
                    <a:pt x="6350" y="58420"/>
                  </a:lnTo>
                  <a:lnTo>
                    <a:pt x="6350" y="59690"/>
                  </a:lnTo>
                  <a:lnTo>
                    <a:pt x="6350" y="60960"/>
                  </a:lnTo>
                  <a:lnTo>
                    <a:pt x="5080" y="60960"/>
                  </a:lnTo>
                  <a:lnTo>
                    <a:pt x="5080" y="62230"/>
                  </a:lnTo>
                  <a:lnTo>
                    <a:pt x="2026920" y="62230"/>
                  </a:lnTo>
                  <a:lnTo>
                    <a:pt x="2026920" y="61087"/>
                  </a:lnTo>
                  <a:lnTo>
                    <a:pt x="2026920" y="60960"/>
                  </a:lnTo>
                  <a:close/>
                </a:path>
                <a:path w="2032000" h="68580">
                  <a:moveTo>
                    <a:pt x="2032000" y="66167"/>
                  </a:moveTo>
                  <a:lnTo>
                    <a:pt x="2030730" y="66167"/>
                  </a:lnTo>
                  <a:lnTo>
                    <a:pt x="2030730" y="64770"/>
                  </a:lnTo>
                  <a:lnTo>
                    <a:pt x="2029460" y="64770"/>
                  </a:lnTo>
                  <a:lnTo>
                    <a:pt x="2029460" y="63627"/>
                  </a:lnTo>
                  <a:lnTo>
                    <a:pt x="2029460" y="63500"/>
                  </a:lnTo>
                  <a:lnTo>
                    <a:pt x="2028190" y="63500"/>
                  </a:lnTo>
                  <a:lnTo>
                    <a:pt x="2028190" y="62357"/>
                  </a:lnTo>
                  <a:lnTo>
                    <a:pt x="3810" y="62357"/>
                  </a:lnTo>
                  <a:lnTo>
                    <a:pt x="3810" y="63500"/>
                  </a:lnTo>
                  <a:lnTo>
                    <a:pt x="2540" y="63500"/>
                  </a:lnTo>
                  <a:lnTo>
                    <a:pt x="2540" y="64770"/>
                  </a:lnTo>
                  <a:lnTo>
                    <a:pt x="1270" y="64770"/>
                  </a:lnTo>
                  <a:lnTo>
                    <a:pt x="1270" y="66167"/>
                  </a:lnTo>
                  <a:lnTo>
                    <a:pt x="0" y="66167"/>
                  </a:lnTo>
                  <a:lnTo>
                    <a:pt x="0" y="68580"/>
                  </a:lnTo>
                  <a:lnTo>
                    <a:pt x="2032000" y="68580"/>
                  </a:lnTo>
                  <a:lnTo>
                    <a:pt x="2032000" y="66167"/>
                  </a:lnTo>
                  <a:close/>
                </a:path>
              </a:pathLst>
            </a:custGeom>
            <a:solidFill>
              <a:srgbClr val="F3F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4">
              <a:extLst>
                <a:ext uri="{FF2B5EF4-FFF2-40B4-BE49-F238E27FC236}">
                  <a16:creationId xmlns:a16="http://schemas.microsoft.com/office/drawing/2014/main" id="{C4B1A0DD-0235-2662-3BD2-893CC259E7ED}"/>
                </a:ext>
              </a:extLst>
            </p:cNvPr>
            <p:cNvSpPr/>
            <p:nvPr/>
          </p:nvSpPr>
          <p:spPr>
            <a:xfrm>
              <a:off x="4241800" y="1986279"/>
              <a:ext cx="1965960" cy="3175"/>
            </a:xfrm>
            <a:custGeom>
              <a:avLst/>
              <a:gdLst/>
              <a:ahLst/>
              <a:cxnLst/>
              <a:rect l="l" t="t" r="r" b="b"/>
              <a:pathLst>
                <a:path w="1965960" h="3175">
                  <a:moveTo>
                    <a:pt x="1963420" y="1397"/>
                  </a:moveTo>
                  <a:lnTo>
                    <a:pt x="1962150" y="1397"/>
                  </a:lnTo>
                  <a:lnTo>
                    <a:pt x="1962150" y="0"/>
                  </a:lnTo>
                  <a:lnTo>
                    <a:pt x="1270" y="0"/>
                  </a:lnTo>
                  <a:lnTo>
                    <a:pt x="1270" y="1397"/>
                  </a:lnTo>
                  <a:lnTo>
                    <a:pt x="0" y="1397"/>
                  </a:lnTo>
                  <a:lnTo>
                    <a:pt x="0" y="2540"/>
                  </a:lnTo>
                  <a:lnTo>
                    <a:pt x="1963420" y="2540"/>
                  </a:lnTo>
                  <a:lnTo>
                    <a:pt x="1963420" y="1397"/>
                  </a:lnTo>
                  <a:close/>
                </a:path>
                <a:path w="1965960" h="3175">
                  <a:moveTo>
                    <a:pt x="1965947" y="2540"/>
                  </a:moveTo>
                  <a:lnTo>
                    <a:pt x="1963420" y="2540"/>
                  </a:lnTo>
                  <a:lnTo>
                    <a:pt x="1963420" y="2667"/>
                  </a:lnTo>
                  <a:lnTo>
                    <a:pt x="1965947" y="2667"/>
                  </a:lnTo>
                  <a:lnTo>
                    <a:pt x="1965947" y="2540"/>
                  </a:lnTo>
                  <a:close/>
                </a:path>
              </a:pathLst>
            </a:custGeom>
            <a:solidFill>
              <a:srgbClr val="F3F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5">
              <a:extLst>
                <a:ext uri="{FF2B5EF4-FFF2-40B4-BE49-F238E27FC236}">
                  <a16:creationId xmlns:a16="http://schemas.microsoft.com/office/drawing/2014/main" id="{95C69DA9-E997-F15B-F9B8-1610013C7C82}"/>
                </a:ext>
              </a:extLst>
            </p:cNvPr>
            <p:cNvSpPr/>
            <p:nvPr/>
          </p:nvSpPr>
          <p:spPr>
            <a:xfrm>
              <a:off x="4184650" y="2021840"/>
              <a:ext cx="2076450" cy="34290"/>
            </a:xfrm>
            <a:custGeom>
              <a:avLst/>
              <a:gdLst/>
              <a:ahLst/>
              <a:cxnLst/>
              <a:rect l="l" t="t" r="r" b="b"/>
              <a:pathLst>
                <a:path w="2076450" h="34289">
                  <a:moveTo>
                    <a:pt x="21589" y="1269"/>
                  </a:moveTo>
                  <a:lnTo>
                    <a:pt x="20320" y="1269"/>
                  </a:lnTo>
                  <a:lnTo>
                    <a:pt x="20320" y="2539"/>
                  </a:lnTo>
                  <a:lnTo>
                    <a:pt x="2057400" y="2539"/>
                  </a:lnTo>
                  <a:lnTo>
                    <a:pt x="2057400" y="1397"/>
                  </a:lnTo>
                  <a:lnTo>
                    <a:pt x="21589" y="1397"/>
                  </a:lnTo>
                  <a:lnTo>
                    <a:pt x="21589" y="1269"/>
                  </a:lnTo>
                  <a:close/>
                </a:path>
                <a:path w="2076450" h="34289">
                  <a:moveTo>
                    <a:pt x="2057400" y="1269"/>
                  </a:moveTo>
                  <a:lnTo>
                    <a:pt x="2056129" y="1269"/>
                  </a:lnTo>
                  <a:lnTo>
                    <a:pt x="2056129" y="1397"/>
                  </a:lnTo>
                  <a:lnTo>
                    <a:pt x="2057400" y="1397"/>
                  </a:lnTo>
                  <a:lnTo>
                    <a:pt x="2057400" y="1269"/>
                  </a:lnTo>
                  <a:close/>
                </a:path>
                <a:path w="2076450" h="34289">
                  <a:moveTo>
                    <a:pt x="2056129" y="126"/>
                  </a:moveTo>
                  <a:lnTo>
                    <a:pt x="21589" y="126"/>
                  </a:lnTo>
                  <a:lnTo>
                    <a:pt x="21589" y="1269"/>
                  </a:lnTo>
                  <a:lnTo>
                    <a:pt x="2056129" y="1269"/>
                  </a:lnTo>
                  <a:lnTo>
                    <a:pt x="2056129" y="126"/>
                  </a:lnTo>
                  <a:close/>
                </a:path>
                <a:path w="2076450" h="34289">
                  <a:moveTo>
                    <a:pt x="2054859" y="0"/>
                  </a:moveTo>
                  <a:lnTo>
                    <a:pt x="22860" y="0"/>
                  </a:lnTo>
                  <a:lnTo>
                    <a:pt x="2054860" y="126"/>
                  </a:lnTo>
                  <a:close/>
                </a:path>
                <a:path w="2076450" h="34289">
                  <a:moveTo>
                    <a:pt x="2066289" y="13970"/>
                  </a:moveTo>
                  <a:lnTo>
                    <a:pt x="11429" y="13970"/>
                  </a:lnTo>
                  <a:lnTo>
                    <a:pt x="11429" y="15239"/>
                  </a:lnTo>
                  <a:lnTo>
                    <a:pt x="2066289" y="15239"/>
                  </a:lnTo>
                  <a:lnTo>
                    <a:pt x="2066289" y="13970"/>
                  </a:lnTo>
                  <a:close/>
                </a:path>
                <a:path w="2076450" h="34289">
                  <a:moveTo>
                    <a:pt x="2065020" y="11430"/>
                  </a:moveTo>
                  <a:lnTo>
                    <a:pt x="12700" y="11430"/>
                  </a:lnTo>
                  <a:lnTo>
                    <a:pt x="12700" y="13970"/>
                  </a:lnTo>
                  <a:lnTo>
                    <a:pt x="2065020" y="13970"/>
                  </a:lnTo>
                  <a:lnTo>
                    <a:pt x="2065020" y="11430"/>
                  </a:lnTo>
                  <a:close/>
                </a:path>
                <a:path w="2076450" h="34289">
                  <a:moveTo>
                    <a:pt x="2063750" y="10160"/>
                  </a:moveTo>
                  <a:lnTo>
                    <a:pt x="13970" y="10160"/>
                  </a:lnTo>
                  <a:lnTo>
                    <a:pt x="13970" y="11430"/>
                  </a:lnTo>
                  <a:lnTo>
                    <a:pt x="2063750" y="11430"/>
                  </a:lnTo>
                  <a:lnTo>
                    <a:pt x="2063750" y="10160"/>
                  </a:lnTo>
                  <a:close/>
                </a:path>
                <a:path w="2076450" h="34289">
                  <a:moveTo>
                    <a:pt x="2062479" y="7620"/>
                  </a:moveTo>
                  <a:lnTo>
                    <a:pt x="15239" y="7620"/>
                  </a:lnTo>
                  <a:lnTo>
                    <a:pt x="15239" y="10160"/>
                  </a:lnTo>
                  <a:lnTo>
                    <a:pt x="2062479" y="10160"/>
                  </a:lnTo>
                  <a:lnTo>
                    <a:pt x="2062479" y="7620"/>
                  </a:lnTo>
                  <a:close/>
                </a:path>
                <a:path w="2076450" h="34289">
                  <a:moveTo>
                    <a:pt x="2061210" y="6350"/>
                  </a:moveTo>
                  <a:lnTo>
                    <a:pt x="16510" y="6350"/>
                  </a:lnTo>
                  <a:lnTo>
                    <a:pt x="16510" y="7620"/>
                  </a:lnTo>
                  <a:lnTo>
                    <a:pt x="2061210" y="7620"/>
                  </a:lnTo>
                  <a:lnTo>
                    <a:pt x="2061210" y="6350"/>
                  </a:lnTo>
                  <a:close/>
                </a:path>
                <a:path w="2076450" h="34289">
                  <a:moveTo>
                    <a:pt x="2059939" y="5080"/>
                  </a:moveTo>
                  <a:lnTo>
                    <a:pt x="17779" y="5080"/>
                  </a:lnTo>
                  <a:lnTo>
                    <a:pt x="17779" y="6350"/>
                  </a:lnTo>
                  <a:lnTo>
                    <a:pt x="2059939" y="6350"/>
                  </a:lnTo>
                  <a:lnTo>
                    <a:pt x="2059939" y="5080"/>
                  </a:lnTo>
                  <a:close/>
                </a:path>
                <a:path w="2076450" h="34289">
                  <a:moveTo>
                    <a:pt x="2058670" y="2540"/>
                  </a:moveTo>
                  <a:lnTo>
                    <a:pt x="19050" y="2540"/>
                  </a:lnTo>
                  <a:lnTo>
                    <a:pt x="19050" y="5080"/>
                  </a:lnTo>
                  <a:lnTo>
                    <a:pt x="2058670" y="5080"/>
                  </a:lnTo>
                  <a:lnTo>
                    <a:pt x="2058670" y="2540"/>
                  </a:lnTo>
                  <a:close/>
                </a:path>
                <a:path w="2076450" h="34289">
                  <a:moveTo>
                    <a:pt x="2070100" y="20320"/>
                  </a:moveTo>
                  <a:lnTo>
                    <a:pt x="7620" y="20320"/>
                  </a:lnTo>
                  <a:lnTo>
                    <a:pt x="7620" y="21589"/>
                  </a:lnTo>
                  <a:lnTo>
                    <a:pt x="2070100" y="21589"/>
                  </a:lnTo>
                  <a:lnTo>
                    <a:pt x="2070100" y="20320"/>
                  </a:lnTo>
                  <a:close/>
                </a:path>
                <a:path w="2076450" h="34289">
                  <a:moveTo>
                    <a:pt x="2068829" y="17780"/>
                  </a:moveTo>
                  <a:lnTo>
                    <a:pt x="8889" y="17780"/>
                  </a:lnTo>
                  <a:lnTo>
                    <a:pt x="8889" y="20320"/>
                  </a:lnTo>
                  <a:lnTo>
                    <a:pt x="2068829" y="20320"/>
                  </a:lnTo>
                  <a:lnTo>
                    <a:pt x="2068829" y="17780"/>
                  </a:lnTo>
                  <a:close/>
                </a:path>
                <a:path w="2076450" h="34289">
                  <a:moveTo>
                    <a:pt x="2067560" y="15240"/>
                  </a:moveTo>
                  <a:lnTo>
                    <a:pt x="10160" y="15240"/>
                  </a:lnTo>
                  <a:lnTo>
                    <a:pt x="10160" y="17780"/>
                  </a:lnTo>
                  <a:lnTo>
                    <a:pt x="2067560" y="17780"/>
                  </a:lnTo>
                  <a:lnTo>
                    <a:pt x="2067560" y="15240"/>
                  </a:lnTo>
                  <a:close/>
                </a:path>
                <a:path w="2076450" h="34289">
                  <a:moveTo>
                    <a:pt x="2072639" y="24130"/>
                  </a:moveTo>
                  <a:lnTo>
                    <a:pt x="5079" y="24130"/>
                  </a:lnTo>
                  <a:lnTo>
                    <a:pt x="5079" y="25400"/>
                  </a:lnTo>
                  <a:lnTo>
                    <a:pt x="3810" y="25400"/>
                  </a:lnTo>
                  <a:lnTo>
                    <a:pt x="3810" y="27939"/>
                  </a:lnTo>
                  <a:lnTo>
                    <a:pt x="2539" y="27939"/>
                  </a:lnTo>
                  <a:lnTo>
                    <a:pt x="2539" y="30480"/>
                  </a:lnTo>
                  <a:lnTo>
                    <a:pt x="1270" y="30480"/>
                  </a:lnTo>
                  <a:lnTo>
                    <a:pt x="1270" y="33020"/>
                  </a:lnTo>
                  <a:lnTo>
                    <a:pt x="0" y="33020"/>
                  </a:lnTo>
                  <a:lnTo>
                    <a:pt x="0" y="34289"/>
                  </a:lnTo>
                  <a:lnTo>
                    <a:pt x="2076450" y="34289"/>
                  </a:lnTo>
                  <a:lnTo>
                    <a:pt x="2076450" y="31750"/>
                  </a:lnTo>
                  <a:lnTo>
                    <a:pt x="2075180" y="31750"/>
                  </a:lnTo>
                  <a:lnTo>
                    <a:pt x="2075179" y="29210"/>
                  </a:lnTo>
                  <a:lnTo>
                    <a:pt x="2073909" y="29210"/>
                  </a:lnTo>
                  <a:lnTo>
                    <a:pt x="2073910" y="26670"/>
                  </a:lnTo>
                  <a:lnTo>
                    <a:pt x="2072640" y="26670"/>
                  </a:lnTo>
                  <a:lnTo>
                    <a:pt x="2072639" y="24130"/>
                  </a:lnTo>
                  <a:close/>
                </a:path>
                <a:path w="2076450" h="34289">
                  <a:moveTo>
                    <a:pt x="2071370" y="21590"/>
                  </a:moveTo>
                  <a:lnTo>
                    <a:pt x="6350" y="21590"/>
                  </a:lnTo>
                  <a:lnTo>
                    <a:pt x="6350" y="24130"/>
                  </a:lnTo>
                  <a:lnTo>
                    <a:pt x="2071370" y="24130"/>
                  </a:lnTo>
                  <a:lnTo>
                    <a:pt x="2071370" y="21590"/>
                  </a:lnTo>
                  <a:close/>
                </a:path>
              </a:pathLst>
            </a:custGeom>
            <a:solidFill>
              <a:srgbClr val="F3F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36">
              <a:extLst>
                <a:ext uri="{FF2B5EF4-FFF2-40B4-BE49-F238E27FC236}">
                  <a16:creationId xmlns:a16="http://schemas.microsoft.com/office/drawing/2014/main" id="{6873CB65-115B-6FC7-155D-C1E202E4303A}"/>
                </a:ext>
              </a:extLst>
            </p:cNvPr>
            <p:cNvSpPr/>
            <p:nvPr/>
          </p:nvSpPr>
          <p:spPr>
            <a:xfrm>
              <a:off x="4171950" y="2056129"/>
              <a:ext cx="2104390" cy="35560"/>
            </a:xfrm>
            <a:custGeom>
              <a:avLst/>
              <a:gdLst/>
              <a:ahLst/>
              <a:cxnLst/>
              <a:rect l="l" t="t" r="r" b="b"/>
              <a:pathLst>
                <a:path w="2104390" h="35560">
                  <a:moveTo>
                    <a:pt x="2104390" y="34290"/>
                  </a:moveTo>
                  <a:lnTo>
                    <a:pt x="2103120" y="34290"/>
                  </a:lnTo>
                  <a:lnTo>
                    <a:pt x="2103120" y="33020"/>
                  </a:lnTo>
                  <a:lnTo>
                    <a:pt x="2103120" y="30480"/>
                  </a:lnTo>
                  <a:lnTo>
                    <a:pt x="2101850" y="30480"/>
                  </a:lnTo>
                  <a:lnTo>
                    <a:pt x="2101850" y="27940"/>
                  </a:lnTo>
                  <a:lnTo>
                    <a:pt x="2101850" y="26670"/>
                  </a:lnTo>
                  <a:lnTo>
                    <a:pt x="2100580" y="26670"/>
                  </a:lnTo>
                  <a:lnTo>
                    <a:pt x="2100580" y="22860"/>
                  </a:lnTo>
                  <a:lnTo>
                    <a:pt x="2099310" y="22860"/>
                  </a:lnTo>
                  <a:lnTo>
                    <a:pt x="2099310" y="19050"/>
                  </a:lnTo>
                  <a:lnTo>
                    <a:pt x="2098040" y="19050"/>
                  </a:lnTo>
                  <a:lnTo>
                    <a:pt x="2098040" y="16510"/>
                  </a:lnTo>
                  <a:lnTo>
                    <a:pt x="2096770" y="16510"/>
                  </a:lnTo>
                  <a:lnTo>
                    <a:pt x="2096770" y="13970"/>
                  </a:lnTo>
                  <a:lnTo>
                    <a:pt x="2095500" y="13970"/>
                  </a:lnTo>
                  <a:lnTo>
                    <a:pt x="2095500" y="12700"/>
                  </a:lnTo>
                  <a:lnTo>
                    <a:pt x="2095500" y="10160"/>
                  </a:lnTo>
                  <a:lnTo>
                    <a:pt x="2094230" y="10160"/>
                  </a:lnTo>
                  <a:lnTo>
                    <a:pt x="2094230" y="7620"/>
                  </a:lnTo>
                  <a:lnTo>
                    <a:pt x="2092960" y="7620"/>
                  </a:lnTo>
                  <a:lnTo>
                    <a:pt x="2092960" y="5080"/>
                  </a:lnTo>
                  <a:lnTo>
                    <a:pt x="2091690" y="5080"/>
                  </a:lnTo>
                  <a:lnTo>
                    <a:pt x="2091690" y="3810"/>
                  </a:lnTo>
                  <a:lnTo>
                    <a:pt x="2091690" y="2540"/>
                  </a:lnTo>
                  <a:lnTo>
                    <a:pt x="2090407" y="2540"/>
                  </a:lnTo>
                  <a:lnTo>
                    <a:pt x="2090407" y="1270"/>
                  </a:lnTo>
                  <a:lnTo>
                    <a:pt x="2090420" y="0"/>
                  </a:lnTo>
                  <a:lnTo>
                    <a:pt x="12700" y="0"/>
                  </a:lnTo>
                  <a:lnTo>
                    <a:pt x="12700" y="1270"/>
                  </a:lnTo>
                  <a:lnTo>
                    <a:pt x="11430" y="1270"/>
                  </a:lnTo>
                  <a:lnTo>
                    <a:pt x="11430" y="2540"/>
                  </a:lnTo>
                  <a:lnTo>
                    <a:pt x="11430" y="3810"/>
                  </a:lnTo>
                  <a:lnTo>
                    <a:pt x="10160" y="3810"/>
                  </a:lnTo>
                  <a:lnTo>
                    <a:pt x="10160" y="5080"/>
                  </a:lnTo>
                  <a:lnTo>
                    <a:pt x="10160" y="7620"/>
                  </a:lnTo>
                  <a:lnTo>
                    <a:pt x="8890" y="7620"/>
                  </a:lnTo>
                  <a:lnTo>
                    <a:pt x="8890" y="10160"/>
                  </a:lnTo>
                  <a:lnTo>
                    <a:pt x="7620" y="10160"/>
                  </a:lnTo>
                  <a:lnTo>
                    <a:pt x="7620" y="12700"/>
                  </a:lnTo>
                  <a:lnTo>
                    <a:pt x="6350" y="12700"/>
                  </a:lnTo>
                  <a:lnTo>
                    <a:pt x="6350" y="13970"/>
                  </a:lnTo>
                  <a:lnTo>
                    <a:pt x="6350" y="16510"/>
                  </a:lnTo>
                  <a:lnTo>
                    <a:pt x="5080" y="16510"/>
                  </a:lnTo>
                  <a:lnTo>
                    <a:pt x="5080" y="19050"/>
                  </a:lnTo>
                  <a:lnTo>
                    <a:pt x="3810" y="19050"/>
                  </a:lnTo>
                  <a:lnTo>
                    <a:pt x="3810" y="22860"/>
                  </a:lnTo>
                  <a:lnTo>
                    <a:pt x="2540" y="22860"/>
                  </a:lnTo>
                  <a:lnTo>
                    <a:pt x="2540" y="26670"/>
                  </a:lnTo>
                  <a:lnTo>
                    <a:pt x="2540" y="27940"/>
                  </a:lnTo>
                  <a:lnTo>
                    <a:pt x="1270" y="27940"/>
                  </a:lnTo>
                  <a:lnTo>
                    <a:pt x="1270" y="30480"/>
                  </a:lnTo>
                  <a:lnTo>
                    <a:pt x="1270" y="33020"/>
                  </a:lnTo>
                  <a:lnTo>
                    <a:pt x="0" y="33020"/>
                  </a:lnTo>
                  <a:lnTo>
                    <a:pt x="0" y="34290"/>
                  </a:lnTo>
                  <a:lnTo>
                    <a:pt x="0" y="35560"/>
                  </a:lnTo>
                  <a:lnTo>
                    <a:pt x="2104390" y="35560"/>
                  </a:lnTo>
                  <a:lnTo>
                    <a:pt x="2104390" y="34290"/>
                  </a:lnTo>
                  <a:close/>
                </a:path>
              </a:pathLst>
            </a:custGeom>
            <a:solidFill>
              <a:srgbClr val="F2E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37">
              <a:extLst>
                <a:ext uri="{FF2B5EF4-FFF2-40B4-BE49-F238E27FC236}">
                  <a16:creationId xmlns:a16="http://schemas.microsoft.com/office/drawing/2014/main" id="{F5F9CF70-BEB3-7A72-7142-2C31A5D25981}"/>
                </a:ext>
              </a:extLst>
            </p:cNvPr>
            <p:cNvSpPr/>
            <p:nvPr/>
          </p:nvSpPr>
          <p:spPr>
            <a:xfrm>
              <a:off x="4166870" y="2091689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10" y="12700"/>
                  </a:moveTo>
                  <a:lnTo>
                    <a:pt x="2110740" y="12700"/>
                  </a:lnTo>
                  <a:lnTo>
                    <a:pt x="2110740" y="7620"/>
                  </a:lnTo>
                  <a:lnTo>
                    <a:pt x="2110727" y="5080"/>
                  </a:lnTo>
                  <a:lnTo>
                    <a:pt x="2109470" y="5080"/>
                  </a:lnTo>
                  <a:lnTo>
                    <a:pt x="2109470" y="2540"/>
                  </a:lnTo>
                  <a:lnTo>
                    <a:pt x="2109470" y="0"/>
                  </a:lnTo>
                  <a:lnTo>
                    <a:pt x="5080" y="0"/>
                  </a:lnTo>
                  <a:lnTo>
                    <a:pt x="5080" y="2540"/>
                  </a:lnTo>
                  <a:lnTo>
                    <a:pt x="3810" y="254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2540" y="7620"/>
                  </a:lnTo>
                  <a:lnTo>
                    <a:pt x="2540" y="12700"/>
                  </a:lnTo>
                  <a:lnTo>
                    <a:pt x="1270" y="12700"/>
                  </a:lnTo>
                  <a:lnTo>
                    <a:pt x="1270" y="24130"/>
                  </a:lnTo>
                  <a:lnTo>
                    <a:pt x="0" y="24130"/>
                  </a:lnTo>
                  <a:lnTo>
                    <a:pt x="0" y="34290"/>
                  </a:lnTo>
                  <a:lnTo>
                    <a:pt x="2112010" y="34290"/>
                  </a:lnTo>
                  <a:lnTo>
                    <a:pt x="2112010" y="24130"/>
                  </a:lnTo>
                  <a:lnTo>
                    <a:pt x="2112010" y="12700"/>
                  </a:lnTo>
                  <a:close/>
                </a:path>
              </a:pathLst>
            </a:custGeom>
            <a:solidFill>
              <a:srgbClr val="F2E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38">
              <a:extLst>
                <a:ext uri="{FF2B5EF4-FFF2-40B4-BE49-F238E27FC236}">
                  <a16:creationId xmlns:a16="http://schemas.microsoft.com/office/drawing/2014/main" id="{900142F8-89B2-295B-5E54-446B94958558}"/>
                </a:ext>
              </a:extLst>
            </p:cNvPr>
            <p:cNvSpPr/>
            <p:nvPr/>
          </p:nvSpPr>
          <p:spPr>
            <a:xfrm>
              <a:off x="4166870" y="212598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112009" y="3429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2E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39">
              <a:extLst>
                <a:ext uri="{FF2B5EF4-FFF2-40B4-BE49-F238E27FC236}">
                  <a16:creationId xmlns:a16="http://schemas.microsoft.com/office/drawing/2014/main" id="{9959AAD5-D160-65A9-69BF-AF2F8D609B01}"/>
                </a:ext>
              </a:extLst>
            </p:cNvPr>
            <p:cNvSpPr/>
            <p:nvPr/>
          </p:nvSpPr>
          <p:spPr>
            <a:xfrm>
              <a:off x="4166870" y="216027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2112009" y="3555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1EE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0">
              <a:extLst>
                <a:ext uri="{FF2B5EF4-FFF2-40B4-BE49-F238E27FC236}">
                  <a16:creationId xmlns:a16="http://schemas.microsoft.com/office/drawing/2014/main" id="{E74ABE7D-8145-493E-1A21-78487CC137EE}"/>
                </a:ext>
              </a:extLst>
            </p:cNvPr>
            <p:cNvSpPr/>
            <p:nvPr/>
          </p:nvSpPr>
          <p:spPr>
            <a:xfrm>
              <a:off x="4166870" y="219583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112009" y="3429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1ED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1">
              <a:extLst>
                <a:ext uri="{FF2B5EF4-FFF2-40B4-BE49-F238E27FC236}">
                  <a16:creationId xmlns:a16="http://schemas.microsoft.com/office/drawing/2014/main" id="{81EFC173-EB84-FC37-8783-820BBA2A80B1}"/>
                </a:ext>
              </a:extLst>
            </p:cNvPr>
            <p:cNvSpPr/>
            <p:nvPr/>
          </p:nvSpPr>
          <p:spPr>
            <a:xfrm>
              <a:off x="4166870" y="223012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2112009" y="3555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0ED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2">
              <a:extLst>
                <a:ext uri="{FF2B5EF4-FFF2-40B4-BE49-F238E27FC236}">
                  <a16:creationId xmlns:a16="http://schemas.microsoft.com/office/drawing/2014/main" id="{901C73A1-4300-7DC2-77FD-7990483F2290}"/>
                </a:ext>
              </a:extLst>
            </p:cNvPr>
            <p:cNvSpPr/>
            <p:nvPr/>
          </p:nvSpPr>
          <p:spPr>
            <a:xfrm>
              <a:off x="4166870" y="226568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112009" y="3429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0EC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3">
              <a:extLst>
                <a:ext uri="{FF2B5EF4-FFF2-40B4-BE49-F238E27FC236}">
                  <a16:creationId xmlns:a16="http://schemas.microsoft.com/office/drawing/2014/main" id="{FDA58E51-E217-B111-85A6-0D9AFD3BD1BB}"/>
                </a:ext>
              </a:extLst>
            </p:cNvPr>
            <p:cNvSpPr/>
            <p:nvPr/>
          </p:nvSpPr>
          <p:spPr>
            <a:xfrm>
              <a:off x="4166870" y="229997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2112009" y="3555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F0EC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4">
              <a:extLst>
                <a:ext uri="{FF2B5EF4-FFF2-40B4-BE49-F238E27FC236}">
                  <a16:creationId xmlns:a16="http://schemas.microsoft.com/office/drawing/2014/main" id="{B7569476-138E-7BAC-DD1C-D75CD7B1087F}"/>
                </a:ext>
              </a:extLst>
            </p:cNvPr>
            <p:cNvSpPr/>
            <p:nvPr/>
          </p:nvSpPr>
          <p:spPr>
            <a:xfrm>
              <a:off x="4166870" y="233553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112009" y="3429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FEB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5">
              <a:extLst>
                <a:ext uri="{FF2B5EF4-FFF2-40B4-BE49-F238E27FC236}">
                  <a16:creationId xmlns:a16="http://schemas.microsoft.com/office/drawing/2014/main" id="{87136FC6-B679-B623-2354-1C68F5697CB1}"/>
                </a:ext>
              </a:extLst>
            </p:cNvPr>
            <p:cNvSpPr/>
            <p:nvPr/>
          </p:nvSpPr>
          <p:spPr>
            <a:xfrm>
              <a:off x="4166870" y="236982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2112009" y="3555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FE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46">
              <a:extLst>
                <a:ext uri="{FF2B5EF4-FFF2-40B4-BE49-F238E27FC236}">
                  <a16:creationId xmlns:a16="http://schemas.microsoft.com/office/drawing/2014/main" id="{9B663DCC-9CFD-199B-A6EF-539F04FB029B}"/>
                </a:ext>
              </a:extLst>
            </p:cNvPr>
            <p:cNvSpPr/>
            <p:nvPr/>
          </p:nvSpPr>
          <p:spPr>
            <a:xfrm>
              <a:off x="4166870" y="240538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112009" y="3429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EEA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47">
              <a:extLst>
                <a:ext uri="{FF2B5EF4-FFF2-40B4-BE49-F238E27FC236}">
                  <a16:creationId xmlns:a16="http://schemas.microsoft.com/office/drawing/2014/main" id="{391CD0B8-D55E-60A4-DC33-40E89BA8E04E}"/>
                </a:ext>
              </a:extLst>
            </p:cNvPr>
            <p:cNvSpPr/>
            <p:nvPr/>
          </p:nvSpPr>
          <p:spPr>
            <a:xfrm>
              <a:off x="4166870" y="243967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EEA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48">
              <a:extLst>
                <a:ext uri="{FF2B5EF4-FFF2-40B4-BE49-F238E27FC236}">
                  <a16:creationId xmlns:a16="http://schemas.microsoft.com/office/drawing/2014/main" id="{B26A9634-6CE8-DD76-2512-99B396C4CB52}"/>
                </a:ext>
              </a:extLst>
            </p:cNvPr>
            <p:cNvSpPr/>
            <p:nvPr/>
          </p:nvSpPr>
          <p:spPr>
            <a:xfrm>
              <a:off x="4166870" y="247396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EE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49">
              <a:extLst>
                <a:ext uri="{FF2B5EF4-FFF2-40B4-BE49-F238E27FC236}">
                  <a16:creationId xmlns:a16="http://schemas.microsoft.com/office/drawing/2014/main" id="{85A3DFEB-CE54-9861-7338-E21C5F4BC213}"/>
                </a:ext>
              </a:extLst>
            </p:cNvPr>
            <p:cNvSpPr/>
            <p:nvPr/>
          </p:nvSpPr>
          <p:spPr>
            <a:xfrm>
              <a:off x="4166870" y="250952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DE9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0">
              <a:extLst>
                <a:ext uri="{FF2B5EF4-FFF2-40B4-BE49-F238E27FC236}">
                  <a16:creationId xmlns:a16="http://schemas.microsoft.com/office/drawing/2014/main" id="{E9B55992-C317-A6E6-634D-D0FE71D1932C}"/>
                </a:ext>
              </a:extLst>
            </p:cNvPr>
            <p:cNvSpPr/>
            <p:nvPr/>
          </p:nvSpPr>
          <p:spPr>
            <a:xfrm>
              <a:off x="4166870" y="254381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DE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1">
              <a:extLst>
                <a:ext uri="{FF2B5EF4-FFF2-40B4-BE49-F238E27FC236}">
                  <a16:creationId xmlns:a16="http://schemas.microsoft.com/office/drawing/2014/main" id="{74925CA0-1B3E-41AC-25AE-A20ABAA9BBB8}"/>
                </a:ext>
              </a:extLst>
            </p:cNvPr>
            <p:cNvSpPr/>
            <p:nvPr/>
          </p:nvSpPr>
          <p:spPr>
            <a:xfrm>
              <a:off x="4166870" y="257937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DE8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2">
              <a:extLst>
                <a:ext uri="{FF2B5EF4-FFF2-40B4-BE49-F238E27FC236}">
                  <a16:creationId xmlns:a16="http://schemas.microsoft.com/office/drawing/2014/main" id="{3400E125-5A14-D72E-9BE0-D7B5A1A77FC4}"/>
                </a:ext>
              </a:extLst>
            </p:cNvPr>
            <p:cNvSpPr/>
            <p:nvPr/>
          </p:nvSpPr>
          <p:spPr>
            <a:xfrm>
              <a:off x="4166870" y="261366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CE7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3">
              <a:extLst>
                <a:ext uri="{FF2B5EF4-FFF2-40B4-BE49-F238E27FC236}">
                  <a16:creationId xmlns:a16="http://schemas.microsoft.com/office/drawing/2014/main" id="{85B7A1D9-3FD0-7680-4AC9-1A1F0F99F177}"/>
                </a:ext>
              </a:extLst>
            </p:cNvPr>
            <p:cNvSpPr/>
            <p:nvPr/>
          </p:nvSpPr>
          <p:spPr>
            <a:xfrm>
              <a:off x="4166870" y="264795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CE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4">
              <a:extLst>
                <a:ext uri="{FF2B5EF4-FFF2-40B4-BE49-F238E27FC236}">
                  <a16:creationId xmlns:a16="http://schemas.microsoft.com/office/drawing/2014/main" id="{6C2D8670-2DCA-CBBD-4994-3202744A5397}"/>
                </a:ext>
              </a:extLst>
            </p:cNvPr>
            <p:cNvSpPr/>
            <p:nvPr/>
          </p:nvSpPr>
          <p:spPr>
            <a:xfrm>
              <a:off x="4166870" y="268351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BE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5">
              <a:extLst>
                <a:ext uri="{FF2B5EF4-FFF2-40B4-BE49-F238E27FC236}">
                  <a16:creationId xmlns:a16="http://schemas.microsoft.com/office/drawing/2014/main" id="{F21E2502-05A0-7B1F-DE86-E5B13B7DDCBE}"/>
                </a:ext>
              </a:extLst>
            </p:cNvPr>
            <p:cNvSpPr/>
            <p:nvPr/>
          </p:nvSpPr>
          <p:spPr>
            <a:xfrm>
              <a:off x="4166870" y="271780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BE6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56">
              <a:extLst>
                <a:ext uri="{FF2B5EF4-FFF2-40B4-BE49-F238E27FC236}">
                  <a16:creationId xmlns:a16="http://schemas.microsoft.com/office/drawing/2014/main" id="{A02BAC47-4600-AB7C-01F0-7F194606DD9F}"/>
                </a:ext>
              </a:extLst>
            </p:cNvPr>
            <p:cNvSpPr/>
            <p:nvPr/>
          </p:nvSpPr>
          <p:spPr>
            <a:xfrm>
              <a:off x="4166870" y="275336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B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57">
              <a:extLst>
                <a:ext uri="{FF2B5EF4-FFF2-40B4-BE49-F238E27FC236}">
                  <a16:creationId xmlns:a16="http://schemas.microsoft.com/office/drawing/2014/main" id="{FDDE0ABF-F9F2-F68F-09F4-27CF21D91AE6}"/>
                </a:ext>
              </a:extLst>
            </p:cNvPr>
            <p:cNvSpPr/>
            <p:nvPr/>
          </p:nvSpPr>
          <p:spPr>
            <a:xfrm>
              <a:off x="4166870" y="278765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A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58">
              <a:extLst>
                <a:ext uri="{FF2B5EF4-FFF2-40B4-BE49-F238E27FC236}">
                  <a16:creationId xmlns:a16="http://schemas.microsoft.com/office/drawing/2014/main" id="{3B843271-9E21-111A-C666-DE4FC9C63310}"/>
                </a:ext>
              </a:extLst>
            </p:cNvPr>
            <p:cNvSpPr/>
            <p:nvPr/>
          </p:nvSpPr>
          <p:spPr>
            <a:xfrm>
              <a:off x="4166870" y="282321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AE4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59">
              <a:extLst>
                <a:ext uri="{FF2B5EF4-FFF2-40B4-BE49-F238E27FC236}">
                  <a16:creationId xmlns:a16="http://schemas.microsoft.com/office/drawing/2014/main" id="{0604879C-646C-7DCD-48BD-0C3C6E9E0631}"/>
                </a:ext>
              </a:extLst>
            </p:cNvPr>
            <p:cNvSpPr/>
            <p:nvPr/>
          </p:nvSpPr>
          <p:spPr>
            <a:xfrm>
              <a:off x="4166870" y="285750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9E4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0">
              <a:extLst>
                <a:ext uri="{FF2B5EF4-FFF2-40B4-BE49-F238E27FC236}">
                  <a16:creationId xmlns:a16="http://schemas.microsoft.com/office/drawing/2014/main" id="{418EAE9E-183B-E8FB-41F1-F7AEDA990F04}"/>
                </a:ext>
              </a:extLst>
            </p:cNvPr>
            <p:cNvSpPr/>
            <p:nvPr/>
          </p:nvSpPr>
          <p:spPr>
            <a:xfrm>
              <a:off x="4166870" y="289306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9E4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1">
              <a:extLst>
                <a:ext uri="{FF2B5EF4-FFF2-40B4-BE49-F238E27FC236}">
                  <a16:creationId xmlns:a16="http://schemas.microsoft.com/office/drawing/2014/main" id="{363D80A0-2D1F-1FA7-EF6A-690E147B09D7}"/>
                </a:ext>
              </a:extLst>
            </p:cNvPr>
            <p:cNvSpPr/>
            <p:nvPr/>
          </p:nvSpPr>
          <p:spPr>
            <a:xfrm>
              <a:off x="4166870" y="292735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9E3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2">
              <a:extLst>
                <a:ext uri="{FF2B5EF4-FFF2-40B4-BE49-F238E27FC236}">
                  <a16:creationId xmlns:a16="http://schemas.microsoft.com/office/drawing/2014/main" id="{C2FD0F5B-3817-E14A-9B9D-72DD8E8B3367}"/>
                </a:ext>
              </a:extLst>
            </p:cNvPr>
            <p:cNvSpPr/>
            <p:nvPr/>
          </p:nvSpPr>
          <p:spPr>
            <a:xfrm>
              <a:off x="4166870" y="296164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8E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3">
              <a:extLst>
                <a:ext uri="{FF2B5EF4-FFF2-40B4-BE49-F238E27FC236}">
                  <a16:creationId xmlns:a16="http://schemas.microsoft.com/office/drawing/2014/main" id="{56BE1A34-1FA2-E88C-1031-04EAC1FE00B2}"/>
                </a:ext>
              </a:extLst>
            </p:cNvPr>
            <p:cNvSpPr/>
            <p:nvPr/>
          </p:nvSpPr>
          <p:spPr>
            <a:xfrm>
              <a:off x="4166870" y="299720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8E2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4">
              <a:extLst>
                <a:ext uri="{FF2B5EF4-FFF2-40B4-BE49-F238E27FC236}">
                  <a16:creationId xmlns:a16="http://schemas.microsoft.com/office/drawing/2014/main" id="{EFEF1999-FBE9-3DC3-13A9-148ADD6D0636}"/>
                </a:ext>
              </a:extLst>
            </p:cNvPr>
            <p:cNvSpPr/>
            <p:nvPr/>
          </p:nvSpPr>
          <p:spPr>
            <a:xfrm>
              <a:off x="4166870" y="303149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8E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5">
              <a:extLst>
                <a:ext uri="{FF2B5EF4-FFF2-40B4-BE49-F238E27FC236}">
                  <a16:creationId xmlns:a16="http://schemas.microsoft.com/office/drawing/2014/main" id="{C1935628-1F70-8B9D-86E9-E6DFE7EFC4CE}"/>
                </a:ext>
              </a:extLst>
            </p:cNvPr>
            <p:cNvSpPr/>
            <p:nvPr/>
          </p:nvSpPr>
          <p:spPr>
            <a:xfrm>
              <a:off x="4166870" y="306705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7E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66">
              <a:extLst>
                <a:ext uri="{FF2B5EF4-FFF2-40B4-BE49-F238E27FC236}">
                  <a16:creationId xmlns:a16="http://schemas.microsoft.com/office/drawing/2014/main" id="{EC62BB8B-888E-C0EF-3566-A23E14EB2750}"/>
                </a:ext>
              </a:extLst>
            </p:cNvPr>
            <p:cNvSpPr/>
            <p:nvPr/>
          </p:nvSpPr>
          <p:spPr>
            <a:xfrm>
              <a:off x="4166870" y="310134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7E1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67">
              <a:extLst>
                <a:ext uri="{FF2B5EF4-FFF2-40B4-BE49-F238E27FC236}">
                  <a16:creationId xmlns:a16="http://schemas.microsoft.com/office/drawing/2014/main" id="{F1DD4A93-4389-FAE6-BED7-B444CA7C3110}"/>
                </a:ext>
              </a:extLst>
            </p:cNvPr>
            <p:cNvSpPr/>
            <p:nvPr/>
          </p:nvSpPr>
          <p:spPr>
            <a:xfrm>
              <a:off x="4166870" y="313690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6E0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68">
              <a:extLst>
                <a:ext uri="{FF2B5EF4-FFF2-40B4-BE49-F238E27FC236}">
                  <a16:creationId xmlns:a16="http://schemas.microsoft.com/office/drawing/2014/main" id="{E153A09A-2527-F9CC-E603-59B8B7C7643E}"/>
                </a:ext>
              </a:extLst>
            </p:cNvPr>
            <p:cNvSpPr/>
            <p:nvPr/>
          </p:nvSpPr>
          <p:spPr>
            <a:xfrm>
              <a:off x="4166870" y="317119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6E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69">
              <a:extLst>
                <a:ext uri="{FF2B5EF4-FFF2-40B4-BE49-F238E27FC236}">
                  <a16:creationId xmlns:a16="http://schemas.microsoft.com/office/drawing/2014/main" id="{6540077C-7BA5-C4CD-07BD-0891ED2B5E8B}"/>
                </a:ext>
              </a:extLst>
            </p:cNvPr>
            <p:cNvSpPr/>
            <p:nvPr/>
          </p:nvSpPr>
          <p:spPr>
            <a:xfrm>
              <a:off x="4166870" y="320675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6D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0">
              <a:extLst>
                <a:ext uri="{FF2B5EF4-FFF2-40B4-BE49-F238E27FC236}">
                  <a16:creationId xmlns:a16="http://schemas.microsoft.com/office/drawing/2014/main" id="{4F3FD1D0-BCA4-20B1-2919-6A468A8BE3B2}"/>
                </a:ext>
              </a:extLst>
            </p:cNvPr>
            <p:cNvSpPr/>
            <p:nvPr/>
          </p:nvSpPr>
          <p:spPr>
            <a:xfrm>
              <a:off x="4166870" y="324104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5D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1">
              <a:extLst>
                <a:ext uri="{FF2B5EF4-FFF2-40B4-BE49-F238E27FC236}">
                  <a16:creationId xmlns:a16="http://schemas.microsoft.com/office/drawing/2014/main" id="{E66A8078-2E68-E41B-FAA9-EEEBAC6B37A2}"/>
                </a:ext>
              </a:extLst>
            </p:cNvPr>
            <p:cNvSpPr/>
            <p:nvPr/>
          </p:nvSpPr>
          <p:spPr>
            <a:xfrm>
              <a:off x="4166870" y="327533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5DE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2">
              <a:extLst>
                <a:ext uri="{FF2B5EF4-FFF2-40B4-BE49-F238E27FC236}">
                  <a16:creationId xmlns:a16="http://schemas.microsoft.com/office/drawing/2014/main" id="{0BC9AB50-CD59-B997-5E3B-13DD69E79DF0}"/>
                </a:ext>
              </a:extLst>
            </p:cNvPr>
            <p:cNvSpPr/>
            <p:nvPr/>
          </p:nvSpPr>
          <p:spPr>
            <a:xfrm>
              <a:off x="4166870" y="331089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4DE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3">
              <a:extLst>
                <a:ext uri="{FF2B5EF4-FFF2-40B4-BE49-F238E27FC236}">
                  <a16:creationId xmlns:a16="http://schemas.microsoft.com/office/drawing/2014/main" id="{EB5CE63C-2BB0-4F3E-7716-D968796A0CE9}"/>
                </a:ext>
              </a:extLst>
            </p:cNvPr>
            <p:cNvSpPr/>
            <p:nvPr/>
          </p:nvSpPr>
          <p:spPr>
            <a:xfrm>
              <a:off x="4166870" y="334518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112009" y="3556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4DD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4">
              <a:extLst>
                <a:ext uri="{FF2B5EF4-FFF2-40B4-BE49-F238E27FC236}">
                  <a16:creationId xmlns:a16="http://schemas.microsoft.com/office/drawing/2014/main" id="{1E9D0571-C01C-247B-FF17-1B13AE6350F5}"/>
                </a:ext>
              </a:extLst>
            </p:cNvPr>
            <p:cNvSpPr/>
            <p:nvPr/>
          </p:nvSpPr>
          <p:spPr>
            <a:xfrm>
              <a:off x="4166870" y="338074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112009" y="3428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4DD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5">
              <a:extLst>
                <a:ext uri="{FF2B5EF4-FFF2-40B4-BE49-F238E27FC236}">
                  <a16:creationId xmlns:a16="http://schemas.microsoft.com/office/drawing/2014/main" id="{B73F9DDC-92C1-03F1-BF3A-BD01DB9A4D64}"/>
                </a:ext>
              </a:extLst>
            </p:cNvPr>
            <p:cNvSpPr/>
            <p:nvPr/>
          </p:nvSpPr>
          <p:spPr>
            <a:xfrm>
              <a:off x="4166870" y="341503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112009" y="3429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3DC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76">
              <a:extLst>
                <a:ext uri="{FF2B5EF4-FFF2-40B4-BE49-F238E27FC236}">
                  <a16:creationId xmlns:a16="http://schemas.microsoft.com/office/drawing/2014/main" id="{0C226B68-FE60-4FF2-3E10-6AFB5DB7301A}"/>
                </a:ext>
              </a:extLst>
            </p:cNvPr>
            <p:cNvSpPr/>
            <p:nvPr/>
          </p:nvSpPr>
          <p:spPr>
            <a:xfrm>
              <a:off x="4166870" y="344932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2112009" y="3555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3D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77">
              <a:extLst>
                <a:ext uri="{FF2B5EF4-FFF2-40B4-BE49-F238E27FC236}">
                  <a16:creationId xmlns:a16="http://schemas.microsoft.com/office/drawing/2014/main" id="{1B231761-6641-5B67-140F-0851BFDFF53C}"/>
                </a:ext>
              </a:extLst>
            </p:cNvPr>
            <p:cNvSpPr/>
            <p:nvPr/>
          </p:nvSpPr>
          <p:spPr>
            <a:xfrm>
              <a:off x="4166870" y="3484880"/>
              <a:ext cx="2112010" cy="34290"/>
            </a:xfrm>
            <a:custGeom>
              <a:avLst/>
              <a:gdLst/>
              <a:ahLst/>
              <a:cxnLst/>
              <a:rect l="l" t="t" r="r" b="b"/>
              <a:pathLst>
                <a:path w="2112010" h="34289">
                  <a:moveTo>
                    <a:pt x="2112009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112009" y="34290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3D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78">
              <a:extLst>
                <a:ext uri="{FF2B5EF4-FFF2-40B4-BE49-F238E27FC236}">
                  <a16:creationId xmlns:a16="http://schemas.microsoft.com/office/drawing/2014/main" id="{17DE6C25-9725-7004-F041-9DCD71E4FE90}"/>
                </a:ext>
              </a:extLst>
            </p:cNvPr>
            <p:cNvSpPr/>
            <p:nvPr/>
          </p:nvSpPr>
          <p:spPr>
            <a:xfrm>
              <a:off x="4166870" y="3519170"/>
              <a:ext cx="2112010" cy="35560"/>
            </a:xfrm>
            <a:custGeom>
              <a:avLst/>
              <a:gdLst/>
              <a:ahLst/>
              <a:cxnLst/>
              <a:rect l="l" t="t" r="r" b="b"/>
              <a:pathLst>
                <a:path w="2112010" h="35560">
                  <a:moveTo>
                    <a:pt x="2112009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2112009" y="35559"/>
                  </a:lnTo>
                  <a:lnTo>
                    <a:pt x="2112009" y="0"/>
                  </a:lnTo>
                  <a:close/>
                </a:path>
              </a:pathLst>
            </a:custGeom>
            <a:solidFill>
              <a:srgbClr val="E2D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79">
              <a:extLst>
                <a:ext uri="{FF2B5EF4-FFF2-40B4-BE49-F238E27FC236}">
                  <a16:creationId xmlns:a16="http://schemas.microsoft.com/office/drawing/2014/main" id="{CD6992EC-B3A4-44EE-EBFB-21CF16A8463B}"/>
                </a:ext>
              </a:extLst>
            </p:cNvPr>
            <p:cNvSpPr/>
            <p:nvPr/>
          </p:nvSpPr>
          <p:spPr>
            <a:xfrm>
              <a:off x="4166870" y="3554729"/>
              <a:ext cx="2112010" cy="34925"/>
            </a:xfrm>
            <a:custGeom>
              <a:avLst/>
              <a:gdLst/>
              <a:ahLst/>
              <a:cxnLst/>
              <a:rect l="l" t="t" r="r" b="b"/>
              <a:pathLst>
                <a:path w="2112010" h="34925">
                  <a:moveTo>
                    <a:pt x="2109470" y="31762"/>
                  </a:moveTo>
                  <a:lnTo>
                    <a:pt x="5080" y="31762"/>
                  </a:lnTo>
                  <a:lnTo>
                    <a:pt x="5080" y="34302"/>
                  </a:lnTo>
                  <a:lnTo>
                    <a:pt x="2109470" y="34302"/>
                  </a:lnTo>
                  <a:lnTo>
                    <a:pt x="2109470" y="31762"/>
                  </a:lnTo>
                  <a:close/>
                </a:path>
                <a:path w="2112010" h="34925">
                  <a:moveTo>
                    <a:pt x="211201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1270" y="10160"/>
                  </a:lnTo>
                  <a:lnTo>
                    <a:pt x="1270" y="21590"/>
                  </a:lnTo>
                  <a:lnTo>
                    <a:pt x="2540" y="21590"/>
                  </a:lnTo>
                  <a:lnTo>
                    <a:pt x="2540" y="22860"/>
                  </a:lnTo>
                  <a:lnTo>
                    <a:pt x="2540" y="26670"/>
                  </a:lnTo>
                  <a:lnTo>
                    <a:pt x="3810" y="26670"/>
                  </a:lnTo>
                  <a:lnTo>
                    <a:pt x="3810" y="30480"/>
                  </a:lnTo>
                  <a:lnTo>
                    <a:pt x="3810" y="31750"/>
                  </a:lnTo>
                  <a:lnTo>
                    <a:pt x="2109470" y="31750"/>
                  </a:lnTo>
                  <a:lnTo>
                    <a:pt x="2109470" y="30480"/>
                  </a:lnTo>
                  <a:lnTo>
                    <a:pt x="2110727" y="30480"/>
                  </a:lnTo>
                  <a:lnTo>
                    <a:pt x="2110727" y="26670"/>
                  </a:lnTo>
                  <a:lnTo>
                    <a:pt x="2110740" y="22860"/>
                  </a:lnTo>
                  <a:lnTo>
                    <a:pt x="2112010" y="22860"/>
                  </a:lnTo>
                  <a:lnTo>
                    <a:pt x="2112010" y="21590"/>
                  </a:lnTo>
                  <a:lnTo>
                    <a:pt x="2112010" y="10160"/>
                  </a:lnTo>
                  <a:lnTo>
                    <a:pt x="2112010" y="0"/>
                  </a:lnTo>
                  <a:close/>
                </a:path>
              </a:pathLst>
            </a:custGeom>
            <a:solidFill>
              <a:srgbClr val="E2D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0">
              <a:extLst>
                <a:ext uri="{FF2B5EF4-FFF2-40B4-BE49-F238E27FC236}">
                  <a16:creationId xmlns:a16="http://schemas.microsoft.com/office/drawing/2014/main" id="{9CA8BC08-2909-F64E-6364-C656D2F92A0F}"/>
                </a:ext>
              </a:extLst>
            </p:cNvPr>
            <p:cNvSpPr/>
            <p:nvPr/>
          </p:nvSpPr>
          <p:spPr>
            <a:xfrm>
              <a:off x="4171950" y="3589032"/>
              <a:ext cx="2104390" cy="35560"/>
            </a:xfrm>
            <a:custGeom>
              <a:avLst/>
              <a:gdLst/>
              <a:ahLst/>
              <a:cxnLst/>
              <a:rect l="l" t="t" r="r" b="b"/>
              <a:pathLst>
                <a:path w="2104390" h="35560">
                  <a:moveTo>
                    <a:pt x="2094230" y="26670"/>
                  </a:moveTo>
                  <a:lnTo>
                    <a:pt x="8890" y="26670"/>
                  </a:lnTo>
                  <a:lnTo>
                    <a:pt x="8890" y="29197"/>
                  </a:lnTo>
                  <a:lnTo>
                    <a:pt x="10160" y="29197"/>
                  </a:lnTo>
                  <a:lnTo>
                    <a:pt x="10160" y="31737"/>
                  </a:lnTo>
                  <a:lnTo>
                    <a:pt x="11430" y="31737"/>
                  </a:lnTo>
                  <a:lnTo>
                    <a:pt x="11430" y="33007"/>
                  </a:lnTo>
                  <a:lnTo>
                    <a:pt x="11430" y="34277"/>
                  </a:lnTo>
                  <a:lnTo>
                    <a:pt x="12700" y="34277"/>
                  </a:lnTo>
                  <a:lnTo>
                    <a:pt x="12700" y="35547"/>
                  </a:lnTo>
                  <a:lnTo>
                    <a:pt x="2091690" y="35547"/>
                  </a:lnTo>
                  <a:lnTo>
                    <a:pt x="2091690" y="34277"/>
                  </a:lnTo>
                  <a:lnTo>
                    <a:pt x="2091690" y="33007"/>
                  </a:lnTo>
                  <a:lnTo>
                    <a:pt x="2092947" y="33007"/>
                  </a:lnTo>
                  <a:lnTo>
                    <a:pt x="2092947" y="31737"/>
                  </a:lnTo>
                  <a:lnTo>
                    <a:pt x="2092960" y="29197"/>
                  </a:lnTo>
                  <a:lnTo>
                    <a:pt x="2094230" y="29197"/>
                  </a:lnTo>
                  <a:lnTo>
                    <a:pt x="2094230" y="26670"/>
                  </a:lnTo>
                  <a:close/>
                </a:path>
                <a:path w="2104390" h="35560">
                  <a:moveTo>
                    <a:pt x="2104390" y="2527"/>
                  </a:moveTo>
                  <a:lnTo>
                    <a:pt x="2104377" y="0"/>
                  </a:lnTo>
                  <a:lnTo>
                    <a:pt x="0" y="0"/>
                  </a:lnTo>
                  <a:lnTo>
                    <a:pt x="0" y="2527"/>
                  </a:lnTo>
                  <a:lnTo>
                    <a:pt x="1270" y="2527"/>
                  </a:lnTo>
                  <a:lnTo>
                    <a:pt x="1270" y="6337"/>
                  </a:lnTo>
                  <a:lnTo>
                    <a:pt x="1270" y="7607"/>
                  </a:lnTo>
                  <a:lnTo>
                    <a:pt x="2540" y="7607"/>
                  </a:lnTo>
                  <a:lnTo>
                    <a:pt x="2540" y="10147"/>
                  </a:lnTo>
                  <a:lnTo>
                    <a:pt x="2540" y="12687"/>
                  </a:lnTo>
                  <a:lnTo>
                    <a:pt x="3810" y="12687"/>
                  </a:lnTo>
                  <a:lnTo>
                    <a:pt x="3810" y="13957"/>
                  </a:lnTo>
                  <a:lnTo>
                    <a:pt x="3810" y="17767"/>
                  </a:lnTo>
                  <a:lnTo>
                    <a:pt x="5080" y="17767"/>
                  </a:lnTo>
                  <a:lnTo>
                    <a:pt x="5080" y="20307"/>
                  </a:lnTo>
                  <a:lnTo>
                    <a:pt x="6350" y="20307"/>
                  </a:lnTo>
                  <a:lnTo>
                    <a:pt x="6350" y="22847"/>
                  </a:lnTo>
                  <a:lnTo>
                    <a:pt x="7620" y="22847"/>
                  </a:lnTo>
                  <a:lnTo>
                    <a:pt x="7620" y="24117"/>
                  </a:lnTo>
                  <a:lnTo>
                    <a:pt x="7620" y="26657"/>
                  </a:lnTo>
                  <a:lnTo>
                    <a:pt x="2095500" y="26657"/>
                  </a:lnTo>
                  <a:lnTo>
                    <a:pt x="2095500" y="24117"/>
                  </a:lnTo>
                  <a:lnTo>
                    <a:pt x="2096770" y="24117"/>
                  </a:lnTo>
                  <a:lnTo>
                    <a:pt x="2096770" y="22847"/>
                  </a:lnTo>
                  <a:lnTo>
                    <a:pt x="2096770" y="20307"/>
                  </a:lnTo>
                  <a:lnTo>
                    <a:pt x="2098040" y="20307"/>
                  </a:lnTo>
                  <a:lnTo>
                    <a:pt x="2098040" y="17767"/>
                  </a:lnTo>
                  <a:lnTo>
                    <a:pt x="2099310" y="17767"/>
                  </a:lnTo>
                  <a:lnTo>
                    <a:pt x="2099310" y="13957"/>
                  </a:lnTo>
                  <a:lnTo>
                    <a:pt x="2100580" y="13957"/>
                  </a:lnTo>
                  <a:lnTo>
                    <a:pt x="2100580" y="12687"/>
                  </a:lnTo>
                  <a:lnTo>
                    <a:pt x="2100580" y="10147"/>
                  </a:lnTo>
                  <a:lnTo>
                    <a:pt x="2101850" y="10147"/>
                  </a:lnTo>
                  <a:lnTo>
                    <a:pt x="2101850" y="7607"/>
                  </a:lnTo>
                  <a:lnTo>
                    <a:pt x="2101850" y="6337"/>
                  </a:lnTo>
                  <a:lnTo>
                    <a:pt x="2103120" y="6337"/>
                  </a:lnTo>
                  <a:lnTo>
                    <a:pt x="2103120" y="2527"/>
                  </a:lnTo>
                  <a:lnTo>
                    <a:pt x="2104390" y="2527"/>
                  </a:lnTo>
                  <a:close/>
                </a:path>
              </a:pathLst>
            </a:custGeom>
            <a:solidFill>
              <a:srgbClr val="E1D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1">
              <a:extLst>
                <a:ext uri="{FF2B5EF4-FFF2-40B4-BE49-F238E27FC236}">
                  <a16:creationId xmlns:a16="http://schemas.microsoft.com/office/drawing/2014/main" id="{35548838-FCEC-53D2-9DDB-C59B2577B1F7}"/>
                </a:ext>
              </a:extLst>
            </p:cNvPr>
            <p:cNvSpPr/>
            <p:nvPr/>
          </p:nvSpPr>
          <p:spPr>
            <a:xfrm>
              <a:off x="4184650" y="3624579"/>
              <a:ext cx="2077720" cy="34290"/>
            </a:xfrm>
            <a:custGeom>
              <a:avLst/>
              <a:gdLst/>
              <a:ahLst/>
              <a:cxnLst/>
              <a:rect l="l" t="t" r="r" b="b"/>
              <a:pathLst>
                <a:path w="2077720" h="34289">
                  <a:moveTo>
                    <a:pt x="2059940" y="29222"/>
                  </a:moveTo>
                  <a:lnTo>
                    <a:pt x="17780" y="29222"/>
                  </a:lnTo>
                  <a:lnTo>
                    <a:pt x="17780" y="30480"/>
                  </a:lnTo>
                  <a:lnTo>
                    <a:pt x="19050" y="30480"/>
                  </a:lnTo>
                  <a:lnTo>
                    <a:pt x="19050" y="31750"/>
                  </a:lnTo>
                  <a:lnTo>
                    <a:pt x="20320" y="31750"/>
                  </a:lnTo>
                  <a:lnTo>
                    <a:pt x="20320" y="33020"/>
                  </a:lnTo>
                  <a:lnTo>
                    <a:pt x="21590" y="33020"/>
                  </a:lnTo>
                  <a:lnTo>
                    <a:pt x="21590" y="34290"/>
                  </a:lnTo>
                  <a:lnTo>
                    <a:pt x="2056130" y="34290"/>
                  </a:lnTo>
                  <a:lnTo>
                    <a:pt x="2056130" y="33020"/>
                  </a:lnTo>
                  <a:lnTo>
                    <a:pt x="2057400" y="33020"/>
                  </a:lnTo>
                  <a:lnTo>
                    <a:pt x="2057400" y="31750"/>
                  </a:lnTo>
                  <a:lnTo>
                    <a:pt x="2058670" y="31750"/>
                  </a:lnTo>
                  <a:lnTo>
                    <a:pt x="2058670" y="30480"/>
                  </a:lnTo>
                  <a:lnTo>
                    <a:pt x="2059940" y="30480"/>
                  </a:lnTo>
                  <a:lnTo>
                    <a:pt x="2059940" y="29222"/>
                  </a:lnTo>
                  <a:close/>
                </a:path>
                <a:path w="2077720" h="34289">
                  <a:moveTo>
                    <a:pt x="2065020" y="21602"/>
                  </a:moveTo>
                  <a:lnTo>
                    <a:pt x="12700" y="21602"/>
                  </a:lnTo>
                  <a:lnTo>
                    <a:pt x="12700" y="24130"/>
                  </a:lnTo>
                  <a:lnTo>
                    <a:pt x="13970" y="24130"/>
                  </a:lnTo>
                  <a:lnTo>
                    <a:pt x="13970" y="25400"/>
                  </a:lnTo>
                  <a:lnTo>
                    <a:pt x="15240" y="25400"/>
                  </a:lnTo>
                  <a:lnTo>
                    <a:pt x="15240" y="26670"/>
                  </a:lnTo>
                  <a:lnTo>
                    <a:pt x="16510" y="26670"/>
                  </a:lnTo>
                  <a:lnTo>
                    <a:pt x="16510" y="29210"/>
                  </a:lnTo>
                  <a:lnTo>
                    <a:pt x="2061210" y="29210"/>
                  </a:lnTo>
                  <a:lnTo>
                    <a:pt x="2061210" y="26670"/>
                  </a:lnTo>
                  <a:lnTo>
                    <a:pt x="2062480" y="26670"/>
                  </a:lnTo>
                  <a:lnTo>
                    <a:pt x="2062480" y="25400"/>
                  </a:lnTo>
                  <a:lnTo>
                    <a:pt x="2063750" y="25400"/>
                  </a:lnTo>
                  <a:lnTo>
                    <a:pt x="2063750" y="24130"/>
                  </a:lnTo>
                  <a:lnTo>
                    <a:pt x="2065020" y="24130"/>
                  </a:lnTo>
                  <a:lnTo>
                    <a:pt x="2065020" y="21602"/>
                  </a:lnTo>
                  <a:close/>
                </a:path>
                <a:path w="2077720" h="34289">
                  <a:moveTo>
                    <a:pt x="2068830" y="15252"/>
                  </a:moveTo>
                  <a:lnTo>
                    <a:pt x="8890" y="15252"/>
                  </a:lnTo>
                  <a:lnTo>
                    <a:pt x="8890" y="17780"/>
                  </a:lnTo>
                  <a:lnTo>
                    <a:pt x="10160" y="17780"/>
                  </a:lnTo>
                  <a:lnTo>
                    <a:pt x="10160" y="20320"/>
                  </a:lnTo>
                  <a:lnTo>
                    <a:pt x="11430" y="20320"/>
                  </a:lnTo>
                  <a:lnTo>
                    <a:pt x="11430" y="21590"/>
                  </a:lnTo>
                  <a:lnTo>
                    <a:pt x="2066290" y="21590"/>
                  </a:lnTo>
                  <a:lnTo>
                    <a:pt x="2066290" y="20320"/>
                  </a:lnTo>
                  <a:lnTo>
                    <a:pt x="2067560" y="20320"/>
                  </a:lnTo>
                  <a:lnTo>
                    <a:pt x="2067560" y="17780"/>
                  </a:lnTo>
                  <a:lnTo>
                    <a:pt x="2068830" y="17780"/>
                  </a:lnTo>
                  <a:lnTo>
                    <a:pt x="2068830" y="15252"/>
                  </a:lnTo>
                  <a:close/>
                </a:path>
                <a:path w="2077720" h="34289">
                  <a:moveTo>
                    <a:pt x="2072640" y="10172"/>
                  </a:moveTo>
                  <a:lnTo>
                    <a:pt x="5080" y="10172"/>
                  </a:lnTo>
                  <a:lnTo>
                    <a:pt x="5080" y="11430"/>
                  </a:lnTo>
                  <a:lnTo>
                    <a:pt x="6350" y="11430"/>
                  </a:lnTo>
                  <a:lnTo>
                    <a:pt x="6350" y="13970"/>
                  </a:lnTo>
                  <a:lnTo>
                    <a:pt x="7620" y="13970"/>
                  </a:lnTo>
                  <a:lnTo>
                    <a:pt x="7620" y="15240"/>
                  </a:lnTo>
                  <a:lnTo>
                    <a:pt x="2070100" y="15240"/>
                  </a:lnTo>
                  <a:lnTo>
                    <a:pt x="2070100" y="13970"/>
                  </a:lnTo>
                  <a:lnTo>
                    <a:pt x="2071370" y="13970"/>
                  </a:lnTo>
                  <a:lnTo>
                    <a:pt x="2071370" y="11430"/>
                  </a:lnTo>
                  <a:lnTo>
                    <a:pt x="2072640" y="11430"/>
                  </a:lnTo>
                  <a:lnTo>
                    <a:pt x="2072640" y="10172"/>
                  </a:lnTo>
                  <a:close/>
                </a:path>
                <a:path w="2077720" h="34289">
                  <a:moveTo>
                    <a:pt x="207772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5080"/>
                  </a:lnTo>
                  <a:lnTo>
                    <a:pt x="2540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3810" y="8890"/>
                  </a:lnTo>
                  <a:lnTo>
                    <a:pt x="5080" y="8890"/>
                  </a:lnTo>
                  <a:lnTo>
                    <a:pt x="5080" y="10160"/>
                  </a:lnTo>
                  <a:lnTo>
                    <a:pt x="2073897" y="10160"/>
                  </a:lnTo>
                  <a:lnTo>
                    <a:pt x="2073897" y="8890"/>
                  </a:lnTo>
                  <a:lnTo>
                    <a:pt x="2073910" y="7620"/>
                  </a:lnTo>
                  <a:lnTo>
                    <a:pt x="2075180" y="7620"/>
                  </a:lnTo>
                  <a:lnTo>
                    <a:pt x="2075180" y="6350"/>
                  </a:lnTo>
                  <a:lnTo>
                    <a:pt x="2075180" y="5080"/>
                  </a:lnTo>
                  <a:lnTo>
                    <a:pt x="2076450" y="5080"/>
                  </a:lnTo>
                  <a:lnTo>
                    <a:pt x="2076450" y="3810"/>
                  </a:lnTo>
                  <a:lnTo>
                    <a:pt x="2076450" y="2540"/>
                  </a:lnTo>
                  <a:lnTo>
                    <a:pt x="2077720" y="2540"/>
                  </a:lnTo>
                  <a:lnTo>
                    <a:pt x="2077720" y="1270"/>
                  </a:lnTo>
                  <a:lnTo>
                    <a:pt x="2077720" y="0"/>
                  </a:lnTo>
                  <a:close/>
                </a:path>
              </a:pathLst>
            </a:custGeom>
            <a:solidFill>
              <a:srgbClr val="E1D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2">
              <a:extLst>
                <a:ext uri="{FF2B5EF4-FFF2-40B4-BE49-F238E27FC236}">
                  <a16:creationId xmlns:a16="http://schemas.microsoft.com/office/drawing/2014/main" id="{B8D470D7-B962-8FAE-3426-37875BE92701}"/>
                </a:ext>
              </a:extLst>
            </p:cNvPr>
            <p:cNvSpPr/>
            <p:nvPr/>
          </p:nvSpPr>
          <p:spPr>
            <a:xfrm>
              <a:off x="4206240" y="3658869"/>
              <a:ext cx="2034539" cy="35560"/>
            </a:xfrm>
            <a:custGeom>
              <a:avLst/>
              <a:gdLst/>
              <a:ahLst/>
              <a:cxnLst/>
              <a:rect l="l" t="t" r="r" b="b"/>
              <a:pathLst>
                <a:path w="2034539" h="35560">
                  <a:moveTo>
                    <a:pt x="1998980" y="33032"/>
                  </a:moveTo>
                  <a:lnTo>
                    <a:pt x="35560" y="33032"/>
                  </a:lnTo>
                  <a:lnTo>
                    <a:pt x="35560" y="34290"/>
                  </a:lnTo>
                  <a:lnTo>
                    <a:pt x="36830" y="34290"/>
                  </a:lnTo>
                  <a:lnTo>
                    <a:pt x="36830" y="35560"/>
                  </a:lnTo>
                  <a:lnTo>
                    <a:pt x="1997710" y="35560"/>
                  </a:lnTo>
                  <a:lnTo>
                    <a:pt x="1997710" y="34290"/>
                  </a:lnTo>
                  <a:lnTo>
                    <a:pt x="1998980" y="34290"/>
                  </a:lnTo>
                  <a:lnTo>
                    <a:pt x="1998980" y="33032"/>
                  </a:lnTo>
                  <a:close/>
                </a:path>
                <a:path w="2034539" h="35560">
                  <a:moveTo>
                    <a:pt x="2007870" y="26682"/>
                  </a:moveTo>
                  <a:lnTo>
                    <a:pt x="26670" y="26682"/>
                  </a:lnTo>
                  <a:lnTo>
                    <a:pt x="26670" y="27940"/>
                  </a:lnTo>
                  <a:lnTo>
                    <a:pt x="27940" y="27940"/>
                  </a:lnTo>
                  <a:lnTo>
                    <a:pt x="27940" y="29210"/>
                  </a:lnTo>
                  <a:lnTo>
                    <a:pt x="30480" y="29210"/>
                  </a:lnTo>
                  <a:lnTo>
                    <a:pt x="30480" y="30480"/>
                  </a:lnTo>
                  <a:lnTo>
                    <a:pt x="31750" y="30480"/>
                  </a:lnTo>
                  <a:lnTo>
                    <a:pt x="31750" y="31750"/>
                  </a:lnTo>
                  <a:lnTo>
                    <a:pt x="33020" y="31750"/>
                  </a:lnTo>
                  <a:lnTo>
                    <a:pt x="33020" y="33020"/>
                  </a:lnTo>
                  <a:lnTo>
                    <a:pt x="2000250" y="33020"/>
                  </a:lnTo>
                  <a:lnTo>
                    <a:pt x="2000250" y="31750"/>
                  </a:lnTo>
                  <a:lnTo>
                    <a:pt x="2002790" y="31750"/>
                  </a:lnTo>
                  <a:lnTo>
                    <a:pt x="2002790" y="30480"/>
                  </a:lnTo>
                  <a:lnTo>
                    <a:pt x="2004060" y="30480"/>
                  </a:lnTo>
                  <a:lnTo>
                    <a:pt x="2004060" y="29210"/>
                  </a:lnTo>
                  <a:lnTo>
                    <a:pt x="2005317" y="29210"/>
                  </a:lnTo>
                  <a:lnTo>
                    <a:pt x="2005317" y="27940"/>
                  </a:lnTo>
                  <a:lnTo>
                    <a:pt x="2007870" y="27940"/>
                  </a:lnTo>
                  <a:lnTo>
                    <a:pt x="2007870" y="26682"/>
                  </a:lnTo>
                  <a:close/>
                </a:path>
                <a:path w="2034539" h="35560">
                  <a:moveTo>
                    <a:pt x="2014207" y="20332"/>
                  </a:moveTo>
                  <a:lnTo>
                    <a:pt x="19050" y="20332"/>
                  </a:lnTo>
                  <a:lnTo>
                    <a:pt x="19050" y="21590"/>
                  </a:lnTo>
                  <a:lnTo>
                    <a:pt x="20320" y="21590"/>
                  </a:lnTo>
                  <a:lnTo>
                    <a:pt x="20320" y="22860"/>
                  </a:lnTo>
                  <a:lnTo>
                    <a:pt x="22860" y="22860"/>
                  </a:lnTo>
                  <a:lnTo>
                    <a:pt x="22860" y="24130"/>
                  </a:lnTo>
                  <a:lnTo>
                    <a:pt x="24130" y="24130"/>
                  </a:lnTo>
                  <a:lnTo>
                    <a:pt x="24130" y="25400"/>
                  </a:lnTo>
                  <a:lnTo>
                    <a:pt x="25400" y="25400"/>
                  </a:lnTo>
                  <a:lnTo>
                    <a:pt x="25400" y="26670"/>
                  </a:lnTo>
                  <a:lnTo>
                    <a:pt x="2009140" y="26670"/>
                  </a:lnTo>
                  <a:lnTo>
                    <a:pt x="2009140" y="25400"/>
                  </a:lnTo>
                  <a:lnTo>
                    <a:pt x="2010410" y="25400"/>
                  </a:lnTo>
                  <a:lnTo>
                    <a:pt x="2010410" y="24130"/>
                  </a:lnTo>
                  <a:lnTo>
                    <a:pt x="2011680" y="24130"/>
                  </a:lnTo>
                  <a:lnTo>
                    <a:pt x="2011680" y="22860"/>
                  </a:lnTo>
                  <a:lnTo>
                    <a:pt x="2012950" y="22860"/>
                  </a:lnTo>
                  <a:lnTo>
                    <a:pt x="2012950" y="21590"/>
                  </a:lnTo>
                  <a:lnTo>
                    <a:pt x="2014207" y="21590"/>
                  </a:lnTo>
                  <a:lnTo>
                    <a:pt x="2014207" y="20332"/>
                  </a:lnTo>
                  <a:close/>
                </a:path>
                <a:path w="2034539" h="35560">
                  <a:moveTo>
                    <a:pt x="2021840" y="13982"/>
                  </a:moveTo>
                  <a:lnTo>
                    <a:pt x="12700" y="13982"/>
                  </a:lnTo>
                  <a:lnTo>
                    <a:pt x="12700" y="15240"/>
                  </a:lnTo>
                  <a:lnTo>
                    <a:pt x="13970" y="15240"/>
                  </a:lnTo>
                  <a:lnTo>
                    <a:pt x="13970" y="16510"/>
                  </a:lnTo>
                  <a:lnTo>
                    <a:pt x="15240" y="16510"/>
                  </a:lnTo>
                  <a:lnTo>
                    <a:pt x="15240" y="17780"/>
                  </a:lnTo>
                  <a:lnTo>
                    <a:pt x="16510" y="17780"/>
                  </a:lnTo>
                  <a:lnTo>
                    <a:pt x="16510" y="19050"/>
                  </a:lnTo>
                  <a:lnTo>
                    <a:pt x="17780" y="19050"/>
                  </a:lnTo>
                  <a:lnTo>
                    <a:pt x="17780" y="20320"/>
                  </a:lnTo>
                  <a:lnTo>
                    <a:pt x="2016760" y="20320"/>
                  </a:lnTo>
                  <a:lnTo>
                    <a:pt x="2016760" y="19050"/>
                  </a:lnTo>
                  <a:lnTo>
                    <a:pt x="2018030" y="19050"/>
                  </a:lnTo>
                  <a:lnTo>
                    <a:pt x="2018030" y="17780"/>
                  </a:lnTo>
                  <a:lnTo>
                    <a:pt x="2019300" y="17780"/>
                  </a:lnTo>
                  <a:lnTo>
                    <a:pt x="2019300" y="16510"/>
                  </a:lnTo>
                  <a:lnTo>
                    <a:pt x="2020570" y="16510"/>
                  </a:lnTo>
                  <a:lnTo>
                    <a:pt x="2020570" y="15240"/>
                  </a:lnTo>
                  <a:lnTo>
                    <a:pt x="2021840" y="15240"/>
                  </a:lnTo>
                  <a:lnTo>
                    <a:pt x="2021840" y="13982"/>
                  </a:lnTo>
                  <a:close/>
                </a:path>
                <a:path w="2034539" h="35560">
                  <a:moveTo>
                    <a:pt x="2033270" y="1282"/>
                  </a:moveTo>
                  <a:lnTo>
                    <a:pt x="1270" y="1282"/>
                  </a:lnTo>
                  <a:lnTo>
                    <a:pt x="127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5080"/>
                  </a:lnTo>
                  <a:lnTo>
                    <a:pt x="5080" y="5080"/>
                  </a:lnTo>
                  <a:lnTo>
                    <a:pt x="5080" y="6350"/>
                  </a:lnTo>
                  <a:lnTo>
                    <a:pt x="6350" y="6350"/>
                  </a:lnTo>
                  <a:lnTo>
                    <a:pt x="6350" y="762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8890" y="8890"/>
                  </a:lnTo>
                  <a:lnTo>
                    <a:pt x="8890" y="10160"/>
                  </a:lnTo>
                  <a:lnTo>
                    <a:pt x="8890" y="11430"/>
                  </a:lnTo>
                  <a:lnTo>
                    <a:pt x="10160" y="11430"/>
                  </a:lnTo>
                  <a:lnTo>
                    <a:pt x="10160" y="12700"/>
                  </a:lnTo>
                  <a:lnTo>
                    <a:pt x="11430" y="12700"/>
                  </a:lnTo>
                  <a:lnTo>
                    <a:pt x="11430" y="13970"/>
                  </a:lnTo>
                  <a:lnTo>
                    <a:pt x="2023110" y="13970"/>
                  </a:lnTo>
                  <a:lnTo>
                    <a:pt x="2023110" y="12700"/>
                  </a:lnTo>
                  <a:lnTo>
                    <a:pt x="2024380" y="12700"/>
                  </a:lnTo>
                  <a:lnTo>
                    <a:pt x="2024380" y="11430"/>
                  </a:lnTo>
                  <a:lnTo>
                    <a:pt x="2025650" y="11430"/>
                  </a:lnTo>
                  <a:lnTo>
                    <a:pt x="2025650" y="10160"/>
                  </a:lnTo>
                  <a:lnTo>
                    <a:pt x="2026907" y="10160"/>
                  </a:lnTo>
                  <a:lnTo>
                    <a:pt x="2026907" y="8890"/>
                  </a:lnTo>
                  <a:lnTo>
                    <a:pt x="2026920" y="7620"/>
                  </a:lnTo>
                  <a:lnTo>
                    <a:pt x="2028190" y="7620"/>
                  </a:lnTo>
                  <a:lnTo>
                    <a:pt x="2028190" y="6350"/>
                  </a:lnTo>
                  <a:lnTo>
                    <a:pt x="2029460" y="6350"/>
                  </a:lnTo>
                  <a:lnTo>
                    <a:pt x="2029460" y="5080"/>
                  </a:lnTo>
                  <a:lnTo>
                    <a:pt x="2030730" y="5080"/>
                  </a:lnTo>
                  <a:lnTo>
                    <a:pt x="2030730" y="3810"/>
                  </a:lnTo>
                  <a:lnTo>
                    <a:pt x="2032000" y="3810"/>
                  </a:lnTo>
                  <a:lnTo>
                    <a:pt x="2032000" y="2540"/>
                  </a:lnTo>
                  <a:lnTo>
                    <a:pt x="2033270" y="2540"/>
                  </a:lnTo>
                  <a:lnTo>
                    <a:pt x="2033270" y="1282"/>
                  </a:lnTo>
                  <a:close/>
                </a:path>
                <a:path w="2034539" h="35560">
                  <a:moveTo>
                    <a:pt x="2034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034540" y="1270"/>
                  </a:lnTo>
                  <a:lnTo>
                    <a:pt x="2034540" y="0"/>
                  </a:lnTo>
                  <a:close/>
                </a:path>
              </a:pathLst>
            </a:custGeom>
            <a:solidFill>
              <a:srgbClr val="E1D9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3">
              <a:extLst>
                <a:ext uri="{FF2B5EF4-FFF2-40B4-BE49-F238E27FC236}">
                  <a16:creationId xmlns:a16="http://schemas.microsoft.com/office/drawing/2014/main" id="{695BF785-6523-AE87-D742-E0F31715EBD6}"/>
                </a:ext>
              </a:extLst>
            </p:cNvPr>
            <p:cNvSpPr/>
            <p:nvPr/>
          </p:nvSpPr>
          <p:spPr>
            <a:xfrm>
              <a:off x="4244340" y="3694429"/>
              <a:ext cx="1957070" cy="34290"/>
            </a:xfrm>
            <a:custGeom>
              <a:avLst/>
              <a:gdLst/>
              <a:ahLst/>
              <a:cxnLst/>
              <a:rect l="l" t="t" r="r" b="b"/>
              <a:pathLst>
                <a:path w="1957070" h="34289">
                  <a:moveTo>
                    <a:pt x="1896110" y="29222"/>
                  </a:moveTo>
                  <a:lnTo>
                    <a:pt x="62230" y="29222"/>
                  </a:lnTo>
                  <a:lnTo>
                    <a:pt x="62230" y="30480"/>
                  </a:lnTo>
                  <a:lnTo>
                    <a:pt x="66040" y="30480"/>
                  </a:lnTo>
                  <a:lnTo>
                    <a:pt x="66040" y="31750"/>
                  </a:lnTo>
                  <a:lnTo>
                    <a:pt x="77470" y="31750"/>
                  </a:lnTo>
                  <a:lnTo>
                    <a:pt x="77470" y="33020"/>
                  </a:lnTo>
                  <a:lnTo>
                    <a:pt x="93980" y="33020"/>
                  </a:lnTo>
                  <a:lnTo>
                    <a:pt x="93980" y="34290"/>
                  </a:lnTo>
                  <a:lnTo>
                    <a:pt x="1864360" y="34290"/>
                  </a:lnTo>
                  <a:lnTo>
                    <a:pt x="1864360" y="33020"/>
                  </a:lnTo>
                  <a:lnTo>
                    <a:pt x="1880870" y="33020"/>
                  </a:lnTo>
                  <a:lnTo>
                    <a:pt x="1880870" y="31750"/>
                  </a:lnTo>
                  <a:lnTo>
                    <a:pt x="1884667" y="31750"/>
                  </a:lnTo>
                  <a:lnTo>
                    <a:pt x="1884667" y="30480"/>
                  </a:lnTo>
                  <a:lnTo>
                    <a:pt x="1896110" y="30480"/>
                  </a:lnTo>
                  <a:lnTo>
                    <a:pt x="1896110" y="29222"/>
                  </a:lnTo>
                  <a:close/>
                </a:path>
                <a:path w="1957070" h="34289">
                  <a:moveTo>
                    <a:pt x="1913890" y="22872"/>
                  </a:moveTo>
                  <a:lnTo>
                    <a:pt x="41910" y="22872"/>
                  </a:lnTo>
                  <a:lnTo>
                    <a:pt x="41910" y="24130"/>
                  </a:lnTo>
                  <a:lnTo>
                    <a:pt x="46990" y="24130"/>
                  </a:lnTo>
                  <a:lnTo>
                    <a:pt x="46990" y="25400"/>
                  </a:lnTo>
                  <a:lnTo>
                    <a:pt x="49530" y="25400"/>
                  </a:lnTo>
                  <a:lnTo>
                    <a:pt x="49530" y="26670"/>
                  </a:lnTo>
                  <a:lnTo>
                    <a:pt x="53340" y="26670"/>
                  </a:lnTo>
                  <a:lnTo>
                    <a:pt x="53340" y="27940"/>
                  </a:lnTo>
                  <a:lnTo>
                    <a:pt x="57150" y="27940"/>
                  </a:lnTo>
                  <a:lnTo>
                    <a:pt x="57150" y="29210"/>
                  </a:lnTo>
                  <a:lnTo>
                    <a:pt x="1898650" y="29210"/>
                  </a:lnTo>
                  <a:lnTo>
                    <a:pt x="1898650" y="27940"/>
                  </a:lnTo>
                  <a:lnTo>
                    <a:pt x="1902460" y="27940"/>
                  </a:lnTo>
                  <a:lnTo>
                    <a:pt x="1902460" y="26670"/>
                  </a:lnTo>
                  <a:lnTo>
                    <a:pt x="1906270" y="26670"/>
                  </a:lnTo>
                  <a:lnTo>
                    <a:pt x="1906270" y="25400"/>
                  </a:lnTo>
                  <a:lnTo>
                    <a:pt x="1911350" y="25400"/>
                  </a:lnTo>
                  <a:lnTo>
                    <a:pt x="1911350" y="24130"/>
                  </a:lnTo>
                  <a:lnTo>
                    <a:pt x="1913890" y="24130"/>
                  </a:lnTo>
                  <a:lnTo>
                    <a:pt x="1913890" y="22872"/>
                  </a:lnTo>
                  <a:close/>
                </a:path>
                <a:path w="1957070" h="34289">
                  <a:moveTo>
                    <a:pt x="1931657" y="16522"/>
                  </a:moveTo>
                  <a:lnTo>
                    <a:pt x="25400" y="16522"/>
                  </a:lnTo>
                  <a:lnTo>
                    <a:pt x="25400" y="17780"/>
                  </a:lnTo>
                  <a:lnTo>
                    <a:pt x="27940" y="17780"/>
                  </a:lnTo>
                  <a:lnTo>
                    <a:pt x="27940" y="19050"/>
                  </a:lnTo>
                  <a:lnTo>
                    <a:pt x="30480" y="19050"/>
                  </a:lnTo>
                  <a:lnTo>
                    <a:pt x="30480" y="20320"/>
                  </a:lnTo>
                  <a:lnTo>
                    <a:pt x="33020" y="20320"/>
                  </a:lnTo>
                  <a:lnTo>
                    <a:pt x="33020" y="21590"/>
                  </a:lnTo>
                  <a:lnTo>
                    <a:pt x="36830" y="21590"/>
                  </a:lnTo>
                  <a:lnTo>
                    <a:pt x="36830" y="22860"/>
                  </a:lnTo>
                  <a:lnTo>
                    <a:pt x="1917700" y="22860"/>
                  </a:lnTo>
                  <a:lnTo>
                    <a:pt x="1917700" y="21590"/>
                  </a:lnTo>
                  <a:lnTo>
                    <a:pt x="1922780" y="21590"/>
                  </a:lnTo>
                  <a:lnTo>
                    <a:pt x="1922780" y="20320"/>
                  </a:lnTo>
                  <a:lnTo>
                    <a:pt x="1927860" y="20320"/>
                  </a:lnTo>
                  <a:lnTo>
                    <a:pt x="1927860" y="19050"/>
                  </a:lnTo>
                  <a:lnTo>
                    <a:pt x="1929117" y="19050"/>
                  </a:lnTo>
                  <a:lnTo>
                    <a:pt x="1929117" y="17780"/>
                  </a:lnTo>
                  <a:lnTo>
                    <a:pt x="1931657" y="17780"/>
                  </a:lnTo>
                  <a:lnTo>
                    <a:pt x="1931657" y="16522"/>
                  </a:lnTo>
                  <a:close/>
                </a:path>
                <a:path w="1957070" h="34289">
                  <a:moveTo>
                    <a:pt x="1943100" y="10172"/>
                  </a:moveTo>
                  <a:lnTo>
                    <a:pt x="13970" y="10172"/>
                  </a:lnTo>
                  <a:lnTo>
                    <a:pt x="13970" y="11430"/>
                  </a:lnTo>
                  <a:lnTo>
                    <a:pt x="16510" y="11430"/>
                  </a:lnTo>
                  <a:lnTo>
                    <a:pt x="16510" y="12700"/>
                  </a:lnTo>
                  <a:lnTo>
                    <a:pt x="17780" y="12700"/>
                  </a:lnTo>
                  <a:lnTo>
                    <a:pt x="17780" y="13970"/>
                  </a:lnTo>
                  <a:lnTo>
                    <a:pt x="20320" y="13970"/>
                  </a:lnTo>
                  <a:lnTo>
                    <a:pt x="20320" y="15240"/>
                  </a:lnTo>
                  <a:lnTo>
                    <a:pt x="22860" y="15240"/>
                  </a:lnTo>
                  <a:lnTo>
                    <a:pt x="22860" y="16510"/>
                  </a:lnTo>
                  <a:lnTo>
                    <a:pt x="1934210" y="16510"/>
                  </a:lnTo>
                  <a:lnTo>
                    <a:pt x="1934210" y="15240"/>
                  </a:lnTo>
                  <a:lnTo>
                    <a:pt x="1936750" y="15240"/>
                  </a:lnTo>
                  <a:lnTo>
                    <a:pt x="1936750" y="13970"/>
                  </a:lnTo>
                  <a:lnTo>
                    <a:pt x="1939290" y="13970"/>
                  </a:lnTo>
                  <a:lnTo>
                    <a:pt x="1939290" y="12700"/>
                  </a:lnTo>
                  <a:lnTo>
                    <a:pt x="1941830" y="12700"/>
                  </a:lnTo>
                  <a:lnTo>
                    <a:pt x="1941830" y="11430"/>
                  </a:lnTo>
                  <a:lnTo>
                    <a:pt x="1943100" y="11430"/>
                  </a:lnTo>
                  <a:lnTo>
                    <a:pt x="1943100" y="10172"/>
                  </a:lnTo>
                  <a:close/>
                </a:path>
                <a:path w="1957070" h="34289">
                  <a:moveTo>
                    <a:pt x="1951990" y="3822"/>
                  </a:moveTo>
                  <a:lnTo>
                    <a:pt x="6350" y="3822"/>
                  </a:lnTo>
                  <a:lnTo>
                    <a:pt x="6350" y="5080"/>
                  </a:lnTo>
                  <a:lnTo>
                    <a:pt x="7620" y="5080"/>
                  </a:lnTo>
                  <a:lnTo>
                    <a:pt x="7620" y="6350"/>
                  </a:lnTo>
                  <a:lnTo>
                    <a:pt x="8890" y="6350"/>
                  </a:lnTo>
                  <a:lnTo>
                    <a:pt x="8890" y="7620"/>
                  </a:lnTo>
                  <a:lnTo>
                    <a:pt x="11430" y="7620"/>
                  </a:lnTo>
                  <a:lnTo>
                    <a:pt x="11430" y="8890"/>
                  </a:lnTo>
                  <a:lnTo>
                    <a:pt x="12700" y="8890"/>
                  </a:lnTo>
                  <a:lnTo>
                    <a:pt x="12700" y="10160"/>
                  </a:lnTo>
                  <a:lnTo>
                    <a:pt x="1945640" y="10160"/>
                  </a:lnTo>
                  <a:lnTo>
                    <a:pt x="1945640" y="8890"/>
                  </a:lnTo>
                  <a:lnTo>
                    <a:pt x="1946910" y="8890"/>
                  </a:lnTo>
                  <a:lnTo>
                    <a:pt x="1946910" y="7620"/>
                  </a:lnTo>
                  <a:lnTo>
                    <a:pt x="1948167" y="7620"/>
                  </a:lnTo>
                  <a:lnTo>
                    <a:pt x="1948167" y="6350"/>
                  </a:lnTo>
                  <a:lnTo>
                    <a:pt x="1950720" y="6350"/>
                  </a:lnTo>
                  <a:lnTo>
                    <a:pt x="1950720" y="5080"/>
                  </a:lnTo>
                  <a:lnTo>
                    <a:pt x="1951990" y="5080"/>
                  </a:lnTo>
                  <a:lnTo>
                    <a:pt x="1951990" y="3822"/>
                  </a:lnTo>
                  <a:close/>
                </a:path>
                <a:path w="1957070" h="34289">
                  <a:moveTo>
                    <a:pt x="1957057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3810" y="2540"/>
                  </a:lnTo>
                  <a:lnTo>
                    <a:pt x="3810" y="3810"/>
                  </a:lnTo>
                  <a:lnTo>
                    <a:pt x="1953260" y="3810"/>
                  </a:lnTo>
                  <a:lnTo>
                    <a:pt x="1953260" y="2540"/>
                  </a:lnTo>
                  <a:lnTo>
                    <a:pt x="1955800" y="2540"/>
                  </a:lnTo>
                  <a:lnTo>
                    <a:pt x="1955800" y="1270"/>
                  </a:lnTo>
                  <a:lnTo>
                    <a:pt x="1957057" y="1270"/>
                  </a:lnTo>
                  <a:lnTo>
                    <a:pt x="1957057" y="0"/>
                  </a:lnTo>
                  <a:close/>
                </a:path>
              </a:pathLst>
            </a:custGeom>
            <a:solidFill>
              <a:srgbClr val="E0D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4">
              <a:extLst>
                <a:ext uri="{FF2B5EF4-FFF2-40B4-BE49-F238E27FC236}">
                  <a16:creationId xmlns:a16="http://schemas.microsoft.com/office/drawing/2014/main" id="{6F5CF5C0-2478-61E1-CCD8-55355F439CAA}"/>
                </a:ext>
              </a:extLst>
            </p:cNvPr>
            <p:cNvSpPr/>
            <p:nvPr/>
          </p:nvSpPr>
          <p:spPr>
            <a:xfrm>
              <a:off x="4166870" y="1953260"/>
              <a:ext cx="2112010" cy="1774189"/>
            </a:xfrm>
            <a:custGeom>
              <a:avLst/>
              <a:gdLst/>
              <a:ahLst/>
              <a:cxnLst/>
              <a:rect l="l" t="t" r="r" b="b"/>
              <a:pathLst>
                <a:path w="2112010" h="1774189">
                  <a:moveTo>
                    <a:pt x="171450" y="0"/>
                  </a:moveTo>
                  <a:lnTo>
                    <a:pt x="129204" y="6696"/>
                  </a:lnTo>
                  <a:lnTo>
                    <a:pt x="89182" y="25211"/>
                  </a:lnTo>
                  <a:lnTo>
                    <a:pt x="53816" y="53181"/>
                  </a:lnTo>
                  <a:lnTo>
                    <a:pt x="25541" y="88241"/>
                  </a:lnTo>
                  <a:lnTo>
                    <a:pt x="6790" y="128028"/>
                  </a:lnTo>
                  <a:lnTo>
                    <a:pt x="0" y="170179"/>
                  </a:lnTo>
                  <a:lnTo>
                    <a:pt x="0" y="1602739"/>
                  </a:lnTo>
                  <a:lnTo>
                    <a:pt x="6790" y="1645426"/>
                  </a:lnTo>
                  <a:lnTo>
                    <a:pt x="25541" y="1685572"/>
                  </a:lnTo>
                  <a:lnTo>
                    <a:pt x="53816" y="1720850"/>
                  </a:lnTo>
                  <a:lnTo>
                    <a:pt x="89182" y="1748931"/>
                  </a:lnTo>
                  <a:lnTo>
                    <a:pt x="129204" y="1767487"/>
                  </a:lnTo>
                  <a:lnTo>
                    <a:pt x="171450" y="1774189"/>
                  </a:lnTo>
                  <a:lnTo>
                    <a:pt x="1940559" y="1774189"/>
                  </a:lnTo>
                  <a:lnTo>
                    <a:pt x="1982805" y="1767487"/>
                  </a:lnTo>
                  <a:lnTo>
                    <a:pt x="2022827" y="1748931"/>
                  </a:lnTo>
                  <a:lnTo>
                    <a:pt x="2058193" y="1720850"/>
                  </a:lnTo>
                  <a:lnTo>
                    <a:pt x="2086468" y="1685572"/>
                  </a:lnTo>
                  <a:lnTo>
                    <a:pt x="2105219" y="1645426"/>
                  </a:lnTo>
                  <a:lnTo>
                    <a:pt x="2112009" y="1602739"/>
                  </a:lnTo>
                  <a:lnTo>
                    <a:pt x="2112009" y="170179"/>
                  </a:lnTo>
                  <a:lnTo>
                    <a:pt x="2105219" y="128028"/>
                  </a:lnTo>
                  <a:lnTo>
                    <a:pt x="2086468" y="88241"/>
                  </a:lnTo>
                  <a:lnTo>
                    <a:pt x="2058193" y="53181"/>
                  </a:lnTo>
                  <a:lnTo>
                    <a:pt x="2022827" y="25211"/>
                  </a:lnTo>
                  <a:lnTo>
                    <a:pt x="1982805" y="6696"/>
                  </a:lnTo>
                  <a:lnTo>
                    <a:pt x="1940559" y="0"/>
                  </a:lnTo>
                  <a:lnTo>
                    <a:pt x="171450" y="0"/>
                  </a:lnTo>
                  <a:close/>
                </a:path>
              </a:pathLst>
            </a:custGeom>
            <a:ln w="28393">
              <a:solidFill>
                <a:srgbClr val="8A7D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9" name="object 885">
            <a:extLst>
              <a:ext uri="{FF2B5EF4-FFF2-40B4-BE49-F238E27FC236}">
                <a16:creationId xmlns:a16="http://schemas.microsoft.com/office/drawing/2014/main" id="{75A18EA3-9894-8694-B181-B3BA3665B41E}"/>
              </a:ext>
            </a:extLst>
          </p:cNvPr>
          <p:cNvSpPr txBox="1"/>
          <p:nvPr/>
        </p:nvSpPr>
        <p:spPr>
          <a:xfrm>
            <a:off x="4588509" y="1687829"/>
            <a:ext cx="126936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Networked</a:t>
            </a:r>
            <a:r>
              <a:rPr sz="1400" spc="-5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PCs</a:t>
            </a:r>
          </a:p>
        </p:txBody>
      </p:sp>
      <p:grpSp>
        <p:nvGrpSpPr>
          <p:cNvPr id="890" name="object 886">
            <a:extLst>
              <a:ext uri="{FF2B5EF4-FFF2-40B4-BE49-F238E27FC236}">
                <a16:creationId xmlns:a16="http://schemas.microsoft.com/office/drawing/2014/main" id="{D1429B11-39E0-C0EE-D7DE-D1CAD0793B76}"/>
              </a:ext>
            </a:extLst>
          </p:cNvPr>
          <p:cNvGrpSpPr/>
          <p:nvPr/>
        </p:nvGrpSpPr>
        <p:grpSpPr>
          <a:xfrm>
            <a:off x="4253229" y="2153285"/>
            <a:ext cx="1939289" cy="1415415"/>
            <a:chOff x="4253229" y="2153285"/>
            <a:chExt cx="1939289" cy="1415415"/>
          </a:xfrm>
        </p:grpSpPr>
        <p:sp>
          <p:nvSpPr>
            <p:cNvPr id="891" name="object 887">
              <a:extLst>
                <a:ext uri="{FF2B5EF4-FFF2-40B4-BE49-F238E27FC236}">
                  <a16:creationId xmlns:a16="http://schemas.microsoft.com/office/drawing/2014/main" id="{FB7B1B2E-D213-015B-9DB4-AB7C524DEEC1}"/>
                </a:ext>
              </a:extLst>
            </p:cNvPr>
            <p:cNvSpPr/>
            <p:nvPr/>
          </p:nvSpPr>
          <p:spPr>
            <a:xfrm>
              <a:off x="4253229" y="2811780"/>
              <a:ext cx="1939289" cy="0"/>
            </a:xfrm>
            <a:custGeom>
              <a:avLst/>
              <a:gdLst/>
              <a:ahLst/>
              <a:cxnLst/>
              <a:rect l="l" t="t" r="r" b="b"/>
              <a:pathLst>
                <a:path w="1939289">
                  <a:moveTo>
                    <a:pt x="0" y="0"/>
                  </a:moveTo>
                  <a:lnTo>
                    <a:pt x="1939290" y="0"/>
                  </a:lnTo>
                </a:path>
              </a:pathLst>
            </a:custGeom>
            <a:ln w="19048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88">
              <a:extLst>
                <a:ext uri="{FF2B5EF4-FFF2-40B4-BE49-F238E27FC236}">
                  <a16:creationId xmlns:a16="http://schemas.microsoft.com/office/drawing/2014/main" id="{413A20F6-113D-AF4D-DDB6-0D3F2E6B42CC}"/>
                </a:ext>
              </a:extLst>
            </p:cNvPr>
            <p:cNvSpPr/>
            <p:nvPr/>
          </p:nvSpPr>
          <p:spPr>
            <a:xfrm>
              <a:off x="4568189" y="2387600"/>
              <a:ext cx="1310640" cy="858519"/>
            </a:xfrm>
            <a:custGeom>
              <a:avLst/>
              <a:gdLst/>
              <a:ahLst/>
              <a:cxnLst/>
              <a:rect l="l" t="t" r="r" b="b"/>
              <a:pathLst>
                <a:path w="1310639" h="858519">
                  <a:moveTo>
                    <a:pt x="655320" y="858520"/>
                  </a:moveTo>
                  <a:lnTo>
                    <a:pt x="655320" y="434339"/>
                  </a:lnTo>
                </a:path>
                <a:path w="1310639" h="858519">
                  <a:moveTo>
                    <a:pt x="0" y="424179"/>
                  </a:moveTo>
                  <a:lnTo>
                    <a:pt x="0" y="0"/>
                  </a:lnTo>
                </a:path>
                <a:path w="1310639" h="858519">
                  <a:moveTo>
                    <a:pt x="575310" y="424179"/>
                  </a:moveTo>
                  <a:lnTo>
                    <a:pt x="575310" y="0"/>
                  </a:lnTo>
                </a:path>
                <a:path w="1310639" h="858519">
                  <a:moveTo>
                    <a:pt x="1310639" y="424179"/>
                  </a:moveTo>
                  <a:lnTo>
                    <a:pt x="1310639" y="0"/>
                  </a:lnTo>
                </a:path>
              </a:pathLst>
            </a:custGeom>
            <a:ln w="12579">
              <a:solidFill>
                <a:srgbClr val="0015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3" name="object 889">
              <a:extLst>
                <a:ext uri="{FF2B5EF4-FFF2-40B4-BE49-F238E27FC236}">
                  <a16:creationId xmlns:a16="http://schemas.microsoft.com/office/drawing/2014/main" id="{EE10013D-2561-F019-D81A-FA03FE0FCAFA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381499" y="2465070"/>
              <a:ext cx="372110" cy="110489"/>
            </a:xfrm>
            <a:prstGeom prst="rect">
              <a:avLst/>
            </a:prstGeom>
          </p:spPr>
        </p:pic>
        <p:sp>
          <p:nvSpPr>
            <p:cNvPr id="894" name="object 890">
              <a:extLst>
                <a:ext uri="{FF2B5EF4-FFF2-40B4-BE49-F238E27FC236}">
                  <a16:creationId xmlns:a16="http://schemas.microsoft.com/office/drawing/2014/main" id="{A1B00CA5-4E5F-58A4-08F8-7EDF035D964F}"/>
                </a:ext>
              </a:extLst>
            </p:cNvPr>
            <p:cNvSpPr/>
            <p:nvPr/>
          </p:nvSpPr>
          <p:spPr>
            <a:xfrm>
              <a:off x="4381499" y="2465070"/>
              <a:ext cx="370840" cy="109220"/>
            </a:xfrm>
            <a:custGeom>
              <a:avLst/>
              <a:gdLst/>
              <a:ahLst/>
              <a:cxnLst/>
              <a:rect l="l" t="t" r="r" b="b"/>
              <a:pathLst>
                <a:path w="370839" h="109219">
                  <a:moveTo>
                    <a:pt x="185420" y="109219"/>
                  </a:moveTo>
                  <a:lnTo>
                    <a:pt x="0" y="109219"/>
                  </a:lnTo>
                  <a:lnTo>
                    <a:pt x="0" y="0"/>
                  </a:lnTo>
                  <a:lnTo>
                    <a:pt x="370839" y="0"/>
                  </a:lnTo>
                  <a:lnTo>
                    <a:pt x="370839" y="109219"/>
                  </a:lnTo>
                  <a:lnTo>
                    <a:pt x="185420" y="1092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1">
              <a:extLst>
                <a:ext uri="{FF2B5EF4-FFF2-40B4-BE49-F238E27FC236}">
                  <a16:creationId xmlns:a16="http://schemas.microsoft.com/office/drawing/2014/main" id="{D389A9DE-9284-8E2A-B0BF-21CA41391314}"/>
                </a:ext>
              </a:extLst>
            </p:cNvPr>
            <p:cNvSpPr/>
            <p:nvPr/>
          </p:nvSpPr>
          <p:spPr>
            <a:xfrm>
              <a:off x="4423410" y="243204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89" h="2539">
                  <a:moveTo>
                    <a:pt x="288290" y="1270"/>
                  </a:moveTo>
                  <a:lnTo>
                    <a:pt x="287020" y="1270"/>
                  </a:lnTo>
                  <a:lnTo>
                    <a:pt x="2870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88290" y="2540"/>
                  </a:lnTo>
                  <a:lnTo>
                    <a:pt x="2882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2">
              <a:extLst>
                <a:ext uri="{FF2B5EF4-FFF2-40B4-BE49-F238E27FC236}">
                  <a16:creationId xmlns:a16="http://schemas.microsoft.com/office/drawing/2014/main" id="{8214D933-D4A5-C0EF-CDCA-5D28E7FB8D21}"/>
                </a:ext>
              </a:extLst>
            </p:cNvPr>
            <p:cNvSpPr/>
            <p:nvPr/>
          </p:nvSpPr>
          <p:spPr>
            <a:xfrm>
              <a:off x="4418330" y="243458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3">
              <a:extLst>
                <a:ext uri="{FF2B5EF4-FFF2-40B4-BE49-F238E27FC236}">
                  <a16:creationId xmlns:a16="http://schemas.microsoft.com/office/drawing/2014/main" id="{A8AE63FF-491A-1186-749C-FB26B4F9E97B}"/>
                </a:ext>
              </a:extLst>
            </p:cNvPr>
            <p:cNvSpPr/>
            <p:nvPr/>
          </p:nvSpPr>
          <p:spPr>
            <a:xfrm>
              <a:off x="4413250" y="243839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9880" y="2540"/>
                  </a:moveTo>
                  <a:lnTo>
                    <a:pt x="307340" y="2540"/>
                  </a:lnTo>
                  <a:lnTo>
                    <a:pt x="307340" y="1270"/>
                  </a:lnTo>
                  <a:lnTo>
                    <a:pt x="306070" y="1270"/>
                  </a:lnTo>
                  <a:lnTo>
                    <a:pt x="3060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80" y="3810"/>
                  </a:lnTo>
                  <a:lnTo>
                    <a:pt x="30988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4">
              <a:extLst>
                <a:ext uri="{FF2B5EF4-FFF2-40B4-BE49-F238E27FC236}">
                  <a16:creationId xmlns:a16="http://schemas.microsoft.com/office/drawing/2014/main" id="{E1392CA4-AD16-467A-FDF4-491AC984DCB4}"/>
                </a:ext>
              </a:extLst>
            </p:cNvPr>
            <p:cNvSpPr/>
            <p:nvPr/>
          </p:nvSpPr>
          <p:spPr>
            <a:xfrm>
              <a:off x="4408170" y="244220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39" h="3810">
                  <a:moveTo>
                    <a:pt x="320040" y="2540"/>
                  </a:moveTo>
                  <a:lnTo>
                    <a:pt x="317500" y="2540"/>
                  </a:lnTo>
                  <a:lnTo>
                    <a:pt x="317500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5">
              <a:extLst>
                <a:ext uri="{FF2B5EF4-FFF2-40B4-BE49-F238E27FC236}">
                  <a16:creationId xmlns:a16="http://schemas.microsoft.com/office/drawing/2014/main" id="{9DC45196-5F93-5986-6136-86D6A121FC9C}"/>
                </a:ext>
              </a:extLst>
            </p:cNvPr>
            <p:cNvSpPr/>
            <p:nvPr/>
          </p:nvSpPr>
          <p:spPr>
            <a:xfrm>
              <a:off x="4403090" y="2446019"/>
              <a:ext cx="330200" cy="3810"/>
            </a:xfrm>
            <a:custGeom>
              <a:avLst/>
              <a:gdLst/>
              <a:ahLst/>
              <a:cxnLst/>
              <a:rect l="l" t="t" r="r" b="b"/>
              <a:pathLst>
                <a:path w="330200" h="3810">
                  <a:moveTo>
                    <a:pt x="330200" y="2540"/>
                  </a:moveTo>
                  <a:lnTo>
                    <a:pt x="328930" y="2540"/>
                  </a:lnTo>
                  <a:lnTo>
                    <a:pt x="328930" y="1270"/>
                  </a:lnTo>
                  <a:lnTo>
                    <a:pt x="326390" y="1270"/>
                  </a:lnTo>
                  <a:lnTo>
                    <a:pt x="3263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30200" y="3810"/>
                  </a:lnTo>
                  <a:lnTo>
                    <a:pt x="330200" y="254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896">
              <a:extLst>
                <a:ext uri="{FF2B5EF4-FFF2-40B4-BE49-F238E27FC236}">
                  <a16:creationId xmlns:a16="http://schemas.microsoft.com/office/drawing/2014/main" id="{0EB10D09-522F-9DAD-D26C-5D5C292621A2}"/>
                </a:ext>
              </a:extLst>
            </p:cNvPr>
            <p:cNvSpPr/>
            <p:nvPr/>
          </p:nvSpPr>
          <p:spPr>
            <a:xfrm>
              <a:off x="4398010" y="2449829"/>
              <a:ext cx="340360" cy="3810"/>
            </a:xfrm>
            <a:custGeom>
              <a:avLst/>
              <a:gdLst/>
              <a:ahLst/>
              <a:cxnLst/>
              <a:rect l="l" t="t" r="r" b="b"/>
              <a:pathLst>
                <a:path w="340360" h="3810">
                  <a:moveTo>
                    <a:pt x="340360" y="2540"/>
                  </a:moveTo>
                  <a:lnTo>
                    <a:pt x="339090" y="2540"/>
                  </a:lnTo>
                  <a:lnTo>
                    <a:pt x="339090" y="1270"/>
                  </a:lnTo>
                  <a:lnTo>
                    <a:pt x="337820" y="1270"/>
                  </a:lnTo>
                  <a:lnTo>
                    <a:pt x="3378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0360" y="3810"/>
                  </a:lnTo>
                  <a:lnTo>
                    <a:pt x="340360" y="254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897">
              <a:extLst>
                <a:ext uri="{FF2B5EF4-FFF2-40B4-BE49-F238E27FC236}">
                  <a16:creationId xmlns:a16="http://schemas.microsoft.com/office/drawing/2014/main" id="{8B529543-049E-78CB-BCF8-B4F34C6BEBCC}"/>
                </a:ext>
              </a:extLst>
            </p:cNvPr>
            <p:cNvSpPr/>
            <p:nvPr/>
          </p:nvSpPr>
          <p:spPr>
            <a:xfrm>
              <a:off x="4392930" y="2453639"/>
              <a:ext cx="351790" cy="3810"/>
            </a:xfrm>
            <a:custGeom>
              <a:avLst/>
              <a:gdLst/>
              <a:ahLst/>
              <a:cxnLst/>
              <a:rect l="l" t="t" r="r" b="b"/>
              <a:pathLst>
                <a:path w="351789" h="3810">
                  <a:moveTo>
                    <a:pt x="351777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1777" y="3810"/>
                  </a:lnTo>
                  <a:lnTo>
                    <a:pt x="351777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898">
              <a:extLst>
                <a:ext uri="{FF2B5EF4-FFF2-40B4-BE49-F238E27FC236}">
                  <a16:creationId xmlns:a16="http://schemas.microsoft.com/office/drawing/2014/main" id="{5756BE4A-B69D-2DAD-FF0B-0D577EE949CE}"/>
                </a:ext>
              </a:extLst>
            </p:cNvPr>
            <p:cNvSpPr/>
            <p:nvPr/>
          </p:nvSpPr>
          <p:spPr>
            <a:xfrm>
              <a:off x="4387850" y="2457449"/>
              <a:ext cx="360680" cy="3810"/>
            </a:xfrm>
            <a:custGeom>
              <a:avLst/>
              <a:gdLst/>
              <a:ahLst/>
              <a:cxnLst/>
              <a:rect l="l" t="t" r="r" b="b"/>
              <a:pathLst>
                <a:path w="360679" h="3810">
                  <a:moveTo>
                    <a:pt x="360680" y="2540"/>
                  </a:moveTo>
                  <a:lnTo>
                    <a:pt x="359410" y="2540"/>
                  </a:lnTo>
                  <a:lnTo>
                    <a:pt x="359410" y="1270"/>
                  </a:lnTo>
                  <a:lnTo>
                    <a:pt x="358140" y="1270"/>
                  </a:lnTo>
                  <a:lnTo>
                    <a:pt x="35814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0680" y="3810"/>
                  </a:lnTo>
                  <a:lnTo>
                    <a:pt x="36068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899">
              <a:extLst>
                <a:ext uri="{FF2B5EF4-FFF2-40B4-BE49-F238E27FC236}">
                  <a16:creationId xmlns:a16="http://schemas.microsoft.com/office/drawing/2014/main" id="{E46FB594-75E8-4B28-F3AF-9715CF147462}"/>
                </a:ext>
              </a:extLst>
            </p:cNvPr>
            <p:cNvSpPr/>
            <p:nvPr/>
          </p:nvSpPr>
          <p:spPr>
            <a:xfrm>
              <a:off x="4387849" y="2432050"/>
              <a:ext cx="360680" cy="27940"/>
            </a:xfrm>
            <a:custGeom>
              <a:avLst/>
              <a:gdLst/>
              <a:ahLst/>
              <a:cxnLst/>
              <a:rect l="l" t="t" r="r" b="b"/>
              <a:pathLst>
                <a:path w="360679" h="27939">
                  <a:moveTo>
                    <a:pt x="0" y="27939"/>
                  </a:moveTo>
                  <a:lnTo>
                    <a:pt x="38100" y="0"/>
                  </a:lnTo>
                  <a:lnTo>
                    <a:pt x="321310" y="0"/>
                  </a:lnTo>
                  <a:lnTo>
                    <a:pt x="360679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0">
              <a:extLst>
                <a:ext uri="{FF2B5EF4-FFF2-40B4-BE49-F238E27FC236}">
                  <a16:creationId xmlns:a16="http://schemas.microsoft.com/office/drawing/2014/main" id="{1852A5E0-BA65-D6BB-02E4-A01DBD5BD429}"/>
                </a:ext>
              </a:extLst>
            </p:cNvPr>
            <p:cNvSpPr/>
            <p:nvPr/>
          </p:nvSpPr>
          <p:spPr>
            <a:xfrm>
              <a:off x="4621530" y="24726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1">
              <a:extLst>
                <a:ext uri="{FF2B5EF4-FFF2-40B4-BE49-F238E27FC236}">
                  <a16:creationId xmlns:a16="http://schemas.microsoft.com/office/drawing/2014/main" id="{AFA64083-08F1-2168-C6BF-FF8D4804ABD4}"/>
                </a:ext>
              </a:extLst>
            </p:cNvPr>
            <p:cNvSpPr/>
            <p:nvPr/>
          </p:nvSpPr>
          <p:spPr>
            <a:xfrm>
              <a:off x="4621529" y="247650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2">
              <a:extLst>
                <a:ext uri="{FF2B5EF4-FFF2-40B4-BE49-F238E27FC236}">
                  <a16:creationId xmlns:a16="http://schemas.microsoft.com/office/drawing/2014/main" id="{EAE97B5B-393E-F49E-37B4-14503A432DE8}"/>
                </a:ext>
              </a:extLst>
            </p:cNvPr>
            <p:cNvSpPr/>
            <p:nvPr/>
          </p:nvSpPr>
          <p:spPr>
            <a:xfrm>
              <a:off x="4621529" y="248031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3">
              <a:extLst>
                <a:ext uri="{FF2B5EF4-FFF2-40B4-BE49-F238E27FC236}">
                  <a16:creationId xmlns:a16="http://schemas.microsoft.com/office/drawing/2014/main" id="{DD234BF3-8490-280F-F636-4C033320FBDE}"/>
                </a:ext>
              </a:extLst>
            </p:cNvPr>
            <p:cNvSpPr/>
            <p:nvPr/>
          </p:nvSpPr>
          <p:spPr>
            <a:xfrm>
              <a:off x="4621529" y="248412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80" y="253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4">
              <a:extLst>
                <a:ext uri="{FF2B5EF4-FFF2-40B4-BE49-F238E27FC236}">
                  <a16:creationId xmlns:a16="http://schemas.microsoft.com/office/drawing/2014/main" id="{03317D05-BFBC-C3D8-C1C4-FE4435A2D907}"/>
                </a:ext>
              </a:extLst>
            </p:cNvPr>
            <p:cNvSpPr/>
            <p:nvPr/>
          </p:nvSpPr>
          <p:spPr>
            <a:xfrm>
              <a:off x="4621529" y="24866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5">
              <a:extLst>
                <a:ext uri="{FF2B5EF4-FFF2-40B4-BE49-F238E27FC236}">
                  <a16:creationId xmlns:a16="http://schemas.microsoft.com/office/drawing/2014/main" id="{DF7D6248-A3B0-364E-01A2-1712279A4EFD}"/>
                </a:ext>
              </a:extLst>
            </p:cNvPr>
            <p:cNvSpPr/>
            <p:nvPr/>
          </p:nvSpPr>
          <p:spPr>
            <a:xfrm>
              <a:off x="4621529" y="24904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06">
              <a:extLst>
                <a:ext uri="{FF2B5EF4-FFF2-40B4-BE49-F238E27FC236}">
                  <a16:creationId xmlns:a16="http://schemas.microsoft.com/office/drawing/2014/main" id="{36FF2E37-84AD-036D-D8FA-43E69F5B1A3C}"/>
                </a:ext>
              </a:extLst>
            </p:cNvPr>
            <p:cNvSpPr/>
            <p:nvPr/>
          </p:nvSpPr>
          <p:spPr>
            <a:xfrm>
              <a:off x="4621529" y="24942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07">
              <a:extLst>
                <a:ext uri="{FF2B5EF4-FFF2-40B4-BE49-F238E27FC236}">
                  <a16:creationId xmlns:a16="http://schemas.microsoft.com/office/drawing/2014/main" id="{3A28EF27-488F-71C1-1B40-BDA284A522D3}"/>
                </a:ext>
              </a:extLst>
            </p:cNvPr>
            <p:cNvSpPr/>
            <p:nvPr/>
          </p:nvSpPr>
          <p:spPr>
            <a:xfrm>
              <a:off x="4621529" y="249809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08">
              <a:extLst>
                <a:ext uri="{FF2B5EF4-FFF2-40B4-BE49-F238E27FC236}">
                  <a16:creationId xmlns:a16="http://schemas.microsoft.com/office/drawing/2014/main" id="{A99B1896-DEC4-FA8E-26C2-3829D638074D}"/>
                </a:ext>
              </a:extLst>
            </p:cNvPr>
            <p:cNvSpPr/>
            <p:nvPr/>
          </p:nvSpPr>
          <p:spPr>
            <a:xfrm>
              <a:off x="4621529" y="250190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09">
              <a:extLst>
                <a:ext uri="{FF2B5EF4-FFF2-40B4-BE49-F238E27FC236}">
                  <a16:creationId xmlns:a16="http://schemas.microsoft.com/office/drawing/2014/main" id="{31AF0E60-4C09-8799-833C-5F4D72A3E086}"/>
                </a:ext>
              </a:extLst>
            </p:cNvPr>
            <p:cNvSpPr/>
            <p:nvPr/>
          </p:nvSpPr>
          <p:spPr>
            <a:xfrm>
              <a:off x="4621529" y="250571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80" y="253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0">
              <a:extLst>
                <a:ext uri="{FF2B5EF4-FFF2-40B4-BE49-F238E27FC236}">
                  <a16:creationId xmlns:a16="http://schemas.microsoft.com/office/drawing/2014/main" id="{42268114-A226-48E0-7BA5-F75921C99870}"/>
                </a:ext>
              </a:extLst>
            </p:cNvPr>
            <p:cNvSpPr/>
            <p:nvPr/>
          </p:nvSpPr>
          <p:spPr>
            <a:xfrm>
              <a:off x="4621529" y="250825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1">
              <a:extLst>
                <a:ext uri="{FF2B5EF4-FFF2-40B4-BE49-F238E27FC236}">
                  <a16:creationId xmlns:a16="http://schemas.microsoft.com/office/drawing/2014/main" id="{586DFCFE-91F4-EE24-08AE-4914C14571DF}"/>
                </a:ext>
              </a:extLst>
            </p:cNvPr>
            <p:cNvSpPr/>
            <p:nvPr/>
          </p:nvSpPr>
          <p:spPr>
            <a:xfrm>
              <a:off x="4621529" y="25120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2">
              <a:extLst>
                <a:ext uri="{FF2B5EF4-FFF2-40B4-BE49-F238E27FC236}">
                  <a16:creationId xmlns:a16="http://schemas.microsoft.com/office/drawing/2014/main" id="{2B7EC4FB-E079-4912-7007-87ACC7969868}"/>
                </a:ext>
              </a:extLst>
            </p:cNvPr>
            <p:cNvSpPr/>
            <p:nvPr/>
          </p:nvSpPr>
          <p:spPr>
            <a:xfrm>
              <a:off x="4621529" y="25158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3">
              <a:extLst>
                <a:ext uri="{FF2B5EF4-FFF2-40B4-BE49-F238E27FC236}">
                  <a16:creationId xmlns:a16="http://schemas.microsoft.com/office/drawing/2014/main" id="{5353262A-0F20-A1DC-378C-E6CC0463C72E}"/>
                </a:ext>
              </a:extLst>
            </p:cNvPr>
            <p:cNvSpPr/>
            <p:nvPr/>
          </p:nvSpPr>
          <p:spPr>
            <a:xfrm>
              <a:off x="4621529" y="25196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4">
              <a:extLst>
                <a:ext uri="{FF2B5EF4-FFF2-40B4-BE49-F238E27FC236}">
                  <a16:creationId xmlns:a16="http://schemas.microsoft.com/office/drawing/2014/main" id="{93FA48D6-840C-F0AD-8051-AE4432F17856}"/>
                </a:ext>
              </a:extLst>
            </p:cNvPr>
            <p:cNvSpPr/>
            <p:nvPr/>
          </p:nvSpPr>
          <p:spPr>
            <a:xfrm>
              <a:off x="4621529" y="252349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5">
              <a:extLst>
                <a:ext uri="{FF2B5EF4-FFF2-40B4-BE49-F238E27FC236}">
                  <a16:creationId xmlns:a16="http://schemas.microsoft.com/office/drawing/2014/main" id="{25FC7A24-BA5E-B3A3-CD05-94A876C2936E}"/>
                </a:ext>
              </a:extLst>
            </p:cNvPr>
            <p:cNvSpPr/>
            <p:nvPr/>
          </p:nvSpPr>
          <p:spPr>
            <a:xfrm>
              <a:off x="4621529" y="252730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80" y="253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16">
              <a:extLst>
                <a:ext uri="{FF2B5EF4-FFF2-40B4-BE49-F238E27FC236}">
                  <a16:creationId xmlns:a16="http://schemas.microsoft.com/office/drawing/2014/main" id="{D4CB3072-3F27-9674-5358-DEC4DD4E4EEC}"/>
                </a:ext>
              </a:extLst>
            </p:cNvPr>
            <p:cNvSpPr/>
            <p:nvPr/>
          </p:nvSpPr>
          <p:spPr>
            <a:xfrm>
              <a:off x="4621529" y="252984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17">
              <a:extLst>
                <a:ext uri="{FF2B5EF4-FFF2-40B4-BE49-F238E27FC236}">
                  <a16:creationId xmlns:a16="http://schemas.microsoft.com/office/drawing/2014/main" id="{82C04328-F5CB-A55A-42C4-4DD45DEBC0BB}"/>
                </a:ext>
              </a:extLst>
            </p:cNvPr>
            <p:cNvSpPr/>
            <p:nvPr/>
          </p:nvSpPr>
          <p:spPr>
            <a:xfrm>
              <a:off x="4621529" y="253365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18">
              <a:extLst>
                <a:ext uri="{FF2B5EF4-FFF2-40B4-BE49-F238E27FC236}">
                  <a16:creationId xmlns:a16="http://schemas.microsoft.com/office/drawing/2014/main" id="{52B2016D-E6FD-57F0-04EB-5CC44538663A}"/>
                </a:ext>
              </a:extLst>
            </p:cNvPr>
            <p:cNvSpPr/>
            <p:nvPr/>
          </p:nvSpPr>
          <p:spPr>
            <a:xfrm>
              <a:off x="4621529" y="25374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19">
              <a:extLst>
                <a:ext uri="{FF2B5EF4-FFF2-40B4-BE49-F238E27FC236}">
                  <a16:creationId xmlns:a16="http://schemas.microsoft.com/office/drawing/2014/main" id="{CBF58106-D5F3-5C37-D15B-7C47ECDBE9D0}"/>
                </a:ext>
              </a:extLst>
            </p:cNvPr>
            <p:cNvSpPr/>
            <p:nvPr/>
          </p:nvSpPr>
          <p:spPr>
            <a:xfrm>
              <a:off x="4621529" y="25412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80" y="380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0">
              <a:extLst>
                <a:ext uri="{FF2B5EF4-FFF2-40B4-BE49-F238E27FC236}">
                  <a16:creationId xmlns:a16="http://schemas.microsoft.com/office/drawing/2014/main" id="{B717BF6A-C4B4-923B-CB36-370E48456301}"/>
                </a:ext>
              </a:extLst>
            </p:cNvPr>
            <p:cNvSpPr/>
            <p:nvPr/>
          </p:nvSpPr>
          <p:spPr>
            <a:xfrm>
              <a:off x="4621529" y="25450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1">
              <a:extLst>
                <a:ext uri="{FF2B5EF4-FFF2-40B4-BE49-F238E27FC236}">
                  <a16:creationId xmlns:a16="http://schemas.microsoft.com/office/drawing/2014/main" id="{D30DE592-A82C-C66A-4736-0DF5FB9195B9}"/>
                </a:ext>
              </a:extLst>
            </p:cNvPr>
            <p:cNvSpPr/>
            <p:nvPr/>
          </p:nvSpPr>
          <p:spPr>
            <a:xfrm>
              <a:off x="4621529" y="254889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80" y="2539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2">
              <a:extLst>
                <a:ext uri="{FF2B5EF4-FFF2-40B4-BE49-F238E27FC236}">
                  <a16:creationId xmlns:a16="http://schemas.microsoft.com/office/drawing/2014/main" id="{4B3B6663-5CE3-C5BD-0E40-86E101F7960D}"/>
                </a:ext>
              </a:extLst>
            </p:cNvPr>
            <p:cNvSpPr/>
            <p:nvPr/>
          </p:nvSpPr>
          <p:spPr>
            <a:xfrm>
              <a:off x="4621529" y="255143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3">
              <a:extLst>
                <a:ext uri="{FF2B5EF4-FFF2-40B4-BE49-F238E27FC236}">
                  <a16:creationId xmlns:a16="http://schemas.microsoft.com/office/drawing/2014/main" id="{D413415A-E773-3CBC-451F-1C89DBFF4872}"/>
                </a:ext>
              </a:extLst>
            </p:cNvPr>
            <p:cNvSpPr/>
            <p:nvPr/>
          </p:nvSpPr>
          <p:spPr>
            <a:xfrm>
              <a:off x="4621529" y="255524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4">
              <a:extLst>
                <a:ext uri="{FF2B5EF4-FFF2-40B4-BE49-F238E27FC236}">
                  <a16:creationId xmlns:a16="http://schemas.microsoft.com/office/drawing/2014/main" id="{3D92793C-4E27-D90E-E9A1-9D1EA5C22F1A}"/>
                </a:ext>
              </a:extLst>
            </p:cNvPr>
            <p:cNvSpPr/>
            <p:nvPr/>
          </p:nvSpPr>
          <p:spPr>
            <a:xfrm>
              <a:off x="4621529" y="2473960"/>
              <a:ext cx="118110" cy="85090"/>
            </a:xfrm>
            <a:custGeom>
              <a:avLst/>
              <a:gdLst/>
              <a:ahLst/>
              <a:cxnLst/>
              <a:rect l="l" t="t" r="r" b="b"/>
              <a:pathLst>
                <a:path w="118110" h="85089">
                  <a:moveTo>
                    <a:pt x="59690" y="85089"/>
                  </a:moveTo>
                  <a:lnTo>
                    <a:pt x="0" y="85089"/>
                  </a:lnTo>
                  <a:lnTo>
                    <a:pt x="0" y="0"/>
                  </a:lnTo>
                  <a:lnTo>
                    <a:pt x="118110" y="0"/>
                  </a:lnTo>
                  <a:lnTo>
                    <a:pt x="118110" y="85089"/>
                  </a:lnTo>
                  <a:lnTo>
                    <a:pt x="59690" y="85089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5">
              <a:extLst>
                <a:ext uri="{FF2B5EF4-FFF2-40B4-BE49-F238E27FC236}">
                  <a16:creationId xmlns:a16="http://schemas.microsoft.com/office/drawing/2014/main" id="{828C316F-AD37-89C8-E308-C465255B51E5}"/>
                </a:ext>
              </a:extLst>
            </p:cNvPr>
            <p:cNvSpPr/>
            <p:nvPr/>
          </p:nvSpPr>
          <p:spPr>
            <a:xfrm>
              <a:off x="4399280" y="2557779"/>
              <a:ext cx="339090" cy="2540"/>
            </a:xfrm>
            <a:custGeom>
              <a:avLst/>
              <a:gdLst/>
              <a:ahLst/>
              <a:cxnLst/>
              <a:rect l="l" t="t" r="r" b="b"/>
              <a:pathLst>
                <a:path w="339089" h="2539">
                  <a:moveTo>
                    <a:pt x="339077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9077" y="2540"/>
                  </a:lnTo>
                  <a:lnTo>
                    <a:pt x="339077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26">
              <a:extLst>
                <a:ext uri="{FF2B5EF4-FFF2-40B4-BE49-F238E27FC236}">
                  <a16:creationId xmlns:a16="http://schemas.microsoft.com/office/drawing/2014/main" id="{DC4EEF78-3329-8540-CDB3-60D637271882}"/>
                </a:ext>
              </a:extLst>
            </p:cNvPr>
            <p:cNvSpPr/>
            <p:nvPr/>
          </p:nvSpPr>
          <p:spPr>
            <a:xfrm>
              <a:off x="4396740" y="2560319"/>
              <a:ext cx="344170" cy="3810"/>
            </a:xfrm>
            <a:custGeom>
              <a:avLst/>
              <a:gdLst/>
              <a:ahLst/>
              <a:cxnLst/>
              <a:rect l="l" t="t" r="r" b="b"/>
              <a:pathLst>
                <a:path w="344170" h="3810">
                  <a:moveTo>
                    <a:pt x="344170" y="2540"/>
                  </a:moveTo>
                  <a:lnTo>
                    <a:pt x="342900" y="2540"/>
                  </a:lnTo>
                  <a:lnTo>
                    <a:pt x="34290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4170" y="3810"/>
                  </a:lnTo>
                  <a:lnTo>
                    <a:pt x="34417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27">
              <a:extLst>
                <a:ext uri="{FF2B5EF4-FFF2-40B4-BE49-F238E27FC236}">
                  <a16:creationId xmlns:a16="http://schemas.microsoft.com/office/drawing/2014/main" id="{A6218E4E-1F3B-CAA0-77BE-750B6F210041}"/>
                </a:ext>
              </a:extLst>
            </p:cNvPr>
            <p:cNvSpPr/>
            <p:nvPr/>
          </p:nvSpPr>
          <p:spPr>
            <a:xfrm>
              <a:off x="4394200" y="256412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50520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28">
              <a:extLst>
                <a:ext uri="{FF2B5EF4-FFF2-40B4-BE49-F238E27FC236}">
                  <a16:creationId xmlns:a16="http://schemas.microsoft.com/office/drawing/2014/main" id="{B420B813-5CBE-66FB-2414-07D8CF16CE34}"/>
                </a:ext>
              </a:extLst>
            </p:cNvPr>
            <p:cNvSpPr/>
            <p:nvPr/>
          </p:nvSpPr>
          <p:spPr>
            <a:xfrm>
              <a:off x="4390390" y="2567939"/>
              <a:ext cx="356870" cy="3810"/>
            </a:xfrm>
            <a:custGeom>
              <a:avLst/>
              <a:gdLst/>
              <a:ahLst/>
              <a:cxnLst/>
              <a:rect l="l" t="t" r="r" b="b"/>
              <a:pathLst>
                <a:path w="356870" h="3810">
                  <a:moveTo>
                    <a:pt x="356870" y="2540"/>
                  </a:moveTo>
                  <a:lnTo>
                    <a:pt x="355600" y="2540"/>
                  </a:lnTo>
                  <a:lnTo>
                    <a:pt x="355600" y="1270"/>
                  </a:lnTo>
                  <a:lnTo>
                    <a:pt x="354317" y="1270"/>
                  </a:lnTo>
                  <a:lnTo>
                    <a:pt x="35431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6870" y="3810"/>
                  </a:lnTo>
                  <a:lnTo>
                    <a:pt x="3568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29">
              <a:extLst>
                <a:ext uri="{FF2B5EF4-FFF2-40B4-BE49-F238E27FC236}">
                  <a16:creationId xmlns:a16="http://schemas.microsoft.com/office/drawing/2014/main" id="{1E10DE37-00B2-E692-E21F-010383574A61}"/>
                </a:ext>
              </a:extLst>
            </p:cNvPr>
            <p:cNvSpPr/>
            <p:nvPr/>
          </p:nvSpPr>
          <p:spPr>
            <a:xfrm>
              <a:off x="4387850" y="257174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1270"/>
                  </a:moveTo>
                  <a:lnTo>
                    <a:pt x="360680" y="1270"/>
                  </a:lnTo>
                  <a:lnTo>
                    <a:pt x="3606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lnTo>
                    <a:pt x="361950" y="127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0">
              <a:extLst>
                <a:ext uri="{FF2B5EF4-FFF2-40B4-BE49-F238E27FC236}">
                  <a16:creationId xmlns:a16="http://schemas.microsoft.com/office/drawing/2014/main" id="{A455AE28-CE5D-C45F-860A-94192FDBABDD}"/>
                </a:ext>
              </a:extLst>
            </p:cNvPr>
            <p:cNvSpPr/>
            <p:nvPr/>
          </p:nvSpPr>
          <p:spPr>
            <a:xfrm>
              <a:off x="4384040" y="2575559"/>
              <a:ext cx="369570" cy="3810"/>
            </a:xfrm>
            <a:custGeom>
              <a:avLst/>
              <a:gdLst/>
              <a:ahLst/>
              <a:cxnLst/>
              <a:rect l="l" t="t" r="r" b="b"/>
              <a:pathLst>
                <a:path w="369570" h="3810">
                  <a:moveTo>
                    <a:pt x="369570" y="2540"/>
                  </a:moveTo>
                  <a:lnTo>
                    <a:pt x="368300" y="2540"/>
                  </a:lnTo>
                  <a:lnTo>
                    <a:pt x="368300" y="1270"/>
                  </a:lnTo>
                  <a:lnTo>
                    <a:pt x="367017" y="1270"/>
                  </a:lnTo>
                  <a:lnTo>
                    <a:pt x="36701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9570" y="3810"/>
                  </a:lnTo>
                  <a:lnTo>
                    <a:pt x="36957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1">
              <a:extLst>
                <a:ext uri="{FF2B5EF4-FFF2-40B4-BE49-F238E27FC236}">
                  <a16:creationId xmlns:a16="http://schemas.microsoft.com/office/drawing/2014/main" id="{47015D06-5E55-F92E-3A26-989A5096B760}"/>
                </a:ext>
              </a:extLst>
            </p:cNvPr>
            <p:cNvSpPr/>
            <p:nvPr/>
          </p:nvSpPr>
          <p:spPr>
            <a:xfrm>
              <a:off x="4381500" y="2579369"/>
              <a:ext cx="374650" cy="3810"/>
            </a:xfrm>
            <a:custGeom>
              <a:avLst/>
              <a:gdLst/>
              <a:ahLst/>
              <a:cxnLst/>
              <a:rect l="l" t="t" r="r" b="b"/>
              <a:pathLst>
                <a:path w="374650" h="3810">
                  <a:moveTo>
                    <a:pt x="374650" y="2540"/>
                  </a:moveTo>
                  <a:lnTo>
                    <a:pt x="373380" y="2540"/>
                  </a:lnTo>
                  <a:lnTo>
                    <a:pt x="373380" y="1270"/>
                  </a:lnTo>
                  <a:lnTo>
                    <a:pt x="3733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4650" y="3810"/>
                  </a:lnTo>
                  <a:lnTo>
                    <a:pt x="3746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2">
              <a:extLst>
                <a:ext uri="{FF2B5EF4-FFF2-40B4-BE49-F238E27FC236}">
                  <a16:creationId xmlns:a16="http://schemas.microsoft.com/office/drawing/2014/main" id="{4007375D-0680-E018-F942-EC8C2660121C}"/>
                </a:ext>
              </a:extLst>
            </p:cNvPr>
            <p:cNvSpPr/>
            <p:nvPr/>
          </p:nvSpPr>
          <p:spPr>
            <a:xfrm>
              <a:off x="4378960" y="258317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81000" y="2540"/>
                  </a:moveTo>
                  <a:lnTo>
                    <a:pt x="379730" y="2540"/>
                  </a:lnTo>
                  <a:lnTo>
                    <a:pt x="379730" y="1270"/>
                  </a:lnTo>
                  <a:lnTo>
                    <a:pt x="378447" y="1270"/>
                  </a:lnTo>
                  <a:lnTo>
                    <a:pt x="37844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4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3">
              <a:extLst>
                <a:ext uri="{FF2B5EF4-FFF2-40B4-BE49-F238E27FC236}">
                  <a16:creationId xmlns:a16="http://schemas.microsoft.com/office/drawing/2014/main" id="{456C8DBA-D5A7-720D-BD4A-1A0A607EFE7C}"/>
                </a:ext>
              </a:extLst>
            </p:cNvPr>
            <p:cNvSpPr/>
            <p:nvPr/>
          </p:nvSpPr>
          <p:spPr>
            <a:xfrm>
              <a:off x="4375150" y="2586989"/>
              <a:ext cx="387350" cy="3810"/>
            </a:xfrm>
            <a:custGeom>
              <a:avLst/>
              <a:gdLst/>
              <a:ahLst/>
              <a:cxnLst/>
              <a:rect l="l" t="t" r="r" b="b"/>
              <a:pathLst>
                <a:path w="387350" h="3810">
                  <a:moveTo>
                    <a:pt x="387350" y="2540"/>
                  </a:moveTo>
                  <a:lnTo>
                    <a:pt x="386080" y="2540"/>
                  </a:lnTo>
                  <a:lnTo>
                    <a:pt x="386080" y="1270"/>
                  </a:lnTo>
                  <a:lnTo>
                    <a:pt x="3860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7350" y="3810"/>
                  </a:lnTo>
                  <a:lnTo>
                    <a:pt x="38735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4">
              <a:extLst>
                <a:ext uri="{FF2B5EF4-FFF2-40B4-BE49-F238E27FC236}">
                  <a16:creationId xmlns:a16="http://schemas.microsoft.com/office/drawing/2014/main" id="{46FA612D-50EB-7B1B-2BDE-712D1CD22B62}"/>
                </a:ext>
              </a:extLst>
            </p:cNvPr>
            <p:cNvSpPr/>
            <p:nvPr/>
          </p:nvSpPr>
          <p:spPr>
            <a:xfrm>
              <a:off x="4372610" y="259079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70"/>
                  </a:lnTo>
                  <a:lnTo>
                    <a:pt x="391160" y="1270"/>
                  </a:lnTo>
                  <a:lnTo>
                    <a:pt x="3911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5">
              <a:extLst>
                <a:ext uri="{FF2B5EF4-FFF2-40B4-BE49-F238E27FC236}">
                  <a16:creationId xmlns:a16="http://schemas.microsoft.com/office/drawing/2014/main" id="{A8A3B4FF-5BAF-F373-6C33-8EF8FA41C7E1}"/>
                </a:ext>
              </a:extLst>
            </p:cNvPr>
            <p:cNvSpPr/>
            <p:nvPr/>
          </p:nvSpPr>
          <p:spPr>
            <a:xfrm>
              <a:off x="4370070" y="259460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80" y="2540"/>
                  </a:moveTo>
                  <a:lnTo>
                    <a:pt x="397510" y="2540"/>
                  </a:lnTo>
                  <a:lnTo>
                    <a:pt x="397510" y="1270"/>
                  </a:lnTo>
                  <a:lnTo>
                    <a:pt x="396240" y="1270"/>
                  </a:lnTo>
                  <a:lnTo>
                    <a:pt x="396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80" y="3810"/>
                  </a:lnTo>
                  <a:lnTo>
                    <a:pt x="398780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36">
              <a:extLst>
                <a:ext uri="{FF2B5EF4-FFF2-40B4-BE49-F238E27FC236}">
                  <a16:creationId xmlns:a16="http://schemas.microsoft.com/office/drawing/2014/main" id="{820D8DC7-2838-3157-F437-0501B22B8148}"/>
                </a:ext>
              </a:extLst>
            </p:cNvPr>
            <p:cNvSpPr/>
            <p:nvPr/>
          </p:nvSpPr>
          <p:spPr>
            <a:xfrm>
              <a:off x="4366260" y="2598419"/>
              <a:ext cx="405130" cy="3810"/>
            </a:xfrm>
            <a:custGeom>
              <a:avLst/>
              <a:gdLst/>
              <a:ahLst/>
              <a:cxnLst/>
              <a:rect l="l" t="t" r="r" b="b"/>
              <a:pathLst>
                <a:path w="405129" h="3810">
                  <a:moveTo>
                    <a:pt x="405130" y="1270"/>
                  </a:moveTo>
                  <a:lnTo>
                    <a:pt x="403860" y="1270"/>
                  </a:lnTo>
                  <a:lnTo>
                    <a:pt x="4038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05130" y="3810"/>
                  </a:lnTo>
                  <a:lnTo>
                    <a:pt x="405130" y="2540"/>
                  </a:lnTo>
                  <a:lnTo>
                    <a:pt x="405130" y="127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37">
              <a:extLst>
                <a:ext uri="{FF2B5EF4-FFF2-40B4-BE49-F238E27FC236}">
                  <a16:creationId xmlns:a16="http://schemas.microsoft.com/office/drawing/2014/main" id="{52597818-F206-C44D-6615-DEAA462AE373}"/>
                </a:ext>
              </a:extLst>
            </p:cNvPr>
            <p:cNvSpPr/>
            <p:nvPr/>
          </p:nvSpPr>
          <p:spPr>
            <a:xfrm>
              <a:off x="4363720" y="260222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1480" y="2540"/>
                  </a:moveTo>
                  <a:lnTo>
                    <a:pt x="410210" y="2540"/>
                  </a:lnTo>
                  <a:lnTo>
                    <a:pt x="410210" y="1270"/>
                  </a:ln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1480" y="3810"/>
                  </a:lnTo>
                  <a:lnTo>
                    <a:pt x="411480" y="254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38">
              <a:extLst>
                <a:ext uri="{FF2B5EF4-FFF2-40B4-BE49-F238E27FC236}">
                  <a16:creationId xmlns:a16="http://schemas.microsoft.com/office/drawing/2014/main" id="{CDEBE3F6-7FA9-7DA7-4D2E-598946EAB609}"/>
                </a:ext>
              </a:extLst>
            </p:cNvPr>
            <p:cNvSpPr/>
            <p:nvPr/>
          </p:nvSpPr>
          <p:spPr>
            <a:xfrm>
              <a:off x="4361180" y="260603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60" h="3810">
                  <a:moveTo>
                    <a:pt x="416560" y="2540"/>
                  </a:moveTo>
                  <a:lnTo>
                    <a:pt x="415277" y="2540"/>
                  </a:lnTo>
                  <a:lnTo>
                    <a:pt x="415277" y="127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39">
              <a:extLst>
                <a:ext uri="{FF2B5EF4-FFF2-40B4-BE49-F238E27FC236}">
                  <a16:creationId xmlns:a16="http://schemas.microsoft.com/office/drawing/2014/main" id="{8609997A-6BAA-D255-131F-8EFD7BB323D3}"/>
                </a:ext>
              </a:extLst>
            </p:cNvPr>
            <p:cNvSpPr/>
            <p:nvPr/>
          </p:nvSpPr>
          <p:spPr>
            <a:xfrm>
              <a:off x="4357370" y="260984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4180" y="2540"/>
                  </a:moveTo>
                  <a:lnTo>
                    <a:pt x="422910" y="2540"/>
                  </a:lnTo>
                  <a:lnTo>
                    <a:pt x="422910" y="1270"/>
                  </a:lnTo>
                  <a:lnTo>
                    <a:pt x="421640" y="1270"/>
                  </a:lnTo>
                  <a:lnTo>
                    <a:pt x="4216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80" y="3810"/>
                  </a:lnTo>
                  <a:lnTo>
                    <a:pt x="424180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0">
              <a:extLst>
                <a:ext uri="{FF2B5EF4-FFF2-40B4-BE49-F238E27FC236}">
                  <a16:creationId xmlns:a16="http://schemas.microsoft.com/office/drawing/2014/main" id="{B28F1A15-E950-E9ED-1618-5ABFFC02DD28}"/>
                </a:ext>
              </a:extLst>
            </p:cNvPr>
            <p:cNvSpPr/>
            <p:nvPr/>
          </p:nvSpPr>
          <p:spPr>
            <a:xfrm>
              <a:off x="4354830" y="2613659"/>
              <a:ext cx="427990" cy="3810"/>
            </a:xfrm>
            <a:custGeom>
              <a:avLst/>
              <a:gdLst/>
              <a:ahLst/>
              <a:cxnLst/>
              <a:rect l="l" t="t" r="r" b="b"/>
              <a:pathLst>
                <a:path w="427989" h="3810">
                  <a:moveTo>
                    <a:pt x="427990" y="1270"/>
                  </a:moveTo>
                  <a:lnTo>
                    <a:pt x="426720" y="1270"/>
                  </a:lnTo>
                  <a:lnTo>
                    <a:pt x="4267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7990" y="3810"/>
                  </a:lnTo>
                  <a:lnTo>
                    <a:pt x="427990" y="2540"/>
                  </a:lnTo>
                  <a:lnTo>
                    <a:pt x="427990" y="127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1">
              <a:extLst>
                <a:ext uri="{FF2B5EF4-FFF2-40B4-BE49-F238E27FC236}">
                  <a16:creationId xmlns:a16="http://schemas.microsoft.com/office/drawing/2014/main" id="{D42C4BD9-92FD-7973-41A1-14778EEC756E}"/>
                </a:ext>
              </a:extLst>
            </p:cNvPr>
            <p:cNvSpPr/>
            <p:nvPr/>
          </p:nvSpPr>
          <p:spPr>
            <a:xfrm>
              <a:off x="4354829" y="2557780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89" h="58419">
                  <a:moveTo>
                    <a:pt x="0" y="58420"/>
                  </a:moveTo>
                  <a:lnTo>
                    <a:pt x="45720" y="0"/>
                  </a:lnTo>
                  <a:lnTo>
                    <a:pt x="381000" y="0"/>
                  </a:lnTo>
                  <a:lnTo>
                    <a:pt x="427990" y="58420"/>
                  </a:lnTo>
                  <a:lnTo>
                    <a:pt x="0" y="584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2">
              <a:extLst>
                <a:ext uri="{FF2B5EF4-FFF2-40B4-BE49-F238E27FC236}">
                  <a16:creationId xmlns:a16="http://schemas.microsoft.com/office/drawing/2014/main" id="{B4756264-8EF7-4F3D-C143-EA9978486CB8}"/>
                </a:ext>
              </a:extLst>
            </p:cNvPr>
            <p:cNvSpPr/>
            <p:nvPr/>
          </p:nvSpPr>
          <p:spPr>
            <a:xfrm>
              <a:off x="4353560" y="261492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3">
              <a:extLst>
                <a:ext uri="{FF2B5EF4-FFF2-40B4-BE49-F238E27FC236}">
                  <a16:creationId xmlns:a16="http://schemas.microsoft.com/office/drawing/2014/main" id="{502C85C7-F7FF-E1F0-1F7C-E35E0AA06080}"/>
                </a:ext>
              </a:extLst>
            </p:cNvPr>
            <p:cNvSpPr/>
            <p:nvPr/>
          </p:nvSpPr>
          <p:spPr>
            <a:xfrm>
              <a:off x="4353559" y="261874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4">
              <a:extLst>
                <a:ext uri="{FF2B5EF4-FFF2-40B4-BE49-F238E27FC236}">
                  <a16:creationId xmlns:a16="http://schemas.microsoft.com/office/drawing/2014/main" id="{F0B14694-3843-35A8-3E56-3F46A8BDE771}"/>
                </a:ext>
              </a:extLst>
            </p:cNvPr>
            <p:cNvSpPr/>
            <p:nvPr/>
          </p:nvSpPr>
          <p:spPr>
            <a:xfrm>
              <a:off x="4353559" y="262255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5">
              <a:extLst>
                <a:ext uri="{FF2B5EF4-FFF2-40B4-BE49-F238E27FC236}">
                  <a16:creationId xmlns:a16="http://schemas.microsoft.com/office/drawing/2014/main" id="{87798D80-731F-9526-036B-E82DD66BCD6E}"/>
                </a:ext>
              </a:extLst>
            </p:cNvPr>
            <p:cNvSpPr/>
            <p:nvPr/>
          </p:nvSpPr>
          <p:spPr>
            <a:xfrm>
              <a:off x="4353559" y="262636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46">
              <a:extLst>
                <a:ext uri="{FF2B5EF4-FFF2-40B4-BE49-F238E27FC236}">
                  <a16:creationId xmlns:a16="http://schemas.microsoft.com/office/drawing/2014/main" id="{5D77F2FD-87F7-92D7-7414-9F81B8CE9F32}"/>
                </a:ext>
              </a:extLst>
            </p:cNvPr>
            <p:cNvSpPr/>
            <p:nvPr/>
          </p:nvSpPr>
          <p:spPr>
            <a:xfrm>
              <a:off x="4353559" y="263017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29" y="3809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47">
              <a:extLst>
                <a:ext uri="{FF2B5EF4-FFF2-40B4-BE49-F238E27FC236}">
                  <a16:creationId xmlns:a16="http://schemas.microsoft.com/office/drawing/2014/main" id="{781ECF69-200A-F542-A172-46C4E5A3D38F}"/>
                </a:ext>
              </a:extLst>
            </p:cNvPr>
            <p:cNvSpPr/>
            <p:nvPr/>
          </p:nvSpPr>
          <p:spPr>
            <a:xfrm>
              <a:off x="4353559" y="2633980"/>
              <a:ext cx="430530" cy="2540"/>
            </a:xfrm>
            <a:custGeom>
              <a:avLst/>
              <a:gdLst/>
              <a:ahLst/>
              <a:cxnLst/>
              <a:rect l="l" t="t" r="r" b="b"/>
              <a:pathLst>
                <a:path w="430529" h="2539">
                  <a:moveTo>
                    <a:pt x="43052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30529" y="254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48">
              <a:extLst>
                <a:ext uri="{FF2B5EF4-FFF2-40B4-BE49-F238E27FC236}">
                  <a16:creationId xmlns:a16="http://schemas.microsoft.com/office/drawing/2014/main" id="{6889AA4A-32F0-8344-CB19-DD7EDC6E8FC3}"/>
                </a:ext>
              </a:extLst>
            </p:cNvPr>
            <p:cNvSpPr/>
            <p:nvPr/>
          </p:nvSpPr>
          <p:spPr>
            <a:xfrm>
              <a:off x="4354829" y="2616200"/>
              <a:ext cx="427990" cy="20320"/>
            </a:xfrm>
            <a:custGeom>
              <a:avLst/>
              <a:gdLst/>
              <a:ahLst/>
              <a:cxnLst/>
              <a:rect l="l" t="t" r="r" b="b"/>
              <a:pathLst>
                <a:path w="427989" h="20319">
                  <a:moveTo>
                    <a:pt x="213360" y="20320"/>
                  </a:moveTo>
                  <a:lnTo>
                    <a:pt x="0" y="20320"/>
                  </a:lnTo>
                  <a:lnTo>
                    <a:pt x="0" y="0"/>
                  </a:lnTo>
                  <a:lnTo>
                    <a:pt x="427990" y="0"/>
                  </a:lnTo>
                  <a:lnTo>
                    <a:pt x="427990" y="20320"/>
                  </a:lnTo>
                  <a:lnTo>
                    <a:pt x="213360" y="203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3" name="object 949">
              <a:extLst>
                <a:ext uri="{FF2B5EF4-FFF2-40B4-BE49-F238E27FC236}">
                  <a16:creationId xmlns:a16="http://schemas.microsoft.com/office/drawing/2014/main" id="{579528AB-DC8B-537E-C8A7-C6E90392090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64049" y="2392680"/>
              <a:ext cx="204470" cy="59689"/>
            </a:xfrm>
            <a:prstGeom prst="rect">
              <a:avLst/>
            </a:prstGeom>
          </p:spPr>
        </p:pic>
        <p:sp>
          <p:nvSpPr>
            <p:cNvPr id="954" name="object 950">
              <a:extLst>
                <a:ext uri="{FF2B5EF4-FFF2-40B4-BE49-F238E27FC236}">
                  <a16:creationId xmlns:a16="http://schemas.microsoft.com/office/drawing/2014/main" id="{C39BA062-0175-85EA-EEC7-FCC847846253}"/>
                </a:ext>
              </a:extLst>
            </p:cNvPr>
            <p:cNvSpPr/>
            <p:nvPr/>
          </p:nvSpPr>
          <p:spPr>
            <a:xfrm>
              <a:off x="4464049" y="2392680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19">
                  <a:moveTo>
                    <a:pt x="203200" y="45720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60" y="40640"/>
                  </a:lnTo>
                  <a:lnTo>
                    <a:pt x="151129" y="22860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60" y="0"/>
                  </a:lnTo>
                  <a:lnTo>
                    <a:pt x="143172" y="0"/>
                  </a:lnTo>
                  <a:lnTo>
                    <a:pt x="120173" y="0"/>
                  </a:lnTo>
                  <a:lnTo>
                    <a:pt x="15239" y="0"/>
                  </a:lnTo>
                  <a:lnTo>
                    <a:pt x="37266" y="13215"/>
                  </a:lnTo>
                  <a:lnTo>
                    <a:pt x="48577" y="20002"/>
                  </a:lnTo>
                  <a:lnTo>
                    <a:pt x="52744" y="22502"/>
                  </a:lnTo>
                  <a:lnTo>
                    <a:pt x="53339" y="22860"/>
                  </a:lnTo>
                  <a:lnTo>
                    <a:pt x="53339" y="40640"/>
                  </a:lnTo>
                  <a:lnTo>
                    <a:pt x="31611" y="41612"/>
                  </a:lnTo>
                  <a:lnTo>
                    <a:pt x="14763" y="42703"/>
                  </a:lnTo>
                  <a:lnTo>
                    <a:pt x="3869" y="44033"/>
                  </a:lnTo>
                  <a:lnTo>
                    <a:pt x="0" y="45720"/>
                  </a:lnTo>
                  <a:lnTo>
                    <a:pt x="0" y="58420"/>
                  </a:lnTo>
                  <a:lnTo>
                    <a:pt x="54332" y="58420"/>
                  </a:lnTo>
                  <a:lnTo>
                    <a:pt x="82232" y="58420"/>
                  </a:lnTo>
                  <a:lnTo>
                    <a:pt x="92511" y="58420"/>
                  </a:lnTo>
                  <a:lnTo>
                    <a:pt x="93979" y="58420"/>
                  </a:lnTo>
                  <a:lnTo>
                    <a:pt x="110489" y="58420"/>
                  </a:lnTo>
                  <a:lnTo>
                    <a:pt x="164087" y="58420"/>
                  </a:lnTo>
                  <a:lnTo>
                    <a:pt x="191611" y="58420"/>
                  </a:lnTo>
                  <a:lnTo>
                    <a:pt x="201751" y="58420"/>
                  </a:lnTo>
                  <a:lnTo>
                    <a:pt x="203200" y="58420"/>
                  </a:lnTo>
                  <a:lnTo>
                    <a:pt x="203200" y="45720"/>
                  </a:lnTo>
                  <a:lnTo>
                    <a:pt x="203200" y="45720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5" name="object 951">
              <a:extLst>
                <a:ext uri="{FF2B5EF4-FFF2-40B4-BE49-F238E27FC236}">
                  <a16:creationId xmlns:a16="http://schemas.microsoft.com/office/drawing/2014/main" id="{AE1F78C6-EB09-BE2E-A25E-7613982E4076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0709" y="2153920"/>
              <a:ext cx="318770" cy="241300"/>
            </a:xfrm>
            <a:prstGeom prst="rect">
              <a:avLst/>
            </a:prstGeom>
          </p:spPr>
        </p:pic>
        <p:sp>
          <p:nvSpPr>
            <p:cNvPr id="956" name="object 952">
              <a:extLst>
                <a:ext uri="{FF2B5EF4-FFF2-40B4-BE49-F238E27FC236}">
                  <a16:creationId xmlns:a16="http://schemas.microsoft.com/office/drawing/2014/main" id="{FB3B2AEE-09FA-46EB-4119-F96A29800433}"/>
                </a:ext>
              </a:extLst>
            </p:cNvPr>
            <p:cNvSpPr/>
            <p:nvPr/>
          </p:nvSpPr>
          <p:spPr>
            <a:xfrm>
              <a:off x="4410709" y="2153920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30">
                  <a:moveTo>
                    <a:pt x="317500" y="240029"/>
                  </a:moveTo>
                  <a:lnTo>
                    <a:pt x="0" y="240029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2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3">
              <a:extLst>
                <a:ext uri="{FF2B5EF4-FFF2-40B4-BE49-F238E27FC236}">
                  <a16:creationId xmlns:a16="http://schemas.microsoft.com/office/drawing/2014/main" id="{68783863-77E5-5F4E-461A-D50FA22C5783}"/>
                </a:ext>
              </a:extLst>
            </p:cNvPr>
            <p:cNvSpPr/>
            <p:nvPr/>
          </p:nvSpPr>
          <p:spPr>
            <a:xfrm>
              <a:off x="4443729" y="2181860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0"/>
                  </a:moveTo>
                  <a:lnTo>
                    <a:pt x="0" y="0"/>
                  </a:lnTo>
                  <a:lnTo>
                    <a:pt x="0" y="182879"/>
                  </a:lnTo>
                  <a:lnTo>
                    <a:pt x="247650" y="182879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4">
              <a:extLst>
                <a:ext uri="{FF2B5EF4-FFF2-40B4-BE49-F238E27FC236}">
                  <a16:creationId xmlns:a16="http://schemas.microsoft.com/office/drawing/2014/main" id="{06B686C3-84B3-C2E3-7946-03E7407A8C23}"/>
                </a:ext>
              </a:extLst>
            </p:cNvPr>
            <p:cNvSpPr/>
            <p:nvPr/>
          </p:nvSpPr>
          <p:spPr>
            <a:xfrm>
              <a:off x="4443729" y="2181860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182879"/>
                  </a:moveTo>
                  <a:lnTo>
                    <a:pt x="0" y="182879"/>
                  </a:lnTo>
                  <a:lnTo>
                    <a:pt x="0" y="0"/>
                  </a:lnTo>
                  <a:lnTo>
                    <a:pt x="247650" y="0"/>
                  </a:lnTo>
                  <a:lnTo>
                    <a:pt x="247650" y="18287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5">
              <a:extLst>
                <a:ext uri="{FF2B5EF4-FFF2-40B4-BE49-F238E27FC236}">
                  <a16:creationId xmlns:a16="http://schemas.microsoft.com/office/drawing/2014/main" id="{6BC636A5-1D15-B851-5C5F-5BDFDD405F30}"/>
                </a:ext>
              </a:extLst>
            </p:cNvPr>
            <p:cNvSpPr/>
            <p:nvPr/>
          </p:nvSpPr>
          <p:spPr>
            <a:xfrm>
              <a:off x="4443729" y="2184400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0" y="180339"/>
                  </a:lnTo>
                  <a:lnTo>
                    <a:pt x="247650" y="180339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56">
              <a:extLst>
                <a:ext uri="{FF2B5EF4-FFF2-40B4-BE49-F238E27FC236}">
                  <a16:creationId xmlns:a16="http://schemas.microsoft.com/office/drawing/2014/main" id="{37FF7FC1-865B-A3C7-9C5A-1EA20CF54806}"/>
                </a:ext>
              </a:extLst>
            </p:cNvPr>
            <p:cNvSpPr/>
            <p:nvPr/>
          </p:nvSpPr>
          <p:spPr>
            <a:xfrm>
              <a:off x="4443729" y="2184400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247650" y="180339"/>
                  </a:lnTo>
                  <a:lnTo>
                    <a:pt x="0" y="180339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57">
              <a:extLst>
                <a:ext uri="{FF2B5EF4-FFF2-40B4-BE49-F238E27FC236}">
                  <a16:creationId xmlns:a16="http://schemas.microsoft.com/office/drawing/2014/main" id="{266BE3B9-E932-2F25-99A9-A8EA69C02641}"/>
                </a:ext>
              </a:extLst>
            </p:cNvPr>
            <p:cNvSpPr/>
            <p:nvPr/>
          </p:nvSpPr>
          <p:spPr>
            <a:xfrm>
              <a:off x="4511039" y="2407920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69">
                  <a:moveTo>
                    <a:pt x="0" y="3809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20" y="13969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70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58">
              <a:extLst>
                <a:ext uri="{FF2B5EF4-FFF2-40B4-BE49-F238E27FC236}">
                  <a16:creationId xmlns:a16="http://schemas.microsoft.com/office/drawing/2014/main" id="{9BB670B8-F2C1-11AF-A570-6C81DDB7E62D}"/>
                </a:ext>
              </a:extLst>
            </p:cNvPr>
            <p:cNvSpPr/>
            <p:nvPr/>
          </p:nvSpPr>
          <p:spPr>
            <a:xfrm>
              <a:off x="455040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0479" y="13970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59">
              <a:extLst>
                <a:ext uri="{FF2B5EF4-FFF2-40B4-BE49-F238E27FC236}">
                  <a16:creationId xmlns:a16="http://schemas.microsoft.com/office/drawing/2014/main" id="{06110434-C7DE-70F6-8179-61BBFC8B8A21}"/>
                </a:ext>
              </a:extLst>
            </p:cNvPr>
            <p:cNvSpPr/>
            <p:nvPr/>
          </p:nvSpPr>
          <p:spPr>
            <a:xfrm>
              <a:off x="455040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13970"/>
                  </a:moveTo>
                  <a:lnTo>
                    <a:pt x="0" y="13970"/>
                  </a:lnTo>
                  <a:lnTo>
                    <a:pt x="0" y="0"/>
                  </a:lnTo>
                  <a:lnTo>
                    <a:pt x="30479" y="0"/>
                  </a:lnTo>
                  <a:lnTo>
                    <a:pt x="30479" y="1397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0">
              <a:extLst>
                <a:ext uri="{FF2B5EF4-FFF2-40B4-BE49-F238E27FC236}">
                  <a16:creationId xmlns:a16="http://schemas.microsoft.com/office/drawing/2014/main" id="{05C58AA1-4394-898E-3D13-840CE83F648C}"/>
                </a:ext>
              </a:extLst>
            </p:cNvPr>
            <p:cNvSpPr/>
            <p:nvPr/>
          </p:nvSpPr>
          <p:spPr>
            <a:xfrm>
              <a:off x="455040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0" y="13970"/>
                  </a:moveTo>
                  <a:lnTo>
                    <a:pt x="30479" y="13970"/>
                  </a:lnTo>
                  <a:lnTo>
                    <a:pt x="30479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5" name="object 961">
              <a:extLst>
                <a:ext uri="{FF2B5EF4-FFF2-40B4-BE49-F238E27FC236}">
                  <a16:creationId xmlns:a16="http://schemas.microsoft.com/office/drawing/2014/main" id="{4D137559-03A3-CEB9-5347-9E6EDA12119D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955539" y="2465070"/>
              <a:ext cx="373380" cy="110490"/>
            </a:xfrm>
            <a:prstGeom prst="rect">
              <a:avLst/>
            </a:prstGeom>
          </p:spPr>
        </p:pic>
        <p:sp>
          <p:nvSpPr>
            <p:cNvPr id="966" name="object 962">
              <a:extLst>
                <a:ext uri="{FF2B5EF4-FFF2-40B4-BE49-F238E27FC236}">
                  <a16:creationId xmlns:a16="http://schemas.microsoft.com/office/drawing/2014/main" id="{B01C0A9F-5543-25EC-8A5B-D2F155C92A79}"/>
                </a:ext>
              </a:extLst>
            </p:cNvPr>
            <p:cNvSpPr/>
            <p:nvPr/>
          </p:nvSpPr>
          <p:spPr>
            <a:xfrm>
              <a:off x="4955539" y="2465070"/>
              <a:ext cx="372110" cy="109220"/>
            </a:xfrm>
            <a:custGeom>
              <a:avLst/>
              <a:gdLst/>
              <a:ahLst/>
              <a:cxnLst/>
              <a:rect l="l" t="t" r="r" b="b"/>
              <a:pathLst>
                <a:path w="372110" h="109219">
                  <a:moveTo>
                    <a:pt x="185420" y="109219"/>
                  </a:moveTo>
                  <a:lnTo>
                    <a:pt x="0" y="109219"/>
                  </a:lnTo>
                  <a:lnTo>
                    <a:pt x="0" y="0"/>
                  </a:lnTo>
                  <a:lnTo>
                    <a:pt x="372110" y="0"/>
                  </a:lnTo>
                  <a:lnTo>
                    <a:pt x="372110" y="109219"/>
                  </a:lnTo>
                  <a:lnTo>
                    <a:pt x="185420" y="1092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3">
              <a:extLst>
                <a:ext uri="{FF2B5EF4-FFF2-40B4-BE49-F238E27FC236}">
                  <a16:creationId xmlns:a16="http://schemas.microsoft.com/office/drawing/2014/main" id="{BA17CE6A-2C4B-02CF-5FDF-13584F6ACABC}"/>
                </a:ext>
              </a:extLst>
            </p:cNvPr>
            <p:cNvSpPr/>
            <p:nvPr/>
          </p:nvSpPr>
          <p:spPr>
            <a:xfrm>
              <a:off x="4997450" y="243204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89" h="2539">
                  <a:moveTo>
                    <a:pt x="288290" y="1270"/>
                  </a:moveTo>
                  <a:lnTo>
                    <a:pt x="287007" y="1270"/>
                  </a:lnTo>
                  <a:lnTo>
                    <a:pt x="28700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88290" y="2540"/>
                  </a:lnTo>
                  <a:lnTo>
                    <a:pt x="2882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4">
              <a:extLst>
                <a:ext uri="{FF2B5EF4-FFF2-40B4-BE49-F238E27FC236}">
                  <a16:creationId xmlns:a16="http://schemas.microsoft.com/office/drawing/2014/main" id="{E37CDDAB-E62B-2F4F-155E-78F37559E666}"/>
                </a:ext>
              </a:extLst>
            </p:cNvPr>
            <p:cNvSpPr/>
            <p:nvPr/>
          </p:nvSpPr>
          <p:spPr>
            <a:xfrm>
              <a:off x="4992370" y="243458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5">
              <a:extLst>
                <a:ext uri="{FF2B5EF4-FFF2-40B4-BE49-F238E27FC236}">
                  <a16:creationId xmlns:a16="http://schemas.microsoft.com/office/drawing/2014/main" id="{B47736DC-3E42-F357-ED7A-FB1A33CB6EF6}"/>
                </a:ext>
              </a:extLst>
            </p:cNvPr>
            <p:cNvSpPr/>
            <p:nvPr/>
          </p:nvSpPr>
          <p:spPr>
            <a:xfrm>
              <a:off x="4987290" y="243839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9867" y="2540"/>
                  </a:moveTo>
                  <a:lnTo>
                    <a:pt x="307340" y="2540"/>
                  </a:lnTo>
                  <a:lnTo>
                    <a:pt x="307340" y="1270"/>
                  </a:lnTo>
                  <a:lnTo>
                    <a:pt x="306070" y="1270"/>
                  </a:lnTo>
                  <a:lnTo>
                    <a:pt x="3060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67" y="3810"/>
                  </a:lnTo>
                  <a:lnTo>
                    <a:pt x="309867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66">
              <a:extLst>
                <a:ext uri="{FF2B5EF4-FFF2-40B4-BE49-F238E27FC236}">
                  <a16:creationId xmlns:a16="http://schemas.microsoft.com/office/drawing/2014/main" id="{F3E06B90-6563-7479-22C8-F012A9A5D6FE}"/>
                </a:ext>
              </a:extLst>
            </p:cNvPr>
            <p:cNvSpPr/>
            <p:nvPr/>
          </p:nvSpPr>
          <p:spPr>
            <a:xfrm>
              <a:off x="4982210" y="244220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39" h="3810">
                  <a:moveTo>
                    <a:pt x="320040" y="2540"/>
                  </a:moveTo>
                  <a:lnTo>
                    <a:pt x="317500" y="2540"/>
                  </a:lnTo>
                  <a:lnTo>
                    <a:pt x="317500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67">
              <a:extLst>
                <a:ext uri="{FF2B5EF4-FFF2-40B4-BE49-F238E27FC236}">
                  <a16:creationId xmlns:a16="http://schemas.microsoft.com/office/drawing/2014/main" id="{E359256B-EE5D-83F1-5EA8-1D595E3C7558}"/>
                </a:ext>
              </a:extLst>
            </p:cNvPr>
            <p:cNvSpPr/>
            <p:nvPr/>
          </p:nvSpPr>
          <p:spPr>
            <a:xfrm>
              <a:off x="4977130" y="2446019"/>
              <a:ext cx="330200" cy="3810"/>
            </a:xfrm>
            <a:custGeom>
              <a:avLst/>
              <a:gdLst/>
              <a:ahLst/>
              <a:cxnLst/>
              <a:rect l="l" t="t" r="r" b="b"/>
              <a:pathLst>
                <a:path w="330200" h="3810">
                  <a:moveTo>
                    <a:pt x="330200" y="2540"/>
                  </a:moveTo>
                  <a:lnTo>
                    <a:pt x="328930" y="2540"/>
                  </a:lnTo>
                  <a:lnTo>
                    <a:pt x="328930" y="1270"/>
                  </a:lnTo>
                  <a:lnTo>
                    <a:pt x="326377" y="1270"/>
                  </a:lnTo>
                  <a:lnTo>
                    <a:pt x="326377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30200" y="3810"/>
                  </a:lnTo>
                  <a:lnTo>
                    <a:pt x="330200" y="254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68">
              <a:extLst>
                <a:ext uri="{FF2B5EF4-FFF2-40B4-BE49-F238E27FC236}">
                  <a16:creationId xmlns:a16="http://schemas.microsoft.com/office/drawing/2014/main" id="{E33AAEDD-6747-6580-57A3-FD37F1C36605}"/>
                </a:ext>
              </a:extLst>
            </p:cNvPr>
            <p:cNvSpPr/>
            <p:nvPr/>
          </p:nvSpPr>
          <p:spPr>
            <a:xfrm>
              <a:off x="4972050" y="2449829"/>
              <a:ext cx="340360" cy="3810"/>
            </a:xfrm>
            <a:custGeom>
              <a:avLst/>
              <a:gdLst/>
              <a:ahLst/>
              <a:cxnLst/>
              <a:rect l="l" t="t" r="r" b="b"/>
              <a:pathLst>
                <a:path w="340360" h="3810">
                  <a:moveTo>
                    <a:pt x="340360" y="2540"/>
                  </a:moveTo>
                  <a:lnTo>
                    <a:pt x="339090" y="2540"/>
                  </a:lnTo>
                  <a:lnTo>
                    <a:pt x="339090" y="1270"/>
                  </a:lnTo>
                  <a:lnTo>
                    <a:pt x="337820" y="1270"/>
                  </a:lnTo>
                  <a:lnTo>
                    <a:pt x="3378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0360" y="3810"/>
                  </a:lnTo>
                  <a:lnTo>
                    <a:pt x="340360" y="254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69">
              <a:extLst>
                <a:ext uri="{FF2B5EF4-FFF2-40B4-BE49-F238E27FC236}">
                  <a16:creationId xmlns:a16="http://schemas.microsoft.com/office/drawing/2014/main" id="{D0EE5568-8B7C-470F-F6FA-CEB0E47B9A04}"/>
                </a:ext>
              </a:extLst>
            </p:cNvPr>
            <p:cNvSpPr/>
            <p:nvPr/>
          </p:nvSpPr>
          <p:spPr>
            <a:xfrm>
              <a:off x="4966970" y="2453639"/>
              <a:ext cx="351790" cy="3810"/>
            </a:xfrm>
            <a:custGeom>
              <a:avLst/>
              <a:gdLst/>
              <a:ahLst/>
              <a:cxnLst/>
              <a:rect l="l" t="t" r="r" b="b"/>
              <a:pathLst>
                <a:path w="351789" h="3810">
                  <a:moveTo>
                    <a:pt x="351790" y="2540"/>
                  </a:moveTo>
                  <a:lnTo>
                    <a:pt x="349237" y="2540"/>
                  </a:lnTo>
                  <a:lnTo>
                    <a:pt x="349237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1790" y="3810"/>
                  </a:lnTo>
                  <a:lnTo>
                    <a:pt x="351790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0">
              <a:extLst>
                <a:ext uri="{FF2B5EF4-FFF2-40B4-BE49-F238E27FC236}">
                  <a16:creationId xmlns:a16="http://schemas.microsoft.com/office/drawing/2014/main" id="{F1F5DB63-C9B6-D849-6BC3-013168E4B9D7}"/>
                </a:ext>
              </a:extLst>
            </p:cNvPr>
            <p:cNvSpPr/>
            <p:nvPr/>
          </p:nvSpPr>
          <p:spPr>
            <a:xfrm>
              <a:off x="4961890" y="245744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2540"/>
                  </a:moveTo>
                  <a:lnTo>
                    <a:pt x="359410" y="2540"/>
                  </a:lnTo>
                  <a:lnTo>
                    <a:pt x="359410" y="1270"/>
                  </a:lnTo>
                  <a:lnTo>
                    <a:pt x="358140" y="1270"/>
                  </a:lnTo>
                  <a:lnTo>
                    <a:pt x="35814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1">
              <a:extLst>
                <a:ext uri="{FF2B5EF4-FFF2-40B4-BE49-F238E27FC236}">
                  <a16:creationId xmlns:a16="http://schemas.microsoft.com/office/drawing/2014/main" id="{2A962629-03CD-5498-0E35-9C6F078B219B}"/>
                </a:ext>
              </a:extLst>
            </p:cNvPr>
            <p:cNvSpPr/>
            <p:nvPr/>
          </p:nvSpPr>
          <p:spPr>
            <a:xfrm>
              <a:off x="4961889" y="2432050"/>
              <a:ext cx="360680" cy="27940"/>
            </a:xfrm>
            <a:custGeom>
              <a:avLst/>
              <a:gdLst/>
              <a:ahLst/>
              <a:cxnLst/>
              <a:rect l="l" t="t" r="r" b="b"/>
              <a:pathLst>
                <a:path w="360679" h="27939">
                  <a:moveTo>
                    <a:pt x="0" y="27939"/>
                  </a:moveTo>
                  <a:lnTo>
                    <a:pt x="38100" y="0"/>
                  </a:lnTo>
                  <a:lnTo>
                    <a:pt x="321310" y="0"/>
                  </a:lnTo>
                  <a:lnTo>
                    <a:pt x="360680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2">
              <a:extLst>
                <a:ext uri="{FF2B5EF4-FFF2-40B4-BE49-F238E27FC236}">
                  <a16:creationId xmlns:a16="http://schemas.microsoft.com/office/drawing/2014/main" id="{8D1056CB-5EED-8A51-5D0A-0B64CD64CB16}"/>
                </a:ext>
              </a:extLst>
            </p:cNvPr>
            <p:cNvSpPr/>
            <p:nvPr/>
          </p:nvSpPr>
          <p:spPr>
            <a:xfrm>
              <a:off x="5195570" y="24726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3">
              <a:extLst>
                <a:ext uri="{FF2B5EF4-FFF2-40B4-BE49-F238E27FC236}">
                  <a16:creationId xmlns:a16="http://schemas.microsoft.com/office/drawing/2014/main" id="{D1210BCF-52AE-C779-D263-E62CFF4BD25C}"/>
                </a:ext>
              </a:extLst>
            </p:cNvPr>
            <p:cNvSpPr/>
            <p:nvPr/>
          </p:nvSpPr>
          <p:spPr>
            <a:xfrm>
              <a:off x="5195569" y="247650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4">
              <a:extLst>
                <a:ext uri="{FF2B5EF4-FFF2-40B4-BE49-F238E27FC236}">
                  <a16:creationId xmlns:a16="http://schemas.microsoft.com/office/drawing/2014/main" id="{F75886F0-3F0C-46F3-6B09-45D7AE9C0C6C}"/>
                </a:ext>
              </a:extLst>
            </p:cNvPr>
            <p:cNvSpPr/>
            <p:nvPr/>
          </p:nvSpPr>
          <p:spPr>
            <a:xfrm>
              <a:off x="5195569" y="248031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5">
              <a:extLst>
                <a:ext uri="{FF2B5EF4-FFF2-40B4-BE49-F238E27FC236}">
                  <a16:creationId xmlns:a16="http://schemas.microsoft.com/office/drawing/2014/main" id="{96D3F7E9-0097-1D41-0D31-E91D86DF25C4}"/>
                </a:ext>
              </a:extLst>
            </p:cNvPr>
            <p:cNvSpPr/>
            <p:nvPr/>
          </p:nvSpPr>
          <p:spPr>
            <a:xfrm>
              <a:off x="5195569" y="248412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76">
              <a:extLst>
                <a:ext uri="{FF2B5EF4-FFF2-40B4-BE49-F238E27FC236}">
                  <a16:creationId xmlns:a16="http://schemas.microsoft.com/office/drawing/2014/main" id="{DE81FD44-8001-9564-7E56-CAB41797CE0F}"/>
                </a:ext>
              </a:extLst>
            </p:cNvPr>
            <p:cNvSpPr/>
            <p:nvPr/>
          </p:nvSpPr>
          <p:spPr>
            <a:xfrm>
              <a:off x="5195569" y="24866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77">
              <a:extLst>
                <a:ext uri="{FF2B5EF4-FFF2-40B4-BE49-F238E27FC236}">
                  <a16:creationId xmlns:a16="http://schemas.microsoft.com/office/drawing/2014/main" id="{21D1CD73-EA1C-1664-8AD0-E041CEEE34C9}"/>
                </a:ext>
              </a:extLst>
            </p:cNvPr>
            <p:cNvSpPr/>
            <p:nvPr/>
          </p:nvSpPr>
          <p:spPr>
            <a:xfrm>
              <a:off x="5195569" y="24904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78">
              <a:extLst>
                <a:ext uri="{FF2B5EF4-FFF2-40B4-BE49-F238E27FC236}">
                  <a16:creationId xmlns:a16="http://schemas.microsoft.com/office/drawing/2014/main" id="{EC6AE4FB-B0DF-7510-3396-FAD1E1B3603E}"/>
                </a:ext>
              </a:extLst>
            </p:cNvPr>
            <p:cNvSpPr/>
            <p:nvPr/>
          </p:nvSpPr>
          <p:spPr>
            <a:xfrm>
              <a:off x="5195569" y="24942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79">
              <a:extLst>
                <a:ext uri="{FF2B5EF4-FFF2-40B4-BE49-F238E27FC236}">
                  <a16:creationId xmlns:a16="http://schemas.microsoft.com/office/drawing/2014/main" id="{79E164F6-6C66-3269-005F-CAFF8E0CC551}"/>
                </a:ext>
              </a:extLst>
            </p:cNvPr>
            <p:cNvSpPr/>
            <p:nvPr/>
          </p:nvSpPr>
          <p:spPr>
            <a:xfrm>
              <a:off x="5195569" y="249809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0">
              <a:extLst>
                <a:ext uri="{FF2B5EF4-FFF2-40B4-BE49-F238E27FC236}">
                  <a16:creationId xmlns:a16="http://schemas.microsoft.com/office/drawing/2014/main" id="{4C75AE79-499C-6D9F-3BD6-D5D849D09B5C}"/>
                </a:ext>
              </a:extLst>
            </p:cNvPr>
            <p:cNvSpPr/>
            <p:nvPr/>
          </p:nvSpPr>
          <p:spPr>
            <a:xfrm>
              <a:off x="5195569" y="250190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1">
              <a:extLst>
                <a:ext uri="{FF2B5EF4-FFF2-40B4-BE49-F238E27FC236}">
                  <a16:creationId xmlns:a16="http://schemas.microsoft.com/office/drawing/2014/main" id="{EF8A86D3-9990-EF74-6119-377CC21CFB3E}"/>
                </a:ext>
              </a:extLst>
            </p:cNvPr>
            <p:cNvSpPr/>
            <p:nvPr/>
          </p:nvSpPr>
          <p:spPr>
            <a:xfrm>
              <a:off x="5195569" y="250571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2">
              <a:extLst>
                <a:ext uri="{FF2B5EF4-FFF2-40B4-BE49-F238E27FC236}">
                  <a16:creationId xmlns:a16="http://schemas.microsoft.com/office/drawing/2014/main" id="{16F34291-BB11-EDA8-AAD6-03257CD09C9B}"/>
                </a:ext>
              </a:extLst>
            </p:cNvPr>
            <p:cNvSpPr/>
            <p:nvPr/>
          </p:nvSpPr>
          <p:spPr>
            <a:xfrm>
              <a:off x="5195569" y="250825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3">
              <a:extLst>
                <a:ext uri="{FF2B5EF4-FFF2-40B4-BE49-F238E27FC236}">
                  <a16:creationId xmlns:a16="http://schemas.microsoft.com/office/drawing/2014/main" id="{64C0FDFD-72E7-B1E1-ACB4-406304767025}"/>
                </a:ext>
              </a:extLst>
            </p:cNvPr>
            <p:cNvSpPr/>
            <p:nvPr/>
          </p:nvSpPr>
          <p:spPr>
            <a:xfrm>
              <a:off x="5195569" y="25120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4">
              <a:extLst>
                <a:ext uri="{FF2B5EF4-FFF2-40B4-BE49-F238E27FC236}">
                  <a16:creationId xmlns:a16="http://schemas.microsoft.com/office/drawing/2014/main" id="{3AD18989-25D0-BD20-42F3-E83E8F1B2CC0}"/>
                </a:ext>
              </a:extLst>
            </p:cNvPr>
            <p:cNvSpPr/>
            <p:nvPr/>
          </p:nvSpPr>
          <p:spPr>
            <a:xfrm>
              <a:off x="5195569" y="25158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5">
              <a:extLst>
                <a:ext uri="{FF2B5EF4-FFF2-40B4-BE49-F238E27FC236}">
                  <a16:creationId xmlns:a16="http://schemas.microsoft.com/office/drawing/2014/main" id="{64614486-E699-40D6-5B52-38436AE338FE}"/>
                </a:ext>
              </a:extLst>
            </p:cNvPr>
            <p:cNvSpPr/>
            <p:nvPr/>
          </p:nvSpPr>
          <p:spPr>
            <a:xfrm>
              <a:off x="5195569" y="25196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86">
              <a:extLst>
                <a:ext uri="{FF2B5EF4-FFF2-40B4-BE49-F238E27FC236}">
                  <a16:creationId xmlns:a16="http://schemas.microsoft.com/office/drawing/2014/main" id="{0E2E0B37-CD03-ED4F-5C07-F48F0CB7CB0D}"/>
                </a:ext>
              </a:extLst>
            </p:cNvPr>
            <p:cNvSpPr/>
            <p:nvPr/>
          </p:nvSpPr>
          <p:spPr>
            <a:xfrm>
              <a:off x="5195569" y="252349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87">
              <a:extLst>
                <a:ext uri="{FF2B5EF4-FFF2-40B4-BE49-F238E27FC236}">
                  <a16:creationId xmlns:a16="http://schemas.microsoft.com/office/drawing/2014/main" id="{019A2EF6-95C5-0416-5DEA-6A0F968146CB}"/>
                </a:ext>
              </a:extLst>
            </p:cNvPr>
            <p:cNvSpPr/>
            <p:nvPr/>
          </p:nvSpPr>
          <p:spPr>
            <a:xfrm>
              <a:off x="5195569" y="252730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88">
              <a:extLst>
                <a:ext uri="{FF2B5EF4-FFF2-40B4-BE49-F238E27FC236}">
                  <a16:creationId xmlns:a16="http://schemas.microsoft.com/office/drawing/2014/main" id="{1E603B91-09FB-9A5F-2168-72BEDFEBAD35}"/>
                </a:ext>
              </a:extLst>
            </p:cNvPr>
            <p:cNvSpPr/>
            <p:nvPr/>
          </p:nvSpPr>
          <p:spPr>
            <a:xfrm>
              <a:off x="5195569" y="252984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89">
              <a:extLst>
                <a:ext uri="{FF2B5EF4-FFF2-40B4-BE49-F238E27FC236}">
                  <a16:creationId xmlns:a16="http://schemas.microsoft.com/office/drawing/2014/main" id="{23BF2674-C31E-E440-FA59-68E7A38F1A6F}"/>
                </a:ext>
              </a:extLst>
            </p:cNvPr>
            <p:cNvSpPr/>
            <p:nvPr/>
          </p:nvSpPr>
          <p:spPr>
            <a:xfrm>
              <a:off x="5195569" y="253365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0">
              <a:extLst>
                <a:ext uri="{FF2B5EF4-FFF2-40B4-BE49-F238E27FC236}">
                  <a16:creationId xmlns:a16="http://schemas.microsoft.com/office/drawing/2014/main" id="{A1FF2529-046D-9792-AF4C-7451E73FE358}"/>
                </a:ext>
              </a:extLst>
            </p:cNvPr>
            <p:cNvSpPr/>
            <p:nvPr/>
          </p:nvSpPr>
          <p:spPr>
            <a:xfrm>
              <a:off x="5195569" y="25374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1">
              <a:extLst>
                <a:ext uri="{FF2B5EF4-FFF2-40B4-BE49-F238E27FC236}">
                  <a16:creationId xmlns:a16="http://schemas.microsoft.com/office/drawing/2014/main" id="{236EF0EC-6805-1489-D11F-5669B6AD14BB}"/>
                </a:ext>
              </a:extLst>
            </p:cNvPr>
            <p:cNvSpPr/>
            <p:nvPr/>
          </p:nvSpPr>
          <p:spPr>
            <a:xfrm>
              <a:off x="5195569" y="25412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2">
              <a:extLst>
                <a:ext uri="{FF2B5EF4-FFF2-40B4-BE49-F238E27FC236}">
                  <a16:creationId xmlns:a16="http://schemas.microsoft.com/office/drawing/2014/main" id="{56FE83D3-A680-B457-7475-D85D6646FB23}"/>
                </a:ext>
              </a:extLst>
            </p:cNvPr>
            <p:cNvSpPr/>
            <p:nvPr/>
          </p:nvSpPr>
          <p:spPr>
            <a:xfrm>
              <a:off x="5195569" y="25450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3">
              <a:extLst>
                <a:ext uri="{FF2B5EF4-FFF2-40B4-BE49-F238E27FC236}">
                  <a16:creationId xmlns:a16="http://schemas.microsoft.com/office/drawing/2014/main" id="{1FCFAF12-9D3A-E359-2B1F-5F68E9EE7690}"/>
                </a:ext>
              </a:extLst>
            </p:cNvPr>
            <p:cNvSpPr/>
            <p:nvPr/>
          </p:nvSpPr>
          <p:spPr>
            <a:xfrm>
              <a:off x="5195569" y="254889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4">
              <a:extLst>
                <a:ext uri="{FF2B5EF4-FFF2-40B4-BE49-F238E27FC236}">
                  <a16:creationId xmlns:a16="http://schemas.microsoft.com/office/drawing/2014/main" id="{B6BFFEFC-3DD6-DCDC-2F30-B4D80E789F76}"/>
                </a:ext>
              </a:extLst>
            </p:cNvPr>
            <p:cNvSpPr/>
            <p:nvPr/>
          </p:nvSpPr>
          <p:spPr>
            <a:xfrm>
              <a:off x="5195569" y="255143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5">
              <a:extLst>
                <a:ext uri="{FF2B5EF4-FFF2-40B4-BE49-F238E27FC236}">
                  <a16:creationId xmlns:a16="http://schemas.microsoft.com/office/drawing/2014/main" id="{B23690AD-1836-6922-534E-78D8705C9002}"/>
                </a:ext>
              </a:extLst>
            </p:cNvPr>
            <p:cNvSpPr/>
            <p:nvPr/>
          </p:nvSpPr>
          <p:spPr>
            <a:xfrm>
              <a:off x="5195569" y="255524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996">
              <a:extLst>
                <a:ext uri="{FF2B5EF4-FFF2-40B4-BE49-F238E27FC236}">
                  <a16:creationId xmlns:a16="http://schemas.microsoft.com/office/drawing/2014/main" id="{26B83051-1995-EA53-553F-52E56407A322}"/>
                </a:ext>
              </a:extLst>
            </p:cNvPr>
            <p:cNvSpPr/>
            <p:nvPr/>
          </p:nvSpPr>
          <p:spPr>
            <a:xfrm>
              <a:off x="5195569" y="2473960"/>
              <a:ext cx="119380" cy="85090"/>
            </a:xfrm>
            <a:custGeom>
              <a:avLst/>
              <a:gdLst/>
              <a:ahLst/>
              <a:cxnLst/>
              <a:rect l="l" t="t" r="r" b="b"/>
              <a:pathLst>
                <a:path w="119379" h="85089">
                  <a:moveTo>
                    <a:pt x="59689" y="85089"/>
                  </a:moveTo>
                  <a:lnTo>
                    <a:pt x="0" y="85089"/>
                  </a:lnTo>
                  <a:lnTo>
                    <a:pt x="0" y="0"/>
                  </a:lnTo>
                  <a:lnTo>
                    <a:pt x="119379" y="0"/>
                  </a:lnTo>
                  <a:lnTo>
                    <a:pt x="119379" y="85089"/>
                  </a:lnTo>
                  <a:lnTo>
                    <a:pt x="59689" y="85089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997">
              <a:extLst>
                <a:ext uri="{FF2B5EF4-FFF2-40B4-BE49-F238E27FC236}">
                  <a16:creationId xmlns:a16="http://schemas.microsoft.com/office/drawing/2014/main" id="{E6F8C7A9-8F06-FACF-860D-351433AA97D8}"/>
                </a:ext>
              </a:extLst>
            </p:cNvPr>
            <p:cNvSpPr/>
            <p:nvPr/>
          </p:nvSpPr>
          <p:spPr>
            <a:xfrm>
              <a:off x="4973320" y="2557779"/>
              <a:ext cx="339090" cy="2540"/>
            </a:xfrm>
            <a:custGeom>
              <a:avLst/>
              <a:gdLst/>
              <a:ahLst/>
              <a:cxnLst/>
              <a:rect l="l" t="t" r="r" b="b"/>
              <a:pathLst>
                <a:path w="339089" h="2539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998">
              <a:extLst>
                <a:ext uri="{FF2B5EF4-FFF2-40B4-BE49-F238E27FC236}">
                  <a16:creationId xmlns:a16="http://schemas.microsoft.com/office/drawing/2014/main" id="{2C288E8B-C525-0215-2840-89F3F077DF0E}"/>
                </a:ext>
              </a:extLst>
            </p:cNvPr>
            <p:cNvSpPr/>
            <p:nvPr/>
          </p:nvSpPr>
          <p:spPr>
            <a:xfrm>
              <a:off x="4970780" y="2560319"/>
              <a:ext cx="344170" cy="3810"/>
            </a:xfrm>
            <a:custGeom>
              <a:avLst/>
              <a:gdLst/>
              <a:ahLst/>
              <a:cxnLst/>
              <a:rect l="l" t="t" r="r" b="b"/>
              <a:pathLst>
                <a:path w="344170" h="3810">
                  <a:moveTo>
                    <a:pt x="344170" y="2540"/>
                  </a:moveTo>
                  <a:lnTo>
                    <a:pt x="342900" y="2540"/>
                  </a:lnTo>
                  <a:lnTo>
                    <a:pt x="34290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4170" y="3810"/>
                  </a:lnTo>
                  <a:lnTo>
                    <a:pt x="34417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999">
              <a:extLst>
                <a:ext uri="{FF2B5EF4-FFF2-40B4-BE49-F238E27FC236}">
                  <a16:creationId xmlns:a16="http://schemas.microsoft.com/office/drawing/2014/main" id="{4724350B-0863-7EFD-1880-04152845D048}"/>
                </a:ext>
              </a:extLst>
            </p:cNvPr>
            <p:cNvSpPr/>
            <p:nvPr/>
          </p:nvSpPr>
          <p:spPr>
            <a:xfrm>
              <a:off x="4968240" y="256412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50520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0">
              <a:extLst>
                <a:ext uri="{FF2B5EF4-FFF2-40B4-BE49-F238E27FC236}">
                  <a16:creationId xmlns:a16="http://schemas.microsoft.com/office/drawing/2014/main" id="{237DF04E-69CB-0139-8FCD-225EC1E74021}"/>
                </a:ext>
              </a:extLst>
            </p:cNvPr>
            <p:cNvSpPr/>
            <p:nvPr/>
          </p:nvSpPr>
          <p:spPr>
            <a:xfrm>
              <a:off x="4964430" y="2567939"/>
              <a:ext cx="356870" cy="3810"/>
            </a:xfrm>
            <a:custGeom>
              <a:avLst/>
              <a:gdLst/>
              <a:ahLst/>
              <a:cxnLst/>
              <a:rect l="l" t="t" r="r" b="b"/>
              <a:pathLst>
                <a:path w="356870" h="3810">
                  <a:moveTo>
                    <a:pt x="356870" y="2540"/>
                  </a:moveTo>
                  <a:lnTo>
                    <a:pt x="355600" y="2540"/>
                  </a:lnTo>
                  <a:lnTo>
                    <a:pt x="355600" y="1270"/>
                  </a:lnTo>
                  <a:lnTo>
                    <a:pt x="354330" y="1270"/>
                  </a:lnTo>
                  <a:lnTo>
                    <a:pt x="3543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6870" y="3810"/>
                  </a:lnTo>
                  <a:lnTo>
                    <a:pt x="3568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1">
              <a:extLst>
                <a:ext uri="{FF2B5EF4-FFF2-40B4-BE49-F238E27FC236}">
                  <a16:creationId xmlns:a16="http://schemas.microsoft.com/office/drawing/2014/main" id="{BA7B1B43-D78F-4CF6-EA00-B3B79E61C3E4}"/>
                </a:ext>
              </a:extLst>
            </p:cNvPr>
            <p:cNvSpPr/>
            <p:nvPr/>
          </p:nvSpPr>
          <p:spPr>
            <a:xfrm>
              <a:off x="4961890" y="257174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1270"/>
                  </a:moveTo>
                  <a:lnTo>
                    <a:pt x="360680" y="1270"/>
                  </a:lnTo>
                  <a:lnTo>
                    <a:pt x="3606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lnTo>
                    <a:pt x="361950" y="127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2">
              <a:extLst>
                <a:ext uri="{FF2B5EF4-FFF2-40B4-BE49-F238E27FC236}">
                  <a16:creationId xmlns:a16="http://schemas.microsoft.com/office/drawing/2014/main" id="{48F28C8A-094F-8546-333F-FF48F8822CFF}"/>
                </a:ext>
              </a:extLst>
            </p:cNvPr>
            <p:cNvSpPr/>
            <p:nvPr/>
          </p:nvSpPr>
          <p:spPr>
            <a:xfrm>
              <a:off x="4958080" y="2575559"/>
              <a:ext cx="369570" cy="3810"/>
            </a:xfrm>
            <a:custGeom>
              <a:avLst/>
              <a:gdLst/>
              <a:ahLst/>
              <a:cxnLst/>
              <a:rect l="l" t="t" r="r" b="b"/>
              <a:pathLst>
                <a:path w="369570" h="3810">
                  <a:moveTo>
                    <a:pt x="369570" y="2540"/>
                  </a:moveTo>
                  <a:lnTo>
                    <a:pt x="368300" y="2540"/>
                  </a:lnTo>
                  <a:lnTo>
                    <a:pt x="368300" y="1270"/>
                  </a:lnTo>
                  <a:lnTo>
                    <a:pt x="367030" y="1270"/>
                  </a:lnTo>
                  <a:lnTo>
                    <a:pt x="3670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9570" y="3810"/>
                  </a:lnTo>
                  <a:lnTo>
                    <a:pt x="36957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3">
              <a:extLst>
                <a:ext uri="{FF2B5EF4-FFF2-40B4-BE49-F238E27FC236}">
                  <a16:creationId xmlns:a16="http://schemas.microsoft.com/office/drawing/2014/main" id="{4ED73EED-E0AB-8BC0-CA6D-E074D7A7C1D5}"/>
                </a:ext>
              </a:extLst>
            </p:cNvPr>
            <p:cNvSpPr/>
            <p:nvPr/>
          </p:nvSpPr>
          <p:spPr>
            <a:xfrm>
              <a:off x="4955540" y="2579369"/>
              <a:ext cx="374650" cy="3810"/>
            </a:xfrm>
            <a:custGeom>
              <a:avLst/>
              <a:gdLst/>
              <a:ahLst/>
              <a:cxnLst/>
              <a:rect l="l" t="t" r="r" b="b"/>
              <a:pathLst>
                <a:path w="374650" h="3810">
                  <a:moveTo>
                    <a:pt x="374650" y="2540"/>
                  </a:moveTo>
                  <a:lnTo>
                    <a:pt x="373380" y="2540"/>
                  </a:lnTo>
                  <a:lnTo>
                    <a:pt x="373380" y="1270"/>
                  </a:lnTo>
                  <a:lnTo>
                    <a:pt x="37336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4650" y="3810"/>
                  </a:lnTo>
                  <a:lnTo>
                    <a:pt x="3746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4">
              <a:extLst>
                <a:ext uri="{FF2B5EF4-FFF2-40B4-BE49-F238E27FC236}">
                  <a16:creationId xmlns:a16="http://schemas.microsoft.com/office/drawing/2014/main" id="{52EB3745-E5E7-6618-92DD-439166E83932}"/>
                </a:ext>
              </a:extLst>
            </p:cNvPr>
            <p:cNvSpPr/>
            <p:nvPr/>
          </p:nvSpPr>
          <p:spPr>
            <a:xfrm>
              <a:off x="4953000" y="258317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81000" y="2540"/>
                  </a:moveTo>
                  <a:lnTo>
                    <a:pt x="379730" y="2540"/>
                  </a:lnTo>
                  <a:lnTo>
                    <a:pt x="379730" y="1270"/>
                  </a:lnTo>
                  <a:lnTo>
                    <a:pt x="378460" y="1270"/>
                  </a:lnTo>
                  <a:lnTo>
                    <a:pt x="3784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4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5">
              <a:extLst>
                <a:ext uri="{FF2B5EF4-FFF2-40B4-BE49-F238E27FC236}">
                  <a16:creationId xmlns:a16="http://schemas.microsoft.com/office/drawing/2014/main" id="{11E032A9-864A-9356-E395-90F5DB622783}"/>
                </a:ext>
              </a:extLst>
            </p:cNvPr>
            <p:cNvSpPr/>
            <p:nvPr/>
          </p:nvSpPr>
          <p:spPr>
            <a:xfrm>
              <a:off x="4949190" y="2586989"/>
              <a:ext cx="387350" cy="3810"/>
            </a:xfrm>
            <a:custGeom>
              <a:avLst/>
              <a:gdLst/>
              <a:ahLst/>
              <a:cxnLst/>
              <a:rect l="l" t="t" r="r" b="b"/>
              <a:pathLst>
                <a:path w="387350" h="3810">
                  <a:moveTo>
                    <a:pt x="387350" y="2540"/>
                  </a:moveTo>
                  <a:lnTo>
                    <a:pt x="386080" y="2540"/>
                  </a:lnTo>
                  <a:lnTo>
                    <a:pt x="386080" y="1270"/>
                  </a:lnTo>
                  <a:lnTo>
                    <a:pt x="38606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7350" y="3810"/>
                  </a:lnTo>
                  <a:lnTo>
                    <a:pt x="38735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06">
              <a:extLst>
                <a:ext uri="{FF2B5EF4-FFF2-40B4-BE49-F238E27FC236}">
                  <a16:creationId xmlns:a16="http://schemas.microsoft.com/office/drawing/2014/main" id="{8F9932AC-3F70-B071-096F-AD218A0B60CD}"/>
                </a:ext>
              </a:extLst>
            </p:cNvPr>
            <p:cNvSpPr/>
            <p:nvPr/>
          </p:nvSpPr>
          <p:spPr>
            <a:xfrm>
              <a:off x="4946650" y="259079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70"/>
                  </a:lnTo>
                  <a:lnTo>
                    <a:pt x="391160" y="1270"/>
                  </a:lnTo>
                  <a:lnTo>
                    <a:pt x="3911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07">
              <a:extLst>
                <a:ext uri="{FF2B5EF4-FFF2-40B4-BE49-F238E27FC236}">
                  <a16:creationId xmlns:a16="http://schemas.microsoft.com/office/drawing/2014/main" id="{05160485-6DF4-C5FC-9945-F03FADD4FDFF}"/>
                </a:ext>
              </a:extLst>
            </p:cNvPr>
            <p:cNvSpPr/>
            <p:nvPr/>
          </p:nvSpPr>
          <p:spPr>
            <a:xfrm>
              <a:off x="4944110" y="259460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80" y="2540"/>
                  </a:moveTo>
                  <a:lnTo>
                    <a:pt x="397497" y="2540"/>
                  </a:lnTo>
                  <a:lnTo>
                    <a:pt x="397497" y="1270"/>
                  </a:lnTo>
                  <a:lnTo>
                    <a:pt x="396240" y="1270"/>
                  </a:lnTo>
                  <a:lnTo>
                    <a:pt x="396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80" y="3810"/>
                  </a:lnTo>
                  <a:lnTo>
                    <a:pt x="398780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08">
              <a:extLst>
                <a:ext uri="{FF2B5EF4-FFF2-40B4-BE49-F238E27FC236}">
                  <a16:creationId xmlns:a16="http://schemas.microsoft.com/office/drawing/2014/main" id="{660FE7BD-375E-EE3A-935E-E0319398EF72}"/>
                </a:ext>
              </a:extLst>
            </p:cNvPr>
            <p:cNvSpPr/>
            <p:nvPr/>
          </p:nvSpPr>
          <p:spPr>
            <a:xfrm>
              <a:off x="4940300" y="2598419"/>
              <a:ext cx="405130" cy="3810"/>
            </a:xfrm>
            <a:custGeom>
              <a:avLst/>
              <a:gdLst/>
              <a:ahLst/>
              <a:cxnLst/>
              <a:rect l="l" t="t" r="r" b="b"/>
              <a:pathLst>
                <a:path w="405129" h="3810">
                  <a:moveTo>
                    <a:pt x="405130" y="1270"/>
                  </a:moveTo>
                  <a:lnTo>
                    <a:pt x="403860" y="1270"/>
                  </a:lnTo>
                  <a:lnTo>
                    <a:pt x="4038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05130" y="3810"/>
                  </a:lnTo>
                  <a:lnTo>
                    <a:pt x="405130" y="2540"/>
                  </a:lnTo>
                  <a:lnTo>
                    <a:pt x="405130" y="127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09">
              <a:extLst>
                <a:ext uri="{FF2B5EF4-FFF2-40B4-BE49-F238E27FC236}">
                  <a16:creationId xmlns:a16="http://schemas.microsoft.com/office/drawing/2014/main" id="{F419712C-3223-5A93-AAB9-EB2FFEE117DD}"/>
                </a:ext>
              </a:extLst>
            </p:cNvPr>
            <p:cNvSpPr/>
            <p:nvPr/>
          </p:nvSpPr>
          <p:spPr>
            <a:xfrm>
              <a:off x="4937760" y="260222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1480" y="2540"/>
                  </a:moveTo>
                  <a:lnTo>
                    <a:pt x="410197" y="2540"/>
                  </a:lnTo>
                  <a:lnTo>
                    <a:pt x="410197" y="1270"/>
                  </a:ln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1480" y="3810"/>
                  </a:lnTo>
                  <a:lnTo>
                    <a:pt x="411480" y="254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0">
              <a:extLst>
                <a:ext uri="{FF2B5EF4-FFF2-40B4-BE49-F238E27FC236}">
                  <a16:creationId xmlns:a16="http://schemas.microsoft.com/office/drawing/2014/main" id="{2C9457F3-78DA-A9E2-B3EA-FB3E688B6564}"/>
                </a:ext>
              </a:extLst>
            </p:cNvPr>
            <p:cNvSpPr/>
            <p:nvPr/>
          </p:nvSpPr>
          <p:spPr>
            <a:xfrm>
              <a:off x="4935220" y="260603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60" h="3810">
                  <a:moveTo>
                    <a:pt x="416560" y="2540"/>
                  </a:moveTo>
                  <a:lnTo>
                    <a:pt x="415290" y="2540"/>
                  </a:lnTo>
                  <a:lnTo>
                    <a:pt x="415290" y="127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1">
              <a:extLst>
                <a:ext uri="{FF2B5EF4-FFF2-40B4-BE49-F238E27FC236}">
                  <a16:creationId xmlns:a16="http://schemas.microsoft.com/office/drawing/2014/main" id="{F1EAABCC-951A-811E-6412-D7BE43F86A03}"/>
                </a:ext>
              </a:extLst>
            </p:cNvPr>
            <p:cNvSpPr/>
            <p:nvPr/>
          </p:nvSpPr>
          <p:spPr>
            <a:xfrm>
              <a:off x="4931410" y="260984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4180" y="2540"/>
                  </a:moveTo>
                  <a:lnTo>
                    <a:pt x="422897" y="2540"/>
                  </a:lnTo>
                  <a:lnTo>
                    <a:pt x="422897" y="1270"/>
                  </a:lnTo>
                  <a:lnTo>
                    <a:pt x="421640" y="1270"/>
                  </a:lnTo>
                  <a:lnTo>
                    <a:pt x="4216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80" y="3810"/>
                  </a:lnTo>
                  <a:lnTo>
                    <a:pt x="424180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2">
              <a:extLst>
                <a:ext uri="{FF2B5EF4-FFF2-40B4-BE49-F238E27FC236}">
                  <a16:creationId xmlns:a16="http://schemas.microsoft.com/office/drawing/2014/main" id="{3DF49920-B5BB-044B-48D0-A20FEBC5F6D9}"/>
                </a:ext>
              </a:extLst>
            </p:cNvPr>
            <p:cNvSpPr/>
            <p:nvPr/>
          </p:nvSpPr>
          <p:spPr>
            <a:xfrm>
              <a:off x="4928870" y="2613659"/>
              <a:ext cx="429259" cy="3810"/>
            </a:xfrm>
            <a:custGeom>
              <a:avLst/>
              <a:gdLst/>
              <a:ahLst/>
              <a:cxnLst/>
              <a:rect l="l" t="t" r="r" b="b"/>
              <a:pathLst>
                <a:path w="429260" h="3810">
                  <a:moveTo>
                    <a:pt x="429260" y="2540"/>
                  </a:moveTo>
                  <a:lnTo>
                    <a:pt x="427990" y="2540"/>
                  </a:lnTo>
                  <a:lnTo>
                    <a:pt x="427990" y="1270"/>
                  </a:lnTo>
                  <a:lnTo>
                    <a:pt x="426720" y="1270"/>
                  </a:lnTo>
                  <a:lnTo>
                    <a:pt x="4267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9260" y="3810"/>
                  </a:lnTo>
                  <a:lnTo>
                    <a:pt x="429260" y="254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3">
              <a:extLst>
                <a:ext uri="{FF2B5EF4-FFF2-40B4-BE49-F238E27FC236}">
                  <a16:creationId xmlns:a16="http://schemas.microsoft.com/office/drawing/2014/main" id="{E6D1BD12-1CAA-06B5-F74E-AB065E97F464}"/>
                </a:ext>
              </a:extLst>
            </p:cNvPr>
            <p:cNvSpPr/>
            <p:nvPr/>
          </p:nvSpPr>
          <p:spPr>
            <a:xfrm>
              <a:off x="4928869" y="2557780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89" h="58419">
                  <a:moveTo>
                    <a:pt x="0" y="58420"/>
                  </a:moveTo>
                  <a:lnTo>
                    <a:pt x="45719" y="0"/>
                  </a:lnTo>
                  <a:lnTo>
                    <a:pt x="381000" y="0"/>
                  </a:lnTo>
                  <a:lnTo>
                    <a:pt x="427989" y="58420"/>
                  </a:lnTo>
                  <a:lnTo>
                    <a:pt x="0" y="584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4">
              <a:extLst>
                <a:ext uri="{FF2B5EF4-FFF2-40B4-BE49-F238E27FC236}">
                  <a16:creationId xmlns:a16="http://schemas.microsoft.com/office/drawing/2014/main" id="{844B9FD8-2FF0-4096-52B7-D941B91CB0AF}"/>
                </a:ext>
              </a:extLst>
            </p:cNvPr>
            <p:cNvSpPr/>
            <p:nvPr/>
          </p:nvSpPr>
          <p:spPr>
            <a:xfrm>
              <a:off x="4927600" y="261492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5">
              <a:extLst>
                <a:ext uri="{FF2B5EF4-FFF2-40B4-BE49-F238E27FC236}">
                  <a16:creationId xmlns:a16="http://schemas.microsoft.com/office/drawing/2014/main" id="{8E3CCF82-B5D6-5488-2F1B-50C4904A4239}"/>
                </a:ext>
              </a:extLst>
            </p:cNvPr>
            <p:cNvSpPr/>
            <p:nvPr/>
          </p:nvSpPr>
          <p:spPr>
            <a:xfrm>
              <a:off x="4927599" y="261874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16">
              <a:extLst>
                <a:ext uri="{FF2B5EF4-FFF2-40B4-BE49-F238E27FC236}">
                  <a16:creationId xmlns:a16="http://schemas.microsoft.com/office/drawing/2014/main" id="{8D15F7F4-F708-BC3B-1A27-54E6EC0FF7C6}"/>
                </a:ext>
              </a:extLst>
            </p:cNvPr>
            <p:cNvSpPr/>
            <p:nvPr/>
          </p:nvSpPr>
          <p:spPr>
            <a:xfrm>
              <a:off x="4927599" y="262255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17">
              <a:extLst>
                <a:ext uri="{FF2B5EF4-FFF2-40B4-BE49-F238E27FC236}">
                  <a16:creationId xmlns:a16="http://schemas.microsoft.com/office/drawing/2014/main" id="{91E46EF5-6C1D-5BF3-0633-C4B50BF4AAF0}"/>
                </a:ext>
              </a:extLst>
            </p:cNvPr>
            <p:cNvSpPr/>
            <p:nvPr/>
          </p:nvSpPr>
          <p:spPr>
            <a:xfrm>
              <a:off x="4927599" y="262636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29" y="381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18">
              <a:extLst>
                <a:ext uri="{FF2B5EF4-FFF2-40B4-BE49-F238E27FC236}">
                  <a16:creationId xmlns:a16="http://schemas.microsoft.com/office/drawing/2014/main" id="{6E224540-EF6C-DA07-6C51-CB74734C461E}"/>
                </a:ext>
              </a:extLst>
            </p:cNvPr>
            <p:cNvSpPr/>
            <p:nvPr/>
          </p:nvSpPr>
          <p:spPr>
            <a:xfrm>
              <a:off x="4927599" y="263017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29" y="3809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19">
              <a:extLst>
                <a:ext uri="{FF2B5EF4-FFF2-40B4-BE49-F238E27FC236}">
                  <a16:creationId xmlns:a16="http://schemas.microsoft.com/office/drawing/2014/main" id="{C1B71C65-A93F-2EC9-9D94-4CA72A9AA8A6}"/>
                </a:ext>
              </a:extLst>
            </p:cNvPr>
            <p:cNvSpPr/>
            <p:nvPr/>
          </p:nvSpPr>
          <p:spPr>
            <a:xfrm>
              <a:off x="4927599" y="2633980"/>
              <a:ext cx="430530" cy="2540"/>
            </a:xfrm>
            <a:custGeom>
              <a:avLst/>
              <a:gdLst/>
              <a:ahLst/>
              <a:cxnLst/>
              <a:rect l="l" t="t" r="r" b="b"/>
              <a:pathLst>
                <a:path w="430529" h="2539">
                  <a:moveTo>
                    <a:pt x="43052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30529" y="2540"/>
                  </a:lnTo>
                  <a:lnTo>
                    <a:pt x="430529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0">
              <a:extLst>
                <a:ext uri="{FF2B5EF4-FFF2-40B4-BE49-F238E27FC236}">
                  <a16:creationId xmlns:a16="http://schemas.microsoft.com/office/drawing/2014/main" id="{1D91A96B-33F0-2F17-7ED5-42B1B0BDCA3F}"/>
                </a:ext>
              </a:extLst>
            </p:cNvPr>
            <p:cNvSpPr/>
            <p:nvPr/>
          </p:nvSpPr>
          <p:spPr>
            <a:xfrm>
              <a:off x="4928869" y="2616200"/>
              <a:ext cx="429259" cy="20320"/>
            </a:xfrm>
            <a:custGeom>
              <a:avLst/>
              <a:gdLst/>
              <a:ahLst/>
              <a:cxnLst/>
              <a:rect l="l" t="t" r="r" b="b"/>
              <a:pathLst>
                <a:path w="429260" h="20319">
                  <a:moveTo>
                    <a:pt x="214629" y="20320"/>
                  </a:moveTo>
                  <a:lnTo>
                    <a:pt x="0" y="20320"/>
                  </a:lnTo>
                  <a:lnTo>
                    <a:pt x="0" y="0"/>
                  </a:lnTo>
                  <a:lnTo>
                    <a:pt x="429259" y="0"/>
                  </a:lnTo>
                  <a:lnTo>
                    <a:pt x="429259" y="20320"/>
                  </a:lnTo>
                  <a:lnTo>
                    <a:pt x="214629" y="203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5" name="object 1021">
              <a:extLst>
                <a:ext uri="{FF2B5EF4-FFF2-40B4-BE49-F238E27FC236}">
                  <a16:creationId xmlns:a16="http://schemas.microsoft.com/office/drawing/2014/main" id="{55461FE1-66B6-2E79-1D93-DC0608898698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8089" y="2392680"/>
              <a:ext cx="204470" cy="59689"/>
            </a:xfrm>
            <a:prstGeom prst="rect">
              <a:avLst/>
            </a:prstGeom>
          </p:spPr>
        </p:pic>
        <p:sp>
          <p:nvSpPr>
            <p:cNvPr id="1026" name="object 1022">
              <a:extLst>
                <a:ext uri="{FF2B5EF4-FFF2-40B4-BE49-F238E27FC236}">
                  <a16:creationId xmlns:a16="http://schemas.microsoft.com/office/drawing/2014/main" id="{2054E252-122E-D4F6-4378-74620ACDBFA0}"/>
                </a:ext>
              </a:extLst>
            </p:cNvPr>
            <p:cNvSpPr/>
            <p:nvPr/>
          </p:nvSpPr>
          <p:spPr>
            <a:xfrm>
              <a:off x="5038089" y="2392680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19">
                  <a:moveTo>
                    <a:pt x="203200" y="45720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60" y="40640"/>
                  </a:lnTo>
                  <a:lnTo>
                    <a:pt x="151130" y="22860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60" y="0"/>
                  </a:lnTo>
                  <a:lnTo>
                    <a:pt x="143172" y="0"/>
                  </a:lnTo>
                  <a:lnTo>
                    <a:pt x="15239" y="0"/>
                  </a:lnTo>
                  <a:lnTo>
                    <a:pt x="37266" y="13215"/>
                  </a:lnTo>
                  <a:lnTo>
                    <a:pt x="48577" y="20002"/>
                  </a:lnTo>
                  <a:lnTo>
                    <a:pt x="52744" y="22502"/>
                  </a:lnTo>
                  <a:lnTo>
                    <a:pt x="53339" y="22860"/>
                  </a:lnTo>
                  <a:lnTo>
                    <a:pt x="53339" y="40640"/>
                  </a:lnTo>
                  <a:lnTo>
                    <a:pt x="31611" y="41612"/>
                  </a:lnTo>
                  <a:lnTo>
                    <a:pt x="14763" y="42703"/>
                  </a:lnTo>
                  <a:lnTo>
                    <a:pt x="3869" y="44033"/>
                  </a:lnTo>
                  <a:lnTo>
                    <a:pt x="0" y="45720"/>
                  </a:lnTo>
                  <a:lnTo>
                    <a:pt x="0" y="58420"/>
                  </a:lnTo>
                  <a:lnTo>
                    <a:pt x="54332" y="58420"/>
                  </a:lnTo>
                  <a:lnTo>
                    <a:pt x="82232" y="58420"/>
                  </a:lnTo>
                  <a:lnTo>
                    <a:pt x="92511" y="58420"/>
                  </a:lnTo>
                  <a:lnTo>
                    <a:pt x="93980" y="58420"/>
                  </a:lnTo>
                  <a:lnTo>
                    <a:pt x="110489" y="58420"/>
                  </a:lnTo>
                  <a:lnTo>
                    <a:pt x="164087" y="58420"/>
                  </a:lnTo>
                  <a:lnTo>
                    <a:pt x="191611" y="58420"/>
                  </a:lnTo>
                  <a:lnTo>
                    <a:pt x="201751" y="58420"/>
                  </a:lnTo>
                  <a:lnTo>
                    <a:pt x="203200" y="58420"/>
                  </a:lnTo>
                  <a:lnTo>
                    <a:pt x="203200" y="45720"/>
                  </a:lnTo>
                  <a:lnTo>
                    <a:pt x="203200" y="45720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7" name="object 1023">
              <a:extLst>
                <a:ext uri="{FF2B5EF4-FFF2-40B4-BE49-F238E27FC236}">
                  <a16:creationId xmlns:a16="http://schemas.microsoft.com/office/drawing/2014/main" id="{B1950D33-ECF3-A06A-6AC7-8AF47AD6E9ED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84749" y="2153920"/>
              <a:ext cx="318770" cy="241300"/>
            </a:xfrm>
            <a:prstGeom prst="rect">
              <a:avLst/>
            </a:prstGeom>
          </p:spPr>
        </p:pic>
        <p:sp>
          <p:nvSpPr>
            <p:cNvPr id="1028" name="object 1024">
              <a:extLst>
                <a:ext uri="{FF2B5EF4-FFF2-40B4-BE49-F238E27FC236}">
                  <a16:creationId xmlns:a16="http://schemas.microsoft.com/office/drawing/2014/main" id="{E5A10F53-2101-6747-FE73-B8CBA66203C0}"/>
                </a:ext>
              </a:extLst>
            </p:cNvPr>
            <p:cNvSpPr/>
            <p:nvPr/>
          </p:nvSpPr>
          <p:spPr>
            <a:xfrm>
              <a:off x="4984749" y="2153920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30">
                  <a:moveTo>
                    <a:pt x="317500" y="240029"/>
                  </a:moveTo>
                  <a:lnTo>
                    <a:pt x="0" y="240029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2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5">
              <a:extLst>
                <a:ext uri="{FF2B5EF4-FFF2-40B4-BE49-F238E27FC236}">
                  <a16:creationId xmlns:a16="http://schemas.microsoft.com/office/drawing/2014/main" id="{6ECCBD91-0C5F-1711-2F21-11BA362ED44B}"/>
                </a:ext>
              </a:extLst>
            </p:cNvPr>
            <p:cNvSpPr/>
            <p:nvPr/>
          </p:nvSpPr>
          <p:spPr>
            <a:xfrm>
              <a:off x="5017769" y="2181860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0"/>
                  </a:moveTo>
                  <a:lnTo>
                    <a:pt x="0" y="0"/>
                  </a:lnTo>
                  <a:lnTo>
                    <a:pt x="0" y="182879"/>
                  </a:lnTo>
                  <a:lnTo>
                    <a:pt x="247650" y="182879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26">
              <a:extLst>
                <a:ext uri="{FF2B5EF4-FFF2-40B4-BE49-F238E27FC236}">
                  <a16:creationId xmlns:a16="http://schemas.microsoft.com/office/drawing/2014/main" id="{5C77E82F-96E2-BFE3-B950-CC3AA82BA075}"/>
                </a:ext>
              </a:extLst>
            </p:cNvPr>
            <p:cNvSpPr/>
            <p:nvPr/>
          </p:nvSpPr>
          <p:spPr>
            <a:xfrm>
              <a:off x="5017769" y="2181860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182879"/>
                  </a:moveTo>
                  <a:lnTo>
                    <a:pt x="0" y="182879"/>
                  </a:lnTo>
                  <a:lnTo>
                    <a:pt x="0" y="0"/>
                  </a:lnTo>
                  <a:lnTo>
                    <a:pt x="247650" y="0"/>
                  </a:lnTo>
                  <a:lnTo>
                    <a:pt x="247650" y="18287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27">
              <a:extLst>
                <a:ext uri="{FF2B5EF4-FFF2-40B4-BE49-F238E27FC236}">
                  <a16:creationId xmlns:a16="http://schemas.microsoft.com/office/drawing/2014/main" id="{7E711D81-5A3D-BC9E-EE24-ECE847B8EDF7}"/>
                </a:ext>
              </a:extLst>
            </p:cNvPr>
            <p:cNvSpPr/>
            <p:nvPr/>
          </p:nvSpPr>
          <p:spPr>
            <a:xfrm>
              <a:off x="5017769" y="2184400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0" y="180339"/>
                  </a:lnTo>
                  <a:lnTo>
                    <a:pt x="247650" y="180339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28">
              <a:extLst>
                <a:ext uri="{FF2B5EF4-FFF2-40B4-BE49-F238E27FC236}">
                  <a16:creationId xmlns:a16="http://schemas.microsoft.com/office/drawing/2014/main" id="{0386247E-EEFB-88DC-F2C2-D6A8E41F63BE}"/>
                </a:ext>
              </a:extLst>
            </p:cNvPr>
            <p:cNvSpPr/>
            <p:nvPr/>
          </p:nvSpPr>
          <p:spPr>
            <a:xfrm>
              <a:off x="5017769" y="2184400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247650" y="180339"/>
                  </a:lnTo>
                  <a:lnTo>
                    <a:pt x="0" y="180339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29">
              <a:extLst>
                <a:ext uri="{FF2B5EF4-FFF2-40B4-BE49-F238E27FC236}">
                  <a16:creationId xmlns:a16="http://schemas.microsoft.com/office/drawing/2014/main" id="{2CE561EF-472D-4393-F9C8-80C48E819F38}"/>
                </a:ext>
              </a:extLst>
            </p:cNvPr>
            <p:cNvSpPr/>
            <p:nvPr/>
          </p:nvSpPr>
          <p:spPr>
            <a:xfrm>
              <a:off x="5085079" y="2407920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69">
                  <a:moveTo>
                    <a:pt x="0" y="3809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20" y="13969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70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0">
              <a:extLst>
                <a:ext uri="{FF2B5EF4-FFF2-40B4-BE49-F238E27FC236}">
                  <a16:creationId xmlns:a16="http://schemas.microsoft.com/office/drawing/2014/main" id="{85DCA4D6-5A91-67CD-1574-95A9EB2C74E0}"/>
                </a:ext>
              </a:extLst>
            </p:cNvPr>
            <p:cNvSpPr/>
            <p:nvPr/>
          </p:nvSpPr>
          <p:spPr>
            <a:xfrm>
              <a:off x="512444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0479" y="13970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1">
              <a:extLst>
                <a:ext uri="{FF2B5EF4-FFF2-40B4-BE49-F238E27FC236}">
                  <a16:creationId xmlns:a16="http://schemas.microsoft.com/office/drawing/2014/main" id="{4581D86D-C82C-1EA4-8F29-A7CCC19620F4}"/>
                </a:ext>
              </a:extLst>
            </p:cNvPr>
            <p:cNvSpPr/>
            <p:nvPr/>
          </p:nvSpPr>
          <p:spPr>
            <a:xfrm>
              <a:off x="512444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79" y="13970"/>
                  </a:moveTo>
                  <a:lnTo>
                    <a:pt x="0" y="13970"/>
                  </a:lnTo>
                  <a:lnTo>
                    <a:pt x="0" y="0"/>
                  </a:lnTo>
                  <a:lnTo>
                    <a:pt x="30479" y="0"/>
                  </a:lnTo>
                  <a:lnTo>
                    <a:pt x="30479" y="1397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2">
              <a:extLst>
                <a:ext uri="{FF2B5EF4-FFF2-40B4-BE49-F238E27FC236}">
                  <a16:creationId xmlns:a16="http://schemas.microsoft.com/office/drawing/2014/main" id="{9A3C26A0-843A-0992-F27A-C00A64380A37}"/>
                </a:ext>
              </a:extLst>
            </p:cNvPr>
            <p:cNvSpPr/>
            <p:nvPr/>
          </p:nvSpPr>
          <p:spPr>
            <a:xfrm>
              <a:off x="512444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0" y="13970"/>
                  </a:moveTo>
                  <a:lnTo>
                    <a:pt x="30479" y="13970"/>
                  </a:lnTo>
                  <a:lnTo>
                    <a:pt x="30479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7" name="object 1033">
              <a:extLst>
                <a:ext uri="{FF2B5EF4-FFF2-40B4-BE49-F238E27FC236}">
                  <a16:creationId xmlns:a16="http://schemas.microsoft.com/office/drawing/2014/main" id="{526AEE1F-79D2-883A-3BC4-3F6C1FBE8B7B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690869" y="2465070"/>
              <a:ext cx="373379" cy="110489"/>
            </a:xfrm>
            <a:prstGeom prst="rect">
              <a:avLst/>
            </a:prstGeom>
          </p:spPr>
        </p:pic>
        <p:sp>
          <p:nvSpPr>
            <p:cNvPr id="1038" name="object 1034">
              <a:extLst>
                <a:ext uri="{FF2B5EF4-FFF2-40B4-BE49-F238E27FC236}">
                  <a16:creationId xmlns:a16="http://schemas.microsoft.com/office/drawing/2014/main" id="{42341800-778D-0C37-DB72-FAFC6C14287C}"/>
                </a:ext>
              </a:extLst>
            </p:cNvPr>
            <p:cNvSpPr/>
            <p:nvPr/>
          </p:nvSpPr>
          <p:spPr>
            <a:xfrm>
              <a:off x="5690869" y="2465070"/>
              <a:ext cx="372110" cy="109220"/>
            </a:xfrm>
            <a:custGeom>
              <a:avLst/>
              <a:gdLst/>
              <a:ahLst/>
              <a:cxnLst/>
              <a:rect l="l" t="t" r="r" b="b"/>
              <a:pathLst>
                <a:path w="372110" h="109219">
                  <a:moveTo>
                    <a:pt x="185419" y="109219"/>
                  </a:moveTo>
                  <a:lnTo>
                    <a:pt x="0" y="109219"/>
                  </a:lnTo>
                  <a:lnTo>
                    <a:pt x="0" y="0"/>
                  </a:lnTo>
                  <a:lnTo>
                    <a:pt x="372109" y="0"/>
                  </a:lnTo>
                  <a:lnTo>
                    <a:pt x="372109" y="109219"/>
                  </a:lnTo>
                  <a:lnTo>
                    <a:pt x="185419" y="1092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5">
              <a:extLst>
                <a:ext uri="{FF2B5EF4-FFF2-40B4-BE49-F238E27FC236}">
                  <a16:creationId xmlns:a16="http://schemas.microsoft.com/office/drawing/2014/main" id="{D78FB49F-C75E-77DB-F870-81C5666C34C2}"/>
                </a:ext>
              </a:extLst>
            </p:cNvPr>
            <p:cNvSpPr/>
            <p:nvPr/>
          </p:nvSpPr>
          <p:spPr>
            <a:xfrm>
              <a:off x="5732780" y="2432049"/>
              <a:ext cx="288290" cy="2540"/>
            </a:xfrm>
            <a:custGeom>
              <a:avLst/>
              <a:gdLst/>
              <a:ahLst/>
              <a:cxnLst/>
              <a:rect l="l" t="t" r="r" b="b"/>
              <a:pathLst>
                <a:path w="288289" h="2539">
                  <a:moveTo>
                    <a:pt x="288277" y="1270"/>
                  </a:moveTo>
                  <a:lnTo>
                    <a:pt x="287020" y="1270"/>
                  </a:lnTo>
                  <a:lnTo>
                    <a:pt x="2870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88277" y="2540"/>
                  </a:lnTo>
                  <a:lnTo>
                    <a:pt x="288277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36">
              <a:extLst>
                <a:ext uri="{FF2B5EF4-FFF2-40B4-BE49-F238E27FC236}">
                  <a16:creationId xmlns:a16="http://schemas.microsoft.com/office/drawing/2014/main" id="{5C8AA710-22EC-C995-C0D2-8DB220828BE3}"/>
                </a:ext>
              </a:extLst>
            </p:cNvPr>
            <p:cNvSpPr/>
            <p:nvPr/>
          </p:nvSpPr>
          <p:spPr>
            <a:xfrm>
              <a:off x="5727700" y="2434589"/>
              <a:ext cx="298450" cy="3810"/>
            </a:xfrm>
            <a:custGeom>
              <a:avLst/>
              <a:gdLst/>
              <a:ahLst/>
              <a:cxnLst/>
              <a:rect l="l" t="t" r="r" b="b"/>
              <a:pathLst>
                <a:path w="298450" h="3810">
                  <a:moveTo>
                    <a:pt x="298450" y="2540"/>
                  </a:moveTo>
                  <a:lnTo>
                    <a:pt x="297180" y="2540"/>
                  </a:lnTo>
                  <a:lnTo>
                    <a:pt x="297180" y="1270"/>
                  </a:lnTo>
                  <a:lnTo>
                    <a:pt x="295910" y="1270"/>
                  </a:lnTo>
                  <a:lnTo>
                    <a:pt x="2959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98450" y="3810"/>
                  </a:lnTo>
                  <a:lnTo>
                    <a:pt x="29845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37">
              <a:extLst>
                <a:ext uri="{FF2B5EF4-FFF2-40B4-BE49-F238E27FC236}">
                  <a16:creationId xmlns:a16="http://schemas.microsoft.com/office/drawing/2014/main" id="{3C2931A4-0944-A0C5-08A1-F85EAD1F5FAB}"/>
                </a:ext>
              </a:extLst>
            </p:cNvPr>
            <p:cNvSpPr/>
            <p:nvPr/>
          </p:nvSpPr>
          <p:spPr>
            <a:xfrm>
              <a:off x="5722620" y="2438399"/>
              <a:ext cx="309880" cy="3810"/>
            </a:xfrm>
            <a:custGeom>
              <a:avLst/>
              <a:gdLst/>
              <a:ahLst/>
              <a:cxnLst/>
              <a:rect l="l" t="t" r="r" b="b"/>
              <a:pathLst>
                <a:path w="309879" h="3810">
                  <a:moveTo>
                    <a:pt x="309880" y="2540"/>
                  </a:moveTo>
                  <a:lnTo>
                    <a:pt x="307340" y="2540"/>
                  </a:lnTo>
                  <a:lnTo>
                    <a:pt x="307340" y="1270"/>
                  </a:lnTo>
                  <a:lnTo>
                    <a:pt x="306070" y="1270"/>
                  </a:lnTo>
                  <a:lnTo>
                    <a:pt x="3060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09880" y="3810"/>
                  </a:lnTo>
                  <a:lnTo>
                    <a:pt x="30988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38">
              <a:extLst>
                <a:ext uri="{FF2B5EF4-FFF2-40B4-BE49-F238E27FC236}">
                  <a16:creationId xmlns:a16="http://schemas.microsoft.com/office/drawing/2014/main" id="{20DCA49B-AC04-CC50-E25B-C68847019EE3}"/>
                </a:ext>
              </a:extLst>
            </p:cNvPr>
            <p:cNvSpPr/>
            <p:nvPr/>
          </p:nvSpPr>
          <p:spPr>
            <a:xfrm>
              <a:off x="5717540" y="2442209"/>
              <a:ext cx="320040" cy="3810"/>
            </a:xfrm>
            <a:custGeom>
              <a:avLst/>
              <a:gdLst/>
              <a:ahLst/>
              <a:cxnLst/>
              <a:rect l="l" t="t" r="r" b="b"/>
              <a:pathLst>
                <a:path w="320039" h="3810">
                  <a:moveTo>
                    <a:pt x="320040" y="2540"/>
                  </a:moveTo>
                  <a:lnTo>
                    <a:pt x="317500" y="2540"/>
                  </a:lnTo>
                  <a:lnTo>
                    <a:pt x="317500" y="1270"/>
                  </a:lnTo>
                  <a:lnTo>
                    <a:pt x="316230" y="1270"/>
                  </a:lnTo>
                  <a:lnTo>
                    <a:pt x="3162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20040" y="3810"/>
                  </a:lnTo>
                  <a:lnTo>
                    <a:pt x="32004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39">
              <a:extLst>
                <a:ext uri="{FF2B5EF4-FFF2-40B4-BE49-F238E27FC236}">
                  <a16:creationId xmlns:a16="http://schemas.microsoft.com/office/drawing/2014/main" id="{C3E04E3F-F8FA-7798-04B9-55ED8CF7FB82}"/>
                </a:ext>
              </a:extLst>
            </p:cNvPr>
            <p:cNvSpPr/>
            <p:nvPr/>
          </p:nvSpPr>
          <p:spPr>
            <a:xfrm>
              <a:off x="5712460" y="2446019"/>
              <a:ext cx="330200" cy="3810"/>
            </a:xfrm>
            <a:custGeom>
              <a:avLst/>
              <a:gdLst/>
              <a:ahLst/>
              <a:cxnLst/>
              <a:rect l="l" t="t" r="r" b="b"/>
              <a:pathLst>
                <a:path w="330200" h="3810">
                  <a:moveTo>
                    <a:pt x="330200" y="2540"/>
                  </a:moveTo>
                  <a:lnTo>
                    <a:pt x="328930" y="2540"/>
                  </a:lnTo>
                  <a:lnTo>
                    <a:pt x="328930" y="1270"/>
                  </a:lnTo>
                  <a:lnTo>
                    <a:pt x="326390" y="1270"/>
                  </a:lnTo>
                  <a:lnTo>
                    <a:pt x="3263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30200" y="3810"/>
                  </a:lnTo>
                  <a:lnTo>
                    <a:pt x="330200" y="254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0">
              <a:extLst>
                <a:ext uri="{FF2B5EF4-FFF2-40B4-BE49-F238E27FC236}">
                  <a16:creationId xmlns:a16="http://schemas.microsoft.com/office/drawing/2014/main" id="{CE7815AF-B8A5-FEC0-55C2-D750DF7108BB}"/>
                </a:ext>
              </a:extLst>
            </p:cNvPr>
            <p:cNvSpPr/>
            <p:nvPr/>
          </p:nvSpPr>
          <p:spPr>
            <a:xfrm>
              <a:off x="5707380" y="2449829"/>
              <a:ext cx="340360" cy="3810"/>
            </a:xfrm>
            <a:custGeom>
              <a:avLst/>
              <a:gdLst/>
              <a:ahLst/>
              <a:cxnLst/>
              <a:rect l="l" t="t" r="r" b="b"/>
              <a:pathLst>
                <a:path w="340360" h="3810">
                  <a:moveTo>
                    <a:pt x="340360" y="2540"/>
                  </a:moveTo>
                  <a:lnTo>
                    <a:pt x="339090" y="2540"/>
                  </a:lnTo>
                  <a:lnTo>
                    <a:pt x="339090" y="1270"/>
                  </a:lnTo>
                  <a:lnTo>
                    <a:pt x="337820" y="1270"/>
                  </a:lnTo>
                  <a:lnTo>
                    <a:pt x="3378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0360" y="3810"/>
                  </a:lnTo>
                  <a:lnTo>
                    <a:pt x="340360" y="254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1">
              <a:extLst>
                <a:ext uri="{FF2B5EF4-FFF2-40B4-BE49-F238E27FC236}">
                  <a16:creationId xmlns:a16="http://schemas.microsoft.com/office/drawing/2014/main" id="{A8BCE869-9B11-85D4-330A-B5153E77E704}"/>
                </a:ext>
              </a:extLst>
            </p:cNvPr>
            <p:cNvSpPr/>
            <p:nvPr/>
          </p:nvSpPr>
          <p:spPr>
            <a:xfrm>
              <a:off x="5702300" y="2453639"/>
              <a:ext cx="351790" cy="3810"/>
            </a:xfrm>
            <a:custGeom>
              <a:avLst/>
              <a:gdLst/>
              <a:ahLst/>
              <a:cxnLst/>
              <a:rect l="l" t="t" r="r" b="b"/>
              <a:pathLst>
                <a:path w="351789" h="3810">
                  <a:moveTo>
                    <a:pt x="351790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1790" y="3810"/>
                  </a:lnTo>
                  <a:lnTo>
                    <a:pt x="351790" y="254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2">
              <a:extLst>
                <a:ext uri="{FF2B5EF4-FFF2-40B4-BE49-F238E27FC236}">
                  <a16:creationId xmlns:a16="http://schemas.microsoft.com/office/drawing/2014/main" id="{5A6DD7F7-24C6-A256-2CF9-9C91F2BF385C}"/>
                </a:ext>
              </a:extLst>
            </p:cNvPr>
            <p:cNvSpPr/>
            <p:nvPr/>
          </p:nvSpPr>
          <p:spPr>
            <a:xfrm>
              <a:off x="5697220" y="245744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2540"/>
                  </a:moveTo>
                  <a:lnTo>
                    <a:pt x="359410" y="2540"/>
                  </a:lnTo>
                  <a:lnTo>
                    <a:pt x="359410" y="1270"/>
                  </a:lnTo>
                  <a:lnTo>
                    <a:pt x="358127" y="1270"/>
                  </a:lnTo>
                  <a:lnTo>
                    <a:pt x="358127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3">
              <a:extLst>
                <a:ext uri="{FF2B5EF4-FFF2-40B4-BE49-F238E27FC236}">
                  <a16:creationId xmlns:a16="http://schemas.microsoft.com/office/drawing/2014/main" id="{5D502D11-DDB9-F4F7-F1C8-9E89562B5878}"/>
                </a:ext>
              </a:extLst>
            </p:cNvPr>
            <p:cNvSpPr/>
            <p:nvPr/>
          </p:nvSpPr>
          <p:spPr>
            <a:xfrm>
              <a:off x="5697219" y="2432050"/>
              <a:ext cx="360680" cy="27940"/>
            </a:xfrm>
            <a:custGeom>
              <a:avLst/>
              <a:gdLst/>
              <a:ahLst/>
              <a:cxnLst/>
              <a:rect l="l" t="t" r="r" b="b"/>
              <a:pathLst>
                <a:path w="360679" h="27939">
                  <a:moveTo>
                    <a:pt x="0" y="27939"/>
                  </a:moveTo>
                  <a:lnTo>
                    <a:pt x="38100" y="0"/>
                  </a:lnTo>
                  <a:lnTo>
                    <a:pt x="321309" y="0"/>
                  </a:lnTo>
                  <a:lnTo>
                    <a:pt x="360679" y="27939"/>
                  </a:lnTo>
                  <a:lnTo>
                    <a:pt x="0" y="2793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4">
              <a:extLst>
                <a:ext uri="{FF2B5EF4-FFF2-40B4-BE49-F238E27FC236}">
                  <a16:creationId xmlns:a16="http://schemas.microsoft.com/office/drawing/2014/main" id="{C0CD8B4A-CB24-8950-70E7-EC406DDF40AC}"/>
                </a:ext>
              </a:extLst>
            </p:cNvPr>
            <p:cNvSpPr/>
            <p:nvPr/>
          </p:nvSpPr>
          <p:spPr>
            <a:xfrm>
              <a:off x="5930900" y="2472689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80" y="3810"/>
                  </a:lnTo>
                  <a:lnTo>
                    <a:pt x="1193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5">
              <a:extLst>
                <a:ext uri="{FF2B5EF4-FFF2-40B4-BE49-F238E27FC236}">
                  <a16:creationId xmlns:a16="http://schemas.microsoft.com/office/drawing/2014/main" id="{F675B562-5F79-4667-A8CB-613337315995}"/>
                </a:ext>
              </a:extLst>
            </p:cNvPr>
            <p:cNvSpPr/>
            <p:nvPr/>
          </p:nvSpPr>
          <p:spPr>
            <a:xfrm>
              <a:off x="5930900" y="247650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46">
              <a:extLst>
                <a:ext uri="{FF2B5EF4-FFF2-40B4-BE49-F238E27FC236}">
                  <a16:creationId xmlns:a16="http://schemas.microsoft.com/office/drawing/2014/main" id="{30FF474A-9E33-DCEC-CE72-29D142EBBEBD}"/>
                </a:ext>
              </a:extLst>
            </p:cNvPr>
            <p:cNvSpPr/>
            <p:nvPr/>
          </p:nvSpPr>
          <p:spPr>
            <a:xfrm>
              <a:off x="5930900" y="248031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47">
              <a:extLst>
                <a:ext uri="{FF2B5EF4-FFF2-40B4-BE49-F238E27FC236}">
                  <a16:creationId xmlns:a16="http://schemas.microsoft.com/office/drawing/2014/main" id="{1E1A89E5-C483-1E8D-F416-484DA957E2F8}"/>
                </a:ext>
              </a:extLst>
            </p:cNvPr>
            <p:cNvSpPr/>
            <p:nvPr/>
          </p:nvSpPr>
          <p:spPr>
            <a:xfrm>
              <a:off x="5930900" y="248412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5F5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48">
              <a:extLst>
                <a:ext uri="{FF2B5EF4-FFF2-40B4-BE49-F238E27FC236}">
                  <a16:creationId xmlns:a16="http://schemas.microsoft.com/office/drawing/2014/main" id="{7ED8FB4E-CEBC-B203-DB6F-9B7CBCDC7264}"/>
                </a:ext>
              </a:extLst>
            </p:cNvPr>
            <p:cNvSpPr/>
            <p:nvPr/>
          </p:nvSpPr>
          <p:spPr>
            <a:xfrm>
              <a:off x="5930900" y="24866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49">
              <a:extLst>
                <a:ext uri="{FF2B5EF4-FFF2-40B4-BE49-F238E27FC236}">
                  <a16:creationId xmlns:a16="http://schemas.microsoft.com/office/drawing/2014/main" id="{FC415280-F235-2648-8237-4D8ECE04AAE5}"/>
                </a:ext>
              </a:extLst>
            </p:cNvPr>
            <p:cNvSpPr/>
            <p:nvPr/>
          </p:nvSpPr>
          <p:spPr>
            <a:xfrm>
              <a:off x="5930900" y="24904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0">
              <a:extLst>
                <a:ext uri="{FF2B5EF4-FFF2-40B4-BE49-F238E27FC236}">
                  <a16:creationId xmlns:a16="http://schemas.microsoft.com/office/drawing/2014/main" id="{8DE1048A-18A6-03AE-A563-B3F26529E13E}"/>
                </a:ext>
              </a:extLst>
            </p:cNvPr>
            <p:cNvSpPr/>
            <p:nvPr/>
          </p:nvSpPr>
          <p:spPr>
            <a:xfrm>
              <a:off x="5930900" y="24942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66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1">
              <a:extLst>
                <a:ext uri="{FF2B5EF4-FFF2-40B4-BE49-F238E27FC236}">
                  <a16:creationId xmlns:a16="http://schemas.microsoft.com/office/drawing/2014/main" id="{A3FBB6D7-0DA1-8F92-FB0E-13ABD9B55122}"/>
                </a:ext>
              </a:extLst>
            </p:cNvPr>
            <p:cNvSpPr/>
            <p:nvPr/>
          </p:nvSpPr>
          <p:spPr>
            <a:xfrm>
              <a:off x="5930900" y="249809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2">
              <a:extLst>
                <a:ext uri="{FF2B5EF4-FFF2-40B4-BE49-F238E27FC236}">
                  <a16:creationId xmlns:a16="http://schemas.microsoft.com/office/drawing/2014/main" id="{0F78B01A-B0CF-C313-ACDE-D80E207F922B}"/>
                </a:ext>
              </a:extLst>
            </p:cNvPr>
            <p:cNvSpPr/>
            <p:nvPr/>
          </p:nvSpPr>
          <p:spPr>
            <a:xfrm>
              <a:off x="5930900" y="250190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3">
              <a:extLst>
                <a:ext uri="{FF2B5EF4-FFF2-40B4-BE49-F238E27FC236}">
                  <a16:creationId xmlns:a16="http://schemas.microsoft.com/office/drawing/2014/main" id="{FB2944E6-3258-6EB7-6854-A27628B087B2}"/>
                </a:ext>
              </a:extLst>
            </p:cNvPr>
            <p:cNvSpPr/>
            <p:nvPr/>
          </p:nvSpPr>
          <p:spPr>
            <a:xfrm>
              <a:off x="5930900" y="250571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4">
              <a:extLst>
                <a:ext uri="{FF2B5EF4-FFF2-40B4-BE49-F238E27FC236}">
                  <a16:creationId xmlns:a16="http://schemas.microsoft.com/office/drawing/2014/main" id="{80DD5217-F56E-1506-0561-43ECFF217583}"/>
                </a:ext>
              </a:extLst>
            </p:cNvPr>
            <p:cNvSpPr/>
            <p:nvPr/>
          </p:nvSpPr>
          <p:spPr>
            <a:xfrm>
              <a:off x="5930900" y="250825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5">
              <a:extLst>
                <a:ext uri="{FF2B5EF4-FFF2-40B4-BE49-F238E27FC236}">
                  <a16:creationId xmlns:a16="http://schemas.microsoft.com/office/drawing/2014/main" id="{54DA18E5-E935-3907-A414-760103DBDF38}"/>
                </a:ext>
              </a:extLst>
            </p:cNvPr>
            <p:cNvSpPr/>
            <p:nvPr/>
          </p:nvSpPr>
          <p:spPr>
            <a:xfrm>
              <a:off x="5930900" y="25120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56">
              <a:extLst>
                <a:ext uri="{FF2B5EF4-FFF2-40B4-BE49-F238E27FC236}">
                  <a16:creationId xmlns:a16="http://schemas.microsoft.com/office/drawing/2014/main" id="{3D0566EB-28DE-3B1D-70F4-DC36B4C17B45}"/>
                </a:ext>
              </a:extLst>
            </p:cNvPr>
            <p:cNvSpPr/>
            <p:nvPr/>
          </p:nvSpPr>
          <p:spPr>
            <a:xfrm>
              <a:off x="5930900" y="25158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57">
              <a:extLst>
                <a:ext uri="{FF2B5EF4-FFF2-40B4-BE49-F238E27FC236}">
                  <a16:creationId xmlns:a16="http://schemas.microsoft.com/office/drawing/2014/main" id="{1CD591AB-FBB6-FC29-C7D7-8FA41CE98CAC}"/>
                </a:ext>
              </a:extLst>
            </p:cNvPr>
            <p:cNvSpPr/>
            <p:nvPr/>
          </p:nvSpPr>
          <p:spPr>
            <a:xfrm>
              <a:off x="5930900" y="25196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58">
              <a:extLst>
                <a:ext uri="{FF2B5EF4-FFF2-40B4-BE49-F238E27FC236}">
                  <a16:creationId xmlns:a16="http://schemas.microsoft.com/office/drawing/2014/main" id="{144C0D0F-0A88-B043-6C00-74D0E7847BB6}"/>
                </a:ext>
              </a:extLst>
            </p:cNvPr>
            <p:cNvSpPr/>
            <p:nvPr/>
          </p:nvSpPr>
          <p:spPr>
            <a:xfrm>
              <a:off x="5930900" y="252349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59">
              <a:extLst>
                <a:ext uri="{FF2B5EF4-FFF2-40B4-BE49-F238E27FC236}">
                  <a16:creationId xmlns:a16="http://schemas.microsoft.com/office/drawing/2014/main" id="{4784271C-5214-84F6-3181-5696D8F119ED}"/>
                </a:ext>
              </a:extLst>
            </p:cNvPr>
            <p:cNvSpPr/>
            <p:nvPr/>
          </p:nvSpPr>
          <p:spPr>
            <a:xfrm>
              <a:off x="5930900" y="252730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777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0">
              <a:extLst>
                <a:ext uri="{FF2B5EF4-FFF2-40B4-BE49-F238E27FC236}">
                  <a16:creationId xmlns:a16="http://schemas.microsoft.com/office/drawing/2014/main" id="{F58720AD-75A6-812E-43FD-021B03607D8B}"/>
                </a:ext>
              </a:extLst>
            </p:cNvPr>
            <p:cNvSpPr/>
            <p:nvPr/>
          </p:nvSpPr>
          <p:spPr>
            <a:xfrm>
              <a:off x="5930900" y="252984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1">
              <a:extLst>
                <a:ext uri="{FF2B5EF4-FFF2-40B4-BE49-F238E27FC236}">
                  <a16:creationId xmlns:a16="http://schemas.microsoft.com/office/drawing/2014/main" id="{CF5D561D-3A4E-B9D7-FD26-07E43B911DA6}"/>
                </a:ext>
              </a:extLst>
            </p:cNvPr>
            <p:cNvSpPr/>
            <p:nvPr/>
          </p:nvSpPr>
          <p:spPr>
            <a:xfrm>
              <a:off x="5930900" y="253365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2">
              <a:extLst>
                <a:ext uri="{FF2B5EF4-FFF2-40B4-BE49-F238E27FC236}">
                  <a16:creationId xmlns:a16="http://schemas.microsoft.com/office/drawing/2014/main" id="{9156483A-3BC5-ABA6-9A24-66320D42D1E9}"/>
                </a:ext>
              </a:extLst>
            </p:cNvPr>
            <p:cNvSpPr/>
            <p:nvPr/>
          </p:nvSpPr>
          <p:spPr>
            <a:xfrm>
              <a:off x="5930900" y="253746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3">
              <a:extLst>
                <a:ext uri="{FF2B5EF4-FFF2-40B4-BE49-F238E27FC236}">
                  <a16:creationId xmlns:a16="http://schemas.microsoft.com/office/drawing/2014/main" id="{C79BE956-81F2-BED7-103F-296E6DB0ED86}"/>
                </a:ext>
              </a:extLst>
            </p:cNvPr>
            <p:cNvSpPr/>
            <p:nvPr/>
          </p:nvSpPr>
          <p:spPr>
            <a:xfrm>
              <a:off x="5930900" y="254127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9379" y="380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7F7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4">
              <a:extLst>
                <a:ext uri="{FF2B5EF4-FFF2-40B4-BE49-F238E27FC236}">
                  <a16:creationId xmlns:a16="http://schemas.microsoft.com/office/drawing/2014/main" id="{687D6A3D-C1F1-D736-B269-FC83B6A070DE}"/>
                </a:ext>
              </a:extLst>
            </p:cNvPr>
            <p:cNvSpPr/>
            <p:nvPr/>
          </p:nvSpPr>
          <p:spPr>
            <a:xfrm>
              <a:off x="5930900" y="254508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18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5">
              <a:extLst>
                <a:ext uri="{FF2B5EF4-FFF2-40B4-BE49-F238E27FC236}">
                  <a16:creationId xmlns:a16="http://schemas.microsoft.com/office/drawing/2014/main" id="{647CAFF5-8D7F-EEFC-C487-7A2BE44970A1}"/>
                </a:ext>
              </a:extLst>
            </p:cNvPr>
            <p:cNvSpPr/>
            <p:nvPr/>
          </p:nvSpPr>
          <p:spPr>
            <a:xfrm>
              <a:off x="5930900" y="2548890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79" h="2539">
                  <a:moveTo>
                    <a:pt x="1193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9379" y="2539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66">
              <a:extLst>
                <a:ext uri="{FF2B5EF4-FFF2-40B4-BE49-F238E27FC236}">
                  <a16:creationId xmlns:a16="http://schemas.microsoft.com/office/drawing/2014/main" id="{DBBAC06D-19BF-DB68-9A0D-2EB195C01F33}"/>
                </a:ext>
              </a:extLst>
            </p:cNvPr>
            <p:cNvSpPr/>
            <p:nvPr/>
          </p:nvSpPr>
          <p:spPr>
            <a:xfrm>
              <a:off x="5930900" y="255143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585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67">
              <a:extLst>
                <a:ext uri="{FF2B5EF4-FFF2-40B4-BE49-F238E27FC236}">
                  <a16:creationId xmlns:a16="http://schemas.microsoft.com/office/drawing/2014/main" id="{5D44C84C-FFE2-35E0-DFF4-0F627003A7D0}"/>
                </a:ext>
              </a:extLst>
            </p:cNvPr>
            <p:cNvSpPr/>
            <p:nvPr/>
          </p:nvSpPr>
          <p:spPr>
            <a:xfrm>
              <a:off x="5930900" y="2555240"/>
              <a:ext cx="119380" cy="3810"/>
            </a:xfrm>
            <a:custGeom>
              <a:avLst/>
              <a:gdLst/>
              <a:ahLst/>
              <a:cxnLst/>
              <a:rect l="l" t="t" r="r" b="b"/>
              <a:pathLst>
                <a:path w="119379" h="3810">
                  <a:moveTo>
                    <a:pt x="1193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9379" y="3810"/>
                  </a:lnTo>
                  <a:lnTo>
                    <a:pt x="119379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68">
              <a:extLst>
                <a:ext uri="{FF2B5EF4-FFF2-40B4-BE49-F238E27FC236}">
                  <a16:creationId xmlns:a16="http://schemas.microsoft.com/office/drawing/2014/main" id="{20EE9B45-F150-70ED-ACCB-21B1068A21EF}"/>
                </a:ext>
              </a:extLst>
            </p:cNvPr>
            <p:cNvSpPr/>
            <p:nvPr/>
          </p:nvSpPr>
          <p:spPr>
            <a:xfrm>
              <a:off x="5930900" y="2473960"/>
              <a:ext cx="118110" cy="85090"/>
            </a:xfrm>
            <a:custGeom>
              <a:avLst/>
              <a:gdLst/>
              <a:ahLst/>
              <a:cxnLst/>
              <a:rect l="l" t="t" r="r" b="b"/>
              <a:pathLst>
                <a:path w="118110" h="85089">
                  <a:moveTo>
                    <a:pt x="59689" y="85089"/>
                  </a:moveTo>
                  <a:lnTo>
                    <a:pt x="0" y="85089"/>
                  </a:lnTo>
                  <a:lnTo>
                    <a:pt x="0" y="0"/>
                  </a:lnTo>
                  <a:lnTo>
                    <a:pt x="118110" y="0"/>
                  </a:lnTo>
                  <a:lnTo>
                    <a:pt x="118110" y="85089"/>
                  </a:lnTo>
                  <a:lnTo>
                    <a:pt x="59689" y="85089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69">
              <a:extLst>
                <a:ext uri="{FF2B5EF4-FFF2-40B4-BE49-F238E27FC236}">
                  <a16:creationId xmlns:a16="http://schemas.microsoft.com/office/drawing/2014/main" id="{6658CF7C-869A-84BB-6363-179F129E9B6C}"/>
                </a:ext>
              </a:extLst>
            </p:cNvPr>
            <p:cNvSpPr/>
            <p:nvPr/>
          </p:nvSpPr>
          <p:spPr>
            <a:xfrm>
              <a:off x="5708650" y="2557779"/>
              <a:ext cx="339090" cy="2540"/>
            </a:xfrm>
            <a:custGeom>
              <a:avLst/>
              <a:gdLst/>
              <a:ahLst/>
              <a:cxnLst/>
              <a:rect l="l" t="t" r="r" b="b"/>
              <a:pathLst>
                <a:path w="339089" h="2539">
                  <a:moveTo>
                    <a:pt x="339090" y="1270"/>
                  </a:moveTo>
                  <a:lnTo>
                    <a:pt x="337820" y="1270"/>
                  </a:lnTo>
                  <a:lnTo>
                    <a:pt x="3378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339090" y="2540"/>
                  </a:lnTo>
                  <a:lnTo>
                    <a:pt x="3390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0">
              <a:extLst>
                <a:ext uri="{FF2B5EF4-FFF2-40B4-BE49-F238E27FC236}">
                  <a16:creationId xmlns:a16="http://schemas.microsoft.com/office/drawing/2014/main" id="{06CFE9AF-39BF-BFD7-5EB8-C7E550F02940}"/>
                </a:ext>
              </a:extLst>
            </p:cNvPr>
            <p:cNvSpPr/>
            <p:nvPr/>
          </p:nvSpPr>
          <p:spPr>
            <a:xfrm>
              <a:off x="5706110" y="2560319"/>
              <a:ext cx="344170" cy="3810"/>
            </a:xfrm>
            <a:custGeom>
              <a:avLst/>
              <a:gdLst/>
              <a:ahLst/>
              <a:cxnLst/>
              <a:rect l="l" t="t" r="r" b="b"/>
              <a:pathLst>
                <a:path w="344170" h="3810">
                  <a:moveTo>
                    <a:pt x="344170" y="2540"/>
                  </a:moveTo>
                  <a:lnTo>
                    <a:pt x="342887" y="2540"/>
                  </a:lnTo>
                  <a:lnTo>
                    <a:pt x="342887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44170" y="3810"/>
                  </a:lnTo>
                  <a:lnTo>
                    <a:pt x="34417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1">
              <a:extLst>
                <a:ext uri="{FF2B5EF4-FFF2-40B4-BE49-F238E27FC236}">
                  <a16:creationId xmlns:a16="http://schemas.microsoft.com/office/drawing/2014/main" id="{7BB43B4B-C285-9BED-456E-D88546AAB60E}"/>
                </a:ext>
              </a:extLst>
            </p:cNvPr>
            <p:cNvSpPr/>
            <p:nvPr/>
          </p:nvSpPr>
          <p:spPr>
            <a:xfrm>
              <a:off x="5703570" y="2564129"/>
              <a:ext cx="350520" cy="3810"/>
            </a:xfrm>
            <a:custGeom>
              <a:avLst/>
              <a:gdLst/>
              <a:ahLst/>
              <a:cxnLst/>
              <a:rect l="l" t="t" r="r" b="b"/>
              <a:pathLst>
                <a:path w="350520" h="3810">
                  <a:moveTo>
                    <a:pt x="350520" y="2540"/>
                  </a:moveTo>
                  <a:lnTo>
                    <a:pt x="349250" y="2540"/>
                  </a:lnTo>
                  <a:lnTo>
                    <a:pt x="349250" y="1270"/>
                  </a:lnTo>
                  <a:lnTo>
                    <a:pt x="347980" y="1270"/>
                  </a:lnTo>
                  <a:lnTo>
                    <a:pt x="3479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0520" y="3810"/>
                  </a:lnTo>
                  <a:lnTo>
                    <a:pt x="35052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2">
              <a:extLst>
                <a:ext uri="{FF2B5EF4-FFF2-40B4-BE49-F238E27FC236}">
                  <a16:creationId xmlns:a16="http://schemas.microsoft.com/office/drawing/2014/main" id="{1BAEB331-7A35-FEE4-BA36-6BEB60713BA4}"/>
                </a:ext>
              </a:extLst>
            </p:cNvPr>
            <p:cNvSpPr/>
            <p:nvPr/>
          </p:nvSpPr>
          <p:spPr>
            <a:xfrm>
              <a:off x="5699760" y="2567939"/>
              <a:ext cx="356870" cy="3810"/>
            </a:xfrm>
            <a:custGeom>
              <a:avLst/>
              <a:gdLst/>
              <a:ahLst/>
              <a:cxnLst/>
              <a:rect l="l" t="t" r="r" b="b"/>
              <a:pathLst>
                <a:path w="356870" h="3810">
                  <a:moveTo>
                    <a:pt x="356870" y="2540"/>
                  </a:moveTo>
                  <a:lnTo>
                    <a:pt x="355587" y="2540"/>
                  </a:lnTo>
                  <a:lnTo>
                    <a:pt x="355587" y="1270"/>
                  </a:lnTo>
                  <a:lnTo>
                    <a:pt x="354330" y="1270"/>
                  </a:lnTo>
                  <a:lnTo>
                    <a:pt x="3543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56870" y="3810"/>
                  </a:lnTo>
                  <a:lnTo>
                    <a:pt x="356870" y="2540"/>
                  </a:lnTo>
                  <a:close/>
                </a:path>
              </a:pathLst>
            </a:custGeom>
            <a:solidFill>
              <a:srgbClr val="C6C6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3">
              <a:extLst>
                <a:ext uri="{FF2B5EF4-FFF2-40B4-BE49-F238E27FC236}">
                  <a16:creationId xmlns:a16="http://schemas.microsoft.com/office/drawing/2014/main" id="{28F2FCCF-32B3-1827-B360-F155D9CFC418}"/>
                </a:ext>
              </a:extLst>
            </p:cNvPr>
            <p:cNvSpPr/>
            <p:nvPr/>
          </p:nvSpPr>
          <p:spPr>
            <a:xfrm>
              <a:off x="5697220" y="2571749"/>
              <a:ext cx="361950" cy="3810"/>
            </a:xfrm>
            <a:custGeom>
              <a:avLst/>
              <a:gdLst/>
              <a:ahLst/>
              <a:cxnLst/>
              <a:rect l="l" t="t" r="r" b="b"/>
              <a:pathLst>
                <a:path w="361950" h="3810">
                  <a:moveTo>
                    <a:pt x="361950" y="2540"/>
                  </a:moveTo>
                  <a:lnTo>
                    <a:pt x="361937" y="1270"/>
                  </a:lnTo>
                  <a:lnTo>
                    <a:pt x="360680" y="1270"/>
                  </a:lnTo>
                  <a:lnTo>
                    <a:pt x="3606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1950" y="3810"/>
                  </a:lnTo>
                  <a:lnTo>
                    <a:pt x="36195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4">
              <a:extLst>
                <a:ext uri="{FF2B5EF4-FFF2-40B4-BE49-F238E27FC236}">
                  <a16:creationId xmlns:a16="http://schemas.microsoft.com/office/drawing/2014/main" id="{200305BC-10B8-50DB-929D-2F6E544FCCF0}"/>
                </a:ext>
              </a:extLst>
            </p:cNvPr>
            <p:cNvSpPr/>
            <p:nvPr/>
          </p:nvSpPr>
          <p:spPr>
            <a:xfrm>
              <a:off x="5693410" y="2575559"/>
              <a:ext cx="369570" cy="3810"/>
            </a:xfrm>
            <a:custGeom>
              <a:avLst/>
              <a:gdLst/>
              <a:ahLst/>
              <a:cxnLst/>
              <a:rect l="l" t="t" r="r" b="b"/>
              <a:pathLst>
                <a:path w="369570" h="3810">
                  <a:moveTo>
                    <a:pt x="369570" y="2540"/>
                  </a:moveTo>
                  <a:lnTo>
                    <a:pt x="368287" y="2540"/>
                  </a:lnTo>
                  <a:lnTo>
                    <a:pt x="368287" y="1270"/>
                  </a:lnTo>
                  <a:lnTo>
                    <a:pt x="367030" y="1270"/>
                  </a:lnTo>
                  <a:lnTo>
                    <a:pt x="3670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69570" y="3810"/>
                  </a:lnTo>
                  <a:lnTo>
                    <a:pt x="36957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5">
              <a:extLst>
                <a:ext uri="{FF2B5EF4-FFF2-40B4-BE49-F238E27FC236}">
                  <a16:creationId xmlns:a16="http://schemas.microsoft.com/office/drawing/2014/main" id="{7810C768-3C03-055C-AC9A-C1E249177519}"/>
                </a:ext>
              </a:extLst>
            </p:cNvPr>
            <p:cNvSpPr/>
            <p:nvPr/>
          </p:nvSpPr>
          <p:spPr>
            <a:xfrm>
              <a:off x="5690870" y="2579369"/>
              <a:ext cx="374650" cy="3810"/>
            </a:xfrm>
            <a:custGeom>
              <a:avLst/>
              <a:gdLst/>
              <a:ahLst/>
              <a:cxnLst/>
              <a:rect l="l" t="t" r="r" b="b"/>
              <a:pathLst>
                <a:path w="374650" h="3810">
                  <a:moveTo>
                    <a:pt x="374650" y="2540"/>
                  </a:moveTo>
                  <a:lnTo>
                    <a:pt x="373380" y="2540"/>
                  </a:lnTo>
                  <a:lnTo>
                    <a:pt x="373380" y="1270"/>
                  </a:lnTo>
                  <a:lnTo>
                    <a:pt x="3733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74650" y="3810"/>
                  </a:lnTo>
                  <a:lnTo>
                    <a:pt x="3746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76">
              <a:extLst>
                <a:ext uri="{FF2B5EF4-FFF2-40B4-BE49-F238E27FC236}">
                  <a16:creationId xmlns:a16="http://schemas.microsoft.com/office/drawing/2014/main" id="{D579AFEE-2556-56F0-241D-D255739C0D3A}"/>
                </a:ext>
              </a:extLst>
            </p:cNvPr>
            <p:cNvSpPr/>
            <p:nvPr/>
          </p:nvSpPr>
          <p:spPr>
            <a:xfrm>
              <a:off x="5688330" y="2583179"/>
              <a:ext cx="381000" cy="3810"/>
            </a:xfrm>
            <a:custGeom>
              <a:avLst/>
              <a:gdLst/>
              <a:ahLst/>
              <a:cxnLst/>
              <a:rect l="l" t="t" r="r" b="b"/>
              <a:pathLst>
                <a:path w="381000" h="3810">
                  <a:moveTo>
                    <a:pt x="381000" y="2540"/>
                  </a:moveTo>
                  <a:lnTo>
                    <a:pt x="379730" y="2540"/>
                  </a:lnTo>
                  <a:lnTo>
                    <a:pt x="379730" y="1270"/>
                  </a:lnTo>
                  <a:lnTo>
                    <a:pt x="378460" y="1270"/>
                  </a:lnTo>
                  <a:lnTo>
                    <a:pt x="3784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1000" y="3810"/>
                  </a:lnTo>
                  <a:lnTo>
                    <a:pt x="381000" y="254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77">
              <a:extLst>
                <a:ext uri="{FF2B5EF4-FFF2-40B4-BE49-F238E27FC236}">
                  <a16:creationId xmlns:a16="http://schemas.microsoft.com/office/drawing/2014/main" id="{0A441727-9788-B2A0-F3A3-CFE4B57E33F4}"/>
                </a:ext>
              </a:extLst>
            </p:cNvPr>
            <p:cNvSpPr/>
            <p:nvPr/>
          </p:nvSpPr>
          <p:spPr>
            <a:xfrm>
              <a:off x="5684520" y="2586989"/>
              <a:ext cx="387350" cy="3810"/>
            </a:xfrm>
            <a:custGeom>
              <a:avLst/>
              <a:gdLst/>
              <a:ahLst/>
              <a:cxnLst/>
              <a:rect l="l" t="t" r="r" b="b"/>
              <a:pathLst>
                <a:path w="387350" h="3810">
                  <a:moveTo>
                    <a:pt x="387350" y="2540"/>
                  </a:moveTo>
                  <a:lnTo>
                    <a:pt x="386080" y="2540"/>
                  </a:lnTo>
                  <a:lnTo>
                    <a:pt x="386080" y="1270"/>
                  </a:lnTo>
                  <a:lnTo>
                    <a:pt x="3860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87350" y="3810"/>
                  </a:lnTo>
                  <a:lnTo>
                    <a:pt x="387350" y="2540"/>
                  </a:lnTo>
                  <a:close/>
                </a:path>
              </a:pathLst>
            </a:custGeom>
            <a:solidFill>
              <a:srgbClr val="B6B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78">
              <a:extLst>
                <a:ext uri="{FF2B5EF4-FFF2-40B4-BE49-F238E27FC236}">
                  <a16:creationId xmlns:a16="http://schemas.microsoft.com/office/drawing/2014/main" id="{08F760C9-067C-11DE-F1AE-89D192DEB8C4}"/>
                </a:ext>
              </a:extLst>
            </p:cNvPr>
            <p:cNvSpPr/>
            <p:nvPr/>
          </p:nvSpPr>
          <p:spPr>
            <a:xfrm>
              <a:off x="5681980" y="2590799"/>
              <a:ext cx="393700" cy="3810"/>
            </a:xfrm>
            <a:custGeom>
              <a:avLst/>
              <a:gdLst/>
              <a:ahLst/>
              <a:cxnLst/>
              <a:rect l="l" t="t" r="r" b="b"/>
              <a:pathLst>
                <a:path w="393700" h="3810">
                  <a:moveTo>
                    <a:pt x="393700" y="2540"/>
                  </a:moveTo>
                  <a:lnTo>
                    <a:pt x="392430" y="2540"/>
                  </a:lnTo>
                  <a:lnTo>
                    <a:pt x="392430" y="1270"/>
                  </a:lnTo>
                  <a:lnTo>
                    <a:pt x="391160" y="1270"/>
                  </a:lnTo>
                  <a:lnTo>
                    <a:pt x="3911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3700" y="3810"/>
                  </a:lnTo>
                  <a:lnTo>
                    <a:pt x="393700" y="2540"/>
                  </a:lnTo>
                  <a:close/>
                </a:path>
              </a:pathLst>
            </a:custGeom>
            <a:solidFill>
              <a:srgbClr val="B2B2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79">
              <a:extLst>
                <a:ext uri="{FF2B5EF4-FFF2-40B4-BE49-F238E27FC236}">
                  <a16:creationId xmlns:a16="http://schemas.microsoft.com/office/drawing/2014/main" id="{6450285F-4402-6588-BDDC-E247ED61D916}"/>
                </a:ext>
              </a:extLst>
            </p:cNvPr>
            <p:cNvSpPr/>
            <p:nvPr/>
          </p:nvSpPr>
          <p:spPr>
            <a:xfrm>
              <a:off x="5679440" y="2594609"/>
              <a:ext cx="398780" cy="3810"/>
            </a:xfrm>
            <a:custGeom>
              <a:avLst/>
              <a:gdLst/>
              <a:ahLst/>
              <a:cxnLst/>
              <a:rect l="l" t="t" r="r" b="b"/>
              <a:pathLst>
                <a:path w="398779" h="3810">
                  <a:moveTo>
                    <a:pt x="398767" y="2540"/>
                  </a:moveTo>
                  <a:lnTo>
                    <a:pt x="397510" y="2540"/>
                  </a:lnTo>
                  <a:lnTo>
                    <a:pt x="397510" y="1270"/>
                  </a:lnTo>
                  <a:lnTo>
                    <a:pt x="396240" y="1270"/>
                  </a:lnTo>
                  <a:lnTo>
                    <a:pt x="396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398767" y="3810"/>
                  </a:lnTo>
                  <a:lnTo>
                    <a:pt x="398767" y="254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0">
              <a:extLst>
                <a:ext uri="{FF2B5EF4-FFF2-40B4-BE49-F238E27FC236}">
                  <a16:creationId xmlns:a16="http://schemas.microsoft.com/office/drawing/2014/main" id="{B0D61846-CE60-227C-4798-D73726309693}"/>
                </a:ext>
              </a:extLst>
            </p:cNvPr>
            <p:cNvSpPr/>
            <p:nvPr/>
          </p:nvSpPr>
          <p:spPr>
            <a:xfrm>
              <a:off x="5675630" y="2598419"/>
              <a:ext cx="405130" cy="3810"/>
            </a:xfrm>
            <a:custGeom>
              <a:avLst/>
              <a:gdLst/>
              <a:ahLst/>
              <a:cxnLst/>
              <a:rect l="l" t="t" r="r" b="b"/>
              <a:pathLst>
                <a:path w="405129" h="3810">
                  <a:moveTo>
                    <a:pt x="405130" y="1270"/>
                  </a:moveTo>
                  <a:lnTo>
                    <a:pt x="403860" y="1270"/>
                  </a:lnTo>
                  <a:lnTo>
                    <a:pt x="4038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05117" y="3810"/>
                  </a:lnTo>
                  <a:lnTo>
                    <a:pt x="405117" y="2540"/>
                  </a:lnTo>
                  <a:lnTo>
                    <a:pt x="405130" y="127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1">
              <a:extLst>
                <a:ext uri="{FF2B5EF4-FFF2-40B4-BE49-F238E27FC236}">
                  <a16:creationId xmlns:a16="http://schemas.microsoft.com/office/drawing/2014/main" id="{81E6A74D-B6FE-7573-53E6-6EA1132526E3}"/>
                </a:ext>
              </a:extLst>
            </p:cNvPr>
            <p:cNvSpPr/>
            <p:nvPr/>
          </p:nvSpPr>
          <p:spPr>
            <a:xfrm>
              <a:off x="5673090" y="2602229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79" h="3810">
                  <a:moveTo>
                    <a:pt x="411467" y="2540"/>
                  </a:moveTo>
                  <a:lnTo>
                    <a:pt x="410210" y="2540"/>
                  </a:lnTo>
                  <a:lnTo>
                    <a:pt x="410210" y="1270"/>
                  </a:lnTo>
                  <a:lnTo>
                    <a:pt x="408940" y="1270"/>
                  </a:lnTo>
                  <a:lnTo>
                    <a:pt x="408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1467" y="3810"/>
                  </a:lnTo>
                  <a:lnTo>
                    <a:pt x="411467" y="254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2">
              <a:extLst>
                <a:ext uri="{FF2B5EF4-FFF2-40B4-BE49-F238E27FC236}">
                  <a16:creationId xmlns:a16="http://schemas.microsoft.com/office/drawing/2014/main" id="{4A95C54A-FABC-9919-4CE9-9DBF48850E8B}"/>
                </a:ext>
              </a:extLst>
            </p:cNvPr>
            <p:cNvSpPr/>
            <p:nvPr/>
          </p:nvSpPr>
          <p:spPr>
            <a:xfrm>
              <a:off x="5670550" y="2606039"/>
              <a:ext cx="416559" cy="3810"/>
            </a:xfrm>
            <a:custGeom>
              <a:avLst/>
              <a:gdLst/>
              <a:ahLst/>
              <a:cxnLst/>
              <a:rect l="l" t="t" r="r" b="b"/>
              <a:pathLst>
                <a:path w="416560" h="3810">
                  <a:moveTo>
                    <a:pt x="416560" y="2540"/>
                  </a:moveTo>
                  <a:lnTo>
                    <a:pt x="415290" y="2540"/>
                  </a:lnTo>
                  <a:lnTo>
                    <a:pt x="415290" y="1270"/>
                  </a:lnTo>
                  <a:lnTo>
                    <a:pt x="4152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16560" y="3810"/>
                  </a:lnTo>
                  <a:lnTo>
                    <a:pt x="41656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3">
              <a:extLst>
                <a:ext uri="{FF2B5EF4-FFF2-40B4-BE49-F238E27FC236}">
                  <a16:creationId xmlns:a16="http://schemas.microsoft.com/office/drawing/2014/main" id="{B8E5B8DE-1E6D-CDF8-8CB3-FDCDF792A755}"/>
                </a:ext>
              </a:extLst>
            </p:cNvPr>
            <p:cNvSpPr/>
            <p:nvPr/>
          </p:nvSpPr>
          <p:spPr>
            <a:xfrm>
              <a:off x="5666740" y="2609849"/>
              <a:ext cx="424180" cy="3810"/>
            </a:xfrm>
            <a:custGeom>
              <a:avLst/>
              <a:gdLst/>
              <a:ahLst/>
              <a:cxnLst/>
              <a:rect l="l" t="t" r="r" b="b"/>
              <a:pathLst>
                <a:path w="424179" h="3810">
                  <a:moveTo>
                    <a:pt x="424167" y="2540"/>
                  </a:moveTo>
                  <a:lnTo>
                    <a:pt x="422910" y="2540"/>
                  </a:lnTo>
                  <a:lnTo>
                    <a:pt x="422910" y="1270"/>
                  </a:lnTo>
                  <a:lnTo>
                    <a:pt x="421640" y="1270"/>
                  </a:lnTo>
                  <a:lnTo>
                    <a:pt x="4216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4167" y="3810"/>
                  </a:lnTo>
                  <a:lnTo>
                    <a:pt x="424167" y="2540"/>
                  </a:lnTo>
                  <a:close/>
                </a:path>
              </a:pathLst>
            </a:custGeom>
            <a:solidFill>
              <a:srgbClr val="A2A2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4">
              <a:extLst>
                <a:ext uri="{FF2B5EF4-FFF2-40B4-BE49-F238E27FC236}">
                  <a16:creationId xmlns:a16="http://schemas.microsoft.com/office/drawing/2014/main" id="{8294D84E-283B-0EB2-21DD-99F87CAD41D5}"/>
                </a:ext>
              </a:extLst>
            </p:cNvPr>
            <p:cNvSpPr/>
            <p:nvPr/>
          </p:nvSpPr>
          <p:spPr>
            <a:xfrm>
              <a:off x="5664200" y="2613659"/>
              <a:ext cx="427990" cy="3810"/>
            </a:xfrm>
            <a:custGeom>
              <a:avLst/>
              <a:gdLst/>
              <a:ahLst/>
              <a:cxnLst/>
              <a:rect l="l" t="t" r="r" b="b"/>
              <a:pathLst>
                <a:path w="427989" h="3810">
                  <a:moveTo>
                    <a:pt x="427990" y="1270"/>
                  </a:moveTo>
                  <a:lnTo>
                    <a:pt x="426707" y="1270"/>
                  </a:lnTo>
                  <a:lnTo>
                    <a:pt x="42670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27990" y="3810"/>
                  </a:lnTo>
                  <a:lnTo>
                    <a:pt x="427990" y="2540"/>
                  </a:lnTo>
                  <a:lnTo>
                    <a:pt x="427990" y="127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5">
              <a:extLst>
                <a:ext uri="{FF2B5EF4-FFF2-40B4-BE49-F238E27FC236}">
                  <a16:creationId xmlns:a16="http://schemas.microsoft.com/office/drawing/2014/main" id="{2DB908E6-083D-2E07-CDA7-520674254EF5}"/>
                </a:ext>
              </a:extLst>
            </p:cNvPr>
            <p:cNvSpPr/>
            <p:nvPr/>
          </p:nvSpPr>
          <p:spPr>
            <a:xfrm>
              <a:off x="5664199" y="2557780"/>
              <a:ext cx="427990" cy="58419"/>
            </a:xfrm>
            <a:custGeom>
              <a:avLst/>
              <a:gdLst/>
              <a:ahLst/>
              <a:cxnLst/>
              <a:rect l="l" t="t" r="r" b="b"/>
              <a:pathLst>
                <a:path w="427989" h="58419">
                  <a:moveTo>
                    <a:pt x="0" y="58420"/>
                  </a:moveTo>
                  <a:lnTo>
                    <a:pt x="45720" y="0"/>
                  </a:lnTo>
                  <a:lnTo>
                    <a:pt x="381000" y="0"/>
                  </a:lnTo>
                  <a:lnTo>
                    <a:pt x="427989" y="58420"/>
                  </a:lnTo>
                  <a:lnTo>
                    <a:pt x="0" y="584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86">
              <a:extLst>
                <a:ext uri="{FF2B5EF4-FFF2-40B4-BE49-F238E27FC236}">
                  <a16:creationId xmlns:a16="http://schemas.microsoft.com/office/drawing/2014/main" id="{DCF84090-52A8-8B96-A94B-0A1913632389}"/>
                </a:ext>
              </a:extLst>
            </p:cNvPr>
            <p:cNvSpPr/>
            <p:nvPr/>
          </p:nvSpPr>
          <p:spPr>
            <a:xfrm>
              <a:off x="5662930" y="2614929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87">
              <a:extLst>
                <a:ext uri="{FF2B5EF4-FFF2-40B4-BE49-F238E27FC236}">
                  <a16:creationId xmlns:a16="http://schemas.microsoft.com/office/drawing/2014/main" id="{41F873E1-6B51-4EF9-D0A4-C4E337F6410A}"/>
                </a:ext>
              </a:extLst>
            </p:cNvPr>
            <p:cNvSpPr/>
            <p:nvPr/>
          </p:nvSpPr>
          <p:spPr>
            <a:xfrm>
              <a:off x="5662929" y="261874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88">
              <a:extLst>
                <a:ext uri="{FF2B5EF4-FFF2-40B4-BE49-F238E27FC236}">
                  <a16:creationId xmlns:a16="http://schemas.microsoft.com/office/drawing/2014/main" id="{858E87B9-3582-EA42-CE35-EBD3BC0EC068}"/>
                </a:ext>
              </a:extLst>
            </p:cNvPr>
            <p:cNvSpPr/>
            <p:nvPr/>
          </p:nvSpPr>
          <p:spPr>
            <a:xfrm>
              <a:off x="5662929" y="262255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888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89">
              <a:extLst>
                <a:ext uri="{FF2B5EF4-FFF2-40B4-BE49-F238E27FC236}">
                  <a16:creationId xmlns:a16="http://schemas.microsoft.com/office/drawing/2014/main" id="{114964CE-6C81-28B6-70E5-8A7877AAA9FD}"/>
                </a:ext>
              </a:extLst>
            </p:cNvPr>
            <p:cNvSpPr/>
            <p:nvPr/>
          </p:nvSpPr>
          <p:spPr>
            <a:xfrm>
              <a:off x="5662929" y="262636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30530" y="381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0">
              <a:extLst>
                <a:ext uri="{FF2B5EF4-FFF2-40B4-BE49-F238E27FC236}">
                  <a16:creationId xmlns:a16="http://schemas.microsoft.com/office/drawing/2014/main" id="{0C763792-9EE7-2CBE-BBF4-8BE29B3C4086}"/>
                </a:ext>
              </a:extLst>
            </p:cNvPr>
            <p:cNvSpPr/>
            <p:nvPr/>
          </p:nvSpPr>
          <p:spPr>
            <a:xfrm>
              <a:off x="5662929" y="2630170"/>
              <a:ext cx="430530" cy="3810"/>
            </a:xfrm>
            <a:custGeom>
              <a:avLst/>
              <a:gdLst/>
              <a:ahLst/>
              <a:cxnLst/>
              <a:rect l="l" t="t" r="r" b="b"/>
              <a:pathLst>
                <a:path w="430529" h="3810">
                  <a:moveTo>
                    <a:pt x="43053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430530" y="3809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1">
              <a:extLst>
                <a:ext uri="{FF2B5EF4-FFF2-40B4-BE49-F238E27FC236}">
                  <a16:creationId xmlns:a16="http://schemas.microsoft.com/office/drawing/2014/main" id="{B0FC48EA-91F2-6CE5-7442-FF54CBD8530F}"/>
                </a:ext>
              </a:extLst>
            </p:cNvPr>
            <p:cNvSpPr/>
            <p:nvPr/>
          </p:nvSpPr>
          <p:spPr>
            <a:xfrm>
              <a:off x="5662929" y="2633980"/>
              <a:ext cx="430530" cy="2540"/>
            </a:xfrm>
            <a:custGeom>
              <a:avLst/>
              <a:gdLst/>
              <a:ahLst/>
              <a:cxnLst/>
              <a:rect l="l" t="t" r="r" b="b"/>
              <a:pathLst>
                <a:path w="430529" h="2539">
                  <a:moveTo>
                    <a:pt x="4305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430530" y="2540"/>
                  </a:lnTo>
                  <a:lnTo>
                    <a:pt x="430530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2">
              <a:extLst>
                <a:ext uri="{FF2B5EF4-FFF2-40B4-BE49-F238E27FC236}">
                  <a16:creationId xmlns:a16="http://schemas.microsoft.com/office/drawing/2014/main" id="{A13513C9-2373-979D-52A8-04343694C5C6}"/>
                </a:ext>
              </a:extLst>
            </p:cNvPr>
            <p:cNvSpPr/>
            <p:nvPr/>
          </p:nvSpPr>
          <p:spPr>
            <a:xfrm>
              <a:off x="5664199" y="2616200"/>
              <a:ext cx="427990" cy="20320"/>
            </a:xfrm>
            <a:custGeom>
              <a:avLst/>
              <a:gdLst/>
              <a:ahLst/>
              <a:cxnLst/>
              <a:rect l="l" t="t" r="r" b="b"/>
              <a:pathLst>
                <a:path w="427989" h="20319">
                  <a:moveTo>
                    <a:pt x="213360" y="20320"/>
                  </a:moveTo>
                  <a:lnTo>
                    <a:pt x="0" y="20320"/>
                  </a:lnTo>
                  <a:lnTo>
                    <a:pt x="0" y="0"/>
                  </a:lnTo>
                  <a:lnTo>
                    <a:pt x="427989" y="0"/>
                  </a:lnTo>
                  <a:lnTo>
                    <a:pt x="427989" y="20320"/>
                  </a:lnTo>
                  <a:lnTo>
                    <a:pt x="213360" y="203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7" name="object 1093">
              <a:extLst>
                <a:ext uri="{FF2B5EF4-FFF2-40B4-BE49-F238E27FC236}">
                  <a16:creationId xmlns:a16="http://schemas.microsoft.com/office/drawing/2014/main" id="{C2CF962A-58BF-5B50-C66B-F8E297A6D8C2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73419" y="2392680"/>
              <a:ext cx="204470" cy="59689"/>
            </a:xfrm>
            <a:prstGeom prst="rect">
              <a:avLst/>
            </a:prstGeom>
          </p:spPr>
        </p:pic>
        <p:sp>
          <p:nvSpPr>
            <p:cNvPr id="1098" name="object 1094">
              <a:extLst>
                <a:ext uri="{FF2B5EF4-FFF2-40B4-BE49-F238E27FC236}">
                  <a16:creationId xmlns:a16="http://schemas.microsoft.com/office/drawing/2014/main" id="{D61492AA-C820-911F-D124-2D0894615E7F}"/>
                </a:ext>
              </a:extLst>
            </p:cNvPr>
            <p:cNvSpPr/>
            <p:nvPr/>
          </p:nvSpPr>
          <p:spPr>
            <a:xfrm>
              <a:off x="5773419" y="2392680"/>
              <a:ext cx="203200" cy="58419"/>
            </a:xfrm>
            <a:custGeom>
              <a:avLst/>
              <a:gdLst/>
              <a:ahLst/>
              <a:cxnLst/>
              <a:rect l="l" t="t" r="r" b="b"/>
              <a:pathLst>
                <a:path w="203200" h="58419">
                  <a:moveTo>
                    <a:pt x="203200" y="45720"/>
                  </a:moveTo>
                  <a:lnTo>
                    <a:pt x="199330" y="44033"/>
                  </a:lnTo>
                  <a:lnTo>
                    <a:pt x="188436" y="42703"/>
                  </a:lnTo>
                  <a:lnTo>
                    <a:pt x="171588" y="41612"/>
                  </a:lnTo>
                  <a:lnTo>
                    <a:pt x="149859" y="40640"/>
                  </a:lnTo>
                  <a:lnTo>
                    <a:pt x="151129" y="22860"/>
                  </a:lnTo>
                  <a:lnTo>
                    <a:pt x="172422" y="9644"/>
                  </a:lnTo>
                  <a:lnTo>
                    <a:pt x="183356" y="2857"/>
                  </a:lnTo>
                  <a:lnTo>
                    <a:pt x="187384" y="357"/>
                  </a:lnTo>
                  <a:lnTo>
                    <a:pt x="187959" y="0"/>
                  </a:lnTo>
                  <a:lnTo>
                    <a:pt x="143172" y="0"/>
                  </a:lnTo>
                  <a:lnTo>
                    <a:pt x="15239" y="0"/>
                  </a:lnTo>
                  <a:lnTo>
                    <a:pt x="36532" y="13215"/>
                  </a:lnTo>
                  <a:lnTo>
                    <a:pt x="47466" y="20002"/>
                  </a:lnTo>
                  <a:lnTo>
                    <a:pt x="51494" y="22502"/>
                  </a:lnTo>
                  <a:lnTo>
                    <a:pt x="52069" y="22860"/>
                  </a:lnTo>
                  <a:lnTo>
                    <a:pt x="52069" y="40640"/>
                  </a:lnTo>
                  <a:lnTo>
                    <a:pt x="31075" y="41612"/>
                  </a:lnTo>
                  <a:lnTo>
                    <a:pt x="14604" y="42703"/>
                  </a:lnTo>
                  <a:lnTo>
                    <a:pt x="3849" y="44033"/>
                  </a:lnTo>
                  <a:lnTo>
                    <a:pt x="0" y="45720"/>
                  </a:lnTo>
                  <a:lnTo>
                    <a:pt x="0" y="58420"/>
                  </a:lnTo>
                  <a:lnTo>
                    <a:pt x="54332" y="58420"/>
                  </a:lnTo>
                  <a:lnTo>
                    <a:pt x="82232" y="58420"/>
                  </a:lnTo>
                  <a:lnTo>
                    <a:pt x="92511" y="58420"/>
                  </a:lnTo>
                  <a:lnTo>
                    <a:pt x="93979" y="58420"/>
                  </a:lnTo>
                  <a:lnTo>
                    <a:pt x="110489" y="58420"/>
                  </a:lnTo>
                  <a:lnTo>
                    <a:pt x="164087" y="58420"/>
                  </a:lnTo>
                  <a:lnTo>
                    <a:pt x="191611" y="58420"/>
                  </a:lnTo>
                  <a:lnTo>
                    <a:pt x="201751" y="58420"/>
                  </a:lnTo>
                  <a:lnTo>
                    <a:pt x="203200" y="58420"/>
                  </a:lnTo>
                  <a:lnTo>
                    <a:pt x="203200" y="45720"/>
                  </a:lnTo>
                  <a:lnTo>
                    <a:pt x="203200" y="45720"/>
                  </a:lnTo>
                  <a:close/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9" name="object 1095">
              <a:extLst>
                <a:ext uri="{FF2B5EF4-FFF2-40B4-BE49-F238E27FC236}">
                  <a16:creationId xmlns:a16="http://schemas.microsoft.com/office/drawing/2014/main" id="{276401B1-0AFF-480B-21BA-F60263736082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20079" y="2153920"/>
              <a:ext cx="318770" cy="241300"/>
            </a:xfrm>
            <a:prstGeom prst="rect">
              <a:avLst/>
            </a:prstGeom>
          </p:spPr>
        </p:pic>
        <p:sp>
          <p:nvSpPr>
            <p:cNvPr id="1100" name="object 1096">
              <a:extLst>
                <a:ext uri="{FF2B5EF4-FFF2-40B4-BE49-F238E27FC236}">
                  <a16:creationId xmlns:a16="http://schemas.microsoft.com/office/drawing/2014/main" id="{E8A4F84D-CBFC-14B8-2857-03CA5D05AA3A}"/>
                </a:ext>
              </a:extLst>
            </p:cNvPr>
            <p:cNvSpPr/>
            <p:nvPr/>
          </p:nvSpPr>
          <p:spPr>
            <a:xfrm>
              <a:off x="5720079" y="2153920"/>
              <a:ext cx="317500" cy="240029"/>
            </a:xfrm>
            <a:custGeom>
              <a:avLst/>
              <a:gdLst/>
              <a:ahLst/>
              <a:cxnLst/>
              <a:rect l="l" t="t" r="r" b="b"/>
              <a:pathLst>
                <a:path w="317500" h="240030">
                  <a:moveTo>
                    <a:pt x="317500" y="240029"/>
                  </a:moveTo>
                  <a:lnTo>
                    <a:pt x="0" y="240029"/>
                  </a:lnTo>
                  <a:lnTo>
                    <a:pt x="0" y="0"/>
                  </a:lnTo>
                  <a:lnTo>
                    <a:pt x="317500" y="0"/>
                  </a:lnTo>
                  <a:lnTo>
                    <a:pt x="317500" y="24002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097">
              <a:extLst>
                <a:ext uri="{FF2B5EF4-FFF2-40B4-BE49-F238E27FC236}">
                  <a16:creationId xmlns:a16="http://schemas.microsoft.com/office/drawing/2014/main" id="{F9FEA816-A3D3-2415-A88F-50F17CD860D3}"/>
                </a:ext>
              </a:extLst>
            </p:cNvPr>
            <p:cNvSpPr/>
            <p:nvPr/>
          </p:nvSpPr>
          <p:spPr>
            <a:xfrm>
              <a:off x="5753099" y="2181860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0"/>
                  </a:moveTo>
                  <a:lnTo>
                    <a:pt x="0" y="0"/>
                  </a:lnTo>
                  <a:lnTo>
                    <a:pt x="0" y="182879"/>
                  </a:lnTo>
                  <a:lnTo>
                    <a:pt x="247650" y="182879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098">
              <a:extLst>
                <a:ext uri="{FF2B5EF4-FFF2-40B4-BE49-F238E27FC236}">
                  <a16:creationId xmlns:a16="http://schemas.microsoft.com/office/drawing/2014/main" id="{E85B1480-5E3F-6B9B-52B1-2E86EC2FFC18}"/>
                </a:ext>
              </a:extLst>
            </p:cNvPr>
            <p:cNvSpPr/>
            <p:nvPr/>
          </p:nvSpPr>
          <p:spPr>
            <a:xfrm>
              <a:off x="5753099" y="2181860"/>
              <a:ext cx="247650" cy="182880"/>
            </a:xfrm>
            <a:custGeom>
              <a:avLst/>
              <a:gdLst/>
              <a:ahLst/>
              <a:cxnLst/>
              <a:rect l="l" t="t" r="r" b="b"/>
              <a:pathLst>
                <a:path w="247650" h="182880">
                  <a:moveTo>
                    <a:pt x="247650" y="182879"/>
                  </a:moveTo>
                  <a:lnTo>
                    <a:pt x="0" y="182879"/>
                  </a:lnTo>
                  <a:lnTo>
                    <a:pt x="0" y="0"/>
                  </a:lnTo>
                  <a:lnTo>
                    <a:pt x="247650" y="0"/>
                  </a:lnTo>
                  <a:lnTo>
                    <a:pt x="247650" y="18287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099">
              <a:extLst>
                <a:ext uri="{FF2B5EF4-FFF2-40B4-BE49-F238E27FC236}">
                  <a16:creationId xmlns:a16="http://schemas.microsoft.com/office/drawing/2014/main" id="{A31515B3-D082-7C4A-C08D-6D4724F55F57}"/>
                </a:ext>
              </a:extLst>
            </p:cNvPr>
            <p:cNvSpPr/>
            <p:nvPr/>
          </p:nvSpPr>
          <p:spPr>
            <a:xfrm>
              <a:off x="5753099" y="2184400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0" y="180339"/>
                  </a:lnTo>
                  <a:lnTo>
                    <a:pt x="247650" y="180339"/>
                  </a:lnTo>
                  <a:lnTo>
                    <a:pt x="2476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0">
              <a:extLst>
                <a:ext uri="{FF2B5EF4-FFF2-40B4-BE49-F238E27FC236}">
                  <a16:creationId xmlns:a16="http://schemas.microsoft.com/office/drawing/2014/main" id="{0E80F26E-8001-00C3-1DF6-8E36C350991C}"/>
                </a:ext>
              </a:extLst>
            </p:cNvPr>
            <p:cNvSpPr/>
            <p:nvPr/>
          </p:nvSpPr>
          <p:spPr>
            <a:xfrm>
              <a:off x="5753099" y="2184400"/>
              <a:ext cx="247650" cy="180340"/>
            </a:xfrm>
            <a:custGeom>
              <a:avLst/>
              <a:gdLst/>
              <a:ahLst/>
              <a:cxnLst/>
              <a:rect l="l" t="t" r="r" b="b"/>
              <a:pathLst>
                <a:path w="247650" h="180339">
                  <a:moveTo>
                    <a:pt x="247650" y="0"/>
                  </a:moveTo>
                  <a:lnTo>
                    <a:pt x="247650" y="180339"/>
                  </a:lnTo>
                  <a:lnTo>
                    <a:pt x="0" y="180339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1">
              <a:extLst>
                <a:ext uri="{FF2B5EF4-FFF2-40B4-BE49-F238E27FC236}">
                  <a16:creationId xmlns:a16="http://schemas.microsoft.com/office/drawing/2014/main" id="{A096BC92-BF67-BF30-913C-DEC624D79D44}"/>
                </a:ext>
              </a:extLst>
            </p:cNvPr>
            <p:cNvSpPr/>
            <p:nvPr/>
          </p:nvSpPr>
          <p:spPr>
            <a:xfrm>
              <a:off x="5820409" y="2407920"/>
              <a:ext cx="115570" cy="13970"/>
            </a:xfrm>
            <a:custGeom>
              <a:avLst/>
              <a:gdLst/>
              <a:ahLst/>
              <a:cxnLst/>
              <a:rect l="l" t="t" r="r" b="b"/>
              <a:pathLst>
                <a:path w="115570" h="13969">
                  <a:moveTo>
                    <a:pt x="0" y="3809"/>
                  </a:moveTo>
                  <a:lnTo>
                    <a:pt x="12878" y="8612"/>
                  </a:lnTo>
                  <a:lnTo>
                    <a:pt x="24923" y="11747"/>
                  </a:lnTo>
                  <a:lnTo>
                    <a:pt x="39112" y="13454"/>
                  </a:lnTo>
                  <a:lnTo>
                    <a:pt x="58419" y="13969"/>
                  </a:lnTo>
                  <a:lnTo>
                    <a:pt x="78422" y="12858"/>
                  </a:lnTo>
                  <a:lnTo>
                    <a:pt x="93662" y="9842"/>
                  </a:lnTo>
                  <a:lnTo>
                    <a:pt x="105568" y="5397"/>
                  </a:lnTo>
                  <a:lnTo>
                    <a:pt x="115569" y="0"/>
                  </a:lnTo>
                </a:path>
              </a:pathLst>
            </a:custGeom>
            <a:ln w="508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2">
              <a:extLst>
                <a:ext uri="{FF2B5EF4-FFF2-40B4-BE49-F238E27FC236}">
                  <a16:creationId xmlns:a16="http://schemas.microsoft.com/office/drawing/2014/main" id="{92EDC081-8510-6E6E-E810-A81EC82EDB1A}"/>
                </a:ext>
              </a:extLst>
            </p:cNvPr>
            <p:cNvSpPr/>
            <p:nvPr/>
          </p:nvSpPr>
          <p:spPr>
            <a:xfrm>
              <a:off x="585977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8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30480" y="13970"/>
                  </a:lnTo>
                  <a:lnTo>
                    <a:pt x="30480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3">
              <a:extLst>
                <a:ext uri="{FF2B5EF4-FFF2-40B4-BE49-F238E27FC236}">
                  <a16:creationId xmlns:a16="http://schemas.microsoft.com/office/drawing/2014/main" id="{DC591546-0556-6245-6CD3-B95A78137D07}"/>
                </a:ext>
              </a:extLst>
            </p:cNvPr>
            <p:cNvSpPr/>
            <p:nvPr/>
          </p:nvSpPr>
          <p:spPr>
            <a:xfrm>
              <a:off x="585977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30480" y="13970"/>
                  </a:moveTo>
                  <a:lnTo>
                    <a:pt x="0" y="13970"/>
                  </a:lnTo>
                  <a:lnTo>
                    <a:pt x="0" y="0"/>
                  </a:lnTo>
                  <a:lnTo>
                    <a:pt x="30480" y="0"/>
                  </a:lnTo>
                  <a:lnTo>
                    <a:pt x="30480" y="1397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4">
              <a:extLst>
                <a:ext uri="{FF2B5EF4-FFF2-40B4-BE49-F238E27FC236}">
                  <a16:creationId xmlns:a16="http://schemas.microsoft.com/office/drawing/2014/main" id="{C0A531FC-F5C7-4512-A68F-70778EBDDFD1}"/>
                </a:ext>
              </a:extLst>
            </p:cNvPr>
            <p:cNvSpPr/>
            <p:nvPr/>
          </p:nvSpPr>
          <p:spPr>
            <a:xfrm>
              <a:off x="5859779" y="2400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69">
                  <a:moveTo>
                    <a:pt x="0" y="13970"/>
                  </a:moveTo>
                  <a:lnTo>
                    <a:pt x="30480" y="13970"/>
                  </a:lnTo>
                  <a:lnTo>
                    <a:pt x="30480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5">
              <a:extLst>
                <a:ext uri="{FF2B5EF4-FFF2-40B4-BE49-F238E27FC236}">
                  <a16:creationId xmlns:a16="http://schemas.microsoft.com/office/drawing/2014/main" id="{393C5F5A-1608-E78F-B35C-589EA4B0E016}"/>
                </a:ext>
              </a:extLst>
            </p:cNvPr>
            <p:cNvSpPr/>
            <p:nvPr/>
          </p:nvSpPr>
          <p:spPr>
            <a:xfrm>
              <a:off x="5412740" y="2369819"/>
              <a:ext cx="195580" cy="44450"/>
            </a:xfrm>
            <a:custGeom>
              <a:avLst/>
              <a:gdLst/>
              <a:ahLst/>
              <a:cxnLst/>
              <a:rect l="l" t="t" r="r" b="b"/>
              <a:pathLst>
                <a:path w="195579" h="44450">
                  <a:moveTo>
                    <a:pt x="45720" y="22860"/>
                  </a:moveTo>
                  <a:lnTo>
                    <a:pt x="43929" y="13931"/>
                  </a:lnTo>
                  <a:lnTo>
                    <a:pt x="39052" y="6667"/>
                  </a:lnTo>
                  <a:lnTo>
                    <a:pt x="31788" y="1790"/>
                  </a:lnTo>
                  <a:lnTo>
                    <a:pt x="22860" y="0"/>
                  </a:lnTo>
                  <a:lnTo>
                    <a:pt x="13919" y="1790"/>
                  </a:lnTo>
                  <a:lnTo>
                    <a:pt x="6654" y="6667"/>
                  </a:lnTo>
                  <a:lnTo>
                    <a:pt x="1778" y="13931"/>
                  </a:lnTo>
                  <a:lnTo>
                    <a:pt x="0" y="22860"/>
                  </a:lnTo>
                  <a:lnTo>
                    <a:pt x="1778" y="31064"/>
                  </a:lnTo>
                  <a:lnTo>
                    <a:pt x="6667" y="37947"/>
                  </a:lnTo>
                  <a:lnTo>
                    <a:pt x="13919" y="42684"/>
                  </a:lnTo>
                  <a:lnTo>
                    <a:pt x="22860" y="44450"/>
                  </a:lnTo>
                  <a:lnTo>
                    <a:pt x="31788" y="42684"/>
                  </a:lnTo>
                  <a:lnTo>
                    <a:pt x="39052" y="37947"/>
                  </a:lnTo>
                  <a:lnTo>
                    <a:pt x="43929" y="31064"/>
                  </a:lnTo>
                  <a:lnTo>
                    <a:pt x="45720" y="22860"/>
                  </a:lnTo>
                  <a:close/>
                </a:path>
                <a:path w="195579" h="44450">
                  <a:moveTo>
                    <a:pt x="119380" y="22860"/>
                  </a:moveTo>
                  <a:lnTo>
                    <a:pt x="117602" y="13931"/>
                  </a:lnTo>
                  <a:lnTo>
                    <a:pt x="112864" y="6667"/>
                  </a:lnTo>
                  <a:lnTo>
                    <a:pt x="105981" y="1790"/>
                  </a:lnTo>
                  <a:lnTo>
                    <a:pt x="97790" y="0"/>
                  </a:lnTo>
                  <a:lnTo>
                    <a:pt x="88849" y="1790"/>
                  </a:lnTo>
                  <a:lnTo>
                    <a:pt x="81597" y="6667"/>
                  </a:lnTo>
                  <a:lnTo>
                    <a:pt x="76708" y="13931"/>
                  </a:lnTo>
                  <a:lnTo>
                    <a:pt x="74930" y="22860"/>
                  </a:lnTo>
                  <a:lnTo>
                    <a:pt x="76708" y="31064"/>
                  </a:lnTo>
                  <a:lnTo>
                    <a:pt x="81597" y="37947"/>
                  </a:lnTo>
                  <a:lnTo>
                    <a:pt x="88849" y="42684"/>
                  </a:lnTo>
                  <a:lnTo>
                    <a:pt x="97790" y="44450"/>
                  </a:lnTo>
                  <a:lnTo>
                    <a:pt x="105981" y="42684"/>
                  </a:lnTo>
                  <a:lnTo>
                    <a:pt x="112864" y="37947"/>
                  </a:lnTo>
                  <a:lnTo>
                    <a:pt x="117602" y="31064"/>
                  </a:lnTo>
                  <a:lnTo>
                    <a:pt x="119380" y="22860"/>
                  </a:lnTo>
                  <a:close/>
                </a:path>
                <a:path w="195579" h="44450">
                  <a:moveTo>
                    <a:pt x="195580" y="22860"/>
                  </a:moveTo>
                  <a:lnTo>
                    <a:pt x="193802" y="13931"/>
                  </a:lnTo>
                  <a:lnTo>
                    <a:pt x="189064" y="6667"/>
                  </a:lnTo>
                  <a:lnTo>
                    <a:pt x="182181" y="1790"/>
                  </a:lnTo>
                  <a:lnTo>
                    <a:pt x="173990" y="0"/>
                  </a:lnTo>
                  <a:lnTo>
                    <a:pt x="165049" y="1790"/>
                  </a:lnTo>
                  <a:lnTo>
                    <a:pt x="157797" y="6667"/>
                  </a:lnTo>
                  <a:lnTo>
                    <a:pt x="152908" y="13931"/>
                  </a:lnTo>
                  <a:lnTo>
                    <a:pt x="151130" y="22860"/>
                  </a:lnTo>
                  <a:lnTo>
                    <a:pt x="152908" y="31064"/>
                  </a:lnTo>
                  <a:lnTo>
                    <a:pt x="157797" y="37947"/>
                  </a:lnTo>
                  <a:lnTo>
                    <a:pt x="165049" y="42684"/>
                  </a:lnTo>
                  <a:lnTo>
                    <a:pt x="173990" y="44450"/>
                  </a:lnTo>
                  <a:lnTo>
                    <a:pt x="182181" y="42684"/>
                  </a:lnTo>
                  <a:lnTo>
                    <a:pt x="189064" y="37947"/>
                  </a:lnTo>
                  <a:lnTo>
                    <a:pt x="193802" y="31064"/>
                  </a:lnTo>
                  <a:lnTo>
                    <a:pt x="195580" y="2286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0" name="object 1106">
              <a:extLst>
                <a:ext uri="{FF2B5EF4-FFF2-40B4-BE49-F238E27FC236}">
                  <a16:creationId xmlns:a16="http://schemas.microsoft.com/office/drawing/2014/main" id="{7F2356AD-F8FE-2DB9-5040-D8ECFA2FF280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052059" y="3069590"/>
              <a:ext cx="347979" cy="499110"/>
            </a:xfrm>
            <a:prstGeom prst="rect">
              <a:avLst/>
            </a:prstGeom>
          </p:spPr>
        </p:pic>
        <p:sp>
          <p:nvSpPr>
            <p:cNvPr id="1111" name="object 1107">
              <a:extLst>
                <a:ext uri="{FF2B5EF4-FFF2-40B4-BE49-F238E27FC236}">
                  <a16:creationId xmlns:a16="http://schemas.microsoft.com/office/drawing/2014/main" id="{6DA2F087-66AE-CD05-263A-E563DF14643E}"/>
                </a:ext>
              </a:extLst>
            </p:cNvPr>
            <p:cNvSpPr/>
            <p:nvPr/>
          </p:nvSpPr>
          <p:spPr>
            <a:xfrm>
              <a:off x="5099049" y="30734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2" name="object 1108">
              <a:extLst>
                <a:ext uri="{FF2B5EF4-FFF2-40B4-BE49-F238E27FC236}">
                  <a16:creationId xmlns:a16="http://schemas.microsoft.com/office/drawing/2014/main" id="{E78C3C93-D3B6-1727-7AD6-2876FCC889A6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053329" y="2999740"/>
              <a:ext cx="351789" cy="78739"/>
            </a:xfrm>
            <a:prstGeom prst="rect">
              <a:avLst/>
            </a:prstGeom>
          </p:spPr>
        </p:pic>
        <p:pic>
          <p:nvPicPr>
            <p:cNvPr id="1113" name="object 1109">
              <a:extLst>
                <a:ext uri="{FF2B5EF4-FFF2-40B4-BE49-F238E27FC236}">
                  <a16:creationId xmlns:a16="http://schemas.microsoft.com/office/drawing/2014/main" id="{A53A7C11-6063-D649-A455-143F0DF8F8BE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082539" y="3069590"/>
              <a:ext cx="288289" cy="473710"/>
            </a:xfrm>
            <a:prstGeom prst="rect">
              <a:avLst/>
            </a:prstGeom>
          </p:spPr>
        </p:pic>
        <p:sp>
          <p:nvSpPr>
            <p:cNvPr id="1114" name="object 1110">
              <a:extLst>
                <a:ext uri="{FF2B5EF4-FFF2-40B4-BE49-F238E27FC236}">
                  <a16:creationId xmlns:a16="http://schemas.microsoft.com/office/drawing/2014/main" id="{FD218F86-E3B7-9ED4-D24A-B3C5B6685651}"/>
                </a:ext>
              </a:extLst>
            </p:cNvPr>
            <p:cNvSpPr/>
            <p:nvPr/>
          </p:nvSpPr>
          <p:spPr>
            <a:xfrm>
              <a:off x="5147310" y="3171189"/>
              <a:ext cx="158750" cy="67310"/>
            </a:xfrm>
            <a:custGeom>
              <a:avLst/>
              <a:gdLst/>
              <a:ahLst/>
              <a:cxnLst/>
              <a:rect l="l" t="t" r="r" b="b"/>
              <a:pathLst>
                <a:path w="158750" h="67310">
                  <a:moveTo>
                    <a:pt x="158750" y="45720"/>
                  </a:moveTo>
                  <a:lnTo>
                    <a:pt x="0" y="45720"/>
                  </a:lnTo>
                  <a:lnTo>
                    <a:pt x="0" y="67310"/>
                  </a:lnTo>
                  <a:lnTo>
                    <a:pt x="158750" y="67310"/>
                  </a:lnTo>
                  <a:lnTo>
                    <a:pt x="158750" y="45720"/>
                  </a:lnTo>
                  <a:close/>
                </a:path>
                <a:path w="158750" h="67310">
                  <a:moveTo>
                    <a:pt x="158750" y="0"/>
                  </a:moveTo>
                  <a:lnTo>
                    <a:pt x="0" y="0"/>
                  </a:lnTo>
                  <a:lnTo>
                    <a:pt x="0" y="21590"/>
                  </a:lnTo>
                  <a:lnTo>
                    <a:pt x="158750" y="21590"/>
                  </a:lnTo>
                  <a:lnTo>
                    <a:pt x="1587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5" name="object 1111">
            <a:extLst>
              <a:ext uri="{FF2B5EF4-FFF2-40B4-BE49-F238E27FC236}">
                <a16:creationId xmlns:a16="http://schemas.microsoft.com/office/drawing/2014/main" id="{79F71391-DE6A-E026-ACA0-2C51AA689BDD}"/>
              </a:ext>
            </a:extLst>
          </p:cNvPr>
          <p:cNvSpPr txBox="1"/>
          <p:nvPr/>
        </p:nvSpPr>
        <p:spPr>
          <a:xfrm>
            <a:off x="2301239" y="1685290"/>
            <a:ext cx="140716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150" marR="5080" indent="-17145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Portable </a:t>
            </a:r>
            <a:r>
              <a:rPr sz="1400" spc="-5" dirty="0">
                <a:latin typeface="Arial MT"/>
                <a:cs typeface="Arial MT"/>
              </a:rPr>
              <a:t>Media </a:t>
            </a:r>
            <a:r>
              <a:rPr sz="1400" dirty="0">
                <a:latin typeface="Arial MT"/>
                <a:cs typeface="Arial MT"/>
              </a:rPr>
              <a:t> for</a:t>
            </a:r>
            <a:r>
              <a:rPr sz="1400" spc="-35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File</a:t>
            </a:r>
            <a:r>
              <a:rPr sz="1400" spc="-4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Sharing</a:t>
            </a:r>
          </a:p>
        </p:txBody>
      </p:sp>
      <p:grpSp>
        <p:nvGrpSpPr>
          <p:cNvPr id="1116" name="object 1112">
            <a:extLst>
              <a:ext uri="{FF2B5EF4-FFF2-40B4-BE49-F238E27FC236}">
                <a16:creationId xmlns:a16="http://schemas.microsoft.com/office/drawing/2014/main" id="{8342889C-CA4A-79B2-F95C-F988E7CEB830}"/>
              </a:ext>
            </a:extLst>
          </p:cNvPr>
          <p:cNvGrpSpPr/>
          <p:nvPr/>
        </p:nvGrpSpPr>
        <p:grpSpPr>
          <a:xfrm>
            <a:off x="2106703" y="2118133"/>
            <a:ext cx="1612265" cy="1444625"/>
            <a:chOff x="2106703" y="2118133"/>
            <a:chExt cx="1612265" cy="1444625"/>
          </a:xfrm>
        </p:grpSpPr>
        <p:sp>
          <p:nvSpPr>
            <p:cNvPr id="1117" name="object 1113">
              <a:extLst>
                <a:ext uri="{FF2B5EF4-FFF2-40B4-BE49-F238E27FC236}">
                  <a16:creationId xmlns:a16="http://schemas.microsoft.com/office/drawing/2014/main" id="{63684865-B681-AECA-9A60-8C38154976DB}"/>
                </a:ext>
              </a:extLst>
            </p:cNvPr>
            <p:cNvSpPr/>
            <p:nvPr/>
          </p:nvSpPr>
          <p:spPr>
            <a:xfrm>
              <a:off x="2152650" y="2132329"/>
              <a:ext cx="1521460" cy="54610"/>
            </a:xfrm>
            <a:custGeom>
              <a:avLst/>
              <a:gdLst/>
              <a:ahLst/>
              <a:cxnLst/>
              <a:rect l="l" t="t" r="r" b="b"/>
              <a:pathLst>
                <a:path w="1521460" h="54610">
                  <a:moveTo>
                    <a:pt x="1442720" y="2540"/>
                  </a:moveTo>
                  <a:lnTo>
                    <a:pt x="1438910" y="2540"/>
                  </a:lnTo>
                  <a:lnTo>
                    <a:pt x="1438910" y="1397"/>
                  </a:lnTo>
                  <a:lnTo>
                    <a:pt x="1430020" y="1397"/>
                  </a:lnTo>
                  <a:lnTo>
                    <a:pt x="1430020" y="0"/>
                  </a:lnTo>
                  <a:lnTo>
                    <a:pt x="91440" y="0"/>
                  </a:lnTo>
                  <a:lnTo>
                    <a:pt x="91440" y="1397"/>
                  </a:lnTo>
                  <a:lnTo>
                    <a:pt x="87630" y="1397"/>
                  </a:lnTo>
                  <a:lnTo>
                    <a:pt x="87630" y="2540"/>
                  </a:lnTo>
                  <a:lnTo>
                    <a:pt x="78740" y="2540"/>
                  </a:lnTo>
                  <a:lnTo>
                    <a:pt x="78740" y="3810"/>
                  </a:lnTo>
                  <a:lnTo>
                    <a:pt x="1442720" y="3810"/>
                  </a:lnTo>
                  <a:lnTo>
                    <a:pt x="1442720" y="2667"/>
                  </a:lnTo>
                  <a:lnTo>
                    <a:pt x="1442720" y="2540"/>
                  </a:lnTo>
                  <a:close/>
                </a:path>
                <a:path w="1521460" h="54610">
                  <a:moveTo>
                    <a:pt x="1461770" y="8890"/>
                  </a:moveTo>
                  <a:lnTo>
                    <a:pt x="1459230" y="8890"/>
                  </a:lnTo>
                  <a:lnTo>
                    <a:pt x="1459230" y="7747"/>
                  </a:lnTo>
                  <a:lnTo>
                    <a:pt x="1455420" y="7747"/>
                  </a:lnTo>
                  <a:lnTo>
                    <a:pt x="1455420" y="6350"/>
                  </a:lnTo>
                  <a:lnTo>
                    <a:pt x="1452880" y="6350"/>
                  </a:lnTo>
                  <a:lnTo>
                    <a:pt x="1452880" y="5207"/>
                  </a:lnTo>
                  <a:lnTo>
                    <a:pt x="1452880" y="5080"/>
                  </a:lnTo>
                  <a:lnTo>
                    <a:pt x="1449070" y="5080"/>
                  </a:lnTo>
                  <a:lnTo>
                    <a:pt x="1449070" y="3937"/>
                  </a:lnTo>
                  <a:lnTo>
                    <a:pt x="76200" y="3937"/>
                  </a:lnTo>
                  <a:lnTo>
                    <a:pt x="76200" y="5080"/>
                  </a:lnTo>
                  <a:lnTo>
                    <a:pt x="72390" y="5080"/>
                  </a:lnTo>
                  <a:lnTo>
                    <a:pt x="72390" y="6350"/>
                  </a:lnTo>
                  <a:lnTo>
                    <a:pt x="66040" y="6350"/>
                  </a:lnTo>
                  <a:lnTo>
                    <a:pt x="66040" y="7747"/>
                  </a:lnTo>
                  <a:lnTo>
                    <a:pt x="63500" y="7747"/>
                  </a:lnTo>
                  <a:lnTo>
                    <a:pt x="63500" y="8890"/>
                  </a:lnTo>
                  <a:lnTo>
                    <a:pt x="60960" y="8890"/>
                  </a:lnTo>
                  <a:lnTo>
                    <a:pt x="60960" y="10160"/>
                  </a:lnTo>
                  <a:lnTo>
                    <a:pt x="1461770" y="10160"/>
                  </a:lnTo>
                  <a:lnTo>
                    <a:pt x="1461770" y="9017"/>
                  </a:lnTo>
                  <a:lnTo>
                    <a:pt x="1461770" y="8890"/>
                  </a:lnTo>
                  <a:close/>
                </a:path>
                <a:path w="1521460" h="54610">
                  <a:moveTo>
                    <a:pt x="1474470" y="15240"/>
                  </a:moveTo>
                  <a:lnTo>
                    <a:pt x="1471930" y="15240"/>
                  </a:lnTo>
                  <a:lnTo>
                    <a:pt x="1471930" y="14097"/>
                  </a:lnTo>
                  <a:lnTo>
                    <a:pt x="1469390" y="14097"/>
                  </a:lnTo>
                  <a:lnTo>
                    <a:pt x="1469390" y="12700"/>
                  </a:lnTo>
                  <a:lnTo>
                    <a:pt x="1466850" y="12700"/>
                  </a:lnTo>
                  <a:lnTo>
                    <a:pt x="1466850" y="11557"/>
                  </a:lnTo>
                  <a:lnTo>
                    <a:pt x="1466850" y="11430"/>
                  </a:lnTo>
                  <a:lnTo>
                    <a:pt x="1464310" y="11430"/>
                  </a:lnTo>
                  <a:lnTo>
                    <a:pt x="1464310" y="10287"/>
                  </a:lnTo>
                  <a:lnTo>
                    <a:pt x="58420" y="10287"/>
                  </a:lnTo>
                  <a:lnTo>
                    <a:pt x="58420" y="11430"/>
                  </a:lnTo>
                  <a:lnTo>
                    <a:pt x="54610" y="11430"/>
                  </a:lnTo>
                  <a:lnTo>
                    <a:pt x="54610" y="12700"/>
                  </a:lnTo>
                  <a:lnTo>
                    <a:pt x="53340" y="12700"/>
                  </a:lnTo>
                  <a:lnTo>
                    <a:pt x="53340" y="14097"/>
                  </a:lnTo>
                  <a:lnTo>
                    <a:pt x="50800" y="14097"/>
                  </a:lnTo>
                  <a:lnTo>
                    <a:pt x="50800" y="15240"/>
                  </a:lnTo>
                  <a:lnTo>
                    <a:pt x="48260" y="15240"/>
                  </a:lnTo>
                  <a:lnTo>
                    <a:pt x="48260" y="16510"/>
                  </a:lnTo>
                  <a:lnTo>
                    <a:pt x="1474470" y="16510"/>
                  </a:lnTo>
                  <a:lnTo>
                    <a:pt x="1474470" y="15367"/>
                  </a:lnTo>
                  <a:lnTo>
                    <a:pt x="1474470" y="15240"/>
                  </a:lnTo>
                  <a:close/>
                </a:path>
                <a:path w="1521460" h="54610">
                  <a:moveTo>
                    <a:pt x="1484630" y="21590"/>
                  </a:moveTo>
                  <a:lnTo>
                    <a:pt x="1483360" y="21590"/>
                  </a:lnTo>
                  <a:lnTo>
                    <a:pt x="1483360" y="20447"/>
                  </a:lnTo>
                  <a:lnTo>
                    <a:pt x="1480820" y="20447"/>
                  </a:lnTo>
                  <a:lnTo>
                    <a:pt x="1480820" y="19050"/>
                  </a:lnTo>
                  <a:lnTo>
                    <a:pt x="1478280" y="19050"/>
                  </a:lnTo>
                  <a:lnTo>
                    <a:pt x="1478280" y="17907"/>
                  </a:lnTo>
                  <a:lnTo>
                    <a:pt x="1478280" y="17780"/>
                  </a:lnTo>
                  <a:lnTo>
                    <a:pt x="1477010" y="17780"/>
                  </a:lnTo>
                  <a:lnTo>
                    <a:pt x="1477010" y="16637"/>
                  </a:lnTo>
                  <a:lnTo>
                    <a:pt x="45720" y="16637"/>
                  </a:lnTo>
                  <a:lnTo>
                    <a:pt x="45720" y="17780"/>
                  </a:lnTo>
                  <a:lnTo>
                    <a:pt x="41910" y="17780"/>
                  </a:lnTo>
                  <a:lnTo>
                    <a:pt x="41910" y="19050"/>
                  </a:lnTo>
                  <a:lnTo>
                    <a:pt x="40640" y="19050"/>
                  </a:lnTo>
                  <a:lnTo>
                    <a:pt x="40640" y="20447"/>
                  </a:lnTo>
                  <a:lnTo>
                    <a:pt x="38100" y="20447"/>
                  </a:lnTo>
                  <a:lnTo>
                    <a:pt x="38100" y="21590"/>
                  </a:lnTo>
                  <a:lnTo>
                    <a:pt x="36830" y="21590"/>
                  </a:lnTo>
                  <a:lnTo>
                    <a:pt x="36830" y="22860"/>
                  </a:lnTo>
                  <a:lnTo>
                    <a:pt x="1484630" y="22860"/>
                  </a:lnTo>
                  <a:lnTo>
                    <a:pt x="1484630" y="21717"/>
                  </a:lnTo>
                  <a:lnTo>
                    <a:pt x="1484630" y="21590"/>
                  </a:lnTo>
                  <a:close/>
                </a:path>
                <a:path w="1521460" h="54610">
                  <a:moveTo>
                    <a:pt x="1494790" y="27940"/>
                  </a:moveTo>
                  <a:lnTo>
                    <a:pt x="1493520" y="27940"/>
                  </a:lnTo>
                  <a:lnTo>
                    <a:pt x="1493520" y="26797"/>
                  </a:lnTo>
                  <a:lnTo>
                    <a:pt x="1490980" y="26797"/>
                  </a:lnTo>
                  <a:lnTo>
                    <a:pt x="1490980" y="26670"/>
                  </a:lnTo>
                  <a:lnTo>
                    <a:pt x="1490980" y="25400"/>
                  </a:lnTo>
                  <a:lnTo>
                    <a:pt x="1489710" y="25400"/>
                  </a:lnTo>
                  <a:lnTo>
                    <a:pt x="1489710" y="24257"/>
                  </a:lnTo>
                  <a:lnTo>
                    <a:pt x="1489710" y="24130"/>
                  </a:lnTo>
                  <a:lnTo>
                    <a:pt x="1487170" y="24130"/>
                  </a:lnTo>
                  <a:lnTo>
                    <a:pt x="1487170" y="22987"/>
                  </a:lnTo>
                  <a:lnTo>
                    <a:pt x="34290" y="22987"/>
                  </a:lnTo>
                  <a:lnTo>
                    <a:pt x="34290" y="24130"/>
                  </a:lnTo>
                  <a:lnTo>
                    <a:pt x="33020" y="24130"/>
                  </a:lnTo>
                  <a:lnTo>
                    <a:pt x="33020" y="25400"/>
                  </a:lnTo>
                  <a:lnTo>
                    <a:pt x="30480" y="25400"/>
                  </a:lnTo>
                  <a:lnTo>
                    <a:pt x="30480" y="26670"/>
                  </a:lnTo>
                  <a:lnTo>
                    <a:pt x="30480" y="26797"/>
                  </a:lnTo>
                  <a:lnTo>
                    <a:pt x="29210" y="26797"/>
                  </a:lnTo>
                  <a:lnTo>
                    <a:pt x="29210" y="27940"/>
                  </a:lnTo>
                  <a:lnTo>
                    <a:pt x="27940" y="27940"/>
                  </a:lnTo>
                  <a:lnTo>
                    <a:pt x="27940" y="29210"/>
                  </a:lnTo>
                  <a:lnTo>
                    <a:pt x="1494790" y="29210"/>
                  </a:lnTo>
                  <a:lnTo>
                    <a:pt x="1494790" y="28067"/>
                  </a:lnTo>
                  <a:lnTo>
                    <a:pt x="1494790" y="27940"/>
                  </a:lnTo>
                  <a:close/>
                </a:path>
                <a:path w="1521460" h="54610">
                  <a:moveTo>
                    <a:pt x="1502410" y="34290"/>
                  </a:moveTo>
                  <a:lnTo>
                    <a:pt x="1501140" y="34290"/>
                  </a:lnTo>
                  <a:lnTo>
                    <a:pt x="1501140" y="33147"/>
                  </a:lnTo>
                  <a:lnTo>
                    <a:pt x="1499870" y="33147"/>
                  </a:lnTo>
                  <a:lnTo>
                    <a:pt x="1499870" y="31750"/>
                  </a:lnTo>
                  <a:lnTo>
                    <a:pt x="1498600" y="31750"/>
                  </a:lnTo>
                  <a:lnTo>
                    <a:pt x="1498600" y="30607"/>
                  </a:lnTo>
                  <a:lnTo>
                    <a:pt x="1498600" y="30480"/>
                  </a:lnTo>
                  <a:lnTo>
                    <a:pt x="1496060" y="30480"/>
                  </a:lnTo>
                  <a:lnTo>
                    <a:pt x="1496060" y="29337"/>
                  </a:lnTo>
                  <a:lnTo>
                    <a:pt x="25400" y="29337"/>
                  </a:lnTo>
                  <a:lnTo>
                    <a:pt x="25400" y="30480"/>
                  </a:lnTo>
                  <a:lnTo>
                    <a:pt x="24130" y="30480"/>
                  </a:lnTo>
                  <a:lnTo>
                    <a:pt x="24130" y="31750"/>
                  </a:lnTo>
                  <a:lnTo>
                    <a:pt x="22860" y="31750"/>
                  </a:lnTo>
                  <a:lnTo>
                    <a:pt x="22860" y="33147"/>
                  </a:lnTo>
                  <a:lnTo>
                    <a:pt x="20320" y="33147"/>
                  </a:lnTo>
                  <a:lnTo>
                    <a:pt x="20320" y="34290"/>
                  </a:lnTo>
                  <a:lnTo>
                    <a:pt x="19050" y="34290"/>
                  </a:lnTo>
                  <a:lnTo>
                    <a:pt x="19050" y="35560"/>
                  </a:lnTo>
                  <a:lnTo>
                    <a:pt x="1502410" y="35560"/>
                  </a:lnTo>
                  <a:lnTo>
                    <a:pt x="1502410" y="34417"/>
                  </a:lnTo>
                  <a:lnTo>
                    <a:pt x="1502410" y="34290"/>
                  </a:lnTo>
                  <a:close/>
                </a:path>
                <a:path w="1521460" h="54610">
                  <a:moveTo>
                    <a:pt x="1510030" y="40640"/>
                  </a:moveTo>
                  <a:lnTo>
                    <a:pt x="1508760" y="40640"/>
                  </a:lnTo>
                  <a:lnTo>
                    <a:pt x="1508760" y="39497"/>
                  </a:lnTo>
                  <a:lnTo>
                    <a:pt x="1507490" y="39497"/>
                  </a:lnTo>
                  <a:lnTo>
                    <a:pt x="1507490" y="38100"/>
                  </a:lnTo>
                  <a:lnTo>
                    <a:pt x="1506220" y="38100"/>
                  </a:lnTo>
                  <a:lnTo>
                    <a:pt x="1506220" y="36957"/>
                  </a:lnTo>
                  <a:lnTo>
                    <a:pt x="1506220" y="36830"/>
                  </a:lnTo>
                  <a:lnTo>
                    <a:pt x="1503680" y="36830"/>
                  </a:lnTo>
                  <a:lnTo>
                    <a:pt x="1503680" y="35687"/>
                  </a:lnTo>
                  <a:lnTo>
                    <a:pt x="17780" y="35687"/>
                  </a:lnTo>
                  <a:lnTo>
                    <a:pt x="17780" y="36830"/>
                  </a:lnTo>
                  <a:lnTo>
                    <a:pt x="16510" y="36830"/>
                  </a:lnTo>
                  <a:lnTo>
                    <a:pt x="16510" y="38100"/>
                  </a:lnTo>
                  <a:lnTo>
                    <a:pt x="15240" y="38100"/>
                  </a:lnTo>
                  <a:lnTo>
                    <a:pt x="15240" y="39497"/>
                  </a:lnTo>
                  <a:lnTo>
                    <a:pt x="12700" y="39497"/>
                  </a:lnTo>
                  <a:lnTo>
                    <a:pt x="12700" y="40640"/>
                  </a:lnTo>
                  <a:lnTo>
                    <a:pt x="11430" y="40640"/>
                  </a:lnTo>
                  <a:lnTo>
                    <a:pt x="11430" y="41910"/>
                  </a:lnTo>
                  <a:lnTo>
                    <a:pt x="1510030" y="41910"/>
                  </a:lnTo>
                  <a:lnTo>
                    <a:pt x="1510030" y="40767"/>
                  </a:lnTo>
                  <a:lnTo>
                    <a:pt x="1510030" y="40640"/>
                  </a:lnTo>
                  <a:close/>
                </a:path>
                <a:path w="1521460" h="54610">
                  <a:moveTo>
                    <a:pt x="1521460" y="53340"/>
                  </a:moveTo>
                  <a:lnTo>
                    <a:pt x="1520190" y="53340"/>
                  </a:lnTo>
                  <a:lnTo>
                    <a:pt x="1520190" y="52197"/>
                  </a:lnTo>
                  <a:lnTo>
                    <a:pt x="1518920" y="52197"/>
                  </a:lnTo>
                  <a:lnTo>
                    <a:pt x="1518920" y="50800"/>
                  </a:lnTo>
                  <a:lnTo>
                    <a:pt x="1517650" y="50800"/>
                  </a:lnTo>
                  <a:lnTo>
                    <a:pt x="1517650" y="49657"/>
                  </a:lnTo>
                  <a:lnTo>
                    <a:pt x="1517650" y="49530"/>
                  </a:lnTo>
                  <a:lnTo>
                    <a:pt x="1516380" y="49530"/>
                  </a:lnTo>
                  <a:lnTo>
                    <a:pt x="1516380" y="48260"/>
                  </a:lnTo>
                  <a:lnTo>
                    <a:pt x="1515110" y="48260"/>
                  </a:lnTo>
                  <a:lnTo>
                    <a:pt x="1515110" y="46990"/>
                  </a:lnTo>
                  <a:lnTo>
                    <a:pt x="1515110" y="45847"/>
                  </a:lnTo>
                  <a:lnTo>
                    <a:pt x="1513840" y="45847"/>
                  </a:lnTo>
                  <a:lnTo>
                    <a:pt x="1513840" y="44450"/>
                  </a:lnTo>
                  <a:lnTo>
                    <a:pt x="1512570" y="44450"/>
                  </a:lnTo>
                  <a:lnTo>
                    <a:pt x="1512570" y="43307"/>
                  </a:lnTo>
                  <a:lnTo>
                    <a:pt x="1512570" y="43180"/>
                  </a:lnTo>
                  <a:lnTo>
                    <a:pt x="1511300" y="43180"/>
                  </a:lnTo>
                  <a:lnTo>
                    <a:pt x="1511300" y="42037"/>
                  </a:lnTo>
                  <a:lnTo>
                    <a:pt x="10160" y="42037"/>
                  </a:lnTo>
                  <a:lnTo>
                    <a:pt x="10160" y="43180"/>
                  </a:lnTo>
                  <a:lnTo>
                    <a:pt x="8890" y="43180"/>
                  </a:lnTo>
                  <a:lnTo>
                    <a:pt x="8890" y="44450"/>
                  </a:lnTo>
                  <a:lnTo>
                    <a:pt x="7620" y="44450"/>
                  </a:lnTo>
                  <a:lnTo>
                    <a:pt x="7620" y="45847"/>
                  </a:lnTo>
                  <a:lnTo>
                    <a:pt x="6350" y="45847"/>
                  </a:lnTo>
                  <a:lnTo>
                    <a:pt x="6350" y="46990"/>
                  </a:lnTo>
                  <a:lnTo>
                    <a:pt x="5080" y="46990"/>
                  </a:lnTo>
                  <a:lnTo>
                    <a:pt x="5080" y="48260"/>
                  </a:lnTo>
                  <a:lnTo>
                    <a:pt x="5080" y="49530"/>
                  </a:lnTo>
                  <a:lnTo>
                    <a:pt x="3810" y="49530"/>
                  </a:lnTo>
                  <a:lnTo>
                    <a:pt x="3810" y="50800"/>
                  </a:lnTo>
                  <a:lnTo>
                    <a:pt x="2540" y="50800"/>
                  </a:lnTo>
                  <a:lnTo>
                    <a:pt x="2540" y="52197"/>
                  </a:lnTo>
                  <a:lnTo>
                    <a:pt x="1270" y="52197"/>
                  </a:lnTo>
                  <a:lnTo>
                    <a:pt x="1270" y="53340"/>
                  </a:lnTo>
                  <a:lnTo>
                    <a:pt x="0" y="53340"/>
                  </a:lnTo>
                  <a:lnTo>
                    <a:pt x="0" y="54610"/>
                  </a:lnTo>
                  <a:lnTo>
                    <a:pt x="1521460" y="54610"/>
                  </a:lnTo>
                  <a:lnTo>
                    <a:pt x="1521460" y="53467"/>
                  </a:lnTo>
                  <a:lnTo>
                    <a:pt x="1521460" y="53340"/>
                  </a:lnTo>
                  <a:close/>
                </a:path>
              </a:pathLst>
            </a:custGeom>
            <a:solidFill>
              <a:srgbClr val="F3F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4">
              <a:extLst>
                <a:ext uri="{FF2B5EF4-FFF2-40B4-BE49-F238E27FC236}">
                  <a16:creationId xmlns:a16="http://schemas.microsoft.com/office/drawing/2014/main" id="{E7210AA6-F79E-9644-AF12-03D786B7666C}"/>
                </a:ext>
              </a:extLst>
            </p:cNvPr>
            <p:cNvSpPr/>
            <p:nvPr/>
          </p:nvSpPr>
          <p:spPr>
            <a:xfrm>
              <a:off x="2134870" y="2186939"/>
              <a:ext cx="1557020" cy="27940"/>
            </a:xfrm>
            <a:custGeom>
              <a:avLst/>
              <a:gdLst/>
              <a:ahLst/>
              <a:cxnLst/>
              <a:rect l="l" t="t" r="r" b="b"/>
              <a:pathLst>
                <a:path w="1557020" h="27939">
                  <a:moveTo>
                    <a:pt x="1550670" y="15240"/>
                  </a:moveTo>
                  <a:lnTo>
                    <a:pt x="1549400" y="15240"/>
                  </a:lnTo>
                  <a:lnTo>
                    <a:pt x="1549400" y="13970"/>
                  </a:lnTo>
                  <a:lnTo>
                    <a:pt x="1549400" y="12827"/>
                  </a:lnTo>
                  <a:lnTo>
                    <a:pt x="1548130" y="12827"/>
                  </a:lnTo>
                  <a:lnTo>
                    <a:pt x="1548130" y="10287"/>
                  </a:lnTo>
                  <a:lnTo>
                    <a:pt x="1546860" y="10287"/>
                  </a:lnTo>
                  <a:lnTo>
                    <a:pt x="1546860" y="8890"/>
                  </a:lnTo>
                  <a:lnTo>
                    <a:pt x="1545590" y="8890"/>
                  </a:lnTo>
                  <a:lnTo>
                    <a:pt x="1545590" y="7747"/>
                  </a:lnTo>
                  <a:lnTo>
                    <a:pt x="1545590" y="7620"/>
                  </a:lnTo>
                  <a:lnTo>
                    <a:pt x="1544320" y="7620"/>
                  </a:lnTo>
                  <a:lnTo>
                    <a:pt x="1544320" y="5207"/>
                  </a:lnTo>
                  <a:lnTo>
                    <a:pt x="1543050" y="5207"/>
                  </a:lnTo>
                  <a:lnTo>
                    <a:pt x="1543050" y="3937"/>
                  </a:lnTo>
                  <a:lnTo>
                    <a:pt x="1541780" y="3937"/>
                  </a:lnTo>
                  <a:lnTo>
                    <a:pt x="1541780" y="2540"/>
                  </a:lnTo>
                  <a:lnTo>
                    <a:pt x="1540510" y="2540"/>
                  </a:lnTo>
                  <a:lnTo>
                    <a:pt x="1540510" y="127"/>
                  </a:lnTo>
                  <a:lnTo>
                    <a:pt x="1539240" y="127"/>
                  </a:lnTo>
                  <a:lnTo>
                    <a:pt x="1539240" y="0"/>
                  </a:lnTo>
                  <a:lnTo>
                    <a:pt x="17780" y="0"/>
                  </a:lnTo>
                  <a:lnTo>
                    <a:pt x="17780" y="127"/>
                  </a:lnTo>
                  <a:lnTo>
                    <a:pt x="16510" y="127"/>
                  </a:lnTo>
                  <a:lnTo>
                    <a:pt x="16510" y="2540"/>
                  </a:lnTo>
                  <a:lnTo>
                    <a:pt x="15240" y="2540"/>
                  </a:lnTo>
                  <a:lnTo>
                    <a:pt x="15240" y="3937"/>
                  </a:lnTo>
                  <a:lnTo>
                    <a:pt x="13970" y="3937"/>
                  </a:lnTo>
                  <a:lnTo>
                    <a:pt x="13970" y="5207"/>
                  </a:lnTo>
                  <a:lnTo>
                    <a:pt x="12700" y="5207"/>
                  </a:lnTo>
                  <a:lnTo>
                    <a:pt x="12700" y="7620"/>
                  </a:lnTo>
                  <a:lnTo>
                    <a:pt x="11430" y="7620"/>
                  </a:lnTo>
                  <a:lnTo>
                    <a:pt x="11430" y="8890"/>
                  </a:lnTo>
                  <a:lnTo>
                    <a:pt x="10160" y="8890"/>
                  </a:lnTo>
                  <a:lnTo>
                    <a:pt x="10160" y="10287"/>
                  </a:lnTo>
                  <a:lnTo>
                    <a:pt x="8890" y="10287"/>
                  </a:lnTo>
                  <a:lnTo>
                    <a:pt x="8890" y="12827"/>
                  </a:lnTo>
                  <a:lnTo>
                    <a:pt x="7620" y="12827"/>
                  </a:lnTo>
                  <a:lnTo>
                    <a:pt x="7620" y="13970"/>
                  </a:lnTo>
                  <a:lnTo>
                    <a:pt x="6350" y="13970"/>
                  </a:lnTo>
                  <a:lnTo>
                    <a:pt x="6350" y="15240"/>
                  </a:lnTo>
                  <a:lnTo>
                    <a:pt x="6350" y="16510"/>
                  </a:lnTo>
                  <a:lnTo>
                    <a:pt x="1550670" y="16510"/>
                  </a:lnTo>
                  <a:lnTo>
                    <a:pt x="1550670" y="15240"/>
                  </a:lnTo>
                  <a:close/>
                </a:path>
                <a:path w="1557020" h="27939">
                  <a:moveTo>
                    <a:pt x="1557020" y="26670"/>
                  </a:moveTo>
                  <a:lnTo>
                    <a:pt x="1555750" y="26670"/>
                  </a:lnTo>
                  <a:lnTo>
                    <a:pt x="1555750" y="25400"/>
                  </a:lnTo>
                  <a:lnTo>
                    <a:pt x="1555750" y="24130"/>
                  </a:lnTo>
                  <a:lnTo>
                    <a:pt x="1554480" y="24130"/>
                  </a:lnTo>
                  <a:lnTo>
                    <a:pt x="1554480" y="22860"/>
                  </a:lnTo>
                  <a:lnTo>
                    <a:pt x="1554480" y="21590"/>
                  </a:lnTo>
                  <a:lnTo>
                    <a:pt x="1553210" y="21590"/>
                  </a:lnTo>
                  <a:lnTo>
                    <a:pt x="1553210" y="20320"/>
                  </a:lnTo>
                  <a:lnTo>
                    <a:pt x="1553210" y="19177"/>
                  </a:lnTo>
                  <a:lnTo>
                    <a:pt x="1551940" y="19177"/>
                  </a:lnTo>
                  <a:lnTo>
                    <a:pt x="1551940" y="16637"/>
                  </a:lnTo>
                  <a:lnTo>
                    <a:pt x="5080" y="16637"/>
                  </a:lnTo>
                  <a:lnTo>
                    <a:pt x="5080" y="19177"/>
                  </a:lnTo>
                  <a:lnTo>
                    <a:pt x="3810" y="19177"/>
                  </a:lnTo>
                  <a:lnTo>
                    <a:pt x="3810" y="20320"/>
                  </a:lnTo>
                  <a:lnTo>
                    <a:pt x="2540" y="20320"/>
                  </a:lnTo>
                  <a:lnTo>
                    <a:pt x="2540" y="21590"/>
                  </a:lnTo>
                  <a:lnTo>
                    <a:pt x="2540" y="22860"/>
                  </a:lnTo>
                  <a:lnTo>
                    <a:pt x="1270" y="22860"/>
                  </a:lnTo>
                  <a:lnTo>
                    <a:pt x="1270" y="24130"/>
                  </a:lnTo>
                  <a:lnTo>
                    <a:pt x="1270" y="25400"/>
                  </a:lnTo>
                  <a:lnTo>
                    <a:pt x="0" y="25400"/>
                  </a:lnTo>
                  <a:lnTo>
                    <a:pt x="0" y="26670"/>
                  </a:lnTo>
                  <a:lnTo>
                    <a:pt x="0" y="27940"/>
                  </a:lnTo>
                  <a:lnTo>
                    <a:pt x="1557020" y="27940"/>
                  </a:lnTo>
                  <a:lnTo>
                    <a:pt x="1557020" y="26670"/>
                  </a:lnTo>
                  <a:close/>
                </a:path>
              </a:pathLst>
            </a:custGeom>
            <a:solidFill>
              <a:srgbClr val="F3F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5">
              <a:extLst>
                <a:ext uri="{FF2B5EF4-FFF2-40B4-BE49-F238E27FC236}">
                  <a16:creationId xmlns:a16="http://schemas.microsoft.com/office/drawing/2014/main" id="{B3D789AE-5FEE-FB41-6412-8B8FB7333536}"/>
                </a:ext>
              </a:extLst>
            </p:cNvPr>
            <p:cNvSpPr/>
            <p:nvPr/>
          </p:nvSpPr>
          <p:spPr>
            <a:xfrm>
              <a:off x="2123440" y="2214879"/>
              <a:ext cx="1579880" cy="27940"/>
            </a:xfrm>
            <a:custGeom>
              <a:avLst/>
              <a:gdLst/>
              <a:ahLst/>
              <a:cxnLst/>
              <a:rect l="l" t="t" r="r" b="b"/>
              <a:pathLst>
                <a:path w="1579879" h="27939">
                  <a:moveTo>
                    <a:pt x="1570990" y="3810"/>
                  </a:moveTo>
                  <a:lnTo>
                    <a:pt x="1569720" y="3810"/>
                  </a:lnTo>
                  <a:lnTo>
                    <a:pt x="1569720" y="2540"/>
                  </a:lnTo>
                  <a:lnTo>
                    <a:pt x="1569720" y="1270"/>
                  </a:lnTo>
                  <a:lnTo>
                    <a:pt x="1568450" y="1270"/>
                  </a:lnTo>
                  <a:lnTo>
                    <a:pt x="1568450" y="0"/>
                  </a:lnTo>
                  <a:lnTo>
                    <a:pt x="10160" y="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8890" y="6350"/>
                  </a:lnTo>
                  <a:lnTo>
                    <a:pt x="1570990" y="6350"/>
                  </a:lnTo>
                  <a:lnTo>
                    <a:pt x="1570990" y="3810"/>
                  </a:lnTo>
                  <a:close/>
                </a:path>
                <a:path w="1579879" h="27939">
                  <a:moveTo>
                    <a:pt x="1579880" y="26670"/>
                  </a:moveTo>
                  <a:lnTo>
                    <a:pt x="1578610" y="26670"/>
                  </a:lnTo>
                  <a:lnTo>
                    <a:pt x="1578610" y="22860"/>
                  </a:lnTo>
                  <a:lnTo>
                    <a:pt x="1577340" y="22860"/>
                  </a:lnTo>
                  <a:lnTo>
                    <a:pt x="1577340" y="21590"/>
                  </a:lnTo>
                  <a:lnTo>
                    <a:pt x="1577340" y="17780"/>
                  </a:lnTo>
                  <a:lnTo>
                    <a:pt x="1576070" y="17780"/>
                  </a:lnTo>
                  <a:lnTo>
                    <a:pt x="1576070" y="13970"/>
                  </a:lnTo>
                  <a:lnTo>
                    <a:pt x="1574800" y="13970"/>
                  </a:lnTo>
                  <a:lnTo>
                    <a:pt x="1574800" y="11430"/>
                  </a:lnTo>
                  <a:lnTo>
                    <a:pt x="1573530" y="11430"/>
                  </a:lnTo>
                  <a:lnTo>
                    <a:pt x="1573530" y="8890"/>
                  </a:lnTo>
                  <a:lnTo>
                    <a:pt x="1572260" y="8890"/>
                  </a:lnTo>
                  <a:lnTo>
                    <a:pt x="1572260" y="6362"/>
                  </a:lnTo>
                  <a:lnTo>
                    <a:pt x="7620" y="6362"/>
                  </a:lnTo>
                  <a:lnTo>
                    <a:pt x="7620" y="8890"/>
                  </a:lnTo>
                  <a:lnTo>
                    <a:pt x="6350" y="8890"/>
                  </a:lnTo>
                  <a:lnTo>
                    <a:pt x="6350" y="11430"/>
                  </a:lnTo>
                  <a:lnTo>
                    <a:pt x="5080" y="11430"/>
                  </a:lnTo>
                  <a:lnTo>
                    <a:pt x="5080" y="13970"/>
                  </a:lnTo>
                  <a:lnTo>
                    <a:pt x="3810" y="13970"/>
                  </a:lnTo>
                  <a:lnTo>
                    <a:pt x="3810" y="17780"/>
                  </a:lnTo>
                  <a:lnTo>
                    <a:pt x="2540" y="17780"/>
                  </a:lnTo>
                  <a:lnTo>
                    <a:pt x="2540" y="21590"/>
                  </a:lnTo>
                  <a:lnTo>
                    <a:pt x="1270" y="21590"/>
                  </a:lnTo>
                  <a:lnTo>
                    <a:pt x="1270" y="22860"/>
                  </a:lnTo>
                  <a:lnTo>
                    <a:pt x="1270" y="26670"/>
                  </a:lnTo>
                  <a:lnTo>
                    <a:pt x="0" y="26670"/>
                  </a:lnTo>
                  <a:lnTo>
                    <a:pt x="0" y="27940"/>
                  </a:lnTo>
                  <a:lnTo>
                    <a:pt x="1579880" y="27940"/>
                  </a:lnTo>
                  <a:lnTo>
                    <a:pt x="1579880" y="26670"/>
                  </a:lnTo>
                  <a:close/>
                </a:path>
              </a:pathLst>
            </a:custGeom>
            <a:solidFill>
              <a:srgbClr val="F2E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16">
              <a:extLst>
                <a:ext uri="{FF2B5EF4-FFF2-40B4-BE49-F238E27FC236}">
                  <a16:creationId xmlns:a16="http://schemas.microsoft.com/office/drawing/2014/main" id="{752F3A52-4E48-309C-16DA-F6518F5F514B}"/>
                </a:ext>
              </a:extLst>
            </p:cNvPr>
            <p:cNvSpPr/>
            <p:nvPr/>
          </p:nvSpPr>
          <p:spPr>
            <a:xfrm>
              <a:off x="2120900" y="224281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1584960" y="10160"/>
                  </a:moveTo>
                  <a:lnTo>
                    <a:pt x="1583690" y="10160"/>
                  </a:lnTo>
                  <a:lnTo>
                    <a:pt x="1583690" y="3810"/>
                  </a:lnTo>
                  <a:lnTo>
                    <a:pt x="1582420" y="3810"/>
                  </a:lnTo>
                  <a:lnTo>
                    <a:pt x="1582420" y="0"/>
                  </a:lnTo>
                  <a:lnTo>
                    <a:pt x="2540" y="0"/>
                  </a:lnTo>
                  <a:lnTo>
                    <a:pt x="2540" y="3810"/>
                  </a:lnTo>
                  <a:lnTo>
                    <a:pt x="1270" y="3810"/>
                  </a:lnTo>
                  <a:lnTo>
                    <a:pt x="1270" y="10160"/>
                  </a:lnTo>
                  <a:lnTo>
                    <a:pt x="0" y="10160"/>
                  </a:lnTo>
                  <a:lnTo>
                    <a:pt x="0" y="27940"/>
                  </a:lnTo>
                  <a:lnTo>
                    <a:pt x="1584960" y="27940"/>
                  </a:lnTo>
                  <a:lnTo>
                    <a:pt x="1584960" y="10160"/>
                  </a:lnTo>
                  <a:close/>
                </a:path>
              </a:pathLst>
            </a:custGeom>
            <a:solidFill>
              <a:srgbClr val="F2E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17">
              <a:extLst>
                <a:ext uri="{FF2B5EF4-FFF2-40B4-BE49-F238E27FC236}">
                  <a16:creationId xmlns:a16="http://schemas.microsoft.com/office/drawing/2014/main" id="{4E9418F1-B485-CDE2-7052-0FF5C5391172}"/>
                </a:ext>
              </a:extLst>
            </p:cNvPr>
            <p:cNvSpPr/>
            <p:nvPr/>
          </p:nvSpPr>
          <p:spPr>
            <a:xfrm>
              <a:off x="2120900" y="2270760"/>
              <a:ext cx="1584960" cy="26670"/>
            </a:xfrm>
            <a:custGeom>
              <a:avLst/>
              <a:gdLst/>
              <a:ahLst/>
              <a:cxnLst/>
              <a:rect l="l" t="t" r="r" b="b"/>
              <a:pathLst>
                <a:path w="1584960" h="26669">
                  <a:moveTo>
                    <a:pt x="0" y="2666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F2E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18">
              <a:extLst>
                <a:ext uri="{FF2B5EF4-FFF2-40B4-BE49-F238E27FC236}">
                  <a16:creationId xmlns:a16="http://schemas.microsoft.com/office/drawing/2014/main" id="{8AC67E1A-AAAC-6D9E-0900-35C6BC0C68D7}"/>
                </a:ext>
              </a:extLst>
            </p:cNvPr>
            <p:cNvSpPr/>
            <p:nvPr/>
          </p:nvSpPr>
          <p:spPr>
            <a:xfrm>
              <a:off x="2120900" y="229743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4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40"/>
                  </a:lnTo>
                  <a:lnTo>
                    <a:pt x="0" y="27940"/>
                  </a:lnTo>
                  <a:close/>
                </a:path>
              </a:pathLst>
            </a:custGeom>
            <a:solidFill>
              <a:srgbClr val="F1EE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19">
              <a:extLst>
                <a:ext uri="{FF2B5EF4-FFF2-40B4-BE49-F238E27FC236}">
                  <a16:creationId xmlns:a16="http://schemas.microsoft.com/office/drawing/2014/main" id="{7F4D2698-AFEE-00FF-4F61-071F8BEA5CC9}"/>
                </a:ext>
              </a:extLst>
            </p:cNvPr>
            <p:cNvSpPr/>
            <p:nvPr/>
          </p:nvSpPr>
          <p:spPr>
            <a:xfrm>
              <a:off x="2120900" y="232537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F1ED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0">
              <a:extLst>
                <a:ext uri="{FF2B5EF4-FFF2-40B4-BE49-F238E27FC236}">
                  <a16:creationId xmlns:a16="http://schemas.microsoft.com/office/drawing/2014/main" id="{FEF28669-4611-1F92-556F-221A43B09377}"/>
                </a:ext>
              </a:extLst>
            </p:cNvPr>
            <p:cNvSpPr/>
            <p:nvPr/>
          </p:nvSpPr>
          <p:spPr>
            <a:xfrm>
              <a:off x="2120900" y="235331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F0ED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1">
              <a:extLst>
                <a:ext uri="{FF2B5EF4-FFF2-40B4-BE49-F238E27FC236}">
                  <a16:creationId xmlns:a16="http://schemas.microsoft.com/office/drawing/2014/main" id="{B45033FC-34D8-8EA8-8E54-99C2BD5313D0}"/>
                </a:ext>
              </a:extLst>
            </p:cNvPr>
            <p:cNvSpPr/>
            <p:nvPr/>
          </p:nvSpPr>
          <p:spPr>
            <a:xfrm>
              <a:off x="2120900" y="238125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F0EC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2">
              <a:extLst>
                <a:ext uri="{FF2B5EF4-FFF2-40B4-BE49-F238E27FC236}">
                  <a16:creationId xmlns:a16="http://schemas.microsoft.com/office/drawing/2014/main" id="{E4E4AEE8-0692-D6A5-0290-B85270D49267}"/>
                </a:ext>
              </a:extLst>
            </p:cNvPr>
            <p:cNvSpPr/>
            <p:nvPr/>
          </p:nvSpPr>
          <p:spPr>
            <a:xfrm>
              <a:off x="2120900" y="240919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F0EC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3">
              <a:extLst>
                <a:ext uri="{FF2B5EF4-FFF2-40B4-BE49-F238E27FC236}">
                  <a16:creationId xmlns:a16="http://schemas.microsoft.com/office/drawing/2014/main" id="{C823A157-A2A0-C992-8689-B43C92F5183C}"/>
                </a:ext>
              </a:extLst>
            </p:cNvPr>
            <p:cNvSpPr/>
            <p:nvPr/>
          </p:nvSpPr>
          <p:spPr>
            <a:xfrm>
              <a:off x="2120900" y="243712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4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40"/>
                  </a:lnTo>
                  <a:lnTo>
                    <a:pt x="0" y="27940"/>
                  </a:lnTo>
                  <a:close/>
                </a:path>
              </a:pathLst>
            </a:custGeom>
            <a:solidFill>
              <a:srgbClr val="EFEB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4">
              <a:extLst>
                <a:ext uri="{FF2B5EF4-FFF2-40B4-BE49-F238E27FC236}">
                  <a16:creationId xmlns:a16="http://schemas.microsoft.com/office/drawing/2014/main" id="{8629C7B9-7B00-D3E9-E2C3-5030DA0DE5A4}"/>
                </a:ext>
              </a:extLst>
            </p:cNvPr>
            <p:cNvSpPr/>
            <p:nvPr/>
          </p:nvSpPr>
          <p:spPr>
            <a:xfrm>
              <a:off x="2120900" y="246507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FEB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5">
              <a:extLst>
                <a:ext uri="{FF2B5EF4-FFF2-40B4-BE49-F238E27FC236}">
                  <a16:creationId xmlns:a16="http://schemas.microsoft.com/office/drawing/2014/main" id="{BA2B3794-D1B0-5D23-09CF-F585B32EB31F}"/>
                </a:ext>
              </a:extLst>
            </p:cNvPr>
            <p:cNvSpPr/>
            <p:nvPr/>
          </p:nvSpPr>
          <p:spPr>
            <a:xfrm>
              <a:off x="2120900" y="249301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EEA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26">
              <a:extLst>
                <a:ext uri="{FF2B5EF4-FFF2-40B4-BE49-F238E27FC236}">
                  <a16:creationId xmlns:a16="http://schemas.microsoft.com/office/drawing/2014/main" id="{300AA243-07F3-C402-E226-23F25443185E}"/>
                </a:ext>
              </a:extLst>
            </p:cNvPr>
            <p:cNvSpPr/>
            <p:nvPr/>
          </p:nvSpPr>
          <p:spPr>
            <a:xfrm>
              <a:off x="2120900" y="2520950"/>
              <a:ext cx="1584960" cy="26670"/>
            </a:xfrm>
            <a:custGeom>
              <a:avLst/>
              <a:gdLst/>
              <a:ahLst/>
              <a:cxnLst/>
              <a:rect l="l" t="t" r="r" b="b"/>
              <a:pathLst>
                <a:path w="1584960" h="26669">
                  <a:moveTo>
                    <a:pt x="0" y="2667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EEA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27">
              <a:extLst>
                <a:ext uri="{FF2B5EF4-FFF2-40B4-BE49-F238E27FC236}">
                  <a16:creationId xmlns:a16="http://schemas.microsoft.com/office/drawing/2014/main" id="{61F9E3F2-447F-1A59-3C5C-B0146ED07512}"/>
                </a:ext>
              </a:extLst>
            </p:cNvPr>
            <p:cNvSpPr/>
            <p:nvPr/>
          </p:nvSpPr>
          <p:spPr>
            <a:xfrm>
              <a:off x="2120900" y="254761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EE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28">
              <a:extLst>
                <a:ext uri="{FF2B5EF4-FFF2-40B4-BE49-F238E27FC236}">
                  <a16:creationId xmlns:a16="http://schemas.microsoft.com/office/drawing/2014/main" id="{9137C392-F43C-C430-A292-795531593ED2}"/>
                </a:ext>
              </a:extLst>
            </p:cNvPr>
            <p:cNvSpPr/>
            <p:nvPr/>
          </p:nvSpPr>
          <p:spPr>
            <a:xfrm>
              <a:off x="2120900" y="257555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DE9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29">
              <a:extLst>
                <a:ext uri="{FF2B5EF4-FFF2-40B4-BE49-F238E27FC236}">
                  <a16:creationId xmlns:a16="http://schemas.microsoft.com/office/drawing/2014/main" id="{F41C4C70-6AC6-3E58-525B-96D6785D70F5}"/>
                </a:ext>
              </a:extLst>
            </p:cNvPr>
            <p:cNvSpPr/>
            <p:nvPr/>
          </p:nvSpPr>
          <p:spPr>
            <a:xfrm>
              <a:off x="2120900" y="260350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DE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0">
              <a:extLst>
                <a:ext uri="{FF2B5EF4-FFF2-40B4-BE49-F238E27FC236}">
                  <a16:creationId xmlns:a16="http://schemas.microsoft.com/office/drawing/2014/main" id="{924034C5-484A-EB29-042F-E936DF9F6A2B}"/>
                </a:ext>
              </a:extLst>
            </p:cNvPr>
            <p:cNvSpPr/>
            <p:nvPr/>
          </p:nvSpPr>
          <p:spPr>
            <a:xfrm>
              <a:off x="2120900" y="263144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DE8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1">
              <a:extLst>
                <a:ext uri="{FF2B5EF4-FFF2-40B4-BE49-F238E27FC236}">
                  <a16:creationId xmlns:a16="http://schemas.microsoft.com/office/drawing/2014/main" id="{24DC656B-EDFE-7504-2992-339C0DF6C9DC}"/>
                </a:ext>
              </a:extLst>
            </p:cNvPr>
            <p:cNvSpPr/>
            <p:nvPr/>
          </p:nvSpPr>
          <p:spPr>
            <a:xfrm>
              <a:off x="2120900" y="265938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4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40"/>
                  </a:lnTo>
                  <a:lnTo>
                    <a:pt x="0" y="27940"/>
                  </a:lnTo>
                  <a:close/>
                </a:path>
              </a:pathLst>
            </a:custGeom>
            <a:solidFill>
              <a:srgbClr val="ECE7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2">
              <a:extLst>
                <a:ext uri="{FF2B5EF4-FFF2-40B4-BE49-F238E27FC236}">
                  <a16:creationId xmlns:a16="http://schemas.microsoft.com/office/drawing/2014/main" id="{0E9AEA39-405E-C7CF-3754-67D575F25C2E}"/>
                </a:ext>
              </a:extLst>
            </p:cNvPr>
            <p:cNvSpPr/>
            <p:nvPr/>
          </p:nvSpPr>
          <p:spPr>
            <a:xfrm>
              <a:off x="2120900" y="268731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CE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3">
              <a:extLst>
                <a:ext uri="{FF2B5EF4-FFF2-40B4-BE49-F238E27FC236}">
                  <a16:creationId xmlns:a16="http://schemas.microsoft.com/office/drawing/2014/main" id="{EEDA54C4-CCE2-6963-37B0-CD7F0AF125EF}"/>
                </a:ext>
              </a:extLst>
            </p:cNvPr>
            <p:cNvSpPr/>
            <p:nvPr/>
          </p:nvSpPr>
          <p:spPr>
            <a:xfrm>
              <a:off x="2120900" y="271525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BE6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4">
              <a:extLst>
                <a:ext uri="{FF2B5EF4-FFF2-40B4-BE49-F238E27FC236}">
                  <a16:creationId xmlns:a16="http://schemas.microsoft.com/office/drawing/2014/main" id="{52942C4E-BE15-EEA4-264D-A23EBCF77DA0}"/>
                </a:ext>
              </a:extLst>
            </p:cNvPr>
            <p:cNvSpPr/>
            <p:nvPr/>
          </p:nvSpPr>
          <p:spPr>
            <a:xfrm>
              <a:off x="2120900" y="274320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BE6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5">
              <a:extLst>
                <a:ext uri="{FF2B5EF4-FFF2-40B4-BE49-F238E27FC236}">
                  <a16:creationId xmlns:a16="http://schemas.microsoft.com/office/drawing/2014/main" id="{773EA036-E971-292F-DC35-95D7545F06AF}"/>
                </a:ext>
              </a:extLst>
            </p:cNvPr>
            <p:cNvSpPr/>
            <p:nvPr/>
          </p:nvSpPr>
          <p:spPr>
            <a:xfrm>
              <a:off x="2120900" y="277114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B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36">
              <a:extLst>
                <a:ext uri="{FF2B5EF4-FFF2-40B4-BE49-F238E27FC236}">
                  <a16:creationId xmlns:a16="http://schemas.microsoft.com/office/drawing/2014/main" id="{603C87AD-1019-EA98-BD38-8560B9196206}"/>
                </a:ext>
              </a:extLst>
            </p:cNvPr>
            <p:cNvSpPr/>
            <p:nvPr/>
          </p:nvSpPr>
          <p:spPr>
            <a:xfrm>
              <a:off x="2120900" y="2799080"/>
              <a:ext cx="1584960" cy="26670"/>
            </a:xfrm>
            <a:custGeom>
              <a:avLst/>
              <a:gdLst/>
              <a:ahLst/>
              <a:cxnLst/>
              <a:rect l="l" t="t" r="r" b="b"/>
              <a:pathLst>
                <a:path w="1584960" h="26669">
                  <a:moveTo>
                    <a:pt x="0" y="2667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AE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37">
              <a:extLst>
                <a:ext uri="{FF2B5EF4-FFF2-40B4-BE49-F238E27FC236}">
                  <a16:creationId xmlns:a16="http://schemas.microsoft.com/office/drawing/2014/main" id="{DB7A4A96-9E8F-4F7B-14AD-BD2AF86A8166}"/>
                </a:ext>
              </a:extLst>
            </p:cNvPr>
            <p:cNvSpPr/>
            <p:nvPr/>
          </p:nvSpPr>
          <p:spPr>
            <a:xfrm>
              <a:off x="2120900" y="282575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AE4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38">
              <a:extLst>
                <a:ext uri="{FF2B5EF4-FFF2-40B4-BE49-F238E27FC236}">
                  <a16:creationId xmlns:a16="http://schemas.microsoft.com/office/drawing/2014/main" id="{6C160155-9BE4-FC54-968C-14F67D6DB774}"/>
                </a:ext>
              </a:extLst>
            </p:cNvPr>
            <p:cNvSpPr/>
            <p:nvPr/>
          </p:nvSpPr>
          <p:spPr>
            <a:xfrm>
              <a:off x="2120900" y="285369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9E4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39">
              <a:extLst>
                <a:ext uri="{FF2B5EF4-FFF2-40B4-BE49-F238E27FC236}">
                  <a16:creationId xmlns:a16="http://schemas.microsoft.com/office/drawing/2014/main" id="{5A62E163-15E8-7F7F-D8CE-44738FA72AA4}"/>
                </a:ext>
              </a:extLst>
            </p:cNvPr>
            <p:cNvSpPr/>
            <p:nvPr/>
          </p:nvSpPr>
          <p:spPr>
            <a:xfrm>
              <a:off x="2120900" y="288163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4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40"/>
                  </a:lnTo>
                  <a:lnTo>
                    <a:pt x="0" y="27940"/>
                  </a:lnTo>
                  <a:close/>
                </a:path>
              </a:pathLst>
            </a:custGeom>
            <a:solidFill>
              <a:srgbClr val="E9E4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0">
              <a:extLst>
                <a:ext uri="{FF2B5EF4-FFF2-40B4-BE49-F238E27FC236}">
                  <a16:creationId xmlns:a16="http://schemas.microsoft.com/office/drawing/2014/main" id="{5494375A-9C9E-4680-0DFF-BAD459B97823}"/>
                </a:ext>
              </a:extLst>
            </p:cNvPr>
            <p:cNvSpPr/>
            <p:nvPr/>
          </p:nvSpPr>
          <p:spPr>
            <a:xfrm>
              <a:off x="2120900" y="290956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9E3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1">
              <a:extLst>
                <a:ext uri="{FF2B5EF4-FFF2-40B4-BE49-F238E27FC236}">
                  <a16:creationId xmlns:a16="http://schemas.microsoft.com/office/drawing/2014/main" id="{6C7C63E0-FE30-045C-F1A6-87D86482FAD3}"/>
                </a:ext>
              </a:extLst>
            </p:cNvPr>
            <p:cNvSpPr/>
            <p:nvPr/>
          </p:nvSpPr>
          <p:spPr>
            <a:xfrm>
              <a:off x="2120900" y="293751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8E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2">
              <a:extLst>
                <a:ext uri="{FF2B5EF4-FFF2-40B4-BE49-F238E27FC236}">
                  <a16:creationId xmlns:a16="http://schemas.microsoft.com/office/drawing/2014/main" id="{109C33BE-23FA-E41A-E6AF-E5ACC72A7524}"/>
                </a:ext>
              </a:extLst>
            </p:cNvPr>
            <p:cNvSpPr/>
            <p:nvPr/>
          </p:nvSpPr>
          <p:spPr>
            <a:xfrm>
              <a:off x="2120900" y="296545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8E2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3">
              <a:extLst>
                <a:ext uri="{FF2B5EF4-FFF2-40B4-BE49-F238E27FC236}">
                  <a16:creationId xmlns:a16="http://schemas.microsoft.com/office/drawing/2014/main" id="{E74146D1-D11E-9BA5-4DCD-6668FAFFE4F5}"/>
                </a:ext>
              </a:extLst>
            </p:cNvPr>
            <p:cNvSpPr/>
            <p:nvPr/>
          </p:nvSpPr>
          <p:spPr>
            <a:xfrm>
              <a:off x="2120900" y="299338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8E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4">
              <a:extLst>
                <a:ext uri="{FF2B5EF4-FFF2-40B4-BE49-F238E27FC236}">
                  <a16:creationId xmlns:a16="http://schemas.microsoft.com/office/drawing/2014/main" id="{4780FBAC-9728-CC1F-C434-BDAE6EEB5827}"/>
                </a:ext>
              </a:extLst>
            </p:cNvPr>
            <p:cNvSpPr/>
            <p:nvPr/>
          </p:nvSpPr>
          <p:spPr>
            <a:xfrm>
              <a:off x="2120900" y="302133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4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40"/>
                  </a:lnTo>
                  <a:lnTo>
                    <a:pt x="0" y="27940"/>
                  </a:lnTo>
                  <a:close/>
                </a:path>
              </a:pathLst>
            </a:custGeom>
            <a:solidFill>
              <a:srgbClr val="E7E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5">
              <a:extLst>
                <a:ext uri="{FF2B5EF4-FFF2-40B4-BE49-F238E27FC236}">
                  <a16:creationId xmlns:a16="http://schemas.microsoft.com/office/drawing/2014/main" id="{BD986631-E3CE-4160-71B8-38FA27B78CA5}"/>
                </a:ext>
              </a:extLst>
            </p:cNvPr>
            <p:cNvSpPr/>
            <p:nvPr/>
          </p:nvSpPr>
          <p:spPr>
            <a:xfrm>
              <a:off x="2120900" y="3049269"/>
              <a:ext cx="1584960" cy="26670"/>
            </a:xfrm>
            <a:custGeom>
              <a:avLst/>
              <a:gdLst/>
              <a:ahLst/>
              <a:cxnLst/>
              <a:rect l="l" t="t" r="r" b="b"/>
              <a:pathLst>
                <a:path w="1584960" h="26669">
                  <a:moveTo>
                    <a:pt x="0" y="2666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7E1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46">
              <a:extLst>
                <a:ext uri="{FF2B5EF4-FFF2-40B4-BE49-F238E27FC236}">
                  <a16:creationId xmlns:a16="http://schemas.microsoft.com/office/drawing/2014/main" id="{01A1F70A-03B6-93C9-6BA5-95F318787039}"/>
                </a:ext>
              </a:extLst>
            </p:cNvPr>
            <p:cNvSpPr/>
            <p:nvPr/>
          </p:nvSpPr>
          <p:spPr>
            <a:xfrm>
              <a:off x="2120900" y="307593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6E0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47">
              <a:extLst>
                <a:ext uri="{FF2B5EF4-FFF2-40B4-BE49-F238E27FC236}">
                  <a16:creationId xmlns:a16="http://schemas.microsoft.com/office/drawing/2014/main" id="{C30A9EE9-7BA1-8B6A-70A8-F6427337ACEF}"/>
                </a:ext>
              </a:extLst>
            </p:cNvPr>
            <p:cNvSpPr/>
            <p:nvPr/>
          </p:nvSpPr>
          <p:spPr>
            <a:xfrm>
              <a:off x="2120900" y="310388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4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40"/>
                  </a:lnTo>
                  <a:lnTo>
                    <a:pt x="0" y="27940"/>
                  </a:lnTo>
                  <a:close/>
                </a:path>
              </a:pathLst>
            </a:custGeom>
            <a:solidFill>
              <a:srgbClr val="E6E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48">
              <a:extLst>
                <a:ext uri="{FF2B5EF4-FFF2-40B4-BE49-F238E27FC236}">
                  <a16:creationId xmlns:a16="http://schemas.microsoft.com/office/drawing/2014/main" id="{267CF0F4-1A36-3134-F309-6C00DE01FF6F}"/>
                </a:ext>
              </a:extLst>
            </p:cNvPr>
            <p:cNvSpPr/>
            <p:nvPr/>
          </p:nvSpPr>
          <p:spPr>
            <a:xfrm>
              <a:off x="2120900" y="313181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6D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49">
              <a:extLst>
                <a:ext uri="{FF2B5EF4-FFF2-40B4-BE49-F238E27FC236}">
                  <a16:creationId xmlns:a16="http://schemas.microsoft.com/office/drawing/2014/main" id="{AE7ADDAE-33F5-31F0-CFE6-5595D81214C1}"/>
                </a:ext>
              </a:extLst>
            </p:cNvPr>
            <p:cNvSpPr/>
            <p:nvPr/>
          </p:nvSpPr>
          <p:spPr>
            <a:xfrm>
              <a:off x="2120900" y="315976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5D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0">
              <a:extLst>
                <a:ext uri="{FF2B5EF4-FFF2-40B4-BE49-F238E27FC236}">
                  <a16:creationId xmlns:a16="http://schemas.microsoft.com/office/drawing/2014/main" id="{1A34A8E2-FA2C-5EB1-B37D-3489EC8B73A0}"/>
                </a:ext>
              </a:extLst>
            </p:cNvPr>
            <p:cNvSpPr/>
            <p:nvPr/>
          </p:nvSpPr>
          <p:spPr>
            <a:xfrm>
              <a:off x="2120900" y="318770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5DE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1">
              <a:extLst>
                <a:ext uri="{FF2B5EF4-FFF2-40B4-BE49-F238E27FC236}">
                  <a16:creationId xmlns:a16="http://schemas.microsoft.com/office/drawing/2014/main" id="{CC7A1C72-8AF1-7755-9ADD-768670CCF886}"/>
                </a:ext>
              </a:extLst>
            </p:cNvPr>
            <p:cNvSpPr/>
            <p:nvPr/>
          </p:nvSpPr>
          <p:spPr>
            <a:xfrm>
              <a:off x="2120900" y="321563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4DE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2">
              <a:extLst>
                <a:ext uri="{FF2B5EF4-FFF2-40B4-BE49-F238E27FC236}">
                  <a16:creationId xmlns:a16="http://schemas.microsoft.com/office/drawing/2014/main" id="{E478AC7F-7560-3791-8439-2A44F18C127E}"/>
                </a:ext>
              </a:extLst>
            </p:cNvPr>
            <p:cNvSpPr/>
            <p:nvPr/>
          </p:nvSpPr>
          <p:spPr>
            <a:xfrm>
              <a:off x="2120900" y="324358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4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40"/>
                  </a:lnTo>
                  <a:lnTo>
                    <a:pt x="0" y="27940"/>
                  </a:lnTo>
                  <a:close/>
                </a:path>
              </a:pathLst>
            </a:custGeom>
            <a:solidFill>
              <a:srgbClr val="E4DD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3">
              <a:extLst>
                <a:ext uri="{FF2B5EF4-FFF2-40B4-BE49-F238E27FC236}">
                  <a16:creationId xmlns:a16="http://schemas.microsoft.com/office/drawing/2014/main" id="{874CBA3E-B691-D1F6-402A-DEC9D5DD1896}"/>
                </a:ext>
              </a:extLst>
            </p:cNvPr>
            <p:cNvSpPr/>
            <p:nvPr/>
          </p:nvSpPr>
          <p:spPr>
            <a:xfrm>
              <a:off x="2120900" y="327151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4DD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4">
              <a:extLst>
                <a:ext uri="{FF2B5EF4-FFF2-40B4-BE49-F238E27FC236}">
                  <a16:creationId xmlns:a16="http://schemas.microsoft.com/office/drawing/2014/main" id="{15D8D435-FAF7-848D-B3EC-11D1BE1285A0}"/>
                </a:ext>
              </a:extLst>
            </p:cNvPr>
            <p:cNvSpPr/>
            <p:nvPr/>
          </p:nvSpPr>
          <p:spPr>
            <a:xfrm>
              <a:off x="2120900" y="3299460"/>
              <a:ext cx="1584960" cy="26670"/>
            </a:xfrm>
            <a:custGeom>
              <a:avLst/>
              <a:gdLst/>
              <a:ahLst/>
              <a:cxnLst/>
              <a:rect l="l" t="t" r="r" b="b"/>
              <a:pathLst>
                <a:path w="1584960" h="26670">
                  <a:moveTo>
                    <a:pt x="0" y="2666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6669"/>
                  </a:lnTo>
                  <a:lnTo>
                    <a:pt x="0" y="26669"/>
                  </a:lnTo>
                  <a:close/>
                </a:path>
              </a:pathLst>
            </a:custGeom>
            <a:solidFill>
              <a:srgbClr val="E3DC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5">
              <a:extLst>
                <a:ext uri="{FF2B5EF4-FFF2-40B4-BE49-F238E27FC236}">
                  <a16:creationId xmlns:a16="http://schemas.microsoft.com/office/drawing/2014/main" id="{873A2D61-5778-9D37-8EC4-5A4A800ECD96}"/>
                </a:ext>
              </a:extLst>
            </p:cNvPr>
            <p:cNvSpPr/>
            <p:nvPr/>
          </p:nvSpPr>
          <p:spPr>
            <a:xfrm>
              <a:off x="2120900" y="3326130"/>
              <a:ext cx="1584960" cy="29209"/>
            </a:xfrm>
            <a:custGeom>
              <a:avLst/>
              <a:gdLst/>
              <a:ahLst/>
              <a:cxnLst/>
              <a:rect l="l" t="t" r="r" b="b"/>
              <a:pathLst>
                <a:path w="1584960" h="29210">
                  <a:moveTo>
                    <a:pt x="0" y="2921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9210"/>
                  </a:lnTo>
                  <a:lnTo>
                    <a:pt x="0" y="29210"/>
                  </a:lnTo>
                  <a:close/>
                </a:path>
              </a:pathLst>
            </a:custGeom>
            <a:solidFill>
              <a:srgbClr val="E3D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56">
              <a:extLst>
                <a:ext uri="{FF2B5EF4-FFF2-40B4-BE49-F238E27FC236}">
                  <a16:creationId xmlns:a16="http://schemas.microsoft.com/office/drawing/2014/main" id="{3B56C67D-757E-CD0D-F13C-FD4290FD902C}"/>
                </a:ext>
              </a:extLst>
            </p:cNvPr>
            <p:cNvSpPr/>
            <p:nvPr/>
          </p:nvSpPr>
          <p:spPr>
            <a:xfrm>
              <a:off x="2120900" y="3355339"/>
              <a:ext cx="1584960" cy="26670"/>
            </a:xfrm>
            <a:custGeom>
              <a:avLst/>
              <a:gdLst/>
              <a:ahLst/>
              <a:cxnLst/>
              <a:rect l="l" t="t" r="r" b="b"/>
              <a:pathLst>
                <a:path w="1584960" h="26670">
                  <a:moveTo>
                    <a:pt x="0" y="26670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6670"/>
                  </a:lnTo>
                  <a:lnTo>
                    <a:pt x="0" y="26670"/>
                  </a:lnTo>
                  <a:close/>
                </a:path>
              </a:pathLst>
            </a:custGeom>
            <a:solidFill>
              <a:srgbClr val="E3D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57">
              <a:extLst>
                <a:ext uri="{FF2B5EF4-FFF2-40B4-BE49-F238E27FC236}">
                  <a16:creationId xmlns:a16="http://schemas.microsoft.com/office/drawing/2014/main" id="{0F564A98-A80D-FD32-D78F-B6FD380FB58D}"/>
                </a:ext>
              </a:extLst>
            </p:cNvPr>
            <p:cNvSpPr/>
            <p:nvPr/>
          </p:nvSpPr>
          <p:spPr>
            <a:xfrm>
              <a:off x="2120900" y="3382010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0" y="27939"/>
                  </a:moveTo>
                  <a:lnTo>
                    <a:pt x="0" y="0"/>
                  </a:lnTo>
                  <a:lnTo>
                    <a:pt x="1584960" y="0"/>
                  </a:lnTo>
                  <a:lnTo>
                    <a:pt x="1584960" y="27939"/>
                  </a:lnTo>
                  <a:lnTo>
                    <a:pt x="0" y="27939"/>
                  </a:lnTo>
                  <a:close/>
                </a:path>
              </a:pathLst>
            </a:custGeom>
            <a:solidFill>
              <a:srgbClr val="E2D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58">
              <a:extLst>
                <a:ext uri="{FF2B5EF4-FFF2-40B4-BE49-F238E27FC236}">
                  <a16:creationId xmlns:a16="http://schemas.microsoft.com/office/drawing/2014/main" id="{E57CC5E0-EE4D-D829-D60D-68FC8C7852B9}"/>
                </a:ext>
              </a:extLst>
            </p:cNvPr>
            <p:cNvSpPr/>
            <p:nvPr/>
          </p:nvSpPr>
          <p:spPr>
            <a:xfrm>
              <a:off x="2120900" y="3409949"/>
              <a:ext cx="1584960" cy="27940"/>
            </a:xfrm>
            <a:custGeom>
              <a:avLst/>
              <a:gdLst/>
              <a:ahLst/>
              <a:cxnLst/>
              <a:rect l="l" t="t" r="r" b="b"/>
              <a:pathLst>
                <a:path w="1584960" h="27939">
                  <a:moveTo>
                    <a:pt x="158496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1270" y="19050"/>
                  </a:lnTo>
                  <a:lnTo>
                    <a:pt x="1270" y="25400"/>
                  </a:lnTo>
                  <a:lnTo>
                    <a:pt x="2540" y="25400"/>
                  </a:lnTo>
                  <a:lnTo>
                    <a:pt x="2540" y="27940"/>
                  </a:lnTo>
                  <a:lnTo>
                    <a:pt x="1582420" y="27940"/>
                  </a:lnTo>
                  <a:lnTo>
                    <a:pt x="1582420" y="25400"/>
                  </a:lnTo>
                  <a:lnTo>
                    <a:pt x="1583690" y="25400"/>
                  </a:lnTo>
                  <a:lnTo>
                    <a:pt x="1583690" y="19050"/>
                  </a:lnTo>
                  <a:lnTo>
                    <a:pt x="1584960" y="19050"/>
                  </a:lnTo>
                  <a:lnTo>
                    <a:pt x="1584960" y="0"/>
                  </a:lnTo>
                  <a:close/>
                </a:path>
              </a:pathLst>
            </a:custGeom>
            <a:solidFill>
              <a:srgbClr val="E2D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59">
              <a:extLst>
                <a:ext uri="{FF2B5EF4-FFF2-40B4-BE49-F238E27FC236}">
                  <a16:creationId xmlns:a16="http://schemas.microsoft.com/office/drawing/2014/main" id="{EFEB0DE7-2A1A-C507-27CE-A688E40019DF}"/>
                </a:ext>
              </a:extLst>
            </p:cNvPr>
            <p:cNvSpPr/>
            <p:nvPr/>
          </p:nvSpPr>
          <p:spPr>
            <a:xfrm>
              <a:off x="2123440" y="3437889"/>
              <a:ext cx="1579880" cy="27940"/>
            </a:xfrm>
            <a:custGeom>
              <a:avLst/>
              <a:gdLst/>
              <a:ahLst/>
              <a:cxnLst/>
              <a:rect l="l" t="t" r="r" b="b"/>
              <a:pathLst>
                <a:path w="1579879" h="27939">
                  <a:moveTo>
                    <a:pt x="15798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6350"/>
                  </a:lnTo>
                  <a:lnTo>
                    <a:pt x="2540" y="6350"/>
                  </a:lnTo>
                  <a:lnTo>
                    <a:pt x="2540" y="10160"/>
                  </a:lnTo>
                  <a:lnTo>
                    <a:pt x="3810" y="10160"/>
                  </a:lnTo>
                  <a:lnTo>
                    <a:pt x="3810" y="13970"/>
                  </a:lnTo>
                  <a:lnTo>
                    <a:pt x="5080" y="13970"/>
                  </a:lnTo>
                  <a:lnTo>
                    <a:pt x="5080" y="16510"/>
                  </a:lnTo>
                  <a:lnTo>
                    <a:pt x="6350" y="16510"/>
                  </a:lnTo>
                  <a:lnTo>
                    <a:pt x="6350" y="20320"/>
                  </a:lnTo>
                  <a:lnTo>
                    <a:pt x="7620" y="20320"/>
                  </a:lnTo>
                  <a:lnTo>
                    <a:pt x="7620" y="22860"/>
                  </a:lnTo>
                  <a:lnTo>
                    <a:pt x="8890" y="22860"/>
                  </a:lnTo>
                  <a:lnTo>
                    <a:pt x="8890" y="25400"/>
                  </a:lnTo>
                  <a:lnTo>
                    <a:pt x="10160" y="25400"/>
                  </a:lnTo>
                  <a:lnTo>
                    <a:pt x="10160" y="27940"/>
                  </a:lnTo>
                  <a:lnTo>
                    <a:pt x="1569720" y="27940"/>
                  </a:lnTo>
                  <a:lnTo>
                    <a:pt x="1569720" y="25400"/>
                  </a:lnTo>
                  <a:lnTo>
                    <a:pt x="1570990" y="25400"/>
                  </a:lnTo>
                  <a:lnTo>
                    <a:pt x="1570990" y="22860"/>
                  </a:lnTo>
                  <a:lnTo>
                    <a:pt x="1572260" y="22860"/>
                  </a:lnTo>
                  <a:lnTo>
                    <a:pt x="1572260" y="20320"/>
                  </a:lnTo>
                  <a:lnTo>
                    <a:pt x="1573530" y="20320"/>
                  </a:lnTo>
                  <a:lnTo>
                    <a:pt x="1573530" y="16510"/>
                  </a:lnTo>
                  <a:lnTo>
                    <a:pt x="1574800" y="16510"/>
                  </a:lnTo>
                  <a:lnTo>
                    <a:pt x="1574800" y="13970"/>
                  </a:lnTo>
                  <a:lnTo>
                    <a:pt x="1576070" y="13970"/>
                  </a:lnTo>
                  <a:lnTo>
                    <a:pt x="1576070" y="10160"/>
                  </a:lnTo>
                  <a:lnTo>
                    <a:pt x="1577340" y="10160"/>
                  </a:lnTo>
                  <a:lnTo>
                    <a:pt x="1577340" y="6350"/>
                  </a:lnTo>
                  <a:lnTo>
                    <a:pt x="1578610" y="6350"/>
                  </a:lnTo>
                  <a:lnTo>
                    <a:pt x="1578610" y="2540"/>
                  </a:lnTo>
                  <a:lnTo>
                    <a:pt x="1579880" y="2540"/>
                  </a:lnTo>
                  <a:lnTo>
                    <a:pt x="1579880" y="0"/>
                  </a:lnTo>
                  <a:close/>
                </a:path>
              </a:pathLst>
            </a:custGeom>
            <a:solidFill>
              <a:srgbClr val="E1D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0">
              <a:extLst>
                <a:ext uri="{FF2B5EF4-FFF2-40B4-BE49-F238E27FC236}">
                  <a16:creationId xmlns:a16="http://schemas.microsoft.com/office/drawing/2014/main" id="{BE73F348-4415-11FB-D5D2-D06723DC7E5A}"/>
                </a:ext>
              </a:extLst>
            </p:cNvPr>
            <p:cNvSpPr/>
            <p:nvPr/>
          </p:nvSpPr>
          <p:spPr>
            <a:xfrm>
              <a:off x="2134870" y="3465956"/>
              <a:ext cx="1557020" cy="27940"/>
            </a:xfrm>
            <a:custGeom>
              <a:avLst/>
              <a:gdLst/>
              <a:ahLst/>
              <a:cxnLst/>
              <a:rect l="l" t="t" r="r" b="b"/>
              <a:pathLst>
                <a:path w="1557020" h="27939">
                  <a:moveTo>
                    <a:pt x="1544320" y="21590"/>
                  </a:moveTo>
                  <a:lnTo>
                    <a:pt x="12700" y="21590"/>
                  </a:lnTo>
                  <a:lnTo>
                    <a:pt x="12700" y="22733"/>
                  </a:lnTo>
                  <a:lnTo>
                    <a:pt x="13970" y="22733"/>
                  </a:lnTo>
                  <a:lnTo>
                    <a:pt x="13970" y="24003"/>
                  </a:lnTo>
                  <a:lnTo>
                    <a:pt x="15240" y="24003"/>
                  </a:lnTo>
                  <a:lnTo>
                    <a:pt x="15240" y="25273"/>
                  </a:lnTo>
                  <a:lnTo>
                    <a:pt x="15240" y="26543"/>
                  </a:lnTo>
                  <a:lnTo>
                    <a:pt x="16510" y="26543"/>
                  </a:lnTo>
                  <a:lnTo>
                    <a:pt x="16510" y="27813"/>
                  </a:lnTo>
                  <a:lnTo>
                    <a:pt x="1540510" y="27813"/>
                  </a:lnTo>
                  <a:lnTo>
                    <a:pt x="1540510" y="26543"/>
                  </a:lnTo>
                  <a:lnTo>
                    <a:pt x="1541780" y="26543"/>
                  </a:lnTo>
                  <a:lnTo>
                    <a:pt x="1541780" y="25273"/>
                  </a:lnTo>
                  <a:lnTo>
                    <a:pt x="1543050" y="25273"/>
                  </a:lnTo>
                  <a:lnTo>
                    <a:pt x="1543050" y="24003"/>
                  </a:lnTo>
                  <a:lnTo>
                    <a:pt x="1543050" y="22733"/>
                  </a:lnTo>
                  <a:lnTo>
                    <a:pt x="1544320" y="22733"/>
                  </a:lnTo>
                  <a:lnTo>
                    <a:pt x="1544320" y="21590"/>
                  </a:lnTo>
                  <a:close/>
                </a:path>
                <a:path w="1557020" h="27939">
                  <a:moveTo>
                    <a:pt x="15570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5080"/>
                  </a:lnTo>
                  <a:lnTo>
                    <a:pt x="2540" y="5080"/>
                  </a:lnTo>
                  <a:lnTo>
                    <a:pt x="2540" y="7493"/>
                  </a:lnTo>
                  <a:lnTo>
                    <a:pt x="3810" y="7493"/>
                  </a:lnTo>
                  <a:lnTo>
                    <a:pt x="3810" y="8890"/>
                  </a:lnTo>
                  <a:lnTo>
                    <a:pt x="5080" y="8890"/>
                  </a:lnTo>
                  <a:lnTo>
                    <a:pt x="5080" y="11430"/>
                  </a:lnTo>
                  <a:lnTo>
                    <a:pt x="6350" y="11430"/>
                  </a:lnTo>
                  <a:lnTo>
                    <a:pt x="6350" y="13843"/>
                  </a:lnTo>
                  <a:lnTo>
                    <a:pt x="7620" y="13843"/>
                  </a:lnTo>
                  <a:lnTo>
                    <a:pt x="7620" y="16383"/>
                  </a:lnTo>
                  <a:lnTo>
                    <a:pt x="8890" y="16383"/>
                  </a:lnTo>
                  <a:lnTo>
                    <a:pt x="8890" y="18923"/>
                  </a:lnTo>
                  <a:lnTo>
                    <a:pt x="10160" y="18923"/>
                  </a:lnTo>
                  <a:lnTo>
                    <a:pt x="10160" y="20193"/>
                  </a:lnTo>
                  <a:lnTo>
                    <a:pt x="11430" y="20193"/>
                  </a:lnTo>
                  <a:lnTo>
                    <a:pt x="11430" y="21463"/>
                  </a:lnTo>
                  <a:lnTo>
                    <a:pt x="1544320" y="21463"/>
                  </a:lnTo>
                  <a:lnTo>
                    <a:pt x="1544320" y="21590"/>
                  </a:lnTo>
                  <a:lnTo>
                    <a:pt x="1545590" y="21590"/>
                  </a:lnTo>
                  <a:lnTo>
                    <a:pt x="1545590" y="21463"/>
                  </a:lnTo>
                  <a:lnTo>
                    <a:pt x="1545590" y="20193"/>
                  </a:lnTo>
                  <a:lnTo>
                    <a:pt x="1546860" y="20193"/>
                  </a:lnTo>
                  <a:lnTo>
                    <a:pt x="1546860" y="18923"/>
                  </a:lnTo>
                  <a:lnTo>
                    <a:pt x="1548130" y="18923"/>
                  </a:lnTo>
                  <a:lnTo>
                    <a:pt x="1548130" y="16383"/>
                  </a:lnTo>
                  <a:lnTo>
                    <a:pt x="1549400" y="16383"/>
                  </a:lnTo>
                  <a:lnTo>
                    <a:pt x="1549400" y="13843"/>
                  </a:lnTo>
                  <a:lnTo>
                    <a:pt x="1550670" y="13843"/>
                  </a:lnTo>
                  <a:lnTo>
                    <a:pt x="1550670" y="11430"/>
                  </a:lnTo>
                  <a:lnTo>
                    <a:pt x="1551940" y="11430"/>
                  </a:lnTo>
                  <a:lnTo>
                    <a:pt x="1551940" y="8890"/>
                  </a:lnTo>
                  <a:lnTo>
                    <a:pt x="1553210" y="8890"/>
                  </a:lnTo>
                  <a:lnTo>
                    <a:pt x="1553210" y="7493"/>
                  </a:lnTo>
                  <a:lnTo>
                    <a:pt x="1554480" y="7493"/>
                  </a:lnTo>
                  <a:lnTo>
                    <a:pt x="1554480" y="5080"/>
                  </a:lnTo>
                  <a:lnTo>
                    <a:pt x="1555750" y="5080"/>
                  </a:lnTo>
                  <a:lnTo>
                    <a:pt x="1555750" y="2540"/>
                  </a:lnTo>
                  <a:lnTo>
                    <a:pt x="1557020" y="2540"/>
                  </a:lnTo>
                  <a:lnTo>
                    <a:pt x="1557020" y="0"/>
                  </a:lnTo>
                  <a:close/>
                </a:path>
              </a:pathLst>
            </a:custGeom>
            <a:solidFill>
              <a:srgbClr val="E1D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1">
              <a:extLst>
                <a:ext uri="{FF2B5EF4-FFF2-40B4-BE49-F238E27FC236}">
                  <a16:creationId xmlns:a16="http://schemas.microsoft.com/office/drawing/2014/main" id="{E3023305-3B97-BB23-C284-0F3BB0DFEDF2}"/>
                </a:ext>
              </a:extLst>
            </p:cNvPr>
            <p:cNvSpPr/>
            <p:nvPr/>
          </p:nvSpPr>
          <p:spPr>
            <a:xfrm>
              <a:off x="2151380" y="3493769"/>
              <a:ext cx="1524000" cy="27940"/>
            </a:xfrm>
            <a:custGeom>
              <a:avLst/>
              <a:gdLst/>
              <a:ahLst/>
              <a:cxnLst/>
              <a:rect l="l" t="t" r="r" b="b"/>
              <a:pathLst>
                <a:path w="1524000" h="27939">
                  <a:moveTo>
                    <a:pt x="1270" y="0"/>
                  </a:moveTo>
                  <a:lnTo>
                    <a:pt x="0" y="0"/>
                  </a:lnTo>
                  <a:lnTo>
                    <a:pt x="0" y="127"/>
                  </a:lnTo>
                  <a:lnTo>
                    <a:pt x="1270" y="127"/>
                  </a:lnTo>
                  <a:lnTo>
                    <a:pt x="1270" y="0"/>
                  </a:lnTo>
                  <a:close/>
                </a:path>
                <a:path w="1524000" h="27939">
                  <a:moveTo>
                    <a:pt x="1497330" y="25527"/>
                  </a:moveTo>
                  <a:lnTo>
                    <a:pt x="26670" y="25527"/>
                  </a:lnTo>
                  <a:lnTo>
                    <a:pt x="26670" y="26670"/>
                  </a:lnTo>
                  <a:lnTo>
                    <a:pt x="27940" y="26670"/>
                  </a:lnTo>
                  <a:lnTo>
                    <a:pt x="27940" y="27940"/>
                  </a:lnTo>
                  <a:lnTo>
                    <a:pt x="1494790" y="27940"/>
                  </a:lnTo>
                  <a:lnTo>
                    <a:pt x="1494790" y="26670"/>
                  </a:lnTo>
                  <a:lnTo>
                    <a:pt x="1497330" y="26670"/>
                  </a:lnTo>
                  <a:lnTo>
                    <a:pt x="1497330" y="25527"/>
                  </a:lnTo>
                  <a:close/>
                </a:path>
                <a:path w="1524000" h="27939">
                  <a:moveTo>
                    <a:pt x="1502410" y="21717"/>
                  </a:moveTo>
                  <a:lnTo>
                    <a:pt x="21590" y="21717"/>
                  </a:lnTo>
                  <a:lnTo>
                    <a:pt x="21590" y="22860"/>
                  </a:lnTo>
                  <a:lnTo>
                    <a:pt x="22860" y="22860"/>
                  </a:lnTo>
                  <a:lnTo>
                    <a:pt x="22860" y="24130"/>
                  </a:lnTo>
                  <a:lnTo>
                    <a:pt x="24130" y="24130"/>
                  </a:lnTo>
                  <a:lnTo>
                    <a:pt x="24130" y="25400"/>
                  </a:lnTo>
                  <a:lnTo>
                    <a:pt x="1497330" y="25400"/>
                  </a:lnTo>
                  <a:lnTo>
                    <a:pt x="1497330" y="25527"/>
                  </a:lnTo>
                  <a:lnTo>
                    <a:pt x="1498600" y="25527"/>
                  </a:lnTo>
                  <a:lnTo>
                    <a:pt x="1498600" y="25400"/>
                  </a:lnTo>
                  <a:lnTo>
                    <a:pt x="1498600" y="24130"/>
                  </a:lnTo>
                  <a:lnTo>
                    <a:pt x="1499870" y="24130"/>
                  </a:lnTo>
                  <a:lnTo>
                    <a:pt x="1499870" y="22860"/>
                  </a:lnTo>
                  <a:lnTo>
                    <a:pt x="1502410" y="22860"/>
                  </a:lnTo>
                  <a:lnTo>
                    <a:pt x="1502410" y="21717"/>
                  </a:lnTo>
                  <a:close/>
                </a:path>
                <a:path w="1524000" h="27939">
                  <a:moveTo>
                    <a:pt x="1504950" y="19177"/>
                  </a:moveTo>
                  <a:lnTo>
                    <a:pt x="19050" y="19177"/>
                  </a:lnTo>
                  <a:lnTo>
                    <a:pt x="19050" y="20320"/>
                  </a:lnTo>
                  <a:lnTo>
                    <a:pt x="20320" y="20320"/>
                  </a:lnTo>
                  <a:lnTo>
                    <a:pt x="20320" y="21590"/>
                  </a:lnTo>
                  <a:lnTo>
                    <a:pt x="1502410" y="21590"/>
                  </a:lnTo>
                  <a:lnTo>
                    <a:pt x="1502410" y="21717"/>
                  </a:lnTo>
                  <a:lnTo>
                    <a:pt x="1503680" y="21717"/>
                  </a:lnTo>
                  <a:lnTo>
                    <a:pt x="1503680" y="21590"/>
                  </a:lnTo>
                  <a:lnTo>
                    <a:pt x="1503680" y="20320"/>
                  </a:lnTo>
                  <a:lnTo>
                    <a:pt x="1504950" y="20320"/>
                  </a:lnTo>
                  <a:lnTo>
                    <a:pt x="1504950" y="19177"/>
                  </a:lnTo>
                  <a:close/>
                </a:path>
                <a:path w="1524000" h="27939">
                  <a:moveTo>
                    <a:pt x="1508760" y="15367"/>
                  </a:moveTo>
                  <a:lnTo>
                    <a:pt x="15240" y="15367"/>
                  </a:lnTo>
                  <a:lnTo>
                    <a:pt x="15240" y="16510"/>
                  </a:lnTo>
                  <a:lnTo>
                    <a:pt x="16510" y="16510"/>
                  </a:lnTo>
                  <a:lnTo>
                    <a:pt x="16510" y="17780"/>
                  </a:lnTo>
                  <a:lnTo>
                    <a:pt x="17780" y="17780"/>
                  </a:lnTo>
                  <a:lnTo>
                    <a:pt x="17780" y="19050"/>
                  </a:lnTo>
                  <a:lnTo>
                    <a:pt x="1504950" y="19050"/>
                  </a:lnTo>
                  <a:lnTo>
                    <a:pt x="1504950" y="19177"/>
                  </a:lnTo>
                  <a:lnTo>
                    <a:pt x="1506220" y="19177"/>
                  </a:lnTo>
                  <a:lnTo>
                    <a:pt x="1506220" y="19050"/>
                  </a:lnTo>
                  <a:lnTo>
                    <a:pt x="1506220" y="17780"/>
                  </a:lnTo>
                  <a:lnTo>
                    <a:pt x="1507490" y="17780"/>
                  </a:lnTo>
                  <a:lnTo>
                    <a:pt x="1507490" y="16510"/>
                  </a:lnTo>
                  <a:lnTo>
                    <a:pt x="1508760" y="16510"/>
                  </a:lnTo>
                  <a:lnTo>
                    <a:pt x="1508760" y="15367"/>
                  </a:lnTo>
                  <a:close/>
                </a:path>
                <a:path w="1524000" h="27939">
                  <a:moveTo>
                    <a:pt x="1511300" y="12827"/>
                  </a:moveTo>
                  <a:lnTo>
                    <a:pt x="12700" y="12827"/>
                  </a:lnTo>
                  <a:lnTo>
                    <a:pt x="12700" y="13970"/>
                  </a:lnTo>
                  <a:lnTo>
                    <a:pt x="13970" y="13970"/>
                  </a:lnTo>
                  <a:lnTo>
                    <a:pt x="13970" y="15240"/>
                  </a:lnTo>
                  <a:lnTo>
                    <a:pt x="1508760" y="15240"/>
                  </a:lnTo>
                  <a:lnTo>
                    <a:pt x="1508760" y="15367"/>
                  </a:lnTo>
                  <a:lnTo>
                    <a:pt x="1510030" y="15367"/>
                  </a:lnTo>
                  <a:lnTo>
                    <a:pt x="1510030" y="15240"/>
                  </a:lnTo>
                  <a:lnTo>
                    <a:pt x="1510030" y="13970"/>
                  </a:lnTo>
                  <a:lnTo>
                    <a:pt x="1511300" y="13970"/>
                  </a:lnTo>
                  <a:lnTo>
                    <a:pt x="1511300" y="12827"/>
                  </a:lnTo>
                  <a:close/>
                </a:path>
                <a:path w="1524000" h="27939">
                  <a:moveTo>
                    <a:pt x="1515110" y="9017"/>
                  </a:moveTo>
                  <a:lnTo>
                    <a:pt x="8890" y="9017"/>
                  </a:lnTo>
                  <a:lnTo>
                    <a:pt x="8890" y="10160"/>
                  </a:lnTo>
                  <a:lnTo>
                    <a:pt x="10160" y="10160"/>
                  </a:lnTo>
                  <a:lnTo>
                    <a:pt x="10160" y="11430"/>
                  </a:lnTo>
                  <a:lnTo>
                    <a:pt x="11430" y="11430"/>
                  </a:lnTo>
                  <a:lnTo>
                    <a:pt x="11430" y="12700"/>
                  </a:lnTo>
                  <a:lnTo>
                    <a:pt x="1511300" y="12700"/>
                  </a:lnTo>
                  <a:lnTo>
                    <a:pt x="1511300" y="12827"/>
                  </a:lnTo>
                  <a:lnTo>
                    <a:pt x="1512570" y="12827"/>
                  </a:lnTo>
                  <a:lnTo>
                    <a:pt x="1512570" y="12700"/>
                  </a:lnTo>
                  <a:lnTo>
                    <a:pt x="1512570" y="11430"/>
                  </a:lnTo>
                  <a:lnTo>
                    <a:pt x="1513840" y="11430"/>
                  </a:lnTo>
                  <a:lnTo>
                    <a:pt x="1513840" y="10160"/>
                  </a:lnTo>
                  <a:lnTo>
                    <a:pt x="1515110" y="10160"/>
                  </a:lnTo>
                  <a:lnTo>
                    <a:pt x="1515110" y="9017"/>
                  </a:lnTo>
                  <a:close/>
                </a:path>
                <a:path w="1524000" h="27939">
                  <a:moveTo>
                    <a:pt x="1520190" y="2667"/>
                  </a:moveTo>
                  <a:lnTo>
                    <a:pt x="3810" y="2667"/>
                  </a:lnTo>
                  <a:lnTo>
                    <a:pt x="3810" y="3810"/>
                  </a:lnTo>
                  <a:lnTo>
                    <a:pt x="5080" y="3810"/>
                  </a:lnTo>
                  <a:lnTo>
                    <a:pt x="5080" y="5080"/>
                  </a:lnTo>
                  <a:lnTo>
                    <a:pt x="6350" y="5080"/>
                  </a:lnTo>
                  <a:lnTo>
                    <a:pt x="6350" y="6350"/>
                  </a:lnTo>
                  <a:lnTo>
                    <a:pt x="7620" y="6350"/>
                  </a:lnTo>
                  <a:lnTo>
                    <a:pt x="7620" y="7620"/>
                  </a:lnTo>
                  <a:lnTo>
                    <a:pt x="7620" y="8890"/>
                  </a:lnTo>
                  <a:lnTo>
                    <a:pt x="1515110" y="8890"/>
                  </a:lnTo>
                  <a:lnTo>
                    <a:pt x="1515110" y="9017"/>
                  </a:lnTo>
                  <a:lnTo>
                    <a:pt x="1516380" y="9017"/>
                  </a:lnTo>
                  <a:lnTo>
                    <a:pt x="1516380" y="8890"/>
                  </a:lnTo>
                  <a:lnTo>
                    <a:pt x="1516380" y="7620"/>
                  </a:lnTo>
                  <a:lnTo>
                    <a:pt x="1517650" y="7620"/>
                  </a:lnTo>
                  <a:lnTo>
                    <a:pt x="1517650" y="6350"/>
                  </a:lnTo>
                  <a:lnTo>
                    <a:pt x="1517650" y="5080"/>
                  </a:lnTo>
                  <a:lnTo>
                    <a:pt x="1518920" y="5080"/>
                  </a:lnTo>
                  <a:lnTo>
                    <a:pt x="1518920" y="3810"/>
                  </a:lnTo>
                  <a:lnTo>
                    <a:pt x="1520190" y="3810"/>
                  </a:lnTo>
                  <a:lnTo>
                    <a:pt x="1520190" y="2667"/>
                  </a:lnTo>
                  <a:close/>
                </a:path>
                <a:path w="1524000" h="27939">
                  <a:moveTo>
                    <a:pt x="1522730" y="127"/>
                  </a:moveTo>
                  <a:lnTo>
                    <a:pt x="1270" y="127"/>
                  </a:lnTo>
                  <a:lnTo>
                    <a:pt x="127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1520190" y="2540"/>
                  </a:lnTo>
                  <a:lnTo>
                    <a:pt x="1520190" y="2667"/>
                  </a:lnTo>
                  <a:lnTo>
                    <a:pt x="1521460" y="2667"/>
                  </a:lnTo>
                  <a:lnTo>
                    <a:pt x="1521460" y="2540"/>
                  </a:lnTo>
                  <a:lnTo>
                    <a:pt x="1521460" y="1270"/>
                  </a:lnTo>
                  <a:lnTo>
                    <a:pt x="1522730" y="1270"/>
                  </a:lnTo>
                  <a:lnTo>
                    <a:pt x="1522730" y="127"/>
                  </a:lnTo>
                  <a:close/>
                </a:path>
                <a:path w="1524000" h="27939">
                  <a:moveTo>
                    <a:pt x="1524000" y="0"/>
                  </a:moveTo>
                  <a:lnTo>
                    <a:pt x="1522730" y="0"/>
                  </a:lnTo>
                  <a:lnTo>
                    <a:pt x="1522730" y="127"/>
                  </a:lnTo>
                  <a:lnTo>
                    <a:pt x="1524000" y="127"/>
                  </a:lnTo>
                  <a:lnTo>
                    <a:pt x="1524000" y="0"/>
                  </a:lnTo>
                  <a:close/>
                </a:path>
              </a:pathLst>
            </a:custGeom>
            <a:solidFill>
              <a:srgbClr val="E1D9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2">
              <a:extLst>
                <a:ext uri="{FF2B5EF4-FFF2-40B4-BE49-F238E27FC236}">
                  <a16:creationId xmlns:a16="http://schemas.microsoft.com/office/drawing/2014/main" id="{46A132BD-E774-8AD6-860E-B39946D22432}"/>
                </a:ext>
              </a:extLst>
            </p:cNvPr>
            <p:cNvSpPr/>
            <p:nvPr/>
          </p:nvSpPr>
          <p:spPr>
            <a:xfrm>
              <a:off x="2179320" y="3521709"/>
              <a:ext cx="1466850" cy="27940"/>
            </a:xfrm>
            <a:custGeom>
              <a:avLst/>
              <a:gdLst/>
              <a:ahLst/>
              <a:cxnLst/>
              <a:rect l="l" t="t" r="r" b="b"/>
              <a:pathLst>
                <a:path w="1466850" h="27939">
                  <a:moveTo>
                    <a:pt x="1270" y="0"/>
                  </a:moveTo>
                  <a:lnTo>
                    <a:pt x="0" y="0"/>
                  </a:lnTo>
                  <a:lnTo>
                    <a:pt x="0" y="127"/>
                  </a:lnTo>
                  <a:lnTo>
                    <a:pt x="1270" y="127"/>
                  </a:lnTo>
                  <a:lnTo>
                    <a:pt x="1270" y="0"/>
                  </a:lnTo>
                  <a:close/>
                </a:path>
                <a:path w="1466850" h="27939">
                  <a:moveTo>
                    <a:pt x="1407160" y="25527"/>
                  </a:moveTo>
                  <a:lnTo>
                    <a:pt x="55880" y="25527"/>
                  </a:lnTo>
                  <a:lnTo>
                    <a:pt x="55880" y="26670"/>
                  </a:lnTo>
                  <a:lnTo>
                    <a:pt x="64770" y="26670"/>
                  </a:lnTo>
                  <a:lnTo>
                    <a:pt x="64770" y="27940"/>
                  </a:lnTo>
                  <a:lnTo>
                    <a:pt x="1403350" y="27940"/>
                  </a:lnTo>
                  <a:lnTo>
                    <a:pt x="1403350" y="26670"/>
                  </a:lnTo>
                  <a:lnTo>
                    <a:pt x="1407160" y="26670"/>
                  </a:lnTo>
                  <a:lnTo>
                    <a:pt x="1407160" y="25527"/>
                  </a:lnTo>
                  <a:close/>
                </a:path>
                <a:path w="1466850" h="27939">
                  <a:moveTo>
                    <a:pt x="1418577" y="22987"/>
                  </a:moveTo>
                  <a:lnTo>
                    <a:pt x="45720" y="22987"/>
                  </a:lnTo>
                  <a:lnTo>
                    <a:pt x="45720" y="24130"/>
                  </a:lnTo>
                  <a:lnTo>
                    <a:pt x="52070" y="24130"/>
                  </a:lnTo>
                  <a:lnTo>
                    <a:pt x="52070" y="25400"/>
                  </a:lnTo>
                  <a:lnTo>
                    <a:pt x="1407160" y="25400"/>
                  </a:lnTo>
                  <a:lnTo>
                    <a:pt x="1407160" y="25527"/>
                  </a:lnTo>
                  <a:lnTo>
                    <a:pt x="1416050" y="25527"/>
                  </a:lnTo>
                  <a:lnTo>
                    <a:pt x="1416050" y="25400"/>
                  </a:lnTo>
                  <a:lnTo>
                    <a:pt x="1416050" y="24130"/>
                  </a:lnTo>
                  <a:lnTo>
                    <a:pt x="1418577" y="24130"/>
                  </a:lnTo>
                  <a:lnTo>
                    <a:pt x="1418577" y="22987"/>
                  </a:lnTo>
                  <a:close/>
                </a:path>
                <a:path w="1466850" h="27939">
                  <a:moveTo>
                    <a:pt x="1422400" y="22872"/>
                  </a:moveTo>
                  <a:lnTo>
                    <a:pt x="1418577" y="22872"/>
                  </a:lnTo>
                  <a:lnTo>
                    <a:pt x="1422400" y="22987"/>
                  </a:lnTo>
                  <a:close/>
                </a:path>
                <a:path w="1466850" h="27939">
                  <a:moveTo>
                    <a:pt x="1431290" y="19177"/>
                  </a:moveTo>
                  <a:lnTo>
                    <a:pt x="35560" y="19177"/>
                  </a:lnTo>
                  <a:lnTo>
                    <a:pt x="35560" y="20320"/>
                  </a:lnTo>
                  <a:lnTo>
                    <a:pt x="39370" y="20320"/>
                  </a:lnTo>
                  <a:lnTo>
                    <a:pt x="39370" y="21590"/>
                  </a:lnTo>
                  <a:lnTo>
                    <a:pt x="41910" y="21590"/>
                  </a:lnTo>
                  <a:lnTo>
                    <a:pt x="41910" y="22860"/>
                  </a:lnTo>
                  <a:lnTo>
                    <a:pt x="1422400" y="22860"/>
                  </a:lnTo>
                  <a:lnTo>
                    <a:pt x="1422400" y="21590"/>
                  </a:lnTo>
                  <a:lnTo>
                    <a:pt x="1428750" y="21590"/>
                  </a:lnTo>
                  <a:lnTo>
                    <a:pt x="1428750" y="20320"/>
                  </a:lnTo>
                  <a:lnTo>
                    <a:pt x="1431290" y="20320"/>
                  </a:lnTo>
                  <a:lnTo>
                    <a:pt x="1431290" y="19177"/>
                  </a:lnTo>
                  <a:close/>
                </a:path>
                <a:path w="1466850" h="27939">
                  <a:moveTo>
                    <a:pt x="1436370" y="16637"/>
                  </a:moveTo>
                  <a:lnTo>
                    <a:pt x="30480" y="16637"/>
                  </a:lnTo>
                  <a:lnTo>
                    <a:pt x="30480" y="17780"/>
                  </a:lnTo>
                  <a:lnTo>
                    <a:pt x="33020" y="17780"/>
                  </a:lnTo>
                  <a:lnTo>
                    <a:pt x="33020" y="19050"/>
                  </a:lnTo>
                  <a:lnTo>
                    <a:pt x="1431290" y="19050"/>
                  </a:lnTo>
                  <a:lnTo>
                    <a:pt x="1431290" y="19177"/>
                  </a:lnTo>
                  <a:lnTo>
                    <a:pt x="1433830" y="19177"/>
                  </a:lnTo>
                  <a:lnTo>
                    <a:pt x="1433830" y="19050"/>
                  </a:lnTo>
                  <a:lnTo>
                    <a:pt x="1433830" y="17780"/>
                  </a:lnTo>
                  <a:lnTo>
                    <a:pt x="1436370" y="17780"/>
                  </a:lnTo>
                  <a:lnTo>
                    <a:pt x="1436370" y="16637"/>
                  </a:lnTo>
                  <a:close/>
                </a:path>
                <a:path w="1466850" h="27939">
                  <a:moveTo>
                    <a:pt x="1440180" y="16522"/>
                  </a:moveTo>
                  <a:lnTo>
                    <a:pt x="1436370" y="16522"/>
                  </a:lnTo>
                  <a:lnTo>
                    <a:pt x="1440180" y="16637"/>
                  </a:lnTo>
                  <a:close/>
                </a:path>
                <a:path w="1466850" h="27939">
                  <a:moveTo>
                    <a:pt x="1443990" y="12827"/>
                  </a:moveTo>
                  <a:lnTo>
                    <a:pt x="21590" y="12827"/>
                  </a:lnTo>
                  <a:lnTo>
                    <a:pt x="21590" y="13970"/>
                  </a:lnTo>
                  <a:lnTo>
                    <a:pt x="24130" y="13970"/>
                  </a:lnTo>
                  <a:lnTo>
                    <a:pt x="24130" y="15240"/>
                  </a:lnTo>
                  <a:lnTo>
                    <a:pt x="27940" y="15240"/>
                  </a:lnTo>
                  <a:lnTo>
                    <a:pt x="27940" y="16510"/>
                  </a:lnTo>
                  <a:lnTo>
                    <a:pt x="1440180" y="16510"/>
                  </a:lnTo>
                  <a:lnTo>
                    <a:pt x="1440180" y="15240"/>
                  </a:lnTo>
                  <a:lnTo>
                    <a:pt x="1441450" y="15240"/>
                  </a:lnTo>
                  <a:lnTo>
                    <a:pt x="1441450" y="13970"/>
                  </a:lnTo>
                  <a:lnTo>
                    <a:pt x="1443990" y="13970"/>
                  </a:lnTo>
                  <a:lnTo>
                    <a:pt x="1443990" y="12827"/>
                  </a:lnTo>
                  <a:close/>
                </a:path>
                <a:path w="1466850" h="27939">
                  <a:moveTo>
                    <a:pt x="1449070" y="10287"/>
                  </a:moveTo>
                  <a:lnTo>
                    <a:pt x="16510" y="10287"/>
                  </a:lnTo>
                  <a:lnTo>
                    <a:pt x="16510" y="11430"/>
                  </a:lnTo>
                  <a:lnTo>
                    <a:pt x="19050" y="11430"/>
                  </a:lnTo>
                  <a:lnTo>
                    <a:pt x="19050" y="12700"/>
                  </a:lnTo>
                  <a:lnTo>
                    <a:pt x="1443990" y="12700"/>
                  </a:lnTo>
                  <a:lnTo>
                    <a:pt x="1443990" y="12827"/>
                  </a:lnTo>
                  <a:lnTo>
                    <a:pt x="1446530" y="12827"/>
                  </a:lnTo>
                  <a:lnTo>
                    <a:pt x="1446530" y="12700"/>
                  </a:lnTo>
                  <a:lnTo>
                    <a:pt x="1446530" y="11430"/>
                  </a:lnTo>
                  <a:lnTo>
                    <a:pt x="1449070" y="11430"/>
                  </a:lnTo>
                  <a:lnTo>
                    <a:pt x="1449070" y="10287"/>
                  </a:lnTo>
                  <a:close/>
                </a:path>
                <a:path w="1466850" h="27939">
                  <a:moveTo>
                    <a:pt x="1451610" y="10172"/>
                  </a:moveTo>
                  <a:lnTo>
                    <a:pt x="1449070" y="10172"/>
                  </a:lnTo>
                  <a:lnTo>
                    <a:pt x="1451610" y="10287"/>
                  </a:lnTo>
                  <a:close/>
                </a:path>
                <a:path w="1466850" h="27939">
                  <a:moveTo>
                    <a:pt x="1455420" y="6477"/>
                  </a:moveTo>
                  <a:lnTo>
                    <a:pt x="11430" y="6477"/>
                  </a:lnTo>
                  <a:lnTo>
                    <a:pt x="11430" y="7620"/>
                  </a:lnTo>
                  <a:lnTo>
                    <a:pt x="12700" y="7620"/>
                  </a:lnTo>
                  <a:lnTo>
                    <a:pt x="12700" y="8890"/>
                  </a:lnTo>
                  <a:lnTo>
                    <a:pt x="15240" y="8890"/>
                  </a:lnTo>
                  <a:lnTo>
                    <a:pt x="15240" y="10160"/>
                  </a:lnTo>
                  <a:lnTo>
                    <a:pt x="1451610" y="10160"/>
                  </a:lnTo>
                  <a:lnTo>
                    <a:pt x="1451610" y="8890"/>
                  </a:lnTo>
                  <a:lnTo>
                    <a:pt x="1452880" y="8890"/>
                  </a:lnTo>
                  <a:lnTo>
                    <a:pt x="1452880" y="7620"/>
                  </a:lnTo>
                  <a:lnTo>
                    <a:pt x="1455420" y="7620"/>
                  </a:lnTo>
                  <a:lnTo>
                    <a:pt x="1455420" y="6477"/>
                  </a:lnTo>
                  <a:close/>
                </a:path>
                <a:path w="1466850" h="27939">
                  <a:moveTo>
                    <a:pt x="1459230" y="3937"/>
                  </a:moveTo>
                  <a:lnTo>
                    <a:pt x="7620" y="3937"/>
                  </a:lnTo>
                  <a:lnTo>
                    <a:pt x="7620" y="5080"/>
                  </a:lnTo>
                  <a:lnTo>
                    <a:pt x="8890" y="5080"/>
                  </a:lnTo>
                  <a:lnTo>
                    <a:pt x="8890" y="6350"/>
                  </a:lnTo>
                  <a:lnTo>
                    <a:pt x="1455420" y="6350"/>
                  </a:lnTo>
                  <a:lnTo>
                    <a:pt x="1455420" y="6477"/>
                  </a:lnTo>
                  <a:lnTo>
                    <a:pt x="1457960" y="6477"/>
                  </a:lnTo>
                  <a:lnTo>
                    <a:pt x="1457960" y="6350"/>
                  </a:lnTo>
                  <a:lnTo>
                    <a:pt x="1457960" y="5080"/>
                  </a:lnTo>
                  <a:lnTo>
                    <a:pt x="1459230" y="5080"/>
                  </a:lnTo>
                  <a:lnTo>
                    <a:pt x="1459230" y="3937"/>
                  </a:lnTo>
                  <a:close/>
                </a:path>
                <a:path w="1466850" h="27939">
                  <a:moveTo>
                    <a:pt x="1465580" y="127"/>
                  </a:moveTo>
                  <a:lnTo>
                    <a:pt x="1270" y="127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5080" y="2540"/>
                  </a:lnTo>
                  <a:lnTo>
                    <a:pt x="5080" y="3810"/>
                  </a:lnTo>
                  <a:lnTo>
                    <a:pt x="1459230" y="3810"/>
                  </a:lnTo>
                  <a:lnTo>
                    <a:pt x="1459230" y="3937"/>
                  </a:lnTo>
                  <a:lnTo>
                    <a:pt x="1461770" y="3937"/>
                  </a:lnTo>
                  <a:lnTo>
                    <a:pt x="1461770" y="3810"/>
                  </a:lnTo>
                  <a:lnTo>
                    <a:pt x="1461770" y="2540"/>
                  </a:lnTo>
                  <a:lnTo>
                    <a:pt x="1464310" y="2540"/>
                  </a:lnTo>
                  <a:lnTo>
                    <a:pt x="1464310" y="1270"/>
                  </a:lnTo>
                  <a:lnTo>
                    <a:pt x="1465580" y="1270"/>
                  </a:lnTo>
                  <a:lnTo>
                    <a:pt x="1465580" y="127"/>
                  </a:lnTo>
                  <a:close/>
                </a:path>
                <a:path w="1466850" h="27939">
                  <a:moveTo>
                    <a:pt x="1466850" y="0"/>
                  </a:moveTo>
                  <a:lnTo>
                    <a:pt x="1465580" y="0"/>
                  </a:lnTo>
                  <a:lnTo>
                    <a:pt x="1465580" y="127"/>
                  </a:lnTo>
                  <a:lnTo>
                    <a:pt x="1466850" y="127"/>
                  </a:lnTo>
                  <a:lnTo>
                    <a:pt x="1466850" y="0"/>
                  </a:lnTo>
                  <a:close/>
                </a:path>
              </a:pathLst>
            </a:custGeom>
            <a:solidFill>
              <a:srgbClr val="E0D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3">
              <a:extLst>
                <a:ext uri="{FF2B5EF4-FFF2-40B4-BE49-F238E27FC236}">
                  <a16:creationId xmlns:a16="http://schemas.microsoft.com/office/drawing/2014/main" id="{2F4EFA0C-4757-5716-B285-B242B7DDB096}"/>
                </a:ext>
              </a:extLst>
            </p:cNvPr>
            <p:cNvSpPr/>
            <p:nvPr/>
          </p:nvSpPr>
          <p:spPr>
            <a:xfrm>
              <a:off x="2120900" y="2132330"/>
              <a:ext cx="1583690" cy="1416050"/>
            </a:xfrm>
            <a:custGeom>
              <a:avLst/>
              <a:gdLst/>
              <a:ahLst/>
              <a:cxnLst/>
              <a:rect l="l" t="t" r="r" b="b"/>
              <a:pathLst>
                <a:path w="1583689" h="1416050">
                  <a:moveTo>
                    <a:pt x="135889" y="0"/>
                  </a:moveTo>
                  <a:lnTo>
                    <a:pt x="95422" y="7548"/>
                  </a:lnTo>
                  <a:lnTo>
                    <a:pt x="58430" y="28082"/>
                  </a:lnTo>
                  <a:lnTo>
                    <a:pt x="28082" y="58430"/>
                  </a:lnTo>
                  <a:lnTo>
                    <a:pt x="7548" y="95422"/>
                  </a:lnTo>
                  <a:lnTo>
                    <a:pt x="0" y="135890"/>
                  </a:lnTo>
                  <a:lnTo>
                    <a:pt x="0" y="1278890"/>
                  </a:lnTo>
                  <a:lnTo>
                    <a:pt x="7548" y="1319489"/>
                  </a:lnTo>
                  <a:lnTo>
                    <a:pt x="28082" y="1356796"/>
                  </a:lnTo>
                  <a:lnTo>
                    <a:pt x="58430" y="1387520"/>
                  </a:lnTo>
                  <a:lnTo>
                    <a:pt x="95422" y="1408369"/>
                  </a:lnTo>
                  <a:lnTo>
                    <a:pt x="135889" y="1416050"/>
                  </a:lnTo>
                  <a:lnTo>
                    <a:pt x="1447800" y="1416050"/>
                  </a:lnTo>
                  <a:lnTo>
                    <a:pt x="1488267" y="1408369"/>
                  </a:lnTo>
                  <a:lnTo>
                    <a:pt x="1525259" y="1387520"/>
                  </a:lnTo>
                  <a:lnTo>
                    <a:pt x="1555607" y="1356796"/>
                  </a:lnTo>
                  <a:lnTo>
                    <a:pt x="1576141" y="1319489"/>
                  </a:lnTo>
                  <a:lnTo>
                    <a:pt x="1583689" y="1278890"/>
                  </a:lnTo>
                  <a:lnTo>
                    <a:pt x="1583689" y="135890"/>
                  </a:lnTo>
                  <a:lnTo>
                    <a:pt x="1576141" y="95422"/>
                  </a:lnTo>
                  <a:lnTo>
                    <a:pt x="1555607" y="58430"/>
                  </a:lnTo>
                  <a:lnTo>
                    <a:pt x="1525259" y="28082"/>
                  </a:lnTo>
                  <a:lnTo>
                    <a:pt x="1488267" y="7548"/>
                  </a:lnTo>
                  <a:lnTo>
                    <a:pt x="1447800" y="0"/>
                  </a:lnTo>
                  <a:lnTo>
                    <a:pt x="135889" y="0"/>
                  </a:lnTo>
                  <a:close/>
                </a:path>
              </a:pathLst>
            </a:custGeom>
            <a:ln w="28393">
              <a:solidFill>
                <a:srgbClr val="8A7D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4">
              <a:extLst>
                <a:ext uri="{FF2B5EF4-FFF2-40B4-BE49-F238E27FC236}">
                  <a16:creationId xmlns:a16="http://schemas.microsoft.com/office/drawing/2014/main" id="{FA3C1756-F880-9B21-AF54-13D889A2F579}"/>
                </a:ext>
              </a:extLst>
            </p:cNvPr>
            <p:cNvSpPr/>
            <p:nvPr/>
          </p:nvSpPr>
          <p:spPr>
            <a:xfrm>
              <a:off x="2402840" y="2811779"/>
              <a:ext cx="6350" cy="77470"/>
            </a:xfrm>
            <a:custGeom>
              <a:avLst/>
              <a:gdLst/>
              <a:ahLst/>
              <a:cxnLst/>
              <a:rect l="l" t="t" r="r" b="b"/>
              <a:pathLst>
                <a:path w="6350" h="77469">
                  <a:moveTo>
                    <a:pt x="6350" y="67322"/>
                  </a:moveTo>
                  <a:lnTo>
                    <a:pt x="3810" y="67322"/>
                  </a:lnTo>
                  <a:lnTo>
                    <a:pt x="3810" y="72390"/>
                  </a:lnTo>
                  <a:lnTo>
                    <a:pt x="5080" y="72390"/>
                  </a:lnTo>
                  <a:lnTo>
                    <a:pt x="5080" y="77470"/>
                  </a:lnTo>
                  <a:lnTo>
                    <a:pt x="6350" y="77470"/>
                  </a:lnTo>
                  <a:lnTo>
                    <a:pt x="6350" y="67322"/>
                  </a:lnTo>
                  <a:close/>
                </a:path>
                <a:path w="6350" h="77469">
                  <a:moveTo>
                    <a:pt x="6350" y="0"/>
                  </a:moveTo>
                  <a:lnTo>
                    <a:pt x="5080" y="0"/>
                  </a:lnTo>
                  <a:lnTo>
                    <a:pt x="5080" y="5080"/>
                  </a:lnTo>
                  <a:lnTo>
                    <a:pt x="3810" y="5080"/>
                  </a:lnTo>
                  <a:lnTo>
                    <a:pt x="3810" y="8890"/>
                  </a:lnTo>
                  <a:lnTo>
                    <a:pt x="2540" y="8890"/>
                  </a:lnTo>
                  <a:lnTo>
                    <a:pt x="2540" y="17780"/>
                  </a:lnTo>
                  <a:lnTo>
                    <a:pt x="1270" y="17780"/>
                  </a:lnTo>
                  <a:lnTo>
                    <a:pt x="1270" y="31750"/>
                  </a:lnTo>
                  <a:lnTo>
                    <a:pt x="0" y="31750"/>
                  </a:lnTo>
                  <a:lnTo>
                    <a:pt x="0" y="45720"/>
                  </a:lnTo>
                  <a:lnTo>
                    <a:pt x="1270" y="45720"/>
                  </a:lnTo>
                  <a:lnTo>
                    <a:pt x="1270" y="58420"/>
                  </a:lnTo>
                  <a:lnTo>
                    <a:pt x="2540" y="58420"/>
                  </a:lnTo>
                  <a:lnTo>
                    <a:pt x="2540" y="67310"/>
                  </a:lnTo>
                  <a:lnTo>
                    <a:pt x="6350" y="673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5">
              <a:extLst>
                <a:ext uri="{FF2B5EF4-FFF2-40B4-BE49-F238E27FC236}">
                  <a16:creationId xmlns:a16="http://schemas.microsoft.com/office/drawing/2014/main" id="{214DF40B-213F-DB89-8FCB-0C80D1154365}"/>
                </a:ext>
              </a:extLst>
            </p:cNvPr>
            <p:cNvSpPr/>
            <p:nvPr/>
          </p:nvSpPr>
          <p:spPr>
            <a:xfrm>
              <a:off x="2409190" y="2790190"/>
              <a:ext cx="7620" cy="120650"/>
            </a:xfrm>
            <a:custGeom>
              <a:avLst/>
              <a:gdLst/>
              <a:ahLst/>
              <a:cxnLst/>
              <a:rect l="l" t="t" r="r" b="b"/>
              <a:pathLst>
                <a:path w="7619" h="120650">
                  <a:moveTo>
                    <a:pt x="7620" y="0"/>
                  </a:moveTo>
                  <a:lnTo>
                    <a:pt x="6350" y="0"/>
                  </a:lnTo>
                  <a:lnTo>
                    <a:pt x="6350" y="2539"/>
                  </a:lnTo>
                  <a:lnTo>
                    <a:pt x="5080" y="2539"/>
                  </a:lnTo>
                  <a:lnTo>
                    <a:pt x="5080" y="5080"/>
                  </a:lnTo>
                  <a:lnTo>
                    <a:pt x="3810" y="5080"/>
                  </a:lnTo>
                  <a:lnTo>
                    <a:pt x="3810" y="7620"/>
                  </a:lnTo>
                  <a:lnTo>
                    <a:pt x="2540" y="7620"/>
                  </a:lnTo>
                  <a:lnTo>
                    <a:pt x="2540" y="12700"/>
                  </a:lnTo>
                  <a:lnTo>
                    <a:pt x="1270" y="12700"/>
                  </a:lnTo>
                  <a:lnTo>
                    <a:pt x="1270" y="17780"/>
                  </a:lnTo>
                  <a:lnTo>
                    <a:pt x="0" y="1778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0"/>
                  </a:lnTo>
                  <a:close/>
                </a:path>
                <a:path w="7619" h="120650">
                  <a:moveTo>
                    <a:pt x="7620" y="88900"/>
                  </a:moveTo>
                  <a:lnTo>
                    <a:pt x="0" y="88900"/>
                  </a:lnTo>
                  <a:lnTo>
                    <a:pt x="0" y="102870"/>
                  </a:lnTo>
                  <a:lnTo>
                    <a:pt x="1270" y="102870"/>
                  </a:lnTo>
                  <a:lnTo>
                    <a:pt x="1270" y="107950"/>
                  </a:lnTo>
                  <a:lnTo>
                    <a:pt x="2540" y="107950"/>
                  </a:lnTo>
                  <a:lnTo>
                    <a:pt x="2540" y="111760"/>
                  </a:lnTo>
                  <a:lnTo>
                    <a:pt x="3810" y="111760"/>
                  </a:lnTo>
                  <a:lnTo>
                    <a:pt x="3810" y="115570"/>
                  </a:lnTo>
                  <a:lnTo>
                    <a:pt x="5080" y="115570"/>
                  </a:lnTo>
                  <a:lnTo>
                    <a:pt x="5080" y="118110"/>
                  </a:lnTo>
                  <a:lnTo>
                    <a:pt x="6350" y="118110"/>
                  </a:lnTo>
                  <a:lnTo>
                    <a:pt x="6350" y="120650"/>
                  </a:lnTo>
                  <a:lnTo>
                    <a:pt x="7620" y="120650"/>
                  </a:lnTo>
                  <a:lnTo>
                    <a:pt x="7620" y="8890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66">
              <a:extLst>
                <a:ext uri="{FF2B5EF4-FFF2-40B4-BE49-F238E27FC236}">
                  <a16:creationId xmlns:a16="http://schemas.microsoft.com/office/drawing/2014/main" id="{1EE94916-9B20-DA42-80D7-1845A20D714D}"/>
                </a:ext>
              </a:extLst>
            </p:cNvPr>
            <p:cNvSpPr/>
            <p:nvPr/>
          </p:nvSpPr>
          <p:spPr>
            <a:xfrm>
              <a:off x="2416810" y="2774950"/>
              <a:ext cx="7620" cy="151130"/>
            </a:xfrm>
            <a:custGeom>
              <a:avLst/>
              <a:gdLst/>
              <a:ahLst/>
              <a:cxnLst/>
              <a:rect l="l" t="t" r="r" b="b"/>
              <a:pathLst>
                <a:path w="7619" h="151130">
                  <a:moveTo>
                    <a:pt x="7619" y="0"/>
                  </a:moveTo>
                  <a:lnTo>
                    <a:pt x="6350" y="0"/>
                  </a:lnTo>
                  <a:lnTo>
                    <a:pt x="6350" y="2539"/>
                  </a:lnTo>
                  <a:lnTo>
                    <a:pt x="5079" y="2539"/>
                  </a:lnTo>
                  <a:lnTo>
                    <a:pt x="5079" y="5079"/>
                  </a:lnTo>
                  <a:lnTo>
                    <a:pt x="7619" y="5079"/>
                  </a:lnTo>
                  <a:lnTo>
                    <a:pt x="7619" y="0"/>
                  </a:lnTo>
                  <a:close/>
                </a:path>
                <a:path w="7619" h="151130">
                  <a:moveTo>
                    <a:pt x="7619" y="5080"/>
                  </a:moveTo>
                  <a:lnTo>
                    <a:pt x="3809" y="5080"/>
                  </a:lnTo>
                  <a:lnTo>
                    <a:pt x="3809" y="7620"/>
                  </a:lnTo>
                  <a:lnTo>
                    <a:pt x="2539" y="7620"/>
                  </a:lnTo>
                  <a:lnTo>
                    <a:pt x="2539" y="10160"/>
                  </a:lnTo>
                  <a:lnTo>
                    <a:pt x="1269" y="10160"/>
                  </a:lnTo>
                  <a:lnTo>
                    <a:pt x="1269" y="12700"/>
                  </a:lnTo>
                  <a:lnTo>
                    <a:pt x="0" y="1270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5080"/>
                  </a:lnTo>
                  <a:close/>
                </a:path>
                <a:path w="7619" h="151130">
                  <a:moveTo>
                    <a:pt x="7619" y="104140"/>
                  </a:moveTo>
                  <a:lnTo>
                    <a:pt x="0" y="104140"/>
                  </a:lnTo>
                  <a:lnTo>
                    <a:pt x="0" y="138429"/>
                  </a:lnTo>
                  <a:lnTo>
                    <a:pt x="1269" y="138429"/>
                  </a:lnTo>
                  <a:lnTo>
                    <a:pt x="1269" y="140970"/>
                  </a:lnTo>
                  <a:lnTo>
                    <a:pt x="2539" y="140970"/>
                  </a:lnTo>
                  <a:lnTo>
                    <a:pt x="2539" y="143510"/>
                  </a:lnTo>
                  <a:lnTo>
                    <a:pt x="3809" y="143510"/>
                  </a:lnTo>
                  <a:lnTo>
                    <a:pt x="3809" y="146050"/>
                  </a:lnTo>
                  <a:lnTo>
                    <a:pt x="5079" y="146050"/>
                  </a:lnTo>
                  <a:lnTo>
                    <a:pt x="5079" y="148589"/>
                  </a:lnTo>
                  <a:lnTo>
                    <a:pt x="6350" y="148589"/>
                  </a:lnTo>
                  <a:lnTo>
                    <a:pt x="6350" y="151129"/>
                  </a:lnTo>
                  <a:lnTo>
                    <a:pt x="7619" y="151129"/>
                  </a:lnTo>
                  <a:lnTo>
                    <a:pt x="7619" y="104140"/>
                  </a:lnTo>
                  <a:close/>
                </a:path>
              </a:pathLst>
            </a:custGeom>
            <a:solidFill>
              <a:srgbClr val="BDB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67">
              <a:extLst>
                <a:ext uri="{FF2B5EF4-FFF2-40B4-BE49-F238E27FC236}">
                  <a16:creationId xmlns:a16="http://schemas.microsoft.com/office/drawing/2014/main" id="{8099E0B7-CB72-531D-D7F3-BB53C34F1DE5}"/>
                </a:ext>
              </a:extLst>
            </p:cNvPr>
            <p:cNvSpPr/>
            <p:nvPr/>
          </p:nvSpPr>
          <p:spPr>
            <a:xfrm>
              <a:off x="2424430" y="2766059"/>
              <a:ext cx="6350" cy="170180"/>
            </a:xfrm>
            <a:custGeom>
              <a:avLst/>
              <a:gdLst/>
              <a:ahLst/>
              <a:cxnLst/>
              <a:rect l="l" t="t" r="r" b="b"/>
              <a:pathLst>
                <a:path w="6350" h="170180">
                  <a:moveTo>
                    <a:pt x="5080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6350" h="170180">
                  <a:moveTo>
                    <a:pt x="6350" y="1270"/>
                  </a:moveTo>
                  <a:lnTo>
                    <a:pt x="2539" y="1270"/>
                  </a:lnTo>
                  <a:lnTo>
                    <a:pt x="2539" y="3810"/>
                  </a:lnTo>
                  <a:lnTo>
                    <a:pt x="1269" y="3810"/>
                  </a:lnTo>
                  <a:lnTo>
                    <a:pt x="1269" y="6350"/>
                  </a:lnTo>
                  <a:lnTo>
                    <a:pt x="0" y="6350"/>
                  </a:lnTo>
                  <a:lnTo>
                    <a:pt x="0" y="13970"/>
                  </a:lnTo>
                  <a:lnTo>
                    <a:pt x="6350" y="13970"/>
                  </a:lnTo>
                  <a:lnTo>
                    <a:pt x="6350" y="1270"/>
                  </a:lnTo>
                  <a:close/>
                </a:path>
                <a:path w="6350" h="170180">
                  <a:moveTo>
                    <a:pt x="6350" y="13970"/>
                  </a:moveTo>
                  <a:lnTo>
                    <a:pt x="0" y="1397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3970"/>
                  </a:lnTo>
                  <a:close/>
                </a:path>
                <a:path w="6350" h="170180">
                  <a:moveTo>
                    <a:pt x="6350" y="113030"/>
                  </a:moveTo>
                  <a:lnTo>
                    <a:pt x="0" y="113030"/>
                  </a:lnTo>
                  <a:lnTo>
                    <a:pt x="0" y="162560"/>
                  </a:lnTo>
                  <a:lnTo>
                    <a:pt x="1269" y="162560"/>
                  </a:lnTo>
                  <a:lnTo>
                    <a:pt x="1269" y="163830"/>
                  </a:lnTo>
                  <a:lnTo>
                    <a:pt x="2539" y="163830"/>
                  </a:lnTo>
                  <a:lnTo>
                    <a:pt x="2539" y="166370"/>
                  </a:lnTo>
                  <a:lnTo>
                    <a:pt x="3809" y="166370"/>
                  </a:lnTo>
                  <a:lnTo>
                    <a:pt x="3809" y="167640"/>
                  </a:lnTo>
                  <a:lnTo>
                    <a:pt x="5080" y="167640"/>
                  </a:lnTo>
                  <a:lnTo>
                    <a:pt x="5080" y="170180"/>
                  </a:lnTo>
                  <a:lnTo>
                    <a:pt x="6350" y="170180"/>
                  </a:lnTo>
                  <a:lnTo>
                    <a:pt x="6350" y="113030"/>
                  </a:lnTo>
                  <a:close/>
                </a:path>
              </a:pathLst>
            </a:custGeom>
            <a:solidFill>
              <a:srgbClr val="BBBB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68">
              <a:extLst>
                <a:ext uri="{FF2B5EF4-FFF2-40B4-BE49-F238E27FC236}">
                  <a16:creationId xmlns:a16="http://schemas.microsoft.com/office/drawing/2014/main" id="{BFEF6E3F-4EB7-FA28-DBD6-734BB5A3EEA8}"/>
                </a:ext>
              </a:extLst>
            </p:cNvPr>
            <p:cNvSpPr/>
            <p:nvPr/>
          </p:nvSpPr>
          <p:spPr>
            <a:xfrm>
              <a:off x="2430780" y="2753359"/>
              <a:ext cx="7620" cy="193040"/>
            </a:xfrm>
            <a:custGeom>
              <a:avLst/>
              <a:gdLst/>
              <a:ahLst/>
              <a:cxnLst/>
              <a:rect l="l" t="t" r="r" b="b"/>
              <a:pathLst>
                <a:path w="7619" h="1930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193039">
                  <a:moveTo>
                    <a:pt x="7619" y="7620"/>
                  </a:moveTo>
                  <a:lnTo>
                    <a:pt x="1269" y="7620"/>
                  </a:lnTo>
                  <a:lnTo>
                    <a:pt x="1269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193039">
                  <a:moveTo>
                    <a:pt x="5080" y="3810"/>
                  </a:moveTo>
                  <a:lnTo>
                    <a:pt x="3809" y="3810"/>
                  </a:lnTo>
                  <a:lnTo>
                    <a:pt x="3809" y="6350"/>
                  </a:lnTo>
                  <a:lnTo>
                    <a:pt x="7619" y="6350"/>
                  </a:lnTo>
                  <a:lnTo>
                    <a:pt x="7619" y="5080"/>
                  </a:lnTo>
                  <a:lnTo>
                    <a:pt x="5080" y="5080"/>
                  </a:lnTo>
                  <a:lnTo>
                    <a:pt x="5080" y="3810"/>
                  </a:lnTo>
                  <a:close/>
                </a:path>
                <a:path w="7619" h="193039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5080" y="1270"/>
                  </a:lnTo>
                  <a:lnTo>
                    <a:pt x="5080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193039">
                  <a:moveTo>
                    <a:pt x="7619" y="13970"/>
                  </a:moveTo>
                  <a:lnTo>
                    <a:pt x="0" y="13970"/>
                  </a:lnTo>
                  <a:lnTo>
                    <a:pt x="0" y="26670"/>
                  </a:lnTo>
                  <a:lnTo>
                    <a:pt x="7619" y="26670"/>
                  </a:lnTo>
                  <a:lnTo>
                    <a:pt x="7619" y="13970"/>
                  </a:lnTo>
                  <a:close/>
                </a:path>
                <a:path w="7619" h="193039">
                  <a:moveTo>
                    <a:pt x="7619" y="26670"/>
                  </a:moveTo>
                  <a:lnTo>
                    <a:pt x="0" y="26670"/>
                  </a:lnTo>
                  <a:lnTo>
                    <a:pt x="0" y="125730"/>
                  </a:lnTo>
                  <a:lnTo>
                    <a:pt x="7619" y="125730"/>
                  </a:lnTo>
                  <a:lnTo>
                    <a:pt x="7619" y="26670"/>
                  </a:lnTo>
                  <a:close/>
                </a:path>
                <a:path w="7619" h="193039">
                  <a:moveTo>
                    <a:pt x="7619" y="125730"/>
                  </a:moveTo>
                  <a:lnTo>
                    <a:pt x="0" y="125730"/>
                  </a:lnTo>
                  <a:lnTo>
                    <a:pt x="0" y="184150"/>
                  </a:lnTo>
                  <a:lnTo>
                    <a:pt x="1269" y="184150"/>
                  </a:lnTo>
                  <a:lnTo>
                    <a:pt x="1269" y="185420"/>
                  </a:lnTo>
                  <a:lnTo>
                    <a:pt x="7619" y="185420"/>
                  </a:lnTo>
                  <a:lnTo>
                    <a:pt x="7619" y="125730"/>
                  </a:lnTo>
                  <a:close/>
                </a:path>
                <a:path w="7619" h="193039">
                  <a:moveTo>
                    <a:pt x="7619" y="185420"/>
                  </a:moveTo>
                  <a:lnTo>
                    <a:pt x="2539" y="185420"/>
                  </a:lnTo>
                  <a:lnTo>
                    <a:pt x="2539" y="187960"/>
                  </a:lnTo>
                  <a:lnTo>
                    <a:pt x="3809" y="187960"/>
                  </a:lnTo>
                  <a:lnTo>
                    <a:pt x="3809" y="189230"/>
                  </a:lnTo>
                  <a:lnTo>
                    <a:pt x="5080" y="189230"/>
                  </a:lnTo>
                  <a:lnTo>
                    <a:pt x="5080" y="191770"/>
                  </a:lnTo>
                  <a:lnTo>
                    <a:pt x="6350" y="191770"/>
                  </a:lnTo>
                  <a:lnTo>
                    <a:pt x="6350" y="193040"/>
                  </a:lnTo>
                  <a:lnTo>
                    <a:pt x="7619" y="193040"/>
                  </a:lnTo>
                  <a:lnTo>
                    <a:pt x="7619" y="185420"/>
                  </a:lnTo>
                  <a:close/>
                </a:path>
              </a:pathLst>
            </a:custGeom>
            <a:solidFill>
              <a:srgbClr val="BAB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69">
              <a:extLst>
                <a:ext uri="{FF2B5EF4-FFF2-40B4-BE49-F238E27FC236}">
                  <a16:creationId xmlns:a16="http://schemas.microsoft.com/office/drawing/2014/main" id="{9CBC93DF-5A43-925C-06D2-158D51AEC650}"/>
                </a:ext>
              </a:extLst>
            </p:cNvPr>
            <p:cNvSpPr/>
            <p:nvPr/>
          </p:nvSpPr>
          <p:spPr>
            <a:xfrm>
              <a:off x="2438400" y="2744469"/>
              <a:ext cx="7620" cy="212090"/>
            </a:xfrm>
            <a:custGeom>
              <a:avLst/>
              <a:gdLst/>
              <a:ahLst/>
              <a:cxnLst/>
              <a:rect l="l" t="t" r="r" b="b"/>
              <a:pathLst>
                <a:path w="7619" h="21208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21208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21208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21208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212089">
                  <a:moveTo>
                    <a:pt x="6350" y="0"/>
                  </a:moveTo>
                  <a:lnTo>
                    <a:pt x="5080" y="0"/>
                  </a:lnTo>
                  <a:lnTo>
                    <a:pt x="5080" y="2539"/>
                  </a:lnTo>
                  <a:lnTo>
                    <a:pt x="3810" y="2539"/>
                  </a:lnTo>
                  <a:lnTo>
                    <a:pt x="3810" y="3810"/>
                  </a:lnTo>
                  <a:lnTo>
                    <a:pt x="2539" y="3810"/>
                  </a:lnTo>
                  <a:lnTo>
                    <a:pt x="2539" y="6350"/>
                  </a:lnTo>
                  <a:lnTo>
                    <a:pt x="1269" y="6350"/>
                  </a:lnTo>
                  <a:lnTo>
                    <a:pt x="1269" y="8889"/>
                  </a:lnTo>
                  <a:lnTo>
                    <a:pt x="7619" y="8889"/>
                  </a:lnTo>
                  <a:lnTo>
                    <a:pt x="7619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212089">
                  <a:moveTo>
                    <a:pt x="7619" y="22860"/>
                  </a:moveTo>
                  <a:lnTo>
                    <a:pt x="0" y="2286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22860"/>
                  </a:lnTo>
                  <a:close/>
                </a:path>
                <a:path w="7619" h="212089">
                  <a:moveTo>
                    <a:pt x="7619" y="35560"/>
                  </a:moveTo>
                  <a:lnTo>
                    <a:pt x="0" y="35560"/>
                  </a:lnTo>
                  <a:lnTo>
                    <a:pt x="0" y="134620"/>
                  </a:lnTo>
                  <a:lnTo>
                    <a:pt x="7619" y="134620"/>
                  </a:lnTo>
                  <a:lnTo>
                    <a:pt x="7619" y="35560"/>
                  </a:lnTo>
                  <a:close/>
                </a:path>
                <a:path w="7619" h="212089">
                  <a:moveTo>
                    <a:pt x="7619" y="134620"/>
                  </a:moveTo>
                  <a:lnTo>
                    <a:pt x="0" y="134620"/>
                  </a:lnTo>
                  <a:lnTo>
                    <a:pt x="0" y="194310"/>
                  </a:lnTo>
                  <a:lnTo>
                    <a:pt x="7619" y="194310"/>
                  </a:lnTo>
                  <a:lnTo>
                    <a:pt x="7619" y="134620"/>
                  </a:lnTo>
                  <a:close/>
                </a:path>
                <a:path w="7619" h="212089">
                  <a:moveTo>
                    <a:pt x="7619" y="194310"/>
                  </a:moveTo>
                  <a:lnTo>
                    <a:pt x="0" y="194310"/>
                  </a:lnTo>
                  <a:lnTo>
                    <a:pt x="0" y="204470"/>
                  </a:lnTo>
                  <a:lnTo>
                    <a:pt x="1269" y="204470"/>
                  </a:lnTo>
                  <a:lnTo>
                    <a:pt x="1269" y="205740"/>
                  </a:lnTo>
                  <a:lnTo>
                    <a:pt x="2539" y="205740"/>
                  </a:lnTo>
                  <a:lnTo>
                    <a:pt x="2539" y="207010"/>
                  </a:lnTo>
                  <a:lnTo>
                    <a:pt x="7619" y="207010"/>
                  </a:lnTo>
                  <a:lnTo>
                    <a:pt x="7619" y="194310"/>
                  </a:lnTo>
                  <a:close/>
                </a:path>
                <a:path w="7619" h="212089">
                  <a:moveTo>
                    <a:pt x="7619" y="208280"/>
                  </a:moveTo>
                  <a:lnTo>
                    <a:pt x="3810" y="208280"/>
                  </a:lnTo>
                  <a:lnTo>
                    <a:pt x="3810" y="209550"/>
                  </a:lnTo>
                  <a:lnTo>
                    <a:pt x="5080" y="209550"/>
                  </a:lnTo>
                  <a:lnTo>
                    <a:pt x="5080" y="210820"/>
                  </a:lnTo>
                  <a:lnTo>
                    <a:pt x="6350" y="210820"/>
                  </a:lnTo>
                  <a:lnTo>
                    <a:pt x="6350" y="212090"/>
                  </a:lnTo>
                  <a:lnTo>
                    <a:pt x="7619" y="212090"/>
                  </a:lnTo>
                  <a:lnTo>
                    <a:pt x="7619" y="208280"/>
                  </a:lnTo>
                  <a:close/>
                </a:path>
              </a:pathLst>
            </a:custGeom>
            <a:solidFill>
              <a:srgbClr val="B8B8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0">
              <a:extLst>
                <a:ext uri="{FF2B5EF4-FFF2-40B4-BE49-F238E27FC236}">
                  <a16:creationId xmlns:a16="http://schemas.microsoft.com/office/drawing/2014/main" id="{9723C751-424E-A5D5-450E-9B592C03673F}"/>
                </a:ext>
              </a:extLst>
            </p:cNvPr>
            <p:cNvSpPr/>
            <p:nvPr/>
          </p:nvSpPr>
          <p:spPr>
            <a:xfrm>
              <a:off x="2446020" y="2738119"/>
              <a:ext cx="6350" cy="224790"/>
            </a:xfrm>
            <a:custGeom>
              <a:avLst/>
              <a:gdLst/>
              <a:ahLst/>
              <a:cxnLst/>
              <a:rect l="l" t="t" r="r" b="b"/>
              <a:pathLst>
                <a:path w="6350" h="224789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224789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24789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224789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24789">
                  <a:moveTo>
                    <a:pt x="6350" y="7620"/>
                  </a:moveTo>
                  <a:lnTo>
                    <a:pt x="0" y="762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7620"/>
                  </a:lnTo>
                  <a:close/>
                </a:path>
                <a:path w="6350" h="224789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224789">
                  <a:moveTo>
                    <a:pt x="2540" y="2539"/>
                  </a:moveTo>
                  <a:lnTo>
                    <a:pt x="1269" y="2539"/>
                  </a:lnTo>
                  <a:lnTo>
                    <a:pt x="1269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6350" h="224789">
                  <a:moveTo>
                    <a:pt x="5080" y="0"/>
                  </a:moveTo>
                  <a:lnTo>
                    <a:pt x="3810" y="0"/>
                  </a:lnTo>
                  <a:lnTo>
                    <a:pt x="3810" y="2539"/>
                  </a:lnTo>
                  <a:lnTo>
                    <a:pt x="6350" y="2539"/>
                  </a:lnTo>
                  <a:lnTo>
                    <a:pt x="635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6350" h="224789">
                  <a:moveTo>
                    <a:pt x="6350" y="29210"/>
                  </a:moveTo>
                  <a:lnTo>
                    <a:pt x="0" y="2921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29210"/>
                  </a:lnTo>
                  <a:close/>
                </a:path>
                <a:path w="6350" h="224789">
                  <a:moveTo>
                    <a:pt x="6350" y="41910"/>
                  </a:moveTo>
                  <a:lnTo>
                    <a:pt x="0" y="41910"/>
                  </a:lnTo>
                  <a:lnTo>
                    <a:pt x="0" y="140970"/>
                  </a:lnTo>
                  <a:lnTo>
                    <a:pt x="6350" y="140970"/>
                  </a:lnTo>
                  <a:lnTo>
                    <a:pt x="6350" y="41910"/>
                  </a:lnTo>
                  <a:close/>
                </a:path>
                <a:path w="6350" h="224789">
                  <a:moveTo>
                    <a:pt x="6350" y="140970"/>
                  </a:moveTo>
                  <a:lnTo>
                    <a:pt x="0" y="140970"/>
                  </a:lnTo>
                  <a:lnTo>
                    <a:pt x="0" y="200660"/>
                  </a:lnTo>
                  <a:lnTo>
                    <a:pt x="6350" y="200660"/>
                  </a:lnTo>
                  <a:lnTo>
                    <a:pt x="6350" y="140970"/>
                  </a:lnTo>
                  <a:close/>
                </a:path>
                <a:path w="6350" h="224789">
                  <a:moveTo>
                    <a:pt x="6350" y="200660"/>
                  </a:moveTo>
                  <a:lnTo>
                    <a:pt x="0" y="200660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200660"/>
                  </a:lnTo>
                  <a:close/>
                </a:path>
                <a:path w="6350" h="224789">
                  <a:moveTo>
                    <a:pt x="6350" y="214630"/>
                  </a:moveTo>
                  <a:lnTo>
                    <a:pt x="0" y="214630"/>
                  </a:lnTo>
                  <a:lnTo>
                    <a:pt x="0" y="219710"/>
                  </a:lnTo>
                  <a:lnTo>
                    <a:pt x="1269" y="219710"/>
                  </a:lnTo>
                  <a:lnTo>
                    <a:pt x="1269" y="220980"/>
                  </a:lnTo>
                  <a:lnTo>
                    <a:pt x="2540" y="220980"/>
                  </a:lnTo>
                  <a:lnTo>
                    <a:pt x="2540" y="222250"/>
                  </a:lnTo>
                  <a:lnTo>
                    <a:pt x="3810" y="222250"/>
                  </a:lnTo>
                  <a:lnTo>
                    <a:pt x="3810" y="223520"/>
                  </a:lnTo>
                  <a:lnTo>
                    <a:pt x="5080" y="223520"/>
                  </a:lnTo>
                  <a:lnTo>
                    <a:pt x="5080" y="224790"/>
                  </a:lnTo>
                  <a:lnTo>
                    <a:pt x="6350" y="224790"/>
                  </a:lnTo>
                  <a:lnTo>
                    <a:pt x="6350" y="214630"/>
                  </a:lnTo>
                  <a:close/>
                </a:path>
              </a:pathLst>
            </a:custGeom>
            <a:solidFill>
              <a:srgbClr val="B7B7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1">
              <a:extLst>
                <a:ext uri="{FF2B5EF4-FFF2-40B4-BE49-F238E27FC236}">
                  <a16:creationId xmlns:a16="http://schemas.microsoft.com/office/drawing/2014/main" id="{419AFE72-0B89-9C1C-243A-18FD95657D83}"/>
                </a:ext>
              </a:extLst>
            </p:cNvPr>
            <p:cNvSpPr/>
            <p:nvPr/>
          </p:nvSpPr>
          <p:spPr>
            <a:xfrm>
              <a:off x="2452370" y="2727959"/>
              <a:ext cx="7620" cy="243840"/>
            </a:xfrm>
            <a:custGeom>
              <a:avLst/>
              <a:gdLst/>
              <a:ahLst/>
              <a:cxnLst/>
              <a:rect l="l" t="t" r="r" b="b"/>
              <a:pathLst>
                <a:path w="7619" h="2438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2438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2438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2438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243839">
                  <a:moveTo>
                    <a:pt x="7619" y="17780"/>
                  </a:moveTo>
                  <a:lnTo>
                    <a:pt x="0" y="1778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17780"/>
                  </a:lnTo>
                  <a:close/>
                </a:path>
                <a:path w="7619" h="2438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2438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2438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243839">
                  <a:moveTo>
                    <a:pt x="2540" y="6350"/>
                  </a:moveTo>
                  <a:lnTo>
                    <a:pt x="1269" y="6350"/>
                  </a:lnTo>
                  <a:lnTo>
                    <a:pt x="1269" y="7620"/>
                  </a:lnTo>
                  <a:lnTo>
                    <a:pt x="2540" y="7620"/>
                  </a:lnTo>
                  <a:lnTo>
                    <a:pt x="2540" y="6350"/>
                  </a:lnTo>
                  <a:close/>
                </a:path>
                <a:path w="7619" h="243839">
                  <a:moveTo>
                    <a:pt x="3810" y="3810"/>
                  </a:moveTo>
                  <a:lnTo>
                    <a:pt x="2540" y="3810"/>
                  </a:lnTo>
                  <a:lnTo>
                    <a:pt x="2540" y="6350"/>
                  </a:lnTo>
                  <a:lnTo>
                    <a:pt x="7619" y="6350"/>
                  </a:lnTo>
                  <a:lnTo>
                    <a:pt x="7619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  <a:path w="7619" h="243839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5080" y="1270"/>
                  </a:lnTo>
                  <a:lnTo>
                    <a:pt x="5080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243839">
                  <a:moveTo>
                    <a:pt x="7619" y="39370"/>
                  </a:moveTo>
                  <a:lnTo>
                    <a:pt x="0" y="39370"/>
                  </a:lnTo>
                  <a:lnTo>
                    <a:pt x="0" y="52070"/>
                  </a:lnTo>
                  <a:lnTo>
                    <a:pt x="7619" y="52070"/>
                  </a:lnTo>
                  <a:lnTo>
                    <a:pt x="7619" y="39370"/>
                  </a:lnTo>
                  <a:close/>
                </a:path>
                <a:path w="7619" h="243839">
                  <a:moveTo>
                    <a:pt x="7619" y="52070"/>
                  </a:moveTo>
                  <a:lnTo>
                    <a:pt x="0" y="52070"/>
                  </a:lnTo>
                  <a:lnTo>
                    <a:pt x="0" y="151130"/>
                  </a:lnTo>
                  <a:lnTo>
                    <a:pt x="7619" y="151130"/>
                  </a:lnTo>
                  <a:lnTo>
                    <a:pt x="7619" y="52070"/>
                  </a:lnTo>
                  <a:close/>
                </a:path>
                <a:path w="7619" h="243839">
                  <a:moveTo>
                    <a:pt x="7619" y="151130"/>
                  </a:moveTo>
                  <a:lnTo>
                    <a:pt x="0" y="151130"/>
                  </a:lnTo>
                  <a:lnTo>
                    <a:pt x="0" y="210820"/>
                  </a:lnTo>
                  <a:lnTo>
                    <a:pt x="7619" y="210820"/>
                  </a:lnTo>
                  <a:lnTo>
                    <a:pt x="7619" y="151130"/>
                  </a:lnTo>
                  <a:close/>
                </a:path>
                <a:path w="7619" h="243839">
                  <a:moveTo>
                    <a:pt x="7619" y="210820"/>
                  </a:moveTo>
                  <a:lnTo>
                    <a:pt x="0" y="210820"/>
                  </a:lnTo>
                  <a:lnTo>
                    <a:pt x="0" y="223520"/>
                  </a:lnTo>
                  <a:lnTo>
                    <a:pt x="7619" y="223520"/>
                  </a:lnTo>
                  <a:lnTo>
                    <a:pt x="7619" y="210820"/>
                  </a:lnTo>
                  <a:close/>
                </a:path>
                <a:path w="7619" h="243839">
                  <a:moveTo>
                    <a:pt x="7619" y="224790"/>
                  </a:moveTo>
                  <a:lnTo>
                    <a:pt x="0" y="224790"/>
                  </a:lnTo>
                  <a:lnTo>
                    <a:pt x="0" y="236220"/>
                  </a:lnTo>
                  <a:lnTo>
                    <a:pt x="1269" y="236220"/>
                  </a:lnTo>
                  <a:lnTo>
                    <a:pt x="1269" y="238760"/>
                  </a:lnTo>
                  <a:lnTo>
                    <a:pt x="2540" y="238760"/>
                  </a:lnTo>
                  <a:lnTo>
                    <a:pt x="2540" y="240030"/>
                  </a:lnTo>
                  <a:lnTo>
                    <a:pt x="3810" y="240030"/>
                  </a:lnTo>
                  <a:lnTo>
                    <a:pt x="3810" y="241300"/>
                  </a:lnTo>
                  <a:lnTo>
                    <a:pt x="5080" y="241300"/>
                  </a:lnTo>
                  <a:lnTo>
                    <a:pt x="5080" y="242570"/>
                  </a:lnTo>
                  <a:lnTo>
                    <a:pt x="6350" y="242570"/>
                  </a:lnTo>
                  <a:lnTo>
                    <a:pt x="6350" y="243840"/>
                  </a:lnTo>
                  <a:lnTo>
                    <a:pt x="7619" y="243840"/>
                  </a:lnTo>
                  <a:lnTo>
                    <a:pt x="7619" y="22479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2">
              <a:extLst>
                <a:ext uri="{FF2B5EF4-FFF2-40B4-BE49-F238E27FC236}">
                  <a16:creationId xmlns:a16="http://schemas.microsoft.com/office/drawing/2014/main" id="{9589684A-8A0B-F924-7E76-9E16253BD6F3}"/>
                </a:ext>
              </a:extLst>
            </p:cNvPr>
            <p:cNvSpPr/>
            <p:nvPr/>
          </p:nvSpPr>
          <p:spPr>
            <a:xfrm>
              <a:off x="2459990" y="2721609"/>
              <a:ext cx="7620" cy="257810"/>
            </a:xfrm>
            <a:custGeom>
              <a:avLst/>
              <a:gdLst/>
              <a:ahLst/>
              <a:cxnLst/>
              <a:rect l="l" t="t" r="r" b="b"/>
              <a:pathLst>
                <a:path w="7619" h="257810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257810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257810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257810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257810">
                  <a:moveTo>
                    <a:pt x="7620" y="24130"/>
                  </a:moveTo>
                  <a:lnTo>
                    <a:pt x="0" y="2413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4130"/>
                  </a:lnTo>
                  <a:close/>
                </a:path>
                <a:path w="7619" h="257810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257810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257810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257810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257810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257810">
                  <a:moveTo>
                    <a:pt x="2540" y="3810"/>
                  </a:moveTo>
                  <a:lnTo>
                    <a:pt x="1270" y="3810"/>
                  </a:lnTo>
                  <a:lnTo>
                    <a:pt x="1270" y="6350"/>
                  </a:lnTo>
                  <a:lnTo>
                    <a:pt x="7620" y="6350"/>
                  </a:lnTo>
                  <a:lnTo>
                    <a:pt x="7620" y="5080"/>
                  </a:lnTo>
                  <a:lnTo>
                    <a:pt x="2540" y="5080"/>
                  </a:lnTo>
                  <a:lnTo>
                    <a:pt x="2540" y="3810"/>
                  </a:lnTo>
                  <a:close/>
                </a:path>
                <a:path w="7619" h="257810">
                  <a:moveTo>
                    <a:pt x="7620" y="1270"/>
                  </a:moveTo>
                  <a:lnTo>
                    <a:pt x="3810" y="1270"/>
                  </a:lnTo>
                  <a:lnTo>
                    <a:pt x="3810" y="3810"/>
                  </a:lnTo>
                  <a:lnTo>
                    <a:pt x="7620" y="3810"/>
                  </a:lnTo>
                  <a:lnTo>
                    <a:pt x="7620" y="1270"/>
                  </a:lnTo>
                  <a:close/>
                </a:path>
                <a:path w="7619" h="257810">
                  <a:moveTo>
                    <a:pt x="6350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257810">
                  <a:moveTo>
                    <a:pt x="7620" y="45720"/>
                  </a:moveTo>
                  <a:lnTo>
                    <a:pt x="0" y="45720"/>
                  </a:lnTo>
                  <a:lnTo>
                    <a:pt x="0" y="58420"/>
                  </a:lnTo>
                  <a:lnTo>
                    <a:pt x="7620" y="58420"/>
                  </a:lnTo>
                  <a:lnTo>
                    <a:pt x="7620" y="45720"/>
                  </a:lnTo>
                  <a:close/>
                </a:path>
                <a:path w="7619" h="257810">
                  <a:moveTo>
                    <a:pt x="7620" y="58420"/>
                  </a:moveTo>
                  <a:lnTo>
                    <a:pt x="0" y="58420"/>
                  </a:lnTo>
                  <a:lnTo>
                    <a:pt x="0" y="157480"/>
                  </a:lnTo>
                  <a:lnTo>
                    <a:pt x="7620" y="157480"/>
                  </a:lnTo>
                  <a:lnTo>
                    <a:pt x="7620" y="58420"/>
                  </a:lnTo>
                  <a:close/>
                </a:path>
                <a:path w="7619" h="257810">
                  <a:moveTo>
                    <a:pt x="7620" y="157480"/>
                  </a:moveTo>
                  <a:lnTo>
                    <a:pt x="0" y="157480"/>
                  </a:lnTo>
                  <a:lnTo>
                    <a:pt x="0" y="217170"/>
                  </a:lnTo>
                  <a:lnTo>
                    <a:pt x="7620" y="217170"/>
                  </a:lnTo>
                  <a:lnTo>
                    <a:pt x="7620" y="157480"/>
                  </a:lnTo>
                  <a:close/>
                </a:path>
                <a:path w="7619" h="257810">
                  <a:moveTo>
                    <a:pt x="7620" y="217170"/>
                  </a:moveTo>
                  <a:lnTo>
                    <a:pt x="0" y="217170"/>
                  </a:lnTo>
                  <a:lnTo>
                    <a:pt x="0" y="229870"/>
                  </a:lnTo>
                  <a:lnTo>
                    <a:pt x="7620" y="229870"/>
                  </a:lnTo>
                  <a:lnTo>
                    <a:pt x="7620" y="217170"/>
                  </a:lnTo>
                  <a:close/>
                </a:path>
                <a:path w="7619" h="257810">
                  <a:moveTo>
                    <a:pt x="7620" y="231140"/>
                  </a:moveTo>
                  <a:lnTo>
                    <a:pt x="0" y="231140"/>
                  </a:lnTo>
                  <a:lnTo>
                    <a:pt x="0" y="251460"/>
                  </a:lnTo>
                  <a:lnTo>
                    <a:pt x="1270" y="251460"/>
                  </a:lnTo>
                  <a:lnTo>
                    <a:pt x="1270" y="252730"/>
                  </a:lnTo>
                  <a:lnTo>
                    <a:pt x="2540" y="252730"/>
                  </a:lnTo>
                  <a:lnTo>
                    <a:pt x="2540" y="254000"/>
                  </a:lnTo>
                  <a:lnTo>
                    <a:pt x="3810" y="254000"/>
                  </a:lnTo>
                  <a:lnTo>
                    <a:pt x="3810" y="255270"/>
                  </a:lnTo>
                  <a:lnTo>
                    <a:pt x="5080" y="255270"/>
                  </a:lnTo>
                  <a:lnTo>
                    <a:pt x="5080" y="256540"/>
                  </a:lnTo>
                  <a:lnTo>
                    <a:pt x="6350" y="256540"/>
                  </a:lnTo>
                  <a:lnTo>
                    <a:pt x="6350" y="257810"/>
                  </a:lnTo>
                  <a:lnTo>
                    <a:pt x="7620" y="257810"/>
                  </a:lnTo>
                  <a:lnTo>
                    <a:pt x="7620" y="23114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3">
              <a:extLst>
                <a:ext uri="{FF2B5EF4-FFF2-40B4-BE49-F238E27FC236}">
                  <a16:creationId xmlns:a16="http://schemas.microsoft.com/office/drawing/2014/main" id="{01A74FF9-4E93-6503-766B-3EE3C4A5F0AA}"/>
                </a:ext>
              </a:extLst>
            </p:cNvPr>
            <p:cNvSpPr/>
            <p:nvPr/>
          </p:nvSpPr>
          <p:spPr>
            <a:xfrm>
              <a:off x="2467610" y="2715259"/>
              <a:ext cx="7620" cy="270510"/>
            </a:xfrm>
            <a:custGeom>
              <a:avLst/>
              <a:gdLst/>
              <a:ahLst/>
              <a:cxnLst/>
              <a:rect l="l" t="t" r="r" b="b"/>
              <a:pathLst>
                <a:path w="7619" h="2705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2705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2705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2705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270510">
                  <a:moveTo>
                    <a:pt x="7619" y="30480"/>
                  </a:moveTo>
                  <a:lnTo>
                    <a:pt x="0" y="3048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0480"/>
                  </a:lnTo>
                  <a:close/>
                </a:path>
                <a:path w="7619" h="2705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2705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2705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2705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2705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2705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2705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270510">
                  <a:moveTo>
                    <a:pt x="126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lnTo>
                    <a:pt x="1269" y="5080"/>
                  </a:lnTo>
                  <a:lnTo>
                    <a:pt x="1269" y="3810"/>
                  </a:lnTo>
                  <a:close/>
                </a:path>
                <a:path w="7619" h="270510">
                  <a:moveTo>
                    <a:pt x="7619" y="1270"/>
                  </a:moveTo>
                  <a:lnTo>
                    <a:pt x="2539" y="1270"/>
                  </a:lnTo>
                  <a:lnTo>
                    <a:pt x="2539" y="3810"/>
                  </a:lnTo>
                  <a:lnTo>
                    <a:pt x="7619" y="3810"/>
                  </a:lnTo>
                  <a:lnTo>
                    <a:pt x="7619" y="1270"/>
                  </a:lnTo>
                  <a:close/>
                </a:path>
                <a:path w="7619" h="270510">
                  <a:moveTo>
                    <a:pt x="6350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270510">
                  <a:moveTo>
                    <a:pt x="7619" y="52070"/>
                  </a:moveTo>
                  <a:lnTo>
                    <a:pt x="0" y="52070"/>
                  </a:lnTo>
                  <a:lnTo>
                    <a:pt x="0" y="64770"/>
                  </a:lnTo>
                  <a:lnTo>
                    <a:pt x="7619" y="64770"/>
                  </a:lnTo>
                  <a:lnTo>
                    <a:pt x="7619" y="52070"/>
                  </a:lnTo>
                  <a:close/>
                </a:path>
                <a:path w="7619" h="270510">
                  <a:moveTo>
                    <a:pt x="7619" y="64770"/>
                  </a:moveTo>
                  <a:lnTo>
                    <a:pt x="0" y="64770"/>
                  </a:lnTo>
                  <a:lnTo>
                    <a:pt x="0" y="163830"/>
                  </a:lnTo>
                  <a:lnTo>
                    <a:pt x="7619" y="163830"/>
                  </a:lnTo>
                  <a:lnTo>
                    <a:pt x="7619" y="64770"/>
                  </a:lnTo>
                  <a:close/>
                </a:path>
                <a:path w="7619" h="270510">
                  <a:moveTo>
                    <a:pt x="7619" y="163830"/>
                  </a:moveTo>
                  <a:lnTo>
                    <a:pt x="0" y="163830"/>
                  </a:lnTo>
                  <a:lnTo>
                    <a:pt x="0" y="223520"/>
                  </a:lnTo>
                  <a:lnTo>
                    <a:pt x="7619" y="223520"/>
                  </a:lnTo>
                  <a:lnTo>
                    <a:pt x="7619" y="163830"/>
                  </a:lnTo>
                  <a:close/>
                </a:path>
                <a:path w="7619" h="270510">
                  <a:moveTo>
                    <a:pt x="7619" y="223520"/>
                  </a:moveTo>
                  <a:lnTo>
                    <a:pt x="0" y="223520"/>
                  </a:lnTo>
                  <a:lnTo>
                    <a:pt x="0" y="236220"/>
                  </a:lnTo>
                  <a:lnTo>
                    <a:pt x="7619" y="236220"/>
                  </a:lnTo>
                  <a:lnTo>
                    <a:pt x="7619" y="223520"/>
                  </a:lnTo>
                  <a:close/>
                </a:path>
                <a:path w="7619" h="270510">
                  <a:moveTo>
                    <a:pt x="7619" y="237490"/>
                  </a:moveTo>
                  <a:lnTo>
                    <a:pt x="0" y="237490"/>
                  </a:lnTo>
                  <a:lnTo>
                    <a:pt x="0" y="265430"/>
                  </a:lnTo>
                  <a:lnTo>
                    <a:pt x="1269" y="265430"/>
                  </a:lnTo>
                  <a:lnTo>
                    <a:pt x="1269" y="266700"/>
                  </a:lnTo>
                  <a:lnTo>
                    <a:pt x="3809" y="266700"/>
                  </a:lnTo>
                  <a:lnTo>
                    <a:pt x="3809" y="267970"/>
                  </a:lnTo>
                  <a:lnTo>
                    <a:pt x="5079" y="267970"/>
                  </a:lnTo>
                  <a:lnTo>
                    <a:pt x="5079" y="269240"/>
                  </a:lnTo>
                  <a:lnTo>
                    <a:pt x="6350" y="269240"/>
                  </a:lnTo>
                  <a:lnTo>
                    <a:pt x="6350" y="270510"/>
                  </a:lnTo>
                  <a:lnTo>
                    <a:pt x="7619" y="270510"/>
                  </a:lnTo>
                  <a:lnTo>
                    <a:pt x="7619" y="23749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4">
              <a:extLst>
                <a:ext uri="{FF2B5EF4-FFF2-40B4-BE49-F238E27FC236}">
                  <a16:creationId xmlns:a16="http://schemas.microsoft.com/office/drawing/2014/main" id="{36818EF5-ABC0-8246-1FFF-E95ADD359629}"/>
                </a:ext>
              </a:extLst>
            </p:cNvPr>
            <p:cNvSpPr/>
            <p:nvPr/>
          </p:nvSpPr>
          <p:spPr>
            <a:xfrm>
              <a:off x="2475230" y="2708909"/>
              <a:ext cx="6350" cy="283210"/>
            </a:xfrm>
            <a:custGeom>
              <a:avLst/>
              <a:gdLst/>
              <a:ahLst/>
              <a:cxnLst/>
              <a:rect l="l" t="t" r="r" b="b"/>
              <a:pathLst>
                <a:path w="6350" h="283210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283210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283210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283210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283210">
                  <a:moveTo>
                    <a:pt x="6350" y="36830"/>
                  </a:moveTo>
                  <a:lnTo>
                    <a:pt x="0" y="3683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36830"/>
                  </a:lnTo>
                  <a:close/>
                </a:path>
                <a:path w="6350" h="283210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283210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283210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283210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283210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283210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283210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283210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283210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283210">
                  <a:moveTo>
                    <a:pt x="126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1269" y="5080"/>
                  </a:lnTo>
                  <a:lnTo>
                    <a:pt x="1269" y="3810"/>
                  </a:lnTo>
                  <a:close/>
                </a:path>
                <a:path w="6350" h="283210">
                  <a:moveTo>
                    <a:pt x="6350" y="1270"/>
                  </a:moveTo>
                  <a:lnTo>
                    <a:pt x="2539" y="1270"/>
                  </a:lnTo>
                  <a:lnTo>
                    <a:pt x="2539" y="3810"/>
                  </a:lnTo>
                  <a:lnTo>
                    <a:pt x="6350" y="3810"/>
                  </a:lnTo>
                  <a:lnTo>
                    <a:pt x="6350" y="1270"/>
                  </a:lnTo>
                  <a:close/>
                </a:path>
                <a:path w="6350" h="283210">
                  <a:moveTo>
                    <a:pt x="5080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6350" h="283210">
                  <a:moveTo>
                    <a:pt x="6350" y="58420"/>
                  </a:moveTo>
                  <a:lnTo>
                    <a:pt x="0" y="58420"/>
                  </a:lnTo>
                  <a:lnTo>
                    <a:pt x="0" y="71120"/>
                  </a:lnTo>
                  <a:lnTo>
                    <a:pt x="6350" y="71120"/>
                  </a:lnTo>
                  <a:lnTo>
                    <a:pt x="6350" y="58420"/>
                  </a:lnTo>
                  <a:close/>
                </a:path>
                <a:path w="6350" h="283210">
                  <a:moveTo>
                    <a:pt x="6350" y="71120"/>
                  </a:moveTo>
                  <a:lnTo>
                    <a:pt x="0" y="71120"/>
                  </a:lnTo>
                  <a:lnTo>
                    <a:pt x="0" y="170180"/>
                  </a:lnTo>
                  <a:lnTo>
                    <a:pt x="6350" y="170180"/>
                  </a:lnTo>
                  <a:lnTo>
                    <a:pt x="6350" y="71120"/>
                  </a:lnTo>
                  <a:close/>
                </a:path>
                <a:path w="6350" h="283210">
                  <a:moveTo>
                    <a:pt x="6350" y="170180"/>
                  </a:moveTo>
                  <a:lnTo>
                    <a:pt x="0" y="170180"/>
                  </a:lnTo>
                  <a:lnTo>
                    <a:pt x="0" y="229870"/>
                  </a:lnTo>
                  <a:lnTo>
                    <a:pt x="6350" y="229870"/>
                  </a:lnTo>
                  <a:lnTo>
                    <a:pt x="6350" y="170180"/>
                  </a:lnTo>
                  <a:close/>
                </a:path>
                <a:path w="6350" h="283210">
                  <a:moveTo>
                    <a:pt x="6350" y="229870"/>
                  </a:moveTo>
                  <a:lnTo>
                    <a:pt x="0" y="229870"/>
                  </a:lnTo>
                  <a:lnTo>
                    <a:pt x="0" y="242570"/>
                  </a:lnTo>
                  <a:lnTo>
                    <a:pt x="6350" y="242570"/>
                  </a:lnTo>
                  <a:lnTo>
                    <a:pt x="6350" y="229870"/>
                  </a:lnTo>
                  <a:close/>
                </a:path>
                <a:path w="6350" h="283210">
                  <a:moveTo>
                    <a:pt x="6350" y="243840"/>
                  </a:moveTo>
                  <a:lnTo>
                    <a:pt x="0" y="243840"/>
                  </a:lnTo>
                  <a:lnTo>
                    <a:pt x="0" y="278130"/>
                  </a:lnTo>
                  <a:lnTo>
                    <a:pt x="1269" y="278130"/>
                  </a:lnTo>
                  <a:lnTo>
                    <a:pt x="1269" y="279400"/>
                  </a:lnTo>
                  <a:lnTo>
                    <a:pt x="2539" y="279400"/>
                  </a:lnTo>
                  <a:lnTo>
                    <a:pt x="2539" y="280670"/>
                  </a:lnTo>
                  <a:lnTo>
                    <a:pt x="3809" y="280670"/>
                  </a:lnTo>
                  <a:lnTo>
                    <a:pt x="3809" y="281940"/>
                  </a:lnTo>
                  <a:lnTo>
                    <a:pt x="5080" y="281940"/>
                  </a:lnTo>
                  <a:lnTo>
                    <a:pt x="5080" y="283210"/>
                  </a:lnTo>
                  <a:lnTo>
                    <a:pt x="6350" y="283210"/>
                  </a:lnTo>
                  <a:lnTo>
                    <a:pt x="6350" y="24384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5">
              <a:extLst>
                <a:ext uri="{FF2B5EF4-FFF2-40B4-BE49-F238E27FC236}">
                  <a16:creationId xmlns:a16="http://schemas.microsoft.com/office/drawing/2014/main" id="{D0490604-3041-60E1-6B43-CA007179C37E}"/>
                </a:ext>
              </a:extLst>
            </p:cNvPr>
            <p:cNvSpPr/>
            <p:nvPr/>
          </p:nvSpPr>
          <p:spPr>
            <a:xfrm>
              <a:off x="2481580" y="2702559"/>
              <a:ext cx="7620" cy="295910"/>
            </a:xfrm>
            <a:custGeom>
              <a:avLst/>
              <a:gdLst/>
              <a:ahLst/>
              <a:cxnLst/>
              <a:rect l="l" t="t" r="r" b="b"/>
              <a:pathLst>
                <a:path w="7619" h="2959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2959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2959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2959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295910">
                  <a:moveTo>
                    <a:pt x="7619" y="43180"/>
                  </a:moveTo>
                  <a:lnTo>
                    <a:pt x="0" y="4318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3180"/>
                  </a:lnTo>
                  <a:close/>
                </a:path>
                <a:path w="7619" h="2959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2959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2959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2959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2959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2959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2959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2959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2959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2959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2959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295910">
                  <a:moveTo>
                    <a:pt x="126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lnTo>
                    <a:pt x="1269" y="5080"/>
                  </a:lnTo>
                  <a:lnTo>
                    <a:pt x="1269" y="3810"/>
                  </a:lnTo>
                  <a:close/>
                </a:path>
                <a:path w="7619" h="295910">
                  <a:moveTo>
                    <a:pt x="7619" y="1270"/>
                  </a:moveTo>
                  <a:lnTo>
                    <a:pt x="2539" y="1270"/>
                  </a:lnTo>
                  <a:lnTo>
                    <a:pt x="2539" y="3810"/>
                  </a:lnTo>
                  <a:lnTo>
                    <a:pt x="7619" y="3810"/>
                  </a:lnTo>
                  <a:lnTo>
                    <a:pt x="7619" y="1270"/>
                  </a:lnTo>
                  <a:close/>
                </a:path>
                <a:path w="7619" h="295910">
                  <a:moveTo>
                    <a:pt x="6350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295910">
                  <a:moveTo>
                    <a:pt x="7619" y="64770"/>
                  </a:moveTo>
                  <a:lnTo>
                    <a:pt x="0" y="64770"/>
                  </a:lnTo>
                  <a:lnTo>
                    <a:pt x="0" y="77470"/>
                  </a:lnTo>
                  <a:lnTo>
                    <a:pt x="7619" y="77470"/>
                  </a:lnTo>
                  <a:lnTo>
                    <a:pt x="7619" y="64770"/>
                  </a:lnTo>
                  <a:close/>
                </a:path>
                <a:path w="7619" h="295910">
                  <a:moveTo>
                    <a:pt x="7619" y="77470"/>
                  </a:moveTo>
                  <a:lnTo>
                    <a:pt x="0" y="77470"/>
                  </a:lnTo>
                  <a:lnTo>
                    <a:pt x="0" y="176530"/>
                  </a:lnTo>
                  <a:lnTo>
                    <a:pt x="7619" y="176530"/>
                  </a:lnTo>
                  <a:lnTo>
                    <a:pt x="7619" y="77470"/>
                  </a:lnTo>
                  <a:close/>
                </a:path>
                <a:path w="7619" h="295910">
                  <a:moveTo>
                    <a:pt x="7619" y="176530"/>
                  </a:moveTo>
                  <a:lnTo>
                    <a:pt x="0" y="176530"/>
                  </a:lnTo>
                  <a:lnTo>
                    <a:pt x="0" y="236220"/>
                  </a:lnTo>
                  <a:lnTo>
                    <a:pt x="7619" y="236220"/>
                  </a:lnTo>
                  <a:lnTo>
                    <a:pt x="7619" y="176530"/>
                  </a:lnTo>
                  <a:close/>
                </a:path>
                <a:path w="7619" h="295910">
                  <a:moveTo>
                    <a:pt x="7619" y="236220"/>
                  </a:moveTo>
                  <a:lnTo>
                    <a:pt x="0" y="236220"/>
                  </a:lnTo>
                  <a:lnTo>
                    <a:pt x="0" y="248920"/>
                  </a:lnTo>
                  <a:lnTo>
                    <a:pt x="7619" y="248920"/>
                  </a:lnTo>
                  <a:lnTo>
                    <a:pt x="7619" y="236220"/>
                  </a:lnTo>
                  <a:close/>
                </a:path>
                <a:path w="7619" h="295910">
                  <a:moveTo>
                    <a:pt x="7619" y="250190"/>
                  </a:moveTo>
                  <a:lnTo>
                    <a:pt x="0" y="250190"/>
                  </a:lnTo>
                  <a:lnTo>
                    <a:pt x="0" y="290830"/>
                  </a:lnTo>
                  <a:lnTo>
                    <a:pt x="2539" y="290830"/>
                  </a:lnTo>
                  <a:lnTo>
                    <a:pt x="2539" y="292100"/>
                  </a:lnTo>
                  <a:lnTo>
                    <a:pt x="3809" y="292100"/>
                  </a:lnTo>
                  <a:lnTo>
                    <a:pt x="3809" y="293370"/>
                  </a:lnTo>
                  <a:lnTo>
                    <a:pt x="5080" y="293370"/>
                  </a:lnTo>
                  <a:lnTo>
                    <a:pt x="5080" y="294640"/>
                  </a:lnTo>
                  <a:lnTo>
                    <a:pt x="6350" y="294640"/>
                  </a:lnTo>
                  <a:lnTo>
                    <a:pt x="6350" y="295910"/>
                  </a:lnTo>
                  <a:lnTo>
                    <a:pt x="7619" y="295910"/>
                  </a:lnTo>
                  <a:lnTo>
                    <a:pt x="7619" y="25019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76">
              <a:extLst>
                <a:ext uri="{FF2B5EF4-FFF2-40B4-BE49-F238E27FC236}">
                  <a16:creationId xmlns:a16="http://schemas.microsoft.com/office/drawing/2014/main" id="{249C9433-4E00-BAEB-7731-4395CB24EE6A}"/>
                </a:ext>
              </a:extLst>
            </p:cNvPr>
            <p:cNvSpPr/>
            <p:nvPr/>
          </p:nvSpPr>
          <p:spPr>
            <a:xfrm>
              <a:off x="2489200" y="2696209"/>
              <a:ext cx="7620" cy="307340"/>
            </a:xfrm>
            <a:custGeom>
              <a:avLst/>
              <a:gdLst/>
              <a:ahLst/>
              <a:cxnLst/>
              <a:rect l="l" t="t" r="r" b="b"/>
              <a:pathLst>
                <a:path w="7619" h="30733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30733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30733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30733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307339">
                  <a:moveTo>
                    <a:pt x="7619" y="49530"/>
                  </a:moveTo>
                  <a:lnTo>
                    <a:pt x="0" y="4953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49530"/>
                  </a:lnTo>
                  <a:close/>
                </a:path>
                <a:path w="7619" h="30733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30733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30733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3073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3073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3073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3073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30733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30733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30733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3073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3073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3073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307339">
                  <a:moveTo>
                    <a:pt x="126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lnTo>
                    <a:pt x="1269" y="5080"/>
                  </a:lnTo>
                  <a:lnTo>
                    <a:pt x="1269" y="3810"/>
                  </a:lnTo>
                  <a:close/>
                </a:path>
                <a:path w="7619" h="307339">
                  <a:moveTo>
                    <a:pt x="7619" y="1270"/>
                  </a:moveTo>
                  <a:lnTo>
                    <a:pt x="2539" y="1270"/>
                  </a:lnTo>
                  <a:lnTo>
                    <a:pt x="2539" y="3810"/>
                  </a:lnTo>
                  <a:lnTo>
                    <a:pt x="7619" y="3810"/>
                  </a:lnTo>
                  <a:lnTo>
                    <a:pt x="7619" y="1270"/>
                  </a:lnTo>
                  <a:close/>
                </a:path>
                <a:path w="7619" h="307339">
                  <a:moveTo>
                    <a:pt x="6350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307339">
                  <a:moveTo>
                    <a:pt x="7619" y="71120"/>
                  </a:moveTo>
                  <a:lnTo>
                    <a:pt x="0" y="71120"/>
                  </a:lnTo>
                  <a:lnTo>
                    <a:pt x="0" y="83820"/>
                  </a:lnTo>
                  <a:lnTo>
                    <a:pt x="7619" y="83820"/>
                  </a:lnTo>
                  <a:lnTo>
                    <a:pt x="7619" y="71120"/>
                  </a:lnTo>
                  <a:close/>
                </a:path>
                <a:path w="7619" h="307339">
                  <a:moveTo>
                    <a:pt x="7619" y="83820"/>
                  </a:moveTo>
                  <a:lnTo>
                    <a:pt x="0" y="83820"/>
                  </a:lnTo>
                  <a:lnTo>
                    <a:pt x="0" y="182880"/>
                  </a:lnTo>
                  <a:lnTo>
                    <a:pt x="7619" y="182880"/>
                  </a:lnTo>
                  <a:lnTo>
                    <a:pt x="7619" y="83820"/>
                  </a:lnTo>
                  <a:close/>
                </a:path>
                <a:path w="7619" h="307339">
                  <a:moveTo>
                    <a:pt x="7619" y="182880"/>
                  </a:moveTo>
                  <a:lnTo>
                    <a:pt x="0" y="182880"/>
                  </a:lnTo>
                  <a:lnTo>
                    <a:pt x="0" y="242570"/>
                  </a:lnTo>
                  <a:lnTo>
                    <a:pt x="7619" y="242570"/>
                  </a:lnTo>
                  <a:lnTo>
                    <a:pt x="7619" y="182880"/>
                  </a:lnTo>
                  <a:close/>
                </a:path>
                <a:path w="7619" h="307339">
                  <a:moveTo>
                    <a:pt x="7619" y="242570"/>
                  </a:moveTo>
                  <a:lnTo>
                    <a:pt x="0" y="242570"/>
                  </a:lnTo>
                  <a:lnTo>
                    <a:pt x="0" y="255270"/>
                  </a:lnTo>
                  <a:lnTo>
                    <a:pt x="7619" y="255270"/>
                  </a:lnTo>
                  <a:lnTo>
                    <a:pt x="7619" y="242570"/>
                  </a:lnTo>
                  <a:close/>
                </a:path>
                <a:path w="7619" h="307339">
                  <a:moveTo>
                    <a:pt x="7619" y="256540"/>
                  </a:moveTo>
                  <a:lnTo>
                    <a:pt x="0" y="256540"/>
                  </a:lnTo>
                  <a:lnTo>
                    <a:pt x="0" y="303530"/>
                  </a:lnTo>
                  <a:lnTo>
                    <a:pt x="1269" y="303530"/>
                  </a:lnTo>
                  <a:lnTo>
                    <a:pt x="1269" y="304800"/>
                  </a:lnTo>
                  <a:lnTo>
                    <a:pt x="3810" y="304800"/>
                  </a:lnTo>
                  <a:lnTo>
                    <a:pt x="3810" y="306070"/>
                  </a:lnTo>
                  <a:lnTo>
                    <a:pt x="5080" y="306070"/>
                  </a:lnTo>
                  <a:lnTo>
                    <a:pt x="5080" y="307340"/>
                  </a:lnTo>
                  <a:lnTo>
                    <a:pt x="7619" y="307340"/>
                  </a:lnTo>
                  <a:lnTo>
                    <a:pt x="7619" y="256540"/>
                  </a:lnTo>
                  <a:close/>
                </a:path>
              </a:pathLst>
            </a:custGeom>
            <a:solidFill>
              <a:srgbClr val="AEAE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77">
              <a:extLst>
                <a:ext uri="{FF2B5EF4-FFF2-40B4-BE49-F238E27FC236}">
                  <a16:creationId xmlns:a16="http://schemas.microsoft.com/office/drawing/2014/main" id="{7C74FB27-1879-0B27-213A-9063D4DA86E0}"/>
                </a:ext>
              </a:extLst>
            </p:cNvPr>
            <p:cNvSpPr/>
            <p:nvPr/>
          </p:nvSpPr>
          <p:spPr>
            <a:xfrm>
              <a:off x="2496820" y="2691130"/>
              <a:ext cx="6350" cy="317500"/>
            </a:xfrm>
            <a:custGeom>
              <a:avLst/>
              <a:gdLst/>
              <a:ahLst/>
              <a:cxnLst/>
              <a:rect l="l" t="t" r="r" b="b"/>
              <a:pathLst>
                <a:path w="6350" h="317500">
                  <a:moveTo>
                    <a:pt x="635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3660"/>
                  </a:lnTo>
                  <a:close/>
                </a:path>
                <a:path w="6350" h="317500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317500">
                  <a:moveTo>
                    <a:pt x="635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7310"/>
                  </a:lnTo>
                  <a:close/>
                </a:path>
                <a:path w="6350" h="317500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317500">
                  <a:moveTo>
                    <a:pt x="6350" y="54610"/>
                  </a:moveTo>
                  <a:lnTo>
                    <a:pt x="0" y="54610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54610"/>
                  </a:lnTo>
                  <a:close/>
                </a:path>
                <a:path w="6350" h="317500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317500">
                  <a:moveTo>
                    <a:pt x="635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8260"/>
                  </a:lnTo>
                  <a:close/>
                </a:path>
                <a:path w="6350" h="317500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317500">
                  <a:moveTo>
                    <a:pt x="635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1910"/>
                  </a:lnTo>
                  <a:close/>
                </a:path>
                <a:path w="6350" h="317500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317500">
                  <a:moveTo>
                    <a:pt x="635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5560"/>
                  </a:lnTo>
                  <a:close/>
                </a:path>
                <a:path w="6350" h="317500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317500">
                  <a:moveTo>
                    <a:pt x="635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9210"/>
                  </a:lnTo>
                  <a:close/>
                </a:path>
                <a:path w="6350" h="317500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317500">
                  <a:moveTo>
                    <a:pt x="635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2860"/>
                  </a:lnTo>
                  <a:close/>
                </a:path>
                <a:path w="6350" h="317500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317500">
                  <a:moveTo>
                    <a:pt x="635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6510"/>
                  </a:lnTo>
                  <a:close/>
                </a:path>
                <a:path w="6350" h="317500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317500">
                  <a:moveTo>
                    <a:pt x="635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10160"/>
                  </a:lnTo>
                  <a:close/>
                </a:path>
                <a:path w="6350" h="317500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317500">
                  <a:moveTo>
                    <a:pt x="2540" y="2539"/>
                  </a:moveTo>
                  <a:lnTo>
                    <a:pt x="1269" y="2539"/>
                  </a:lnTo>
                  <a:lnTo>
                    <a:pt x="1269" y="5079"/>
                  </a:lnTo>
                  <a:lnTo>
                    <a:pt x="6350" y="5079"/>
                  </a:lnTo>
                  <a:lnTo>
                    <a:pt x="635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6350" h="317500">
                  <a:moveTo>
                    <a:pt x="6350" y="0"/>
                  </a:moveTo>
                  <a:lnTo>
                    <a:pt x="3810" y="0"/>
                  </a:lnTo>
                  <a:lnTo>
                    <a:pt x="381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317500">
                  <a:moveTo>
                    <a:pt x="6350" y="76200"/>
                  </a:moveTo>
                  <a:lnTo>
                    <a:pt x="0" y="7620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76200"/>
                  </a:lnTo>
                  <a:close/>
                </a:path>
                <a:path w="6350" h="317500">
                  <a:moveTo>
                    <a:pt x="6350" y="88900"/>
                  </a:moveTo>
                  <a:lnTo>
                    <a:pt x="0" y="88900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88900"/>
                  </a:lnTo>
                  <a:close/>
                </a:path>
                <a:path w="6350" h="317500">
                  <a:moveTo>
                    <a:pt x="6350" y="187960"/>
                  </a:moveTo>
                  <a:lnTo>
                    <a:pt x="0" y="187960"/>
                  </a:lnTo>
                  <a:lnTo>
                    <a:pt x="0" y="247650"/>
                  </a:lnTo>
                  <a:lnTo>
                    <a:pt x="6350" y="247650"/>
                  </a:lnTo>
                  <a:lnTo>
                    <a:pt x="6350" y="187960"/>
                  </a:lnTo>
                  <a:close/>
                </a:path>
                <a:path w="6350" h="317500">
                  <a:moveTo>
                    <a:pt x="6350" y="247650"/>
                  </a:moveTo>
                  <a:lnTo>
                    <a:pt x="0" y="247650"/>
                  </a:lnTo>
                  <a:lnTo>
                    <a:pt x="0" y="260350"/>
                  </a:lnTo>
                  <a:lnTo>
                    <a:pt x="6350" y="260350"/>
                  </a:lnTo>
                  <a:lnTo>
                    <a:pt x="6350" y="247650"/>
                  </a:lnTo>
                  <a:close/>
                </a:path>
                <a:path w="6350" h="317500">
                  <a:moveTo>
                    <a:pt x="6350" y="261620"/>
                  </a:moveTo>
                  <a:lnTo>
                    <a:pt x="0" y="261620"/>
                  </a:lnTo>
                  <a:lnTo>
                    <a:pt x="0" y="313690"/>
                  </a:lnTo>
                  <a:lnTo>
                    <a:pt x="1269" y="313690"/>
                  </a:lnTo>
                  <a:lnTo>
                    <a:pt x="1269" y="314960"/>
                  </a:lnTo>
                  <a:lnTo>
                    <a:pt x="2540" y="314960"/>
                  </a:lnTo>
                  <a:lnTo>
                    <a:pt x="2540" y="316230"/>
                  </a:lnTo>
                  <a:lnTo>
                    <a:pt x="5080" y="316230"/>
                  </a:lnTo>
                  <a:lnTo>
                    <a:pt x="5080" y="317500"/>
                  </a:lnTo>
                  <a:lnTo>
                    <a:pt x="6350" y="317500"/>
                  </a:lnTo>
                  <a:lnTo>
                    <a:pt x="6350" y="261620"/>
                  </a:lnTo>
                  <a:close/>
                </a:path>
              </a:pathLst>
            </a:custGeom>
            <a:solidFill>
              <a:srgbClr val="ADAD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78">
              <a:extLst>
                <a:ext uri="{FF2B5EF4-FFF2-40B4-BE49-F238E27FC236}">
                  <a16:creationId xmlns:a16="http://schemas.microsoft.com/office/drawing/2014/main" id="{22AD0780-1D3E-7706-F487-ACEC8F6BBEBA}"/>
                </a:ext>
              </a:extLst>
            </p:cNvPr>
            <p:cNvSpPr/>
            <p:nvPr/>
          </p:nvSpPr>
          <p:spPr>
            <a:xfrm>
              <a:off x="2503170" y="2687319"/>
              <a:ext cx="7620" cy="326390"/>
            </a:xfrm>
            <a:custGeom>
              <a:avLst/>
              <a:gdLst/>
              <a:ahLst/>
              <a:cxnLst/>
              <a:rect l="l" t="t" r="r" b="b"/>
              <a:pathLst>
                <a:path w="7619" h="32638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32638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32638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32638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326389">
                  <a:moveTo>
                    <a:pt x="7619" y="58420"/>
                  </a:moveTo>
                  <a:lnTo>
                    <a:pt x="0" y="5842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58420"/>
                  </a:lnTo>
                  <a:close/>
                </a:path>
                <a:path w="7619" h="32638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32638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32638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32638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32638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32638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32638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32638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32638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32638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32638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32638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32638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32638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32638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32638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326389">
                  <a:moveTo>
                    <a:pt x="1269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lnTo>
                    <a:pt x="1269" y="3810"/>
                  </a:lnTo>
                  <a:lnTo>
                    <a:pt x="1269" y="2539"/>
                  </a:lnTo>
                  <a:close/>
                </a:path>
                <a:path w="7619" h="326389">
                  <a:moveTo>
                    <a:pt x="5080" y="0"/>
                  </a:moveTo>
                  <a:lnTo>
                    <a:pt x="3810" y="0"/>
                  </a:lnTo>
                  <a:lnTo>
                    <a:pt x="3810" y="2539"/>
                  </a:lnTo>
                  <a:lnTo>
                    <a:pt x="7619" y="2539"/>
                  </a:lnTo>
                  <a:lnTo>
                    <a:pt x="7619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7619" h="326389">
                  <a:moveTo>
                    <a:pt x="7619" y="80010"/>
                  </a:moveTo>
                  <a:lnTo>
                    <a:pt x="0" y="8001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80010"/>
                  </a:lnTo>
                  <a:close/>
                </a:path>
                <a:path w="7619" h="326389">
                  <a:moveTo>
                    <a:pt x="7619" y="92710"/>
                  </a:moveTo>
                  <a:lnTo>
                    <a:pt x="0" y="92710"/>
                  </a:lnTo>
                  <a:lnTo>
                    <a:pt x="0" y="191770"/>
                  </a:lnTo>
                  <a:lnTo>
                    <a:pt x="7619" y="191770"/>
                  </a:lnTo>
                  <a:lnTo>
                    <a:pt x="7619" y="92710"/>
                  </a:lnTo>
                  <a:close/>
                </a:path>
                <a:path w="7619" h="326389">
                  <a:moveTo>
                    <a:pt x="7619" y="191770"/>
                  </a:moveTo>
                  <a:lnTo>
                    <a:pt x="0" y="191770"/>
                  </a:lnTo>
                  <a:lnTo>
                    <a:pt x="0" y="251460"/>
                  </a:lnTo>
                  <a:lnTo>
                    <a:pt x="7619" y="251460"/>
                  </a:lnTo>
                  <a:lnTo>
                    <a:pt x="7619" y="191770"/>
                  </a:lnTo>
                  <a:close/>
                </a:path>
                <a:path w="7619" h="326389">
                  <a:moveTo>
                    <a:pt x="7619" y="251460"/>
                  </a:moveTo>
                  <a:lnTo>
                    <a:pt x="0" y="251460"/>
                  </a:lnTo>
                  <a:lnTo>
                    <a:pt x="0" y="264160"/>
                  </a:lnTo>
                  <a:lnTo>
                    <a:pt x="7619" y="264160"/>
                  </a:lnTo>
                  <a:lnTo>
                    <a:pt x="7619" y="251460"/>
                  </a:lnTo>
                  <a:close/>
                </a:path>
                <a:path w="7619" h="326389">
                  <a:moveTo>
                    <a:pt x="7619" y="265430"/>
                  </a:moveTo>
                  <a:lnTo>
                    <a:pt x="0" y="265430"/>
                  </a:lnTo>
                  <a:lnTo>
                    <a:pt x="0" y="322580"/>
                  </a:lnTo>
                  <a:lnTo>
                    <a:pt x="2540" y="322580"/>
                  </a:lnTo>
                  <a:lnTo>
                    <a:pt x="2540" y="323850"/>
                  </a:lnTo>
                  <a:lnTo>
                    <a:pt x="3810" y="323850"/>
                  </a:lnTo>
                  <a:lnTo>
                    <a:pt x="3810" y="325120"/>
                  </a:lnTo>
                  <a:lnTo>
                    <a:pt x="6350" y="325120"/>
                  </a:lnTo>
                  <a:lnTo>
                    <a:pt x="6350" y="326390"/>
                  </a:lnTo>
                  <a:lnTo>
                    <a:pt x="7619" y="326390"/>
                  </a:lnTo>
                  <a:lnTo>
                    <a:pt x="7619" y="265430"/>
                  </a:lnTo>
                  <a:close/>
                </a:path>
              </a:pathLst>
            </a:custGeom>
            <a:solidFill>
              <a:srgbClr val="ACAC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79">
              <a:extLst>
                <a:ext uri="{FF2B5EF4-FFF2-40B4-BE49-F238E27FC236}">
                  <a16:creationId xmlns:a16="http://schemas.microsoft.com/office/drawing/2014/main" id="{116F56BD-B96C-1707-CCEF-98D554D64D53}"/>
                </a:ext>
              </a:extLst>
            </p:cNvPr>
            <p:cNvSpPr/>
            <p:nvPr/>
          </p:nvSpPr>
          <p:spPr>
            <a:xfrm>
              <a:off x="2510790" y="2680969"/>
              <a:ext cx="7620" cy="338455"/>
            </a:xfrm>
            <a:custGeom>
              <a:avLst/>
              <a:gdLst/>
              <a:ahLst/>
              <a:cxnLst/>
              <a:rect l="l" t="t" r="r" b="b"/>
              <a:pathLst>
                <a:path w="7619" h="338455">
                  <a:moveTo>
                    <a:pt x="762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3820"/>
                  </a:lnTo>
                  <a:close/>
                </a:path>
                <a:path w="7619" h="338455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19" h="338455">
                  <a:moveTo>
                    <a:pt x="762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7470"/>
                  </a:lnTo>
                  <a:close/>
                </a:path>
                <a:path w="7619" h="338455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19" h="338455">
                  <a:moveTo>
                    <a:pt x="7620" y="64770"/>
                  </a:moveTo>
                  <a:lnTo>
                    <a:pt x="0" y="6477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4770"/>
                  </a:lnTo>
                  <a:close/>
                </a:path>
                <a:path w="7619" h="338455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19" h="338455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19" h="338455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19" h="338455">
                  <a:moveTo>
                    <a:pt x="762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2070"/>
                  </a:lnTo>
                  <a:close/>
                </a:path>
                <a:path w="7619" h="338455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19" h="338455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19" h="338455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19" h="338455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19" h="338455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19" h="338455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19" h="338455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19" h="338455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19" h="338455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19" h="338455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19" h="338455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19" h="338455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19" h="338455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19" h="338455">
                  <a:moveTo>
                    <a:pt x="762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20"/>
                  </a:lnTo>
                  <a:close/>
                </a:path>
                <a:path w="7619" h="338455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19" h="338455">
                  <a:moveTo>
                    <a:pt x="2540" y="2539"/>
                  </a:moveTo>
                  <a:lnTo>
                    <a:pt x="1270" y="2539"/>
                  </a:lnTo>
                  <a:lnTo>
                    <a:pt x="127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7619" h="338455">
                  <a:moveTo>
                    <a:pt x="6350" y="0"/>
                  </a:moveTo>
                  <a:lnTo>
                    <a:pt x="5080" y="0"/>
                  </a:lnTo>
                  <a:lnTo>
                    <a:pt x="5080" y="2539"/>
                  </a:lnTo>
                  <a:lnTo>
                    <a:pt x="7620" y="2539"/>
                  </a:lnTo>
                  <a:lnTo>
                    <a:pt x="762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338455">
                  <a:moveTo>
                    <a:pt x="7620" y="86360"/>
                  </a:moveTo>
                  <a:lnTo>
                    <a:pt x="0" y="8636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86360"/>
                  </a:lnTo>
                  <a:close/>
                </a:path>
                <a:path w="7619" h="338455">
                  <a:moveTo>
                    <a:pt x="7620" y="99060"/>
                  </a:moveTo>
                  <a:lnTo>
                    <a:pt x="0" y="99060"/>
                  </a:lnTo>
                  <a:lnTo>
                    <a:pt x="0" y="198120"/>
                  </a:lnTo>
                  <a:lnTo>
                    <a:pt x="7620" y="198120"/>
                  </a:lnTo>
                  <a:lnTo>
                    <a:pt x="7620" y="99060"/>
                  </a:lnTo>
                  <a:close/>
                </a:path>
                <a:path w="7619" h="338455">
                  <a:moveTo>
                    <a:pt x="7620" y="198120"/>
                  </a:moveTo>
                  <a:lnTo>
                    <a:pt x="0" y="198120"/>
                  </a:lnTo>
                  <a:lnTo>
                    <a:pt x="0" y="257810"/>
                  </a:lnTo>
                  <a:lnTo>
                    <a:pt x="7620" y="257810"/>
                  </a:lnTo>
                  <a:lnTo>
                    <a:pt x="7620" y="198120"/>
                  </a:lnTo>
                  <a:close/>
                </a:path>
                <a:path w="7619" h="338455">
                  <a:moveTo>
                    <a:pt x="7620" y="257810"/>
                  </a:moveTo>
                  <a:lnTo>
                    <a:pt x="0" y="257810"/>
                  </a:lnTo>
                  <a:lnTo>
                    <a:pt x="0" y="270510"/>
                  </a:lnTo>
                  <a:lnTo>
                    <a:pt x="7620" y="270510"/>
                  </a:lnTo>
                  <a:lnTo>
                    <a:pt x="7620" y="257810"/>
                  </a:lnTo>
                  <a:close/>
                </a:path>
                <a:path w="7619" h="338455">
                  <a:moveTo>
                    <a:pt x="7620" y="271780"/>
                  </a:moveTo>
                  <a:lnTo>
                    <a:pt x="0" y="271780"/>
                  </a:lnTo>
                  <a:lnTo>
                    <a:pt x="0" y="334137"/>
                  </a:lnTo>
                  <a:lnTo>
                    <a:pt x="1270" y="334137"/>
                  </a:lnTo>
                  <a:lnTo>
                    <a:pt x="1270" y="335280"/>
                  </a:lnTo>
                  <a:lnTo>
                    <a:pt x="3810" y="335280"/>
                  </a:lnTo>
                  <a:lnTo>
                    <a:pt x="3810" y="336677"/>
                  </a:lnTo>
                  <a:lnTo>
                    <a:pt x="5080" y="336677"/>
                  </a:lnTo>
                  <a:lnTo>
                    <a:pt x="5080" y="337947"/>
                  </a:lnTo>
                  <a:lnTo>
                    <a:pt x="7620" y="337947"/>
                  </a:lnTo>
                  <a:lnTo>
                    <a:pt x="7620" y="271780"/>
                  </a:lnTo>
                  <a:close/>
                </a:path>
              </a:pathLst>
            </a:custGeom>
            <a:solidFill>
              <a:srgbClr val="AAAA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0">
              <a:extLst>
                <a:ext uri="{FF2B5EF4-FFF2-40B4-BE49-F238E27FC236}">
                  <a16:creationId xmlns:a16="http://schemas.microsoft.com/office/drawing/2014/main" id="{E54CCCBA-2BD5-9B39-7FB5-4838BEEBBA91}"/>
                </a:ext>
              </a:extLst>
            </p:cNvPr>
            <p:cNvSpPr/>
            <p:nvPr/>
          </p:nvSpPr>
          <p:spPr>
            <a:xfrm>
              <a:off x="2518410" y="2677159"/>
              <a:ext cx="6350" cy="345440"/>
            </a:xfrm>
            <a:custGeom>
              <a:avLst/>
              <a:gdLst/>
              <a:ahLst/>
              <a:cxnLst/>
              <a:rect l="l" t="t" r="r" b="b"/>
              <a:pathLst>
                <a:path w="6350" h="345439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345439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345439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345439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345439">
                  <a:moveTo>
                    <a:pt x="6350" y="68580"/>
                  </a:moveTo>
                  <a:lnTo>
                    <a:pt x="0" y="6858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68580"/>
                  </a:lnTo>
                  <a:close/>
                </a:path>
                <a:path w="6350" h="345439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345439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345439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345439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345439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345439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345439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345439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345439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345439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345439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345439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345439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345439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345439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345439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345439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345439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345439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345439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345439">
                  <a:moveTo>
                    <a:pt x="6350" y="1270"/>
                  </a:moveTo>
                  <a:lnTo>
                    <a:pt x="1269" y="1270"/>
                  </a:lnTo>
                  <a:lnTo>
                    <a:pt x="1269" y="3810"/>
                  </a:lnTo>
                  <a:lnTo>
                    <a:pt x="6350" y="3810"/>
                  </a:lnTo>
                  <a:lnTo>
                    <a:pt x="6350" y="1270"/>
                  </a:lnTo>
                  <a:close/>
                </a:path>
                <a:path w="6350" h="345439">
                  <a:moveTo>
                    <a:pt x="507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5079" y="1270"/>
                  </a:lnTo>
                  <a:lnTo>
                    <a:pt x="5079" y="0"/>
                  </a:lnTo>
                  <a:close/>
                </a:path>
                <a:path w="6350" h="345439">
                  <a:moveTo>
                    <a:pt x="6350" y="90170"/>
                  </a:moveTo>
                  <a:lnTo>
                    <a:pt x="0" y="90170"/>
                  </a:lnTo>
                  <a:lnTo>
                    <a:pt x="0" y="102870"/>
                  </a:lnTo>
                  <a:lnTo>
                    <a:pt x="6350" y="102870"/>
                  </a:lnTo>
                  <a:lnTo>
                    <a:pt x="6350" y="90170"/>
                  </a:lnTo>
                  <a:close/>
                </a:path>
                <a:path w="6350" h="345439">
                  <a:moveTo>
                    <a:pt x="6350" y="102870"/>
                  </a:moveTo>
                  <a:lnTo>
                    <a:pt x="0" y="102870"/>
                  </a:lnTo>
                  <a:lnTo>
                    <a:pt x="0" y="201930"/>
                  </a:lnTo>
                  <a:lnTo>
                    <a:pt x="6350" y="201930"/>
                  </a:lnTo>
                  <a:lnTo>
                    <a:pt x="6350" y="102870"/>
                  </a:lnTo>
                  <a:close/>
                </a:path>
                <a:path w="6350" h="345439">
                  <a:moveTo>
                    <a:pt x="6350" y="201930"/>
                  </a:moveTo>
                  <a:lnTo>
                    <a:pt x="0" y="201930"/>
                  </a:lnTo>
                  <a:lnTo>
                    <a:pt x="0" y="261620"/>
                  </a:lnTo>
                  <a:lnTo>
                    <a:pt x="6350" y="261620"/>
                  </a:lnTo>
                  <a:lnTo>
                    <a:pt x="6350" y="201930"/>
                  </a:lnTo>
                  <a:close/>
                </a:path>
                <a:path w="6350" h="345439">
                  <a:moveTo>
                    <a:pt x="6350" y="261620"/>
                  </a:moveTo>
                  <a:lnTo>
                    <a:pt x="0" y="261620"/>
                  </a:lnTo>
                  <a:lnTo>
                    <a:pt x="0" y="274320"/>
                  </a:lnTo>
                  <a:lnTo>
                    <a:pt x="6350" y="274320"/>
                  </a:lnTo>
                  <a:lnTo>
                    <a:pt x="6350" y="261620"/>
                  </a:lnTo>
                  <a:close/>
                </a:path>
                <a:path w="6350" h="345439">
                  <a:moveTo>
                    <a:pt x="6350" y="275590"/>
                  </a:moveTo>
                  <a:lnTo>
                    <a:pt x="0" y="275590"/>
                  </a:lnTo>
                  <a:lnTo>
                    <a:pt x="0" y="342900"/>
                  </a:lnTo>
                  <a:lnTo>
                    <a:pt x="1269" y="342900"/>
                  </a:lnTo>
                  <a:lnTo>
                    <a:pt x="1269" y="344297"/>
                  </a:lnTo>
                  <a:lnTo>
                    <a:pt x="3809" y="344297"/>
                  </a:lnTo>
                  <a:lnTo>
                    <a:pt x="3809" y="345440"/>
                  </a:lnTo>
                  <a:lnTo>
                    <a:pt x="6350" y="345440"/>
                  </a:lnTo>
                  <a:lnTo>
                    <a:pt x="6350" y="27559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1">
              <a:extLst>
                <a:ext uri="{FF2B5EF4-FFF2-40B4-BE49-F238E27FC236}">
                  <a16:creationId xmlns:a16="http://schemas.microsoft.com/office/drawing/2014/main" id="{6577A5BD-D1B7-D510-566B-55B895AC34E6}"/>
                </a:ext>
              </a:extLst>
            </p:cNvPr>
            <p:cNvSpPr/>
            <p:nvPr/>
          </p:nvSpPr>
          <p:spPr>
            <a:xfrm>
              <a:off x="2524760" y="2672080"/>
              <a:ext cx="7620" cy="355600"/>
            </a:xfrm>
            <a:custGeom>
              <a:avLst/>
              <a:gdLst/>
              <a:ahLst/>
              <a:cxnLst/>
              <a:rect l="l" t="t" r="r" b="b"/>
              <a:pathLst>
                <a:path w="7619" h="355600">
                  <a:moveTo>
                    <a:pt x="7619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7619" y="93979"/>
                  </a:lnTo>
                  <a:lnTo>
                    <a:pt x="7619" y="92710"/>
                  </a:lnTo>
                  <a:close/>
                </a:path>
                <a:path w="7619" h="355600">
                  <a:moveTo>
                    <a:pt x="7619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88900"/>
                  </a:lnTo>
                  <a:close/>
                </a:path>
                <a:path w="7619" h="355600">
                  <a:moveTo>
                    <a:pt x="761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7619" y="87629"/>
                  </a:lnTo>
                  <a:lnTo>
                    <a:pt x="7619" y="86360"/>
                  </a:lnTo>
                  <a:close/>
                </a:path>
                <a:path w="7619" h="355600">
                  <a:moveTo>
                    <a:pt x="761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2550"/>
                  </a:lnTo>
                  <a:close/>
                </a:path>
                <a:path w="7619" h="355600">
                  <a:moveTo>
                    <a:pt x="7619" y="73660"/>
                  </a:moveTo>
                  <a:lnTo>
                    <a:pt x="0" y="73660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73660"/>
                  </a:lnTo>
                  <a:close/>
                </a:path>
                <a:path w="7619" h="355600">
                  <a:moveTo>
                    <a:pt x="761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9850"/>
                  </a:lnTo>
                  <a:close/>
                </a:path>
                <a:path w="7619" h="355600">
                  <a:moveTo>
                    <a:pt x="761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7619" y="68579"/>
                  </a:lnTo>
                  <a:lnTo>
                    <a:pt x="7619" y="67310"/>
                  </a:lnTo>
                  <a:close/>
                </a:path>
                <a:path w="7619" h="355600">
                  <a:moveTo>
                    <a:pt x="761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3500"/>
                  </a:lnTo>
                  <a:close/>
                </a:path>
                <a:path w="7619" h="355600">
                  <a:moveTo>
                    <a:pt x="761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7619" y="62229"/>
                  </a:lnTo>
                  <a:lnTo>
                    <a:pt x="7619" y="60960"/>
                  </a:lnTo>
                  <a:close/>
                </a:path>
                <a:path w="7619" h="355600">
                  <a:moveTo>
                    <a:pt x="761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7150"/>
                  </a:lnTo>
                  <a:close/>
                </a:path>
                <a:path w="7619" h="355600">
                  <a:moveTo>
                    <a:pt x="761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54610"/>
                  </a:lnTo>
                  <a:close/>
                </a:path>
                <a:path w="7619" h="355600">
                  <a:moveTo>
                    <a:pt x="761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0800"/>
                  </a:lnTo>
                  <a:close/>
                </a:path>
                <a:path w="7619" h="355600">
                  <a:moveTo>
                    <a:pt x="761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7619" y="49529"/>
                  </a:lnTo>
                  <a:lnTo>
                    <a:pt x="7619" y="48260"/>
                  </a:lnTo>
                  <a:close/>
                </a:path>
                <a:path w="7619" h="355600">
                  <a:moveTo>
                    <a:pt x="761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4450"/>
                  </a:lnTo>
                  <a:close/>
                </a:path>
                <a:path w="7619" h="355600">
                  <a:moveTo>
                    <a:pt x="761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7619" y="43179"/>
                  </a:lnTo>
                  <a:lnTo>
                    <a:pt x="7619" y="41910"/>
                  </a:lnTo>
                  <a:close/>
                </a:path>
                <a:path w="7619" h="355600">
                  <a:moveTo>
                    <a:pt x="761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8100"/>
                  </a:lnTo>
                  <a:close/>
                </a:path>
                <a:path w="7619" h="355600">
                  <a:moveTo>
                    <a:pt x="761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7619" y="36829"/>
                  </a:lnTo>
                  <a:lnTo>
                    <a:pt x="7619" y="35560"/>
                  </a:lnTo>
                  <a:close/>
                </a:path>
                <a:path w="7619" h="355600">
                  <a:moveTo>
                    <a:pt x="761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1750"/>
                  </a:lnTo>
                  <a:close/>
                </a:path>
                <a:path w="7619" h="355600">
                  <a:moveTo>
                    <a:pt x="761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29210"/>
                  </a:lnTo>
                  <a:close/>
                </a:path>
                <a:path w="7619" h="355600">
                  <a:moveTo>
                    <a:pt x="761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5400"/>
                  </a:lnTo>
                  <a:close/>
                </a:path>
                <a:path w="7619" h="355600">
                  <a:moveTo>
                    <a:pt x="761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2860"/>
                  </a:lnTo>
                  <a:close/>
                </a:path>
                <a:path w="7619" h="355600">
                  <a:moveTo>
                    <a:pt x="761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050"/>
                  </a:lnTo>
                  <a:close/>
                </a:path>
                <a:path w="7619" h="355600">
                  <a:moveTo>
                    <a:pt x="761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6510"/>
                  </a:lnTo>
                  <a:close/>
                </a:path>
                <a:path w="7619" h="355600">
                  <a:moveTo>
                    <a:pt x="761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700"/>
                  </a:lnTo>
                  <a:close/>
                </a:path>
                <a:path w="7619" h="355600">
                  <a:moveTo>
                    <a:pt x="761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10160"/>
                  </a:lnTo>
                  <a:close/>
                </a:path>
                <a:path w="7619" h="355600">
                  <a:moveTo>
                    <a:pt x="761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6350"/>
                  </a:lnTo>
                  <a:close/>
                </a:path>
                <a:path w="7619" h="355600">
                  <a:moveTo>
                    <a:pt x="3809" y="2539"/>
                  </a:moveTo>
                  <a:lnTo>
                    <a:pt x="1269" y="2539"/>
                  </a:lnTo>
                  <a:lnTo>
                    <a:pt x="1269" y="5079"/>
                  </a:lnTo>
                  <a:lnTo>
                    <a:pt x="7619" y="5079"/>
                  </a:lnTo>
                  <a:lnTo>
                    <a:pt x="7619" y="3810"/>
                  </a:lnTo>
                  <a:lnTo>
                    <a:pt x="3809" y="3810"/>
                  </a:lnTo>
                  <a:lnTo>
                    <a:pt x="3809" y="2539"/>
                  </a:lnTo>
                  <a:close/>
                </a:path>
                <a:path w="7619" h="355600">
                  <a:moveTo>
                    <a:pt x="7619" y="0"/>
                  </a:moveTo>
                  <a:lnTo>
                    <a:pt x="5079" y="0"/>
                  </a:lnTo>
                  <a:lnTo>
                    <a:pt x="5079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355600">
                  <a:moveTo>
                    <a:pt x="7619" y="95250"/>
                  </a:moveTo>
                  <a:lnTo>
                    <a:pt x="0" y="9525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95250"/>
                  </a:lnTo>
                  <a:close/>
                </a:path>
                <a:path w="7619" h="355600">
                  <a:moveTo>
                    <a:pt x="7619" y="107950"/>
                  </a:moveTo>
                  <a:lnTo>
                    <a:pt x="0" y="107950"/>
                  </a:lnTo>
                  <a:lnTo>
                    <a:pt x="0" y="207010"/>
                  </a:lnTo>
                  <a:lnTo>
                    <a:pt x="7619" y="207010"/>
                  </a:lnTo>
                  <a:lnTo>
                    <a:pt x="7619" y="107950"/>
                  </a:lnTo>
                  <a:close/>
                </a:path>
                <a:path w="7619" h="355600">
                  <a:moveTo>
                    <a:pt x="7619" y="207010"/>
                  </a:moveTo>
                  <a:lnTo>
                    <a:pt x="0" y="207010"/>
                  </a:lnTo>
                  <a:lnTo>
                    <a:pt x="0" y="266700"/>
                  </a:lnTo>
                  <a:lnTo>
                    <a:pt x="7619" y="266700"/>
                  </a:lnTo>
                  <a:lnTo>
                    <a:pt x="7619" y="207010"/>
                  </a:lnTo>
                  <a:close/>
                </a:path>
                <a:path w="7619" h="355600">
                  <a:moveTo>
                    <a:pt x="7619" y="266700"/>
                  </a:moveTo>
                  <a:lnTo>
                    <a:pt x="0" y="266700"/>
                  </a:lnTo>
                  <a:lnTo>
                    <a:pt x="0" y="279400"/>
                  </a:lnTo>
                  <a:lnTo>
                    <a:pt x="7619" y="279400"/>
                  </a:lnTo>
                  <a:lnTo>
                    <a:pt x="7619" y="266700"/>
                  </a:lnTo>
                  <a:close/>
                </a:path>
                <a:path w="7619" h="355600">
                  <a:moveTo>
                    <a:pt x="7619" y="280670"/>
                  </a:moveTo>
                  <a:lnTo>
                    <a:pt x="0" y="280670"/>
                  </a:lnTo>
                  <a:lnTo>
                    <a:pt x="0" y="351790"/>
                  </a:lnTo>
                  <a:lnTo>
                    <a:pt x="2539" y="351790"/>
                  </a:lnTo>
                  <a:lnTo>
                    <a:pt x="2539" y="353187"/>
                  </a:lnTo>
                  <a:lnTo>
                    <a:pt x="3809" y="353187"/>
                  </a:lnTo>
                  <a:lnTo>
                    <a:pt x="3809" y="354330"/>
                  </a:lnTo>
                  <a:lnTo>
                    <a:pt x="6350" y="354330"/>
                  </a:lnTo>
                  <a:lnTo>
                    <a:pt x="6350" y="355600"/>
                  </a:lnTo>
                  <a:lnTo>
                    <a:pt x="7619" y="355600"/>
                  </a:lnTo>
                  <a:lnTo>
                    <a:pt x="7619" y="28067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2">
              <a:extLst>
                <a:ext uri="{FF2B5EF4-FFF2-40B4-BE49-F238E27FC236}">
                  <a16:creationId xmlns:a16="http://schemas.microsoft.com/office/drawing/2014/main" id="{BA1A7EA3-AA02-583B-CD5B-D9626F50D51D}"/>
                </a:ext>
              </a:extLst>
            </p:cNvPr>
            <p:cNvSpPr/>
            <p:nvPr/>
          </p:nvSpPr>
          <p:spPr>
            <a:xfrm>
              <a:off x="2532380" y="2668269"/>
              <a:ext cx="7620" cy="363855"/>
            </a:xfrm>
            <a:custGeom>
              <a:avLst/>
              <a:gdLst/>
              <a:ahLst/>
              <a:cxnLst/>
              <a:rect l="l" t="t" r="r" b="b"/>
              <a:pathLst>
                <a:path w="7619" h="363855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363855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363855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363855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363855">
                  <a:moveTo>
                    <a:pt x="7619" y="77470"/>
                  </a:moveTo>
                  <a:lnTo>
                    <a:pt x="0" y="7747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77470"/>
                  </a:lnTo>
                  <a:close/>
                </a:path>
                <a:path w="7619" h="363855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363855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363855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363855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363855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363855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363855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363855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363855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363855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363855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363855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363855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363855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363855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363855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363855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363855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363855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363855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363855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363855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363855">
                  <a:moveTo>
                    <a:pt x="2539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lnTo>
                    <a:pt x="2539" y="3810"/>
                  </a:lnTo>
                  <a:lnTo>
                    <a:pt x="2539" y="2539"/>
                  </a:lnTo>
                  <a:close/>
                </a:path>
                <a:path w="7619" h="363855">
                  <a:moveTo>
                    <a:pt x="6350" y="0"/>
                  </a:moveTo>
                  <a:lnTo>
                    <a:pt x="3809" y="0"/>
                  </a:lnTo>
                  <a:lnTo>
                    <a:pt x="3809" y="2539"/>
                  </a:lnTo>
                  <a:lnTo>
                    <a:pt x="7619" y="2539"/>
                  </a:lnTo>
                  <a:lnTo>
                    <a:pt x="7619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363855">
                  <a:moveTo>
                    <a:pt x="7619" y="99060"/>
                  </a:moveTo>
                  <a:lnTo>
                    <a:pt x="0" y="9906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99060"/>
                  </a:lnTo>
                  <a:close/>
                </a:path>
                <a:path w="7619" h="363855">
                  <a:moveTo>
                    <a:pt x="7619" y="111760"/>
                  </a:moveTo>
                  <a:lnTo>
                    <a:pt x="0" y="111760"/>
                  </a:lnTo>
                  <a:lnTo>
                    <a:pt x="0" y="210820"/>
                  </a:lnTo>
                  <a:lnTo>
                    <a:pt x="7619" y="210820"/>
                  </a:lnTo>
                  <a:lnTo>
                    <a:pt x="7619" y="111760"/>
                  </a:lnTo>
                  <a:close/>
                </a:path>
                <a:path w="7619" h="363855">
                  <a:moveTo>
                    <a:pt x="7619" y="210820"/>
                  </a:moveTo>
                  <a:lnTo>
                    <a:pt x="0" y="210820"/>
                  </a:lnTo>
                  <a:lnTo>
                    <a:pt x="0" y="270510"/>
                  </a:lnTo>
                  <a:lnTo>
                    <a:pt x="7619" y="270510"/>
                  </a:lnTo>
                  <a:lnTo>
                    <a:pt x="7619" y="210820"/>
                  </a:lnTo>
                  <a:close/>
                </a:path>
                <a:path w="7619" h="363855">
                  <a:moveTo>
                    <a:pt x="7619" y="270510"/>
                  </a:moveTo>
                  <a:lnTo>
                    <a:pt x="0" y="270510"/>
                  </a:lnTo>
                  <a:lnTo>
                    <a:pt x="0" y="283210"/>
                  </a:lnTo>
                  <a:lnTo>
                    <a:pt x="7619" y="283210"/>
                  </a:lnTo>
                  <a:lnTo>
                    <a:pt x="7619" y="270510"/>
                  </a:lnTo>
                  <a:close/>
                </a:path>
                <a:path w="7619" h="363855">
                  <a:moveTo>
                    <a:pt x="7619" y="284480"/>
                  </a:moveTo>
                  <a:lnTo>
                    <a:pt x="0" y="284480"/>
                  </a:lnTo>
                  <a:lnTo>
                    <a:pt x="0" y="359537"/>
                  </a:lnTo>
                  <a:lnTo>
                    <a:pt x="1269" y="359537"/>
                  </a:lnTo>
                  <a:lnTo>
                    <a:pt x="1269" y="360680"/>
                  </a:lnTo>
                  <a:lnTo>
                    <a:pt x="3809" y="360680"/>
                  </a:lnTo>
                  <a:lnTo>
                    <a:pt x="3809" y="362077"/>
                  </a:lnTo>
                  <a:lnTo>
                    <a:pt x="5080" y="362077"/>
                  </a:lnTo>
                  <a:lnTo>
                    <a:pt x="5080" y="363347"/>
                  </a:lnTo>
                  <a:lnTo>
                    <a:pt x="7619" y="363347"/>
                  </a:lnTo>
                  <a:lnTo>
                    <a:pt x="7619" y="284480"/>
                  </a:lnTo>
                  <a:close/>
                </a:path>
              </a:pathLst>
            </a:custGeom>
            <a:solidFill>
              <a:srgbClr val="A6A6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3">
              <a:extLst>
                <a:ext uri="{FF2B5EF4-FFF2-40B4-BE49-F238E27FC236}">
                  <a16:creationId xmlns:a16="http://schemas.microsoft.com/office/drawing/2014/main" id="{735695BC-D79C-B7D3-241C-DB60C6B5923F}"/>
                </a:ext>
              </a:extLst>
            </p:cNvPr>
            <p:cNvSpPr/>
            <p:nvPr/>
          </p:nvSpPr>
          <p:spPr>
            <a:xfrm>
              <a:off x="2540000" y="2664459"/>
              <a:ext cx="7620" cy="372110"/>
            </a:xfrm>
            <a:custGeom>
              <a:avLst/>
              <a:gdLst/>
              <a:ahLst/>
              <a:cxnLst/>
              <a:rect l="l" t="t" r="r" b="b"/>
              <a:pathLst>
                <a:path w="7619" h="37211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37211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37211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37211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372110">
                  <a:moveTo>
                    <a:pt x="7619" y="81280"/>
                  </a:moveTo>
                  <a:lnTo>
                    <a:pt x="0" y="8128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1280"/>
                  </a:lnTo>
                  <a:close/>
                </a:path>
                <a:path w="7619" h="37211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37211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37211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3721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3721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3721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3721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3721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3721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3721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3721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3721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3721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3721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3721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3721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3721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3721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3721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3721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3721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3721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3721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3721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372110">
                  <a:moveTo>
                    <a:pt x="7619" y="1270"/>
                  </a:moveTo>
                  <a:lnTo>
                    <a:pt x="1269" y="1270"/>
                  </a:lnTo>
                  <a:lnTo>
                    <a:pt x="1269" y="3810"/>
                  </a:lnTo>
                  <a:lnTo>
                    <a:pt x="7619" y="3810"/>
                  </a:lnTo>
                  <a:lnTo>
                    <a:pt x="7619" y="1270"/>
                  </a:lnTo>
                  <a:close/>
                </a:path>
                <a:path w="7619" h="372110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7619" h="372110">
                  <a:moveTo>
                    <a:pt x="7619" y="102870"/>
                  </a:moveTo>
                  <a:lnTo>
                    <a:pt x="0" y="102870"/>
                  </a:lnTo>
                  <a:lnTo>
                    <a:pt x="0" y="115570"/>
                  </a:lnTo>
                  <a:lnTo>
                    <a:pt x="7619" y="115570"/>
                  </a:lnTo>
                  <a:lnTo>
                    <a:pt x="7619" y="102870"/>
                  </a:lnTo>
                  <a:close/>
                </a:path>
                <a:path w="7619" h="372110">
                  <a:moveTo>
                    <a:pt x="7619" y="115570"/>
                  </a:moveTo>
                  <a:lnTo>
                    <a:pt x="0" y="115570"/>
                  </a:lnTo>
                  <a:lnTo>
                    <a:pt x="0" y="214630"/>
                  </a:lnTo>
                  <a:lnTo>
                    <a:pt x="7619" y="214630"/>
                  </a:lnTo>
                  <a:lnTo>
                    <a:pt x="7619" y="115570"/>
                  </a:lnTo>
                  <a:close/>
                </a:path>
                <a:path w="7619" h="372110">
                  <a:moveTo>
                    <a:pt x="7619" y="214630"/>
                  </a:moveTo>
                  <a:lnTo>
                    <a:pt x="0" y="214630"/>
                  </a:lnTo>
                  <a:lnTo>
                    <a:pt x="0" y="274320"/>
                  </a:lnTo>
                  <a:lnTo>
                    <a:pt x="7619" y="274320"/>
                  </a:lnTo>
                  <a:lnTo>
                    <a:pt x="7619" y="214630"/>
                  </a:lnTo>
                  <a:close/>
                </a:path>
                <a:path w="7619" h="372110">
                  <a:moveTo>
                    <a:pt x="7619" y="274320"/>
                  </a:moveTo>
                  <a:lnTo>
                    <a:pt x="0" y="274320"/>
                  </a:lnTo>
                  <a:lnTo>
                    <a:pt x="0" y="287020"/>
                  </a:lnTo>
                  <a:lnTo>
                    <a:pt x="7619" y="287020"/>
                  </a:lnTo>
                  <a:lnTo>
                    <a:pt x="7619" y="274320"/>
                  </a:lnTo>
                  <a:close/>
                </a:path>
                <a:path w="7619" h="372110">
                  <a:moveTo>
                    <a:pt x="7619" y="288290"/>
                  </a:moveTo>
                  <a:lnTo>
                    <a:pt x="0" y="288290"/>
                  </a:lnTo>
                  <a:lnTo>
                    <a:pt x="0" y="368300"/>
                  </a:lnTo>
                  <a:lnTo>
                    <a:pt x="2539" y="368300"/>
                  </a:lnTo>
                  <a:lnTo>
                    <a:pt x="2539" y="369697"/>
                  </a:lnTo>
                  <a:lnTo>
                    <a:pt x="3810" y="369697"/>
                  </a:lnTo>
                  <a:lnTo>
                    <a:pt x="3810" y="370840"/>
                  </a:lnTo>
                  <a:lnTo>
                    <a:pt x="6350" y="370840"/>
                  </a:lnTo>
                  <a:lnTo>
                    <a:pt x="6350" y="372110"/>
                  </a:lnTo>
                  <a:lnTo>
                    <a:pt x="7619" y="372110"/>
                  </a:lnTo>
                  <a:lnTo>
                    <a:pt x="7619" y="288290"/>
                  </a:lnTo>
                  <a:close/>
                </a:path>
              </a:pathLst>
            </a:custGeom>
            <a:solidFill>
              <a:srgbClr val="A4A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4">
              <a:extLst>
                <a:ext uri="{FF2B5EF4-FFF2-40B4-BE49-F238E27FC236}">
                  <a16:creationId xmlns:a16="http://schemas.microsoft.com/office/drawing/2014/main" id="{34388728-BFA1-4333-A266-5B61B3DA18FE}"/>
                </a:ext>
              </a:extLst>
            </p:cNvPr>
            <p:cNvSpPr/>
            <p:nvPr/>
          </p:nvSpPr>
          <p:spPr>
            <a:xfrm>
              <a:off x="2547620" y="2659380"/>
              <a:ext cx="6350" cy="381000"/>
            </a:xfrm>
            <a:custGeom>
              <a:avLst/>
              <a:gdLst/>
              <a:ahLst/>
              <a:cxnLst/>
              <a:rect l="l" t="t" r="r" b="b"/>
              <a:pathLst>
                <a:path w="6350" h="381000">
                  <a:moveTo>
                    <a:pt x="635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6350" y="106679"/>
                  </a:lnTo>
                  <a:lnTo>
                    <a:pt x="6350" y="105410"/>
                  </a:lnTo>
                  <a:close/>
                </a:path>
                <a:path w="6350" h="381000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381000">
                  <a:moveTo>
                    <a:pt x="635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6350" y="100329"/>
                  </a:lnTo>
                  <a:lnTo>
                    <a:pt x="6350" y="99060"/>
                  </a:lnTo>
                  <a:close/>
                </a:path>
                <a:path w="6350" h="381000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381000">
                  <a:moveTo>
                    <a:pt x="6350" y="86360"/>
                  </a:moveTo>
                  <a:lnTo>
                    <a:pt x="0" y="86360"/>
                  </a:lnTo>
                  <a:lnTo>
                    <a:pt x="0" y="93979"/>
                  </a:lnTo>
                  <a:lnTo>
                    <a:pt x="6350" y="93979"/>
                  </a:lnTo>
                  <a:lnTo>
                    <a:pt x="6350" y="86360"/>
                  </a:lnTo>
                  <a:close/>
                </a:path>
                <a:path w="6350" h="381000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381000">
                  <a:moveTo>
                    <a:pt x="635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80010"/>
                  </a:lnTo>
                  <a:close/>
                </a:path>
                <a:path w="6350" h="381000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381000">
                  <a:moveTo>
                    <a:pt x="635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3660"/>
                  </a:lnTo>
                  <a:close/>
                </a:path>
                <a:path w="6350" h="381000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381000">
                  <a:moveTo>
                    <a:pt x="635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7310"/>
                  </a:lnTo>
                  <a:close/>
                </a:path>
                <a:path w="6350" h="381000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381000">
                  <a:moveTo>
                    <a:pt x="635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60960"/>
                  </a:lnTo>
                  <a:close/>
                </a:path>
                <a:path w="6350" h="381000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381000">
                  <a:moveTo>
                    <a:pt x="635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4610"/>
                  </a:lnTo>
                  <a:close/>
                </a:path>
                <a:path w="6350" h="381000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381000">
                  <a:moveTo>
                    <a:pt x="635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8260"/>
                  </a:lnTo>
                  <a:close/>
                </a:path>
                <a:path w="6350" h="381000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381000">
                  <a:moveTo>
                    <a:pt x="635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1910"/>
                  </a:lnTo>
                  <a:close/>
                </a:path>
                <a:path w="6350" h="381000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381000">
                  <a:moveTo>
                    <a:pt x="635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5560"/>
                  </a:lnTo>
                  <a:close/>
                </a:path>
                <a:path w="6350" h="381000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381000">
                  <a:moveTo>
                    <a:pt x="635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9210"/>
                  </a:lnTo>
                  <a:close/>
                </a:path>
                <a:path w="6350" h="381000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381000">
                  <a:moveTo>
                    <a:pt x="635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2860"/>
                  </a:lnTo>
                  <a:close/>
                </a:path>
                <a:path w="6350" h="381000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381000">
                  <a:moveTo>
                    <a:pt x="635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6510"/>
                  </a:lnTo>
                  <a:close/>
                </a:path>
                <a:path w="6350" h="381000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381000">
                  <a:moveTo>
                    <a:pt x="635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10160"/>
                  </a:lnTo>
                  <a:close/>
                </a:path>
                <a:path w="6350" h="381000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381000">
                  <a:moveTo>
                    <a:pt x="2540" y="2539"/>
                  </a:moveTo>
                  <a:lnTo>
                    <a:pt x="0" y="2539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6350" h="381000">
                  <a:moveTo>
                    <a:pt x="6350" y="0"/>
                  </a:moveTo>
                  <a:lnTo>
                    <a:pt x="5080" y="0"/>
                  </a:lnTo>
                  <a:lnTo>
                    <a:pt x="508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381000">
                  <a:moveTo>
                    <a:pt x="6350" y="107950"/>
                  </a:moveTo>
                  <a:lnTo>
                    <a:pt x="0" y="10795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07950"/>
                  </a:lnTo>
                  <a:close/>
                </a:path>
                <a:path w="6350" h="381000">
                  <a:moveTo>
                    <a:pt x="6350" y="120650"/>
                  </a:moveTo>
                  <a:lnTo>
                    <a:pt x="0" y="120650"/>
                  </a:lnTo>
                  <a:lnTo>
                    <a:pt x="0" y="219710"/>
                  </a:lnTo>
                  <a:lnTo>
                    <a:pt x="6350" y="219710"/>
                  </a:lnTo>
                  <a:lnTo>
                    <a:pt x="6350" y="120650"/>
                  </a:lnTo>
                  <a:close/>
                </a:path>
                <a:path w="6350" h="381000">
                  <a:moveTo>
                    <a:pt x="6350" y="219710"/>
                  </a:moveTo>
                  <a:lnTo>
                    <a:pt x="0" y="219710"/>
                  </a:lnTo>
                  <a:lnTo>
                    <a:pt x="0" y="279400"/>
                  </a:lnTo>
                  <a:lnTo>
                    <a:pt x="6350" y="279400"/>
                  </a:lnTo>
                  <a:lnTo>
                    <a:pt x="6350" y="219710"/>
                  </a:lnTo>
                  <a:close/>
                </a:path>
                <a:path w="6350" h="381000">
                  <a:moveTo>
                    <a:pt x="6350" y="279400"/>
                  </a:moveTo>
                  <a:lnTo>
                    <a:pt x="0" y="279400"/>
                  </a:lnTo>
                  <a:lnTo>
                    <a:pt x="0" y="292100"/>
                  </a:lnTo>
                  <a:lnTo>
                    <a:pt x="6350" y="292100"/>
                  </a:lnTo>
                  <a:lnTo>
                    <a:pt x="6350" y="279400"/>
                  </a:lnTo>
                  <a:close/>
                </a:path>
                <a:path w="6350" h="381000">
                  <a:moveTo>
                    <a:pt x="6350" y="293370"/>
                  </a:moveTo>
                  <a:lnTo>
                    <a:pt x="0" y="293370"/>
                  </a:lnTo>
                  <a:lnTo>
                    <a:pt x="0" y="377190"/>
                  </a:lnTo>
                  <a:lnTo>
                    <a:pt x="1269" y="377190"/>
                  </a:lnTo>
                  <a:lnTo>
                    <a:pt x="1269" y="378587"/>
                  </a:lnTo>
                  <a:lnTo>
                    <a:pt x="3810" y="378587"/>
                  </a:lnTo>
                  <a:lnTo>
                    <a:pt x="3810" y="379730"/>
                  </a:lnTo>
                  <a:lnTo>
                    <a:pt x="5080" y="379730"/>
                  </a:lnTo>
                  <a:lnTo>
                    <a:pt x="5080" y="381000"/>
                  </a:lnTo>
                  <a:lnTo>
                    <a:pt x="6350" y="381000"/>
                  </a:lnTo>
                  <a:lnTo>
                    <a:pt x="6350" y="293370"/>
                  </a:lnTo>
                  <a:close/>
                </a:path>
              </a:pathLst>
            </a:custGeom>
            <a:solidFill>
              <a:srgbClr val="A3A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5">
              <a:extLst>
                <a:ext uri="{FF2B5EF4-FFF2-40B4-BE49-F238E27FC236}">
                  <a16:creationId xmlns:a16="http://schemas.microsoft.com/office/drawing/2014/main" id="{F5715EBF-532A-5DFE-3986-11B0941A0D80}"/>
                </a:ext>
              </a:extLst>
            </p:cNvPr>
            <p:cNvSpPr/>
            <p:nvPr/>
          </p:nvSpPr>
          <p:spPr>
            <a:xfrm>
              <a:off x="2553970" y="2655569"/>
              <a:ext cx="7620" cy="387350"/>
            </a:xfrm>
            <a:custGeom>
              <a:avLst/>
              <a:gdLst/>
              <a:ahLst/>
              <a:cxnLst/>
              <a:rect l="l" t="t" r="r" b="b"/>
              <a:pathLst>
                <a:path w="7619" h="387350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38735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387350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38735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387350">
                  <a:moveTo>
                    <a:pt x="7619" y="90170"/>
                  </a:moveTo>
                  <a:lnTo>
                    <a:pt x="0" y="9017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0170"/>
                  </a:lnTo>
                  <a:close/>
                </a:path>
                <a:path w="7619" h="38735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387350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38735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387350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38735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387350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38735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387350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38735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387350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38735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387350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38735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387350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38735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387350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38735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387350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38735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387350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38735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387350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38735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387350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38735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387350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38735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387350">
                  <a:moveTo>
                    <a:pt x="3810" y="2539"/>
                  </a:moveTo>
                  <a:lnTo>
                    <a:pt x="1269" y="2539"/>
                  </a:lnTo>
                  <a:lnTo>
                    <a:pt x="1269" y="3810"/>
                  </a:lnTo>
                  <a:lnTo>
                    <a:pt x="3810" y="3810"/>
                  </a:lnTo>
                  <a:lnTo>
                    <a:pt x="3810" y="2539"/>
                  </a:lnTo>
                  <a:close/>
                </a:path>
                <a:path w="7619" h="387350">
                  <a:moveTo>
                    <a:pt x="7619" y="0"/>
                  </a:moveTo>
                  <a:lnTo>
                    <a:pt x="6350" y="0"/>
                  </a:lnTo>
                  <a:lnTo>
                    <a:pt x="635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387350">
                  <a:moveTo>
                    <a:pt x="7619" y="111760"/>
                  </a:moveTo>
                  <a:lnTo>
                    <a:pt x="0" y="11176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11760"/>
                  </a:lnTo>
                  <a:close/>
                </a:path>
                <a:path w="7619" h="387350">
                  <a:moveTo>
                    <a:pt x="7619" y="124460"/>
                  </a:moveTo>
                  <a:lnTo>
                    <a:pt x="0" y="124460"/>
                  </a:lnTo>
                  <a:lnTo>
                    <a:pt x="0" y="223520"/>
                  </a:lnTo>
                  <a:lnTo>
                    <a:pt x="7619" y="223520"/>
                  </a:lnTo>
                  <a:lnTo>
                    <a:pt x="7619" y="124460"/>
                  </a:lnTo>
                  <a:close/>
                </a:path>
                <a:path w="7619" h="387350">
                  <a:moveTo>
                    <a:pt x="7619" y="223520"/>
                  </a:moveTo>
                  <a:lnTo>
                    <a:pt x="0" y="223520"/>
                  </a:lnTo>
                  <a:lnTo>
                    <a:pt x="0" y="283210"/>
                  </a:lnTo>
                  <a:lnTo>
                    <a:pt x="7619" y="283210"/>
                  </a:lnTo>
                  <a:lnTo>
                    <a:pt x="7619" y="223520"/>
                  </a:lnTo>
                  <a:close/>
                </a:path>
                <a:path w="7619" h="387350">
                  <a:moveTo>
                    <a:pt x="7619" y="283210"/>
                  </a:moveTo>
                  <a:lnTo>
                    <a:pt x="0" y="283210"/>
                  </a:lnTo>
                  <a:lnTo>
                    <a:pt x="0" y="295910"/>
                  </a:lnTo>
                  <a:lnTo>
                    <a:pt x="7619" y="295910"/>
                  </a:lnTo>
                  <a:lnTo>
                    <a:pt x="7619" y="283210"/>
                  </a:lnTo>
                  <a:close/>
                </a:path>
                <a:path w="7619" h="387350">
                  <a:moveTo>
                    <a:pt x="7619" y="297180"/>
                  </a:moveTo>
                  <a:lnTo>
                    <a:pt x="0" y="297180"/>
                  </a:lnTo>
                  <a:lnTo>
                    <a:pt x="0" y="384810"/>
                  </a:lnTo>
                  <a:lnTo>
                    <a:pt x="2540" y="384810"/>
                  </a:lnTo>
                  <a:lnTo>
                    <a:pt x="2540" y="386080"/>
                  </a:lnTo>
                  <a:lnTo>
                    <a:pt x="5080" y="386080"/>
                  </a:lnTo>
                  <a:lnTo>
                    <a:pt x="5080" y="387350"/>
                  </a:lnTo>
                  <a:lnTo>
                    <a:pt x="7619" y="387350"/>
                  </a:lnTo>
                  <a:lnTo>
                    <a:pt x="7619" y="297180"/>
                  </a:lnTo>
                  <a:close/>
                </a:path>
              </a:pathLst>
            </a:custGeom>
            <a:solidFill>
              <a:srgbClr val="A2A2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86">
              <a:extLst>
                <a:ext uri="{FF2B5EF4-FFF2-40B4-BE49-F238E27FC236}">
                  <a16:creationId xmlns:a16="http://schemas.microsoft.com/office/drawing/2014/main" id="{F5A1CBDF-79C0-3B65-3988-2114F9536006}"/>
                </a:ext>
              </a:extLst>
            </p:cNvPr>
            <p:cNvSpPr/>
            <p:nvPr/>
          </p:nvSpPr>
          <p:spPr>
            <a:xfrm>
              <a:off x="2561590" y="2651759"/>
              <a:ext cx="7620" cy="395605"/>
            </a:xfrm>
            <a:custGeom>
              <a:avLst/>
              <a:gdLst/>
              <a:ahLst/>
              <a:cxnLst/>
              <a:rect l="l" t="t" r="r" b="b"/>
              <a:pathLst>
                <a:path w="7619" h="395605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19" h="395605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19" h="395605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19" h="395605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19" h="395605">
                  <a:moveTo>
                    <a:pt x="7620" y="93980"/>
                  </a:moveTo>
                  <a:lnTo>
                    <a:pt x="0" y="9398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3980"/>
                  </a:lnTo>
                  <a:close/>
                </a:path>
                <a:path w="7619" h="395605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19" h="395605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19" h="395605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19" h="395605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19" h="395605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19" h="395605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19" h="395605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19" h="395605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19" h="395605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19" h="395605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19" h="395605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19" h="395605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19" h="395605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19" h="395605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19" h="395605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19" h="395605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395605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395605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395605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395605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19" h="395605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19" h="395605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19" h="395605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395605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395605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395605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395605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395605">
                  <a:moveTo>
                    <a:pt x="127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80"/>
                  </a:lnTo>
                  <a:lnTo>
                    <a:pt x="1270" y="5080"/>
                  </a:lnTo>
                  <a:lnTo>
                    <a:pt x="1270" y="3810"/>
                  </a:lnTo>
                  <a:close/>
                </a:path>
                <a:path w="7619" h="395605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  <a:path w="7619" h="395605">
                  <a:moveTo>
                    <a:pt x="7620" y="115570"/>
                  </a:moveTo>
                  <a:lnTo>
                    <a:pt x="0" y="115570"/>
                  </a:lnTo>
                  <a:lnTo>
                    <a:pt x="0" y="128270"/>
                  </a:lnTo>
                  <a:lnTo>
                    <a:pt x="7620" y="128270"/>
                  </a:lnTo>
                  <a:lnTo>
                    <a:pt x="7620" y="115570"/>
                  </a:lnTo>
                  <a:close/>
                </a:path>
                <a:path w="7619" h="395605">
                  <a:moveTo>
                    <a:pt x="7620" y="128270"/>
                  </a:moveTo>
                  <a:lnTo>
                    <a:pt x="0" y="128270"/>
                  </a:lnTo>
                  <a:lnTo>
                    <a:pt x="0" y="227330"/>
                  </a:lnTo>
                  <a:lnTo>
                    <a:pt x="7620" y="227330"/>
                  </a:lnTo>
                  <a:lnTo>
                    <a:pt x="7620" y="128270"/>
                  </a:lnTo>
                  <a:close/>
                </a:path>
                <a:path w="7619" h="395605">
                  <a:moveTo>
                    <a:pt x="7620" y="227330"/>
                  </a:moveTo>
                  <a:lnTo>
                    <a:pt x="0" y="227330"/>
                  </a:lnTo>
                  <a:lnTo>
                    <a:pt x="0" y="287020"/>
                  </a:lnTo>
                  <a:lnTo>
                    <a:pt x="7620" y="287020"/>
                  </a:lnTo>
                  <a:lnTo>
                    <a:pt x="7620" y="227330"/>
                  </a:lnTo>
                  <a:close/>
                </a:path>
                <a:path w="7619" h="395605">
                  <a:moveTo>
                    <a:pt x="7620" y="287020"/>
                  </a:moveTo>
                  <a:lnTo>
                    <a:pt x="0" y="28702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287020"/>
                  </a:lnTo>
                  <a:close/>
                </a:path>
                <a:path w="7619" h="395605">
                  <a:moveTo>
                    <a:pt x="7620" y="300990"/>
                  </a:moveTo>
                  <a:lnTo>
                    <a:pt x="0" y="300990"/>
                  </a:lnTo>
                  <a:lnTo>
                    <a:pt x="0" y="392557"/>
                  </a:lnTo>
                  <a:lnTo>
                    <a:pt x="2540" y="392557"/>
                  </a:lnTo>
                  <a:lnTo>
                    <a:pt x="2540" y="393827"/>
                  </a:lnTo>
                  <a:lnTo>
                    <a:pt x="5080" y="393827"/>
                  </a:lnTo>
                  <a:lnTo>
                    <a:pt x="5080" y="395097"/>
                  </a:lnTo>
                  <a:lnTo>
                    <a:pt x="7620" y="395097"/>
                  </a:lnTo>
                  <a:lnTo>
                    <a:pt x="7620" y="300990"/>
                  </a:lnTo>
                  <a:close/>
                </a:path>
              </a:pathLst>
            </a:custGeom>
            <a:solidFill>
              <a:srgbClr val="A0A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87">
              <a:extLst>
                <a:ext uri="{FF2B5EF4-FFF2-40B4-BE49-F238E27FC236}">
                  <a16:creationId xmlns:a16="http://schemas.microsoft.com/office/drawing/2014/main" id="{F1F90E6D-B296-09B2-C552-D869BE8C4409}"/>
                </a:ext>
              </a:extLst>
            </p:cNvPr>
            <p:cNvSpPr/>
            <p:nvPr/>
          </p:nvSpPr>
          <p:spPr>
            <a:xfrm>
              <a:off x="2569210" y="2649219"/>
              <a:ext cx="6350" cy="401320"/>
            </a:xfrm>
            <a:custGeom>
              <a:avLst/>
              <a:gdLst/>
              <a:ahLst/>
              <a:cxnLst/>
              <a:rect l="l" t="t" r="r" b="b"/>
              <a:pathLst>
                <a:path w="6350" h="401319">
                  <a:moveTo>
                    <a:pt x="635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5570"/>
                  </a:lnTo>
                  <a:close/>
                </a:path>
                <a:path w="6350" h="401319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401319">
                  <a:moveTo>
                    <a:pt x="635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9220"/>
                  </a:lnTo>
                  <a:close/>
                </a:path>
                <a:path w="6350" h="401319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401319">
                  <a:moveTo>
                    <a:pt x="6350" y="96520"/>
                  </a:moveTo>
                  <a:lnTo>
                    <a:pt x="0" y="9652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96520"/>
                  </a:lnTo>
                  <a:close/>
                </a:path>
                <a:path w="6350" h="401319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401319">
                  <a:moveTo>
                    <a:pt x="635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90170"/>
                  </a:lnTo>
                  <a:close/>
                </a:path>
                <a:path w="6350" h="401319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401319">
                  <a:moveTo>
                    <a:pt x="635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3820"/>
                  </a:lnTo>
                  <a:close/>
                </a:path>
                <a:path w="6350" h="401319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401319">
                  <a:moveTo>
                    <a:pt x="635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7470"/>
                  </a:lnTo>
                  <a:close/>
                </a:path>
                <a:path w="6350" h="401319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401319">
                  <a:moveTo>
                    <a:pt x="635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71120"/>
                  </a:lnTo>
                  <a:close/>
                </a:path>
                <a:path w="6350" h="401319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401319">
                  <a:moveTo>
                    <a:pt x="635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4770"/>
                  </a:lnTo>
                  <a:close/>
                </a:path>
                <a:path w="6350" h="401319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401319">
                  <a:moveTo>
                    <a:pt x="635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8420"/>
                  </a:lnTo>
                  <a:close/>
                </a:path>
                <a:path w="6350" h="401319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401319">
                  <a:moveTo>
                    <a:pt x="635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2070"/>
                  </a:lnTo>
                  <a:close/>
                </a:path>
                <a:path w="6350" h="401319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401319">
                  <a:moveTo>
                    <a:pt x="635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5720"/>
                  </a:lnTo>
                  <a:close/>
                </a:path>
                <a:path w="6350" h="401319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401319">
                  <a:moveTo>
                    <a:pt x="635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9370"/>
                  </a:lnTo>
                  <a:close/>
                </a:path>
                <a:path w="6350" h="401319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401319">
                  <a:moveTo>
                    <a:pt x="635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3020"/>
                  </a:lnTo>
                  <a:close/>
                </a:path>
                <a:path w="6350" h="401319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401319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401319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401319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401319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401319">
                  <a:moveTo>
                    <a:pt x="635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3970"/>
                  </a:lnTo>
                  <a:close/>
                </a:path>
                <a:path w="6350" h="401319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401319">
                  <a:moveTo>
                    <a:pt x="635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20"/>
                  </a:lnTo>
                  <a:close/>
                </a:path>
                <a:path w="6350" h="401319">
                  <a:moveTo>
                    <a:pt x="1269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lnTo>
                    <a:pt x="1269" y="3810"/>
                  </a:lnTo>
                  <a:lnTo>
                    <a:pt x="1269" y="2539"/>
                  </a:lnTo>
                  <a:close/>
                </a:path>
                <a:path w="6350" h="401319">
                  <a:moveTo>
                    <a:pt x="6350" y="0"/>
                  </a:moveTo>
                  <a:lnTo>
                    <a:pt x="5079" y="0"/>
                  </a:lnTo>
                  <a:lnTo>
                    <a:pt x="5079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401319">
                  <a:moveTo>
                    <a:pt x="6350" y="118110"/>
                  </a:moveTo>
                  <a:lnTo>
                    <a:pt x="0" y="11811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18110"/>
                  </a:lnTo>
                  <a:close/>
                </a:path>
                <a:path w="6350" h="401319">
                  <a:moveTo>
                    <a:pt x="6350" y="130810"/>
                  </a:moveTo>
                  <a:lnTo>
                    <a:pt x="0" y="130810"/>
                  </a:lnTo>
                  <a:lnTo>
                    <a:pt x="0" y="229870"/>
                  </a:lnTo>
                  <a:lnTo>
                    <a:pt x="6350" y="229870"/>
                  </a:lnTo>
                  <a:lnTo>
                    <a:pt x="6350" y="130810"/>
                  </a:lnTo>
                  <a:close/>
                </a:path>
                <a:path w="6350" h="401319">
                  <a:moveTo>
                    <a:pt x="6350" y="229870"/>
                  </a:moveTo>
                  <a:lnTo>
                    <a:pt x="0" y="229870"/>
                  </a:lnTo>
                  <a:lnTo>
                    <a:pt x="0" y="289560"/>
                  </a:lnTo>
                  <a:lnTo>
                    <a:pt x="6350" y="289560"/>
                  </a:lnTo>
                  <a:lnTo>
                    <a:pt x="6350" y="229870"/>
                  </a:lnTo>
                  <a:close/>
                </a:path>
                <a:path w="6350" h="401319">
                  <a:moveTo>
                    <a:pt x="6350" y="289560"/>
                  </a:moveTo>
                  <a:lnTo>
                    <a:pt x="0" y="289560"/>
                  </a:lnTo>
                  <a:lnTo>
                    <a:pt x="0" y="302260"/>
                  </a:lnTo>
                  <a:lnTo>
                    <a:pt x="6350" y="302260"/>
                  </a:lnTo>
                  <a:lnTo>
                    <a:pt x="6350" y="289560"/>
                  </a:lnTo>
                  <a:close/>
                </a:path>
                <a:path w="6350" h="401319">
                  <a:moveTo>
                    <a:pt x="6350" y="303530"/>
                  </a:moveTo>
                  <a:lnTo>
                    <a:pt x="0" y="303530"/>
                  </a:lnTo>
                  <a:lnTo>
                    <a:pt x="0" y="398780"/>
                  </a:lnTo>
                  <a:lnTo>
                    <a:pt x="2539" y="398780"/>
                  </a:lnTo>
                  <a:lnTo>
                    <a:pt x="2539" y="400050"/>
                  </a:lnTo>
                  <a:lnTo>
                    <a:pt x="5079" y="400050"/>
                  </a:lnTo>
                  <a:lnTo>
                    <a:pt x="5079" y="401320"/>
                  </a:lnTo>
                  <a:lnTo>
                    <a:pt x="6350" y="401320"/>
                  </a:lnTo>
                  <a:lnTo>
                    <a:pt x="6350" y="303530"/>
                  </a:lnTo>
                  <a:close/>
                </a:path>
              </a:pathLst>
            </a:custGeom>
            <a:solidFill>
              <a:srgbClr val="9F9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88">
              <a:extLst>
                <a:ext uri="{FF2B5EF4-FFF2-40B4-BE49-F238E27FC236}">
                  <a16:creationId xmlns:a16="http://schemas.microsoft.com/office/drawing/2014/main" id="{EF281C12-E688-9E3A-6C8F-4769FA88307A}"/>
                </a:ext>
              </a:extLst>
            </p:cNvPr>
            <p:cNvSpPr/>
            <p:nvPr/>
          </p:nvSpPr>
          <p:spPr>
            <a:xfrm>
              <a:off x="2575560" y="2645409"/>
              <a:ext cx="7620" cy="408940"/>
            </a:xfrm>
            <a:custGeom>
              <a:avLst/>
              <a:gdLst/>
              <a:ahLst/>
              <a:cxnLst/>
              <a:rect l="l" t="t" r="r" b="b"/>
              <a:pathLst>
                <a:path w="7619" h="408939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08939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08939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0893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08939">
                  <a:moveTo>
                    <a:pt x="7619" y="100330"/>
                  </a:moveTo>
                  <a:lnTo>
                    <a:pt x="0" y="10033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0330"/>
                  </a:lnTo>
                  <a:close/>
                </a:path>
                <a:path w="7619" h="40893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0893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0893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0893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0893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0893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0893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0893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0893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0893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0893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0893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0893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0893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0893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0893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0893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0893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0893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089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089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089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089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0893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0893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0893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089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089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089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08939">
                  <a:moveTo>
                    <a:pt x="126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lnTo>
                    <a:pt x="1269" y="5080"/>
                  </a:lnTo>
                  <a:lnTo>
                    <a:pt x="1269" y="3810"/>
                  </a:lnTo>
                  <a:close/>
                </a:path>
                <a:path w="7619" h="408939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09" y="1270"/>
                  </a:lnTo>
                  <a:lnTo>
                    <a:pt x="3809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408939">
                  <a:moveTo>
                    <a:pt x="7619" y="121920"/>
                  </a:moveTo>
                  <a:lnTo>
                    <a:pt x="0" y="121920"/>
                  </a:lnTo>
                  <a:lnTo>
                    <a:pt x="0" y="134620"/>
                  </a:lnTo>
                  <a:lnTo>
                    <a:pt x="7619" y="134620"/>
                  </a:lnTo>
                  <a:lnTo>
                    <a:pt x="7619" y="121920"/>
                  </a:lnTo>
                  <a:close/>
                </a:path>
                <a:path w="7619" h="408939">
                  <a:moveTo>
                    <a:pt x="7619" y="134620"/>
                  </a:moveTo>
                  <a:lnTo>
                    <a:pt x="0" y="134620"/>
                  </a:lnTo>
                  <a:lnTo>
                    <a:pt x="0" y="233680"/>
                  </a:lnTo>
                  <a:lnTo>
                    <a:pt x="7619" y="233680"/>
                  </a:lnTo>
                  <a:lnTo>
                    <a:pt x="7619" y="134620"/>
                  </a:lnTo>
                  <a:close/>
                </a:path>
                <a:path w="7619" h="408939">
                  <a:moveTo>
                    <a:pt x="7619" y="233680"/>
                  </a:moveTo>
                  <a:lnTo>
                    <a:pt x="0" y="233680"/>
                  </a:lnTo>
                  <a:lnTo>
                    <a:pt x="0" y="293370"/>
                  </a:lnTo>
                  <a:lnTo>
                    <a:pt x="7619" y="293370"/>
                  </a:lnTo>
                  <a:lnTo>
                    <a:pt x="7619" y="233680"/>
                  </a:lnTo>
                  <a:close/>
                </a:path>
                <a:path w="7619" h="408939">
                  <a:moveTo>
                    <a:pt x="7619" y="293370"/>
                  </a:moveTo>
                  <a:lnTo>
                    <a:pt x="0" y="293370"/>
                  </a:lnTo>
                  <a:lnTo>
                    <a:pt x="0" y="306070"/>
                  </a:lnTo>
                  <a:lnTo>
                    <a:pt x="7619" y="306070"/>
                  </a:lnTo>
                  <a:lnTo>
                    <a:pt x="7619" y="293370"/>
                  </a:lnTo>
                  <a:close/>
                </a:path>
                <a:path w="7619" h="408939">
                  <a:moveTo>
                    <a:pt x="7619" y="307340"/>
                  </a:moveTo>
                  <a:lnTo>
                    <a:pt x="0" y="307340"/>
                  </a:lnTo>
                  <a:lnTo>
                    <a:pt x="0" y="405257"/>
                  </a:lnTo>
                  <a:lnTo>
                    <a:pt x="1269" y="405257"/>
                  </a:lnTo>
                  <a:lnTo>
                    <a:pt x="1269" y="406527"/>
                  </a:lnTo>
                  <a:lnTo>
                    <a:pt x="3809" y="406527"/>
                  </a:lnTo>
                  <a:lnTo>
                    <a:pt x="3809" y="407797"/>
                  </a:lnTo>
                  <a:lnTo>
                    <a:pt x="6350" y="407797"/>
                  </a:lnTo>
                  <a:lnTo>
                    <a:pt x="6350" y="408940"/>
                  </a:lnTo>
                  <a:lnTo>
                    <a:pt x="7619" y="408940"/>
                  </a:lnTo>
                  <a:lnTo>
                    <a:pt x="7619" y="30734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89">
              <a:extLst>
                <a:ext uri="{FF2B5EF4-FFF2-40B4-BE49-F238E27FC236}">
                  <a16:creationId xmlns:a16="http://schemas.microsoft.com/office/drawing/2014/main" id="{199FAA97-D50B-E827-FBB2-CD942C2946C1}"/>
                </a:ext>
              </a:extLst>
            </p:cNvPr>
            <p:cNvSpPr/>
            <p:nvPr/>
          </p:nvSpPr>
          <p:spPr>
            <a:xfrm>
              <a:off x="2583180" y="2642869"/>
              <a:ext cx="7620" cy="415290"/>
            </a:xfrm>
            <a:custGeom>
              <a:avLst/>
              <a:gdLst/>
              <a:ahLst/>
              <a:cxnLst/>
              <a:rect l="l" t="t" r="r" b="b"/>
              <a:pathLst>
                <a:path w="7619" h="415289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415289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415289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415289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415289">
                  <a:moveTo>
                    <a:pt x="7619" y="102870"/>
                  </a:moveTo>
                  <a:lnTo>
                    <a:pt x="0" y="10287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2870"/>
                  </a:lnTo>
                  <a:close/>
                </a:path>
                <a:path w="7619" h="41528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41528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41528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41528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41528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41528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41528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41528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41528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41528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41528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41528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41528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41528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41528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41528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41528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41528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41528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41528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41528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41528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41528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41528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41528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41528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41528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41528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41528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41528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415289">
                  <a:moveTo>
                    <a:pt x="1269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lnTo>
                    <a:pt x="1269" y="3810"/>
                  </a:lnTo>
                  <a:lnTo>
                    <a:pt x="1269" y="2539"/>
                  </a:lnTo>
                  <a:close/>
                </a:path>
                <a:path w="7619" h="415289">
                  <a:moveTo>
                    <a:pt x="7619" y="0"/>
                  </a:moveTo>
                  <a:lnTo>
                    <a:pt x="5080" y="0"/>
                  </a:lnTo>
                  <a:lnTo>
                    <a:pt x="508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415289">
                  <a:moveTo>
                    <a:pt x="7619" y="124460"/>
                  </a:moveTo>
                  <a:lnTo>
                    <a:pt x="0" y="12446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24460"/>
                  </a:lnTo>
                  <a:close/>
                </a:path>
                <a:path w="7619" h="415289">
                  <a:moveTo>
                    <a:pt x="7619" y="137160"/>
                  </a:moveTo>
                  <a:lnTo>
                    <a:pt x="0" y="137160"/>
                  </a:lnTo>
                  <a:lnTo>
                    <a:pt x="0" y="236220"/>
                  </a:lnTo>
                  <a:lnTo>
                    <a:pt x="7619" y="236220"/>
                  </a:lnTo>
                  <a:lnTo>
                    <a:pt x="7619" y="137160"/>
                  </a:lnTo>
                  <a:close/>
                </a:path>
                <a:path w="7619" h="415289">
                  <a:moveTo>
                    <a:pt x="7619" y="236220"/>
                  </a:moveTo>
                  <a:lnTo>
                    <a:pt x="0" y="236220"/>
                  </a:lnTo>
                  <a:lnTo>
                    <a:pt x="0" y="295910"/>
                  </a:lnTo>
                  <a:lnTo>
                    <a:pt x="7619" y="295910"/>
                  </a:lnTo>
                  <a:lnTo>
                    <a:pt x="7619" y="236220"/>
                  </a:lnTo>
                  <a:close/>
                </a:path>
                <a:path w="7619" h="415289">
                  <a:moveTo>
                    <a:pt x="7619" y="295910"/>
                  </a:moveTo>
                  <a:lnTo>
                    <a:pt x="0" y="295910"/>
                  </a:lnTo>
                  <a:lnTo>
                    <a:pt x="0" y="308610"/>
                  </a:lnTo>
                  <a:lnTo>
                    <a:pt x="7619" y="308610"/>
                  </a:lnTo>
                  <a:lnTo>
                    <a:pt x="7619" y="295910"/>
                  </a:lnTo>
                  <a:close/>
                </a:path>
                <a:path w="7619" h="415289">
                  <a:moveTo>
                    <a:pt x="7619" y="309880"/>
                  </a:moveTo>
                  <a:lnTo>
                    <a:pt x="0" y="309880"/>
                  </a:lnTo>
                  <a:lnTo>
                    <a:pt x="0" y="411480"/>
                  </a:lnTo>
                  <a:lnTo>
                    <a:pt x="1269" y="411480"/>
                  </a:lnTo>
                  <a:lnTo>
                    <a:pt x="1269" y="412877"/>
                  </a:lnTo>
                  <a:lnTo>
                    <a:pt x="3809" y="412877"/>
                  </a:lnTo>
                  <a:lnTo>
                    <a:pt x="3809" y="414147"/>
                  </a:lnTo>
                  <a:lnTo>
                    <a:pt x="5080" y="414147"/>
                  </a:lnTo>
                  <a:lnTo>
                    <a:pt x="5080" y="415290"/>
                  </a:lnTo>
                  <a:lnTo>
                    <a:pt x="7619" y="415290"/>
                  </a:lnTo>
                  <a:lnTo>
                    <a:pt x="7619" y="309880"/>
                  </a:lnTo>
                  <a:close/>
                </a:path>
              </a:pathLst>
            </a:custGeom>
            <a:solidFill>
              <a:srgbClr val="9C9C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0">
              <a:extLst>
                <a:ext uri="{FF2B5EF4-FFF2-40B4-BE49-F238E27FC236}">
                  <a16:creationId xmlns:a16="http://schemas.microsoft.com/office/drawing/2014/main" id="{D078F46A-2664-7844-C70A-E615D59D6953}"/>
                </a:ext>
              </a:extLst>
            </p:cNvPr>
            <p:cNvSpPr/>
            <p:nvPr/>
          </p:nvSpPr>
          <p:spPr>
            <a:xfrm>
              <a:off x="2590800" y="2639059"/>
              <a:ext cx="6350" cy="421640"/>
            </a:xfrm>
            <a:custGeom>
              <a:avLst/>
              <a:gdLst/>
              <a:ahLst/>
              <a:cxnLst/>
              <a:rect l="l" t="t" r="r" b="b"/>
              <a:pathLst>
                <a:path w="6350" h="421639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421639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421639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421639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421639">
                  <a:moveTo>
                    <a:pt x="6350" y="106680"/>
                  </a:moveTo>
                  <a:lnTo>
                    <a:pt x="0" y="10668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06680"/>
                  </a:lnTo>
                  <a:close/>
                </a:path>
                <a:path w="6350" h="421639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421639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421639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421639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421639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421639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421639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421639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421639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421639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421639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421639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421639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421639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421639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421639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421639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421639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421639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421639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421639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421639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421639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421639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421639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421639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421639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421639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421639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421639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421639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421639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421639">
                  <a:moveTo>
                    <a:pt x="6350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2539" y="1270"/>
                  </a:lnTo>
                  <a:lnTo>
                    <a:pt x="2539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  <a:path w="6350" h="421639">
                  <a:moveTo>
                    <a:pt x="6350" y="128270"/>
                  </a:moveTo>
                  <a:lnTo>
                    <a:pt x="0" y="128270"/>
                  </a:lnTo>
                  <a:lnTo>
                    <a:pt x="0" y="140970"/>
                  </a:lnTo>
                  <a:lnTo>
                    <a:pt x="6350" y="140970"/>
                  </a:lnTo>
                  <a:lnTo>
                    <a:pt x="6350" y="128270"/>
                  </a:lnTo>
                  <a:close/>
                </a:path>
                <a:path w="6350" h="421639">
                  <a:moveTo>
                    <a:pt x="6350" y="140970"/>
                  </a:moveTo>
                  <a:lnTo>
                    <a:pt x="0" y="140970"/>
                  </a:lnTo>
                  <a:lnTo>
                    <a:pt x="0" y="240030"/>
                  </a:lnTo>
                  <a:lnTo>
                    <a:pt x="6350" y="240030"/>
                  </a:lnTo>
                  <a:lnTo>
                    <a:pt x="6350" y="140970"/>
                  </a:lnTo>
                  <a:close/>
                </a:path>
                <a:path w="6350" h="421639">
                  <a:moveTo>
                    <a:pt x="6350" y="240030"/>
                  </a:moveTo>
                  <a:lnTo>
                    <a:pt x="0" y="24003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240030"/>
                  </a:lnTo>
                  <a:close/>
                </a:path>
                <a:path w="6350" h="421639">
                  <a:moveTo>
                    <a:pt x="6350" y="299720"/>
                  </a:moveTo>
                  <a:lnTo>
                    <a:pt x="0" y="299720"/>
                  </a:lnTo>
                  <a:lnTo>
                    <a:pt x="0" y="312420"/>
                  </a:lnTo>
                  <a:lnTo>
                    <a:pt x="6350" y="312420"/>
                  </a:lnTo>
                  <a:lnTo>
                    <a:pt x="6350" y="299720"/>
                  </a:lnTo>
                  <a:close/>
                </a:path>
                <a:path w="6350" h="421639">
                  <a:moveTo>
                    <a:pt x="6350" y="313690"/>
                  </a:moveTo>
                  <a:lnTo>
                    <a:pt x="0" y="313690"/>
                  </a:lnTo>
                  <a:lnTo>
                    <a:pt x="0" y="419227"/>
                  </a:lnTo>
                  <a:lnTo>
                    <a:pt x="1269" y="419227"/>
                  </a:lnTo>
                  <a:lnTo>
                    <a:pt x="1269" y="420497"/>
                  </a:lnTo>
                  <a:lnTo>
                    <a:pt x="5080" y="420497"/>
                  </a:lnTo>
                  <a:lnTo>
                    <a:pt x="5080" y="421640"/>
                  </a:lnTo>
                  <a:lnTo>
                    <a:pt x="6350" y="421640"/>
                  </a:lnTo>
                  <a:lnTo>
                    <a:pt x="6350" y="313690"/>
                  </a:lnTo>
                  <a:close/>
                </a:path>
              </a:pathLst>
            </a:custGeom>
            <a:solidFill>
              <a:srgbClr val="9A9A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1">
              <a:extLst>
                <a:ext uri="{FF2B5EF4-FFF2-40B4-BE49-F238E27FC236}">
                  <a16:creationId xmlns:a16="http://schemas.microsoft.com/office/drawing/2014/main" id="{88B6FACB-2DE0-276B-BCDC-BE4C0B1D6415}"/>
                </a:ext>
              </a:extLst>
            </p:cNvPr>
            <p:cNvSpPr/>
            <p:nvPr/>
          </p:nvSpPr>
          <p:spPr>
            <a:xfrm>
              <a:off x="2597150" y="2636519"/>
              <a:ext cx="7620" cy="426720"/>
            </a:xfrm>
            <a:custGeom>
              <a:avLst/>
              <a:gdLst/>
              <a:ahLst/>
              <a:cxnLst/>
              <a:rect l="l" t="t" r="r" b="b"/>
              <a:pathLst>
                <a:path w="7619" h="426719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426719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426719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426719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426719">
                  <a:moveTo>
                    <a:pt x="7619" y="109220"/>
                  </a:moveTo>
                  <a:lnTo>
                    <a:pt x="0" y="10922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09220"/>
                  </a:lnTo>
                  <a:close/>
                </a:path>
                <a:path w="7619" h="426719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426719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42671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42671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42671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42671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42671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42671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42671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42671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42671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42671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42671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42671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42671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42671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42671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42671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42671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42671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42671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42671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42671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42671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42671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42671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42671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42671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42671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42671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42671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42671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426719">
                  <a:moveTo>
                    <a:pt x="2539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lnTo>
                    <a:pt x="2539" y="3810"/>
                  </a:lnTo>
                  <a:lnTo>
                    <a:pt x="2539" y="2539"/>
                  </a:lnTo>
                  <a:close/>
                </a:path>
                <a:path w="7619" h="426719">
                  <a:moveTo>
                    <a:pt x="7619" y="0"/>
                  </a:moveTo>
                  <a:lnTo>
                    <a:pt x="5080" y="0"/>
                  </a:lnTo>
                  <a:lnTo>
                    <a:pt x="508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426719">
                  <a:moveTo>
                    <a:pt x="7619" y="130810"/>
                  </a:moveTo>
                  <a:lnTo>
                    <a:pt x="0" y="13081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30810"/>
                  </a:lnTo>
                  <a:close/>
                </a:path>
                <a:path w="7619" h="426719">
                  <a:moveTo>
                    <a:pt x="7619" y="143510"/>
                  </a:moveTo>
                  <a:lnTo>
                    <a:pt x="0" y="143510"/>
                  </a:lnTo>
                  <a:lnTo>
                    <a:pt x="0" y="242570"/>
                  </a:lnTo>
                  <a:lnTo>
                    <a:pt x="7619" y="242570"/>
                  </a:lnTo>
                  <a:lnTo>
                    <a:pt x="7619" y="143510"/>
                  </a:lnTo>
                  <a:close/>
                </a:path>
                <a:path w="7619" h="426719">
                  <a:moveTo>
                    <a:pt x="7619" y="242570"/>
                  </a:moveTo>
                  <a:lnTo>
                    <a:pt x="0" y="242570"/>
                  </a:lnTo>
                  <a:lnTo>
                    <a:pt x="0" y="302260"/>
                  </a:lnTo>
                  <a:lnTo>
                    <a:pt x="7619" y="302260"/>
                  </a:lnTo>
                  <a:lnTo>
                    <a:pt x="7619" y="242570"/>
                  </a:lnTo>
                  <a:close/>
                </a:path>
                <a:path w="7619" h="426719">
                  <a:moveTo>
                    <a:pt x="7619" y="302260"/>
                  </a:moveTo>
                  <a:lnTo>
                    <a:pt x="0" y="302260"/>
                  </a:lnTo>
                  <a:lnTo>
                    <a:pt x="0" y="314960"/>
                  </a:lnTo>
                  <a:lnTo>
                    <a:pt x="7619" y="314960"/>
                  </a:lnTo>
                  <a:lnTo>
                    <a:pt x="7619" y="302260"/>
                  </a:lnTo>
                  <a:close/>
                </a:path>
                <a:path w="7619" h="426719">
                  <a:moveTo>
                    <a:pt x="7619" y="316230"/>
                  </a:moveTo>
                  <a:lnTo>
                    <a:pt x="0" y="316230"/>
                  </a:lnTo>
                  <a:lnTo>
                    <a:pt x="0" y="424180"/>
                  </a:lnTo>
                  <a:lnTo>
                    <a:pt x="2539" y="424180"/>
                  </a:lnTo>
                  <a:lnTo>
                    <a:pt x="2539" y="425450"/>
                  </a:lnTo>
                  <a:lnTo>
                    <a:pt x="5080" y="425450"/>
                  </a:lnTo>
                  <a:lnTo>
                    <a:pt x="5080" y="426720"/>
                  </a:lnTo>
                  <a:lnTo>
                    <a:pt x="7619" y="426720"/>
                  </a:lnTo>
                  <a:lnTo>
                    <a:pt x="7619" y="3162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2">
              <a:extLst>
                <a:ext uri="{FF2B5EF4-FFF2-40B4-BE49-F238E27FC236}">
                  <a16:creationId xmlns:a16="http://schemas.microsoft.com/office/drawing/2014/main" id="{ABDF3BBD-3365-C517-3CFD-CEB2A269C222}"/>
                </a:ext>
              </a:extLst>
            </p:cNvPr>
            <p:cNvSpPr/>
            <p:nvPr/>
          </p:nvSpPr>
          <p:spPr>
            <a:xfrm>
              <a:off x="2604770" y="2632709"/>
              <a:ext cx="7620" cy="433705"/>
            </a:xfrm>
            <a:custGeom>
              <a:avLst/>
              <a:gdLst/>
              <a:ahLst/>
              <a:cxnLst/>
              <a:rect l="l" t="t" r="r" b="b"/>
              <a:pathLst>
                <a:path w="7619" h="433705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433705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433705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433705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33705">
                  <a:moveTo>
                    <a:pt x="7619" y="113030"/>
                  </a:moveTo>
                  <a:lnTo>
                    <a:pt x="0" y="11303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3030"/>
                  </a:lnTo>
                  <a:close/>
                </a:path>
                <a:path w="7619" h="433705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33705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33705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33705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33705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33705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33705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33705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33705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33705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33705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33705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33705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33705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33705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33705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33705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33705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33705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33705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33705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33705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33705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33705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33705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33705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33705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33705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33705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33705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33705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33705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33705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33705">
                  <a:moveTo>
                    <a:pt x="126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lnTo>
                    <a:pt x="1269" y="5080"/>
                  </a:lnTo>
                  <a:lnTo>
                    <a:pt x="1269" y="3810"/>
                  </a:lnTo>
                  <a:close/>
                </a:path>
                <a:path w="7619" h="433705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433705">
                  <a:moveTo>
                    <a:pt x="7619" y="134620"/>
                  </a:moveTo>
                  <a:lnTo>
                    <a:pt x="0" y="134620"/>
                  </a:lnTo>
                  <a:lnTo>
                    <a:pt x="0" y="147320"/>
                  </a:lnTo>
                  <a:lnTo>
                    <a:pt x="7619" y="147320"/>
                  </a:lnTo>
                  <a:lnTo>
                    <a:pt x="7619" y="134620"/>
                  </a:lnTo>
                  <a:close/>
                </a:path>
                <a:path w="7619" h="433705">
                  <a:moveTo>
                    <a:pt x="7619" y="147320"/>
                  </a:moveTo>
                  <a:lnTo>
                    <a:pt x="0" y="147320"/>
                  </a:lnTo>
                  <a:lnTo>
                    <a:pt x="0" y="246380"/>
                  </a:lnTo>
                  <a:lnTo>
                    <a:pt x="7619" y="246380"/>
                  </a:lnTo>
                  <a:lnTo>
                    <a:pt x="7619" y="147320"/>
                  </a:lnTo>
                  <a:close/>
                </a:path>
                <a:path w="7619" h="433705">
                  <a:moveTo>
                    <a:pt x="7619" y="246380"/>
                  </a:moveTo>
                  <a:lnTo>
                    <a:pt x="0" y="246380"/>
                  </a:lnTo>
                  <a:lnTo>
                    <a:pt x="0" y="306070"/>
                  </a:lnTo>
                  <a:lnTo>
                    <a:pt x="7619" y="306070"/>
                  </a:lnTo>
                  <a:lnTo>
                    <a:pt x="7619" y="246380"/>
                  </a:lnTo>
                  <a:close/>
                </a:path>
                <a:path w="7619" h="433705">
                  <a:moveTo>
                    <a:pt x="7619" y="306070"/>
                  </a:moveTo>
                  <a:lnTo>
                    <a:pt x="0" y="306070"/>
                  </a:lnTo>
                  <a:lnTo>
                    <a:pt x="0" y="318770"/>
                  </a:lnTo>
                  <a:lnTo>
                    <a:pt x="7619" y="318770"/>
                  </a:lnTo>
                  <a:lnTo>
                    <a:pt x="7619" y="306070"/>
                  </a:lnTo>
                  <a:close/>
                </a:path>
                <a:path w="7619" h="433705">
                  <a:moveTo>
                    <a:pt x="7619" y="320040"/>
                  </a:moveTo>
                  <a:lnTo>
                    <a:pt x="0" y="320040"/>
                  </a:lnTo>
                  <a:lnTo>
                    <a:pt x="0" y="430657"/>
                  </a:lnTo>
                  <a:lnTo>
                    <a:pt x="1269" y="430657"/>
                  </a:lnTo>
                  <a:lnTo>
                    <a:pt x="1269" y="431927"/>
                  </a:lnTo>
                  <a:lnTo>
                    <a:pt x="3810" y="431927"/>
                  </a:lnTo>
                  <a:lnTo>
                    <a:pt x="3810" y="433197"/>
                  </a:lnTo>
                  <a:lnTo>
                    <a:pt x="7619" y="433197"/>
                  </a:lnTo>
                  <a:lnTo>
                    <a:pt x="7619" y="32004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3">
              <a:extLst>
                <a:ext uri="{FF2B5EF4-FFF2-40B4-BE49-F238E27FC236}">
                  <a16:creationId xmlns:a16="http://schemas.microsoft.com/office/drawing/2014/main" id="{48269ADC-B1EA-D087-8B02-06ECD317F461}"/>
                </a:ext>
              </a:extLst>
            </p:cNvPr>
            <p:cNvSpPr/>
            <p:nvPr/>
          </p:nvSpPr>
          <p:spPr>
            <a:xfrm>
              <a:off x="2612390" y="2630169"/>
              <a:ext cx="6350" cy="438150"/>
            </a:xfrm>
            <a:custGeom>
              <a:avLst/>
              <a:gdLst/>
              <a:ahLst/>
              <a:cxnLst/>
              <a:rect l="l" t="t" r="r" b="b"/>
              <a:pathLst>
                <a:path w="6350" h="438150">
                  <a:moveTo>
                    <a:pt x="6350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4620"/>
                  </a:lnTo>
                  <a:close/>
                </a:path>
                <a:path w="6350" h="43815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438150">
                  <a:moveTo>
                    <a:pt x="6350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8270"/>
                  </a:lnTo>
                  <a:close/>
                </a:path>
                <a:path w="6350" h="43815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438150">
                  <a:moveTo>
                    <a:pt x="6350" y="115570"/>
                  </a:moveTo>
                  <a:lnTo>
                    <a:pt x="0" y="11557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15570"/>
                  </a:lnTo>
                  <a:close/>
                </a:path>
                <a:path w="6350" h="43815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438150">
                  <a:moveTo>
                    <a:pt x="635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9220"/>
                  </a:lnTo>
                  <a:close/>
                </a:path>
                <a:path w="6350" h="43815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438150">
                  <a:moveTo>
                    <a:pt x="635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2870"/>
                  </a:lnTo>
                  <a:close/>
                </a:path>
                <a:path w="6350" h="43815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438150">
                  <a:moveTo>
                    <a:pt x="635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6520"/>
                  </a:lnTo>
                  <a:close/>
                </a:path>
                <a:path w="6350" h="43815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438150">
                  <a:moveTo>
                    <a:pt x="635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90170"/>
                  </a:lnTo>
                  <a:close/>
                </a:path>
                <a:path w="6350" h="43815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438150">
                  <a:moveTo>
                    <a:pt x="635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3820"/>
                  </a:lnTo>
                  <a:close/>
                </a:path>
                <a:path w="6350" h="43815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438150">
                  <a:moveTo>
                    <a:pt x="635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7470"/>
                  </a:lnTo>
                  <a:close/>
                </a:path>
                <a:path w="6350" h="43815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438150">
                  <a:moveTo>
                    <a:pt x="635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71120"/>
                  </a:lnTo>
                  <a:close/>
                </a:path>
                <a:path w="6350" h="43815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438150">
                  <a:moveTo>
                    <a:pt x="635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4770"/>
                  </a:lnTo>
                  <a:close/>
                </a:path>
                <a:path w="6350" h="43815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438150">
                  <a:moveTo>
                    <a:pt x="635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8420"/>
                  </a:lnTo>
                  <a:close/>
                </a:path>
                <a:path w="6350" h="43815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438150">
                  <a:moveTo>
                    <a:pt x="635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2070"/>
                  </a:lnTo>
                  <a:close/>
                </a:path>
                <a:path w="6350" h="43815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438150">
                  <a:moveTo>
                    <a:pt x="635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5720"/>
                  </a:lnTo>
                  <a:close/>
                </a:path>
                <a:path w="6350" h="43815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438150">
                  <a:moveTo>
                    <a:pt x="635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9370"/>
                  </a:lnTo>
                  <a:close/>
                </a:path>
                <a:path w="6350" h="43815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438150">
                  <a:moveTo>
                    <a:pt x="635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3020"/>
                  </a:lnTo>
                  <a:close/>
                </a:path>
                <a:path w="6350" h="43815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438150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43815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438150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43815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438150">
                  <a:moveTo>
                    <a:pt x="635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3970"/>
                  </a:lnTo>
                  <a:close/>
                </a:path>
                <a:path w="6350" h="43815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438150">
                  <a:moveTo>
                    <a:pt x="635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20"/>
                  </a:lnTo>
                  <a:close/>
                </a:path>
                <a:path w="6350" h="438150">
                  <a:moveTo>
                    <a:pt x="2540" y="2539"/>
                  </a:moveTo>
                  <a:lnTo>
                    <a:pt x="0" y="253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6350" h="438150">
                  <a:moveTo>
                    <a:pt x="6350" y="0"/>
                  </a:moveTo>
                  <a:lnTo>
                    <a:pt x="5080" y="0"/>
                  </a:lnTo>
                  <a:lnTo>
                    <a:pt x="508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438150">
                  <a:moveTo>
                    <a:pt x="6350" y="137160"/>
                  </a:moveTo>
                  <a:lnTo>
                    <a:pt x="0" y="13716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37160"/>
                  </a:lnTo>
                  <a:close/>
                </a:path>
                <a:path w="6350" h="438150">
                  <a:moveTo>
                    <a:pt x="6350" y="149860"/>
                  </a:moveTo>
                  <a:lnTo>
                    <a:pt x="0" y="149860"/>
                  </a:lnTo>
                  <a:lnTo>
                    <a:pt x="0" y="248920"/>
                  </a:lnTo>
                  <a:lnTo>
                    <a:pt x="6350" y="248920"/>
                  </a:lnTo>
                  <a:lnTo>
                    <a:pt x="6350" y="149860"/>
                  </a:lnTo>
                  <a:close/>
                </a:path>
                <a:path w="6350" h="438150">
                  <a:moveTo>
                    <a:pt x="6350" y="248920"/>
                  </a:moveTo>
                  <a:lnTo>
                    <a:pt x="0" y="248920"/>
                  </a:lnTo>
                  <a:lnTo>
                    <a:pt x="0" y="308610"/>
                  </a:lnTo>
                  <a:lnTo>
                    <a:pt x="6350" y="308610"/>
                  </a:lnTo>
                  <a:lnTo>
                    <a:pt x="6350" y="248920"/>
                  </a:lnTo>
                  <a:close/>
                </a:path>
                <a:path w="6350" h="438150">
                  <a:moveTo>
                    <a:pt x="6350" y="308610"/>
                  </a:moveTo>
                  <a:lnTo>
                    <a:pt x="0" y="308610"/>
                  </a:lnTo>
                  <a:lnTo>
                    <a:pt x="0" y="321310"/>
                  </a:lnTo>
                  <a:lnTo>
                    <a:pt x="6350" y="321310"/>
                  </a:lnTo>
                  <a:lnTo>
                    <a:pt x="6350" y="308610"/>
                  </a:lnTo>
                  <a:close/>
                </a:path>
                <a:path w="6350" h="438150">
                  <a:moveTo>
                    <a:pt x="6350" y="322580"/>
                  </a:moveTo>
                  <a:lnTo>
                    <a:pt x="0" y="322580"/>
                  </a:lnTo>
                  <a:lnTo>
                    <a:pt x="0" y="436880"/>
                  </a:lnTo>
                  <a:lnTo>
                    <a:pt x="2540" y="436880"/>
                  </a:lnTo>
                  <a:lnTo>
                    <a:pt x="2540" y="438150"/>
                  </a:lnTo>
                  <a:lnTo>
                    <a:pt x="6350" y="438150"/>
                  </a:lnTo>
                  <a:lnTo>
                    <a:pt x="6350" y="32258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4">
              <a:extLst>
                <a:ext uri="{FF2B5EF4-FFF2-40B4-BE49-F238E27FC236}">
                  <a16:creationId xmlns:a16="http://schemas.microsoft.com/office/drawing/2014/main" id="{5B1C1D25-5EA1-DFDE-EB95-8725EAF6D4AB}"/>
                </a:ext>
              </a:extLst>
            </p:cNvPr>
            <p:cNvSpPr/>
            <p:nvPr/>
          </p:nvSpPr>
          <p:spPr>
            <a:xfrm>
              <a:off x="2618740" y="2627630"/>
              <a:ext cx="7620" cy="444500"/>
            </a:xfrm>
            <a:custGeom>
              <a:avLst/>
              <a:gdLst/>
              <a:ahLst/>
              <a:cxnLst/>
              <a:rect l="l" t="t" r="r" b="b"/>
              <a:pathLst>
                <a:path w="7619" h="444500">
                  <a:moveTo>
                    <a:pt x="7620" y="137160"/>
                  </a:moveTo>
                  <a:lnTo>
                    <a:pt x="0" y="137160"/>
                  </a:lnTo>
                  <a:lnTo>
                    <a:pt x="0" y="138429"/>
                  </a:lnTo>
                  <a:lnTo>
                    <a:pt x="7620" y="138429"/>
                  </a:lnTo>
                  <a:lnTo>
                    <a:pt x="7620" y="137160"/>
                  </a:lnTo>
                  <a:close/>
                </a:path>
                <a:path w="7619" h="444500">
                  <a:moveTo>
                    <a:pt x="762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7620" y="135889"/>
                  </a:lnTo>
                  <a:lnTo>
                    <a:pt x="7620" y="133350"/>
                  </a:lnTo>
                  <a:close/>
                </a:path>
                <a:path w="7619" h="444500">
                  <a:moveTo>
                    <a:pt x="7620" y="130810"/>
                  </a:moveTo>
                  <a:lnTo>
                    <a:pt x="0" y="130810"/>
                  </a:lnTo>
                  <a:lnTo>
                    <a:pt x="0" y="132079"/>
                  </a:lnTo>
                  <a:lnTo>
                    <a:pt x="7620" y="132079"/>
                  </a:lnTo>
                  <a:lnTo>
                    <a:pt x="7620" y="130810"/>
                  </a:lnTo>
                  <a:close/>
                </a:path>
                <a:path w="7619" h="444500">
                  <a:moveTo>
                    <a:pt x="762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7620" y="129539"/>
                  </a:lnTo>
                  <a:lnTo>
                    <a:pt x="7620" y="127000"/>
                  </a:lnTo>
                  <a:close/>
                </a:path>
                <a:path w="7619" h="444500">
                  <a:moveTo>
                    <a:pt x="7620" y="118110"/>
                  </a:moveTo>
                  <a:lnTo>
                    <a:pt x="0" y="118110"/>
                  </a:lnTo>
                  <a:lnTo>
                    <a:pt x="0" y="125729"/>
                  </a:lnTo>
                  <a:lnTo>
                    <a:pt x="7620" y="125729"/>
                  </a:lnTo>
                  <a:lnTo>
                    <a:pt x="7620" y="118110"/>
                  </a:lnTo>
                  <a:close/>
                </a:path>
                <a:path w="7619" h="444500">
                  <a:moveTo>
                    <a:pt x="762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7620" y="116839"/>
                  </a:lnTo>
                  <a:lnTo>
                    <a:pt x="7620" y="114300"/>
                  </a:lnTo>
                  <a:close/>
                </a:path>
                <a:path w="7619" h="444500">
                  <a:moveTo>
                    <a:pt x="7620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7620" y="113029"/>
                  </a:lnTo>
                  <a:lnTo>
                    <a:pt x="7620" y="111760"/>
                  </a:lnTo>
                  <a:close/>
                </a:path>
                <a:path w="7619" h="444500">
                  <a:moveTo>
                    <a:pt x="762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7620" y="110489"/>
                  </a:lnTo>
                  <a:lnTo>
                    <a:pt x="7620" y="107950"/>
                  </a:lnTo>
                  <a:close/>
                </a:path>
                <a:path w="7619" h="444500">
                  <a:moveTo>
                    <a:pt x="762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7620" y="106679"/>
                  </a:lnTo>
                  <a:lnTo>
                    <a:pt x="7620" y="105410"/>
                  </a:lnTo>
                  <a:close/>
                </a:path>
                <a:path w="7619" h="444500">
                  <a:moveTo>
                    <a:pt x="762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7620" y="104139"/>
                  </a:lnTo>
                  <a:lnTo>
                    <a:pt x="7620" y="101600"/>
                  </a:lnTo>
                  <a:close/>
                </a:path>
                <a:path w="7619" h="444500">
                  <a:moveTo>
                    <a:pt x="762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7620" y="100329"/>
                  </a:lnTo>
                  <a:lnTo>
                    <a:pt x="7620" y="99060"/>
                  </a:lnTo>
                  <a:close/>
                </a:path>
                <a:path w="7619" h="444500">
                  <a:moveTo>
                    <a:pt x="762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5250"/>
                  </a:lnTo>
                  <a:close/>
                </a:path>
                <a:path w="7619" h="444500">
                  <a:moveTo>
                    <a:pt x="7620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7620" y="93979"/>
                  </a:lnTo>
                  <a:lnTo>
                    <a:pt x="7620" y="92710"/>
                  </a:lnTo>
                  <a:close/>
                </a:path>
                <a:path w="7619" h="444500">
                  <a:moveTo>
                    <a:pt x="762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8900"/>
                  </a:lnTo>
                  <a:close/>
                </a:path>
                <a:path w="7619" h="444500">
                  <a:moveTo>
                    <a:pt x="7620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7620" y="87629"/>
                  </a:lnTo>
                  <a:lnTo>
                    <a:pt x="7620" y="86360"/>
                  </a:lnTo>
                  <a:close/>
                </a:path>
                <a:path w="7619" h="444500">
                  <a:moveTo>
                    <a:pt x="762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550"/>
                  </a:lnTo>
                  <a:close/>
                </a:path>
                <a:path w="7619" h="444500">
                  <a:moveTo>
                    <a:pt x="762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80010"/>
                  </a:lnTo>
                  <a:close/>
                </a:path>
                <a:path w="7619" h="444500">
                  <a:moveTo>
                    <a:pt x="762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200"/>
                  </a:lnTo>
                  <a:close/>
                </a:path>
                <a:path w="7619" h="444500">
                  <a:moveTo>
                    <a:pt x="762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3660"/>
                  </a:lnTo>
                  <a:close/>
                </a:path>
                <a:path w="7619" h="444500">
                  <a:moveTo>
                    <a:pt x="762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850"/>
                  </a:lnTo>
                  <a:close/>
                </a:path>
                <a:path w="7619" h="444500">
                  <a:moveTo>
                    <a:pt x="762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7310"/>
                  </a:lnTo>
                  <a:close/>
                </a:path>
                <a:path w="7619" h="444500">
                  <a:moveTo>
                    <a:pt x="762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500"/>
                  </a:lnTo>
                  <a:close/>
                </a:path>
                <a:path w="7619" h="444500">
                  <a:moveTo>
                    <a:pt x="762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60960"/>
                  </a:lnTo>
                  <a:close/>
                </a:path>
                <a:path w="7619" h="444500">
                  <a:moveTo>
                    <a:pt x="762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150"/>
                  </a:lnTo>
                  <a:close/>
                </a:path>
                <a:path w="7619" h="444500">
                  <a:moveTo>
                    <a:pt x="762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4610"/>
                  </a:lnTo>
                  <a:close/>
                </a:path>
                <a:path w="7619" h="444500">
                  <a:moveTo>
                    <a:pt x="762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800"/>
                  </a:lnTo>
                  <a:close/>
                </a:path>
                <a:path w="7619" h="444500">
                  <a:moveTo>
                    <a:pt x="762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8260"/>
                  </a:lnTo>
                  <a:close/>
                </a:path>
                <a:path w="7619" h="444500">
                  <a:moveTo>
                    <a:pt x="762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450"/>
                  </a:lnTo>
                  <a:close/>
                </a:path>
                <a:path w="7619" h="444500">
                  <a:moveTo>
                    <a:pt x="762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1910"/>
                  </a:lnTo>
                  <a:close/>
                </a:path>
                <a:path w="7619" h="444500">
                  <a:moveTo>
                    <a:pt x="762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100"/>
                  </a:lnTo>
                  <a:close/>
                </a:path>
                <a:path w="7619" h="444500">
                  <a:moveTo>
                    <a:pt x="762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5560"/>
                  </a:lnTo>
                  <a:close/>
                </a:path>
                <a:path w="7619" h="444500">
                  <a:moveTo>
                    <a:pt x="762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750"/>
                  </a:lnTo>
                  <a:close/>
                </a:path>
                <a:path w="7619" h="444500">
                  <a:moveTo>
                    <a:pt x="762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9210"/>
                  </a:lnTo>
                  <a:close/>
                </a:path>
                <a:path w="7619" h="444500">
                  <a:moveTo>
                    <a:pt x="762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400"/>
                  </a:lnTo>
                  <a:close/>
                </a:path>
                <a:path w="7619" h="444500">
                  <a:moveTo>
                    <a:pt x="762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2860"/>
                  </a:lnTo>
                  <a:close/>
                </a:path>
                <a:path w="7619" h="444500">
                  <a:moveTo>
                    <a:pt x="762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050"/>
                  </a:lnTo>
                  <a:close/>
                </a:path>
                <a:path w="7619" h="444500">
                  <a:moveTo>
                    <a:pt x="762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6510"/>
                  </a:lnTo>
                  <a:close/>
                </a:path>
                <a:path w="7619" h="444500">
                  <a:moveTo>
                    <a:pt x="762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700"/>
                  </a:lnTo>
                  <a:close/>
                </a:path>
                <a:path w="7619" h="444500">
                  <a:moveTo>
                    <a:pt x="762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10160"/>
                  </a:lnTo>
                  <a:close/>
                </a:path>
                <a:path w="7619" h="444500">
                  <a:moveTo>
                    <a:pt x="762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350"/>
                  </a:lnTo>
                  <a:close/>
                </a:path>
                <a:path w="7619" h="444500">
                  <a:moveTo>
                    <a:pt x="2540" y="2539"/>
                  </a:moveTo>
                  <a:lnTo>
                    <a:pt x="0" y="2539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7619" h="444500">
                  <a:moveTo>
                    <a:pt x="7620" y="0"/>
                  </a:moveTo>
                  <a:lnTo>
                    <a:pt x="5080" y="0"/>
                  </a:lnTo>
                  <a:lnTo>
                    <a:pt x="508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  <a:path w="7619" h="444500">
                  <a:moveTo>
                    <a:pt x="7620" y="139700"/>
                  </a:moveTo>
                  <a:lnTo>
                    <a:pt x="0" y="13970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39700"/>
                  </a:lnTo>
                  <a:close/>
                </a:path>
                <a:path w="7619" h="444500">
                  <a:moveTo>
                    <a:pt x="7620" y="152400"/>
                  </a:moveTo>
                  <a:lnTo>
                    <a:pt x="0" y="152400"/>
                  </a:lnTo>
                  <a:lnTo>
                    <a:pt x="0" y="251460"/>
                  </a:lnTo>
                  <a:lnTo>
                    <a:pt x="7620" y="251460"/>
                  </a:lnTo>
                  <a:lnTo>
                    <a:pt x="7620" y="152400"/>
                  </a:lnTo>
                  <a:close/>
                </a:path>
                <a:path w="7619" h="444500">
                  <a:moveTo>
                    <a:pt x="7620" y="251460"/>
                  </a:moveTo>
                  <a:lnTo>
                    <a:pt x="0" y="251460"/>
                  </a:lnTo>
                  <a:lnTo>
                    <a:pt x="0" y="311150"/>
                  </a:lnTo>
                  <a:lnTo>
                    <a:pt x="7620" y="311150"/>
                  </a:lnTo>
                  <a:lnTo>
                    <a:pt x="7620" y="251460"/>
                  </a:lnTo>
                  <a:close/>
                </a:path>
                <a:path w="7619" h="444500">
                  <a:moveTo>
                    <a:pt x="7620" y="311150"/>
                  </a:moveTo>
                  <a:lnTo>
                    <a:pt x="0" y="311150"/>
                  </a:lnTo>
                  <a:lnTo>
                    <a:pt x="0" y="323850"/>
                  </a:lnTo>
                  <a:lnTo>
                    <a:pt x="7620" y="323850"/>
                  </a:lnTo>
                  <a:lnTo>
                    <a:pt x="7620" y="311150"/>
                  </a:lnTo>
                  <a:close/>
                </a:path>
                <a:path w="7619" h="444500">
                  <a:moveTo>
                    <a:pt x="7620" y="325120"/>
                  </a:moveTo>
                  <a:lnTo>
                    <a:pt x="0" y="325120"/>
                  </a:lnTo>
                  <a:lnTo>
                    <a:pt x="0" y="442087"/>
                  </a:lnTo>
                  <a:lnTo>
                    <a:pt x="3810" y="442087"/>
                  </a:lnTo>
                  <a:lnTo>
                    <a:pt x="3810" y="443230"/>
                  </a:lnTo>
                  <a:lnTo>
                    <a:pt x="6350" y="443230"/>
                  </a:lnTo>
                  <a:lnTo>
                    <a:pt x="6350" y="444500"/>
                  </a:lnTo>
                  <a:lnTo>
                    <a:pt x="7620" y="444500"/>
                  </a:lnTo>
                  <a:lnTo>
                    <a:pt x="7620" y="32512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5">
              <a:extLst>
                <a:ext uri="{FF2B5EF4-FFF2-40B4-BE49-F238E27FC236}">
                  <a16:creationId xmlns:a16="http://schemas.microsoft.com/office/drawing/2014/main" id="{B8AD3137-1D73-ABC4-A20D-26368FBD9844}"/>
                </a:ext>
              </a:extLst>
            </p:cNvPr>
            <p:cNvSpPr/>
            <p:nvPr/>
          </p:nvSpPr>
          <p:spPr>
            <a:xfrm>
              <a:off x="2626360" y="2626359"/>
              <a:ext cx="7620" cy="448309"/>
            </a:xfrm>
            <a:custGeom>
              <a:avLst/>
              <a:gdLst/>
              <a:ahLst/>
              <a:cxnLst/>
              <a:rect l="l" t="t" r="r" b="b"/>
              <a:pathLst>
                <a:path w="7619" h="448310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448310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448310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448310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448310">
                  <a:moveTo>
                    <a:pt x="7619" y="119380"/>
                  </a:moveTo>
                  <a:lnTo>
                    <a:pt x="0" y="11938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19380"/>
                  </a:lnTo>
                  <a:close/>
                </a:path>
                <a:path w="7619" h="44831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4831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4831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48310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4831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4831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4831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4831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4831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4831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4831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4831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4831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4831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4831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483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483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483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483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483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483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483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483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483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483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483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483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483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483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483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483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483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483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483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483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483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48310">
                  <a:moveTo>
                    <a:pt x="761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close/>
                </a:path>
                <a:path w="7619" h="44831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7619" h="448310">
                  <a:moveTo>
                    <a:pt x="7619" y="140970"/>
                  </a:moveTo>
                  <a:lnTo>
                    <a:pt x="0" y="140970"/>
                  </a:lnTo>
                  <a:lnTo>
                    <a:pt x="0" y="153670"/>
                  </a:lnTo>
                  <a:lnTo>
                    <a:pt x="7619" y="153670"/>
                  </a:lnTo>
                  <a:lnTo>
                    <a:pt x="7619" y="140970"/>
                  </a:lnTo>
                  <a:close/>
                </a:path>
                <a:path w="7619" h="448310">
                  <a:moveTo>
                    <a:pt x="7619" y="153670"/>
                  </a:moveTo>
                  <a:lnTo>
                    <a:pt x="0" y="153670"/>
                  </a:lnTo>
                  <a:lnTo>
                    <a:pt x="0" y="252730"/>
                  </a:lnTo>
                  <a:lnTo>
                    <a:pt x="7619" y="252730"/>
                  </a:lnTo>
                  <a:lnTo>
                    <a:pt x="7619" y="153670"/>
                  </a:lnTo>
                  <a:close/>
                </a:path>
                <a:path w="7619" h="448310">
                  <a:moveTo>
                    <a:pt x="7619" y="252730"/>
                  </a:moveTo>
                  <a:lnTo>
                    <a:pt x="0" y="252730"/>
                  </a:lnTo>
                  <a:lnTo>
                    <a:pt x="0" y="312420"/>
                  </a:lnTo>
                  <a:lnTo>
                    <a:pt x="7619" y="312420"/>
                  </a:lnTo>
                  <a:lnTo>
                    <a:pt x="7619" y="252730"/>
                  </a:lnTo>
                  <a:close/>
                </a:path>
                <a:path w="7619" h="448310">
                  <a:moveTo>
                    <a:pt x="7619" y="312420"/>
                  </a:moveTo>
                  <a:lnTo>
                    <a:pt x="0" y="312420"/>
                  </a:lnTo>
                  <a:lnTo>
                    <a:pt x="0" y="325120"/>
                  </a:lnTo>
                  <a:lnTo>
                    <a:pt x="7619" y="325120"/>
                  </a:lnTo>
                  <a:lnTo>
                    <a:pt x="7619" y="312420"/>
                  </a:lnTo>
                  <a:close/>
                </a:path>
                <a:path w="7619" h="448310">
                  <a:moveTo>
                    <a:pt x="7619" y="326390"/>
                  </a:moveTo>
                  <a:lnTo>
                    <a:pt x="0" y="326390"/>
                  </a:lnTo>
                  <a:lnTo>
                    <a:pt x="0" y="445897"/>
                  </a:lnTo>
                  <a:lnTo>
                    <a:pt x="1269" y="445897"/>
                  </a:lnTo>
                  <a:lnTo>
                    <a:pt x="1269" y="447040"/>
                  </a:lnTo>
                  <a:lnTo>
                    <a:pt x="6350" y="447040"/>
                  </a:lnTo>
                  <a:lnTo>
                    <a:pt x="6350" y="448310"/>
                  </a:lnTo>
                  <a:lnTo>
                    <a:pt x="7619" y="448310"/>
                  </a:lnTo>
                  <a:lnTo>
                    <a:pt x="7619" y="326390"/>
                  </a:lnTo>
                  <a:close/>
                </a:path>
              </a:pathLst>
            </a:custGeom>
            <a:solidFill>
              <a:srgbClr val="9393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196">
              <a:extLst>
                <a:ext uri="{FF2B5EF4-FFF2-40B4-BE49-F238E27FC236}">
                  <a16:creationId xmlns:a16="http://schemas.microsoft.com/office/drawing/2014/main" id="{6AE2DD18-AF6C-C0E0-BE6B-6EF3223AB944}"/>
                </a:ext>
              </a:extLst>
            </p:cNvPr>
            <p:cNvSpPr/>
            <p:nvPr/>
          </p:nvSpPr>
          <p:spPr>
            <a:xfrm>
              <a:off x="2633980" y="2623819"/>
              <a:ext cx="6350" cy="452120"/>
            </a:xfrm>
            <a:custGeom>
              <a:avLst/>
              <a:gdLst/>
              <a:ahLst/>
              <a:cxnLst/>
              <a:rect l="l" t="t" r="r" b="b"/>
              <a:pathLst>
                <a:path w="6350" h="452119">
                  <a:moveTo>
                    <a:pt x="6350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40970"/>
                  </a:lnTo>
                  <a:close/>
                </a:path>
                <a:path w="6350" h="452119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452119">
                  <a:moveTo>
                    <a:pt x="6350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4620"/>
                  </a:lnTo>
                  <a:close/>
                </a:path>
                <a:path w="6350" h="452119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452119">
                  <a:moveTo>
                    <a:pt x="6350" y="121920"/>
                  </a:moveTo>
                  <a:lnTo>
                    <a:pt x="0" y="12192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1920"/>
                  </a:lnTo>
                  <a:close/>
                </a:path>
                <a:path w="6350" h="452119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452119">
                  <a:moveTo>
                    <a:pt x="635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5570"/>
                  </a:lnTo>
                  <a:close/>
                </a:path>
                <a:path w="6350" h="452119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452119">
                  <a:moveTo>
                    <a:pt x="635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9220"/>
                  </a:lnTo>
                  <a:close/>
                </a:path>
                <a:path w="6350" h="452119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452119">
                  <a:moveTo>
                    <a:pt x="635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2870"/>
                  </a:lnTo>
                  <a:close/>
                </a:path>
                <a:path w="6350" h="452119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452119">
                  <a:moveTo>
                    <a:pt x="635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6520"/>
                  </a:lnTo>
                  <a:close/>
                </a:path>
                <a:path w="6350" h="452119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452119">
                  <a:moveTo>
                    <a:pt x="635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90170"/>
                  </a:lnTo>
                  <a:close/>
                </a:path>
                <a:path w="6350" h="452119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452119">
                  <a:moveTo>
                    <a:pt x="635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3820"/>
                  </a:lnTo>
                  <a:close/>
                </a:path>
                <a:path w="6350" h="452119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452119">
                  <a:moveTo>
                    <a:pt x="635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7470"/>
                  </a:lnTo>
                  <a:close/>
                </a:path>
                <a:path w="6350" h="452119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452119">
                  <a:moveTo>
                    <a:pt x="635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71120"/>
                  </a:lnTo>
                  <a:close/>
                </a:path>
                <a:path w="6350" h="452119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452119">
                  <a:moveTo>
                    <a:pt x="635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4770"/>
                  </a:lnTo>
                  <a:close/>
                </a:path>
                <a:path w="6350" h="452119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452119">
                  <a:moveTo>
                    <a:pt x="635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8420"/>
                  </a:lnTo>
                  <a:close/>
                </a:path>
                <a:path w="6350" h="452119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452119">
                  <a:moveTo>
                    <a:pt x="635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2070"/>
                  </a:lnTo>
                  <a:close/>
                </a:path>
                <a:path w="6350" h="452119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452119">
                  <a:moveTo>
                    <a:pt x="635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5720"/>
                  </a:lnTo>
                  <a:close/>
                </a:path>
                <a:path w="6350" h="452119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452119">
                  <a:moveTo>
                    <a:pt x="635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9370"/>
                  </a:lnTo>
                  <a:close/>
                </a:path>
                <a:path w="6350" h="452119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452119">
                  <a:moveTo>
                    <a:pt x="635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3020"/>
                  </a:lnTo>
                  <a:close/>
                </a:path>
                <a:path w="6350" h="452119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452119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452119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452119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452119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452119">
                  <a:moveTo>
                    <a:pt x="635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3970"/>
                  </a:lnTo>
                  <a:close/>
                </a:path>
                <a:path w="6350" h="452119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452119">
                  <a:moveTo>
                    <a:pt x="635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20"/>
                  </a:lnTo>
                  <a:close/>
                </a:path>
                <a:path w="6350" h="452119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452119">
                  <a:moveTo>
                    <a:pt x="50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6350" h="452119">
                  <a:moveTo>
                    <a:pt x="6350" y="143510"/>
                  </a:moveTo>
                  <a:lnTo>
                    <a:pt x="0" y="143510"/>
                  </a:lnTo>
                  <a:lnTo>
                    <a:pt x="0" y="156210"/>
                  </a:lnTo>
                  <a:lnTo>
                    <a:pt x="6350" y="156210"/>
                  </a:lnTo>
                  <a:lnTo>
                    <a:pt x="6350" y="143510"/>
                  </a:lnTo>
                  <a:close/>
                </a:path>
                <a:path w="6350" h="452119">
                  <a:moveTo>
                    <a:pt x="6350" y="156210"/>
                  </a:moveTo>
                  <a:lnTo>
                    <a:pt x="0" y="156210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156210"/>
                  </a:lnTo>
                  <a:close/>
                </a:path>
                <a:path w="6350" h="452119">
                  <a:moveTo>
                    <a:pt x="6350" y="255270"/>
                  </a:moveTo>
                  <a:lnTo>
                    <a:pt x="0" y="255270"/>
                  </a:lnTo>
                  <a:lnTo>
                    <a:pt x="0" y="314960"/>
                  </a:lnTo>
                  <a:lnTo>
                    <a:pt x="6350" y="314960"/>
                  </a:lnTo>
                  <a:lnTo>
                    <a:pt x="6350" y="255270"/>
                  </a:lnTo>
                  <a:close/>
                </a:path>
                <a:path w="6350" h="452119">
                  <a:moveTo>
                    <a:pt x="6350" y="314960"/>
                  </a:moveTo>
                  <a:lnTo>
                    <a:pt x="0" y="314960"/>
                  </a:lnTo>
                  <a:lnTo>
                    <a:pt x="0" y="327660"/>
                  </a:lnTo>
                  <a:lnTo>
                    <a:pt x="6350" y="327660"/>
                  </a:lnTo>
                  <a:lnTo>
                    <a:pt x="6350" y="314960"/>
                  </a:lnTo>
                  <a:close/>
                </a:path>
                <a:path w="6350" h="452119">
                  <a:moveTo>
                    <a:pt x="6350" y="328930"/>
                  </a:moveTo>
                  <a:lnTo>
                    <a:pt x="0" y="328930"/>
                  </a:lnTo>
                  <a:lnTo>
                    <a:pt x="0" y="450850"/>
                  </a:lnTo>
                  <a:lnTo>
                    <a:pt x="3809" y="450850"/>
                  </a:lnTo>
                  <a:lnTo>
                    <a:pt x="3809" y="452120"/>
                  </a:lnTo>
                  <a:lnTo>
                    <a:pt x="6350" y="452120"/>
                  </a:lnTo>
                  <a:lnTo>
                    <a:pt x="6350" y="328930"/>
                  </a:lnTo>
                  <a:close/>
                </a:path>
              </a:pathLst>
            </a:custGeom>
            <a:solidFill>
              <a:srgbClr val="9292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197">
              <a:extLst>
                <a:ext uri="{FF2B5EF4-FFF2-40B4-BE49-F238E27FC236}">
                  <a16:creationId xmlns:a16="http://schemas.microsoft.com/office/drawing/2014/main" id="{53040DDC-5DC3-F3D3-788B-971B9150AA0C}"/>
                </a:ext>
              </a:extLst>
            </p:cNvPr>
            <p:cNvSpPr/>
            <p:nvPr/>
          </p:nvSpPr>
          <p:spPr>
            <a:xfrm>
              <a:off x="2640330" y="2620009"/>
              <a:ext cx="7620" cy="458470"/>
            </a:xfrm>
            <a:custGeom>
              <a:avLst/>
              <a:gdLst/>
              <a:ahLst/>
              <a:cxnLst/>
              <a:rect l="l" t="t" r="r" b="b"/>
              <a:pathLst>
                <a:path w="7619" h="458469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458469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458469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458469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458469">
                  <a:moveTo>
                    <a:pt x="7619" y="125730"/>
                  </a:moveTo>
                  <a:lnTo>
                    <a:pt x="0" y="12573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25730"/>
                  </a:lnTo>
                  <a:close/>
                </a:path>
                <a:path w="7619" h="458469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58469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58469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58469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5846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58469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58469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58469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5846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5846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5846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5846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5846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5846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5846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5846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5846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5846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5846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5846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5846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5846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5846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5846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5846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5846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5846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5846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5846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5846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5846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5846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5846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5846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5846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5846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5846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58469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58469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2539" y="1270"/>
                  </a:lnTo>
                  <a:lnTo>
                    <a:pt x="2539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458469">
                  <a:moveTo>
                    <a:pt x="7619" y="147320"/>
                  </a:moveTo>
                  <a:lnTo>
                    <a:pt x="0" y="147320"/>
                  </a:lnTo>
                  <a:lnTo>
                    <a:pt x="0" y="160020"/>
                  </a:lnTo>
                  <a:lnTo>
                    <a:pt x="7619" y="160020"/>
                  </a:lnTo>
                  <a:lnTo>
                    <a:pt x="7619" y="147320"/>
                  </a:lnTo>
                  <a:close/>
                </a:path>
                <a:path w="7619" h="458469">
                  <a:moveTo>
                    <a:pt x="7619" y="160020"/>
                  </a:moveTo>
                  <a:lnTo>
                    <a:pt x="0" y="160020"/>
                  </a:lnTo>
                  <a:lnTo>
                    <a:pt x="0" y="259080"/>
                  </a:lnTo>
                  <a:lnTo>
                    <a:pt x="7619" y="259080"/>
                  </a:lnTo>
                  <a:lnTo>
                    <a:pt x="7619" y="160020"/>
                  </a:lnTo>
                  <a:close/>
                </a:path>
                <a:path w="7619" h="458469">
                  <a:moveTo>
                    <a:pt x="7619" y="259080"/>
                  </a:moveTo>
                  <a:lnTo>
                    <a:pt x="0" y="259080"/>
                  </a:lnTo>
                  <a:lnTo>
                    <a:pt x="0" y="318770"/>
                  </a:lnTo>
                  <a:lnTo>
                    <a:pt x="7619" y="318770"/>
                  </a:lnTo>
                  <a:lnTo>
                    <a:pt x="7619" y="259080"/>
                  </a:lnTo>
                  <a:close/>
                </a:path>
                <a:path w="7619" h="458469">
                  <a:moveTo>
                    <a:pt x="7619" y="318770"/>
                  </a:moveTo>
                  <a:lnTo>
                    <a:pt x="0" y="318770"/>
                  </a:lnTo>
                  <a:lnTo>
                    <a:pt x="0" y="331470"/>
                  </a:lnTo>
                  <a:lnTo>
                    <a:pt x="7619" y="331470"/>
                  </a:lnTo>
                  <a:lnTo>
                    <a:pt x="7619" y="318770"/>
                  </a:lnTo>
                  <a:close/>
                </a:path>
                <a:path w="7619" h="458469">
                  <a:moveTo>
                    <a:pt x="7619" y="332740"/>
                  </a:moveTo>
                  <a:lnTo>
                    <a:pt x="0" y="332740"/>
                  </a:lnTo>
                  <a:lnTo>
                    <a:pt x="0" y="456057"/>
                  </a:lnTo>
                  <a:lnTo>
                    <a:pt x="1269" y="456057"/>
                  </a:lnTo>
                  <a:lnTo>
                    <a:pt x="1269" y="457200"/>
                  </a:lnTo>
                  <a:lnTo>
                    <a:pt x="5080" y="457200"/>
                  </a:lnTo>
                  <a:lnTo>
                    <a:pt x="5080" y="458470"/>
                  </a:lnTo>
                  <a:lnTo>
                    <a:pt x="7619" y="458470"/>
                  </a:lnTo>
                  <a:lnTo>
                    <a:pt x="7619" y="332740"/>
                  </a:lnTo>
                  <a:close/>
                </a:path>
              </a:pathLst>
            </a:custGeom>
            <a:solidFill>
              <a:srgbClr val="9090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198">
              <a:extLst>
                <a:ext uri="{FF2B5EF4-FFF2-40B4-BE49-F238E27FC236}">
                  <a16:creationId xmlns:a16="http://schemas.microsoft.com/office/drawing/2014/main" id="{6574DE18-B853-038D-70A8-8091674B2F54}"/>
                </a:ext>
              </a:extLst>
            </p:cNvPr>
            <p:cNvSpPr/>
            <p:nvPr/>
          </p:nvSpPr>
          <p:spPr>
            <a:xfrm>
              <a:off x="2647950" y="2620009"/>
              <a:ext cx="7620" cy="461009"/>
            </a:xfrm>
            <a:custGeom>
              <a:avLst/>
              <a:gdLst/>
              <a:ahLst/>
              <a:cxnLst/>
              <a:rect l="l" t="t" r="r" b="b"/>
              <a:pathLst>
                <a:path w="7619" h="461010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461010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461010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461010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461010">
                  <a:moveTo>
                    <a:pt x="7619" y="125730"/>
                  </a:moveTo>
                  <a:lnTo>
                    <a:pt x="0" y="12573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25730"/>
                  </a:lnTo>
                  <a:close/>
                </a:path>
                <a:path w="7619" h="461010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61010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6101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6101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6101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61010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6101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6101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6101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6101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6101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6101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6101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6101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6101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6101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6101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610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610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610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610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610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610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610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610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610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610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610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610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610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610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610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610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610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610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610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610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610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610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7619" h="461010">
                  <a:moveTo>
                    <a:pt x="7619" y="147320"/>
                  </a:moveTo>
                  <a:lnTo>
                    <a:pt x="0" y="147320"/>
                  </a:lnTo>
                  <a:lnTo>
                    <a:pt x="0" y="160020"/>
                  </a:lnTo>
                  <a:lnTo>
                    <a:pt x="7619" y="160020"/>
                  </a:lnTo>
                  <a:lnTo>
                    <a:pt x="7619" y="147320"/>
                  </a:lnTo>
                  <a:close/>
                </a:path>
                <a:path w="7619" h="461010">
                  <a:moveTo>
                    <a:pt x="7619" y="160020"/>
                  </a:moveTo>
                  <a:lnTo>
                    <a:pt x="0" y="160020"/>
                  </a:lnTo>
                  <a:lnTo>
                    <a:pt x="0" y="259080"/>
                  </a:lnTo>
                  <a:lnTo>
                    <a:pt x="7619" y="259080"/>
                  </a:lnTo>
                  <a:lnTo>
                    <a:pt x="7619" y="160020"/>
                  </a:lnTo>
                  <a:close/>
                </a:path>
                <a:path w="7619" h="461010">
                  <a:moveTo>
                    <a:pt x="7619" y="259080"/>
                  </a:moveTo>
                  <a:lnTo>
                    <a:pt x="0" y="259080"/>
                  </a:lnTo>
                  <a:lnTo>
                    <a:pt x="0" y="318770"/>
                  </a:lnTo>
                  <a:lnTo>
                    <a:pt x="7619" y="318770"/>
                  </a:lnTo>
                  <a:lnTo>
                    <a:pt x="7619" y="259080"/>
                  </a:lnTo>
                  <a:close/>
                </a:path>
                <a:path w="7619" h="461010">
                  <a:moveTo>
                    <a:pt x="7619" y="318770"/>
                  </a:moveTo>
                  <a:lnTo>
                    <a:pt x="0" y="318770"/>
                  </a:lnTo>
                  <a:lnTo>
                    <a:pt x="0" y="331470"/>
                  </a:lnTo>
                  <a:lnTo>
                    <a:pt x="7619" y="331470"/>
                  </a:lnTo>
                  <a:lnTo>
                    <a:pt x="7619" y="318770"/>
                  </a:lnTo>
                  <a:close/>
                </a:path>
                <a:path w="7619" h="461010">
                  <a:moveTo>
                    <a:pt x="7619" y="332740"/>
                  </a:moveTo>
                  <a:lnTo>
                    <a:pt x="0" y="332740"/>
                  </a:lnTo>
                  <a:lnTo>
                    <a:pt x="0" y="459740"/>
                  </a:lnTo>
                  <a:lnTo>
                    <a:pt x="6350" y="459740"/>
                  </a:lnTo>
                  <a:lnTo>
                    <a:pt x="6350" y="461010"/>
                  </a:lnTo>
                  <a:lnTo>
                    <a:pt x="7619" y="461010"/>
                  </a:lnTo>
                  <a:lnTo>
                    <a:pt x="7619" y="332740"/>
                  </a:lnTo>
                  <a:close/>
                </a:path>
              </a:pathLst>
            </a:custGeom>
            <a:solidFill>
              <a:srgbClr val="8F8F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199">
              <a:extLst>
                <a:ext uri="{FF2B5EF4-FFF2-40B4-BE49-F238E27FC236}">
                  <a16:creationId xmlns:a16="http://schemas.microsoft.com/office/drawing/2014/main" id="{379D3CD6-0A30-4262-3845-6EC140F36611}"/>
                </a:ext>
              </a:extLst>
            </p:cNvPr>
            <p:cNvSpPr/>
            <p:nvPr/>
          </p:nvSpPr>
          <p:spPr>
            <a:xfrm>
              <a:off x="2655570" y="2617469"/>
              <a:ext cx="7620" cy="466090"/>
            </a:xfrm>
            <a:custGeom>
              <a:avLst/>
              <a:gdLst/>
              <a:ahLst/>
              <a:cxnLst/>
              <a:rect l="l" t="t" r="r" b="b"/>
              <a:pathLst>
                <a:path w="7619" h="466089">
                  <a:moveTo>
                    <a:pt x="7619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7320"/>
                  </a:lnTo>
                  <a:close/>
                </a:path>
                <a:path w="7619" h="466089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466089">
                  <a:moveTo>
                    <a:pt x="7619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40970"/>
                  </a:lnTo>
                  <a:close/>
                </a:path>
                <a:path w="7619" h="466089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466089">
                  <a:moveTo>
                    <a:pt x="7619" y="128270"/>
                  </a:moveTo>
                  <a:lnTo>
                    <a:pt x="0" y="12827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28270"/>
                  </a:lnTo>
                  <a:close/>
                </a:path>
                <a:path w="7619" h="466089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466089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466089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466089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466089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466089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466089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466089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46608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46608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46608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46608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46608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46608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46608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46608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46608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46608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46608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46608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46608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46608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46608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46608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46608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46608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46608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46608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46608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46608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46608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46608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46608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46608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46608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46608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46608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46608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466089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4660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7619" h="466089">
                  <a:moveTo>
                    <a:pt x="7619" y="149860"/>
                  </a:moveTo>
                  <a:lnTo>
                    <a:pt x="0" y="14986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49860"/>
                  </a:lnTo>
                  <a:close/>
                </a:path>
                <a:path w="7619" h="466089">
                  <a:moveTo>
                    <a:pt x="7619" y="162560"/>
                  </a:moveTo>
                  <a:lnTo>
                    <a:pt x="0" y="162560"/>
                  </a:lnTo>
                  <a:lnTo>
                    <a:pt x="0" y="261620"/>
                  </a:lnTo>
                  <a:lnTo>
                    <a:pt x="7619" y="261620"/>
                  </a:lnTo>
                  <a:lnTo>
                    <a:pt x="7619" y="162560"/>
                  </a:lnTo>
                  <a:close/>
                </a:path>
                <a:path w="7619" h="466089">
                  <a:moveTo>
                    <a:pt x="7619" y="261620"/>
                  </a:moveTo>
                  <a:lnTo>
                    <a:pt x="0" y="261620"/>
                  </a:lnTo>
                  <a:lnTo>
                    <a:pt x="0" y="321310"/>
                  </a:lnTo>
                  <a:lnTo>
                    <a:pt x="7619" y="321310"/>
                  </a:lnTo>
                  <a:lnTo>
                    <a:pt x="7619" y="261620"/>
                  </a:lnTo>
                  <a:close/>
                </a:path>
                <a:path w="7619" h="466089">
                  <a:moveTo>
                    <a:pt x="7619" y="321310"/>
                  </a:moveTo>
                  <a:lnTo>
                    <a:pt x="0" y="321310"/>
                  </a:lnTo>
                  <a:lnTo>
                    <a:pt x="0" y="334010"/>
                  </a:lnTo>
                  <a:lnTo>
                    <a:pt x="7619" y="334010"/>
                  </a:lnTo>
                  <a:lnTo>
                    <a:pt x="7619" y="321310"/>
                  </a:lnTo>
                  <a:close/>
                </a:path>
                <a:path w="7619" h="466089">
                  <a:moveTo>
                    <a:pt x="7619" y="335280"/>
                  </a:moveTo>
                  <a:lnTo>
                    <a:pt x="0" y="335280"/>
                  </a:lnTo>
                  <a:lnTo>
                    <a:pt x="0" y="464820"/>
                  </a:lnTo>
                  <a:lnTo>
                    <a:pt x="2540" y="464820"/>
                  </a:lnTo>
                  <a:lnTo>
                    <a:pt x="2540" y="466090"/>
                  </a:lnTo>
                  <a:lnTo>
                    <a:pt x="7619" y="466090"/>
                  </a:lnTo>
                  <a:lnTo>
                    <a:pt x="7619" y="335280"/>
                  </a:lnTo>
                  <a:close/>
                </a:path>
              </a:pathLst>
            </a:custGeom>
            <a:solidFill>
              <a:srgbClr val="8E8E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0">
              <a:extLst>
                <a:ext uri="{FF2B5EF4-FFF2-40B4-BE49-F238E27FC236}">
                  <a16:creationId xmlns:a16="http://schemas.microsoft.com/office/drawing/2014/main" id="{38B164CD-C349-1076-27AE-E74F204EAA8C}"/>
                </a:ext>
              </a:extLst>
            </p:cNvPr>
            <p:cNvSpPr/>
            <p:nvPr/>
          </p:nvSpPr>
          <p:spPr>
            <a:xfrm>
              <a:off x="2663190" y="2614930"/>
              <a:ext cx="6350" cy="471170"/>
            </a:xfrm>
            <a:custGeom>
              <a:avLst/>
              <a:gdLst/>
              <a:ahLst/>
              <a:cxnLst/>
              <a:rect l="l" t="t" r="r" b="b"/>
              <a:pathLst>
                <a:path w="6350" h="471169">
                  <a:moveTo>
                    <a:pt x="6350" y="149860"/>
                  </a:moveTo>
                  <a:lnTo>
                    <a:pt x="0" y="149860"/>
                  </a:lnTo>
                  <a:lnTo>
                    <a:pt x="0" y="151129"/>
                  </a:lnTo>
                  <a:lnTo>
                    <a:pt x="6350" y="151129"/>
                  </a:lnTo>
                  <a:lnTo>
                    <a:pt x="6350" y="149860"/>
                  </a:lnTo>
                  <a:close/>
                </a:path>
                <a:path w="6350" h="471169">
                  <a:moveTo>
                    <a:pt x="6350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46050"/>
                  </a:lnTo>
                  <a:close/>
                </a:path>
                <a:path w="6350" h="471169">
                  <a:moveTo>
                    <a:pt x="6350" y="143510"/>
                  </a:moveTo>
                  <a:lnTo>
                    <a:pt x="0" y="143510"/>
                  </a:lnTo>
                  <a:lnTo>
                    <a:pt x="0" y="144779"/>
                  </a:lnTo>
                  <a:lnTo>
                    <a:pt x="6350" y="144779"/>
                  </a:lnTo>
                  <a:lnTo>
                    <a:pt x="6350" y="143510"/>
                  </a:lnTo>
                  <a:close/>
                </a:path>
                <a:path w="6350" h="471169">
                  <a:moveTo>
                    <a:pt x="6350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39700"/>
                  </a:lnTo>
                  <a:close/>
                </a:path>
                <a:path w="6350" h="471169">
                  <a:moveTo>
                    <a:pt x="6350" y="130810"/>
                  </a:moveTo>
                  <a:lnTo>
                    <a:pt x="0" y="130810"/>
                  </a:lnTo>
                  <a:lnTo>
                    <a:pt x="0" y="138429"/>
                  </a:lnTo>
                  <a:lnTo>
                    <a:pt x="6350" y="138429"/>
                  </a:lnTo>
                  <a:lnTo>
                    <a:pt x="6350" y="130810"/>
                  </a:lnTo>
                  <a:close/>
                </a:path>
                <a:path w="6350" h="471169">
                  <a:moveTo>
                    <a:pt x="635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7000"/>
                  </a:lnTo>
                  <a:close/>
                </a:path>
                <a:path w="6350" h="471169">
                  <a:moveTo>
                    <a:pt x="6350" y="124460"/>
                  </a:moveTo>
                  <a:lnTo>
                    <a:pt x="0" y="124460"/>
                  </a:lnTo>
                  <a:lnTo>
                    <a:pt x="0" y="125729"/>
                  </a:lnTo>
                  <a:lnTo>
                    <a:pt x="6350" y="125729"/>
                  </a:lnTo>
                  <a:lnTo>
                    <a:pt x="6350" y="124460"/>
                  </a:lnTo>
                  <a:close/>
                </a:path>
                <a:path w="6350" h="471169">
                  <a:moveTo>
                    <a:pt x="635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0650"/>
                  </a:lnTo>
                  <a:close/>
                </a:path>
                <a:path w="6350" h="471169">
                  <a:moveTo>
                    <a:pt x="6350" y="118110"/>
                  </a:moveTo>
                  <a:lnTo>
                    <a:pt x="0" y="118110"/>
                  </a:lnTo>
                  <a:lnTo>
                    <a:pt x="0" y="119379"/>
                  </a:lnTo>
                  <a:lnTo>
                    <a:pt x="6350" y="119379"/>
                  </a:lnTo>
                  <a:lnTo>
                    <a:pt x="6350" y="118110"/>
                  </a:lnTo>
                  <a:close/>
                </a:path>
                <a:path w="6350" h="471169">
                  <a:moveTo>
                    <a:pt x="635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4300"/>
                  </a:lnTo>
                  <a:close/>
                </a:path>
                <a:path w="6350" h="471169">
                  <a:moveTo>
                    <a:pt x="6350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6350" y="113029"/>
                  </a:lnTo>
                  <a:lnTo>
                    <a:pt x="6350" y="111760"/>
                  </a:lnTo>
                  <a:close/>
                </a:path>
                <a:path w="6350" h="471169">
                  <a:moveTo>
                    <a:pt x="635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7950"/>
                  </a:lnTo>
                  <a:close/>
                </a:path>
                <a:path w="6350" h="471169">
                  <a:moveTo>
                    <a:pt x="635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6350" y="106679"/>
                  </a:lnTo>
                  <a:lnTo>
                    <a:pt x="6350" y="105410"/>
                  </a:lnTo>
                  <a:close/>
                </a:path>
                <a:path w="6350" h="471169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471169">
                  <a:moveTo>
                    <a:pt x="635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6350" y="100329"/>
                  </a:lnTo>
                  <a:lnTo>
                    <a:pt x="6350" y="99060"/>
                  </a:lnTo>
                  <a:close/>
                </a:path>
                <a:path w="6350" h="471169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471169">
                  <a:moveTo>
                    <a:pt x="6350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6350" y="93979"/>
                  </a:lnTo>
                  <a:lnTo>
                    <a:pt x="6350" y="92710"/>
                  </a:lnTo>
                  <a:close/>
                </a:path>
                <a:path w="6350" h="471169">
                  <a:moveTo>
                    <a:pt x="635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8900"/>
                  </a:lnTo>
                  <a:close/>
                </a:path>
                <a:path w="6350" h="471169">
                  <a:moveTo>
                    <a:pt x="6350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6350" y="87629"/>
                  </a:lnTo>
                  <a:lnTo>
                    <a:pt x="6350" y="86360"/>
                  </a:lnTo>
                  <a:close/>
                </a:path>
                <a:path w="6350" h="471169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471169">
                  <a:moveTo>
                    <a:pt x="635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80010"/>
                  </a:lnTo>
                  <a:close/>
                </a:path>
                <a:path w="6350" h="471169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471169">
                  <a:moveTo>
                    <a:pt x="635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3660"/>
                  </a:lnTo>
                  <a:close/>
                </a:path>
                <a:path w="6350" h="471169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471169">
                  <a:moveTo>
                    <a:pt x="635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7310"/>
                  </a:lnTo>
                  <a:close/>
                </a:path>
                <a:path w="6350" h="471169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471169">
                  <a:moveTo>
                    <a:pt x="635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60960"/>
                  </a:lnTo>
                  <a:close/>
                </a:path>
                <a:path w="6350" h="471169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471169">
                  <a:moveTo>
                    <a:pt x="635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4610"/>
                  </a:lnTo>
                  <a:close/>
                </a:path>
                <a:path w="6350" h="471169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471169">
                  <a:moveTo>
                    <a:pt x="635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8260"/>
                  </a:lnTo>
                  <a:close/>
                </a:path>
                <a:path w="6350" h="471169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471169">
                  <a:moveTo>
                    <a:pt x="635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1910"/>
                  </a:lnTo>
                  <a:close/>
                </a:path>
                <a:path w="6350" h="471169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471169">
                  <a:moveTo>
                    <a:pt x="635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5560"/>
                  </a:lnTo>
                  <a:close/>
                </a:path>
                <a:path w="6350" h="471169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471169">
                  <a:moveTo>
                    <a:pt x="635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9210"/>
                  </a:lnTo>
                  <a:close/>
                </a:path>
                <a:path w="6350" h="471169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471169">
                  <a:moveTo>
                    <a:pt x="635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2860"/>
                  </a:lnTo>
                  <a:close/>
                </a:path>
                <a:path w="6350" h="471169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471169">
                  <a:moveTo>
                    <a:pt x="635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6510"/>
                  </a:lnTo>
                  <a:close/>
                </a:path>
                <a:path w="6350" h="471169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471169">
                  <a:moveTo>
                    <a:pt x="635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10160"/>
                  </a:lnTo>
                  <a:close/>
                </a:path>
                <a:path w="6350" h="471169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471169">
                  <a:moveTo>
                    <a:pt x="635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10"/>
                  </a:lnTo>
                  <a:close/>
                </a:path>
                <a:path w="6350" h="471169">
                  <a:moveTo>
                    <a:pt x="6350" y="0"/>
                  </a:moveTo>
                  <a:lnTo>
                    <a:pt x="1270" y="0"/>
                  </a:lnTo>
                  <a:lnTo>
                    <a:pt x="127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471169">
                  <a:moveTo>
                    <a:pt x="6350" y="152400"/>
                  </a:moveTo>
                  <a:lnTo>
                    <a:pt x="0" y="15240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52400"/>
                  </a:lnTo>
                  <a:close/>
                </a:path>
                <a:path w="6350" h="471169">
                  <a:moveTo>
                    <a:pt x="6350" y="165100"/>
                  </a:moveTo>
                  <a:lnTo>
                    <a:pt x="0" y="165100"/>
                  </a:lnTo>
                  <a:lnTo>
                    <a:pt x="0" y="264160"/>
                  </a:lnTo>
                  <a:lnTo>
                    <a:pt x="6350" y="264160"/>
                  </a:lnTo>
                  <a:lnTo>
                    <a:pt x="6350" y="165100"/>
                  </a:lnTo>
                  <a:close/>
                </a:path>
                <a:path w="6350" h="471169">
                  <a:moveTo>
                    <a:pt x="6350" y="264160"/>
                  </a:moveTo>
                  <a:lnTo>
                    <a:pt x="0" y="264160"/>
                  </a:lnTo>
                  <a:lnTo>
                    <a:pt x="0" y="323850"/>
                  </a:lnTo>
                  <a:lnTo>
                    <a:pt x="6350" y="323850"/>
                  </a:lnTo>
                  <a:lnTo>
                    <a:pt x="6350" y="264160"/>
                  </a:lnTo>
                  <a:close/>
                </a:path>
                <a:path w="6350" h="471169">
                  <a:moveTo>
                    <a:pt x="6350" y="323850"/>
                  </a:moveTo>
                  <a:lnTo>
                    <a:pt x="0" y="323850"/>
                  </a:lnTo>
                  <a:lnTo>
                    <a:pt x="0" y="336550"/>
                  </a:lnTo>
                  <a:lnTo>
                    <a:pt x="6350" y="336550"/>
                  </a:lnTo>
                  <a:lnTo>
                    <a:pt x="6350" y="323850"/>
                  </a:lnTo>
                  <a:close/>
                </a:path>
                <a:path w="6350" h="471169">
                  <a:moveTo>
                    <a:pt x="6350" y="337820"/>
                  </a:moveTo>
                  <a:lnTo>
                    <a:pt x="0" y="337820"/>
                  </a:lnTo>
                  <a:lnTo>
                    <a:pt x="0" y="469900"/>
                  </a:lnTo>
                  <a:lnTo>
                    <a:pt x="3810" y="469900"/>
                  </a:lnTo>
                  <a:lnTo>
                    <a:pt x="3810" y="471170"/>
                  </a:lnTo>
                  <a:lnTo>
                    <a:pt x="6350" y="471170"/>
                  </a:lnTo>
                  <a:lnTo>
                    <a:pt x="6350" y="33782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1">
              <a:extLst>
                <a:ext uri="{FF2B5EF4-FFF2-40B4-BE49-F238E27FC236}">
                  <a16:creationId xmlns:a16="http://schemas.microsoft.com/office/drawing/2014/main" id="{50C398FD-012A-92D1-B459-A96820240D1E}"/>
                </a:ext>
              </a:extLst>
            </p:cNvPr>
            <p:cNvSpPr/>
            <p:nvPr/>
          </p:nvSpPr>
          <p:spPr>
            <a:xfrm>
              <a:off x="2669540" y="2613659"/>
              <a:ext cx="7620" cy="473709"/>
            </a:xfrm>
            <a:custGeom>
              <a:avLst/>
              <a:gdLst/>
              <a:ahLst/>
              <a:cxnLst/>
              <a:rect l="l" t="t" r="r" b="b"/>
              <a:pathLst>
                <a:path w="7619" h="473710">
                  <a:moveTo>
                    <a:pt x="762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30"/>
                  </a:lnTo>
                  <a:close/>
                </a:path>
                <a:path w="7619" h="473710">
                  <a:moveTo>
                    <a:pt x="762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20" y="149860"/>
                  </a:lnTo>
                  <a:lnTo>
                    <a:pt x="7620" y="147320"/>
                  </a:lnTo>
                  <a:close/>
                </a:path>
                <a:path w="7619" h="473710">
                  <a:moveTo>
                    <a:pt x="762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80"/>
                  </a:lnTo>
                  <a:close/>
                </a:path>
                <a:path w="7619" h="473710">
                  <a:moveTo>
                    <a:pt x="762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20" y="143510"/>
                  </a:lnTo>
                  <a:lnTo>
                    <a:pt x="7620" y="140970"/>
                  </a:lnTo>
                  <a:close/>
                </a:path>
                <a:path w="7619" h="473710">
                  <a:moveTo>
                    <a:pt x="7620" y="132080"/>
                  </a:moveTo>
                  <a:lnTo>
                    <a:pt x="0" y="13208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2080"/>
                  </a:lnTo>
                  <a:close/>
                </a:path>
                <a:path w="7619" h="473710">
                  <a:moveTo>
                    <a:pt x="762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28270"/>
                  </a:lnTo>
                  <a:close/>
                </a:path>
                <a:path w="7619" h="473710">
                  <a:moveTo>
                    <a:pt x="762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30"/>
                  </a:lnTo>
                  <a:close/>
                </a:path>
                <a:path w="7619" h="473710">
                  <a:moveTo>
                    <a:pt x="762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20" y="124460"/>
                  </a:lnTo>
                  <a:lnTo>
                    <a:pt x="7620" y="121920"/>
                  </a:lnTo>
                  <a:close/>
                </a:path>
                <a:path w="7619" h="473710">
                  <a:moveTo>
                    <a:pt x="762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80"/>
                  </a:lnTo>
                  <a:close/>
                </a:path>
                <a:path w="7619" h="473710">
                  <a:moveTo>
                    <a:pt x="762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20" y="118110"/>
                  </a:lnTo>
                  <a:lnTo>
                    <a:pt x="7620" y="115570"/>
                  </a:lnTo>
                  <a:close/>
                </a:path>
                <a:path w="7619" h="473710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19" h="473710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19" h="473710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19" h="473710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19" h="473710">
                  <a:moveTo>
                    <a:pt x="762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30"/>
                  </a:lnTo>
                  <a:close/>
                </a:path>
                <a:path w="7619" h="473710">
                  <a:moveTo>
                    <a:pt x="762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6520"/>
                  </a:lnTo>
                  <a:close/>
                </a:path>
                <a:path w="7619" h="473710">
                  <a:moveTo>
                    <a:pt x="762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80"/>
                  </a:lnTo>
                  <a:close/>
                </a:path>
                <a:path w="7619" h="473710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19" h="473710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19" h="473710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19" h="473710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19" h="473710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19" h="473710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19" h="473710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19" h="473710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19" h="473710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19" h="473710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19" h="473710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19" h="473710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19" h="473710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19" h="473710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19" h="473710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19" h="473710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473710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473710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473710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473710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19" h="473710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19" h="473710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19" h="473710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473710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473710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473710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473710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473710">
                  <a:moveTo>
                    <a:pt x="762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80"/>
                  </a:lnTo>
                  <a:close/>
                </a:path>
                <a:path w="7619" h="473710">
                  <a:moveTo>
                    <a:pt x="25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7619" h="473710">
                  <a:moveTo>
                    <a:pt x="7620" y="153670"/>
                  </a:moveTo>
                  <a:lnTo>
                    <a:pt x="0" y="153670"/>
                  </a:lnTo>
                  <a:lnTo>
                    <a:pt x="0" y="166370"/>
                  </a:lnTo>
                  <a:lnTo>
                    <a:pt x="7620" y="166370"/>
                  </a:lnTo>
                  <a:lnTo>
                    <a:pt x="7620" y="153670"/>
                  </a:lnTo>
                  <a:close/>
                </a:path>
                <a:path w="7619" h="473710">
                  <a:moveTo>
                    <a:pt x="7620" y="166370"/>
                  </a:moveTo>
                  <a:lnTo>
                    <a:pt x="0" y="166370"/>
                  </a:lnTo>
                  <a:lnTo>
                    <a:pt x="0" y="265430"/>
                  </a:lnTo>
                  <a:lnTo>
                    <a:pt x="7620" y="265430"/>
                  </a:lnTo>
                  <a:lnTo>
                    <a:pt x="7620" y="166370"/>
                  </a:lnTo>
                  <a:close/>
                </a:path>
                <a:path w="7619" h="473710">
                  <a:moveTo>
                    <a:pt x="7620" y="265430"/>
                  </a:moveTo>
                  <a:lnTo>
                    <a:pt x="0" y="265430"/>
                  </a:lnTo>
                  <a:lnTo>
                    <a:pt x="0" y="325120"/>
                  </a:lnTo>
                  <a:lnTo>
                    <a:pt x="7620" y="325120"/>
                  </a:lnTo>
                  <a:lnTo>
                    <a:pt x="7620" y="265430"/>
                  </a:lnTo>
                  <a:close/>
                </a:path>
                <a:path w="7619" h="473710">
                  <a:moveTo>
                    <a:pt x="7620" y="325120"/>
                  </a:moveTo>
                  <a:lnTo>
                    <a:pt x="0" y="325120"/>
                  </a:lnTo>
                  <a:lnTo>
                    <a:pt x="0" y="337820"/>
                  </a:lnTo>
                  <a:lnTo>
                    <a:pt x="7620" y="337820"/>
                  </a:lnTo>
                  <a:lnTo>
                    <a:pt x="7620" y="325120"/>
                  </a:lnTo>
                  <a:close/>
                </a:path>
                <a:path w="7619" h="473710">
                  <a:moveTo>
                    <a:pt x="7620" y="339090"/>
                  </a:moveTo>
                  <a:lnTo>
                    <a:pt x="0" y="339090"/>
                  </a:lnTo>
                  <a:lnTo>
                    <a:pt x="0" y="472440"/>
                  </a:lnTo>
                  <a:lnTo>
                    <a:pt x="6350" y="472440"/>
                  </a:lnTo>
                  <a:lnTo>
                    <a:pt x="6350" y="473710"/>
                  </a:lnTo>
                  <a:lnTo>
                    <a:pt x="7620" y="473710"/>
                  </a:lnTo>
                  <a:lnTo>
                    <a:pt x="7620" y="339090"/>
                  </a:lnTo>
                  <a:close/>
                </a:path>
              </a:pathLst>
            </a:custGeom>
            <a:solidFill>
              <a:srgbClr val="8B8B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2">
              <a:extLst>
                <a:ext uri="{FF2B5EF4-FFF2-40B4-BE49-F238E27FC236}">
                  <a16:creationId xmlns:a16="http://schemas.microsoft.com/office/drawing/2014/main" id="{A40301B0-775D-8E0C-5D99-0E56B40525AC}"/>
                </a:ext>
              </a:extLst>
            </p:cNvPr>
            <p:cNvSpPr/>
            <p:nvPr/>
          </p:nvSpPr>
          <p:spPr>
            <a:xfrm>
              <a:off x="2677160" y="2611119"/>
              <a:ext cx="7620" cy="477520"/>
            </a:xfrm>
            <a:custGeom>
              <a:avLst/>
              <a:gdLst/>
              <a:ahLst/>
              <a:cxnLst/>
              <a:rect l="l" t="t" r="r" b="b"/>
              <a:pathLst>
                <a:path w="7619" h="477519">
                  <a:moveTo>
                    <a:pt x="7619" y="153670"/>
                  </a:moveTo>
                  <a:lnTo>
                    <a:pt x="0" y="15367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53670"/>
                  </a:lnTo>
                  <a:close/>
                </a:path>
                <a:path w="7619" h="477519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477519">
                  <a:moveTo>
                    <a:pt x="7619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7320"/>
                  </a:lnTo>
                  <a:close/>
                </a:path>
                <a:path w="7619" h="477519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477519">
                  <a:moveTo>
                    <a:pt x="7619" y="134620"/>
                  </a:moveTo>
                  <a:lnTo>
                    <a:pt x="0" y="13462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34620"/>
                  </a:lnTo>
                  <a:close/>
                </a:path>
                <a:path w="7619" h="477519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477519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477519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477519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477519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477519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477519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477519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477519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477519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47751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47751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47751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47751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47751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47751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47751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47751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47751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47751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47751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47751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47751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47751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47751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47751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47751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47751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47751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47751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47751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47751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47751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47751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47751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47751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47751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47751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47751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47751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477519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477519">
                  <a:moveTo>
                    <a:pt x="50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1270"/>
                  </a:lnTo>
                  <a:lnTo>
                    <a:pt x="5079" y="1270"/>
                  </a:lnTo>
                  <a:lnTo>
                    <a:pt x="5079" y="0"/>
                  </a:lnTo>
                  <a:close/>
                </a:path>
                <a:path w="7619" h="477519">
                  <a:moveTo>
                    <a:pt x="7619" y="156210"/>
                  </a:moveTo>
                  <a:lnTo>
                    <a:pt x="0" y="156210"/>
                  </a:lnTo>
                  <a:lnTo>
                    <a:pt x="0" y="168910"/>
                  </a:lnTo>
                  <a:lnTo>
                    <a:pt x="7619" y="168910"/>
                  </a:lnTo>
                  <a:lnTo>
                    <a:pt x="7619" y="156210"/>
                  </a:lnTo>
                  <a:close/>
                </a:path>
                <a:path w="7619" h="477519">
                  <a:moveTo>
                    <a:pt x="7619" y="168910"/>
                  </a:moveTo>
                  <a:lnTo>
                    <a:pt x="0" y="168910"/>
                  </a:lnTo>
                  <a:lnTo>
                    <a:pt x="0" y="267970"/>
                  </a:lnTo>
                  <a:lnTo>
                    <a:pt x="7619" y="267970"/>
                  </a:lnTo>
                  <a:lnTo>
                    <a:pt x="7619" y="168910"/>
                  </a:lnTo>
                  <a:close/>
                </a:path>
                <a:path w="7619" h="477519">
                  <a:moveTo>
                    <a:pt x="7619" y="267970"/>
                  </a:moveTo>
                  <a:lnTo>
                    <a:pt x="0" y="267970"/>
                  </a:lnTo>
                  <a:lnTo>
                    <a:pt x="0" y="327660"/>
                  </a:lnTo>
                  <a:lnTo>
                    <a:pt x="7619" y="327660"/>
                  </a:lnTo>
                  <a:lnTo>
                    <a:pt x="7619" y="267970"/>
                  </a:lnTo>
                  <a:close/>
                </a:path>
                <a:path w="7619" h="477519">
                  <a:moveTo>
                    <a:pt x="7619" y="327660"/>
                  </a:moveTo>
                  <a:lnTo>
                    <a:pt x="0" y="327660"/>
                  </a:lnTo>
                  <a:lnTo>
                    <a:pt x="0" y="340360"/>
                  </a:lnTo>
                  <a:lnTo>
                    <a:pt x="7619" y="340360"/>
                  </a:lnTo>
                  <a:lnTo>
                    <a:pt x="7619" y="327660"/>
                  </a:lnTo>
                  <a:close/>
                </a:path>
                <a:path w="7619" h="477519">
                  <a:moveTo>
                    <a:pt x="7619" y="341630"/>
                  </a:moveTo>
                  <a:lnTo>
                    <a:pt x="0" y="341630"/>
                  </a:lnTo>
                  <a:lnTo>
                    <a:pt x="0" y="476250"/>
                  </a:lnTo>
                  <a:lnTo>
                    <a:pt x="3809" y="476250"/>
                  </a:lnTo>
                  <a:lnTo>
                    <a:pt x="3809" y="477520"/>
                  </a:lnTo>
                  <a:lnTo>
                    <a:pt x="7619" y="477520"/>
                  </a:lnTo>
                  <a:lnTo>
                    <a:pt x="7619" y="341630"/>
                  </a:lnTo>
                  <a:close/>
                </a:path>
              </a:pathLst>
            </a:custGeom>
            <a:solidFill>
              <a:srgbClr val="8989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3">
              <a:extLst>
                <a:ext uri="{FF2B5EF4-FFF2-40B4-BE49-F238E27FC236}">
                  <a16:creationId xmlns:a16="http://schemas.microsoft.com/office/drawing/2014/main" id="{7D3EC1F5-4C70-312E-DDE4-A9DF887556CC}"/>
                </a:ext>
              </a:extLst>
            </p:cNvPr>
            <p:cNvSpPr/>
            <p:nvPr/>
          </p:nvSpPr>
          <p:spPr>
            <a:xfrm>
              <a:off x="2691765" y="2607309"/>
              <a:ext cx="0" cy="485140"/>
            </a:xfrm>
            <a:custGeom>
              <a:avLst/>
              <a:gdLst/>
              <a:ahLst/>
              <a:cxnLst/>
              <a:rect l="l" t="t" r="r" b="b"/>
              <a:pathLst>
                <a:path h="485139">
                  <a:moveTo>
                    <a:pt x="0" y="0"/>
                  </a:moveTo>
                  <a:lnTo>
                    <a:pt x="0" y="485140"/>
                  </a:lnTo>
                </a:path>
              </a:pathLst>
            </a:custGeom>
            <a:ln w="7619">
              <a:solidFill>
                <a:srgbClr val="88888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4">
              <a:extLst>
                <a:ext uri="{FF2B5EF4-FFF2-40B4-BE49-F238E27FC236}">
                  <a16:creationId xmlns:a16="http://schemas.microsoft.com/office/drawing/2014/main" id="{2976E4E5-D81B-10E4-9617-112618E75003}"/>
                </a:ext>
              </a:extLst>
            </p:cNvPr>
            <p:cNvSpPr/>
            <p:nvPr/>
          </p:nvSpPr>
          <p:spPr>
            <a:xfrm>
              <a:off x="2698750" y="2604769"/>
              <a:ext cx="7620" cy="488950"/>
            </a:xfrm>
            <a:custGeom>
              <a:avLst/>
              <a:gdLst/>
              <a:ahLst/>
              <a:cxnLst/>
              <a:rect l="l" t="t" r="r" b="b"/>
              <a:pathLst>
                <a:path w="7619" h="488950">
                  <a:moveTo>
                    <a:pt x="7619" y="160020"/>
                  </a:moveTo>
                  <a:lnTo>
                    <a:pt x="0" y="160020"/>
                  </a:lnTo>
                  <a:lnTo>
                    <a:pt x="0" y="161289"/>
                  </a:lnTo>
                  <a:lnTo>
                    <a:pt x="7619" y="161289"/>
                  </a:lnTo>
                  <a:lnTo>
                    <a:pt x="7619" y="160020"/>
                  </a:lnTo>
                  <a:close/>
                </a:path>
                <a:path w="7619" h="48895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488950">
                  <a:moveTo>
                    <a:pt x="7619" y="153670"/>
                  </a:moveTo>
                  <a:lnTo>
                    <a:pt x="0" y="15367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53670"/>
                  </a:lnTo>
                  <a:close/>
                </a:path>
                <a:path w="7619" h="48895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488950">
                  <a:moveTo>
                    <a:pt x="7619" y="140970"/>
                  </a:moveTo>
                  <a:lnTo>
                    <a:pt x="0" y="14097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0970"/>
                  </a:lnTo>
                  <a:close/>
                </a:path>
                <a:path w="7619" h="48895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488950">
                  <a:moveTo>
                    <a:pt x="7619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4620"/>
                  </a:lnTo>
                  <a:close/>
                </a:path>
                <a:path w="7619" h="48895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488950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48895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488950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48895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488950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48895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488950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48895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488950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48895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488950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48895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488950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48895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488950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48895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488950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48895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488950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48895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488950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48895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488950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48895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488950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48895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488950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48895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488950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48895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488950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48895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488950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48895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488950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48895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488950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48895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488950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48895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488950">
                  <a:moveTo>
                    <a:pt x="7619" y="0"/>
                  </a:moveTo>
                  <a:lnTo>
                    <a:pt x="3810" y="0"/>
                  </a:lnTo>
                  <a:lnTo>
                    <a:pt x="381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488950">
                  <a:moveTo>
                    <a:pt x="7619" y="162560"/>
                  </a:moveTo>
                  <a:lnTo>
                    <a:pt x="0" y="162560"/>
                  </a:lnTo>
                  <a:lnTo>
                    <a:pt x="0" y="175260"/>
                  </a:lnTo>
                  <a:lnTo>
                    <a:pt x="7619" y="175260"/>
                  </a:lnTo>
                  <a:lnTo>
                    <a:pt x="7619" y="162560"/>
                  </a:lnTo>
                  <a:close/>
                </a:path>
                <a:path w="7619" h="488950">
                  <a:moveTo>
                    <a:pt x="7619" y="175260"/>
                  </a:moveTo>
                  <a:lnTo>
                    <a:pt x="0" y="175260"/>
                  </a:lnTo>
                  <a:lnTo>
                    <a:pt x="0" y="274320"/>
                  </a:lnTo>
                  <a:lnTo>
                    <a:pt x="7619" y="274320"/>
                  </a:lnTo>
                  <a:lnTo>
                    <a:pt x="7619" y="175260"/>
                  </a:lnTo>
                  <a:close/>
                </a:path>
                <a:path w="7619" h="488950">
                  <a:moveTo>
                    <a:pt x="7619" y="274320"/>
                  </a:moveTo>
                  <a:lnTo>
                    <a:pt x="0" y="274320"/>
                  </a:lnTo>
                  <a:lnTo>
                    <a:pt x="0" y="334010"/>
                  </a:lnTo>
                  <a:lnTo>
                    <a:pt x="7619" y="334010"/>
                  </a:lnTo>
                  <a:lnTo>
                    <a:pt x="7619" y="274320"/>
                  </a:lnTo>
                  <a:close/>
                </a:path>
                <a:path w="7619" h="488950">
                  <a:moveTo>
                    <a:pt x="7619" y="334010"/>
                  </a:moveTo>
                  <a:lnTo>
                    <a:pt x="0" y="334010"/>
                  </a:lnTo>
                  <a:lnTo>
                    <a:pt x="0" y="346710"/>
                  </a:lnTo>
                  <a:lnTo>
                    <a:pt x="7619" y="346710"/>
                  </a:lnTo>
                  <a:lnTo>
                    <a:pt x="7619" y="334010"/>
                  </a:lnTo>
                  <a:close/>
                </a:path>
                <a:path w="7619" h="488950">
                  <a:moveTo>
                    <a:pt x="7619" y="347980"/>
                  </a:moveTo>
                  <a:lnTo>
                    <a:pt x="0" y="347980"/>
                  </a:lnTo>
                  <a:lnTo>
                    <a:pt x="0" y="487680"/>
                  </a:lnTo>
                  <a:lnTo>
                    <a:pt x="2539" y="487680"/>
                  </a:lnTo>
                  <a:lnTo>
                    <a:pt x="2539" y="488950"/>
                  </a:lnTo>
                  <a:lnTo>
                    <a:pt x="7619" y="488950"/>
                  </a:lnTo>
                  <a:lnTo>
                    <a:pt x="7619" y="347980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5">
              <a:extLst>
                <a:ext uri="{FF2B5EF4-FFF2-40B4-BE49-F238E27FC236}">
                  <a16:creationId xmlns:a16="http://schemas.microsoft.com/office/drawing/2014/main" id="{DA9D74C2-1272-5F63-9C2A-4AA46A056790}"/>
                </a:ext>
              </a:extLst>
            </p:cNvPr>
            <p:cNvSpPr/>
            <p:nvPr/>
          </p:nvSpPr>
          <p:spPr>
            <a:xfrm>
              <a:off x="2706370" y="2604769"/>
              <a:ext cx="6350" cy="491490"/>
            </a:xfrm>
            <a:custGeom>
              <a:avLst/>
              <a:gdLst/>
              <a:ahLst/>
              <a:cxnLst/>
              <a:rect l="l" t="t" r="r" b="b"/>
              <a:pathLst>
                <a:path w="6350" h="491489">
                  <a:moveTo>
                    <a:pt x="6350" y="160020"/>
                  </a:moveTo>
                  <a:lnTo>
                    <a:pt x="0" y="160020"/>
                  </a:lnTo>
                  <a:lnTo>
                    <a:pt x="0" y="161289"/>
                  </a:lnTo>
                  <a:lnTo>
                    <a:pt x="6350" y="161289"/>
                  </a:lnTo>
                  <a:lnTo>
                    <a:pt x="6350" y="160020"/>
                  </a:lnTo>
                  <a:close/>
                </a:path>
                <a:path w="6350" h="491489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491489">
                  <a:moveTo>
                    <a:pt x="6350" y="153670"/>
                  </a:moveTo>
                  <a:lnTo>
                    <a:pt x="0" y="153670"/>
                  </a:lnTo>
                  <a:lnTo>
                    <a:pt x="0" y="154939"/>
                  </a:lnTo>
                  <a:lnTo>
                    <a:pt x="6350" y="154939"/>
                  </a:lnTo>
                  <a:lnTo>
                    <a:pt x="6350" y="153670"/>
                  </a:lnTo>
                  <a:close/>
                </a:path>
                <a:path w="6350" h="491489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491489">
                  <a:moveTo>
                    <a:pt x="6350" y="140970"/>
                  </a:moveTo>
                  <a:lnTo>
                    <a:pt x="0" y="14097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40970"/>
                  </a:lnTo>
                  <a:close/>
                </a:path>
                <a:path w="6350" h="491489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491489">
                  <a:moveTo>
                    <a:pt x="6350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4620"/>
                  </a:lnTo>
                  <a:close/>
                </a:path>
                <a:path w="6350" h="491489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491489">
                  <a:moveTo>
                    <a:pt x="6350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8270"/>
                  </a:lnTo>
                  <a:close/>
                </a:path>
                <a:path w="6350" h="491489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491489">
                  <a:moveTo>
                    <a:pt x="6350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1920"/>
                  </a:lnTo>
                  <a:close/>
                </a:path>
                <a:path w="6350" h="491489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491489">
                  <a:moveTo>
                    <a:pt x="635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5570"/>
                  </a:lnTo>
                  <a:close/>
                </a:path>
                <a:path w="6350" h="491489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491489">
                  <a:moveTo>
                    <a:pt x="635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9220"/>
                  </a:lnTo>
                  <a:close/>
                </a:path>
                <a:path w="6350" h="491489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491489">
                  <a:moveTo>
                    <a:pt x="635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2870"/>
                  </a:lnTo>
                  <a:close/>
                </a:path>
                <a:path w="6350" h="491489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491489">
                  <a:moveTo>
                    <a:pt x="635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6520"/>
                  </a:lnTo>
                  <a:close/>
                </a:path>
                <a:path w="6350" h="491489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491489">
                  <a:moveTo>
                    <a:pt x="635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90170"/>
                  </a:lnTo>
                  <a:close/>
                </a:path>
                <a:path w="6350" h="491489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491489">
                  <a:moveTo>
                    <a:pt x="635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3820"/>
                  </a:lnTo>
                  <a:close/>
                </a:path>
                <a:path w="6350" h="491489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491489">
                  <a:moveTo>
                    <a:pt x="635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7470"/>
                  </a:lnTo>
                  <a:close/>
                </a:path>
                <a:path w="6350" h="491489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491489">
                  <a:moveTo>
                    <a:pt x="635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71120"/>
                  </a:lnTo>
                  <a:close/>
                </a:path>
                <a:path w="6350" h="491489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491489">
                  <a:moveTo>
                    <a:pt x="635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4770"/>
                  </a:lnTo>
                  <a:close/>
                </a:path>
                <a:path w="6350" h="491489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491489">
                  <a:moveTo>
                    <a:pt x="635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8420"/>
                  </a:lnTo>
                  <a:close/>
                </a:path>
                <a:path w="6350" h="491489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491489">
                  <a:moveTo>
                    <a:pt x="635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2070"/>
                  </a:lnTo>
                  <a:close/>
                </a:path>
                <a:path w="6350" h="491489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491489">
                  <a:moveTo>
                    <a:pt x="635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5720"/>
                  </a:lnTo>
                  <a:close/>
                </a:path>
                <a:path w="6350" h="491489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491489">
                  <a:moveTo>
                    <a:pt x="635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9370"/>
                  </a:lnTo>
                  <a:close/>
                </a:path>
                <a:path w="6350" h="491489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491489">
                  <a:moveTo>
                    <a:pt x="635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3020"/>
                  </a:lnTo>
                  <a:close/>
                </a:path>
                <a:path w="6350" h="491489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491489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491489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491489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491489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491489">
                  <a:moveTo>
                    <a:pt x="635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3970"/>
                  </a:lnTo>
                  <a:close/>
                </a:path>
                <a:path w="6350" h="491489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491489">
                  <a:moveTo>
                    <a:pt x="635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20"/>
                  </a:lnTo>
                  <a:close/>
                </a:path>
                <a:path w="6350" h="491489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49148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6350" h="491489">
                  <a:moveTo>
                    <a:pt x="6350" y="162560"/>
                  </a:moveTo>
                  <a:lnTo>
                    <a:pt x="0" y="162560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62560"/>
                  </a:lnTo>
                  <a:close/>
                </a:path>
                <a:path w="6350" h="491489">
                  <a:moveTo>
                    <a:pt x="6350" y="175260"/>
                  </a:moveTo>
                  <a:lnTo>
                    <a:pt x="0" y="175260"/>
                  </a:lnTo>
                  <a:lnTo>
                    <a:pt x="0" y="274320"/>
                  </a:lnTo>
                  <a:lnTo>
                    <a:pt x="6350" y="274320"/>
                  </a:lnTo>
                  <a:lnTo>
                    <a:pt x="6350" y="175260"/>
                  </a:lnTo>
                  <a:close/>
                </a:path>
                <a:path w="6350" h="491489">
                  <a:moveTo>
                    <a:pt x="6350" y="274320"/>
                  </a:moveTo>
                  <a:lnTo>
                    <a:pt x="0" y="274320"/>
                  </a:lnTo>
                  <a:lnTo>
                    <a:pt x="0" y="334010"/>
                  </a:lnTo>
                  <a:lnTo>
                    <a:pt x="6350" y="334010"/>
                  </a:lnTo>
                  <a:lnTo>
                    <a:pt x="6350" y="274320"/>
                  </a:lnTo>
                  <a:close/>
                </a:path>
                <a:path w="6350" h="491489">
                  <a:moveTo>
                    <a:pt x="6350" y="334010"/>
                  </a:moveTo>
                  <a:lnTo>
                    <a:pt x="0" y="334010"/>
                  </a:lnTo>
                  <a:lnTo>
                    <a:pt x="0" y="346710"/>
                  </a:lnTo>
                  <a:lnTo>
                    <a:pt x="6350" y="346710"/>
                  </a:lnTo>
                  <a:lnTo>
                    <a:pt x="6350" y="334010"/>
                  </a:lnTo>
                  <a:close/>
                </a:path>
                <a:path w="6350" h="491489">
                  <a:moveTo>
                    <a:pt x="6350" y="347980"/>
                  </a:moveTo>
                  <a:lnTo>
                    <a:pt x="0" y="347980"/>
                  </a:lnTo>
                  <a:lnTo>
                    <a:pt x="0" y="491490"/>
                  </a:lnTo>
                  <a:lnTo>
                    <a:pt x="6350" y="491490"/>
                  </a:lnTo>
                  <a:lnTo>
                    <a:pt x="6350" y="347980"/>
                  </a:lnTo>
                  <a:close/>
                </a:path>
              </a:pathLst>
            </a:custGeom>
            <a:solidFill>
              <a:srgbClr val="8484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06">
              <a:extLst>
                <a:ext uri="{FF2B5EF4-FFF2-40B4-BE49-F238E27FC236}">
                  <a16:creationId xmlns:a16="http://schemas.microsoft.com/office/drawing/2014/main" id="{3B8C3AC7-69CE-979D-2861-75C71B8F96CA}"/>
                </a:ext>
              </a:extLst>
            </p:cNvPr>
            <p:cNvSpPr/>
            <p:nvPr/>
          </p:nvSpPr>
          <p:spPr>
            <a:xfrm>
              <a:off x="2712720" y="2600959"/>
              <a:ext cx="7620" cy="496570"/>
            </a:xfrm>
            <a:custGeom>
              <a:avLst/>
              <a:gdLst/>
              <a:ahLst/>
              <a:cxnLst/>
              <a:rect l="l" t="t" r="r" b="b"/>
              <a:pathLst>
                <a:path w="7619" h="496569">
                  <a:moveTo>
                    <a:pt x="7619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3830"/>
                  </a:lnTo>
                  <a:close/>
                </a:path>
                <a:path w="7619" h="496569">
                  <a:moveTo>
                    <a:pt x="7619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60020"/>
                  </a:lnTo>
                  <a:close/>
                </a:path>
                <a:path w="7619" h="496569">
                  <a:moveTo>
                    <a:pt x="7619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7480"/>
                  </a:lnTo>
                  <a:close/>
                </a:path>
                <a:path w="7619" h="496569">
                  <a:moveTo>
                    <a:pt x="7619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19" y="156210"/>
                  </a:lnTo>
                  <a:lnTo>
                    <a:pt x="7619" y="153670"/>
                  </a:lnTo>
                  <a:close/>
                </a:path>
                <a:path w="7619" h="496569">
                  <a:moveTo>
                    <a:pt x="7619" y="144780"/>
                  </a:moveTo>
                  <a:lnTo>
                    <a:pt x="0" y="14478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4780"/>
                  </a:lnTo>
                  <a:close/>
                </a:path>
                <a:path w="7619" h="496569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496569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496569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496569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496569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496569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496569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96569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96569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96569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9656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96569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96569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96569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9656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9656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9656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9656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9656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9656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9656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9656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9656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9656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9656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9656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9656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9656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9656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9656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9656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9656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9656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9656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9656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9656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9656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9656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9656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9656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9656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9656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9656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96569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96569">
                  <a:moveTo>
                    <a:pt x="7619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1269" y="1270"/>
                  </a:lnTo>
                  <a:lnTo>
                    <a:pt x="1269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496569">
                  <a:moveTo>
                    <a:pt x="7619" y="166370"/>
                  </a:moveTo>
                  <a:lnTo>
                    <a:pt x="0" y="166370"/>
                  </a:lnTo>
                  <a:lnTo>
                    <a:pt x="0" y="179070"/>
                  </a:lnTo>
                  <a:lnTo>
                    <a:pt x="7619" y="179070"/>
                  </a:lnTo>
                  <a:lnTo>
                    <a:pt x="7619" y="166370"/>
                  </a:lnTo>
                  <a:close/>
                </a:path>
                <a:path w="7619" h="496569">
                  <a:moveTo>
                    <a:pt x="7619" y="179070"/>
                  </a:moveTo>
                  <a:lnTo>
                    <a:pt x="0" y="179070"/>
                  </a:lnTo>
                  <a:lnTo>
                    <a:pt x="0" y="278130"/>
                  </a:lnTo>
                  <a:lnTo>
                    <a:pt x="7619" y="278130"/>
                  </a:lnTo>
                  <a:lnTo>
                    <a:pt x="7619" y="179070"/>
                  </a:lnTo>
                  <a:close/>
                </a:path>
                <a:path w="7619" h="496569">
                  <a:moveTo>
                    <a:pt x="7619" y="278130"/>
                  </a:moveTo>
                  <a:lnTo>
                    <a:pt x="0" y="278130"/>
                  </a:lnTo>
                  <a:lnTo>
                    <a:pt x="0" y="337820"/>
                  </a:lnTo>
                  <a:lnTo>
                    <a:pt x="7619" y="337820"/>
                  </a:lnTo>
                  <a:lnTo>
                    <a:pt x="7619" y="278130"/>
                  </a:lnTo>
                  <a:close/>
                </a:path>
                <a:path w="7619" h="496569">
                  <a:moveTo>
                    <a:pt x="7619" y="337820"/>
                  </a:moveTo>
                  <a:lnTo>
                    <a:pt x="0" y="337820"/>
                  </a:lnTo>
                  <a:lnTo>
                    <a:pt x="0" y="350520"/>
                  </a:lnTo>
                  <a:lnTo>
                    <a:pt x="7619" y="350520"/>
                  </a:lnTo>
                  <a:lnTo>
                    <a:pt x="7619" y="337820"/>
                  </a:lnTo>
                  <a:close/>
                </a:path>
                <a:path w="7619" h="496569">
                  <a:moveTo>
                    <a:pt x="7619" y="351790"/>
                  </a:moveTo>
                  <a:lnTo>
                    <a:pt x="0" y="351790"/>
                  </a:lnTo>
                  <a:lnTo>
                    <a:pt x="0" y="495300"/>
                  </a:lnTo>
                  <a:lnTo>
                    <a:pt x="1269" y="495300"/>
                  </a:lnTo>
                  <a:lnTo>
                    <a:pt x="1269" y="496570"/>
                  </a:lnTo>
                  <a:lnTo>
                    <a:pt x="7619" y="496570"/>
                  </a:lnTo>
                  <a:lnTo>
                    <a:pt x="7619" y="351790"/>
                  </a:lnTo>
                  <a:close/>
                </a:path>
              </a:pathLst>
            </a:custGeom>
            <a:solidFill>
              <a:srgbClr val="8282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07">
              <a:extLst>
                <a:ext uri="{FF2B5EF4-FFF2-40B4-BE49-F238E27FC236}">
                  <a16:creationId xmlns:a16="http://schemas.microsoft.com/office/drawing/2014/main" id="{8A788E8D-208E-728E-1742-3FF20CE15DD7}"/>
                </a:ext>
              </a:extLst>
            </p:cNvPr>
            <p:cNvSpPr/>
            <p:nvPr/>
          </p:nvSpPr>
          <p:spPr>
            <a:xfrm>
              <a:off x="2720340" y="2600959"/>
              <a:ext cx="7620" cy="497840"/>
            </a:xfrm>
            <a:custGeom>
              <a:avLst/>
              <a:gdLst/>
              <a:ahLst/>
              <a:cxnLst/>
              <a:rect l="l" t="t" r="r" b="b"/>
              <a:pathLst>
                <a:path w="7619" h="497839">
                  <a:moveTo>
                    <a:pt x="7620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3830"/>
                  </a:lnTo>
                  <a:close/>
                </a:path>
                <a:path w="7619" h="497839">
                  <a:moveTo>
                    <a:pt x="762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60020"/>
                  </a:lnTo>
                  <a:close/>
                </a:path>
                <a:path w="7619" h="497839">
                  <a:moveTo>
                    <a:pt x="762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80"/>
                  </a:lnTo>
                  <a:close/>
                </a:path>
                <a:path w="7619" h="497839">
                  <a:moveTo>
                    <a:pt x="762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20" y="156210"/>
                  </a:lnTo>
                  <a:lnTo>
                    <a:pt x="7620" y="153670"/>
                  </a:lnTo>
                  <a:close/>
                </a:path>
                <a:path w="7619" h="497839">
                  <a:moveTo>
                    <a:pt x="7620" y="144780"/>
                  </a:moveTo>
                  <a:lnTo>
                    <a:pt x="0" y="14478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4780"/>
                  </a:lnTo>
                  <a:close/>
                </a:path>
                <a:path w="7619" h="497839">
                  <a:moveTo>
                    <a:pt x="762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20" y="143510"/>
                  </a:lnTo>
                  <a:lnTo>
                    <a:pt x="7620" y="140970"/>
                  </a:lnTo>
                  <a:close/>
                </a:path>
                <a:path w="7619" h="497839">
                  <a:moveTo>
                    <a:pt x="762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30"/>
                  </a:lnTo>
                  <a:close/>
                </a:path>
                <a:path w="7619" h="497839">
                  <a:moveTo>
                    <a:pt x="762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20" y="137160"/>
                  </a:lnTo>
                  <a:lnTo>
                    <a:pt x="7620" y="134620"/>
                  </a:lnTo>
                  <a:close/>
                </a:path>
                <a:path w="7619" h="497839">
                  <a:moveTo>
                    <a:pt x="762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80"/>
                  </a:lnTo>
                  <a:close/>
                </a:path>
                <a:path w="7619" h="497839">
                  <a:moveTo>
                    <a:pt x="762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28270"/>
                  </a:lnTo>
                  <a:close/>
                </a:path>
                <a:path w="7619" h="497839">
                  <a:moveTo>
                    <a:pt x="762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30"/>
                  </a:lnTo>
                  <a:close/>
                </a:path>
                <a:path w="7619" h="497839">
                  <a:moveTo>
                    <a:pt x="762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20" y="124460"/>
                  </a:lnTo>
                  <a:lnTo>
                    <a:pt x="7620" y="121920"/>
                  </a:lnTo>
                  <a:close/>
                </a:path>
                <a:path w="7619" h="497839">
                  <a:moveTo>
                    <a:pt x="762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80"/>
                  </a:lnTo>
                  <a:close/>
                </a:path>
                <a:path w="7619" h="497839">
                  <a:moveTo>
                    <a:pt x="762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20" y="118110"/>
                  </a:lnTo>
                  <a:lnTo>
                    <a:pt x="7620" y="115570"/>
                  </a:lnTo>
                  <a:close/>
                </a:path>
                <a:path w="7619" h="497839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19" h="497839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19" h="497839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19" h="497839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19" h="497839">
                  <a:moveTo>
                    <a:pt x="762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30"/>
                  </a:lnTo>
                  <a:close/>
                </a:path>
                <a:path w="7619" h="497839">
                  <a:moveTo>
                    <a:pt x="762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6520"/>
                  </a:lnTo>
                  <a:close/>
                </a:path>
                <a:path w="7619" h="497839">
                  <a:moveTo>
                    <a:pt x="762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80"/>
                  </a:lnTo>
                  <a:close/>
                </a:path>
                <a:path w="7619" h="497839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19" h="497839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19" h="497839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19" h="497839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19" h="497839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19" h="497839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19" h="497839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19" h="497839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19" h="497839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19" h="497839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19" h="497839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19" h="497839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19" h="497839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19" h="497839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19" h="497839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19" h="497839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497839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497839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497839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497839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19" h="497839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19" h="497839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19" h="497839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497839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497839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497839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497839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497839">
                  <a:moveTo>
                    <a:pt x="762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80"/>
                  </a:lnTo>
                  <a:close/>
                </a:path>
                <a:path w="7619" h="497839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7619" h="497839">
                  <a:moveTo>
                    <a:pt x="7620" y="166370"/>
                  </a:moveTo>
                  <a:lnTo>
                    <a:pt x="0" y="166370"/>
                  </a:lnTo>
                  <a:lnTo>
                    <a:pt x="0" y="179070"/>
                  </a:lnTo>
                  <a:lnTo>
                    <a:pt x="7620" y="179070"/>
                  </a:lnTo>
                  <a:lnTo>
                    <a:pt x="7620" y="166370"/>
                  </a:lnTo>
                  <a:close/>
                </a:path>
                <a:path w="7619" h="497839">
                  <a:moveTo>
                    <a:pt x="7620" y="179070"/>
                  </a:moveTo>
                  <a:lnTo>
                    <a:pt x="0" y="179070"/>
                  </a:lnTo>
                  <a:lnTo>
                    <a:pt x="0" y="278130"/>
                  </a:lnTo>
                  <a:lnTo>
                    <a:pt x="7620" y="278130"/>
                  </a:lnTo>
                  <a:lnTo>
                    <a:pt x="7620" y="179070"/>
                  </a:lnTo>
                  <a:close/>
                </a:path>
                <a:path w="7619" h="497839">
                  <a:moveTo>
                    <a:pt x="7620" y="278130"/>
                  </a:moveTo>
                  <a:lnTo>
                    <a:pt x="0" y="278130"/>
                  </a:lnTo>
                  <a:lnTo>
                    <a:pt x="0" y="337820"/>
                  </a:lnTo>
                  <a:lnTo>
                    <a:pt x="7620" y="337820"/>
                  </a:lnTo>
                  <a:lnTo>
                    <a:pt x="7620" y="278130"/>
                  </a:lnTo>
                  <a:close/>
                </a:path>
                <a:path w="7619" h="497839">
                  <a:moveTo>
                    <a:pt x="7620" y="337820"/>
                  </a:moveTo>
                  <a:lnTo>
                    <a:pt x="0" y="337820"/>
                  </a:lnTo>
                  <a:lnTo>
                    <a:pt x="0" y="350520"/>
                  </a:lnTo>
                  <a:lnTo>
                    <a:pt x="7620" y="350520"/>
                  </a:lnTo>
                  <a:lnTo>
                    <a:pt x="7620" y="337820"/>
                  </a:lnTo>
                  <a:close/>
                </a:path>
                <a:path w="7619" h="497839">
                  <a:moveTo>
                    <a:pt x="7620" y="351790"/>
                  </a:moveTo>
                  <a:lnTo>
                    <a:pt x="0" y="351790"/>
                  </a:lnTo>
                  <a:lnTo>
                    <a:pt x="0" y="497840"/>
                  </a:lnTo>
                  <a:lnTo>
                    <a:pt x="7620" y="497840"/>
                  </a:lnTo>
                  <a:lnTo>
                    <a:pt x="7620" y="351790"/>
                  </a:lnTo>
                  <a:close/>
                </a:path>
              </a:pathLst>
            </a:custGeom>
            <a:solidFill>
              <a:srgbClr val="8181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08">
              <a:extLst>
                <a:ext uri="{FF2B5EF4-FFF2-40B4-BE49-F238E27FC236}">
                  <a16:creationId xmlns:a16="http://schemas.microsoft.com/office/drawing/2014/main" id="{05C98883-4B52-29A2-B44D-D8279DF1F729}"/>
                </a:ext>
              </a:extLst>
            </p:cNvPr>
            <p:cNvSpPr/>
            <p:nvPr/>
          </p:nvSpPr>
          <p:spPr>
            <a:xfrm>
              <a:off x="2727960" y="2598419"/>
              <a:ext cx="7620" cy="501650"/>
            </a:xfrm>
            <a:custGeom>
              <a:avLst/>
              <a:gdLst/>
              <a:ahLst/>
              <a:cxnLst/>
              <a:rect l="l" t="t" r="r" b="b"/>
              <a:pathLst>
                <a:path w="7619" h="501650">
                  <a:moveTo>
                    <a:pt x="7619" y="166370"/>
                  </a:moveTo>
                  <a:lnTo>
                    <a:pt x="0" y="166370"/>
                  </a:lnTo>
                  <a:lnTo>
                    <a:pt x="0" y="167639"/>
                  </a:lnTo>
                  <a:lnTo>
                    <a:pt x="7619" y="167639"/>
                  </a:lnTo>
                  <a:lnTo>
                    <a:pt x="7619" y="166370"/>
                  </a:lnTo>
                  <a:close/>
                </a:path>
                <a:path w="7619" h="50165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19" h="501650">
                  <a:moveTo>
                    <a:pt x="7619" y="160020"/>
                  </a:moveTo>
                  <a:lnTo>
                    <a:pt x="0" y="160020"/>
                  </a:lnTo>
                  <a:lnTo>
                    <a:pt x="0" y="161289"/>
                  </a:lnTo>
                  <a:lnTo>
                    <a:pt x="7619" y="161289"/>
                  </a:lnTo>
                  <a:lnTo>
                    <a:pt x="7619" y="160020"/>
                  </a:lnTo>
                  <a:close/>
                </a:path>
                <a:path w="7619" h="50165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501650">
                  <a:moveTo>
                    <a:pt x="7619" y="147320"/>
                  </a:moveTo>
                  <a:lnTo>
                    <a:pt x="0" y="14732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47320"/>
                  </a:lnTo>
                  <a:close/>
                </a:path>
                <a:path w="7619" h="50165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501650">
                  <a:moveTo>
                    <a:pt x="7619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40970"/>
                  </a:lnTo>
                  <a:close/>
                </a:path>
                <a:path w="7619" h="50165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501650">
                  <a:moveTo>
                    <a:pt x="7619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4620"/>
                  </a:lnTo>
                  <a:close/>
                </a:path>
                <a:path w="7619" h="50165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501650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50165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501650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50165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501650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50165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501650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50165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501650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50165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501650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50165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501650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50165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501650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50165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501650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50165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501650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50165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501650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50165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501650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50165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501650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50165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501650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50165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501650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50165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501650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50165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501650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50165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501650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50165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501650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50165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501650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50165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501650">
                  <a:moveTo>
                    <a:pt x="7619" y="0"/>
                  </a:moveTo>
                  <a:lnTo>
                    <a:pt x="3809" y="0"/>
                  </a:lnTo>
                  <a:lnTo>
                    <a:pt x="3809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501650">
                  <a:moveTo>
                    <a:pt x="7619" y="168910"/>
                  </a:moveTo>
                  <a:lnTo>
                    <a:pt x="0" y="168910"/>
                  </a:lnTo>
                  <a:lnTo>
                    <a:pt x="0" y="181610"/>
                  </a:lnTo>
                  <a:lnTo>
                    <a:pt x="7619" y="181610"/>
                  </a:lnTo>
                  <a:lnTo>
                    <a:pt x="7619" y="168910"/>
                  </a:lnTo>
                  <a:close/>
                </a:path>
                <a:path w="7619" h="501650">
                  <a:moveTo>
                    <a:pt x="7619" y="181610"/>
                  </a:moveTo>
                  <a:lnTo>
                    <a:pt x="0" y="181610"/>
                  </a:lnTo>
                  <a:lnTo>
                    <a:pt x="0" y="280670"/>
                  </a:lnTo>
                  <a:lnTo>
                    <a:pt x="7619" y="280670"/>
                  </a:lnTo>
                  <a:lnTo>
                    <a:pt x="7619" y="181610"/>
                  </a:lnTo>
                  <a:close/>
                </a:path>
                <a:path w="7619" h="501650">
                  <a:moveTo>
                    <a:pt x="7619" y="280670"/>
                  </a:moveTo>
                  <a:lnTo>
                    <a:pt x="0" y="280670"/>
                  </a:lnTo>
                  <a:lnTo>
                    <a:pt x="0" y="340360"/>
                  </a:lnTo>
                  <a:lnTo>
                    <a:pt x="7619" y="340360"/>
                  </a:lnTo>
                  <a:lnTo>
                    <a:pt x="7619" y="280670"/>
                  </a:lnTo>
                  <a:close/>
                </a:path>
                <a:path w="7619" h="501650">
                  <a:moveTo>
                    <a:pt x="7619" y="340360"/>
                  </a:moveTo>
                  <a:lnTo>
                    <a:pt x="0" y="340360"/>
                  </a:lnTo>
                  <a:lnTo>
                    <a:pt x="0" y="353060"/>
                  </a:lnTo>
                  <a:lnTo>
                    <a:pt x="7619" y="353060"/>
                  </a:lnTo>
                  <a:lnTo>
                    <a:pt x="7619" y="340360"/>
                  </a:lnTo>
                  <a:close/>
                </a:path>
                <a:path w="7619" h="501650">
                  <a:moveTo>
                    <a:pt x="7619" y="354330"/>
                  </a:moveTo>
                  <a:lnTo>
                    <a:pt x="0" y="354330"/>
                  </a:lnTo>
                  <a:lnTo>
                    <a:pt x="0" y="500380"/>
                  </a:lnTo>
                  <a:lnTo>
                    <a:pt x="2539" y="500380"/>
                  </a:lnTo>
                  <a:lnTo>
                    <a:pt x="2539" y="501650"/>
                  </a:lnTo>
                  <a:lnTo>
                    <a:pt x="7619" y="501650"/>
                  </a:lnTo>
                  <a:lnTo>
                    <a:pt x="7619" y="3543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09">
              <a:extLst>
                <a:ext uri="{FF2B5EF4-FFF2-40B4-BE49-F238E27FC236}">
                  <a16:creationId xmlns:a16="http://schemas.microsoft.com/office/drawing/2014/main" id="{F82F1795-2A44-100E-B1A6-F4D62BAEA36C}"/>
                </a:ext>
              </a:extLst>
            </p:cNvPr>
            <p:cNvSpPr/>
            <p:nvPr/>
          </p:nvSpPr>
          <p:spPr>
            <a:xfrm>
              <a:off x="2735580" y="2598419"/>
              <a:ext cx="6350" cy="502920"/>
            </a:xfrm>
            <a:custGeom>
              <a:avLst/>
              <a:gdLst/>
              <a:ahLst/>
              <a:cxnLst/>
              <a:rect l="l" t="t" r="r" b="b"/>
              <a:pathLst>
                <a:path w="6350" h="502919">
                  <a:moveTo>
                    <a:pt x="6350" y="166370"/>
                  </a:moveTo>
                  <a:lnTo>
                    <a:pt x="0" y="166370"/>
                  </a:lnTo>
                  <a:lnTo>
                    <a:pt x="0" y="167639"/>
                  </a:lnTo>
                  <a:lnTo>
                    <a:pt x="6350" y="167639"/>
                  </a:lnTo>
                  <a:lnTo>
                    <a:pt x="6350" y="166370"/>
                  </a:lnTo>
                  <a:close/>
                </a:path>
                <a:path w="6350" h="502919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502919">
                  <a:moveTo>
                    <a:pt x="6350" y="160020"/>
                  </a:moveTo>
                  <a:lnTo>
                    <a:pt x="0" y="160020"/>
                  </a:lnTo>
                  <a:lnTo>
                    <a:pt x="0" y="161289"/>
                  </a:lnTo>
                  <a:lnTo>
                    <a:pt x="6350" y="161289"/>
                  </a:lnTo>
                  <a:lnTo>
                    <a:pt x="6350" y="160020"/>
                  </a:lnTo>
                  <a:close/>
                </a:path>
                <a:path w="6350" h="502919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502919">
                  <a:moveTo>
                    <a:pt x="6350" y="147320"/>
                  </a:moveTo>
                  <a:lnTo>
                    <a:pt x="0" y="147320"/>
                  </a:lnTo>
                  <a:lnTo>
                    <a:pt x="0" y="154939"/>
                  </a:lnTo>
                  <a:lnTo>
                    <a:pt x="6350" y="154939"/>
                  </a:lnTo>
                  <a:lnTo>
                    <a:pt x="6350" y="147320"/>
                  </a:lnTo>
                  <a:close/>
                </a:path>
                <a:path w="6350" h="502919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502919">
                  <a:moveTo>
                    <a:pt x="6350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40970"/>
                  </a:lnTo>
                  <a:close/>
                </a:path>
                <a:path w="6350" h="502919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502919">
                  <a:moveTo>
                    <a:pt x="6350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4620"/>
                  </a:lnTo>
                  <a:close/>
                </a:path>
                <a:path w="6350" h="502919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502919">
                  <a:moveTo>
                    <a:pt x="6350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8270"/>
                  </a:lnTo>
                  <a:close/>
                </a:path>
                <a:path w="6350" h="502919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502919">
                  <a:moveTo>
                    <a:pt x="6350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1920"/>
                  </a:lnTo>
                  <a:close/>
                </a:path>
                <a:path w="6350" h="502919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502919">
                  <a:moveTo>
                    <a:pt x="635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5570"/>
                  </a:lnTo>
                  <a:close/>
                </a:path>
                <a:path w="6350" h="502919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502919">
                  <a:moveTo>
                    <a:pt x="635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9220"/>
                  </a:lnTo>
                  <a:close/>
                </a:path>
                <a:path w="6350" h="502919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502919">
                  <a:moveTo>
                    <a:pt x="635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2870"/>
                  </a:lnTo>
                  <a:close/>
                </a:path>
                <a:path w="6350" h="502919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502919">
                  <a:moveTo>
                    <a:pt x="635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6520"/>
                  </a:lnTo>
                  <a:close/>
                </a:path>
                <a:path w="6350" h="502919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502919">
                  <a:moveTo>
                    <a:pt x="635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90170"/>
                  </a:lnTo>
                  <a:close/>
                </a:path>
                <a:path w="6350" h="502919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502919">
                  <a:moveTo>
                    <a:pt x="635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3820"/>
                  </a:lnTo>
                  <a:close/>
                </a:path>
                <a:path w="6350" h="502919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502919">
                  <a:moveTo>
                    <a:pt x="635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7470"/>
                  </a:lnTo>
                  <a:close/>
                </a:path>
                <a:path w="6350" h="502919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502919">
                  <a:moveTo>
                    <a:pt x="635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71120"/>
                  </a:lnTo>
                  <a:close/>
                </a:path>
                <a:path w="6350" h="502919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502919">
                  <a:moveTo>
                    <a:pt x="635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4770"/>
                  </a:lnTo>
                  <a:close/>
                </a:path>
                <a:path w="6350" h="502919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502919">
                  <a:moveTo>
                    <a:pt x="635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8420"/>
                  </a:lnTo>
                  <a:close/>
                </a:path>
                <a:path w="6350" h="502919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502919">
                  <a:moveTo>
                    <a:pt x="635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2070"/>
                  </a:lnTo>
                  <a:close/>
                </a:path>
                <a:path w="6350" h="502919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502919">
                  <a:moveTo>
                    <a:pt x="635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5720"/>
                  </a:lnTo>
                  <a:close/>
                </a:path>
                <a:path w="6350" h="502919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502919">
                  <a:moveTo>
                    <a:pt x="635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9370"/>
                  </a:lnTo>
                  <a:close/>
                </a:path>
                <a:path w="6350" h="502919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502919">
                  <a:moveTo>
                    <a:pt x="635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3020"/>
                  </a:lnTo>
                  <a:close/>
                </a:path>
                <a:path w="6350" h="502919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502919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502919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502919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502919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502919">
                  <a:moveTo>
                    <a:pt x="635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3970"/>
                  </a:lnTo>
                  <a:close/>
                </a:path>
                <a:path w="6350" h="502919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502919">
                  <a:moveTo>
                    <a:pt x="635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20"/>
                  </a:lnTo>
                  <a:close/>
                </a:path>
                <a:path w="6350" h="502919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50291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6350" h="502919">
                  <a:moveTo>
                    <a:pt x="6350" y="168910"/>
                  </a:moveTo>
                  <a:lnTo>
                    <a:pt x="0" y="168910"/>
                  </a:lnTo>
                  <a:lnTo>
                    <a:pt x="0" y="181610"/>
                  </a:lnTo>
                  <a:lnTo>
                    <a:pt x="6350" y="181610"/>
                  </a:lnTo>
                  <a:lnTo>
                    <a:pt x="6350" y="168910"/>
                  </a:lnTo>
                  <a:close/>
                </a:path>
                <a:path w="6350" h="502919">
                  <a:moveTo>
                    <a:pt x="6350" y="181610"/>
                  </a:moveTo>
                  <a:lnTo>
                    <a:pt x="0" y="181610"/>
                  </a:lnTo>
                  <a:lnTo>
                    <a:pt x="0" y="280670"/>
                  </a:lnTo>
                  <a:lnTo>
                    <a:pt x="6350" y="280670"/>
                  </a:lnTo>
                  <a:lnTo>
                    <a:pt x="6350" y="181610"/>
                  </a:lnTo>
                  <a:close/>
                </a:path>
                <a:path w="6350" h="502919">
                  <a:moveTo>
                    <a:pt x="6350" y="280670"/>
                  </a:moveTo>
                  <a:lnTo>
                    <a:pt x="0" y="280670"/>
                  </a:lnTo>
                  <a:lnTo>
                    <a:pt x="0" y="340360"/>
                  </a:lnTo>
                  <a:lnTo>
                    <a:pt x="6350" y="340360"/>
                  </a:lnTo>
                  <a:lnTo>
                    <a:pt x="6350" y="280670"/>
                  </a:lnTo>
                  <a:close/>
                </a:path>
                <a:path w="6350" h="502919">
                  <a:moveTo>
                    <a:pt x="6350" y="340360"/>
                  </a:moveTo>
                  <a:lnTo>
                    <a:pt x="0" y="340360"/>
                  </a:lnTo>
                  <a:lnTo>
                    <a:pt x="0" y="353060"/>
                  </a:lnTo>
                  <a:lnTo>
                    <a:pt x="6350" y="353060"/>
                  </a:lnTo>
                  <a:lnTo>
                    <a:pt x="6350" y="340360"/>
                  </a:lnTo>
                  <a:close/>
                </a:path>
                <a:path w="6350" h="502919">
                  <a:moveTo>
                    <a:pt x="6350" y="354330"/>
                  </a:moveTo>
                  <a:lnTo>
                    <a:pt x="0" y="354330"/>
                  </a:lnTo>
                  <a:lnTo>
                    <a:pt x="0" y="501650"/>
                  </a:lnTo>
                  <a:lnTo>
                    <a:pt x="1269" y="501650"/>
                  </a:lnTo>
                  <a:lnTo>
                    <a:pt x="1269" y="502920"/>
                  </a:lnTo>
                  <a:lnTo>
                    <a:pt x="6350" y="502920"/>
                  </a:lnTo>
                  <a:lnTo>
                    <a:pt x="6350" y="35433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0">
              <a:extLst>
                <a:ext uri="{FF2B5EF4-FFF2-40B4-BE49-F238E27FC236}">
                  <a16:creationId xmlns:a16="http://schemas.microsoft.com/office/drawing/2014/main" id="{272C8F0F-2114-D5C4-46B7-FAEDB09175D6}"/>
                </a:ext>
              </a:extLst>
            </p:cNvPr>
            <p:cNvSpPr/>
            <p:nvPr/>
          </p:nvSpPr>
          <p:spPr>
            <a:xfrm>
              <a:off x="2745740" y="2595880"/>
              <a:ext cx="0" cy="506730"/>
            </a:xfrm>
            <a:custGeom>
              <a:avLst/>
              <a:gdLst/>
              <a:ahLst/>
              <a:cxnLst/>
              <a:rect l="l" t="t" r="r" b="b"/>
              <a:pathLst>
                <a:path h="506730">
                  <a:moveTo>
                    <a:pt x="0" y="0"/>
                  </a:moveTo>
                  <a:lnTo>
                    <a:pt x="0" y="506730"/>
                  </a:lnTo>
                </a:path>
              </a:pathLst>
            </a:custGeom>
            <a:ln w="7619">
              <a:solidFill>
                <a:srgbClr val="7C7C7C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1">
              <a:extLst>
                <a:ext uri="{FF2B5EF4-FFF2-40B4-BE49-F238E27FC236}">
                  <a16:creationId xmlns:a16="http://schemas.microsoft.com/office/drawing/2014/main" id="{5068E7C7-BC16-3A7E-FCBB-949E15588971}"/>
                </a:ext>
              </a:extLst>
            </p:cNvPr>
            <p:cNvSpPr/>
            <p:nvPr/>
          </p:nvSpPr>
          <p:spPr>
            <a:xfrm>
              <a:off x="2749550" y="2594609"/>
              <a:ext cx="7620" cy="510540"/>
            </a:xfrm>
            <a:custGeom>
              <a:avLst/>
              <a:gdLst/>
              <a:ahLst/>
              <a:cxnLst/>
              <a:rect l="l" t="t" r="r" b="b"/>
              <a:pathLst>
                <a:path w="7619" h="510539">
                  <a:moveTo>
                    <a:pt x="7619" y="170180"/>
                  </a:moveTo>
                  <a:lnTo>
                    <a:pt x="0" y="17018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70180"/>
                  </a:lnTo>
                  <a:close/>
                </a:path>
                <a:path w="7619" h="510539">
                  <a:moveTo>
                    <a:pt x="7619" y="166370"/>
                  </a:moveTo>
                  <a:lnTo>
                    <a:pt x="0" y="166370"/>
                  </a:lnTo>
                  <a:lnTo>
                    <a:pt x="0" y="168910"/>
                  </a:lnTo>
                  <a:lnTo>
                    <a:pt x="7619" y="168910"/>
                  </a:lnTo>
                  <a:lnTo>
                    <a:pt x="7619" y="166370"/>
                  </a:lnTo>
                  <a:close/>
                </a:path>
                <a:path w="7619" h="510539">
                  <a:moveTo>
                    <a:pt x="7619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3830"/>
                  </a:lnTo>
                  <a:close/>
                </a:path>
                <a:path w="7619" h="510539">
                  <a:moveTo>
                    <a:pt x="7619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60020"/>
                  </a:lnTo>
                  <a:close/>
                </a:path>
                <a:path w="7619" h="510539">
                  <a:moveTo>
                    <a:pt x="7619" y="151130"/>
                  </a:moveTo>
                  <a:lnTo>
                    <a:pt x="0" y="15113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1130"/>
                  </a:lnTo>
                  <a:close/>
                </a:path>
                <a:path w="7619" h="510539">
                  <a:moveTo>
                    <a:pt x="7619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19" y="149860"/>
                  </a:lnTo>
                  <a:lnTo>
                    <a:pt x="7619" y="147320"/>
                  </a:lnTo>
                  <a:close/>
                </a:path>
                <a:path w="7619" h="510539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510539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510539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510539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510539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510539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510539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510539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510539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510539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510539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51053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510539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510539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510539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51053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51053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51053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51053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51053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51053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51053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51053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51053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51053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51053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51053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51053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51053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51053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51053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51053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51053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51053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5105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5105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5105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5105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51053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51053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51053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5105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5105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5105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510539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510539">
                  <a:moveTo>
                    <a:pt x="761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510539">
                  <a:moveTo>
                    <a:pt x="7619" y="172720"/>
                  </a:moveTo>
                  <a:lnTo>
                    <a:pt x="0" y="172720"/>
                  </a:lnTo>
                  <a:lnTo>
                    <a:pt x="0" y="185420"/>
                  </a:lnTo>
                  <a:lnTo>
                    <a:pt x="7619" y="185420"/>
                  </a:lnTo>
                  <a:lnTo>
                    <a:pt x="7619" y="172720"/>
                  </a:lnTo>
                  <a:close/>
                </a:path>
                <a:path w="7619" h="510539">
                  <a:moveTo>
                    <a:pt x="7619" y="185420"/>
                  </a:moveTo>
                  <a:lnTo>
                    <a:pt x="0" y="185420"/>
                  </a:lnTo>
                  <a:lnTo>
                    <a:pt x="0" y="284480"/>
                  </a:lnTo>
                  <a:lnTo>
                    <a:pt x="7619" y="284480"/>
                  </a:lnTo>
                  <a:lnTo>
                    <a:pt x="7619" y="185420"/>
                  </a:lnTo>
                  <a:close/>
                </a:path>
                <a:path w="7619" h="510539">
                  <a:moveTo>
                    <a:pt x="7619" y="284480"/>
                  </a:moveTo>
                  <a:lnTo>
                    <a:pt x="0" y="284480"/>
                  </a:lnTo>
                  <a:lnTo>
                    <a:pt x="0" y="344170"/>
                  </a:lnTo>
                  <a:lnTo>
                    <a:pt x="7619" y="344170"/>
                  </a:lnTo>
                  <a:lnTo>
                    <a:pt x="7619" y="284480"/>
                  </a:lnTo>
                  <a:close/>
                </a:path>
                <a:path w="7619" h="510539">
                  <a:moveTo>
                    <a:pt x="7619" y="344170"/>
                  </a:moveTo>
                  <a:lnTo>
                    <a:pt x="0" y="344170"/>
                  </a:lnTo>
                  <a:lnTo>
                    <a:pt x="0" y="356870"/>
                  </a:lnTo>
                  <a:lnTo>
                    <a:pt x="7619" y="356870"/>
                  </a:lnTo>
                  <a:lnTo>
                    <a:pt x="7619" y="344170"/>
                  </a:lnTo>
                  <a:close/>
                </a:path>
                <a:path w="7619" h="510539">
                  <a:moveTo>
                    <a:pt x="7619" y="358140"/>
                  </a:moveTo>
                  <a:lnTo>
                    <a:pt x="0" y="358140"/>
                  </a:lnTo>
                  <a:lnTo>
                    <a:pt x="0" y="509270"/>
                  </a:lnTo>
                  <a:lnTo>
                    <a:pt x="1269" y="509270"/>
                  </a:lnTo>
                  <a:lnTo>
                    <a:pt x="1269" y="510540"/>
                  </a:lnTo>
                  <a:lnTo>
                    <a:pt x="7619" y="510540"/>
                  </a:lnTo>
                  <a:lnTo>
                    <a:pt x="7619" y="358140"/>
                  </a:lnTo>
                  <a:close/>
                </a:path>
              </a:pathLst>
            </a:custGeom>
            <a:solidFill>
              <a:srgbClr val="7B7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2">
              <a:extLst>
                <a:ext uri="{FF2B5EF4-FFF2-40B4-BE49-F238E27FC236}">
                  <a16:creationId xmlns:a16="http://schemas.microsoft.com/office/drawing/2014/main" id="{19F410CC-9A24-AF6F-8559-8CB652BA6419}"/>
                </a:ext>
              </a:extLst>
            </p:cNvPr>
            <p:cNvSpPr/>
            <p:nvPr/>
          </p:nvSpPr>
          <p:spPr>
            <a:xfrm>
              <a:off x="2757170" y="2594609"/>
              <a:ext cx="6350" cy="511809"/>
            </a:xfrm>
            <a:custGeom>
              <a:avLst/>
              <a:gdLst/>
              <a:ahLst/>
              <a:cxnLst/>
              <a:rect l="l" t="t" r="r" b="b"/>
              <a:pathLst>
                <a:path w="6350" h="511810">
                  <a:moveTo>
                    <a:pt x="6350" y="170180"/>
                  </a:moveTo>
                  <a:lnTo>
                    <a:pt x="0" y="17018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80"/>
                  </a:lnTo>
                  <a:close/>
                </a:path>
                <a:path w="6350" h="511810">
                  <a:moveTo>
                    <a:pt x="6350" y="166370"/>
                  </a:moveTo>
                  <a:lnTo>
                    <a:pt x="0" y="166370"/>
                  </a:lnTo>
                  <a:lnTo>
                    <a:pt x="0" y="168910"/>
                  </a:lnTo>
                  <a:lnTo>
                    <a:pt x="6350" y="168910"/>
                  </a:lnTo>
                  <a:lnTo>
                    <a:pt x="6350" y="166370"/>
                  </a:lnTo>
                  <a:close/>
                </a:path>
                <a:path w="6350" h="511810">
                  <a:moveTo>
                    <a:pt x="6350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3830"/>
                  </a:lnTo>
                  <a:close/>
                </a:path>
                <a:path w="6350" h="511810">
                  <a:moveTo>
                    <a:pt x="635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60020"/>
                  </a:lnTo>
                  <a:close/>
                </a:path>
                <a:path w="6350" h="511810">
                  <a:moveTo>
                    <a:pt x="6350" y="151130"/>
                  </a:moveTo>
                  <a:lnTo>
                    <a:pt x="0" y="15113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1130"/>
                  </a:lnTo>
                  <a:close/>
                </a:path>
                <a:path w="6350" h="511810">
                  <a:moveTo>
                    <a:pt x="635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47320"/>
                  </a:lnTo>
                  <a:close/>
                </a:path>
                <a:path w="6350" h="511810">
                  <a:moveTo>
                    <a:pt x="635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80"/>
                  </a:lnTo>
                  <a:close/>
                </a:path>
                <a:path w="6350" h="511810">
                  <a:moveTo>
                    <a:pt x="635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6350" y="143510"/>
                  </a:lnTo>
                  <a:lnTo>
                    <a:pt x="6350" y="140970"/>
                  </a:lnTo>
                  <a:close/>
                </a:path>
                <a:path w="6350" h="511810">
                  <a:moveTo>
                    <a:pt x="635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30"/>
                  </a:lnTo>
                  <a:close/>
                </a:path>
                <a:path w="6350" h="511810">
                  <a:moveTo>
                    <a:pt x="635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6350" y="137160"/>
                  </a:lnTo>
                  <a:lnTo>
                    <a:pt x="6350" y="134620"/>
                  </a:lnTo>
                  <a:close/>
                </a:path>
                <a:path w="6350" h="511810">
                  <a:moveTo>
                    <a:pt x="635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80"/>
                  </a:lnTo>
                  <a:close/>
                </a:path>
                <a:path w="6350" h="511810">
                  <a:moveTo>
                    <a:pt x="635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28270"/>
                  </a:lnTo>
                  <a:close/>
                </a:path>
                <a:path w="6350" h="511810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511810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511810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511810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511810">
                  <a:moveTo>
                    <a:pt x="635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30"/>
                  </a:lnTo>
                  <a:close/>
                </a:path>
                <a:path w="6350" h="511810">
                  <a:moveTo>
                    <a:pt x="635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9220"/>
                  </a:lnTo>
                  <a:close/>
                </a:path>
                <a:path w="6350" h="511810">
                  <a:moveTo>
                    <a:pt x="635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80"/>
                  </a:lnTo>
                  <a:close/>
                </a:path>
                <a:path w="6350" h="511810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511810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511810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511810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511810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511810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511810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511810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511810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511810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511810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511810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511810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511810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511810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511810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511810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511810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511810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511810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511810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511810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511810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511810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511810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511810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511810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511810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511810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511810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511810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511810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5118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6350" h="511810">
                  <a:moveTo>
                    <a:pt x="6350" y="172720"/>
                  </a:moveTo>
                  <a:lnTo>
                    <a:pt x="0" y="172720"/>
                  </a:lnTo>
                  <a:lnTo>
                    <a:pt x="0" y="185420"/>
                  </a:lnTo>
                  <a:lnTo>
                    <a:pt x="6350" y="185420"/>
                  </a:lnTo>
                  <a:lnTo>
                    <a:pt x="6350" y="172720"/>
                  </a:lnTo>
                  <a:close/>
                </a:path>
                <a:path w="6350" h="511810">
                  <a:moveTo>
                    <a:pt x="6350" y="185420"/>
                  </a:moveTo>
                  <a:lnTo>
                    <a:pt x="0" y="185420"/>
                  </a:lnTo>
                  <a:lnTo>
                    <a:pt x="0" y="284480"/>
                  </a:lnTo>
                  <a:lnTo>
                    <a:pt x="6350" y="284480"/>
                  </a:lnTo>
                  <a:lnTo>
                    <a:pt x="6350" y="185420"/>
                  </a:lnTo>
                  <a:close/>
                </a:path>
                <a:path w="6350" h="511810">
                  <a:moveTo>
                    <a:pt x="6350" y="284480"/>
                  </a:moveTo>
                  <a:lnTo>
                    <a:pt x="0" y="284480"/>
                  </a:lnTo>
                  <a:lnTo>
                    <a:pt x="0" y="344170"/>
                  </a:lnTo>
                  <a:lnTo>
                    <a:pt x="6350" y="344170"/>
                  </a:lnTo>
                  <a:lnTo>
                    <a:pt x="6350" y="284480"/>
                  </a:lnTo>
                  <a:close/>
                </a:path>
                <a:path w="6350" h="511810">
                  <a:moveTo>
                    <a:pt x="6350" y="344170"/>
                  </a:moveTo>
                  <a:lnTo>
                    <a:pt x="0" y="344170"/>
                  </a:lnTo>
                  <a:lnTo>
                    <a:pt x="0" y="356870"/>
                  </a:lnTo>
                  <a:lnTo>
                    <a:pt x="6350" y="356870"/>
                  </a:lnTo>
                  <a:lnTo>
                    <a:pt x="6350" y="344170"/>
                  </a:lnTo>
                  <a:close/>
                </a:path>
                <a:path w="6350" h="511810">
                  <a:moveTo>
                    <a:pt x="6350" y="358140"/>
                  </a:moveTo>
                  <a:lnTo>
                    <a:pt x="0" y="358140"/>
                  </a:lnTo>
                  <a:lnTo>
                    <a:pt x="0" y="510540"/>
                  </a:lnTo>
                  <a:lnTo>
                    <a:pt x="3810" y="510540"/>
                  </a:lnTo>
                  <a:lnTo>
                    <a:pt x="3810" y="511810"/>
                  </a:lnTo>
                  <a:lnTo>
                    <a:pt x="6350" y="511810"/>
                  </a:lnTo>
                  <a:lnTo>
                    <a:pt x="6350" y="358140"/>
                  </a:lnTo>
                  <a:close/>
                </a:path>
              </a:pathLst>
            </a:custGeom>
            <a:solidFill>
              <a:srgbClr val="7A7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3">
              <a:extLst>
                <a:ext uri="{FF2B5EF4-FFF2-40B4-BE49-F238E27FC236}">
                  <a16:creationId xmlns:a16="http://schemas.microsoft.com/office/drawing/2014/main" id="{99045A03-0FAC-7CFE-C8A5-FBCC9692E04D}"/>
                </a:ext>
              </a:extLst>
            </p:cNvPr>
            <p:cNvSpPr/>
            <p:nvPr/>
          </p:nvSpPr>
          <p:spPr>
            <a:xfrm>
              <a:off x="2767330" y="2592069"/>
              <a:ext cx="0" cy="514350"/>
            </a:xfrm>
            <a:custGeom>
              <a:avLst/>
              <a:gdLst/>
              <a:ahLst/>
              <a:cxnLst/>
              <a:rect l="l" t="t" r="r" b="b"/>
              <a:pathLst>
                <a:path h="514350">
                  <a:moveTo>
                    <a:pt x="0" y="0"/>
                  </a:moveTo>
                  <a:lnTo>
                    <a:pt x="0" y="514350"/>
                  </a:lnTo>
                </a:path>
              </a:pathLst>
            </a:custGeom>
            <a:ln w="7619">
              <a:solidFill>
                <a:srgbClr val="78787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4">
              <a:extLst>
                <a:ext uri="{FF2B5EF4-FFF2-40B4-BE49-F238E27FC236}">
                  <a16:creationId xmlns:a16="http://schemas.microsoft.com/office/drawing/2014/main" id="{A78E560C-5324-1078-8AF8-4CC8B75489B5}"/>
                </a:ext>
              </a:extLst>
            </p:cNvPr>
            <p:cNvSpPr/>
            <p:nvPr/>
          </p:nvSpPr>
          <p:spPr>
            <a:xfrm>
              <a:off x="2771140" y="2592069"/>
              <a:ext cx="7620" cy="515620"/>
            </a:xfrm>
            <a:custGeom>
              <a:avLst/>
              <a:gdLst/>
              <a:ahLst/>
              <a:cxnLst/>
              <a:rect l="l" t="t" r="r" b="b"/>
              <a:pathLst>
                <a:path w="7619" h="515619">
                  <a:moveTo>
                    <a:pt x="7620" y="172720"/>
                  </a:moveTo>
                  <a:lnTo>
                    <a:pt x="0" y="172720"/>
                  </a:lnTo>
                  <a:lnTo>
                    <a:pt x="0" y="173989"/>
                  </a:lnTo>
                  <a:lnTo>
                    <a:pt x="7620" y="173989"/>
                  </a:lnTo>
                  <a:lnTo>
                    <a:pt x="7620" y="172720"/>
                  </a:lnTo>
                  <a:close/>
                </a:path>
                <a:path w="7619" h="515619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19" h="515619">
                  <a:moveTo>
                    <a:pt x="7620" y="166370"/>
                  </a:moveTo>
                  <a:lnTo>
                    <a:pt x="0" y="166370"/>
                  </a:lnTo>
                  <a:lnTo>
                    <a:pt x="0" y="167639"/>
                  </a:lnTo>
                  <a:lnTo>
                    <a:pt x="7620" y="167639"/>
                  </a:lnTo>
                  <a:lnTo>
                    <a:pt x="7620" y="166370"/>
                  </a:lnTo>
                  <a:close/>
                </a:path>
                <a:path w="7619" h="515619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19" h="515619">
                  <a:moveTo>
                    <a:pt x="7620" y="153670"/>
                  </a:moveTo>
                  <a:lnTo>
                    <a:pt x="0" y="153670"/>
                  </a:lnTo>
                  <a:lnTo>
                    <a:pt x="0" y="161289"/>
                  </a:lnTo>
                  <a:lnTo>
                    <a:pt x="7620" y="161289"/>
                  </a:lnTo>
                  <a:lnTo>
                    <a:pt x="7620" y="153670"/>
                  </a:lnTo>
                  <a:close/>
                </a:path>
                <a:path w="7619" h="515619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19" h="515619">
                  <a:moveTo>
                    <a:pt x="7620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7620" y="148589"/>
                  </a:lnTo>
                  <a:lnTo>
                    <a:pt x="7620" y="147320"/>
                  </a:lnTo>
                  <a:close/>
                </a:path>
                <a:path w="7619" h="515619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19" h="515619">
                  <a:moveTo>
                    <a:pt x="7620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20" y="142239"/>
                  </a:lnTo>
                  <a:lnTo>
                    <a:pt x="7620" y="140970"/>
                  </a:lnTo>
                  <a:close/>
                </a:path>
                <a:path w="7619" h="515619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19" h="515619">
                  <a:moveTo>
                    <a:pt x="7620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20" y="135889"/>
                  </a:lnTo>
                  <a:lnTo>
                    <a:pt x="7620" y="134620"/>
                  </a:lnTo>
                  <a:close/>
                </a:path>
                <a:path w="7619" h="515619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19" h="515619">
                  <a:moveTo>
                    <a:pt x="7620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20" y="129539"/>
                  </a:lnTo>
                  <a:lnTo>
                    <a:pt x="7620" y="128270"/>
                  </a:lnTo>
                  <a:close/>
                </a:path>
                <a:path w="7619" h="515619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19" h="515619">
                  <a:moveTo>
                    <a:pt x="7620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20" y="123189"/>
                  </a:lnTo>
                  <a:lnTo>
                    <a:pt x="7620" y="121920"/>
                  </a:lnTo>
                  <a:close/>
                </a:path>
                <a:path w="7619" h="515619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19" h="515619">
                  <a:moveTo>
                    <a:pt x="762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20" y="116839"/>
                  </a:lnTo>
                  <a:lnTo>
                    <a:pt x="7620" y="115570"/>
                  </a:lnTo>
                  <a:close/>
                </a:path>
                <a:path w="7619" h="515619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19" h="515619">
                  <a:moveTo>
                    <a:pt x="762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20" y="110489"/>
                  </a:lnTo>
                  <a:lnTo>
                    <a:pt x="7620" y="109220"/>
                  </a:lnTo>
                  <a:close/>
                </a:path>
                <a:path w="7619" h="515619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19" h="515619">
                  <a:moveTo>
                    <a:pt x="762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20" y="104139"/>
                  </a:lnTo>
                  <a:lnTo>
                    <a:pt x="7620" y="102870"/>
                  </a:lnTo>
                  <a:close/>
                </a:path>
                <a:path w="7619" h="515619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19" h="515619">
                  <a:moveTo>
                    <a:pt x="762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6520"/>
                  </a:lnTo>
                  <a:close/>
                </a:path>
                <a:path w="7619" h="515619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19" h="515619">
                  <a:moveTo>
                    <a:pt x="762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90170"/>
                  </a:lnTo>
                  <a:close/>
                </a:path>
                <a:path w="7619" h="515619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19" h="515619">
                  <a:moveTo>
                    <a:pt x="762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3820"/>
                  </a:lnTo>
                  <a:close/>
                </a:path>
                <a:path w="7619" h="515619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19" h="515619">
                  <a:moveTo>
                    <a:pt x="762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7470"/>
                  </a:lnTo>
                  <a:close/>
                </a:path>
                <a:path w="7619" h="515619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19" h="515619">
                  <a:moveTo>
                    <a:pt x="762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71120"/>
                  </a:lnTo>
                  <a:close/>
                </a:path>
                <a:path w="7619" h="515619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19" h="515619">
                  <a:moveTo>
                    <a:pt x="762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4770"/>
                  </a:lnTo>
                  <a:close/>
                </a:path>
                <a:path w="7619" h="515619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19" h="515619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19" h="515619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19" h="515619">
                  <a:moveTo>
                    <a:pt x="762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2070"/>
                  </a:lnTo>
                  <a:close/>
                </a:path>
                <a:path w="7619" h="515619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19" h="515619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19" h="515619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19" h="515619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19" h="515619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19" h="515619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19" h="515619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19" h="515619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19" h="515619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19" h="515619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19" h="515619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19" h="515619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19" h="515619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19" h="515619">
                  <a:moveTo>
                    <a:pt x="762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20"/>
                  </a:lnTo>
                  <a:close/>
                </a:path>
                <a:path w="7619" h="515619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19" h="515619">
                  <a:moveTo>
                    <a:pt x="25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2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7619" h="515619">
                  <a:moveTo>
                    <a:pt x="7620" y="175260"/>
                  </a:moveTo>
                  <a:lnTo>
                    <a:pt x="0" y="175260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75260"/>
                  </a:lnTo>
                  <a:close/>
                </a:path>
                <a:path w="7619" h="515619">
                  <a:moveTo>
                    <a:pt x="7620" y="187960"/>
                  </a:moveTo>
                  <a:lnTo>
                    <a:pt x="0" y="187960"/>
                  </a:lnTo>
                  <a:lnTo>
                    <a:pt x="0" y="287020"/>
                  </a:lnTo>
                  <a:lnTo>
                    <a:pt x="7620" y="287020"/>
                  </a:lnTo>
                  <a:lnTo>
                    <a:pt x="7620" y="187960"/>
                  </a:lnTo>
                  <a:close/>
                </a:path>
                <a:path w="7619" h="515619">
                  <a:moveTo>
                    <a:pt x="7620" y="287020"/>
                  </a:moveTo>
                  <a:lnTo>
                    <a:pt x="0" y="287020"/>
                  </a:lnTo>
                  <a:lnTo>
                    <a:pt x="0" y="346710"/>
                  </a:lnTo>
                  <a:lnTo>
                    <a:pt x="7620" y="346710"/>
                  </a:lnTo>
                  <a:lnTo>
                    <a:pt x="7620" y="287020"/>
                  </a:lnTo>
                  <a:close/>
                </a:path>
                <a:path w="7619" h="515619">
                  <a:moveTo>
                    <a:pt x="7620" y="346710"/>
                  </a:moveTo>
                  <a:lnTo>
                    <a:pt x="0" y="346710"/>
                  </a:lnTo>
                  <a:lnTo>
                    <a:pt x="0" y="359410"/>
                  </a:lnTo>
                  <a:lnTo>
                    <a:pt x="7620" y="359410"/>
                  </a:lnTo>
                  <a:lnTo>
                    <a:pt x="7620" y="346710"/>
                  </a:lnTo>
                  <a:close/>
                </a:path>
                <a:path w="7619" h="515619">
                  <a:moveTo>
                    <a:pt x="7620" y="360680"/>
                  </a:moveTo>
                  <a:lnTo>
                    <a:pt x="0" y="360680"/>
                  </a:lnTo>
                  <a:lnTo>
                    <a:pt x="0" y="514350"/>
                  </a:lnTo>
                  <a:lnTo>
                    <a:pt x="1270" y="514350"/>
                  </a:lnTo>
                  <a:lnTo>
                    <a:pt x="1270" y="515620"/>
                  </a:lnTo>
                  <a:lnTo>
                    <a:pt x="7620" y="515620"/>
                  </a:lnTo>
                  <a:lnTo>
                    <a:pt x="7620" y="360680"/>
                  </a:lnTo>
                  <a:close/>
                </a:path>
              </a:pathLst>
            </a:custGeom>
            <a:solidFill>
              <a:srgbClr val="7777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5">
              <a:extLst>
                <a:ext uri="{FF2B5EF4-FFF2-40B4-BE49-F238E27FC236}">
                  <a16:creationId xmlns:a16="http://schemas.microsoft.com/office/drawing/2014/main" id="{58904011-9E49-665F-8113-0D2ADE672B2F}"/>
                </a:ext>
              </a:extLst>
            </p:cNvPr>
            <p:cNvSpPr/>
            <p:nvPr/>
          </p:nvSpPr>
          <p:spPr>
            <a:xfrm>
              <a:off x="2782570" y="2589530"/>
              <a:ext cx="0" cy="519430"/>
            </a:xfrm>
            <a:custGeom>
              <a:avLst/>
              <a:gdLst/>
              <a:ahLst/>
              <a:cxnLst/>
              <a:rect l="l" t="t" r="r" b="b"/>
              <a:pathLst>
                <a:path h="519430">
                  <a:moveTo>
                    <a:pt x="0" y="0"/>
                  </a:moveTo>
                  <a:lnTo>
                    <a:pt x="0" y="519430"/>
                  </a:lnTo>
                </a:path>
              </a:pathLst>
            </a:custGeom>
            <a:ln w="7619">
              <a:solidFill>
                <a:srgbClr val="75757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16">
              <a:extLst>
                <a:ext uri="{FF2B5EF4-FFF2-40B4-BE49-F238E27FC236}">
                  <a16:creationId xmlns:a16="http://schemas.microsoft.com/office/drawing/2014/main" id="{95EFDA15-1FD6-D81D-9FE2-5063733A92A8}"/>
                </a:ext>
              </a:extLst>
            </p:cNvPr>
            <p:cNvSpPr/>
            <p:nvPr/>
          </p:nvSpPr>
          <p:spPr>
            <a:xfrm>
              <a:off x="2786380" y="2588259"/>
              <a:ext cx="6350" cy="521970"/>
            </a:xfrm>
            <a:custGeom>
              <a:avLst/>
              <a:gdLst/>
              <a:ahLst/>
              <a:cxnLst/>
              <a:rect l="l" t="t" r="r" b="b"/>
              <a:pathLst>
                <a:path w="6350" h="521969">
                  <a:moveTo>
                    <a:pt x="635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30"/>
                  </a:lnTo>
                  <a:close/>
                </a:path>
                <a:path w="6350" h="521969">
                  <a:moveTo>
                    <a:pt x="635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72720"/>
                  </a:lnTo>
                  <a:close/>
                </a:path>
                <a:path w="6350" h="521969">
                  <a:moveTo>
                    <a:pt x="6350" y="170180"/>
                  </a:moveTo>
                  <a:lnTo>
                    <a:pt x="0" y="17018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80"/>
                  </a:lnTo>
                  <a:close/>
                </a:path>
                <a:path w="6350" h="521969">
                  <a:moveTo>
                    <a:pt x="6350" y="166370"/>
                  </a:moveTo>
                  <a:lnTo>
                    <a:pt x="0" y="166370"/>
                  </a:lnTo>
                  <a:lnTo>
                    <a:pt x="0" y="168910"/>
                  </a:lnTo>
                  <a:lnTo>
                    <a:pt x="6350" y="168910"/>
                  </a:lnTo>
                  <a:lnTo>
                    <a:pt x="6350" y="166370"/>
                  </a:lnTo>
                  <a:close/>
                </a:path>
                <a:path w="6350" h="521969">
                  <a:moveTo>
                    <a:pt x="6350" y="157480"/>
                  </a:moveTo>
                  <a:lnTo>
                    <a:pt x="0" y="15748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57480"/>
                  </a:lnTo>
                  <a:close/>
                </a:path>
                <a:path w="6350" h="521969">
                  <a:moveTo>
                    <a:pt x="635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6350" y="156210"/>
                  </a:lnTo>
                  <a:lnTo>
                    <a:pt x="6350" y="153670"/>
                  </a:lnTo>
                  <a:close/>
                </a:path>
                <a:path w="6350" h="521969">
                  <a:moveTo>
                    <a:pt x="635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30"/>
                  </a:lnTo>
                  <a:close/>
                </a:path>
                <a:path w="6350" h="521969">
                  <a:moveTo>
                    <a:pt x="635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47320"/>
                  </a:lnTo>
                  <a:close/>
                </a:path>
                <a:path w="6350" h="521969">
                  <a:moveTo>
                    <a:pt x="635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80"/>
                  </a:lnTo>
                  <a:close/>
                </a:path>
                <a:path w="6350" h="521969">
                  <a:moveTo>
                    <a:pt x="635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6350" y="143510"/>
                  </a:lnTo>
                  <a:lnTo>
                    <a:pt x="6350" y="140970"/>
                  </a:lnTo>
                  <a:close/>
                </a:path>
                <a:path w="6350" h="521969">
                  <a:moveTo>
                    <a:pt x="635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30"/>
                  </a:lnTo>
                  <a:close/>
                </a:path>
                <a:path w="6350" h="521969">
                  <a:moveTo>
                    <a:pt x="635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6350" y="137160"/>
                  </a:lnTo>
                  <a:lnTo>
                    <a:pt x="6350" y="134620"/>
                  </a:lnTo>
                  <a:close/>
                </a:path>
                <a:path w="6350" h="521969">
                  <a:moveTo>
                    <a:pt x="635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80"/>
                  </a:lnTo>
                  <a:close/>
                </a:path>
                <a:path w="6350" h="521969">
                  <a:moveTo>
                    <a:pt x="635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28270"/>
                  </a:lnTo>
                  <a:close/>
                </a:path>
                <a:path w="6350" h="521969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521969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521969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521969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521969">
                  <a:moveTo>
                    <a:pt x="635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30"/>
                  </a:lnTo>
                  <a:close/>
                </a:path>
                <a:path w="6350" h="521969">
                  <a:moveTo>
                    <a:pt x="635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9220"/>
                  </a:lnTo>
                  <a:close/>
                </a:path>
                <a:path w="6350" h="521969">
                  <a:moveTo>
                    <a:pt x="635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80"/>
                  </a:lnTo>
                  <a:close/>
                </a:path>
                <a:path w="6350" h="521969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521969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521969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521969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521969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521969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521969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521969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521969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521969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521969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521969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521969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521969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521969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521969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521969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521969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521969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521969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521969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521969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521969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521969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521969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521969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521969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521969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521969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521969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521969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521969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521969">
                  <a:moveTo>
                    <a:pt x="6350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  <a:path w="6350" h="521969">
                  <a:moveTo>
                    <a:pt x="6350" y="179070"/>
                  </a:moveTo>
                  <a:lnTo>
                    <a:pt x="0" y="179070"/>
                  </a:lnTo>
                  <a:lnTo>
                    <a:pt x="0" y="191770"/>
                  </a:lnTo>
                  <a:lnTo>
                    <a:pt x="6350" y="191770"/>
                  </a:lnTo>
                  <a:lnTo>
                    <a:pt x="6350" y="179070"/>
                  </a:lnTo>
                  <a:close/>
                </a:path>
                <a:path w="6350" h="521969">
                  <a:moveTo>
                    <a:pt x="6350" y="191770"/>
                  </a:moveTo>
                  <a:lnTo>
                    <a:pt x="0" y="191770"/>
                  </a:lnTo>
                  <a:lnTo>
                    <a:pt x="0" y="290830"/>
                  </a:lnTo>
                  <a:lnTo>
                    <a:pt x="6350" y="290830"/>
                  </a:lnTo>
                  <a:lnTo>
                    <a:pt x="6350" y="191770"/>
                  </a:lnTo>
                  <a:close/>
                </a:path>
                <a:path w="6350" h="521969">
                  <a:moveTo>
                    <a:pt x="6350" y="290830"/>
                  </a:moveTo>
                  <a:lnTo>
                    <a:pt x="0" y="290830"/>
                  </a:lnTo>
                  <a:lnTo>
                    <a:pt x="0" y="350520"/>
                  </a:lnTo>
                  <a:lnTo>
                    <a:pt x="6350" y="350520"/>
                  </a:lnTo>
                  <a:lnTo>
                    <a:pt x="6350" y="290830"/>
                  </a:lnTo>
                  <a:close/>
                </a:path>
                <a:path w="6350" h="521969">
                  <a:moveTo>
                    <a:pt x="6350" y="350520"/>
                  </a:moveTo>
                  <a:lnTo>
                    <a:pt x="0" y="350520"/>
                  </a:lnTo>
                  <a:lnTo>
                    <a:pt x="0" y="363220"/>
                  </a:lnTo>
                  <a:lnTo>
                    <a:pt x="6350" y="363220"/>
                  </a:lnTo>
                  <a:lnTo>
                    <a:pt x="6350" y="350520"/>
                  </a:lnTo>
                  <a:close/>
                </a:path>
                <a:path w="6350" h="521969">
                  <a:moveTo>
                    <a:pt x="6350" y="364490"/>
                  </a:moveTo>
                  <a:lnTo>
                    <a:pt x="0" y="364490"/>
                  </a:lnTo>
                  <a:lnTo>
                    <a:pt x="0" y="520700"/>
                  </a:lnTo>
                  <a:lnTo>
                    <a:pt x="2539" y="520700"/>
                  </a:lnTo>
                  <a:lnTo>
                    <a:pt x="2539" y="521970"/>
                  </a:lnTo>
                  <a:lnTo>
                    <a:pt x="6350" y="521970"/>
                  </a:lnTo>
                  <a:lnTo>
                    <a:pt x="6350" y="364490"/>
                  </a:lnTo>
                  <a:close/>
                </a:path>
              </a:pathLst>
            </a:custGeom>
            <a:solidFill>
              <a:srgbClr val="7474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17">
              <a:extLst>
                <a:ext uri="{FF2B5EF4-FFF2-40B4-BE49-F238E27FC236}">
                  <a16:creationId xmlns:a16="http://schemas.microsoft.com/office/drawing/2014/main" id="{DE00CDD6-ABED-A3DD-0EA6-AFA8FD229CFE}"/>
                </a:ext>
              </a:extLst>
            </p:cNvPr>
            <p:cNvSpPr/>
            <p:nvPr/>
          </p:nvSpPr>
          <p:spPr>
            <a:xfrm>
              <a:off x="2792730" y="2588259"/>
              <a:ext cx="7620" cy="523240"/>
            </a:xfrm>
            <a:custGeom>
              <a:avLst/>
              <a:gdLst/>
              <a:ahLst/>
              <a:cxnLst/>
              <a:rect l="l" t="t" r="r" b="b"/>
              <a:pathLst>
                <a:path w="7619" h="523239">
                  <a:moveTo>
                    <a:pt x="7619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6530"/>
                  </a:lnTo>
                  <a:close/>
                </a:path>
                <a:path w="7619" h="523239">
                  <a:moveTo>
                    <a:pt x="7619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7619" y="175260"/>
                  </a:lnTo>
                  <a:lnTo>
                    <a:pt x="7619" y="172720"/>
                  </a:lnTo>
                  <a:close/>
                </a:path>
                <a:path w="7619" h="523239">
                  <a:moveTo>
                    <a:pt x="7619" y="170180"/>
                  </a:moveTo>
                  <a:lnTo>
                    <a:pt x="0" y="17018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70180"/>
                  </a:lnTo>
                  <a:close/>
                </a:path>
                <a:path w="7619" h="523239">
                  <a:moveTo>
                    <a:pt x="7619" y="166370"/>
                  </a:moveTo>
                  <a:lnTo>
                    <a:pt x="0" y="166370"/>
                  </a:lnTo>
                  <a:lnTo>
                    <a:pt x="0" y="168910"/>
                  </a:lnTo>
                  <a:lnTo>
                    <a:pt x="7619" y="168910"/>
                  </a:lnTo>
                  <a:lnTo>
                    <a:pt x="7619" y="166370"/>
                  </a:lnTo>
                  <a:close/>
                </a:path>
                <a:path w="7619" h="523239">
                  <a:moveTo>
                    <a:pt x="7619" y="157480"/>
                  </a:moveTo>
                  <a:lnTo>
                    <a:pt x="0" y="15748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57480"/>
                  </a:lnTo>
                  <a:close/>
                </a:path>
                <a:path w="7619" h="523239">
                  <a:moveTo>
                    <a:pt x="7619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19" y="156210"/>
                  </a:lnTo>
                  <a:lnTo>
                    <a:pt x="7619" y="153670"/>
                  </a:lnTo>
                  <a:close/>
                </a:path>
                <a:path w="7619" h="523239">
                  <a:moveTo>
                    <a:pt x="7619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51130"/>
                  </a:lnTo>
                  <a:close/>
                </a:path>
                <a:path w="7619" h="523239">
                  <a:moveTo>
                    <a:pt x="7619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19" y="149860"/>
                  </a:lnTo>
                  <a:lnTo>
                    <a:pt x="7619" y="147320"/>
                  </a:lnTo>
                  <a:close/>
                </a:path>
                <a:path w="7619" h="523239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523239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523239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523239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523239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523239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523239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523239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523239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523239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523239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52323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523239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523239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523239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52323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52323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52323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52323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52323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52323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52323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52323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52323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52323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52323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52323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52323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52323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52323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52323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52323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52323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52323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5232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5232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5232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5232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52323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52323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52323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5232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5232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5232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523239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52323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523239">
                  <a:moveTo>
                    <a:pt x="7619" y="179070"/>
                  </a:moveTo>
                  <a:lnTo>
                    <a:pt x="0" y="179070"/>
                  </a:lnTo>
                  <a:lnTo>
                    <a:pt x="0" y="191770"/>
                  </a:lnTo>
                  <a:lnTo>
                    <a:pt x="7619" y="191770"/>
                  </a:lnTo>
                  <a:lnTo>
                    <a:pt x="7619" y="179070"/>
                  </a:lnTo>
                  <a:close/>
                </a:path>
                <a:path w="7619" h="523239">
                  <a:moveTo>
                    <a:pt x="7619" y="191770"/>
                  </a:moveTo>
                  <a:lnTo>
                    <a:pt x="0" y="191770"/>
                  </a:lnTo>
                  <a:lnTo>
                    <a:pt x="0" y="290830"/>
                  </a:lnTo>
                  <a:lnTo>
                    <a:pt x="7619" y="290830"/>
                  </a:lnTo>
                  <a:lnTo>
                    <a:pt x="7619" y="191770"/>
                  </a:lnTo>
                  <a:close/>
                </a:path>
                <a:path w="7619" h="523239">
                  <a:moveTo>
                    <a:pt x="7619" y="290830"/>
                  </a:moveTo>
                  <a:lnTo>
                    <a:pt x="0" y="290830"/>
                  </a:lnTo>
                  <a:lnTo>
                    <a:pt x="0" y="350520"/>
                  </a:lnTo>
                  <a:lnTo>
                    <a:pt x="7619" y="350520"/>
                  </a:lnTo>
                  <a:lnTo>
                    <a:pt x="7619" y="290830"/>
                  </a:lnTo>
                  <a:close/>
                </a:path>
                <a:path w="7619" h="523239">
                  <a:moveTo>
                    <a:pt x="7619" y="350520"/>
                  </a:moveTo>
                  <a:lnTo>
                    <a:pt x="0" y="350520"/>
                  </a:lnTo>
                  <a:lnTo>
                    <a:pt x="0" y="363220"/>
                  </a:lnTo>
                  <a:lnTo>
                    <a:pt x="7619" y="363220"/>
                  </a:lnTo>
                  <a:lnTo>
                    <a:pt x="7619" y="350520"/>
                  </a:lnTo>
                  <a:close/>
                </a:path>
                <a:path w="7619" h="523239">
                  <a:moveTo>
                    <a:pt x="7619" y="364490"/>
                  </a:moveTo>
                  <a:lnTo>
                    <a:pt x="0" y="364490"/>
                  </a:lnTo>
                  <a:lnTo>
                    <a:pt x="0" y="523240"/>
                  </a:lnTo>
                  <a:lnTo>
                    <a:pt x="7619" y="523240"/>
                  </a:lnTo>
                  <a:lnTo>
                    <a:pt x="7619" y="364490"/>
                  </a:lnTo>
                  <a:close/>
                </a:path>
              </a:pathLst>
            </a:custGeom>
            <a:solidFill>
              <a:srgbClr val="7272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18">
              <a:extLst>
                <a:ext uri="{FF2B5EF4-FFF2-40B4-BE49-F238E27FC236}">
                  <a16:creationId xmlns:a16="http://schemas.microsoft.com/office/drawing/2014/main" id="{41459ADA-5F78-3AD0-3796-0C9A68076550}"/>
                </a:ext>
              </a:extLst>
            </p:cNvPr>
            <p:cNvSpPr/>
            <p:nvPr/>
          </p:nvSpPr>
          <p:spPr>
            <a:xfrm>
              <a:off x="2800350" y="2589530"/>
              <a:ext cx="7620" cy="523240"/>
            </a:xfrm>
            <a:custGeom>
              <a:avLst/>
              <a:gdLst/>
              <a:ahLst/>
              <a:cxnLst/>
              <a:rect l="l" t="t" r="r" b="b"/>
              <a:pathLst>
                <a:path w="7619" h="523239">
                  <a:moveTo>
                    <a:pt x="7619" y="175260"/>
                  </a:moveTo>
                  <a:lnTo>
                    <a:pt x="0" y="175260"/>
                  </a:lnTo>
                  <a:lnTo>
                    <a:pt x="0" y="176529"/>
                  </a:lnTo>
                  <a:lnTo>
                    <a:pt x="7619" y="176529"/>
                  </a:lnTo>
                  <a:lnTo>
                    <a:pt x="7619" y="175260"/>
                  </a:lnTo>
                  <a:close/>
                </a:path>
                <a:path w="7619" h="523239">
                  <a:moveTo>
                    <a:pt x="7619" y="171450"/>
                  </a:moveTo>
                  <a:lnTo>
                    <a:pt x="0" y="171450"/>
                  </a:lnTo>
                  <a:lnTo>
                    <a:pt x="0" y="173989"/>
                  </a:lnTo>
                  <a:lnTo>
                    <a:pt x="7619" y="173989"/>
                  </a:lnTo>
                  <a:lnTo>
                    <a:pt x="7619" y="171450"/>
                  </a:lnTo>
                  <a:close/>
                </a:path>
                <a:path w="7619" h="523239">
                  <a:moveTo>
                    <a:pt x="7619" y="168910"/>
                  </a:moveTo>
                  <a:lnTo>
                    <a:pt x="0" y="168910"/>
                  </a:lnTo>
                  <a:lnTo>
                    <a:pt x="0" y="170179"/>
                  </a:lnTo>
                  <a:lnTo>
                    <a:pt x="7619" y="170179"/>
                  </a:lnTo>
                  <a:lnTo>
                    <a:pt x="7619" y="168910"/>
                  </a:lnTo>
                  <a:close/>
                </a:path>
                <a:path w="7619" h="523239">
                  <a:moveTo>
                    <a:pt x="7619" y="165100"/>
                  </a:moveTo>
                  <a:lnTo>
                    <a:pt x="0" y="165100"/>
                  </a:lnTo>
                  <a:lnTo>
                    <a:pt x="0" y="167639"/>
                  </a:lnTo>
                  <a:lnTo>
                    <a:pt x="7619" y="167639"/>
                  </a:lnTo>
                  <a:lnTo>
                    <a:pt x="7619" y="165100"/>
                  </a:lnTo>
                  <a:close/>
                </a:path>
                <a:path w="7619" h="523239">
                  <a:moveTo>
                    <a:pt x="7619" y="156210"/>
                  </a:moveTo>
                  <a:lnTo>
                    <a:pt x="0" y="156210"/>
                  </a:lnTo>
                  <a:lnTo>
                    <a:pt x="0" y="163829"/>
                  </a:lnTo>
                  <a:lnTo>
                    <a:pt x="7619" y="163829"/>
                  </a:lnTo>
                  <a:lnTo>
                    <a:pt x="7619" y="156210"/>
                  </a:lnTo>
                  <a:close/>
                </a:path>
                <a:path w="7619" h="523239">
                  <a:moveTo>
                    <a:pt x="7619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52400"/>
                  </a:lnTo>
                  <a:close/>
                </a:path>
                <a:path w="7619" h="523239">
                  <a:moveTo>
                    <a:pt x="7619" y="149860"/>
                  </a:moveTo>
                  <a:lnTo>
                    <a:pt x="0" y="149860"/>
                  </a:lnTo>
                  <a:lnTo>
                    <a:pt x="0" y="151129"/>
                  </a:lnTo>
                  <a:lnTo>
                    <a:pt x="7619" y="151129"/>
                  </a:lnTo>
                  <a:lnTo>
                    <a:pt x="7619" y="149860"/>
                  </a:lnTo>
                  <a:close/>
                </a:path>
                <a:path w="7619" h="523239">
                  <a:moveTo>
                    <a:pt x="7619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6050"/>
                  </a:lnTo>
                  <a:close/>
                </a:path>
                <a:path w="7619" h="523239">
                  <a:moveTo>
                    <a:pt x="7619" y="143510"/>
                  </a:moveTo>
                  <a:lnTo>
                    <a:pt x="0" y="143510"/>
                  </a:lnTo>
                  <a:lnTo>
                    <a:pt x="0" y="144779"/>
                  </a:lnTo>
                  <a:lnTo>
                    <a:pt x="7619" y="144779"/>
                  </a:lnTo>
                  <a:lnTo>
                    <a:pt x="7619" y="143510"/>
                  </a:lnTo>
                  <a:close/>
                </a:path>
                <a:path w="7619" h="523239">
                  <a:moveTo>
                    <a:pt x="7619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39700"/>
                  </a:lnTo>
                  <a:close/>
                </a:path>
                <a:path w="7619" h="523239">
                  <a:moveTo>
                    <a:pt x="7619" y="137160"/>
                  </a:moveTo>
                  <a:lnTo>
                    <a:pt x="0" y="137160"/>
                  </a:lnTo>
                  <a:lnTo>
                    <a:pt x="0" y="138429"/>
                  </a:lnTo>
                  <a:lnTo>
                    <a:pt x="7619" y="138429"/>
                  </a:lnTo>
                  <a:lnTo>
                    <a:pt x="7619" y="137160"/>
                  </a:lnTo>
                  <a:close/>
                </a:path>
                <a:path w="7619" h="523239">
                  <a:moveTo>
                    <a:pt x="7619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3350"/>
                  </a:lnTo>
                  <a:close/>
                </a:path>
                <a:path w="7619" h="523239">
                  <a:moveTo>
                    <a:pt x="7619" y="130810"/>
                  </a:moveTo>
                  <a:lnTo>
                    <a:pt x="0" y="130810"/>
                  </a:lnTo>
                  <a:lnTo>
                    <a:pt x="0" y="132079"/>
                  </a:lnTo>
                  <a:lnTo>
                    <a:pt x="7619" y="132079"/>
                  </a:lnTo>
                  <a:lnTo>
                    <a:pt x="7619" y="130810"/>
                  </a:lnTo>
                  <a:close/>
                </a:path>
                <a:path w="7619" h="523239">
                  <a:moveTo>
                    <a:pt x="7619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7000"/>
                  </a:lnTo>
                  <a:close/>
                </a:path>
                <a:path w="7619" h="523239">
                  <a:moveTo>
                    <a:pt x="7619" y="124460"/>
                  </a:moveTo>
                  <a:lnTo>
                    <a:pt x="0" y="124460"/>
                  </a:lnTo>
                  <a:lnTo>
                    <a:pt x="0" y="125729"/>
                  </a:lnTo>
                  <a:lnTo>
                    <a:pt x="7619" y="125729"/>
                  </a:lnTo>
                  <a:lnTo>
                    <a:pt x="7619" y="124460"/>
                  </a:lnTo>
                  <a:close/>
                </a:path>
                <a:path w="7619" h="523239">
                  <a:moveTo>
                    <a:pt x="7619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0650"/>
                  </a:lnTo>
                  <a:close/>
                </a:path>
                <a:path w="7619" h="523239">
                  <a:moveTo>
                    <a:pt x="7619" y="118110"/>
                  </a:moveTo>
                  <a:lnTo>
                    <a:pt x="0" y="118110"/>
                  </a:lnTo>
                  <a:lnTo>
                    <a:pt x="0" y="119379"/>
                  </a:lnTo>
                  <a:lnTo>
                    <a:pt x="7619" y="119379"/>
                  </a:lnTo>
                  <a:lnTo>
                    <a:pt x="7619" y="118110"/>
                  </a:lnTo>
                  <a:close/>
                </a:path>
                <a:path w="7619" h="523239">
                  <a:moveTo>
                    <a:pt x="7619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4300"/>
                  </a:lnTo>
                  <a:close/>
                </a:path>
                <a:path w="7619" h="523239">
                  <a:moveTo>
                    <a:pt x="7619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7619" y="113029"/>
                  </a:lnTo>
                  <a:lnTo>
                    <a:pt x="7619" y="111760"/>
                  </a:lnTo>
                  <a:close/>
                </a:path>
                <a:path w="7619" h="523239">
                  <a:moveTo>
                    <a:pt x="7619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7950"/>
                  </a:lnTo>
                  <a:close/>
                </a:path>
                <a:path w="7619" h="523239">
                  <a:moveTo>
                    <a:pt x="7619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7619" y="106679"/>
                  </a:lnTo>
                  <a:lnTo>
                    <a:pt x="7619" y="105410"/>
                  </a:lnTo>
                  <a:close/>
                </a:path>
                <a:path w="7619" h="523239">
                  <a:moveTo>
                    <a:pt x="7619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1600"/>
                  </a:lnTo>
                  <a:close/>
                </a:path>
                <a:path w="7619" h="523239">
                  <a:moveTo>
                    <a:pt x="7619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7619" y="100329"/>
                  </a:lnTo>
                  <a:lnTo>
                    <a:pt x="7619" y="99060"/>
                  </a:lnTo>
                  <a:close/>
                </a:path>
                <a:path w="7619" h="523239">
                  <a:moveTo>
                    <a:pt x="7619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5250"/>
                  </a:lnTo>
                  <a:close/>
                </a:path>
                <a:path w="7619" h="523239">
                  <a:moveTo>
                    <a:pt x="7619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7619" y="93979"/>
                  </a:lnTo>
                  <a:lnTo>
                    <a:pt x="7619" y="92710"/>
                  </a:lnTo>
                  <a:close/>
                </a:path>
                <a:path w="7619" h="523239">
                  <a:moveTo>
                    <a:pt x="7619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88900"/>
                  </a:lnTo>
                  <a:close/>
                </a:path>
                <a:path w="7619" h="523239">
                  <a:moveTo>
                    <a:pt x="761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7619" y="87629"/>
                  </a:lnTo>
                  <a:lnTo>
                    <a:pt x="7619" y="86360"/>
                  </a:lnTo>
                  <a:close/>
                </a:path>
                <a:path w="7619" h="523239">
                  <a:moveTo>
                    <a:pt x="761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2550"/>
                  </a:lnTo>
                  <a:close/>
                </a:path>
                <a:path w="7619" h="523239">
                  <a:moveTo>
                    <a:pt x="7619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80010"/>
                  </a:lnTo>
                  <a:close/>
                </a:path>
                <a:path w="7619" h="523239">
                  <a:moveTo>
                    <a:pt x="761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6200"/>
                  </a:lnTo>
                  <a:close/>
                </a:path>
                <a:path w="7619" h="523239">
                  <a:moveTo>
                    <a:pt x="761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7619" y="74929"/>
                  </a:lnTo>
                  <a:lnTo>
                    <a:pt x="7619" y="73660"/>
                  </a:lnTo>
                  <a:close/>
                </a:path>
                <a:path w="7619" h="523239">
                  <a:moveTo>
                    <a:pt x="761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9850"/>
                  </a:lnTo>
                  <a:close/>
                </a:path>
                <a:path w="7619" h="523239">
                  <a:moveTo>
                    <a:pt x="761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7619" y="68579"/>
                  </a:lnTo>
                  <a:lnTo>
                    <a:pt x="7619" y="67310"/>
                  </a:lnTo>
                  <a:close/>
                </a:path>
                <a:path w="7619" h="523239">
                  <a:moveTo>
                    <a:pt x="761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3500"/>
                  </a:lnTo>
                  <a:close/>
                </a:path>
                <a:path w="7619" h="523239">
                  <a:moveTo>
                    <a:pt x="761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7619" y="62229"/>
                  </a:lnTo>
                  <a:lnTo>
                    <a:pt x="7619" y="60960"/>
                  </a:lnTo>
                  <a:close/>
                </a:path>
                <a:path w="7619" h="523239">
                  <a:moveTo>
                    <a:pt x="761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7150"/>
                  </a:lnTo>
                  <a:close/>
                </a:path>
                <a:path w="7619" h="523239">
                  <a:moveTo>
                    <a:pt x="761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54610"/>
                  </a:lnTo>
                  <a:close/>
                </a:path>
                <a:path w="7619" h="523239">
                  <a:moveTo>
                    <a:pt x="761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0800"/>
                  </a:lnTo>
                  <a:close/>
                </a:path>
                <a:path w="7619" h="523239">
                  <a:moveTo>
                    <a:pt x="761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7619" y="49529"/>
                  </a:lnTo>
                  <a:lnTo>
                    <a:pt x="7619" y="48260"/>
                  </a:lnTo>
                  <a:close/>
                </a:path>
                <a:path w="7619" h="523239">
                  <a:moveTo>
                    <a:pt x="761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4450"/>
                  </a:lnTo>
                  <a:close/>
                </a:path>
                <a:path w="7619" h="523239">
                  <a:moveTo>
                    <a:pt x="761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7619" y="43179"/>
                  </a:lnTo>
                  <a:lnTo>
                    <a:pt x="7619" y="41910"/>
                  </a:lnTo>
                  <a:close/>
                </a:path>
                <a:path w="7619" h="523239">
                  <a:moveTo>
                    <a:pt x="761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8100"/>
                  </a:lnTo>
                  <a:close/>
                </a:path>
                <a:path w="7619" h="523239">
                  <a:moveTo>
                    <a:pt x="761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7619" y="36829"/>
                  </a:lnTo>
                  <a:lnTo>
                    <a:pt x="7619" y="35560"/>
                  </a:lnTo>
                  <a:close/>
                </a:path>
                <a:path w="7619" h="523239">
                  <a:moveTo>
                    <a:pt x="761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1750"/>
                  </a:lnTo>
                  <a:close/>
                </a:path>
                <a:path w="7619" h="523239">
                  <a:moveTo>
                    <a:pt x="761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29210"/>
                  </a:lnTo>
                  <a:close/>
                </a:path>
                <a:path w="7619" h="523239">
                  <a:moveTo>
                    <a:pt x="761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5400"/>
                  </a:lnTo>
                  <a:close/>
                </a:path>
                <a:path w="7619" h="523239">
                  <a:moveTo>
                    <a:pt x="761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2860"/>
                  </a:lnTo>
                  <a:close/>
                </a:path>
                <a:path w="7619" h="523239">
                  <a:moveTo>
                    <a:pt x="761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050"/>
                  </a:lnTo>
                  <a:close/>
                </a:path>
                <a:path w="7619" h="523239">
                  <a:moveTo>
                    <a:pt x="761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6510"/>
                  </a:lnTo>
                  <a:close/>
                </a:path>
                <a:path w="7619" h="523239">
                  <a:moveTo>
                    <a:pt x="761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700"/>
                  </a:lnTo>
                  <a:close/>
                </a:path>
                <a:path w="7619" h="523239">
                  <a:moveTo>
                    <a:pt x="761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10160"/>
                  </a:lnTo>
                  <a:close/>
                </a:path>
                <a:path w="7619" h="523239">
                  <a:moveTo>
                    <a:pt x="761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6350"/>
                  </a:lnTo>
                  <a:close/>
                </a:path>
                <a:path w="7619" h="523239">
                  <a:moveTo>
                    <a:pt x="7619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3810"/>
                  </a:lnTo>
                  <a:close/>
                </a:path>
                <a:path w="7619" h="523239">
                  <a:moveTo>
                    <a:pt x="761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523239">
                  <a:moveTo>
                    <a:pt x="7619" y="177800"/>
                  </a:moveTo>
                  <a:lnTo>
                    <a:pt x="0" y="177800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77800"/>
                  </a:lnTo>
                  <a:close/>
                </a:path>
                <a:path w="7619" h="523239">
                  <a:moveTo>
                    <a:pt x="7619" y="190500"/>
                  </a:moveTo>
                  <a:lnTo>
                    <a:pt x="0" y="190500"/>
                  </a:lnTo>
                  <a:lnTo>
                    <a:pt x="0" y="289560"/>
                  </a:lnTo>
                  <a:lnTo>
                    <a:pt x="7619" y="289560"/>
                  </a:lnTo>
                  <a:lnTo>
                    <a:pt x="7619" y="190500"/>
                  </a:lnTo>
                  <a:close/>
                </a:path>
                <a:path w="7619" h="523239">
                  <a:moveTo>
                    <a:pt x="7619" y="289560"/>
                  </a:moveTo>
                  <a:lnTo>
                    <a:pt x="0" y="289560"/>
                  </a:lnTo>
                  <a:lnTo>
                    <a:pt x="0" y="349250"/>
                  </a:lnTo>
                  <a:lnTo>
                    <a:pt x="7619" y="349250"/>
                  </a:lnTo>
                  <a:lnTo>
                    <a:pt x="7619" y="289560"/>
                  </a:lnTo>
                  <a:close/>
                </a:path>
                <a:path w="7619" h="523239">
                  <a:moveTo>
                    <a:pt x="7619" y="349250"/>
                  </a:moveTo>
                  <a:lnTo>
                    <a:pt x="0" y="349250"/>
                  </a:lnTo>
                  <a:lnTo>
                    <a:pt x="0" y="361950"/>
                  </a:lnTo>
                  <a:lnTo>
                    <a:pt x="7619" y="361950"/>
                  </a:lnTo>
                  <a:lnTo>
                    <a:pt x="7619" y="349250"/>
                  </a:lnTo>
                  <a:close/>
                </a:path>
                <a:path w="7619" h="523239">
                  <a:moveTo>
                    <a:pt x="7619" y="363220"/>
                  </a:moveTo>
                  <a:lnTo>
                    <a:pt x="0" y="363220"/>
                  </a:lnTo>
                  <a:lnTo>
                    <a:pt x="0" y="521970"/>
                  </a:lnTo>
                  <a:lnTo>
                    <a:pt x="5080" y="521970"/>
                  </a:lnTo>
                  <a:lnTo>
                    <a:pt x="5080" y="523240"/>
                  </a:lnTo>
                  <a:lnTo>
                    <a:pt x="7619" y="523240"/>
                  </a:lnTo>
                  <a:lnTo>
                    <a:pt x="7619" y="363220"/>
                  </a:lnTo>
                  <a:close/>
                </a:path>
              </a:pathLst>
            </a:custGeom>
            <a:solidFill>
              <a:srgbClr val="7171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19">
              <a:extLst>
                <a:ext uri="{FF2B5EF4-FFF2-40B4-BE49-F238E27FC236}">
                  <a16:creationId xmlns:a16="http://schemas.microsoft.com/office/drawing/2014/main" id="{A854C8AE-2C5F-A4FC-AEE0-EA3307EE51BF}"/>
                </a:ext>
              </a:extLst>
            </p:cNvPr>
            <p:cNvSpPr/>
            <p:nvPr/>
          </p:nvSpPr>
          <p:spPr>
            <a:xfrm>
              <a:off x="2807970" y="2585719"/>
              <a:ext cx="6350" cy="528320"/>
            </a:xfrm>
            <a:custGeom>
              <a:avLst/>
              <a:gdLst/>
              <a:ahLst/>
              <a:cxnLst/>
              <a:rect l="l" t="t" r="r" b="b"/>
              <a:pathLst>
                <a:path w="6350" h="528319">
                  <a:moveTo>
                    <a:pt x="6350" y="179070"/>
                  </a:moveTo>
                  <a:lnTo>
                    <a:pt x="0" y="179070"/>
                  </a:lnTo>
                  <a:lnTo>
                    <a:pt x="0" y="180339"/>
                  </a:lnTo>
                  <a:lnTo>
                    <a:pt x="6350" y="180339"/>
                  </a:lnTo>
                  <a:lnTo>
                    <a:pt x="6350" y="179070"/>
                  </a:lnTo>
                  <a:close/>
                </a:path>
                <a:path w="6350" h="528319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528319">
                  <a:moveTo>
                    <a:pt x="6350" y="172720"/>
                  </a:moveTo>
                  <a:lnTo>
                    <a:pt x="0" y="17272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72720"/>
                  </a:lnTo>
                  <a:close/>
                </a:path>
                <a:path w="6350" h="528319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528319">
                  <a:moveTo>
                    <a:pt x="6350" y="160020"/>
                  </a:moveTo>
                  <a:lnTo>
                    <a:pt x="0" y="160020"/>
                  </a:lnTo>
                  <a:lnTo>
                    <a:pt x="0" y="167639"/>
                  </a:lnTo>
                  <a:lnTo>
                    <a:pt x="6350" y="167639"/>
                  </a:lnTo>
                  <a:lnTo>
                    <a:pt x="6350" y="160020"/>
                  </a:lnTo>
                  <a:close/>
                </a:path>
                <a:path w="6350" h="528319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528319">
                  <a:moveTo>
                    <a:pt x="6350" y="153670"/>
                  </a:moveTo>
                  <a:lnTo>
                    <a:pt x="0" y="153670"/>
                  </a:lnTo>
                  <a:lnTo>
                    <a:pt x="0" y="154939"/>
                  </a:lnTo>
                  <a:lnTo>
                    <a:pt x="6350" y="154939"/>
                  </a:lnTo>
                  <a:lnTo>
                    <a:pt x="6350" y="153670"/>
                  </a:lnTo>
                  <a:close/>
                </a:path>
                <a:path w="6350" h="528319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528319">
                  <a:moveTo>
                    <a:pt x="6350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47320"/>
                  </a:lnTo>
                  <a:close/>
                </a:path>
                <a:path w="6350" h="528319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528319">
                  <a:moveTo>
                    <a:pt x="6350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40970"/>
                  </a:lnTo>
                  <a:close/>
                </a:path>
                <a:path w="6350" h="528319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528319">
                  <a:moveTo>
                    <a:pt x="6350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4620"/>
                  </a:lnTo>
                  <a:close/>
                </a:path>
                <a:path w="6350" h="528319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528319">
                  <a:moveTo>
                    <a:pt x="6350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8270"/>
                  </a:lnTo>
                  <a:close/>
                </a:path>
                <a:path w="6350" h="528319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528319">
                  <a:moveTo>
                    <a:pt x="6350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1920"/>
                  </a:lnTo>
                  <a:close/>
                </a:path>
                <a:path w="6350" h="528319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528319">
                  <a:moveTo>
                    <a:pt x="635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5570"/>
                  </a:lnTo>
                  <a:close/>
                </a:path>
                <a:path w="6350" h="528319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528319">
                  <a:moveTo>
                    <a:pt x="635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9220"/>
                  </a:lnTo>
                  <a:close/>
                </a:path>
                <a:path w="6350" h="528319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528319">
                  <a:moveTo>
                    <a:pt x="635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2870"/>
                  </a:lnTo>
                  <a:close/>
                </a:path>
                <a:path w="6350" h="528319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528319">
                  <a:moveTo>
                    <a:pt x="635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6520"/>
                  </a:lnTo>
                  <a:close/>
                </a:path>
                <a:path w="6350" h="528319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528319">
                  <a:moveTo>
                    <a:pt x="635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90170"/>
                  </a:lnTo>
                  <a:close/>
                </a:path>
                <a:path w="6350" h="528319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528319">
                  <a:moveTo>
                    <a:pt x="635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3820"/>
                  </a:lnTo>
                  <a:close/>
                </a:path>
                <a:path w="6350" h="528319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528319">
                  <a:moveTo>
                    <a:pt x="635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7470"/>
                  </a:lnTo>
                  <a:close/>
                </a:path>
                <a:path w="6350" h="528319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528319">
                  <a:moveTo>
                    <a:pt x="635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71120"/>
                  </a:lnTo>
                  <a:close/>
                </a:path>
                <a:path w="6350" h="528319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528319">
                  <a:moveTo>
                    <a:pt x="635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4770"/>
                  </a:lnTo>
                  <a:close/>
                </a:path>
                <a:path w="6350" h="528319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528319">
                  <a:moveTo>
                    <a:pt x="635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8420"/>
                  </a:lnTo>
                  <a:close/>
                </a:path>
                <a:path w="6350" h="528319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528319">
                  <a:moveTo>
                    <a:pt x="635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2070"/>
                  </a:lnTo>
                  <a:close/>
                </a:path>
                <a:path w="6350" h="528319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528319">
                  <a:moveTo>
                    <a:pt x="635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5720"/>
                  </a:lnTo>
                  <a:close/>
                </a:path>
                <a:path w="6350" h="528319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528319">
                  <a:moveTo>
                    <a:pt x="635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9370"/>
                  </a:lnTo>
                  <a:close/>
                </a:path>
                <a:path w="6350" h="528319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528319">
                  <a:moveTo>
                    <a:pt x="635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3020"/>
                  </a:lnTo>
                  <a:close/>
                </a:path>
                <a:path w="6350" h="528319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528319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528319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528319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528319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528319">
                  <a:moveTo>
                    <a:pt x="635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3970"/>
                  </a:lnTo>
                  <a:close/>
                </a:path>
                <a:path w="6350" h="528319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528319">
                  <a:moveTo>
                    <a:pt x="635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20"/>
                  </a:lnTo>
                  <a:close/>
                </a:path>
                <a:path w="6350" h="528319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528319">
                  <a:moveTo>
                    <a:pt x="6350" y="0"/>
                  </a:moveTo>
                  <a:lnTo>
                    <a:pt x="2540" y="0"/>
                  </a:lnTo>
                  <a:lnTo>
                    <a:pt x="254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6350" h="528319">
                  <a:moveTo>
                    <a:pt x="6350" y="181610"/>
                  </a:moveTo>
                  <a:lnTo>
                    <a:pt x="0" y="181610"/>
                  </a:lnTo>
                  <a:lnTo>
                    <a:pt x="0" y="194310"/>
                  </a:lnTo>
                  <a:lnTo>
                    <a:pt x="6350" y="194310"/>
                  </a:lnTo>
                  <a:lnTo>
                    <a:pt x="6350" y="181610"/>
                  </a:lnTo>
                  <a:close/>
                </a:path>
                <a:path w="6350" h="528319">
                  <a:moveTo>
                    <a:pt x="6350" y="194310"/>
                  </a:moveTo>
                  <a:lnTo>
                    <a:pt x="0" y="194310"/>
                  </a:lnTo>
                  <a:lnTo>
                    <a:pt x="0" y="293370"/>
                  </a:lnTo>
                  <a:lnTo>
                    <a:pt x="6350" y="293370"/>
                  </a:lnTo>
                  <a:lnTo>
                    <a:pt x="6350" y="194310"/>
                  </a:lnTo>
                  <a:close/>
                </a:path>
                <a:path w="6350" h="528319">
                  <a:moveTo>
                    <a:pt x="6350" y="293370"/>
                  </a:moveTo>
                  <a:lnTo>
                    <a:pt x="0" y="293370"/>
                  </a:lnTo>
                  <a:lnTo>
                    <a:pt x="0" y="353060"/>
                  </a:lnTo>
                  <a:lnTo>
                    <a:pt x="6350" y="353060"/>
                  </a:lnTo>
                  <a:lnTo>
                    <a:pt x="6350" y="293370"/>
                  </a:lnTo>
                  <a:close/>
                </a:path>
                <a:path w="6350" h="528319">
                  <a:moveTo>
                    <a:pt x="6350" y="353060"/>
                  </a:moveTo>
                  <a:lnTo>
                    <a:pt x="0" y="353060"/>
                  </a:lnTo>
                  <a:lnTo>
                    <a:pt x="0" y="365760"/>
                  </a:lnTo>
                  <a:lnTo>
                    <a:pt x="6350" y="365760"/>
                  </a:lnTo>
                  <a:lnTo>
                    <a:pt x="6350" y="353060"/>
                  </a:lnTo>
                  <a:close/>
                </a:path>
                <a:path w="6350" h="528319">
                  <a:moveTo>
                    <a:pt x="6350" y="367030"/>
                  </a:moveTo>
                  <a:lnTo>
                    <a:pt x="0" y="367030"/>
                  </a:lnTo>
                  <a:lnTo>
                    <a:pt x="0" y="527050"/>
                  </a:lnTo>
                  <a:lnTo>
                    <a:pt x="2540" y="527050"/>
                  </a:lnTo>
                  <a:lnTo>
                    <a:pt x="2540" y="528320"/>
                  </a:lnTo>
                  <a:lnTo>
                    <a:pt x="6350" y="528320"/>
                  </a:lnTo>
                  <a:lnTo>
                    <a:pt x="6350" y="367030"/>
                  </a:lnTo>
                  <a:close/>
                </a:path>
              </a:pathLst>
            </a:custGeom>
            <a:solidFill>
              <a:srgbClr val="7070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0">
              <a:extLst>
                <a:ext uri="{FF2B5EF4-FFF2-40B4-BE49-F238E27FC236}">
                  <a16:creationId xmlns:a16="http://schemas.microsoft.com/office/drawing/2014/main" id="{0787A056-CBBA-52CE-DB73-111BB3D6251B}"/>
                </a:ext>
              </a:extLst>
            </p:cNvPr>
            <p:cNvSpPr/>
            <p:nvPr/>
          </p:nvSpPr>
          <p:spPr>
            <a:xfrm>
              <a:off x="2814320" y="2585719"/>
              <a:ext cx="7620" cy="528320"/>
            </a:xfrm>
            <a:custGeom>
              <a:avLst/>
              <a:gdLst/>
              <a:ahLst/>
              <a:cxnLst/>
              <a:rect l="l" t="t" r="r" b="b"/>
              <a:pathLst>
                <a:path w="7619" h="528319">
                  <a:moveTo>
                    <a:pt x="7619" y="179070"/>
                  </a:moveTo>
                  <a:lnTo>
                    <a:pt x="0" y="179070"/>
                  </a:lnTo>
                  <a:lnTo>
                    <a:pt x="0" y="180339"/>
                  </a:lnTo>
                  <a:lnTo>
                    <a:pt x="7619" y="180339"/>
                  </a:lnTo>
                  <a:lnTo>
                    <a:pt x="7619" y="179070"/>
                  </a:lnTo>
                  <a:close/>
                </a:path>
                <a:path w="7619" h="528319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19" h="528319">
                  <a:moveTo>
                    <a:pt x="7619" y="172720"/>
                  </a:moveTo>
                  <a:lnTo>
                    <a:pt x="0" y="172720"/>
                  </a:lnTo>
                  <a:lnTo>
                    <a:pt x="0" y="173989"/>
                  </a:lnTo>
                  <a:lnTo>
                    <a:pt x="7619" y="173989"/>
                  </a:lnTo>
                  <a:lnTo>
                    <a:pt x="7619" y="172720"/>
                  </a:lnTo>
                  <a:close/>
                </a:path>
                <a:path w="7619" h="528319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528319">
                  <a:moveTo>
                    <a:pt x="7619" y="160020"/>
                  </a:moveTo>
                  <a:lnTo>
                    <a:pt x="0" y="160020"/>
                  </a:lnTo>
                  <a:lnTo>
                    <a:pt x="0" y="167639"/>
                  </a:lnTo>
                  <a:lnTo>
                    <a:pt x="7619" y="167639"/>
                  </a:lnTo>
                  <a:lnTo>
                    <a:pt x="7619" y="160020"/>
                  </a:lnTo>
                  <a:close/>
                </a:path>
                <a:path w="7619" h="528319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528319">
                  <a:moveTo>
                    <a:pt x="7619" y="153670"/>
                  </a:moveTo>
                  <a:lnTo>
                    <a:pt x="0" y="15367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53670"/>
                  </a:lnTo>
                  <a:close/>
                </a:path>
                <a:path w="7619" h="528319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528319">
                  <a:moveTo>
                    <a:pt x="7619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7320"/>
                  </a:lnTo>
                  <a:close/>
                </a:path>
                <a:path w="7619" h="528319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528319">
                  <a:moveTo>
                    <a:pt x="7619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40970"/>
                  </a:lnTo>
                  <a:close/>
                </a:path>
                <a:path w="7619" h="528319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528319">
                  <a:moveTo>
                    <a:pt x="7619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4620"/>
                  </a:lnTo>
                  <a:close/>
                </a:path>
                <a:path w="7619" h="528319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528319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528319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528319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528319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528319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528319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528319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528319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528319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52831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52831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52831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52831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52831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52831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52831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52831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52831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52831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52831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52831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52831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52831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52831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52831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52831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52831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52831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52831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52831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52831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52831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52831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52831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52831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52831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52831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52831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52831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528319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528319">
                  <a:moveTo>
                    <a:pt x="50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7619" h="528319">
                  <a:moveTo>
                    <a:pt x="7619" y="181610"/>
                  </a:moveTo>
                  <a:lnTo>
                    <a:pt x="0" y="181610"/>
                  </a:lnTo>
                  <a:lnTo>
                    <a:pt x="0" y="194310"/>
                  </a:lnTo>
                  <a:lnTo>
                    <a:pt x="7619" y="194310"/>
                  </a:lnTo>
                  <a:lnTo>
                    <a:pt x="7619" y="181610"/>
                  </a:lnTo>
                  <a:close/>
                </a:path>
                <a:path w="7619" h="528319">
                  <a:moveTo>
                    <a:pt x="7619" y="194310"/>
                  </a:moveTo>
                  <a:lnTo>
                    <a:pt x="0" y="194310"/>
                  </a:lnTo>
                  <a:lnTo>
                    <a:pt x="0" y="293370"/>
                  </a:lnTo>
                  <a:lnTo>
                    <a:pt x="7619" y="293370"/>
                  </a:lnTo>
                  <a:lnTo>
                    <a:pt x="7619" y="194310"/>
                  </a:lnTo>
                  <a:close/>
                </a:path>
                <a:path w="7619" h="528319">
                  <a:moveTo>
                    <a:pt x="7619" y="293370"/>
                  </a:moveTo>
                  <a:lnTo>
                    <a:pt x="0" y="293370"/>
                  </a:lnTo>
                  <a:lnTo>
                    <a:pt x="0" y="353060"/>
                  </a:lnTo>
                  <a:lnTo>
                    <a:pt x="7619" y="353060"/>
                  </a:lnTo>
                  <a:lnTo>
                    <a:pt x="7619" y="293370"/>
                  </a:lnTo>
                  <a:close/>
                </a:path>
                <a:path w="7619" h="528319">
                  <a:moveTo>
                    <a:pt x="7619" y="353060"/>
                  </a:moveTo>
                  <a:lnTo>
                    <a:pt x="0" y="353060"/>
                  </a:lnTo>
                  <a:lnTo>
                    <a:pt x="0" y="365760"/>
                  </a:lnTo>
                  <a:lnTo>
                    <a:pt x="7619" y="365760"/>
                  </a:lnTo>
                  <a:lnTo>
                    <a:pt x="7619" y="353060"/>
                  </a:lnTo>
                  <a:close/>
                </a:path>
                <a:path w="7619" h="528319">
                  <a:moveTo>
                    <a:pt x="7619" y="367030"/>
                  </a:moveTo>
                  <a:lnTo>
                    <a:pt x="0" y="367030"/>
                  </a:lnTo>
                  <a:lnTo>
                    <a:pt x="0" y="528320"/>
                  </a:lnTo>
                  <a:lnTo>
                    <a:pt x="7619" y="528320"/>
                  </a:lnTo>
                  <a:lnTo>
                    <a:pt x="7619" y="367030"/>
                  </a:lnTo>
                  <a:close/>
                </a:path>
              </a:pathLst>
            </a:custGeom>
            <a:solidFill>
              <a:srgbClr val="6E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1">
              <a:extLst>
                <a:ext uri="{FF2B5EF4-FFF2-40B4-BE49-F238E27FC236}">
                  <a16:creationId xmlns:a16="http://schemas.microsoft.com/office/drawing/2014/main" id="{1086F999-EB39-55D7-D7CE-38E8D65F527C}"/>
                </a:ext>
              </a:extLst>
            </p:cNvPr>
            <p:cNvSpPr/>
            <p:nvPr/>
          </p:nvSpPr>
          <p:spPr>
            <a:xfrm>
              <a:off x="2840355" y="2583180"/>
              <a:ext cx="0" cy="533400"/>
            </a:xfrm>
            <a:custGeom>
              <a:avLst/>
              <a:gdLst/>
              <a:ahLst/>
              <a:cxnLst/>
              <a:rect l="l" t="t" r="r" b="b"/>
              <a:pathLst>
                <a:path h="533400">
                  <a:moveTo>
                    <a:pt x="0" y="0"/>
                  </a:moveTo>
                  <a:lnTo>
                    <a:pt x="0" y="533400"/>
                  </a:lnTo>
                </a:path>
              </a:pathLst>
            </a:custGeom>
            <a:ln w="7619">
              <a:solidFill>
                <a:srgbClr val="6D6D6D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2">
              <a:extLst>
                <a:ext uri="{FF2B5EF4-FFF2-40B4-BE49-F238E27FC236}">
                  <a16:creationId xmlns:a16="http://schemas.microsoft.com/office/drawing/2014/main" id="{F9DCDE78-1BB2-43C3-F853-AAD66502AE4A}"/>
                </a:ext>
              </a:extLst>
            </p:cNvPr>
            <p:cNvSpPr/>
            <p:nvPr/>
          </p:nvSpPr>
          <p:spPr>
            <a:xfrm>
              <a:off x="2858770" y="2581909"/>
              <a:ext cx="6350" cy="535940"/>
            </a:xfrm>
            <a:custGeom>
              <a:avLst/>
              <a:gdLst/>
              <a:ahLst/>
              <a:cxnLst/>
              <a:rect l="l" t="t" r="r" b="b"/>
              <a:pathLst>
                <a:path w="6350" h="535939">
                  <a:moveTo>
                    <a:pt x="6350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2880"/>
                  </a:lnTo>
                  <a:close/>
                </a:path>
                <a:path w="6350" h="535939">
                  <a:moveTo>
                    <a:pt x="6350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6350" y="181610"/>
                  </a:lnTo>
                  <a:lnTo>
                    <a:pt x="6350" y="179070"/>
                  </a:lnTo>
                  <a:close/>
                </a:path>
                <a:path w="6350" h="535939">
                  <a:moveTo>
                    <a:pt x="635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30"/>
                  </a:lnTo>
                  <a:close/>
                </a:path>
                <a:path w="6350" h="535939">
                  <a:moveTo>
                    <a:pt x="635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72720"/>
                  </a:lnTo>
                  <a:close/>
                </a:path>
                <a:path w="6350" h="535939">
                  <a:moveTo>
                    <a:pt x="6350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3830"/>
                  </a:lnTo>
                  <a:close/>
                </a:path>
                <a:path w="6350" h="535939">
                  <a:moveTo>
                    <a:pt x="635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60020"/>
                  </a:lnTo>
                  <a:close/>
                </a:path>
                <a:path w="6350" h="535939">
                  <a:moveTo>
                    <a:pt x="635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80"/>
                  </a:lnTo>
                  <a:close/>
                </a:path>
                <a:path w="6350" h="535939">
                  <a:moveTo>
                    <a:pt x="635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6350" y="156210"/>
                  </a:lnTo>
                  <a:lnTo>
                    <a:pt x="6350" y="153670"/>
                  </a:lnTo>
                  <a:close/>
                </a:path>
                <a:path w="6350" h="535939">
                  <a:moveTo>
                    <a:pt x="635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30"/>
                  </a:lnTo>
                  <a:close/>
                </a:path>
                <a:path w="6350" h="535939">
                  <a:moveTo>
                    <a:pt x="635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47320"/>
                  </a:lnTo>
                  <a:close/>
                </a:path>
                <a:path w="6350" h="535939">
                  <a:moveTo>
                    <a:pt x="635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80"/>
                  </a:lnTo>
                  <a:close/>
                </a:path>
                <a:path w="6350" h="535939">
                  <a:moveTo>
                    <a:pt x="635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6350" y="143510"/>
                  </a:lnTo>
                  <a:lnTo>
                    <a:pt x="6350" y="140970"/>
                  </a:lnTo>
                  <a:close/>
                </a:path>
                <a:path w="6350" h="535939">
                  <a:moveTo>
                    <a:pt x="635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30"/>
                  </a:lnTo>
                  <a:close/>
                </a:path>
                <a:path w="6350" h="535939">
                  <a:moveTo>
                    <a:pt x="635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6350" y="137160"/>
                  </a:lnTo>
                  <a:lnTo>
                    <a:pt x="6350" y="134620"/>
                  </a:lnTo>
                  <a:close/>
                </a:path>
                <a:path w="6350" h="535939">
                  <a:moveTo>
                    <a:pt x="635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80"/>
                  </a:lnTo>
                  <a:close/>
                </a:path>
                <a:path w="6350" h="535939">
                  <a:moveTo>
                    <a:pt x="635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28270"/>
                  </a:lnTo>
                  <a:close/>
                </a:path>
                <a:path w="6350" h="535939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535939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535939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535939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535939">
                  <a:moveTo>
                    <a:pt x="635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30"/>
                  </a:lnTo>
                  <a:close/>
                </a:path>
                <a:path w="6350" h="535939">
                  <a:moveTo>
                    <a:pt x="635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9220"/>
                  </a:lnTo>
                  <a:close/>
                </a:path>
                <a:path w="6350" h="535939">
                  <a:moveTo>
                    <a:pt x="635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80"/>
                  </a:lnTo>
                  <a:close/>
                </a:path>
                <a:path w="6350" h="535939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535939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535939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535939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535939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535939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535939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535939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535939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535939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535939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535939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535939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535939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535939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535939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535939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535939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535939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535939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535939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535939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535939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535939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535939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535939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535939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535939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535939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535939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535939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535939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535939">
                  <a:moveTo>
                    <a:pt x="635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  <a:path w="6350" h="535939">
                  <a:moveTo>
                    <a:pt x="6350" y="185420"/>
                  </a:moveTo>
                  <a:lnTo>
                    <a:pt x="0" y="185420"/>
                  </a:lnTo>
                  <a:lnTo>
                    <a:pt x="0" y="198120"/>
                  </a:lnTo>
                  <a:lnTo>
                    <a:pt x="6350" y="198120"/>
                  </a:lnTo>
                  <a:lnTo>
                    <a:pt x="6350" y="185420"/>
                  </a:lnTo>
                  <a:close/>
                </a:path>
                <a:path w="6350" h="535939">
                  <a:moveTo>
                    <a:pt x="6350" y="198120"/>
                  </a:moveTo>
                  <a:lnTo>
                    <a:pt x="0" y="198120"/>
                  </a:lnTo>
                  <a:lnTo>
                    <a:pt x="0" y="297180"/>
                  </a:lnTo>
                  <a:lnTo>
                    <a:pt x="6350" y="297180"/>
                  </a:lnTo>
                  <a:lnTo>
                    <a:pt x="6350" y="198120"/>
                  </a:lnTo>
                  <a:close/>
                </a:path>
                <a:path w="6350" h="535939">
                  <a:moveTo>
                    <a:pt x="6350" y="297180"/>
                  </a:moveTo>
                  <a:lnTo>
                    <a:pt x="0" y="297180"/>
                  </a:lnTo>
                  <a:lnTo>
                    <a:pt x="0" y="356870"/>
                  </a:lnTo>
                  <a:lnTo>
                    <a:pt x="6350" y="356870"/>
                  </a:lnTo>
                  <a:lnTo>
                    <a:pt x="6350" y="297180"/>
                  </a:lnTo>
                  <a:close/>
                </a:path>
                <a:path w="6350" h="535939">
                  <a:moveTo>
                    <a:pt x="6350" y="356870"/>
                  </a:moveTo>
                  <a:lnTo>
                    <a:pt x="0" y="356870"/>
                  </a:lnTo>
                  <a:lnTo>
                    <a:pt x="0" y="369570"/>
                  </a:lnTo>
                  <a:lnTo>
                    <a:pt x="6350" y="369570"/>
                  </a:lnTo>
                  <a:lnTo>
                    <a:pt x="6350" y="356870"/>
                  </a:lnTo>
                  <a:close/>
                </a:path>
                <a:path w="6350" h="535939">
                  <a:moveTo>
                    <a:pt x="6350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6350" y="535940"/>
                  </a:lnTo>
                  <a:lnTo>
                    <a:pt x="6350" y="37084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3">
              <a:extLst>
                <a:ext uri="{FF2B5EF4-FFF2-40B4-BE49-F238E27FC236}">
                  <a16:creationId xmlns:a16="http://schemas.microsoft.com/office/drawing/2014/main" id="{5EBFACE7-C154-0606-41E0-C085D28B4D03}"/>
                </a:ext>
              </a:extLst>
            </p:cNvPr>
            <p:cNvSpPr/>
            <p:nvPr/>
          </p:nvSpPr>
          <p:spPr>
            <a:xfrm>
              <a:off x="2886710" y="2581909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35940"/>
                  </a:lnTo>
                </a:path>
              </a:pathLst>
            </a:custGeom>
            <a:ln w="7619">
              <a:solidFill>
                <a:srgbClr val="64646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4">
              <a:extLst>
                <a:ext uri="{FF2B5EF4-FFF2-40B4-BE49-F238E27FC236}">
                  <a16:creationId xmlns:a16="http://schemas.microsoft.com/office/drawing/2014/main" id="{7ACC14EA-881F-3864-EF7B-613E5EE77D91}"/>
                </a:ext>
              </a:extLst>
            </p:cNvPr>
            <p:cNvSpPr/>
            <p:nvPr/>
          </p:nvSpPr>
          <p:spPr>
            <a:xfrm>
              <a:off x="2908300" y="2581909"/>
              <a:ext cx="7620" cy="535940"/>
            </a:xfrm>
            <a:custGeom>
              <a:avLst/>
              <a:gdLst/>
              <a:ahLst/>
              <a:cxnLst/>
              <a:rect l="l" t="t" r="r" b="b"/>
              <a:pathLst>
                <a:path w="7619" h="535939">
                  <a:moveTo>
                    <a:pt x="7619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2880"/>
                  </a:lnTo>
                  <a:close/>
                </a:path>
                <a:path w="7619" h="535939">
                  <a:moveTo>
                    <a:pt x="7619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7619" y="181610"/>
                  </a:lnTo>
                  <a:lnTo>
                    <a:pt x="7619" y="179070"/>
                  </a:lnTo>
                  <a:close/>
                </a:path>
                <a:path w="7619" h="535939">
                  <a:moveTo>
                    <a:pt x="7619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6530"/>
                  </a:lnTo>
                  <a:close/>
                </a:path>
                <a:path w="7619" h="535939">
                  <a:moveTo>
                    <a:pt x="7619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7619" y="175260"/>
                  </a:lnTo>
                  <a:lnTo>
                    <a:pt x="7619" y="172720"/>
                  </a:lnTo>
                  <a:close/>
                </a:path>
                <a:path w="7619" h="535939">
                  <a:moveTo>
                    <a:pt x="7619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3830"/>
                  </a:lnTo>
                  <a:close/>
                </a:path>
                <a:path w="7619" h="535939">
                  <a:moveTo>
                    <a:pt x="7619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60020"/>
                  </a:lnTo>
                  <a:close/>
                </a:path>
                <a:path w="7619" h="535939">
                  <a:moveTo>
                    <a:pt x="7619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7480"/>
                  </a:lnTo>
                  <a:close/>
                </a:path>
                <a:path w="7619" h="535939">
                  <a:moveTo>
                    <a:pt x="7619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19" y="156210"/>
                  </a:lnTo>
                  <a:lnTo>
                    <a:pt x="7619" y="153670"/>
                  </a:lnTo>
                  <a:close/>
                </a:path>
                <a:path w="7619" h="535939">
                  <a:moveTo>
                    <a:pt x="7619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51130"/>
                  </a:lnTo>
                  <a:close/>
                </a:path>
                <a:path w="7619" h="535939">
                  <a:moveTo>
                    <a:pt x="7619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19" y="149860"/>
                  </a:lnTo>
                  <a:lnTo>
                    <a:pt x="7619" y="147320"/>
                  </a:lnTo>
                  <a:close/>
                </a:path>
                <a:path w="7619" h="535939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535939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535939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535939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535939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535939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535939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535939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535939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535939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535939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53593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535939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535939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535939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53593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53593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53593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53593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53593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53593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53593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53593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53593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53593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53593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53593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53593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53593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53593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53593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53593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53593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53593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5359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5359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5359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5359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53593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53593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53593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5359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5359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5359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535939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535939">
                  <a:moveTo>
                    <a:pt x="50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7619" h="535939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7619" y="1270"/>
                  </a:lnTo>
                  <a:lnTo>
                    <a:pt x="7619" y="0"/>
                  </a:lnTo>
                  <a:close/>
                </a:path>
                <a:path w="7619" h="535939">
                  <a:moveTo>
                    <a:pt x="7619" y="185420"/>
                  </a:moveTo>
                  <a:lnTo>
                    <a:pt x="0" y="185420"/>
                  </a:lnTo>
                  <a:lnTo>
                    <a:pt x="0" y="198120"/>
                  </a:lnTo>
                  <a:lnTo>
                    <a:pt x="7619" y="198120"/>
                  </a:lnTo>
                  <a:lnTo>
                    <a:pt x="7619" y="185420"/>
                  </a:lnTo>
                  <a:close/>
                </a:path>
                <a:path w="7619" h="535939">
                  <a:moveTo>
                    <a:pt x="7619" y="198120"/>
                  </a:moveTo>
                  <a:lnTo>
                    <a:pt x="0" y="198120"/>
                  </a:lnTo>
                  <a:lnTo>
                    <a:pt x="0" y="297180"/>
                  </a:lnTo>
                  <a:lnTo>
                    <a:pt x="7619" y="297180"/>
                  </a:lnTo>
                  <a:lnTo>
                    <a:pt x="7619" y="198120"/>
                  </a:lnTo>
                  <a:close/>
                </a:path>
                <a:path w="7619" h="535939">
                  <a:moveTo>
                    <a:pt x="7619" y="297180"/>
                  </a:moveTo>
                  <a:lnTo>
                    <a:pt x="0" y="297180"/>
                  </a:lnTo>
                  <a:lnTo>
                    <a:pt x="0" y="356870"/>
                  </a:lnTo>
                  <a:lnTo>
                    <a:pt x="7619" y="356870"/>
                  </a:lnTo>
                  <a:lnTo>
                    <a:pt x="7619" y="297180"/>
                  </a:lnTo>
                  <a:close/>
                </a:path>
                <a:path w="7619" h="535939">
                  <a:moveTo>
                    <a:pt x="7619" y="356870"/>
                  </a:moveTo>
                  <a:lnTo>
                    <a:pt x="0" y="356870"/>
                  </a:lnTo>
                  <a:lnTo>
                    <a:pt x="0" y="369570"/>
                  </a:lnTo>
                  <a:lnTo>
                    <a:pt x="7619" y="369570"/>
                  </a:lnTo>
                  <a:lnTo>
                    <a:pt x="7619" y="356870"/>
                  </a:lnTo>
                  <a:close/>
                </a:path>
                <a:path w="7619" h="535939">
                  <a:moveTo>
                    <a:pt x="7619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7619" y="535940"/>
                  </a:lnTo>
                  <a:lnTo>
                    <a:pt x="7619" y="370840"/>
                  </a:lnTo>
                  <a:close/>
                </a:path>
              </a:pathLst>
            </a:custGeom>
            <a:solidFill>
              <a:srgbClr val="5C5C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5">
              <a:extLst>
                <a:ext uri="{FF2B5EF4-FFF2-40B4-BE49-F238E27FC236}">
                  <a16:creationId xmlns:a16="http://schemas.microsoft.com/office/drawing/2014/main" id="{E074817C-1783-5D54-277A-3703D241FA1C}"/>
                </a:ext>
              </a:extLst>
            </p:cNvPr>
            <p:cNvSpPr/>
            <p:nvPr/>
          </p:nvSpPr>
          <p:spPr>
            <a:xfrm>
              <a:off x="2915920" y="2581909"/>
              <a:ext cx="7620" cy="535940"/>
            </a:xfrm>
            <a:custGeom>
              <a:avLst/>
              <a:gdLst/>
              <a:ahLst/>
              <a:cxnLst/>
              <a:rect l="l" t="t" r="r" b="b"/>
              <a:pathLst>
                <a:path w="7619" h="535939">
                  <a:moveTo>
                    <a:pt x="7620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7620" y="535940"/>
                  </a:lnTo>
                  <a:lnTo>
                    <a:pt x="7620" y="370840"/>
                  </a:lnTo>
                  <a:close/>
                </a:path>
                <a:path w="7619" h="535939">
                  <a:moveTo>
                    <a:pt x="7620" y="356882"/>
                  </a:moveTo>
                  <a:lnTo>
                    <a:pt x="0" y="356882"/>
                  </a:lnTo>
                  <a:lnTo>
                    <a:pt x="0" y="369570"/>
                  </a:lnTo>
                  <a:lnTo>
                    <a:pt x="7620" y="369570"/>
                  </a:lnTo>
                  <a:lnTo>
                    <a:pt x="7620" y="356882"/>
                  </a:lnTo>
                  <a:close/>
                </a:path>
                <a:path w="7619" h="535939">
                  <a:moveTo>
                    <a:pt x="7620" y="297192"/>
                  </a:moveTo>
                  <a:lnTo>
                    <a:pt x="0" y="297192"/>
                  </a:lnTo>
                  <a:lnTo>
                    <a:pt x="0" y="356870"/>
                  </a:lnTo>
                  <a:lnTo>
                    <a:pt x="7620" y="356870"/>
                  </a:lnTo>
                  <a:lnTo>
                    <a:pt x="7620" y="297192"/>
                  </a:lnTo>
                  <a:close/>
                </a:path>
                <a:path w="7619" h="535939">
                  <a:moveTo>
                    <a:pt x="7620" y="198132"/>
                  </a:moveTo>
                  <a:lnTo>
                    <a:pt x="0" y="198132"/>
                  </a:lnTo>
                  <a:lnTo>
                    <a:pt x="0" y="297180"/>
                  </a:lnTo>
                  <a:lnTo>
                    <a:pt x="7620" y="297180"/>
                  </a:lnTo>
                  <a:lnTo>
                    <a:pt x="7620" y="198132"/>
                  </a:lnTo>
                  <a:close/>
                </a:path>
                <a:path w="7619" h="535939">
                  <a:moveTo>
                    <a:pt x="7620" y="185432"/>
                  </a:moveTo>
                  <a:lnTo>
                    <a:pt x="0" y="185432"/>
                  </a:lnTo>
                  <a:lnTo>
                    <a:pt x="0" y="198120"/>
                  </a:lnTo>
                  <a:lnTo>
                    <a:pt x="7620" y="198120"/>
                  </a:lnTo>
                  <a:lnTo>
                    <a:pt x="7620" y="185432"/>
                  </a:lnTo>
                  <a:close/>
                </a:path>
                <a:path w="7619" h="535939">
                  <a:moveTo>
                    <a:pt x="7620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80"/>
                  </a:lnTo>
                  <a:close/>
                </a:path>
                <a:path w="7619" h="535939">
                  <a:moveTo>
                    <a:pt x="7620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79070"/>
                  </a:lnTo>
                  <a:close/>
                </a:path>
                <a:path w="7619" h="535939">
                  <a:moveTo>
                    <a:pt x="762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30"/>
                  </a:lnTo>
                  <a:close/>
                </a:path>
                <a:path w="7619" h="535939">
                  <a:moveTo>
                    <a:pt x="762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72720"/>
                  </a:lnTo>
                  <a:close/>
                </a:path>
                <a:path w="7619" h="535939">
                  <a:moveTo>
                    <a:pt x="7620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3830"/>
                  </a:lnTo>
                  <a:close/>
                </a:path>
                <a:path w="7619" h="535939">
                  <a:moveTo>
                    <a:pt x="762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60020"/>
                  </a:lnTo>
                  <a:close/>
                </a:path>
                <a:path w="7619" h="535939">
                  <a:moveTo>
                    <a:pt x="762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80"/>
                  </a:lnTo>
                  <a:close/>
                </a:path>
                <a:path w="7619" h="535939">
                  <a:moveTo>
                    <a:pt x="762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20" y="156210"/>
                  </a:lnTo>
                  <a:lnTo>
                    <a:pt x="7620" y="153670"/>
                  </a:lnTo>
                  <a:close/>
                </a:path>
                <a:path w="7619" h="535939">
                  <a:moveTo>
                    <a:pt x="762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30"/>
                  </a:lnTo>
                  <a:close/>
                </a:path>
                <a:path w="7619" h="535939">
                  <a:moveTo>
                    <a:pt x="762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20" y="149860"/>
                  </a:lnTo>
                  <a:lnTo>
                    <a:pt x="7620" y="147320"/>
                  </a:lnTo>
                  <a:close/>
                </a:path>
                <a:path w="7619" h="535939">
                  <a:moveTo>
                    <a:pt x="762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80"/>
                  </a:lnTo>
                  <a:close/>
                </a:path>
                <a:path w="7619" h="535939">
                  <a:moveTo>
                    <a:pt x="762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20" y="143510"/>
                  </a:lnTo>
                  <a:lnTo>
                    <a:pt x="7620" y="140970"/>
                  </a:lnTo>
                  <a:close/>
                </a:path>
                <a:path w="7619" h="535939">
                  <a:moveTo>
                    <a:pt x="762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30"/>
                  </a:lnTo>
                  <a:close/>
                </a:path>
                <a:path w="7619" h="535939">
                  <a:moveTo>
                    <a:pt x="762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20" y="137160"/>
                  </a:lnTo>
                  <a:lnTo>
                    <a:pt x="7620" y="134620"/>
                  </a:lnTo>
                  <a:close/>
                </a:path>
                <a:path w="7619" h="535939">
                  <a:moveTo>
                    <a:pt x="762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80"/>
                  </a:lnTo>
                  <a:close/>
                </a:path>
                <a:path w="7619" h="535939">
                  <a:moveTo>
                    <a:pt x="762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28270"/>
                  </a:lnTo>
                  <a:close/>
                </a:path>
                <a:path w="7619" h="535939">
                  <a:moveTo>
                    <a:pt x="762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30"/>
                  </a:lnTo>
                  <a:close/>
                </a:path>
                <a:path w="7619" h="535939">
                  <a:moveTo>
                    <a:pt x="762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20" y="124460"/>
                  </a:lnTo>
                  <a:lnTo>
                    <a:pt x="7620" y="121920"/>
                  </a:lnTo>
                  <a:close/>
                </a:path>
                <a:path w="7619" h="535939">
                  <a:moveTo>
                    <a:pt x="762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80"/>
                  </a:lnTo>
                  <a:close/>
                </a:path>
                <a:path w="7619" h="535939">
                  <a:moveTo>
                    <a:pt x="762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20" y="118110"/>
                  </a:lnTo>
                  <a:lnTo>
                    <a:pt x="7620" y="115570"/>
                  </a:lnTo>
                  <a:close/>
                </a:path>
                <a:path w="7619" h="535939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19" h="535939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19" h="535939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19" h="535939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19" h="535939">
                  <a:moveTo>
                    <a:pt x="762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30"/>
                  </a:lnTo>
                  <a:close/>
                </a:path>
                <a:path w="7619" h="535939">
                  <a:moveTo>
                    <a:pt x="762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6520"/>
                  </a:lnTo>
                  <a:close/>
                </a:path>
                <a:path w="7619" h="535939">
                  <a:moveTo>
                    <a:pt x="762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80"/>
                  </a:lnTo>
                  <a:close/>
                </a:path>
                <a:path w="7619" h="535939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19" h="535939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19" h="535939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19" h="535939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19" h="535939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19" h="535939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19" h="535939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19" h="535939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19" h="535939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19" h="535939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19" h="535939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19" h="535939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19" h="535939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19" h="535939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19" h="535939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19" h="535939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535939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535939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535939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535939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19" h="535939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19" h="535939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19" h="535939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535939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535939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535939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535939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535939">
                  <a:moveTo>
                    <a:pt x="762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80"/>
                  </a:lnTo>
                  <a:close/>
                </a:path>
                <a:path w="7619" h="53593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5A5A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26">
              <a:extLst>
                <a:ext uri="{FF2B5EF4-FFF2-40B4-BE49-F238E27FC236}">
                  <a16:creationId xmlns:a16="http://schemas.microsoft.com/office/drawing/2014/main" id="{31896DC4-41E0-188B-DE26-D4922138B064}"/>
                </a:ext>
              </a:extLst>
            </p:cNvPr>
            <p:cNvSpPr/>
            <p:nvPr/>
          </p:nvSpPr>
          <p:spPr>
            <a:xfrm>
              <a:off x="2923540" y="2581909"/>
              <a:ext cx="7620" cy="535940"/>
            </a:xfrm>
            <a:custGeom>
              <a:avLst/>
              <a:gdLst/>
              <a:ahLst/>
              <a:cxnLst/>
              <a:rect l="l" t="t" r="r" b="b"/>
              <a:pathLst>
                <a:path w="7619" h="535939">
                  <a:moveTo>
                    <a:pt x="7620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7620" y="535940"/>
                  </a:lnTo>
                  <a:lnTo>
                    <a:pt x="7620" y="370840"/>
                  </a:lnTo>
                  <a:close/>
                </a:path>
                <a:path w="7619" h="535939">
                  <a:moveTo>
                    <a:pt x="7620" y="356882"/>
                  </a:moveTo>
                  <a:lnTo>
                    <a:pt x="0" y="356882"/>
                  </a:lnTo>
                  <a:lnTo>
                    <a:pt x="0" y="369570"/>
                  </a:lnTo>
                  <a:lnTo>
                    <a:pt x="7620" y="369570"/>
                  </a:lnTo>
                  <a:lnTo>
                    <a:pt x="7620" y="356882"/>
                  </a:lnTo>
                  <a:close/>
                </a:path>
                <a:path w="7619" h="535939">
                  <a:moveTo>
                    <a:pt x="7620" y="297192"/>
                  </a:moveTo>
                  <a:lnTo>
                    <a:pt x="0" y="297192"/>
                  </a:lnTo>
                  <a:lnTo>
                    <a:pt x="0" y="356870"/>
                  </a:lnTo>
                  <a:lnTo>
                    <a:pt x="7620" y="356870"/>
                  </a:lnTo>
                  <a:lnTo>
                    <a:pt x="7620" y="297192"/>
                  </a:lnTo>
                  <a:close/>
                </a:path>
                <a:path w="7619" h="535939">
                  <a:moveTo>
                    <a:pt x="7620" y="198132"/>
                  </a:moveTo>
                  <a:lnTo>
                    <a:pt x="0" y="198132"/>
                  </a:lnTo>
                  <a:lnTo>
                    <a:pt x="0" y="297180"/>
                  </a:lnTo>
                  <a:lnTo>
                    <a:pt x="7620" y="297180"/>
                  </a:lnTo>
                  <a:lnTo>
                    <a:pt x="7620" y="198132"/>
                  </a:lnTo>
                  <a:close/>
                </a:path>
                <a:path w="7619" h="535939">
                  <a:moveTo>
                    <a:pt x="7620" y="185432"/>
                  </a:moveTo>
                  <a:lnTo>
                    <a:pt x="0" y="185432"/>
                  </a:lnTo>
                  <a:lnTo>
                    <a:pt x="0" y="198120"/>
                  </a:lnTo>
                  <a:lnTo>
                    <a:pt x="7620" y="198120"/>
                  </a:lnTo>
                  <a:lnTo>
                    <a:pt x="7620" y="185432"/>
                  </a:lnTo>
                  <a:close/>
                </a:path>
                <a:path w="7619" h="535939">
                  <a:moveTo>
                    <a:pt x="7620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80"/>
                  </a:lnTo>
                  <a:close/>
                </a:path>
                <a:path w="7619" h="535939">
                  <a:moveTo>
                    <a:pt x="7620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79070"/>
                  </a:lnTo>
                  <a:close/>
                </a:path>
                <a:path w="7619" h="535939">
                  <a:moveTo>
                    <a:pt x="762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30"/>
                  </a:lnTo>
                  <a:close/>
                </a:path>
                <a:path w="7619" h="535939">
                  <a:moveTo>
                    <a:pt x="762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72720"/>
                  </a:lnTo>
                  <a:close/>
                </a:path>
                <a:path w="7619" h="535939">
                  <a:moveTo>
                    <a:pt x="7620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3830"/>
                  </a:lnTo>
                  <a:close/>
                </a:path>
                <a:path w="7619" h="535939">
                  <a:moveTo>
                    <a:pt x="762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60020"/>
                  </a:lnTo>
                  <a:close/>
                </a:path>
                <a:path w="7619" h="535939">
                  <a:moveTo>
                    <a:pt x="762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80"/>
                  </a:lnTo>
                  <a:close/>
                </a:path>
                <a:path w="7619" h="535939">
                  <a:moveTo>
                    <a:pt x="762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20" y="156210"/>
                  </a:lnTo>
                  <a:lnTo>
                    <a:pt x="7620" y="153670"/>
                  </a:lnTo>
                  <a:close/>
                </a:path>
                <a:path w="7619" h="535939">
                  <a:moveTo>
                    <a:pt x="762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30"/>
                  </a:lnTo>
                  <a:close/>
                </a:path>
                <a:path w="7619" h="535939">
                  <a:moveTo>
                    <a:pt x="762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20" y="149860"/>
                  </a:lnTo>
                  <a:lnTo>
                    <a:pt x="7620" y="147320"/>
                  </a:lnTo>
                  <a:close/>
                </a:path>
                <a:path w="7619" h="535939">
                  <a:moveTo>
                    <a:pt x="762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80"/>
                  </a:lnTo>
                  <a:close/>
                </a:path>
                <a:path w="7619" h="535939">
                  <a:moveTo>
                    <a:pt x="762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20" y="143510"/>
                  </a:lnTo>
                  <a:lnTo>
                    <a:pt x="7620" y="140970"/>
                  </a:lnTo>
                  <a:close/>
                </a:path>
                <a:path w="7619" h="535939">
                  <a:moveTo>
                    <a:pt x="762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30"/>
                  </a:lnTo>
                  <a:close/>
                </a:path>
                <a:path w="7619" h="535939">
                  <a:moveTo>
                    <a:pt x="762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20" y="137160"/>
                  </a:lnTo>
                  <a:lnTo>
                    <a:pt x="7620" y="134620"/>
                  </a:lnTo>
                  <a:close/>
                </a:path>
                <a:path w="7619" h="535939">
                  <a:moveTo>
                    <a:pt x="762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80"/>
                  </a:lnTo>
                  <a:close/>
                </a:path>
                <a:path w="7619" h="535939">
                  <a:moveTo>
                    <a:pt x="762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28270"/>
                  </a:lnTo>
                  <a:close/>
                </a:path>
                <a:path w="7619" h="535939">
                  <a:moveTo>
                    <a:pt x="762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30"/>
                  </a:lnTo>
                  <a:close/>
                </a:path>
                <a:path w="7619" h="535939">
                  <a:moveTo>
                    <a:pt x="762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20" y="124460"/>
                  </a:lnTo>
                  <a:lnTo>
                    <a:pt x="7620" y="121920"/>
                  </a:lnTo>
                  <a:close/>
                </a:path>
                <a:path w="7619" h="535939">
                  <a:moveTo>
                    <a:pt x="762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80"/>
                  </a:lnTo>
                  <a:close/>
                </a:path>
                <a:path w="7619" h="535939">
                  <a:moveTo>
                    <a:pt x="762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20" y="118110"/>
                  </a:lnTo>
                  <a:lnTo>
                    <a:pt x="7620" y="115570"/>
                  </a:lnTo>
                  <a:close/>
                </a:path>
                <a:path w="7619" h="535939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19" h="535939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19" h="535939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19" h="535939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19" h="535939">
                  <a:moveTo>
                    <a:pt x="762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30"/>
                  </a:lnTo>
                  <a:close/>
                </a:path>
                <a:path w="7619" h="535939">
                  <a:moveTo>
                    <a:pt x="762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6520"/>
                  </a:lnTo>
                  <a:close/>
                </a:path>
                <a:path w="7619" h="535939">
                  <a:moveTo>
                    <a:pt x="762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80"/>
                  </a:lnTo>
                  <a:close/>
                </a:path>
                <a:path w="7619" h="535939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19" h="535939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19" h="535939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19" h="535939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19" h="535939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19" h="535939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19" h="535939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19" h="535939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19" h="535939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19" h="535939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19" h="535939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19" h="535939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19" h="535939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19" h="535939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19" h="535939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19" h="535939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535939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535939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535939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535939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19" h="535939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19" h="535939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19" h="535939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535939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535939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535939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535939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535939">
                  <a:moveTo>
                    <a:pt x="762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80"/>
                  </a:lnTo>
                  <a:close/>
                </a:path>
                <a:path w="7619" h="53593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27">
              <a:extLst>
                <a:ext uri="{FF2B5EF4-FFF2-40B4-BE49-F238E27FC236}">
                  <a16:creationId xmlns:a16="http://schemas.microsoft.com/office/drawing/2014/main" id="{2DCB3EFE-13B4-F8EE-11A5-D85C1849159C}"/>
                </a:ext>
              </a:extLst>
            </p:cNvPr>
            <p:cNvSpPr/>
            <p:nvPr/>
          </p:nvSpPr>
          <p:spPr>
            <a:xfrm>
              <a:off x="2931160" y="2581909"/>
              <a:ext cx="6350" cy="535940"/>
            </a:xfrm>
            <a:custGeom>
              <a:avLst/>
              <a:gdLst/>
              <a:ahLst/>
              <a:cxnLst/>
              <a:rect l="l" t="t" r="r" b="b"/>
              <a:pathLst>
                <a:path w="6350" h="535939">
                  <a:moveTo>
                    <a:pt x="6350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6350" y="535940"/>
                  </a:lnTo>
                  <a:lnTo>
                    <a:pt x="6350" y="370840"/>
                  </a:lnTo>
                  <a:close/>
                </a:path>
                <a:path w="6350" h="535939">
                  <a:moveTo>
                    <a:pt x="6350" y="356882"/>
                  </a:moveTo>
                  <a:lnTo>
                    <a:pt x="0" y="356882"/>
                  </a:lnTo>
                  <a:lnTo>
                    <a:pt x="0" y="369570"/>
                  </a:lnTo>
                  <a:lnTo>
                    <a:pt x="6350" y="369570"/>
                  </a:lnTo>
                  <a:lnTo>
                    <a:pt x="6350" y="356882"/>
                  </a:lnTo>
                  <a:close/>
                </a:path>
                <a:path w="6350" h="535939">
                  <a:moveTo>
                    <a:pt x="6350" y="297192"/>
                  </a:moveTo>
                  <a:lnTo>
                    <a:pt x="0" y="297192"/>
                  </a:lnTo>
                  <a:lnTo>
                    <a:pt x="0" y="356870"/>
                  </a:lnTo>
                  <a:lnTo>
                    <a:pt x="6350" y="356870"/>
                  </a:lnTo>
                  <a:lnTo>
                    <a:pt x="6350" y="297192"/>
                  </a:lnTo>
                  <a:close/>
                </a:path>
                <a:path w="6350" h="535939">
                  <a:moveTo>
                    <a:pt x="6350" y="198132"/>
                  </a:moveTo>
                  <a:lnTo>
                    <a:pt x="0" y="198132"/>
                  </a:lnTo>
                  <a:lnTo>
                    <a:pt x="0" y="297180"/>
                  </a:lnTo>
                  <a:lnTo>
                    <a:pt x="6350" y="297180"/>
                  </a:lnTo>
                  <a:lnTo>
                    <a:pt x="6350" y="198132"/>
                  </a:lnTo>
                  <a:close/>
                </a:path>
                <a:path w="6350" h="535939">
                  <a:moveTo>
                    <a:pt x="6350" y="185432"/>
                  </a:moveTo>
                  <a:lnTo>
                    <a:pt x="0" y="185432"/>
                  </a:lnTo>
                  <a:lnTo>
                    <a:pt x="0" y="198120"/>
                  </a:lnTo>
                  <a:lnTo>
                    <a:pt x="6350" y="198120"/>
                  </a:lnTo>
                  <a:lnTo>
                    <a:pt x="6350" y="185432"/>
                  </a:lnTo>
                  <a:close/>
                </a:path>
                <a:path w="6350" h="535939">
                  <a:moveTo>
                    <a:pt x="6350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2880"/>
                  </a:lnTo>
                  <a:close/>
                </a:path>
                <a:path w="6350" h="535939">
                  <a:moveTo>
                    <a:pt x="6350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6350" y="181610"/>
                  </a:lnTo>
                  <a:lnTo>
                    <a:pt x="6350" y="179070"/>
                  </a:lnTo>
                  <a:close/>
                </a:path>
                <a:path w="6350" h="535939">
                  <a:moveTo>
                    <a:pt x="635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30"/>
                  </a:lnTo>
                  <a:close/>
                </a:path>
                <a:path w="6350" h="535939">
                  <a:moveTo>
                    <a:pt x="635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72720"/>
                  </a:lnTo>
                  <a:close/>
                </a:path>
                <a:path w="6350" h="535939">
                  <a:moveTo>
                    <a:pt x="6350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3830"/>
                  </a:lnTo>
                  <a:close/>
                </a:path>
                <a:path w="6350" h="535939">
                  <a:moveTo>
                    <a:pt x="635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60020"/>
                  </a:lnTo>
                  <a:close/>
                </a:path>
                <a:path w="6350" h="535939">
                  <a:moveTo>
                    <a:pt x="635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80"/>
                  </a:lnTo>
                  <a:close/>
                </a:path>
                <a:path w="6350" h="535939">
                  <a:moveTo>
                    <a:pt x="635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6350" y="156210"/>
                  </a:lnTo>
                  <a:lnTo>
                    <a:pt x="6350" y="153670"/>
                  </a:lnTo>
                  <a:close/>
                </a:path>
                <a:path w="6350" h="535939">
                  <a:moveTo>
                    <a:pt x="635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30"/>
                  </a:lnTo>
                  <a:close/>
                </a:path>
                <a:path w="6350" h="535939">
                  <a:moveTo>
                    <a:pt x="635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47320"/>
                  </a:lnTo>
                  <a:close/>
                </a:path>
                <a:path w="6350" h="535939">
                  <a:moveTo>
                    <a:pt x="635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80"/>
                  </a:lnTo>
                  <a:close/>
                </a:path>
                <a:path w="6350" h="535939">
                  <a:moveTo>
                    <a:pt x="635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6350" y="143510"/>
                  </a:lnTo>
                  <a:lnTo>
                    <a:pt x="6350" y="140970"/>
                  </a:lnTo>
                  <a:close/>
                </a:path>
                <a:path w="6350" h="535939">
                  <a:moveTo>
                    <a:pt x="635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30"/>
                  </a:lnTo>
                  <a:close/>
                </a:path>
                <a:path w="6350" h="535939">
                  <a:moveTo>
                    <a:pt x="635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6350" y="137160"/>
                  </a:lnTo>
                  <a:lnTo>
                    <a:pt x="6350" y="134620"/>
                  </a:lnTo>
                  <a:close/>
                </a:path>
                <a:path w="6350" h="535939">
                  <a:moveTo>
                    <a:pt x="635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80"/>
                  </a:lnTo>
                  <a:close/>
                </a:path>
                <a:path w="6350" h="535939">
                  <a:moveTo>
                    <a:pt x="635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28270"/>
                  </a:lnTo>
                  <a:close/>
                </a:path>
                <a:path w="6350" h="535939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535939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535939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535939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535939">
                  <a:moveTo>
                    <a:pt x="635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30"/>
                  </a:lnTo>
                  <a:close/>
                </a:path>
                <a:path w="6350" h="535939">
                  <a:moveTo>
                    <a:pt x="635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9220"/>
                  </a:lnTo>
                  <a:close/>
                </a:path>
                <a:path w="6350" h="535939">
                  <a:moveTo>
                    <a:pt x="635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80"/>
                  </a:lnTo>
                  <a:close/>
                </a:path>
                <a:path w="6350" h="535939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535939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535939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535939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535939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535939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535939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535939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535939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535939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535939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535939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535939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535939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535939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535939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535939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535939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535939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535939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535939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535939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535939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535939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535939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535939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535939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535939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535939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535939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535939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535939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53593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5D5D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28">
              <a:extLst>
                <a:ext uri="{FF2B5EF4-FFF2-40B4-BE49-F238E27FC236}">
                  <a16:creationId xmlns:a16="http://schemas.microsoft.com/office/drawing/2014/main" id="{09C75D26-AC01-3876-6AF4-993B010D7B12}"/>
                </a:ext>
              </a:extLst>
            </p:cNvPr>
            <p:cNvSpPr/>
            <p:nvPr/>
          </p:nvSpPr>
          <p:spPr>
            <a:xfrm>
              <a:off x="2937510" y="2581909"/>
              <a:ext cx="7620" cy="535940"/>
            </a:xfrm>
            <a:custGeom>
              <a:avLst/>
              <a:gdLst/>
              <a:ahLst/>
              <a:cxnLst/>
              <a:rect l="l" t="t" r="r" b="b"/>
              <a:pathLst>
                <a:path w="7619" h="535939">
                  <a:moveTo>
                    <a:pt x="7620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7620" y="535940"/>
                  </a:lnTo>
                  <a:lnTo>
                    <a:pt x="7620" y="370840"/>
                  </a:lnTo>
                  <a:close/>
                </a:path>
                <a:path w="7619" h="535939">
                  <a:moveTo>
                    <a:pt x="7620" y="356882"/>
                  </a:moveTo>
                  <a:lnTo>
                    <a:pt x="0" y="356882"/>
                  </a:lnTo>
                  <a:lnTo>
                    <a:pt x="0" y="369570"/>
                  </a:lnTo>
                  <a:lnTo>
                    <a:pt x="7620" y="369570"/>
                  </a:lnTo>
                  <a:lnTo>
                    <a:pt x="7620" y="356882"/>
                  </a:lnTo>
                  <a:close/>
                </a:path>
                <a:path w="7619" h="535939">
                  <a:moveTo>
                    <a:pt x="7620" y="297192"/>
                  </a:moveTo>
                  <a:lnTo>
                    <a:pt x="0" y="297192"/>
                  </a:lnTo>
                  <a:lnTo>
                    <a:pt x="0" y="356870"/>
                  </a:lnTo>
                  <a:lnTo>
                    <a:pt x="7620" y="356870"/>
                  </a:lnTo>
                  <a:lnTo>
                    <a:pt x="7620" y="297192"/>
                  </a:lnTo>
                  <a:close/>
                </a:path>
                <a:path w="7619" h="535939">
                  <a:moveTo>
                    <a:pt x="7620" y="198132"/>
                  </a:moveTo>
                  <a:lnTo>
                    <a:pt x="0" y="198132"/>
                  </a:lnTo>
                  <a:lnTo>
                    <a:pt x="0" y="297180"/>
                  </a:lnTo>
                  <a:lnTo>
                    <a:pt x="7620" y="297180"/>
                  </a:lnTo>
                  <a:lnTo>
                    <a:pt x="7620" y="198132"/>
                  </a:lnTo>
                  <a:close/>
                </a:path>
                <a:path w="7619" h="535939">
                  <a:moveTo>
                    <a:pt x="7620" y="185432"/>
                  </a:moveTo>
                  <a:lnTo>
                    <a:pt x="0" y="185432"/>
                  </a:lnTo>
                  <a:lnTo>
                    <a:pt x="0" y="198120"/>
                  </a:lnTo>
                  <a:lnTo>
                    <a:pt x="7620" y="198120"/>
                  </a:lnTo>
                  <a:lnTo>
                    <a:pt x="7620" y="185432"/>
                  </a:lnTo>
                  <a:close/>
                </a:path>
                <a:path w="7619" h="535939">
                  <a:moveTo>
                    <a:pt x="7620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80"/>
                  </a:lnTo>
                  <a:close/>
                </a:path>
                <a:path w="7619" h="535939">
                  <a:moveTo>
                    <a:pt x="7620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79070"/>
                  </a:lnTo>
                  <a:close/>
                </a:path>
                <a:path w="7619" h="535939">
                  <a:moveTo>
                    <a:pt x="762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30"/>
                  </a:lnTo>
                  <a:close/>
                </a:path>
                <a:path w="7619" h="535939">
                  <a:moveTo>
                    <a:pt x="762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72720"/>
                  </a:lnTo>
                  <a:close/>
                </a:path>
                <a:path w="7619" h="535939">
                  <a:moveTo>
                    <a:pt x="7620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3830"/>
                  </a:lnTo>
                  <a:close/>
                </a:path>
                <a:path w="7619" h="535939">
                  <a:moveTo>
                    <a:pt x="762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60020"/>
                  </a:lnTo>
                  <a:close/>
                </a:path>
                <a:path w="7619" h="535939">
                  <a:moveTo>
                    <a:pt x="762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80"/>
                  </a:lnTo>
                  <a:close/>
                </a:path>
                <a:path w="7619" h="535939">
                  <a:moveTo>
                    <a:pt x="762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20" y="156210"/>
                  </a:lnTo>
                  <a:lnTo>
                    <a:pt x="7620" y="153670"/>
                  </a:lnTo>
                  <a:close/>
                </a:path>
                <a:path w="7619" h="535939">
                  <a:moveTo>
                    <a:pt x="762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30"/>
                  </a:lnTo>
                  <a:close/>
                </a:path>
                <a:path w="7619" h="535939">
                  <a:moveTo>
                    <a:pt x="762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20" y="149860"/>
                  </a:lnTo>
                  <a:lnTo>
                    <a:pt x="7620" y="147320"/>
                  </a:lnTo>
                  <a:close/>
                </a:path>
                <a:path w="7619" h="535939">
                  <a:moveTo>
                    <a:pt x="762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80"/>
                  </a:lnTo>
                  <a:close/>
                </a:path>
                <a:path w="7619" h="535939">
                  <a:moveTo>
                    <a:pt x="762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20" y="143510"/>
                  </a:lnTo>
                  <a:lnTo>
                    <a:pt x="7620" y="140970"/>
                  </a:lnTo>
                  <a:close/>
                </a:path>
                <a:path w="7619" h="535939">
                  <a:moveTo>
                    <a:pt x="762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30"/>
                  </a:lnTo>
                  <a:close/>
                </a:path>
                <a:path w="7619" h="535939">
                  <a:moveTo>
                    <a:pt x="762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20" y="137160"/>
                  </a:lnTo>
                  <a:lnTo>
                    <a:pt x="7620" y="134620"/>
                  </a:lnTo>
                  <a:close/>
                </a:path>
                <a:path w="7619" h="535939">
                  <a:moveTo>
                    <a:pt x="762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80"/>
                  </a:lnTo>
                  <a:close/>
                </a:path>
                <a:path w="7619" h="535939">
                  <a:moveTo>
                    <a:pt x="762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28270"/>
                  </a:lnTo>
                  <a:close/>
                </a:path>
                <a:path w="7619" h="535939">
                  <a:moveTo>
                    <a:pt x="762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30"/>
                  </a:lnTo>
                  <a:close/>
                </a:path>
                <a:path w="7619" h="535939">
                  <a:moveTo>
                    <a:pt x="762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20" y="124460"/>
                  </a:lnTo>
                  <a:lnTo>
                    <a:pt x="7620" y="121920"/>
                  </a:lnTo>
                  <a:close/>
                </a:path>
                <a:path w="7619" h="535939">
                  <a:moveTo>
                    <a:pt x="762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80"/>
                  </a:lnTo>
                  <a:close/>
                </a:path>
                <a:path w="7619" h="535939">
                  <a:moveTo>
                    <a:pt x="762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20" y="118110"/>
                  </a:lnTo>
                  <a:lnTo>
                    <a:pt x="7620" y="115570"/>
                  </a:lnTo>
                  <a:close/>
                </a:path>
                <a:path w="7619" h="535939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19" h="535939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19" h="535939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19" h="535939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19" h="535939">
                  <a:moveTo>
                    <a:pt x="762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30"/>
                  </a:lnTo>
                  <a:close/>
                </a:path>
                <a:path w="7619" h="535939">
                  <a:moveTo>
                    <a:pt x="762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6520"/>
                  </a:lnTo>
                  <a:close/>
                </a:path>
                <a:path w="7619" h="535939">
                  <a:moveTo>
                    <a:pt x="762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80"/>
                  </a:lnTo>
                  <a:close/>
                </a:path>
                <a:path w="7619" h="535939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19" h="535939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19" h="535939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19" h="535939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19" h="535939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19" h="535939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19" h="535939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19" h="535939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19" h="535939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19" h="535939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19" h="535939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19" h="535939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19" h="535939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19" h="535939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19" h="535939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19" h="535939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535939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535939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535939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535939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19" h="535939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19" h="535939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19" h="535939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535939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535939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535939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535939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535939">
                  <a:moveTo>
                    <a:pt x="762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80"/>
                  </a:lnTo>
                  <a:close/>
                </a:path>
                <a:path w="7619" h="53593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5E5E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29">
              <a:extLst>
                <a:ext uri="{FF2B5EF4-FFF2-40B4-BE49-F238E27FC236}">
                  <a16:creationId xmlns:a16="http://schemas.microsoft.com/office/drawing/2014/main" id="{3E7DFE44-23BD-19C4-18CC-BC8D0D078578}"/>
                </a:ext>
              </a:extLst>
            </p:cNvPr>
            <p:cNvSpPr/>
            <p:nvPr/>
          </p:nvSpPr>
          <p:spPr>
            <a:xfrm>
              <a:off x="2945130" y="2581909"/>
              <a:ext cx="7620" cy="535940"/>
            </a:xfrm>
            <a:custGeom>
              <a:avLst/>
              <a:gdLst/>
              <a:ahLst/>
              <a:cxnLst/>
              <a:rect l="l" t="t" r="r" b="b"/>
              <a:pathLst>
                <a:path w="7619" h="535939">
                  <a:moveTo>
                    <a:pt x="7620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7620" y="535940"/>
                  </a:lnTo>
                  <a:lnTo>
                    <a:pt x="7620" y="370840"/>
                  </a:lnTo>
                  <a:close/>
                </a:path>
                <a:path w="7619" h="535939">
                  <a:moveTo>
                    <a:pt x="7620" y="356882"/>
                  </a:moveTo>
                  <a:lnTo>
                    <a:pt x="0" y="356882"/>
                  </a:lnTo>
                  <a:lnTo>
                    <a:pt x="0" y="369570"/>
                  </a:lnTo>
                  <a:lnTo>
                    <a:pt x="7620" y="369570"/>
                  </a:lnTo>
                  <a:lnTo>
                    <a:pt x="7620" y="356882"/>
                  </a:lnTo>
                  <a:close/>
                </a:path>
                <a:path w="7619" h="535939">
                  <a:moveTo>
                    <a:pt x="7620" y="297192"/>
                  </a:moveTo>
                  <a:lnTo>
                    <a:pt x="0" y="297192"/>
                  </a:lnTo>
                  <a:lnTo>
                    <a:pt x="0" y="356870"/>
                  </a:lnTo>
                  <a:lnTo>
                    <a:pt x="7620" y="356870"/>
                  </a:lnTo>
                  <a:lnTo>
                    <a:pt x="7620" y="297192"/>
                  </a:lnTo>
                  <a:close/>
                </a:path>
                <a:path w="7619" h="535939">
                  <a:moveTo>
                    <a:pt x="7620" y="198132"/>
                  </a:moveTo>
                  <a:lnTo>
                    <a:pt x="0" y="198132"/>
                  </a:lnTo>
                  <a:lnTo>
                    <a:pt x="0" y="297180"/>
                  </a:lnTo>
                  <a:lnTo>
                    <a:pt x="7620" y="297180"/>
                  </a:lnTo>
                  <a:lnTo>
                    <a:pt x="7620" y="198132"/>
                  </a:lnTo>
                  <a:close/>
                </a:path>
                <a:path w="7619" h="535939">
                  <a:moveTo>
                    <a:pt x="7620" y="185432"/>
                  </a:moveTo>
                  <a:lnTo>
                    <a:pt x="0" y="185432"/>
                  </a:lnTo>
                  <a:lnTo>
                    <a:pt x="0" y="198120"/>
                  </a:lnTo>
                  <a:lnTo>
                    <a:pt x="7620" y="198120"/>
                  </a:lnTo>
                  <a:lnTo>
                    <a:pt x="7620" y="185432"/>
                  </a:lnTo>
                  <a:close/>
                </a:path>
                <a:path w="7619" h="535939">
                  <a:moveTo>
                    <a:pt x="7620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80"/>
                  </a:lnTo>
                  <a:close/>
                </a:path>
                <a:path w="7619" h="535939">
                  <a:moveTo>
                    <a:pt x="7620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79070"/>
                  </a:lnTo>
                  <a:close/>
                </a:path>
                <a:path w="7619" h="535939">
                  <a:moveTo>
                    <a:pt x="762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30"/>
                  </a:lnTo>
                  <a:close/>
                </a:path>
                <a:path w="7619" h="535939">
                  <a:moveTo>
                    <a:pt x="762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72720"/>
                  </a:lnTo>
                  <a:close/>
                </a:path>
                <a:path w="7619" h="535939">
                  <a:moveTo>
                    <a:pt x="7620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3830"/>
                  </a:lnTo>
                  <a:close/>
                </a:path>
                <a:path w="7619" h="535939">
                  <a:moveTo>
                    <a:pt x="762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60020"/>
                  </a:lnTo>
                  <a:close/>
                </a:path>
                <a:path w="7619" h="535939">
                  <a:moveTo>
                    <a:pt x="762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80"/>
                  </a:lnTo>
                  <a:close/>
                </a:path>
                <a:path w="7619" h="535939">
                  <a:moveTo>
                    <a:pt x="762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20" y="156210"/>
                  </a:lnTo>
                  <a:lnTo>
                    <a:pt x="7620" y="153670"/>
                  </a:lnTo>
                  <a:close/>
                </a:path>
                <a:path w="7619" h="535939">
                  <a:moveTo>
                    <a:pt x="762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30"/>
                  </a:lnTo>
                  <a:close/>
                </a:path>
                <a:path w="7619" h="535939">
                  <a:moveTo>
                    <a:pt x="762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20" y="149860"/>
                  </a:lnTo>
                  <a:lnTo>
                    <a:pt x="7620" y="147320"/>
                  </a:lnTo>
                  <a:close/>
                </a:path>
                <a:path w="7619" h="535939">
                  <a:moveTo>
                    <a:pt x="762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80"/>
                  </a:lnTo>
                  <a:close/>
                </a:path>
                <a:path w="7619" h="535939">
                  <a:moveTo>
                    <a:pt x="762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20" y="143510"/>
                  </a:lnTo>
                  <a:lnTo>
                    <a:pt x="7620" y="140970"/>
                  </a:lnTo>
                  <a:close/>
                </a:path>
                <a:path w="7619" h="535939">
                  <a:moveTo>
                    <a:pt x="762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30"/>
                  </a:lnTo>
                  <a:close/>
                </a:path>
                <a:path w="7619" h="535939">
                  <a:moveTo>
                    <a:pt x="762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20" y="137160"/>
                  </a:lnTo>
                  <a:lnTo>
                    <a:pt x="7620" y="134620"/>
                  </a:lnTo>
                  <a:close/>
                </a:path>
                <a:path w="7619" h="535939">
                  <a:moveTo>
                    <a:pt x="762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80"/>
                  </a:lnTo>
                  <a:close/>
                </a:path>
                <a:path w="7619" h="535939">
                  <a:moveTo>
                    <a:pt x="762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28270"/>
                  </a:lnTo>
                  <a:close/>
                </a:path>
                <a:path w="7619" h="535939">
                  <a:moveTo>
                    <a:pt x="762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30"/>
                  </a:lnTo>
                  <a:close/>
                </a:path>
                <a:path w="7619" h="535939">
                  <a:moveTo>
                    <a:pt x="762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20" y="124460"/>
                  </a:lnTo>
                  <a:lnTo>
                    <a:pt x="7620" y="121920"/>
                  </a:lnTo>
                  <a:close/>
                </a:path>
                <a:path w="7619" h="535939">
                  <a:moveTo>
                    <a:pt x="762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80"/>
                  </a:lnTo>
                  <a:close/>
                </a:path>
                <a:path w="7619" h="535939">
                  <a:moveTo>
                    <a:pt x="762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20" y="118110"/>
                  </a:lnTo>
                  <a:lnTo>
                    <a:pt x="7620" y="115570"/>
                  </a:lnTo>
                  <a:close/>
                </a:path>
                <a:path w="7619" h="535939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19" h="535939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19" h="535939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19" h="535939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19" h="535939">
                  <a:moveTo>
                    <a:pt x="762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30"/>
                  </a:lnTo>
                  <a:close/>
                </a:path>
                <a:path w="7619" h="535939">
                  <a:moveTo>
                    <a:pt x="762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6520"/>
                  </a:lnTo>
                  <a:close/>
                </a:path>
                <a:path w="7619" h="535939">
                  <a:moveTo>
                    <a:pt x="762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80"/>
                  </a:lnTo>
                  <a:close/>
                </a:path>
                <a:path w="7619" h="535939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19" h="535939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19" h="535939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19" h="535939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19" h="535939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19" h="535939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19" h="535939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19" h="535939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19" h="535939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19" h="535939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19" h="535939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19" h="535939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19" h="535939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19" h="535939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19" h="535939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19" h="535939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535939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535939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535939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535939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19" h="535939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19" h="535939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19" h="535939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535939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535939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535939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535939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535939">
                  <a:moveTo>
                    <a:pt x="762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80"/>
                  </a:lnTo>
                  <a:close/>
                </a:path>
                <a:path w="7619" h="53593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6060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0">
              <a:extLst>
                <a:ext uri="{FF2B5EF4-FFF2-40B4-BE49-F238E27FC236}">
                  <a16:creationId xmlns:a16="http://schemas.microsoft.com/office/drawing/2014/main" id="{D3B772DA-9136-0A7B-D456-16DAD407347C}"/>
                </a:ext>
              </a:extLst>
            </p:cNvPr>
            <p:cNvSpPr/>
            <p:nvPr/>
          </p:nvSpPr>
          <p:spPr>
            <a:xfrm>
              <a:off x="2952750" y="2581909"/>
              <a:ext cx="6350" cy="535940"/>
            </a:xfrm>
            <a:custGeom>
              <a:avLst/>
              <a:gdLst/>
              <a:ahLst/>
              <a:cxnLst/>
              <a:rect l="l" t="t" r="r" b="b"/>
              <a:pathLst>
                <a:path w="6350" h="535939">
                  <a:moveTo>
                    <a:pt x="6350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6350" y="535940"/>
                  </a:lnTo>
                  <a:lnTo>
                    <a:pt x="6350" y="370840"/>
                  </a:lnTo>
                  <a:close/>
                </a:path>
                <a:path w="6350" h="535939">
                  <a:moveTo>
                    <a:pt x="6350" y="356882"/>
                  </a:moveTo>
                  <a:lnTo>
                    <a:pt x="0" y="356882"/>
                  </a:lnTo>
                  <a:lnTo>
                    <a:pt x="0" y="369570"/>
                  </a:lnTo>
                  <a:lnTo>
                    <a:pt x="6350" y="369570"/>
                  </a:lnTo>
                  <a:lnTo>
                    <a:pt x="6350" y="356882"/>
                  </a:lnTo>
                  <a:close/>
                </a:path>
                <a:path w="6350" h="535939">
                  <a:moveTo>
                    <a:pt x="6350" y="297192"/>
                  </a:moveTo>
                  <a:lnTo>
                    <a:pt x="0" y="297192"/>
                  </a:lnTo>
                  <a:lnTo>
                    <a:pt x="0" y="356870"/>
                  </a:lnTo>
                  <a:lnTo>
                    <a:pt x="6350" y="356870"/>
                  </a:lnTo>
                  <a:lnTo>
                    <a:pt x="6350" y="297192"/>
                  </a:lnTo>
                  <a:close/>
                </a:path>
                <a:path w="6350" h="535939">
                  <a:moveTo>
                    <a:pt x="6350" y="198132"/>
                  </a:moveTo>
                  <a:lnTo>
                    <a:pt x="0" y="198132"/>
                  </a:lnTo>
                  <a:lnTo>
                    <a:pt x="0" y="297180"/>
                  </a:lnTo>
                  <a:lnTo>
                    <a:pt x="6350" y="297180"/>
                  </a:lnTo>
                  <a:lnTo>
                    <a:pt x="6350" y="198132"/>
                  </a:lnTo>
                  <a:close/>
                </a:path>
                <a:path w="6350" h="535939">
                  <a:moveTo>
                    <a:pt x="6350" y="185432"/>
                  </a:moveTo>
                  <a:lnTo>
                    <a:pt x="0" y="185432"/>
                  </a:lnTo>
                  <a:lnTo>
                    <a:pt x="0" y="198120"/>
                  </a:lnTo>
                  <a:lnTo>
                    <a:pt x="6350" y="198120"/>
                  </a:lnTo>
                  <a:lnTo>
                    <a:pt x="6350" y="185432"/>
                  </a:lnTo>
                  <a:close/>
                </a:path>
                <a:path w="6350" h="535939">
                  <a:moveTo>
                    <a:pt x="6350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2880"/>
                  </a:lnTo>
                  <a:close/>
                </a:path>
                <a:path w="6350" h="535939">
                  <a:moveTo>
                    <a:pt x="6350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6350" y="181610"/>
                  </a:lnTo>
                  <a:lnTo>
                    <a:pt x="6350" y="179070"/>
                  </a:lnTo>
                  <a:close/>
                </a:path>
                <a:path w="6350" h="535939">
                  <a:moveTo>
                    <a:pt x="635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30"/>
                  </a:lnTo>
                  <a:close/>
                </a:path>
                <a:path w="6350" h="535939">
                  <a:moveTo>
                    <a:pt x="635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72720"/>
                  </a:lnTo>
                  <a:close/>
                </a:path>
                <a:path w="6350" h="535939">
                  <a:moveTo>
                    <a:pt x="6350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3830"/>
                  </a:lnTo>
                  <a:close/>
                </a:path>
                <a:path w="6350" h="535939">
                  <a:moveTo>
                    <a:pt x="635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60020"/>
                  </a:lnTo>
                  <a:close/>
                </a:path>
                <a:path w="6350" h="535939">
                  <a:moveTo>
                    <a:pt x="635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80"/>
                  </a:lnTo>
                  <a:close/>
                </a:path>
                <a:path w="6350" h="535939">
                  <a:moveTo>
                    <a:pt x="635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6350" y="156210"/>
                  </a:lnTo>
                  <a:lnTo>
                    <a:pt x="6350" y="153670"/>
                  </a:lnTo>
                  <a:close/>
                </a:path>
                <a:path w="6350" h="535939">
                  <a:moveTo>
                    <a:pt x="635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30"/>
                  </a:lnTo>
                  <a:close/>
                </a:path>
                <a:path w="6350" h="535939">
                  <a:moveTo>
                    <a:pt x="635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47320"/>
                  </a:lnTo>
                  <a:close/>
                </a:path>
                <a:path w="6350" h="535939">
                  <a:moveTo>
                    <a:pt x="635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80"/>
                  </a:lnTo>
                  <a:close/>
                </a:path>
                <a:path w="6350" h="535939">
                  <a:moveTo>
                    <a:pt x="635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6350" y="143510"/>
                  </a:lnTo>
                  <a:lnTo>
                    <a:pt x="6350" y="140970"/>
                  </a:lnTo>
                  <a:close/>
                </a:path>
                <a:path w="6350" h="535939">
                  <a:moveTo>
                    <a:pt x="635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30"/>
                  </a:lnTo>
                  <a:close/>
                </a:path>
                <a:path w="6350" h="535939">
                  <a:moveTo>
                    <a:pt x="635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6350" y="137160"/>
                  </a:lnTo>
                  <a:lnTo>
                    <a:pt x="6350" y="134620"/>
                  </a:lnTo>
                  <a:close/>
                </a:path>
                <a:path w="6350" h="535939">
                  <a:moveTo>
                    <a:pt x="635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80"/>
                  </a:lnTo>
                  <a:close/>
                </a:path>
                <a:path w="6350" h="535939">
                  <a:moveTo>
                    <a:pt x="635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28270"/>
                  </a:lnTo>
                  <a:close/>
                </a:path>
                <a:path w="6350" h="535939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535939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535939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535939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535939">
                  <a:moveTo>
                    <a:pt x="635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30"/>
                  </a:lnTo>
                  <a:close/>
                </a:path>
                <a:path w="6350" h="535939">
                  <a:moveTo>
                    <a:pt x="635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9220"/>
                  </a:lnTo>
                  <a:close/>
                </a:path>
                <a:path w="6350" h="535939">
                  <a:moveTo>
                    <a:pt x="635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80"/>
                  </a:lnTo>
                  <a:close/>
                </a:path>
                <a:path w="6350" h="535939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535939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535939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535939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535939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535939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535939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535939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535939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535939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535939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535939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535939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535939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535939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535939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535939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535939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535939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535939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535939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535939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535939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535939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535939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535939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535939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535939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535939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535939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535939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535939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53593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61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1">
              <a:extLst>
                <a:ext uri="{FF2B5EF4-FFF2-40B4-BE49-F238E27FC236}">
                  <a16:creationId xmlns:a16="http://schemas.microsoft.com/office/drawing/2014/main" id="{0909B908-2FFB-6FF6-2378-60E1FA5FDB7B}"/>
                </a:ext>
              </a:extLst>
            </p:cNvPr>
            <p:cNvSpPr/>
            <p:nvPr/>
          </p:nvSpPr>
          <p:spPr>
            <a:xfrm>
              <a:off x="2959100" y="2581909"/>
              <a:ext cx="7620" cy="535940"/>
            </a:xfrm>
            <a:custGeom>
              <a:avLst/>
              <a:gdLst/>
              <a:ahLst/>
              <a:cxnLst/>
              <a:rect l="l" t="t" r="r" b="b"/>
              <a:pathLst>
                <a:path w="7619" h="535939">
                  <a:moveTo>
                    <a:pt x="7620" y="370840"/>
                  </a:moveTo>
                  <a:lnTo>
                    <a:pt x="0" y="370840"/>
                  </a:lnTo>
                  <a:lnTo>
                    <a:pt x="0" y="535940"/>
                  </a:lnTo>
                  <a:lnTo>
                    <a:pt x="7620" y="535940"/>
                  </a:lnTo>
                  <a:lnTo>
                    <a:pt x="7620" y="370840"/>
                  </a:lnTo>
                  <a:close/>
                </a:path>
                <a:path w="7619" h="535939">
                  <a:moveTo>
                    <a:pt x="7620" y="356882"/>
                  </a:moveTo>
                  <a:lnTo>
                    <a:pt x="0" y="356882"/>
                  </a:lnTo>
                  <a:lnTo>
                    <a:pt x="0" y="369570"/>
                  </a:lnTo>
                  <a:lnTo>
                    <a:pt x="7620" y="369570"/>
                  </a:lnTo>
                  <a:lnTo>
                    <a:pt x="7620" y="356882"/>
                  </a:lnTo>
                  <a:close/>
                </a:path>
                <a:path w="7619" h="535939">
                  <a:moveTo>
                    <a:pt x="7620" y="297192"/>
                  </a:moveTo>
                  <a:lnTo>
                    <a:pt x="0" y="297192"/>
                  </a:lnTo>
                  <a:lnTo>
                    <a:pt x="0" y="356870"/>
                  </a:lnTo>
                  <a:lnTo>
                    <a:pt x="7620" y="356870"/>
                  </a:lnTo>
                  <a:lnTo>
                    <a:pt x="7620" y="297192"/>
                  </a:lnTo>
                  <a:close/>
                </a:path>
                <a:path w="7619" h="535939">
                  <a:moveTo>
                    <a:pt x="7620" y="198132"/>
                  </a:moveTo>
                  <a:lnTo>
                    <a:pt x="0" y="198132"/>
                  </a:lnTo>
                  <a:lnTo>
                    <a:pt x="0" y="297180"/>
                  </a:lnTo>
                  <a:lnTo>
                    <a:pt x="7620" y="297180"/>
                  </a:lnTo>
                  <a:lnTo>
                    <a:pt x="7620" y="198132"/>
                  </a:lnTo>
                  <a:close/>
                </a:path>
                <a:path w="7619" h="535939">
                  <a:moveTo>
                    <a:pt x="7620" y="185432"/>
                  </a:moveTo>
                  <a:lnTo>
                    <a:pt x="0" y="185432"/>
                  </a:lnTo>
                  <a:lnTo>
                    <a:pt x="0" y="198120"/>
                  </a:lnTo>
                  <a:lnTo>
                    <a:pt x="7620" y="198120"/>
                  </a:lnTo>
                  <a:lnTo>
                    <a:pt x="7620" y="185432"/>
                  </a:lnTo>
                  <a:close/>
                </a:path>
                <a:path w="7619" h="535939">
                  <a:moveTo>
                    <a:pt x="7620" y="182880"/>
                  </a:moveTo>
                  <a:lnTo>
                    <a:pt x="0" y="18288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80"/>
                  </a:lnTo>
                  <a:close/>
                </a:path>
                <a:path w="7619" h="535939">
                  <a:moveTo>
                    <a:pt x="7620" y="179070"/>
                  </a:moveTo>
                  <a:lnTo>
                    <a:pt x="0" y="179070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79070"/>
                  </a:lnTo>
                  <a:close/>
                </a:path>
                <a:path w="7619" h="535939">
                  <a:moveTo>
                    <a:pt x="762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30"/>
                  </a:lnTo>
                  <a:close/>
                </a:path>
                <a:path w="7619" h="535939">
                  <a:moveTo>
                    <a:pt x="762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7620" y="175260"/>
                  </a:lnTo>
                  <a:lnTo>
                    <a:pt x="7620" y="172720"/>
                  </a:lnTo>
                  <a:close/>
                </a:path>
                <a:path w="7619" h="535939">
                  <a:moveTo>
                    <a:pt x="7620" y="163830"/>
                  </a:moveTo>
                  <a:lnTo>
                    <a:pt x="0" y="16383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3830"/>
                  </a:lnTo>
                  <a:close/>
                </a:path>
                <a:path w="7619" h="535939">
                  <a:moveTo>
                    <a:pt x="7620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60020"/>
                  </a:lnTo>
                  <a:close/>
                </a:path>
                <a:path w="7619" h="535939">
                  <a:moveTo>
                    <a:pt x="762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80"/>
                  </a:lnTo>
                  <a:close/>
                </a:path>
                <a:path w="7619" h="535939">
                  <a:moveTo>
                    <a:pt x="762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20" y="156210"/>
                  </a:lnTo>
                  <a:lnTo>
                    <a:pt x="7620" y="153670"/>
                  </a:lnTo>
                  <a:close/>
                </a:path>
                <a:path w="7619" h="535939">
                  <a:moveTo>
                    <a:pt x="762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30"/>
                  </a:lnTo>
                  <a:close/>
                </a:path>
                <a:path w="7619" h="535939">
                  <a:moveTo>
                    <a:pt x="762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20" y="149860"/>
                  </a:lnTo>
                  <a:lnTo>
                    <a:pt x="7620" y="147320"/>
                  </a:lnTo>
                  <a:close/>
                </a:path>
                <a:path w="7619" h="535939">
                  <a:moveTo>
                    <a:pt x="762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80"/>
                  </a:lnTo>
                  <a:close/>
                </a:path>
                <a:path w="7619" h="535939">
                  <a:moveTo>
                    <a:pt x="762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20" y="143510"/>
                  </a:lnTo>
                  <a:lnTo>
                    <a:pt x="7620" y="140970"/>
                  </a:lnTo>
                  <a:close/>
                </a:path>
                <a:path w="7619" h="535939">
                  <a:moveTo>
                    <a:pt x="762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30"/>
                  </a:lnTo>
                  <a:close/>
                </a:path>
                <a:path w="7619" h="535939">
                  <a:moveTo>
                    <a:pt x="762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20" y="137160"/>
                  </a:lnTo>
                  <a:lnTo>
                    <a:pt x="7620" y="134620"/>
                  </a:lnTo>
                  <a:close/>
                </a:path>
                <a:path w="7619" h="535939">
                  <a:moveTo>
                    <a:pt x="762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80"/>
                  </a:lnTo>
                  <a:close/>
                </a:path>
                <a:path w="7619" h="535939">
                  <a:moveTo>
                    <a:pt x="762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28270"/>
                  </a:lnTo>
                  <a:close/>
                </a:path>
                <a:path w="7619" h="535939">
                  <a:moveTo>
                    <a:pt x="762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30"/>
                  </a:lnTo>
                  <a:close/>
                </a:path>
                <a:path w="7619" h="535939">
                  <a:moveTo>
                    <a:pt x="762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20" y="124460"/>
                  </a:lnTo>
                  <a:lnTo>
                    <a:pt x="7620" y="121920"/>
                  </a:lnTo>
                  <a:close/>
                </a:path>
                <a:path w="7619" h="535939">
                  <a:moveTo>
                    <a:pt x="762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80"/>
                  </a:lnTo>
                  <a:close/>
                </a:path>
                <a:path w="7619" h="535939">
                  <a:moveTo>
                    <a:pt x="762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20" y="118110"/>
                  </a:lnTo>
                  <a:lnTo>
                    <a:pt x="7620" y="115570"/>
                  </a:lnTo>
                  <a:close/>
                </a:path>
                <a:path w="7619" h="535939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19" h="535939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19" h="535939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19" h="535939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19" h="535939">
                  <a:moveTo>
                    <a:pt x="762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30"/>
                  </a:lnTo>
                  <a:close/>
                </a:path>
                <a:path w="7619" h="535939">
                  <a:moveTo>
                    <a:pt x="762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96520"/>
                  </a:lnTo>
                  <a:close/>
                </a:path>
                <a:path w="7619" h="535939">
                  <a:moveTo>
                    <a:pt x="762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80"/>
                  </a:lnTo>
                  <a:close/>
                </a:path>
                <a:path w="7619" h="535939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19" h="535939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19" h="535939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19" h="535939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19" h="535939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19" h="535939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19" h="535939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19" h="535939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19" h="535939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19" h="535939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19" h="535939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19" h="535939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19" h="535939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19" h="535939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19" h="535939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19" h="535939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19" h="535939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19" h="535939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19" h="535939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19" h="535939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19" h="535939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19" h="535939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19" h="535939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19" h="535939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19" h="535939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19" h="535939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19" h="535939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19" h="535939">
                  <a:moveTo>
                    <a:pt x="762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80"/>
                  </a:lnTo>
                  <a:close/>
                </a:path>
                <a:path w="7619" h="53593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6262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2">
              <a:extLst>
                <a:ext uri="{FF2B5EF4-FFF2-40B4-BE49-F238E27FC236}">
                  <a16:creationId xmlns:a16="http://schemas.microsoft.com/office/drawing/2014/main" id="{0FF3A84D-5F74-6B19-3A1E-FA728D3E2D67}"/>
                </a:ext>
              </a:extLst>
            </p:cNvPr>
            <p:cNvSpPr/>
            <p:nvPr/>
          </p:nvSpPr>
          <p:spPr>
            <a:xfrm>
              <a:off x="2966720" y="2583179"/>
              <a:ext cx="7620" cy="534670"/>
            </a:xfrm>
            <a:custGeom>
              <a:avLst/>
              <a:gdLst/>
              <a:ahLst/>
              <a:cxnLst/>
              <a:rect l="l" t="t" r="r" b="b"/>
              <a:pathLst>
                <a:path w="7619" h="534669">
                  <a:moveTo>
                    <a:pt x="7620" y="369570"/>
                  </a:moveTo>
                  <a:lnTo>
                    <a:pt x="0" y="369570"/>
                  </a:lnTo>
                  <a:lnTo>
                    <a:pt x="0" y="534670"/>
                  </a:lnTo>
                  <a:lnTo>
                    <a:pt x="7620" y="534670"/>
                  </a:lnTo>
                  <a:lnTo>
                    <a:pt x="7620" y="369570"/>
                  </a:lnTo>
                  <a:close/>
                </a:path>
                <a:path w="7619" h="534669">
                  <a:moveTo>
                    <a:pt x="7620" y="355612"/>
                  </a:moveTo>
                  <a:lnTo>
                    <a:pt x="0" y="355612"/>
                  </a:lnTo>
                  <a:lnTo>
                    <a:pt x="0" y="368300"/>
                  </a:lnTo>
                  <a:lnTo>
                    <a:pt x="7620" y="368300"/>
                  </a:lnTo>
                  <a:lnTo>
                    <a:pt x="7620" y="355612"/>
                  </a:lnTo>
                  <a:close/>
                </a:path>
                <a:path w="7619" h="534669">
                  <a:moveTo>
                    <a:pt x="7620" y="295922"/>
                  </a:moveTo>
                  <a:lnTo>
                    <a:pt x="0" y="295922"/>
                  </a:lnTo>
                  <a:lnTo>
                    <a:pt x="0" y="355600"/>
                  </a:lnTo>
                  <a:lnTo>
                    <a:pt x="7620" y="355600"/>
                  </a:lnTo>
                  <a:lnTo>
                    <a:pt x="7620" y="295922"/>
                  </a:lnTo>
                  <a:close/>
                </a:path>
                <a:path w="7619" h="534669">
                  <a:moveTo>
                    <a:pt x="7620" y="196862"/>
                  </a:moveTo>
                  <a:lnTo>
                    <a:pt x="0" y="196862"/>
                  </a:lnTo>
                  <a:lnTo>
                    <a:pt x="0" y="295910"/>
                  </a:lnTo>
                  <a:lnTo>
                    <a:pt x="7620" y="295910"/>
                  </a:lnTo>
                  <a:lnTo>
                    <a:pt x="7620" y="196862"/>
                  </a:lnTo>
                  <a:close/>
                </a:path>
                <a:path w="7619" h="534669">
                  <a:moveTo>
                    <a:pt x="7620" y="184162"/>
                  </a:moveTo>
                  <a:lnTo>
                    <a:pt x="0" y="184162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84162"/>
                  </a:lnTo>
                  <a:close/>
                </a:path>
                <a:path w="7619" h="534669">
                  <a:moveTo>
                    <a:pt x="7620" y="181610"/>
                  </a:moveTo>
                  <a:lnTo>
                    <a:pt x="0" y="181610"/>
                  </a:lnTo>
                  <a:lnTo>
                    <a:pt x="0" y="182880"/>
                  </a:lnTo>
                  <a:lnTo>
                    <a:pt x="7620" y="182880"/>
                  </a:lnTo>
                  <a:lnTo>
                    <a:pt x="7620" y="181610"/>
                  </a:lnTo>
                  <a:close/>
                </a:path>
                <a:path w="7619" h="534669">
                  <a:moveTo>
                    <a:pt x="7620" y="177800"/>
                  </a:moveTo>
                  <a:lnTo>
                    <a:pt x="0" y="17780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800"/>
                  </a:lnTo>
                  <a:close/>
                </a:path>
                <a:path w="7619" h="534669">
                  <a:moveTo>
                    <a:pt x="7620" y="175260"/>
                  </a:moveTo>
                  <a:lnTo>
                    <a:pt x="0" y="175260"/>
                  </a:lnTo>
                  <a:lnTo>
                    <a:pt x="0" y="176530"/>
                  </a:lnTo>
                  <a:lnTo>
                    <a:pt x="7620" y="176530"/>
                  </a:lnTo>
                  <a:lnTo>
                    <a:pt x="7620" y="175260"/>
                  </a:lnTo>
                  <a:close/>
                </a:path>
                <a:path w="7619" h="534669">
                  <a:moveTo>
                    <a:pt x="7620" y="171450"/>
                  </a:moveTo>
                  <a:lnTo>
                    <a:pt x="0" y="17145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1450"/>
                  </a:lnTo>
                  <a:close/>
                </a:path>
                <a:path w="7619" h="534669">
                  <a:moveTo>
                    <a:pt x="7620" y="162560"/>
                  </a:moveTo>
                  <a:lnTo>
                    <a:pt x="0" y="162560"/>
                  </a:lnTo>
                  <a:lnTo>
                    <a:pt x="0" y="170180"/>
                  </a:lnTo>
                  <a:lnTo>
                    <a:pt x="7620" y="170180"/>
                  </a:lnTo>
                  <a:lnTo>
                    <a:pt x="7620" y="162560"/>
                  </a:lnTo>
                  <a:close/>
                </a:path>
                <a:path w="7619" h="534669">
                  <a:moveTo>
                    <a:pt x="7620" y="158750"/>
                  </a:moveTo>
                  <a:lnTo>
                    <a:pt x="0" y="15875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58750"/>
                  </a:lnTo>
                  <a:close/>
                </a:path>
                <a:path w="7619" h="534669">
                  <a:moveTo>
                    <a:pt x="762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7620" y="157480"/>
                  </a:lnTo>
                  <a:lnTo>
                    <a:pt x="7620" y="156210"/>
                  </a:lnTo>
                  <a:close/>
                </a:path>
                <a:path w="7619" h="534669">
                  <a:moveTo>
                    <a:pt x="7620" y="152400"/>
                  </a:moveTo>
                  <a:lnTo>
                    <a:pt x="0" y="15240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2400"/>
                  </a:lnTo>
                  <a:close/>
                </a:path>
                <a:path w="7619" h="534669">
                  <a:moveTo>
                    <a:pt x="7620" y="149860"/>
                  </a:moveTo>
                  <a:lnTo>
                    <a:pt x="0" y="149860"/>
                  </a:lnTo>
                  <a:lnTo>
                    <a:pt x="0" y="151130"/>
                  </a:lnTo>
                  <a:lnTo>
                    <a:pt x="7620" y="151130"/>
                  </a:lnTo>
                  <a:lnTo>
                    <a:pt x="7620" y="149860"/>
                  </a:lnTo>
                  <a:close/>
                </a:path>
                <a:path w="7619" h="534669">
                  <a:moveTo>
                    <a:pt x="7620" y="146050"/>
                  </a:moveTo>
                  <a:lnTo>
                    <a:pt x="0" y="14605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6050"/>
                  </a:lnTo>
                  <a:close/>
                </a:path>
                <a:path w="7619" h="534669">
                  <a:moveTo>
                    <a:pt x="7620" y="143510"/>
                  </a:moveTo>
                  <a:lnTo>
                    <a:pt x="0" y="143510"/>
                  </a:lnTo>
                  <a:lnTo>
                    <a:pt x="0" y="144780"/>
                  </a:lnTo>
                  <a:lnTo>
                    <a:pt x="7620" y="144780"/>
                  </a:lnTo>
                  <a:lnTo>
                    <a:pt x="7620" y="143510"/>
                  </a:lnTo>
                  <a:close/>
                </a:path>
                <a:path w="7619" h="534669">
                  <a:moveTo>
                    <a:pt x="7620" y="139700"/>
                  </a:moveTo>
                  <a:lnTo>
                    <a:pt x="0" y="13970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39700"/>
                  </a:lnTo>
                  <a:close/>
                </a:path>
                <a:path w="7619" h="534669">
                  <a:moveTo>
                    <a:pt x="762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7620" y="138430"/>
                  </a:lnTo>
                  <a:lnTo>
                    <a:pt x="7620" y="137160"/>
                  </a:lnTo>
                  <a:close/>
                </a:path>
                <a:path w="7619" h="534669">
                  <a:moveTo>
                    <a:pt x="7620" y="133350"/>
                  </a:moveTo>
                  <a:lnTo>
                    <a:pt x="0" y="13335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3350"/>
                  </a:lnTo>
                  <a:close/>
                </a:path>
                <a:path w="7619" h="534669">
                  <a:moveTo>
                    <a:pt x="762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7620" y="132080"/>
                  </a:lnTo>
                  <a:lnTo>
                    <a:pt x="7620" y="130810"/>
                  </a:lnTo>
                  <a:close/>
                </a:path>
                <a:path w="7619" h="534669">
                  <a:moveTo>
                    <a:pt x="7620" y="127000"/>
                  </a:moveTo>
                  <a:lnTo>
                    <a:pt x="0" y="12700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7000"/>
                  </a:lnTo>
                  <a:close/>
                </a:path>
                <a:path w="7619" h="534669">
                  <a:moveTo>
                    <a:pt x="762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7620" y="125730"/>
                  </a:lnTo>
                  <a:lnTo>
                    <a:pt x="7620" y="124460"/>
                  </a:lnTo>
                  <a:close/>
                </a:path>
                <a:path w="7619" h="534669">
                  <a:moveTo>
                    <a:pt x="7620" y="120650"/>
                  </a:moveTo>
                  <a:lnTo>
                    <a:pt x="0" y="12065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0650"/>
                  </a:lnTo>
                  <a:close/>
                </a:path>
                <a:path w="7619" h="534669">
                  <a:moveTo>
                    <a:pt x="762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7620" y="119380"/>
                  </a:lnTo>
                  <a:lnTo>
                    <a:pt x="7620" y="118110"/>
                  </a:lnTo>
                  <a:close/>
                </a:path>
                <a:path w="7619" h="534669">
                  <a:moveTo>
                    <a:pt x="7620" y="114300"/>
                  </a:moveTo>
                  <a:lnTo>
                    <a:pt x="0" y="11430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4300"/>
                  </a:lnTo>
                  <a:close/>
                </a:path>
                <a:path w="7619" h="534669">
                  <a:moveTo>
                    <a:pt x="762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7620" y="113030"/>
                  </a:lnTo>
                  <a:lnTo>
                    <a:pt x="7620" y="111760"/>
                  </a:lnTo>
                  <a:close/>
                </a:path>
                <a:path w="7619" h="534669">
                  <a:moveTo>
                    <a:pt x="7620" y="107950"/>
                  </a:moveTo>
                  <a:lnTo>
                    <a:pt x="0" y="10795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7950"/>
                  </a:lnTo>
                  <a:close/>
                </a:path>
                <a:path w="7619" h="534669">
                  <a:moveTo>
                    <a:pt x="762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7620" y="106680"/>
                  </a:lnTo>
                  <a:lnTo>
                    <a:pt x="7620" y="105410"/>
                  </a:lnTo>
                  <a:close/>
                </a:path>
                <a:path w="7619" h="534669">
                  <a:moveTo>
                    <a:pt x="7620" y="101600"/>
                  </a:moveTo>
                  <a:lnTo>
                    <a:pt x="0" y="10160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1600"/>
                  </a:lnTo>
                  <a:close/>
                </a:path>
                <a:path w="7619" h="534669">
                  <a:moveTo>
                    <a:pt x="762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7620" y="100330"/>
                  </a:lnTo>
                  <a:lnTo>
                    <a:pt x="7620" y="99060"/>
                  </a:lnTo>
                  <a:close/>
                </a:path>
                <a:path w="7619" h="534669">
                  <a:moveTo>
                    <a:pt x="7620" y="95250"/>
                  </a:moveTo>
                  <a:lnTo>
                    <a:pt x="0" y="9525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5250"/>
                  </a:lnTo>
                  <a:close/>
                </a:path>
                <a:path w="7619" h="534669">
                  <a:moveTo>
                    <a:pt x="762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7620" y="93980"/>
                  </a:lnTo>
                  <a:lnTo>
                    <a:pt x="7620" y="92710"/>
                  </a:lnTo>
                  <a:close/>
                </a:path>
                <a:path w="7619" h="534669">
                  <a:moveTo>
                    <a:pt x="7620" y="88900"/>
                  </a:moveTo>
                  <a:lnTo>
                    <a:pt x="0" y="8890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88900"/>
                  </a:lnTo>
                  <a:close/>
                </a:path>
                <a:path w="7619" h="534669">
                  <a:moveTo>
                    <a:pt x="762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7620" y="87630"/>
                  </a:lnTo>
                  <a:lnTo>
                    <a:pt x="7620" y="86360"/>
                  </a:lnTo>
                  <a:close/>
                </a:path>
                <a:path w="7619" h="534669">
                  <a:moveTo>
                    <a:pt x="7620" y="82550"/>
                  </a:moveTo>
                  <a:lnTo>
                    <a:pt x="0" y="8255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2550"/>
                  </a:lnTo>
                  <a:close/>
                </a:path>
                <a:path w="7619" h="534669">
                  <a:moveTo>
                    <a:pt x="762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7620" y="81280"/>
                  </a:lnTo>
                  <a:lnTo>
                    <a:pt x="7620" y="80010"/>
                  </a:lnTo>
                  <a:close/>
                </a:path>
                <a:path w="7619" h="534669">
                  <a:moveTo>
                    <a:pt x="7620" y="76200"/>
                  </a:moveTo>
                  <a:lnTo>
                    <a:pt x="0" y="7620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6200"/>
                  </a:lnTo>
                  <a:close/>
                </a:path>
                <a:path w="7619" h="534669">
                  <a:moveTo>
                    <a:pt x="762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7620" y="74930"/>
                  </a:lnTo>
                  <a:lnTo>
                    <a:pt x="7620" y="73660"/>
                  </a:lnTo>
                  <a:close/>
                </a:path>
                <a:path w="7619" h="534669">
                  <a:moveTo>
                    <a:pt x="7620" y="69850"/>
                  </a:moveTo>
                  <a:lnTo>
                    <a:pt x="0" y="6985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69850"/>
                  </a:lnTo>
                  <a:close/>
                </a:path>
                <a:path w="7619" h="534669">
                  <a:moveTo>
                    <a:pt x="762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7620" y="68580"/>
                  </a:lnTo>
                  <a:lnTo>
                    <a:pt x="7620" y="67310"/>
                  </a:lnTo>
                  <a:close/>
                </a:path>
                <a:path w="7619" h="534669">
                  <a:moveTo>
                    <a:pt x="7620" y="63500"/>
                  </a:moveTo>
                  <a:lnTo>
                    <a:pt x="0" y="6350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3500"/>
                  </a:lnTo>
                  <a:close/>
                </a:path>
                <a:path w="7619" h="534669">
                  <a:moveTo>
                    <a:pt x="762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7620" y="62230"/>
                  </a:lnTo>
                  <a:lnTo>
                    <a:pt x="7620" y="60960"/>
                  </a:lnTo>
                  <a:close/>
                </a:path>
                <a:path w="7619" h="534669">
                  <a:moveTo>
                    <a:pt x="7620" y="57150"/>
                  </a:moveTo>
                  <a:lnTo>
                    <a:pt x="0" y="5715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7150"/>
                  </a:lnTo>
                  <a:close/>
                </a:path>
                <a:path w="7619" h="534669">
                  <a:moveTo>
                    <a:pt x="762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7620" y="55880"/>
                  </a:lnTo>
                  <a:lnTo>
                    <a:pt x="7620" y="54610"/>
                  </a:lnTo>
                  <a:close/>
                </a:path>
                <a:path w="7619" h="534669">
                  <a:moveTo>
                    <a:pt x="7620" y="50800"/>
                  </a:moveTo>
                  <a:lnTo>
                    <a:pt x="0" y="5080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0800"/>
                  </a:lnTo>
                  <a:close/>
                </a:path>
                <a:path w="7619" h="534669">
                  <a:moveTo>
                    <a:pt x="762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7620" y="49530"/>
                  </a:lnTo>
                  <a:lnTo>
                    <a:pt x="7620" y="48260"/>
                  </a:lnTo>
                  <a:close/>
                </a:path>
                <a:path w="7619" h="534669">
                  <a:moveTo>
                    <a:pt x="7620" y="44450"/>
                  </a:moveTo>
                  <a:lnTo>
                    <a:pt x="0" y="4445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4450"/>
                  </a:lnTo>
                  <a:close/>
                </a:path>
                <a:path w="7619" h="534669">
                  <a:moveTo>
                    <a:pt x="762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7620" y="43180"/>
                  </a:lnTo>
                  <a:lnTo>
                    <a:pt x="7620" y="41910"/>
                  </a:lnTo>
                  <a:close/>
                </a:path>
                <a:path w="7619" h="534669">
                  <a:moveTo>
                    <a:pt x="7620" y="38100"/>
                  </a:moveTo>
                  <a:lnTo>
                    <a:pt x="0" y="3810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8100"/>
                  </a:lnTo>
                  <a:close/>
                </a:path>
                <a:path w="7619" h="534669">
                  <a:moveTo>
                    <a:pt x="762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7620" y="36830"/>
                  </a:lnTo>
                  <a:lnTo>
                    <a:pt x="7620" y="35560"/>
                  </a:lnTo>
                  <a:close/>
                </a:path>
                <a:path w="7619" h="534669">
                  <a:moveTo>
                    <a:pt x="7620" y="31750"/>
                  </a:moveTo>
                  <a:lnTo>
                    <a:pt x="0" y="3175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1750"/>
                  </a:lnTo>
                  <a:close/>
                </a:path>
                <a:path w="7619" h="534669">
                  <a:moveTo>
                    <a:pt x="762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7620" y="30480"/>
                  </a:lnTo>
                  <a:lnTo>
                    <a:pt x="7620" y="29210"/>
                  </a:lnTo>
                  <a:close/>
                </a:path>
                <a:path w="7619" h="534669">
                  <a:moveTo>
                    <a:pt x="7620" y="25400"/>
                  </a:moveTo>
                  <a:lnTo>
                    <a:pt x="0" y="2540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5400"/>
                  </a:lnTo>
                  <a:close/>
                </a:path>
                <a:path w="7619" h="534669">
                  <a:moveTo>
                    <a:pt x="762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7620" y="24130"/>
                  </a:lnTo>
                  <a:lnTo>
                    <a:pt x="7620" y="22860"/>
                  </a:lnTo>
                  <a:close/>
                </a:path>
                <a:path w="7619" h="534669">
                  <a:moveTo>
                    <a:pt x="762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19050"/>
                  </a:lnTo>
                  <a:close/>
                </a:path>
                <a:path w="7619" h="534669">
                  <a:moveTo>
                    <a:pt x="762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7620" y="17780"/>
                  </a:lnTo>
                  <a:lnTo>
                    <a:pt x="7620" y="16510"/>
                  </a:lnTo>
                  <a:close/>
                </a:path>
                <a:path w="7619" h="534669">
                  <a:moveTo>
                    <a:pt x="762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2700"/>
                  </a:lnTo>
                  <a:close/>
                </a:path>
                <a:path w="7619" h="534669">
                  <a:moveTo>
                    <a:pt x="762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7620" y="11430"/>
                  </a:lnTo>
                  <a:lnTo>
                    <a:pt x="7620" y="10160"/>
                  </a:lnTo>
                  <a:close/>
                </a:path>
                <a:path w="7619" h="534669">
                  <a:moveTo>
                    <a:pt x="762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6350"/>
                  </a:lnTo>
                  <a:close/>
                </a:path>
                <a:path w="7619" h="534669">
                  <a:moveTo>
                    <a:pt x="762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7620" y="5080"/>
                  </a:lnTo>
                  <a:lnTo>
                    <a:pt x="7620" y="3810"/>
                  </a:lnTo>
                  <a:close/>
                </a:path>
                <a:path w="7619" h="534669">
                  <a:moveTo>
                    <a:pt x="76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7620" y="254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6464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3">
              <a:extLst>
                <a:ext uri="{FF2B5EF4-FFF2-40B4-BE49-F238E27FC236}">
                  <a16:creationId xmlns:a16="http://schemas.microsoft.com/office/drawing/2014/main" id="{4FD6E4DA-195B-FE1A-6DF6-37B0BCFB7778}"/>
                </a:ext>
              </a:extLst>
            </p:cNvPr>
            <p:cNvSpPr/>
            <p:nvPr/>
          </p:nvSpPr>
          <p:spPr>
            <a:xfrm>
              <a:off x="2974340" y="2583179"/>
              <a:ext cx="7620" cy="534035"/>
            </a:xfrm>
            <a:custGeom>
              <a:avLst/>
              <a:gdLst/>
              <a:ahLst/>
              <a:cxnLst/>
              <a:rect l="l" t="t" r="r" b="b"/>
              <a:pathLst>
                <a:path w="7619" h="534035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70" y="2540"/>
                  </a:lnTo>
                  <a:lnTo>
                    <a:pt x="1270" y="0"/>
                  </a:lnTo>
                  <a:close/>
                </a:path>
                <a:path w="7619" h="534035">
                  <a:moveTo>
                    <a:pt x="7620" y="369582"/>
                  </a:moveTo>
                  <a:lnTo>
                    <a:pt x="0" y="369582"/>
                  </a:lnTo>
                  <a:lnTo>
                    <a:pt x="0" y="533412"/>
                  </a:lnTo>
                  <a:lnTo>
                    <a:pt x="7620" y="533412"/>
                  </a:lnTo>
                  <a:lnTo>
                    <a:pt x="7620" y="369582"/>
                  </a:lnTo>
                  <a:close/>
                </a:path>
                <a:path w="7619" h="534035">
                  <a:moveTo>
                    <a:pt x="7620" y="355612"/>
                  </a:moveTo>
                  <a:lnTo>
                    <a:pt x="0" y="355612"/>
                  </a:lnTo>
                  <a:lnTo>
                    <a:pt x="0" y="368300"/>
                  </a:lnTo>
                  <a:lnTo>
                    <a:pt x="7620" y="368300"/>
                  </a:lnTo>
                  <a:lnTo>
                    <a:pt x="7620" y="355612"/>
                  </a:lnTo>
                  <a:close/>
                </a:path>
                <a:path w="7619" h="534035">
                  <a:moveTo>
                    <a:pt x="7620" y="295922"/>
                  </a:moveTo>
                  <a:lnTo>
                    <a:pt x="0" y="295922"/>
                  </a:lnTo>
                  <a:lnTo>
                    <a:pt x="0" y="355600"/>
                  </a:lnTo>
                  <a:lnTo>
                    <a:pt x="7620" y="355600"/>
                  </a:lnTo>
                  <a:lnTo>
                    <a:pt x="7620" y="295922"/>
                  </a:lnTo>
                  <a:close/>
                </a:path>
                <a:path w="7619" h="534035">
                  <a:moveTo>
                    <a:pt x="7620" y="196862"/>
                  </a:moveTo>
                  <a:lnTo>
                    <a:pt x="0" y="196862"/>
                  </a:lnTo>
                  <a:lnTo>
                    <a:pt x="0" y="295910"/>
                  </a:lnTo>
                  <a:lnTo>
                    <a:pt x="7620" y="295910"/>
                  </a:lnTo>
                  <a:lnTo>
                    <a:pt x="7620" y="196862"/>
                  </a:lnTo>
                  <a:close/>
                </a:path>
                <a:path w="7619" h="534035">
                  <a:moveTo>
                    <a:pt x="7620" y="184162"/>
                  </a:moveTo>
                  <a:lnTo>
                    <a:pt x="0" y="184162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84162"/>
                  </a:lnTo>
                  <a:close/>
                </a:path>
                <a:path w="7619" h="534035">
                  <a:moveTo>
                    <a:pt x="7620" y="181610"/>
                  </a:moveTo>
                  <a:lnTo>
                    <a:pt x="0" y="181610"/>
                  </a:lnTo>
                  <a:lnTo>
                    <a:pt x="0" y="182880"/>
                  </a:lnTo>
                  <a:lnTo>
                    <a:pt x="7620" y="182880"/>
                  </a:lnTo>
                  <a:lnTo>
                    <a:pt x="7620" y="181610"/>
                  </a:lnTo>
                  <a:close/>
                </a:path>
                <a:path w="7619" h="534035">
                  <a:moveTo>
                    <a:pt x="7620" y="177800"/>
                  </a:moveTo>
                  <a:lnTo>
                    <a:pt x="0" y="17780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7800"/>
                  </a:lnTo>
                  <a:close/>
                </a:path>
                <a:path w="7619" h="534035">
                  <a:moveTo>
                    <a:pt x="7620" y="175260"/>
                  </a:moveTo>
                  <a:lnTo>
                    <a:pt x="0" y="175260"/>
                  </a:lnTo>
                  <a:lnTo>
                    <a:pt x="0" y="176530"/>
                  </a:lnTo>
                  <a:lnTo>
                    <a:pt x="7620" y="176530"/>
                  </a:lnTo>
                  <a:lnTo>
                    <a:pt x="7620" y="175260"/>
                  </a:lnTo>
                  <a:close/>
                </a:path>
                <a:path w="7619" h="534035">
                  <a:moveTo>
                    <a:pt x="7620" y="171450"/>
                  </a:moveTo>
                  <a:lnTo>
                    <a:pt x="0" y="17145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1450"/>
                  </a:lnTo>
                  <a:close/>
                </a:path>
                <a:path w="7619" h="534035">
                  <a:moveTo>
                    <a:pt x="7620" y="162560"/>
                  </a:moveTo>
                  <a:lnTo>
                    <a:pt x="0" y="162560"/>
                  </a:lnTo>
                  <a:lnTo>
                    <a:pt x="0" y="170180"/>
                  </a:lnTo>
                  <a:lnTo>
                    <a:pt x="7620" y="170180"/>
                  </a:lnTo>
                  <a:lnTo>
                    <a:pt x="7620" y="162560"/>
                  </a:lnTo>
                  <a:close/>
                </a:path>
                <a:path w="7619" h="534035">
                  <a:moveTo>
                    <a:pt x="7620" y="158750"/>
                  </a:moveTo>
                  <a:lnTo>
                    <a:pt x="0" y="15875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58750"/>
                  </a:lnTo>
                  <a:close/>
                </a:path>
                <a:path w="7619" h="534035">
                  <a:moveTo>
                    <a:pt x="762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7620" y="157480"/>
                  </a:lnTo>
                  <a:lnTo>
                    <a:pt x="7620" y="156210"/>
                  </a:lnTo>
                  <a:close/>
                </a:path>
                <a:path w="7619" h="534035">
                  <a:moveTo>
                    <a:pt x="7620" y="152400"/>
                  </a:moveTo>
                  <a:lnTo>
                    <a:pt x="0" y="15240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2400"/>
                  </a:lnTo>
                  <a:close/>
                </a:path>
                <a:path w="7619" h="534035">
                  <a:moveTo>
                    <a:pt x="7620" y="149860"/>
                  </a:moveTo>
                  <a:lnTo>
                    <a:pt x="0" y="149860"/>
                  </a:lnTo>
                  <a:lnTo>
                    <a:pt x="0" y="151130"/>
                  </a:lnTo>
                  <a:lnTo>
                    <a:pt x="7620" y="151130"/>
                  </a:lnTo>
                  <a:lnTo>
                    <a:pt x="7620" y="149860"/>
                  </a:lnTo>
                  <a:close/>
                </a:path>
                <a:path w="7619" h="534035">
                  <a:moveTo>
                    <a:pt x="7620" y="146050"/>
                  </a:moveTo>
                  <a:lnTo>
                    <a:pt x="0" y="14605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6050"/>
                  </a:lnTo>
                  <a:close/>
                </a:path>
                <a:path w="7619" h="534035">
                  <a:moveTo>
                    <a:pt x="7620" y="143510"/>
                  </a:moveTo>
                  <a:lnTo>
                    <a:pt x="0" y="143510"/>
                  </a:lnTo>
                  <a:lnTo>
                    <a:pt x="0" y="144780"/>
                  </a:lnTo>
                  <a:lnTo>
                    <a:pt x="7620" y="144780"/>
                  </a:lnTo>
                  <a:lnTo>
                    <a:pt x="7620" y="143510"/>
                  </a:lnTo>
                  <a:close/>
                </a:path>
                <a:path w="7619" h="534035">
                  <a:moveTo>
                    <a:pt x="7620" y="139700"/>
                  </a:moveTo>
                  <a:lnTo>
                    <a:pt x="0" y="13970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39700"/>
                  </a:lnTo>
                  <a:close/>
                </a:path>
                <a:path w="7619" h="534035">
                  <a:moveTo>
                    <a:pt x="762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7620" y="138430"/>
                  </a:lnTo>
                  <a:lnTo>
                    <a:pt x="7620" y="137160"/>
                  </a:lnTo>
                  <a:close/>
                </a:path>
                <a:path w="7619" h="534035">
                  <a:moveTo>
                    <a:pt x="7620" y="133350"/>
                  </a:moveTo>
                  <a:lnTo>
                    <a:pt x="0" y="13335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3350"/>
                  </a:lnTo>
                  <a:close/>
                </a:path>
                <a:path w="7619" h="534035">
                  <a:moveTo>
                    <a:pt x="762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7620" y="132080"/>
                  </a:lnTo>
                  <a:lnTo>
                    <a:pt x="7620" y="130810"/>
                  </a:lnTo>
                  <a:close/>
                </a:path>
                <a:path w="7619" h="534035">
                  <a:moveTo>
                    <a:pt x="7620" y="127000"/>
                  </a:moveTo>
                  <a:lnTo>
                    <a:pt x="0" y="12700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7000"/>
                  </a:lnTo>
                  <a:close/>
                </a:path>
                <a:path w="7619" h="534035">
                  <a:moveTo>
                    <a:pt x="762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7620" y="125730"/>
                  </a:lnTo>
                  <a:lnTo>
                    <a:pt x="7620" y="124460"/>
                  </a:lnTo>
                  <a:close/>
                </a:path>
                <a:path w="7619" h="534035">
                  <a:moveTo>
                    <a:pt x="7620" y="120650"/>
                  </a:moveTo>
                  <a:lnTo>
                    <a:pt x="0" y="12065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0650"/>
                  </a:lnTo>
                  <a:close/>
                </a:path>
                <a:path w="7619" h="534035">
                  <a:moveTo>
                    <a:pt x="762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7620" y="119380"/>
                  </a:lnTo>
                  <a:lnTo>
                    <a:pt x="7620" y="118110"/>
                  </a:lnTo>
                  <a:close/>
                </a:path>
                <a:path w="7619" h="534035">
                  <a:moveTo>
                    <a:pt x="7620" y="114300"/>
                  </a:moveTo>
                  <a:lnTo>
                    <a:pt x="0" y="11430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4300"/>
                  </a:lnTo>
                  <a:close/>
                </a:path>
                <a:path w="7619" h="534035">
                  <a:moveTo>
                    <a:pt x="762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7620" y="113030"/>
                  </a:lnTo>
                  <a:lnTo>
                    <a:pt x="7620" y="111760"/>
                  </a:lnTo>
                  <a:close/>
                </a:path>
                <a:path w="7619" h="534035">
                  <a:moveTo>
                    <a:pt x="7620" y="107950"/>
                  </a:moveTo>
                  <a:lnTo>
                    <a:pt x="0" y="10795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7950"/>
                  </a:lnTo>
                  <a:close/>
                </a:path>
                <a:path w="7619" h="534035">
                  <a:moveTo>
                    <a:pt x="762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7620" y="106680"/>
                  </a:lnTo>
                  <a:lnTo>
                    <a:pt x="7620" y="105410"/>
                  </a:lnTo>
                  <a:close/>
                </a:path>
                <a:path w="7619" h="534035">
                  <a:moveTo>
                    <a:pt x="7620" y="101600"/>
                  </a:moveTo>
                  <a:lnTo>
                    <a:pt x="0" y="10160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1600"/>
                  </a:lnTo>
                  <a:close/>
                </a:path>
                <a:path w="7619" h="534035">
                  <a:moveTo>
                    <a:pt x="762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7620" y="100330"/>
                  </a:lnTo>
                  <a:lnTo>
                    <a:pt x="7620" y="99060"/>
                  </a:lnTo>
                  <a:close/>
                </a:path>
                <a:path w="7619" h="534035">
                  <a:moveTo>
                    <a:pt x="7620" y="95250"/>
                  </a:moveTo>
                  <a:lnTo>
                    <a:pt x="0" y="9525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5250"/>
                  </a:lnTo>
                  <a:close/>
                </a:path>
                <a:path w="7619" h="534035">
                  <a:moveTo>
                    <a:pt x="762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7620" y="93980"/>
                  </a:lnTo>
                  <a:lnTo>
                    <a:pt x="7620" y="92710"/>
                  </a:lnTo>
                  <a:close/>
                </a:path>
                <a:path w="7619" h="534035">
                  <a:moveTo>
                    <a:pt x="7620" y="88900"/>
                  </a:moveTo>
                  <a:lnTo>
                    <a:pt x="0" y="8890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88900"/>
                  </a:lnTo>
                  <a:close/>
                </a:path>
                <a:path w="7619" h="534035">
                  <a:moveTo>
                    <a:pt x="762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7620" y="87630"/>
                  </a:lnTo>
                  <a:lnTo>
                    <a:pt x="7620" y="86360"/>
                  </a:lnTo>
                  <a:close/>
                </a:path>
                <a:path w="7619" h="534035">
                  <a:moveTo>
                    <a:pt x="7620" y="82550"/>
                  </a:moveTo>
                  <a:lnTo>
                    <a:pt x="0" y="8255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2550"/>
                  </a:lnTo>
                  <a:close/>
                </a:path>
                <a:path w="7619" h="534035">
                  <a:moveTo>
                    <a:pt x="762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7620" y="81280"/>
                  </a:lnTo>
                  <a:lnTo>
                    <a:pt x="7620" y="80010"/>
                  </a:lnTo>
                  <a:close/>
                </a:path>
                <a:path w="7619" h="534035">
                  <a:moveTo>
                    <a:pt x="7620" y="76200"/>
                  </a:moveTo>
                  <a:lnTo>
                    <a:pt x="0" y="7620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6200"/>
                  </a:lnTo>
                  <a:close/>
                </a:path>
                <a:path w="7619" h="534035">
                  <a:moveTo>
                    <a:pt x="762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7620" y="74930"/>
                  </a:lnTo>
                  <a:lnTo>
                    <a:pt x="7620" y="73660"/>
                  </a:lnTo>
                  <a:close/>
                </a:path>
                <a:path w="7619" h="534035">
                  <a:moveTo>
                    <a:pt x="7620" y="69850"/>
                  </a:moveTo>
                  <a:lnTo>
                    <a:pt x="0" y="6985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69850"/>
                  </a:lnTo>
                  <a:close/>
                </a:path>
                <a:path w="7619" h="534035">
                  <a:moveTo>
                    <a:pt x="762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7620" y="68580"/>
                  </a:lnTo>
                  <a:lnTo>
                    <a:pt x="7620" y="67310"/>
                  </a:lnTo>
                  <a:close/>
                </a:path>
                <a:path w="7619" h="534035">
                  <a:moveTo>
                    <a:pt x="7620" y="63500"/>
                  </a:moveTo>
                  <a:lnTo>
                    <a:pt x="0" y="6350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3500"/>
                  </a:lnTo>
                  <a:close/>
                </a:path>
                <a:path w="7619" h="534035">
                  <a:moveTo>
                    <a:pt x="762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7620" y="62230"/>
                  </a:lnTo>
                  <a:lnTo>
                    <a:pt x="7620" y="60960"/>
                  </a:lnTo>
                  <a:close/>
                </a:path>
                <a:path w="7619" h="534035">
                  <a:moveTo>
                    <a:pt x="7620" y="57150"/>
                  </a:moveTo>
                  <a:lnTo>
                    <a:pt x="0" y="5715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7150"/>
                  </a:lnTo>
                  <a:close/>
                </a:path>
                <a:path w="7619" h="534035">
                  <a:moveTo>
                    <a:pt x="762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7620" y="55880"/>
                  </a:lnTo>
                  <a:lnTo>
                    <a:pt x="7620" y="54610"/>
                  </a:lnTo>
                  <a:close/>
                </a:path>
                <a:path w="7619" h="534035">
                  <a:moveTo>
                    <a:pt x="7620" y="50800"/>
                  </a:moveTo>
                  <a:lnTo>
                    <a:pt x="0" y="5080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0800"/>
                  </a:lnTo>
                  <a:close/>
                </a:path>
                <a:path w="7619" h="534035">
                  <a:moveTo>
                    <a:pt x="762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7620" y="49530"/>
                  </a:lnTo>
                  <a:lnTo>
                    <a:pt x="7620" y="48260"/>
                  </a:lnTo>
                  <a:close/>
                </a:path>
                <a:path w="7619" h="534035">
                  <a:moveTo>
                    <a:pt x="7620" y="44450"/>
                  </a:moveTo>
                  <a:lnTo>
                    <a:pt x="0" y="4445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4450"/>
                  </a:lnTo>
                  <a:close/>
                </a:path>
                <a:path w="7619" h="534035">
                  <a:moveTo>
                    <a:pt x="762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7620" y="43180"/>
                  </a:lnTo>
                  <a:lnTo>
                    <a:pt x="7620" y="41910"/>
                  </a:lnTo>
                  <a:close/>
                </a:path>
                <a:path w="7619" h="534035">
                  <a:moveTo>
                    <a:pt x="7620" y="38100"/>
                  </a:moveTo>
                  <a:lnTo>
                    <a:pt x="0" y="3810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8100"/>
                  </a:lnTo>
                  <a:close/>
                </a:path>
                <a:path w="7619" h="534035">
                  <a:moveTo>
                    <a:pt x="762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7620" y="36830"/>
                  </a:lnTo>
                  <a:lnTo>
                    <a:pt x="7620" y="35560"/>
                  </a:lnTo>
                  <a:close/>
                </a:path>
                <a:path w="7619" h="534035">
                  <a:moveTo>
                    <a:pt x="7620" y="31750"/>
                  </a:moveTo>
                  <a:lnTo>
                    <a:pt x="0" y="3175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1750"/>
                  </a:lnTo>
                  <a:close/>
                </a:path>
                <a:path w="7619" h="534035">
                  <a:moveTo>
                    <a:pt x="762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7620" y="30480"/>
                  </a:lnTo>
                  <a:lnTo>
                    <a:pt x="7620" y="29210"/>
                  </a:lnTo>
                  <a:close/>
                </a:path>
                <a:path w="7619" h="534035">
                  <a:moveTo>
                    <a:pt x="7620" y="25400"/>
                  </a:moveTo>
                  <a:lnTo>
                    <a:pt x="0" y="2540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5400"/>
                  </a:lnTo>
                  <a:close/>
                </a:path>
                <a:path w="7619" h="534035">
                  <a:moveTo>
                    <a:pt x="762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7620" y="24130"/>
                  </a:lnTo>
                  <a:lnTo>
                    <a:pt x="7620" y="22860"/>
                  </a:lnTo>
                  <a:close/>
                </a:path>
                <a:path w="7619" h="534035">
                  <a:moveTo>
                    <a:pt x="762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19050"/>
                  </a:lnTo>
                  <a:close/>
                </a:path>
                <a:path w="7619" h="534035">
                  <a:moveTo>
                    <a:pt x="762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7620" y="17780"/>
                  </a:lnTo>
                  <a:lnTo>
                    <a:pt x="7620" y="16510"/>
                  </a:lnTo>
                  <a:close/>
                </a:path>
                <a:path w="7619" h="534035">
                  <a:moveTo>
                    <a:pt x="762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2700"/>
                  </a:lnTo>
                  <a:close/>
                </a:path>
                <a:path w="7619" h="534035">
                  <a:moveTo>
                    <a:pt x="762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7620" y="11430"/>
                  </a:lnTo>
                  <a:lnTo>
                    <a:pt x="7620" y="10160"/>
                  </a:lnTo>
                  <a:close/>
                </a:path>
                <a:path w="7619" h="534035">
                  <a:moveTo>
                    <a:pt x="762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6350"/>
                  </a:lnTo>
                  <a:close/>
                </a:path>
                <a:path w="7619" h="534035">
                  <a:moveTo>
                    <a:pt x="762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7620" y="508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4">
              <a:extLst>
                <a:ext uri="{FF2B5EF4-FFF2-40B4-BE49-F238E27FC236}">
                  <a16:creationId xmlns:a16="http://schemas.microsoft.com/office/drawing/2014/main" id="{5B65F204-C14C-F5FD-8D51-69290D9975F0}"/>
                </a:ext>
              </a:extLst>
            </p:cNvPr>
            <p:cNvSpPr/>
            <p:nvPr/>
          </p:nvSpPr>
          <p:spPr>
            <a:xfrm>
              <a:off x="2981960" y="2586989"/>
              <a:ext cx="6350" cy="530225"/>
            </a:xfrm>
            <a:custGeom>
              <a:avLst/>
              <a:gdLst/>
              <a:ahLst/>
              <a:cxnLst/>
              <a:rect l="l" t="t" r="r" b="b"/>
              <a:pathLst>
                <a:path w="6350" h="530225">
                  <a:moveTo>
                    <a:pt x="6350" y="365772"/>
                  </a:moveTo>
                  <a:lnTo>
                    <a:pt x="0" y="365772"/>
                  </a:lnTo>
                  <a:lnTo>
                    <a:pt x="0" y="529602"/>
                  </a:lnTo>
                  <a:lnTo>
                    <a:pt x="6350" y="529602"/>
                  </a:lnTo>
                  <a:lnTo>
                    <a:pt x="6350" y="365772"/>
                  </a:lnTo>
                  <a:close/>
                </a:path>
                <a:path w="6350" h="530225">
                  <a:moveTo>
                    <a:pt x="6350" y="351802"/>
                  </a:moveTo>
                  <a:lnTo>
                    <a:pt x="0" y="351802"/>
                  </a:lnTo>
                  <a:lnTo>
                    <a:pt x="0" y="364490"/>
                  </a:lnTo>
                  <a:lnTo>
                    <a:pt x="6350" y="364490"/>
                  </a:lnTo>
                  <a:lnTo>
                    <a:pt x="6350" y="351802"/>
                  </a:lnTo>
                  <a:close/>
                </a:path>
                <a:path w="6350" h="530225">
                  <a:moveTo>
                    <a:pt x="6350" y="292112"/>
                  </a:moveTo>
                  <a:lnTo>
                    <a:pt x="0" y="292112"/>
                  </a:lnTo>
                  <a:lnTo>
                    <a:pt x="0" y="351790"/>
                  </a:lnTo>
                  <a:lnTo>
                    <a:pt x="6350" y="351790"/>
                  </a:lnTo>
                  <a:lnTo>
                    <a:pt x="6350" y="292112"/>
                  </a:lnTo>
                  <a:close/>
                </a:path>
                <a:path w="6350" h="530225">
                  <a:moveTo>
                    <a:pt x="6350" y="193052"/>
                  </a:moveTo>
                  <a:lnTo>
                    <a:pt x="0" y="193052"/>
                  </a:lnTo>
                  <a:lnTo>
                    <a:pt x="0" y="292100"/>
                  </a:lnTo>
                  <a:lnTo>
                    <a:pt x="6350" y="292100"/>
                  </a:lnTo>
                  <a:lnTo>
                    <a:pt x="6350" y="193052"/>
                  </a:lnTo>
                  <a:close/>
                </a:path>
                <a:path w="6350" h="530225">
                  <a:moveTo>
                    <a:pt x="6350" y="180352"/>
                  </a:moveTo>
                  <a:lnTo>
                    <a:pt x="0" y="180352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80352"/>
                  </a:lnTo>
                  <a:close/>
                </a:path>
                <a:path w="6350" h="530225">
                  <a:moveTo>
                    <a:pt x="6350" y="177800"/>
                  </a:moveTo>
                  <a:lnTo>
                    <a:pt x="0" y="177800"/>
                  </a:lnTo>
                  <a:lnTo>
                    <a:pt x="0" y="179070"/>
                  </a:lnTo>
                  <a:lnTo>
                    <a:pt x="6350" y="179070"/>
                  </a:lnTo>
                  <a:lnTo>
                    <a:pt x="6350" y="177800"/>
                  </a:lnTo>
                  <a:close/>
                </a:path>
                <a:path w="6350" h="530225">
                  <a:moveTo>
                    <a:pt x="6350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6350" y="176530"/>
                  </a:lnTo>
                  <a:lnTo>
                    <a:pt x="6350" y="173990"/>
                  </a:lnTo>
                  <a:close/>
                </a:path>
                <a:path w="6350" h="530225">
                  <a:moveTo>
                    <a:pt x="6350" y="171450"/>
                  </a:moveTo>
                  <a:lnTo>
                    <a:pt x="0" y="171450"/>
                  </a:lnTo>
                  <a:lnTo>
                    <a:pt x="0" y="172720"/>
                  </a:lnTo>
                  <a:lnTo>
                    <a:pt x="6350" y="172720"/>
                  </a:lnTo>
                  <a:lnTo>
                    <a:pt x="6350" y="171450"/>
                  </a:lnTo>
                  <a:close/>
                </a:path>
                <a:path w="6350" h="530225">
                  <a:moveTo>
                    <a:pt x="6350" y="167640"/>
                  </a:moveTo>
                  <a:lnTo>
                    <a:pt x="0" y="167640"/>
                  </a:lnTo>
                  <a:lnTo>
                    <a:pt x="0" y="170180"/>
                  </a:lnTo>
                  <a:lnTo>
                    <a:pt x="6350" y="170180"/>
                  </a:lnTo>
                  <a:lnTo>
                    <a:pt x="6350" y="167640"/>
                  </a:lnTo>
                  <a:close/>
                </a:path>
                <a:path w="6350" h="530225">
                  <a:moveTo>
                    <a:pt x="6350" y="158750"/>
                  </a:moveTo>
                  <a:lnTo>
                    <a:pt x="0" y="158750"/>
                  </a:lnTo>
                  <a:lnTo>
                    <a:pt x="0" y="166370"/>
                  </a:lnTo>
                  <a:lnTo>
                    <a:pt x="6350" y="166370"/>
                  </a:lnTo>
                  <a:lnTo>
                    <a:pt x="6350" y="158750"/>
                  </a:lnTo>
                  <a:close/>
                </a:path>
                <a:path w="6350" h="530225">
                  <a:moveTo>
                    <a:pt x="6350" y="154940"/>
                  </a:moveTo>
                  <a:lnTo>
                    <a:pt x="0" y="154940"/>
                  </a:lnTo>
                  <a:lnTo>
                    <a:pt x="0" y="157480"/>
                  </a:lnTo>
                  <a:lnTo>
                    <a:pt x="6350" y="157480"/>
                  </a:lnTo>
                  <a:lnTo>
                    <a:pt x="6350" y="154940"/>
                  </a:lnTo>
                  <a:close/>
                </a:path>
                <a:path w="6350" h="530225">
                  <a:moveTo>
                    <a:pt x="6350" y="152400"/>
                  </a:moveTo>
                  <a:lnTo>
                    <a:pt x="0" y="152400"/>
                  </a:lnTo>
                  <a:lnTo>
                    <a:pt x="0" y="153670"/>
                  </a:lnTo>
                  <a:lnTo>
                    <a:pt x="6350" y="153670"/>
                  </a:lnTo>
                  <a:lnTo>
                    <a:pt x="6350" y="152400"/>
                  </a:lnTo>
                  <a:close/>
                </a:path>
                <a:path w="6350" h="530225">
                  <a:moveTo>
                    <a:pt x="6350" y="148590"/>
                  </a:moveTo>
                  <a:lnTo>
                    <a:pt x="0" y="148590"/>
                  </a:lnTo>
                  <a:lnTo>
                    <a:pt x="0" y="151130"/>
                  </a:lnTo>
                  <a:lnTo>
                    <a:pt x="6350" y="151130"/>
                  </a:lnTo>
                  <a:lnTo>
                    <a:pt x="6350" y="148590"/>
                  </a:lnTo>
                  <a:close/>
                </a:path>
                <a:path w="6350" h="530225">
                  <a:moveTo>
                    <a:pt x="6350" y="146050"/>
                  </a:moveTo>
                  <a:lnTo>
                    <a:pt x="0" y="146050"/>
                  </a:lnTo>
                  <a:lnTo>
                    <a:pt x="0" y="147320"/>
                  </a:lnTo>
                  <a:lnTo>
                    <a:pt x="6350" y="147320"/>
                  </a:lnTo>
                  <a:lnTo>
                    <a:pt x="6350" y="146050"/>
                  </a:lnTo>
                  <a:close/>
                </a:path>
                <a:path w="6350" h="530225">
                  <a:moveTo>
                    <a:pt x="6350" y="142240"/>
                  </a:moveTo>
                  <a:lnTo>
                    <a:pt x="0" y="142240"/>
                  </a:lnTo>
                  <a:lnTo>
                    <a:pt x="0" y="144780"/>
                  </a:lnTo>
                  <a:lnTo>
                    <a:pt x="6350" y="144780"/>
                  </a:lnTo>
                  <a:lnTo>
                    <a:pt x="6350" y="142240"/>
                  </a:lnTo>
                  <a:close/>
                </a:path>
                <a:path w="6350" h="530225">
                  <a:moveTo>
                    <a:pt x="6350" y="139700"/>
                  </a:moveTo>
                  <a:lnTo>
                    <a:pt x="0" y="139700"/>
                  </a:lnTo>
                  <a:lnTo>
                    <a:pt x="0" y="140970"/>
                  </a:lnTo>
                  <a:lnTo>
                    <a:pt x="6350" y="140970"/>
                  </a:lnTo>
                  <a:lnTo>
                    <a:pt x="6350" y="139700"/>
                  </a:lnTo>
                  <a:close/>
                </a:path>
                <a:path w="6350" h="530225">
                  <a:moveTo>
                    <a:pt x="6350" y="135890"/>
                  </a:moveTo>
                  <a:lnTo>
                    <a:pt x="0" y="135890"/>
                  </a:lnTo>
                  <a:lnTo>
                    <a:pt x="0" y="138430"/>
                  </a:lnTo>
                  <a:lnTo>
                    <a:pt x="6350" y="138430"/>
                  </a:lnTo>
                  <a:lnTo>
                    <a:pt x="6350" y="135890"/>
                  </a:lnTo>
                  <a:close/>
                </a:path>
                <a:path w="6350" h="530225">
                  <a:moveTo>
                    <a:pt x="6350" y="133350"/>
                  </a:moveTo>
                  <a:lnTo>
                    <a:pt x="0" y="133350"/>
                  </a:lnTo>
                  <a:lnTo>
                    <a:pt x="0" y="134620"/>
                  </a:lnTo>
                  <a:lnTo>
                    <a:pt x="6350" y="134620"/>
                  </a:lnTo>
                  <a:lnTo>
                    <a:pt x="6350" y="133350"/>
                  </a:lnTo>
                  <a:close/>
                </a:path>
                <a:path w="6350" h="530225">
                  <a:moveTo>
                    <a:pt x="6350" y="129540"/>
                  </a:moveTo>
                  <a:lnTo>
                    <a:pt x="0" y="129540"/>
                  </a:lnTo>
                  <a:lnTo>
                    <a:pt x="0" y="132080"/>
                  </a:lnTo>
                  <a:lnTo>
                    <a:pt x="6350" y="132080"/>
                  </a:lnTo>
                  <a:lnTo>
                    <a:pt x="6350" y="129540"/>
                  </a:lnTo>
                  <a:close/>
                </a:path>
                <a:path w="6350" h="530225">
                  <a:moveTo>
                    <a:pt x="6350" y="127000"/>
                  </a:moveTo>
                  <a:lnTo>
                    <a:pt x="0" y="127000"/>
                  </a:lnTo>
                  <a:lnTo>
                    <a:pt x="0" y="128270"/>
                  </a:lnTo>
                  <a:lnTo>
                    <a:pt x="6350" y="128270"/>
                  </a:lnTo>
                  <a:lnTo>
                    <a:pt x="6350" y="127000"/>
                  </a:lnTo>
                  <a:close/>
                </a:path>
                <a:path w="6350" h="530225">
                  <a:moveTo>
                    <a:pt x="6350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6350" y="125730"/>
                  </a:lnTo>
                  <a:lnTo>
                    <a:pt x="6350" y="123190"/>
                  </a:lnTo>
                  <a:close/>
                </a:path>
                <a:path w="6350" h="530225">
                  <a:moveTo>
                    <a:pt x="6350" y="120650"/>
                  </a:moveTo>
                  <a:lnTo>
                    <a:pt x="0" y="120650"/>
                  </a:lnTo>
                  <a:lnTo>
                    <a:pt x="0" y="121920"/>
                  </a:lnTo>
                  <a:lnTo>
                    <a:pt x="6350" y="121920"/>
                  </a:lnTo>
                  <a:lnTo>
                    <a:pt x="6350" y="120650"/>
                  </a:lnTo>
                  <a:close/>
                </a:path>
                <a:path w="6350" h="530225">
                  <a:moveTo>
                    <a:pt x="6350" y="116840"/>
                  </a:moveTo>
                  <a:lnTo>
                    <a:pt x="0" y="116840"/>
                  </a:lnTo>
                  <a:lnTo>
                    <a:pt x="0" y="119380"/>
                  </a:lnTo>
                  <a:lnTo>
                    <a:pt x="6350" y="119380"/>
                  </a:lnTo>
                  <a:lnTo>
                    <a:pt x="6350" y="116840"/>
                  </a:lnTo>
                  <a:close/>
                </a:path>
                <a:path w="6350" h="530225">
                  <a:moveTo>
                    <a:pt x="6350" y="114300"/>
                  </a:moveTo>
                  <a:lnTo>
                    <a:pt x="0" y="114300"/>
                  </a:lnTo>
                  <a:lnTo>
                    <a:pt x="0" y="115570"/>
                  </a:lnTo>
                  <a:lnTo>
                    <a:pt x="6350" y="115570"/>
                  </a:lnTo>
                  <a:lnTo>
                    <a:pt x="6350" y="114300"/>
                  </a:lnTo>
                  <a:close/>
                </a:path>
                <a:path w="6350" h="530225">
                  <a:moveTo>
                    <a:pt x="6350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10490"/>
                  </a:lnTo>
                  <a:close/>
                </a:path>
                <a:path w="6350" h="530225">
                  <a:moveTo>
                    <a:pt x="6350" y="107950"/>
                  </a:moveTo>
                  <a:lnTo>
                    <a:pt x="0" y="107950"/>
                  </a:lnTo>
                  <a:lnTo>
                    <a:pt x="0" y="109220"/>
                  </a:lnTo>
                  <a:lnTo>
                    <a:pt x="6350" y="109220"/>
                  </a:lnTo>
                  <a:lnTo>
                    <a:pt x="6350" y="107950"/>
                  </a:lnTo>
                  <a:close/>
                </a:path>
                <a:path w="6350" h="530225">
                  <a:moveTo>
                    <a:pt x="6350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6350" y="106680"/>
                  </a:lnTo>
                  <a:lnTo>
                    <a:pt x="6350" y="104140"/>
                  </a:lnTo>
                  <a:close/>
                </a:path>
                <a:path w="6350" h="530225">
                  <a:moveTo>
                    <a:pt x="6350" y="101600"/>
                  </a:moveTo>
                  <a:lnTo>
                    <a:pt x="0" y="101600"/>
                  </a:lnTo>
                  <a:lnTo>
                    <a:pt x="0" y="102870"/>
                  </a:lnTo>
                  <a:lnTo>
                    <a:pt x="6350" y="102870"/>
                  </a:lnTo>
                  <a:lnTo>
                    <a:pt x="6350" y="101600"/>
                  </a:lnTo>
                  <a:close/>
                </a:path>
                <a:path w="6350" h="530225">
                  <a:moveTo>
                    <a:pt x="635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6350" y="100330"/>
                  </a:lnTo>
                  <a:lnTo>
                    <a:pt x="6350" y="97790"/>
                  </a:lnTo>
                  <a:close/>
                </a:path>
                <a:path w="6350" h="530225">
                  <a:moveTo>
                    <a:pt x="6350" y="95250"/>
                  </a:moveTo>
                  <a:lnTo>
                    <a:pt x="0" y="95250"/>
                  </a:lnTo>
                  <a:lnTo>
                    <a:pt x="0" y="96520"/>
                  </a:lnTo>
                  <a:lnTo>
                    <a:pt x="6350" y="96520"/>
                  </a:lnTo>
                  <a:lnTo>
                    <a:pt x="6350" y="95250"/>
                  </a:lnTo>
                  <a:close/>
                </a:path>
                <a:path w="6350" h="530225">
                  <a:moveTo>
                    <a:pt x="635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1440"/>
                  </a:lnTo>
                  <a:close/>
                </a:path>
                <a:path w="6350" h="530225">
                  <a:moveTo>
                    <a:pt x="6350" y="88900"/>
                  </a:moveTo>
                  <a:lnTo>
                    <a:pt x="0" y="88900"/>
                  </a:lnTo>
                  <a:lnTo>
                    <a:pt x="0" y="90170"/>
                  </a:lnTo>
                  <a:lnTo>
                    <a:pt x="6350" y="90170"/>
                  </a:lnTo>
                  <a:lnTo>
                    <a:pt x="6350" y="88900"/>
                  </a:lnTo>
                  <a:close/>
                </a:path>
                <a:path w="6350" h="530225">
                  <a:moveTo>
                    <a:pt x="635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5090"/>
                  </a:lnTo>
                  <a:close/>
                </a:path>
                <a:path w="6350" h="530225">
                  <a:moveTo>
                    <a:pt x="6350" y="82550"/>
                  </a:moveTo>
                  <a:lnTo>
                    <a:pt x="0" y="82550"/>
                  </a:lnTo>
                  <a:lnTo>
                    <a:pt x="0" y="83820"/>
                  </a:lnTo>
                  <a:lnTo>
                    <a:pt x="6350" y="83820"/>
                  </a:lnTo>
                  <a:lnTo>
                    <a:pt x="6350" y="82550"/>
                  </a:lnTo>
                  <a:close/>
                </a:path>
                <a:path w="6350" h="530225">
                  <a:moveTo>
                    <a:pt x="635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78740"/>
                  </a:lnTo>
                  <a:close/>
                </a:path>
                <a:path w="6350" h="530225">
                  <a:moveTo>
                    <a:pt x="6350" y="76200"/>
                  </a:moveTo>
                  <a:lnTo>
                    <a:pt x="0" y="76200"/>
                  </a:lnTo>
                  <a:lnTo>
                    <a:pt x="0" y="77470"/>
                  </a:lnTo>
                  <a:lnTo>
                    <a:pt x="6350" y="77470"/>
                  </a:lnTo>
                  <a:lnTo>
                    <a:pt x="6350" y="76200"/>
                  </a:lnTo>
                  <a:close/>
                </a:path>
                <a:path w="6350" h="530225">
                  <a:moveTo>
                    <a:pt x="635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2390"/>
                  </a:lnTo>
                  <a:close/>
                </a:path>
                <a:path w="6350" h="530225">
                  <a:moveTo>
                    <a:pt x="6350" y="69850"/>
                  </a:moveTo>
                  <a:lnTo>
                    <a:pt x="0" y="69850"/>
                  </a:lnTo>
                  <a:lnTo>
                    <a:pt x="0" y="71120"/>
                  </a:lnTo>
                  <a:lnTo>
                    <a:pt x="6350" y="71120"/>
                  </a:lnTo>
                  <a:lnTo>
                    <a:pt x="6350" y="69850"/>
                  </a:lnTo>
                  <a:close/>
                </a:path>
                <a:path w="6350" h="530225">
                  <a:moveTo>
                    <a:pt x="635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6040"/>
                  </a:lnTo>
                  <a:close/>
                </a:path>
                <a:path w="6350" h="530225">
                  <a:moveTo>
                    <a:pt x="6350" y="63500"/>
                  </a:moveTo>
                  <a:lnTo>
                    <a:pt x="0" y="63500"/>
                  </a:lnTo>
                  <a:lnTo>
                    <a:pt x="0" y="64770"/>
                  </a:lnTo>
                  <a:lnTo>
                    <a:pt x="6350" y="64770"/>
                  </a:lnTo>
                  <a:lnTo>
                    <a:pt x="6350" y="63500"/>
                  </a:lnTo>
                  <a:close/>
                </a:path>
                <a:path w="6350" h="530225">
                  <a:moveTo>
                    <a:pt x="635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59690"/>
                  </a:lnTo>
                  <a:close/>
                </a:path>
                <a:path w="6350" h="530225">
                  <a:moveTo>
                    <a:pt x="6350" y="57150"/>
                  </a:moveTo>
                  <a:lnTo>
                    <a:pt x="0" y="57150"/>
                  </a:lnTo>
                  <a:lnTo>
                    <a:pt x="0" y="58420"/>
                  </a:lnTo>
                  <a:lnTo>
                    <a:pt x="6350" y="58420"/>
                  </a:lnTo>
                  <a:lnTo>
                    <a:pt x="6350" y="57150"/>
                  </a:lnTo>
                  <a:close/>
                </a:path>
                <a:path w="6350" h="530225">
                  <a:moveTo>
                    <a:pt x="635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3340"/>
                  </a:lnTo>
                  <a:close/>
                </a:path>
                <a:path w="6350" h="530225">
                  <a:moveTo>
                    <a:pt x="6350" y="50800"/>
                  </a:moveTo>
                  <a:lnTo>
                    <a:pt x="0" y="50800"/>
                  </a:lnTo>
                  <a:lnTo>
                    <a:pt x="0" y="52070"/>
                  </a:lnTo>
                  <a:lnTo>
                    <a:pt x="6350" y="52070"/>
                  </a:lnTo>
                  <a:lnTo>
                    <a:pt x="6350" y="50800"/>
                  </a:lnTo>
                  <a:close/>
                </a:path>
                <a:path w="6350" h="530225">
                  <a:moveTo>
                    <a:pt x="635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6990"/>
                  </a:lnTo>
                  <a:close/>
                </a:path>
                <a:path w="6350" h="530225">
                  <a:moveTo>
                    <a:pt x="6350" y="44450"/>
                  </a:moveTo>
                  <a:lnTo>
                    <a:pt x="0" y="44450"/>
                  </a:lnTo>
                  <a:lnTo>
                    <a:pt x="0" y="45720"/>
                  </a:lnTo>
                  <a:lnTo>
                    <a:pt x="6350" y="45720"/>
                  </a:lnTo>
                  <a:lnTo>
                    <a:pt x="6350" y="44450"/>
                  </a:lnTo>
                  <a:close/>
                </a:path>
                <a:path w="6350" h="530225">
                  <a:moveTo>
                    <a:pt x="635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0640"/>
                  </a:lnTo>
                  <a:close/>
                </a:path>
                <a:path w="6350" h="530225">
                  <a:moveTo>
                    <a:pt x="6350" y="38100"/>
                  </a:moveTo>
                  <a:lnTo>
                    <a:pt x="0" y="38100"/>
                  </a:lnTo>
                  <a:lnTo>
                    <a:pt x="0" y="39370"/>
                  </a:lnTo>
                  <a:lnTo>
                    <a:pt x="6350" y="39370"/>
                  </a:lnTo>
                  <a:lnTo>
                    <a:pt x="6350" y="38100"/>
                  </a:lnTo>
                  <a:close/>
                </a:path>
                <a:path w="6350" h="530225">
                  <a:moveTo>
                    <a:pt x="635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4290"/>
                  </a:lnTo>
                  <a:close/>
                </a:path>
                <a:path w="6350" h="530225">
                  <a:moveTo>
                    <a:pt x="6350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6350" y="33020"/>
                  </a:lnTo>
                  <a:lnTo>
                    <a:pt x="6350" y="31750"/>
                  </a:lnTo>
                  <a:close/>
                </a:path>
                <a:path w="6350" h="530225">
                  <a:moveTo>
                    <a:pt x="635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7940"/>
                  </a:lnTo>
                  <a:close/>
                </a:path>
                <a:path w="6350" h="530225">
                  <a:moveTo>
                    <a:pt x="635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6350" y="26670"/>
                  </a:lnTo>
                  <a:lnTo>
                    <a:pt x="6350" y="25400"/>
                  </a:lnTo>
                  <a:close/>
                </a:path>
                <a:path w="6350" h="530225">
                  <a:moveTo>
                    <a:pt x="635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1590"/>
                  </a:lnTo>
                  <a:close/>
                </a:path>
                <a:path w="6350" h="530225">
                  <a:moveTo>
                    <a:pt x="6350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6350" y="20320"/>
                  </a:lnTo>
                  <a:lnTo>
                    <a:pt x="6350" y="19050"/>
                  </a:lnTo>
                  <a:close/>
                </a:path>
                <a:path w="6350" h="530225">
                  <a:moveTo>
                    <a:pt x="635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5240"/>
                  </a:lnTo>
                  <a:close/>
                </a:path>
                <a:path w="6350" h="530225">
                  <a:moveTo>
                    <a:pt x="6350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6350" y="13970"/>
                  </a:lnTo>
                  <a:lnTo>
                    <a:pt x="6350" y="12700"/>
                  </a:lnTo>
                  <a:close/>
                </a:path>
                <a:path w="6350" h="530225">
                  <a:moveTo>
                    <a:pt x="635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8890"/>
                  </a:lnTo>
                  <a:close/>
                </a:path>
                <a:path w="6350" h="530225">
                  <a:moveTo>
                    <a:pt x="6350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6350" y="7620"/>
                  </a:lnTo>
                  <a:lnTo>
                    <a:pt x="6350" y="6350"/>
                  </a:lnTo>
                  <a:close/>
                </a:path>
                <a:path w="6350" h="530225">
                  <a:moveTo>
                    <a:pt x="635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2540"/>
                  </a:lnTo>
                  <a:close/>
                </a:path>
                <a:path w="6350" h="530225">
                  <a:moveTo>
                    <a:pt x="6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5">
              <a:extLst>
                <a:ext uri="{FF2B5EF4-FFF2-40B4-BE49-F238E27FC236}">
                  <a16:creationId xmlns:a16="http://schemas.microsoft.com/office/drawing/2014/main" id="{D7D52C31-F17F-EADB-5852-7F7BEB139176}"/>
                </a:ext>
              </a:extLst>
            </p:cNvPr>
            <p:cNvSpPr/>
            <p:nvPr/>
          </p:nvSpPr>
          <p:spPr>
            <a:xfrm>
              <a:off x="2988310" y="2585719"/>
              <a:ext cx="7620" cy="530860"/>
            </a:xfrm>
            <a:custGeom>
              <a:avLst/>
              <a:gdLst/>
              <a:ahLst/>
              <a:cxnLst/>
              <a:rect l="l" t="t" r="r" b="b"/>
              <a:pathLst>
                <a:path w="7619" h="530860">
                  <a:moveTo>
                    <a:pt x="7619" y="179070"/>
                  </a:moveTo>
                  <a:lnTo>
                    <a:pt x="0" y="179070"/>
                  </a:lnTo>
                  <a:lnTo>
                    <a:pt x="0" y="180339"/>
                  </a:lnTo>
                  <a:lnTo>
                    <a:pt x="7619" y="180339"/>
                  </a:lnTo>
                  <a:lnTo>
                    <a:pt x="7619" y="179070"/>
                  </a:lnTo>
                  <a:close/>
                </a:path>
                <a:path w="7619" h="530860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19" h="530860">
                  <a:moveTo>
                    <a:pt x="7619" y="172720"/>
                  </a:moveTo>
                  <a:lnTo>
                    <a:pt x="0" y="172720"/>
                  </a:lnTo>
                  <a:lnTo>
                    <a:pt x="0" y="173989"/>
                  </a:lnTo>
                  <a:lnTo>
                    <a:pt x="7619" y="173989"/>
                  </a:lnTo>
                  <a:lnTo>
                    <a:pt x="7619" y="172720"/>
                  </a:lnTo>
                  <a:close/>
                </a:path>
                <a:path w="7619" h="53086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530860">
                  <a:moveTo>
                    <a:pt x="7619" y="160020"/>
                  </a:moveTo>
                  <a:lnTo>
                    <a:pt x="0" y="160020"/>
                  </a:lnTo>
                  <a:lnTo>
                    <a:pt x="0" y="167639"/>
                  </a:lnTo>
                  <a:lnTo>
                    <a:pt x="7619" y="167639"/>
                  </a:lnTo>
                  <a:lnTo>
                    <a:pt x="7619" y="160020"/>
                  </a:lnTo>
                  <a:close/>
                </a:path>
                <a:path w="7619" h="53086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530860">
                  <a:moveTo>
                    <a:pt x="7619" y="153670"/>
                  </a:moveTo>
                  <a:lnTo>
                    <a:pt x="0" y="15367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53670"/>
                  </a:lnTo>
                  <a:close/>
                </a:path>
                <a:path w="7619" h="53086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530860">
                  <a:moveTo>
                    <a:pt x="7619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7320"/>
                  </a:lnTo>
                  <a:close/>
                </a:path>
                <a:path w="7619" h="53086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530860">
                  <a:moveTo>
                    <a:pt x="7619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40970"/>
                  </a:lnTo>
                  <a:close/>
                </a:path>
                <a:path w="7619" h="53086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530860">
                  <a:moveTo>
                    <a:pt x="7619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4620"/>
                  </a:lnTo>
                  <a:close/>
                </a:path>
                <a:path w="7619" h="53086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530860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53086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530860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53086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530860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53086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530860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53086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530860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53086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530860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53086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530860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53086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530860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53086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530860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53086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530860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53086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530860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53086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530860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53086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530860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53086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530860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53086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530860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53086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530860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53086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530860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53086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530860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53086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530860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53086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530860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53086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530860">
                  <a:moveTo>
                    <a:pt x="7619" y="0"/>
                  </a:moveTo>
                  <a:lnTo>
                    <a:pt x="3809" y="0"/>
                  </a:lnTo>
                  <a:lnTo>
                    <a:pt x="380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530860">
                  <a:moveTo>
                    <a:pt x="7619" y="181610"/>
                  </a:moveTo>
                  <a:lnTo>
                    <a:pt x="0" y="181610"/>
                  </a:lnTo>
                  <a:lnTo>
                    <a:pt x="0" y="194310"/>
                  </a:lnTo>
                  <a:lnTo>
                    <a:pt x="7619" y="194310"/>
                  </a:lnTo>
                  <a:lnTo>
                    <a:pt x="7619" y="181610"/>
                  </a:lnTo>
                  <a:close/>
                </a:path>
                <a:path w="7619" h="530860">
                  <a:moveTo>
                    <a:pt x="7619" y="194310"/>
                  </a:moveTo>
                  <a:lnTo>
                    <a:pt x="0" y="194310"/>
                  </a:lnTo>
                  <a:lnTo>
                    <a:pt x="0" y="293370"/>
                  </a:lnTo>
                  <a:lnTo>
                    <a:pt x="7619" y="293370"/>
                  </a:lnTo>
                  <a:lnTo>
                    <a:pt x="7619" y="194310"/>
                  </a:lnTo>
                  <a:close/>
                </a:path>
                <a:path w="7619" h="530860">
                  <a:moveTo>
                    <a:pt x="7619" y="293370"/>
                  </a:moveTo>
                  <a:lnTo>
                    <a:pt x="0" y="293370"/>
                  </a:lnTo>
                  <a:lnTo>
                    <a:pt x="0" y="353060"/>
                  </a:lnTo>
                  <a:lnTo>
                    <a:pt x="7619" y="353060"/>
                  </a:lnTo>
                  <a:lnTo>
                    <a:pt x="7619" y="293370"/>
                  </a:lnTo>
                  <a:close/>
                </a:path>
                <a:path w="7619" h="530860">
                  <a:moveTo>
                    <a:pt x="7619" y="353060"/>
                  </a:moveTo>
                  <a:lnTo>
                    <a:pt x="0" y="353060"/>
                  </a:lnTo>
                  <a:lnTo>
                    <a:pt x="0" y="365760"/>
                  </a:lnTo>
                  <a:lnTo>
                    <a:pt x="7619" y="365760"/>
                  </a:lnTo>
                  <a:lnTo>
                    <a:pt x="7619" y="353060"/>
                  </a:lnTo>
                  <a:close/>
                </a:path>
                <a:path w="7619" h="530860">
                  <a:moveTo>
                    <a:pt x="7619" y="367030"/>
                  </a:moveTo>
                  <a:lnTo>
                    <a:pt x="0" y="367030"/>
                  </a:lnTo>
                  <a:lnTo>
                    <a:pt x="0" y="530860"/>
                  </a:lnTo>
                  <a:lnTo>
                    <a:pt x="2539" y="530860"/>
                  </a:lnTo>
                  <a:lnTo>
                    <a:pt x="2539" y="529590"/>
                  </a:lnTo>
                  <a:lnTo>
                    <a:pt x="7619" y="529590"/>
                  </a:lnTo>
                  <a:lnTo>
                    <a:pt x="7619" y="367030"/>
                  </a:lnTo>
                  <a:close/>
                </a:path>
              </a:pathLst>
            </a:custGeom>
            <a:solidFill>
              <a:srgbClr val="6868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36">
              <a:extLst>
                <a:ext uri="{FF2B5EF4-FFF2-40B4-BE49-F238E27FC236}">
                  <a16:creationId xmlns:a16="http://schemas.microsoft.com/office/drawing/2014/main" id="{24BF0278-5CDC-8275-D145-D5E2C087AF2D}"/>
                </a:ext>
              </a:extLst>
            </p:cNvPr>
            <p:cNvSpPr/>
            <p:nvPr/>
          </p:nvSpPr>
          <p:spPr>
            <a:xfrm>
              <a:off x="3002915" y="2585719"/>
              <a:ext cx="0" cy="529590"/>
            </a:xfrm>
            <a:custGeom>
              <a:avLst/>
              <a:gdLst/>
              <a:ahLst/>
              <a:cxnLst/>
              <a:rect l="l" t="t" r="r" b="b"/>
              <a:pathLst>
                <a:path h="529589">
                  <a:moveTo>
                    <a:pt x="0" y="0"/>
                  </a:moveTo>
                  <a:lnTo>
                    <a:pt x="0" y="529590"/>
                  </a:lnTo>
                </a:path>
              </a:pathLst>
            </a:custGeom>
            <a:ln w="6350">
              <a:solidFill>
                <a:srgbClr val="6A6A6A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37">
              <a:extLst>
                <a:ext uri="{FF2B5EF4-FFF2-40B4-BE49-F238E27FC236}">
                  <a16:creationId xmlns:a16="http://schemas.microsoft.com/office/drawing/2014/main" id="{393A1588-E01D-D214-DE49-BDA7C5FDD411}"/>
                </a:ext>
              </a:extLst>
            </p:cNvPr>
            <p:cNvSpPr/>
            <p:nvPr/>
          </p:nvSpPr>
          <p:spPr>
            <a:xfrm>
              <a:off x="3009900" y="2585719"/>
              <a:ext cx="7620" cy="528320"/>
            </a:xfrm>
            <a:custGeom>
              <a:avLst/>
              <a:gdLst/>
              <a:ahLst/>
              <a:cxnLst/>
              <a:rect l="l" t="t" r="r" b="b"/>
              <a:pathLst>
                <a:path w="7619" h="528319">
                  <a:moveTo>
                    <a:pt x="7619" y="179070"/>
                  </a:moveTo>
                  <a:lnTo>
                    <a:pt x="0" y="179070"/>
                  </a:lnTo>
                  <a:lnTo>
                    <a:pt x="0" y="180339"/>
                  </a:lnTo>
                  <a:lnTo>
                    <a:pt x="7619" y="180339"/>
                  </a:lnTo>
                  <a:lnTo>
                    <a:pt x="7619" y="179070"/>
                  </a:lnTo>
                  <a:close/>
                </a:path>
                <a:path w="7619" h="528319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19" h="528319">
                  <a:moveTo>
                    <a:pt x="7619" y="172720"/>
                  </a:moveTo>
                  <a:lnTo>
                    <a:pt x="0" y="172720"/>
                  </a:lnTo>
                  <a:lnTo>
                    <a:pt x="0" y="173989"/>
                  </a:lnTo>
                  <a:lnTo>
                    <a:pt x="7619" y="173989"/>
                  </a:lnTo>
                  <a:lnTo>
                    <a:pt x="7619" y="172720"/>
                  </a:lnTo>
                  <a:close/>
                </a:path>
                <a:path w="7619" h="528319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528319">
                  <a:moveTo>
                    <a:pt x="7619" y="160020"/>
                  </a:moveTo>
                  <a:lnTo>
                    <a:pt x="0" y="160020"/>
                  </a:lnTo>
                  <a:lnTo>
                    <a:pt x="0" y="167639"/>
                  </a:lnTo>
                  <a:lnTo>
                    <a:pt x="7619" y="167639"/>
                  </a:lnTo>
                  <a:lnTo>
                    <a:pt x="7619" y="160020"/>
                  </a:lnTo>
                  <a:close/>
                </a:path>
                <a:path w="7619" h="528319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528319">
                  <a:moveTo>
                    <a:pt x="7619" y="153670"/>
                  </a:moveTo>
                  <a:lnTo>
                    <a:pt x="0" y="15367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53670"/>
                  </a:lnTo>
                  <a:close/>
                </a:path>
                <a:path w="7619" h="528319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528319">
                  <a:moveTo>
                    <a:pt x="7619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7320"/>
                  </a:lnTo>
                  <a:close/>
                </a:path>
                <a:path w="7619" h="528319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528319">
                  <a:moveTo>
                    <a:pt x="7619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40970"/>
                  </a:lnTo>
                  <a:close/>
                </a:path>
                <a:path w="7619" h="528319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528319">
                  <a:moveTo>
                    <a:pt x="7619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4620"/>
                  </a:lnTo>
                  <a:close/>
                </a:path>
                <a:path w="7619" h="528319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528319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528319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528319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528319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528319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528319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528319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528319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528319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52831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52831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52831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52831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52831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52831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52831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52831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52831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52831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52831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52831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52831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52831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52831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52831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52831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52831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52831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52831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52831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52831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52831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52831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52831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52831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52831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52831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52831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52831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528319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528319">
                  <a:moveTo>
                    <a:pt x="63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7619" h="528319">
                  <a:moveTo>
                    <a:pt x="7619" y="181610"/>
                  </a:moveTo>
                  <a:lnTo>
                    <a:pt x="0" y="181610"/>
                  </a:lnTo>
                  <a:lnTo>
                    <a:pt x="0" y="194310"/>
                  </a:lnTo>
                  <a:lnTo>
                    <a:pt x="7619" y="194310"/>
                  </a:lnTo>
                  <a:lnTo>
                    <a:pt x="7619" y="181610"/>
                  </a:lnTo>
                  <a:close/>
                </a:path>
                <a:path w="7619" h="528319">
                  <a:moveTo>
                    <a:pt x="7619" y="194310"/>
                  </a:moveTo>
                  <a:lnTo>
                    <a:pt x="0" y="194310"/>
                  </a:lnTo>
                  <a:lnTo>
                    <a:pt x="0" y="293370"/>
                  </a:lnTo>
                  <a:lnTo>
                    <a:pt x="7619" y="293370"/>
                  </a:lnTo>
                  <a:lnTo>
                    <a:pt x="7619" y="194310"/>
                  </a:lnTo>
                  <a:close/>
                </a:path>
                <a:path w="7619" h="528319">
                  <a:moveTo>
                    <a:pt x="7619" y="293370"/>
                  </a:moveTo>
                  <a:lnTo>
                    <a:pt x="0" y="293370"/>
                  </a:lnTo>
                  <a:lnTo>
                    <a:pt x="0" y="353060"/>
                  </a:lnTo>
                  <a:lnTo>
                    <a:pt x="7619" y="353060"/>
                  </a:lnTo>
                  <a:lnTo>
                    <a:pt x="7619" y="293370"/>
                  </a:lnTo>
                  <a:close/>
                </a:path>
                <a:path w="7619" h="528319">
                  <a:moveTo>
                    <a:pt x="7619" y="353060"/>
                  </a:moveTo>
                  <a:lnTo>
                    <a:pt x="0" y="353060"/>
                  </a:lnTo>
                  <a:lnTo>
                    <a:pt x="0" y="365760"/>
                  </a:lnTo>
                  <a:lnTo>
                    <a:pt x="7619" y="365760"/>
                  </a:lnTo>
                  <a:lnTo>
                    <a:pt x="7619" y="353060"/>
                  </a:lnTo>
                  <a:close/>
                </a:path>
                <a:path w="7619" h="528319">
                  <a:moveTo>
                    <a:pt x="7619" y="367030"/>
                  </a:moveTo>
                  <a:lnTo>
                    <a:pt x="0" y="367030"/>
                  </a:lnTo>
                  <a:lnTo>
                    <a:pt x="0" y="528320"/>
                  </a:lnTo>
                  <a:lnTo>
                    <a:pt x="6350" y="528320"/>
                  </a:lnTo>
                  <a:lnTo>
                    <a:pt x="6350" y="527050"/>
                  </a:lnTo>
                  <a:lnTo>
                    <a:pt x="7619" y="527050"/>
                  </a:lnTo>
                  <a:lnTo>
                    <a:pt x="7619" y="36703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38">
              <a:extLst>
                <a:ext uri="{FF2B5EF4-FFF2-40B4-BE49-F238E27FC236}">
                  <a16:creationId xmlns:a16="http://schemas.microsoft.com/office/drawing/2014/main" id="{5CDB55DE-EA7A-A293-D8B8-AF3C7DDB7242}"/>
                </a:ext>
              </a:extLst>
            </p:cNvPr>
            <p:cNvSpPr/>
            <p:nvPr/>
          </p:nvSpPr>
          <p:spPr>
            <a:xfrm>
              <a:off x="3017520" y="2588259"/>
              <a:ext cx="7620" cy="524510"/>
            </a:xfrm>
            <a:custGeom>
              <a:avLst/>
              <a:gdLst/>
              <a:ahLst/>
              <a:cxnLst/>
              <a:rect l="l" t="t" r="r" b="b"/>
              <a:pathLst>
                <a:path w="7619" h="524510">
                  <a:moveTo>
                    <a:pt x="7619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6530"/>
                  </a:lnTo>
                  <a:close/>
                </a:path>
                <a:path w="7619" h="524510">
                  <a:moveTo>
                    <a:pt x="7619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7619" y="175260"/>
                  </a:lnTo>
                  <a:lnTo>
                    <a:pt x="7619" y="172720"/>
                  </a:lnTo>
                  <a:close/>
                </a:path>
                <a:path w="7619" h="524510">
                  <a:moveTo>
                    <a:pt x="7619" y="170180"/>
                  </a:moveTo>
                  <a:lnTo>
                    <a:pt x="0" y="17018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70180"/>
                  </a:lnTo>
                  <a:close/>
                </a:path>
                <a:path w="7619" h="524510">
                  <a:moveTo>
                    <a:pt x="7619" y="166370"/>
                  </a:moveTo>
                  <a:lnTo>
                    <a:pt x="0" y="166370"/>
                  </a:lnTo>
                  <a:lnTo>
                    <a:pt x="0" y="168910"/>
                  </a:lnTo>
                  <a:lnTo>
                    <a:pt x="7619" y="168910"/>
                  </a:lnTo>
                  <a:lnTo>
                    <a:pt x="7619" y="166370"/>
                  </a:lnTo>
                  <a:close/>
                </a:path>
                <a:path w="7619" h="524510">
                  <a:moveTo>
                    <a:pt x="7619" y="157480"/>
                  </a:moveTo>
                  <a:lnTo>
                    <a:pt x="0" y="15748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57480"/>
                  </a:lnTo>
                  <a:close/>
                </a:path>
                <a:path w="7619" h="524510">
                  <a:moveTo>
                    <a:pt x="7619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19" y="156210"/>
                  </a:lnTo>
                  <a:lnTo>
                    <a:pt x="7619" y="153670"/>
                  </a:lnTo>
                  <a:close/>
                </a:path>
                <a:path w="7619" h="524510">
                  <a:moveTo>
                    <a:pt x="7619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51130"/>
                  </a:lnTo>
                  <a:close/>
                </a:path>
                <a:path w="7619" h="524510">
                  <a:moveTo>
                    <a:pt x="7619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19" y="149860"/>
                  </a:lnTo>
                  <a:lnTo>
                    <a:pt x="7619" y="147320"/>
                  </a:lnTo>
                  <a:close/>
                </a:path>
                <a:path w="7619" h="524510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524510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524510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524510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524510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524510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524510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524510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524510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52451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52451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52451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524510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52451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52451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52451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52451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52451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52451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52451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52451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52451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52451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52451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5245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5245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5245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5245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5245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5245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5245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5245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5245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5245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5245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5245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5245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5245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5245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5245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5245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5245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5245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5245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5245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524510">
                  <a:moveTo>
                    <a:pt x="7619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524510">
                  <a:moveTo>
                    <a:pt x="7619" y="179070"/>
                  </a:moveTo>
                  <a:lnTo>
                    <a:pt x="0" y="179070"/>
                  </a:lnTo>
                  <a:lnTo>
                    <a:pt x="0" y="191770"/>
                  </a:lnTo>
                  <a:lnTo>
                    <a:pt x="7619" y="191770"/>
                  </a:lnTo>
                  <a:lnTo>
                    <a:pt x="7619" y="179070"/>
                  </a:lnTo>
                  <a:close/>
                </a:path>
                <a:path w="7619" h="524510">
                  <a:moveTo>
                    <a:pt x="7619" y="191770"/>
                  </a:moveTo>
                  <a:lnTo>
                    <a:pt x="0" y="191770"/>
                  </a:lnTo>
                  <a:lnTo>
                    <a:pt x="0" y="290830"/>
                  </a:lnTo>
                  <a:lnTo>
                    <a:pt x="7619" y="290830"/>
                  </a:lnTo>
                  <a:lnTo>
                    <a:pt x="7619" y="191770"/>
                  </a:lnTo>
                  <a:close/>
                </a:path>
                <a:path w="7619" h="524510">
                  <a:moveTo>
                    <a:pt x="7619" y="290830"/>
                  </a:moveTo>
                  <a:lnTo>
                    <a:pt x="0" y="290830"/>
                  </a:lnTo>
                  <a:lnTo>
                    <a:pt x="0" y="350520"/>
                  </a:lnTo>
                  <a:lnTo>
                    <a:pt x="7619" y="350520"/>
                  </a:lnTo>
                  <a:lnTo>
                    <a:pt x="7619" y="290830"/>
                  </a:lnTo>
                  <a:close/>
                </a:path>
                <a:path w="7619" h="524510">
                  <a:moveTo>
                    <a:pt x="7619" y="350520"/>
                  </a:moveTo>
                  <a:lnTo>
                    <a:pt x="0" y="350520"/>
                  </a:lnTo>
                  <a:lnTo>
                    <a:pt x="0" y="363220"/>
                  </a:lnTo>
                  <a:lnTo>
                    <a:pt x="7619" y="363220"/>
                  </a:lnTo>
                  <a:lnTo>
                    <a:pt x="7619" y="350520"/>
                  </a:lnTo>
                  <a:close/>
                </a:path>
                <a:path w="7619" h="524510">
                  <a:moveTo>
                    <a:pt x="7619" y="364490"/>
                  </a:moveTo>
                  <a:lnTo>
                    <a:pt x="0" y="364490"/>
                  </a:lnTo>
                  <a:lnTo>
                    <a:pt x="0" y="524510"/>
                  </a:lnTo>
                  <a:lnTo>
                    <a:pt x="7619" y="524510"/>
                  </a:lnTo>
                  <a:lnTo>
                    <a:pt x="7619" y="364490"/>
                  </a:lnTo>
                  <a:close/>
                </a:path>
              </a:pathLst>
            </a:custGeom>
            <a:solidFill>
              <a:srgbClr val="6E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39">
              <a:extLst>
                <a:ext uri="{FF2B5EF4-FFF2-40B4-BE49-F238E27FC236}">
                  <a16:creationId xmlns:a16="http://schemas.microsoft.com/office/drawing/2014/main" id="{82C6DC5E-16A7-51D1-F4DC-A7A7229B4688}"/>
                </a:ext>
              </a:extLst>
            </p:cNvPr>
            <p:cNvSpPr/>
            <p:nvPr/>
          </p:nvSpPr>
          <p:spPr>
            <a:xfrm>
              <a:off x="3025140" y="2588259"/>
              <a:ext cx="6350" cy="524510"/>
            </a:xfrm>
            <a:custGeom>
              <a:avLst/>
              <a:gdLst/>
              <a:ahLst/>
              <a:cxnLst/>
              <a:rect l="l" t="t" r="r" b="b"/>
              <a:pathLst>
                <a:path w="6350" h="524510">
                  <a:moveTo>
                    <a:pt x="6350" y="176530"/>
                  </a:moveTo>
                  <a:lnTo>
                    <a:pt x="0" y="17653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30"/>
                  </a:lnTo>
                  <a:close/>
                </a:path>
                <a:path w="6350" h="524510">
                  <a:moveTo>
                    <a:pt x="6350" y="172720"/>
                  </a:moveTo>
                  <a:lnTo>
                    <a:pt x="0" y="172720"/>
                  </a:lnTo>
                  <a:lnTo>
                    <a:pt x="0" y="175260"/>
                  </a:lnTo>
                  <a:lnTo>
                    <a:pt x="6350" y="175260"/>
                  </a:lnTo>
                  <a:lnTo>
                    <a:pt x="6350" y="172720"/>
                  </a:lnTo>
                  <a:close/>
                </a:path>
                <a:path w="6350" h="524510">
                  <a:moveTo>
                    <a:pt x="6350" y="170180"/>
                  </a:moveTo>
                  <a:lnTo>
                    <a:pt x="0" y="17018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80"/>
                  </a:lnTo>
                  <a:close/>
                </a:path>
                <a:path w="6350" h="524510">
                  <a:moveTo>
                    <a:pt x="6350" y="166370"/>
                  </a:moveTo>
                  <a:lnTo>
                    <a:pt x="0" y="166370"/>
                  </a:lnTo>
                  <a:lnTo>
                    <a:pt x="0" y="168910"/>
                  </a:lnTo>
                  <a:lnTo>
                    <a:pt x="6350" y="168910"/>
                  </a:lnTo>
                  <a:lnTo>
                    <a:pt x="6350" y="166370"/>
                  </a:lnTo>
                  <a:close/>
                </a:path>
                <a:path w="6350" h="524510">
                  <a:moveTo>
                    <a:pt x="6350" y="157480"/>
                  </a:moveTo>
                  <a:lnTo>
                    <a:pt x="0" y="15748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57480"/>
                  </a:lnTo>
                  <a:close/>
                </a:path>
                <a:path w="6350" h="524510">
                  <a:moveTo>
                    <a:pt x="635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6350" y="156210"/>
                  </a:lnTo>
                  <a:lnTo>
                    <a:pt x="6350" y="153670"/>
                  </a:lnTo>
                  <a:close/>
                </a:path>
                <a:path w="6350" h="524510">
                  <a:moveTo>
                    <a:pt x="635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30"/>
                  </a:lnTo>
                  <a:close/>
                </a:path>
                <a:path w="6350" h="524510">
                  <a:moveTo>
                    <a:pt x="635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47320"/>
                  </a:lnTo>
                  <a:close/>
                </a:path>
                <a:path w="6350" h="524510">
                  <a:moveTo>
                    <a:pt x="635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80"/>
                  </a:lnTo>
                  <a:close/>
                </a:path>
                <a:path w="6350" h="524510">
                  <a:moveTo>
                    <a:pt x="635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6350" y="143510"/>
                  </a:lnTo>
                  <a:lnTo>
                    <a:pt x="6350" y="140970"/>
                  </a:lnTo>
                  <a:close/>
                </a:path>
                <a:path w="6350" h="524510">
                  <a:moveTo>
                    <a:pt x="6350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30"/>
                  </a:lnTo>
                  <a:close/>
                </a:path>
                <a:path w="6350" h="524510">
                  <a:moveTo>
                    <a:pt x="635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6350" y="137160"/>
                  </a:lnTo>
                  <a:lnTo>
                    <a:pt x="6350" y="134620"/>
                  </a:lnTo>
                  <a:close/>
                </a:path>
                <a:path w="6350" h="524510">
                  <a:moveTo>
                    <a:pt x="635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80"/>
                  </a:lnTo>
                  <a:close/>
                </a:path>
                <a:path w="6350" h="524510">
                  <a:moveTo>
                    <a:pt x="635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28270"/>
                  </a:lnTo>
                  <a:close/>
                </a:path>
                <a:path w="6350" h="524510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524510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524510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524510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524510">
                  <a:moveTo>
                    <a:pt x="635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30"/>
                  </a:lnTo>
                  <a:close/>
                </a:path>
                <a:path w="6350" h="524510">
                  <a:moveTo>
                    <a:pt x="635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9220"/>
                  </a:lnTo>
                  <a:close/>
                </a:path>
                <a:path w="6350" h="524510">
                  <a:moveTo>
                    <a:pt x="635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80"/>
                  </a:lnTo>
                  <a:close/>
                </a:path>
                <a:path w="6350" h="524510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524510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524510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524510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524510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524510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524510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524510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524510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524510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524510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524510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524510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524510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524510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524510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524510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524510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524510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524510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524510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524510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524510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524510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524510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524510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524510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524510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524510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524510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524510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524510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5245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6350" h="524510">
                  <a:moveTo>
                    <a:pt x="6350" y="179070"/>
                  </a:moveTo>
                  <a:lnTo>
                    <a:pt x="0" y="179070"/>
                  </a:lnTo>
                  <a:lnTo>
                    <a:pt x="0" y="191770"/>
                  </a:lnTo>
                  <a:lnTo>
                    <a:pt x="6350" y="191770"/>
                  </a:lnTo>
                  <a:lnTo>
                    <a:pt x="6350" y="179070"/>
                  </a:lnTo>
                  <a:close/>
                </a:path>
                <a:path w="6350" h="524510">
                  <a:moveTo>
                    <a:pt x="6350" y="191770"/>
                  </a:moveTo>
                  <a:lnTo>
                    <a:pt x="0" y="191770"/>
                  </a:lnTo>
                  <a:lnTo>
                    <a:pt x="0" y="290830"/>
                  </a:lnTo>
                  <a:lnTo>
                    <a:pt x="6350" y="290830"/>
                  </a:lnTo>
                  <a:lnTo>
                    <a:pt x="6350" y="191770"/>
                  </a:lnTo>
                  <a:close/>
                </a:path>
                <a:path w="6350" h="524510">
                  <a:moveTo>
                    <a:pt x="6350" y="290830"/>
                  </a:moveTo>
                  <a:lnTo>
                    <a:pt x="0" y="290830"/>
                  </a:lnTo>
                  <a:lnTo>
                    <a:pt x="0" y="350520"/>
                  </a:lnTo>
                  <a:lnTo>
                    <a:pt x="6350" y="350520"/>
                  </a:lnTo>
                  <a:lnTo>
                    <a:pt x="6350" y="290830"/>
                  </a:lnTo>
                  <a:close/>
                </a:path>
                <a:path w="6350" h="524510">
                  <a:moveTo>
                    <a:pt x="6350" y="350520"/>
                  </a:moveTo>
                  <a:lnTo>
                    <a:pt x="0" y="350520"/>
                  </a:lnTo>
                  <a:lnTo>
                    <a:pt x="0" y="363220"/>
                  </a:lnTo>
                  <a:lnTo>
                    <a:pt x="6350" y="363220"/>
                  </a:lnTo>
                  <a:lnTo>
                    <a:pt x="6350" y="350520"/>
                  </a:lnTo>
                  <a:close/>
                </a:path>
                <a:path w="6350" h="524510">
                  <a:moveTo>
                    <a:pt x="6350" y="364490"/>
                  </a:moveTo>
                  <a:lnTo>
                    <a:pt x="0" y="364490"/>
                  </a:lnTo>
                  <a:lnTo>
                    <a:pt x="0" y="524510"/>
                  </a:lnTo>
                  <a:lnTo>
                    <a:pt x="2540" y="524510"/>
                  </a:lnTo>
                  <a:lnTo>
                    <a:pt x="2540" y="523240"/>
                  </a:lnTo>
                  <a:lnTo>
                    <a:pt x="6350" y="523240"/>
                  </a:lnTo>
                  <a:lnTo>
                    <a:pt x="6350" y="364490"/>
                  </a:lnTo>
                  <a:close/>
                </a:path>
              </a:pathLst>
            </a:custGeom>
            <a:solidFill>
              <a:srgbClr val="6F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0">
              <a:extLst>
                <a:ext uri="{FF2B5EF4-FFF2-40B4-BE49-F238E27FC236}">
                  <a16:creationId xmlns:a16="http://schemas.microsoft.com/office/drawing/2014/main" id="{ABA1BD00-A21C-9888-041A-048D43B74F17}"/>
                </a:ext>
              </a:extLst>
            </p:cNvPr>
            <p:cNvSpPr/>
            <p:nvPr/>
          </p:nvSpPr>
          <p:spPr>
            <a:xfrm>
              <a:off x="3035300" y="2589530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h="521969">
                  <a:moveTo>
                    <a:pt x="0" y="0"/>
                  </a:moveTo>
                  <a:lnTo>
                    <a:pt x="0" y="521970"/>
                  </a:lnTo>
                </a:path>
              </a:pathLst>
            </a:custGeom>
            <a:ln w="7620">
              <a:solidFill>
                <a:srgbClr val="71717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1">
              <a:extLst>
                <a:ext uri="{FF2B5EF4-FFF2-40B4-BE49-F238E27FC236}">
                  <a16:creationId xmlns:a16="http://schemas.microsoft.com/office/drawing/2014/main" id="{E83BEBA9-D2D5-D21A-E548-CF436B6ADCF1}"/>
                </a:ext>
              </a:extLst>
            </p:cNvPr>
            <p:cNvSpPr/>
            <p:nvPr/>
          </p:nvSpPr>
          <p:spPr>
            <a:xfrm>
              <a:off x="3039110" y="2592069"/>
              <a:ext cx="7620" cy="518159"/>
            </a:xfrm>
            <a:custGeom>
              <a:avLst/>
              <a:gdLst/>
              <a:ahLst/>
              <a:cxnLst/>
              <a:rect l="l" t="t" r="r" b="b"/>
              <a:pathLst>
                <a:path w="7619" h="518160">
                  <a:moveTo>
                    <a:pt x="7619" y="172720"/>
                  </a:moveTo>
                  <a:lnTo>
                    <a:pt x="0" y="172720"/>
                  </a:lnTo>
                  <a:lnTo>
                    <a:pt x="0" y="173989"/>
                  </a:lnTo>
                  <a:lnTo>
                    <a:pt x="7619" y="173989"/>
                  </a:lnTo>
                  <a:lnTo>
                    <a:pt x="7619" y="172720"/>
                  </a:lnTo>
                  <a:close/>
                </a:path>
                <a:path w="7619" h="51816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518160">
                  <a:moveTo>
                    <a:pt x="7619" y="166370"/>
                  </a:moveTo>
                  <a:lnTo>
                    <a:pt x="0" y="166370"/>
                  </a:lnTo>
                  <a:lnTo>
                    <a:pt x="0" y="167639"/>
                  </a:lnTo>
                  <a:lnTo>
                    <a:pt x="7619" y="167639"/>
                  </a:lnTo>
                  <a:lnTo>
                    <a:pt x="7619" y="166370"/>
                  </a:lnTo>
                  <a:close/>
                </a:path>
                <a:path w="7619" h="51816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19" h="518160">
                  <a:moveTo>
                    <a:pt x="7619" y="153670"/>
                  </a:moveTo>
                  <a:lnTo>
                    <a:pt x="0" y="153670"/>
                  </a:lnTo>
                  <a:lnTo>
                    <a:pt x="0" y="161289"/>
                  </a:lnTo>
                  <a:lnTo>
                    <a:pt x="7619" y="161289"/>
                  </a:lnTo>
                  <a:lnTo>
                    <a:pt x="7619" y="153670"/>
                  </a:lnTo>
                  <a:close/>
                </a:path>
                <a:path w="7619" h="51816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518160">
                  <a:moveTo>
                    <a:pt x="7619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7320"/>
                  </a:lnTo>
                  <a:close/>
                </a:path>
                <a:path w="7619" h="51816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518160">
                  <a:moveTo>
                    <a:pt x="7619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40970"/>
                  </a:lnTo>
                  <a:close/>
                </a:path>
                <a:path w="7619" h="51816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518160">
                  <a:moveTo>
                    <a:pt x="7619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4620"/>
                  </a:lnTo>
                  <a:close/>
                </a:path>
                <a:path w="7619" h="51816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518160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51816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518160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51816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518160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51816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518160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51816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518160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51816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518160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51816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518160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51816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518160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51816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518160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51816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518160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51816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518160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51816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518160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51816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518160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51816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518160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51816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518160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51816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518160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51816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518160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51816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518160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51816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518160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51816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518160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51816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518160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0"/>
                  </a:lnTo>
                  <a:close/>
                </a:path>
                <a:path w="7619" h="518160">
                  <a:moveTo>
                    <a:pt x="7619" y="175260"/>
                  </a:moveTo>
                  <a:lnTo>
                    <a:pt x="0" y="175260"/>
                  </a:lnTo>
                  <a:lnTo>
                    <a:pt x="0" y="187960"/>
                  </a:lnTo>
                  <a:lnTo>
                    <a:pt x="7619" y="187960"/>
                  </a:lnTo>
                  <a:lnTo>
                    <a:pt x="7619" y="175260"/>
                  </a:lnTo>
                  <a:close/>
                </a:path>
                <a:path w="7619" h="518160">
                  <a:moveTo>
                    <a:pt x="7619" y="187960"/>
                  </a:moveTo>
                  <a:lnTo>
                    <a:pt x="0" y="187960"/>
                  </a:lnTo>
                  <a:lnTo>
                    <a:pt x="0" y="287020"/>
                  </a:lnTo>
                  <a:lnTo>
                    <a:pt x="7619" y="287020"/>
                  </a:lnTo>
                  <a:lnTo>
                    <a:pt x="7619" y="187960"/>
                  </a:lnTo>
                  <a:close/>
                </a:path>
                <a:path w="7619" h="518160">
                  <a:moveTo>
                    <a:pt x="7619" y="287020"/>
                  </a:moveTo>
                  <a:lnTo>
                    <a:pt x="0" y="287020"/>
                  </a:lnTo>
                  <a:lnTo>
                    <a:pt x="0" y="346710"/>
                  </a:lnTo>
                  <a:lnTo>
                    <a:pt x="7619" y="346710"/>
                  </a:lnTo>
                  <a:lnTo>
                    <a:pt x="7619" y="287020"/>
                  </a:lnTo>
                  <a:close/>
                </a:path>
                <a:path w="7619" h="518160">
                  <a:moveTo>
                    <a:pt x="7619" y="346710"/>
                  </a:moveTo>
                  <a:lnTo>
                    <a:pt x="0" y="346710"/>
                  </a:lnTo>
                  <a:lnTo>
                    <a:pt x="0" y="359410"/>
                  </a:lnTo>
                  <a:lnTo>
                    <a:pt x="7619" y="359410"/>
                  </a:lnTo>
                  <a:lnTo>
                    <a:pt x="7619" y="346710"/>
                  </a:lnTo>
                  <a:close/>
                </a:path>
                <a:path w="7619" h="518160">
                  <a:moveTo>
                    <a:pt x="7619" y="360680"/>
                  </a:moveTo>
                  <a:lnTo>
                    <a:pt x="0" y="360680"/>
                  </a:lnTo>
                  <a:lnTo>
                    <a:pt x="0" y="518160"/>
                  </a:lnTo>
                  <a:lnTo>
                    <a:pt x="5079" y="518160"/>
                  </a:lnTo>
                  <a:lnTo>
                    <a:pt x="5079" y="516890"/>
                  </a:lnTo>
                  <a:lnTo>
                    <a:pt x="7619" y="516890"/>
                  </a:lnTo>
                  <a:lnTo>
                    <a:pt x="7619" y="360680"/>
                  </a:lnTo>
                  <a:close/>
                </a:path>
              </a:pathLst>
            </a:custGeom>
            <a:solidFill>
              <a:srgbClr val="7272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2">
              <a:extLst>
                <a:ext uri="{FF2B5EF4-FFF2-40B4-BE49-F238E27FC236}">
                  <a16:creationId xmlns:a16="http://schemas.microsoft.com/office/drawing/2014/main" id="{25A723E7-53DC-DD20-B112-66ABC25FD32F}"/>
                </a:ext>
              </a:extLst>
            </p:cNvPr>
            <p:cNvSpPr/>
            <p:nvPr/>
          </p:nvSpPr>
          <p:spPr>
            <a:xfrm>
              <a:off x="3053715" y="2592069"/>
              <a:ext cx="0" cy="516890"/>
            </a:xfrm>
            <a:custGeom>
              <a:avLst/>
              <a:gdLst/>
              <a:ahLst/>
              <a:cxnLst/>
              <a:rect l="l" t="t" r="r" b="b"/>
              <a:pathLst>
                <a:path h="516889">
                  <a:moveTo>
                    <a:pt x="0" y="0"/>
                  </a:moveTo>
                  <a:lnTo>
                    <a:pt x="0" y="516890"/>
                  </a:lnTo>
                </a:path>
              </a:pathLst>
            </a:custGeom>
            <a:ln w="6350">
              <a:solidFill>
                <a:srgbClr val="747474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3">
              <a:extLst>
                <a:ext uri="{FF2B5EF4-FFF2-40B4-BE49-F238E27FC236}">
                  <a16:creationId xmlns:a16="http://schemas.microsoft.com/office/drawing/2014/main" id="{0CF424E6-1544-AE3E-0FDB-612C30174100}"/>
                </a:ext>
              </a:extLst>
            </p:cNvPr>
            <p:cNvSpPr/>
            <p:nvPr/>
          </p:nvSpPr>
          <p:spPr>
            <a:xfrm>
              <a:off x="3060700" y="2594609"/>
              <a:ext cx="7620" cy="511809"/>
            </a:xfrm>
            <a:custGeom>
              <a:avLst/>
              <a:gdLst/>
              <a:ahLst/>
              <a:cxnLst/>
              <a:rect l="l" t="t" r="r" b="b"/>
              <a:pathLst>
                <a:path w="7619" h="511810">
                  <a:moveTo>
                    <a:pt x="7619" y="170180"/>
                  </a:moveTo>
                  <a:lnTo>
                    <a:pt x="0" y="17018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70180"/>
                  </a:lnTo>
                  <a:close/>
                </a:path>
                <a:path w="7619" h="511810">
                  <a:moveTo>
                    <a:pt x="7619" y="166370"/>
                  </a:moveTo>
                  <a:lnTo>
                    <a:pt x="0" y="166370"/>
                  </a:lnTo>
                  <a:lnTo>
                    <a:pt x="0" y="168910"/>
                  </a:lnTo>
                  <a:lnTo>
                    <a:pt x="7619" y="168910"/>
                  </a:lnTo>
                  <a:lnTo>
                    <a:pt x="7619" y="166370"/>
                  </a:lnTo>
                  <a:close/>
                </a:path>
                <a:path w="7619" h="511810">
                  <a:moveTo>
                    <a:pt x="7619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3830"/>
                  </a:lnTo>
                  <a:close/>
                </a:path>
                <a:path w="7619" h="511810">
                  <a:moveTo>
                    <a:pt x="7619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60020"/>
                  </a:lnTo>
                  <a:close/>
                </a:path>
                <a:path w="7619" h="511810">
                  <a:moveTo>
                    <a:pt x="7619" y="151130"/>
                  </a:moveTo>
                  <a:lnTo>
                    <a:pt x="0" y="15113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1130"/>
                  </a:lnTo>
                  <a:close/>
                </a:path>
                <a:path w="7619" h="511810">
                  <a:moveTo>
                    <a:pt x="7619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19" y="149860"/>
                  </a:lnTo>
                  <a:lnTo>
                    <a:pt x="7619" y="147320"/>
                  </a:lnTo>
                  <a:close/>
                </a:path>
                <a:path w="7619" h="511810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511810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511810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511810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511810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511810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511810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511810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511810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51181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51181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51181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511810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51181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51181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51181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51181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51181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51181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51181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51181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51181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51181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51181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5118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5118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5118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5118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5118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5118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5118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5118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5118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5118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5118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5118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5118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5118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5118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5118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5118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5118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5118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5118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5118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511810">
                  <a:moveTo>
                    <a:pt x="7619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511810">
                  <a:moveTo>
                    <a:pt x="7619" y="172720"/>
                  </a:moveTo>
                  <a:lnTo>
                    <a:pt x="0" y="172720"/>
                  </a:lnTo>
                  <a:lnTo>
                    <a:pt x="0" y="185420"/>
                  </a:lnTo>
                  <a:lnTo>
                    <a:pt x="7619" y="185420"/>
                  </a:lnTo>
                  <a:lnTo>
                    <a:pt x="7619" y="172720"/>
                  </a:lnTo>
                  <a:close/>
                </a:path>
                <a:path w="7619" h="511810">
                  <a:moveTo>
                    <a:pt x="7619" y="185420"/>
                  </a:moveTo>
                  <a:lnTo>
                    <a:pt x="0" y="185420"/>
                  </a:lnTo>
                  <a:lnTo>
                    <a:pt x="0" y="284480"/>
                  </a:lnTo>
                  <a:lnTo>
                    <a:pt x="7619" y="284480"/>
                  </a:lnTo>
                  <a:lnTo>
                    <a:pt x="7619" y="185420"/>
                  </a:lnTo>
                  <a:close/>
                </a:path>
                <a:path w="7619" h="511810">
                  <a:moveTo>
                    <a:pt x="7619" y="284480"/>
                  </a:moveTo>
                  <a:lnTo>
                    <a:pt x="0" y="284480"/>
                  </a:lnTo>
                  <a:lnTo>
                    <a:pt x="0" y="344170"/>
                  </a:lnTo>
                  <a:lnTo>
                    <a:pt x="7619" y="344170"/>
                  </a:lnTo>
                  <a:lnTo>
                    <a:pt x="7619" y="284480"/>
                  </a:lnTo>
                  <a:close/>
                </a:path>
                <a:path w="7619" h="511810">
                  <a:moveTo>
                    <a:pt x="7619" y="344170"/>
                  </a:moveTo>
                  <a:lnTo>
                    <a:pt x="0" y="344170"/>
                  </a:lnTo>
                  <a:lnTo>
                    <a:pt x="0" y="356870"/>
                  </a:lnTo>
                  <a:lnTo>
                    <a:pt x="7619" y="356870"/>
                  </a:lnTo>
                  <a:lnTo>
                    <a:pt x="7619" y="344170"/>
                  </a:lnTo>
                  <a:close/>
                </a:path>
                <a:path w="7619" h="511810">
                  <a:moveTo>
                    <a:pt x="7619" y="358140"/>
                  </a:moveTo>
                  <a:lnTo>
                    <a:pt x="0" y="358140"/>
                  </a:lnTo>
                  <a:lnTo>
                    <a:pt x="0" y="511810"/>
                  </a:lnTo>
                  <a:lnTo>
                    <a:pt x="5080" y="511810"/>
                  </a:lnTo>
                  <a:lnTo>
                    <a:pt x="5080" y="510540"/>
                  </a:lnTo>
                  <a:lnTo>
                    <a:pt x="7619" y="510540"/>
                  </a:lnTo>
                  <a:lnTo>
                    <a:pt x="7619" y="35814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4">
              <a:extLst>
                <a:ext uri="{FF2B5EF4-FFF2-40B4-BE49-F238E27FC236}">
                  <a16:creationId xmlns:a16="http://schemas.microsoft.com/office/drawing/2014/main" id="{03E26723-C056-D394-19B3-02AC0E0D6D20}"/>
                </a:ext>
              </a:extLst>
            </p:cNvPr>
            <p:cNvSpPr/>
            <p:nvPr/>
          </p:nvSpPr>
          <p:spPr>
            <a:xfrm>
              <a:off x="3068320" y="2594609"/>
              <a:ext cx="7620" cy="510540"/>
            </a:xfrm>
            <a:custGeom>
              <a:avLst/>
              <a:gdLst/>
              <a:ahLst/>
              <a:cxnLst/>
              <a:rect l="l" t="t" r="r" b="b"/>
              <a:pathLst>
                <a:path w="7619" h="510539">
                  <a:moveTo>
                    <a:pt x="7619" y="170180"/>
                  </a:moveTo>
                  <a:lnTo>
                    <a:pt x="0" y="17018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70180"/>
                  </a:lnTo>
                  <a:close/>
                </a:path>
                <a:path w="7619" h="510539">
                  <a:moveTo>
                    <a:pt x="7619" y="166370"/>
                  </a:moveTo>
                  <a:lnTo>
                    <a:pt x="0" y="166370"/>
                  </a:lnTo>
                  <a:lnTo>
                    <a:pt x="0" y="168910"/>
                  </a:lnTo>
                  <a:lnTo>
                    <a:pt x="7619" y="168910"/>
                  </a:lnTo>
                  <a:lnTo>
                    <a:pt x="7619" y="166370"/>
                  </a:lnTo>
                  <a:close/>
                </a:path>
                <a:path w="7619" h="510539">
                  <a:moveTo>
                    <a:pt x="7619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3830"/>
                  </a:lnTo>
                  <a:close/>
                </a:path>
                <a:path w="7619" h="510539">
                  <a:moveTo>
                    <a:pt x="7619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60020"/>
                  </a:lnTo>
                  <a:close/>
                </a:path>
                <a:path w="7619" h="510539">
                  <a:moveTo>
                    <a:pt x="7619" y="151130"/>
                  </a:moveTo>
                  <a:lnTo>
                    <a:pt x="0" y="15113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1130"/>
                  </a:lnTo>
                  <a:close/>
                </a:path>
                <a:path w="7619" h="510539">
                  <a:moveTo>
                    <a:pt x="7619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19" y="149860"/>
                  </a:lnTo>
                  <a:lnTo>
                    <a:pt x="7619" y="147320"/>
                  </a:lnTo>
                  <a:close/>
                </a:path>
                <a:path w="7619" h="510539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510539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510539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510539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510539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510539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510539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510539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510539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510539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510539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51053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510539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510539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510539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51053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51053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51053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51053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51053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51053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51053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51053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51053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51053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51053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51053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51053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51053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51053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51053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51053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51053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51053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5105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5105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5105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5105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51053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51053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51053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5105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5105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5105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510539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51053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19" h="510539">
                  <a:moveTo>
                    <a:pt x="7619" y="172720"/>
                  </a:moveTo>
                  <a:lnTo>
                    <a:pt x="0" y="172720"/>
                  </a:lnTo>
                  <a:lnTo>
                    <a:pt x="0" y="185420"/>
                  </a:lnTo>
                  <a:lnTo>
                    <a:pt x="7619" y="185420"/>
                  </a:lnTo>
                  <a:lnTo>
                    <a:pt x="7619" y="172720"/>
                  </a:lnTo>
                  <a:close/>
                </a:path>
                <a:path w="7619" h="510539">
                  <a:moveTo>
                    <a:pt x="7619" y="185420"/>
                  </a:moveTo>
                  <a:lnTo>
                    <a:pt x="0" y="185420"/>
                  </a:lnTo>
                  <a:lnTo>
                    <a:pt x="0" y="284480"/>
                  </a:lnTo>
                  <a:lnTo>
                    <a:pt x="7619" y="284480"/>
                  </a:lnTo>
                  <a:lnTo>
                    <a:pt x="7619" y="185420"/>
                  </a:lnTo>
                  <a:close/>
                </a:path>
                <a:path w="7619" h="510539">
                  <a:moveTo>
                    <a:pt x="7619" y="284480"/>
                  </a:moveTo>
                  <a:lnTo>
                    <a:pt x="0" y="284480"/>
                  </a:lnTo>
                  <a:lnTo>
                    <a:pt x="0" y="344170"/>
                  </a:lnTo>
                  <a:lnTo>
                    <a:pt x="7619" y="344170"/>
                  </a:lnTo>
                  <a:lnTo>
                    <a:pt x="7619" y="284480"/>
                  </a:lnTo>
                  <a:close/>
                </a:path>
                <a:path w="7619" h="510539">
                  <a:moveTo>
                    <a:pt x="7619" y="344170"/>
                  </a:moveTo>
                  <a:lnTo>
                    <a:pt x="0" y="344170"/>
                  </a:lnTo>
                  <a:lnTo>
                    <a:pt x="0" y="356870"/>
                  </a:lnTo>
                  <a:lnTo>
                    <a:pt x="7619" y="356870"/>
                  </a:lnTo>
                  <a:lnTo>
                    <a:pt x="7619" y="344170"/>
                  </a:lnTo>
                  <a:close/>
                </a:path>
                <a:path w="7619" h="510539">
                  <a:moveTo>
                    <a:pt x="7619" y="358140"/>
                  </a:moveTo>
                  <a:lnTo>
                    <a:pt x="0" y="358140"/>
                  </a:lnTo>
                  <a:lnTo>
                    <a:pt x="0" y="510540"/>
                  </a:lnTo>
                  <a:lnTo>
                    <a:pt x="7619" y="510540"/>
                  </a:lnTo>
                  <a:lnTo>
                    <a:pt x="7619" y="35814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5">
              <a:extLst>
                <a:ext uri="{FF2B5EF4-FFF2-40B4-BE49-F238E27FC236}">
                  <a16:creationId xmlns:a16="http://schemas.microsoft.com/office/drawing/2014/main" id="{D58C7794-5326-E15A-9E7A-087943B4FB0E}"/>
                </a:ext>
              </a:extLst>
            </p:cNvPr>
            <p:cNvSpPr/>
            <p:nvPr/>
          </p:nvSpPr>
          <p:spPr>
            <a:xfrm>
              <a:off x="3075940" y="2599689"/>
              <a:ext cx="6350" cy="504825"/>
            </a:xfrm>
            <a:custGeom>
              <a:avLst/>
              <a:gdLst/>
              <a:ahLst/>
              <a:cxnLst/>
              <a:rect l="l" t="t" r="r" b="b"/>
              <a:pathLst>
                <a:path w="6350" h="504825">
                  <a:moveTo>
                    <a:pt x="6350" y="353072"/>
                  </a:moveTo>
                  <a:lnTo>
                    <a:pt x="0" y="353072"/>
                  </a:lnTo>
                  <a:lnTo>
                    <a:pt x="0" y="504202"/>
                  </a:lnTo>
                  <a:lnTo>
                    <a:pt x="6350" y="504202"/>
                  </a:lnTo>
                  <a:lnTo>
                    <a:pt x="6350" y="353072"/>
                  </a:lnTo>
                  <a:close/>
                </a:path>
                <a:path w="6350" h="504825">
                  <a:moveTo>
                    <a:pt x="6350" y="339102"/>
                  </a:moveTo>
                  <a:lnTo>
                    <a:pt x="0" y="339102"/>
                  </a:lnTo>
                  <a:lnTo>
                    <a:pt x="0" y="351790"/>
                  </a:lnTo>
                  <a:lnTo>
                    <a:pt x="6350" y="351790"/>
                  </a:lnTo>
                  <a:lnTo>
                    <a:pt x="6350" y="339102"/>
                  </a:lnTo>
                  <a:close/>
                </a:path>
                <a:path w="6350" h="504825">
                  <a:moveTo>
                    <a:pt x="6350" y="279412"/>
                  </a:moveTo>
                  <a:lnTo>
                    <a:pt x="0" y="279412"/>
                  </a:lnTo>
                  <a:lnTo>
                    <a:pt x="0" y="339090"/>
                  </a:lnTo>
                  <a:lnTo>
                    <a:pt x="6350" y="339090"/>
                  </a:lnTo>
                  <a:lnTo>
                    <a:pt x="6350" y="279412"/>
                  </a:lnTo>
                  <a:close/>
                </a:path>
                <a:path w="6350" h="504825">
                  <a:moveTo>
                    <a:pt x="6350" y="180352"/>
                  </a:moveTo>
                  <a:lnTo>
                    <a:pt x="0" y="180352"/>
                  </a:lnTo>
                  <a:lnTo>
                    <a:pt x="0" y="279400"/>
                  </a:lnTo>
                  <a:lnTo>
                    <a:pt x="6350" y="279400"/>
                  </a:lnTo>
                  <a:lnTo>
                    <a:pt x="6350" y="180352"/>
                  </a:lnTo>
                  <a:close/>
                </a:path>
                <a:path w="6350" h="504825">
                  <a:moveTo>
                    <a:pt x="6350" y="167652"/>
                  </a:moveTo>
                  <a:lnTo>
                    <a:pt x="0" y="167652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67652"/>
                  </a:lnTo>
                  <a:close/>
                </a:path>
                <a:path w="6350" h="504825">
                  <a:moveTo>
                    <a:pt x="6350" y="165100"/>
                  </a:moveTo>
                  <a:lnTo>
                    <a:pt x="0" y="165100"/>
                  </a:lnTo>
                  <a:lnTo>
                    <a:pt x="0" y="166370"/>
                  </a:lnTo>
                  <a:lnTo>
                    <a:pt x="6350" y="166370"/>
                  </a:lnTo>
                  <a:lnTo>
                    <a:pt x="6350" y="165100"/>
                  </a:lnTo>
                  <a:close/>
                </a:path>
                <a:path w="6350" h="504825">
                  <a:moveTo>
                    <a:pt x="6350" y="161290"/>
                  </a:moveTo>
                  <a:lnTo>
                    <a:pt x="0" y="161290"/>
                  </a:lnTo>
                  <a:lnTo>
                    <a:pt x="0" y="163830"/>
                  </a:lnTo>
                  <a:lnTo>
                    <a:pt x="6350" y="163830"/>
                  </a:lnTo>
                  <a:lnTo>
                    <a:pt x="6350" y="161290"/>
                  </a:lnTo>
                  <a:close/>
                </a:path>
                <a:path w="6350" h="504825">
                  <a:moveTo>
                    <a:pt x="6350" y="158750"/>
                  </a:moveTo>
                  <a:lnTo>
                    <a:pt x="0" y="158750"/>
                  </a:lnTo>
                  <a:lnTo>
                    <a:pt x="0" y="160020"/>
                  </a:lnTo>
                  <a:lnTo>
                    <a:pt x="6350" y="160020"/>
                  </a:lnTo>
                  <a:lnTo>
                    <a:pt x="6350" y="158750"/>
                  </a:lnTo>
                  <a:close/>
                </a:path>
                <a:path w="6350" h="504825">
                  <a:moveTo>
                    <a:pt x="6350" y="154940"/>
                  </a:moveTo>
                  <a:lnTo>
                    <a:pt x="0" y="154940"/>
                  </a:lnTo>
                  <a:lnTo>
                    <a:pt x="0" y="157480"/>
                  </a:lnTo>
                  <a:lnTo>
                    <a:pt x="6350" y="157480"/>
                  </a:lnTo>
                  <a:lnTo>
                    <a:pt x="6350" y="154940"/>
                  </a:lnTo>
                  <a:close/>
                </a:path>
                <a:path w="6350" h="504825">
                  <a:moveTo>
                    <a:pt x="6350" y="146050"/>
                  </a:moveTo>
                  <a:lnTo>
                    <a:pt x="0" y="146050"/>
                  </a:lnTo>
                  <a:lnTo>
                    <a:pt x="0" y="153670"/>
                  </a:lnTo>
                  <a:lnTo>
                    <a:pt x="6350" y="153670"/>
                  </a:lnTo>
                  <a:lnTo>
                    <a:pt x="6350" y="146050"/>
                  </a:lnTo>
                  <a:close/>
                </a:path>
                <a:path w="6350" h="504825">
                  <a:moveTo>
                    <a:pt x="6350" y="142240"/>
                  </a:moveTo>
                  <a:lnTo>
                    <a:pt x="0" y="142240"/>
                  </a:lnTo>
                  <a:lnTo>
                    <a:pt x="0" y="144780"/>
                  </a:lnTo>
                  <a:lnTo>
                    <a:pt x="6350" y="144780"/>
                  </a:lnTo>
                  <a:lnTo>
                    <a:pt x="6350" y="142240"/>
                  </a:lnTo>
                  <a:close/>
                </a:path>
                <a:path w="6350" h="504825">
                  <a:moveTo>
                    <a:pt x="6350" y="139700"/>
                  </a:moveTo>
                  <a:lnTo>
                    <a:pt x="0" y="139700"/>
                  </a:lnTo>
                  <a:lnTo>
                    <a:pt x="0" y="140970"/>
                  </a:lnTo>
                  <a:lnTo>
                    <a:pt x="6350" y="140970"/>
                  </a:lnTo>
                  <a:lnTo>
                    <a:pt x="6350" y="139700"/>
                  </a:lnTo>
                  <a:close/>
                </a:path>
                <a:path w="6350" h="504825">
                  <a:moveTo>
                    <a:pt x="6350" y="135890"/>
                  </a:moveTo>
                  <a:lnTo>
                    <a:pt x="0" y="135890"/>
                  </a:lnTo>
                  <a:lnTo>
                    <a:pt x="0" y="138430"/>
                  </a:lnTo>
                  <a:lnTo>
                    <a:pt x="6350" y="138430"/>
                  </a:lnTo>
                  <a:lnTo>
                    <a:pt x="6350" y="135890"/>
                  </a:lnTo>
                  <a:close/>
                </a:path>
                <a:path w="6350" h="504825">
                  <a:moveTo>
                    <a:pt x="6350" y="133350"/>
                  </a:moveTo>
                  <a:lnTo>
                    <a:pt x="0" y="133350"/>
                  </a:lnTo>
                  <a:lnTo>
                    <a:pt x="0" y="134620"/>
                  </a:lnTo>
                  <a:lnTo>
                    <a:pt x="6350" y="134620"/>
                  </a:lnTo>
                  <a:lnTo>
                    <a:pt x="6350" y="133350"/>
                  </a:lnTo>
                  <a:close/>
                </a:path>
                <a:path w="6350" h="504825">
                  <a:moveTo>
                    <a:pt x="6350" y="129540"/>
                  </a:moveTo>
                  <a:lnTo>
                    <a:pt x="0" y="129540"/>
                  </a:lnTo>
                  <a:lnTo>
                    <a:pt x="0" y="132080"/>
                  </a:lnTo>
                  <a:lnTo>
                    <a:pt x="6350" y="132080"/>
                  </a:lnTo>
                  <a:lnTo>
                    <a:pt x="6350" y="129540"/>
                  </a:lnTo>
                  <a:close/>
                </a:path>
                <a:path w="6350" h="504825">
                  <a:moveTo>
                    <a:pt x="6350" y="127000"/>
                  </a:moveTo>
                  <a:lnTo>
                    <a:pt x="0" y="127000"/>
                  </a:lnTo>
                  <a:lnTo>
                    <a:pt x="0" y="128270"/>
                  </a:lnTo>
                  <a:lnTo>
                    <a:pt x="6350" y="128270"/>
                  </a:lnTo>
                  <a:lnTo>
                    <a:pt x="6350" y="127000"/>
                  </a:lnTo>
                  <a:close/>
                </a:path>
                <a:path w="6350" h="504825">
                  <a:moveTo>
                    <a:pt x="6350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6350" y="125730"/>
                  </a:lnTo>
                  <a:lnTo>
                    <a:pt x="6350" y="123190"/>
                  </a:lnTo>
                  <a:close/>
                </a:path>
                <a:path w="6350" h="504825">
                  <a:moveTo>
                    <a:pt x="6350" y="120650"/>
                  </a:moveTo>
                  <a:lnTo>
                    <a:pt x="0" y="120650"/>
                  </a:lnTo>
                  <a:lnTo>
                    <a:pt x="0" y="121920"/>
                  </a:lnTo>
                  <a:lnTo>
                    <a:pt x="6350" y="121920"/>
                  </a:lnTo>
                  <a:lnTo>
                    <a:pt x="6350" y="120650"/>
                  </a:lnTo>
                  <a:close/>
                </a:path>
                <a:path w="6350" h="504825">
                  <a:moveTo>
                    <a:pt x="6350" y="116840"/>
                  </a:moveTo>
                  <a:lnTo>
                    <a:pt x="0" y="116840"/>
                  </a:lnTo>
                  <a:lnTo>
                    <a:pt x="0" y="119380"/>
                  </a:lnTo>
                  <a:lnTo>
                    <a:pt x="6350" y="119380"/>
                  </a:lnTo>
                  <a:lnTo>
                    <a:pt x="6350" y="116840"/>
                  </a:lnTo>
                  <a:close/>
                </a:path>
                <a:path w="6350" h="504825">
                  <a:moveTo>
                    <a:pt x="6350" y="114300"/>
                  </a:moveTo>
                  <a:lnTo>
                    <a:pt x="0" y="114300"/>
                  </a:lnTo>
                  <a:lnTo>
                    <a:pt x="0" y="115570"/>
                  </a:lnTo>
                  <a:lnTo>
                    <a:pt x="6350" y="115570"/>
                  </a:lnTo>
                  <a:lnTo>
                    <a:pt x="6350" y="114300"/>
                  </a:lnTo>
                  <a:close/>
                </a:path>
                <a:path w="6350" h="504825">
                  <a:moveTo>
                    <a:pt x="6350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10490"/>
                  </a:lnTo>
                  <a:close/>
                </a:path>
                <a:path w="6350" h="504825">
                  <a:moveTo>
                    <a:pt x="6350" y="107950"/>
                  </a:moveTo>
                  <a:lnTo>
                    <a:pt x="0" y="107950"/>
                  </a:lnTo>
                  <a:lnTo>
                    <a:pt x="0" y="109220"/>
                  </a:lnTo>
                  <a:lnTo>
                    <a:pt x="6350" y="109220"/>
                  </a:lnTo>
                  <a:lnTo>
                    <a:pt x="6350" y="107950"/>
                  </a:lnTo>
                  <a:close/>
                </a:path>
                <a:path w="6350" h="504825">
                  <a:moveTo>
                    <a:pt x="6350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6350" y="106680"/>
                  </a:lnTo>
                  <a:lnTo>
                    <a:pt x="6350" y="104140"/>
                  </a:lnTo>
                  <a:close/>
                </a:path>
                <a:path w="6350" h="504825">
                  <a:moveTo>
                    <a:pt x="6350" y="101600"/>
                  </a:moveTo>
                  <a:lnTo>
                    <a:pt x="0" y="101600"/>
                  </a:lnTo>
                  <a:lnTo>
                    <a:pt x="0" y="102870"/>
                  </a:lnTo>
                  <a:lnTo>
                    <a:pt x="6350" y="102870"/>
                  </a:lnTo>
                  <a:lnTo>
                    <a:pt x="6350" y="101600"/>
                  </a:lnTo>
                  <a:close/>
                </a:path>
                <a:path w="6350" h="504825">
                  <a:moveTo>
                    <a:pt x="635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6350" y="100330"/>
                  </a:lnTo>
                  <a:lnTo>
                    <a:pt x="6350" y="97790"/>
                  </a:lnTo>
                  <a:close/>
                </a:path>
                <a:path w="6350" h="504825">
                  <a:moveTo>
                    <a:pt x="6350" y="95250"/>
                  </a:moveTo>
                  <a:lnTo>
                    <a:pt x="0" y="95250"/>
                  </a:lnTo>
                  <a:lnTo>
                    <a:pt x="0" y="96520"/>
                  </a:lnTo>
                  <a:lnTo>
                    <a:pt x="6350" y="96520"/>
                  </a:lnTo>
                  <a:lnTo>
                    <a:pt x="6350" y="95250"/>
                  </a:lnTo>
                  <a:close/>
                </a:path>
                <a:path w="6350" h="504825">
                  <a:moveTo>
                    <a:pt x="635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1440"/>
                  </a:lnTo>
                  <a:close/>
                </a:path>
                <a:path w="6350" h="504825">
                  <a:moveTo>
                    <a:pt x="6350" y="88900"/>
                  </a:moveTo>
                  <a:lnTo>
                    <a:pt x="0" y="88900"/>
                  </a:lnTo>
                  <a:lnTo>
                    <a:pt x="0" y="90170"/>
                  </a:lnTo>
                  <a:lnTo>
                    <a:pt x="6350" y="90170"/>
                  </a:lnTo>
                  <a:lnTo>
                    <a:pt x="6350" y="88900"/>
                  </a:lnTo>
                  <a:close/>
                </a:path>
                <a:path w="6350" h="504825">
                  <a:moveTo>
                    <a:pt x="635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5090"/>
                  </a:lnTo>
                  <a:close/>
                </a:path>
                <a:path w="6350" h="504825">
                  <a:moveTo>
                    <a:pt x="6350" y="82550"/>
                  </a:moveTo>
                  <a:lnTo>
                    <a:pt x="0" y="82550"/>
                  </a:lnTo>
                  <a:lnTo>
                    <a:pt x="0" y="83820"/>
                  </a:lnTo>
                  <a:lnTo>
                    <a:pt x="6350" y="83820"/>
                  </a:lnTo>
                  <a:lnTo>
                    <a:pt x="6350" y="82550"/>
                  </a:lnTo>
                  <a:close/>
                </a:path>
                <a:path w="6350" h="504825">
                  <a:moveTo>
                    <a:pt x="635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78740"/>
                  </a:lnTo>
                  <a:close/>
                </a:path>
                <a:path w="6350" h="504825">
                  <a:moveTo>
                    <a:pt x="6350" y="76200"/>
                  </a:moveTo>
                  <a:lnTo>
                    <a:pt x="0" y="76200"/>
                  </a:lnTo>
                  <a:lnTo>
                    <a:pt x="0" y="77470"/>
                  </a:lnTo>
                  <a:lnTo>
                    <a:pt x="6350" y="77470"/>
                  </a:lnTo>
                  <a:lnTo>
                    <a:pt x="6350" y="76200"/>
                  </a:lnTo>
                  <a:close/>
                </a:path>
                <a:path w="6350" h="504825">
                  <a:moveTo>
                    <a:pt x="635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2390"/>
                  </a:lnTo>
                  <a:close/>
                </a:path>
                <a:path w="6350" h="504825">
                  <a:moveTo>
                    <a:pt x="6350" y="69850"/>
                  </a:moveTo>
                  <a:lnTo>
                    <a:pt x="0" y="69850"/>
                  </a:lnTo>
                  <a:lnTo>
                    <a:pt x="0" y="71120"/>
                  </a:lnTo>
                  <a:lnTo>
                    <a:pt x="6350" y="71120"/>
                  </a:lnTo>
                  <a:lnTo>
                    <a:pt x="6350" y="69850"/>
                  </a:lnTo>
                  <a:close/>
                </a:path>
                <a:path w="6350" h="504825">
                  <a:moveTo>
                    <a:pt x="635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6040"/>
                  </a:lnTo>
                  <a:close/>
                </a:path>
                <a:path w="6350" h="504825">
                  <a:moveTo>
                    <a:pt x="6350" y="63500"/>
                  </a:moveTo>
                  <a:lnTo>
                    <a:pt x="0" y="63500"/>
                  </a:lnTo>
                  <a:lnTo>
                    <a:pt x="0" y="64770"/>
                  </a:lnTo>
                  <a:lnTo>
                    <a:pt x="6350" y="64770"/>
                  </a:lnTo>
                  <a:lnTo>
                    <a:pt x="6350" y="63500"/>
                  </a:lnTo>
                  <a:close/>
                </a:path>
                <a:path w="6350" h="504825">
                  <a:moveTo>
                    <a:pt x="635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59690"/>
                  </a:lnTo>
                  <a:close/>
                </a:path>
                <a:path w="6350" h="504825">
                  <a:moveTo>
                    <a:pt x="6350" y="57150"/>
                  </a:moveTo>
                  <a:lnTo>
                    <a:pt x="0" y="57150"/>
                  </a:lnTo>
                  <a:lnTo>
                    <a:pt x="0" y="58420"/>
                  </a:lnTo>
                  <a:lnTo>
                    <a:pt x="6350" y="58420"/>
                  </a:lnTo>
                  <a:lnTo>
                    <a:pt x="6350" y="57150"/>
                  </a:lnTo>
                  <a:close/>
                </a:path>
                <a:path w="6350" h="504825">
                  <a:moveTo>
                    <a:pt x="635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3340"/>
                  </a:lnTo>
                  <a:close/>
                </a:path>
                <a:path w="6350" h="504825">
                  <a:moveTo>
                    <a:pt x="6350" y="50800"/>
                  </a:moveTo>
                  <a:lnTo>
                    <a:pt x="0" y="50800"/>
                  </a:lnTo>
                  <a:lnTo>
                    <a:pt x="0" y="52070"/>
                  </a:lnTo>
                  <a:lnTo>
                    <a:pt x="6350" y="52070"/>
                  </a:lnTo>
                  <a:lnTo>
                    <a:pt x="6350" y="50800"/>
                  </a:lnTo>
                  <a:close/>
                </a:path>
                <a:path w="6350" h="504825">
                  <a:moveTo>
                    <a:pt x="635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6990"/>
                  </a:lnTo>
                  <a:close/>
                </a:path>
                <a:path w="6350" h="504825">
                  <a:moveTo>
                    <a:pt x="6350" y="44450"/>
                  </a:moveTo>
                  <a:lnTo>
                    <a:pt x="0" y="44450"/>
                  </a:lnTo>
                  <a:lnTo>
                    <a:pt x="0" y="45720"/>
                  </a:lnTo>
                  <a:lnTo>
                    <a:pt x="6350" y="45720"/>
                  </a:lnTo>
                  <a:lnTo>
                    <a:pt x="6350" y="44450"/>
                  </a:lnTo>
                  <a:close/>
                </a:path>
                <a:path w="6350" h="504825">
                  <a:moveTo>
                    <a:pt x="635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0640"/>
                  </a:lnTo>
                  <a:close/>
                </a:path>
                <a:path w="6350" h="504825">
                  <a:moveTo>
                    <a:pt x="6350" y="38100"/>
                  </a:moveTo>
                  <a:lnTo>
                    <a:pt x="0" y="38100"/>
                  </a:lnTo>
                  <a:lnTo>
                    <a:pt x="0" y="39370"/>
                  </a:lnTo>
                  <a:lnTo>
                    <a:pt x="6350" y="39370"/>
                  </a:lnTo>
                  <a:lnTo>
                    <a:pt x="6350" y="38100"/>
                  </a:lnTo>
                  <a:close/>
                </a:path>
                <a:path w="6350" h="504825">
                  <a:moveTo>
                    <a:pt x="635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4290"/>
                  </a:lnTo>
                  <a:close/>
                </a:path>
                <a:path w="6350" h="504825">
                  <a:moveTo>
                    <a:pt x="6350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6350" y="33020"/>
                  </a:lnTo>
                  <a:lnTo>
                    <a:pt x="6350" y="31750"/>
                  </a:lnTo>
                  <a:close/>
                </a:path>
                <a:path w="6350" h="504825">
                  <a:moveTo>
                    <a:pt x="635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7940"/>
                  </a:lnTo>
                  <a:close/>
                </a:path>
                <a:path w="6350" h="504825">
                  <a:moveTo>
                    <a:pt x="635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6350" y="26670"/>
                  </a:lnTo>
                  <a:lnTo>
                    <a:pt x="6350" y="25400"/>
                  </a:lnTo>
                  <a:close/>
                </a:path>
                <a:path w="6350" h="504825">
                  <a:moveTo>
                    <a:pt x="635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1590"/>
                  </a:lnTo>
                  <a:close/>
                </a:path>
                <a:path w="6350" h="504825">
                  <a:moveTo>
                    <a:pt x="6350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6350" y="20320"/>
                  </a:lnTo>
                  <a:lnTo>
                    <a:pt x="6350" y="19050"/>
                  </a:lnTo>
                  <a:close/>
                </a:path>
                <a:path w="6350" h="504825">
                  <a:moveTo>
                    <a:pt x="635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5240"/>
                  </a:lnTo>
                  <a:close/>
                </a:path>
                <a:path w="6350" h="504825">
                  <a:moveTo>
                    <a:pt x="6350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6350" y="13970"/>
                  </a:lnTo>
                  <a:lnTo>
                    <a:pt x="6350" y="12700"/>
                  </a:lnTo>
                  <a:close/>
                </a:path>
                <a:path w="6350" h="504825">
                  <a:moveTo>
                    <a:pt x="635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8890"/>
                  </a:lnTo>
                  <a:close/>
                </a:path>
                <a:path w="6350" h="504825">
                  <a:moveTo>
                    <a:pt x="6350" y="6350"/>
                  </a:moveTo>
                  <a:lnTo>
                    <a:pt x="0" y="6350"/>
                  </a:lnTo>
                  <a:lnTo>
                    <a:pt x="0" y="7620"/>
                  </a:lnTo>
                  <a:lnTo>
                    <a:pt x="6350" y="7620"/>
                  </a:lnTo>
                  <a:lnTo>
                    <a:pt x="6350" y="6350"/>
                  </a:lnTo>
                  <a:close/>
                </a:path>
                <a:path w="6350" h="504825">
                  <a:moveTo>
                    <a:pt x="635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2540"/>
                  </a:lnTo>
                  <a:close/>
                </a:path>
                <a:path w="6350" h="504825">
                  <a:moveTo>
                    <a:pt x="6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7979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46">
              <a:extLst>
                <a:ext uri="{FF2B5EF4-FFF2-40B4-BE49-F238E27FC236}">
                  <a16:creationId xmlns:a16="http://schemas.microsoft.com/office/drawing/2014/main" id="{FF6511F7-ACEE-7F3A-4B47-26604B62F902}"/>
                </a:ext>
              </a:extLst>
            </p:cNvPr>
            <p:cNvSpPr/>
            <p:nvPr/>
          </p:nvSpPr>
          <p:spPr>
            <a:xfrm>
              <a:off x="3082290" y="2598419"/>
              <a:ext cx="7620" cy="504190"/>
            </a:xfrm>
            <a:custGeom>
              <a:avLst/>
              <a:gdLst/>
              <a:ahLst/>
              <a:cxnLst/>
              <a:rect l="l" t="t" r="r" b="b"/>
              <a:pathLst>
                <a:path w="7619" h="504189">
                  <a:moveTo>
                    <a:pt x="7620" y="166370"/>
                  </a:moveTo>
                  <a:lnTo>
                    <a:pt x="0" y="166370"/>
                  </a:lnTo>
                  <a:lnTo>
                    <a:pt x="0" y="167639"/>
                  </a:lnTo>
                  <a:lnTo>
                    <a:pt x="7620" y="167639"/>
                  </a:lnTo>
                  <a:lnTo>
                    <a:pt x="7620" y="166370"/>
                  </a:lnTo>
                  <a:close/>
                </a:path>
                <a:path w="7619" h="504189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19" h="504189">
                  <a:moveTo>
                    <a:pt x="7620" y="160020"/>
                  </a:moveTo>
                  <a:lnTo>
                    <a:pt x="0" y="160020"/>
                  </a:lnTo>
                  <a:lnTo>
                    <a:pt x="0" y="161289"/>
                  </a:lnTo>
                  <a:lnTo>
                    <a:pt x="7620" y="161289"/>
                  </a:lnTo>
                  <a:lnTo>
                    <a:pt x="7620" y="160020"/>
                  </a:lnTo>
                  <a:close/>
                </a:path>
                <a:path w="7619" h="504189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19" h="504189">
                  <a:moveTo>
                    <a:pt x="7620" y="147320"/>
                  </a:moveTo>
                  <a:lnTo>
                    <a:pt x="0" y="147320"/>
                  </a:lnTo>
                  <a:lnTo>
                    <a:pt x="0" y="154939"/>
                  </a:lnTo>
                  <a:lnTo>
                    <a:pt x="7620" y="154939"/>
                  </a:lnTo>
                  <a:lnTo>
                    <a:pt x="7620" y="147320"/>
                  </a:lnTo>
                  <a:close/>
                </a:path>
                <a:path w="7619" h="504189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19" h="504189">
                  <a:moveTo>
                    <a:pt x="7620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20" y="142239"/>
                  </a:lnTo>
                  <a:lnTo>
                    <a:pt x="7620" y="140970"/>
                  </a:lnTo>
                  <a:close/>
                </a:path>
                <a:path w="7619" h="504189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19" h="504189">
                  <a:moveTo>
                    <a:pt x="7620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20" y="135889"/>
                  </a:lnTo>
                  <a:lnTo>
                    <a:pt x="7620" y="134620"/>
                  </a:lnTo>
                  <a:close/>
                </a:path>
                <a:path w="7619" h="504189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19" h="504189">
                  <a:moveTo>
                    <a:pt x="7620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20" y="129539"/>
                  </a:lnTo>
                  <a:lnTo>
                    <a:pt x="7620" y="128270"/>
                  </a:lnTo>
                  <a:close/>
                </a:path>
                <a:path w="7619" h="504189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19" h="504189">
                  <a:moveTo>
                    <a:pt x="7620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20" y="123189"/>
                  </a:lnTo>
                  <a:lnTo>
                    <a:pt x="7620" y="121920"/>
                  </a:lnTo>
                  <a:close/>
                </a:path>
                <a:path w="7619" h="504189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19" h="504189">
                  <a:moveTo>
                    <a:pt x="762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20" y="116839"/>
                  </a:lnTo>
                  <a:lnTo>
                    <a:pt x="7620" y="115570"/>
                  </a:lnTo>
                  <a:close/>
                </a:path>
                <a:path w="7619" h="504189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19" h="504189">
                  <a:moveTo>
                    <a:pt x="762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20" y="110489"/>
                  </a:lnTo>
                  <a:lnTo>
                    <a:pt x="7620" y="109220"/>
                  </a:lnTo>
                  <a:close/>
                </a:path>
                <a:path w="7619" h="504189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19" h="504189">
                  <a:moveTo>
                    <a:pt x="762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20" y="104139"/>
                  </a:lnTo>
                  <a:lnTo>
                    <a:pt x="7620" y="102870"/>
                  </a:lnTo>
                  <a:close/>
                </a:path>
                <a:path w="7619" h="504189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19" h="504189">
                  <a:moveTo>
                    <a:pt x="762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6520"/>
                  </a:lnTo>
                  <a:close/>
                </a:path>
                <a:path w="7619" h="504189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19" h="504189">
                  <a:moveTo>
                    <a:pt x="762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90170"/>
                  </a:lnTo>
                  <a:close/>
                </a:path>
                <a:path w="7619" h="504189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19" h="504189">
                  <a:moveTo>
                    <a:pt x="762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3820"/>
                  </a:lnTo>
                  <a:close/>
                </a:path>
                <a:path w="7619" h="504189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19" h="504189">
                  <a:moveTo>
                    <a:pt x="762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7470"/>
                  </a:lnTo>
                  <a:close/>
                </a:path>
                <a:path w="7619" h="504189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19" h="504189">
                  <a:moveTo>
                    <a:pt x="762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71120"/>
                  </a:lnTo>
                  <a:close/>
                </a:path>
                <a:path w="7619" h="504189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19" h="504189">
                  <a:moveTo>
                    <a:pt x="762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4770"/>
                  </a:lnTo>
                  <a:close/>
                </a:path>
                <a:path w="7619" h="504189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19" h="504189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19" h="504189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19" h="504189">
                  <a:moveTo>
                    <a:pt x="762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2070"/>
                  </a:lnTo>
                  <a:close/>
                </a:path>
                <a:path w="7619" h="504189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19" h="504189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19" h="504189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19" h="504189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19" h="504189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19" h="504189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19" h="504189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19" h="504189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19" h="504189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19" h="504189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19" h="504189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19" h="504189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19" h="504189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19" h="504189">
                  <a:moveTo>
                    <a:pt x="762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20"/>
                  </a:lnTo>
                  <a:close/>
                </a:path>
                <a:path w="7619" h="504189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19" h="504189">
                  <a:moveTo>
                    <a:pt x="761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7620" y="2539"/>
                  </a:lnTo>
                  <a:lnTo>
                    <a:pt x="7619" y="0"/>
                  </a:lnTo>
                  <a:close/>
                </a:path>
                <a:path w="7619" h="504189">
                  <a:moveTo>
                    <a:pt x="7620" y="168910"/>
                  </a:moveTo>
                  <a:lnTo>
                    <a:pt x="0" y="168910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68910"/>
                  </a:lnTo>
                  <a:close/>
                </a:path>
                <a:path w="7619" h="504189">
                  <a:moveTo>
                    <a:pt x="7620" y="181610"/>
                  </a:moveTo>
                  <a:lnTo>
                    <a:pt x="0" y="181610"/>
                  </a:lnTo>
                  <a:lnTo>
                    <a:pt x="0" y="280670"/>
                  </a:lnTo>
                  <a:lnTo>
                    <a:pt x="7620" y="280670"/>
                  </a:lnTo>
                  <a:lnTo>
                    <a:pt x="7620" y="181610"/>
                  </a:lnTo>
                  <a:close/>
                </a:path>
                <a:path w="7619" h="504189">
                  <a:moveTo>
                    <a:pt x="7620" y="280670"/>
                  </a:moveTo>
                  <a:lnTo>
                    <a:pt x="0" y="280670"/>
                  </a:lnTo>
                  <a:lnTo>
                    <a:pt x="0" y="340360"/>
                  </a:lnTo>
                  <a:lnTo>
                    <a:pt x="7620" y="340360"/>
                  </a:lnTo>
                  <a:lnTo>
                    <a:pt x="7620" y="280670"/>
                  </a:lnTo>
                  <a:close/>
                </a:path>
                <a:path w="7619" h="504189">
                  <a:moveTo>
                    <a:pt x="7620" y="340360"/>
                  </a:moveTo>
                  <a:lnTo>
                    <a:pt x="0" y="340360"/>
                  </a:lnTo>
                  <a:lnTo>
                    <a:pt x="0" y="353060"/>
                  </a:lnTo>
                  <a:lnTo>
                    <a:pt x="7620" y="353060"/>
                  </a:lnTo>
                  <a:lnTo>
                    <a:pt x="7620" y="340360"/>
                  </a:lnTo>
                  <a:close/>
                </a:path>
                <a:path w="7619" h="504189">
                  <a:moveTo>
                    <a:pt x="7620" y="354330"/>
                  </a:moveTo>
                  <a:lnTo>
                    <a:pt x="0" y="354330"/>
                  </a:lnTo>
                  <a:lnTo>
                    <a:pt x="0" y="504190"/>
                  </a:lnTo>
                  <a:lnTo>
                    <a:pt x="7620" y="504190"/>
                  </a:lnTo>
                  <a:lnTo>
                    <a:pt x="7620" y="354330"/>
                  </a:lnTo>
                  <a:close/>
                </a:path>
              </a:pathLst>
            </a:custGeom>
            <a:solidFill>
              <a:srgbClr val="7B7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47">
              <a:extLst>
                <a:ext uri="{FF2B5EF4-FFF2-40B4-BE49-F238E27FC236}">
                  <a16:creationId xmlns:a16="http://schemas.microsoft.com/office/drawing/2014/main" id="{B17E6F9A-4E2D-92A8-E677-72D4F58DE5EF}"/>
                </a:ext>
              </a:extLst>
            </p:cNvPr>
            <p:cNvSpPr/>
            <p:nvPr/>
          </p:nvSpPr>
          <p:spPr>
            <a:xfrm>
              <a:off x="3089910" y="2600959"/>
              <a:ext cx="7620" cy="500380"/>
            </a:xfrm>
            <a:custGeom>
              <a:avLst/>
              <a:gdLst/>
              <a:ahLst/>
              <a:cxnLst/>
              <a:rect l="l" t="t" r="r" b="b"/>
              <a:pathLst>
                <a:path w="7619" h="500380">
                  <a:moveTo>
                    <a:pt x="7619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3830"/>
                  </a:lnTo>
                  <a:close/>
                </a:path>
                <a:path w="7619" h="500380">
                  <a:moveTo>
                    <a:pt x="7619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60020"/>
                  </a:lnTo>
                  <a:close/>
                </a:path>
                <a:path w="7619" h="500380">
                  <a:moveTo>
                    <a:pt x="7619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7480"/>
                  </a:lnTo>
                  <a:close/>
                </a:path>
                <a:path w="7619" h="500380">
                  <a:moveTo>
                    <a:pt x="7619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19" y="156210"/>
                  </a:lnTo>
                  <a:lnTo>
                    <a:pt x="7619" y="153670"/>
                  </a:lnTo>
                  <a:close/>
                </a:path>
                <a:path w="7619" h="500380">
                  <a:moveTo>
                    <a:pt x="7619" y="144780"/>
                  </a:moveTo>
                  <a:lnTo>
                    <a:pt x="0" y="14478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4780"/>
                  </a:lnTo>
                  <a:close/>
                </a:path>
                <a:path w="7619" h="500380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500380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500380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500380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500380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500380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500380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500380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50038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50038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50038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500380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50038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50038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50038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50038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50038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50038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50038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50038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50038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50038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50038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50038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50038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50038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50038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50038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50038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50038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50038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50038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50038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50038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50038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50038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50038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50038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50038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50038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50038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50038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50038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50038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500380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500380">
                  <a:moveTo>
                    <a:pt x="7619" y="166370"/>
                  </a:moveTo>
                  <a:lnTo>
                    <a:pt x="0" y="166370"/>
                  </a:lnTo>
                  <a:lnTo>
                    <a:pt x="0" y="179070"/>
                  </a:lnTo>
                  <a:lnTo>
                    <a:pt x="7619" y="179070"/>
                  </a:lnTo>
                  <a:lnTo>
                    <a:pt x="7619" y="166370"/>
                  </a:lnTo>
                  <a:close/>
                </a:path>
                <a:path w="7619" h="500380">
                  <a:moveTo>
                    <a:pt x="7619" y="179070"/>
                  </a:moveTo>
                  <a:lnTo>
                    <a:pt x="0" y="179070"/>
                  </a:lnTo>
                  <a:lnTo>
                    <a:pt x="0" y="278130"/>
                  </a:lnTo>
                  <a:lnTo>
                    <a:pt x="7619" y="278130"/>
                  </a:lnTo>
                  <a:lnTo>
                    <a:pt x="7619" y="179070"/>
                  </a:lnTo>
                  <a:close/>
                </a:path>
                <a:path w="7619" h="500380">
                  <a:moveTo>
                    <a:pt x="7619" y="278130"/>
                  </a:moveTo>
                  <a:lnTo>
                    <a:pt x="0" y="278130"/>
                  </a:lnTo>
                  <a:lnTo>
                    <a:pt x="0" y="337820"/>
                  </a:lnTo>
                  <a:lnTo>
                    <a:pt x="7619" y="337820"/>
                  </a:lnTo>
                  <a:lnTo>
                    <a:pt x="7619" y="278130"/>
                  </a:lnTo>
                  <a:close/>
                </a:path>
                <a:path w="7619" h="500380">
                  <a:moveTo>
                    <a:pt x="7619" y="337820"/>
                  </a:moveTo>
                  <a:lnTo>
                    <a:pt x="0" y="337820"/>
                  </a:lnTo>
                  <a:lnTo>
                    <a:pt x="0" y="350520"/>
                  </a:lnTo>
                  <a:lnTo>
                    <a:pt x="7619" y="350520"/>
                  </a:lnTo>
                  <a:lnTo>
                    <a:pt x="7619" y="337820"/>
                  </a:lnTo>
                  <a:close/>
                </a:path>
                <a:path w="7619" h="500380">
                  <a:moveTo>
                    <a:pt x="7619" y="351790"/>
                  </a:moveTo>
                  <a:lnTo>
                    <a:pt x="0" y="351790"/>
                  </a:lnTo>
                  <a:lnTo>
                    <a:pt x="0" y="500380"/>
                  </a:lnTo>
                  <a:lnTo>
                    <a:pt x="5079" y="500380"/>
                  </a:lnTo>
                  <a:lnTo>
                    <a:pt x="5079" y="499110"/>
                  </a:lnTo>
                  <a:lnTo>
                    <a:pt x="7619" y="499110"/>
                  </a:lnTo>
                  <a:lnTo>
                    <a:pt x="7619" y="351790"/>
                  </a:lnTo>
                  <a:close/>
                </a:path>
              </a:pathLst>
            </a:custGeom>
            <a:solidFill>
              <a:srgbClr val="7C7C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48">
              <a:extLst>
                <a:ext uri="{FF2B5EF4-FFF2-40B4-BE49-F238E27FC236}">
                  <a16:creationId xmlns:a16="http://schemas.microsoft.com/office/drawing/2014/main" id="{4209F222-7878-CEC3-0108-D979831AA7FA}"/>
                </a:ext>
              </a:extLst>
            </p:cNvPr>
            <p:cNvSpPr/>
            <p:nvPr/>
          </p:nvSpPr>
          <p:spPr>
            <a:xfrm>
              <a:off x="3097530" y="2600959"/>
              <a:ext cx="7620" cy="499109"/>
            </a:xfrm>
            <a:custGeom>
              <a:avLst/>
              <a:gdLst/>
              <a:ahLst/>
              <a:cxnLst/>
              <a:rect l="l" t="t" r="r" b="b"/>
              <a:pathLst>
                <a:path w="7619" h="499110">
                  <a:moveTo>
                    <a:pt x="7619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3830"/>
                  </a:lnTo>
                  <a:close/>
                </a:path>
                <a:path w="7619" h="499110">
                  <a:moveTo>
                    <a:pt x="7619" y="160020"/>
                  </a:moveTo>
                  <a:lnTo>
                    <a:pt x="0" y="16002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60020"/>
                  </a:lnTo>
                  <a:close/>
                </a:path>
                <a:path w="7619" h="499110">
                  <a:moveTo>
                    <a:pt x="7619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7480"/>
                  </a:lnTo>
                  <a:close/>
                </a:path>
                <a:path w="7619" h="499110">
                  <a:moveTo>
                    <a:pt x="7619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7619" y="156210"/>
                  </a:lnTo>
                  <a:lnTo>
                    <a:pt x="7619" y="153670"/>
                  </a:lnTo>
                  <a:close/>
                </a:path>
                <a:path w="7619" h="499110">
                  <a:moveTo>
                    <a:pt x="7619" y="144780"/>
                  </a:moveTo>
                  <a:lnTo>
                    <a:pt x="0" y="14478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4780"/>
                  </a:lnTo>
                  <a:close/>
                </a:path>
                <a:path w="7619" h="499110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499110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499110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499110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499110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499110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499110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99110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9911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9911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9911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99110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9911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9911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9911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9911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9911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9911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9911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9911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9911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9911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9911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991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991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991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991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991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991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991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991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991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991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991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991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991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991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991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991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991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991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991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991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991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99110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499110">
                  <a:moveTo>
                    <a:pt x="7619" y="166370"/>
                  </a:moveTo>
                  <a:lnTo>
                    <a:pt x="0" y="166370"/>
                  </a:lnTo>
                  <a:lnTo>
                    <a:pt x="0" y="179070"/>
                  </a:lnTo>
                  <a:lnTo>
                    <a:pt x="7619" y="179070"/>
                  </a:lnTo>
                  <a:lnTo>
                    <a:pt x="7619" y="166370"/>
                  </a:lnTo>
                  <a:close/>
                </a:path>
                <a:path w="7619" h="499110">
                  <a:moveTo>
                    <a:pt x="7619" y="179070"/>
                  </a:moveTo>
                  <a:lnTo>
                    <a:pt x="0" y="179070"/>
                  </a:lnTo>
                  <a:lnTo>
                    <a:pt x="0" y="278130"/>
                  </a:lnTo>
                  <a:lnTo>
                    <a:pt x="7619" y="278130"/>
                  </a:lnTo>
                  <a:lnTo>
                    <a:pt x="7619" y="179070"/>
                  </a:lnTo>
                  <a:close/>
                </a:path>
                <a:path w="7619" h="499110">
                  <a:moveTo>
                    <a:pt x="7619" y="278130"/>
                  </a:moveTo>
                  <a:lnTo>
                    <a:pt x="0" y="278130"/>
                  </a:lnTo>
                  <a:lnTo>
                    <a:pt x="0" y="337820"/>
                  </a:lnTo>
                  <a:lnTo>
                    <a:pt x="7619" y="337820"/>
                  </a:lnTo>
                  <a:lnTo>
                    <a:pt x="7619" y="278130"/>
                  </a:lnTo>
                  <a:close/>
                </a:path>
                <a:path w="7619" h="499110">
                  <a:moveTo>
                    <a:pt x="7619" y="337820"/>
                  </a:moveTo>
                  <a:lnTo>
                    <a:pt x="0" y="337820"/>
                  </a:lnTo>
                  <a:lnTo>
                    <a:pt x="0" y="350520"/>
                  </a:lnTo>
                  <a:lnTo>
                    <a:pt x="7619" y="350520"/>
                  </a:lnTo>
                  <a:lnTo>
                    <a:pt x="7619" y="337820"/>
                  </a:lnTo>
                  <a:close/>
                </a:path>
                <a:path w="7619" h="499110">
                  <a:moveTo>
                    <a:pt x="7619" y="351790"/>
                  </a:moveTo>
                  <a:lnTo>
                    <a:pt x="0" y="351790"/>
                  </a:lnTo>
                  <a:lnTo>
                    <a:pt x="0" y="499110"/>
                  </a:lnTo>
                  <a:lnTo>
                    <a:pt x="5080" y="499110"/>
                  </a:lnTo>
                  <a:lnTo>
                    <a:pt x="5080" y="497840"/>
                  </a:lnTo>
                  <a:lnTo>
                    <a:pt x="7619" y="497840"/>
                  </a:lnTo>
                  <a:lnTo>
                    <a:pt x="7619" y="35179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49">
              <a:extLst>
                <a:ext uri="{FF2B5EF4-FFF2-40B4-BE49-F238E27FC236}">
                  <a16:creationId xmlns:a16="http://schemas.microsoft.com/office/drawing/2014/main" id="{8A18C2BA-D17B-3DA3-8785-83EB83F44A23}"/>
                </a:ext>
              </a:extLst>
            </p:cNvPr>
            <p:cNvSpPr/>
            <p:nvPr/>
          </p:nvSpPr>
          <p:spPr>
            <a:xfrm>
              <a:off x="3105150" y="2602229"/>
              <a:ext cx="6350" cy="496570"/>
            </a:xfrm>
            <a:custGeom>
              <a:avLst/>
              <a:gdLst/>
              <a:ahLst/>
              <a:cxnLst/>
              <a:rect l="l" t="t" r="r" b="b"/>
              <a:pathLst>
                <a:path w="6350" h="496569">
                  <a:moveTo>
                    <a:pt x="6350" y="350520"/>
                  </a:moveTo>
                  <a:lnTo>
                    <a:pt x="0" y="350520"/>
                  </a:lnTo>
                  <a:lnTo>
                    <a:pt x="0" y="496570"/>
                  </a:lnTo>
                  <a:lnTo>
                    <a:pt x="6350" y="496570"/>
                  </a:lnTo>
                  <a:lnTo>
                    <a:pt x="6350" y="350520"/>
                  </a:lnTo>
                  <a:close/>
                </a:path>
                <a:path w="6350" h="496569">
                  <a:moveTo>
                    <a:pt x="6350" y="336562"/>
                  </a:moveTo>
                  <a:lnTo>
                    <a:pt x="0" y="336562"/>
                  </a:lnTo>
                  <a:lnTo>
                    <a:pt x="0" y="349250"/>
                  </a:lnTo>
                  <a:lnTo>
                    <a:pt x="6350" y="349250"/>
                  </a:lnTo>
                  <a:lnTo>
                    <a:pt x="6350" y="336562"/>
                  </a:lnTo>
                  <a:close/>
                </a:path>
                <a:path w="6350" h="496569">
                  <a:moveTo>
                    <a:pt x="6350" y="276872"/>
                  </a:moveTo>
                  <a:lnTo>
                    <a:pt x="0" y="276872"/>
                  </a:lnTo>
                  <a:lnTo>
                    <a:pt x="0" y="336550"/>
                  </a:lnTo>
                  <a:lnTo>
                    <a:pt x="6350" y="336550"/>
                  </a:lnTo>
                  <a:lnTo>
                    <a:pt x="6350" y="276872"/>
                  </a:lnTo>
                  <a:close/>
                </a:path>
                <a:path w="6350" h="496569">
                  <a:moveTo>
                    <a:pt x="6350" y="177812"/>
                  </a:moveTo>
                  <a:lnTo>
                    <a:pt x="0" y="177812"/>
                  </a:lnTo>
                  <a:lnTo>
                    <a:pt x="0" y="276860"/>
                  </a:lnTo>
                  <a:lnTo>
                    <a:pt x="6350" y="276860"/>
                  </a:lnTo>
                  <a:lnTo>
                    <a:pt x="6350" y="177812"/>
                  </a:lnTo>
                  <a:close/>
                </a:path>
                <a:path w="6350" h="496569">
                  <a:moveTo>
                    <a:pt x="6350" y="165112"/>
                  </a:moveTo>
                  <a:lnTo>
                    <a:pt x="0" y="165112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65112"/>
                  </a:lnTo>
                  <a:close/>
                </a:path>
                <a:path w="6350" h="496569">
                  <a:moveTo>
                    <a:pt x="6350" y="162560"/>
                  </a:moveTo>
                  <a:lnTo>
                    <a:pt x="0" y="162560"/>
                  </a:lnTo>
                  <a:lnTo>
                    <a:pt x="0" y="163830"/>
                  </a:lnTo>
                  <a:lnTo>
                    <a:pt x="6350" y="163830"/>
                  </a:lnTo>
                  <a:lnTo>
                    <a:pt x="6350" y="162560"/>
                  </a:lnTo>
                  <a:close/>
                </a:path>
                <a:path w="6350" h="496569">
                  <a:moveTo>
                    <a:pt x="6350" y="158750"/>
                  </a:moveTo>
                  <a:lnTo>
                    <a:pt x="0" y="15875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58750"/>
                  </a:lnTo>
                  <a:close/>
                </a:path>
                <a:path w="6350" h="496569">
                  <a:moveTo>
                    <a:pt x="635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6350" y="157480"/>
                  </a:lnTo>
                  <a:lnTo>
                    <a:pt x="6350" y="156210"/>
                  </a:lnTo>
                  <a:close/>
                </a:path>
                <a:path w="6350" h="496569">
                  <a:moveTo>
                    <a:pt x="6350" y="152400"/>
                  </a:moveTo>
                  <a:lnTo>
                    <a:pt x="0" y="15240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2400"/>
                  </a:lnTo>
                  <a:close/>
                </a:path>
                <a:path w="6350" h="496569">
                  <a:moveTo>
                    <a:pt x="6350" y="143510"/>
                  </a:moveTo>
                  <a:lnTo>
                    <a:pt x="0" y="143510"/>
                  </a:lnTo>
                  <a:lnTo>
                    <a:pt x="0" y="151130"/>
                  </a:lnTo>
                  <a:lnTo>
                    <a:pt x="6350" y="151130"/>
                  </a:lnTo>
                  <a:lnTo>
                    <a:pt x="6350" y="143510"/>
                  </a:lnTo>
                  <a:close/>
                </a:path>
                <a:path w="6350" h="496569">
                  <a:moveTo>
                    <a:pt x="6350" y="139700"/>
                  </a:moveTo>
                  <a:lnTo>
                    <a:pt x="0" y="13970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39700"/>
                  </a:lnTo>
                  <a:close/>
                </a:path>
                <a:path w="6350" h="496569">
                  <a:moveTo>
                    <a:pt x="635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6350" y="138430"/>
                  </a:lnTo>
                  <a:lnTo>
                    <a:pt x="6350" y="137160"/>
                  </a:lnTo>
                  <a:close/>
                </a:path>
                <a:path w="6350" h="496569">
                  <a:moveTo>
                    <a:pt x="6350" y="133350"/>
                  </a:moveTo>
                  <a:lnTo>
                    <a:pt x="0" y="13335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3350"/>
                  </a:lnTo>
                  <a:close/>
                </a:path>
                <a:path w="6350" h="496569">
                  <a:moveTo>
                    <a:pt x="635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6350" y="132080"/>
                  </a:lnTo>
                  <a:lnTo>
                    <a:pt x="6350" y="130810"/>
                  </a:lnTo>
                  <a:close/>
                </a:path>
                <a:path w="6350" h="496569">
                  <a:moveTo>
                    <a:pt x="6350" y="127000"/>
                  </a:moveTo>
                  <a:lnTo>
                    <a:pt x="0" y="12700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7000"/>
                  </a:lnTo>
                  <a:close/>
                </a:path>
                <a:path w="6350" h="496569">
                  <a:moveTo>
                    <a:pt x="635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6350" y="125730"/>
                  </a:lnTo>
                  <a:lnTo>
                    <a:pt x="6350" y="124460"/>
                  </a:lnTo>
                  <a:close/>
                </a:path>
                <a:path w="6350" h="496569">
                  <a:moveTo>
                    <a:pt x="6350" y="120650"/>
                  </a:moveTo>
                  <a:lnTo>
                    <a:pt x="0" y="12065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0650"/>
                  </a:lnTo>
                  <a:close/>
                </a:path>
                <a:path w="6350" h="496569">
                  <a:moveTo>
                    <a:pt x="635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6350" y="119380"/>
                  </a:lnTo>
                  <a:lnTo>
                    <a:pt x="6350" y="118110"/>
                  </a:lnTo>
                  <a:close/>
                </a:path>
                <a:path w="6350" h="496569">
                  <a:moveTo>
                    <a:pt x="6350" y="114300"/>
                  </a:moveTo>
                  <a:lnTo>
                    <a:pt x="0" y="11430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4300"/>
                  </a:lnTo>
                  <a:close/>
                </a:path>
                <a:path w="6350" h="496569">
                  <a:moveTo>
                    <a:pt x="635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11760"/>
                  </a:lnTo>
                  <a:close/>
                </a:path>
                <a:path w="6350" h="496569">
                  <a:moveTo>
                    <a:pt x="6350" y="107950"/>
                  </a:moveTo>
                  <a:lnTo>
                    <a:pt x="0" y="10795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7950"/>
                  </a:lnTo>
                  <a:close/>
                </a:path>
                <a:path w="6350" h="496569">
                  <a:moveTo>
                    <a:pt x="635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6350" y="106680"/>
                  </a:lnTo>
                  <a:lnTo>
                    <a:pt x="6350" y="105410"/>
                  </a:lnTo>
                  <a:close/>
                </a:path>
                <a:path w="6350" h="496569">
                  <a:moveTo>
                    <a:pt x="6350" y="101600"/>
                  </a:moveTo>
                  <a:lnTo>
                    <a:pt x="0" y="10160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1600"/>
                  </a:lnTo>
                  <a:close/>
                </a:path>
                <a:path w="6350" h="496569">
                  <a:moveTo>
                    <a:pt x="635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6350" y="100330"/>
                  </a:lnTo>
                  <a:lnTo>
                    <a:pt x="6350" y="99060"/>
                  </a:lnTo>
                  <a:close/>
                </a:path>
                <a:path w="6350" h="496569">
                  <a:moveTo>
                    <a:pt x="6350" y="95250"/>
                  </a:moveTo>
                  <a:lnTo>
                    <a:pt x="0" y="9525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5250"/>
                  </a:lnTo>
                  <a:close/>
                </a:path>
                <a:path w="6350" h="496569">
                  <a:moveTo>
                    <a:pt x="635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2710"/>
                  </a:lnTo>
                  <a:close/>
                </a:path>
                <a:path w="6350" h="496569">
                  <a:moveTo>
                    <a:pt x="6350" y="88900"/>
                  </a:moveTo>
                  <a:lnTo>
                    <a:pt x="0" y="8890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88900"/>
                  </a:lnTo>
                  <a:close/>
                </a:path>
                <a:path w="6350" h="496569">
                  <a:moveTo>
                    <a:pt x="635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6360"/>
                  </a:lnTo>
                  <a:close/>
                </a:path>
                <a:path w="6350" h="496569">
                  <a:moveTo>
                    <a:pt x="6350" y="82550"/>
                  </a:moveTo>
                  <a:lnTo>
                    <a:pt x="0" y="8255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2550"/>
                  </a:lnTo>
                  <a:close/>
                </a:path>
                <a:path w="6350" h="496569">
                  <a:moveTo>
                    <a:pt x="635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80010"/>
                  </a:lnTo>
                  <a:close/>
                </a:path>
                <a:path w="6350" h="496569">
                  <a:moveTo>
                    <a:pt x="6350" y="76200"/>
                  </a:moveTo>
                  <a:lnTo>
                    <a:pt x="0" y="7620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6200"/>
                  </a:lnTo>
                  <a:close/>
                </a:path>
                <a:path w="6350" h="496569">
                  <a:moveTo>
                    <a:pt x="635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3660"/>
                  </a:lnTo>
                  <a:close/>
                </a:path>
                <a:path w="6350" h="496569">
                  <a:moveTo>
                    <a:pt x="6350" y="69850"/>
                  </a:moveTo>
                  <a:lnTo>
                    <a:pt x="0" y="6985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69850"/>
                  </a:lnTo>
                  <a:close/>
                </a:path>
                <a:path w="6350" h="496569">
                  <a:moveTo>
                    <a:pt x="635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7310"/>
                  </a:lnTo>
                  <a:close/>
                </a:path>
                <a:path w="6350" h="496569">
                  <a:moveTo>
                    <a:pt x="6350" y="63500"/>
                  </a:moveTo>
                  <a:lnTo>
                    <a:pt x="0" y="6350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3500"/>
                  </a:lnTo>
                  <a:close/>
                </a:path>
                <a:path w="6350" h="496569">
                  <a:moveTo>
                    <a:pt x="635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60960"/>
                  </a:lnTo>
                  <a:close/>
                </a:path>
                <a:path w="6350" h="496569">
                  <a:moveTo>
                    <a:pt x="6350" y="57150"/>
                  </a:moveTo>
                  <a:lnTo>
                    <a:pt x="0" y="5715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7150"/>
                  </a:lnTo>
                  <a:close/>
                </a:path>
                <a:path w="6350" h="496569">
                  <a:moveTo>
                    <a:pt x="635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4610"/>
                  </a:lnTo>
                  <a:close/>
                </a:path>
                <a:path w="6350" h="496569">
                  <a:moveTo>
                    <a:pt x="6350" y="50800"/>
                  </a:moveTo>
                  <a:lnTo>
                    <a:pt x="0" y="5080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0800"/>
                  </a:lnTo>
                  <a:close/>
                </a:path>
                <a:path w="6350" h="496569">
                  <a:moveTo>
                    <a:pt x="635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8260"/>
                  </a:lnTo>
                  <a:close/>
                </a:path>
                <a:path w="6350" h="496569">
                  <a:moveTo>
                    <a:pt x="6350" y="44450"/>
                  </a:moveTo>
                  <a:lnTo>
                    <a:pt x="0" y="4445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4450"/>
                  </a:lnTo>
                  <a:close/>
                </a:path>
                <a:path w="6350" h="496569">
                  <a:moveTo>
                    <a:pt x="635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1910"/>
                  </a:lnTo>
                  <a:close/>
                </a:path>
                <a:path w="6350" h="496569">
                  <a:moveTo>
                    <a:pt x="6350" y="38100"/>
                  </a:moveTo>
                  <a:lnTo>
                    <a:pt x="0" y="3810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8100"/>
                  </a:lnTo>
                  <a:close/>
                </a:path>
                <a:path w="6350" h="496569">
                  <a:moveTo>
                    <a:pt x="635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5560"/>
                  </a:lnTo>
                  <a:close/>
                </a:path>
                <a:path w="6350" h="496569">
                  <a:moveTo>
                    <a:pt x="6350" y="31750"/>
                  </a:moveTo>
                  <a:lnTo>
                    <a:pt x="0" y="3175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1750"/>
                  </a:lnTo>
                  <a:close/>
                </a:path>
                <a:path w="6350" h="496569">
                  <a:moveTo>
                    <a:pt x="635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9210"/>
                  </a:lnTo>
                  <a:close/>
                </a:path>
                <a:path w="6350" h="496569">
                  <a:moveTo>
                    <a:pt x="6350" y="25400"/>
                  </a:moveTo>
                  <a:lnTo>
                    <a:pt x="0" y="2540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5400"/>
                  </a:lnTo>
                  <a:close/>
                </a:path>
                <a:path w="6350" h="496569">
                  <a:moveTo>
                    <a:pt x="635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2860"/>
                  </a:lnTo>
                  <a:close/>
                </a:path>
                <a:path w="6350" h="496569">
                  <a:moveTo>
                    <a:pt x="6350" y="19050"/>
                  </a:moveTo>
                  <a:lnTo>
                    <a:pt x="0" y="1905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19050"/>
                  </a:lnTo>
                  <a:close/>
                </a:path>
                <a:path w="6350" h="496569">
                  <a:moveTo>
                    <a:pt x="635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6510"/>
                  </a:lnTo>
                  <a:close/>
                </a:path>
                <a:path w="6350" h="496569">
                  <a:moveTo>
                    <a:pt x="6350" y="12700"/>
                  </a:moveTo>
                  <a:lnTo>
                    <a:pt x="0" y="1270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2700"/>
                  </a:lnTo>
                  <a:close/>
                </a:path>
                <a:path w="6350" h="496569">
                  <a:moveTo>
                    <a:pt x="635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6350" h="496569">
                  <a:moveTo>
                    <a:pt x="6350" y="6350"/>
                  </a:moveTo>
                  <a:lnTo>
                    <a:pt x="0" y="635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6350"/>
                  </a:lnTo>
                  <a:close/>
                </a:path>
                <a:path w="6350" h="496569">
                  <a:moveTo>
                    <a:pt x="6350" y="3810"/>
                  </a:moveTo>
                  <a:lnTo>
                    <a:pt x="0" y="3810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3810"/>
                  </a:lnTo>
                  <a:close/>
                </a:path>
                <a:path w="6350" h="496569">
                  <a:moveTo>
                    <a:pt x="635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6350" y="254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0">
              <a:extLst>
                <a:ext uri="{FF2B5EF4-FFF2-40B4-BE49-F238E27FC236}">
                  <a16:creationId xmlns:a16="http://schemas.microsoft.com/office/drawing/2014/main" id="{967EA782-445D-6C14-7AAB-48FC7226598E}"/>
                </a:ext>
              </a:extLst>
            </p:cNvPr>
            <p:cNvSpPr/>
            <p:nvPr/>
          </p:nvSpPr>
          <p:spPr>
            <a:xfrm>
              <a:off x="3111500" y="2602230"/>
              <a:ext cx="7620" cy="495300"/>
            </a:xfrm>
            <a:custGeom>
              <a:avLst/>
              <a:gdLst/>
              <a:ahLst/>
              <a:cxnLst/>
              <a:rect l="l" t="t" r="r" b="b"/>
              <a:pathLst>
                <a:path w="7619" h="495300">
                  <a:moveTo>
                    <a:pt x="7619" y="162560"/>
                  </a:moveTo>
                  <a:lnTo>
                    <a:pt x="0" y="162560"/>
                  </a:lnTo>
                  <a:lnTo>
                    <a:pt x="0" y="163829"/>
                  </a:lnTo>
                  <a:lnTo>
                    <a:pt x="7619" y="163829"/>
                  </a:lnTo>
                  <a:lnTo>
                    <a:pt x="7619" y="162560"/>
                  </a:lnTo>
                  <a:close/>
                </a:path>
                <a:path w="7619" h="495300">
                  <a:moveTo>
                    <a:pt x="7619" y="158750"/>
                  </a:moveTo>
                  <a:lnTo>
                    <a:pt x="0" y="158750"/>
                  </a:lnTo>
                  <a:lnTo>
                    <a:pt x="0" y="161289"/>
                  </a:lnTo>
                  <a:lnTo>
                    <a:pt x="7619" y="161289"/>
                  </a:lnTo>
                  <a:lnTo>
                    <a:pt x="7619" y="158750"/>
                  </a:lnTo>
                  <a:close/>
                </a:path>
                <a:path w="7619" h="495300">
                  <a:moveTo>
                    <a:pt x="7619" y="156210"/>
                  </a:moveTo>
                  <a:lnTo>
                    <a:pt x="0" y="156210"/>
                  </a:lnTo>
                  <a:lnTo>
                    <a:pt x="0" y="157479"/>
                  </a:lnTo>
                  <a:lnTo>
                    <a:pt x="7619" y="157479"/>
                  </a:lnTo>
                  <a:lnTo>
                    <a:pt x="7619" y="156210"/>
                  </a:lnTo>
                  <a:close/>
                </a:path>
                <a:path w="7619" h="495300">
                  <a:moveTo>
                    <a:pt x="7619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52400"/>
                  </a:lnTo>
                  <a:close/>
                </a:path>
                <a:path w="7619" h="495300">
                  <a:moveTo>
                    <a:pt x="7619" y="143510"/>
                  </a:moveTo>
                  <a:lnTo>
                    <a:pt x="0" y="143510"/>
                  </a:lnTo>
                  <a:lnTo>
                    <a:pt x="0" y="151129"/>
                  </a:lnTo>
                  <a:lnTo>
                    <a:pt x="7619" y="151129"/>
                  </a:lnTo>
                  <a:lnTo>
                    <a:pt x="7619" y="143510"/>
                  </a:lnTo>
                  <a:close/>
                </a:path>
                <a:path w="7619" h="495300">
                  <a:moveTo>
                    <a:pt x="7619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39700"/>
                  </a:lnTo>
                  <a:close/>
                </a:path>
                <a:path w="7619" h="495300">
                  <a:moveTo>
                    <a:pt x="7619" y="137160"/>
                  </a:moveTo>
                  <a:lnTo>
                    <a:pt x="0" y="137160"/>
                  </a:lnTo>
                  <a:lnTo>
                    <a:pt x="0" y="138429"/>
                  </a:lnTo>
                  <a:lnTo>
                    <a:pt x="7619" y="138429"/>
                  </a:lnTo>
                  <a:lnTo>
                    <a:pt x="7619" y="137160"/>
                  </a:lnTo>
                  <a:close/>
                </a:path>
                <a:path w="7619" h="495300">
                  <a:moveTo>
                    <a:pt x="7619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3350"/>
                  </a:lnTo>
                  <a:close/>
                </a:path>
                <a:path w="7619" h="495300">
                  <a:moveTo>
                    <a:pt x="7619" y="130810"/>
                  </a:moveTo>
                  <a:lnTo>
                    <a:pt x="0" y="130810"/>
                  </a:lnTo>
                  <a:lnTo>
                    <a:pt x="0" y="132079"/>
                  </a:lnTo>
                  <a:lnTo>
                    <a:pt x="7619" y="132079"/>
                  </a:lnTo>
                  <a:lnTo>
                    <a:pt x="7619" y="130810"/>
                  </a:lnTo>
                  <a:close/>
                </a:path>
                <a:path w="7619" h="495300">
                  <a:moveTo>
                    <a:pt x="7619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7000"/>
                  </a:lnTo>
                  <a:close/>
                </a:path>
                <a:path w="7619" h="495300">
                  <a:moveTo>
                    <a:pt x="7619" y="124460"/>
                  </a:moveTo>
                  <a:lnTo>
                    <a:pt x="0" y="124460"/>
                  </a:lnTo>
                  <a:lnTo>
                    <a:pt x="0" y="125729"/>
                  </a:lnTo>
                  <a:lnTo>
                    <a:pt x="7619" y="125729"/>
                  </a:lnTo>
                  <a:lnTo>
                    <a:pt x="7619" y="124460"/>
                  </a:lnTo>
                  <a:close/>
                </a:path>
                <a:path w="7619" h="495300">
                  <a:moveTo>
                    <a:pt x="7619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0650"/>
                  </a:lnTo>
                  <a:close/>
                </a:path>
                <a:path w="7619" h="495300">
                  <a:moveTo>
                    <a:pt x="7619" y="118110"/>
                  </a:moveTo>
                  <a:lnTo>
                    <a:pt x="0" y="118110"/>
                  </a:lnTo>
                  <a:lnTo>
                    <a:pt x="0" y="119379"/>
                  </a:lnTo>
                  <a:lnTo>
                    <a:pt x="7619" y="119379"/>
                  </a:lnTo>
                  <a:lnTo>
                    <a:pt x="7619" y="118110"/>
                  </a:lnTo>
                  <a:close/>
                </a:path>
                <a:path w="7619" h="495300">
                  <a:moveTo>
                    <a:pt x="7619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4300"/>
                  </a:lnTo>
                  <a:close/>
                </a:path>
                <a:path w="7619" h="495300">
                  <a:moveTo>
                    <a:pt x="7619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7619" y="113029"/>
                  </a:lnTo>
                  <a:lnTo>
                    <a:pt x="7619" y="111760"/>
                  </a:lnTo>
                  <a:close/>
                </a:path>
                <a:path w="7619" h="495300">
                  <a:moveTo>
                    <a:pt x="7619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7950"/>
                  </a:lnTo>
                  <a:close/>
                </a:path>
                <a:path w="7619" h="495300">
                  <a:moveTo>
                    <a:pt x="7619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7619" y="106679"/>
                  </a:lnTo>
                  <a:lnTo>
                    <a:pt x="7619" y="105410"/>
                  </a:lnTo>
                  <a:close/>
                </a:path>
                <a:path w="7619" h="495300">
                  <a:moveTo>
                    <a:pt x="7619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1600"/>
                  </a:lnTo>
                  <a:close/>
                </a:path>
                <a:path w="7619" h="495300">
                  <a:moveTo>
                    <a:pt x="7619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7619" y="100329"/>
                  </a:lnTo>
                  <a:lnTo>
                    <a:pt x="7619" y="99060"/>
                  </a:lnTo>
                  <a:close/>
                </a:path>
                <a:path w="7619" h="495300">
                  <a:moveTo>
                    <a:pt x="7619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5250"/>
                  </a:lnTo>
                  <a:close/>
                </a:path>
                <a:path w="7619" h="495300">
                  <a:moveTo>
                    <a:pt x="7619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7619" y="93979"/>
                  </a:lnTo>
                  <a:lnTo>
                    <a:pt x="7619" y="92710"/>
                  </a:lnTo>
                  <a:close/>
                </a:path>
                <a:path w="7619" h="495300">
                  <a:moveTo>
                    <a:pt x="7619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88900"/>
                  </a:lnTo>
                  <a:close/>
                </a:path>
                <a:path w="7619" h="495300">
                  <a:moveTo>
                    <a:pt x="761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7619" y="87629"/>
                  </a:lnTo>
                  <a:lnTo>
                    <a:pt x="7619" y="86360"/>
                  </a:lnTo>
                  <a:close/>
                </a:path>
                <a:path w="7619" h="495300">
                  <a:moveTo>
                    <a:pt x="761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2550"/>
                  </a:lnTo>
                  <a:close/>
                </a:path>
                <a:path w="7619" h="495300">
                  <a:moveTo>
                    <a:pt x="7619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80010"/>
                  </a:lnTo>
                  <a:close/>
                </a:path>
                <a:path w="7619" h="495300">
                  <a:moveTo>
                    <a:pt x="7619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6200"/>
                  </a:lnTo>
                  <a:close/>
                </a:path>
                <a:path w="7619" h="495300">
                  <a:moveTo>
                    <a:pt x="7619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7619" y="74929"/>
                  </a:lnTo>
                  <a:lnTo>
                    <a:pt x="7619" y="73660"/>
                  </a:lnTo>
                  <a:close/>
                </a:path>
                <a:path w="7619" h="495300">
                  <a:moveTo>
                    <a:pt x="761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9850"/>
                  </a:lnTo>
                  <a:close/>
                </a:path>
                <a:path w="7619" h="495300">
                  <a:moveTo>
                    <a:pt x="761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7619" y="68579"/>
                  </a:lnTo>
                  <a:lnTo>
                    <a:pt x="7619" y="67310"/>
                  </a:lnTo>
                  <a:close/>
                </a:path>
                <a:path w="7619" h="495300">
                  <a:moveTo>
                    <a:pt x="761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3500"/>
                  </a:lnTo>
                  <a:close/>
                </a:path>
                <a:path w="7619" h="495300">
                  <a:moveTo>
                    <a:pt x="761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7619" y="62229"/>
                  </a:lnTo>
                  <a:lnTo>
                    <a:pt x="7619" y="60960"/>
                  </a:lnTo>
                  <a:close/>
                </a:path>
                <a:path w="7619" h="495300">
                  <a:moveTo>
                    <a:pt x="761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7150"/>
                  </a:lnTo>
                  <a:close/>
                </a:path>
                <a:path w="7619" h="495300">
                  <a:moveTo>
                    <a:pt x="761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54610"/>
                  </a:lnTo>
                  <a:close/>
                </a:path>
                <a:path w="7619" h="495300">
                  <a:moveTo>
                    <a:pt x="761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0800"/>
                  </a:lnTo>
                  <a:close/>
                </a:path>
                <a:path w="7619" h="495300">
                  <a:moveTo>
                    <a:pt x="761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7619" y="49529"/>
                  </a:lnTo>
                  <a:lnTo>
                    <a:pt x="7619" y="48260"/>
                  </a:lnTo>
                  <a:close/>
                </a:path>
                <a:path w="7619" h="495300">
                  <a:moveTo>
                    <a:pt x="761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4450"/>
                  </a:lnTo>
                  <a:close/>
                </a:path>
                <a:path w="7619" h="495300">
                  <a:moveTo>
                    <a:pt x="761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7619" y="43179"/>
                  </a:lnTo>
                  <a:lnTo>
                    <a:pt x="7619" y="41910"/>
                  </a:lnTo>
                  <a:close/>
                </a:path>
                <a:path w="7619" h="495300">
                  <a:moveTo>
                    <a:pt x="761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8100"/>
                  </a:lnTo>
                  <a:close/>
                </a:path>
                <a:path w="7619" h="495300">
                  <a:moveTo>
                    <a:pt x="761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7619" y="36829"/>
                  </a:lnTo>
                  <a:lnTo>
                    <a:pt x="7619" y="35560"/>
                  </a:lnTo>
                  <a:close/>
                </a:path>
                <a:path w="7619" h="495300">
                  <a:moveTo>
                    <a:pt x="761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1750"/>
                  </a:lnTo>
                  <a:close/>
                </a:path>
                <a:path w="7619" h="495300">
                  <a:moveTo>
                    <a:pt x="761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29210"/>
                  </a:lnTo>
                  <a:close/>
                </a:path>
                <a:path w="7619" h="495300">
                  <a:moveTo>
                    <a:pt x="761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5400"/>
                  </a:lnTo>
                  <a:close/>
                </a:path>
                <a:path w="7619" h="495300">
                  <a:moveTo>
                    <a:pt x="761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2860"/>
                  </a:lnTo>
                  <a:close/>
                </a:path>
                <a:path w="7619" h="495300">
                  <a:moveTo>
                    <a:pt x="761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050"/>
                  </a:lnTo>
                  <a:close/>
                </a:path>
                <a:path w="7619" h="495300">
                  <a:moveTo>
                    <a:pt x="761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6510"/>
                  </a:lnTo>
                  <a:close/>
                </a:path>
                <a:path w="7619" h="495300">
                  <a:moveTo>
                    <a:pt x="761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700"/>
                  </a:lnTo>
                  <a:close/>
                </a:path>
                <a:path w="7619" h="495300">
                  <a:moveTo>
                    <a:pt x="761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10160"/>
                  </a:lnTo>
                  <a:close/>
                </a:path>
                <a:path w="7619" h="495300">
                  <a:moveTo>
                    <a:pt x="761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6350"/>
                  </a:lnTo>
                  <a:close/>
                </a:path>
                <a:path w="7619" h="495300">
                  <a:moveTo>
                    <a:pt x="7619" y="2539"/>
                  </a:moveTo>
                  <a:lnTo>
                    <a:pt x="3809" y="2539"/>
                  </a:lnTo>
                  <a:lnTo>
                    <a:pt x="3809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7619" y="5079"/>
                  </a:lnTo>
                  <a:lnTo>
                    <a:pt x="7619" y="2539"/>
                  </a:lnTo>
                  <a:close/>
                </a:path>
                <a:path w="7619" h="49530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7619" h="495300">
                  <a:moveTo>
                    <a:pt x="7619" y="165100"/>
                  </a:moveTo>
                  <a:lnTo>
                    <a:pt x="0" y="16510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65100"/>
                  </a:lnTo>
                  <a:close/>
                </a:path>
                <a:path w="7619" h="495300">
                  <a:moveTo>
                    <a:pt x="7619" y="177800"/>
                  </a:moveTo>
                  <a:lnTo>
                    <a:pt x="0" y="177800"/>
                  </a:lnTo>
                  <a:lnTo>
                    <a:pt x="0" y="276860"/>
                  </a:lnTo>
                  <a:lnTo>
                    <a:pt x="7619" y="276860"/>
                  </a:lnTo>
                  <a:lnTo>
                    <a:pt x="7619" y="177800"/>
                  </a:lnTo>
                  <a:close/>
                </a:path>
                <a:path w="7619" h="495300">
                  <a:moveTo>
                    <a:pt x="7619" y="276860"/>
                  </a:moveTo>
                  <a:lnTo>
                    <a:pt x="0" y="276860"/>
                  </a:lnTo>
                  <a:lnTo>
                    <a:pt x="0" y="336550"/>
                  </a:lnTo>
                  <a:lnTo>
                    <a:pt x="7619" y="336550"/>
                  </a:lnTo>
                  <a:lnTo>
                    <a:pt x="7619" y="276860"/>
                  </a:lnTo>
                  <a:close/>
                </a:path>
                <a:path w="7619" h="495300">
                  <a:moveTo>
                    <a:pt x="7619" y="336550"/>
                  </a:moveTo>
                  <a:lnTo>
                    <a:pt x="0" y="336550"/>
                  </a:lnTo>
                  <a:lnTo>
                    <a:pt x="0" y="349250"/>
                  </a:lnTo>
                  <a:lnTo>
                    <a:pt x="7619" y="349250"/>
                  </a:lnTo>
                  <a:lnTo>
                    <a:pt x="7619" y="336550"/>
                  </a:lnTo>
                  <a:close/>
                </a:path>
                <a:path w="7619" h="495300">
                  <a:moveTo>
                    <a:pt x="7619" y="350520"/>
                  </a:moveTo>
                  <a:lnTo>
                    <a:pt x="0" y="350520"/>
                  </a:lnTo>
                  <a:lnTo>
                    <a:pt x="0" y="495300"/>
                  </a:lnTo>
                  <a:lnTo>
                    <a:pt x="1269" y="495300"/>
                  </a:lnTo>
                  <a:lnTo>
                    <a:pt x="1269" y="494030"/>
                  </a:lnTo>
                  <a:lnTo>
                    <a:pt x="7619" y="494030"/>
                  </a:lnTo>
                  <a:lnTo>
                    <a:pt x="7619" y="350520"/>
                  </a:lnTo>
                  <a:close/>
                </a:path>
              </a:pathLst>
            </a:custGeom>
            <a:solidFill>
              <a:srgbClr val="80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1">
              <a:extLst>
                <a:ext uri="{FF2B5EF4-FFF2-40B4-BE49-F238E27FC236}">
                  <a16:creationId xmlns:a16="http://schemas.microsoft.com/office/drawing/2014/main" id="{9CCD6834-873A-62F6-7738-3F3B81389E7A}"/>
                </a:ext>
              </a:extLst>
            </p:cNvPr>
            <p:cNvSpPr/>
            <p:nvPr/>
          </p:nvSpPr>
          <p:spPr>
            <a:xfrm>
              <a:off x="3119120" y="2604769"/>
              <a:ext cx="7620" cy="491490"/>
            </a:xfrm>
            <a:custGeom>
              <a:avLst/>
              <a:gdLst/>
              <a:ahLst/>
              <a:cxnLst/>
              <a:rect l="l" t="t" r="r" b="b"/>
              <a:pathLst>
                <a:path w="7619" h="491489">
                  <a:moveTo>
                    <a:pt x="7619" y="160020"/>
                  </a:moveTo>
                  <a:lnTo>
                    <a:pt x="0" y="160020"/>
                  </a:lnTo>
                  <a:lnTo>
                    <a:pt x="0" y="161289"/>
                  </a:lnTo>
                  <a:lnTo>
                    <a:pt x="7619" y="161289"/>
                  </a:lnTo>
                  <a:lnTo>
                    <a:pt x="7619" y="160020"/>
                  </a:lnTo>
                  <a:close/>
                </a:path>
                <a:path w="7619" h="491489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491489">
                  <a:moveTo>
                    <a:pt x="7619" y="153670"/>
                  </a:moveTo>
                  <a:lnTo>
                    <a:pt x="0" y="153670"/>
                  </a:lnTo>
                  <a:lnTo>
                    <a:pt x="0" y="154939"/>
                  </a:lnTo>
                  <a:lnTo>
                    <a:pt x="7619" y="154939"/>
                  </a:lnTo>
                  <a:lnTo>
                    <a:pt x="7619" y="153670"/>
                  </a:lnTo>
                  <a:close/>
                </a:path>
                <a:path w="7619" h="491489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491489">
                  <a:moveTo>
                    <a:pt x="7619" y="140970"/>
                  </a:moveTo>
                  <a:lnTo>
                    <a:pt x="0" y="14097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0970"/>
                  </a:lnTo>
                  <a:close/>
                </a:path>
                <a:path w="7619" h="491489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491489">
                  <a:moveTo>
                    <a:pt x="7619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4620"/>
                  </a:lnTo>
                  <a:close/>
                </a:path>
                <a:path w="7619" h="491489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491489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491489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491489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491489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491489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491489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491489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491489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491489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49148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49148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49148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49148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49148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49148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49148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49148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49148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49148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49148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49148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49148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49148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49148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49148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49148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49148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49148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49148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49148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49148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49148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49148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49148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49148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49148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49148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49148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49148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491489">
                  <a:moveTo>
                    <a:pt x="7619" y="2539"/>
                  </a:moveTo>
                  <a:lnTo>
                    <a:pt x="6350" y="2539"/>
                  </a:lnTo>
                  <a:lnTo>
                    <a:pt x="635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2539"/>
                  </a:lnTo>
                  <a:close/>
                </a:path>
                <a:path w="7619" h="49148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7619" h="491489">
                  <a:moveTo>
                    <a:pt x="7619" y="162560"/>
                  </a:moveTo>
                  <a:lnTo>
                    <a:pt x="0" y="162560"/>
                  </a:lnTo>
                  <a:lnTo>
                    <a:pt x="0" y="175260"/>
                  </a:lnTo>
                  <a:lnTo>
                    <a:pt x="7619" y="175260"/>
                  </a:lnTo>
                  <a:lnTo>
                    <a:pt x="7619" y="162560"/>
                  </a:lnTo>
                  <a:close/>
                </a:path>
                <a:path w="7619" h="491489">
                  <a:moveTo>
                    <a:pt x="7619" y="175260"/>
                  </a:moveTo>
                  <a:lnTo>
                    <a:pt x="0" y="175260"/>
                  </a:lnTo>
                  <a:lnTo>
                    <a:pt x="0" y="274320"/>
                  </a:lnTo>
                  <a:lnTo>
                    <a:pt x="7619" y="274320"/>
                  </a:lnTo>
                  <a:lnTo>
                    <a:pt x="7619" y="175260"/>
                  </a:lnTo>
                  <a:close/>
                </a:path>
                <a:path w="7619" h="491489">
                  <a:moveTo>
                    <a:pt x="7619" y="274320"/>
                  </a:moveTo>
                  <a:lnTo>
                    <a:pt x="0" y="274320"/>
                  </a:lnTo>
                  <a:lnTo>
                    <a:pt x="0" y="334010"/>
                  </a:lnTo>
                  <a:lnTo>
                    <a:pt x="7619" y="334010"/>
                  </a:lnTo>
                  <a:lnTo>
                    <a:pt x="7619" y="274320"/>
                  </a:lnTo>
                  <a:close/>
                </a:path>
                <a:path w="7619" h="491489">
                  <a:moveTo>
                    <a:pt x="7619" y="334010"/>
                  </a:moveTo>
                  <a:lnTo>
                    <a:pt x="0" y="334010"/>
                  </a:lnTo>
                  <a:lnTo>
                    <a:pt x="0" y="346710"/>
                  </a:lnTo>
                  <a:lnTo>
                    <a:pt x="7619" y="346710"/>
                  </a:lnTo>
                  <a:lnTo>
                    <a:pt x="7619" y="334010"/>
                  </a:lnTo>
                  <a:close/>
                </a:path>
                <a:path w="7619" h="491489">
                  <a:moveTo>
                    <a:pt x="7619" y="347980"/>
                  </a:moveTo>
                  <a:lnTo>
                    <a:pt x="0" y="347980"/>
                  </a:lnTo>
                  <a:lnTo>
                    <a:pt x="0" y="491490"/>
                  </a:lnTo>
                  <a:lnTo>
                    <a:pt x="5080" y="491490"/>
                  </a:lnTo>
                  <a:lnTo>
                    <a:pt x="5080" y="490220"/>
                  </a:lnTo>
                  <a:lnTo>
                    <a:pt x="7619" y="490220"/>
                  </a:lnTo>
                  <a:lnTo>
                    <a:pt x="7619" y="347980"/>
                  </a:lnTo>
                  <a:close/>
                </a:path>
              </a:pathLst>
            </a:custGeom>
            <a:solidFill>
              <a:srgbClr val="8282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2">
              <a:extLst>
                <a:ext uri="{FF2B5EF4-FFF2-40B4-BE49-F238E27FC236}">
                  <a16:creationId xmlns:a16="http://schemas.microsoft.com/office/drawing/2014/main" id="{0755287F-A4BC-9FFA-BA17-D50558539D2A}"/>
                </a:ext>
              </a:extLst>
            </p:cNvPr>
            <p:cNvSpPr/>
            <p:nvPr/>
          </p:nvSpPr>
          <p:spPr>
            <a:xfrm>
              <a:off x="3126740" y="2607309"/>
              <a:ext cx="6350" cy="486409"/>
            </a:xfrm>
            <a:custGeom>
              <a:avLst/>
              <a:gdLst/>
              <a:ahLst/>
              <a:cxnLst/>
              <a:rect l="l" t="t" r="r" b="b"/>
              <a:pathLst>
                <a:path w="6350" h="486410">
                  <a:moveTo>
                    <a:pt x="6350" y="157480"/>
                  </a:moveTo>
                  <a:lnTo>
                    <a:pt x="0" y="15748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80"/>
                  </a:lnTo>
                  <a:close/>
                </a:path>
                <a:path w="6350" h="486410">
                  <a:moveTo>
                    <a:pt x="6350" y="153670"/>
                  </a:moveTo>
                  <a:lnTo>
                    <a:pt x="0" y="153670"/>
                  </a:lnTo>
                  <a:lnTo>
                    <a:pt x="0" y="156210"/>
                  </a:lnTo>
                  <a:lnTo>
                    <a:pt x="6350" y="156210"/>
                  </a:lnTo>
                  <a:lnTo>
                    <a:pt x="6350" y="153670"/>
                  </a:lnTo>
                  <a:close/>
                </a:path>
                <a:path w="6350" h="486410">
                  <a:moveTo>
                    <a:pt x="635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30"/>
                  </a:lnTo>
                  <a:close/>
                </a:path>
                <a:path w="6350" h="486410">
                  <a:moveTo>
                    <a:pt x="635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47320"/>
                  </a:lnTo>
                  <a:close/>
                </a:path>
                <a:path w="6350" h="486410">
                  <a:moveTo>
                    <a:pt x="6350" y="138430"/>
                  </a:moveTo>
                  <a:lnTo>
                    <a:pt x="0" y="13843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38430"/>
                  </a:lnTo>
                  <a:close/>
                </a:path>
                <a:path w="6350" h="486410">
                  <a:moveTo>
                    <a:pt x="6350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6350" y="137160"/>
                  </a:lnTo>
                  <a:lnTo>
                    <a:pt x="6350" y="134620"/>
                  </a:lnTo>
                  <a:close/>
                </a:path>
                <a:path w="6350" h="486410">
                  <a:moveTo>
                    <a:pt x="6350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80"/>
                  </a:lnTo>
                  <a:close/>
                </a:path>
                <a:path w="6350" h="486410">
                  <a:moveTo>
                    <a:pt x="635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28270"/>
                  </a:lnTo>
                  <a:close/>
                </a:path>
                <a:path w="6350" h="486410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486410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486410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486410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486410">
                  <a:moveTo>
                    <a:pt x="635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30"/>
                  </a:lnTo>
                  <a:close/>
                </a:path>
                <a:path w="6350" h="486410">
                  <a:moveTo>
                    <a:pt x="635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9220"/>
                  </a:lnTo>
                  <a:close/>
                </a:path>
                <a:path w="6350" h="486410">
                  <a:moveTo>
                    <a:pt x="635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80"/>
                  </a:lnTo>
                  <a:close/>
                </a:path>
                <a:path w="6350" h="486410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486410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486410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486410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486410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486410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486410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486410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486410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486410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486410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486410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486410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486410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486410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486410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486410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486410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486410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486410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486410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486410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486410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486410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486410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486410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486410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486410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486410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486410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486410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486410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4864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6350" h="486410">
                  <a:moveTo>
                    <a:pt x="6350" y="160020"/>
                  </a:moveTo>
                  <a:lnTo>
                    <a:pt x="0" y="160020"/>
                  </a:lnTo>
                  <a:lnTo>
                    <a:pt x="0" y="172720"/>
                  </a:lnTo>
                  <a:lnTo>
                    <a:pt x="6350" y="172720"/>
                  </a:lnTo>
                  <a:lnTo>
                    <a:pt x="6350" y="160020"/>
                  </a:lnTo>
                  <a:close/>
                </a:path>
                <a:path w="6350" h="486410">
                  <a:moveTo>
                    <a:pt x="6350" y="172720"/>
                  </a:moveTo>
                  <a:lnTo>
                    <a:pt x="0" y="172720"/>
                  </a:lnTo>
                  <a:lnTo>
                    <a:pt x="0" y="271780"/>
                  </a:lnTo>
                  <a:lnTo>
                    <a:pt x="6350" y="271780"/>
                  </a:lnTo>
                  <a:lnTo>
                    <a:pt x="6350" y="172720"/>
                  </a:lnTo>
                  <a:close/>
                </a:path>
                <a:path w="6350" h="486410">
                  <a:moveTo>
                    <a:pt x="6350" y="271780"/>
                  </a:moveTo>
                  <a:lnTo>
                    <a:pt x="0" y="271780"/>
                  </a:lnTo>
                  <a:lnTo>
                    <a:pt x="0" y="331470"/>
                  </a:lnTo>
                  <a:lnTo>
                    <a:pt x="6350" y="331470"/>
                  </a:lnTo>
                  <a:lnTo>
                    <a:pt x="6350" y="271780"/>
                  </a:lnTo>
                  <a:close/>
                </a:path>
                <a:path w="6350" h="486410">
                  <a:moveTo>
                    <a:pt x="6350" y="331470"/>
                  </a:moveTo>
                  <a:lnTo>
                    <a:pt x="0" y="331470"/>
                  </a:lnTo>
                  <a:lnTo>
                    <a:pt x="0" y="344170"/>
                  </a:lnTo>
                  <a:lnTo>
                    <a:pt x="6350" y="344170"/>
                  </a:lnTo>
                  <a:lnTo>
                    <a:pt x="6350" y="331470"/>
                  </a:lnTo>
                  <a:close/>
                </a:path>
                <a:path w="6350" h="486410">
                  <a:moveTo>
                    <a:pt x="6350" y="345440"/>
                  </a:moveTo>
                  <a:lnTo>
                    <a:pt x="0" y="345440"/>
                  </a:lnTo>
                  <a:lnTo>
                    <a:pt x="0" y="486410"/>
                  </a:lnTo>
                  <a:lnTo>
                    <a:pt x="2539" y="486410"/>
                  </a:lnTo>
                  <a:lnTo>
                    <a:pt x="2539" y="485140"/>
                  </a:lnTo>
                  <a:lnTo>
                    <a:pt x="6350" y="485140"/>
                  </a:lnTo>
                  <a:lnTo>
                    <a:pt x="6350" y="345440"/>
                  </a:lnTo>
                  <a:close/>
                </a:path>
              </a:pathLst>
            </a:custGeom>
            <a:solidFill>
              <a:srgbClr val="8383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3">
              <a:extLst>
                <a:ext uri="{FF2B5EF4-FFF2-40B4-BE49-F238E27FC236}">
                  <a16:creationId xmlns:a16="http://schemas.microsoft.com/office/drawing/2014/main" id="{BF9621DA-0793-3A6C-974E-B819BED070F5}"/>
                </a:ext>
              </a:extLst>
            </p:cNvPr>
            <p:cNvSpPr/>
            <p:nvPr/>
          </p:nvSpPr>
          <p:spPr>
            <a:xfrm>
              <a:off x="3133090" y="2608580"/>
              <a:ext cx="7620" cy="483870"/>
            </a:xfrm>
            <a:custGeom>
              <a:avLst/>
              <a:gdLst/>
              <a:ahLst/>
              <a:cxnLst/>
              <a:rect l="l" t="t" r="r" b="b"/>
              <a:pathLst>
                <a:path w="7619" h="483869">
                  <a:moveTo>
                    <a:pt x="7620" y="156210"/>
                  </a:moveTo>
                  <a:lnTo>
                    <a:pt x="0" y="156210"/>
                  </a:lnTo>
                  <a:lnTo>
                    <a:pt x="0" y="157479"/>
                  </a:lnTo>
                  <a:lnTo>
                    <a:pt x="7620" y="157479"/>
                  </a:lnTo>
                  <a:lnTo>
                    <a:pt x="7620" y="156210"/>
                  </a:lnTo>
                  <a:close/>
                </a:path>
                <a:path w="7619" h="483869">
                  <a:moveTo>
                    <a:pt x="7620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7620" y="154939"/>
                  </a:lnTo>
                  <a:lnTo>
                    <a:pt x="7620" y="152400"/>
                  </a:lnTo>
                  <a:close/>
                </a:path>
                <a:path w="7619" h="483869">
                  <a:moveTo>
                    <a:pt x="7620" y="149860"/>
                  </a:moveTo>
                  <a:lnTo>
                    <a:pt x="0" y="149860"/>
                  </a:lnTo>
                  <a:lnTo>
                    <a:pt x="0" y="151129"/>
                  </a:lnTo>
                  <a:lnTo>
                    <a:pt x="7620" y="151129"/>
                  </a:lnTo>
                  <a:lnTo>
                    <a:pt x="7620" y="149860"/>
                  </a:lnTo>
                  <a:close/>
                </a:path>
                <a:path w="7619" h="483869">
                  <a:moveTo>
                    <a:pt x="7620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7620" y="148589"/>
                  </a:lnTo>
                  <a:lnTo>
                    <a:pt x="7620" y="146050"/>
                  </a:lnTo>
                  <a:close/>
                </a:path>
                <a:path w="7619" h="483869">
                  <a:moveTo>
                    <a:pt x="7620" y="137160"/>
                  </a:moveTo>
                  <a:lnTo>
                    <a:pt x="0" y="137160"/>
                  </a:lnTo>
                  <a:lnTo>
                    <a:pt x="0" y="144779"/>
                  </a:lnTo>
                  <a:lnTo>
                    <a:pt x="7620" y="144779"/>
                  </a:lnTo>
                  <a:lnTo>
                    <a:pt x="7620" y="137160"/>
                  </a:lnTo>
                  <a:close/>
                </a:path>
                <a:path w="7619" h="483869">
                  <a:moveTo>
                    <a:pt x="762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7620" y="135889"/>
                  </a:lnTo>
                  <a:lnTo>
                    <a:pt x="7620" y="133350"/>
                  </a:lnTo>
                  <a:close/>
                </a:path>
                <a:path w="7619" h="483869">
                  <a:moveTo>
                    <a:pt x="7620" y="130810"/>
                  </a:moveTo>
                  <a:lnTo>
                    <a:pt x="0" y="130810"/>
                  </a:lnTo>
                  <a:lnTo>
                    <a:pt x="0" y="132079"/>
                  </a:lnTo>
                  <a:lnTo>
                    <a:pt x="7620" y="132079"/>
                  </a:lnTo>
                  <a:lnTo>
                    <a:pt x="7620" y="130810"/>
                  </a:lnTo>
                  <a:close/>
                </a:path>
                <a:path w="7619" h="483869">
                  <a:moveTo>
                    <a:pt x="762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7620" y="129539"/>
                  </a:lnTo>
                  <a:lnTo>
                    <a:pt x="7620" y="127000"/>
                  </a:lnTo>
                  <a:close/>
                </a:path>
                <a:path w="7619" h="483869">
                  <a:moveTo>
                    <a:pt x="7620" y="124460"/>
                  </a:moveTo>
                  <a:lnTo>
                    <a:pt x="0" y="124460"/>
                  </a:lnTo>
                  <a:lnTo>
                    <a:pt x="0" y="125729"/>
                  </a:lnTo>
                  <a:lnTo>
                    <a:pt x="7620" y="125729"/>
                  </a:lnTo>
                  <a:lnTo>
                    <a:pt x="7620" y="124460"/>
                  </a:lnTo>
                  <a:close/>
                </a:path>
                <a:path w="7619" h="483869">
                  <a:moveTo>
                    <a:pt x="762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7620" y="123189"/>
                  </a:lnTo>
                  <a:lnTo>
                    <a:pt x="7620" y="120650"/>
                  </a:lnTo>
                  <a:close/>
                </a:path>
                <a:path w="7619" h="483869">
                  <a:moveTo>
                    <a:pt x="7620" y="118110"/>
                  </a:moveTo>
                  <a:lnTo>
                    <a:pt x="0" y="118110"/>
                  </a:lnTo>
                  <a:lnTo>
                    <a:pt x="0" y="119379"/>
                  </a:lnTo>
                  <a:lnTo>
                    <a:pt x="7620" y="119379"/>
                  </a:lnTo>
                  <a:lnTo>
                    <a:pt x="7620" y="118110"/>
                  </a:lnTo>
                  <a:close/>
                </a:path>
                <a:path w="7619" h="483869">
                  <a:moveTo>
                    <a:pt x="762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7620" y="116839"/>
                  </a:lnTo>
                  <a:lnTo>
                    <a:pt x="7620" y="114300"/>
                  </a:lnTo>
                  <a:close/>
                </a:path>
                <a:path w="7619" h="483869">
                  <a:moveTo>
                    <a:pt x="7620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7620" y="113029"/>
                  </a:lnTo>
                  <a:lnTo>
                    <a:pt x="7620" y="111760"/>
                  </a:lnTo>
                  <a:close/>
                </a:path>
                <a:path w="7619" h="483869">
                  <a:moveTo>
                    <a:pt x="762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7620" y="110489"/>
                  </a:lnTo>
                  <a:lnTo>
                    <a:pt x="7620" y="107950"/>
                  </a:lnTo>
                  <a:close/>
                </a:path>
                <a:path w="7619" h="483869">
                  <a:moveTo>
                    <a:pt x="762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7620" y="106679"/>
                  </a:lnTo>
                  <a:lnTo>
                    <a:pt x="7620" y="105410"/>
                  </a:lnTo>
                  <a:close/>
                </a:path>
                <a:path w="7619" h="483869">
                  <a:moveTo>
                    <a:pt x="762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7620" y="104139"/>
                  </a:lnTo>
                  <a:lnTo>
                    <a:pt x="7620" y="101600"/>
                  </a:lnTo>
                  <a:close/>
                </a:path>
                <a:path w="7619" h="483869">
                  <a:moveTo>
                    <a:pt x="762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7620" y="100329"/>
                  </a:lnTo>
                  <a:lnTo>
                    <a:pt x="7620" y="99060"/>
                  </a:lnTo>
                  <a:close/>
                </a:path>
                <a:path w="7619" h="483869">
                  <a:moveTo>
                    <a:pt x="762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5250"/>
                  </a:lnTo>
                  <a:close/>
                </a:path>
                <a:path w="7619" h="483869">
                  <a:moveTo>
                    <a:pt x="7620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7620" y="93979"/>
                  </a:lnTo>
                  <a:lnTo>
                    <a:pt x="7620" y="92710"/>
                  </a:lnTo>
                  <a:close/>
                </a:path>
                <a:path w="7619" h="483869">
                  <a:moveTo>
                    <a:pt x="762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8900"/>
                  </a:lnTo>
                  <a:close/>
                </a:path>
                <a:path w="7619" h="483869">
                  <a:moveTo>
                    <a:pt x="7620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7620" y="87629"/>
                  </a:lnTo>
                  <a:lnTo>
                    <a:pt x="7620" y="86360"/>
                  </a:lnTo>
                  <a:close/>
                </a:path>
                <a:path w="7619" h="483869">
                  <a:moveTo>
                    <a:pt x="762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550"/>
                  </a:lnTo>
                  <a:close/>
                </a:path>
                <a:path w="7619" h="483869">
                  <a:moveTo>
                    <a:pt x="762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80010"/>
                  </a:lnTo>
                  <a:close/>
                </a:path>
                <a:path w="7619" h="483869">
                  <a:moveTo>
                    <a:pt x="762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200"/>
                  </a:lnTo>
                  <a:close/>
                </a:path>
                <a:path w="7619" h="483869">
                  <a:moveTo>
                    <a:pt x="762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3660"/>
                  </a:lnTo>
                  <a:close/>
                </a:path>
                <a:path w="7619" h="483869">
                  <a:moveTo>
                    <a:pt x="762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850"/>
                  </a:lnTo>
                  <a:close/>
                </a:path>
                <a:path w="7619" h="483869">
                  <a:moveTo>
                    <a:pt x="762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7310"/>
                  </a:lnTo>
                  <a:close/>
                </a:path>
                <a:path w="7619" h="483869">
                  <a:moveTo>
                    <a:pt x="762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500"/>
                  </a:lnTo>
                  <a:close/>
                </a:path>
                <a:path w="7619" h="483869">
                  <a:moveTo>
                    <a:pt x="762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60960"/>
                  </a:lnTo>
                  <a:close/>
                </a:path>
                <a:path w="7619" h="483869">
                  <a:moveTo>
                    <a:pt x="762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150"/>
                  </a:lnTo>
                  <a:close/>
                </a:path>
                <a:path w="7619" h="483869">
                  <a:moveTo>
                    <a:pt x="762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4610"/>
                  </a:lnTo>
                  <a:close/>
                </a:path>
                <a:path w="7619" h="483869">
                  <a:moveTo>
                    <a:pt x="762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800"/>
                  </a:lnTo>
                  <a:close/>
                </a:path>
                <a:path w="7619" h="483869">
                  <a:moveTo>
                    <a:pt x="762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8260"/>
                  </a:lnTo>
                  <a:close/>
                </a:path>
                <a:path w="7619" h="483869">
                  <a:moveTo>
                    <a:pt x="762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450"/>
                  </a:lnTo>
                  <a:close/>
                </a:path>
                <a:path w="7619" h="483869">
                  <a:moveTo>
                    <a:pt x="762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1910"/>
                  </a:lnTo>
                  <a:close/>
                </a:path>
                <a:path w="7619" h="483869">
                  <a:moveTo>
                    <a:pt x="762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100"/>
                  </a:lnTo>
                  <a:close/>
                </a:path>
                <a:path w="7619" h="483869">
                  <a:moveTo>
                    <a:pt x="762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5560"/>
                  </a:lnTo>
                  <a:close/>
                </a:path>
                <a:path w="7619" h="483869">
                  <a:moveTo>
                    <a:pt x="762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750"/>
                  </a:lnTo>
                  <a:close/>
                </a:path>
                <a:path w="7619" h="483869">
                  <a:moveTo>
                    <a:pt x="762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9210"/>
                  </a:lnTo>
                  <a:close/>
                </a:path>
                <a:path w="7619" h="483869">
                  <a:moveTo>
                    <a:pt x="762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400"/>
                  </a:lnTo>
                  <a:close/>
                </a:path>
                <a:path w="7619" h="483869">
                  <a:moveTo>
                    <a:pt x="762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2860"/>
                  </a:lnTo>
                  <a:close/>
                </a:path>
                <a:path w="7619" h="483869">
                  <a:moveTo>
                    <a:pt x="762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050"/>
                  </a:lnTo>
                  <a:close/>
                </a:path>
                <a:path w="7619" h="483869">
                  <a:moveTo>
                    <a:pt x="762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6510"/>
                  </a:lnTo>
                  <a:close/>
                </a:path>
                <a:path w="7619" h="483869">
                  <a:moveTo>
                    <a:pt x="762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700"/>
                  </a:lnTo>
                  <a:close/>
                </a:path>
                <a:path w="7619" h="483869">
                  <a:moveTo>
                    <a:pt x="762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10160"/>
                  </a:lnTo>
                  <a:close/>
                </a:path>
                <a:path w="7619" h="483869">
                  <a:moveTo>
                    <a:pt x="762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350"/>
                  </a:lnTo>
                  <a:close/>
                </a:path>
                <a:path w="7619" h="483869">
                  <a:moveTo>
                    <a:pt x="762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3810"/>
                  </a:lnTo>
                  <a:close/>
                </a:path>
                <a:path w="7619" h="48386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7619" h="483869">
                  <a:moveTo>
                    <a:pt x="7620" y="158750"/>
                  </a:moveTo>
                  <a:lnTo>
                    <a:pt x="0" y="15875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58750"/>
                  </a:lnTo>
                  <a:close/>
                </a:path>
                <a:path w="7619" h="483869">
                  <a:moveTo>
                    <a:pt x="7620" y="171450"/>
                  </a:moveTo>
                  <a:lnTo>
                    <a:pt x="0" y="171450"/>
                  </a:lnTo>
                  <a:lnTo>
                    <a:pt x="0" y="270510"/>
                  </a:lnTo>
                  <a:lnTo>
                    <a:pt x="7620" y="270510"/>
                  </a:lnTo>
                  <a:lnTo>
                    <a:pt x="7620" y="171450"/>
                  </a:lnTo>
                  <a:close/>
                </a:path>
                <a:path w="7619" h="483869">
                  <a:moveTo>
                    <a:pt x="7620" y="270510"/>
                  </a:moveTo>
                  <a:lnTo>
                    <a:pt x="0" y="270510"/>
                  </a:lnTo>
                  <a:lnTo>
                    <a:pt x="0" y="330200"/>
                  </a:lnTo>
                  <a:lnTo>
                    <a:pt x="7620" y="330200"/>
                  </a:lnTo>
                  <a:lnTo>
                    <a:pt x="7620" y="270510"/>
                  </a:lnTo>
                  <a:close/>
                </a:path>
                <a:path w="7619" h="483869">
                  <a:moveTo>
                    <a:pt x="7620" y="330200"/>
                  </a:moveTo>
                  <a:lnTo>
                    <a:pt x="0" y="330200"/>
                  </a:lnTo>
                  <a:lnTo>
                    <a:pt x="0" y="342900"/>
                  </a:lnTo>
                  <a:lnTo>
                    <a:pt x="7620" y="342900"/>
                  </a:lnTo>
                  <a:lnTo>
                    <a:pt x="7620" y="330200"/>
                  </a:lnTo>
                  <a:close/>
                </a:path>
                <a:path w="7619" h="483869">
                  <a:moveTo>
                    <a:pt x="7620" y="344170"/>
                  </a:moveTo>
                  <a:lnTo>
                    <a:pt x="0" y="344170"/>
                  </a:lnTo>
                  <a:lnTo>
                    <a:pt x="0" y="483870"/>
                  </a:lnTo>
                  <a:lnTo>
                    <a:pt x="6350" y="483870"/>
                  </a:lnTo>
                  <a:lnTo>
                    <a:pt x="6350" y="482600"/>
                  </a:lnTo>
                  <a:lnTo>
                    <a:pt x="7620" y="482600"/>
                  </a:lnTo>
                  <a:lnTo>
                    <a:pt x="7620" y="344170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4">
              <a:extLst>
                <a:ext uri="{FF2B5EF4-FFF2-40B4-BE49-F238E27FC236}">
                  <a16:creationId xmlns:a16="http://schemas.microsoft.com/office/drawing/2014/main" id="{7EDBC78F-A28C-D69F-695F-FB0C964A92F8}"/>
                </a:ext>
              </a:extLst>
            </p:cNvPr>
            <p:cNvSpPr/>
            <p:nvPr/>
          </p:nvSpPr>
          <p:spPr>
            <a:xfrm>
              <a:off x="3140697" y="2611119"/>
              <a:ext cx="8255" cy="478790"/>
            </a:xfrm>
            <a:custGeom>
              <a:avLst/>
              <a:gdLst/>
              <a:ahLst/>
              <a:cxnLst/>
              <a:rect l="l" t="t" r="r" b="b"/>
              <a:pathLst>
                <a:path w="8255" h="478789">
                  <a:moveTo>
                    <a:pt x="5092" y="0"/>
                  </a:moveTo>
                  <a:lnTo>
                    <a:pt x="0" y="0"/>
                  </a:lnTo>
                  <a:lnTo>
                    <a:pt x="12" y="2540"/>
                  </a:lnTo>
                  <a:lnTo>
                    <a:pt x="5092" y="2540"/>
                  </a:lnTo>
                  <a:lnTo>
                    <a:pt x="5092" y="0"/>
                  </a:lnTo>
                  <a:close/>
                </a:path>
                <a:path w="8255" h="478789">
                  <a:moveTo>
                    <a:pt x="7632" y="341630"/>
                  </a:moveTo>
                  <a:lnTo>
                    <a:pt x="12" y="341630"/>
                  </a:lnTo>
                  <a:lnTo>
                    <a:pt x="12" y="478790"/>
                  </a:lnTo>
                  <a:lnTo>
                    <a:pt x="7632" y="478790"/>
                  </a:lnTo>
                  <a:lnTo>
                    <a:pt x="7632" y="341630"/>
                  </a:lnTo>
                  <a:close/>
                </a:path>
                <a:path w="8255" h="478789">
                  <a:moveTo>
                    <a:pt x="7632" y="327672"/>
                  </a:moveTo>
                  <a:lnTo>
                    <a:pt x="12" y="327672"/>
                  </a:lnTo>
                  <a:lnTo>
                    <a:pt x="12" y="340360"/>
                  </a:lnTo>
                  <a:lnTo>
                    <a:pt x="7632" y="340360"/>
                  </a:lnTo>
                  <a:lnTo>
                    <a:pt x="7632" y="327672"/>
                  </a:lnTo>
                  <a:close/>
                </a:path>
                <a:path w="8255" h="478789">
                  <a:moveTo>
                    <a:pt x="7632" y="267982"/>
                  </a:moveTo>
                  <a:lnTo>
                    <a:pt x="12" y="267982"/>
                  </a:lnTo>
                  <a:lnTo>
                    <a:pt x="12" y="327660"/>
                  </a:lnTo>
                  <a:lnTo>
                    <a:pt x="7632" y="327660"/>
                  </a:lnTo>
                  <a:lnTo>
                    <a:pt x="7632" y="267982"/>
                  </a:lnTo>
                  <a:close/>
                </a:path>
                <a:path w="8255" h="478789">
                  <a:moveTo>
                    <a:pt x="7632" y="168922"/>
                  </a:moveTo>
                  <a:lnTo>
                    <a:pt x="12" y="168922"/>
                  </a:lnTo>
                  <a:lnTo>
                    <a:pt x="12" y="267970"/>
                  </a:lnTo>
                  <a:lnTo>
                    <a:pt x="7632" y="267970"/>
                  </a:lnTo>
                  <a:lnTo>
                    <a:pt x="7632" y="168922"/>
                  </a:lnTo>
                  <a:close/>
                </a:path>
                <a:path w="8255" h="478789">
                  <a:moveTo>
                    <a:pt x="7632" y="156222"/>
                  </a:moveTo>
                  <a:lnTo>
                    <a:pt x="12" y="156222"/>
                  </a:lnTo>
                  <a:lnTo>
                    <a:pt x="12" y="168910"/>
                  </a:lnTo>
                  <a:lnTo>
                    <a:pt x="7632" y="168910"/>
                  </a:lnTo>
                  <a:lnTo>
                    <a:pt x="7632" y="156222"/>
                  </a:lnTo>
                  <a:close/>
                </a:path>
                <a:path w="8255" h="478789">
                  <a:moveTo>
                    <a:pt x="7632" y="153670"/>
                  </a:moveTo>
                  <a:lnTo>
                    <a:pt x="12" y="153670"/>
                  </a:lnTo>
                  <a:lnTo>
                    <a:pt x="12" y="154940"/>
                  </a:lnTo>
                  <a:lnTo>
                    <a:pt x="7632" y="154940"/>
                  </a:lnTo>
                  <a:lnTo>
                    <a:pt x="7632" y="153670"/>
                  </a:lnTo>
                  <a:close/>
                </a:path>
                <a:path w="8255" h="478789">
                  <a:moveTo>
                    <a:pt x="7632" y="149860"/>
                  </a:moveTo>
                  <a:lnTo>
                    <a:pt x="12" y="149860"/>
                  </a:lnTo>
                  <a:lnTo>
                    <a:pt x="12" y="152400"/>
                  </a:lnTo>
                  <a:lnTo>
                    <a:pt x="7632" y="152400"/>
                  </a:lnTo>
                  <a:lnTo>
                    <a:pt x="7632" y="149860"/>
                  </a:lnTo>
                  <a:close/>
                </a:path>
                <a:path w="8255" h="478789">
                  <a:moveTo>
                    <a:pt x="7632" y="147320"/>
                  </a:moveTo>
                  <a:lnTo>
                    <a:pt x="12" y="147320"/>
                  </a:lnTo>
                  <a:lnTo>
                    <a:pt x="12" y="148590"/>
                  </a:lnTo>
                  <a:lnTo>
                    <a:pt x="7632" y="148590"/>
                  </a:lnTo>
                  <a:lnTo>
                    <a:pt x="7632" y="147320"/>
                  </a:lnTo>
                  <a:close/>
                </a:path>
                <a:path w="8255" h="478789">
                  <a:moveTo>
                    <a:pt x="7632" y="143510"/>
                  </a:moveTo>
                  <a:lnTo>
                    <a:pt x="12" y="143510"/>
                  </a:lnTo>
                  <a:lnTo>
                    <a:pt x="12" y="146050"/>
                  </a:lnTo>
                  <a:lnTo>
                    <a:pt x="7632" y="146050"/>
                  </a:lnTo>
                  <a:lnTo>
                    <a:pt x="7632" y="143510"/>
                  </a:lnTo>
                  <a:close/>
                </a:path>
                <a:path w="8255" h="478789">
                  <a:moveTo>
                    <a:pt x="7632" y="134620"/>
                  </a:moveTo>
                  <a:lnTo>
                    <a:pt x="12" y="134620"/>
                  </a:lnTo>
                  <a:lnTo>
                    <a:pt x="12" y="142240"/>
                  </a:lnTo>
                  <a:lnTo>
                    <a:pt x="7632" y="142240"/>
                  </a:lnTo>
                  <a:lnTo>
                    <a:pt x="7632" y="134620"/>
                  </a:lnTo>
                  <a:close/>
                </a:path>
                <a:path w="8255" h="478789">
                  <a:moveTo>
                    <a:pt x="7632" y="130810"/>
                  </a:moveTo>
                  <a:lnTo>
                    <a:pt x="12" y="130810"/>
                  </a:lnTo>
                  <a:lnTo>
                    <a:pt x="12" y="133350"/>
                  </a:lnTo>
                  <a:lnTo>
                    <a:pt x="7632" y="133350"/>
                  </a:lnTo>
                  <a:lnTo>
                    <a:pt x="7632" y="130810"/>
                  </a:lnTo>
                  <a:close/>
                </a:path>
                <a:path w="8255" h="478789">
                  <a:moveTo>
                    <a:pt x="7632" y="128270"/>
                  </a:moveTo>
                  <a:lnTo>
                    <a:pt x="12" y="128270"/>
                  </a:lnTo>
                  <a:lnTo>
                    <a:pt x="12" y="129540"/>
                  </a:lnTo>
                  <a:lnTo>
                    <a:pt x="7632" y="129540"/>
                  </a:lnTo>
                  <a:lnTo>
                    <a:pt x="7632" y="128270"/>
                  </a:lnTo>
                  <a:close/>
                </a:path>
                <a:path w="8255" h="478789">
                  <a:moveTo>
                    <a:pt x="7632" y="124460"/>
                  </a:moveTo>
                  <a:lnTo>
                    <a:pt x="12" y="124460"/>
                  </a:lnTo>
                  <a:lnTo>
                    <a:pt x="12" y="127000"/>
                  </a:lnTo>
                  <a:lnTo>
                    <a:pt x="7632" y="127000"/>
                  </a:lnTo>
                  <a:lnTo>
                    <a:pt x="7632" y="124460"/>
                  </a:lnTo>
                  <a:close/>
                </a:path>
                <a:path w="8255" h="478789">
                  <a:moveTo>
                    <a:pt x="7632" y="121920"/>
                  </a:moveTo>
                  <a:lnTo>
                    <a:pt x="12" y="121920"/>
                  </a:lnTo>
                  <a:lnTo>
                    <a:pt x="12" y="123190"/>
                  </a:lnTo>
                  <a:lnTo>
                    <a:pt x="7632" y="123190"/>
                  </a:lnTo>
                  <a:lnTo>
                    <a:pt x="7632" y="121920"/>
                  </a:lnTo>
                  <a:close/>
                </a:path>
                <a:path w="8255" h="478789">
                  <a:moveTo>
                    <a:pt x="7632" y="118110"/>
                  </a:moveTo>
                  <a:lnTo>
                    <a:pt x="12" y="118110"/>
                  </a:lnTo>
                  <a:lnTo>
                    <a:pt x="12" y="120650"/>
                  </a:lnTo>
                  <a:lnTo>
                    <a:pt x="7632" y="120650"/>
                  </a:lnTo>
                  <a:lnTo>
                    <a:pt x="7632" y="118110"/>
                  </a:lnTo>
                  <a:close/>
                </a:path>
                <a:path w="8255" h="478789">
                  <a:moveTo>
                    <a:pt x="7632" y="115570"/>
                  </a:moveTo>
                  <a:lnTo>
                    <a:pt x="12" y="115570"/>
                  </a:lnTo>
                  <a:lnTo>
                    <a:pt x="12" y="116840"/>
                  </a:lnTo>
                  <a:lnTo>
                    <a:pt x="7632" y="116840"/>
                  </a:lnTo>
                  <a:lnTo>
                    <a:pt x="7632" y="115570"/>
                  </a:lnTo>
                  <a:close/>
                </a:path>
                <a:path w="8255" h="478789">
                  <a:moveTo>
                    <a:pt x="7632" y="111760"/>
                  </a:moveTo>
                  <a:lnTo>
                    <a:pt x="12" y="111760"/>
                  </a:lnTo>
                  <a:lnTo>
                    <a:pt x="12" y="114300"/>
                  </a:lnTo>
                  <a:lnTo>
                    <a:pt x="7632" y="114300"/>
                  </a:lnTo>
                  <a:lnTo>
                    <a:pt x="7632" y="111760"/>
                  </a:lnTo>
                  <a:close/>
                </a:path>
                <a:path w="8255" h="478789">
                  <a:moveTo>
                    <a:pt x="7632" y="109220"/>
                  </a:moveTo>
                  <a:lnTo>
                    <a:pt x="12" y="109220"/>
                  </a:lnTo>
                  <a:lnTo>
                    <a:pt x="12" y="110490"/>
                  </a:lnTo>
                  <a:lnTo>
                    <a:pt x="7632" y="110490"/>
                  </a:lnTo>
                  <a:lnTo>
                    <a:pt x="7632" y="109220"/>
                  </a:lnTo>
                  <a:close/>
                </a:path>
                <a:path w="8255" h="478789">
                  <a:moveTo>
                    <a:pt x="7632" y="105410"/>
                  </a:moveTo>
                  <a:lnTo>
                    <a:pt x="12" y="105410"/>
                  </a:lnTo>
                  <a:lnTo>
                    <a:pt x="12" y="107950"/>
                  </a:lnTo>
                  <a:lnTo>
                    <a:pt x="7632" y="107950"/>
                  </a:lnTo>
                  <a:lnTo>
                    <a:pt x="7632" y="105410"/>
                  </a:lnTo>
                  <a:close/>
                </a:path>
                <a:path w="8255" h="478789">
                  <a:moveTo>
                    <a:pt x="7632" y="102870"/>
                  </a:moveTo>
                  <a:lnTo>
                    <a:pt x="12" y="102870"/>
                  </a:lnTo>
                  <a:lnTo>
                    <a:pt x="12" y="104140"/>
                  </a:lnTo>
                  <a:lnTo>
                    <a:pt x="7632" y="104140"/>
                  </a:lnTo>
                  <a:lnTo>
                    <a:pt x="7632" y="102870"/>
                  </a:lnTo>
                  <a:close/>
                </a:path>
                <a:path w="8255" h="478789">
                  <a:moveTo>
                    <a:pt x="7632" y="99060"/>
                  </a:moveTo>
                  <a:lnTo>
                    <a:pt x="12" y="99060"/>
                  </a:lnTo>
                  <a:lnTo>
                    <a:pt x="12" y="101600"/>
                  </a:lnTo>
                  <a:lnTo>
                    <a:pt x="7632" y="101600"/>
                  </a:lnTo>
                  <a:lnTo>
                    <a:pt x="7632" y="99060"/>
                  </a:lnTo>
                  <a:close/>
                </a:path>
                <a:path w="8255" h="478789">
                  <a:moveTo>
                    <a:pt x="7632" y="96520"/>
                  </a:moveTo>
                  <a:lnTo>
                    <a:pt x="12" y="96520"/>
                  </a:lnTo>
                  <a:lnTo>
                    <a:pt x="12" y="97790"/>
                  </a:lnTo>
                  <a:lnTo>
                    <a:pt x="7632" y="97790"/>
                  </a:lnTo>
                  <a:lnTo>
                    <a:pt x="7632" y="96520"/>
                  </a:lnTo>
                  <a:close/>
                </a:path>
                <a:path w="8255" h="478789">
                  <a:moveTo>
                    <a:pt x="7632" y="92710"/>
                  </a:moveTo>
                  <a:lnTo>
                    <a:pt x="12" y="92710"/>
                  </a:lnTo>
                  <a:lnTo>
                    <a:pt x="12" y="95250"/>
                  </a:lnTo>
                  <a:lnTo>
                    <a:pt x="7632" y="95250"/>
                  </a:lnTo>
                  <a:lnTo>
                    <a:pt x="7632" y="92710"/>
                  </a:lnTo>
                  <a:close/>
                </a:path>
                <a:path w="8255" h="478789">
                  <a:moveTo>
                    <a:pt x="7632" y="90170"/>
                  </a:moveTo>
                  <a:lnTo>
                    <a:pt x="12" y="90170"/>
                  </a:lnTo>
                  <a:lnTo>
                    <a:pt x="12" y="91440"/>
                  </a:lnTo>
                  <a:lnTo>
                    <a:pt x="7632" y="91440"/>
                  </a:lnTo>
                  <a:lnTo>
                    <a:pt x="7632" y="90170"/>
                  </a:lnTo>
                  <a:close/>
                </a:path>
                <a:path w="8255" h="478789">
                  <a:moveTo>
                    <a:pt x="7632" y="86360"/>
                  </a:moveTo>
                  <a:lnTo>
                    <a:pt x="12" y="86360"/>
                  </a:lnTo>
                  <a:lnTo>
                    <a:pt x="12" y="88900"/>
                  </a:lnTo>
                  <a:lnTo>
                    <a:pt x="7632" y="88900"/>
                  </a:lnTo>
                  <a:lnTo>
                    <a:pt x="7632" y="86360"/>
                  </a:lnTo>
                  <a:close/>
                </a:path>
                <a:path w="8255" h="478789">
                  <a:moveTo>
                    <a:pt x="7632" y="83820"/>
                  </a:moveTo>
                  <a:lnTo>
                    <a:pt x="12" y="83820"/>
                  </a:lnTo>
                  <a:lnTo>
                    <a:pt x="12" y="85090"/>
                  </a:lnTo>
                  <a:lnTo>
                    <a:pt x="7632" y="85090"/>
                  </a:lnTo>
                  <a:lnTo>
                    <a:pt x="7632" y="83820"/>
                  </a:lnTo>
                  <a:close/>
                </a:path>
                <a:path w="8255" h="478789">
                  <a:moveTo>
                    <a:pt x="7632" y="80010"/>
                  </a:moveTo>
                  <a:lnTo>
                    <a:pt x="12" y="80010"/>
                  </a:lnTo>
                  <a:lnTo>
                    <a:pt x="12" y="82550"/>
                  </a:lnTo>
                  <a:lnTo>
                    <a:pt x="7632" y="82550"/>
                  </a:lnTo>
                  <a:lnTo>
                    <a:pt x="7632" y="80010"/>
                  </a:lnTo>
                  <a:close/>
                </a:path>
                <a:path w="8255" h="478789">
                  <a:moveTo>
                    <a:pt x="7632" y="77470"/>
                  </a:moveTo>
                  <a:lnTo>
                    <a:pt x="12" y="77470"/>
                  </a:lnTo>
                  <a:lnTo>
                    <a:pt x="12" y="78740"/>
                  </a:lnTo>
                  <a:lnTo>
                    <a:pt x="7632" y="78740"/>
                  </a:lnTo>
                  <a:lnTo>
                    <a:pt x="7632" y="77470"/>
                  </a:lnTo>
                  <a:close/>
                </a:path>
                <a:path w="8255" h="478789">
                  <a:moveTo>
                    <a:pt x="7632" y="73660"/>
                  </a:moveTo>
                  <a:lnTo>
                    <a:pt x="12" y="73660"/>
                  </a:lnTo>
                  <a:lnTo>
                    <a:pt x="12" y="76200"/>
                  </a:lnTo>
                  <a:lnTo>
                    <a:pt x="7632" y="76200"/>
                  </a:lnTo>
                  <a:lnTo>
                    <a:pt x="7632" y="73660"/>
                  </a:lnTo>
                  <a:close/>
                </a:path>
                <a:path w="8255" h="478789">
                  <a:moveTo>
                    <a:pt x="7632" y="71120"/>
                  </a:moveTo>
                  <a:lnTo>
                    <a:pt x="12" y="71120"/>
                  </a:lnTo>
                  <a:lnTo>
                    <a:pt x="12" y="72390"/>
                  </a:lnTo>
                  <a:lnTo>
                    <a:pt x="7632" y="72390"/>
                  </a:lnTo>
                  <a:lnTo>
                    <a:pt x="7632" y="71120"/>
                  </a:lnTo>
                  <a:close/>
                </a:path>
                <a:path w="8255" h="478789">
                  <a:moveTo>
                    <a:pt x="7632" y="67310"/>
                  </a:moveTo>
                  <a:lnTo>
                    <a:pt x="12" y="67310"/>
                  </a:lnTo>
                  <a:lnTo>
                    <a:pt x="12" y="69850"/>
                  </a:lnTo>
                  <a:lnTo>
                    <a:pt x="7632" y="69850"/>
                  </a:lnTo>
                  <a:lnTo>
                    <a:pt x="7632" y="67310"/>
                  </a:lnTo>
                  <a:close/>
                </a:path>
                <a:path w="8255" h="478789">
                  <a:moveTo>
                    <a:pt x="7632" y="64770"/>
                  </a:moveTo>
                  <a:lnTo>
                    <a:pt x="12" y="64770"/>
                  </a:lnTo>
                  <a:lnTo>
                    <a:pt x="12" y="66040"/>
                  </a:lnTo>
                  <a:lnTo>
                    <a:pt x="7632" y="66040"/>
                  </a:lnTo>
                  <a:lnTo>
                    <a:pt x="7632" y="64770"/>
                  </a:lnTo>
                  <a:close/>
                </a:path>
                <a:path w="8255" h="478789">
                  <a:moveTo>
                    <a:pt x="7632" y="60960"/>
                  </a:moveTo>
                  <a:lnTo>
                    <a:pt x="12" y="60960"/>
                  </a:lnTo>
                  <a:lnTo>
                    <a:pt x="12" y="63500"/>
                  </a:lnTo>
                  <a:lnTo>
                    <a:pt x="7632" y="63500"/>
                  </a:lnTo>
                  <a:lnTo>
                    <a:pt x="7632" y="60960"/>
                  </a:lnTo>
                  <a:close/>
                </a:path>
                <a:path w="8255" h="478789">
                  <a:moveTo>
                    <a:pt x="7632" y="58420"/>
                  </a:moveTo>
                  <a:lnTo>
                    <a:pt x="12" y="58420"/>
                  </a:lnTo>
                  <a:lnTo>
                    <a:pt x="12" y="59690"/>
                  </a:lnTo>
                  <a:lnTo>
                    <a:pt x="7632" y="59690"/>
                  </a:lnTo>
                  <a:lnTo>
                    <a:pt x="7632" y="58420"/>
                  </a:lnTo>
                  <a:close/>
                </a:path>
                <a:path w="8255" h="478789">
                  <a:moveTo>
                    <a:pt x="7632" y="54610"/>
                  </a:moveTo>
                  <a:lnTo>
                    <a:pt x="12" y="54610"/>
                  </a:lnTo>
                  <a:lnTo>
                    <a:pt x="12" y="57150"/>
                  </a:lnTo>
                  <a:lnTo>
                    <a:pt x="7632" y="57150"/>
                  </a:lnTo>
                  <a:lnTo>
                    <a:pt x="7632" y="54610"/>
                  </a:lnTo>
                  <a:close/>
                </a:path>
                <a:path w="8255" h="478789">
                  <a:moveTo>
                    <a:pt x="7632" y="52070"/>
                  </a:moveTo>
                  <a:lnTo>
                    <a:pt x="12" y="52070"/>
                  </a:lnTo>
                  <a:lnTo>
                    <a:pt x="12" y="53340"/>
                  </a:lnTo>
                  <a:lnTo>
                    <a:pt x="7632" y="53340"/>
                  </a:lnTo>
                  <a:lnTo>
                    <a:pt x="7632" y="52070"/>
                  </a:lnTo>
                  <a:close/>
                </a:path>
                <a:path w="8255" h="478789">
                  <a:moveTo>
                    <a:pt x="7632" y="48260"/>
                  </a:moveTo>
                  <a:lnTo>
                    <a:pt x="12" y="48260"/>
                  </a:lnTo>
                  <a:lnTo>
                    <a:pt x="12" y="50800"/>
                  </a:lnTo>
                  <a:lnTo>
                    <a:pt x="7632" y="50800"/>
                  </a:lnTo>
                  <a:lnTo>
                    <a:pt x="7632" y="48260"/>
                  </a:lnTo>
                  <a:close/>
                </a:path>
                <a:path w="8255" h="478789">
                  <a:moveTo>
                    <a:pt x="7632" y="45720"/>
                  </a:moveTo>
                  <a:lnTo>
                    <a:pt x="12" y="45720"/>
                  </a:lnTo>
                  <a:lnTo>
                    <a:pt x="12" y="46990"/>
                  </a:lnTo>
                  <a:lnTo>
                    <a:pt x="7632" y="46990"/>
                  </a:lnTo>
                  <a:lnTo>
                    <a:pt x="7632" y="45720"/>
                  </a:lnTo>
                  <a:close/>
                </a:path>
                <a:path w="8255" h="478789">
                  <a:moveTo>
                    <a:pt x="7632" y="41910"/>
                  </a:moveTo>
                  <a:lnTo>
                    <a:pt x="12" y="41910"/>
                  </a:lnTo>
                  <a:lnTo>
                    <a:pt x="12" y="44450"/>
                  </a:lnTo>
                  <a:lnTo>
                    <a:pt x="7632" y="44450"/>
                  </a:lnTo>
                  <a:lnTo>
                    <a:pt x="7632" y="41910"/>
                  </a:lnTo>
                  <a:close/>
                </a:path>
                <a:path w="8255" h="478789">
                  <a:moveTo>
                    <a:pt x="7632" y="39370"/>
                  </a:moveTo>
                  <a:lnTo>
                    <a:pt x="12" y="39370"/>
                  </a:lnTo>
                  <a:lnTo>
                    <a:pt x="12" y="40640"/>
                  </a:lnTo>
                  <a:lnTo>
                    <a:pt x="7632" y="40640"/>
                  </a:lnTo>
                  <a:lnTo>
                    <a:pt x="7632" y="39370"/>
                  </a:lnTo>
                  <a:close/>
                </a:path>
                <a:path w="8255" h="478789">
                  <a:moveTo>
                    <a:pt x="7632" y="35560"/>
                  </a:moveTo>
                  <a:lnTo>
                    <a:pt x="12" y="35560"/>
                  </a:lnTo>
                  <a:lnTo>
                    <a:pt x="12" y="38100"/>
                  </a:lnTo>
                  <a:lnTo>
                    <a:pt x="7632" y="38100"/>
                  </a:lnTo>
                  <a:lnTo>
                    <a:pt x="7632" y="35560"/>
                  </a:lnTo>
                  <a:close/>
                </a:path>
                <a:path w="8255" h="478789">
                  <a:moveTo>
                    <a:pt x="7632" y="33020"/>
                  </a:moveTo>
                  <a:lnTo>
                    <a:pt x="12" y="33020"/>
                  </a:lnTo>
                  <a:lnTo>
                    <a:pt x="12" y="34290"/>
                  </a:lnTo>
                  <a:lnTo>
                    <a:pt x="7632" y="34290"/>
                  </a:lnTo>
                  <a:lnTo>
                    <a:pt x="7632" y="33020"/>
                  </a:lnTo>
                  <a:close/>
                </a:path>
                <a:path w="8255" h="478789">
                  <a:moveTo>
                    <a:pt x="7632" y="29210"/>
                  </a:moveTo>
                  <a:lnTo>
                    <a:pt x="12" y="29210"/>
                  </a:lnTo>
                  <a:lnTo>
                    <a:pt x="12" y="31750"/>
                  </a:lnTo>
                  <a:lnTo>
                    <a:pt x="7632" y="31750"/>
                  </a:lnTo>
                  <a:lnTo>
                    <a:pt x="7632" y="29210"/>
                  </a:lnTo>
                  <a:close/>
                </a:path>
                <a:path w="8255" h="478789">
                  <a:moveTo>
                    <a:pt x="7632" y="26670"/>
                  </a:moveTo>
                  <a:lnTo>
                    <a:pt x="12" y="26670"/>
                  </a:lnTo>
                  <a:lnTo>
                    <a:pt x="12" y="27940"/>
                  </a:lnTo>
                  <a:lnTo>
                    <a:pt x="7632" y="27940"/>
                  </a:lnTo>
                  <a:lnTo>
                    <a:pt x="7632" y="26670"/>
                  </a:lnTo>
                  <a:close/>
                </a:path>
                <a:path w="8255" h="478789">
                  <a:moveTo>
                    <a:pt x="7632" y="22860"/>
                  </a:moveTo>
                  <a:lnTo>
                    <a:pt x="12" y="22860"/>
                  </a:lnTo>
                  <a:lnTo>
                    <a:pt x="12" y="25400"/>
                  </a:lnTo>
                  <a:lnTo>
                    <a:pt x="7632" y="25400"/>
                  </a:lnTo>
                  <a:lnTo>
                    <a:pt x="7632" y="22860"/>
                  </a:lnTo>
                  <a:close/>
                </a:path>
                <a:path w="8255" h="478789">
                  <a:moveTo>
                    <a:pt x="7632" y="20320"/>
                  </a:moveTo>
                  <a:lnTo>
                    <a:pt x="12" y="20320"/>
                  </a:lnTo>
                  <a:lnTo>
                    <a:pt x="12" y="21590"/>
                  </a:lnTo>
                  <a:lnTo>
                    <a:pt x="7632" y="21590"/>
                  </a:lnTo>
                  <a:lnTo>
                    <a:pt x="7632" y="20320"/>
                  </a:lnTo>
                  <a:close/>
                </a:path>
                <a:path w="8255" h="478789">
                  <a:moveTo>
                    <a:pt x="7632" y="16510"/>
                  </a:moveTo>
                  <a:lnTo>
                    <a:pt x="12" y="16510"/>
                  </a:lnTo>
                  <a:lnTo>
                    <a:pt x="12" y="19050"/>
                  </a:lnTo>
                  <a:lnTo>
                    <a:pt x="7632" y="19050"/>
                  </a:lnTo>
                  <a:lnTo>
                    <a:pt x="7632" y="16510"/>
                  </a:lnTo>
                  <a:close/>
                </a:path>
                <a:path w="8255" h="478789">
                  <a:moveTo>
                    <a:pt x="7632" y="13970"/>
                  </a:moveTo>
                  <a:lnTo>
                    <a:pt x="12" y="13970"/>
                  </a:lnTo>
                  <a:lnTo>
                    <a:pt x="12" y="15240"/>
                  </a:lnTo>
                  <a:lnTo>
                    <a:pt x="7632" y="15240"/>
                  </a:lnTo>
                  <a:lnTo>
                    <a:pt x="7632" y="13970"/>
                  </a:lnTo>
                  <a:close/>
                </a:path>
                <a:path w="8255" h="478789">
                  <a:moveTo>
                    <a:pt x="7632" y="10160"/>
                  </a:moveTo>
                  <a:lnTo>
                    <a:pt x="12" y="10160"/>
                  </a:lnTo>
                  <a:lnTo>
                    <a:pt x="12" y="12700"/>
                  </a:lnTo>
                  <a:lnTo>
                    <a:pt x="7632" y="12700"/>
                  </a:lnTo>
                  <a:lnTo>
                    <a:pt x="7632" y="10160"/>
                  </a:lnTo>
                  <a:close/>
                </a:path>
                <a:path w="8255" h="478789">
                  <a:moveTo>
                    <a:pt x="7632" y="7620"/>
                  </a:moveTo>
                  <a:lnTo>
                    <a:pt x="12" y="7620"/>
                  </a:lnTo>
                  <a:lnTo>
                    <a:pt x="12" y="8890"/>
                  </a:lnTo>
                  <a:lnTo>
                    <a:pt x="7632" y="8890"/>
                  </a:lnTo>
                  <a:lnTo>
                    <a:pt x="7632" y="7620"/>
                  </a:lnTo>
                  <a:close/>
                </a:path>
                <a:path w="8255" h="478789">
                  <a:moveTo>
                    <a:pt x="7632" y="3810"/>
                  </a:moveTo>
                  <a:lnTo>
                    <a:pt x="12" y="3810"/>
                  </a:lnTo>
                  <a:lnTo>
                    <a:pt x="12" y="6350"/>
                  </a:lnTo>
                  <a:lnTo>
                    <a:pt x="7632" y="6350"/>
                  </a:lnTo>
                  <a:lnTo>
                    <a:pt x="7632" y="3810"/>
                  </a:lnTo>
                  <a:close/>
                </a:path>
              </a:pathLst>
            </a:custGeom>
            <a:solidFill>
              <a:srgbClr val="8686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5">
              <a:extLst>
                <a:ext uri="{FF2B5EF4-FFF2-40B4-BE49-F238E27FC236}">
                  <a16:creationId xmlns:a16="http://schemas.microsoft.com/office/drawing/2014/main" id="{2602F6D8-EE03-4EF7-11AA-02DB39375F72}"/>
                </a:ext>
              </a:extLst>
            </p:cNvPr>
            <p:cNvSpPr/>
            <p:nvPr/>
          </p:nvSpPr>
          <p:spPr>
            <a:xfrm>
              <a:off x="3148330" y="2613659"/>
              <a:ext cx="6350" cy="474980"/>
            </a:xfrm>
            <a:custGeom>
              <a:avLst/>
              <a:gdLst/>
              <a:ahLst/>
              <a:cxnLst/>
              <a:rect l="l" t="t" r="r" b="b"/>
              <a:pathLst>
                <a:path w="6350" h="474980">
                  <a:moveTo>
                    <a:pt x="6350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30"/>
                  </a:lnTo>
                  <a:close/>
                </a:path>
                <a:path w="6350" h="474980">
                  <a:moveTo>
                    <a:pt x="6350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6350" y="149860"/>
                  </a:lnTo>
                  <a:lnTo>
                    <a:pt x="6350" y="147320"/>
                  </a:lnTo>
                  <a:close/>
                </a:path>
                <a:path w="6350" h="474980">
                  <a:moveTo>
                    <a:pt x="6350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80"/>
                  </a:lnTo>
                  <a:close/>
                </a:path>
                <a:path w="6350" h="474980">
                  <a:moveTo>
                    <a:pt x="6350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6350" y="143510"/>
                  </a:lnTo>
                  <a:lnTo>
                    <a:pt x="6350" y="140970"/>
                  </a:lnTo>
                  <a:close/>
                </a:path>
                <a:path w="6350" h="474980">
                  <a:moveTo>
                    <a:pt x="6350" y="132080"/>
                  </a:moveTo>
                  <a:lnTo>
                    <a:pt x="0" y="13208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2080"/>
                  </a:lnTo>
                  <a:close/>
                </a:path>
                <a:path w="6350" h="474980">
                  <a:moveTo>
                    <a:pt x="6350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28270"/>
                  </a:lnTo>
                  <a:close/>
                </a:path>
                <a:path w="6350" h="474980">
                  <a:moveTo>
                    <a:pt x="6350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30"/>
                  </a:lnTo>
                  <a:close/>
                </a:path>
                <a:path w="6350" h="474980">
                  <a:moveTo>
                    <a:pt x="6350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121920"/>
                  </a:lnTo>
                  <a:close/>
                </a:path>
                <a:path w="6350" h="474980">
                  <a:moveTo>
                    <a:pt x="6350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80"/>
                  </a:lnTo>
                  <a:close/>
                </a:path>
                <a:path w="6350" h="474980">
                  <a:moveTo>
                    <a:pt x="6350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6350" y="118110"/>
                  </a:lnTo>
                  <a:lnTo>
                    <a:pt x="6350" y="115570"/>
                  </a:lnTo>
                  <a:close/>
                </a:path>
                <a:path w="6350" h="474980">
                  <a:moveTo>
                    <a:pt x="635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30"/>
                  </a:lnTo>
                  <a:close/>
                </a:path>
                <a:path w="6350" h="474980">
                  <a:moveTo>
                    <a:pt x="635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6350" y="111760"/>
                  </a:lnTo>
                  <a:lnTo>
                    <a:pt x="6350" y="109220"/>
                  </a:lnTo>
                  <a:close/>
                </a:path>
                <a:path w="6350" h="474980">
                  <a:moveTo>
                    <a:pt x="635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80"/>
                  </a:lnTo>
                  <a:close/>
                </a:path>
                <a:path w="6350" h="474980">
                  <a:moveTo>
                    <a:pt x="635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102870"/>
                  </a:lnTo>
                  <a:close/>
                </a:path>
                <a:path w="6350" h="474980">
                  <a:moveTo>
                    <a:pt x="6350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30"/>
                  </a:lnTo>
                  <a:close/>
                </a:path>
                <a:path w="6350" h="474980">
                  <a:moveTo>
                    <a:pt x="6350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6350" y="99060"/>
                  </a:lnTo>
                  <a:lnTo>
                    <a:pt x="6350" y="96520"/>
                  </a:lnTo>
                  <a:close/>
                </a:path>
                <a:path w="6350" h="474980">
                  <a:moveTo>
                    <a:pt x="6350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80"/>
                  </a:lnTo>
                  <a:close/>
                </a:path>
                <a:path w="6350" h="474980">
                  <a:moveTo>
                    <a:pt x="635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6350" y="92710"/>
                  </a:lnTo>
                  <a:lnTo>
                    <a:pt x="6350" y="90170"/>
                  </a:lnTo>
                  <a:close/>
                </a:path>
                <a:path w="6350" h="474980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474980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474980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474980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474980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474980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474980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474980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474980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474980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474980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474980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474980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474980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474980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474980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474980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474980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474980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474980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474980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474980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474980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474980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474980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474980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474980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474980">
                  <a:moveTo>
                    <a:pt x="635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  <a:path w="6350" h="474980">
                  <a:moveTo>
                    <a:pt x="6350" y="153670"/>
                  </a:moveTo>
                  <a:lnTo>
                    <a:pt x="0" y="153670"/>
                  </a:lnTo>
                  <a:lnTo>
                    <a:pt x="0" y="166370"/>
                  </a:lnTo>
                  <a:lnTo>
                    <a:pt x="6350" y="166370"/>
                  </a:lnTo>
                  <a:lnTo>
                    <a:pt x="6350" y="153670"/>
                  </a:lnTo>
                  <a:close/>
                </a:path>
                <a:path w="6350" h="474980">
                  <a:moveTo>
                    <a:pt x="6350" y="166370"/>
                  </a:moveTo>
                  <a:lnTo>
                    <a:pt x="0" y="166370"/>
                  </a:lnTo>
                  <a:lnTo>
                    <a:pt x="0" y="265430"/>
                  </a:lnTo>
                  <a:lnTo>
                    <a:pt x="6350" y="265430"/>
                  </a:lnTo>
                  <a:lnTo>
                    <a:pt x="6350" y="166370"/>
                  </a:lnTo>
                  <a:close/>
                </a:path>
                <a:path w="6350" h="474980">
                  <a:moveTo>
                    <a:pt x="6350" y="265430"/>
                  </a:moveTo>
                  <a:lnTo>
                    <a:pt x="0" y="265430"/>
                  </a:lnTo>
                  <a:lnTo>
                    <a:pt x="0" y="325120"/>
                  </a:lnTo>
                  <a:lnTo>
                    <a:pt x="6350" y="325120"/>
                  </a:lnTo>
                  <a:lnTo>
                    <a:pt x="6350" y="265430"/>
                  </a:lnTo>
                  <a:close/>
                </a:path>
                <a:path w="6350" h="474980">
                  <a:moveTo>
                    <a:pt x="6350" y="325120"/>
                  </a:moveTo>
                  <a:lnTo>
                    <a:pt x="0" y="325120"/>
                  </a:lnTo>
                  <a:lnTo>
                    <a:pt x="0" y="337820"/>
                  </a:lnTo>
                  <a:lnTo>
                    <a:pt x="6350" y="337820"/>
                  </a:lnTo>
                  <a:lnTo>
                    <a:pt x="6350" y="325120"/>
                  </a:lnTo>
                  <a:close/>
                </a:path>
                <a:path w="6350" h="474980">
                  <a:moveTo>
                    <a:pt x="6350" y="339090"/>
                  </a:moveTo>
                  <a:lnTo>
                    <a:pt x="0" y="339090"/>
                  </a:lnTo>
                  <a:lnTo>
                    <a:pt x="0" y="474980"/>
                  </a:lnTo>
                  <a:lnTo>
                    <a:pt x="1269" y="474980"/>
                  </a:lnTo>
                  <a:lnTo>
                    <a:pt x="1269" y="473710"/>
                  </a:lnTo>
                  <a:lnTo>
                    <a:pt x="6350" y="473710"/>
                  </a:lnTo>
                  <a:lnTo>
                    <a:pt x="6350" y="339090"/>
                  </a:lnTo>
                  <a:close/>
                </a:path>
              </a:pathLst>
            </a:custGeom>
            <a:solidFill>
              <a:srgbClr val="8888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56">
              <a:extLst>
                <a:ext uri="{FF2B5EF4-FFF2-40B4-BE49-F238E27FC236}">
                  <a16:creationId xmlns:a16="http://schemas.microsoft.com/office/drawing/2014/main" id="{9B303348-D390-F52D-59CF-536158F3B269}"/>
                </a:ext>
              </a:extLst>
            </p:cNvPr>
            <p:cNvSpPr/>
            <p:nvPr/>
          </p:nvSpPr>
          <p:spPr>
            <a:xfrm>
              <a:off x="3154680" y="2613659"/>
              <a:ext cx="7620" cy="472440"/>
            </a:xfrm>
            <a:custGeom>
              <a:avLst/>
              <a:gdLst/>
              <a:ahLst/>
              <a:cxnLst/>
              <a:rect l="l" t="t" r="r" b="b"/>
              <a:pathLst>
                <a:path w="7619" h="472439">
                  <a:moveTo>
                    <a:pt x="7619" y="151130"/>
                  </a:moveTo>
                  <a:lnTo>
                    <a:pt x="0" y="15113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51130"/>
                  </a:lnTo>
                  <a:close/>
                </a:path>
                <a:path w="7619" h="472439">
                  <a:moveTo>
                    <a:pt x="7619" y="147320"/>
                  </a:moveTo>
                  <a:lnTo>
                    <a:pt x="0" y="147320"/>
                  </a:lnTo>
                  <a:lnTo>
                    <a:pt x="0" y="149860"/>
                  </a:lnTo>
                  <a:lnTo>
                    <a:pt x="7619" y="149860"/>
                  </a:lnTo>
                  <a:lnTo>
                    <a:pt x="7619" y="147320"/>
                  </a:lnTo>
                  <a:close/>
                </a:path>
                <a:path w="7619" h="472439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472439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472439">
                  <a:moveTo>
                    <a:pt x="7619" y="132080"/>
                  </a:moveTo>
                  <a:lnTo>
                    <a:pt x="0" y="13208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2080"/>
                  </a:lnTo>
                  <a:close/>
                </a:path>
                <a:path w="7619" h="472439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472439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472439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72439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72439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72439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7243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72439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72439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72439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7243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7243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7243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7243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7243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7243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7243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7243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7243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7243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7243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7243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7243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7243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7243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7243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7243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7243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7243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724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724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724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724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7243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7243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7243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724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724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724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72439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72439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80" y="3810"/>
                  </a:lnTo>
                  <a:lnTo>
                    <a:pt x="508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7619" h="472439">
                  <a:moveTo>
                    <a:pt x="7619" y="153670"/>
                  </a:moveTo>
                  <a:lnTo>
                    <a:pt x="0" y="153670"/>
                  </a:lnTo>
                  <a:lnTo>
                    <a:pt x="0" y="166370"/>
                  </a:lnTo>
                  <a:lnTo>
                    <a:pt x="7619" y="166370"/>
                  </a:lnTo>
                  <a:lnTo>
                    <a:pt x="7619" y="153670"/>
                  </a:lnTo>
                  <a:close/>
                </a:path>
                <a:path w="7619" h="472439">
                  <a:moveTo>
                    <a:pt x="7619" y="166370"/>
                  </a:moveTo>
                  <a:lnTo>
                    <a:pt x="0" y="166370"/>
                  </a:lnTo>
                  <a:lnTo>
                    <a:pt x="0" y="265430"/>
                  </a:lnTo>
                  <a:lnTo>
                    <a:pt x="7619" y="265430"/>
                  </a:lnTo>
                  <a:lnTo>
                    <a:pt x="7619" y="166370"/>
                  </a:lnTo>
                  <a:close/>
                </a:path>
                <a:path w="7619" h="472439">
                  <a:moveTo>
                    <a:pt x="7619" y="265430"/>
                  </a:moveTo>
                  <a:lnTo>
                    <a:pt x="0" y="265430"/>
                  </a:lnTo>
                  <a:lnTo>
                    <a:pt x="0" y="325120"/>
                  </a:lnTo>
                  <a:lnTo>
                    <a:pt x="7619" y="325120"/>
                  </a:lnTo>
                  <a:lnTo>
                    <a:pt x="7619" y="265430"/>
                  </a:lnTo>
                  <a:close/>
                </a:path>
                <a:path w="7619" h="472439">
                  <a:moveTo>
                    <a:pt x="7619" y="325120"/>
                  </a:moveTo>
                  <a:lnTo>
                    <a:pt x="0" y="325120"/>
                  </a:lnTo>
                  <a:lnTo>
                    <a:pt x="0" y="337820"/>
                  </a:lnTo>
                  <a:lnTo>
                    <a:pt x="7619" y="337820"/>
                  </a:lnTo>
                  <a:lnTo>
                    <a:pt x="7619" y="325120"/>
                  </a:lnTo>
                  <a:close/>
                </a:path>
                <a:path w="7619" h="472439">
                  <a:moveTo>
                    <a:pt x="7619" y="339090"/>
                  </a:moveTo>
                  <a:lnTo>
                    <a:pt x="0" y="339090"/>
                  </a:lnTo>
                  <a:lnTo>
                    <a:pt x="0" y="472440"/>
                  </a:lnTo>
                  <a:lnTo>
                    <a:pt x="7619" y="472440"/>
                  </a:lnTo>
                  <a:lnTo>
                    <a:pt x="7619" y="339090"/>
                  </a:lnTo>
                  <a:close/>
                </a:path>
              </a:pathLst>
            </a:custGeom>
            <a:solidFill>
              <a:srgbClr val="8989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57">
              <a:extLst>
                <a:ext uri="{FF2B5EF4-FFF2-40B4-BE49-F238E27FC236}">
                  <a16:creationId xmlns:a16="http://schemas.microsoft.com/office/drawing/2014/main" id="{37810829-9429-2F59-6F16-E83BA146937C}"/>
                </a:ext>
              </a:extLst>
            </p:cNvPr>
            <p:cNvSpPr/>
            <p:nvPr/>
          </p:nvSpPr>
          <p:spPr>
            <a:xfrm>
              <a:off x="3162300" y="2617469"/>
              <a:ext cx="7620" cy="466090"/>
            </a:xfrm>
            <a:custGeom>
              <a:avLst/>
              <a:gdLst/>
              <a:ahLst/>
              <a:cxnLst/>
              <a:rect l="l" t="t" r="r" b="b"/>
              <a:pathLst>
                <a:path w="7619" h="466089">
                  <a:moveTo>
                    <a:pt x="7619" y="147320"/>
                  </a:moveTo>
                  <a:lnTo>
                    <a:pt x="0" y="14732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47320"/>
                  </a:lnTo>
                  <a:close/>
                </a:path>
                <a:path w="7619" h="466089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466089">
                  <a:moveTo>
                    <a:pt x="7619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19" y="142239"/>
                  </a:lnTo>
                  <a:lnTo>
                    <a:pt x="7619" y="140970"/>
                  </a:lnTo>
                  <a:close/>
                </a:path>
                <a:path w="7619" h="466089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466089">
                  <a:moveTo>
                    <a:pt x="7619" y="128270"/>
                  </a:moveTo>
                  <a:lnTo>
                    <a:pt x="0" y="12827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28270"/>
                  </a:lnTo>
                  <a:close/>
                </a:path>
                <a:path w="7619" h="466089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466089">
                  <a:moveTo>
                    <a:pt x="7619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21920"/>
                  </a:lnTo>
                  <a:close/>
                </a:path>
                <a:path w="7619" h="466089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466089">
                  <a:moveTo>
                    <a:pt x="761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19" y="116839"/>
                  </a:lnTo>
                  <a:lnTo>
                    <a:pt x="7619" y="115570"/>
                  </a:lnTo>
                  <a:close/>
                </a:path>
                <a:path w="7619" h="466089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466089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466089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466089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46608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46608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46608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46608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46608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46608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46608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46608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46608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46608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46608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46608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46608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46608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46608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46608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46608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46608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46608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46608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46608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46608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46608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46608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46608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46608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46608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46608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46608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46608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466089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466089">
                  <a:moveTo>
                    <a:pt x="635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  <a:path w="7619" h="466089">
                  <a:moveTo>
                    <a:pt x="7619" y="149860"/>
                  </a:moveTo>
                  <a:lnTo>
                    <a:pt x="0" y="149860"/>
                  </a:lnTo>
                  <a:lnTo>
                    <a:pt x="0" y="162560"/>
                  </a:lnTo>
                  <a:lnTo>
                    <a:pt x="7619" y="162560"/>
                  </a:lnTo>
                  <a:lnTo>
                    <a:pt x="7619" y="149860"/>
                  </a:lnTo>
                  <a:close/>
                </a:path>
                <a:path w="7619" h="466089">
                  <a:moveTo>
                    <a:pt x="7619" y="162560"/>
                  </a:moveTo>
                  <a:lnTo>
                    <a:pt x="0" y="162560"/>
                  </a:lnTo>
                  <a:lnTo>
                    <a:pt x="0" y="261620"/>
                  </a:lnTo>
                  <a:lnTo>
                    <a:pt x="7619" y="261620"/>
                  </a:lnTo>
                  <a:lnTo>
                    <a:pt x="7619" y="162560"/>
                  </a:lnTo>
                  <a:close/>
                </a:path>
                <a:path w="7619" h="466089">
                  <a:moveTo>
                    <a:pt x="7619" y="261620"/>
                  </a:moveTo>
                  <a:lnTo>
                    <a:pt x="0" y="261620"/>
                  </a:lnTo>
                  <a:lnTo>
                    <a:pt x="0" y="321310"/>
                  </a:lnTo>
                  <a:lnTo>
                    <a:pt x="7619" y="321310"/>
                  </a:lnTo>
                  <a:lnTo>
                    <a:pt x="7619" y="261620"/>
                  </a:lnTo>
                  <a:close/>
                </a:path>
                <a:path w="7619" h="466089">
                  <a:moveTo>
                    <a:pt x="7619" y="321310"/>
                  </a:moveTo>
                  <a:lnTo>
                    <a:pt x="0" y="321310"/>
                  </a:lnTo>
                  <a:lnTo>
                    <a:pt x="0" y="334010"/>
                  </a:lnTo>
                  <a:lnTo>
                    <a:pt x="7619" y="334010"/>
                  </a:lnTo>
                  <a:lnTo>
                    <a:pt x="7619" y="321310"/>
                  </a:lnTo>
                  <a:close/>
                </a:path>
                <a:path w="7619" h="466089">
                  <a:moveTo>
                    <a:pt x="7619" y="335280"/>
                  </a:moveTo>
                  <a:lnTo>
                    <a:pt x="0" y="335280"/>
                  </a:lnTo>
                  <a:lnTo>
                    <a:pt x="0" y="466090"/>
                  </a:lnTo>
                  <a:lnTo>
                    <a:pt x="7619" y="466090"/>
                  </a:lnTo>
                  <a:lnTo>
                    <a:pt x="7619" y="335280"/>
                  </a:lnTo>
                  <a:close/>
                </a:path>
              </a:pathLst>
            </a:custGeom>
            <a:solidFill>
              <a:srgbClr val="8A8A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58">
              <a:extLst>
                <a:ext uri="{FF2B5EF4-FFF2-40B4-BE49-F238E27FC236}">
                  <a16:creationId xmlns:a16="http://schemas.microsoft.com/office/drawing/2014/main" id="{A47E1C46-E61C-B5DF-505B-A7934D9ED3E6}"/>
                </a:ext>
              </a:extLst>
            </p:cNvPr>
            <p:cNvSpPr/>
            <p:nvPr/>
          </p:nvSpPr>
          <p:spPr>
            <a:xfrm>
              <a:off x="3169920" y="2620009"/>
              <a:ext cx="7620" cy="462280"/>
            </a:xfrm>
            <a:custGeom>
              <a:avLst/>
              <a:gdLst/>
              <a:ahLst/>
              <a:cxnLst/>
              <a:rect l="l" t="t" r="r" b="b"/>
              <a:pathLst>
                <a:path w="7619" h="462280">
                  <a:moveTo>
                    <a:pt x="7619" y="144780"/>
                  </a:moveTo>
                  <a:lnTo>
                    <a:pt x="0" y="14478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80"/>
                  </a:lnTo>
                  <a:close/>
                </a:path>
                <a:path w="7619" h="462280">
                  <a:moveTo>
                    <a:pt x="7619" y="140970"/>
                  </a:moveTo>
                  <a:lnTo>
                    <a:pt x="0" y="140970"/>
                  </a:lnTo>
                  <a:lnTo>
                    <a:pt x="0" y="143510"/>
                  </a:lnTo>
                  <a:lnTo>
                    <a:pt x="7619" y="143510"/>
                  </a:lnTo>
                  <a:lnTo>
                    <a:pt x="7619" y="140970"/>
                  </a:lnTo>
                  <a:close/>
                </a:path>
                <a:path w="7619" h="462280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462280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462280">
                  <a:moveTo>
                    <a:pt x="7619" y="125730"/>
                  </a:moveTo>
                  <a:lnTo>
                    <a:pt x="0" y="12573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25730"/>
                  </a:lnTo>
                  <a:close/>
                </a:path>
                <a:path w="7619" h="462280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62280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6228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6228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6228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62280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6228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6228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6228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6228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6228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6228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6228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6228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6228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6228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6228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6228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6228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6228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6228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6228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6228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6228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6228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6228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6228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6228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6228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6228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6228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6228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6228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6228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6228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6228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6228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6228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62280">
                  <a:moveTo>
                    <a:pt x="761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close/>
                </a:path>
                <a:path w="7619" h="462280">
                  <a:moveTo>
                    <a:pt x="635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7619" h="462280">
                  <a:moveTo>
                    <a:pt x="7619" y="147320"/>
                  </a:moveTo>
                  <a:lnTo>
                    <a:pt x="0" y="147320"/>
                  </a:lnTo>
                  <a:lnTo>
                    <a:pt x="0" y="160020"/>
                  </a:lnTo>
                  <a:lnTo>
                    <a:pt x="7619" y="160020"/>
                  </a:lnTo>
                  <a:lnTo>
                    <a:pt x="7619" y="147320"/>
                  </a:lnTo>
                  <a:close/>
                </a:path>
                <a:path w="7619" h="462280">
                  <a:moveTo>
                    <a:pt x="7619" y="160020"/>
                  </a:moveTo>
                  <a:lnTo>
                    <a:pt x="0" y="160020"/>
                  </a:lnTo>
                  <a:lnTo>
                    <a:pt x="0" y="259080"/>
                  </a:lnTo>
                  <a:lnTo>
                    <a:pt x="7619" y="259080"/>
                  </a:lnTo>
                  <a:lnTo>
                    <a:pt x="7619" y="160020"/>
                  </a:lnTo>
                  <a:close/>
                </a:path>
                <a:path w="7619" h="462280">
                  <a:moveTo>
                    <a:pt x="7619" y="259080"/>
                  </a:moveTo>
                  <a:lnTo>
                    <a:pt x="0" y="259080"/>
                  </a:lnTo>
                  <a:lnTo>
                    <a:pt x="0" y="318770"/>
                  </a:lnTo>
                  <a:lnTo>
                    <a:pt x="7619" y="318770"/>
                  </a:lnTo>
                  <a:lnTo>
                    <a:pt x="7619" y="259080"/>
                  </a:lnTo>
                  <a:close/>
                </a:path>
                <a:path w="7619" h="462280">
                  <a:moveTo>
                    <a:pt x="7619" y="318770"/>
                  </a:moveTo>
                  <a:lnTo>
                    <a:pt x="0" y="318770"/>
                  </a:lnTo>
                  <a:lnTo>
                    <a:pt x="0" y="331470"/>
                  </a:lnTo>
                  <a:lnTo>
                    <a:pt x="7619" y="331470"/>
                  </a:lnTo>
                  <a:lnTo>
                    <a:pt x="7619" y="318770"/>
                  </a:lnTo>
                  <a:close/>
                </a:path>
                <a:path w="7619" h="462280">
                  <a:moveTo>
                    <a:pt x="7619" y="332740"/>
                  </a:moveTo>
                  <a:lnTo>
                    <a:pt x="0" y="332740"/>
                  </a:lnTo>
                  <a:lnTo>
                    <a:pt x="0" y="462280"/>
                  </a:lnTo>
                  <a:lnTo>
                    <a:pt x="1270" y="462280"/>
                  </a:lnTo>
                  <a:lnTo>
                    <a:pt x="1270" y="461010"/>
                  </a:lnTo>
                  <a:lnTo>
                    <a:pt x="5080" y="461010"/>
                  </a:lnTo>
                  <a:lnTo>
                    <a:pt x="5080" y="459740"/>
                  </a:lnTo>
                  <a:lnTo>
                    <a:pt x="7619" y="459740"/>
                  </a:lnTo>
                  <a:lnTo>
                    <a:pt x="7619" y="33274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59">
              <a:extLst>
                <a:ext uri="{FF2B5EF4-FFF2-40B4-BE49-F238E27FC236}">
                  <a16:creationId xmlns:a16="http://schemas.microsoft.com/office/drawing/2014/main" id="{D50128F9-ECEC-FBA6-2748-B32A898789C7}"/>
                </a:ext>
              </a:extLst>
            </p:cNvPr>
            <p:cNvSpPr/>
            <p:nvPr/>
          </p:nvSpPr>
          <p:spPr>
            <a:xfrm>
              <a:off x="3177540" y="2621280"/>
              <a:ext cx="6350" cy="458470"/>
            </a:xfrm>
            <a:custGeom>
              <a:avLst/>
              <a:gdLst/>
              <a:ahLst/>
              <a:cxnLst/>
              <a:rect l="l" t="t" r="r" b="b"/>
              <a:pathLst>
                <a:path w="6350" h="458469">
                  <a:moveTo>
                    <a:pt x="6350" y="143510"/>
                  </a:moveTo>
                  <a:lnTo>
                    <a:pt x="0" y="143510"/>
                  </a:lnTo>
                  <a:lnTo>
                    <a:pt x="0" y="144779"/>
                  </a:lnTo>
                  <a:lnTo>
                    <a:pt x="6350" y="144779"/>
                  </a:lnTo>
                  <a:lnTo>
                    <a:pt x="6350" y="143510"/>
                  </a:lnTo>
                  <a:close/>
                </a:path>
                <a:path w="6350" h="458469">
                  <a:moveTo>
                    <a:pt x="6350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39700"/>
                  </a:lnTo>
                  <a:close/>
                </a:path>
                <a:path w="6350" h="458469">
                  <a:moveTo>
                    <a:pt x="6350" y="137160"/>
                  </a:moveTo>
                  <a:lnTo>
                    <a:pt x="0" y="137160"/>
                  </a:lnTo>
                  <a:lnTo>
                    <a:pt x="0" y="138429"/>
                  </a:lnTo>
                  <a:lnTo>
                    <a:pt x="6350" y="138429"/>
                  </a:lnTo>
                  <a:lnTo>
                    <a:pt x="6350" y="137160"/>
                  </a:lnTo>
                  <a:close/>
                </a:path>
                <a:path w="6350" h="458469">
                  <a:moveTo>
                    <a:pt x="635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3350"/>
                  </a:lnTo>
                  <a:close/>
                </a:path>
                <a:path w="6350" h="458469">
                  <a:moveTo>
                    <a:pt x="6350" y="124460"/>
                  </a:moveTo>
                  <a:lnTo>
                    <a:pt x="0" y="124460"/>
                  </a:lnTo>
                  <a:lnTo>
                    <a:pt x="0" y="132079"/>
                  </a:lnTo>
                  <a:lnTo>
                    <a:pt x="6350" y="132079"/>
                  </a:lnTo>
                  <a:lnTo>
                    <a:pt x="6350" y="124460"/>
                  </a:lnTo>
                  <a:close/>
                </a:path>
                <a:path w="6350" h="458469">
                  <a:moveTo>
                    <a:pt x="635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0650"/>
                  </a:lnTo>
                  <a:close/>
                </a:path>
                <a:path w="6350" h="458469">
                  <a:moveTo>
                    <a:pt x="6350" y="118110"/>
                  </a:moveTo>
                  <a:lnTo>
                    <a:pt x="0" y="118110"/>
                  </a:lnTo>
                  <a:lnTo>
                    <a:pt x="0" y="119379"/>
                  </a:lnTo>
                  <a:lnTo>
                    <a:pt x="6350" y="119379"/>
                  </a:lnTo>
                  <a:lnTo>
                    <a:pt x="6350" y="118110"/>
                  </a:lnTo>
                  <a:close/>
                </a:path>
                <a:path w="6350" h="458469">
                  <a:moveTo>
                    <a:pt x="635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4300"/>
                  </a:lnTo>
                  <a:close/>
                </a:path>
                <a:path w="6350" h="458469">
                  <a:moveTo>
                    <a:pt x="6350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6350" y="113029"/>
                  </a:lnTo>
                  <a:lnTo>
                    <a:pt x="6350" y="111760"/>
                  </a:lnTo>
                  <a:close/>
                </a:path>
                <a:path w="6350" h="458469">
                  <a:moveTo>
                    <a:pt x="635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7950"/>
                  </a:lnTo>
                  <a:close/>
                </a:path>
                <a:path w="6350" h="458469">
                  <a:moveTo>
                    <a:pt x="635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6350" y="106679"/>
                  </a:lnTo>
                  <a:lnTo>
                    <a:pt x="6350" y="105410"/>
                  </a:lnTo>
                  <a:close/>
                </a:path>
                <a:path w="6350" h="458469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458469">
                  <a:moveTo>
                    <a:pt x="635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6350" y="100329"/>
                  </a:lnTo>
                  <a:lnTo>
                    <a:pt x="6350" y="99060"/>
                  </a:lnTo>
                  <a:close/>
                </a:path>
                <a:path w="6350" h="458469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458469">
                  <a:moveTo>
                    <a:pt x="6350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6350" y="93979"/>
                  </a:lnTo>
                  <a:lnTo>
                    <a:pt x="6350" y="92710"/>
                  </a:lnTo>
                  <a:close/>
                </a:path>
                <a:path w="6350" h="458469">
                  <a:moveTo>
                    <a:pt x="635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8900"/>
                  </a:lnTo>
                  <a:close/>
                </a:path>
                <a:path w="6350" h="458469">
                  <a:moveTo>
                    <a:pt x="6350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6350" y="87629"/>
                  </a:lnTo>
                  <a:lnTo>
                    <a:pt x="6350" y="86360"/>
                  </a:lnTo>
                  <a:close/>
                </a:path>
                <a:path w="6350" h="458469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458469">
                  <a:moveTo>
                    <a:pt x="635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80010"/>
                  </a:lnTo>
                  <a:close/>
                </a:path>
                <a:path w="6350" h="458469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458469">
                  <a:moveTo>
                    <a:pt x="635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3660"/>
                  </a:lnTo>
                  <a:close/>
                </a:path>
                <a:path w="6350" h="458469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458469">
                  <a:moveTo>
                    <a:pt x="635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7310"/>
                  </a:lnTo>
                  <a:close/>
                </a:path>
                <a:path w="6350" h="458469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458469">
                  <a:moveTo>
                    <a:pt x="635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60960"/>
                  </a:lnTo>
                  <a:close/>
                </a:path>
                <a:path w="6350" h="458469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458469">
                  <a:moveTo>
                    <a:pt x="635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4610"/>
                  </a:lnTo>
                  <a:close/>
                </a:path>
                <a:path w="6350" h="458469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458469">
                  <a:moveTo>
                    <a:pt x="635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8260"/>
                  </a:lnTo>
                  <a:close/>
                </a:path>
                <a:path w="6350" h="458469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458469">
                  <a:moveTo>
                    <a:pt x="635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1910"/>
                  </a:lnTo>
                  <a:close/>
                </a:path>
                <a:path w="6350" h="458469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458469">
                  <a:moveTo>
                    <a:pt x="635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5560"/>
                  </a:lnTo>
                  <a:close/>
                </a:path>
                <a:path w="6350" h="458469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458469">
                  <a:moveTo>
                    <a:pt x="635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9210"/>
                  </a:lnTo>
                  <a:close/>
                </a:path>
                <a:path w="6350" h="458469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458469">
                  <a:moveTo>
                    <a:pt x="635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2860"/>
                  </a:lnTo>
                  <a:close/>
                </a:path>
                <a:path w="6350" h="458469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458469">
                  <a:moveTo>
                    <a:pt x="635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6510"/>
                  </a:lnTo>
                  <a:close/>
                </a:path>
                <a:path w="6350" h="458469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458469">
                  <a:moveTo>
                    <a:pt x="635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10160"/>
                  </a:lnTo>
                  <a:close/>
                </a:path>
                <a:path w="6350" h="458469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458469">
                  <a:moveTo>
                    <a:pt x="6350" y="3810"/>
                  </a:moveTo>
                  <a:lnTo>
                    <a:pt x="0" y="381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3810"/>
                  </a:lnTo>
                  <a:close/>
                </a:path>
                <a:path w="6350" h="45846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6350" h="458469">
                  <a:moveTo>
                    <a:pt x="6350" y="146050"/>
                  </a:moveTo>
                  <a:lnTo>
                    <a:pt x="0" y="14605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46050"/>
                  </a:lnTo>
                  <a:close/>
                </a:path>
                <a:path w="6350" h="458469">
                  <a:moveTo>
                    <a:pt x="6350" y="158750"/>
                  </a:moveTo>
                  <a:lnTo>
                    <a:pt x="0" y="158750"/>
                  </a:lnTo>
                  <a:lnTo>
                    <a:pt x="0" y="257810"/>
                  </a:lnTo>
                  <a:lnTo>
                    <a:pt x="6350" y="257810"/>
                  </a:lnTo>
                  <a:lnTo>
                    <a:pt x="6350" y="158750"/>
                  </a:lnTo>
                  <a:close/>
                </a:path>
                <a:path w="6350" h="458469">
                  <a:moveTo>
                    <a:pt x="6350" y="257810"/>
                  </a:moveTo>
                  <a:lnTo>
                    <a:pt x="0" y="257810"/>
                  </a:lnTo>
                  <a:lnTo>
                    <a:pt x="0" y="317500"/>
                  </a:lnTo>
                  <a:lnTo>
                    <a:pt x="6350" y="317500"/>
                  </a:lnTo>
                  <a:lnTo>
                    <a:pt x="6350" y="257810"/>
                  </a:lnTo>
                  <a:close/>
                </a:path>
                <a:path w="6350" h="458469">
                  <a:moveTo>
                    <a:pt x="6350" y="317500"/>
                  </a:moveTo>
                  <a:lnTo>
                    <a:pt x="0" y="317500"/>
                  </a:lnTo>
                  <a:lnTo>
                    <a:pt x="0" y="330200"/>
                  </a:lnTo>
                  <a:lnTo>
                    <a:pt x="6350" y="330200"/>
                  </a:lnTo>
                  <a:lnTo>
                    <a:pt x="6350" y="317500"/>
                  </a:lnTo>
                  <a:close/>
                </a:path>
                <a:path w="6350" h="458469">
                  <a:moveTo>
                    <a:pt x="6350" y="331470"/>
                  </a:moveTo>
                  <a:lnTo>
                    <a:pt x="0" y="331470"/>
                  </a:lnTo>
                  <a:lnTo>
                    <a:pt x="0" y="458470"/>
                  </a:lnTo>
                  <a:lnTo>
                    <a:pt x="2539" y="458470"/>
                  </a:lnTo>
                  <a:lnTo>
                    <a:pt x="2539" y="457327"/>
                  </a:lnTo>
                  <a:lnTo>
                    <a:pt x="6350" y="457327"/>
                  </a:lnTo>
                  <a:lnTo>
                    <a:pt x="6350" y="331470"/>
                  </a:lnTo>
                  <a:close/>
                </a:path>
              </a:pathLst>
            </a:custGeom>
            <a:solidFill>
              <a:srgbClr val="8D8D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0">
              <a:extLst>
                <a:ext uri="{FF2B5EF4-FFF2-40B4-BE49-F238E27FC236}">
                  <a16:creationId xmlns:a16="http://schemas.microsoft.com/office/drawing/2014/main" id="{8066E905-8D51-806D-5913-02AC4BD11831}"/>
                </a:ext>
              </a:extLst>
            </p:cNvPr>
            <p:cNvSpPr/>
            <p:nvPr/>
          </p:nvSpPr>
          <p:spPr>
            <a:xfrm>
              <a:off x="3183890" y="2623819"/>
              <a:ext cx="7620" cy="453390"/>
            </a:xfrm>
            <a:custGeom>
              <a:avLst/>
              <a:gdLst/>
              <a:ahLst/>
              <a:cxnLst/>
              <a:rect l="l" t="t" r="r" b="b"/>
              <a:pathLst>
                <a:path w="7619" h="453389">
                  <a:moveTo>
                    <a:pt x="7620" y="140970"/>
                  </a:moveTo>
                  <a:lnTo>
                    <a:pt x="0" y="140970"/>
                  </a:lnTo>
                  <a:lnTo>
                    <a:pt x="0" y="142239"/>
                  </a:lnTo>
                  <a:lnTo>
                    <a:pt x="7620" y="142239"/>
                  </a:lnTo>
                  <a:lnTo>
                    <a:pt x="7620" y="140970"/>
                  </a:lnTo>
                  <a:close/>
                </a:path>
                <a:path w="7619" h="453389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19" h="453389">
                  <a:moveTo>
                    <a:pt x="7620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20" y="135889"/>
                  </a:lnTo>
                  <a:lnTo>
                    <a:pt x="7620" y="134620"/>
                  </a:lnTo>
                  <a:close/>
                </a:path>
                <a:path w="7619" h="453389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19" h="453389">
                  <a:moveTo>
                    <a:pt x="7620" y="121920"/>
                  </a:moveTo>
                  <a:lnTo>
                    <a:pt x="0" y="121920"/>
                  </a:lnTo>
                  <a:lnTo>
                    <a:pt x="0" y="129539"/>
                  </a:lnTo>
                  <a:lnTo>
                    <a:pt x="7620" y="129539"/>
                  </a:lnTo>
                  <a:lnTo>
                    <a:pt x="7620" y="121920"/>
                  </a:lnTo>
                  <a:close/>
                </a:path>
                <a:path w="7619" h="453389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19" h="453389">
                  <a:moveTo>
                    <a:pt x="762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20" y="116839"/>
                  </a:lnTo>
                  <a:lnTo>
                    <a:pt x="7620" y="115570"/>
                  </a:lnTo>
                  <a:close/>
                </a:path>
                <a:path w="7619" h="453389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19" h="453389">
                  <a:moveTo>
                    <a:pt x="762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20" y="110489"/>
                  </a:lnTo>
                  <a:lnTo>
                    <a:pt x="7620" y="109220"/>
                  </a:lnTo>
                  <a:close/>
                </a:path>
                <a:path w="7619" h="453389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19" h="453389">
                  <a:moveTo>
                    <a:pt x="762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20" y="104139"/>
                  </a:lnTo>
                  <a:lnTo>
                    <a:pt x="7620" y="102870"/>
                  </a:lnTo>
                  <a:close/>
                </a:path>
                <a:path w="7619" h="453389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19" h="453389">
                  <a:moveTo>
                    <a:pt x="762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6520"/>
                  </a:lnTo>
                  <a:close/>
                </a:path>
                <a:path w="7619" h="453389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19" h="453389">
                  <a:moveTo>
                    <a:pt x="762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90170"/>
                  </a:lnTo>
                  <a:close/>
                </a:path>
                <a:path w="7619" h="453389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19" h="453389">
                  <a:moveTo>
                    <a:pt x="762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3820"/>
                  </a:lnTo>
                  <a:close/>
                </a:path>
                <a:path w="7619" h="453389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19" h="453389">
                  <a:moveTo>
                    <a:pt x="762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7470"/>
                  </a:lnTo>
                  <a:close/>
                </a:path>
                <a:path w="7619" h="453389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19" h="453389">
                  <a:moveTo>
                    <a:pt x="762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71120"/>
                  </a:lnTo>
                  <a:close/>
                </a:path>
                <a:path w="7619" h="453389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19" h="453389">
                  <a:moveTo>
                    <a:pt x="762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4770"/>
                  </a:lnTo>
                  <a:close/>
                </a:path>
                <a:path w="7619" h="453389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19" h="453389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19" h="453389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19" h="453389">
                  <a:moveTo>
                    <a:pt x="762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2070"/>
                  </a:lnTo>
                  <a:close/>
                </a:path>
                <a:path w="7619" h="453389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19" h="453389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19" h="453389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19" h="453389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19" h="453389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19" h="453389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19" h="453389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19" h="453389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19" h="453389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19" h="453389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19" h="453389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19" h="453389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19" h="453389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19" h="453389">
                  <a:moveTo>
                    <a:pt x="762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20"/>
                  </a:lnTo>
                  <a:close/>
                </a:path>
                <a:path w="7619" h="453389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19" h="453389">
                  <a:moveTo>
                    <a:pt x="508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5080" y="2539"/>
                  </a:lnTo>
                  <a:lnTo>
                    <a:pt x="5080" y="0"/>
                  </a:lnTo>
                  <a:close/>
                </a:path>
                <a:path w="7619" h="453389">
                  <a:moveTo>
                    <a:pt x="7620" y="143510"/>
                  </a:moveTo>
                  <a:lnTo>
                    <a:pt x="0" y="143510"/>
                  </a:lnTo>
                  <a:lnTo>
                    <a:pt x="0" y="156210"/>
                  </a:lnTo>
                  <a:lnTo>
                    <a:pt x="7620" y="156210"/>
                  </a:lnTo>
                  <a:lnTo>
                    <a:pt x="7620" y="143510"/>
                  </a:lnTo>
                  <a:close/>
                </a:path>
                <a:path w="7619" h="453389">
                  <a:moveTo>
                    <a:pt x="7620" y="156210"/>
                  </a:moveTo>
                  <a:lnTo>
                    <a:pt x="0" y="156210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156210"/>
                  </a:lnTo>
                  <a:close/>
                </a:path>
                <a:path w="7619" h="453389">
                  <a:moveTo>
                    <a:pt x="7620" y="255270"/>
                  </a:moveTo>
                  <a:lnTo>
                    <a:pt x="0" y="255270"/>
                  </a:lnTo>
                  <a:lnTo>
                    <a:pt x="0" y="314960"/>
                  </a:lnTo>
                  <a:lnTo>
                    <a:pt x="7620" y="314960"/>
                  </a:lnTo>
                  <a:lnTo>
                    <a:pt x="7620" y="255270"/>
                  </a:lnTo>
                  <a:close/>
                </a:path>
                <a:path w="7619" h="453389">
                  <a:moveTo>
                    <a:pt x="7620" y="314960"/>
                  </a:moveTo>
                  <a:lnTo>
                    <a:pt x="0" y="314960"/>
                  </a:lnTo>
                  <a:lnTo>
                    <a:pt x="0" y="327660"/>
                  </a:lnTo>
                  <a:lnTo>
                    <a:pt x="7620" y="327660"/>
                  </a:lnTo>
                  <a:lnTo>
                    <a:pt x="7620" y="314960"/>
                  </a:lnTo>
                  <a:close/>
                </a:path>
                <a:path w="7619" h="453389">
                  <a:moveTo>
                    <a:pt x="7620" y="328930"/>
                  </a:moveTo>
                  <a:lnTo>
                    <a:pt x="0" y="328930"/>
                  </a:lnTo>
                  <a:lnTo>
                    <a:pt x="0" y="453390"/>
                  </a:lnTo>
                  <a:lnTo>
                    <a:pt x="3810" y="453390"/>
                  </a:lnTo>
                  <a:lnTo>
                    <a:pt x="3810" y="452247"/>
                  </a:lnTo>
                  <a:lnTo>
                    <a:pt x="7620" y="452247"/>
                  </a:lnTo>
                  <a:lnTo>
                    <a:pt x="7620" y="328930"/>
                  </a:lnTo>
                  <a:close/>
                </a:path>
              </a:pathLst>
            </a:custGeom>
            <a:solidFill>
              <a:srgbClr val="8F8F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1">
              <a:extLst>
                <a:ext uri="{FF2B5EF4-FFF2-40B4-BE49-F238E27FC236}">
                  <a16:creationId xmlns:a16="http://schemas.microsoft.com/office/drawing/2014/main" id="{614BA94E-88B8-94EA-A4DB-389DBF72B1DB}"/>
                </a:ext>
              </a:extLst>
            </p:cNvPr>
            <p:cNvSpPr/>
            <p:nvPr/>
          </p:nvSpPr>
          <p:spPr>
            <a:xfrm>
              <a:off x="3191510" y="2626359"/>
              <a:ext cx="7620" cy="449580"/>
            </a:xfrm>
            <a:custGeom>
              <a:avLst/>
              <a:gdLst/>
              <a:ahLst/>
              <a:cxnLst/>
              <a:rect l="l" t="t" r="r" b="b"/>
              <a:pathLst>
                <a:path w="7619" h="449580">
                  <a:moveTo>
                    <a:pt x="7619" y="138430"/>
                  </a:moveTo>
                  <a:lnTo>
                    <a:pt x="0" y="13843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30"/>
                  </a:lnTo>
                  <a:close/>
                </a:path>
                <a:path w="7619" h="449580">
                  <a:moveTo>
                    <a:pt x="7619" y="134620"/>
                  </a:moveTo>
                  <a:lnTo>
                    <a:pt x="0" y="13462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134620"/>
                  </a:lnTo>
                  <a:close/>
                </a:path>
                <a:path w="7619" h="449580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449580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449580">
                  <a:moveTo>
                    <a:pt x="7619" y="119380"/>
                  </a:moveTo>
                  <a:lnTo>
                    <a:pt x="0" y="11938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19380"/>
                  </a:lnTo>
                  <a:close/>
                </a:path>
                <a:path w="7619" h="44958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4958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4958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49580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4958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4958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4958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4958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4958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4958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4958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4958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4958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4958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4958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4958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4958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4958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4958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4958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4958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4958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4958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4958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4958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4958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4958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4958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4958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4958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4958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4958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4958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4958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4958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4958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49580">
                  <a:moveTo>
                    <a:pt x="761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0"/>
                  </a:lnTo>
                  <a:close/>
                </a:path>
                <a:path w="7619" h="449580">
                  <a:moveTo>
                    <a:pt x="7619" y="140970"/>
                  </a:moveTo>
                  <a:lnTo>
                    <a:pt x="0" y="140970"/>
                  </a:lnTo>
                  <a:lnTo>
                    <a:pt x="0" y="153670"/>
                  </a:lnTo>
                  <a:lnTo>
                    <a:pt x="7619" y="153670"/>
                  </a:lnTo>
                  <a:lnTo>
                    <a:pt x="7619" y="140970"/>
                  </a:lnTo>
                  <a:close/>
                </a:path>
                <a:path w="7619" h="449580">
                  <a:moveTo>
                    <a:pt x="7619" y="153670"/>
                  </a:moveTo>
                  <a:lnTo>
                    <a:pt x="0" y="153670"/>
                  </a:lnTo>
                  <a:lnTo>
                    <a:pt x="0" y="252730"/>
                  </a:lnTo>
                  <a:lnTo>
                    <a:pt x="7619" y="252730"/>
                  </a:lnTo>
                  <a:lnTo>
                    <a:pt x="7619" y="153670"/>
                  </a:lnTo>
                  <a:close/>
                </a:path>
                <a:path w="7619" h="449580">
                  <a:moveTo>
                    <a:pt x="7619" y="252730"/>
                  </a:moveTo>
                  <a:lnTo>
                    <a:pt x="0" y="252730"/>
                  </a:lnTo>
                  <a:lnTo>
                    <a:pt x="0" y="312420"/>
                  </a:lnTo>
                  <a:lnTo>
                    <a:pt x="7619" y="312420"/>
                  </a:lnTo>
                  <a:lnTo>
                    <a:pt x="7619" y="252730"/>
                  </a:lnTo>
                  <a:close/>
                </a:path>
                <a:path w="7619" h="449580">
                  <a:moveTo>
                    <a:pt x="7619" y="312420"/>
                  </a:moveTo>
                  <a:lnTo>
                    <a:pt x="0" y="312420"/>
                  </a:lnTo>
                  <a:lnTo>
                    <a:pt x="0" y="325120"/>
                  </a:lnTo>
                  <a:lnTo>
                    <a:pt x="7619" y="325120"/>
                  </a:lnTo>
                  <a:lnTo>
                    <a:pt x="7619" y="312420"/>
                  </a:lnTo>
                  <a:close/>
                </a:path>
                <a:path w="7619" h="449580">
                  <a:moveTo>
                    <a:pt x="7619" y="326390"/>
                  </a:moveTo>
                  <a:lnTo>
                    <a:pt x="0" y="326390"/>
                  </a:lnTo>
                  <a:lnTo>
                    <a:pt x="0" y="449580"/>
                  </a:lnTo>
                  <a:lnTo>
                    <a:pt x="1269" y="449580"/>
                  </a:lnTo>
                  <a:lnTo>
                    <a:pt x="1269" y="448310"/>
                  </a:lnTo>
                  <a:lnTo>
                    <a:pt x="5080" y="448310"/>
                  </a:lnTo>
                  <a:lnTo>
                    <a:pt x="5080" y="447040"/>
                  </a:lnTo>
                  <a:lnTo>
                    <a:pt x="7619" y="447040"/>
                  </a:lnTo>
                  <a:lnTo>
                    <a:pt x="7619" y="326390"/>
                  </a:lnTo>
                  <a:close/>
                </a:path>
              </a:pathLst>
            </a:custGeom>
            <a:solidFill>
              <a:srgbClr val="9090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2">
              <a:extLst>
                <a:ext uri="{FF2B5EF4-FFF2-40B4-BE49-F238E27FC236}">
                  <a16:creationId xmlns:a16="http://schemas.microsoft.com/office/drawing/2014/main" id="{83D55B87-498B-0258-7C4D-9836C2171DB0}"/>
                </a:ext>
              </a:extLst>
            </p:cNvPr>
            <p:cNvSpPr/>
            <p:nvPr/>
          </p:nvSpPr>
          <p:spPr>
            <a:xfrm>
              <a:off x="3199130" y="2627630"/>
              <a:ext cx="6350" cy="445134"/>
            </a:xfrm>
            <a:custGeom>
              <a:avLst/>
              <a:gdLst/>
              <a:ahLst/>
              <a:cxnLst/>
              <a:rect l="l" t="t" r="r" b="b"/>
              <a:pathLst>
                <a:path w="6350" h="445135">
                  <a:moveTo>
                    <a:pt x="6350" y="137160"/>
                  </a:moveTo>
                  <a:lnTo>
                    <a:pt x="0" y="137160"/>
                  </a:lnTo>
                  <a:lnTo>
                    <a:pt x="0" y="138429"/>
                  </a:lnTo>
                  <a:lnTo>
                    <a:pt x="6350" y="138429"/>
                  </a:lnTo>
                  <a:lnTo>
                    <a:pt x="6350" y="137160"/>
                  </a:lnTo>
                  <a:close/>
                </a:path>
                <a:path w="6350" h="445135">
                  <a:moveTo>
                    <a:pt x="635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3350"/>
                  </a:lnTo>
                  <a:close/>
                </a:path>
                <a:path w="6350" h="445135">
                  <a:moveTo>
                    <a:pt x="6350" y="130810"/>
                  </a:moveTo>
                  <a:lnTo>
                    <a:pt x="0" y="130810"/>
                  </a:lnTo>
                  <a:lnTo>
                    <a:pt x="0" y="132079"/>
                  </a:lnTo>
                  <a:lnTo>
                    <a:pt x="6350" y="132079"/>
                  </a:lnTo>
                  <a:lnTo>
                    <a:pt x="6350" y="130810"/>
                  </a:lnTo>
                  <a:close/>
                </a:path>
                <a:path w="6350" h="445135">
                  <a:moveTo>
                    <a:pt x="635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7000"/>
                  </a:lnTo>
                  <a:close/>
                </a:path>
                <a:path w="6350" h="445135">
                  <a:moveTo>
                    <a:pt x="6350" y="118110"/>
                  </a:moveTo>
                  <a:lnTo>
                    <a:pt x="0" y="118110"/>
                  </a:lnTo>
                  <a:lnTo>
                    <a:pt x="0" y="125729"/>
                  </a:lnTo>
                  <a:lnTo>
                    <a:pt x="6350" y="125729"/>
                  </a:lnTo>
                  <a:lnTo>
                    <a:pt x="6350" y="118110"/>
                  </a:lnTo>
                  <a:close/>
                </a:path>
                <a:path w="6350" h="445135">
                  <a:moveTo>
                    <a:pt x="635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4300"/>
                  </a:lnTo>
                  <a:close/>
                </a:path>
                <a:path w="6350" h="445135">
                  <a:moveTo>
                    <a:pt x="6350" y="111760"/>
                  </a:moveTo>
                  <a:lnTo>
                    <a:pt x="0" y="111760"/>
                  </a:lnTo>
                  <a:lnTo>
                    <a:pt x="0" y="113029"/>
                  </a:lnTo>
                  <a:lnTo>
                    <a:pt x="6350" y="113029"/>
                  </a:lnTo>
                  <a:lnTo>
                    <a:pt x="6350" y="111760"/>
                  </a:lnTo>
                  <a:close/>
                </a:path>
                <a:path w="6350" h="445135">
                  <a:moveTo>
                    <a:pt x="635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7950"/>
                  </a:lnTo>
                  <a:close/>
                </a:path>
                <a:path w="6350" h="445135">
                  <a:moveTo>
                    <a:pt x="635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6350" y="106679"/>
                  </a:lnTo>
                  <a:lnTo>
                    <a:pt x="6350" y="105410"/>
                  </a:lnTo>
                  <a:close/>
                </a:path>
                <a:path w="6350" h="445135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445135">
                  <a:moveTo>
                    <a:pt x="635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6350" y="100329"/>
                  </a:lnTo>
                  <a:lnTo>
                    <a:pt x="6350" y="99060"/>
                  </a:lnTo>
                  <a:close/>
                </a:path>
                <a:path w="6350" h="445135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445135">
                  <a:moveTo>
                    <a:pt x="6350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6350" y="93979"/>
                  </a:lnTo>
                  <a:lnTo>
                    <a:pt x="6350" y="92710"/>
                  </a:lnTo>
                  <a:close/>
                </a:path>
                <a:path w="6350" h="445135">
                  <a:moveTo>
                    <a:pt x="635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8900"/>
                  </a:lnTo>
                  <a:close/>
                </a:path>
                <a:path w="6350" h="445135">
                  <a:moveTo>
                    <a:pt x="6350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6350" y="87629"/>
                  </a:lnTo>
                  <a:lnTo>
                    <a:pt x="6350" y="86360"/>
                  </a:lnTo>
                  <a:close/>
                </a:path>
                <a:path w="6350" h="445135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445135">
                  <a:moveTo>
                    <a:pt x="635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80010"/>
                  </a:lnTo>
                  <a:close/>
                </a:path>
                <a:path w="6350" h="445135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445135">
                  <a:moveTo>
                    <a:pt x="635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3660"/>
                  </a:lnTo>
                  <a:close/>
                </a:path>
                <a:path w="6350" h="445135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445135">
                  <a:moveTo>
                    <a:pt x="635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7310"/>
                  </a:lnTo>
                  <a:close/>
                </a:path>
                <a:path w="6350" h="445135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445135">
                  <a:moveTo>
                    <a:pt x="635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60960"/>
                  </a:lnTo>
                  <a:close/>
                </a:path>
                <a:path w="6350" h="445135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445135">
                  <a:moveTo>
                    <a:pt x="635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4610"/>
                  </a:lnTo>
                  <a:close/>
                </a:path>
                <a:path w="6350" h="445135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445135">
                  <a:moveTo>
                    <a:pt x="635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8260"/>
                  </a:lnTo>
                  <a:close/>
                </a:path>
                <a:path w="6350" h="445135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445135">
                  <a:moveTo>
                    <a:pt x="635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1910"/>
                  </a:lnTo>
                  <a:close/>
                </a:path>
                <a:path w="6350" h="445135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445135">
                  <a:moveTo>
                    <a:pt x="635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5560"/>
                  </a:lnTo>
                  <a:close/>
                </a:path>
                <a:path w="6350" h="445135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445135">
                  <a:moveTo>
                    <a:pt x="635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9210"/>
                  </a:lnTo>
                  <a:close/>
                </a:path>
                <a:path w="6350" h="445135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445135">
                  <a:moveTo>
                    <a:pt x="635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2860"/>
                  </a:lnTo>
                  <a:close/>
                </a:path>
                <a:path w="6350" h="445135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445135">
                  <a:moveTo>
                    <a:pt x="635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6510"/>
                  </a:lnTo>
                  <a:close/>
                </a:path>
                <a:path w="6350" h="445135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445135">
                  <a:moveTo>
                    <a:pt x="635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10160"/>
                  </a:lnTo>
                  <a:close/>
                </a:path>
                <a:path w="6350" h="445135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445135">
                  <a:moveTo>
                    <a:pt x="6350" y="2539"/>
                  </a:moveTo>
                  <a:lnTo>
                    <a:pt x="5080" y="2539"/>
                  </a:lnTo>
                  <a:lnTo>
                    <a:pt x="5080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539"/>
                  </a:lnTo>
                  <a:close/>
                </a:path>
                <a:path w="6350" h="445135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6350" h="445135">
                  <a:moveTo>
                    <a:pt x="6350" y="139700"/>
                  </a:moveTo>
                  <a:lnTo>
                    <a:pt x="0" y="13970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39700"/>
                  </a:lnTo>
                  <a:close/>
                </a:path>
                <a:path w="6350" h="445135">
                  <a:moveTo>
                    <a:pt x="6350" y="152400"/>
                  </a:moveTo>
                  <a:lnTo>
                    <a:pt x="0" y="152400"/>
                  </a:lnTo>
                  <a:lnTo>
                    <a:pt x="0" y="251460"/>
                  </a:lnTo>
                  <a:lnTo>
                    <a:pt x="6350" y="251460"/>
                  </a:lnTo>
                  <a:lnTo>
                    <a:pt x="6350" y="152400"/>
                  </a:lnTo>
                  <a:close/>
                </a:path>
                <a:path w="6350" h="445135">
                  <a:moveTo>
                    <a:pt x="6350" y="251460"/>
                  </a:moveTo>
                  <a:lnTo>
                    <a:pt x="0" y="251460"/>
                  </a:lnTo>
                  <a:lnTo>
                    <a:pt x="0" y="311150"/>
                  </a:lnTo>
                  <a:lnTo>
                    <a:pt x="6350" y="311150"/>
                  </a:lnTo>
                  <a:lnTo>
                    <a:pt x="6350" y="251460"/>
                  </a:lnTo>
                  <a:close/>
                </a:path>
                <a:path w="6350" h="445135">
                  <a:moveTo>
                    <a:pt x="6350" y="311150"/>
                  </a:moveTo>
                  <a:lnTo>
                    <a:pt x="0" y="311150"/>
                  </a:lnTo>
                  <a:lnTo>
                    <a:pt x="0" y="323850"/>
                  </a:lnTo>
                  <a:lnTo>
                    <a:pt x="6350" y="323850"/>
                  </a:lnTo>
                  <a:lnTo>
                    <a:pt x="6350" y="311150"/>
                  </a:lnTo>
                  <a:close/>
                </a:path>
                <a:path w="6350" h="445135">
                  <a:moveTo>
                    <a:pt x="6350" y="325120"/>
                  </a:moveTo>
                  <a:lnTo>
                    <a:pt x="0" y="325120"/>
                  </a:lnTo>
                  <a:lnTo>
                    <a:pt x="0" y="444627"/>
                  </a:lnTo>
                  <a:lnTo>
                    <a:pt x="3809" y="444627"/>
                  </a:lnTo>
                  <a:lnTo>
                    <a:pt x="3809" y="443357"/>
                  </a:lnTo>
                  <a:lnTo>
                    <a:pt x="6350" y="443357"/>
                  </a:lnTo>
                  <a:lnTo>
                    <a:pt x="6350" y="325120"/>
                  </a:lnTo>
                  <a:close/>
                </a:path>
              </a:pathLst>
            </a:custGeom>
            <a:solidFill>
              <a:srgbClr val="9292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3">
              <a:extLst>
                <a:ext uri="{FF2B5EF4-FFF2-40B4-BE49-F238E27FC236}">
                  <a16:creationId xmlns:a16="http://schemas.microsoft.com/office/drawing/2014/main" id="{FB871AE0-6A20-639A-4358-5CAA541A7B63}"/>
                </a:ext>
              </a:extLst>
            </p:cNvPr>
            <p:cNvSpPr/>
            <p:nvPr/>
          </p:nvSpPr>
          <p:spPr>
            <a:xfrm>
              <a:off x="3205480" y="2630169"/>
              <a:ext cx="7620" cy="440690"/>
            </a:xfrm>
            <a:custGeom>
              <a:avLst/>
              <a:gdLst/>
              <a:ahLst/>
              <a:cxnLst/>
              <a:rect l="l" t="t" r="r" b="b"/>
              <a:pathLst>
                <a:path w="7619" h="440689">
                  <a:moveTo>
                    <a:pt x="7619" y="134620"/>
                  </a:moveTo>
                  <a:lnTo>
                    <a:pt x="0" y="134620"/>
                  </a:lnTo>
                  <a:lnTo>
                    <a:pt x="0" y="135889"/>
                  </a:lnTo>
                  <a:lnTo>
                    <a:pt x="7619" y="135889"/>
                  </a:lnTo>
                  <a:lnTo>
                    <a:pt x="7619" y="134620"/>
                  </a:lnTo>
                  <a:close/>
                </a:path>
                <a:path w="7619" h="440689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440689">
                  <a:moveTo>
                    <a:pt x="7619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7619" y="129539"/>
                  </a:lnTo>
                  <a:lnTo>
                    <a:pt x="7619" y="128270"/>
                  </a:lnTo>
                  <a:close/>
                </a:path>
                <a:path w="7619" h="440689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440689">
                  <a:moveTo>
                    <a:pt x="7619" y="115570"/>
                  </a:moveTo>
                  <a:lnTo>
                    <a:pt x="0" y="11557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115570"/>
                  </a:lnTo>
                  <a:close/>
                </a:path>
                <a:path w="7619" h="440689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440689">
                  <a:moveTo>
                    <a:pt x="761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19" y="110489"/>
                  </a:lnTo>
                  <a:lnTo>
                    <a:pt x="7619" y="109220"/>
                  </a:lnTo>
                  <a:close/>
                </a:path>
                <a:path w="7619" h="440689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440689">
                  <a:moveTo>
                    <a:pt x="7619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19" y="104139"/>
                  </a:lnTo>
                  <a:lnTo>
                    <a:pt x="7619" y="102870"/>
                  </a:lnTo>
                  <a:close/>
                </a:path>
                <a:path w="7619" h="440689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440689">
                  <a:moveTo>
                    <a:pt x="7619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19" y="97789"/>
                  </a:lnTo>
                  <a:lnTo>
                    <a:pt x="7619" y="96520"/>
                  </a:lnTo>
                  <a:close/>
                </a:path>
                <a:path w="7619" h="440689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440689">
                  <a:moveTo>
                    <a:pt x="761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90170"/>
                  </a:lnTo>
                  <a:close/>
                </a:path>
                <a:path w="7619" h="440689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440689">
                  <a:moveTo>
                    <a:pt x="761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3820"/>
                  </a:lnTo>
                  <a:close/>
                </a:path>
                <a:path w="7619" h="440689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440689">
                  <a:moveTo>
                    <a:pt x="761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19" y="78739"/>
                  </a:lnTo>
                  <a:lnTo>
                    <a:pt x="7619" y="77470"/>
                  </a:lnTo>
                  <a:close/>
                </a:path>
                <a:path w="7619" h="440689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440689">
                  <a:moveTo>
                    <a:pt x="761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71120"/>
                  </a:lnTo>
                  <a:close/>
                </a:path>
                <a:path w="7619" h="440689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440689">
                  <a:moveTo>
                    <a:pt x="761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4770"/>
                  </a:lnTo>
                  <a:close/>
                </a:path>
                <a:path w="7619" h="440689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440689">
                  <a:moveTo>
                    <a:pt x="761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8420"/>
                  </a:lnTo>
                  <a:close/>
                </a:path>
                <a:path w="7619" h="440689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44068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19" h="44068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44068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19" h="44068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440689">
                  <a:moveTo>
                    <a:pt x="761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9370"/>
                  </a:lnTo>
                  <a:close/>
                </a:path>
                <a:path w="7619" h="440689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440689">
                  <a:moveTo>
                    <a:pt x="761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3020"/>
                  </a:lnTo>
                  <a:close/>
                </a:path>
                <a:path w="7619" h="44068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44068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19" h="44068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44068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19" h="44068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44068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19" h="44068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44068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19" h="440689">
                  <a:moveTo>
                    <a:pt x="7619" y="2539"/>
                  </a:moveTo>
                  <a:lnTo>
                    <a:pt x="6350" y="2539"/>
                  </a:lnTo>
                  <a:lnTo>
                    <a:pt x="635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2539"/>
                  </a:lnTo>
                  <a:close/>
                </a:path>
                <a:path w="7619" h="44068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7619" h="440689">
                  <a:moveTo>
                    <a:pt x="7619" y="137160"/>
                  </a:moveTo>
                  <a:lnTo>
                    <a:pt x="0" y="137160"/>
                  </a:lnTo>
                  <a:lnTo>
                    <a:pt x="0" y="149860"/>
                  </a:lnTo>
                  <a:lnTo>
                    <a:pt x="7619" y="149860"/>
                  </a:lnTo>
                  <a:lnTo>
                    <a:pt x="7619" y="137160"/>
                  </a:lnTo>
                  <a:close/>
                </a:path>
                <a:path w="7619" h="440689">
                  <a:moveTo>
                    <a:pt x="7619" y="149860"/>
                  </a:moveTo>
                  <a:lnTo>
                    <a:pt x="0" y="149860"/>
                  </a:lnTo>
                  <a:lnTo>
                    <a:pt x="0" y="248920"/>
                  </a:lnTo>
                  <a:lnTo>
                    <a:pt x="7619" y="248920"/>
                  </a:lnTo>
                  <a:lnTo>
                    <a:pt x="7619" y="149860"/>
                  </a:lnTo>
                  <a:close/>
                </a:path>
                <a:path w="7619" h="440689">
                  <a:moveTo>
                    <a:pt x="7619" y="248920"/>
                  </a:moveTo>
                  <a:lnTo>
                    <a:pt x="0" y="248920"/>
                  </a:lnTo>
                  <a:lnTo>
                    <a:pt x="0" y="308610"/>
                  </a:lnTo>
                  <a:lnTo>
                    <a:pt x="7619" y="308610"/>
                  </a:lnTo>
                  <a:lnTo>
                    <a:pt x="7619" y="248920"/>
                  </a:lnTo>
                  <a:close/>
                </a:path>
                <a:path w="7619" h="440689">
                  <a:moveTo>
                    <a:pt x="7619" y="308610"/>
                  </a:moveTo>
                  <a:lnTo>
                    <a:pt x="0" y="308610"/>
                  </a:lnTo>
                  <a:lnTo>
                    <a:pt x="0" y="321310"/>
                  </a:lnTo>
                  <a:lnTo>
                    <a:pt x="7619" y="321310"/>
                  </a:lnTo>
                  <a:lnTo>
                    <a:pt x="7619" y="308610"/>
                  </a:lnTo>
                  <a:close/>
                </a:path>
                <a:path w="7619" h="440689">
                  <a:moveTo>
                    <a:pt x="7619" y="322580"/>
                  </a:moveTo>
                  <a:lnTo>
                    <a:pt x="0" y="322580"/>
                  </a:lnTo>
                  <a:lnTo>
                    <a:pt x="0" y="440690"/>
                  </a:lnTo>
                  <a:lnTo>
                    <a:pt x="1269" y="440690"/>
                  </a:lnTo>
                  <a:lnTo>
                    <a:pt x="1269" y="439547"/>
                  </a:lnTo>
                  <a:lnTo>
                    <a:pt x="5079" y="439547"/>
                  </a:lnTo>
                  <a:lnTo>
                    <a:pt x="5079" y="438277"/>
                  </a:lnTo>
                  <a:lnTo>
                    <a:pt x="7619" y="438277"/>
                  </a:lnTo>
                  <a:lnTo>
                    <a:pt x="7619" y="322580"/>
                  </a:lnTo>
                  <a:close/>
                </a:path>
              </a:pathLst>
            </a:custGeom>
            <a:solidFill>
              <a:srgbClr val="9393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4">
              <a:extLst>
                <a:ext uri="{FF2B5EF4-FFF2-40B4-BE49-F238E27FC236}">
                  <a16:creationId xmlns:a16="http://schemas.microsoft.com/office/drawing/2014/main" id="{15CE4C41-204E-98E9-9957-1AAC91F11D7C}"/>
                </a:ext>
              </a:extLst>
            </p:cNvPr>
            <p:cNvSpPr/>
            <p:nvPr/>
          </p:nvSpPr>
          <p:spPr>
            <a:xfrm>
              <a:off x="3213100" y="2632709"/>
              <a:ext cx="7620" cy="434340"/>
            </a:xfrm>
            <a:custGeom>
              <a:avLst/>
              <a:gdLst/>
              <a:ahLst/>
              <a:cxnLst/>
              <a:rect l="l" t="t" r="r" b="b"/>
              <a:pathLst>
                <a:path w="7619" h="434339">
                  <a:moveTo>
                    <a:pt x="7619" y="132080"/>
                  </a:moveTo>
                  <a:lnTo>
                    <a:pt x="0" y="13208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80"/>
                  </a:lnTo>
                  <a:close/>
                </a:path>
                <a:path w="7619" h="434339">
                  <a:moveTo>
                    <a:pt x="7619" y="128270"/>
                  </a:moveTo>
                  <a:lnTo>
                    <a:pt x="0" y="12827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28270"/>
                  </a:lnTo>
                  <a:close/>
                </a:path>
                <a:path w="7619" h="434339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434339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34339">
                  <a:moveTo>
                    <a:pt x="7619" y="113030"/>
                  </a:moveTo>
                  <a:lnTo>
                    <a:pt x="0" y="11303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3030"/>
                  </a:lnTo>
                  <a:close/>
                </a:path>
                <a:path w="7619" h="434339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34339">
                  <a:moveTo>
                    <a:pt x="7619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80"/>
                  </a:lnTo>
                  <a:close/>
                </a:path>
                <a:path w="7619" h="434339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34339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34339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34339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34339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34339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34339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34339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34339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34339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34339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34339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34339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34339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34339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34339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34339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34339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34339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34339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34339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34339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34339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34339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34339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34339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34339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34339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34339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34339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34339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34339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3433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80" y="3810"/>
                  </a:lnTo>
                  <a:lnTo>
                    <a:pt x="508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19" h="434339">
                  <a:moveTo>
                    <a:pt x="7619" y="134620"/>
                  </a:moveTo>
                  <a:lnTo>
                    <a:pt x="0" y="134620"/>
                  </a:lnTo>
                  <a:lnTo>
                    <a:pt x="0" y="147320"/>
                  </a:lnTo>
                  <a:lnTo>
                    <a:pt x="7619" y="147320"/>
                  </a:lnTo>
                  <a:lnTo>
                    <a:pt x="7619" y="134620"/>
                  </a:lnTo>
                  <a:close/>
                </a:path>
                <a:path w="7619" h="434339">
                  <a:moveTo>
                    <a:pt x="7619" y="147320"/>
                  </a:moveTo>
                  <a:lnTo>
                    <a:pt x="0" y="147320"/>
                  </a:lnTo>
                  <a:lnTo>
                    <a:pt x="0" y="246380"/>
                  </a:lnTo>
                  <a:lnTo>
                    <a:pt x="7619" y="246380"/>
                  </a:lnTo>
                  <a:lnTo>
                    <a:pt x="7619" y="147320"/>
                  </a:lnTo>
                  <a:close/>
                </a:path>
                <a:path w="7619" h="434339">
                  <a:moveTo>
                    <a:pt x="7619" y="246380"/>
                  </a:moveTo>
                  <a:lnTo>
                    <a:pt x="0" y="246380"/>
                  </a:lnTo>
                  <a:lnTo>
                    <a:pt x="0" y="306070"/>
                  </a:lnTo>
                  <a:lnTo>
                    <a:pt x="7619" y="306070"/>
                  </a:lnTo>
                  <a:lnTo>
                    <a:pt x="7619" y="246380"/>
                  </a:lnTo>
                  <a:close/>
                </a:path>
                <a:path w="7619" h="434339">
                  <a:moveTo>
                    <a:pt x="7619" y="306070"/>
                  </a:moveTo>
                  <a:lnTo>
                    <a:pt x="0" y="306070"/>
                  </a:lnTo>
                  <a:lnTo>
                    <a:pt x="0" y="318770"/>
                  </a:lnTo>
                  <a:lnTo>
                    <a:pt x="7619" y="318770"/>
                  </a:lnTo>
                  <a:lnTo>
                    <a:pt x="7619" y="306070"/>
                  </a:lnTo>
                  <a:close/>
                </a:path>
                <a:path w="7619" h="434339">
                  <a:moveTo>
                    <a:pt x="7619" y="320040"/>
                  </a:moveTo>
                  <a:lnTo>
                    <a:pt x="0" y="320040"/>
                  </a:lnTo>
                  <a:lnTo>
                    <a:pt x="0" y="434340"/>
                  </a:lnTo>
                  <a:lnTo>
                    <a:pt x="3809" y="434340"/>
                  </a:lnTo>
                  <a:lnTo>
                    <a:pt x="3809" y="433197"/>
                  </a:lnTo>
                  <a:lnTo>
                    <a:pt x="6350" y="433197"/>
                  </a:lnTo>
                  <a:lnTo>
                    <a:pt x="6350" y="431800"/>
                  </a:lnTo>
                  <a:lnTo>
                    <a:pt x="7619" y="431800"/>
                  </a:lnTo>
                  <a:lnTo>
                    <a:pt x="7619" y="320040"/>
                  </a:lnTo>
                  <a:close/>
                </a:path>
              </a:pathLst>
            </a:custGeom>
            <a:solidFill>
              <a:srgbClr val="949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5">
              <a:extLst>
                <a:ext uri="{FF2B5EF4-FFF2-40B4-BE49-F238E27FC236}">
                  <a16:creationId xmlns:a16="http://schemas.microsoft.com/office/drawing/2014/main" id="{3DD05D7B-0A94-7ADA-77A6-6677387530F0}"/>
                </a:ext>
              </a:extLst>
            </p:cNvPr>
            <p:cNvSpPr/>
            <p:nvPr/>
          </p:nvSpPr>
          <p:spPr>
            <a:xfrm>
              <a:off x="3220720" y="2636519"/>
              <a:ext cx="6350" cy="427990"/>
            </a:xfrm>
            <a:custGeom>
              <a:avLst/>
              <a:gdLst/>
              <a:ahLst/>
              <a:cxnLst/>
              <a:rect l="l" t="t" r="r" b="b"/>
              <a:pathLst>
                <a:path w="6350" h="427989">
                  <a:moveTo>
                    <a:pt x="6350" y="128270"/>
                  </a:moveTo>
                  <a:lnTo>
                    <a:pt x="0" y="12827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8270"/>
                  </a:lnTo>
                  <a:close/>
                </a:path>
                <a:path w="6350" h="427989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427989">
                  <a:moveTo>
                    <a:pt x="6350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1920"/>
                  </a:lnTo>
                  <a:close/>
                </a:path>
                <a:path w="6350" h="427989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427989">
                  <a:moveTo>
                    <a:pt x="6350" y="109220"/>
                  </a:moveTo>
                  <a:lnTo>
                    <a:pt x="0" y="10922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09220"/>
                  </a:lnTo>
                  <a:close/>
                </a:path>
                <a:path w="6350" h="427989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427989">
                  <a:moveTo>
                    <a:pt x="635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2870"/>
                  </a:lnTo>
                  <a:close/>
                </a:path>
                <a:path w="6350" h="427989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427989">
                  <a:moveTo>
                    <a:pt x="635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6520"/>
                  </a:lnTo>
                  <a:close/>
                </a:path>
                <a:path w="6350" h="427989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427989">
                  <a:moveTo>
                    <a:pt x="635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90170"/>
                  </a:lnTo>
                  <a:close/>
                </a:path>
                <a:path w="6350" h="427989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427989">
                  <a:moveTo>
                    <a:pt x="635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3820"/>
                  </a:lnTo>
                  <a:close/>
                </a:path>
                <a:path w="6350" h="427989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427989">
                  <a:moveTo>
                    <a:pt x="635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7470"/>
                  </a:lnTo>
                  <a:close/>
                </a:path>
                <a:path w="6350" h="427989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427989">
                  <a:moveTo>
                    <a:pt x="635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71120"/>
                  </a:lnTo>
                  <a:close/>
                </a:path>
                <a:path w="6350" h="427989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427989">
                  <a:moveTo>
                    <a:pt x="635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4770"/>
                  </a:lnTo>
                  <a:close/>
                </a:path>
                <a:path w="6350" h="427989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427989">
                  <a:moveTo>
                    <a:pt x="635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8420"/>
                  </a:lnTo>
                  <a:close/>
                </a:path>
                <a:path w="6350" h="427989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427989">
                  <a:moveTo>
                    <a:pt x="635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2070"/>
                  </a:lnTo>
                  <a:close/>
                </a:path>
                <a:path w="6350" h="427989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427989">
                  <a:moveTo>
                    <a:pt x="635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5720"/>
                  </a:lnTo>
                  <a:close/>
                </a:path>
                <a:path w="6350" h="427989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427989">
                  <a:moveTo>
                    <a:pt x="635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9370"/>
                  </a:lnTo>
                  <a:close/>
                </a:path>
                <a:path w="6350" h="427989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427989">
                  <a:moveTo>
                    <a:pt x="635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3020"/>
                  </a:lnTo>
                  <a:close/>
                </a:path>
                <a:path w="6350" h="427989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427989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427989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427989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427989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427989">
                  <a:moveTo>
                    <a:pt x="635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3970"/>
                  </a:lnTo>
                  <a:close/>
                </a:path>
                <a:path w="6350" h="427989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427989">
                  <a:moveTo>
                    <a:pt x="635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20"/>
                  </a:lnTo>
                  <a:close/>
                </a:path>
                <a:path w="6350" h="427989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42798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6350" h="427989">
                  <a:moveTo>
                    <a:pt x="6350" y="130810"/>
                  </a:moveTo>
                  <a:lnTo>
                    <a:pt x="0" y="130810"/>
                  </a:lnTo>
                  <a:lnTo>
                    <a:pt x="0" y="143510"/>
                  </a:lnTo>
                  <a:lnTo>
                    <a:pt x="6350" y="143510"/>
                  </a:lnTo>
                  <a:lnTo>
                    <a:pt x="6350" y="130810"/>
                  </a:lnTo>
                  <a:close/>
                </a:path>
                <a:path w="6350" h="427989">
                  <a:moveTo>
                    <a:pt x="6350" y="143510"/>
                  </a:moveTo>
                  <a:lnTo>
                    <a:pt x="0" y="143510"/>
                  </a:lnTo>
                  <a:lnTo>
                    <a:pt x="0" y="242570"/>
                  </a:lnTo>
                  <a:lnTo>
                    <a:pt x="6350" y="242570"/>
                  </a:lnTo>
                  <a:lnTo>
                    <a:pt x="6350" y="143510"/>
                  </a:lnTo>
                  <a:close/>
                </a:path>
                <a:path w="6350" h="427989">
                  <a:moveTo>
                    <a:pt x="6350" y="242570"/>
                  </a:moveTo>
                  <a:lnTo>
                    <a:pt x="0" y="242570"/>
                  </a:lnTo>
                  <a:lnTo>
                    <a:pt x="0" y="302260"/>
                  </a:lnTo>
                  <a:lnTo>
                    <a:pt x="6350" y="302260"/>
                  </a:lnTo>
                  <a:lnTo>
                    <a:pt x="6350" y="242570"/>
                  </a:lnTo>
                  <a:close/>
                </a:path>
                <a:path w="6350" h="427989">
                  <a:moveTo>
                    <a:pt x="6350" y="302260"/>
                  </a:moveTo>
                  <a:lnTo>
                    <a:pt x="0" y="302260"/>
                  </a:lnTo>
                  <a:lnTo>
                    <a:pt x="0" y="314960"/>
                  </a:lnTo>
                  <a:lnTo>
                    <a:pt x="6350" y="314960"/>
                  </a:lnTo>
                  <a:lnTo>
                    <a:pt x="6350" y="302260"/>
                  </a:lnTo>
                  <a:close/>
                </a:path>
                <a:path w="6350" h="427989">
                  <a:moveTo>
                    <a:pt x="6350" y="316230"/>
                  </a:moveTo>
                  <a:lnTo>
                    <a:pt x="0" y="316230"/>
                  </a:lnTo>
                  <a:lnTo>
                    <a:pt x="0" y="427990"/>
                  </a:lnTo>
                  <a:lnTo>
                    <a:pt x="2539" y="427990"/>
                  </a:lnTo>
                  <a:lnTo>
                    <a:pt x="2539" y="426847"/>
                  </a:lnTo>
                  <a:lnTo>
                    <a:pt x="5080" y="426847"/>
                  </a:lnTo>
                  <a:lnTo>
                    <a:pt x="5080" y="425577"/>
                  </a:lnTo>
                  <a:lnTo>
                    <a:pt x="6350" y="425577"/>
                  </a:lnTo>
                  <a:lnTo>
                    <a:pt x="6350" y="316230"/>
                  </a:lnTo>
                  <a:close/>
                </a:path>
              </a:pathLst>
            </a:custGeom>
            <a:solidFill>
              <a:srgbClr val="9696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66">
              <a:extLst>
                <a:ext uri="{FF2B5EF4-FFF2-40B4-BE49-F238E27FC236}">
                  <a16:creationId xmlns:a16="http://schemas.microsoft.com/office/drawing/2014/main" id="{8DE5102B-1A37-3B44-7342-9A1BFE7C3159}"/>
                </a:ext>
              </a:extLst>
            </p:cNvPr>
            <p:cNvSpPr/>
            <p:nvPr/>
          </p:nvSpPr>
          <p:spPr>
            <a:xfrm>
              <a:off x="3227070" y="2639059"/>
              <a:ext cx="7620" cy="422909"/>
            </a:xfrm>
            <a:custGeom>
              <a:avLst/>
              <a:gdLst/>
              <a:ahLst/>
              <a:cxnLst/>
              <a:rect l="l" t="t" r="r" b="b"/>
              <a:pathLst>
                <a:path w="7619" h="422910">
                  <a:moveTo>
                    <a:pt x="7619" y="125730"/>
                  </a:moveTo>
                  <a:lnTo>
                    <a:pt x="0" y="12573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30"/>
                  </a:lnTo>
                  <a:close/>
                </a:path>
                <a:path w="7619" h="422910">
                  <a:moveTo>
                    <a:pt x="7619" y="121920"/>
                  </a:moveTo>
                  <a:lnTo>
                    <a:pt x="0" y="121920"/>
                  </a:lnTo>
                  <a:lnTo>
                    <a:pt x="0" y="124460"/>
                  </a:lnTo>
                  <a:lnTo>
                    <a:pt x="7619" y="124460"/>
                  </a:lnTo>
                  <a:lnTo>
                    <a:pt x="7619" y="121920"/>
                  </a:lnTo>
                  <a:close/>
                </a:path>
                <a:path w="7619" h="422910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2291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22910">
                  <a:moveTo>
                    <a:pt x="7619" y="106680"/>
                  </a:moveTo>
                  <a:lnTo>
                    <a:pt x="0" y="10668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06680"/>
                  </a:lnTo>
                  <a:close/>
                </a:path>
                <a:path w="7619" h="422910">
                  <a:moveTo>
                    <a:pt x="7619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02870"/>
                  </a:lnTo>
                  <a:close/>
                </a:path>
                <a:path w="7619" h="42291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19" h="42291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2291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2291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2291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2291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2291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2291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2291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2291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229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229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229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229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229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229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229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229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229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229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229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229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229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229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229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229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229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229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229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229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229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22910">
                  <a:moveTo>
                    <a:pt x="38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19" y="3810"/>
                  </a:lnTo>
                  <a:lnTo>
                    <a:pt x="761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7619" h="422910">
                  <a:moveTo>
                    <a:pt x="7619" y="128270"/>
                  </a:moveTo>
                  <a:lnTo>
                    <a:pt x="0" y="128270"/>
                  </a:lnTo>
                  <a:lnTo>
                    <a:pt x="0" y="140970"/>
                  </a:lnTo>
                  <a:lnTo>
                    <a:pt x="7619" y="140970"/>
                  </a:lnTo>
                  <a:lnTo>
                    <a:pt x="7619" y="128270"/>
                  </a:lnTo>
                  <a:close/>
                </a:path>
                <a:path w="7619" h="422910">
                  <a:moveTo>
                    <a:pt x="7619" y="140970"/>
                  </a:moveTo>
                  <a:lnTo>
                    <a:pt x="0" y="140970"/>
                  </a:lnTo>
                  <a:lnTo>
                    <a:pt x="0" y="240030"/>
                  </a:lnTo>
                  <a:lnTo>
                    <a:pt x="7619" y="240030"/>
                  </a:lnTo>
                  <a:lnTo>
                    <a:pt x="7619" y="140970"/>
                  </a:lnTo>
                  <a:close/>
                </a:path>
                <a:path w="7619" h="422910">
                  <a:moveTo>
                    <a:pt x="7619" y="240030"/>
                  </a:moveTo>
                  <a:lnTo>
                    <a:pt x="0" y="24003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240030"/>
                  </a:lnTo>
                  <a:close/>
                </a:path>
                <a:path w="7619" h="422910">
                  <a:moveTo>
                    <a:pt x="7619" y="299720"/>
                  </a:moveTo>
                  <a:lnTo>
                    <a:pt x="0" y="299720"/>
                  </a:lnTo>
                  <a:lnTo>
                    <a:pt x="0" y="312420"/>
                  </a:lnTo>
                  <a:lnTo>
                    <a:pt x="7619" y="312420"/>
                  </a:lnTo>
                  <a:lnTo>
                    <a:pt x="7619" y="299720"/>
                  </a:lnTo>
                  <a:close/>
                </a:path>
                <a:path w="7619" h="422910">
                  <a:moveTo>
                    <a:pt x="7619" y="313690"/>
                  </a:moveTo>
                  <a:lnTo>
                    <a:pt x="0" y="313690"/>
                  </a:lnTo>
                  <a:lnTo>
                    <a:pt x="0" y="422910"/>
                  </a:lnTo>
                  <a:lnTo>
                    <a:pt x="2539" y="422910"/>
                  </a:lnTo>
                  <a:lnTo>
                    <a:pt x="2539" y="421640"/>
                  </a:lnTo>
                  <a:lnTo>
                    <a:pt x="6350" y="421640"/>
                  </a:lnTo>
                  <a:lnTo>
                    <a:pt x="6350" y="420497"/>
                  </a:lnTo>
                  <a:lnTo>
                    <a:pt x="7619" y="420497"/>
                  </a:lnTo>
                  <a:lnTo>
                    <a:pt x="7619" y="31369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67">
              <a:extLst>
                <a:ext uri="{FF2B5EF4-FFF2-40B4-BE49-F238E27FC236}">
                  <a16:creationId xmlns:a16="http://schemas.microsoft.com/office/drawing/2014/main" id="{96E23067-5811-F922-E8CE-89B921E62F76}"/>
                </a:ext>
              </a:extLst>
            </p:cNvPr>
            <p:cNvSpPr/>
            <p:nvPr/>
          </p:nvSpPr>
          <p:spPr>
            <a:xfrm>
              <a:off x="3234690" y="2642869"/>
              <a:ext cx="7620" cy="416559"/>
            </a:xfrm>
            <a:custGeom>
              <a:avLst/>
              <a:gdLst/>
              <a:ahLst/>
              <a:cxnLst/>
              <a:rect l="l" t="t" r="r" b="b"/>
              <a:pathLst>
                <a:path w="7619" h="416560">
                  <a:moveTo>
                    <a:pt x="7620" y="121920"/>
                  </a:moveTo>
                  <a:lnTo>
                    <a:pt x="0" y="121920"/>
                  </a:lnTo>
                  <a:lnTo>
                    <a:pt x="0" y="123189"/>
                  </a:lnTo>
                  <a:lnTo>
                    <a:pt x="7620" y="123189"/>
                  </a:lnTo>
                  <a:lnTo>
                    <a:pt x="7620" y="121920"/>
                  </a:lnTo>
                  <a:close/>
                </a:path>
                <a:path w="7619" h="41656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19" h="416560">
                  <a:moveTo>
                    <a:pt x="7620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7620" y="116839"/>
                  </a:lnTo>
                  <a:lnTo>
                    <a:pt x="7620" y="115570"/>
                  </a:lnTo>
                  <a:close/>
                </a:path>
                <a:path w="7619" h="41656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19" h="416560">
                  <a:moveTo>
                    <a:pt x="7620" y="102870"/>
                  </a:moveTo>
                  <a:lnTo>
                    <a:pt x="0" y="102870"/>
                  </a:lnTo>
                  <a:lnTo>
                    <a:pt x="0" y="110489"/>
                  </a:lnTo>
                  <a:lnTo>
                    <a:pt x="7620" y="110489"/>
                  </a:lnTo>
                  <a:lnTo>
                    <a:pt x="7620" y="102870"/>
                  </a:lnTo>
                  <a:close/>
                </a:path>
                <a:path w="7619" h="41656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19" h="416560">
                  <a:moveTo>
                    <a:pt x="762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6520"/>
                  </a:lnTo>
                  <a:close/>
                </a:path>
                <a:path w="7619" h="41656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19" h="416560">
                  <a:moveTo>
                    <a:pt x="762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90170"/>
                  </a:lnTo>
                  <a:close/>
                </a:path>
                <a:path w="7619" h="41656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19" h="416560">
                  <a:moveTo>
                    <a:pt x="762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3820"/>
                  </a:lnTo>
                  <a:close/>
                </a:path>
                <a:path w="7619" h="41656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19" h="416560">
                  <a:moveTo>
                    <a:pt x="762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7470"/>
                  </a:lnTo>
                  <a:close/>
                </a:path>
                <a:path w="7619" h="41656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19" h="416560">
                  <a:moveTo>
                    <a:pt x="762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71120"/>
                  </a:lnTo>
                  <a:close/>
                </a:path>
                <a:path w="7619" h="41656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19" h="416560">
                  <a:moveTo>
                    <a:pt x="762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4770"/>
                  </a:lnTo>
                  <a:close/>
                </a:path>
                <a:path w="7619" h="41656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19" h="416560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19" h="41656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19" h="416560">
                  <a:moveTo>
                    <a:pt x="762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2070"/>
                  </a:lnTo>
                  <a:close/>
                </a:path>
                <a:path w="7619" h="41656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19" h="416560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19" h="41656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19" h="416560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19" h="41656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19" h="416560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19" h="41656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19" h="416560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19" h="41656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19" h="416560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19" h="41656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19" h="416560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19" h="41656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19" h="416560">
                  <a:moveTo>
                    <a:pt x="762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20"/>
                  </a:lnTo>
                  <a:close/>
                </a:path>
                <a:path w="7619" h="416560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19" h="416560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5080" y="2539"/>
                  </a:lnTo>
                  <a:lnTo>
                    <a:pt x="5080" y="0"/>
                  </a:lnTo>
                  <a:close/>
                </a:path>
                <a:path w="7619" h="416560">
                  <a:moveTo>
                    <a:pt x="7620" y="124460"/>
                  </a:moveTo>
                  <a:lnTo>
                    <a:pt x="0" y="124460"/>
                  </a:lnTo>
                  <a:lnTo>
                    <a:pt x="0" y="137160"/>
                  </a:lnTo>
                  <a:lnTo>
                    <a:pt x="7620" y="137160"/>
                  </a:lnTo>
                  <a:lnTo>
                    <a:pt x="7620" y="124460"/>
                  </a:lnTo>
                  <a:close/>
                </a:path>
                <a:path w="7619" h="416560">
                  <a:moveTo>
                    <a:pt x="7620" y="137160"/>
                  </a:moveTo>
                  <a:lnTo>
                    <a:pt x="0" y="137160"/>
                  </a:lnTo>
                  <a:lnTo>
                    <a:pt x="0" y="236220"/>
                  </a:lnTo>
                  <a:lnTo>
                    <a:pt x="7620" y="236220"/>
                  </a:lnTo>
                  <a:lnTo>
                    <a:pt x="7620" y="137160"/>
                  </a:lnTo>
                  <a:close/>
                </a:path>
                <a:path w="7619" h="416560">
                  <a:moveTo>
                    <a:pt x="7620" y="236220"/>
                  </a:moveTo>
                  <a:lnTo>
                    <a:pt x="0" y="236220"/>
                  </a:lnTo>
                  <a:lnTo>
                    <a:pt x="0" y="295910"/>
                  </a:lnTo>
                  <a:lnTo>
                    <a:pt x="7620" y="295910"/>
                  </a:lnTo>
                  <a:lnTo>
                    <a:pt x="7620" y="236220"/>
                  </a:lnTo>
                  <a:close/>
                </a:path>
                <a:path w="7619" h="416560">
                  <a:moveTo>
                    <a:pt x="7620" y="295910"/>
                  </a:moveTo>
                  <a:lnTo>
                    <a:pt x="0" y="295910"/>
                  </a:lnTo>
                  <a:lnTo>
                    <a:pt x="0" y="308610"/>
                  </a:lnTo>
                  <a:lnTo>
                    <a:pt x="7620" y="308610"/>
                  </a:lnTo>
                  <a:lnTo>
                    <a:pt x="7620" y="295910"/>
                  </a:lnTo>
                  <a:close/>
                </a:path>
                <a:path w="7619" h="416560">
                  <a:moveTo>
                    <a:pt x="7620" y="309880"/>
                  </a:moveTo>
                  <a:lnTo>
                    <a:pt x="0" y="309880"/>
                  </a:lnTo>
                  <a:lnTo>
                    <a:pt x="0" y="416560"/>
                  </a:lnTo>
                  <a:lnTo>
                    <a:pt x="1270" y="416560"/>
                  </a:lnTo>
                  <a:lnTo>
                    <a:pt x="1270" y="415290"/>
                  </a:lnTo>
                  <a:lnTo>
                    <a:pt x="3810" y="415290"/>
                  </a:lnTo>
                  <a:lnTo>
                    <a:pt x="3810" y="414147"/>
                  </a:lnTo>
                  <a:lnTo>
                    <a:pt x="7620" y="414147"/>
                  </a:lnTo>
                  <a:lnTo>
                    <a:pt x="7620" y="30988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68">
              <a:extLst>
                <a:ext uri="{FF2B5EF4-FFF2-40B4-BE49-F238E27FC236}">
                  <a16:creationId xmlns:a16="http://schemas.microsoft.com/office/drawing/2014/main" id="{8BB11430-0F24-2B8D-D5EB-DACF9B20E725}"/>
                </a:ext>
              </a:extLst>
            </p:cNvPr>
            <p:cNvSpPr/>
            <p:nvPr/>
          </p:nvSpPr>
          <p:spPr>
            <a:xfrm>
              <a:off x="3242310" y="2645409"/>
              <a:ext cx="7620" cy="410209"/>
            </a:xfrm>
            <a:custGeom>
              <a:avLst/>
              <a:gdLst/>
              <a:ahLst/>
              <a:cxnLst/>
              <a:rect l="l" t="t" r="r" b="b"/>
              <a:pathLst>
                <a:path w="7619" h="410210">
                  <a:moveTo>
                    <a:pt x="7619" y="119380"/>
                  </a:moveTo>
                  <a:lnTo>
                    <a:pt x="0" y="11938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80"/>
                  </a:lnTo>
                  <a:close/>
                </a:path>
                <a:path w="7619" h="410210">
                  <a:moveTo>
                    <a:pt x="7619" y="115570"/>
                  </a:moveTo>
                  <a:lnTo>
                    <a:pt x="0" y="115570"/>
                  </a:lnTo>
                  <a:lnTo>
                    <a:pt x="0" y="118110"/>
                  </a:lnTo>
                  <a:lnTo>
                    <a:pt x="7619" y="118110"/>
                  </a:lnTo>
                  <a:lnTo>
                    <a:pt x="7619" y="115570"/>
                  </a:lnTo>
                  <a:close/>
                </a:path>
                <a:path w="7619" h="410210">
                  <a:moveTo>
                    <a:pt x="7619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30"/>
                  </a:lnTo>
                  <a:close/>
                </a:path>
                <a:path w="7619" h="410210">
                  <a:moveTo>
                    <a:pt x="7619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19" y="111760"/>
                  </a:lnTo>
                  <a:lnTo>
                    <a:pt x="7619" y="109220"/>
                  </a:lnTo>
                  <a:close/>
                </a:path>
                <a:path w="7619" h="410210">
                  <a:moveTo>
                    <a:pt x="7619" y="100330"/>
                  </a:moveTo>
                  <a:lnTo>
                    <a:pt x="0" y="10033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0330"/>
                  </a:lnTo>
                  <a:close/>
                </a:path>
                <a:path w="7619" h="41021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19" h="41021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19" h="41021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19" h="410210">
                  <a:moveTo>
                    <a:pt x="7619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30"/>
                  </a:lnTo>
                  <a:close/>
                </a:path>
                <a:path w="7619" h="410210">
                  <a:moveTo>
                    <a:pt x="7619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19" y="86360"/>
                  </a:lnTo>
                  <a:lnTo>
                    <a:pt x="7619" y="83820"/>
                  </a:lnTo>
                  <a:close/>
                </a:path>
                <a:path w="7619" h="410210">
                  <a:moveTo>
                    <a:pt x="7619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80"/>
                  </a:lnTo>
                  <a:close/>
                </a:path>
                <a:path w="7619" h="41021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19" h="41021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19" h="41021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19" h="4102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19" h="4102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19" h="4102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19" h="4102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19" h="41021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19" h="41021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19" h="41021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19" h="4102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19" h="4102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19" h="4102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19" h="4102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19" h="4102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19" h="4102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19" h="4102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19" h="4102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19" h="4102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19" h="4102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19" h="4102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19" h="4102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19" h="4102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19" h="4102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19" h="410210">
                  <a:moveTo>
                    <a:pt x="25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7619" h="410210">
                  <a:moveTo>
                    <a:pt x="7619" y="121920"/>
                  </a:moveTo>
                  <a:lnTo>
                    <a:pt x="0" y="121920"/>
                  </a:lnTo>
                  <a:lnTo>
                    <a:pt x="0" y="134620"/>
                  </a:lnTo>
                  <a:lnTo>
                    <a:pt x="7619" y="134620"/>
                  </a:lnTo>
                  <a:lnTo>
                    <a:pt x="7619" y="121920"/>
                  </a:lnTo>
                  <a:close/>
                </a:path>
                <a:path w="7619" h="410210">
                  <a:moveTo>
                    <a:pt x="7619" y="134620"/>
                  </a:moveTo>
                  <a:lnTo>
                    <a:pt x="0" y="134620"/>
                  </a:lnTo>
                  <a:lnTo>
                    <a:pt x="0" y="233680"/>
                  </a:lnTo>
                  <a:lnTo>
                    <a:pt x="7619" y="233680"/>
                  </a:lnTo>
                  <a:lnTo>
                    <a:pt x="7619" y="134620"/>
                  </a:lnTo>
                  <a:close/>
                </a:path>
                <a:path w="7619" h="410210">
                  <a:moveTo>
                    <a:pt x="7619" y="233680"/>
                  </a:moveTo>
                  <a:lnTo>
                    <a:pt x="0" y="233680"/>
                  </a:lnTo>
                  <a:lnTo>
                    <a:pt x="0" y="293370"/>
                  </a:lnTo>
                  <a:lnTo>
                    <a:pt x="7619" y="293370"/>
                  </a:lnTo>
                  <a:lnTo>
                    <a:pt x="7619" y="233680"/>
                  </a:lnTo>
                  <a:close/>
                </a:path>
                <a:path w="7619" h="410210">
                  <a:moveTo>
                    <a:pt x="7619" y="293370"/>
                  </a:moveTo>
                  <a:lnTo>
                    <a:pt x="0" y="293370"/>
                  </a:lnTo>
                  <a:lnTo>
                    <a:pt x="0" y="306070"/>
                  </a:lnTo>
                  <a:lnTo>
                    <a:pt x="7619" y="306070"/>
                  </a:lnTo>
                  <a:lnTo>
                    <a:pt x="7619" y="293370"/>
                  </a:lnTo>
                  <a:close/>
                </a:path>
                <a:path w="7619" h="410210">
                  <a:moveTo>
                    <a:pt x="7619" y="307340"/>
                  </a:moveTo>
                  <a:lnTo>
                    <a:pt x="0" y="307340"/>
                  </a:lnTo>
                  <a:lnTo>
                    <a:pt x="0" y="410210"/>
                  </a:lnTo>
                  <a:lnTo>
                    <a:pt x="2539" y="410210"/>
                  </a:lnTo>
                  <a:lnTo>
                    <a:pt x="2539" y="408940"/>
                  </a:lnTo>
                  <a:lnTo>
                    <a:pt x="5080" y="408940"/>
                  </a:lnTo>
                  <a:lnTo>
                    <a:pt x="5080" y="407670"/>
                  </a:lnTo>
                  <a:lnTo>
                    <a:pt x="7619" y="407670"/>
                  </a:lnTo>
                  <a:lnTo>
                    <a:pt x="7619" y="307340"/>
                  </a:lnTo>
                  <a:close/>
                </a:path>
              </a:pathLst>
            </a:custGeom>
            <a:solidFill>
              <a:srgbClr val="9A9A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69">
              <a:extLst>
                <a:ext uri="{FF2B5EF4-FFF2-40B4-BE49-F238E27FC236}">
                  <a16:creationId xmlns:a16="http://schemas.microsoft.com/office/drawing/2014/main" id="{329779CD-C3CE-F0B7-962F-3E49DF0A6D53}"/>
                </a:ext>
              </a:extLst>
            </p:cNvPr>
            <p:cNvSpPr/>
            <p:nvPr/>
          </p:nvSpPr>
          <p:spPr>
            <a:xfrm>
              <a:off x="3249930" y="2649219"/>
              <a:ext cx="6350" cy="402590"/>
            </a:xfrm>
            <a:custGeom>
              <a:avLst/>
              <a:gdLst/>
              <a:ahLst/>
              <a:cxnLst/>
              <a:rect l="l" t="t" r="r" b="b"/>
              <a:pathLst>
                <a:path w="6350" h="402589">
                  <a:moveTo>
                    <a:pt x="6349" y="115570"/>
                  </a:moveTo>
                  <a:lnTo>
                    <a:pt x="0" y="115570"/>
                  </a:lnTo>
                  <a:lnTo>
                    <a:pt x="0" y="116839"/>
                  </a:lnTo>
                  <a:lnTo>
                    <a:pt x="6349" y="116839"/>
                  </a:lnTo>
                  <a:lnTo>
                    <a:pt x="6349" y="115570"/>
                  </a:lnTo>
                  <a:close/>
                </a:path>
                <a:path w="6350" h="402589">
                  <a:moveTo>
                    <a:pt x="634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49" y="114300"/>
                  </a:lnTo>
                  <a:lnTo>
                    <a:pt x="6349" y="111760"/>
                  </a:lnTo>
                  <a:close/>
                </a:path>
                <a:path w="6350" h="402589">
                  <a:moveTo>
                    <a:pt x="6349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6349" y="110489"/>
                  </a:lnTo>
                  <a:lnTo>
                    <a:pt x="6349" y="109220"/>
                  </a:lnTo>
                  <a:close/>
                </a:path>
                <a:path w="6350" h="402589">
                  <a:moveTo>
                    <a:pt x="634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49" y="107950"/>
                  </a:lnTo>
                  <a:lnTo>
                    <a:pt x="6349" y="105410"/>
                  </a:lnTo>
                  <a:close/>
                </a:path>
                <a:path w="6350" h="402589">
                  <a:moveTo>
                    <a:pt x="6349" y="96520"/>
                  </a:moveTo>
                  <a:lnTo>
                    <a:pt x="0" y="96520"/>
                  </a:lnTo>
                  <a:lnTo>
                    <a:pt x="0" y="104139"/>
                  </a:lnTo>
                  <a:lnTo>
                    <a:pt x="6349" y="104139"/>
                  </a:lnTo>
                  <a:lnTo>
                    <a:pt x="6349" y="96520"/>
                  </a:lnTo>
                  <a:close/>
                </a:path>
                <a:path w="6350" h="402589">
                  <a:moveTo>
                    <a:pt x="634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49" y="95250"/>
                  </a:lnTo>
                  <a:lnTo>
                    <a:pt x="6349" y="92710"/>
                  </a:lnTo>
                  <a:close/>
                </a:path>
                <a:path w="6350" h="402589">
                  <a:moveTo>
                    <a:pt x="6349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6349" y="91439"/>
                  </a:lnTo>
                  <a:lnTo>
                    <a:pt x="6349" y="90170"/>
                  </a:lnTo>
                  <a:close/>
                </a:path>
                <a:path w="6350" h="402589">
                  <a:moveTo>
                    <a:pt x="634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49" y="88900"/>
                  </a:lnTo>
                  <a:lnTo>
                    <a:pt x="6349" y="86360"/>
                  </a:lnTo>
                  <a:close/>
                </a:path>
                <a:path w="6350" h="402589">
                  <a:moveTo>
                    <a:pt x="6349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6349" y="85089"/>
                  </a:lnTo>
                  <a:lnTo>
                    <a:pt x="6349" y="83820"/>
                  </a:lnTo>
                  <a:close/>
                </a:path>
                <a:path w="6350" h="402589">
                  <a:moveTo>
                    <a:pt x="634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49" y="82550"/>
                  </a:lnTo>
                  <a:lnTo>
                    <a:pt x="6349" y="80010"/>
                  </a:lnTo>
                  <a:close/>
                </a:path>
                <a:path w="6350" h="402589">
                  <a:moveTo>
                    <a:pt x="6349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6349" y="78739"/>
                  </a:lnTo>
                  <a:lnTo>
                    <a:pt x="6349" y="77470"/>
                  </a:lnTo>
                  <a:close/>
                </a:path>
                <a:path w="6350" h="402589">
                  <a:moveTo>
                    <a:pt x="634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49" y="76200"/>
                  </a:lnTo>
                  <a:lnTo>
                    <a:pt x="6349" y="73660"/>
                  </a:lnTo>
                  <a:close/>
                </a:path>
                <a:path w="6350" h="402589">
                  <a:moveTo>
                    <a:pt x="6349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6349" y="72389"/>
                  </a:lnTo>
                  <a:lnTo>
                    <a:pt x="6349" y="71120"/>
                  </a:lnTo>
                  <a:close/>
                </a:path>
                <a:path w="6350" h="402589">
                  <a:moveTo>
                    <a:pt x="634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49" y="69850"/>
                  </a:lnTo>
                  <a:lnTo>
                    <a:pt x="6349" y="67310"/>
                  </a:lnTo>
                  <a:close/>
                </a:path>
                <a:path w="6350" h="402589">
                  <a:moveTo>
                    <a:pt x="6349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6349" y="66039"/>
                  </a:lnTo>
                  <a:lnTo>
                    <a:pt x="6349" y="64770"/>
                  </a:lnTo>
                  <a:close/>
                </a:path>
                <a:path w="6350" h="402589">
                  <a:moveTo>
                    <a:pt x="634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49" y="63500"/>
                  </a:lnTo>
                  <a:lnTo>
                    <a:pt x="6349" y="60960"/>
                  </a:lnTo>
                  <a:close/>
                </a:path>
                <a:path w="6350" h="402589">
                  <a:moveTo>
                    <a:pt x="6349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49" y="59689"/>
                  </a:lnTo>
                  <a:lnTo>
                    <a:pt x="6349" y="58420"/>
                  </a:lnTo>
                  <a:close/>
                </a:path>
                <a:path w="6350" h="402589">
                  <a:moveTo>
                    <a:pt x="634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49" y="57150"/>
                  </a:lnTo>
                  <a:lnTo>
                    <a:pt x="6349" y="54610"/>
                  </a:lnTo>
                  <a:close/>
                </a:path>
                <a:path w="6350" h="402589">
                  <a:moveTo>
                    <a:pt x="634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49" y="53339"/>
                  </a:lnTo>
                  <a:lnTo>
                    <a:pt x="6349" y="52070"/>
                  </a:lnTo>
                  <a:close/>
                </a:path>
                <a:path w="6350" h="402589">
                  <a:moveTo>
                    <a:pt x="634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49" y="50800"/>
                  </a:lnTo>
                  <a:lnTo>
                    <a:pt x="6349" y="48260"/>
                  </a:lnTo>
                  <a:close/>
                </a:path>
                <a:path w="6350" h="402589">
                  <a:moveTo>
                    <a:pt x="634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6349" y="46989"/>
                  </a:lnTo>
                  <a:lnTo>
                    <a:pt x="6349" y="45720"/>
                  </a:lnTo>
                  <a:close/>
                </a:path>
                <a:path w="6350" h="402589">
                  <a:moveTo>
                    <a:pt x="634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49" y="44450"/>
                  </a:lnTo>
                  <a:lnTo>
                    <a:pt x="6349" y="41910"/>
                  </a:lnTo>
                  <a:close/>
                </a:path>
                <a:path w="6350" h="402589">
                  <a:moveTo>
                    <a:pt x="6349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6349" y="40639"/>
                  </a:lnTo>
                  <a:lnTo>
                    <a:pt x="6349" y="39370"/>
                  </a:lnTo>
                  <a:close/>
                </a:path>
                <a:path w="6350" h="402589">
                  <a:moveTo>
                    <a:pt x="634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49" y="38100"/>
                  </a:lnTo>
                  <a:lnTo>
                    <a:pt x="6349" y="35560"/>
                  </a:lnTo>
                  <a:close/>
                </a:path>
                <a:path w="6350" h="402589">
                  <a:moveTo>
                    <a:pt x="6349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49" y="34289"/>
                  </a:lnTo>
                  <a:lnTo>
                    <a:pt x="6349" y="33020"/>
                  </a:lnTo>
                  <a:close/>
                </a:path>
                <a:path w="6350" h="402589">
                  <a:moveTo>
                    <a:pt x="634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49" y="31750"/>
                  </a:lnTo>
                  <a:lnTo>
                    <a:pt x="6349" y="29210"/>
                  </a:lnTo>
                  <a:close/>
                </a:path>
                <a:path w="6350" h="402589">
                  <a:moveTo>
                    <a:pt x="634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49" y="27939"/>
                  </a:lnTo>
                  <a:lnTo>
                    <a:pt x="6349" y="26670"/>
                  </a:lnTo>
                  <a:close/>
                </a:path>
                <a:path w="6350" h="402589">
                  <a:moveTo>
                    <a:pt x="634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49" y="25400"/>
                  </a:lnTo>
                  <a:lnTo>
                    <a:pt x="6349" y="22860"/>
                  </a:lnTo>
                  <a:close/>
                </a:path>
                <a:path w="6350" h="402589">
                  <a:moveTo>
                    <a:pt x="634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49" y="21589"/>
                  </a:lnTo>
                  <a:lnTo>
                    <a:pt x="6349" y="20320"/>
                  </a:lnTo>
                  <a:close/>
                </a:path>
                <a:path w="6350" h="402589">
                  <a:moveTo>
                    <a:pt x="634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49" y="19050"/>
                  </a:lnTo>
                  <a:lnTo>
                    <a:pt x="6349" y="16510"/>
                  </a:lnTo>
                  <a:close/>
                </a:path>
                <a:path w="6350" h="402589">
                  <a:moveTo>
                    <a:pt x="634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49" y="15239"/>
                  </a:lnTo>
                  <a:lnTo>
                    <a:pt x="6349" y="13970"/>
                  </a:lnTo>
                  <a:close/>
                </a:path>
                <a:path w="6350" h="402589">
                  <a:moveTo>
                    <a:pt x="634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49" y="12700"/>
                  </a:lnTo>
                  <a:lnTo>
                    <a:pt x="6349" y="10160"/>
                  </a:lnTo>
                  <a:close/>
                </a:path>
                <a:path w="6350" h="402589">
                  <a:moveTo>
                    <a:pt x="634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49" y="8889"/>
                  </a:lnTo>
                  <a:lnTo>
                    <a:pt x="6349" y="7620"/>
                  </a:lnTo>
                  <a:close/>
                </a:path>
                <a:path w="6350" h="402589">
                  <a:moveTo>
                    <a:pt x="6349" y="2539"/>
                  </a:moveTo>
                  <a:lnTo>
                    <a:pt x="5080" y="2539"/>
                  </a:lnTo>
                  <a:lnTo>
                    <a:pt x="508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49" y="6350"/>
                  </a:lnTo>
                  <a:lnTo>
                    <a:pt x="6349" y="2539"/>
                  </a:lnTo>
                  <a:close/>
                </a:path>
                <a:path w="6350" h="40258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6350" h="402589">
                  <a:moveTo>
                    <a:pt x="6349" y="118110"/>
                  </a:moveTo>
                  <a:lnTo>
                    <a:pt x="0" y="118110"/>
                  </a:lnTo>
                  <a:lnTo>
                    <a:pt x="0" y="130810"/>
                  </a:lnTo>
                  <a:lnTo>
                    <a:pt x="6349" y="130810"/>
                  </a:lnTo>
                  <a:lnTo>
                    <a:pt x="6349" y="118110"/>
                  </a:lnTo>
                  <a:close/>
                </a:path>
                <a:path w="6350" h="402589">
                  <a:moveTo>
                    <a:pt x="6349" y="130810"/>
                  </a:moveTo>
                  <a:lnTo>
                    <a:pt x="0" y="130810"/>
                  </a:lnTo>
                  <a:lnTo>
                    <a:pt x="0" y="229870"/>
                  </a:lnTo>
                  <a:lnTo>
                    <a:pt x="6349" y="229870"/>
                  </a:lnTo>
                  <a:lnTo>
                    <a:pt x="6349" y="130810"/>
                  </a:lnTo>
                  <a:close/>
                </a:path>
                <a:path w="6350" h="402589">
                  <a:moveTo>
                    <a:pt x="6349" y="229870"/>
                  </a:moveTo>
                  <a:lnTo>
                    <a:pt x="0" y="229870"/>
                  </a:lnTo>
                  <a:lnTo>
                    <a:pt x="0" y="289560"/>
                  </a:lnTo>
                  <a:lnTo>
                    <a:pt x="6349" y="289560"/>
                  </a:lnTo>
                  <a:lnTo>
                    <a:pt x="6349" y="229870"/>
                  </a:lnTo>
                  <a:close/>
                </a:path>
                <a:path w="6350" h="402589">
                  <a:moveTo>
                    <a:pt x="6349" y="289560"/>
                  </a:moveTo>
                  <a:lnTo>
                    <a:pt x="0" y="289560"/>
                  </a:lnTo>
                  <a:lnTo>
                    <a:pt x="0" y="302260"/>
                  </a:lnTo>
                  <a:lnTo>
                    <a:pt x="6349" y="302260"/>
                  </a:lnTo>
                  <a:lnTo>
                    <a:pt x="6349" y="289560"/>
                  </a:lnTo>
                  <a:close/>
                </a:path>
                <a:path w="6350" h="402589">
                  <a:moveTo>
                    <a:pt x="6349" y="303530"/>
                  </a:moveTo>
                  <a:lnTo>
                    <a:pt x="0" y="303530"/>
                  </a:lnTo>
                  <a:lnTo>
                    <a:pt x="0" y="402590"/>
                  </a:lnTo>
                  <a:lnTo>
                    <a:pt x="2540" y="402590"/>
                  </a:lnTo>
                  <a:lnTo>
                    <a:pt x="2540" y="401447"/>
                  </a:lnTo>
                  <a:lnTo>
                    <a:pt x="5080" y="401447"/>
                  </a:lnTo>
                  <a:lnTo>
                    <a:pt x="5080" y="400050"/>
                  </a:lnTo>
                  <a:lnTo>
                    <a:pt x="6349" y="400050"/>
                  </a:lnTo>
                  <a:lnTo>
                    <a:pt x="6349" y="303530"/>
                  </a:lnTo>
                  <a:close/>
                </a:path>
              </a:pathLst>
            </a:custGeom>
            <a:solidFill>
              <a:srgbClr val="9C9C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0">
              <a:extLst>
                <a:ext uri="{FF2B5EF4-FFF2-40B4-BE49-F238E27FC236}">
                  <a16:creationId xmlns:a16="http://schemas.microsoft.com/office/drawing/2014/main" id="{1AE99462-46E9-9BD6-C93D-4B260322F306}"/>
                </a:ext>
              </a:extLst>
            </p:cNvPr>
            <p:cNvSpPr/>
            <p:nvPr/>
          </p:nvSpPr>
          <p:spPr>
            <a:xfrm>
              <a:off x="3256280" y="2651759"/>
              <a:ext cx="7620" cy="397510"/>
            </a:xfrm>
            <a:custGeom>
              <a:avLst/>
              <a:gdLst/>
              <a:ahLst/>
              <a:cxnLst/>
              <a:rect l="l" t="t" r="r" b="b"/>
              <a:pathLst>
                <a:path w="7620" h="397510">
                  <a:moveTo>
                    <a:pt x="7620" y="113030"/>
                  </a:moveTo>
                  <a:lnTo>
                    <a:pt x="0" y="11303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30"/>
                  </a:lnTo>
                  <a:close/>
                </a:path>
                <a:path w="7620" h="397510">
                  <a:moveTo>
                    <a:pt x="7620" y="109220"/>
                  </a:moveTo>
                  <a:lnTo>
                    <a:pt x="0" y="10922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109220"/>
                  </a:lnTo>
                  <a:close/>
                </a:path>
                <a:path w="7620" h="397510">
                  <a:moveTo>
                    <a:pt x="7620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80"/>
                  </a:lnTo>
                  <a:close/>
                </a:path>
                <a:path w="7620" h="397510">
                  <a:moveTo>
                    <a:pt x="7620" y="102870"/>
                  </a:moveTo>
                  <a:lnTo>
                    <a:pt x="0" y="102870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102870"/>
                  </a:lnTo>
                  <a:close/>
                </a:path>
                <a:path w="7620" h="397510">
                  <a:moveTo>
                    <a:pt x="7620" y="93980"/>
                  </a:moveTo>
                  <a:lnTo>
                    <a:pt x="0" y="9398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3980"/>
                  </a:lnTo>
                  <a:close/>
                </a:path>
                <a:path w="7620" h="397510">
                  <a:moveTo>
                    <a:pt x="7620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20" y="92710"/>
                  </a:lnTo>
                  <a:lnTo>
                    <a:pt x="7620" y="90170"/>
                  </a:lnTo>
                  <a:close/>
                </a:path>
                <a:path w="7620" h="397510">
                  <a:moveTo>
                    <a:pt x="762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30"/>
                  </a:lnTo>
                  <a:close/>
                </a:path>
                <a:path w="7620" h="397510">
                  <a:moveTo>
                    <a:pt x="762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7620" y="86360"/>
                  </a:lnTo>
                  <a:lnTo>
                    <a:pt x="7620" y="83820"/>
                  </a:lnTo>
                  <a:close/>
                </a:path>
                <a:path w="7620" h="397510">
                  <a:moveTo>
                    <a:pt x="762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80"/>
                  </a:lnTo>
                  <a:close/>
                </a:path>
                <a:path w="7620" h="397510">
                  <a:moveTo>
                    <a:pt x="762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77470"/>
                  </a:lnTo>
                  <a:close/>
                </a:path>
                <a:path w="7620" h="397510">
                  <a:moveTo>
                    <a:pt x="762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30"/>
                  </a:lnTo>
                  <a:close/>
                </a:path>
                <a:path w="7620" h="397510">
                  <a:moveTo>
                    <a:pt x="762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71120"/>
                  </a:lnTo>
                  <a:close/>
                </a:path>
                <a:path w="7620" h="397510">
                  <a:moveTo>
                    <a:pt x="762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80"/>
                  </a:lnTo>
                  <a:close/>
                </a:path>
                <a:path w="7620" h="397510">
                  <a:moveTo>
                    <a:pt x="762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20" y="67310"/>
                  </a:lnTo>
                  <a:lnTo>
                    <a:pt x="7620" y="64770"/>
                  </a:lnTo>
                  <a:close/>
                </a:path>
                <a:path w="7620" h="397510">
                  <a:moveTo>
                    <a:pt x="762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30"/>
                  </a:lnTo>
                  <a:close/>
                </a:path>
                <a:path w="7620" h="397510">
                  <a:moveTo>
                    <a:pt x="762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58420"/>
                  </a:lnTo>
                  <a:close/>
                </a:path>
                <a:path w="7620" h="397510">
                  <a:moveTo>
                    <a:pt x="762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80"/>
                  </a:lnTo>
                  <a:close/>
                </a:path>
                <a:path w="7620" h="397510">
                  <a:moveTo>
                    <a:pt x="762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52070"/>
                  </a:lnTo>
                  <a:close/>
                </a:path>
                <a:path w="7620" h="397510">
                  <a:moveTo>
                    <a:pt x="762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30"/>
                  </a:lnTo>
                  <a:close/>
                </a:path>
                <a:path w="7620" h="397510">
                  <a:moveTo>
                    <a:pt x="762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45720"/>
                  </a:lnTo>
                  <a:close/>
                </a:path>
                <a:path w="7620" h="397510">
                  <a:moveTo>
                    <a:pt x="762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80"/>
                  </a:lnTo>
                  <a:close/>
                </a:path>
                <a:path w="7620" h="397510">
                  <a:moveTo>
                    <a:pt x="762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20" y="41910"/>
                  </a:lnTo>
                  <a:lnTo>
                    <a:pt x="7620" y="39370"/>
                  </a:lnTo>
                  <a:close/>
                </a:path>
                <a:path w="7620" h="397510">
                  <a:moveTo>
                    <a:pt x="762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30"/>
                  </a:lnTo>
                  <a:close/>
                </a:path>
                <a:path w="7620" h="397510">
                  <a:moveTo>
                    <a:pt x="762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20" y="35560"/>
                  </a:lnTo>
                  <a:lnTo>
                    <a:pt x="7620" y="33020"/>
                  </a:lnTo>
                  <a:close/>
                </a:path>
                <a:path w="7620" h="397510">
                  <a:moveTo>
                    <a:pt x="762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80"/>
                  </a:lnTo>
                  <a:close/>
                </a:path>
                <a:path w="7620" h="397510">
                  <a:moveTo>
                    <a:pt x="762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26670"/>
                  </a:lnTo>
                  <a:close/>
                </a:path>
                <a:path w="7620" h="397510">
                  <a:moveTo>
                    <a:pt x="762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30"/>
                  </a:lnTo>
                  <a:close/>
                </a:path>
                <a:path w="7620" h="397510">
                  <a:moveTo>
                    <a:pt x="762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20" y="22860"/>
                  </a:lnTo>
                  <a:lnTo>
                    <a:pt x="7620" y="20320"/>
                  </a:lnTo>
                  <a:close/>
                </a:path>
                <a:path w="7620" h="397510">
                  <a:moveTo>
                    <a:pt x="762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80"/>
                  </a:lnTo>
                  <a:close/>
                </a:path>
                <a:path w="7620" h="397510">
                  <a:moveTo>
                    <a:pt x="762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20" y="16510"/>
                  </a:lnTo>
                  <a:lnTo>
                    <a:pt x="7620" y="13970"/>
                  </a:lnTo>
                  <a:close/>
                </a:path>
                <a:path w="7620" h="397510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20" h="397510">
                  <a:moveTo>
                    <a:pt x="762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20" y="10160"/>
                  </a:lnTo>
                  <a:lnTo>
                    <a:pt x="7620" y="7620"/>
                  </a:lnTo>
                  <a:close/>
                </a:path>
                <a:path w="7620" h="397510">
                  <a:moveTo>
                    <a:pt x="7620" y="3810"/>
                  </a:moveTo>
                  <a:lnTo>
                    <a:pt x="6350" y="3810"/>
                  </a:lnTo>
                  <a:lnTo>
                    <a:pt x="6350" y="508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20" h="39751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397510">
                  <a:moveTo>
                    <a:pt x="7620" y="115570"/>
                  </a:moveTo>
                  <a:lnTo>
                    <a:pt x="0" y="115570"/>
                  </a:lnTo>
                  <a:lnTo>
                    <a:pt x="0" y="128270"/>
                  </a:lnTo>
                  <a:lnTo>
                    <a:pt x="7620" y="128270"/>
                  </a:lnTo>
                  <a:lnTo>
                    <a:pt x="7620" y="115570"/>
                  </a:lnTo>
                  <a:close/>
                </a:path>
                <a:path w="7620" h="397510">
                  <a:moveTo>
                    <a:pt x="7620" y="128270"/>
                  </a:moveTo>
                  <a:lnTo>
                    <a:pt x="0" y="128270"/>
                  </a:lnTo>
                  <a:lnTo>
                    <a:pt x="0" y="227330"/>
                  </a:lnTo>
                  <a:lnTo>
                    <a:pt x="7620" y="227330"/>
                  </a:lnTo>
                  <a:lnTo>
                    <a:pt x="7620" y="128270"/>
                  </a:lnTo>
                  <a:close/>
                </a:path>
                <a:path w="7620" h="397510">
                  <a:moveTo>
                    <a:pt x="7620" y="227330"/>
                  </a:moveTo>
                  <a:lnTo>
                    <a:pt x="0" y="227330"/>
                  </a:lnTo>
                  <a:lnTo>
                    <a:pt x="0" y="287020"/>
                  </a:lnTo>
                  <a:lnTo>
                    <a:pt x="7620" y="287020"/>
                  </a:lnTo>
                  <a:lnTo>
                    <a:pt x="7620" y="227330"/>
                  </a:lnTo>
                  <a:close/>
                </a:path>
                <a:path w="7620" h="397510">
                  <a:moveTo>
                    <a:pt x="7620" y="287020"/>
                  </a:moveTo>
                  <a:lnTo>
                    <a:pt x="0" y="28702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287020"/>
                  </a:lnTo>
                  <a:close/>
                </a:path>
                <a:path w="7620" h="397510">
                  <a:moveTo>
                    <a:pt x="7620" y="300990"/>
                  </a:moveTo>
                  <a:lnTo>
                    <a:pt x="0" y="300990"/>
                  </a:lnTo>
                  <a:lnTo>
                    <a:pt x="0" y="397510"/>
                  </a:lnTo>
                  <a:lnTo>
                    <a:pt x="1270" y="397510"/>
                  </a:lnTo>
                  <a:lnTo>
                    <a:pt x="1270" y="396240"/>
                  </a:lnTo>
                  <a:lnTo>
                    <a:pt x="3810" y="396240"/>
                  </a:lnTo>
                  <a:lnTo>
                    <a:pt x="3810" y="395097"/>
                  </a:lnTo>
                  <a:lnTo>
                    <a:pt x="6350" y="395097"/>
                  </a:lnTo>
                  <a:lnTo>
                    <a:pt x="6350" y="393700"/>
                  </a:lnTo>
                  <a:lnTo>
                    <a:pt x="7620" y="393700"/>
                  </a:lnTo>
                  <a:lnTo>
                    <a:pt x="7620" y="300990"/>
                  </a:lnTo>
                  <a:close/>
                </a:path>
              </a:pathLst>
            </a:custGeom>
            <a:solidFill>
              <a:srgbClr val="9D9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1">
              <a:extLst>
                <a:ext uri="{FF2B5EF4-FFF2-40B4-BE49-F238E27FC236}">
                  <a16:creationId xmlns:a16="http://schemas.microsoft.com/office/drawing/2014/main" id="{2D1AAE11-E6EE-D899-3388-E14B3CC0361E}"/>
                </a:ext>
              </a:extLst>
            </p:cNvPr>
            <p:cNvSpPr/>
            <p:nvPr/>
          </p:nvSpPr>
          <p:spPr>
            <a:xfrm>
              <a:off x="3263900" y="2655569"/>
              <a:ext cx="7620" cy="389890"/>
            </a:xfrm>
            <a:custGeom>
              <a:avLst/>
              <a:gdLst/>
              <a:ahLst/>
              <a:cxnLst/>
              <a:rect l="l" t="t" r="r" b="b"/>
              <a:pathLst>
                <a:path w="7620" h="389889">
                  <a:moveTo>
                    <a:pt x="7620" y="109220"/>
                  </a:moveTo>
                  <a:lnTo>
                    <a:pt x="0" y="109220"/>
                  </a:lnTo>
                  <a:lnTo>
                    <a:pt x="0" y="110489"/>
                  </a:lnTo>
                  <a:lnTo>
                    <a:pt x="7620" y="110489"/>
                  </a:lnTo>
                  <a:lnTo>
                    <a:pt x="7620" y="109220"/>
                  </a:lnTo>
                  <a:close/>
                </a:path>
                <a:path w="7620" h="389889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389889">
                  <a:moveTo>
                    <a:pt x="7620" y="102870"/>
                  </a:moveTo>
                  <a:lnTo>
                    <a:pt x="0" y="102870"/>
                  </a:lnTo>
                  <a:lnTo>
                    <a:pt x="0" y="104139"/>
                  </a:lnTo>
                  <a:lnTo>
                    <a:pt x="7620" y="104139"/>
                  </a:lnTo>
                  <a:lnTo>
                    <a:pt x="7620" y="102870"/>
                  </a:lnTo>
                  <a:close/>
                </a:path>
                <a:path w="7620" h="389889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389889">
                  <a:moveTo>
                    <a:pt x="7620" y="90170"/>
                  </a:moveTo>
                  <a:lnTo>
                    <a:pt x="0" y="9017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0170"/>
                  </a:lnTo>
                  <a:close/>
                </a:path>
                <a:path w="7620" h="389889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389889">
                  <a:moveTo>
                    <a:pt x="762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3820"/>
                  </a:lnTo>
                  <a:close/>
                </a:path>
                <a:path w="7620" h="389889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389889">
                  <a:moveTo>
                    <a:pt x="762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7470"/>
                  </a:lnTo>
                  <a:close/>
                </a:path>
                <a:path w="7620" h="389889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389889">
                  <a:moveTo>
                    <a:pt x="762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71120"/>
                  </a:lnTo>
                  <a:close/>
                </a:path>
                <a:path w="7620" h="389889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389889">
                  <a:moveTo>
                    <a:pt x="762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4770"/>
                  </a:lnTo>
                  <a:close/>
                </a:path>
                <a:path w="7620" h="389889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389889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20" h="389889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389889">
                  <a:moveTo>
                    <a:pt x="762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2070"/>
                  </a:lnTo>
                  <a:close/>
                </a:path>
                <a:path w="7620" h="389889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389889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20" h="389889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389889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20" h="389889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389889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20" h="389889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389889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20" h="389889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389889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20" h="389889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389889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20" h="389889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389889">
                  <a:moveTo>
                    <a:pt x="762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20"/>
                  </a:lnTo>
                  <a:close/>
                </a:path>
                <a:path w="7620" h="389889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20" h="389889">
                  <a:moveTo>
                    <a:pt x="6350" y="2539"/>
                  </a:moveTo>
                  <a:lnTo>
                    <a:pt x="3810" y="2539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2539"/>
                  </a:lnTo>
                  <a:close/>
                </a:path>
                <a:path w="7620" h="38988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7620" h="389889">
                  <a:moveTo>
                    <a:pt x="7620" y="111760"/>
                  </a:moveTo>
                  <a:lnTo>
                    <a:pt x="0" y="111760"/>
                  </a:lnTo>
                  <a:lnTo>
                    <a:pt x="0" y="124460"/>
                  </a:lnTo>
                  <a:lnTo>
                    <a:pt x="7620" y="124460"/>
                  </a:lnTo>
                  <a:lnTo>
                    <a:pt x="7620" y="111760"/>
                  </a:lnTo>
                  <a:close/>
                </a:path>
                <a:path w="7620" h="389889">
                  <a:moveTo>
                    <a:pt x="7620" y="124460"/>
                  </a:moveTo>
                  <a:lnTo>
                    <a:pt x="0" y="124460"/>
                  </a:lnTo>
                  <a:lnTo>
                    <a:pt x="0" y="223520"/>
                  </a:lnTo>
                  <a:lnTo>
                    <a:pt x="7620" y="223520"/>
                  </a:lnTo>
                  <a:lnTo>
                    <a:pt x="7620" y="124460"/>
                  </a:lnTo>
                  <a:close/>
                </a:path>
                <a:path w="7620" h="389889">
                  <a:moveTo>
                    <a:pt x="7620" y="223520"/>
                  </a:moveTo>
                  <a:lnTo>
                    <a:pt x="0" y="22352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23520"/>
                  </a:lnTo>
                  <a:close/>
                </a:path>
                <a:path w="7620" h="389889">
                  <a:moveTo>
                    <a:pt x="7620" y="283210"/>
                  </a:moveTo>
                  <a:lnTo>
                    <a:pt x="0" y="283210"/>
                  </a:lnTo>
                  <a:lnTo>
                    <a:pt x="0" y="295910"/>
                  </a:lnTo>
                  <a:lnTo>
                    <a:pt x="7620" y="295910"/>
                  </a:lnTo>
                  <a:lnTo>
                    <a:pt x="7620" y="283210"/>
                  </a:lnTo>
                  <a:close/>
                </a:path>
                <a:path w="7620" h="389889">
                  <a:moveTo>
                    <a:pt x="7620" y="297180"/>
                  </a:moveTo>
                  <a:lnTo>
                    <a:pt x="0" y="297180"/>
                  </a:lnTo>
                  <a:lnTo>
                    <a:pt x="0" y="389890"/>
                  </a:lnTo>
                  <a:lnTo>
                    <a:pt x="1270" y="389890"/>
                  </a:lnTo>
                  <a:lnTo>
                    <a:pt x="1270" y="388747"/>
                  </a:lnTo>
                  <a:lnTo>
                    <a:pt x="3810" y="388747"/>
                  </a:lnTo>
                  <a:lnTo>
                    <a:pt x="3810" y="387477"/>
                  </a:lnTo>
                  <a:lnTo>
                    <a:pt x="6350" y="387477"/>
                  </a:lnTo>
                  <a:lnTo>
                    <a:pt x="6350" y="386080"/>
                  </a:lnTo>
                  <a:lnTo>
                    <a:pt x="7620" y="386080"/>
                  </a:lnTo>
                  <a:lnTo>
                    <a:pt x="7620" y="297180"/>
                  </a:lnTo>
                  <a:close/>
                </a:path>
              </a:pathLst>
            </a:custGeom>
            <a:solidFill>
              <a:srgbClr val="9E9E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2">
              <a:extLst>
                <a:ext uri="{FF2B5EF4-FFF2-40B4-BE49-F238E27FC236}">
                  <a16:creationId xmlns:a16="http://schemas.microsoft.com/office/drawing/2014/main" id="{698B5D72-10EE-B567-941A-2A49169FE13F}"/>
                </a:ext>
              </a:extLst>
            </p:cNvPr>
            <p:cNvSpPr/>
            <p:nvPr/>
          </p:nvSpPr>
          <p:spPr>
            <a:xfrm>
              <a:off x="3271520" y="2659380"/>
              <a:ext cx="6350" cy="382270"/>
            </a:xfrm>
            <a:custGeom>
              <a:avLst/>
              <a:gdLst/>
              <a:ahLst/>
              <a:cxnLst/>
              <a:rect l="l" t="t" r="r" b="b"/>
              <a:pathLst>
                <a:path w="6350" h="382269">
                  <a:moveTo>
                    <a:pt x="6350" y="105410"/>
                  </a:moveTo>
                  <a:lnTo>
                    <a:pt x="0" y="105410"/>
                  </a:lnTo>
                  <a:lnTo>
                    <a:pt x="0" y="106679"/>
                  </a:lnTo>
                  <a:lnTo>
                    <a:pt x="6350" y="106679"/>
                  </a:lnTo>
                  <a:lnTo>
                    <a:pt x="6350" y="105410"/>
                  </a:lnTo>
                  <a:close/>
                </a:path>
                <a:path w="6350" h="382269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382269">
                  <a:moveTo>
                    <a:pt x="6350" y="99060"/>
                  </a:moveTo>
                  <a:lnTo>
                    <a:pt x="0" y="99060"/>
                  </a:lnTo>
                  <a:lnTo>
                    <a:pt x="0" y="100329"/>
                  </a:lnTo>
                  <a:lnTo>
                    <a:pt x="6350" y="100329"/>
                  </a:lnTo>
                  <a:lnTo>
                    <a:pt x="6350" y="99060"/>
                  </a:lnTo>
                  <a:close/>
                </a:path>
                <a:path w="6350" h="382269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382269">
                  <a:moveTo>
                    <a:pt x="6350" y="86360"/>
                  </a:moveTo>
                  <a:lnTo>
                    <a:pt x="0" y="86360"/>
                  </a:lnTo>
                  <a:lnTo>
                    <a:pt x="0" y="93979"/>
                  </a:lnTo>
                  <a:lnTo>
                    <a:pt x="6350" y="93979"/>
                  </a:lnTo>
                  <a:lnTo>
                    <a:pt x="6350" y="86360"/>
                  </a:lnTo>
                  <a:close/>
                </a:path>
                <a:path w="6350" h="382269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382269">
                  <a:moveTo>
                    <a:pt x="635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80010"/>
                  </a:lnTo>
                  <a:close/>
                </a:path>
                <a:path w="6350" h="382269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382269">
                  <a:moveTo>
                    <a:pt x="635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6350" y="74929"/>
                  </a:lnTo>
                  <a:lnTo>
                    <a:pt x="6350" y="73660"/>
                  </a:lnTo>
                  <a:close/>
                </a:path>
                <a:path w="6350" h="382269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382269">
                  <a:moveTo>
                    <a:pt x="6350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67310"/>
                  </a:lnTo>
                  <a:close/>
                </a:path>
                <a:path w="6350" h="382269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382269">
                  <a:moveTo>
                    <a:pt x="6350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6350" y="62229"/>
                  </a:lnTo>
                  <a:lnTo>
                    <a:pt x="6350" y="60960"/>
                  </a:lnTo>
                  <a:close/>
                </a:path>
                <a:path w="6350" h="382269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382269">
                  <a:moveTo>
                    <a:pt x="635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54610"/>
                  </a:lnTo>
                  <a:close/>
                </a:path>
                <a:path w="6350" h="382269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382269">
                  <a:moveTo>
                    <a:pt x="635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6350" y="49529"/>
                  </a:lnTo>
                  <a:lnTo>
                    <a:pt x="6350" y="48260"/>
                  </a:lnTo>
                  <a:close/>
                </a:path>
                <a:path w="6350" h="382269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382269">
                  <a:moveTo>
                    <a:pt x="635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6350" y="43179"/>
                  </a:lnTo>
                  <a:lnTo>
                    <a:pt x="6350" y="41910"/>
                  </a:lnTo>
                  <a:close/>
                </a:path>
                <a:path w="6350" h="382269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382269">
                  <a:moveTo>
                    <a:pt x="635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6350" y="36829"/>
                  </a:lnTo>
                  <a:lnTo>
                    <a:pt x="6350" y="35560"/>
                  </a:lnTo>
                  <a:close/>
                </a:path>
                <a:path w="6350" h="382269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382269">
                  <a:moveTo>
                    <a:pt x="635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29210"/>
                  </a:lnTo>
                  <a:close/>
                </a:path>
                <a:path w="6350" h="382269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382269">
                  <a:moveTo>
                    <a:pt x="635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6350" y="24129"/>
                  </a:lnTo>
                  <a:lnTo>
                    <a:pt x="6350" y="22860"/>
                  </a:lnTo>
                  <a:close/>
                </a:path>
                <a:path w="6350" h="382269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382269">
                  <a:moveTo>
                    <a:pt x="635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6350" y="17779"/>
                  </a:lnTo>
                  <a:lnTo>
                    <a:pt x="6350" y="16510"/>
                  </a:lnTo>
                  <a:close/>
                </a:path>
                <a:path w="6350" h="382269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382269">
                  <a:moveTo>
                    <a:pt x="635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10160"/>
                  </a:lnTo>
                  <a:close/>
                </a:path>
                <a:path w="6350" h="382269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382269">
                  <a:moveTo>
                    <a:pt x="6350" y="2539"/>
                  </a:moveTo>
                  <a:lnTo>
                    <a:pt x="3810" y="2539"/>
                  </a:lnTo>
                  <a:lnTo>
                    <a:pt x="3810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539"/>
                  </a:lnTo>
                  <a:close/>
                </a:path>
                <a:path w="6350" h="38226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6350" h="382269">
                  <a:moveTo>
                    <a:pt x="6350" y="107950"/>
                  </a:moveTo>
                  <a:lnTo>
                    <a:pt x="0" y="10795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07950"/>
                  </a:lnTo>
                  <a:close/>
                </a:path>
                <a:path w="6350" h="382269">
                  <a:moveTo>
                    <a:pt x="6350" y="120650"/>
                  </a:moveTo>
                  <a:lnTo>
                    <a:pt x="0" y="120650"/>
                  </a:lnTo>
                  <a:lnTo>
                    <a:pt x="0" y="219710"/>
                  </a:lnTo>
                  <a:lnTo>
                    <a:pt x="6350" y="219710"/>
                  </a:lnTo>
                  <a:lnTo>
                    <a:pt x="6350" y="120650"/>
                  </a:lnTo>
                  <a:close/>
                </a:path>
                <a:path w="6350" h="382269">
                  <a:moveTo>
                    <a:pt x="6350" y="219710"/>
                  </a:moveTo>
                  <a:lnTo>
                    <a:pt x="0" y="219710"/>
                  </a:lnTo>
                  <a:lnTo>
                    <a:pt x="0" y="279400"/>
                  </a:lnTo>
                  <a:lnTo>
                    <a:pt x="6350" y="279400"/>
                  </a:lnTo>
                  <a:lnTo>
                    <a:pt x="6350" y="219710"/>
                  </a:lnTo>
                  <a:close/>
                </a:path>
                <a:path w="6350" h="382269">
                  <a:moveTo>
                    <a:pt x="6350" y="279400"/>
                  </a:moveTo>
                  <a:lnTo>
                    <a:pt x="0" y="279400"/>
                  </a:lnTo>
                  <a:lnTo>
                    <a:pt x="0" y="292100"/>
                  </a:lnTo>
                  <a:lnTo>
                    <a:pt x="6350" y="292100"/>
                  </a:lnTo>
                  <a:lnTo>
                    <a:pt x="6350" y="279400"/>
                  </a:lnTo>
                  <a:close/>
                </a:path>
                <a:path w="6350" h="382269">
                  <a:moveTo>
                    <a:pt x="6350" y="293370"/>
                  </a:moveTo>
                  <a:lnTo>
                    <a:pt x="0" y="293370"/>
                  </a:lnTo>
                  <a:lnTo>
                    <a:pt x="0" y="382270"/>
                  </a:lnTo>
                  <a:lnTo>
                    <a:pt x="1269" y="382270"/>
                  </a:lnTo>
                  <a:lnTo>
                    <a:pt x="1269" y="381127"/>
                  </a:lnTo>
                  <a:lnTo>
                    <a:pt x="2539" y="381127"/>
                  </a:lnTo>
                  <a:lnTo>
                    <a:pt x="2539" y="379857"/>
                  </a:lnTo>
                  <a:lnTo>
                    <a:pt x="5079" y="379857"/>
                  </a:lnTo>
                  <a:lnTo>
                    <a:pt x="5079" y="378587"/>
                  </a:lnTo>
                  <a:lnTo>
                    <a:pt x="6350" y="378587"/>
                  </a:lnTo>
                  <a:lnTo>
                    <a:pt x="6350" y="293370"/>
                  </a:lnTo>
                  <a:close/>
                </a:path>
              </a:pathLst>
            </a:custGeom>
            <a:solidFill>
              <a:srgbClr val="A0A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3">
              <a:extLst>
                <a:ext uri="{FF2B5EF4-FFF2-40B4-BE49-F238E27FC236}">
                  <a16:creationId xmlns:a16="http://schemas.microsoft.com/office/drawing/2014/main" id="{15A4597A-A3D3-6F98-9396-EEE3183A4A62}"/>
                </a:ext>
              </a:extLst>
            </p:cNvPr>
            <p:cNvSpPr/>
            <p:nvPr/>
          </p:nvSpPr>
          <p:spPr>
            <a:xfrm>
              <a:off x="3277870" y="2664459"/>
              <a:ext cx="7620" cy="373380"/>
            </a:xfrm>
            <a:custGeom>
              <a:avLst/>
              <a:gdLst/>
              <a:ahLst/>
              <a:cxnLst/>
              <a:rect l="l" t="t" r="r" b="b"/>
              <a:pathLst>
                <a:path w="7620" h="373380">
                  <a:moveTo>
                    <a:pt x="7619" y="100330"/>
                  </a:moveTo>
                  <a:lnTo>
                    <a:pt x="0" y="10033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30"/>
                  </a:lnTo>
                  <a:close/>
                </a:path>
                <a:path w="7620" h="373380">
                  <a:moveTo>
                    <a:pt x="7619" y="96520"/>
                  </a:moveTo>
                  <a:lnTo>
                    <a:pt x="0" y="96520"/>
                  </a:lnTo>
                  <a:lnTo>
                    <a:pt x="0" y="99060"/>
                  </a:lnTo>
                  <a:lnTo>
                    <a:pt x="7619" y="99060"/>
                  </a:lnTo>
                  <a:lnTo>
                    <a:pt x="7619" y="96520"/>
                  </a:lnTo>
                  <a:close/>
                </a:path>
                <a:path w="7620" h="373380">
                  <a:moveTo>
                    <a:pt x="7619" y="93980"/>
                  </a:moveTo>
                  <a:lnTo>
                    <a:pt x="0" y="9398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80"/>
                  </a:lnTo>
                  <a:close/>
                </a:path>
                <a:path w="7620" h="373380">
                  <a:moveTo>
                    <a:pt x="7619" y="90170"/>
                  </a:moveTo>
                  <a:lnTo>
                    <a:pt x="0" y="90170"/>
                  </a:lnTo>
                  <a:lnTo>
                    <a:pt x="0" y="92710"/>
                  </a:lnTo>
                  <a:lnTo>
                    <a:pt x="7619" y="92710"/>
                  </a:lnTo>
                  <a:lnTo>
                    <a:pt x="7619" y="90170"/>
                  </a:lnTo>
                  <a:close/>
                </a:path>
                <a:path w="7620" h="373380">
                  <a:moveTo>
                    <a:pt x="7619" y="81280"/>
                  </a:moveTo>
                  <a:lnTo>
                    <a:pt x="0" y="8128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1280"/>
                  </a:lnTo>
                  <a:close/>
                </a:path>
                <a:path w="7620" h="373380">
                  <a:moveTo>
                    <a:pt x="7619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7619" y="80010"/>
                  </a:lnTo>
                  <a:lnTo>
                    <a:pt x="7619" y="77470"/>
                  </a:lnTo>
                  <a:close/>
                </a:path>
                <a:path w="7620" h="373380">
                  <a:moveTo>
                    <a:pt x="7619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30"/>
                  </a:lnTo>
                  <a:close/>
                </a:path>
                <a:path w="7620" h="373380">
                  <a:moveTo>
                    <a:pt x="7619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7619" y="73660"/>
                  </a:lnTo>
                  <a:lnTo>
                    <a:pt x="7619" y="71120"/>
                  </a:lnTo>
                  <a:close/>
                </a:path>
                <a:path w="7620" h="37338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20" h="37338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20" h="37338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20" h="37338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20" h="373380">
                  <a:moveTo>
                    <a:pt x="7619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80"/>
                  </a:lnTo>
                  <a:close/>
                </a:path>
                <a:path w="7620" h="373380">
                  <a:moveTo>
                    <a:pt x="7619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7619" y="54610"/>
                  </a:lnTo>
                  <a:lnTo>
                    <a:pt x="7619" y="52070"/>
                  </a:lnTo>
                  <a:close/>
                </a:path>
                <a:path w="7620" h="373380">
                  <a:moveTo>
                    <a:pt x="7619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30"/>
                  </a:lnTo>
                  <a:close/>
                </a:path>
                <a:path w="7620" h="37338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20" h="37338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20" h="37338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20" h="37338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20" h="37338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20" h="37338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20" h="37338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20" h="37338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20" h="37338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20" h="37338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20" h="37338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20" h="37338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20" h="37338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20" h="37338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20" h="373380">
                  <a:moveTo>
                    <a:pt x="6350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1270"/>
                  </a:lnTo>
                  <a:close/>
                </a:path>
                <a:path w="7620" h="373380">
                  <a:moveTo>
                    <a:pt x="507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5079" y="1270"/>
                  </a:lnTo>
                  <a:lnTo>
                    <a:pt x="5079" y="0"/>
                  </a:lnTo>
                  <a:close/>
                </a:path>
                <a:path w="7620" h="373380">
                  <a:moveTo>
                    <a:pt x="7619" y="102870"/>
                  </a:moveTo>
                  <a:lnTo>
                    <a:pt x="0" y="102870"/>
                  </a:lnTo>
                  <a:lnTo>
                    <a:pt x="0" y="115570"/>
                  </a:lnTo>
                  <a:lnTo>
                    <a:pt x="7619" y="115570"/>
                  </a:lnTo>
                  <a:lnTo>
                    <a:pt x="7619" y="102870"/>
                  </a:lnTo>
                  <a:close/>
                </a:path>
                <a:path w="7620" h="373380">
                  <a:moveTo>
                    <a:pt x="7619" y="115570"/>
                  </a:moveTo>
                  <a:lnTo>
                    <a:pt x="0" y="115570"/>
                  </a:lnTo>
                  <a:lnTo>
                    <a:pt x="0" y="214630"/>
                  </a:lnTo>
                  <a:lnTo>
                    <a:pt x="7619" y="214630"/>
                  </a:lnTo>
                  <a:lnTo>
                    <a:pt x="7619" y="115570"/>
                  </a:lnTo>
                  <a:close/>
                </a:path>
                <a:path w="7620" h="373380">
                  <a:moveTo>
                    <a:pt x="7619" y="214630"/>
                  </a:moveTo>
                  <a:lnTo>
                    <a:pt x="0" y="214630"/>
                  </a:lnTo>
                  <a:lnTo>
                    <a:pt x="0" y="274320"/>
                  </a:lnTo>
                  <a:lnTo>
                    <a:pt x="7619" y="274320"/>
                  </a:lnTo>
                  <a:lnTo>
                    <a:pt x="7619" y="214630"/>
                  </a:lnTo>
                  <a:close/>
                </a:path>
                <a:path w="7620" h="373380">
                  <a:moveTo>
                    <a:pt x="7619" y="274320"/>
                  </a:moveTo>
                  <a:lnTo>
                    <a:pt x="0" y="274320"/>
                  </a:lnTo>
                  <a:lnTo>
                    <a:pt x="0" y="287020"/>
                  </a:lnTo>
                  <a:lnTo>
                    <a:pt x="7619" y="287020"/>
                  </a:lnTo>
                  <a:lnTo>
                    <a:pt x="7619" y="274320"/>
                  </a:lnTo>
                  <a:close/>
                </a:path>
                <a:path w="7620" h="373380">
                  <a:moveTo>
                    <a:pt x="7619" y="288290"/>
                  </a:moveTo>
                  <a:lnTo>
                    <a:pt x="0" y="288290"/>
                  </a:lnTo>
                  <a:lnTo>
                    <a:pt x="0" y="373380"/>
                  </a:lnTo>
                  <a:lnTo>
                    <a:pt x="1269" y="373380"/>
                  </a:lnTo>
                  <a:lnTo>
                    <a:pt x="1269" y="372110"/>
                  </a:lnTo>
                  <a:lnTo>
                    <a:pt x="3809" y="372110"/>
                  </a:lnTo>
                  <a:lnTo>
                    <a:pt x="3809" y="370840"/>
                  </a:lnTo>
                  <a:lnTo>
                    <a:pt x="5079" y="370840"/>
                  </a:lnTo>
                  <a:lnTo>
                    <a:pt x="5079" y="369570"/>
                  </a:lnTo>
                  <a:lnTo>
                    <a:pt x="7619" y="369570"/>
                  </a:lnTo>
                  <a:lnTo>
                    <a:pt x="7619" y="28829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4">
              <a:extLst>
                <a:ext uri="{FF2B5EF4-FFF2-40B4-BE49-F238E27FC236}">
                  <a16:creationId xmlns:a16="http://schemas.microsoft.com/office/drawing/2014/main" id="{BEC95383-8CD4-D168-6644-0697E68D5C82}"/>
                </a:ext>
              </a:extLst>
            </p:cNvPr>
            <p:cNvSpPr/>
            <p:nvPr/>
          </p:nvSpPr>
          <p:spPr>
            <a:xfrm>
              <a:off x="3285490" y="2668269"/>
              <a:ext cx="7620" cy="364490"/>
            </a:xfrm>
            <a:custGeom>
              <a:avLst/>
              <a:gdLst/>
              <a:ahLst/>
              <a:cxnLst/>
              <a:rect l="l" t="t" r="r" b="b"/>
              <a:pathLst>
                <a:path w="7620" h="364489">
                  <a:moveTo>
                    <a:pt x="7620" y="96520"/>
                  </a:moveTo>
                  <a:lnTo>
                    <a:pt x="0" y="9652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6520"/>
                  </a:lnTo>
                  <a:close/>
                </a:path>
                <a:path w="7620" h="364489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364489">
                  <a:moveTo>
                    <a:pt x="7620" y="90170"/>
                  </a:moveTo>
                  <a:lnTo>
                    <a:pt x="0" y="9017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90170"/>
                  </a:lnTo>
                  <a:close/>
                </a:path>
                <a:path w="7620" h="364489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364489">
                  <a:moveTo>
                    <a:pt x="7620" y="77470"/>
                  </a:moveTo>
                  <a:lnTo>
                    <a:pt x="0" y="7747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77470"/>
                  </a:lnTo>
                  <a:close/>
                </a:path>
                <a:path w="7620" h="364489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364489">
                  <a:moveTo>
                    <a:pt x="7620" y="71120"/>
                  </a:moveTo>
                  <a:lnTo>
                    <a:pt x="0" y="7112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71120"/>
                  </a:lnTo>
                  <a:close/>
                </a:path>
                <a:path w="7620" h="364489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364489">
                  <a:moveTo>
                    <a:pt x="762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4770"/>
                  </a:lnTo>
                  <a:close/>
                </a:path>
                <a:path w="7620" h="364489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364489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20" h="364489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364489">
                  <a:moveTo>
                    <a:pt x="762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2070"/>
                  </a:lnTo>
                  <a:close/>
                </a:path>
                <a:path w="7620" h="364489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364489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20" h="364489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364489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20" h="364489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364489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20" h="364489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364489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20" h="364489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364489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20" h="364489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364489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20" h="364489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364489">
                  <a:moveTo>
                    <a:pt x="762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20"/>
                  </a:lnTo>
                  <a:close/>
                </a:path>
                <a:path w="7620" h="364489">
                  <a:moveTo>
                    <a:pt x="7620" y="2539"/>
                  </a:moveTo>
                  <a:lnTo>
                    <a:pt x="5080" y="2539"/>
                  </a:lnTo>
                  <a:lnTo>
                    <a:pt x="508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539"/>
                  </a:lnTo>
                  <a:close/>
                </a:path>
                <a:path w="7620" h="36448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7620" h="364489">
                  <a:moveTo>
                    <a:pt x="7620" y="99060"/>
                  </a:moveTo>
                  <a:lnTo>
                    <a:pt x="0" y="99060"/>
                  </a:lnTo>
                  <a:lnTo>
                    <a:pt x="0" y="111760"/>
                  </a:lnTo>
                  <a:lnTo>
                    <a:pt x="7620" y="111760"/>
                  </a:lnTo>
                  <a:lnTo>
                    <a:pt x="7620" y="99060"/>
                  </a:lnTo>
                  <a:close/>
                </a:path>
                <a:path w="7620" h="364489">
                  <a:moveTo>
                    <a:pt x="7620" y="111760"/>
                  </a:moveTo>
                  <a:lnTo>
                    <a:pt x="0" y="111760"/>
                  </a:lnTo>
                  <a:lnTo>
                    <a:pt x="0" y="210820"/>
                  </a:lnTo>
                  <a:lnTo>
                    <a:pt x="7620" y="210820"/>
                  </a:lnTo>
                  <a:lnTo>
                    <a:pt x="7620" y="111760"/>
                  </a:lnTo>
                  <a:close/>
                </a:path>
                <a:path w="7620" h="364489">
                  <a:moveTo>
                    <a:pt x="7620" y="210820"/>
                  </a:moveTo>
                  <a:lnTo>
                    <a:pt x="0" y="210820"/>
                  </a:lnTo>
                  <a:lnTo>
                    <a:pt x="0" y="270510"/>
                  </a:lnTo>
                  <a:lnTo>
                    <a:pt x="7620" y="270510"/>
                  </a:lnTo>
                  <a:lnTo>
                    <a:pt x="7620" y="210820"/>
                  </a:lnTo>
                  <a:close/>
                </a:path>
                <a:path w="7620" h="364489">
                  <a:moveTo>
                    <a:pt x="7620" y="270510"/>
                  </a:moveTo>
                  <a:lnTo>
                    <a:pt x="0" y="270510"/>
                  </a:lnTo>
                  <a:lnTo>
                    <a:pt x="0" y="283210"/>
                  </a:lnTo>
                  <a:lnTo>
                    <a:pt x="7620" y="283210"/>
                  </a:lnTo>
                  <a:lnTo>
                    <a:pt x="7620" y="270510"/>
                  </a:lnTo>
                  <a:close/>
                </a:path>
                <a:path w="7620" h="364489">
                  <a:moveTo>
                    <a:pt x="7620" y="284480"/>
                  </a:moveTo>
                  <a:lnTo>
                    <a:pt x="0" y="284480"/>
                  </a:lnTo>
                  <a:lnTo>
                    <a:pt x="0" y="364490"/>
                  </a:lnTo>
                  <a:lnTo>
                    <a:pt x="2539" y="364490"/>
                  </a:lnTo>
                  <a:lnTo>
                    <a:pt x="2539" y="363347"/>
                  </a:lnTo>
                  <a:lnTo>
                    <a:pt x="5080" y="363347"/>
                  </a:lnTo>
                  <a:lnTo>
                    <a:pt x="5080" y="361950"/>
                  </a:lnTo>
                  <a:lnTo>
                    <a:pt x="6350" y="361950"/>
                  </a:lnTo>
                  <a:lnTo>
                    <a:pt x="6350" y="360680"/>
                  </a:lnTo>
                  <a:lnTo>
                    <a:pt x="7620" y="360680"/>
                  </a:lnTo>
                  <a:lnTo>
                    <a:pt x="7620" y="284480"/>
                  </a:lnTo>
                  <a:close/>
                </a:path>
              </a:pathLst>
            </a:custGeom>
            <a:solidFill>
              <a:srgbClr val="A3A3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5">
              <a:extLst>
                <a:ext uri="{FF2B5EF4-FFF2-40B4-BE49-F238E27FC236}">
                  <a16:creationId xmlns:a16="http://schemas.microsoft.com/office/drawing/2014/main" id="{79248A01-7255-461D-DC13-ECA7CDD1126F}"/>
                </a:ext>
              </a:extLst>
            </p:cNvPr>
            <p:cNvSpPr/>
            <p:nvPr/>
          </p:nvSpPr>
          <p:spPr>
            <a:xfrm>
              <a:off x="3293110" y="2672080"/>
              <a:ext cx="7620" cy="356870"/>
            </a:xfrm>
            <a:custGeom>
              <a:avLst/>
              <a:gdLst/>
              <a:ahLst/>
              <a:cxnLst/>
              <a:rect l="l" t="t" r="r" b="b"/>
              <a:pathLst>
                <a:path w="7620" h="356869">
                  <a:moveTo>
                    <a:pt x="7619" y="92710"/>
                  </a:moveTo>
                  <a:lnTo>
                    <a:pt x="0" y="92710"/>
                  </a:lnTo>
                  <a:lnTo>
                    <a:pt x="0" y="93979"/>
                  </a:lnTo>
                  <a:lnTo>
                    <a:pt x="7619" y="93979"/>
                  </a:lnTo>
                  <a:lnTo>
                    <a:pt x="7619" y="92710"/>
                  </a:lnTo>
                  <a:close/>
                </a:path>
                <a:path w="7620" h="356869">
                  <a:moveTo>
                    <a:pt x="7619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88900"/>
                  </a:lnTo>
                  <a:close/>
                </a:path>
                <a:path w="7620" h="356869">
                  <a:moveTo>
                    <a:pt x="7619" y="86360"/>
                  </a:moveTo>
                  <a:lnTo>
                    <a:pt x="0" y="86360"/>
                  </a:lnTo>
                  <a:lnTo>
                    <a:pt x="0" y="87629"/>
                  </a:lnTo>
                  <a:lnTo>
                    <a:pt x="7619" y="87629"/>
                  </a:lnTo>
                  <a:lnTo>
                    <a:pt x="7619" y="86360"/>
                  </a:lnTo>
                  <a:close/>
                </a:path>
                <a:path w="7620" h="356869">
                  <a:moveTo>
                    <a:pt x="761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7619" y="85089"/>
                  </a:lnTo>
                  <a:lnTo>
                    <a:pt x="7619" y="82550"/>
                  </a:lnTo>
                  <a:close/>
                </a:path>
                <a:path w="7620" h="356869">
                  <a:moveTo>
                    <a:pt x="7619" y="73660"/>
                  </a:moveTo>
                  <a:lnTo>
                    <a:pt x="0" y="73660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73660"/>
                  </a:lnTo>
                  <a:close/>
                </a:path>
                <a:path w="7620" h="356869">
                  <a:moveTo>
                    <a:pt x="7619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7619" y="72389"/>
                  </a:lnTo>
                  <a:lnTo>
                    <a:pt x="7619" y="69850"/>
                  </a:lnTo>
                  <a:close/>
                </a:path>
                <a:path w="7620" h="356869">
                  <a:moveTo>
                    <a:pt x="7619" y="67310"/>
                  </a:moveTo>
                  <a:lnTo>
                    <a:pt x="0" y="67310"/>
                  </a:lnTo>
                  <a:lnTo>
                    <a:pt x="0" y="68579"/>
                  </a:lnTo>
                  <a:lnTo>
                    <a:pt x="7619" y="68579"/>
                  </a:lnTo>
                  <a:lnTo>
                    <a:pt x="7619" y="67310"/>
                  </a:lnTo>
                  <a:close/>
                </a:path>
                <a:path w="7620" h="356869">
                  <a:moveTo>
                    <a:pt x="7619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63500"/>
                  </a:lnTo>
                  <a:close/>
                </a:path>
                <a:path w="7620" h="356869">
                  <a:moveTo>
                    <a:pt x="7619" y="60960"/>
                  </a:moveTo>
                  <a:lnTo>
                    <a:pt x="0" y="60960"/>
                  </a:lnTo>
                  <a:lnTo>
                    <a:pt x="0" y="62229"/>
                  </a:lnTo>
                  <a:lnTo>
                    <a:pt x="7619" y="62229"/>
                  </a:lnTo>
                  <a:lnTo>
                    <a:pt x="7619" y="60960"/>
                  </a:lnTo>
                  <a:close/>
                </a:path>
                <a:path w="7620" h="356869">
                  <a:moveTo>
                    <a:pt x="7619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7619" y="59689"/>
                  </a:lnTo>
                  <a:lnTo>
                    <a:pt x="7619" y="57150"/>
                  </a:lnTo>
                  <a:close/>
                </a:path>
                <a:path w="7620" h="356869">
                  <a:moveTo>
                    <a:pt x="7619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54610"/>
                  </a:lnTo>
                  <a:close/>
                </a:path>
                <a:path w="7620" h="356869">
                  <a:moveTo>
                    <a:pt x="7619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0800"/>
                  </a:lnTo>
                  <a:close/>
                </a:path>
                <a:path w="7620" h="356869">
                  <a:moveTo>
                    <a:pt x="7619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7619" y="49529"/>
                  </a:lnTo>
                  <a:lnTo>
                    <a:pt x="7619" y="48260"/>
                  </a:lnTo>
                  <a:close/>
                </a:path>
                <a:path w="7620" h="356869">
                  <a:moveTo>
                    <a:pt x="7619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4450"/>
                  </a:lnTo>
                  <a:close/>
                </a:path>
                <a:path w="7620" h="356869">
                  <a:moveTo>
                    <a:pt x="7619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7619" y="43179"/>
                  </a:lnTo>
                  <a:lnTo>
                    <a:pt x="7619" y="41910"/>
                  </a:lnTo>
                  <a:close/>
                </a:path>
                <a:path w="7620" h="356869">
                  <a:moveTo>
                    <a:pt x="7619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8100"/>
                  </a:lnTo>
                  <a:close/>
                </a:path>
                <a:path w="7620" h="356869">
                  <a:moveTo>
                    <a:pt x="7619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7619" y="36829"/>
                  </a:lnTo>
                  <a:lnTo>
                    <a:pt x="7619" y="35560"/>
                  </a:lnTo>
                  <a:close/>
                </a:path>
                <a:path w="7620" h="356869">
                  <a:moveTo>
                    <a:pt x="7619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7619" y="34289"/>
                  </a:lnTo>
                  <a:lnTo>
                    <a:pt x="7619" y="31750"/>
                  </a:lnTo>
                  <a:close/>
                </a:path>
                <a:path w="7620" h="356869">
                  <a:moveTo>
                    <a:pt x="7619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29210"/>
                  </a:lnTo>
                  <a:close/>
                </a:path>
                <a:path w="7620" h="356869">
                  <a:moveTo>
                    <a:pt x="7619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5400"/>
                  </a:lnTo>
                  <a:close/>
                </a:path>
                <a:path w="7620" h="356869">
                  <a:moveTo>
                    <a:pt x="761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2860"/>
                  </a:lnTo>
                  <a:close/>
                </a:path>
                <a:path w="7620" h="356869">
                  <a:moveTo>
                    <a:pt x="761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050"/>
                  </a:lnTo>
                  <a:close/>
                </a:path>
                <a:path w="7620" h="356869">
                  <a:moveTo>
                    <a:pt x="761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6510"/>
                  </a:lnTo>
                  <a:close/>
                </a:path>
                <a:path w="7620" h="356869">
                  <a:moveTo>
                    <a:pt x="761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700"/>
                  </a:lnTo>
                  <a:close/>
                </a:path>
                <a:path w="7620" h="356869">
                  <a:moveTo>
                    <a:pt x="7619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10160"/>
                  </a:lnTo>
                  <a:close/>
                </a:path>
                <a:path w="7620" h="356869">
                  <a:moveTo>
                    <a:pt x="761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6350"/>
                  </a:lnTo>
                  <a:close/>
                </a:path>
                <a:path w="7620" h="356869">
                  <a:moveTo>
                    <a:pt x="6350" y="2539"/>
                  </a:moveTo>
                  <a:lnTo>
                    <a:pt x="5079" y="2539"/>
                  </a:lnTo>
                  <a:lnTo>
                    <a:pt x="5079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6350" y="5079"/>
                  </a:lnTo>
                  <a:lnTo>
                    <a:pt x="6350" y="2539"/>
                  </a:lnTo>
                  <a:close/>
                </a:path>
                <a:path w="7620" h="35686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7620" h="356869">
                  <a:moveTo>
                    <a:pt x="7619" y="95250"/>
                  </a:moveTo>
                  <a:lnTo>
                    <a:pt x="0" y="9525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95250"/>
                  </a:lnTo>
                  <a:close/>
                </a:path>
                <a:path w="7620" h="356869">
                  <a:moveTo>
                    <a:pt x="7619" y="107950"/>
                  </a:moveTo>
                  <a:lnTo>
                    <a:pt x="0" y="107950"/>
                  </a:lnTo>
                  <a:lnTo>
                    <a:pt x="0" y="207010"/>
                  </a:lnTo>
                  <a:lnTo>
                    <a:pt x="7619" y="207010"/>
                  </a:lnTo>
                  <a:lnTo>
                    <a:pt x="7619" y="107950"/>
                  </a:lnTo>
                  <a:close/>
                </a:path>
                <a:path w="7620" h="356869">
                  <a:moveTo>
                    <a:pt x="7619" y="207010"/>
                  </a:moveTo>
                  <a:lnTo>
                    <a:pt x="0" y="207010"/>
                  </a:lnTo>
                  <a:lnTo>
                    <a:pt x="0" y="266700"/>
                  </a:lnTo>
                  <a:lnTo>
                    <a:pt x="7619" y="266700"/>
                  </a:lnTo>
                  <a:lnTo>
                    <a:pt x="7619" y="207010"/>
                  </a:lnTo>
                  <a:close/>
                </a:path>
                <a:path w="7620" h="356869">
                  <a:moveTo>
                    <a:pt x="7619" y="266700"/>
                  </a:moveTo>
                  <a:lnTo>
                    <a:pt x="0" y="266700"/>
                  </a:lnTo>
                  <a:lnTo>
                    <a:pt x="0" y="279400"/>
                  </a:lnTo>
                  <a:lnTo>
                    <a:pt x="7619" y="279400"/>
                  </a:lnTo>
                  <a:lnTo>
                    <a:pt x="7619" y="266700"/>
                  </a:lnTo>
                  <a:close/>
                </a:path>
                <a:path w="7620" h="356869">
                  <a:moveTo>
                    <a:pt x="7619" y="280670"/>
                  </a:moveTo>
                  <a:lnTo>
                    <a:pt x="0" y="280670"/>
                  </a:lnTo>
                  <a:lnTo>
                    <a:pt x="0" y="356870"/>
                  </a:lnTo>
                  <a:lnTo>
                    <a:pt x="1269" y="356870"/>
                  </a:lnTo>
                  <a:lnTo>
                    <a:pt x="1269" y="355727"/>
                  </a:lnTo>
                  <a:lnTo>
                    <a:pt x="3810" y="355727"/>
                  </a:lnTo>
                  <a:lnTo>
                    <a:pt x="3810" y="354457"/>
                  </a:lnTo>
                  <a:lnTo>
                    <a:pt x="5079" y="354457"/>
                  </a:lnTo>
                  <a:lnTo>
                    <a:pt x="5079" y="353187"/>
                  </a:lnTo>
                  <a:lnTo>
                    <a:pt x="7619" y="353187"/>
                  </a:lnTo>
                  <a:lnTo>
                    <a:pt x="7619" y="280670"/>
                  </a:lnTo>
                  <a:close/>
                </a:path>
              </a:pathLst>
            </a:custGeom>
            <a:solidFill>
              <a:srgbClr val="A4A4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76">
              <a:extLst>
                <a:ext uri="{FF2B5EF4-FFF2-40B4-BE49-F238E27FC236}">
                  <a16:creationId xmlns:a16="http://schemas.microsoft.com/office/drawing/2014/main" id="{26F76A02-4D5F-7E3A-A53A-A2C58F654F44}"/>
                </a:ext>
              </a:extLst>
            </p:cNvPr>
            <p:cNvSpPr/>
            <p:nvPr/>
          </p:nvSpPr>
          <p:spPr>
            <a:xfrm>
              <a:off x="3300730" y="2677159"/>
              <a:ext cx="6350" cy="346710"/>
            </a:xfrm>
            <a:custGeom>
              <a:avLst/>
              <a:gdLst/>
              <a:ahLst/>
              <a:cxnLst/>
              <a:rect l="l" t="t" r="r" b="b"/>
              <a:pathLst>
                <a:path w="6350" h="346710">
                  <a:moveTo>
                    <a:pt x="6350" y="87630"/>
                  </a:moveTo>
                  <a:lnTo>
                    <a:pt x="0" y="8763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30"/>
                  </a:lnTo>
                  <a:close/>
                </a:path>
                <a:path w="6350" h="346710">
                  <a:moveTo>
                    <a:pt x="6350" y="83820"/>
                  </a:moveTo>
                  <a:lnTo>
                    <a:pt x="0" y="83820"/>
                  </a:lnTo>
                  <a:lnTo>
                    <a:pt x="0" y="86360"/>
                  </a:lnTo>
                  <a:lnTo>
                    <a:pt x="6350" y="86360"/>
                  </a:lnTo>
                  <a:lnTo>
                    <a:pt x="6350" y="83820"/>
                  </a:lnTo>
                  <a:close/>
                </a:path>
                <a:path w="6350" h="346710">
                  <a:moveTo>
                    <a:pt x="6350" y="81280"/>
                  </a:moveTo>
                  <a:lnTo>
                    <a:pt x="0" y="8128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80"/>
                  </a:lnTo>
                  <a:close/>
                </a:path>
                <a:path w="6350" h="346710">
                  <a:moveTo>
                    <a:pt x="6350" y="77470"/>
                  </a:moveTo>
                  <a:lnTo>
                    <a:pt x="0" y="77470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77470"/>
                  </a:lnTo>
                  <a:close/>
                </a:path>
                <a:path w="6350" h="346710">
                  <a:moveTo>
                    <a:pt x="6350" y="68580"/>
                  </a:moveTo>
                  <a:lnTo>
                    <a:pt x="0" y="6858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68580"/>
                  </a:lnTo>
                  <a:close/>
                </a:path>
                <a:path w="6350" h="346710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346710">
                  <a:moveTo>
                    <a:pt x="6350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30"/>
                  </a:lnTo>
                  <a:close/>
                </a:path>
                <a:path w="6350" h="346710">
                  <a:moveTo>
                    <a:pt x="6350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6350" y="60960"/>
                  </a:lnTo>
                  <a:lnTo>
                    <a:pt x="6350" y="58420"/>
                  </a:lnTo>
                  <a:close/>
                </a:path>
                <a:path w="6350" h="346710">
                  <a:moveTo>
                    <a:pt x="6350" y="55880"/>
                  </a:moveTo>
                  <a:lnTo>
                    <a:pt x="0" y="5588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80"/>
                  </a:lnTo>
                  <a:close/>
                </a:path>
                <a:path w="6350" h="346710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346710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346710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346710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346710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346710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346710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346710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346710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346710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346710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346710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346710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346710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346710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346710">
                  <a:moveTo>
                    <a:pt x="6350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close/>
                </a:path>
                <a:path w="6350" h="346710">
                  <a:moveTo>
                    <a:pt x="6350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1270"/>
                  </a:lnTo>
                  <a:close/>
                </a:path>
                <a:path w="6350" h="3467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6350" h="346710">
                  <a:moveTo>
                    <a:pt x="6350" y="90170"/>
                  </a:moveTo>
                  <a:lnTo>
                    <a:pt x="0" y="90170"/>
                  </a:lnTo>
                  <a:lnTo>
                    <a:pt x="0" y="102870"/>
                  </a:lnTo>
                  <a:lnTo>
                    <a:pt x="6350" y="102870"/>
                  </a:lnTo>
                  <a:lnTo>
                    <a:pt x="6350" y="90170"/>
                  </a:lnTo>
                  <a:close/>
                </a:path>
                <a:path w="6350" h="346710">
                  <a:moveTo>
                    <a:pt x="6350" y="102870"/>
                  </a:moveTo>
                  <a:lnTo>
                    <a:pt x="0" y="102870"/>
                  </a:lnTo>
                  <a:lnTo>
                    <a:pt x="0" y="201930"/>
                  </a:lnTo>
                  <a:lnTo>
                    <a:pt x="6350" y="201930"/>
                  </a:lnTo>
                  <a:lnTo>
                    <a:pt x="6350" y="102870"/>
                  </a:lnTo>
                  <a:close/>
                </a:path>
                <a:path w="6350" h="346710">
                  <a:moveTo>
                    <a:pt x="6350" y="201930"/>
                  </a:moveTo>
                  <a:lnTo>
                    <a:pt x="0" y="201930"/>
                  </a:lnTo>
                  <a:lnTo>
                    <a:pt x="0" y="261620"/>
                  </a:lnTo>
                  <a:lnTo>
                    <a:pt x="6350" y="261620"/>
                  </a:lnTo>
                  <a:lnTo>
                    <a:pt x="6350" y="201930"/>
                  </a:lnTo>
                  <a:close/>
                </a:path>
                <a:path w="6350" h="346710">
                  <a:moveTo>
                    <a:pt x="6350" y="261620"/>
                  </a:moveTo>
                  <a:lnTo>
                    <a:pt x="0" y="261620"/>
                  </a:lnTo>
                  <a:lnTo>
                    <a:pt x="0" y="274320"/>
                  </a:lnTo>
                  <a:lnTo>
                    <a:pt x="6350" y="274320"/>
                  </a:lnTo>
                  <a:lnTo>
                    <a:pt x="6350" y="261620"/>
                  </a:lnTo>
                  <a:close/>
                </a:path>
                <a:path w="6350" h="346710">
                  <a:moveTo>
                    <a:pt x="6350" y="275590"/>
                  </a:moveTo>
                  <a:lnTo>
                    <a:pt x="0" y="275590"/>
                  </a:lnTo>
                  <a:lnTo>
                    <a:pt x="0" y="346710"/>
                  </a:lnTo>
                  <a:lnTo>
                    <a:pt x="2540" y="346710"/>
                  </a:lnTo>
                  <a:lnTo>
                    <a:pt x="2540" y="345440"/>
                  </a:lnTo>
                  <a:lnTo>
                    <a:pt x="5080" y="345440"/>
                  </a:lnTo>
                  <a:lnTo>
                    <a:pt x="5080" y="344170"/>
                  </a:lnTo>
                  <a:lnTo>
                    <a:pt x="6350" y="344170"/>
                  </a:lnTo>
                  <a:lnTo>
                    <a:pt x="6350" y="275590"/>
                  </a:lnTo>
                  <a:close/>
                </a:path>
              </a:pathLst>
            </a:custGeom>
            <a:solidFill>
              <a:srgbClr val="A6A6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77">
              <a:extLst>
                <a:ext uri="{FF2B5EF4-FFF2-40B4-BE49-F238E27FC236}">
                  <a16:creationId xmlns:a16="http://schemas.microsoft.com/office/drawing/2014/main" id="{066CCADD-9457-DF0B-DB03-F7B31D21CA83}"/>
                </a:ext>
              </a:extLst>
            </p:cNvPr>
            <p:cNvSpPr/>
            <p:nvPr/>
          </p:nvSpPr>
          <p:spPr>
            <a:xfrm>
              <a:off x="3307080" y="2680969"/>
              <a:ext cx="7620" cy="339090"/>
            </a:xfrm>
            <a:custGeom>
              <a:avLst/>
              <a:gdLst/>
              <a:ahLst/>
              <a:cxnLst/>
              <a:rect l="l" t="t" r="r" b="b"/>
              <a:pathLst>
                <a:path w="7620" h="339089">
                  <a:moveTo>
                    <a:pt x="7620" y="83820"/>
                  </a:moveTo>
                  <a:lnTo>
                    <a:pt x="0" y="8382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3820"/>
                  </a:lnTo>
                  <a:close/>
                </a:path>
                <a:path w="7620" h="339089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339089">
                  <a:moveTo>
                    <a:pt x="7620" y="77470"/>
                  </a:moveTo>
                  <a:lnTo>
                    <a:pt x="0" y="7747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7470"/>
                  </a:lnTo>
                  <a:close/>
                </a:path>
                <a:path w="7620" h="339089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339089">
                  <a:moveTo>
                    <a:pt x="7620" y="64770"/>
                  </a:moveTo>
                  <a:lnTo>
                    <a:pt x="0" y="6477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4770"/>
                  </a:lnTo>
                  <a:close/>
                </a:path>
                <a:path w="7620" h="339089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339089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20" h="339089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339089">
                  <a:moveTo>
                    <a:pt x="762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2070"/>
                  </a:lnTo>
                  <a:close/>
                </a:path>
                <a:path w="7620" h="339089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339089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20" h="339089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339089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20" h="339089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339089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20" h="339089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339089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20" h="339089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339089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20" h="339089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339089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20" h="339089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339089">
                  <a:moveTo>
                    <a:pt x="762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7620"/>
                  </a:lnTo>
                  <a:close/>
                </a:path>
                <a:path w="7620" h="339089">
                  <a:moveTo>
                    <a:pt x="7620" y="2539"/>
                  </a:moveTo>
                  <a:lnTo>
                    <a:pt x="5080" y="2539"/>
                  </a:lnTo>
                  <a:lnTo>
                    <a:pt x="508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539"/>
                  </a:lnTo>
                  <a:close/>
                </a:path>
                <a:path w="7620" h="33908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3810" y="2539"/>
                  </a:lnTo>
                  <a:lnTo>
                    <a:pt x="3810" y="0"/>
                  </a:lnTo>
                  <a:close/>
                </a:path>
                <a:path w="7620" h="339089">
                  <a:moveTo>
                    <a:pt x="7620" y="86360"/>
                  </a:moveTo>
                  <a:lnTo>
                    <a:pt x="0" y="86360"/>
                  </a:lnTo>
                  <a:lnTo>
                    <a:pt x="0" y="99060"/>
                  </a:lnTo>
                  <a:lnTo>
                    <a:pt x="7620" y="99060"/>
                  </a:lnTo>
                  <a:lnTo>
                    <a:pt x="7620" y="86360"/>
                  </a:lnTo>
                  <a:close/>
                </a:path>
                <a:path w="7620" h="339089">
                  <a:moveTo>
                    <a:pt x="7620" y="99060"/>
                  </a:moveTo>
                  <a:lnTo>
                    <a:pt x="0" y="99060"/>
                  </a:lnTo>
                  <a:lnTo>
                    <a:pt x="0" y="198120"/>
                  </a:lnTo>
                  <a:lnTo>
                    <a:pt x="7620" y="198120"/>
                  </a:lnTo>
                  <a:lnTo>
                    <a:pt x="7620" y="99060"/>
                  </a:lnTo>
                  <a:close/>
                </a:path>
                <a:path w="7620" h="339089">
                  <a:moveTo>
                    <a:pt x="7620" y="198120"/>
                  </a:moveTo>
                  <a:lnTo>
                    <a:pt x="0" y="198120"/>
                  </a:lnTo>
                  <a:lnTo>
                    <a:pt x="0" y="257810"/>
                  </a:lnTo>
                  <a:lnTo>
                    <a:pt x="7620" y="257810"/>
                  </a:lnTo>
                  <a:lnTo>
                    <a:pt x="7620" y="198120"/>
                  </a:lnTo>
                  <a:close/>
                </a:path>
                <a:path w="7620" h="339089">
                  <a:moveTo>
                    <a:pt x="7620" y="257810"/>
                  </a:moveTo>
                  <a:lnTo>
                    <a:pt x="0" y="257810"/>
                  </a:lnTo>
                  <a:lnTo>
                    <a:pt x="0" y="270510"/>
                  </a:lnTo>
                  <a:lnTo>
                    <a:pt x="7620" y="270510"/>
                  </a:lnTo>
                  <a:lnTo>
                    <a:pt x="7620" y="257810"/>
                  </a:lnTo>
                  <a:close/>
                </a:path>
                <a:path w="7620" h="339089">
                  <a:moveTo>
                    <a:pt x="7620" y="271780"/>
                  </a:moveTo>
                  <a:lnTo>
                    <a:pt x="0" y="271780"/>
                  </a:lnTo>
                  <a:lnTo>
                    <a:pt x="0" y="339090"/>
                  </a:lnTo>
                  <a:lnTo>
                    <a:pt x="2540" y="339090"/>
                  </a:lnTo>
                  <a:lnTo>
                    <a:pt x="2540" y="337947"/>
                  </a:lnTo>
                  <a:lnTo>
                    <a:pt x="3810" y="337947"/>
                  </a:lnTo>
                  <a:lnTo>
                    <a:pt x="3810" y="336550"/>
                  </a:lnTo>
                  <a:lnTo>
                    <a:pt x="6350" y="336550"/>
                  </a:lnTo>
                  <a:lnTo>
                    <a:pt x="6350" y="335280"/>
                  </a:lnTo>
                  <a:lnTo>
                    <a:pt x="7620" y="335280"/>
                  </a:lnTo>
                  <a:lnTo>
                    <a:pt x="7620" y="27178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78">
              <a:extLst>
                <a:ext uri="{FF2B5EF4-FFF2-40B4-BE49-F238E27FC236}">
                  <a16:creationId xmlns:a16="http://schemas.microsoft.com/office/drawing/2014/main" id="{354F6DCA-3A2E-AFAA-14C5-BA9FCD279B18}"/>
                </a:ext>
              </a:extLst>
            </p:cNvPr>
            <p:cNvSpPr/>
            <p:nvPr/>
          </p:nvSpPr>
          <p:spPr>
            <a:xfrm>
              <a:off x="3314700" y="2684780"/>
              <a:ext cx="7620" cy="330200"/>
            </a:xfrm>
            <a:custGeom>
              <a:avLst/>
              <a:gdLst/>
              <a:ahLst/>
              <a:cxnLst/>
              <a:rect l="l" t="t" r="r" b="b"/>
              <a:pathLst>
                <a:path w="7620" h="330200">
                  <a:moveTo>
                    <a:pt x="7620" y="80010"/>
                  </a:moveTo>
                  <a:lnTo>
                    <a:pt x="0" y="80010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80010"/>
                  </a:lnTo>
                  <a:close/>
                </a:path>
                <a:path w="7620" h="330200">
                  <a:moveTo>
                    <a:pt x="762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200"/>
                  </a:lnTo>
                  <a:close/>
                </a:path>
                <a:path w="7620" h="330200">
                  <a:moveTo>
                    <a:pt x="7620" y="73660"/>
                  </a:moveTo>
                  <a:lnTo>
                    <a:pt x="0" y="73660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3660"/>
                  </a:lnTo>
                  <a:close/>
                </a:path>
                <a:path w="7620" h="330200">
                  <a:moveTo>
                    <a:pt x="762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850"/>
                  </a:lnTo>
                  <a:close/>
                </a:path>
                <a:path w="7620" h="330200">
                  <a:moveTo>
                    <a:pt x="7620" y="60960"/>
                  </a:moveTo>
                  <a:lnTo>
                    <a:pt x="0" y="60960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0960"/>
                  </a:lnTo>
                  <a:close/>
                </a:path>
                <a:path w="7620" h="330200">
                  <a:moveTo>
                    <a:pt x="762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150"/>
                  </a:lnTo>
                  <a:close/>
                </a:path>
                <a:path w="7620" h="330200">
                  <a:moveTo>
                    <a:pt x="7620" y="54610"/>
                  </a:moveTo>
                  <a:lnTo>
                    <a:pt x="0" y="54610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4610"/>
                  </a:lnTo>
                  <a:close/>
                </a:path>
                <a:path w="7620" h="330200">
                  <a:moveTo>
                    <a:pt x="762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800"/>
                  </a:lnTo>
                  <a:close/>
                </a:path>
                <a:path w="7620" h="330200">
                  <a:moveTo>
                    <a:pt x="7620" y="48260"/>
                  </a:moveTo>
                  <a:lnTo>
                    <a:pt x="0" y="48260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8260"/>
                  </a:lnTo>
                  <a:close/>
                </a:path>
                <a:path w="7620" h="330200">
                  <a:moveTo>
                    <a:pt x="762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450"/>
                  </a:lnTo>
                  <a:close/>
                </a:path>
                <a:path w="7620" h="330200">
                  <a:moveTo>
                    <a:pt x="7620" y="41910"/>
                  </a:moveTo>
                  <a:lnTo>
                    <a:pt x="0" y="41910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1910"/>
                  </a:lnTo>
                  <a:close/>
                </a:path>
                <a:path w="7620" h="330200">
                  <a:moveTo>
                    <a:pt x="762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100"/>
                  </a:lnTo>
                  <a:close/>
                </a:path>
                <a:path w="7620" h="330200">
                  <a:moveTo>
                    <a:pt x="7620" y="35560"/>
                  </a:moveTo>
                  <a:lnTo>
                    <a:pt x="0" y="35560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5560"/>
                  </a:lnTo>
                  <a:close/>
                </a:path>
                <a:path w="7620" h="330200">
                  <a:moveTo>
                    <a:pt x="762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750"/>
                  </a:lnTo>
                  <a:close/>
                </a:path>
                <a:path w="7620" h="330200">
                  <a:moveTo>
                    <a:pt x="762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9210"/>
                  </a:lnTo>
                  <a:close/>
                </a:path>
                <a:path w="7620" h="330200">
                  <a:moveTo>
                    <a:pt x="762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400"/>
                  </a:lnTo>
                  <a:close/>
                </a:path>
                <a:path w="7620" h="330200">
                  <a:moveTo>
                    <a:pt x="762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2860"/>
                  </a:lnTo>
                  <a:close/>
                </a:path>
                <a:path w="7620" h="330200">
                  <a:moveTo>
                    <a:pt x="762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050"/>
                  </a:lnTo>
                  <a:close/>
                </a:path>
                <a:path w="7620" h="330200">
                  <a:moveTo>
                    <a:pt x="7620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6510"/>
                  </a:lnTo>
                  <a:close/>
                </a:path>
                <a:path w="7620" h="330200">
                  <a:moveTo>
                    <a:pt x="762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700"/>
                  </a:lnTo>
                  <a:close/>
                </a:path>
                <a:path w="7620" h="330200">
                  <a:moveTo>
                    <a:pt x="7620" y="10160"/>
                  </a:moveTo>
                  <a:lnTo>
                    <a:pt x="0" y="10160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10160"/>
                  </a:lnTo>
                  <a:close/>
                </a:path>
                <a:path w="7620" h="330200">
                  <a:moveTo>
                    <a:pt x="7620" y="5079"/>
                  </a:moveTo>
                  <a:lnTo>
                    <a:pt x="6350" y="5079"/>
                  </a:lnTo>
                  <a:lnTo>
                    <a:pt x="6350" y="6350"/>
                  </a:lnTo>
                  <a:lnTo>
                    <a:pt x="0" y="635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079"/>
                  </a:lnTo>
                  <a:close/>
                </a:path>
                <a:path w="7620" h="330200">
                  <a:moveTo>
                    <a:pt x="5079" y="2539"/>
                  </a:moveTo>
                  <a:lnTo>
                    <a:pt x="2539" y="2539"/>
                  </a:lnTo>
                  <a:lnTo>
                    <a:pt x="2539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2539"/>
                  </a:lnTo>
                  <a:close/>
                </a:path>
                <a:path w="7620" h="33020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7620" h="330200">
                  <a:moveTo>
                    <a:pt x="7620" y="82550"/>
                  </a:moveTo>
                  <a:lnTo>
                    <a:pt x="0" y="8255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82550"/>
                  </a:lnTo>
                  <a:close/>
                </a:path>
                <a:path w="7620" h="330200">
                  <a:moveTo>
                    <a:pt x="7620" y="95250"/>
                  </a:moveTo>
                  <a:lnTo>
                    <a:pt x="0" y="95250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95250"/>
                  </a:lnTo>
                  <a:close/>
                </a:path>
                <a:path w="7620" h="330200">
                  <a:moveTo>
                    <a:pt x="7620" y="194310"/>
                  </a:moveTo>
                  <a:lnTo>
                    <a:pt x="0" y="194310"/>
                  </a:lnTo>
                  <a:lnTo>
                    <a:pt x="0" y="254000"/>
                  </a:lnTo>
                  <a:lnTo>
                    <a:pt x="7620" y="254000"/>
                  </a:lnTo>
                  <a:lnTo>
                    <a:pt x="7620" y="194310"/>
                  </a:lnTo>
                  <a:close/>
                </a:path>
                <a:path w="7620" h="330200">
                  <a:moveTo>
                    <a:pt x="7620" y="254000"/>
                  </a:moveTo>
                  <a:lnTo>
                    <a:pt x="0" y="254000"/>
                  </a:lnTo>
                  <a:lnTo>
                    <a:pt x="0" y="266700"/>
                  </a:lnTo>
                  <a:lnTo>
                    <a:pt x="7620" y="266700"/>
                  </a:lnTo>
                  <a:lnTo>
                    <a:pt x="7620" y="254000"/>
                  </a:lnTo>
                  <a:close/>
                </a:path>
                <a:path w="7620" h="330200">
                  <a:moveTo>
                    <a:pt x="7620" y="267970"/>
                  </a:moveTo>
                  <a:lnTo>
                    <a:pt x="0" y="267970"/>
                  </a:lnTo>
                  <a:lnTo>
                    <a:pt x="0" y="330200"/>
                  </a:lnTo>
                  <a:lnTo>
                    <a:pt x="1269" y="330200"/>
                  </a:lnTo>
                  <a:lnTo>
                    <a:pt x="1269" y="328930"/>
                  </a:lnTo>
                  <a:lnTo>
                    <a:pt x="3810" y="328930"/>
                  </a:lnTo>
                  <a:lnTo>
                    <a:pt x="3810" y="327660"/>
                  </a:lnTo>
                  <a:lnTo>
                    <a:pt x="5079" y="327660"/>
                  </a:lnTo>
                  <a:lnTo>
                    <a:pt x="5079" y="326390"/>
                  </a:lnTo>
                  <a:lnTo>
                    <a:pt x="7620" y="326390"/>
                  </a:lnTo>
                  <a:lnTo>
                    <a:pt x="7620" y="267970"/>
                  </a:lnTo>
                  <a:close/>
                </a:path>
              </a:pathLst>
            </a:custGeom>
            <a:solidFill>
              <a:srgbClr val="A8A8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79">
              <a:extLst>
                <a:ext uri="{FF2B5EF4-FFF2-40B4-BE49-F238E27FC236}">
                  <a16:creationId xmlns:a16="http://schemas.microsoft.com/office/drawing/2014/main" id="{01D609B6-8646-2589-8DAB-9CE008A2E1ED}"/>
                </a:ext>
              </a:extLst>
            </p:cNvPr>
            <p:cNvSpPr/>
            <p:nvPr/>
          </p:nvSpPr>
          <p:spPr>
            <a:xfrm>
              <a:off x="3322320" y="2689859"/>
              <a:ext cx="6350" cy="320040"/>
            </a:xfrm>
            <a:custGeom>
              <a:avLst/>
              <a:gdLst/>
              <a:ahLst/>
              <a:cxnLst/>
              <a:rect l="l" t="t" r="r" b="b"/>
              <a:pathLst>
                <a:path w="6350" h="320039">
                  <a:moveTo>
                    <a:pt x="6350" y="74930"/>
                  </a:moveTo>
                  <a:lnTo>
                    <a:pt x="0" y="7493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30"/>
                  </a:lnTo>
                  <a:close/>
                </a:path>
                <a:path w="6350" h="320039">
                  <a:moveTo>
                    <a:pt x="6350" y="71120"/>
                  </a:moveTo>
                  <a:lnTo>
                    <a:pt x="0" y="7112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71120"/>
                  </a:lnTo>
                  <a:close/>
                </a:path>
                <a:path w="6350" h="320039">
                  <a:moveTo>
                    <a:pt x="6350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80"/>
                  </a:lnTo>
                  <a:close/>
                </a:path>
                <a:path w="6350" h="320039">
                  <a:moveTo>
                    <a:pt x="6350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6350" y="67310"/>
                  </a:lnTo>
                  <a:lnTo>
                    <a:pt x="6350" y="64770"/>
                  </a:lnTo>
                  <a:close/>
                </a:path>
                <a:path w="6350" h="320039">
                  <a:moveTo>
                    <a:pt x="6350" y="55880"/>
                  </a:moveTo>
                  <a:lnTo>
                    <a:pt x="0" y="5588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55880"/>
                  </a:lnTo>
                  <a:close/>
                </a:path>
                <a:path w="6350" h="320039">
                  <a:moveTo>
                    <a:pt x="6350" y="52070"/>
                  </a:moveTo>
                  <a:lnTo>
                    <a:pt x="0" y="52070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52070"/>
                  </a:lnTo>
                  <a:close/>
                </a:path>
                <a:path w="6350" h="320039">
                  <a:moveTo>
                    <a:pt x="6350" y="49530"/>
                  </a:moveTo>
                  <a:lnTo>
                    <a:pt x="0" y="4953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30"/>
                  </a:lnTo>
                  <a:close/>
                </a:path>
                <a:path w="6350" h="320039">
                  <a:moveTo>
                    <a:pt x="6350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45720"/>
                  </a:lnTo>
                  <a:close/>
                </a:path>
                <a:path w="6350" h="320039">
                  <a:moveTo>
                    <a:pt x="6350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80"/>
                  </a:lnTo>
                  <a:close/>
                </a:path>
                <a:path w="6350" h="320039">
                  <a:moveTo>
                    <a:pt x="6350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6350" y="41910"/>
                  </a:lnTo>
                  <a:lnTo>
                    <a:pt x="6350" y="39370"/>
                  </a:lnTo>
                  <a:close/>
                </a:path>
                <a:path w="6350" h="320039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320039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320039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320039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320039">
                  <a:moveTo>
                    <a:pt x="6350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30"/>
                  </a:lnTo>
                  <a:close/>
                </a:path>
                <a:path w="6350" h="320039">
                  <a:moveTo>
                    <a:pt x="6350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6350" y="22860"/>
                  </a:lnTo>
                  <a:lnTo>
                    <a:pt x="6350" y="20320"/>
                  </a:lnTo>
                  <a:close/>
                </a:path>
                <a:path w="6350" h="320039">
                  <a:moveTo>
                    <a:pt x="6350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80"/>
                  </a:lnTo>
                  <a:close/>
                </a:path>
                <a:path w="6350" h="320039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320039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320039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320039">
                  <a:moveTo>
                    <a:pt x="6350" y="3810"/>
                  </a:moveTo>
                  <a:lnTo>
                    <a:pt x="5079" y="3810"/>
                  </a:lnTo>
                  <a:lnTo>
                    <a:pt x="5079" y="508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320039">
                  <a:moveTo>
                    <a:pt x="12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6350" h="320039">
                  <a:moveTo>
                    <a:pt x="6350" y="77470"/>
                  </a:moveTo>
                  <a:lnTo>
                    <a:pt x="0" y="77470"/>
                  </a:lnTo>
                  <a:lnTo>
                    <a:pt x="0" y="90170"/>
                  </a:lnTo>
                  <a:lnTo>
                    <a:pt x="6350" y="90170"/>
                  </a:lnTo>
                  <a:lnTo>
                    <a:pt x="6350" y="77470"/>
                  </a:lnTo>
                  <a:close/>
                </a:path>
                <a:path w="6350" h="320039">
                  <a:moveTo>
                    <a:pt x="6350" y="90170"/>
                  </a:moveTo>
                  <a:lnTo>
                    <a:pt x="0" y="90170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90170"/>
                  </a:lnTo>
                  <a:close/>
                </a:path>
                <a:path w="6350" h="320039">
                  <a:moveTo>
                    <a:pt x="6350" y="189230"/>
                  </a:moveTo>
                  <a:lnTo>
                    <a:pt x="0" y="189230"/>
                  </a:lnTo>
                  <a:lnTo>
                    <a:pt x="0" y="248920"/>
                  </a:lnTo>
                  <a:lnTo>
                    <a:pt x="6350" y="248920"/>
                  </a:lnTo>
                  <a:lnTo>
                    <a:pt x="6350" y="189230"/>
                  </a:lnTo>
                  <a:close/>
                </a:path>
                <a:path w="6350" h="320039">
                  <a:moveTo>
                    <a:pt x="6350" y="248920"/>
                  </a:moveTo>
                  <a:lnTo>
                    <a:pt x="0" y="248920"/>
                  </a:lnTo>
                  <a:lnTo>
                    <a:pt x="0" y="261620"/>
                  </a:lnTo>
                  <a:lnTo>
                    <a:pt x="6350" y="261620"/>
                  </a:lnTo>
                  <a:lnTo>
                    <a:pt x="6350" y="248920"/>
                  </a:lnTo>
                  <a:close/>
                </a:path>
                <a:path w="6350" h="320039">
                  <a:moveTo>
                    <a:pt x="6350" y="262890"/>
                  </a:moveTo>
                  <a:lnTo>
                    <a:pt x="0" y="262890"/>
                  </a:lnTo>
                  <a:lnTo>
                    <a:pt x="0" y="320040"/>
                  </a:lnTo>
                  <a:lnTo>
                    <a:pt x="1269" y="320040"/>
                  </a:lnTo>
                  <a:lnTo>
                    <a:pt x="1269" y="318770"/>
                  </a:lnTo>
                  <a:lnTo>
                    <a:pt x="3809" y="318770"/>
                  </a:lnTo>
                  <a:lnTo>
                    <a:pt x="3809" y="317500"/>
                  </a:lnTo>
                  <a:lnTo>
                    <a:pt x="5079" y="317500"/>
                  </a:lnTo>
                  <a:lnTo>
                    <a:pt x="5079" y="316230"/>
                  </a:lnTo>
                  <a:lnTo>
                    <a:pt x="6350" y="316230"/>
                  </a:lnTo>
                  <a:lnTo>
                    <a:pt x="6350" y="262890"/>
                  </a:lnTo>
                  <a:close/>
                </a:path>
              </a:pathLst>
            </a:custGeom>
            <a:solidFill>
              <a:srgbClr val="AAAA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0">
              <a:extLst>
                <a:ext uri="{FF2B5EF4-FFF2-40B4-BE49-F238E27FC236}">
                  <a16:creationId xmlns:a16="http://schemas.microsoft.com/office/drawing/2014/main" id="{149C6300-84FC-BED5-8A68-70570CD2EE63}"/>
                </a:ext>
              </a:extLst>
            </p:cNvPr>
            <p:cNvSpPr/>
            <p:nvPr/>
          </p:nvSpPr>
          <p:spPr>
            <a:xfrm>
              <a:off x="3328670" y="2696209"/>
              <a:ext cx="7620" cy="308610"/>
            </a:xfrm>
            <a:custGeom>
              <a:avLst/>
              <a:gdLst/>
              <a:ahLst/>
              <a:cxnLst/>
              <a:rect l="l" t="t" r="r" b="b"/>
              <a:pathLst>
                <a:path w="7620" h="308610">
                  <a:moveTo>
                    <a:pt x="7619" y="68580"/>
                  </a:moveTo>
                  <a:lnTo>
                    <a:pt x="0" y="6858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80"/>
                  </a:lnTo>
                  <a:close/>
                </a:path>
                <a:path w="7620" h="308610">
                  <a:moveTo>
                    <a:pt x="7619" y="64770"/>
                  </a:moveTo>
                  <a:lnTo>
                    <a:pt x="0" y="6477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64770"/>
                  </a:lnTo>
                  <a:close/>
                </a:path>
                <a:path w="7620" h="308610">
                  <a:moveTo>
                    <a:pt x="7619" y="62230"/>
                  </a:moveTo>
                  <a:lnTo>
                    <a:pt x="0" y="6223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30"/>
                  </a:lnTo>
                  <a:close/>
                </a:path>
                <a:path w="7620" h="308610">
                  <a:moveTo>
                    <a:pt x="7619" y="58420"/>
                  </a:moveTo>
                  <a:lnTo>
                    <a:pt x="0" y="58420"/>
                  </a:lnTo>
                  <a:lnTo>
                    <a:pt x="0" y="60960"/>
                  </a:lnTo>
                  <a:lnTo>
                    <a:pt x="7619" y="60960"/>
                  </a:lnTo>
                  <a:lnTo>
                    <a:pt x="7619" y="58420"/>
                  </a:lnTo>
                  <a:close/>
                </a:path>
                <a:path w="7620" h="308610">
                  <a:moveTo>
                    <a:pt x="7619" y="49530"/>
                  </a:moveTo>
                  <a:lnTo>
                    <a:pt x="0" y="4953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49530"/>
                  </a:lnTo>
                  <a:close/>
                </a:path>
                <a:path w="7620" h="308610">
                  <a:moveTo>
                    <a:pt x="7619" y="45720"/>
                  </a:moveTo>
                  <a:lnTo>
                    <a:pt x="0" y="45720"/>
                  </a:lnTo>
                  <a:lnTo>
                    <a:pt x="0" y="48260"/>
                  </a:lnTo>
                  <a:lnTo>
                    <a:pt x="7619" y="48260"/>
                  </a:lnTo>
                  <a:lnTo>
                    <a:pt x="7619" y="45720"/>
                  </a:lnTo>
                  <a:close/>
                </a:path>
                <a:path w="7620" h="308610">
                  <a:moveTo>
                    <a:pt x="7619" y="43180"/>
                  </a:moveTo>
                  <a:lnTo>
                    <a:pt x="0" y="4318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80"/>
                  </a:lnTo>
                  <a:close/>
                </a:path>
                <a:path w="7620" h="308610">
                  <a:moveTo>
                    <a:pt x="7619" y="39370"/>
                  </a:moveTo>
                  <a:lnTo>
                    <a:pt x="0" y="39370"/>
                  </a:lnTo>
                  <a:lnTo>
                    <a:pt x="0" y="41910"/>
                  </a:lnTo>
                  <a:lnTo>
                    <a:pt x="7619" y="41910"/>
                  </a:lnTo>
                  <a:lnTo>
                    <a:pt x="7619" y="39370"/>
                  </a:lnTo>
                  <a:close/>
                </a:path>
                <a:path w="7620" h="308610">
                  <a:moveTo>
                    <a:pt x="7619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30"/>
                  </a:lnTo>
                  <a:close/>
                </a:path>
                <a:path w="7620" h="308610">
                  <a:moveTo>
                    <a:pt x="7619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7619" y="35560"/>
                  </a:lnTo>
                  <a:lnTo>
                    <a:pt x="7619" y="33020"/>
                  </a:lnTo>
                  <a:close/>
                </a:path>
                <a:path w="7620" h="308610">
                  <a:moveTo>
                    <a:pt x="7619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80"/>
                  </a:lnTo>
                  <a:close/>
                </a:path>
                <a:path w="7620" h="308610">
                  <a:moveTo>
                    <a:pt x="7619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7619" y="29210"/>
                  </a:lnTo>
                  <a:lnTo>
                    <a:pt x="7619" y="26670"/>
                  </a:lnTo>
                  <a:close/>
                </a:path>
                <a:path w="7620" h="308610">
                  <a:moveTo>
                    <a:pt x="7619" y="24130"/>
                  </a:moveTo>
                  <a:lnTo>
                    <a:pt x="0" y="2413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30"/>
                  </a:lnTo>
                  <a:close/>
                </a:path>
                <a:path w="7620" h="308610">
                  <a:moveTo>
                    <a:pt x="7619" y="20320"/>
                  </a:moveTo>
                  <a:lnTo>
                    <a:pt x="0" y="20320"/>
                  </a:lnTo>
                  <a:lnTo>
                    <a:pt x="0" y="22860"/>
                  </a:lnTo>
                  <a:lnTo>
                    <a:pt x="7619" y="22860"/>
                  </a:lnTo>
                  <a:lnTo>
                    <a:pt x="7619" y="20320"/>
                  </a:lnTo>
                  <a:close/>
                </a:path>
                <a:path w="7620" h="308610">
                  <a:moveTo>
                    <a:pt x="7619" y="17780"/>
                  </a:moveTo>
                  <a:lnTo>
                    <a:pt x="0" y="1778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80"/>
                  </a:lnTo>
                  <a:close/>
                </a:path>
                <a:path w="7620" h="308610">
                  <a:moveTo>
                    <a:pt x="7619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7619" y="16510"/>
                  </a:lnTo>
                  <a:lnTo>
                    <a:pt x="7619" y="13970"/>
                  </a:lnTo>
                  <a:close/>
                </a:path>
                <a:path w="7620" h="308610">
                  <a:moveTo>
                    <a:pt x="7619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30"/>
                  </a:lnTo>
                  <a:close/>
                </a:path>
                <a:path w="7620" h="308610">
                  <a:moveTo>
                    <a:pt x="7619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7619" y="10160"/>
                  </a:lnTo>
                  <a:lnTo>
                    <a:pt x="7619" y="7620"/>
                  </a:lnTo>
                  <a:close/>
                </a:path>
                <a:path w="7620" h="308610">
                  <a:moveTo>
                    <a:pt x="7619" y="5080"/>
                  </a:moveTo>
                  <a:lnTo>
                    <a:pt x="0" y="508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80"/>
                  </a:lnTo>
                  <a:close/>
                </a:path>
                <a:path w="7620" h="308610">
                  <a:moveTo>
                    <a:pt x="5079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5079" y="3810"/>
                  </a:lnTo>
                  <a:lnTo>
                    <a:pt x="5079" y="1270"/>
                  </a:lnTo>
                  <a:close/>
                </a:path>
                <a:path w="7620" h="30861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7620" h="308610">
                  <a:moveTo>
                    <a:pt x="7619" y="71120"/>
                  </a:moveTo>
                  <a:lnTo>
                    <a:pt x="0" y="71120"/>
                  </a:lnTo>
                  <a:lnTo>
                    <a:pt x="0" y="83820"/>
                  </a:lnTo>
                  <a:lnTo>
                    <a:pt x="7619" y="83820"/>
                  </a:lnTo>
                  <a:lnTo>
                    <a:pt x="7619" y="71120"/>
                  </a:lnTo>
                  <a:close/>
                </a:path>
                <a:path w="7620" h="308610">
                  <a:moveTo>
                    <a:pt x="7619" y="83820"/>
                  </a:moveTo>
                  <a:lnTo>
                    <a:pt x="0" y="83820"/>
                  </a:lnTo>
                  <a:lnTo>
                    <a:pt x="0" y="182880"/>
                  </a:lnTo>
                  <a:lnTo>
                    <a:pt x="7619" y="182880"/>
                  </a:lnTo>
                  <a:lnTo>
                    <a:pt x="7619" y="83820"/>
                  </a:lnTo>
                  <a:close/>
                </a:path>
                <a:path w="7620" h="308610">
                  <a:moveTo>
                    <a:pt x="7619" y="182880"/>
                  </a:moveTo>
                  <a:lnTo>
                    <a:pt x="0" y="182880"/>
                  </a:lnTo>
                  <a:lnTo>
                    <a:pt x="0" y="242570"/>
                  </a:lnTo>
                  <a:lnTo>
                    <a:pt x="7619" y="242570"/>
                  </a:lnTo>
                  <a:lnTo>
                    <a:pt x="7619" y="182880"/>
                  </a:lnTo>
                  <a:close/>
                </a:path>
                <a:path w="7620" h="308610">
                  <a:moveTo>
                    <a:pt x="7619" y="242570"/>
                  </a:moveTo>
                  <a:lnTo>
                    <a:pt x="0" y="242570"/>
                  </a:lnTo>
                  <a:lnTo>
                    <a:pt x="0" y="255270"/>
                  </a:lnTo>
                  <a:lnTo>
                    <a:pt x="7619" y="255270"/>
                  </a:lnTo>
                  <a:lnTo>
                    <a:pt x="7619" y="242570"/>
                  </a:lnTo>
                  <a:close/>
                </a:path>
                <a:path w="7620" h="308610">
                  <a:moveTo>
                    <a:pt x="7619" y="256540"/>
                  </a:moveTo>
                  <a:lnTo>
                    <a:pt x="0" y="256540"/>
                  </a:lnTo>
                  <a:lnTo>
                    <a:pt x="0" y="308610"/>
                  </a:lnTo>
                  <a:lnTo>
                    <a:pt x="2539" y="308610"/>
                  </a:lnTo>
                  <a:lnTo>
                    <a:pt x="2539" y="307340"/>
                  </a:lnTo>
                  <a:lnTo>
                    <a:pt x="3809" y="307340"/>
                  </a:lnTo>
                  <a:lnTo>
                    <a:pt x="3809" y="306070"/>
                  </a:lnTo>
                  <a:lnTo>
                    <a:pt x="6350" y="306070"/>
                  </a:lnTo>
                  <a:lnTo>
                    <a:pt x="6350" y="304800"/>
                  </a:lnTo>
                  <a:lnTo>
                    <a:pt x="7619" y="304800"/>
                  </a:lnTo>
                  <a:lnTo>
                    <a:pt x="7619" y="256540"/>
                  </a:lnTo>
                  <a:close/>
                </a:path>
              </a:pathLst>
            </a:custGeom>
            <a:solidFill>
              <a:srgbClr val="AB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1">
              <a:extLst>
                <a:ext uri="{FF2B5EF4-FFF2-40B4-BE49-F238E27FC236}">
                  <a16:creationId xmlns:a16="http://schemas.microsoft.com/office/drawing/2014/main" id="{5AED1FEF-0F18-6722-44E7-AB8185F76D1E}"/>
                </a:ext>
              </a:extLst>
            </p:cNvPr>
            <p:cNvSpPr/>
            <p:nvPr/>
          </p:nvSpPr>
          <p:spPr>
            <a:xfrm>
              <a:off x="3336290" y="2700019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19">
                  <a:moveTo>
                    <a:pt x="7620" y="64770"/>
                  </a:moveTo>
                  <a:lnTo>
                    <a:pt x="0" y="6477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4770"/>
                  </a:lnTo>
                  <a:close/>
                </a:path>
                <a:path w="7620" h="299719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99719">
                  <a:moveTo>
                    <a:pt x="762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8420"/>
                  </a:lnTo>
                  <a:close/>
                </a:path>
                <a:path w="7620" h="299719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99719">
                  <a:moveTo>
                    <a:pt x="7620" y="45720"/>
                  </a:moveTo>
                  <a:lnTo>
                    <a:pt x="0" y="4572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45720"/>
                  </a:lnTo>
                  <a:close/>
                </a:path>
                <a:path w="7620" h="299719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99719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20" h="299719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99719">
                  <a:moveTo>
                    <a:pt x="762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3020"/>
                  </a:lnTo>
                  <a:close/>
                </a:path>
                <a:path w="7620" h="299719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99719">
                  <a:moveTo>
                    <a:pt x="762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6670"/>
                  </a:lnTo>
                  <a:close/>
                </a:path>
                <a:path w="7620" h="299719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99719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20" h="299719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99719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20" h="299719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99719">
                  <a:moveTo>
                    <a:pt x="7620" y="6350"/>
                  </a:moveTo>
                  <a:lnTo>
                    <a:pt x="6350" y="6350"/>
                  </a:lnTo>
                  <a:lnTo>
                    <a:pt x="6350" y="7620"/>
                  </a:ln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350"/>
                  </a:lnTo>
                  <a:close/>
                </a:path>
                <a:path w="7620" h="299719">
                  <a:moveTo>
                    <a:pt x="508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5080" y="6350"/>
                  </a:lnTo>
                  <a:lnTo>
                    <a:pt x="5080" y="3810"/>
                  </a:lnTo>
                  <a:close/>
                </a:path>
                <a:path w="7620" h="299719">
                  <a:moveTo>
                    <a:pt x="3810" y="2539"/>
                  </a:moveTo>
                  <a:lnTo>
                    <a:pt x="2539" y="2539"/>
                  </a:lnTo>
                  <a:lnTo>
                    <a:pt x="2539" y="3810"/>
                  </a:lnTo>
                  <a:lnTo>
                    <a:pt x="3810" y="3810"/>
                  </a:lnTo>
                  <a:lnTo>
                    <a:pt x="3810" y="2539"/>
                  </a:lnTo>
                  <a:close/>
                </a:path>
                <a:path w="7620" h="29971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7620" h="299719">
                  <a:moveTo>
                    <a:pt x="7620" y="67310"/>
                  </a:moveTo>
                  <a:lnTo>
                    <a:pt x="0" y="67310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67310"/>
                  </a:lnTo>
                  <a:close/>
                </a:path>
                <a:path w="7620" h="299719">
                  <a:moveTo>
                    <a:pt x="7620" y="80010"/>
                  </a:moveTo>
                  <a:lnTo>
                    <a:pt x="0" y="80010"/>
                  </a:lnTo>
                  <a:lnTo>
                    <a:pt x="0" y="179070"/>
                  </a:lnTo>
                  <a:lnTo>
                    <a:pt x="7620" y="179070"/>
                  </a:lnTo>
                  <a:lnTo>
                    <a:pt x="7620" y="80010"/>
                  </a:lnTo>
                  <a:close/>
                </a:path>
                <a:path w="7620" h="299719">
                  <a:moveTo>
                    <a:pt x="7620" y="179070"/>
                  </a:moveTo>
                  <a:lnTo>
                    <a:pt x="0" y="179070"/>
                  </a:lnTo>
                  <a:lnTo>
                    <a:pt x="0" y="238760"/>
                  </a:lnTo>
                  <a:lnTo>
                    <a:pt x="7620" y="238760"/>
                  </a:lnTo>
                  <a:lnTo>
                    <a:pt x="7620" y="179070"/>
                  </a:lnTo>
                  <a:close/>
                </a:path>
                <a:path w="7620" h="299719">
                  <a:moveTo>
                    <a:pt x="7620" y="238760"/>
                  </a:moveTo>
                  <a:lnTo>
                    <a:pt x="0" y="238760"/>
                  </a:lnTo>
                  <a:lnTo>
                    <a:pt x="0" y="251460"/>
                  </a:lnTo>
                  <a:lnTo>
                    <a:pt x="7620" y="251460"/>
                  </a:lnTo>
                  <a:lnTo>
                    <a:pt x="7620" y="238760"/>
                  </a:lnTo>
                  <a:close/>
                </a:path>
                <a:path w="7620" h="299719">
                  <a:moveTo>
                    <a:pt x="7620" y="252730"/>
                  </a:moveTo>
                  <a:lnTo>
                    <a:pt x="0" y="252730"/>
                  </a:lnTo>
                  <a:lnTo>
                    <a:pt x="0" y="299720"/>
                  </a:lnTo>
                  <a:lnTo>
                    <a:pt x="1270" y="299720"/>
                  </a:lnTo>
                  <a:lnTo>
                    <a:pt x="1270" y="298450"/>
                  </a:lnTo>
                  <a:lnTo>
                    <a:pt x="2539" y="298450"/>
                  </a:lnTo>
                  <a:lnTo>
                    <a:pt x="2539" y="297180"/>
                  </a:lnTo>
                  <a:lnTo>
                    <a:pt x="3810" y="297180"/>
                  </a:lnTo>
                  <a:lnTo>
                    <a:pt x="3810" y="295910"/>
                  </a:lnTo>
                  <a:lnTo>
                    <a:pt x="6350" y="295910"/>
                  </a:lnTo>
                  <a:lnTo>
                    <a:pt x="6350" y="294640"/>
                  </a:lnTo>
                  <a:lnTo>
                    <a:pt x="7620" y="294640"/>
                  </a:lnTo>
                  <a:lnTo>
                    <a:pt x="7620" y="252730"/>
                  </a:lnTo>
                  <a:close/>
                </a:path>
              </a:pathLst>
            </a:custGeom>
            <a:solidFill>
              <a:srgbClr val="ADAD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2">
              <a:extLst>
                <a:ext uri="{FF2B5EF4-FFF2-40B4-BE49-F238E27FC236}">
                  <a16:creationId xmlns:a16="http://schemas.microsoft.com/office/drawing/2014/main" id="{6D8609C1-CA7C-C53B-092D-81E785ED8FCE}"/>
                </a:ext>
              </a:extLst>
            </p:cNvPr>
            <p:cNvSpPr/>
            <p:nvPr/>
          </p:nvSpPr>
          <p:spPr>
            <a:xfrm>
              <a:off x="3343910" y="2706369"/>
              <a:ext cx="6350" cy="287020"/>
            </a:xfrm>
            <a:custGeom>
              <a:avLst/>
              <a:gdLst/>
              <a:ahLst/>
              <a:cxnLst/>
              <a:rect l="l" t="t" r="r" b="b"/>
              <a:pathLst>
                <a:path w="6350" h="287019">
                  <a:moveTo>
                    <a:pt x="6350" y="58420"/>
                  </a:moveTo>
                  <a:lnTo>
                    <a:pt x="0" y="5842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8420"/>
                  </a:lnTo>
                  <a:close/>
                </a:path>
                <a:path w="6350" h="287019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87019">
                  <a:moveTo>
                    <a:pt x="6350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2070"/>
                  </a:lnTo>
                  <a:close/>
                </a:path>
                <a:path w="6350" h="287019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87019">
                  <a:moveTo>
                    <a:pt x="6350" y="39370"/>
                  </a:moveTo>
                  <a:lnTo>
                    <a:pt x="0" y="3937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39370"/>
                  </a:lnTo>
                  <a:close/>
                </a:path>
                <a:path w="6350" h="287019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87019">
                  <a:moveTo>
                    <a:pt x="6350" y="33020"/>
                  </a:moveTo>
                  <a:lnTo>
                    <a:pt x="0" y="3302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3020"/>
                  </a:lnTo>
                  <a:close/>
                </a:path>
                <a:path w="6350" h="287019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87019">
                  <a:moveTo>
                    <a:pt x="6350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6670"/>
                  </a:lnTo>
                  <a:close/>
                </a:path>
                <a:path w="6350" h="287019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87019">
                  <a:moveTo>
                    <a:pt x="635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20320"/>
                  </a:lnTo>
                  <a:close/>
                </a:path>
                <a:path w="6350" h="287019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87019">
                  <a:moveTo>
                    <a:pt x="635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3970"/>
                  </a:lnTo>
                  <a:close/>
                </a:path>
                <a:path w="6350" h="287019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87019">
                  <a:moveTo>
                    <a:pt x="6350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7620"/>
                  </a:lnTo>
                  <a:close/>
                </a:path>
                <a:path w="6350" h="287019">
                  <a:moveTo>
                    <a:pt x="507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5079" y="6350"/>
                  </a:lnTo>
                  <a:lnTo>
                    <a:pt x="5079" y="3810"/>
                  </a:lnTo>
                  <a:close/>
                </a:path>
                <a:path w="6350" h="287019">
                  <a:moveTo>
                    <a:pt x="3810" y="2539"/>
                  </a:moveTo>
                  <a:lnTo>
                    <a:pt x="2539" y="2539"/>
                  </a:lnTo>
                  <a:lnTo>
                    <a:pt x="2539" y="3810"/>
                  </a:lnTo>
                  <a:lnTo>
                    <a:pt x="3810" y="3810"/>
                  </a:lnTo>
                  <a:lnTo>
                    <a:pt x="3810" y="2539"/>
                  </a:lnTo>
                  <a:close/>
                </a:path>
                <a:path w="6350" h="28701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6350" h="287019">
                  <a:moveTo>
                    <a:pt x="6350" y="60960"/>
                  </a:moveTo>
                  <a:lnTo>
                    <a:pt x="0" y="60960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60960"/>
                  </a:lnTo>
                  <a:close/>
                </a:path>
                <a:path w="6350" h="287019">
                  <a:moveTo>
                    <a:pt x="6350" y="73660"/>
                  </a:moveTo>
                  <a:lnTo>
                    <a:pt x="0" y="73660"/>
                  </a:lnTo>
                  <a:lnTo>
                    <a:pt x="0" y="172720"/>
                  </a:lnTo>
                  <a:lnTo>
                    <a:pt x="6350" y="172720"/>
                  </a:lnTo>
                  <a:lnTo>
                    <a:pt x="6350" y="73660"/>
                  </a:lnTo>
                  <a:close/>
                </a:path>
                <a:path w="6350" h="287019">
                  <a:moveTo>
                    <a:pt x="6350" y="172720"/>
                  </a:moveTo>
                  <a:lnTo>
                    <a:pt x="0" y="172720"/>
                  </a:lnTo>
                  <a:lnTo>
                    <a:pt x="0" y="232410"/>
                  </a:lnTo>
                  <a:lnTo>
                    <a:pt x="6350" y="232410"/>
                  </a:lnTo>
                  <a:lnTo>
                    <a:pt x="6350" y="172720"/>
                  </a:lnTo>
                  <a:close/>
                </a:path>
                <a:path w="6350" h="287019">
                  <a:moveTo>
                    <a:pt x="6350" y="232410"/>
                  </a:moveTo>
                  <a:lnTo>
                    <a:pt x="0" y="232410"/>
                  </a:lnTo>
                  <a:lnTo>
                    <a:pt x="0" y="245110"/>
                  </a:lnTo>
                  <a:lnTo>
                    <a:pt x="6350" y="245110"/>
                  </a:lnTo>
                  <a:lnTo>
                    <a:pt x="6350" y="232410"/>
                  </a:lnTo>
                  <a:close/>
                </a:path>
                <a:path w="6350" h="287019">
                  <a:moveTo>
                    <a:pt x="6350" y="246380"/>
                  </a:moveTo>
                  <a:lnTo>
                    <a:pt x="0" y="246380"/>
                  </a:lnTo>
                  <a:lnTo>
                    <a:pt x="0" y="287020"/>
                  </a:lnTo>
                  <a:lnTo>
                    <a:pt x="1269" y="287020"/>
                  </a:lnTo>
                  <a:lnTo>
                    <a:pt x="1269" y="285750"/>
                  </a:lnTo>
                  <a:lnTo>
                    <a:pt x="2539" y="285750"/>
                  </a:lnTo>
                  <a:lnTo>
                    <a:pt x="2539" y="284480"/>
                  </a:lnTo>
                  <a:lnTo>
                    <a:pt x="3810" y="284480"/>
                  </a:lnTo>
                  <a:lnTo>
                    <a:pt x="3810" y="283210"/>
                  </a:lnTo>
                  <a:lnTo>
                    <a:pt x="5079" y="283210"/>
                  </a:lnTo>
                  <a:lnTo>
                    <a:pt x="5079" y="281940"/>
                  </a:lnTo>
                  <a:lnTo>
                    <a:pt x="6350" y="281940"/>
                  </a:lnTo>
                  <a:lnTo>
                    <a:pt x="6350" y="246380"/>
                  </a:lnTo>
                  <a:close/>
                </a:path>
              </a:pathLst>
            </a:custGeom>
            <a:solidFill>
              <a:srgbClr val="AEAE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3">
              <a:extLst>
                <a:ext uri="{FF2B5EF4-FFF2-40B4-BE49-F238E27FC236}">
                  <a16:creationId xmlns:a16="http://schemas.microsoft.com/office/drawing/2014/main" id="{451E61A7-B85D-53B4-1176-8E940D927A97}"/>
                </a:ext>
              </a:extLst>
            </p:cNvPr>
            <p:cNvSpPr/>
            <p:nvPr/>
          </p:nvSpPr>
          <p:spPr>
            <a:xfrm>
              <a:off x="3350260" y="2712719"/>
              <a:ext cx="7620" cy="274320"/>
            </a:xfrm>
            <a:custGeom>
              <a:avLst/>
              <a:gdLst/>
              <a:ahLst/>
              <a:cxnLst/>
              <a:rect l="l" t="t" r="r" b="b"/>
              <a:pathLst>
                <a:path w="7620" h="274319">
                  <a:moveTo>
                    <a:pt x="7619" y="52070"/>
                  </a:moveTo>
                  <a:lnTo>
                    <a:pt x="0" y="52070"/>
                  </a:lnTo>
                  <a:lnTo>
                    <a:pt x="0" y="53339"/>
                  </a:lnTo>
                  <a:lnTo>
                    <a:pt x="7619" y="53339"/>
                  </a:lnTo>
                  <a:lnTo>
                    <a:pt x="7619" y="52070"/>
                  </a:lnTo>
                  <a:close/>
                </a:path>
                <a:path w="7620" h="274319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20" h="274319">
                  <a:moveTo>
                    <a:pt x="7619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19" y="46989"/>
                  </a:lnTo>
                  <a:lnTo>
                    <a:pt x="7619" y="45720"/>
                  </a:lnTo>
                  <a:close/>
                </a:path>
                <a:path w="7620" h="274319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20" h="274319">
                  <a:moveTo>
                    <a:pt x="7619" y="33020"/>
                  </a:moveTo>
                  <a:lnTo>
                    <a:pt x="0" y="33020"/>
                  </a:lnTo>
                  <a:lnTo>
                    <a:pt x="0" y="40639"/>
                  </a:lnTo>
                  <a:lnTo>
                    <a:pt x="7619" y="40639"/>
                  </a:lnTo>
                  <a:lnTo>
                    <a:pt x="7619" y="33020"/>
                  </a:lnTo>
                  <a:close/>
                </a:path>
                <a:path w="7620" h="274319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20" h="274319">
                  <a:moveTo>
                    <a:pt x="7619" y="26670"/>
                  </a:moveTo>
                  <a:lnTo>
                    <a:pt x="0" y="26670"/>
                  </a:lnTo>
                  <a:lnTo>
                    <a:pt x="0" y="27939"/>
                  </a:lnTo>
                  <a:lnTo>
                    <a:pt x="7619" y="27939"/>
                  </a:lnTo>
                  <a:lnTo>
                    <a:pt x="7619" y="26670"/>
                  </a:lnTo>
                  <a:close/>
                </a:path>
                <a:path w="7620" h="274319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20" h="274319">
                  <a:moveTo>
                    <a:pt x="7619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20320"/>
                  </a:lnTo>
                  <a:close/>
                </a:path>
                <a:path w="7620" h="274319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20" h="274319">
                  <a:moveTo>
                    <a:pt x="7619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3970"/>
                  </a:lnTo>
                  <a:close/>
                </a:path>
                <a:path w="7620" h="274319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20" h="274319">
                  <a:moveTo>
                    <a:pt x="7619" y="7620"/>
                  </a:moveTo>
                  <a:lnTo>
                    <a:pt x="0" y="762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close/>
                </a:path>
                <a:path w="7620" h="274319">
                  <a:moveTo>
                    <a:pt x="507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5079" y="6350"/>
                  </a:lnTo>
                  <a:lnTo>
                    <a:pt x="5079" y="3810"/>
                  </a:lnTo>
                  <a:close/>
                </a:path>
                <a:path w="7620" h="274319">
                  <a:moveTo>
                    <a:pt x="3810" y="2539"/>
                  </a:moveTo>
                  <a:lnTo>
                    <a:pt x="2539" y="2539"/>
                  </a:lnTo>
                  <a:lnTo>
                    <a:pt x="2539" y="3810"/>
                  </a:lnTo>
                  <a:lnTo>
                    <a:pt x="3810" y="3810"/>
                  </a:lnTo>
                  <a:lnTo>
                    <a:pt x="3810" y="2539"/>
                  </a:lnTo>
                  <a:close/>
                </a:path>
                <a:path w="7620" h="27431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7620" h="274319">
                  <a:moveTo>
                    <a:pt x="7619" y="54610"/>
                  </a:moveTo>
                  <a:lnTo>
                    <a:pt x="0" y="54610"/>
                  </a:lnTo>
                  <a:lnTo>
                    <a:pt x="0" y="67310"/>
                  </a:lnTo>
                  <a:lnTo>
                    <a:pt x="7619" y="67310"/>
                  </a:lnTo>
                  <a:lnTo>
                    <a:pt x="7619" y="54610"/>
                  </a:lnTo>
                  <a:close/>
                </a:path>
                <a:path w="7620" h="274319">
                  <a:moveTo>
                    <a:pt x="7619" y="67310"/>
                  </a:moveTo>
                  <a:lnTo>
                    <a:pt x="0" y="67310"/>
                  </a:lnTo>
                  <a:lnTo>
                    <a:pt x="0" y="166370"/>
                  </a:lnTo>
                  <a:lnTo>
                    <a:pt x="7619" y="166370"/>
                  </a:lnTo>
                  <a:lnTo>
                    <a:pt x="7619" y="67310"/>
                  </a:lnTo>
                  <a:close/>
                </a:path>
                <a:path w="7620" h="274319">
                  <a:moveTo>
                    <a:pt x="7619" y="166370"/>
                  </a:moveTo>
                  <a:lnTo>
                    <a:pt x="0" y="166370"/>
                  </a:lnTo>
                  <a:lnTo>
                    <a:pt x="0" y="226060"/>
                  </a:lnTo>
                  <a:lnTo>
                    <a:pt x="7619" y="226060"/>
                  </a:lnTo>
                  <a:lnTo>
                    <a:pt x="7619" y="166370"/>
                  </a:lnTo>
                  <a:close/>
                </a:path>
                <a:path w="7620" h="274319">
                  <a:moveTo>
                    <a:pt x="7619" y="226060"/>
                  </a:moveTo>
                  <a:lnTo>
                    <a:pt x="0" y="226060"/>
                  </a:lnTo>
                  <a:lnTo>
                    <a:pt x="0" y="238760"/>
                  </a:lnTo>
                  <a:lnTo>
                    <a:pt x="7619" y="238760"/>
                  </a:lnTo>
                  <a:lnTo>
                    <a:pt x="7619" y="226060"/>
                  </a:lnTo>
                  <a:close/>
                </a:path>
                <a:path w="7620" h="274319">
                  <a:moveTo>
                    <a:pt x="7619" y="240030"/>
                  </a:moveTo>
                  <a:lnTo>
                    <a:pt x="0" y="240030"/>
                  </a:lnTo>
                  <a:lnTo>
                    <a:pt x="0" y="274320"/>
                  </a:lnTo>
                  <a:lnTo>
                    <a:pt x="1269" y="274320"/>
                  </a:lnTo>
                  <a:lnTo>
                    <a:pt x="1269" y="273050"/>
                  </a:lnTo>
                  <a:lnTo>
                    <a:pt x="2539" y="273050"/>
                  </a:lnTo>
                  <a:lnTo>
                    <a:pt x="2539" y="271780"/>
                  </a:lnTo>
                  <a:lnTo>
                    <a:pt x="5079" y="271780"/>
                  </a:lnTo>
                  <a:lnTo>
                    <a:pt x="5079" y="270510"/>
                  </a:lnTo>
                  <a:lnTo>
                    <a:pt x="6350" y="270510"/>
                  </a:lnTo>
                  <a:lnTo>
                    <a:pt x="6350" y="269240"/>
                  </a:lnTo>
                  <a:lnTo>
                    <a:pt x="7619" y="269240"/>
                  </a:lnTo>
                  <a:lnTo>
                    <a:pt x="7619" y="24003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4">
              <a:extLst>
                <a:ext uri="{FF2B5EF4-FFF2-40B4-BE49-F238E27FC236}">
                  <a16:creationId xmlns:a16="http://schemas.microsoft.com/office/drawing/2014/main" id="{0AE2D186-16C7-D364-DC3D-00C425A7E556}"/>
                </a:ext>
              </a:extLst>
            </p:cNvPr>
            <p:cNvSpPr/>
            <p:nvPr/>
          </p:nvSpPr>
          <p:spPr>
            <a:xfrm>
              <a:off x="3357880" y="2719069"/>
              <a:ext cx="7620" cy="261620"/>
            </a:xfrm>
            <a:custGeom>
              <a:avLst/>
              <a:gdLst/>
              <a:ahLst/>
              <a:cxnLst/>
              <a:rect l="l" t="t" r="r" b="b"/>
              <a:pathLst>
                <a:path w="7620" h="261619">
                  <a:moveTo>
                    <a:pt x="7620" y="45720"/>
                  </a:moveTo>
                  <a:lnTo>
                    <a:pt x="0" y="4572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5720"/>
                  </a:lnTo>
                  <a:close/>
                </a:path>
                <a:path w="7620" h="261619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61619">
                  <a:moveTo>
                    <a:pt x="7620" y="39370"/>
                  </a:moveTo>
                  <a:lnTo>
                    <a:pt x="0" y="3937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9370"/>
                  </a:lnTo>
                  <a:close/>
                </a:path>
                <a:path w="7620" h="261619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61619">
                  <a:moveTo>
                    <a:pt x="7620" y="26670"/>
                  </a:moveTo>
                  <a:lnTo>
                    <a:pt x="0" y="2667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26670"/>
                  </a:lnTo>
                  <a:close/>
                </a:path>
                <a:path w="7620" h="261619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61619">
                  <a:moveTo>
                    <a:pt x="7620" y="20320"/>
                  </a:moveTo>
                  <a:lnTo>
                    <a:pt x="0" y="2032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20320"/>
                  </a:lnTo>
                  <a:close/>
                </a:path>
                <a:path w="7620" h="261619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61619">
                  <a:moveTo>
                    <a:pt x="7620" y="13970"/>
                  </a:moveTo>
                  <a:lnTo>
                    <a:pt x="0" y="1397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3970"/>
                  </a:lnTo>
                  <a:close/>
                </a:path>
                <a:path w="7620" h="261619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61619">
                  <a:moveTo>
                    <a:pt x="7620" y="6350"/>
                  </a:moveTo>
                  <a:lnTo>
                    <a:pt x="6350" y="6350"/>
                  </a:lnTo>
                  <a:lnTo>
                    <a:pt x="6350" y="7620"/>
                  </a:lnTo>
                  <a:lnTo>
                    <a:pt x="0" y="762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350"/>
                  </a:lnTo>
                  <a:close/>
                </a:path>
                <a:path w="7620" h="261619">
                  <a:moveTo>
                    <a:pt x="508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5080" y="6350"/>
                  </a:lnTo>
                  <a:lnTo>
                    <a:pt x="5080" y="3810"/>
                  </a:lnTo>
                  <a:close/>
                </a:path>
                <a:path w="7620" h="261619">
                  <a:moveTo>
                    <a:pt x="3810" y="2539"/>
                  </a:moveTo>
                  <a:lnTo>
                    <a:pt x="2540" y="2539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2539"/>
                  </a:lnTo>
                  <a:close/>
                </a:path>
                <a:path w="7620" h="261619">
                  <a:moveTo>
                    <a:pt x="127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70" y="2539"/>
                  </a:lnTo>
                  <a:lnTo>
                    <a:pt x="1270" y="0"/>
                  </a:lnTo>
                  <a:close/>
                </a:path>
                <a:path w="7620" h="261619">
                  <a:moveTo>
                    <a:pt x="7620" y="48260"/>
                  </a:moveTo>
                  <a:lnTo>
                    <a:pt x="0" y="48260"/>
                  </a:lnTo>
                  <a:lnTo>
                    <a:pt x="0" y="60960"/>
                  </a:lnTo>
                  <a:lnTo>
                    <a:pt x="7620" y="60960"/>
                  </a:lnTo>
                  <a:lnTo>
                    <a:pt x="7620" y="48260"/>
                  </a:lnTo>
                  <a:close/>
                </a:path>
                <a:path w="7620" h="261619">
                  <a:moveTo>
                    <a:pt x="7620" y="60960"/>
                  </a:moveTo>
                  <a:lnTo>
                    <a:pt x="0" y="60960"/>
                  </a:lnTo>
                  <a:lnTo>
                    <a:pt x="0" y="160020"/>
                  </a:lnTo>
                  <a:lnTo>
                    <a:pt x="7620" y="160020"/>
                  </a:lnTo>
                  <a:lnTo>
                    <a:pt x="7620" y="60960"/>
                  </a:lnTo>
                  <a:close/>
                </a:path>
                <a:path w="7620" h="261619">
                  <a:moveTo>
                    <a:pt x="7620" y="160020"/>
                  </a:moveTo>
                  <a:lnTo>
                    <a:pt x="0" y="160020"/>
                  </a:lnTo>
                  <a:lnTo>
                    <a:pt x="0" y="219710"/>
                  </a:lnTo>
                  <a:lnTo>
                    <a:pt x="7620" y="219710"/>
                  </a:lnTo>
                  <a:lnTo>
                    <a:pt x="7620" y="160020"/>
                  </a:lnTo>
                  <a:close/>
                </a:path>
                <a:path w="7620" h="261619">
                  <a:moveTo>
                    <a:pt x="7620" y="219710"/>
                  </a:moveTo>
                  <a:lnTo>
                    <a:pt x="0" y="219710"/>
                  </a:lnTo>
                  <a:lnTo>
                    <a:pt x="0" y="232410"/>
                  </a:lnTo>
                  <a:lnTo>
                    <a:pt x="7620" y="232410"/>
                  </a:lnTo>
                  <a:lnTo>
                    <a:pt x="7620" y="219710"/>
                  </a:lnTo>
                  <a:close/>
                </a:path>
                <a:path w="7620" h="261619">
                  <a:moveTo>
                    <a:pt x="7620" y="233680"/>
                  </a:moveTo>
                  <a:lnTo>
                    <a:pt x="0" y="233680"/>
                  </a:lnTo>
                  <a:lnTo>
                    <a:pt x="0" y="261620"/>
                  </a:lnTo>
                  <a:lnTo>
                    <a:pt x="1270" y="261620"/>
                  </a:lnTo>
                  <a:lnTo>
                    <a:pt x="1270" y="260350"/>
                  </a:lnTo>
                  <a:lnTo>
                    <a:pt x="2540" y="260350"/>
                  </a:lnTo>
                  <a:lnTo>
                    <a:pt x="2540" y="259080"/>
                  </a:lnTo>
                  <a:lnTo>
                    <a:pt x="3810" y="259080"/>
                  </a:lnTo>
                  <a:lnTo>
                    <a:pt x="3810" y="257810"/>
                  </a:lnTo>
                  <a:lnTo>
                    <a:pt x="5080" y="257810"/>
                  </a:lnTo>
                  <a:lnTo>
                    <a:pt x="5080" y="256540"/>
                  </a:lnTo>
                  <a:lnTo>
                    <a:pt x="6350" y="256540"/>
                  </a:lnTo>
                  <a:lnTo>
                    <a:pt x="6350" y="255270"/>
                  </a:lnTo>
                  <a:lnTo>
                    <a:pt x="7620" y="255270"/>
                  </a:lnTo>
                  <a:lnTo>
                    <a:pt x="7620" y="23368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5">
              <a:extLst>
                <a:ext uri="{FF2B5EF4-FFF2-40B4-BE49-F238E27FC236}">
                  <a16:creationId xmlns:a16="http://schemas.microsoft.com/office/drawing/2014/main" id="{5D59134E-FD61-791C-CD67-DD0FF1507CD2}"/>
                </a:ext>
              </a:extLst>
            </p:cNvPr>
            <p:cNvSpPr/>
            <p:nvPr/>
          </p:nvSpPr>
          <p:spPr>
            <a:xfrm>
              <a:off x="3365500" y="2727959"/>
              <a:ext cx="6350" cy="245110"/>
            </a:xfrm>
            <a:custGeom>
              <a:avLst/>
              <a:gdLst/>
              <a:ahLst/>
              <a:cxnLst/>
              <a:rect l="l" t="t" r="r" b="b"/>
              <a:pathLst>
                <a:path w="6350" h="245110">
                  <a:moveTo>
                    <a:pt x="6350" y="36830"/>
                  </a:moveTo>
                  <a:lnTo>
                    <a:pt x="0" y="3683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30"/>
                  </a:lnTo>
                  <a:close/>
                </a:path>
                <a:path w="6350" h="245110">
                  <a:moveTo>
                    <a:pt x="6350" y="33020"/>
                  </a:moveTo>
                  <a:lnTo>
                    <a:pt x="0" y="33020"/>
                  </a:lnTo>
                  <a:lnTo>
                    <a:pt x="0" y="35560"/>
                  </a:lnTo>
                  <a:lnTo>
                    <a:pt x="6350" y="35560"/>
                  </a:lnTo>
                  <a:lnTo>
                    <a:pt x="6350" y="33020"/>
                  </a:lnTo>
                  <a:close/>
                </a:path>
                <a:path w="6350" h="245110">
                  <a:moveTo>
                    <a:pt x="6350" y="30480"/>
                  </a:moveTo>
                  <a:lnTo>
                    <a:pt x="0" y="3048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80"/>
                  </a:lnTo>
                  <a:close/>
                </a:path>
                <a:path w="6350" h="245110">
                  <a:moveTo>
                    <a:pt x="6350" y="26670"/>
                  </a:moveTo>
                  <a:lnTo>
                    <a:pt x="0" y="26670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26670"/>
                  </a:lnTo>
                  <a:close/>
                </a:path>
                <a:path w="6350" h="245110">
                  <a:moveTo>
                    <a:pt x="6350" y="17780"/>
                  </a:moveTo>
                  <a:lnTo>
                    <a:pt x="0" y="1778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17780"/>
                  </a:lnTo>
                  <a:close/>
                </a:path>
                <a:path w="6350" h="245110">
                  <a:moveTo>
                    <a:pt x="6350" y="13970"/>
                  </a:moveTo>
                  <a:lnTo>
                    <a:pt x="0" y="1397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13970"/>
                  </a:lnTo>
                  <a:close/>
                </a:path>
                <a:path w="6350" h="245110">
                  <a:moveTo>
                    <a:pt x="635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30"/>
                  </a:lnTo>
                  <a:close/>
                </a:path>
                <a:path w="6350" h="245110">
                  <a:moveTo>
                    <a:pt x="6350" y="7620"/>
                  </a:move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7620"/>
                  </a:lnTo>
                  <a:close/>
                </a:path>
                <a:path w="6350" h="245110">
                  <a:moveTo>
                    <a:pt x="6350" y="3810"/>
                  </a:moveTo>
                  <a:lnTo>
                    <a:pt x="5079" y="3810"/>
                  </a:lnTo>
                  <a:lnTo>
                    <a:pt x="5079" y="508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245110">
                  <a:moveTo>
                    <a:pt x="3810" y="1270"/>
                  </a:moveTo>
                  <a:lnTo>
                    <a:pt x="0" y="1270"/>
                  </a:lnTo>
                  <a:lnTo>
                    <a:pt x="0" y="3810"/>
                  </a:lnTo>
                  <a:lnTo>
                    <a:pt x="3810" y="3810"/>
                  </a:lnTo>
                  <a:lnTo>
                    <a:pt x="3810" y="1270"/>
                  </a:lnTo>
                  <a:close/>
                </a:path>
                <a:path w="6350" h="245110">
                  <a:moveTo>
                    <a:pt x="253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6350" h="245110">
                  <a:moveTo>
                    <a:pt x="6350" y="39370"/>
                  </a:moveTo>
                  <a:lnTo>
                    <a:pt x="0" y="39370"/>
                  </a:lnTo>
                  <a:lnTo>
                    <a:pt x="0" y="52070"/>
                  </a:lnTo>
                  <a:lnTo>
                    <a:pt x="6350" y="52070"/>
                  </a:lnTo>
                  <a:lnTo>
                    <a:pt x="6350" y="39370"/>
                  </a:lnTo>
                  <a:close/>
                </a:path>
                <a:path w="6350" h="245110">
                  <a:moveTo>
                    <a:pt x="6350" y="52070"/>
                  </a:moveTo>
                  <a:lnTo>
                    <a:pt x="0" y="52070"/>
                  </a:lnTo>
                  <a:lnTo>
                    <a:pt x="0" y="151130"/>
                  </a:lnTo>
                  <a:lnTo>
                    <a:pt x="6350" y="151130"/>
                  </a:lnTo>
                  <a:lnTo>
                    <a:pt x="6350" y="52070"/>
                  </a:lnTo>
                  <a:close/>
                </a:path>
                <a:path w="6350" h="245110">
                  <a:moveTo>
                    <a:pt x="6350" y="151130"/>
                  </a:moveTo>
                  <a:lnTo>
                    <a:pt x="0" y="151130"/>
                  </a:lnTo>
                  <a:lnTo>
                    <a:pt x="0" y="210820"/>
                  </a:lnTo>
                  <a:lnTo>
                    <a:pt x="6350" y="210820"/>
                  </a:lnTo>
                  <a:lnTo>
                    <a:pt x="6350" y="151130"/>
                  </a:lnTo>
                  <a:close/>
                </a:path>
                <a:path w="6350" h="245110">
                  <a:moveTo>
                    <a:pt x="6350" y="210820"/>
                  </a:moveTo>
                  <a:lnTo>
                    <a:pt x="0" y="210820"/>
                  </a:lnTo>
                  <a:lnTo>
                    <a:pt x="0" y="223520"/>
                  </a:lnTo>
                  <a:lnTo>
                    <a:pt x="6350" y="223520"/>
                  </a:lnTo>
                  <a:lnTo>
                    <a:pt x="6350" y="210820"/>
                  </a:lnTo>
                  <a:close/>
                </a:path>
                <a:path w="6350" h="245110">
                  <a:moveTo>
                    <a:pt x="6350" y="224790"/>
                  </a:moveTo>
                  <a:lnTo>
                    <a:pt x="0" y="224790"/>
                  </a:lnTo>
                  <a:lnTo>
                    <a:pt x="0" y="245110"/>
                  </a:lnTo>
                  <a:lnTo>
                    <a:pt x="1270" y="245110"/>
                  </a:lnTo>
                  <a:lnTo>
                    <a:pt x="1270" y="243840"/>
                  </a:lnTo>
                  <a:lnTo>
                    <a:pt x="2539" y="243840"/>
                  </a:lnTo>
                  <a:lnTo>
                    <a:pt x="2539" y="242570"/>
                  </a:lnTo>
                  <a:lnTo>
                    <a:pt x="3810" y="242570"/>
                  </a:lnTo>
                  <a:lnTo>
                    <a:pt x="3810" y="241300"/>
                  </a:lnTo>
                  <a:lnTo>
                    <a:pt x="5079" y="241300"/>
                  </a:lnTo>
                  <a:lnTo>
                    <a:pt x="5079" y="240030"/>
                  </a:lnTo>
                  <a:lnTo>
                    <a:pt x="6350" y="240030"/>
                  </a:lnTo>
                  <a:lnTo>
                    <a:pt x="6350" y="224790"/>
                  </a:lnTo>
                  <a:close/>
                </a:path>
              </a:pathLst>
            </a:custGeom>
            <a:solidFill>
              <a:srgbClr val="B2B2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86">
              <a:extLst>
                <a:ext uri="{FF2B5EF4-FFF2-40B4-BE49-F238E27FC236}">
                  <a16:creationId xmlns:a16="http://schemas.microsoft.com/office/drawing/2014/main" id="{BB5C86AE-E4CD-B3D7-D94F-EF1B647660A0}"/>
                </a:ext>
              </a:extLst>
            </p:cNvPr>
            <p:cNvSpPr/>
            <p:nvPr/>
          </p:nvSpPr>
          <p:spPr>
            <a:xfrm>
              <a:off x="3371850" y="2735580"/>
              <a:ext cx="7620" cy="229870"/>
            </a:xfrm>
            <a:custGeom>
              <a:avLst/>
              <a:gdLst/>
              <a:ahLst/>
              <a:cxnLst/>
              <a:rect l="l" t="t" r="r" b="b"/>
              <a:pathLst>
                <a:path w="7620" h="229869">
                  <a:moveTo>
                    <a:pt x="7620" y="29210"/>
                  </a:moveTo>
                  <a:lnTo>
                    <a:pt x="0" y="29210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9210"/>
                  </a:lnTo>
                  <a:close/>
                </a:path>
                <a:path w="7620" h="229869">
                  <a:moveTo>
                    <a:pt x="762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400"/>
                  </a:lnTo>
                  <a:close/>
                </a:path>
                <a:path w="7620" h="229869">
                  <a:moveTo>
                    <a:pt x="7620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2860"/>
                  </a:lnTo>
                  <a:close/>
                </a:path>
                <a:path w="7620" h="229869">
                  <a:moveTo>
                    <a:pt x="762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050"/>
                  </a:lnTo>
                  <a:close/>
                </a:path>
                <a:path w="7620" h="229869">
                  <a:moveTo>
                    <a:pt x="7620" y="10160"/>
                  </a:moveTo>
                  <a:lnTo>
                    <a:pt x="0" y="10160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0160"/>
                  </a:lnTo>
                  <a:close/>
                </a:path>
                <a:path w="7620" h="229869">
                  <a:moveTo>
                    <a:pt x="7620" y="5079"/>
                  </a:moveTo>
                  <a:lnTo>
                    <a:pt x="6350" y="5079"/>
                  </a:lnTo>
                  <a:lnTo>
                    <a:pt x="6350" y="6350"/>
                  </a:lnTo>
                  <a:lnTo>
                    <a:pt x="0" y="635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5079"/>
                  </a:lnTo>
                  <a:close/>
                </a:path>
                <a:path w="7620" h="229869">
                  <a:moveTo>
                    <a:pt x="5079" y="2539"/>
                  </a:moveTo>
                  <a:lnTo>
                    <a:pt x="3810" y="2539"/>
                  </a:lnTo>
                  <a:lnTo>
                    <a:pt x="3810" y="3810"/>
                  </a:lnTo>
                  <a:lnTo>
                    <a:pt x="0" y="381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2539"/>
                  </a:lnTo>
                  <a:close/>
                </a:path>
                <a:path w="7620" h="229869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539" y="2539"/>
                  </a:lnTo>
                  <a:lnTo>
                    <a:pt x="2539" y="0"/>
                  </a:lnTo>
                  <a:close/>
                </a:path>
                <a:path w="7620" h="229869">
                  <a:moveTo>
                    <a:pt x="7620" y="31750"/>
                  </a:moveTo>
                  <a:lnTo>
                    <a:pt x="0" y="3175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31750"/>
                  </a:lnTo>
                  <a:close/>
                </a:path>
                <a:path w="7620" h="229869">
                  <a:moveTo>
                    <a:pt x="7620" y="44450"/>
                  </a:moveTo>
                  <a:lnTo>
                    <a:pt x="0" y="44450"/>
                  </a:lnTo>
                  <a:lnTo>
                    <a:pt x="0" y="143510"/>
                  </a:lnTo>
                  <a:lnTo>
                    <a:pt x="7620" y="143510"/>
                  </a:lnTo>
                  <a:lnTo>
                    <a:pt x="7620" y="44450"/>
                  </a:lnTo>
                  <a:close/>
                </a:path>
                <a:path w="7620" h="229869">
                  <a:moveTo>
                    <a:pt x="7620" y="143510"/>
                  </a:moveTo>
                  <a:lnTo>
                    <a:pt x="0" y="143510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143510"/>
                  </a:lnTo>
                  <a:close/>
                </a:path>
                <a:path w="7620" h="229869">
                  <a:moveTo>
                    <a:pt x="7620" y="203200"/>
                  </a:moveTo>
                  <a:lnTo>
                    <a:pt x="0" y="203200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03200"/>
                  </a:lnTo>
                  <a:close/>
                </a:path>
                <a:path w="7620" h="229869">
                  <a:moveTo>
                    <a:pt x="7620" y="217170"/>
                  </a:moveTo>
                  <a:lnTo>
                    <a:pt x="0" y="217170"/>
                  </a:lnTo>
                  <a:lnTo>
                    <a:pt x="0" y="229870"/>
                  </a:lnTo>
                  <a:lnTo>
                    <a:pt x="1270" y="229870"/>
                  </a:lnTo>
                  <a:lnTo>
                    <a:pt x="1270" y="228600"/>
                  </a:lnTo>
                  <a:lnTo>
                    <a:pt x="2539" y="228600"/>
                  </a:lnTo>
                  <a:lnTo>
                    <a:pt x="2539" y="227330"/>
                  </a:lnTo>
                  <a:lnTo>
                    <a:pt x="3810" y="227330"/>
                  </a:lnTo>
                  <a:lnTo>
                    <a:pt x="3810" y="226060"/>
                  </a:lnTo>
                  <a:lnTo>
                    <a:pt x="5079" y="226060"/>
                  </a:lnTo>
                  <a:lnTo>
                    <a:pt x="5079" y="224790"/>
                  </a:lnTo>
                  <a:lnTo>
                    <a:pt x="6350" y="224790"/>
                  </a:lnTo>
                  <a:lnTo>
                    <a:pt x="6350" y="223520"/>
                  </a:lnTo>
                  <a:lnTo>
                    <a:pt x="7620" y="223520"/>
                  </a:lnTo>
                  <a:lnTo>
                    <a:pt x="7620" y="21717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87">
              <a:extLst>
                <a:ext uri="{FF2B5EF4-FFF2-40B4-BE49-F238E27FC236}">
                  <a16:creationId xmlns:a16="http://schemas.microsoft.com/office/drawing/2014/main" id="{F6D0C87E-F872-E38A-DA54-4B1959AC95FB}"/>
                </a:ext>
              </a:extLst>
            </p:cNvPr>
            <p:cNvSpPr/>
            <p:nvPr/>
          </p:nvSpPr>
          <p:spPr>
            <a:xfrm>
              <a:off x="3379470" y="2741930"/>
              <a:ext cx="7620" cy="215900"/>
            </a:xfrm>
            <a:custGeom>
              <a:avLst/>
              <a:gdLst/>
              <a:ahLst/>
              <a:cxnLst/>
              <a:rect l="l" t="t" r="r" b="b"/>
              <a:pathLst>
                <a:path w="7620" h="215900">
                  <a:moveTo>
                    <a:pt x="7619" y="22860"/>
                  </a:moveTo>
                  <a:lnTo>
                    <a:pt x="0" y="22860"/>
                  </a:lnTo>
                  <a:lnTo>
                    <a:pt x="0" y="24129"/>
                  </a:lnTo>
                  <a:lnTo>
                    <a:pt x="7619" y="24129"/>
                  </a:lnTo>
                  <a:lnTo>
                    <a:pt x="7619" y="22860"/>
                  </a:lnTo>
                  <a:close/>
                </a:path>
                <a:path w="7620" h="215900">
                  <a:moveTo>
                    <a:pt x="7619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19" y="21589"/>
                  </a:lnTo>
                  <a:lnTo>
                    <a:pt x="7619" y="19050"/>
                  </a:lnTo>
                  <a:close/>
                </a:path>
                <a:path w="7620" h="215900">
                  <a:moveTo>
                    <a:pt x="7619" y="16510"/>
                  </a:moveTo>
                  <a:lnTo>
                    <a:pt x="0" y="1651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16510"/>
                  </a:lnTo>
                  <a:close/>
                </a:path>
                <a:path w="7620" h="215900">
                  <a:moveTo>
                    <a:pt x="7619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19" y="15239"/>
                  </a:lnTo>
                  <a:lnTo>
                    <a:pt x="7619" y="12700"/>
                  </a:lnTo>
                  <a:close/>
                </a:path>
                <a:path w="7620" h="215900">
                  <a:moveTo>
                    <a:pt x="3809" y="2539"/>
                  </a:moveTo>
                  <a:lnTo>
                    <a:pt x="2539" y="2539"/>
                  </a:lnTo>
                  <a:lnTo>
                    <a:pt x="2539" y="3810"/>
                  </a:lnTo>
                  <a:lnTo>
                    <a:pt x="0" y="3810"/>
                  </a:lnTo>
                  <a:lnTo>
                    <a:pt x="0" y="11429"/>
                  </a:lnTo>
                  <a:lnTo>
                    <a:pt x="7619" y="11429"/>
                  </a:lnTo>
                  <a:lnTo>
                    <a:pt x="7619" y="8889"/>
                  </a:lnTo>
                  <a:lnTo>
                    <a:pt x="6350" y="8889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5079"/>
                  </a:lnTo>
                  <a:lnTo>
                    <a:pt x="3809" y="5079"/>
                  </a:lnTo>
                  <a:lnTo>
                    <a:pt x="3809" y="2539"/>
                  </a:lnTo>
                  <a:close/>
                </a:path>
                <a:path w="7620" h="21590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7620" h="215900">
                  <a:moveTo>
                    <a:pt x="7619" y="25400"/>
                  </a:moveTo>
                  <a:lnTo>
                    <a:pt x="0" y="2540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25400"/>
                  </a:lnTo>
                  <a:close/>
                </a:path>
                <a:path w="7620" h="215900">
                  <a:moveTo>
                    <a:pt x="7619" y="38100"/>
                  </a:moveTo>
                  <a:lnTo>
                    <a:pt x="0" y="38100"/>
                  </a:lnTo>
                  <a:lnTo>
                    <a:pt x="0" y="137160"/>
                  </a:lnTo>
                  <a:lnTo>
                    <a:pt x="7619" y="137160"/>
                  </a:lnTo>
                  <a:lnTo>
                    <a:pt x="7619" y="38100"/>
                  </a:lnTo>
                  <a:close/>
                </a:path>
                <a:path w="7620" h="215900">
                  <a:moveTo>
                    <a:pt x="7619" y="137160"/>
                  </a:moveTo>
                  <a:lnTo>
                    <a:pt x="0" y="137160"/>
                  </a:lnTo>
                  <a:lnTo>
                    <a:pt x="0" y="196850"/>
                  </a:lnTo>
                  <a:lnTo>
                    <a:pt x="7619" y="196850"/>
                  </a:lnTo>
                  <a:lnTo>
                    <a:pt x="7619" y="137160"/>
                  </a:lnTo>
                  <a:close/>
                </a:path>
                <a:path w="7620" h="215900">
                  <a:moveTo>
                    <a:pt x="7619" y="196850"/>
                  </a:moveTo>
                  <a:lnTo>
                    <a:pt x="0" y="196850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8280"/>
                  </a:lnTo>
                  <a:lnTo>
                    <a:pt x="7619" y="208280"/>
                  </a:lnTo>
                  <a:lnTo>
                    <a:pt x="7619" y="196850"/>
                  </a:lnTo>
                  <a:close/>
                </a:path>
                <a:path w="7620" h="215900">
                  <a:moveTo>
                    <a:pt x="5079" y="210820"/>
                  </a:moveTo>
                  <a:lnTo>
                    <a:pt x="0" y="210820"/>
                  </a:lnTo>
                  <a:lnTo>
                    <a:pt x="0" y="215900"/>
                  </a:lnTo>
                  <a:lnTo>
                    <a:pt x="1269" y="215900"/>
                  </a:lnTo>
                  <a:lnTo>
                    <a:pt x="1269" y="214630"/>
                  </a:lnTo>
                  <a:lnTo>
                    <a:pt x="2539" y="214630"/>
                  </a:lnTo>
                  <a:lnTo>
                    <a:pt x="2539" y="213360"/>
                  </a:lnTo>
                  <a:lnTo>
                    <a:pt x="3809" y="213360"/>
                  </a:lnTo>
                  <a:lnTo>
                    <a:pt x="3809" y="212090"/>
                  </a:lnTo>
                  <a:lnTo>
                    <a:pt x="5079" y="212090"/>
                  </a:lnTo>
                  <a:lnTo>
                    <a:pt x="5079" y="210820"/>
                  </a:lnTo>
                  <a:close/>
                </a:path>
              </a:pathLst>
            </a:custGeom>
            <a:solidFill>
              <a:srgbClr val="B5B5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88">
              <a:extLst>
                <a:ext uri="{FF2B5EF4-FFF2-40B4-BE49-F238E27FC236}">
                  <a16:creationId xmlns:a16="http://schemas.microsoft.com/office/drawing/2014/main" id="{5390201C-ABE2-0EC7-CF79-C64F8F68E13C}"/>
                </a:ext>
              </a:extLst>
            </p:cNvPr>
            <p:cNvSpPr/>
            <p:nvPr/>
          </p:nvSpPr>
          <p:spPr>
            <a:xfrm>
              <a:off x="3387090" y="2753359"/>
              <a:ext cx="7620" cy="194310"/>
            </a:xfrm>
            <a:custGeom>
              <a:avLst/>
              <a:gdLst/>
              <a:ahLst/>
              <a:cxnLst/>
              <a:rect l="l" t="t" r="r" b="b"/>
              <a:pathLst>
                <a:path w="7620" h="194310">
                  <a:moveTo>
                    <a:pt x="7620" y="11430"/>
                  </a:moveTo>
                  <a:lnTo>
                    <a:pt x="0" y="1143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30"/>
                  </a:lnTo>
                  <a:close/>
                </a:path>
                <a:path w="7620" h="194310">
                  <a:moveTo>
                    <a:pt x="6350" y="6350"/>
                  </a:moveTo>
                  <a:lnTo>
                    <a:pt x="5080" y="6350"/>
                  </a:lnTo>
                  <a:lnTo>
                    <a:pt x="5080" y="7620"/>
                  </a:lnTo>
                  <a:lnTo>
                    <a:pt x="0" y="7620"/>
                  </a:lnTo>
                  <a:lnTo>
                    <a:pt x="0" y="10160"/>
                  </a:lnTo>
                  <a:lnTo>
                    <a:pt x="6350" y="10160"/>
                  </a:lnTo>
                  <a:lnTo>
                    <a:pt x="6350" y="6350"/>
                  </a:lnTo>
                  <a:close/>
                </a:path>
                <a:path w="7620" h="194310">
                  <a:moveTo>
                    <a:pt x="5080" y="3810"/>
                  </a:moveTo>
                  <a:lnTo>
                    <a:pt x="3810" y="3810"/>
                  </a:lnTo>
                  <a:lnTo>
                    <a:pt x="3810" y="508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5080" y="6350"/>
                  </a:lnTo>
                  <a:lnTo>
                    <a:pt x="5080" y="3810"/>
                  </a:lnTo>
                  <a:close/>
                </a:path>
                <a:path w="7620" h="194310">
                  <a:moveTo>
                    <a:pt x="253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2539" y="3810"/>
                  </a:lnTo>
                  <a:lnTo>
                    <a:pt x="2539" y="0"/>
                  </a:lnTo>
                  <a:close/>
                </a:path>
                <a:path w="7620" h="194310">
                  <a:moveTo>
                    <a:pt x="7620" y="13970"/>
                  </a:moveTo>
                  <a:lnTo>
                    <a:pt x="0" y="13970"/>
                  </a:lnTo>
                  <a:lnTo>
                    <a:pt x="0" y="26670"/>
                  </a:lnTo>
                  <a:lnTo>
                    <a:pt x="7620" y="26670"/>
                  </a:lnTo>
                  <a:lnTo>
                    <a:pt x="7620" y="13970"/>
                  </a:lnTo>
                  <a:close/>
                </a:path>
                <a:path w="7620" h="194310">
                  <a:moveTo>
                    <a:pt x="7620" y="26670"/>
                  </a:moveTo>
                  <a:lnTo>
                    <a:pt x="0" y="26670"/>
                  </a:lnTo>
                  <a:lnTo>
                    <a:pt x="0" y="125730"/>
                  </a:lnTo>
                  <a:lnTo>
                    <a:pt x="7620" y="125730"/>
                  </a:lnTo>
                  <a:lnTo>
                    <a:pt x="7620" y="26670"/>
                  </a:lnTo>
                  <a:close/>
                </a:path>
                <a:path w="7620" h="194310">
                  <a:moveTo>
                    <a:pt x="7620" y="125730"/>
                  </a:moveTo>
                  <a:lnTo>
                    <a:pt x="0" y="125730"/>
                  </a:lnTo>
                  <a:lnTo>
                    <a:pt x="0" y="185420"/>
                  </a:lnTo>
                  <a:lnTo>
                    <a:pt x="7620" y="185420"/>
                  </a:lnTo>
                  <a:lnTo>
                    <a:pt x="7620" y="125730"/>
                  </a:lnTo>
                  <a:close/>
                </a:path>
                <a:path w="7620" h="194310">
                  <a:moveTo>
                    <a:pt x="6350" y="185420"/>
                  </a:moveTo>
                  <a:lnTo>
                    <a:pt x="0" y="185420"/>
                  </a:lnTo>
                  <a:lnTo>
                    <a:pt x="0" y="194310"/>
                  </a:lnTo>
                  <a:lnTo>
                    <a:pt x="1270" y="194310"/>
                  </a:lnTo>
                  <a:lnTo>
                    <a:pt x="1270" y="193040"/>
                  </a:lnTo>
                  <a:lnTo>
                    <a:pt x="2539" y="193040"/>
                  </a:lnTo>
                  <a:lnTo>
                    <a:pt x="2539" y="190500"/>
                  </a:lnTo>
                  <a:lnTo>
                    <a:pt x="3810" y="190500"/>
                  </a:lnTo>
                  <a:lnTo>
                    <a:pt x="3810" y="189230"/>
                  </a:lnTo>
                  <a:lnTo>
                    <a:pt x="5080" y="189230"/>
                  </a:lnTo>
                  <a:lnTo>
                    <a:pt x="5080" y="187960"/>
                  </a:lnTo>
                  <a:lnTo>
                    <a:pt x="6350" y="187960"/>
                  </a:lnTo>
                  <a:lnTo>
                    <a:pt x="6350" y="185420"/>
                  </a:lnTo>
                  <a:close/>
                </a:path>
              </a:pathLst>
            </a:custGeom>
            <a:solidFill>
              <a:srgbClr val="B7B7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89">
              <a:extLst>
                <a:ext uri="{FF2B5EF4-FFF2-40B4-BE49-F238E27FC236}">
                  <a16:creationId xmlns:a16="http://schemas.microsoft.com/office/drawing/2014/main" id="{CBB3C58A-3DBC-B29E-CC97-7D7FF812B6EB}"/>
                </a:ext>
              </a:extLst>
            </p:cNvPr>
            <p:cNvSpPr/>
            <p:nvPr/>
          </p:nvSpPr>
          <p:spPr>
            <a:xfrm>
              <a:off x="3394710" y="2763519"/>
              <a:ext cx="6350" cy="173990"/>
            </a:xfrm>
            <a:custGeom>
              <a:avLst/>
              <a:gdLst/>
              <a:ahLst/>
              <a:cxnLst/>
              <a:rect l="l" t="t" r="r" b="b"/>
              <a:pathLst>
                <a:path w="6350" h="173989">
                  <a:moveTo>
                    <a:pt x="2539" y="2539"/>
                  </a:moveTo>
                  <a:lnTo>
                    <a:pt x="1269" y="2539"/>
                  </a:lnTo>
                  <a:lnTo>
                    <a:pt x="1269" y="3810"/>
                  </a:lnTo>
                  <a:lnTo>
                    <a:pt x="2539" y="3810"/>
                  </a:lnTo>
                  <a:lnTo>
                    <a:pt x="2539" y="2539"/>
                  </a:lnTo>
                  <a:close/>
                </a:path>
                <a:path w="6350" h="173989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6350" h="173989">
                  <a:moveTo>
                    <a:pt x="3810" y="3810"/>
                  </a:moveTo>
                  <a:lnTo>
                    <a:pt x="0" y="3810"/>
                  </a:lnTo>
                  <a:lnTo>
                    <a:pt x="0" y="16510"/>
                  </a:lnTo>
                  <a:lnTo>
                    <a:pt x="6350" y="16510"/>
                  </a:lnTo>
                  <a:lnTo>
                    <a:pt x="6350" y="7620"/>
                  </a:lnTo>
                  <a:lnTo>
                    <a:pt x="5079" y="7620"/>
                  </a:lnTo>
                  <a:lnTo>
                    <a:pt x="5079" y="6350"/>
                  </a:lnTo>
                  <a:lnTo>
                    <a:pt x="3810" y="6350"/>
                  </a:lnTo>
                  <a:lnTo>
                    <a:pt x="3810" y="3810"/>
                  </a:lnTo>
                  <a:close/>
                </a:path>
                <a:path w="6350" h="173989">
                  <a:moveTo>
                    <a:pt x="6350" y="16510"/>
                  </a:moveTo>
                  <a:lnTo>
                    <a:pt x="0" y="16510"/>
                  </a:lnTo>
                  <a:lnTo>
                    <a:pt x="0" y="115570"/>
                  </a:lnTo>
                  <a:lnTo>
                    <a:pt x="6350" y="115570"/>
                  </a:lnTo>
                  <a:lnTo>
                    <a:pt x="6350" y="16510"/>
                  </a:lnTo>
                  <a:close/>
                </a:path>
                <a:path w="6350" h="173989">
                  <a:moveTo>
                    <a:pt x="6350" y="115570"/>
                  </a:moveTo>
                  <a:lnTo>
                    <a:pt x="0" y="115570"/>
                  </a:lnTo>
                  <a:lnTo>
                    <a:pt x="0" y="173990"/>
                  </a:lnTo>
                  <a:lnTo>
                    <a:pt x="1269" y="173990"/>
                  </a:lnTo>
                  <a:lnTo>
                    <a:pt x="1269" y="171450"/>
                  </a:lnTo>
                  <a:lnTo>
                    <a:pt x="2539" y="171450"/>
                  </a:lnTo>
                  <a:lnTo>
                    <a:pt x="2539" y="170180"/>
                  </a:lnTo>
                  <a:lnTo>
                    <a:pt x="3810" y="170180"/>
                  </a:lnTo>
                  <a:lnTo>
                    <a:pt x="3810" y="167640"/>
                  </a:lnTo>
                  <a:lnTo>
                    <a:pt x="5079" y="167640"/>
                  </a:lnTo>
                  <a:lnTo>
                    <a:pt x="5079" y="166370"/>
                  </a:lnTo>
                  <a:lnTo>
                    <a:pt x="6350" y="166370"/>
                  </a:lnTo>
                  <a:lnTo>
                    <a:pt x="6350" y="115570"/>
                  </a:lnTo>
                  <a:close/>
                </a:path>
              </a:pathLst>
            </a:custGeom>
            <a:solidFill>
              <a:srgbClr val="B8B8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0">
              <a:extLst>
                <a:ext uri="{FF2B5EF4-FFF2-40B4-BE49-F238E27FC236}">
                  <a16:creationId xmlns:a16="http://schemas.microsoft.com/office/drawing/2014/main" id="{82F4262D-CD70-2A5A-22DA-6C1B44EA79DF}"/>
                </a:ext>
              </a:extLst>
            </p:cNvPr>
            <p:cNvSpPr/>
            <p:nvPr/>
          </p:nvSpPr>
          <p:spPr>
            <a:xfrm>
              <a:off x="3401060" y="2773680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69">
                  <a:moveTo>
                    <a:pt x="126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810" y="6350"/>
                  </a:lnTo>
                  <a:lnTo>
                    <a:pt x="3810" y="3810"/>
                  </a:lnTo>
                  <a:lnTo>
                    <a:pt x="2539" y="3810"/>
                  </a:lnTo>
                  <a:lnTo>
                    <a:pt x="2539" y="2540"/>
                  </a:lnTo>
                  <a:lnTo>
                    <a:pt x="1269" y="2540"/>
                  </a:lnTo>
                  <a:lnTo>
                    <a:pt x="1269" y="0"/>
                  </a:lnTo>
                  <a:close/>
                </a:path>
                <a:path w="7620" h="153669">
                  <a:moveTo>
                    <a:pt x="5079" y="6350"/>
                  </a:moveTo>
                  <a:lnTo>
                    <a:pt x="0" y="6350"/>
                  </a:lnTo>
                  <a:lnTo>
                    <a:pt x="0" y="105410"/>
                  </a:lnTo>
                  <a:lnTo>
                    <a:pt x="7619" y="105410"/>
                  </a:lnTo>
                  <a:lnTo>
                    <a:pt x="7619" y="11430"/>
                  </a:lnTo>
                  <a:lnTo>
                    <a:pt x="6350" y="11430"/>
                  </a:lnTo>
                  <a:lnTo>
                    <a:pt x="6350" y="8890"/>
                  </a:lnTo>
                  <a:lnTo>
                    <a:pt x="5079" y="8890"/>
                  </a:lnTo>
                  <a:lnTo>
                    <a:pt x="5079" y="6350"/>
                  </a:lnTo>
                  <a:close/>
                </a:path>
                <a:path w="7620" h="153669">
                  <a:moveTo>
                    <a:pt x="7619" y="105410"/>
                  </a:moveTo>
                  <a:lnTo>
                    <a:pt x="0" y="105410"/>
                  </a:lnTo>
                  <a:lnTo>
                    <a:pt x="0" y="153670"/>
                  </a:lnTo>
                  <a:lnTo>
                    <a:pt x="1269" y="153670"/>
                  </a:lnTo>
                  <a:lnTo>
                    <a:pt x="1269" y="151130"/>
                  </a:lnTo>
                  <a:lnTo>
                    <a:pt x="2539" y="151130"/>
                  </a:lnTo>
                  <a:lnTo>
                    <a:pt x="2539" y="148590"/>
                  </a:lnTo>
                  <a:lnTo>
                    <a:pt x="3810" y="148590"/>
                  </a:lnTo>
                  <a:lnTo>
                    <a:pt x="3810" y="146050"/>
                  </a:lnTo>
                  <a:lnTo>
                    <a:pt x="5079" y="146050"/>
                  </a:lnTo>
                  <a:lnTo>
                    <a:pt x="5079" y="143510"/>
                  </a:lnTo>
                  <a:lnTo>
                    <a:pt x="6350" y="143510"/>
                  </a:lnTo>
                  <a:lnTo>
                    <a:pt x="6350" y="140970"/>
                  </a:lnTo>
                  <a:lnTo>
                    <a:pt x="7619" y="140970"/>
                  </a:lnTo>
                  <a:lnTo>
                    <a:pt x="7619" y="105410"/>
                  </a:lnTo>
                  <a:close/>
                </a:path>
              </a:pathLst>
            </a:custGeom>
            <a:solidFill>
              <a:srgbClr val="BABA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1">
              <a:extLst>
                <a:ext uri="{FF2B5EF4-FFF2-40B4-BE49-F238E27FC236}">
                  <a16:creationId xmlns:a16="http://schemas.microsoft.com/office/drawing/2014/main" id="{2B4763DD-B5CD-FB1D-C07C-D69B5E98E1B4}"/>
                </a:ext>
              </a:extLst>
            </p:cNvPr>
            <p:cNvSpPr/>
            <p:nvPr/>
          </p:nvSpPr>
          <p:spPr>
            <a:xfrm>
              <a:off x="3408680" y="2787650"/>
              <a:ext cx="7620" cy="124460"/>
            </a:xfrm>
            <a:custGeom>
              <a:avLst/>
              <a:gdLst/>
              <a:ahLst/>
              <a:cxnLst/>
              <a:rect l="l" t="t" r="r" b="b"/>
              <a:pathLst>
                <a:path w="7620" h="124460">
                  <a:moveTo>
                    <a:pt x="1270" y="0"/>
                  </a:moveTo>
                  <a:lnTo>
                    <a:pt x="0" y="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16510"/>
                  </a:lnTo>
                  <a:lnTo>
                    <a:pt x="6350" y="16510"/>
                  </a:lnTo>
                  <a:lnTo>
                    <a:pt x="6350" y="12700"/>
                  </a:lnTo>
                  <a:lnTo>
                    <a:pt x="5080" y="12700"/>
                  </a:lnTo>
                  <a:lnTo>
                    <a:pt x="5080" y="10160"/>
                  </a:lnTo>
                  <a:lnTo>
                    <a:pt x="3810" y="10160"/>
                  </a:lnTo>
                  <a:lnTo>
                    <a:pt x="3810" y="6350"/>
                  </a:lnTo>
                  <a:lnTo>
                    <a:pt x="2540" y="6350"/>
                  </a:lnTo>
                  <a:lnTo>
                    <a:pt x="2540" y="3810"/>
                  </a:lnTo>
                  <a:lnTo>
                    <a:pt x="1270" y="3810"/>
                  </a:lnTo>
                  <a:lnTo>
                    <a:pt x="1270" y="0"/>
                  </a:lnTo>
                  <a:close/>
                </a:path>
                <a:path w="7620" h="124460">
                  <a:moveTo>
                    <a:pt x="7620" y="91440"/>
                  </a:moveTo>
                  <a:lnTo>
                    <a:pt x="0" y="91440"/>
                  </a:lnTo>
                  <a:lnTo>
                    <a:pt x="0" y="124460"/>
                  </a:lnTo>
                  <a:lnTo>
                    <a:pt x="1270" y="124460"/>
                  </a:lnTo>
                  <a:lnTo>
                    <a:pt x="1270" y="120650"/>
                  </a:lnTo>
                  <a:lnTo>
                    <a:pt x="2540" y="120650"/>
                  </a:lnTo>
                  <a:lnTo>
                    <a:pt x="2540" y="118110"/>
                  </a:lnTo>
                  <a:lnTo>
                    <a:pt x="3810" y="118110"/>
                  </a:lnTo>
                  <a:lnTo>
                    <a:pt x="3810" y="114300"/>
                  </a:lnTo>
                  <a:lnTo>
                    <a:pt x="5080" y="114300"/>
                  </a:lnTo>
                  <a:lnTo>
                    <a:pt x="5080" y="111760"/>
                  </a:lnTo>
                  <a:lnTo>
                    <a:pt x="6350" y="111760"/>
                  </a:lnTo>
                  <a:lnTo>
                    <a:pt x="6350" y="107950"/>
                  </a:lnTo>
                  <a:lnTo>
                    <a:pt x="7620" y="107950"/>
                  </a:lnTo>
                  <a:lnTo>
                    <a:pt x="7620" y="91440"/>
                  </a:lnTo>
                  <a:close/>
                </a:path>
              </a:pathLst>
            </a:custGeom>
            <a:solidFill>
              <a:srgbClr val="BBBB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2">
              <a:extLst>
                <a:ext uri="{FF2B5EF4-FFF2-40B4-BE49-F238E27FC236}">
                  <a16:creationId xmlns:a16="http://schemas.microsoft.com/office/drawing/2014/main" id="{A30B498B-DF11-FA61-1AD1-0A8EA17B1678}"/>
                </a:ext>
              </a:extLst>
            </p:cNvPr>
            <p:cNvSpPr/>
            <p:nvPr/>
          </p:nvSpPr>
          <p:spPr>
            <a:xfrm>
              <a:off x="3416300" y="2806700"/>
              <a:ext cx="6350" cy="86360"/>
            </a:xfrm>
            <a:custGeom>
              <a:avLst/>
              <a:gdLst/>
              <a:ahLst/>
              <a:cxnLst/>
              <a:rect l="l" t="t" r="r" b="b"/>
              <a:pathLst>
                <a:path w="6350" h="86360">
                  <a:moveTo>
                    <a:pt x="127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079" y="72389"/>
                  </a:lnTo>
                  <a:lnTo>
                    <a:pt x="5079" y="63500"/>
                  </a:lnTo>
                  <a:lnTo>
                    <a:pt x="6350" y="63500"/>
                  </a:lnTo>
                  <a:lnTo>
                    <a:pt x="6350" y="22860"/>
                  </a:lnTo>
                  <a:lnTo>
                    <a:pt x="5079" y="22860"/>
                  </a:lnTo>
                  <a:lnTo>
                    <a:pt x="5079" y="13970"/>
                  </a:lnTo>
                  <a:lnTo>
                    <a:pt x="3810" y="13970"/>
                  </a:lnTo>
                  <a:lnTo>
                    <a:pt x="3810" y="8889"/>
                  </a:lnTo>
                  <a:lnTo>
                    <a:pt x="2539" y="8889"/>
                  </a:lnTo>
                  <a:lnTo>
                    <a:pt x="2539" y="3810"/>
                  </a:lnTo>
                  <a:lnTo>
                    <a:pt x="1270" y="3810"/>
                  </a:lnTo>
                  <a:lnTo>
                    <a:pt x="1270" y="0"/>
                  </a:lnTo>
                  <a:close/>
                </a:path>
                <a:path w="6350" h="86360">
                  <a:moveTo>
                    <a:pt x="3810" y="72390"/>
                  </a:moveTo>
                  <a:lnTo>
                    <a:pt x="0" y="72390"/>
                  </a:lnTo>
                  <a:lnTo>
                    <a:pt x="0" y="86360"/>
                  </a:lnTo>
                  <a:lnTo>
                    <a:pt x="1270" y="86360"/>
                  </a:lnTo>
                  <a:lnTo>
                    <a:pt x="1270" y="82550"/>
                  </a:lnTo>
                  <a:lnTo>
                    <a:pt x="2539" y="82550"/>
                  </a:lnTo>
                  <a:lnTo>
                    <a:pt x="2539" y="77470"/>
                  </a:lnTo>
                  <a:lnTo>
                    <a:pt x="3810" y="77470"/>
                  </a:lnTo>
                  <a:lnTo>
                    <a:pt x="3810" y="72390"/>
                  </a:lnTo>
                  <a:close/>
                </a:path>
              </a:pathLst>
            </a:custGeom>
            <a:solidFill>
              <a:srgbClr val="BCBC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3">
              <a:extLst>
                <a:ext uri="{FF2B5EF4-FFF2-40B4-BE49-F238E27FC236}">
                  <a16:creationId xmlns:a16="http://schemas.microsoft.com/office/drawing/2014/main" id="{E8C47503-F056-1942-4641-B2518B5DA783}"/>
                </a:ext>
              </a:extLst>
            </p:cNvPr>
            <p:cNvSpPr/>
            <p:nvPr/>
          </p:nvSpPr>
          <p:spPr>
            <a:xfrm>
              <a:off x="3422650" y="282955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39"/>
                  </a:moveTo>
                  <a:lnTo>
                    <a:pt x="0" y="26669"/>
                  </a:lnTo>
                  <a:lnTo>
                    <a:pt x="0" y="13969"/>
                  </a:lnTo>
                  <a:lnTo>
                    <a:pt x="0" y="26669"/>
                  </a:lnTo>
                  <a:lnTo>
                    <a:pt x="0" y="40639"/>
                  </a:lnTo>
                  <a:close/>
                </a:path>
                <a:path h="40639">
                  <a:moveTo>
                    <a:pt x="0" y="13969"/>
                  </a:moveTo>
                  <a:lnTo>
                    <a:pt x="0" y="0"/>
                  </a:lnTo>
                  <a:lnTo>
                    <a:pt x="0" y="13969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4">
              <a:extLst>
                <a:ext uri="{FF2B5EF4-FFF2-40B4-BE49-F238E27FC236}">
                  <a16:creationId xmlns:a16="http://schemas.microsoft.com/office/drawing/2014/main" id="{6B2EDF40-06FB-B326-AC2A-7178D2758E4D}"/>
                </a:ext>
              </a:extLst>
            </p:cNvPr>
            <p:cNvSpPr/>
            <p:nvPr/>
          </p:nvSpPr>
          <p:spPr>
            <a:xfrm>
              <a:off x="2425700" y="2661919"/>
              <a:ext cx="977900" cy="99060"/>
            </a:xfrm>
            <a:custGeom>
              <a:avLst/>
              <a:gdLst/>
              <a:ahLst/>
              <a:cxnLst/>
              <a:rect l="l" t="t" r="r" b="b"/>
              <a:pathLst>
                <a:path w="977900" h="99060">
                  <a:moveTo>
                    <a:pt x="3810" y="88900"/>
                  </a:moveTo>
                  <a:lnTo>
                    <a:pt x="2540" y="88900"/>
                  </a:lnTo>
                  <a:lnTo>
                    <a:pt x="2540" y="91440"/>
                  </a:lnTo>
                  <a:lnTo>
                    <a:pt x="3810" y="91440"/>
                  </a:lnTo>
                  <a:lnTo>
                    <a:pt x="3810" y="88900"/>
                  </a:lnTo>
                  <a:close/>
                </a:path>
                <a:path w="977900" h="99060">
                  <a:moveTo>
                    <a:pt x="12700" y="76200"/>
                  </a:moveTo>
                  <a:lnTo>
                    <a:pt x="11430" y="76200"/>
                  </a:lnTo>
                  <a:lnTo>
                    <a:pt x="11430" y="78740"/>
                  </a:lnTo>
                  <a:lnTo>
                    <a:pt x="12700" y="78740"/>
                  </a:lnTo>
                  <a:lnTo>
                    <a:pt x="12700" y="76200"/>
                  </a:lnTo>
                  <a:close/>
                </a:path>
                <a:path w="977900" h="99060">
                  <a:moveTo>
                    <a:pt x="22860" y="63500"/>
                  </a:moveTo>
                  <a:lnTo>
                    <a:pt x="21590" y="63500"/>
                  </a:lnTo>
                  <a:lnTo>
                    <a:pt x="21590" y="66040"/>
                  </a:lnTo>
                  <a:lnTo>
                    <a:pt x="22860" y="66040"/>
                  </a:lnTo>
                  <a:lnTo>
                    <a:pt x="22860" y="63500"/>
                  </a:lnTo>
                  <a:close/>
                </a:path>
                <a:path w="977900" h="99060">
                  <a:moveTo>
                    <a:pt x="29210" y="57150"/>
                  </a:moveTo>
                  <a:lnTo>
                    <a:pt x="27940" y="57150"/>
                  </a:lnTo>
                  <a:lnTo>
                    <a:pt x="27940" y="59690"/>
                  </a:lnTo>
                  <a:lnTo>
                    <a:pt x="29210" y="59690"/>
                  </a:lnTo>
                  <a:lnTo>
                    <a:pt x="29210" y="57150"/>
                  </a:lnTo>
                  <a:close/>
                </a:path>
                <a:path w="977900" h="99060">
                  <a:moveTo>
                    <a:pt x="34290" y="50800"/>
                  </a:moveTo>
                  <a:lnTo>
                    <a:pt x="33020" y="50800"/>
                  </a:lnTo>
                  <a:lnTo>
                    <a:pt x="33020" y="53340"/>
                  </a:lnTo>
                  <a:lnTo>
                    <a:pt x="34290" y="53340"/>
                  </a:lnTo>
                  <a:lnTo>
                    <a:pt x="34290" y="50800"/>
                  </a:lnTo>
                  <a:close/>
                </a:path>
                <a:path w="977900" h="99060">
                  <a:moveTo>
                    <a:pt x="40640" y="44450"/>
                  </a:moveTo>
                  <a:lnTo>
                    <a:pt x="39370" y="44450"/>
                  </a:lnTo>
                  <a:lnTo>
                    <a:pt x="39370" y="46990"/>
                  </a:lnTo>
                  <a:lnTo>
                    <a:pt x="40640" y="46990"/>
                  </a:lnTo>
                  <a:lnTo>
                    <a:pt x="40640" y="44450"/>
                  </a:lnTo>
                  <a:close/>
                </a:path>
                <a:path w="977900" h="99060">
                  <a:moveTo>
                    <a:pt x="48260" y="38100"/>
                  </a:moveTo>
                  <a:lnTo>
                    <a:pt x="45720" y="38100"/>
                  </a:lnTo>
                  <a:lnTo>
                    <a:pt x="45720" y="40640"/>
                  </a:lnTo>
                  <a:lnTo>
                    <a:pt x="48260" y="40640"/>
                  </a:lnTo>
                  <a:lnTo>
                    <a:pt x="48260" y="38100"/>
                  </a:lnTo>
                  <a:close/>
                </a:path>
                <a:path w="977900" h="99060">
                  <a:moveTo>
                    <a:pt x="54610" y="31750"/>
                  </a:moveTo>
                  <a:lnTo>
                    <a:pt x="53340" y="31750"/>
                  </a:lnTo>
                  <a:lnTo>
                    <a:pt x="53340" y="34290"/>
                  </a:lnTo>
                  <a:lnTo>
                    <a:pt x="54610" y="34290"/>
                  </a:lnTo>
                  <a:lnTo>
                    <a:pt x="54610" y="31750"/>
                  </a:lnTo>
                  <a:close/>
                </a:path>
                <a:path w="977900" h="99060">
                  <a:moveTo>
                    <a:pt x="62230" y="25400"/>
                  </a:moveTo>
                  <a:lnTo>
                    <a:pt x="60960" y="25400"/>
                  </a:lnTo>
                  <a:lnTo>
                    <a:pt x="60960" y="27940"/>
                  </a:lnTo>
                  <a:lnTo>
                    <a:pt x="62230" y="27940"/>
                  </a:lnTo>
                  <a:lnTo>
                    <a:pt x="62230" y="25400"/>
                  </a:lnTo>
                  <a:close/>
                </a:path>
                <a:path w="977900" h="99060">
                  <a:moveTo>
                    <a:pt x="69850" y="19050"/>
                  </a:moveTo>
                  <a:lnTo>
                    <a:pt x="68580" y="19050"/>
                  </a:lnTo>
                  <a:lnTo>
                    <a:pt x="68580" y="21590"/>
                  </a:lnTo>
                  <a:lnTo>
                    <a:pt x="69850" y="21590"/>
                  </a:lnTo>
                  <a:lnTo>
                    <a:pt x="69850" y="19050"/>
                  </a:lnTo>
                  <a:close/>
                </a:path>
                <a:path w="977900" h="99060">
                  <a:moveTo>
                    <a:pt x="78740" y="12700"/>
                  </a:moveTo>
                  <a:lnTo>
                    <a:pt x="77470" y="12700"/>
                  </a:lnTo>
                  <a:lnTo>
                    <a:pt x="77470" y="15240"/>
                  </a:lnTo>
                  <a:lnTo>
                    <a:pt x="78740" y="15240"/>
                  </a:lnTo>
                  <a:lnTo>
                    <a:pt x="78740" y="12700"/>
                  </a:lnTo>
                  <a:close/>
                </a:path>
                <a:path w="977900" h="99060">
                  <a:moveTo>
                    <a:pt x="87630" y="6350"/>
                  </a:moveTo>
                  <a:lnTo>
                    <a:pt x="86360" y="6350"/>
                  </a:lnTo>
                  <a:lnTo>
                    <a:pt x="86360" y="8890"/>
                  </a:lnTo>
                  <a:lnTo>
                    <a:pt x="87630" y="8890"/>
                  </a:lnTo>
                  <a:lnTo>
                    <a:pt x="87630" y="6350"/>
                  </a:lnTo>
                  <a:close/>
                </a:path>
                <a:path w="977900" h="99060">
                  <a:moveTo>
                    <a:pt x="97790" y="0"/>
                  </a:moveTo>
                  <a:lnTo>
                    <a:pt x="95250" y="0"/>
                  </a:lnTo>
                  <a:lnTo>
                    <a:pt x="95250" y="2540"/>
                  </a:lnTo>
                  <a:lnTo>
                    <a:pt x="97790" y="2540"/>
                  </a:lnTo>
                  <a:lnTo>
                    <a:pt x="97790" y="0"/>
                  </a:lnTo>
                  <a:close/>
                </a:path>
                <a:path w="977900" h="99060">
                  <a:moveTo>
                    <a:pt x="878840" y="0"/>
                  </a:moveTo>
                  <a:lnTo>
                    <a:pt x="876300" y="0"/>
                  </a:lnTo>
                  <a:lnTo>
                    <a:pt x="876300" y="2540"/>
                  </a:lnTo>
                  <a:lnTo>
                    <a:pt x="878840" y="2540"/>
                  </a:lnTo>
                  <a:lnTo>
                    <a:pt x="878840" y="0"/>
                  </a:lnTo>
                  <a:close/>
                </a:path>
                <a:path w="977900" h="99060">
                  <a:moveTo>
                    <a:pt x="885190" y="3810"/>
                  </a:moveTo>
                  <a:lnTo>
                    <a:pt x="882650" y="3810"/>
                  </a:lnTo>
                  <a:lnTo>
                    <a:pt x="882650" y="2540"/>
                  </a:lnTo>
                  <a:lnTo>
                    <a:pt x="881367" y="2540"/>
                  </a:lnTo>
                  <a:lnTo>
                    <a:pt x="881367" y="3810"/>
                  </a:lnTo>
                  <a:lnTo>
                    <a:pt x="93980" y="3810"/>
                  </a:lnTo>
                  <a:lnTo>
                    <a:pt x="93980" y="2540"/>
                  </a:lnTo>
                  <a:lnTo>
                    <a:pt x="91440" y="2540"/>
                  </a:lnTo>
                  <a:lnTo>
                    <a:pt x="91440" y="3810"/>
                  </a:lnTo>
                  <a:lnTo>
                    <a:pt x="90170" y="3810"/>
                  </a:lnTo>
                  <a:lnTo>
                    <a:pt x="90170" y="6350"/>
                  </a:lnTo>
                  <a:lnTo>
                    <a:pt x="885190" y="6350"/>
                  </a:lnTo>
                  <a:lnTo>
                    <a:pt x="885190" y="3810"/>
                  </a:lnTo>
                  <a:close/>
                </a:path>
                <a:path w="977900" h="99060">
                  <a:moveTo>
                    <a:pt x="889000" y="6350"/>
                  </a:moveTo>
                  <a:lnTo>
                    <a:pt x="886460" y="6350"/>
                  </a:lnTo>
                  <a:lnTo>
                    <a:pt x="886460" y="8890"/>
                  </a:lnTo>
                  <a:lnTo>
                    <a:pt x="889000" y="8890"/>
                  </a:lnTo>
                  <a:lnTo>
                    <a:pt x="889000" y="6350"/>
                  </a:lnTo>
                  <a:close/>
                </a:path>
                <a:path w="977900" h="99060">
                  <a:moveTo>
                    <a:pt x="894067" y="10160"/>
                  </a:moveTo>
                  <a:lnTo>
                    <a:pt x="891540" y="10160"/>
                  </a:lnTo>
                  <a:lnTo>
                    <a:pt x="891540" y="8890"/>
                  </a:lnTo>
                  <a:lnTo>
                    <a:pt x="890257" y="8890"/>
                  </a:lnTo>
                  <a:lnTo>
                    <a:pt x="890257" y="10160"/>
                  </a:lnTo>
                  <a:lnTo>
                    <a:pt x="85090" y="10160"/>
                  </a:lnTo>
                  <a:lnTo>
                    <a:pt x="85090" y="8890"/>
                  </a:lnTo>
                  <a:lnTo>
                    <a:pt x="82550" y="8890"/>
                  </a:lnTo>
                  <a:lnTo>
                    <a:pt x="82550" y="10160"/>
                  </a:lnTo>
                  <a:lnTo>
                    <a:pt x="81280" y="10160"/>
                  </a:lnTo>
                  <a:lnTo>
                    <a:pt x="81280" y="12700"/>
                  </a:lnTo>
                  <a:lnTo>
                    <a:pt x="894067" y="12700"/>
                  </a:lnTo>
                  <a:lnTo>
                    <a:pt x="894067" y="10160"/>
                  </a:lnTo>
                  <a:close/>
                </a:path>
                <a:path w="977900" h="99060">
                  <a:moveTo>
                    <a:pt x="897890" y="12700"/>
                  </a:moveTo>
                  <a:lnTo>
                    <a:pt x="895350" y="12700"/>
                  </a:lnTo>
                  <a:lnTo>
                    <a:pt x="895350" y="15240"/>
                  </a:lnTo>
                  <a:lnTo>
                    <a:pt x="897890" y="15240"/>
                  </a:lnTo>
                  <a:lnTo>
                    <a:pt x="897890" y="12700"/>
                  </a:lnTo>
                  <a:close/>
                </a:path>
                <a:path w="977900" h="99060">
                  <a:moveTo>
                    <a:pt x="902970" y="16510"/>
                  </a:moveTo>
                  <a:lnTo>
                    <a:pt x="901700" y="16510"/>
                  </a:lnTo>
                  <a:lnTo>
                    <a:pt x="901700" y="15240"/>
                  </a:lnTo>
                  <a:lnTo>
                    <a:pt x="899160" y="15240"/>
                  </a:lnTo>
                  <a:lnTo>
                    <a:pt x="899160" y="16510"/>
                  </a:lnTo>
                  <a:lnTo>
                    <a:pt x="74930" y="16510"/>
                  </a:lnTo>
                  <a:lnTo>
                    <a:pt x="74930" y="15240"/>
                  </a:lnTo>
                  <a:lnTo>
                    <a:pt x="73660" y="15240"/>
                  </a:lnTo>
                  <a:lnTo>
                    <a:pt x="73660" y="16510"/>
                  </a:lnTo>
                  <a:lnTo>
                    <a:pt x="72390" y="16510"/>
                  </a:lnTo>
                  <a:lnTo>
                    <a:pt x="72390" y="19050"/>
                  </a:lnTo>
                  <a:lnTo>
                    <a:pt x="902970" y="19050"/>
                  </a:lnTo>
                  <a:lnTo>
                    <a:pt x="902970" y="16510"/>
                  </a:lnTo>
                  <a:close/>
                </a:path>
                <a:path w="977900" h="99060">
                  <a:moveTo>
                    <a:pt x="906780" y="19050"/>
                  </a:moveTo>
                  <a:lnTo>
                    <a:pt x="904240" y="19050"/>
                  </a:lnTo>
                  <a:lnTo>
                    <a:pt x="904240" y="21590"/>
                  </a:lnTo>
                  <a:lnTo>
                    <a:pt x="906780" y="21590"/>
                  </a:lnTo>
                  <a:lnTo>
                    <a:pt x="906780" y="19050"/>
                  </a:lnTo>
                  <a:close/>
                </a:path>
                <a:path w="977900" h="99060">
                  <a:moveTo>
                    <a:pt x="911860" y="22860"/>
                  </a:moveTo>
                  <a:lnTo>
                    <a:pt x="910590" y="22860"/>
                  </a:lnTo>
                  <a:lnTo>
                    <a:pt x="910590" y="21590"/>
                  </a:lnTo>
                  <a:lnTo>
                    <a:pt x="908050" y="21590"/>
                  </a:lnTo>
                  <a:lnTo>
                    <a:pt x="908050" y="22860"/>
                  </a:lnTo>
                  <a:lnTo>
                    <a:pt x="66040" y="22860"/>
                  </a:lnTo>
                  <a:lnTo>
                    <a:pt x="66040" y="21590"/>
                  </a:lnTo>
                  <a:lnTo>
                    <a:pt x="64770" y="21590"/>
                  </a:lnTo>
                  <a:lnTo>
                    <a:pt x="64770" y="22860"/>
                  </a:lnTo>
                  <a:lnTo>
                    <a:pt x="63500" y="22860"/>
                  </a:lnTo>
                  <a:lnTo>
                    <a:pt x="63500" y="25400"/>
                  </a:lnTo>
                  <a:lnTo>
                    <a:pt x="911860" y="25400"/>
                  </a:lnTo>
                  <a:lnTo>
                    <a:pt x="911860" y="22860"/>
                  </a:lnTo>
                  <a:close/>
                </a:path>
                <a:path w="977900" h="99060">
                  <a:moveTo>
                    <a:pt x="914400" y="25400"/>
                  </a:moveTo>
                  <a:lnTo>
                    <a:pt x="913130" y="25400"/>
                  </a:lnTo>
                  <a:lnTo>
                    <a:pt x="913130" y="27940"/>
                  </a:lnTo>
                  <a:lnTo>
                    <a:pt x="914400" y="27940"/>
                  </a:lnTo>
                  <a:lnTo>
                    <a:pt x="914400" y="25400"/>
                  </a:lnTo>
                  <a:close/>
                </a:path>
                <a:path w="977900" h="99060">
                  <a:moveTo>
                    <a:pt x="919480" y="29210"/>
                  </a:moveTo>
                  <a:lnTo>
                    <a:pt x="918210" y="29210"/>
                  </a:lnTo>
                  <a:lnTo>
                    <a:pt x="918210" y="27940"/>
                  </a:lnTo>
                  <a:lnTo>
                    <a:pt x="916940" y="27940"/>
                  </a:lnTo>
                  <a:lnTo>
                    <a:pt x="916940" y="29210"/>
                  </a:lnTo>
                  <a:lnTo>
                    <a:pt x="58420" y="29210"/>
                  </a:lnTo>
                  <a:lnTo>
                    <a:pt x="58420" y="27940"/>
                  </a:lnTo>
                  <a:lnTo>
                    <a:pt x="57150" y="27940"/>
                  </a:lnTo>
                  <a:lnTo>
                    <a:pt x="57150" y="29210"/>
                  </a:lnTo>
                  <a:lnTo>
                    <a:pt x="55880" y="29210"/>
                  </a:lnTo>
                  <a:lnTo>
                    <a:pt x="55880" y="31750"/>
                  </a:lnTo>
                  <a:lnTo>
                    <a:pt x="919480" y="31750"/>
                  </a:lnTo>
                  <a:lnTo>
                    <a:pt x="919480" y="29210"/>
                  </a:lnTo>
                  <a:close/>
                </a:path>
                <a:path w="977900" h="99060">
                  <a:moveTo>
                    <a:pt x="922020" y="31750"/>
                  </a:moveTo>
                  <a:lnTo>
                    <a:pt x="920750" y="31750"/>
                  </a:lnTo>
                  <a:lnTo>
                    <a:pt x="920750" y="34290"/>
                  </a:lnTo>
                  <a:lnTo>
                    <a:pt x="922020" y="34290"/>
                  </a:lnTo>
                  <a:lnTo>
                    <a:pt x="922020" y="31750"/>
                  </a:lnTo>
                  <a:close/>
                </a:path>
                <a:path w="977900" h="99060">
                  <a:moveTo>
                    <a:pt x="927100" y="35560"/>
                  </a:moveTo>
                  <a:lnTo>
                    <a:pt x="925830" y="35560"/>
                  </a:lnTo>
                  <a:lnTo>
                    <a:pt x="925830" y="34290"/>
                  </a:lnTo>
                  <a:lnTo>
                    <a:pt x="923290" y="34290"/>
                  </a:lnTo>
                  <a:lnTo>
                    <a:pt x="923290" y="35560"/>
                  </a:lnTo>
                  <a:lnTo>
                    <a:pt x="52070" y="35560"/>
                  </a:lnTo>
                  <a:lnTo>
                    <a:pt x="52070" y="34290"/>
                  </a:lnTo>
                  <a:lnTo>
                    <a:pt x="50800" y="34290"/>
                  </a:lnTo>
                  <a:lnTo>
                    <a:pt x="50800" y="35560"/>
                  </a:lnTo>
                  <a:lnTo>
                    <a:pt x="49530" y="35560"/>
                  </a:lnTo>
                  <a:lnTo>
                    <a:pt x="49530" y="38100"/>
                  </a:lnTo>
                  <a:lnTo>
                    <a:pt x="927100" y="38100"/>
                  </a:lnTo>
                  <a:lnTo>
                    <a:pt x="927100" y="35560"/>
                  </a:lnTo>
                  <a:close/>
                </a:path>
                <a:path w="977900" h="99060">
                  <a:moveTo>
                    <a:pt x="929640" y="38100"/>
                  </a:moveTo>
                  <a:lnTo>
                    <a:pt x="928370" y="38100"/>
                  </a:lnTo>
                  <a:lnTo>
                    <a:pt x="928370" y="40640"/>
                  </a:lnTo>
                  <a:lnTo>
                    <a:pt x="929640" y="40640"/>
                  </a:lnTo>
                  <a:lnTo>
                    <a:pt x="929640" y="38100"/>
                  </a:lnTo>
                  <a:close/>
                </a:path>
                <a:path w="977900" h="99060">
                  <a:moveTo>
                    <a:pt x="934720" y="41910"/>
                  </a:moveTo>
                  <a:lnTo>
                    <a:pt x="933450" y="41910"/>
                  </a:lnTo>
                  <a:lnTo>
                    <a:pt x="933450" y="40640"/>
                  </a:lnTo>
                  <a:lnTo>
                    <a:pt x="930910" y="40640"/>
                  </a:lnTo>
                  <a:lnTo>
                    <a:pt x="930910" y="41910"/>
                  </a:lnTo>
                  <a:lnTo>
                    <a:pt x="44450" y="41910"/>
                  </a:lnTo>
                  <a:lnTo>
                    <a:pt x="44450" y="40640"/>
                  </a:lnTo>
                  <a:lnTo>
                    <a:pt x="43180" y="40640"/>
                  </a:lnTo>
                  <a:lnTo>
                    <a:pt x="43180" y="41910"/>
                  </a:lnTo>
                  <a:lnTo>
                    <a:pt x="41910" y="41910"/>
                  </a:lnTo>
                  <a:lnTo>
                    <a:pt x="41910" y="44450"/>
                  </a:lnTo>
                  <a:lnTo>
                    <a:pt x="934720" y="44450"/>
                  </a:lnTo>
                  <a:lnTo>
                    <a:pt x="934720" y="41910"/>
                  </a:lnTo>
                  <a:close/>
                </a:path>
                <a:path w="977900" h="99060">
                  <a:moveTo>
                    <a:pt x="937260" y="44450"/>
                  </a:moveTo>
                  <a:lnTo>
                    <a:pt x="935990" y="44450"/>
                  </a:lnTo>
                  <a:lnTo>
                    <a:pt x="935990" y="46990"/>
                  </a:lnTo>
                  <a:lnTo>
                    <a:pt x="937260" y="46990"/>
                  </a:lnTo>
                  <a:lnTo>
                    <a:pt x="937260" y="44450"/>
                  </a:lnTo>
                  <a:close/>
                </a:path>
                <a:path w="977900" h="99060">
                  <a:moveTo>
                    <a:pt x="941070" y="48260"/>
                  </a:moveTo>
                  <a:lnTo>
                    <a:pt x="939800" y="48260"/>
                  </a:lnTo>
                  <a:lnTo>
                    <a:pt x="939800" y="46990"/>
                  </a:lnTo>
                  <a:lnTo>
                    <a:pt x="938530" y="46990"/>
                  </a:lnTo>
                  <a:lnTo>
                    <a:pt x="938530" y="48260"/>
                  </a:lnTo>
                  <a:lnTo>
                    <a:pt x="38100" y="48260"/>
                  </a:lnTo>
                  <a:lnTo>
                    <a:pt x="38100" y="46990"/>
                  </a:lnTo>
                  <a:lnTo>
                    <a:pt x="36830" y="46990"/>
                  </a:lnTo>
                  <a:lnTo>
                    <a:pt x="36830" y="48260"/>
                  </a:lnTo>
                  <a:lnTo>
                    <a:pt x="35560" y="48260"/>
                  </a:lnTo>
                  <a:lnTo>
                    <a:pt x="35560" y="50800"/>
                  </a:lnTo>
                  <a:lnTo>
                    <a:pt x="941070" y="50800"/>
                  </a:lnTo>
                  <a:lnTo>
                    <a:pt x="941070" y="48260"/>
                  </a:lnTo>
                  <a:close/>
                </a:path>
                <a:path w="977900" h="99060">
                  <a:moveTo>
                    <a:pt x="942340" y="50800"/>
                  </a:moveTo>
                  <a:lnTo>
                    <a:pt x="941070" y="50800"/>
                  </a:lnTo>
                  <a:lnTo>
                    <a:pt x="941070" y="53340"/>
                  </a:lnTo>
                  <a:lnTo>
                    <a:pt x="942340" y="53340"/>
                  </a:lnTo>
                  <a:lnTo>
                    <a:pt x="942340" y="50800"/>
                  </a:lnTo>
                  <a:close/>
                </a:path>
                <a:path w="977900" h="99060">
                  <a:moveTo>
                    <a:pt x="946150" y="54610"/>
                  </a:moveTo>
                  <a:lnTo>
                    <a:pt x="944880" y="54610"/>
                  </a:lnTo>
                  <a:lnTo>
                    <a:pt x="944880" y="53340"/>
                  </a:lnTo>
                  <a:lnTo>
                    <a:pt x="943610" y="53340"/>
                  </a:lnTo>
                  <a:lnTo>
                    <a:pt x="943610" y="54610"/>
                  </a:lnTo>
                  <a:lnTo>
                    <a:pt x="31750" y="54610"/>
                  </a:lnTo>
                  <a:lnTo>
                    <a:pt x="31750" y="53340"/>
                  </a:lnTo>
                  <a:lnTo>
                    <a:pt x="30480" y="53340"/>
                  </a:lnTo>
                  <a:lnTo>
                    <a:pt x="30480" y="54610"/>
                  </a:lnTo>
                  <a:lnTo>
                    <a:pt x="29210" y="54610"/>
                  </a:lnTo>
                  <a:lnTo>
                    <a:pt x="29210" y="57150"/>
                  </a:lnTo>
                  <a:lnTo>
                    <a:pt x="946150" y="57150"/>
                  </a:lnTo>
                  <a:lnTo>
                    <a:pt x="946150" y="54610"/>
                  </a:lnTo>
                  <a:close/>
                </a:path>
                <a:path w="977900" h="99060">
                  <a:moveTo>
                    <a:pt x="948690" y="57150"/>
                  </a:moveTo>
                  <a:lnTo>
                    <a:pt x="947420" y="57150"/>
                  </a:lnTo>
                  <a:lnTo>
                    <a:pt x="947420" y="59690"/>
                  </a:lnTo>
                  <a:lnTo>
                    <a:pt x="948690" y="59690"/>
                  </a:lnTo>
                  <a:lnTo>
                    <a:pt x="948690" y="57150"/>
                  </a:lnTo>
                  <a:close/>
                </a:path>
                <a:path w="977900" h="99060">
                  <a:moveTo>
                    <a:pt x="952500" y="60960"/>
                  </a:moveTo>
                  <a:lnTo>
                    <a:pt x="951230" y="60960"/>
                  </a:lnTo>
                  <a:lnTo>
                    <a:pt x="951230" y="59690"/>
                  </a:lnTo>
                  <a:lnTo>
                    <a:pt x="949960" y="59690"/>
                  </a:lnTo>
                  <a:lnTo>
                    <a:pt x="949960" y="60960"/>
                  </a:lnTo>
                  <a:lnTo>
                    <a:pt x="26670" y="60960"/>
                  </a:lnTo>
                  <a:lnTo>
                    <a:pt x="26670" y="59690"/>
                  </a:lnTo>
                  <a:lnTo>
                    <a:pt x="25400" y="59690"/>
                  </a:lnTo>
                  <a:lnTo>
                    <a:pt x="25400" y="60960"/>
                  </a:lnTo>
                  <a:lnTo>
                    <a:pt x="24130" y="60960"/>
                  </a:lnTo>
                  <a:lnTo>
                    <a:pt x="24130" y="63500"/>
                  </a:lnTo>
                  <a:lnTo>
                    <a:pt x="952500" y="63500"/>
                  </a:lnTo>
                  <a:lnTo>
                    <a:pt x="952500" y="60960"/>
                  </a:lnTo>
                  <a:close/>
                </a:path>
                <a:path w="977900" h="99060">
                  <a:moveTo>
                    <a:pt x="953770" y="63500"/>
                  </a:moveTo>
                  <a:lnTo>
                    <a:pt x="952500" y="63500"/>
                  </a:lnTo>
                  <a:lnTo>
                    <a:pt x="952500" y="66040"/>
                  </a:lnTo>
                  <a:lnTo>
                    <a:pt x="953770" y="66040"/>
                  </a:lnTo>
                  <a:lnTo>
                    <a:pt x="953770" y="63500"/>
                  </a:lnTo>
                  <a:close/>
                </a:path>
                <a:path w="977900" h="99060">
                  <a:moveTo>
                    <a:pt x="961390" y="73660"/>
                  </a:moveTo>
                  <a:lnTo>
                    <a:pt x="960120" y="73660"/>
                  </a:lnTo>
                  <a:lnTo>
                    <a:pt x="960120" y="72390"/>
                  </a:lnTo>
                  <a:lnTo>
                    <a:pt x="958850" y="72390"/>
                  </a:lnTo>
                  <a:lnTo>
                    <a:pt x="958850" y="69850"/>
                  </a:lnTo>
                  <a:lnTo>
                    <a:pt x="957580" y="69850"/>
                  </a:lnTo>
                  <a:lnTo>
                    <a:pt x="957580" y="67310"/>
                  </a:lnTo>
                  <a:lnTo>
                    <a:pt x="956310" y="67310"/>
                  </a:lnTo>
                  <a:lnTo>
                    <a:pt x="956310" y="66040"/>
                  </a:lnTo>
                  <a:lnTo>
                    <a:pt x="955040" y="66040"/>
                  </a:lnTo>
                  <a:lnTo>
                    <a:pt x="955040" y="67310"/>
                  </a:lnTo>
                  <a:lnTo>
                    <a:pt x="20320" y="67310"/>
                  </a:lnTo>
                  <a:lnTo>
                    <a:pt x="20320" y="66040"/>
                  </a:lnTo>
                  <a:lnTo>
                    <a:pt x="19050" y="66040"/>
                  </a:lnTo>
                  <a:lnTo>
                    <a:pt x="19050" y="67310"/>
                  </a:lnTo>
                  <a:lnTo>
                    <a:pt x="17780" y="67310"/>
                  </a:lnTo>
                  <a:lnTo>
                    <a:pt x="17780" y="69850"/>
                  </a:lnTo>
                  <a:lnTo>
                    <a:pt x="16510" y="69850"/>
                  </a:lnTo>
                  <a:lnTo>
                    <a:pt x="16510" y="72390"/>
                  </a:lnTo>
                  <a:lnTo>
                    <a:pt x="15240" y="72390"/>
                  </a:lnTo>
                  <a:lnTo>
                    <a:pt x="15240" y="73660"/>
                  </a:lnTo>
                  <a:lnTo>
                    <a:pt x="13970" y="73660"/>
                  </a:lnTo>
                  <a:lnTo>
                    <a:pt x="13970" y="76200"/>
                  </a:lnTo>
                  <a:lnTo>
                    <a:pt x="961390" y="76200"/>
                  </a:lnTo>
                  <a:lnTo>
                    <a:pt x="961390" y="73660"/>
                  </a:lnTo>
                  <a:close/>
                </a:path>
                <a:path w="977900" h="99060">
                  <a:moveTo>
                    <a:pt x="963930" y="76200"/>
                  </a:moveTo>
                  <a:lnTo>
                    <a:pt x="962660" y="76200"/>
                  </a:lnTo>
                  <a:lnTo>
                    <a:pt x="962660" y="78740"/>
                  </a:lnTo>
                  <a:lnTo>
                    <a:pt x="963930" y="78740"/>
                  </a:lnTo>
                  <a:lnTo>
                    <a:pt x="963930" y="76200"/>
                  </a:lnTo>
                  <a:close/>
                </a:path>
                <a:path w="977900" h="99060">
                  <a:moveTo>
                    <a:pt x="970280" y="86360"/>
                  </a:moveTo>
                  <a:lnTo>
                    <a:pt x="969010" y="86360"/>
                  </a:lnTo>
                  <a:lnTo>
                    <a:pt x="969010" y="85090"/>
                  </a:lnTo>
                  <a:lnTo>
                    <a:pt x="967740" y="85090"/>
                  </a:lnTo>
                  <a:lnTo>
                    <a:pt x="967740" y="82550"/>
                  </a:lnTo>
                  <a:lnTo>
                    <a:pt x="966470" y="82550"/>
                  </a:lnTo>
                  <a:lnTo>
                    <a:pt x="966470" y="80010"/>
                  </a:lnTo>
                  <a:lnTo>
                    <a:pt x="965200" y="80010"/>
                  </a:lnTo>
                  <a:lnTo>
                    <a:pt x="965200" y="78740"/>
                  </a:lnTo>
                  <a:lnTo>
                    <a:pt x="963930" y="78740"/>
                  </a:lnTo>
                  <a:lnTo>
                    <a:pt x="963930" y="80010"/>
                  </a:lnTo>
                  <a:lnTo>
                    <a:pt x="8890" y="80010"/>
                  </a:lnTo>
                  <a:lnTo>
                    <a:pt x="8890" y="82550"/>
                  </a:lnTo>
                  <a:lnTo>
                    <a:pt x="7620" y="82550"/>
                  </a:lnTo>
                  <a:lnTo>
                    <a:pt x="7620" y="85090"/>
                  </a:lnTo>
                  <a:lnTo>
                    <a:pt x="6350" y="85090"/>
                  </a:lnTo>
                  <a:lnTo>
                    <a:pt x="6350" y="86360"/>
                  </a:lnTo>
                  <a:lnTo>
                    <a:pt x="5080" y="86360"/>
                  </a:lnTo>
                  <a:lnTo>
                    <a:pt x="5080" y="88900"/>
                  </a:lnTo>
                  <a:lnTo>
                    <a:pt x="970280" y="88900"/>
                  </a:lnTo>
                  <a:lnTo>
                    <a:pt x="970280" y="86360"/>
                  </a:lnTo>
                  <a:close/>
                </a:path>
                <a:path w="977900" h="99060">
                  <a:moveTo>
                    <a:pt x="972820" y="88900"/>
                  </a:moveTo>
                  <a:lnTo>
                    <a:pt x="971550" y="88900"/>
                  </a:lnTo>
                  <a:lnTo>
                    <a:pt x="971550" y="91440"/>
                  </a:lnTo>
                  <a:lnTo>
                    <a:pt x="972820" y="91440"/>
                  </a:lnTo>
                  <a:lnTo>
                    <a:pt x="972820" y="88900"/>
                  </a:lnTo>
                  <a:close/>
                </a:path>
                <a:path w="977900" h="99060">
                  <a:moveTo>
                    <a:pt x="975360" y="92710"/>
                  </a:moveTo>
                  <a:lnTo>
                    <a:pt x="974090" y="92710"/>
                  </a:lnTo>
                  <a:lnTo>
                    <a:pt x="974090" y="91440"/>
                  </a:lnTo>
                  <a:lnTo>
                    <a:pt x="972820" y="91440"/>
                  </a:lnTo>
                  <a:lnTo>
                    <a:pt x="972820" y="92710"/>
                  </a:lnTo>
                  <a:lnTo>
                    <a:pt x="0" y="92710"/>
                  </a:lnTo>
                  <a:lnTo>
                    <a:pt x="0" y="95250"/>
                  </a:lnTo>
                  <a:lnTo>
                    <a:pt x="975360" y="95250"/>
                  </a:lnTo>
                  <a:lnTo>
                    <a:pt x="975360" y="92710"/>
                  </a:lnTo>
                  <a:close/>
                </a:path>
                <a:path w="977900" h="99060">
                  <a:moveTo>
                    <a:pt x="976630" y="95250"/>
                  </a:moveTo>
                  <a:lnTo>
                    <a:pt x="975360" y="95250"/>
                  </a:lnTo>
                  <a:lnTo>
                    <a:pt x="975360" y="97790"/>
                  </a:lnTo>
                  <a:lnTo>
                    <a:pt x="976630" y="97790"/>
                  </a:lnTo>
                  <a:lnTo>
                    <a:pt x="976630" y="95250"/>
                  </a:lnTo>
                  <a:close/>
                </a:path>
                <a:path w="977900" h="99060">
                  <a:moveTo>
                    <a:pt x="977900" y="97790"/>
                  </a:moveTo>
                  <a:lnTo>
                    <a:pt x="976630" y="97790"/>
                  </a:lnTo>
                  <a:lnTo>
                    <a:pt x="976630" y="99060"/>
                  </a:lnTo>
                  <a:lnTo>
                    <a:pt x="977900" y="99060"/>
                  </a:lnTo>
                  <a:lnTo>
                    <a:pt x="977900" y="977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5">
              <a:extLst>
                <a:ext uri="{FF2B5EF4-FFF2-40B4-BE49-F238E27FC236}">
                  <a16:creationId xmlns:a16="http://schemas.microsoft.com/office/drawing/2014/main" id="{091A0463-2D2A-AD43-E3D9-486478371966}"/>
                </a:ext>
              </a:extLst>
            </p:cNvPr>
            <p:cNvSpPr/>
            <p:nvPr/>
          </p:nvSpPr>
          <p:spPr>
            <a:xfrm>
              <a:off x="2526030" y="2573019"/>
              <a:ext cx="778510" cy="91440"/>
            </a:xfrm>
            <a:custGeom>
              <a:avLst/>
              <a:gdLst/>
              <a:ahLst/>
              <a:cxnLst/>
              <a:rect l="l" t="t" r="r" b="b"/>
              <a:pathLst>
                <a:path w="778510" h="91439">
                  <a:moveTo>
                    <a:pt x="8890" y="82550"/>
                  </a:moveTo>
                  <a:lnTo>
                    <a:pt x="6350" y="82550"/>
                  </a:lnTo>
                  <a:lnTo>
                    <a:pt x="6350" y="85090"/>
                  </a:lnTo>
                  <a:lnTo>
                    <a:pt x="8890" y="85090"/>
                  </a:lnTo>
                  <a:lnTo>
                    <a:pt x="8890" y="82550"/>
                  </a:lnTo>
                  <a:close/>
                </a:path>
                <a:path w="778510" h="91439">
                  <a:moveTo>
                    <a:pt x="19050" y="76200"/>
                  </a:moveTo>
                  <a:lnTo>
                    <a:pt x="17780" y="76200"/>
                  </a:lnTo>
                  <a:lnTo>
                    <a:pt x="17780" y="78740"/>
                  </a:lnTo>
                  <a:lnTo>
                    <a:pt x="19050" y="78740"/>
                  </a:lnTo>
                  <a:lnTo>
                    <a:pt x="19050" y="76200"/>
                  </a:lnTo>
                  <a:close/>
                </a:path>
                <a:path w="778510" h="91439">
                  <a:moveTo>
                    <a:pt x="30480" y="69850"/>
                  </a:moveTo>
                  <a:lnTo>
                    <a:pt x="27940" y="69850"/>
                  </a:lnTo>
                  <a:lnTo>
                    <a:pt x="27940" y="72390"/>
                  </a:lnTo>
                  <a:lnTo>
                    <a:pt x="30480" y="72390"/>
                  </a:lnTo>
                  <a:lnTo>
                    <a:pt x="30480" y="69850"/>
                  </a:lnTo>
                  <a:close/>
                </a:path>
                <a:path w="778510" h="91439">
                  <a:moveTo>
                    <a:pt x="43180" y="63500"/>
                  </a:moveTo>
                  <a:lnTo>
                    <a:pt x="40640" y="63500"/>
                  </a:lnTo>
                  <a:lnTo>
                    <a:pt x="40640" y="66040"/>
                  </a:lnTo>
                  <a:lnTo>
                    <a:pt x="43180" y="66040"/>
                  </a:lnTo>
                  <a:lnTo>
                    <a:pt x="43180" y="63500"/>
                  </a:lnTo>
                  <a:close/>
                </a:path>
                <a:path w="778510" h="91439">
                  <a:moveTo>
                    <a:pt x="55880" y="57150"/>
                  </a:moveTo>
                  <a:lnTo>
                    <a:pt x="53340" y="57150"/>
                  </a:lnTo>
                  <a:lnTo>
                    <a:pt x="53340" y="59690"/>
                  </a:lnTo>
                  <a:lnTo>
                    <a:pt x="55880" y="59690"/>
                  </a:lnTo>
                  <a:lnTo>
                    <a:pt x="55880" y="57150"/>
                  </a:lnTo>
                  <a:close/>
                </a:path>
                <a:path w="778510" h="91439">
                  <a:moveTo>
                    <a:pt x="71120" y="50800"/>
                  </a:moveTo>
                  <a:lnTo>
                    <a:pt x="67310" y="50800"/>
                  </a:lnTo>
                  <a:lnTo>
                    <a:pt x="67310" y="53340"/>
                  </a:lnTo>
                  <a:lnTo>
                    <a:pt x="71120" y="53340"/>
                  </a:lnTo>
                  <a:lnTo>
                    <a:pt x="71120" y="50800"/>
                  </a:lnTo>
                  <a:close/>
                </a:path>
                <a:path w="778510" h="91439">
                  <a:moveTo>
                    <a:pt x="87630" y="44450"/>
                  </a:moveTo>
                  <a:lnTo>
                    <a:pt x="83820" y="44450"/>
                  </a:lnTo>
                  <a:lnTo>
                    <a:pt x="83820" y="46990"/>
                  </a:lnTo>
                  <a:lnTo>
                    <a:pt x="87630" y="46990"/>
                  </a:lnTo>
                  <a:lnTo>
                    <a:pt x="87630" y="44450"/>
                  </a:lnTo>
                  <a:close/>
                </a:path>
                <a:path w="778510" h="91439">
                  <a:moveTo>
                    <a:pt x="104140" y="38100"/>
                  </a:moveTo>
                  <a:lnTo>
                    <a:pt x="101600" y="38100"/>
                  </a:lnTo>
                  <a:lnTo>
                    <a:pt x="101600" y="40640"/>
                  </a:lnTo>
                  <a:lnTo>
                    <a:pt x="104140" y="40640"/>
                  </a:lnTo>
                  <a:lnTo>
                    <a:pt x="104140" y="38100"/>
                  </a:lnTo>
                  <a:close/>
                </a:path>
                <a:path w="778510" h="91439">
                  <a:moveTo>
                    <a:pt x="123190" y="31750"/>
                  </a:moveTo>
                  <a:lnTo>
                    <a:pt x="119380" y="31750"/>
                  </a:lnTo>
                  <a:lnTo>
                    <a:pt x="119380" y="34290"/>
                  </a:lnTo>
                  <a:lnTo>
                    <a:pt x="123190" y="34290"/>
                  </a:lnTo>
                  <a:lnTo>
                    <a:pt x="123190" y="31750"/>
                  </a:lnTo>
                  <a:close/>
                </a:path>
                <a:path w="778510" h="91439">
                  <a:moveTo>
                    <a:pt x="143510" y="25400"/>
                  </a:moveTo>
                  <a:lnTo>
                    <a:pt x="138430" y="25400"/>
                  </a:lnTo>
                  <a:lnTo>
                    <a:pt x="138430" y="27940"/>
                  </a:lnTo>
                  <a:lnTo>
                    <a:pt x="143510" y="27940"/>
                  </a:lnTo>
                  <a:lnTo>
                    <a:pt x="143510" y="25400"/>
                  </a:lnTo>
                  <a:close/>
                </a:path>
                <a:path w="778510" h="91439">
                  <a:moveTo>
                    <a:pt x="166370" y="19050"/>
                  </a:moveTo>
                  <a:lnTo>
                    <a:pt x="161290" y="19050"/>
                  </a:lnTo>
                  <a:lnTo>
                    <a:pt x="161290" y="21590"/>
                  </a:lnTo>
                  <a:lnTo>
                    <a:pt x="166370" y="21590"/>
                  </a:lnTo>
                  <a:lnTo>
                    <a:pt x="166370" y="19050"/>
                  </a:lnTo>
                  <a:close/>
                </a:path>
                <a:path w="778510" h="91439">
                  <a:moveTo>
                    <a:pt x="191770" y="12700"/>
                  </a:moveTo>
                  <a:lnTo>
                    <a:pt x="187960" y="12700"/>
                  </a:lnTo>
                  <a:lnTo>
                    <a:pt x="187960" y="15240"/>
                  </a:lnTo>
                  <a:lnTo>
                    <a:pt x="191770" y="15240"/>
                  </a:lnTo>
                  <a:lnTo>
                    <a:pt x="191770" y="12700"/>
                  </a:lnTo>
                  <a:close/>
                </a:path>
                <a:path w="778510" h="91439">
                  <a:moveTo>
                    <a:pt x="226060" y="6350"/>
                  </a:moveTo>
                  <a:lnTo>
                    <a:pt x="218440" y="6350"/>
                  </a:lnTo>
                  <a:lnTo>
                    <a:pt x="218440" y="8890"/>
                  </a:lnTo>
                  <a:lnTo>
                    <a:pt x="226060" y="8890"/>
                  </a:lnTo>
                  <a:lnTo>
                    <a:pt x="226060" y="6350"/>
                  </a:lnTo>
                  <a:close/>
                </a:path>
                <a:path w="778510" h="91439">
                  <a:moveTo>
                    <a:pt x="270510" y="0"/>
                  </a:moveTo>
                  <a:lnTo>
                    <a:pt x="260350" y="0"/>
                  </a:lnTo>
                  <a:lnTo>
                    <a:pt x="260350" y="2540"/>
                  </a:lnTo>
                  <a:lnTo>
                    <a:pt x="270510" y="2540"/>
                  </a:lnTo>
                  <a:lnTo>
                    <a:pt x="270510" y="0"/>
                  </a:lnTo>
                  <a:close/>
                </a:path>
                <a:path w="778510" h="91439">
                  <a:moveTo>
                    <a:pt x="505460" y="0"/>
                  </a:moveTo>
                  <a:lnTo>
                    <a:pt x="495287" y="0"/>
                  </a:lnTo>
                  <a:lnTo>
                    <a:pt x="495287" y="2540"/>
                  </a:lnTo>
                  <a:lnTo>
                    <a:pt x="505460" y="2540"/>
                  </a:lnTo>
                  <a:lnTo>
                    <a:pt x="505460" y="0"/>
                  </a:lnTo>
                  <a:close/>
                </a:path>
                <a:path w="778510" h="91439">
                  <a:moveTo>
                    <a:pt x="539750" y="3810"/>
                  </a:moveTo>
                  <a:lnTo>
                    <a:pt x="525780" y="3810"/>
                  </a:lnTo>
                  <a:lnTo>
                    <a:pt x="525780" y="2540"/>
                  </a:lnTo>
                  <a:lnTo>
                    <a:pt x="515620" y="2540"/>
                  </a:lnTo>
                  <a:lnTo>
                    <a:pt x="515620" y="3810"/>
                  </a:lnTo>
                  <a:lnTo>
                    <a:pt x="250190" y="3810"/>
                  </a:lnTo>
                  <a:lnTo>
                    <a:pt x="250190" y="2540"/>
                  </a:lnTo>
                  <a:lnTo>
                    <a:pt x="240030" y="2540"/>
                  </a:lnTo>
                  <a:lnTo>
                    <a:pt x="240030" y="3810"/>
                  </a:lnTo>
                  <a:lnTo>
                    <a:pt x="234950" y="3810"/>
                  </a:lnTo>
                  <a:lnTo>
                    <a:pt x="234950" y="6350"/>
                  </a:lnTo>
                  <a:lnTo>
                    <a:pt x="539750" y="6350"/>
                  </a:lnTo>
                  <a:lnTo>
                    <a:pt x="539750" y="3810"/>
                  </a:lnTo>
                  <a:close/>
                </a:path>
                <a:path w="778510" h="91439">
                  <a:moveTo>
                    <a:pt x="549910" y="6350"/>
                  </a:moveTo>
                  <a:lnTo>
                    <a:pt x="543560" y="6350"/>
                  </a:lnTo>
                  <a:lnTo>
                    <a:pt x="543560" y="8890"/>
                  </a:lnTo>
                  <a:lnTo>
                    <a:pt x="549910" y="8890"/>
                  </a:lnTo>
                  <a:lnTo>
                    <a:pt x="549910" y="6350"/>
                  </a:lnTo>
                  <a:close/>
                </a:path>
                <a:path w="778510" h="91439">
                  <a:moveTo>
                    <a:pt x="570230" y="10160"/>
                  </a:moveTo>
                  <a:lnTo>
                    <a:pt x="563867" y="10160"/>
                  </a:lnTo>
                  <a:lnTo>
                    <a:pt x="563867" y="8890"/>
                  </a:lnTo>
                  <a:lnTo>
                    <a:pt x="557517" y="8890"/>
                  </a:lnTo>
                  <a:lnTo>
                    <a:pt x="557517" y="10160"/>
                  </a:lnTo>
                  <a:lnTo>
                    <a:pt x="212090" y="10160"/>
                  </a:lnTo>
                  <a:lnTo>
                    <a:pt x="212090" y="8890"/>
                  </a:lnTo>
                  <a:lnTo>
                    <a:pt x="205740" y="8890"/>
                  </a:lnTo>
                  <a:lnTo>
                    <a:pt x="205740" y="10160"/>
                  </a:lnTo>
                  <a:lnTo>
                    <a:pt x="198120" y="10160"/>
                  </a:lnTo>
                  <a:lnTo>
                    <a:pt x="198120" y="12700"/>
                  </a:lnTo>
                  <a:lnTo>
                    <a:pt x="570230" y="12700"/>
                  </a:lnTo>
                  <a:lnTo>
                    <a:pt x="570230" y="10160"/>
                  </a:lnTo>
                  <a:close/>
                </a:path>
                <a:path w="778510" h="91439">
                  <a:moveTo>
                    <a:pt x="586740" y="12700"/>
                  </a:moveTo>
                  <a:lnTo>
                    <a:pt x="577850" y="12700"/>
                  </a:lnTo>
                  <a:lnTo>
                    <a:pt x="577850" y="15240"/>
                  </a:lnTo>
                  <a:lnTo>
                    <a:pt x="586740" y="15240"/>
                  </a:lnTo>
                  <a:lnTo>
                    <a:pt x="586740" y="12700"/>
                  </a:lnTo>
                  <a:close/>
                </a:path>
                <a:path w="778510" h="91439">
                  <a:moveTo>
                    <a:pt x="599440" y="16510"/>
                  </a:moveTo>
                  <a:lnTo>
                    <a:pt x="594360" y="16510"/>
                  </a:lnTo>
                  <a:lnTo>
                    <a:pt x="594360" y="15240"/>
                  </a:lnTo>
                  <a:lnTo>
                    <a:pt x="589267" y="15240"/>
                  </a:lnTo>
                  <a:lnTo>
                    <a:pt x="589267" y="16510"/>
                  </a:lnTo>
                  <a:lnTo>
                    <a:pt x="181610" y="16510"/>
                  </a:lnTo>
                  <a:lnTo>
                    <a:pt x="181610" y="15240"/>
                  </a:lnTo>
                  <a:lnTo>
                    <a:pt x="176530" y="15240"/>
                  </a:lnTo>
                  <a:lnTo>
                    <a:pt x="176530" y="16510"/>
                  </a:lnTo>
                  <a:lnTo>
                    <a:pt x="171450" y="16510"/>
                  </a:lnTo>
                  <a:lnTo>
                    <a:pt x="171450" y="19050"/>
                  </a:lnTo>
                  <a:lnTo>
                    <a:pt x="599440" y="19050"/>
                  </a:lnTo>
                  <a:lnTo>
                    <a:pt x="599440" y="16510"/>
                  </a:lnTo>
                  <a:close/>
                </a:path>
                <a:path w="778510" h="91439">
                  <a:moveTo>
                    <a:pt x="609587" y="19050"/>
                  </a:moveTo>
                  <a:lnTo>
                    <a:pt x="604520" y="19050"/>
                  </a:lnTo>
                  <a:lnTo>
                    <a:pt x="604520" y="21590"/>
                  </a:lnTo>
                  <a:lnTo>
                    <a:pt x="609587" y="21590"/>
                  </a:lnTo>
                  <a:lnTo>
                    <a:pt x="609587" y="19050"/>
                  </a:lnTo>
                  <a:close/>
                </a:path>
                <a:path w="778510" h="91439">
                  <a:moveTo>
                    <a:pt x="624840" y="22860"/>
                  </a:moveTo>
                  <a:lnTo>
                    <a:pt x="619760" y="22860"/>
                  </a:lnTo>
                  <a:lnTo>
                    <a:pt x="619760" y="21590"/>
                  </a:lnTo>
                  <a:lnTo>
                    <a:pt x="614667" y="21590"/>
                  </a:lnTo>
                  <a:lnTo>
                    <a:pt x="614667" y="22860"/>
                  </a:lnTo>
                  <a:lnTo>
                    <a:pt x="156210" y="22860"/>
                  </a:lnTo>
                  <a:lnTo>
                    <a:pt x="156210" y="21590"/>
                  </a:lnTo>
                  <a:lnTo>
                    <a:pt x="151130" y="21590"/>
                  </a:lnTo>
                  <a:lnTo>
                    <a:pt x="151130" y="22860"/>
                  </a:lnTo>
                  <a:lnTo>
                    <a:pt x="146050" y="22860"/>
                  </a:lnTo>
                  <a:lnTo>
                    <a:pt x="146050" y="25400"/>
                  </a:lnTo>
                  <a:lnTo>
                    <a:pt x="624840" y="25400"/>
                  </a:lnTo>
                  <a:lnTo>
                    <a:pt x="624840" y="22860"/>
                  </a:lnTo>
                  <a:close/>
                </a:path>
                <a:path w="778510" h="91439">
                  <a:moveTo>
                    <a:pt x="633730" y="25400"/>
                  </a:moveTo>
                  <a:lnTo>
                    <a:pt x="631190" y="25400"/>
                  </a:lnTo>
                  <a:lnTo>
                    <a:pt x="631190" y="27940"/>
                  </a:lnTo>
                  <a:lnTo>
                    <a:pt x="633730" y="27940"/>
                  </a:lnTo>
                  <a:lnTo>
                    <a:pt x="633730" y="25400"/>
                  </a:lnTo>
                  <a:close/>
                </a:path>
                <a:path w="778510" h="91439">
                  <a:moveTo>
                    <a:pt x="645160" y="29210"/>
                  </a:moveTo>
                  <a:lnTo>
                    <a:pt x="641337" y="29210"/>
                  </a:lnTo>
                  <a:lnTo>
                    <a:pt x="641337" y="27940"/>
                  </a:lnTo>
                  <a:lnTo>
                    <a:pt x="637540" y="27940"/>
                  </a:lnTo>
                  <a:lnTo>
                    <a:pt x="637540" y="29210"/>
                  </a:lnTo>
                  <a:lnTo>
                    <a:pt x="134620" y="29210"/>
                  </a:lnTo>
                  <a:lnTo>
                    <a:pt x="134620" y="27940"/>
                  </a:lnTo>
                  <a:lnTo>
                    <a:pt x="130810" y="27940"/>
                  </a:lnTo>
                  <a:lnTo>
                    <a:pt x="130810" y="29210"/>
                  </a:lnTo>
                  <a:lnTo>
                    <a:pt x="127000" y="29210"/>
                  </a:lnTo>
                  <a:lnTo>
                    <a:pt x="127000" y="31750"/>
                  </a:lnTo>
                  <a:lnTo>
                    <a:pt x="645160" y="31750"/>
                  </a:lnTo>
                  <a:lnTo>
                    <a:pt x="645160" y="29210"/>
                  </a:lnTo>
                  <a:close/>
                </a:path>
                <a:path w="778510" h="91439">
                  <a:moveTo>
                    <a:pt x="652780" y="31750"/>
                  </a:moveTo>
                  <a:lnTo>
                    <a:pt x="648970" y="31750"/>
                  </a:lnTo>
                  <a:lnTo>
                    <a:pt x="648970" y="34290"/>
                  </a:lnTo>
                  <a:lnTo>
                    <a:pt x="652780" y="34290"/>
                  </a:lnTo>
                  <a:lnTo>
                    <a:pt x="652780" y="31750"/>
                  </a:lnTo>
                  <a:close/>
                </a:path>
                <a:path w="778510" h="91439">
                  <a:moveTo>
                    <a:pt x="664210" y="35560"/>
                  </a:moveTo>
                  <a:lnTo>
                    <a:pt x="660387" y="35560"/>
                  </a:lnTo>
                  <a:lnTo>
                    <a:pt x="660387" y="34290"/>
                  </a:lnTo>
                  <a:lnTo>
                    <a:pt x="656590" y="34290"/>
                  </a:lnTo>
                  <a:lnTo>
                    <a:pt x="656590" y="35560"/>
                  </a:lnTo>
                  <a:lnTo>
                    <a:pt x="115570" y="35560"/>
                  </a:lnTo>
                  <a:lnTo>
                    <a:pt x="115570" y="34290"/>
                  </a:lnTo>
                  <a:lnTo>
                    <a:pt x="111760" y="34290"/>
                  </a:lnTo>
                  <a:lnTo>
                    <a:pt x="111760" y="35560"/>
                  </a:lnTo>
                  <a:lnTo>
                    <a:pt x="107950" y="35560"/>
                  </a:lnTo>
                  <a:lnTo>
                    <a:pt x="107950" y="38100"/>
                  </a:lnTo>
                  <a:lnTo>
                    <a:pt x="664210" y="38100"/>
                  </a:lnTo>
                  <a:lnTo>
                    <a:pt x="664210" y="35560"/>
                  </a:lnTo>
                  <a:close/>
                </a:path>
                <a:path w="778510" h="91439">
                  <a:moveTo>
                    <a:pt x="673100" y="38100"/>
                  </a:moveTo>
                  <a:lnTo>
                    <a:pt x="668020" y="38100"/>
                  </a:lnTo>
                  <a:lnTo>
                    <a:pt x="668020" y="40640"/>
                  </a:lnTo>
                  <a:lnTo>
                    <a:pt x="673100" y="40640"/>
                  </a:lnTo>
                  <a:lnTo>
                    <a:pt x="673100" y="38100"/>
                  </a:lnTo>
                  <a:close/>
                </a:path>
                <a:path w="778510" h="91439">
                  <a:moveTo>
                    <a:pt x="681990" y="41910"/>
                  </a:moveTo>
                  <a:lnTo>
                    <a:pt x="678180" y="41910"/>
                  </a:lnTo>
                  <a:lnTo>
                    <a:pt x="678180" y="40640"/>
                  </a:lnTo>
                  <a:lnTo>
                    <a:pt x="675640" y="40640"/>
                  </a:lnTo>
                  <a:lnTo>
                    <a:pt x="675640" y="41910"/>
                  </a:lnTo>
                  <a:lnTo>
                    <a:pt x="97790" y="41910"/>
                  </a:lnTo>
                  <a:lnTo>
                    <a:pt x="97790" y="40640"/>
                  </a:lnTo>
                  <a:lnTo>
                    <a:pt x="93980" y="40640"/>
                  </a:lnTo>
                  <a:lnTo>
                    <a:pt x="93980" y="41910"/>
                  </a:lnTo>
                  <a:lnTo>
                    <a:pt x="90170" y="41910"/>
                  </a:lnTo>
                  <a:lnTo>
                    <a:pt x="90170" y="44450"/>
                  </a:lnTo>
                  <a:lnTo>
                    <a:pt x="681990" y="44450"/>
                  </a:lnTo>
                  <a:lnTo>
                    <a:pt x="681990" y="41910"/>
                  </a:lnTo>
                  <a:close/>
                </a:path>
                <a:path w="778510" h="91439">
                  <a:moveTo>
                    <a:pt x="688340" y="44450"/>
                  </a:moveTo>
                  <a:lnTo>
                    <a:pt x="685800" y="44450"/>
                  </a:lnTo>
                  <a:lnTo>
                    <a:pt x="685800" y="46990"/>
                  </a:lnTo>
                  <a:lnTo>
                    <a:pt x="688340" y="46990"/>
                  </a:lnTo>
                  <a:lnTo>
                    <a:pt x="688340" y="44450"/>
                  </a:lnTo>
                  <a:close/>
                </a:path>
                <a:path w="778510" h="91439">
                  <a:moveTo>
                    <a:pt x="698500" y="48260"/>
                  </a:moveTo>
                  <a:lnTo>
                    <a:pt x="694690" y="48260"/>
                  </a:lnTo>
                  <a:lnTo>
                    <a:pt x="694690" y="46990"/>
                  </a:lnTo>
                  <a:lnTo>
                    <a:pt x="692150" y="46990"/>
                  </a:lnTo>
                  <a:lnTo>
                    <a:pt x="692150" y="48260"/>
                  </a:lnTo>
                  <a:lnTo>
                    <a:pt x="81280" y="48260"/>
                  </a:lnTo>
                  <a:lnTo>
                    <a:pt x="81280" y="46990"/>
                  </a:lnTo>
                  <a:lnTo>
                    <a:pt x="77470" y="46990"/>
                  </a:lnTo>
                  <a:lnTo>
                    <a:pt x="77470" y="48260"/>
                  </a:lnTo>
                  <a:lnTo>
                    <a:pt x="74930" y="48260"/>
                  </a:lnTo>
                  <a:lnTo>
                    <a:pt x="74930" y="50800"/>
                  </a:lnTo>
                  <a:lnTo>
                    <a:pt x="698500" y="50800"/>
                  </a:lnTo>
                  <a:lnTo>
                    <a:pt x="698500" y="48260"/>
                  </a:lnTo>
                  <a:close/>
                </a:path>
                <a:path w="778510" h="91439">
                  <a:moveTo>
                    <a:pt x="704837" y="50800"/>
                  </a:moveTo>
                  <a:lnTo>
                    <a:pt x="701040" y="50800"/>
                  </a:lnTo>
                  <a:lnTo>
                    <a:pt x="701040" y="53340"/>
                  </a:lnTo>
                  <a:lnTo>
                    <a:pt x="704837" y="53340"/>
                  </a:lnTo>
                  <a:lnTo>
                    <a:pt x="704837" y="50800"/>
                  </a:lnTo>
                  <a:close/>
                </a:path>
                <a:path w="778510" h="91439">
                  <a:moveTo>
                    <a:pt x="713740" y="54610"/>
                  </a:moveTo>
                  <a:lnTo>
                    <a:pt x="712470" y="54610"/>
                  </a:lnTo>
                  <a:lnTo>
                    <a:pt x="712470" y="53340"/>
                  </a:lnTo>
                  <a:lnTo>
                    <a:pt x="708660" y="53340"/>
                  </a:lnTo>
                  <a:lnTo>
                    <a:pt x="708660" y="54610"/>
                  </a:lnTo>
                  <a:lnTo>
                    <a:pt x="64770" y="54610"/>
                  </a:lnTo>
                  <a:lnTo>
                    <a:pt x="64770" y="53340"/>
                  </a:lnTo>
                  <a:lnTo>
                    <a:pt x="62230" y="53340"/>
                  </a:lnTo>
                  <a:lnTo>
                    <a:pt x="62230" y="54610"/>
                  </a:lnTo>
                  <a:lnTo>
                    <a:pt x="58420" y="54610"/>
                  </a:lnTo>
                  <a:lnTo>
                    <a:pt x="58420" y="57150"/>
                  </a:lnTo>
                  <a:lnTo>
                    <a:pt x="713740" y="57150"/>
                  </a:lnTo>
                  <a:lnTo>
                    <a:pt x="713740" y="54610"/>
                  </a:lnTo>
                  <a:close/>
                </a:path>
                <a:path w="778510" h="91439">
                  <a:moveTo>
                    <a:pt x="718820" y="57150"/>
                  </a:moveTo>
                  <a:lnTo>
                    <a:pt x="716280" y="57150"/>
                  </a:lnTo>
                  <a:lnTo>
                    <a:pt x="716280" y="59690"/>
                  </a:lnTo>
                  <a:lnTo>
                    <a:pt x="718820" y="59690"/>
                  </a:lnTo>
                  <a:lnTo>
                    <a:pt x="718820" y="57150"/>
                  </a:lnTo>
                  <a:close/>
                </a:path>
                <a:path w="778510" h="91439">
                  <a:moveTo>
                    <a:pt x="726440" y="60960"/>
                  </a:moveTo>
                  <a:lnTo>
                    <a:pt x="723887" y="60960"/>
                  </a:lnTo>
                  <a:lnTo>
                    <a:pt x="723887" y="59690"/>
                  </a:lnTo>
                  <a:lnTo>
                    <a:pt x="721360" y="59690"/>
                  </a:lnTo>
                  <a:lnTo>
                    <a:pt x="721360" y="60960"/>
                  </a:lnTo>
                  <a:lnTo>
                    <a:pt x="50800" y="60960"/>
                  </a:lnTo>
                  <a:lnTo>
                    <a:pt x="50800" y="59690"/>
                  </a:lnTo>
                  <a:lnTo>
                    <a:pt x="48260" y="59690"/>
                  </a:lnTo>
                  <a:lnTo>
                    <a:pt x="48260" y="60960"/>
                  </a:lnTo>
                  <a:lnTo>
                    <a:pt x="45720" y="60960"/>
                  </a:lnTo>
                  <a:lnTo>
                    <a:pt x="45720" y="63500"/>
                  </a:lnTo>
                  <a:lnTo>
                    <a:pt x="726440" y="63500"/>
                  </a:lnTo>
                  <a:lnTo>
                    <a:pt x="726440" y="60960"/>
                  </a:lnTo>
                  <a:close/>
                </a:path>
                <a:path w="778510" h="91439">
                  <a:moveTo>
                    <a:pt x="731520" y="63500"/>
                  </a:moveTo>
                  <a:lnTo>
                    <a:pt x="728980" y="63500"/>
                  </a:lnTo>
                  <a:lnTo>
                    <a:pt x="728980" y="66040"/>
                  </a:lnTo>
                  <a:lnTo>
                    <a:pt x="731520" y="66040"/>
                  </a:lnTo>
                  <a:lnTo>
                    <a:pt x="731520" y="63500"/>
                  </a:lnTo>
                  <a:close/>
                </a:path>
                <a:path w="778510" h="91439">
                  <a:moveTo>
                    <a:pt x="739140" y="67310"/>
                  </a:moveTo>
                  <a:lnTo>
                    <a:pt x="736587" y="67310"/>
                  </a:lnTo>
                  <a:lnTo>
                    <a:pt x="736587" y="66040"/>
                  </a:lnTo>
                  <a:lnTo>
                    <a:pt x="734060" y="66040"/>
                  </a:lnTo>
                  <a:lnTo>
                    <a:pt x="734060" y="67310"/>
                  </a:lnTo>
                  <a:lnTo>
                    <a:pt x="38100" y="67310"/>
                  </a:lnTo>
                  <a:lnTo>
                    <a:pt x="38100" y="66040"/>
                  </a:lnTo>
                  <a:lnTo>
                    <a:pt x="35560" y="66040"/>
                  </a:lnTo>
                  <a:lnTo>
                    <a:pt x="35560" y="67310"/>
                  </a:lnTo>
                  <a:lnTo>
                    <a:pt x="33020" y="67310"/>
                  </a:lnTo>
                  <a:lnTo>
                    <a:pt x="33020" y="69850"/>
                  </a:lnTo>
                  <a:lnTo>
                    <a:pt x="739140" y="69850"/>
                  </a:lnTo>
                  <a:lnTo>
                    <a:pt x="739140" y="67310"/>
                  </a:lnTo>
                  <a:close/>
                </a:path>
                <a:path w="778510" h="91439">
                  <a:moveTo>
                    <a:pt x="744220" y="69850"/>
                  </a:moveTo>
                  <a:lnTo>
                    <a:pt x="741680" y="69850"/>
                  </a:lnTo>
                  <a:lnTo>
                    <a:pt x="741680" y="72390"/>
                  </a:lnTo>
                  <a:lnTo>
                    <a:pt x="744220" y="72390"/>
                  </a:lnTo>
                  <a:lnTo>
                    <a:pt x="744220" y="69850"/>
                  </a:lnTo>
                  <a:close/>
                </a:path>
                <a:path w="778510" h="91439">
                  <a:moveTo>
                    <a:pt x="751840" y="73660"/>
                  </a:moveTo>
                  <a:lnTo>
                    <a:pt x="749300" y="73660"/>
                  </a:lnTo>
                  <a:lnTo>
                    <a:pt x="749300" y="72390"/>
                  </a:lnTo>
                  <a:lnTo>
                    <a:pt x="748030" y="72390"/>
                  </a:lnTo>
                  <a:lnTo>
                    <a:pt x="748030" y="73660"/>
                  </a:lnTo>
                  <a:lnTo>
                    <a:pt x="26670" y="73660"/>
                  </a:lnTo>
                  <a:lnTo>
                    <a:pt x="26670" y="72390"/>
                  </a:lnTo>
                  <a:lnTo>
                    <a:pt x="24130" y="72390"/>
                  </a:lnTo>
                  <a:lnTo>
                    <a:pt x="24130" y="73660"/>
                  </a:lnTo>
                  <a:lnTo>
                    <a:pt x="21590" y="73660"/>
                  </a:lnTo>
                  <a:lnTo>
                    <a:pt x="21590" y="76200"/>
                  </a:lnTo>
                  <a:lnTo>
                    <a:pt x="751840" y="76200"/>
                  </a:lnTo>
                  <a:lnTo>
                    <a:pt x="751840" y="73660"/>
                  </a:lnTo>
                  <a:close/>
                </a:path>
                <a:path w="778510" h="91439">
                  <a:moveTo>
                    <a:pt x="756920" y="76200"/>
                  </a:moveTo>
                  <a:lnTo>
                    <a:pt x="754380" y="76200"/>
                  </a:lnTo>
                  <a:lnTo>
                    <a:pt x="754380" y="78740"/>
                  </a:lnTo>
                  <a:lnTo>
                    <a:pt x="756920" y="78740"/>
                  </a:lnTo>
                  <a:lnTo>
                    <a:pt x="756920" y="76200"/>
                  </a:lnTo>
                  <a:close/>
                </a:path>
                <a:path w="778510" h="91439">
                  <a:moveTo>
                    <a:pt x="763270" y="80010"/>
                  </a:moveTo>
                  <a:lnTo>
                    <a:pt x="760730" y="80010"/>
                  </a:lnTo>
                  <a:lnTo>
                    <a:pt x="760730" y="78740"/>
                  </a:lnTo>
                  <a:lnTo>
                    <a:pt x="758190" y="78740"/>
                  </a:lnTo>
                  <a:lnTo>
                    <a:pt x="758190" y="80010"/>
                  </a:lnTo>
                  <a:lnTo>
                    <a:pt x="15240" y="80010"/>
                  </a:lnTo>
                  <a:lnTo>
                    <a:pt x="15240" y="78740"/>
                  </a:lnTo>
                  <a:lnTo>
                    <a:pt x="12700" y="78740"/>
                  </a:lnTo>
                  <a:lnTo>
                    <a:pt x="12700" y="80010"/>
                  </a:lnTo>
                  <a:lnTo>
                    <a:pt x="10160" y="80010"/>
                  </a:lnTo>
                  <a:lnTo>
                    <a:pt x="10160" y="82550"/>
                  </a:lnTo>
                  <a:lnTo>
                    <a:pt x="763270" y="82550"/>
                  </a:lnTo>
                  <a:lnTo>
                    <a:pt x="763270" y="80010"/>
                  </a:lnTo>
                  <a:close/>
                </a:path>
                <a:path w="778510" h="91439">
                  <a:moveTo>
                    <a:pt x="767080" y="82550"/>
                  </a:moveTo>
                  <a:lnTo>
                    <a:pt x="764540" y="82550"/>
                  </a:lnTo>
                  <a:lnTo>
                    <a:pt x="764540" y="85090"/>
                  </a:lnTo>
                  <a:lnTo>
                    <a:pt x="767080" y="85090"/>
                  </a:lnTo>
                  <a:lnTo>
                    <a:pt x="767080" y="82550"/>
                  </a:lnTo>
                  <a:close/>
                </a:path>
                <a:path w="778510" h="91439">
                  <a:moveTo>
                    <a:pt x="773430" y="86360"/>
                  </a:moveTo>
                  <a:lnTo>
                    <a:pt x="772160" y="86360"/>
                  </a:lnTo>
                  <a:lnTo>
                    <a:pt x="772160" y="85090"/>
                  </a:lnTo>
                  <a:lnTo>
                    <a:pt x="769620" y="85090"/>
                  </a:lnTo>
                  <a:lnTo>
                    <a:pt x="769620" y="86360"/>
                  </a:lnTo>
                  <a:lnTo>
                    <a:pt x="3810" y="86360"/>
                  </a:lnTo>
                  <a:lnTo>
                    <a:pt x="3810" y="85090"/>
                  </a:lnTo>
                  <a:lnTo>
                    <a:pt x="2540" y="85090"/>
                  </a:lnTo>
                  <a:lnTo>
                    <a:pt x="2540" y="86360"/>
                  </a:lnTo>
                  <a:lnTo>
                    <a:pt x="0" y="86360"/>
                  </a:lnTo>
                  <a:lnTo>
                    <a:pt x="0" y="88900"/>
                  </a:lnTo>
                  <a:lnTo>
                    <a:pt x="773430" y="88900"/>
                  </a:lnTo>
                  <a:lnTo>
                    <a:pt x="773430" y="86360"/>
                  </a:lnTo>
                  <a:close/>
                </a:path>
                <a:path w="778510" h="91439">
                  <a:moveTo>
                    <a:pt x="778510" y="88900"/>
                  </a:moveTo>
                  <a:lnTo>
                    <a:pt x="775970" y="88900"/>
                  </a:lnTo>
                  <a:lnTo>
                    <a:pt x="775970" y="91440"/>
                  </a:lnTo>
                  <a:lnTo>
                    <a:pt x="778510" y="91440"/>
                  </a:lnTo>
                  <a:lnTo>
                    <a:pt x="778510" y="889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296">
              <a:extLst>
                <a:ext uri="{FF2B5EF4-FFF2-40B4-BE49-F238E27FC236}">
                  <a16:creationId xmlns:a16="http://schemas.microsoft.com/office/drawing/2014/main" id="{4FFDE258-E21F-13F1-B591-7212C00E3518}"/>
                </a:ext>
              </a:extLst>
            </p:cNvPr>
            <p:cNvSpPr/>
            <p:nvPr/>
          </p:nvSpPr>
          <p:spPr>
            <a:xfrm>
              <a:off x="2470150" y="2566669"/>
              <a:ext cx="887730" cy="535940"/>
            </a:xfrm>
            <a:custGeom>
              <a:avLst/>
              <a:gdLst/>
              <a:ahLst/>
              <a:cxnLst/>
              <a:rect l="l" t="t" r="r" b="b"/>
              <a:pathLst>
                <a:path w="887729" h="535939">
                  <a:moveTo>
                    <a:pt x="443230" y="0"/>
                  </a:moveTo>
                  <a:lnTo>
                    <a:pt x="389890" y="0"/>
                  </a:lnTo>
                  <a:lnTo>
                    <a:pt x="389890" y="2540"/>
                  </a:lnTo>
                  <a:lnTo>
                    <a:pt x="443230" y="2540"/>
                  </a:lnTo>
                  <a:lnTo>
                    <a:pt x="443230" y="0"/>
                  </a:lnTo>
                  <a:close/>
                </a:path>
                <a:path w="887729" h="535939">
                  <a:moveTo>
                    <a:pt x="496570" y="0"/>
                  </a:moveTo>
                  <a:lnTo>
                    <a:pt x="444500" y="0"/>
                  </a:lnTo>
                  <a:lnTo>
                    <a:pt x="444500" y="2540"/>
                  </a:lnTo>
                  <a:lnTo>
                    <a:pt x="496570" y="2540"/>
                  </a:lnTo>
                  <a:lnTo>
                    <a:pt x="496570" y="0"/>
                  </a:lnTo>
                  <a:close/>
                </a:path>
                <a:path w="887729" h="535939">
                  <a:moveTo>
                    <a:pt x="546100" y="3810"/>
                  </a:moveTo>
                  <a:lnTo>
                    <a:pt x="521970" y="3810"/>
                  </a:lnTo>
                  <a:lnTo>
                    <a:pt x="521970" y="2540"/>
                  </a:lnTo>
                  <a:lnTo>
                    <a:pt x="505460" y="2540"/>
                  </a:lnTo>
                  <a:lnTo>
                    <a:pt x="505460" y="3810"/>
                  </a:lnTo>
                  <a:lnTo>
                    <a:pt x="365760" y="3810"/>
                  </a:lnTo>
                  <a:lnTo>
                    <a:pt x="365760" y="2540"/>
                  </a:lnTo>
                  <a:lnTo>
                    <a:pt x="349250" y="2540"/>
                  </a:lnTo>
                  <a:lnTo>
                    <a:pt x="349250" y="3810"/>
                  </a:lnTo>
                  <a:lnTo>
                    <a:pt x="340360" y="3810"/>
                  </a:lnTo>
                  <a:lnTo>
                    <a:pt x="340360" y="6350"/>
                  </a:lnTo>
                  <a:lnTo>
                    <a:pt x="546100" y="6350"/>
                  </a:lnTo>
                  <a:lnTo>
                    <a:pt x="546100" y="3810"/>
                  </a:lnTo>
                  <a:close/>
                </a:path>
                <a:path w="887729" h="535939">
                  <a:moveTo>
                    <a:pt x="561340" y="6350"/>
                  </a:moveTo>
                  <a:lnTo>
                    <a:pt x="551167" y="6350"/>
                  </a:lnTo>
                  <a:lnTo>
                    <a:pt x="551167" y="8890"/>
                  </a:lnTo>
                  <a:lnTo>
                    <a:pt x="561340" y="8890"/>
                  </a:lnTo>
                  <a:lnTo>
                    <a:pt x="561340" y="6350"/>
                  </a:lnTo>
                  <a:close/>
                </a:path>
                <a:path w="887729" h="535939">
                  <a:moveTo>
                    <a:pt x="887730" y="398780"/>
                  </a:moveTo>
                  <a:lnTo>
                    <a:pt x="0" y="398780"/>
                  </a:lnTo>
                  <a:lnTo>
                    <a:pt x="0" y="401320"/>
                  </a:lnTo>
                  <a:lnTo>
                    <a:pt x="2540" y="401320"/>
                  </a:lnTo>
                  <a:lnTo>
                    <a:pt x="2540" y="402590"/>
                  </a:lnTo>
                  <a:lnTo>
                    <a:pt x="3810" y="402590"/>
                  </a:lnTo>
                  <a:lnTo>
                    <a:pt x="3810" y="405130"/>
                  </a:lnTo>
                  <a:lnTo>
                    <a:pt x="7620" y="405130"/>
                  </a:lnTo>
                  <a:lnTo>
                    <a:pt x="7620" y="407670"/>
                  </a:lnTo>
                  <a:lnTo>
                    <a:pt x="10160" y="407670"/>
                  </a:lnTo>
                  <a:lnTo>
                    <a:pt x="10160" y="408940"/>
                  </a:lnTo>
                  <a:lnTo>
                    <a:pt x="11430" y="408940"/>
                  </a:lnTo>
                  <a:lnTo>
                    <a:pt x="11430" y="411480"/>
                  </a:lnTo>
                  <a:lnTo>
                    <a:pt x="13970" y="411480"/>
                  </a:lnTo>
                  <a:lnTo>
                    <a:pt x="13970" y="414020"/>
                  </a:lnTo>
                  <a:lnTo>
                    <a:pt x="17780" y="414020"/>
                  </a:lnTo>
                  <a:lnTo>
                    <a:pt x="17780" y="415290"/>
                  </a:lnTo>
                  <a:lnTo>
                    <a:pt x="19050" y="415290"/>
                  </a:lnTo>
                  <a:lnTo>
                    <a:pt x="19050" y="417830"/>
                  </a:lnTo>
                  <a:lnTo>
                    <a:pt x="22860" y="417830"/>
                  </a:lnTo>
                  <a:lnTo>
                    <a:pt x="22860" y="420370"/>
                  </a:lnTo>
                  <a:lnTo>
                    <a:pt x="25400" y="420370"/>
                  </a:lnTo>
                  <a:lnTo>
                    <a:pt x="25400" y="421640"/>
                  </a:lnTo>
                  <a:lnTo>
                    <a:pt x="27940" y="421640"/>
                  </a:lnTo>
                  <a:lnTo>
                    <a:pt x="27940" y="424180"/>
                  </a:lnTo>
                  <a:lnTo>
                    <a:pt x="30480" y="424180"/>
                  </a:lnTo>
                  <a:lnTo>
                    <a:pt x="30480" y="426720"/>
                  </a:lnTo>
                  <a:lnTo>
                    <a:pt x="34290" y="426720"/>
                  </a:lnTo>
                  <a:lnTo>
                    <a:pt x="34290" y="427990"/>
                  </a:lnTo>
                  <a:lnTo>
                    <a:pt x="35560" y="427990"/>
                  </a:lnTo>
                  <a:lnTo>
                    <a:pt x="35560" y="430530"/>
                  </a:lnTo>
                  <a:lnTo>
                    <a:pt x="39370" y="430530"/>
                  </a:lnTo>
                  <a:lnTo>
                    <a:pt x="39370" y="433070"/>
                  </a:lnTo>
                  <a:lnTo>
                    <a:pt x="43180" y="433070"/>
                  </a:lnTo>
                  <a:lnTo>
                    <a:pt x="43180" y="434340"/>
                  </a:lnTo>
                  <a:lnTo>
                    <a:pt x="44450" y="434340"/>
                  </a:lnTo>
                  <a:lnTo>
                    <a:pt x="44450" y="436880"/>
                  </a:lnTo>
                  <a:lnTo>
                    <a:pt x="48260" y="436880"/>
                  </a:lnTo>
                  <a:lnTo>
                    <a:pt x="48260" y="439420"/>
                  </a:lnTo>
                  <a:lnTo>
                    <a:pt x="52070" y="439420"/>
                  </a:lnTo>
                  <a:lnTo>
                    <a:pt x="52070" y="440690"/>
                  </a:lnTo>
                  <a:lnTo>
                    <a:pt x="54610" y="440690"/>
                  </a:lnTo>
                  <a:lnTo>
                    <a:pt x="54610" y="443230"/>
                  </a:lnTo>
                  <a:lnTo>
                    <a:pt x="58420" y="443230"/>
                  </a:lnTo>
                  <a:lnTo>
                    <a:pt x="58420" y="445770"/>
                  </a:lnTo>
                  <a:lnTo>
                    <a:pt x="63500" y="445770"/>
                  </a:lnTo>
                  <a:lnTo>
                    <a:pt x="63500" y="447040"/>
                  </a:lnTo>
                  <a:lnTo>
                    <a:pt x="66040" y="447040"/>
                  </a:lnTo>
                  <a:lnTo>
                    <a:pt x="66040" y="449580"/>
                  </a:lnTo>
                  <a:lnTo>
                    <a:pt x="69850" y="449580"/>
                  </a:lnTo>
                  <a:lnTo>
                    <a:pt x="69850" y="452120"/>
                  </a:lnTo>
                  <a:lnTo>
                    <a:pt x="73660" y="452120"/>
                  </a:lnTo>
                  <a:lnTo>
                    <a:pt x="73660" y="453390"/>
                  </a:lnTo>
                  <a:lnTo>
                    <a:pt x="76200" y="453390"/>
                  </a:lnTo>
                  <a:lnTo>
                    <a:pt x="76200" y="455930"/>
                  </a:lnTo>
                  <a:lnTo>
                    <a:pt x="81280" y="455930"/>
                  </a:lnTo>
                  <a:lnTo>
                    <a:pt x="81280" y="458470"/>
                  </a:lnTo>
                  <a:lnTo>
                    <a:pt x="86360" y="458470"/>
                  </a:lnTo>
                  <a:lnTo>
                    <a:pt x="86360" y="459740"/>
                  </a:lnTo>
                  <a:lnTo>
                    <a:pt x="88900" y="459740"/>
                  </a:lnTo>
                  <a:lnTo>
                    <a:pt x="88900" y="462280"/>
                  </a:lnTo>
                  <a:lnTo>
                    <a:pt x="93980" y="462280"/>
                  </a:lnTo>
                  <a:lnTo>
                    <a:pt x="93980" y="464820"/>
                  </a:lnTo>
                  <a:lnTo>
                    <a:pt x="100330" y="464820"/>
                  </a:lnTo>
                  <a:lnTo>
                    <a:pt x="100330" y="466090"/>
                  </a:lnTo>
                  <a:lnTo>
                    <a:pt x="102870" y="466090"/>
                  </a:lnTo>
                  <a:lnTo>
                    <a:pt x="102870" y="468630"/>
                  </a:lnTo>
                  <a:lnTo>
                    <a:pt x="107950" y="468630"/>
                  </a:lnTo>
                  <a:lnTo>
                    <a:pt x="107950" y="471170"/>
                  </a:lnTo>
                  <a:lnTo>
                    <a:pt x="113030" y="471170"/>
                  </a:lnTo>
                  <a:lnTo>
                    <a:pt x="113030" y="472440"/>
                  </a:lnTo>
                  <a:lnTo>
                    <a:pt x="115570" y="472440"/>
                  </a:lnTo>
                  <a:lnTo>
                    <a:pt x="115570" y="474980"/>
                  </a:lnTo>
                  <a:lnTo>
                    <a:pt x="121920" y="474980"/>
                  </a:lnTo>
                  <a:lnTo>
                    <a:pt x="121920" y="477520"/>
                  </a:lnTo>
                  <a:lnTo>
                    <a:pt x="129540" y="477520"/>
                  </a:lnTo>
                  <a:lnTo>
                    <a:pt x="129540" y="478790"/>
                  </a:lnTo>
                  <a:lnTo>
                    <a:pt x="132080" y="478790"/>
                  </a:lnTo>
                  <a:lnTo>
                    <a:pt x="132080" y="481330"/>
                  </a:lnTo>
                  <a:lnTo>
                    <a:pt x="138430" y="481330"/>
                  </a:lnTo>
                  <a:lnTo>
                    <a:pt x="138430" y="483870"/>
                  </a:lnTo>
                  <a:lnTo>
                    <a:pt x="144780" y="483870"/>
                  </a:lnTo>
                  <a:lnTo>
                    <a:pt x="144780" y="485140"/>
                  </a:lnTo>
                  <a:lnTo>
                    <a:pt x="148590" y="485140"/>
                  </a:lnTo>
                  <a:lnTo>
                    <a:pt x="148590" y="487680"/>
                  </a:lnTo>
                  <a:lnTo>
                    <a:pt x="154940" y="487680"/>
                  </a:lnTo>
                  <a:lnTo>
                    <a:pt x="154940" y="490220"/>
                  </a:lnTo>
                  <a:lnTo>
                    <a:pt x="162560" y="490220"/>
                  </a:lnTo>
                  <a:lnTo>
                    <a:pt x="162560" y="491490"/>
                  </a:lnTo>
                  <a:lnTo>
                    <a:pt x="166370" y="491490"/>
                  </a:lnTo>
                  <a:lnTo>
                    <a:pt x="166370" y="494030"/>
                  </a:lnTo>
                  <a:lnTo>
                    <a:pt x="173990" y="494030"/>
                  </a:lnTo>
                  <a:lnTo>
                    <a:pt x="173990" y="496570"/>
                  </a:lnTo>
                  <a:lnTo>
                    <a:pt x="181610" y="496570"/>
                  </a:lnTo>
                  <a:lnTo>
                    <a:pt x="181610" y="497840"/>
                  </a:lnTo>
                  <a:lnTo>
                    <a:pt x="185420" y="497840"/>
                  </a:lnTo>
                  <a:lnTo>
                    <a:pt x="185420" y="500380"/>
                  </a:lnTo>
                  <a:lnTo>
                    <a:pt x="193040" y="500380"/>
                  </a:lnTo>
                  <a:lnTo>
                    <a:pt x="193040" y="502920"/>
                  </a:lnTo>
                  <a:lnTo>
                    <a:pt x="199390" y="502920"/>
                  </a:lnTo>
                  <a:lnTo>
                    <a:pt x="199390" y="504190"/>
                  </a:lnTo>
                  <a:lnTo>
                    <a:pt x="205740" y="504190"/>
                  </a:lnTo>
                  <a:lnTo>
                    <a:pt x="205740" y="506730"/>
                  </a:lnTo>
                  <a:lnTo>
                    <a:pt x="215900" y="506730"/>
                  </a:lnTo>
                  <a:lnTo>
                    <a:pt x="215900" y="509270"/>
                  </a:lnTo>
                  <a:lnTo>
                    <a:pt x="226060" y="509270"/>
                  </a:lnTo>
                  <a:lnTo>
                    <a:pt x="226060" y="510540"/>
                  </a:lnTo>
                  <a:lnTo>
                    <a:pt x="231140" y="510540"/>
                  </a:lnTo>
                  <a:lnTo>
                    <a:pt x="231140" y="513080"/>
                  </a:lnTo>
                  <a:lnTo>
                    <a:pt x="241300" y="513080"/>
                  </a:lnTo>
                  <a:lnTo>
                    <a:pt x="241300" y="515620"/>
                  </a:lnTo>
                  <a:lnTo>
                    <a:pt x="252730" y="515620"/>
                  </a:lnTo>
                  <a:lnTo>
                    <a:pt x="252730" y="516890"/>
                  </a:lnTo>
                  <a:lnTo>
                    <a:pt x="260350" y="516890"/>
                  </a:lnTo>
                  <a:lnTo>
                    <a:pt x="260350" y="519430"/>
                  </a:lnTo>
                  <a:lnTo>
                    <a:pt x="273050" y="519430"/>
                  </a:lnTo>
                  <a:lnTo>
                    <a:pt x="273050" y="521970"/>
                  </a:lnTo>
                  <a:lnTo>
                    <a:pt x="287020" y="521970"/>
                  </a:lnTo>
                  <a:lnTo>
                    <a:pt x="287020" y="523240"/>
                  </a:lnTo>
                  <a:lnTo>
                    <a:pt x="290830" y="523240"/>
                  </a:lnTo>
                  <a:lnTo>
                    <a:pt x="290830" y="525780"/>
                  </a:lnTo>
                  <a:lnTo>
                    <a:pt x="314960" y="525780"/>
                  </a:lnTo>
                  <a:lnTo>
                    <a:pt x="314960" y="528320"/>
                  </a:lnTo>
                  <a:lnTo>
                    <a:pt x="335280" y="528320"/>
                  </a:lnTo>
                  <a:lnTo>
                    <a:pt x="335280" y="529590"/>
                  </a:lnTo>
                  <a:lnTo>
                    <a:pt x="340360" y="529590"/>
                  </a:lnTo>
                  <a:lnTo>
                    <a:pt x="340360" y="532130"/>
                  </a:lnTo>
                  <a:lnTo>
                    <a:pt x="381000" y="532130"/>
                  </a:lnTo>
                  <a:lnTo>
                    <a:pt x="381000" y="534670"/>
                  </a:lnTo>
                  <a:lnTo>
                    <a:pt x="443230" y="534670"/>
                  </a:lnTo>
                  <a:lnTo>
                    <a:pt x="443230" y="535940"/>
                  </a:lnTo>
                  <a:lnTo>
                    <a:pt x="444500" y="535940"/>
                  </a:lnTo>
                  <a:lnTo>
                    <a:pt x="444500" y="534670"/>
                  </a:lnTo>
                  <a:lnTo>
                    <a:pt x="520700" y="534670"/>
                  </a:lnTo>
                  <a:lnTo>
                    <a:pt x="520700" y="532130"/>
                  </a:lnTo>
                  <a:lnTo>
                    <a:pt x="546100" y="532130"/>
                  </a:lnTo>
                  <a:lnTo>
                    <a:pt x="546100" y="529590"/>
                  </a:lnTo>
                  <a:lnTo>
                    <a:pt x="560070" y="529590"/>
                  </a:lnTo>
                  <a:lnTo>
                    <a:pt x="560070" y="528320"/>
                  </a:lnTo>
                  <a:lnTo>
                    <a:pt x="580390" y="528320"/>
                  </a:lnTo>
                  <a:lnTo>
                    <a:pt x="580390" y="525780"/>
                  </a:lnTo>
                  <a:lnTo>
                    <a:pt x="595630" y="525780"/>
                  </a:lnTo>
                  <a:lnTo>
                    <a:pt x="595630" y="523240"/>
                  </a:lnTo>
                  <a:lnTo>
                    <a:pt x="604520" y="523240"/>
                  </a:lnTo>
                  <a:lnTo>
                    <a:pt x="604520" y="521970"/>
                  </a:lnTo>
                  <a:lnTo>
                    <a:pt x="618490" y="521970"/>
                  </a:lnTo>
                  <a:lnTo>
                    <a:pt x="618490" y="519430"/>
                  </a:lnTo>
                  <a:lnTo>
                    <a:pt x="632460" y="519430"/>
                  </a:lnTo>
                  <a:lnTo>
                    <a:pt x="632460" y="516890"/>
                  </a:lnTo>
                  <a:lnTo>
                    <a:pt x="638810" y="516890"/>
                  </a:lnTo>
                  <a:lnTo>
                    <a:pt x="638810" y="515620"/>
                  </a:lnTo>
                  <a:lnTo>
                    <a:pt x="648970" y="515620"/>
                  </a:lnTo>
                  <a:lnTo>
                    <a:pt x="648970" y="513080"/>
                  </a:lnTo>
                  <a:lnTo>
                    <a:pt x="659117" y="513080"/>
                  </a:lnTo>
                  <a:lnTo>
                    <a:pt x="659117" y="510540"/>
                  </a:lnTo>
                  <a:lnTo>
                    <a:pt x="664210" y="510540"/>
                  </a:lnTo>
                  <a:lnTo>
                    <a:pt x="664210" y="509270"/>
                  </a:lnTo>
                  <a:lnTo>
                    <a:pt x="674370" y="509270"/>
                  </a:lnTo>
                  <a:lnTo>
                    <a:pt x="674370" y="506730"/>
                  </a:lnTo>
                  <a:lnTo>
                    <a:pt x="684517" y="506730"/>
                  </a:lnTo>
                  <a:lnTo>
                    <a:pt x="684517" y="504190"/>
                  </a:lnTo>
                  <a:lnTo>
                    <a:pt x="687070" y="504190"/>
                  </a:lnTo>
                  <a:lnTo>
                    <a:pt x="687070" y="502920"/>
                  </a:lnTo>
                  <a:lnTo>
                    <a:pt x="695947" y="502920"/>
                  </a:lnTo>
                  <a:lnTo>
                    <a:pt x="695947" y="500380"/>
                  </a:lnTo>
                  <a:lnTo>
                    <a:pt x="703567" y="500380"/>
                  </a:lnTo>
                  <a:lnTo>
                    <a:pt x="703567" y="497840"/>
                  </a:lnTo>
                  <a:lnTo>
                    <a:pt x="707390" y="497840"/>
                  </a:lnTo>
                  <a:lnTo>
                    <a:pt x="707390" y="496570"/>
                  </a:lnTo>
                  <a:lnTo>
                    <a:pt x="714997" y="496570"/>
                  </a:lnTo>
                  <a:lnTo>
                    <a:pt x="714997" y="494030"/>
                  </a:lnTo>
                  <a:lnTo>
                    <a:pt x="722617" y="494030"/>
                  </a:lnTo>
                  <a:lnTo>
                    <a:pt x="722617" y="491490"/>
                  </a:lnTo>
                  <a:lnTo>
                    <a:pt x="726440" y="491490"/>
                  </a:lnTo>
                  <a:lnTo>
                    <a:pt x="726440" y="490220"/>
                  </a:lnTo>
                  <a:lnTo>
                    <a:pt x="732790" y="490220"/>
                  </a:lnTo>
                  <a:lnTo>
                    <a:pt x="732790" y="487680"/>
                  </a:lnTo>
                  <a:lnTo>
                    <a:pt x="740397" y="487680"/>
                  </a:lnTo>
                  <a:lnTo>
                    <a:pt x="740397" y="485140"/>
                  </a:lnTo>
                  <a:lnTo>
                    <a:pt x="742950" y="485140"/>
                  </a:lnTo>
                  <a:lnTo>
                    <a:pt x="742950" y="483870"/>
                  </a:lnTo>
                  <a:lnTo>
                    <a:pt x="749300" y="483870"/>
                  </a:lnTo>
                  <a:lnTo>
                    <a:pt x="749300" y="481330"/>
                  </a:lnTo>
                  <a:lnTo>
                    <a:pt x="755650" y="481330"/>
                  </a:lnTo>
                  <a:lnTo>
                    <a:pt x="755650" y="478790"/>
                  </a:lnTo>
                  <a:lnTo>
                    <a:pt x="759447" y="478790"/>
                  </a:lnTo>
                  <a:lnTo>
                    <a:pt x="759447" y="477520"/>
                  </a:lnTo>
                  <a:lnTo>
                    <a:pt x="765810" y="477520"/>
                  </a:lnTo>
                  <a:lnTo>
                    <a:pt x="765810" y="474980"/>
                  </a:lnTo>
                  <a:lnTo>
                    <a:pt x="772160" y="474980"/>
                  </a:lnTo>
                  <a:lnTo>
                    <a:pt x="772160" y="472440"/>
                  </a:lnTo>
                  <a:lnTo>
                    <a:pt x="774700" y="472440"/>
                  </a:lnTo>
                  <a:lnTo>
                    <a:pt x="774700" y="471170"/>
                  </a:lnTo>
                  <a:lnTo>
                    <a:pt x="779780" y="471170"/>
                  </a:lnTo>
                  <a:lnTo>
                    <a:pt x="779780" y="468630"/>
                  </a:lnTo>
                  <a:lnTo>
                    <a:pt x="786117" y="468630"/>
                  </a:lnTo>
                  <a:lnTo>
                    <a:pt x="786117" y="466090"/>
                  </a:lnTo>
                  <a:lnTo>
                    <a:pt x="788670" y="466090"/>
                  </a:lnTo>
                  <a:lnTo>
                    <a:pt x="788670" y="464820"/>
                  </a:lnTo>
                  <a:lnTo>
                    <a:pt x="793750" y="464820"/>
                  </a:lnTo>
                  <a:lnTo>
                    <a:pt x="793750" y="462280"/>
                  </a:lnTo>
                  <a:lnTo>
                    <a:pt x="798817" y="462280"/>
                  </a:lnTo>
                  <a:lnTo>
                    <a:pt x="798817" y="459740"/>
                  </a:lnTo>
                  <a:lnTo>
                    <a:pt x="801370" y="459740"/>
                  </a:lnTo>
                  <a:lnTo>
                    <a:pt x="801370" y="458470"/>
                  </a:lnTo>
                  <a:lnTo>
                    <a:pt x="806450" y="458470"/>
                  </a:lnTo>
                  <a:lnTo>
                    <a:pt x="806450" y="455930"/>
                  </a:lnTo>
                  <a:lnTo>
                    <a:pt x="811517" y="455930"/>
                  </a:lnTo>
                  <a:lnTo>
                    <a:pt x="811517" y="453390"/>
                  </a:lnTo>
                  <a:lnTo>
                    <a:pt x="812800" y="453390"/>
                  </a:lnTo>
                  <a:lnTo>
                    <a:pt x="812800" y="452120"/>
                  </a:lnTo>
                  <a:lnTo>
                    <a:pt x="817867" y="452120"/>
                  </a:lnTo>
                  <a:lnTo>
                    <a:pt x="817867" y="449580"/>
                  </a:lnTo>
                  <a:lnTo>
                    <a:pt x="821690" y="449580"/>
                  </a:lnTo>
                  <a:lnTo>
                    <a:pt x="821690" y="447040"/>
                  </a:lnTo>
                  <a:lnTo>
                    <a:pt x="824217" y="447040"/>
                  </a:lnTo>
                  <a:lnTo>
                    <a:pt x="824217" y="445770"/>
                  </a:lnTo>
                  <a:lnTo>
                    <a:pt x="828040" y="445770"/>
                  </a:lnTo>
                  <a:lnTo>
                    <a:pt x="828040" y="443230"/>
                  </a:lnTo>
                  <a:lnTo>
                    <a:pt x="833120" y="443230"/>
                  </a:lnTo>
                  <a:lnTo>
                    <a:pt x="833120" y="440690"/>
                  </a:lnTo>
                  <a:lnTo>
                    <a:pt x="835660" y="440690"/>
                  </a:lnTo>
                  <a:lnTo>
                    <a:pt x="835660" y="439420"/>
                  </a:lnTo>
                  <a:lnTo>
                    <a:pt x="839470" y="439420"/>
                  </a:lnTo>
                  <a:lnTo>
                    <a:pt x="839470" y="436880"/>
                  </a:lnTo>
                  <a:lnTo>
                    <a:pt x="842010" y="436880"/>
                  </a:lnTo>
                  <a:lnTo>
                    <a:pt x="842010" y="434340"/>
                  </a:lnTo>
                  <a:lnTo>
                    <a:pt x="844550" y="434340"/>
                  </a:lnTo>
                  <a:lnTo>
                    <a:pt x="844550" y="433070"/>
                  </a:lnTo>
                  <a:lnTo>
                    <a:pt x="847090" y="433070"/>
                  </a:lnTo>
                  <a:lnTo>
                    <a:pt x="847090" y="430530"/>
                  </a:lnTo>
                  <a:lnTo>
                    <a:pt x="850900" y="430530"/>
                  </a:lnTo>
                  <a:lnTo>
                    <a:pt x="850900" y="427990"/>
                  </a:lnTo>
                  <a:lnTo>
                    <a:pt x="852170" y="427990"/>
                  </a:lnTo>
                  <a:lnTo>
                    <a:pt x="852170" y="426720"/>
                  </a:lnTo>
                  <a:lnTo>
                    <a:pt x="855967" y="426720"/>
                  </a:lnTo>
                  <a:lnTo>
                    <a:pt x="855967" y="424180"/>
                  </a:lnTo>
                  <a:lnTo>
                    <a:pt x="859790" y="424180"/>
                  </a:lnTo>
                  <a:lnTo>
                    <a:pt x="859790" y="421640"/>
                  </a:lnTo>
                  <a:lnTo>
                    <a:pt x="861060" y="421640"/>
                  </a:lnTo>
                  <a:lnTo>
                    <a:pt x="861060" y="420370"/>
                  </a:lnTo>
                  <a:lnTo>
                    <a:pt x="864870" y="420370"/>
                  </a:lnTo>
                  <a:lnTo>
                    <a:pt x="864870" y="417830"/>
                  </a:lnTo>
                  <a:lnTo>
                    <a:pt x="867410" y="417830"/>
                  </a:lnTo>
                  <a:lnTo>
                    <a:pt x="867410" y="415290"/>
                  </a:lnTo>
                  <a:lnTo>
                    <a:pt x="868680" y="415290"/>
                  </a:lnTo>
                  <a:lnTo>
                    <a:pt x="868680" y="414020"/>
                  </a:lnTo>
                  <a:lnTo>
                    <a:pt x="872490" y="414020"/>
                  </a:lnTo>
                  <a:lnTo>
                    <a:pt x="872490" y="411480"/>
                  </a:lnTo>
                  <a:lnTo>
                    <a:pt x="875030" y="411480"/>
                  </a:lnTo>
                  <a:lnTo>
                    <a:pt x="875030" y="408940"/>
                  </a:lnTo>
                  <a:lnTo>
                    <a:pt x="876300" y="408940"/>
                  </a:lnTo>
                  <a:lnTo>
                    <a:pt x="876300" y="407670"/>
                  </a:lnTo>
                  <a:lnTo>
                    <a:pt x="880110" y="407670"/>
                  </a:lnTo>
                  <a:lnTo>
                    <a:pt x="880110" y="405130"/>
                  </a:lnTo>
                  <a:lnTo>
                    <a:pt x="882650" y="405130"/>
                  </a:lnTo>
                  <a:lnTo>
                    <a:pt x="882650" y="402590"/>
                  </a:lnTo>
                  <a:lnTo>
                    <a:pt x="883920" y="402590"/>
                  </a:lnTo>
                  <a:lnTo>
                    <a:pt x="883920" y="401320"/>
                  </a:lnTo>
                  <a:lnTo>
                    <a:pt x="887730" y="401320"/>
                  </a:lnTo>
                  <a:lnTo>
                    <a:pt x="887730" y="3987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297">
              <a:extLst>
                <a:ext uri="{FF2B5EF4-FFF2-40B4-BE49-F238E27FC236}">
                  <a16:creationId xmlns:a16="http://schemas.microsoft.com/office/drawing/2014/main" id="{0F8BCB7B-5156-412F-F041-2AA9AFB1286D}"/>
                </a:ext>
              </a:extLst>
            </p:cNvPr>
            <p:cNvSpPr/>
            <p:nvPr/>
          </p:nvSpPr>
          <p:spPr>
            <a:xfrm>
              <a:off x="2402840" y="2762249"/>
              <a:ext cx="1021080" cy="205740"/>
            </a:xfrm>
            <a:custGeom>
              <a:avLst/>
              <a:gdLst/>
              <a:ahLst/>
              <a:cxnLst/>
              <a:rect l="l" t="t" r="r" b="b"/>
              <a:pathLst>
                <a:path w="1021079" h="205739">
                  <a:moveTo>
                    <a:pt x="1021080" y="66040"/>
                  </a:moveTo>
                  <a:lnTo>
                    <a:pt x="1019810" y="66040"/>
                  </a:lnTo>
                  <a:lnTo>
                    <a:pt x="1019810" y="53340"/>
                  </a:lnTo>
                  <a:lnTo>
                    <a:pt x="1019810" y="50800"/>
                  </a:lnTo>
                  <a:lnTo>
                    <a:pt x="1018540" y="50800"/>
                  </a:lnTo>
                  <a:lnTo>
                    <a:pt x="1018540" y="44450"/>
                  </a:lnTo>
                  <a:lnTo>
                    <a:pt x="1017270" y="44450"/>
                  </a:lnTo>
                  <a:lnTo>
                    <a:pt x="1017270" y="38100"/>
                  </a:lnTo>
                  <a:lnTo>
                    <a:pt x="1016000" y="38100"/>
                  </a:lnTo>
                  <a:lnTo>
                    <a:pt x="1016000" y="34290"/>
                  </a:lnTo>
                  <a:lnTo>
                    <a:pt x="1014730" y="34290"/>
                  </a:lnTo>
                  <a:lnTo>
                    <a:pt x="1014730" y="29210"/>
                  </a:lnTo>
                  <a:lnTo>
                    <a:pt x="1013460" y="29210"/>
                  </a:lnTo>
                  <a:lnTo>
                    <a:pt x="1013460" y="27940"/>
                  </a:lnTo>
                  <a:lnTo>
                    <a:pt x="1012190" y="27940"/>
                  </a:lnTo>
                  <a:lnTo>
                    <a:pt x="1012190" y="25400"/>
                  </a:lnTo>
                  <a:lnTo>
                    <a:pt x="1012190" y="22860"/>
                  </a:lnTo>
                  <a:lnTo>
                    <a:pt x="1010920" y="22860"/>
                  </a:lnTo>
                  <a:lnTo>
                    <a:pt x="1010920" y="21590"/>
                  </a:lnTo>
                  <a:lnTo>
                    <a:pt x="1009650" y="21590"/>
                  </a:lnTo>
                  <a:lnTo>
                    <a:pt x="1009650" y="16510"/>
                  </a:lnTo>
                  <a:lnTo>
                    <a:pt x="1008380" y="16510"/>
                  </a:lnTo>
                  <a:lnTo>
                    <a:pt x="1008380" y="15240"/>
                  </a:lnTo>
                  <a:lnTo>
                    <a:pt x="1008380" y="12700"/>
                  </a:lnTo>
                  <a:lnTo>
                    <a:pt x="1007110" y="12700"/>
                  </a:lnTo>
                  <a:lnTo>
                    <a:pt x="1007110" y="10160"/>
                  </a:lnTo>
                  <a:lnTo>
                    <a:pt x="1005840" y="10160"/>
                  </a:lnTo>
                  <a:lnTo>
                    <a:pt x="1005840" y="8890"/>
                  </a:lnTo>
                  <a:lnTo>
                    <a:pt x="1005840" y="6350"/>
                  </a:lnTo>
                  <a:lnTo>
                    <a:pt x="1004570" y="6350"/>
                  </a:lnTo>
                  <a:lnTo>
                    <a:pt x="1004570" y="3810"/>
                  </a:lnTo>
                  <a:lnTo>
                    <a:pt x="1003300" y="3810"/>
                  </a:lnTo>
                  <a:lnTo>
                    <a:pt x="1003300" y="2540"/>
                  </a:lnTo>
                  <a:lnTo>
                    <a:pt x="1002030" y="2540"/>
                  </a:lnTo>
                  <a:lnTo>
                    <a:pt x="1002030" y="0"/>
                  </a:lnTo>
                  <a:lnTo>
                    <a:pt x="19050" y="0"/>
                  </a:lnTo>
                  <a:lnTo>
                    <a:pt x="19050" y="2540"/>
                  </a:lnTo>
                  <a:lnTo>
                    <a:pt x="17780" y="2540"/>
                  </a:lnTo>
                  <a:lnTo>
                    <a:pt x="17780" y="3810"/>
                  </a:lnTo>
                  <a:lnTo>
                    <a:pt x="16510" y="3810"/>
                  </a:lnTo>
                  <a:lnTo>
                    <a:pt x="16510" y="6350"/>
                  </a:lnTo>
                  <a:lnTo>
                    <a:pt x="15240" y="6350"/>
                  </a:lnTo>
                  <a:lnTo>
                    <a:pt x="15240" y="8890"/>
                  </a:lnTo>
                  <a:lnTo>
                    <a:pt x="13970" y="8890"/>
                  </a:lnTo>
                  <a:lnTo>
                    <a:pt x="13970" y="10160"/>
                  </a:lnTo>
                  <a:lnTo>
                    <a:pt x="13970" y="12700"/>
                  </a:lnTo>
                  <a:lnTo>
                    <a:pt x="12700" y="12700"/>
                  </a:lnTo>
                  <a:lnTo>
                    <a:pt x="12700" y="15240"/>
                  </a:lnTo>
                  <a:lnTo>
                    <a:pt x="11430" y="15240"/>
                  </a:lnTo>
                  <a:lnTo>
                    <a:pt x="11430" y="16510"/>
                  </a:lnTo>
                  <a:lnTo>
                    <a:pt x="10160" y="16510"/>
                  </a:lnTo>
                  <a:lnTo>
                    <a:pt x="10160" y="21590"/>
                  </a:lnTo>
                  <a:lnTo>
                    <a:pt x="8890" y="21590"/>
                  </a:lnTo>
                  <a:lnTo>
                    <a:pt x="8890" y="22860"/>
                  </a:lnTo>
                  <a:lnTo>
                    <a:pt x="8890" y="25400"/>
                  </a:lnTo>
                  <a:lnTo>
                    <a:pt x="7620" y="25400"/>
                  </a:lnTo>
                  <a:lnTo>
                    <a:pt x="7620" y="27940"/>
                  </a:lnTo>
                  <a:lnTo>
                    <a:pt x="7620" y="29210"/>
                  </a:lnTo>
                  <a:lnTo>
                    <a:pt x="6350" y="29210"/>
                  </a:lnTo>
                  <a:lnTo>
                    <a:pt x="6350" y="34290"/>
                  </a:lnTo>
                  <a:lnTo>
                    <a:pt x="5080" y="34290"/>
                  </a:lnTo>
                  <a:lnTo>
                    <a:pt x="5080" y="38100"/>
                  </a:lnTo>
                  <a:lnTo>
                    <a:pt x="3810" y="38100"/>
                  </a:lnTo>
                  <a:lnTo>
                    <a:pt x="3810" y="44450"/>
                  </a:lnTo>
                  <a:lnTo>
                    <a:pt x="2540" y="44450"/>
                  </a:lnTo>
                  <a:lnTo>
                    <a:pt x="2540" y="50800"/>
                  </a:lnTo>
                  <a:lnTo>
                    <a:pt x="2540" y="53340"/>
                  </a:lnTo>
                  <a:lnTo>
                    <a:pt x="1270" y="53340"/>
                  </a:lnTo>
                  <a:lnTo>
                    <a:pt x="1270" y="66040"/>
                  </a:lnTo>
                  <a:lnTo>
                    <a:pt x="0" y="66040"/>
                  </a:lnTo>
                  <a:lnTo>
                    <a:pt x="0" y="78740"/>
                  </a:lnTo>
                  <a:lnTo>
                    <a:pt x="1270" y="78740"/>
                  </a:lnTo>
                  <a:lnTo>
                    <a:pt x="1270" y="92710"/>
                  </a:lnTo>
                  <a:lnTo>
                    <a:pt x="2540" y="92710"/>
                  </a:lnTo>
                  <a:lnTo>
                    <a:pt x="2540" y="101600"/>
                  </a:lnTo>
                  <a:lnTo>
                    <a:pt x="3810" y="101600"/>
                  </a:lnTo>
                  <a:lnTo>
                    <a:pt x="3810" y="105410"/>
                  </a:lnTo>
                  <a:lnTo>
                    <a:pt x="3810" y="107950"/>
                  </a:lnTo>
                  <a:lnTo>
                    <a:pt x="5080" y="107950"/>
                  </a:lnTo>
                  <a:lnTo>
                    <a:pt x="5080" y="110490"/>
                  </a:lnTo>
                  <a:lnTo>
                    <a:pt x="6350" y="110490"/>
                  </a:lnTo>
                  <a:lnTo>
                    <a:pt x="6350" y="114300"/>
                  </a:lnTo>
                  <a:lnTo>
                    <a:pt x="7620" y="114300"/>
                  </a:lnTo>
                  <a:lnTo>
                    <a:pt x="7620" y="118110"/>
                  </a:lnTo>
                  <a:lnTo>
                    <a:pt x="7620" y="120650"/>
                  </a:lnTo>
                  <a:lnTo>
                    <a:pt x="8890" y="120650"/>
                  </a:lnTo>
                  <a:lnTo>
                    <a:pt x="8890" y="124460"/>
                  </a:lnTo>
                  <a:lnTo>
                    <a:pt x="10160" y="124460"/>
                  </a:lnTo>
                  <a:lnTo>
                    <a:pt x="10160" y="129540"/>
                  </a:lnTo>
                  <a:lnTo>
                    <a:pt x="11430" y="129540"/>
                  </a:lnTo>
                  <a:lnTo>
                    <a:pt x="11430" y="130810"/>
                  </a:lnTo>
                  <a:lnTo>
                    <a:pt x="12700" y="130810"/>
                  </a:lnTo>
                  <a:lnTo>
                    <a:pt x="12700" y="133350"/>
                  </a:lnTo>
                  <a:lnTo>
                    <a:pt x="13970" y="133350"/>
                  </a:lnTo>
                  <a:lnTo>
                    <a:pt x="13970" y="135890"/>
                  </a:lnTo>
                  <a:lnTo>
                    <a:pt x="15240" y="135890"/>
                  </a:lnTo>
                  <a:lnTo>
                    <a:pt x="15240" y="137160"/>
                  </a:lnTo>
                  <a:lnTo>
                    <a:pt x="15240" y="139700"/>
                  </a:lnTo>
                  <a:lnTo>
                    <a:pt x="16510" y="139700"/>
                  </a:lnTo>
                  <a:lnTo>
                    <a:pt x="16510" y="142240"/>
                  </a:lnTo>
                  <a:lnTo>
                    <a:pt x="17780" y="142240"/>
                  </a:lnTo>
                  <a:lnTo>
                    <a:pt x="17780" y="143510"/>
                  </a:lnTo>
                  <a:lnTo>
                    <a:pt x="19050" y="143510"/>
                  </a:lnTo>
                  <a:lnTo>
                    <a:pt x="19050" y="146050"/>
                  </a:lnTo>
                  <a:lnTo>
                    <a:pt x="20320" y="146050"/>
                  </a:lnTo>
                  <a:lnTo>
                    <a:pt x="20320" y="148590"/>
                  </a:lnTo>
                  <a:lnTo>
                    <a:pt x="21590" y="148590"/>
                  </a:lnTo>
                  <a:lnTo>
                    <a:pt x="21590" y="152400"/>
                  </a:lnTo>
                  <a:lnTo>
                    <a:pt x="24130" y="152400"/>
                  </a:lnTo>
                  <a:lnTo>
                    <a:pt x="24130" y="154940"/>
                  </a:lnTo>
                  <a:lnTo>
                    <a:pt x="25400" y="154940"/>
                  </a:lnTo>
                  <a:lnTo>
                    <a:pt x="25400" y="156210"/>
                  </a:lnTo>
                  <a:lnTo>
                    <a:pt x="26670" y="156210"/>
                  </a:lnTo>
                  <a:lnTo>
                    <a:pt x="26670" y="158750"/>
                  </a:lnTo>
                  <a:lnTo>
                    <a:pt x="27940" y="158750"/>
                  </a:lnTo>
                  <a:lnTo>
                    <a:pt x="27940" y="161290"/>
                  </a:lnTo>
                  <a:lnTo>
                    <a:pt x="30480" y="161290"/>
                  </a:lnTo>
                  <a:lnTo>
                    <a:pt x="30480" y="162560"/>
                  </a:lnTo>
                  <a:lnTo>
                    <a:pt x="31750" y="162560"/>
                  </a:lnTo>
                  <a:lnTo>
                    <a:pt x="31750" y="165100"/>
                  </a:lnTo>
                  <a:lnTo>
                    <a:pt x="33020" y="165100"/>
                  </a:lnTo>
                  <a:lnTo>
                    <a:pt x="33020" y="167640"/>
                  </a:lnTo>
                  <a:lnTo>
                    <a:pt x="35560" y="167640"/>
                  </a:lnTo>
                  <a:lnTo>
                    <a:pt x="35560" y="168910"/>
                  </a:lnTo>
                  <a:lnTo>
                    <a:pt x="35560" y="171450"/>
                  </a:lnTo>
                  <a:lnTo>
                    <a:pt x="38100" y="171450"/>
                  </a:lnTo>
                  <a:lnTo>
                    <a:pt x="38100" y="173990"/>
                  </a:lnTo>
                  <a:lnTo>
                    <a:pt x="39370" y="173990"/>
                  </a:lnTo>
                  <a:lnTo>
                    <a:pt x="39370" y="175260"/>
                  </a:lnTo>
                  <a:lnTo>
                    <a:pt x="40640" y="175260"/>
                  </a:lnTo>
                  <a:lnTo>
                    <a:pt x="40640" y="177800"/>
                  </a:lnTo>
                  <a:lnTo>
                    <a:pt x="43180" y="177800"/>
                  </a:lnTo>
                  <a:lnTo>
                    <a:pt x="43180" y="180340"/>
                  </a:lnTo>
                  <a:lnTo>
                    <a:pt x="45720" y="180340"/>
                  </a:lnTo>
                  <a:lnTo>
                    <a:pt x="45720" y="184150"/>
                  </a:lnTo>
                  <a:lnTo>
                    <a:pt x="48260" y="184150"/>
                  </a:lnTo>
                  <a:lnTo>
                    <a:pt x="48260" y="186690"/>
                  </a:lnTo>
                  <a:lnTo>
                    <a:pt x="50800" y="186690"/>
                  </a:lnTo>
                  <a:lnTo>
                    <a:pt x="50800" y="187960"/>
                  </a:lnTo>
                  <a:lnTo>
                    <a:pt x="52070" y="187960"/>
                  </a:lnTo>
                  <a:lnTo>
                    <a:pt x="52070" y="190500"/>
                  </a:lnTo>
                  <a:lnTo>
                    <a:pt x="54610" y="190500"/>
                  </a:lnTo>
                  <a:lnTo>
                    <a:pt x="54610" y="193040"/>
                  </a:lnTo>
                  <a:lnTo>
                    <a:pt x="57150" y="193040"/>
                  </a:lnTo>
                  <a:lnTo>
                    <a:pt x="57150" y="196850"/>
                  </a:lnTo>
                  <a:lnTo>
                    <a:pt x="59690" y="196850"/>
                  </a:lnTo>
                  <a:lnTo>
                    <a:pt x="59690" y="199390"/>
                  </a:lnTo>
                  <a:lnTo>
                    <a:pt x="62230" y="199390"/>
                  </a:lnTo>
                  <a:lnTo>
                    <a:pt x="62230" y="200660"/>
                  </a:lnTo>
                  <a:lnTo>
                    <a:pt x="63500" y="200660"/>
                  </a:lnTo>
                  <a:lnTo>
                    <a:pt x="63500" y="203200"/>
                  </a:lnTo>
                  <a:lnTo>
                    <a:pt x="67310" y="203200"/>
                  </a:lnTo>
                  <a:lnTo>
                    <a:pt x="67310" y="205740"/>
                  </a:lnTo>
                  <a:lnTo>
                    <a:pt x="955040" y="205740"/>
                  </a:lnTo>
                  <a:lnTo>
                    <a:pt x="955040" y="203200"/>
                  </a:lnTo>
                  <a:lnTo>
                    <a:pt x="957580" y="203200"/>
                  </a:lnTo>
                  <a:lnTo>
                    <a:pt x="957580" y="200660"/>
                  </a:lnTo>
                  <a:lnTo>
                    <a:pt x="958850" y="200660"/>
                  </a:lnTo>
                  <a:lnTo>
                    <a:pt x="958850" y="199390"/>
                  </a:lnTo>
                  <a:lnTo>
                    <a:pt x="961390" y="199390"/>
                  </a:lnTo>
                  <a:lnTo>
                    <a:pt x="961390" y="196850"/>
                  </a:lnTo>
                  <a:lnTo>
                    <a:pt x="963930" y="196850"/>
                  </a:lnTo>
                  <a:lnTo>
                    <a:pt x="963930" y="193040"/>
                  </a:lnTo>
                  <a:lnTo>
                    <a:pt x="966470" y="193040"/>
                  </a:lnTo>
                  <a:lnTo>
                    <a:pt x="966470" y="190500"/>
                  </a:lnTo>
                  <a:lnTo>
                    <a:pt x="969010" y="190500"/>
                  </a:lnTo>
                  <a:lnTo>
                    <a:pt x="969010" y="187960"/>
                  </a:lnTo>
                  <a:lnTo>
                    <a:pt x="970280" y="187960"/>
                  </a:lnTo>
                  <a:lnTo>
                    <a:pt x="970280" y="186690"/>
                  </a:lnTo>
                  <a:lnTo>
                    <a:pt x="972820" y="186690"/>
                  </a:lnTo>
                  <a:lnTo>
                    <a:pt x="972820" y="184150"/>
                  </a:lnTo>
                  <a:lnTo>
                    <a:pt x="975360" y="184150"/>
                  </a:lnTo>
                  <a:lnTo>
                    <a:pt x="975360" y="180340"/>
                  </a:lnTo>
                  <a:lnTo>
                    <a:pt x="977900" y="180340"/>
                  </a:lnTo>
                  <a:lnTo>
                    <a:pt x="977900" y="177800"/>
                  </a:lnTo>
                  <a:lnTo>
                    <a:pt x="980440" y="177800"/>
                  </a:lnTo>
                  <a:lnTo>
                    <a:pt x="980440" y="175260"/>
                  </a:lnTo>
                  <a:lnTo>
                    <a:pt x="981710" y="175260"/>
                  </a:lnTo>
                  <a:lnTo>
                    <a:pt x="981710" y="173990"/>
                  </a:lnTo>
                  <a:lnTo>
                    <a:pt x="982980" y="173990"/>
                  </a:lnTo>
                  <a:lnTo>
                    <a:pt x="982980" y="171450"/>
                  </a:lnTo>
                  <a:lnTo>
                    <a:pt x="984250" y="171450"/>
                  </a:lnTo>
                  <a:lnTo>
                    <a:pt x="984250" y="168910"/>
                  </a:lnTo>
                  <a:lnTo>
                    <a:pt x="985520" y="168910"/>
                  </a:lnTo>
                  <a:lnTo>
                    <a:pt x="985520" y="167640"/>
                  </a:lnTo>
                  <a:lnTo>
                    <a:pt x="986790" y="167640"/>
                  </a:lnTo>
                  <a:lnTo>
                    <a:pt x="986790" y="165100"/>
                  </a:lnTo>
                  <a:lnTo>
                    <a:pt x="989330" y="165100"/>
                  </a:lnTo>
                  <a:lnTo>
                    <a:pt x="989330" y="162560"/>
                  </a:lnTo>
                  <a:lnTo>
                    <a:pt x="990600" y="162560"/>
                  </a:lnTo>
                  <a:lnTo>
                    <a:pt x="990600" y="161290"/>
                  </a:lnTo>
                  <a:lnTo>
                    <a:pt x="991870" y="161290"/>
                  </a:lnTo>
                  <a:lnTo>
                    <a:pt x="991870" y="158750"/>
                  </a:lnTo>
                  <a:lnTo>
                    <a:pt x="993140" y="158750"/>
                  </a:lnTo>
                  <a:lnTo>
                    <a:pt x="993140" y="156210"/>
                  </a:lnTo>
                  <a:lnTo>
                    <a:pt x="994410" y="156210"/>
                  </a:lnTo>
                  <a:lnTo>
                    <a:pt x="994410" y="154940"/>
                  </a:lnTo>
                  <a:lnTo>
                    <a:pt x="995680" y="154940"/>
                  </a:lnTo>
                  <a:lnTo>
                    <a:pt x="995680" y="152400"/>
                  </a:lnTo>
                  <a:lnTo>
                    <a:pt x="998220" y="152400"/>
                  </a:lnTo>
                  <a:lnTo>
                    <a:pt x="998220" y="148590"/>
                  </a:lnTo>
                  <a:lnTo>
                    <a:pt x="999490" y="148590"/>
                  </a:lnTo>
                  <a:lnTo>
                    <a:pt x="999490" y="146050"/>
                  </a:lnTo>
                  <a:lnTo>
                    <a:pt x="1002030" y="146050"/>
                  </a:lnTo>
                  <a:lnTo>
                    <a:pt x="1002030" y="143510"/>
                  </a:lnTo>
                  <a:lnTo>
                    <a:pt x="1002030" y="142240"/>
                  </a:lnTo>
                  <a:lnTo>
                    <a:pt x="1003300" y="142240"/>
                  </a:lnTo>
                  <a:lnTo>
                    <a:pt x="1003300" y="139700"/>
                  </a:lnTo>
                  <a:lnTo>
                    <a:pt x="1004570" y="139700"/>
                  </a:lnTo>
                  <a:lnTo>
                    <a:pt x="1004570" y="137160"/>
                  </a:lnTo>
                  <a:lnTo>
                    <a:pt x="1005840" y="137160"/>
                  </a:lnTo>
                  <a:lnTo>
                    <a:pt x="1005840" y="135890"/>
                  </a:lnTo>
                  <a:lnTo>
                    <a:pt x="1007110" y="135890"/>
                  </a:lnTo>
                  <a:lnTo>
                    <a:pt x="1007110" y="133350"/>
                  </a:lnTo>
                  <a:lnTo>
                    <a:pt x="1007110" y="130810"/>
                  </a:lnTo>
                  <a:lnTo>
                    <a:pt x="1008380" y="130810"/>
                  </a:lnTo>
                  <a:lnTo>
                    <a:pt x="1008380" y="129540"/>
                  </a:lnTo>
                  <a:lnTo>
                    <a:pt x="1009650" y="129540"/>
                  </a:lnTo>
                  <a:lnTo>
                    <a:pt x="1009650" y="124460"/>
                  </a:lnTo>
                  <a:lnTo>
                    <a:pt x="1010920" y="124460"/>
                  </a:lnTo>
                  <a:lnTo>
                    <a:pt x="1010920" y="120650"/>
                  </a:lnTo>
                  <a:lnTo>
                    <a:pt x="1012190" y="120650"/>
                  </a:lnTo>
                  <a:lnTo>
                    <a:pt x="1012190" y="118110"/>
                  </a:lnTo>
                  <a:lnTo>
                    <a:pt x="1013460" y="118110"/>
                  </a:lnTo>
                  <a:lnTo>
                    <a:pt x="1013460" y="114300"/>
                  </a:lnTo>
                  <a:lnTo>
                    <a:pt x="1014730" y="114300"/>
                  </a:lnTo>
                  <a:lnTo>
                    <a:pt x="1014730" y="110490"/>
                  </a:lnTo>
                  <a:lnTo>
                    <a:pt x="1016000" y="110490"/>
                  </a:lnTo>
                  <a:lnTo>
                    <a:pt x="1016000" y="107950"/>
                  </a:lnTo>
                  <a:lnTo>
                    <a:pt x="1016000" y="105410"/>
                  </a:lnTo>
                  <a:lnTo>
                    <a:pt x="1017270" y="105410"/>
                  </a:lnTo>
                  <a:lnTo>
                    <a:pt x="1017270" y="101600"/>
                  </a:lnTo>
                  <a:lnTo>
                    <a:pt x="1018540" y="101600"/>
                  </a:lnTo>
                  <a:lnTo>
                    <a:pt x="1018540" y="92710"/>
                  </a:lnTo>
                  <a:lnTo>
                    <a:pt x="1019810" y="92710"/>
                  </a:lnTo>
                  <a:lnTo>
                    <a:pt x="1019810" y="78740"/>
                  </a:lnTo>
                  <a:lnTo>
                    <a:pt x="1021080" y="78740"/>
                  </a:lnTo>
                  <a:lnTo>
                    <a:pt x="1021080" y="660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2" name="object 1298">
              <a:extLst>
                <a:ext uri="{FF2B5EF4-FFF2-40B4-BE49-F238E27FC236}">
                  <a16:creationId xmlns:a16="http://schemas.microsoft.com/office/drawing/2014/main" id="{F090CD6A-6F00-CB2C-EE95-8CAC837D5579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421890" y="2608580"/>
              <a:ext cx="250190" cy="247650"/>
            </a:xfrm>
            <a:prstGeom prst="rect">
              <a:avLst/>
            </a:prstGeom>
          </p:spPr>
        </p:pic>
        <p:sp>
          <p:nvSpPr>
            <p:cNvPr id="1303" name="object 1299">
              <a:extLst>
                <a:ext uri="{FF2B5EF4-FFF2-40B4-BE49-F238E27FC236}">
                  <a16:creationId xmlns:a16="http://schemas.microsoft.com/office/drawing/2014/main" id="{DAFA072A-333F-B1BF-6288-A38E1BDADA1C}"/>
                </a:ext>
              </a:extLst>
            </p:cNvPr>
            <p:cNvSpPr/>
            <p:nvPr/>
          </p:nvSpPr>
          <p:spPr>
            <a:xfrm>
              <a:off x="2424430" y="2604769"/>
              <a:ext cx="261620" cy="260350"/>
            </a:xfrm>
            <a:custGeom>
              <a:avLst/>
              <a:gdLst/>
              <a:ahLst/>
              <a:cxnLst/>
              <a:rect l="l" t="t" r="r" b="b"/>
              <a:pathLst>
                <a:path w="261619" h="260350">
                  <a:moveTo>
                    <a:pt x="92710" y="168909"/>
                  </a:moveTo>
                  <a:lnTo>
                    <a:pt x="82550" y="168909"/>
                  </a:lnTo>
                  <a:lnTo>
                    <a:pt x="76200" y="175259"/>
                  </a:lnTo>
                  <a:lnTo>
                    <a:pt x="86360" y="175259"/>
                  </a:lnTo>
                  <a:lnTo>
                    <a:pt x="92710" y="168909"/>
                  </a:lnTo>
                  <a:close/>
                </a:path>
                <a:path w="261619" h="260350">
                  <a:moveTo>
                    <a:pt x="95250" y="166369"/>
                  </a:moveTo>
                  <a:lnTo>
                    <a:pt x="85090" y="166369"/>
                  </a:lnTo>
                  <a:lnTo>
                    <a:pt x="83820" y="167639"/>
                  </a:lnTo>
                  <a:lnTo>
                    <a:pt x="93980" y="167639"/>
                  </a:lnTo>
                  <a:lnTo>
                    <a:pt x="95250" y="166369"/>
                  </a:lnTo>
                  <a:close/>
                </a:path>
                <a:path w="261619" h="260350">
                  <a:moveTo>
                    <a:pt x="99060" y="162559"/>
                  </a:moveTo>
                  <a:lnTo>
                    <a:pt x="88900" y="162559"/>
                  </a:lnTo>
                  <a:lnTo>
                    <a:pt x="86360" y="165099"/>
                  </a:lnTo>
                  <a:lnTo>
                    <a:pt x="96520" y="165099"/>
                  </a:lnTo>
                  <a:lnTo>
                    <a:pt x="99060" y="162559"/>
                  </a:lnTo>
                  <a:close/>
                </a:path>
                <a:path w="261619" h="260350">
                  <a:moveTo>
                    <a:pt x="101600" y="160019"/>
                  </a:moveTo>
                  <a:lnTo>
                    <a:pt x="91440" y="160019"/>
                  </a:lnTo>
                  <a:lnTo>
                    <a:pt x="90170" y="161289"/>
                  </a:lnTo>
                  <a:lnTo>
                    <a:pt x="100330" y="161289"/>
                  </a:lnTo>
                  <a:lnTo>
                    <a:pt x="101600" y="160019"/>
                  </a:lnTo>
                  <a:close/>
                </a:path>
                <a:path w="261619" h="260350">
                  <a:moveTo>
                    <a:pt x="105410" y="156209"/>
                  </a:moveTo>
                  <a:lnTo>
                    <a:pt x="95250" y="156209"/>
                  </a:lnTo>
                  <a:lnTo>
                    <a:pt x="92710" y="158749"/>
                  </a:lnTo>
                  <a:lnTo>
                    <a:pt x="102870" y="158749"/>
                  </a:lnTo>
                  <a:lnTo>
                    <a:pt x="105410" y="156209"/>
                  </a:lnTo>
                  <a:close/>
                </a:path>
                <a:path w="261619" h="260350">
                  <a:moveTo>
                    <a:pt x="107950" y="153669"/>
                  </a:moveTo>
                  <a:lnTo>
                    <a:pt x="97790" y="153669"/>
                  </a:lnTo>
                  <a:lnTo>
                    <a:pt x="96520" y="154939"/>
                  </a:lnTo>
                  <a:lnTo>
                    <a:pt x="106680" y="154939"/>
                  </a:lnTo>
                  <a:lnTo>
                    <a:pt x="107950" y="153669"/>
                  </a:lnTo>
                  <a:close/>
                </a:path>
                <a:path w="261619" h="260350">
                  <a:moveTo>
                    <a:pt x="120650" y="140969"/>
                  </a:moveTo>
                  <a:lnTo>
                    <a:pt x="110490" y="140969"/>
                  </a:lnTo>
                  <a:lnTo>
                    <a:pt x="99060" y="152399"/>
                  </a:lnTo>
                  <a:lnTo>
                    <a:pt x="109220" y="152399"/>
                  </a:lnTo>
                  <a:lnTo>
                    <a:pt x="120650" y="140969"/>
                  </a:lnTo>
                  <a:close/>
                </a:path>
                <a:path w="261619" h="260350">
                  <a:moveTo>
                    <a:pt x="133350" y="128269"/>
                  </a:moveTo>
                  <a:lnTo>
                    <a:pt x="123190" y="128269"/>
                  </a:lnTo>
                  <a:lnTo>
                    <a:pt x="111760" y="139699"/>
                  </a:lnTo>
                  <a:lnTo>
                    <a:pt x="121920" y="139699"/>
                  </a:lnTo>
                  <a:lnTo>
                    <a:pt x="133350" y="128269"/>
                  </a:lnTo>
                  <a:close/>
                </a:path>
                <a:path w="261619" h="260350">
                  <a:moveTo>
                    <a:pt x="137160" y="124459"/>
                  </a:moveTo>
                  <a:lnTo>
                    <a:pt x="127000" y="124459"/>
                  </a:lnTo>
                  <a:lnTo>
                    <a:pt x="124460" y="126999"/>
                  </a:lnTo>
                  <a:lnTo>
                    <a:pt x="134620" y="126999"/>
                  </a:lnTo>
                  <a:lnTo>
                    <a:pt x="137160" y="124459"/>
                  </a:lnTo>
                  <a:close/>
                </a:path>
                <a:path w="261619" h="260350">
                  <a:moveTo>
                    <a:pt x="139700" y="121919"/>
                  </a:moveTo>
                  <a:lnTo>
                    <a:pt x="129540" y="121919"/>
                  </a:lnTo>
                  <a:lnTo>
                    <a:pt x="128270" y="123189"/>
                  </a:lnTo>
                  <a:lnTo>
                    <a:pt x="138430" y="123189"/>
                  </a:lnTo>
                  <a:lnTo>
                    <a:pt x="139700" y="121919"/>
                  </a:lnTo>
                  <a:close/>
                </a:path>
                <a:path w="261619" h="260350">
                  <a:moveTo>
                    <a:pt x="143510" y="118109"/>
                  </a:moveTo>
                  <a:lnTo>
                    <a:pt x="133350" y="118109"/>
                  </a:lnTo>
                  <a:lnTo>
                    <a:pt x="130810" y="120649"/>
                  </a:lnTo>
                  <a:lnTo>
                    <a:pt x="140970" y="120649"/>
                  </a:lnTo>
                  <a:lnTo>
                    <a:pt x="143510" y="118109"/>
                  </a:lnTo>
                  <a:close/>
                </a:path>
                <a:path w="261619" h="260350">
                  <a:moveTo>
                    <a:pt x="146050" y="115569"/>
                  </a:moveTo>
                  <a:lnTo>
                    <a:pt x="135890" y="115569"/>
                  </a:lnTo>
                  <a:lnTo>
                    <a:pt x="134620" y="116839"/>
                  </a:lnTo>
                  <a:lnTo>
                    <a:pt x="144780" y="116839"/>
                  </a:lnTo>
                  <a:lnTo>
                    <a:pt x="146050" y="115569"/>
                  </a:lnTo>
                  <a:close/>
                </a:path>
                <a:path w="261619" h="260350">
                  <a:moveTo>
                    <a:pt x="149860" y="111759"/>
                  </a:moveTo>
                  <a:lnTo>
                    <a:pt x="139700" y="111759"/>
                  </a:lnTo>
                  <a:lnTo>
                    <a:pt x="137160" y="114299"/>
                  </a:lnTo>
                  <a:lnTo>
                    <a:pt x="147320" y="114299"/>
                  </a:lnTo>
                  <a:lnTo>
                    <a:pt x="149860" y="111759"/>
                  </a:lnTo>
                  <a:close/>
                </a:path>
                <a:path w="261619" h="260350">
                  <a:moveTo>
                    <a:pt x="152400" y="109219"/>
                  </a:moveTo>
                  <a:lnTo>
                    <a:pt x="142240" y="109219"/>
                  </a:lnTo>
                  <a:lnTo>
                    <a:pt x="140970" y="110489"/>
                  </a:lnTo>
                  <a:lnTo>
                    <a:pt x="151130" y="110489"/>
                  </a:lnTo>
                  <a:lnTo>
                    <a:pt x="152400" y="109219"/>
                  </a:lnTo>
                  <a:close/>
                </a:path>
                <a:path w="261619" h="260350">
                  <a:moveTo>
                    <a:pt x="156210" y="105409"/>
                  </a:moveTo>
                  <a:lnTo>
                    <a:pt x="146050" y="105409"/>
                  </a:lnTo>
                  <a:lnTo>
                    <a:pt x="143510" y="107949"/>
                  </a:lnTo>
                  <a:lnTo>
                    <a:pt x="153670" y="107949"/>
                  </a:lnTo>
                  <a:lnTo>
                    <a:pt x="156210" y="105409"/>
                  </a:lnTo>
                  <a:close/>
                </a:path>
                <a:path w="261619" h="260350">
                  <a:moveTo>
                    <a:pt x="158750" y="102869"/>
                  </a:moveTo>
                  <a:lnTo>
                    <a:pt x="148590" y="102869"/>
                  </a:lnTo>
                  <a:lnTo>
                    <a:pt x="147320" y="104139"/>
                  </a:lnTo>
                  <a:lnTo>
                    <a:pt x="157480" y="104139"/>
                  </a:lnTo>
                  <a:lnTo>
                    <a:pt x="158750" y="102869"/>
                  </a:lnTo>
                  <a:close/>
                </a:path>
                <a:path w="261619" h="260350">
                  <a:moveTo>
                    <a:pt x="162560" y="99059"/>
                  </a:moveTo>
                  <a:lnTo>
                    <a:pt x="152400" y="99059"/>
                  </a:lnTo>
                  <a:lnTo>
                    <a:pt x="149860" y="101599"/>
                  </a:lnTo>
                  <a:lnTo>
                    <a:pt x="160020" y="101599"/>
                  </a:lnTo>
                  <a:lnTo>
                    <a:pt x="162560" y="99059"/>
                  </a:lnTo>
                  <a:close/>
                </a:path>
                <a:path w="261619" h="260350">
                  <a:moveTo>
                    <a:pt x="165100" y="96519"/>
                  </a:moveTo>
                  <a:lnTo>
                    <a:pt x="154940" y="96519"/>
                  </a:lnTo>
                  <a:lnTo>
                    <a:pt x="153670" y="97789"/>
                  </a:lnTo>
                  <a:lnTo>
                    <a:pt x="163830" y="97789"/>
                  </a:lnTo>
                  <a:lnTo>
                    <a:pt x="165100" y="96519"/>
                  </a:lnTo>
                  <a:close/>
                </a:path>
                <a:path w="261619" h="260350">
                  <a:moveTo>
                    <a:pt x="168910" y="92709"/>
                  </a:moveTo>
                  <a:lnTo>
                    <a:pt x="158750" y="92709"/>
                  </a:lnTo>
                  <a:lnTo>
                    <a:pt x="156210" y="95249"/>
                  </a:lnTo>
                  <a:lnTo>
                    <a:pt x="166370" y="95249"/>
                  </a:lnTo>
                  <a:lnTo>
                    <a:pt x="168910" y="92709"/>
                  </a:lnTo>
                  <a:close/>
                </a:path>
                <a:path w="261619" h="260350">
                  <a:moveTo>
                    <a:pt x="171450" y="90169"/>
                  </a:moveTo>
                  <a:lnTo>
                    <a:pt x="161290" y="90169"/>
                  </a:lnTo>
                  <a:lnTo>
                    <a:pt x="160020" y="91439"/>
                  </a:lnTo>
                  <a:lnTo>
                    <a:pt x="170180" y="91439"/>
                  </a:lnTo>
                  <a:lnTo>
                    <a:pt x="171450" y="90169"/>
                  </a:lnTo>
                  <a:close/>
                </a:path>
                <a:path w="261619" h="260350">
                  <a:moveTo>
                    <a:pt x="175260" y="86359"/>
                  </a:moveTo>
                  <a:lnTo>
                    <a:pt x="165100" y="86359"/>
                  </a:lnTo>
                  <a:lnTo>
                    <a:pt x="162560" y="88899"/>
                  </a:lnTo>
                  <a:lnTo>
                    <a:pt x="172720" y="88899"/>
                  </a:lnTo>
                  <a:lnTo>
                    <a:pt x="175260" y="86359"/>
                  </a:lnTo>
                  <a:close/>
                </a:path>
                <a:path w="261619" h="260350">
                  <a:moveTo>
                    <a:pt x="177800" y="83819"/>
                  </a:moveTo>
                  <a:lnTo>
                    <a:pt x="167640" y="83819"/>
                  </a:lnTo>
                  <a:lnTo>
                    <a:pt x="166370" y="85089"/>
                  </a:lnTo>
                  <a:lnTo>
                    <a:pt x="176530" y="85089"/>
                  </a:lnTo>
                  <a:lnTo>
                    <a:pt x="177800" y="83819"/>
                  </a:lnTo>
                  <a:close/>
                </a:path>
                <a:path w="261619" h="260350">
                  <a:moveTo>
                    <a:pt x="181610" y="80009"/>
                  </a:moveTo>
                  <a:lnTo>
                    <a:pt x="171450" y="80009"/>
                  </a:lnTo>
                  <a:lnTo>
                    <a:pt x="168910" y="82549"/>
                  </a:lnTo>
                  <a:lnTo>
                    <a:pt x="179070" y="82549"/>
                  </a:lnTo>
                  <a:lnTo>
                    <a:pt x="181610" y="80009"/>
                  </a:lnTo>
                  <a:close/>
                </a:path>
                <a:path w="261619" h="260350">
                  <a:moveTo>
                    <a:pt x="184150" y="77469"/>
                  </a:moveTo>
                  <a:lnTo>
                    <a:pt x="173990" y="77469"/>
                  </a:lnTo>
                  <a:lnTo>
                    <a:pt x="172720" y="78739"/>
                  </a:lnTo>
                  <a:lnTo>
                    <a:pt x="182880" y="78739"/>
                  </a:lnTo>
                  <a:lnTo>
                    <a:pt x="184150" y="77469"/>
                  </a:lnTo>
                  <a:close/>
                </a:path>
                <a:path w="261619" h="260350">
                  <a:moveTo>
                    <a:pt x="187960" y="73659"/>
                  </a:moveTo>
                  <a:lnTo>
                    <a:pt x="177800" y="73659"/>
                  </a:lnTo>
                  <a:lnTo>
                    <a:pt x="175260" y="76199"/>
                  </a:lnTo>
                  <a:lnTo>
                    <a:pt x="185420" y="76199"/>
                  </a:lnTo>
                  <a:lnTo>
                    <a:pt x="187960" y="73659"/>
                  </a:lnTo>
                  <a:close/>
                </a:path>
                <a:path w="261619" h="260350">
                  <a:moveTo>
                    <a:pt x="190500" y="71119"/>
                  </a:moveTo>
                  <a:lnTo>
                    <a:pt x="180340" y="71119"/>
                  </a:lnTo>
                  <a:lnTo>
                    <a:pt x="179070" y="72389"/>
                  </a:lnTo>
                  <a:lnTo>
                    <a:pt x="189230" y="72389"/>
                  </a:lnTo>
                  <a:lnTo>
                    <a:pt x="190500" y="71119"/>
                  </a:lnTo>
                  <a:close/>
                </a:path>
                <a:path w="261619" h="260350">
                  <a:moveTo>
                    <a:pt x="194310" y="67309"/>
                  </a:moveTo>
                  <a:lnTo>
                    <a:pt x="184150" y="67309"/>
                  </a:lnTo>
                  <a:lnTo>
                    <a:pt x="181610" y="69849"/>
                  </a:lnTo>
                  <a:lnTo>
                    <a:pt x="191770" y="69849"/>
                  </a:lnTo>
                  <a:lnTo>
                    <a:pt x="194310" y="67309"/>
                  </a:lnTo>
                  <a:close/>
                </a:path>
                <a:path w="261619" h="260350">
                  <a:moveTo>
                    <a:pt x="196850" y="64769"/>
                  </a:moveTo>
                  <a:lnTo>
                    <a:pt x="186690" y="64769"/>
                  </a:lnTo>
                  <a:lnTo>
                    <a:pt x="185420" y="66039"/>
                  </a:lnTo>
                  <a:lnTo>
                    <a:pt x="195580" y="66039"/>
                  </a:lnTo>
                  <a:lnTo>
                    <a:pt x="196850" y="64769"/>
                  </a:lnTo>
                  <a:close/>
                </a:path>
                <a:path w="261619" h="260350">
                  <a:moveTo>
                    <a:pt x="200660" y="60959"/>
                  </a:moveTo>
                  <a:lnTo>
                    <a:pt x="190500" y="60959"/>
                  </a:lnTo>
                  <a:lnTo>
                    <a:pt x="187960" y="63499"/>
                  </a:lnTo>
                  <a:lnTo>
                    <a:pt x="198120" y="63499"/>
                  </a:lnTo>
                  <a:lnTo>
                    <a:pt x="200660" y="60959"/>
                  </a:lnTo>
                  <a:close/>
                </a:path>
                <a:path w="261619" h="260350">
                  <a:moveTo>
                    <a:pt x="203200" y="58419"/>
                  </a:moveTo>
                  <a:lnTo>
                    <a:pt x="193040" y="58419"/>
                  </a:lnTo>
                  <a:lnTo>
                    <a:pt x="191770" y="59689"/>
                  </a:lnTo>
                  <a:lnTo>
                    <a:pt x="201930" y="59689"/>
                  </a:lnTo>
                  <a:lnTo>
                    <a:pt x="203200" y="58419"/>
                  </a:lnTo>
                  <a:close/>
                </a:path>
                <a:path w="261619" h="260350">
                  <a:moveTo>
                    <a:pt x="207010" y="54609"/>
                  </a:moveTo>
                  <a:lnTo>
                    <a:pt x="196850" y="54609"/>
                  </a:lnTo>
                  <a:lnTo>
                    <a:pt x="194310" y="57149"/>
                  </a:lnTo>
                  <a:lnTo>
                    <a:pt x="204470" y="57149"/>
                  </a:lnTo>
                  <a:lnTo>
                    <a:pt x="207010" y="54609"/>
                  </a:lnTo>
                  <a:close/>
                </a:path>
                <a:path w="261619" h="260350">
                  <a:moveTo>
                    <a:pt x="209550" y="52069"/>
                  </a:moveTo>
                  <a:lnTo>
                    <a:pt x="199390" y="52069"/>
                  </a:lnTo>
                  <a:lnTo>
                    <a:pt x="198120" y="53339"/>
                  </a:lnTo>
                  <a:lnTo>
                    <a:pt x="208280" y="53339"/>
                  </a:lnTo>
                  <a:lnTo>
                    <a:pt x="209550" y="52069"/>
                  </a:lnTo>
                  <a:close/>
                </a:path>
                <a:path w="261619" h="260350">
                  <a:moveTo>
                    <a:pt x="213360" y="48259"/>
                  </a:moveTo>
                  <a:lnTo>
                    <a:pt x="203200" y="48259"/>
                  </a:lnTo>
                  <a:lnTo>
                    <a:pt x="200660" y="50799"/>
                  </a:lnTo>
                  <a:lnTo>
                    <a:pt x="210820" y="50799"/>
                  </a:lnTo>
                  <a:lnTo>
                    <a:pt x="213360" y="48259"/>
                  </a:lnTo>
                  <a:close/>
                </a:path>
                <a:path w="261619" h="260350">
                  <a:moveTo>
                    <a:pt x="215900" y="45719"/>
                  </a:moveTo>
                  <a:lnTo>
                    <a:pt x="205740" y="45719"/>
                  </a:lnTo>
                  <a:lnTo>
                    <a:pt x="204470" y="46989"/>
                  </a:lnTo>
                  <a:lnTo>
                    <a:pt x="214630" y="46989"/>
                  </a:lnTo>
                  <a:lnTo>
                    <a:pt x="215900" y="45719"/>
                  </a:lnTo>
                  <a:close/>
                </a:path>
                <a:path w="261619" h="260350">
                  <a:moveTo>
                    <a:pt x="219710" y="41909"/>
                  </a:moveTo>
                  <a:lnTo>
                    <a:pt x="209550" y="41909"/>
                  </a:lnTo>
                  <a:lnTo>
                    <a:pt x="207010" y="44449"/>
                  </a:lnTo>
                  <a:lnTo>
                    <a:pt x="217170" y="44449"/>
                  </a:lnTo>
                  <a:lnTo>
                    <a:pt x="219710" y="41909"/>
                  </a:lnTo>
                  <a:close/>
                </a:path>
                <a:path w="261619" h="260350">
                  <a:moveTo>
                    <a:pt x="222250" y="39369"/>
                  </a:moveTo>
                  <a:lnTo>
                    <a:pt x="212090" y="39369"/>
                  </a:lnTo>
                  <a:lnTo>
                    <a:pt x="210820" y="40639"/>
                  </a:lnTo>
                  <a:lnTo>
                    <a:pt x="220980" y="40639"/>
                  </a:lnTo>
                  <a:lnTo>
                    <a:pt x="222250" y="39369"/>
                  </a:lnTo>
                  <a:close/>
                </a:path>
                <a:path w="261619" h="260350">
                  <a:moveTo>
                    <a:pt x="226060" y="35559"/>
                  </a:moveTo>
                  <a:lnTo>
                    <a:pt x="215900" y="35559"/>
                  </a:lnTo>
                  <a:lnTo>
                    <a:pt x="213360" y="38099"/>
                  </a:lnTo>
                  <a:lnTo>
                    <a:pt x="223520" y="38099"/>
                  </a:lnTo>
                  <a:lnTo>
                    <a:pt x="226060" y="35559"/>
                  </a:lnTo>
                  <a:close/>
                </a:path>
                <a:path w="261619" h="260350">
                  <a:moveTo>
                    <a:pt x="228600" y="33019"/>
                  </a:moveTo>
                  <a:lnTo>
                    <a:pt x="218440" y="33019"/>
                  </a:lnTo>
                  <a:lnTo>
                    <a:pt x="217170" y="34289"/>
                  </a:lnTo>
                  <a:lnTo>
                    <a:pt x="227330" y="34289"/>
                  </a:lnTo>
                  <a:lnTo>
                    <a:pt x="228600" y="33019"/>
                  </a:lnTo>
                  <a:close/>
                </a:path>
                <a:path w="261619" h="260350">
                  <a:moveTo>
                    <a:pt x="232410" y="29209"/>
                  </a:moveTo>
                  <a:lnTo>
                    <a:pt x="222250" y="29209"/>
                  </a:lnTo>
                  <a:lnTo>
                    <a:pt x="219710" y="31749"/>
                  </a:lnTo>
                  <a:lnTo>
                    <a:pt x="229870" y="31749"/>
                  </a:lnTo>
                  <a:lnTo>
                    <a:pt x="232410" y="29209"/>
                  </a:lnTo>
                  <a:close/>
                </a:path>
                <a:path w="261619" h="260350">
                  <a:moveTo>
                    <a:pt x="234950" y="26669"/>
                  </a:moveTo>
                  <a:lnTo>
                    <a:pt x="224790" y="26669"/>
                  </a:lnTo>
                  <a:lnTo>
                    <a:pt x="223520" y="27939"/>
                  </a:lnTo>
                  <a:lnTo>
                    <a:pt x="233680" y="27939"/>
                  </a:lnTo>
                  <a:lnTo>
                    <a:pt x="234950" y="26669"/>
                  </a:lnTo>
                  <a:close/>
                </a:path>
                <a:path w="261619" h="260350">
                  <a:moveTo>
                    <a:pt x="238760" y="22859"/>
                  </a:moveTo>
                  <a:lnTo>
                    <a:pt x="228600" y="22859"/>
                  </a:lnTo>
                  <a:lnTo>
                    <a:pt x="226060" y="25399"/>
                  </a:lnTo>
                  <a:lnTo>
                    <a:pt x="236220" y="25399"/>
                  </a:lnTo>
                  <a:lnTo>
                    <a:pt x="238760" y="22859"/>
                  </a:lnTo>
                  <a:close/>
                </a:path>
                <a:path w="261619" h="260350">
                  <a:moveTo>
                    <a:pt x="241300" y="20319"/>
                  </a:moveTo>
                  <a:lnTo>
                    <a:pt x="231140" y="20319"/>
                  </a:lnTo>
                  <a:lnTo>
                    <a:pt x="229870" y="21589"/>
                  </a:lnTo>
                  <a:lnTo>
                    <a:pt x="240030" y="21589"/>
                  </a:lnTo>
                  <a:lnTo>
                    <a:pt x="241300" y="20319"/>
                  </a:lnTo>
                  <a:close/>
                </a:path>
                <a:path w="261619" h="260350">
                  <a:moveTo>
                    <a:pt x="245110" y="16509"/>
                  </a:moveTo>
                  <a:lnTo>
                    <a:pt x="234950" y="16509"/>
                  </a:lnTo>
                  <a:lnTo>
                    <a:pt x="232410" y="19049"/>
                  </a:lnTo>
                  <a:lnTo>
                    <a:pt x="242570" y="19049"/>
                  </a:lnTo>
                  <a:lnTo>
                    <a:pt x="245110" y="16509"/>
                  </a:lnTo>
                  <a:close/>
                </a:path>
                <a:path w="261619" h="260350">
                  <a:moveTo>
                    <a:pt x="247650" y="13969"/>
                  </a:moveTo>
                  <a:lnTo>
                    <a:pt x="237490" y="13969"/>
                  </a:lnTo>
                  <a:lnTo>
                    <a:pt x="236220" y="15239"/>
                  </a:lnTo>
                  <a:lnTo>
                    <a:pt x="246380" y="15239"/>
                  </a:lnTo>
                  <a:lnTo>
                    <a:pt x="247650" y="13969"/>
                  </a:lnTo>
                  <a:close/>
                </a:path>
                <a:path w="261619" h="260350">
                  <a:moveTo>
                    <a:pt x="251460" y="10159"/>
                  </a:moveTo>
                  <a:lnTo>
                    <a:pt x="241300" y="10159"/>
                  </a:lnTo>
                  <a:lnTo>
                    <a:pt x="238760" y="12699"/>
                  </a:lnTo>
                  <a:lnTo>
                    <a:pt x="248920" y="12699"/>
                  </a:lnTo>
                  <a:lnTo>
                    <a:pt x="251460" y="10159"/>
                  </a:lnTo>
                  <a:close/>
                </a:path>
                <a:path w="261619" h="260350">
                  <a:moveTo>
                    <a:pt x="254000" y="7619"/>
                  </a:moveTo>
                  <a:lnTo>
                    <a:pt x="243840" y="7619"/>
                  </a:lnTo>
                  <a:lnTo>
                    <a:pt x="242570" y="8889"/>
                  </a:lnTo>
                  <a:lnTo>
                    <a:pt x="252730" y="8889"/>
                  </a:lnTo>
                  <a:lnTo>
                    <a:pt x="254000" y="7619"/>
                  </a:lnTo>
                  <a:close/>
                </a:path>
                <a:path w="261619" h="260350">
                  <a:moveTo>
                    <a:pt x="257810" y="3809"/>
                  </a:moveTo>
                  <a:lnTo>
                    <a:pt x="247650" y="3809"/>
                  </a:lnTo>
                  <a:lnTo>
                    <a:pt x="245110" y="6349"/>
                  </a:lnTo>
                  <a:lnTo>
                    <a:pt x="255270" y="6349"/>
                  </a:lnTo>
                  <a:lnTo>
                    <a:pt x="257810" y="3809"/>
                  </a:lnTo>
                  <a:close/>
                </a:path>
                <a:path w="261619" h="260350">
                  <a:moveTo>
                    <a:pt x="254000" y="2539"/>
                  </a:moveTo>
                  <a:lnTo>
                    <a:pt x="248920" y="2539"/>
                  </a:lnTo>
                  <a:lnTo>
                    <a:pt x="248919" y="3809"/>
                  </a:lnTo>
                  <a:lnTo>
                    <a:pt x="254000" y="3809"/>
                  </a:lnTo>
                  <a:lnTo>
                    <a:pt x="254000" y="2539"/>
                  </a:lnTo>
                  <a:close/>
                </a:path>
                <a:path w="261619" h="260350">
                  <a:moveTo>
                    <a:pt x="261619" y="0"/>
                  </a:moveTo>
                  <a:lnTo>
                    <a:pt x="256539" y="0"/>
                  </a:lnTo>
                  <a:lnTo>
                    <a:pt x="256539" y="2539"/>
                  </a:lnTo>
                  <a:lnTo>
                    <a:pt x="259080" y="2539"/>
                  </a:lnTo>
                  <a:lnTo>
                    <a:pt x="261619" y="0"/>
                  </a:lnTo>
                  <a:close/>
                </a:path>
                <a:path w="261619" h="260350">
                  <a:moveTo>
                    <a:pt x="86359" y="175260"/>
                  </a:moveTo>
                  <a:lnTo>
                    <a:pt x="76199" y="175260"/>
                  </a:lnTo>
                  <a:lnTo>
                    <a:pt x="50800" y="200659"/>
                  </a:lnTo>
                  <a:lnTo>
                    <a:pt x="60960" y="200659"/>
                  </a:lnTo>
                  <a:lnTo>
                    <a:pt x="86359" y="175260"/>
                  </a:lnTo>
                  <a:close/>
                </a:path>
                <a:path w="261619" h="260350">
                  <a:moveTo>
                    <a:pt x="60959" y="200660"/>
                  </a:moveTo>
                  <a:lnTo>
                    <a:pt x="50799" y="200660"/>
                  </a:lnTo>
                  <a:lnTo>
                    <a:pt x="0" y="251459"/>
                  </a:lnTo>
                  <a:lnTo>
                    <a:pt x="10160" y="251459"/>
                  </a:lnTo>
                  <a:lnTo>
                    <a:pt x="60959" y="200660"/>
                  </a:lnTo>
                  <a:close/>
                </a:path>
                <a:path w="261619" h="260350">
                  <a:moveTo>
                    <a:pt x="3810" y="257809"/>
                  </a:moveTo>
                  <a:lnTo>
                    <a:pt x="1269" y="257809"/>
                  </a:lnTo>
                  <a:lnTo>
                    <a:pt x="1269" y="260350"/>
                  </a:lnTo>
                  <a:lnTo>
                    <a:pt x="3810" y="257809"/>
                  </a:lnTo>
                  <a:close/>
                </a:path>
                <a:path w="261619" h="260350">
                  <a:moveTo>
                    <a:pt x="8889" y="252729"/>
                  </a:moveTo>
                  <a:lnTo>
                    <a:pt x="0" y="252729"/>
                  </a:lnTo>
                  <a:lnTo>
                    <a:pt x="0" y="257809"/>
                  </a:lnTo>
                  <a:lnTo>
                    <a:pt x="1269" y="257809"/>
                  </a:lnTo>
                  <a:lnTo>
                    <a:pt x="1269" y="256539"/>
                  </a:lnTo>
                  <a:lnTo>
                    <a:pt x="5079" y="256539"/>
                  </a:lnTo>
                  <a:lnTo>
                    <a:pt x="8889" y="252729"/>
                  </a:lnTo>
                  <a:close/>
                </a:path>
              </a:pathLst>
            </a:custGeom>
            <a:solidFill>
              <a:srgbClr val="585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0">
              <a:extLst>
                <a:ext uri="{FF2B5EF4-FFF2-40B4-BE49-F238E27FC236}">
                  <a16:creationId xmlns:a16="http://schemas.microsoft.com/office/drawing/2014/main" id="{796B49E1-4B66-8A94-0F1F-BE37D67CBAE0}"/>
                </a:ext>
              </a:extLst>
            </p:cNvPr>
            <p:cNvSpPr/>
            <p:nvPr/>
          </p:nvSpPr>
          <p:spPr>
            <a:xfrm>
              <a:off x="2425700" y="2600959"/>
              <a:ext cx="274320" cy="271145"/>
            </a:xfrm>
            <a:custGeom>
              <a:avLst/>
              <a:gdLst/>
              <a:ahLst/>
              <a:cxnLst/>
              <a:rect l="l" t="t" r="r" b="b"/>
              <a:pathLst>
                <a:path w="274319" h="271144">
                  <a:moveTo>
                    <a:pt x="100687" y="172720"/>
                  </a:moveTo>
                  <a:lnTo>
                    <a:pt x="91440" y="172720"/>
                  </a:lnTo>
                  <a:lnTo>
                    <a:pt x="85090" y="179070"/>
                  </a:lnTo>
                  <a:lnTo>
                    <a:pt x="94327" y="179070"/>
                  </a:lnTo>
                  <a:lnTo>
                    <a:pt x="100687" y="172720"/>
                  </a:lnTo>
                  <a:close/>
                </a:path>
                <a:path w="274319" h="271144">
                  <a:moveTo>
                    <a:pt x="103232" y="170180"/>
                  </a:moveTo>
                  <a:lnTo>
                    <a:pt x="93980" y="170180"/>
                  </a:lnTo>
                  <a:lnTo>
                    <a:pt x="92710" y="171450"/>
                  </a:lnTo>
                  <a:lnTo>
                    <a:pt x="101960" y="171450"/>
                  </a:lnTo>
                  <a:lnTo>
                    <a:pt x="103232" y="170180"/>
                  </a:lnTo>
                  <a:close/>
                </a:path>
                <a:path w="274319" h="271144">
                  <a:moveTo>
                    <a:pt x="107048" y="166370"/>
                  </a:moveTo>
                  <a:lnTo>
                    <a:pt x="97790" y="166370"/>
                  </a:lnTo>
                  <a:lnTo>
                    <a:pt x="95250" y="168910"/>
                  </a:lnTo>
                  <a:lnTo>
                    <a:pt x="104504" y="168910"/>
                  </a:lnTo>
                  <a:lnTo>
                    <a:pt x="107048" y="166370"/>
                  </a:lnTo>
                  <a:close/>
                </a:path>
                <a:path w="274319" h="271144">
                  <a:moveTo>
                    <a:pt x="109593" y="163830"/>
                  </a:moveTo>
                  <a:lnTo>
                    <a:pt x="100330" y="163830"/>
                  </a:lnTo>
                  <a:lnTo>
                    <a:pt x="99060" y="165100"/>
                  </a:lnTo>
                  <a:lnTo>
                    <a:pt x="108320" y="165100"/>
                  </a:lnTo>
                  <a:lnTo>
                    <a:pt x="109593" y="163830"/>
                  </a:lnTo>
                  <a:close/>
                </a:path>
                <a:path w="274319" h="271144">
                  <a:moveTo>
                    <a:pt x="113409" y="160020"/>
                  </a:moveTo>
                  <a:lnTo>
                    <a:pt x="104140" y="160020"/>
                  </a:lnTo>
                  <a:lnTo>
                    <a:pt x="101600" y="162560"/>
                  </a:lnTo>
                  <a:lnTo>
                    <a:pt x="110865" y="162560"/>
                  </a:lnTo>
                  <a:lnTo>
                    <a:pt x="113409" y="160020"/>
                  </a:lnTo>
                  <a:close/>
                </a:path>
                <a:path w="274319" h="271144">
                  <a:moveTo>
                    <a:pt x="115953" y="157480"/>
                  </a:moveTo>
                  <a:lnTo>
                    <a:pt x="106680" y="157480"/>
                  </a:lnTo>
                  <a:lnTo>
                    <a:pt x="105410" y="158750"/>
                  </a:lnTo>
                  <a:lnTo>
                    <a:pt x="114681" y="158750"/>
                  </a:lnTo>
                  <a:lnTo>
                    <a:pt x="115953" y="157480"/>
                  </a:lnTo>
                  <a:close/>
                </a:path>
                <a:path w="274319" h="271144">
                  <a:moveTo>
                    <a:pt x="128675" y="144780"/>
                  </a:moveTo>
                  <a:lnTo>
                    <a:pt x="119380" y="144780"/>
                  </a:lnTo>
                  <a:lnTo>
                    <a:pt x="107950" y="156210"/>
                  </a:lnTo>
                  <a:lnTo>
                    <a:pt x="117225" y="156210"/>
                  </a:lnTo>
                  <a:lnTo>
                    <a:pt x="128675" y="144780"/>
                  </a:lnTo>
                  <a:close/>
                </a:path>
                <a:path w="274319" h="271144">
                  <a:moveTo>
                    <a:pt x="141396" y="132080"/>
                  </a:moveTo>
                  <a:lnTo>
                    <a:pt x="132080" y="132080"/>
                  </a:lnTo>
                  <a:lnTo>
                    <a:pt x="120650" y="143510"/>
                  </a:lnTo>
                  <a:lnTo>
                    <a:pt x="129947" y="143510"/>
                  </a:lnTo>
                  <a:lnTo>
                    <a:pt x="141396" y="132080"/>
                  </a:lnTo>
                  <a:close/>
                </a:path>
                <a:path w="274319" h="271144">
                  <a:moveTo>
                    <a:pt x="145213" y="128270"/>
                  </a:moveTo>
                  <a:lnTo>
                    <a:pt x="135890" y="128270"/>
                  </a:lnTo>
                  <a:lnTo>
                    <a:pt x="133350" y="130810"/>
                  </a:lnTo>
                  <a:lnTo>
                    <a:pt x="142669" y="130810"/>
                  </a:lnTo>
                  <a:lnTo>
                    <a:pt x="145213" y="128270"/>
                  </a:lnTo>
                  <a:close/>
                </a:path>
                <a:path w="274319" h="271144">
                  <a:moveTo>
                    <a:pt x="147757" y="125730"/>
                  </a:moveTo>
                  <a:lnTo>
                    <a:pt x="138430" y="125730"/>
                  </a:lnTo>
                  <a:lnTo>
                    <a:pt x="137160" y="127000"/>
                  </a:lnTo>
                  <a:lnTo>
                    <a:pt x="146485" y="127000"/>
                  </a:lnTo>
                  <a:lnTo>
                    <a:pt x="147757" y="125730"/>
                  </a:lnTo>
                  <a:close/>
                </a:path>
                <a:path w="274319" h="271144">
                  <a:moveTo>
                    <a:pt x="151574" y="121920"/>
                  </a:moveTo>
                  <a:lnTo>
                    <a:pt x="142240" y="121920"/>
                  </a:lnTo>
                  <a:lnTo>
                    <a:pt x="139700" y="124460"/>
                  </a:lnTo>
                  <a:lnTo>
                    <a:pt x="149029" y="124460"/>
                  </a:lnTo>
                  <a:lnTo>
                    <a:pt x="151574" y="121920"/>
                  </a:lnTo>
                  <a:close/>
                </a:path>
                <a:path w="274319" h="271144">
                  <a:moveTo>
                    <a:pt x="154118" y="119380"/>
                  </a:moveTo>
                  <a:lnTo>
                    <a:pt x="144780" y="119380"/>
                  </a:lnTo>
                  <a:lnTo>
                    <a:pt x="143510" y="120650"/>
                  </a:lnTo>
                  <a:lnTo>
                    <a:pt x="152846" y="120650"/>
                  </a:lnTo>
                  <a:lnTo>
                    <a:pt x="154118" y="119380"/>
                  </a:lnTo>
                  <a:close/>
                </a:path>
                <a:path w="274319" h="271144">
                  <a:moveTo>
                    <a:pt x="157934" y="115570"/>
                  </a:moveTo>
                  <a:lnTo>
                    <a:pt x="148590" y="115570"/>
                  </a:lnTo>
                  <a:lnTo>
                    <a:pt x="146050" y="118110"/>
                  </a:lnTo>
                  <a:lnTo>
                    <a:pt x="155390" y="118110"/>
                  </a:lnTo>
                  <a:lnTo>
                    <a:pt x="157934" y="115570"/>
                  </a:lnTo>
                  <a:close/>
                </a:path>
                <a:path w="274319" h="271144">
                  <a:moveTo>
                    <a:pt x="160479" y="113030"/>
                  </a:moveTo>
                  <a:lnTo>
                    <a:pt x="151130" y="113030"/>
                  </a:lnTo>
                  <a:lnTo>
                    <a:pt x="149860" y="114300"/>
                  </a:lnTo>
                  <a:lnTo>
                    <a:pt x="159207" y="114300"/>
                  </a:lnTo>
                  <a:lnTo>
                    <a:pt x="160479" y="113030"/>
                  </a:lnTo>
                  <a:close/>
                </a:path>
                <a:path w="274319" h="271144">
                  <a:moveTo>
                    <a:pt x="164295" y="109220"/>
                  </a:moveTo>
                  <a:lnTo>
                    <a:pt x="154940" y="109220"/>
                  </a:lnTo>
                  <a:lnTo>
                    <a:pt x="152400" y="111760"/>
                  </a:lnTo>
                  <a:lnTo>
                    <a:pt x="161751" y="111760"/>
                  </a:lnTo>
                  <a:lnTo>
                    <a:pt x="164295" y="109220"/>
                  </a:lnTo>
                  <a:close/>
                </a:path>
                <a:path w="274319" h="271144">
                  <a:moveTo>
                    <a:pt x="166840" y="106680"/>
                  </a:moveTo>
                  <a:lnTo>
                    <a:pt x="157480" y="106680"/>
                  </a:lnTo>
                  <a:lnTo>
                    <a:pt x="156210" y="107950"/>
                  </a:lnTo>
                  <a:lnTo>
                    <a:pt x="165567" y="107950"/>
                  </a:lnTo>
                  <a:lnTo>
                    <a:pt x="166840" y="106680"/>
                  </a:lnTo>
                  <a:close/>
                </a:path>
                <a:path w="274319" h="271144">
                  <a:moveTo>
                    <a:pt x="170656" y="102870"/>
                  </a:moveTo>
                  <a:lnTo>
                    <a:pt x="161290" y="102870"/>
                  </a:lnTo>
                  <a:lnTo>
                    <a:pt x="158750" y="105410"/>
                  </a:lnTo>
                  <a:lnTo>
                    <a:pt x="168112" y="105410"/>
                  </a:lnTo>
                  <a:lnTo>
                    <a:pt x="170656" y="102870"/>
                  </a:lnTo>
                  <a:close/>
                </a:path>
                <a:path w="274319" h="271144">
                  <a:moveTo>
                    <a:pt x="173200" y="100330"/>
                  </a:moveTo>
                  <a:lnTo>
                    <a:pt x="163830" y="100330"/>
                  </a:lnTo>
                  <a:lnTo>
                    <a:pt x="162560" y="101600"/>
                  </a:lnTo>
                  <a:lnTo>
                    <a:pt x="171928" y="101600"/>
                  </a:lnTo>
                  <a:lnTo>
                    <a:pt x="173200" y="100330"/>
                  </a:lnTo>
                  <a:close/>
                </a:path>
                <a:path w="274319" h="271144">
                  <a:moveTo>
                    <a:pt x="177017" y="96520"/>
                  </a:moveTo>
                  <a:lnTo>
                    <a:pt x="167640" y="96520"/>
                  </a:lnTo>
                  <a:lnTo>
                    <a:pt x="165100" y="99060"/>
                  </a:lnTo>
                  <a:lnTo>
                    <a:pt x="174472" y="99060"/>
                  </a:lnTo>
                  <a:lnTo>
                    <a:pt x="177017" y="96520"/>
                  </a:lnTo>
                  <a:close/>
                </a:path>
                <a:path w="274319" h="271144">
                  <a:moveTo>
                    <a:pt x="179561" y="93980"/>
                  </a:moveTo>
                  <a:lnTo>
                    <a:pt x="170180" y="93980"/>
                  </a:lnTo>
                  <a:lnTo>
                    <a:pt x="168910" y="95250"/>
                  </a:lnTo>
                  <a:lnTo>
                    <a:pt x="178289" y="95250"/>
                  </a:lnTo>
                  <a:lnTo>
                    <a:pt x="179561" y="93980"/>
                  </a:lnTo>
                  <a:close/>
                </a:path>
                <a:path w="274319" h="271144">
                  <a:moveTo>
                    <a:pt x="183378" y="90170"/>
                  </a:moveTo>
                  <a:lnTo>
                    <a:pt x="173990" y="90170"/>
                  </a:lnTo>
                  <a:lnTo>
                    <a:pt x="171450" y="92710"/>
                  </a:lnTo>
                  <a:lnTo>
                    <a:pt x="180833" y="92710"/>
                  </a:lnTo>
                  <a:lnTo>
                    <a:pt x="183378" y="90170"/>
                  </a:lnTo>
                  <a:close/>
                </a:path>
                <a:path w="274319" h="271144">
                  <a:moveTo>
                    <a:pt x="185922" y="87630"/>
                  </a:moveTo>
                  <a:lnTo>
                    <a:pt x="176530" y="87630"/>
                  </a:lnTo>
                  <a:lnTo>
                    <a:pt x="175260" y="88900"/>
                  </a:lnTo>
                  <a:lnTo>
                    <a:pt x="184650" y="88900"/>
                  </a:lnTo>
                  <a:lnTo>
                    <a:pt x="185922" y="87630"/>
                  </a:lnTo>
                  <a:close/>
                </a:path>
                <a:path w="274319" h="271144">
                  <a:moveTo>
                    <a:pt x="189738" y="83820"/>
                  </a:moveTo>
                  <a:lnTo>
                    <a:pt x="180340" y="83820"/>
                  </a:lnTo>
                  <a:lnTo>
                    <a:pt x="177800" y="86360"/>
                  </a:lnTo>
                  <a:lnTo>
                    <a:pt x="187194" y="86360"/>
                  </a:lnTo>
                  <a:lnTo>
                    <a:pt x="189738" y="83820"/>
                  </a:lnTo>
                  <a:close/>
                </a:path>
                <a:path w="274319" h="271144">
                  <a:moveTo>
                    <a:pt x="192283" y="81280"/>
                  </a:moveTo>
                  <a:lnTo>
                    <a:pt x="182880" y="81280"/>
                  </a:lnTo>
                  <a:lnTo>
                    <a:pt x="181610" y="82550"/>
                  </a:lnTo>
                  <a:lnTo>
                    <a:pt x="191011" y="82550"/>
                  </a:lnTo>
                  <a:lnTo>
                    <a:pt x="192283" y="81280"/>
                  </a:lnTo>
                  <a:close/>
                </a:path>
                <a:path w="274319" h="271144">
                  <a:moveTo>
                    <a:pt x="196099" y="77470"/>
                  </a:moveTo>
                  <a:lnTo>
                    <a:pt x="186690" y="77470"/>
                  </a:lnTo>
                  <a:lnTo>
                    <a:pt x="184150" y="80010"/>
                  </a:lnTo>
                  <a:lnTo>
                    <a:pt x="193555" y="80010"/>
                  </a:lnTo>
                  <a:lnTo>
                    <a:pt x="196099" y="77470"/>
                  </a:lnTo>
                  <a:close/>
                </a:path>
                <a:path w="274319" h="271144">
                  <a:moveTo>
                    <a:pt x="198643" y="74930"/>
                  </a:moveTo>
                  <a:lnTo>
                    <a:pt x="189230" y="74930"/>
                  </a:lnTo>
                  <a:lnTo>
                    <a:pt x="187960" y="76200"/>
                  </a:lnTo>
                  <a:lnTo>
                    <a:pt x="197371" y="76200"/>
                  </a:lnTo>
                  <a:lnTo>
                    <a:pt x="198643" y="74930"/>
                  </a:lnTo>
                  <a:close/>
                </a:path>
                <a:path w="274319" h="271144">
                  <a:moveTo>
                    <a:pt x="202460" y="71120"/>
                  </a:moveTo>
                  <a:lnTo>
                    <a:pt x="193040" y="71120"/>
                  </a:lnTo>
                  <a:lnTo>
                    <a:pt x="190500" y="73660"/>
                  </a:lnTo>
                  <a:lnTo>
                    <a:pt x="199916" y="73660"/>
                  </a:lnTo>
                  <a:lnTo>
                    <a:pt x="202460" y="71120"/>
                  </a:lnTo>
                  <a:close/>
                </a:path>
                <a:path w="274319" h="271144">
                  <a:moveTo>
                    <a:pt x="205004" y="68580"/>
                  </a:moveTo>
                  <a:lnTo>
                    <a:pt x="195580" y="68580"/>
                  </a:lnTo>
                  <a:lnTo>
                    <a:pt x="194310" y="69850"/>
                  </a:lnTo>
                  <a:lnTo>
                    <a:pt x="203732" y="69850"/>
                  </a:lnTo>
                  <a:lnTo>
                    <a:pt x="205004" y="68580"/>
                  </a:lnTo>
                  <a:close/>
                </a:path>
                <a:path w="274319" h="271144">
                  <a:moveTo>
                    <a:pt x="208821" y="64770"/>
                  </a:moveTo>
                  <a:lnTo>
                    <a:pt x="199390" y="64770"/>
                  </a:lnTo>
                  <a:lnTo>
                    <a:pt x="196850" y="67310"/>
                  </a:lnTo>
                  <a:lnTo>
                    <a:pt x="206276" y="67310"/>
                  </a:lnTo>
                  <a:lnTo>
                    <a:pt x="208821" y="64770"/>
                  </a:lnTo>
                  <a:close/>
                </a:path>
                <a:path w="274319" h="271144">
                  <a:moveTo>
                    <a:pt x="211365" y="62230"/>
                  </a:moveTo>
                  <a:lnTo>
                    <a:pt x="201930" y="62230"/>
                  </a:lnTo>
                  <a:lnTo>
                    <a:pt x="200660" y="63500"/>
                  </a:lnTo>
                  <a:lnTo>
                    <a:pt x="210093" y="63500"/>
                  </a:lnTo>
                  <a:lnTo>
                    <a:pt x="211365" y="62230"/>
                  </a:lnTo>
                  <a:close/>
                </a:path>
                <a:path w="274319" h="271144">
                  <a:moveTo>
                    <a:pt x="215181" y="58420"/>
                  </a:moveTo>
                  <a:lnTo>
                    <a:pt x="205740" y="58420"/>
                  </a:lnTo>
                  <a:lnTo>
                    <a:pt x="203200" y="60960"/>
                  </a:lnTo>
                  <a:lnTo>
                    <a:pt x="212637" y="60960"/>
                  </a:lnTo>
                  <a:lnTo>
                    <a:pt x="215181" y="58420"/>
                  </a:lnTo>
                  <a:close/>
                </a:path>
                <a:path w="274319" h="271144">
                  <a:moveTo>
                    <a:pt x="217726" y="55880"/>
                  </a:moveTo>
                  <a:lnTo>
                    <a:pt x="208280" y="55880"/>
                  </a:lnTo>
                  <a:lnTo>
                    <a:pt x="207010" y="57150"/>
                  </a:lnTo>
                  <a:lnTo>
                    <a:pt x="216454" y="57150"/>
                  </a:lnTo>
                  <a:lnTo>
                    <a:pt x="217726" y="55880"/>
                  </a:lnTo>
                  <a:close/>
                </a:path>
                <a:path w="274319" h="271144">
                  <a:moveTo>
                    <a:pt x="221542" y="52070"/>
                  </a:moveTo>
                  <a:lnTo>
                    <a:pt x="212090" y="52070"/>
                  </a:lnTo>
                  <a:lnTo>
                    <a:pt x="209550" y="54610"/>
                  </a:lnTo>
                  <a:lnTo>
                    <a:pt x="218998" y="54610"/>
                  </a:lnTo>
                  <a:lnTo>
                    <a:pt x="221542" y="52070"/>
                  </a:lnTo>
                  <a:close/>
                </a:path>
                <a:path w="274319" h="271144">
                  <a:moveTo>
                    <a:pt x="224087" y="49530"/>
                  </a:moveTo>
                  <a:lnTo>
                    <a:pt x="214630" y="49530"/>
                  </a:lnTo>
                  <a:lnTo>
                    <a:pt x="213360" y="50800"/>
                  </a:lnTo>
                  <a:lnTo>
                    <a:pt x="222814" y="50800"/>
                  </a:lnTo>
                  <a:lnTo>
                    <a:pt x="224087" y="49530"/>
                  </a:lnTo>
                  <a:close/>
                </a:path>
                <a:path w="274319" h="271144">
                  <a:moveTo>
                    <a:pt x="227903" y="45720"/>
                  </a:moveTo>
                  <a:lnTo>
                    <a:pt x="218440" y="45720"/>
                  </a:lnTo>
                  <a:lnTo>
                    <a:pt x="215900" y="48260"/>
                  </a:lnTo>
                  <a:lnTo>
                    <a:pt x="225359" y="48260"/>
                  </a:lnTo>
                  <a:lnTo>
                    <a:pt x="227903" y="45720"/>
                  </a:lnTo>
                  <a:close/>
                </a:path>
                <a:path w="274319" h="271144">
                  <a:moveTo>
                    <a:pt x="230447" y="43180"/>
                  </a:moveTo>
                  <a:lnTo>
                    <a:pt x="220980" y="43180"/>
                  </a:lnTo>
                  <a:lnTo>
                    <a:pt x="219710" y="44450"/>
                  </a:lnTo>
                  <a:lnTo>
                    <a:pt x="229175" y="44450"/>
                  </a:lnTo>
                  <a:lnTo>
                    <a:pt x="230447" y="43180"/>
                  </a:lnTo>
                  <a:close/>
                </a:path>
                <a:path w="274319" h="271144">
                  <a:moveTo>
                    <a:pt x="234264" y="39370"/>
                  </a:moveTo>
                  <a:lnTo>
                    <a:pt x="224790" y="39370"/>
                  </a:lnTo>
                  <a:lnTo>
                    <a:pt x="222250" y="41910"/>
                  </a:lnTo>
                  <a:lnTo>
                    <a:pt x="231720" y="41910"/>
                  </a:lnTo>
                  <a:lnTo>
                    <a:pt x="234264" y="39370"/>
                  </a:lnTo>
                  <a:close/>
                </a:path>
                <a:path w="274319" h="271144">
                  <a:moveTo>
                    <a:pt x="236808" y="36830"/>
                  </a:moveTo>
                  <a:lnTo>
                    <a:pt x="227330" y="36830"/>
                  </a:lnTo>
                  <a:lnTo>
                    <a:pt x="226060" y="38100"/>
                  </a:lnTo>
                  <a:lnTo>
                    <a:pt x="235536" y="38100"/>
                  </a:lnTo>
                  <a:lnTo>
                    <a:pt x="236808" y="36830"/>
                  </a:lnTo>
                  <a:close/>
                </a:path>
                <a:path w="274319" h="271144">
                  <a:moveTo>
                    <a:pt x="240625" y="33020"/>
                  </a:moveTo>
                  <a:lnTo>
                    <a:pt x="231140" y="33020"/>
                  </a:lnTo>
                  <a:lnTo>
                    <a:pt x="228600" y="35560"/>
                  </a:lnTo>
                  <a:lnTo>
                    <a:pt x="238080" y="35560"/>
                  </a:lnTo>
                  <a:lnTo>
                    <a:pt x="240625" y="33020"/>
                  </a:lnTo>
                  <a:close/>
                </a:path>
                <a:path w="274319" h="271144">
                  <a:moveTo>
                    <a:pt x="243169" y="30480"/>
                  </a:moveTo>
                  <a:lnTo>
                    <a:pt x="233680" y="30480"/>
                  </a:lnTo>
                  <a:lnTo>
                    <a:pt x="232410" y="31750"/>
                  </a:lnTo>
                  <a:lnTo>
                    <a:pt x="241897" y="31750"/>
                  </a:lnTo>
                  <a:lnTo>
                    <a:pt x="243169" y="30480"/>
                  </a:lnTo>
                  <a:close/>
                </a:path>
                <a:path w="274319" h="271144">
                  <a:moveTo>
                    <a:pt x="246985" y="26670"/>
                  </a:moveTo>
                  <a:lnTo>
                    <a:pt x="237490" y="26670"/>
                  </a:lnTo>
                  <a:lnTo>
                    <a:pt x="234950" y="29210"/>
                  </a:lnTo>
                  <a:lnTo>
                    <a:pt x="244441" y="29210"/>
                  </a:lnTo>
                  <a:lnTo>
                    <a:pt x="246985" y="26670"/>
                  </a:lnTo>
                  <a:close/>
                </a:path>
                <a:path w="274319" h="271144">
                  <a:moveTo>
                    <a:pt x="249530" y="24130"/>
                  </a:moveTo>
                  <a:lnTo>
                    <a:pt x="240030" y="24130"/>
                  </a:lnTo>
                  <a:lnTo>
                    <a:pt x="238760" y="25400"/>
                  </a:lnTo>
                  <a:lnTo>
                    <a:pt x="248258" y="25400"/>
                  </a:lnTo>
                  <a:lnTo>
                    <a:pt x="249530" y="24130"/>
                  </a:lnTo>
                  <a:close/>
                </a:path>
                <a:path w="274319" h="271144">
                  <a:moveTo>
                    <a:pt x="253346" y="20320"/>
                  </a:moveTo>
                  <a:lnTo>
                    <a:pt x="243840" y="20320"/>
                  </a:lnTo>
                  <a:lnTo>
                    <a:pt x="241300" y="22860"/>
                  </a:lnTo>
                  <a:lnTo>
                    <a:pt x="250802" y="22860"/>
                  </a:lnTo>
                  <a:lnTo>
                    <a:pt x="253346" y="20320"/>
                  </a:lnTo>
                  <a:close/>
                </a:path>
                <a:path w="274319" h="271144">
                  <a:moveTo>
                    <a:pt x="255890" y="17780"/>
                  </a:moveTo>
                  <a:lnTo>
                    <a:pt x="246380" y="17780"/>
                  </a:lnTo>
                  <a:lnTo>
                    <a:pt x="245110" y="19050"/>
                  </a:lnTo>
                  <a:lnTo>
                    <a:pt x="254618" y="19050"/>
                  </a:lnTo>
                  <a:lnTo>
                    <a:pt x="255890" y="17780"/>
                  </a:lnTo>
                  <a:close/>
                </a:path>
                <a:path w="274319" h="271144">
                  <a:moveTo>
                    <a:pt x="259707" y="13970"/>
                  </a:moveTo>
                  <a:lnTo>
                    <a:pt x="250190" y="13970"/>
                  </a:lnTo>
                  <a:lnTo>
                    <a:pt x="247650" y="16510"/>
                  </a:lnTo>
                  <a:lnTo>
                    <a:pt x="257163" y="16510"/>
                  </a:lnTo>
                  <a:lnTo>
                    <a:pt x="259707" y="13970"/>
                  </a:lnTo>
                  <a:close/>
                </a:path>
                <a:path w="274319" h="271144">
                  <a:moveTo>
                    <a:pt x="262251" y="11430"/>
                  </a:moveTo>
                  <a:lnTo>
                    <a:pt x="252730" y="11430"/>
                  </a:lnTo>
                  <a:lnTo>
                    <a:pt x="251460" y="12700"/>
                  </a:lnTo>
                  <a:lnTo>
                    <a:pt x="260979" y="12700"/>
                  </a:lnTo>
                  <a:lnTo>
                    <a:pt x="262251" y="11430"/>
                  </a:lnTo>
                  <a:close/>
                </a:path>
                <a:path w="274319" h="271144">
                  <a:moveTo>
                    <a:pt x="266068" y="7620"/>
                  </a:moveTo>
                  <a:lnTo>
                    <a:pt x="256540" y="7620"/>
                  </a:lnTo>
                  <a:lnTo>
                    <a:pt x="254000" y="10160"/>
                  </a:lnTo>
                  <a:lnTo>
                    <a:pt x="263523" y="10160"/>
                  </a:lnTo>
                  <a:lnTo>
                    <a:pt x="266068" y="7620"/>
                  </a:lnTo>
                  <a:close/>
                </a:path>
                <a:path w="274319" h="271144">
                  <a:moveTo>
                    <a:pt x="260350" y="3810"/>
                  </a:moveTo>
                  <a:lnTo>
                    <a:pt x="257810" y="6350"/>
                  </a:lnTo>
                  <a:lnTo>
                    <a:pt x="267340" y="6350"/>
                  </a:lnTo>
                  <a:lnTo>
                    <a:pt x="268612" y="5080"/>
                  </a:lnTo>
                  <a:lnTo>
                    <a:pt x="260350" y="5080"/>
                  </a:lnTo>
                  <a:lnTo>
                    <a:pt x="260350" y="3810"/>
                  </a:lnTo>
                  <a:close/>
                </a:path>
                <a:path w="274319" h="271144">
                  <a:moveTo>
                    <a:pt x="273701" y="0"/>
                  </a:moveTo>
                  <a:lnTo>
                    <a:pt x="270510" y="0"/>
                  </a:lnTo>
                  <a:lnTo>
                    <a:pt x="270510" y="1270"/>
                  </a:lnTo>
                  <a:lnTo>
                    <a:pt x="265430" y="1270"/>
                  </a:lnTo>
                  <a:lnTo>
                    <a:pt x="265430" y="3810"/>
                  </a:lnTo>
                  <a:lnTo>
                    <a:pt x="269884" y="3810"/>
                  </a:lnTo>
                  <a:lnTo>
                    <a:pt x="273701" y="0"/>
                  </a:lnTo>
                  <a:close/>
                </a:path>
                <a:path w="274319" h="271144">
                  <a:moveTo>
                    <a:pt x="94327" y="179070"/>
                  </a:moveTo>
                  <a:lnTo>
                    <a:pt x="85089" y="179070"/>
                  </a:lnTo>
                  <a:lnTo>
                    <a:pt x="59690" y="204470"/>
                  </a:lnTo>
                  <a:lnTo>
                    <a:pt x="68884" y="204470"/>
                  </a:lnTo>
                  <a:lnTo>
                    <a:pt x="94327" y="179070"/>
                  </a:lnTo>
                  <a:close/>
                </a:path>
                <a:path w="274319" h="271144">
                  <a:moveTo>
                    <a:pt x="68884" y="204470"/>
                  </a:moveTo>
                  <a:lnTo>
                    <a:pt x="59689" y="204470"/>
                  </a:lnTo>
                  <a:lnTo>
                    <a:pt x="8890" y="255270"/>
                  </a:lnTo>
                  <a:lnTo>
                    <a:pt x="17997" y="255270"/>
                  </a:lnTo>
                  <a:lnTo>
                    <a:pt x="68884" y="204470"/>
                  </a:lnTo>
                  <a:close/>
                </a:path>
                <a:path w="274319" h="271144">
                  <a:moveTo>
                    <a:pt x="11636" y="261620"/>
                  </a:moveTo>
                  <a:lnTo>
                    <a:pt x="2540" y="261620"/>
                  </a:lnTo>
                  <a:lnTo>
                    <a:pt x="0" y="264160"/>
                  </a:lnTo>
                  <a:lnTo>
                    <a:pt x="0" y="265430"/>
                  </a:lnTo>
                  <a:lnTo>
                    <a:pt x="1269" y="265430"/>
                  </a:lnTo>
                  <a:lnTo>
                    <a:pt x="1269" y="269240"/>
                  </a:lnTo>
                  <a:lnTo>
                    <a:pt x="2539" y="269240"/>
                  </a:lnTo>
                  <a:lnTo>
                    <a:pt x="2539" y="270701"/>
                  </a:lnTo>
                  <a:lnTo>
                    <a:pt x="11636" y="261620"/>
                  </a:lnTo>
                  <a:close/>
                </a:path>
                <a:path w="274319" h="271144">
                  <a:moveTo>
                    <a:pt x="16725" y="256540"/>
                  </a:moveTo>
                  <a:lnTo>
                    <a:pt x="7619" y="256540"/>
                  </a:lnTo>
                  <a:lnTo>
                    <a:pt x="3809" y="260350"/>
                  </a:lnTo>
                  <a:lnTo>
                    <a:pt x="12909" y="260350"/>
                  </a:lnTo>
                  <a:lnTo>
                    <a:pt x="16725" y="256540"/>
                  </a:lnTo>
                  <a:close/>
                </a:path>
              </a:pathLst>
            </a:custGeom>
            <a:solidFill>
              <a:srgbClr val="595C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1">
              <a:extLst>
                <a:ext uri="{FF2B5EF4-FFF2-40B4-BE49-F238E27FC236}">
                  <a16:creationId xmlns:a16="http://schemas.microsoft.com/office/drawing/2014/main" id="{ED0E73EE-A2CF-E6A4-E24F-5528396E8794}"/>
                </a:ext>
              </a:extLst>
            </p:cNvPr>
            <p:cNvSpPr/>
            <p:nvPr/>
          </p:nvSpPr>
          <p:spPr>
            <a:xfrm>
              <a:off x="2428240" y="2598419"/>
              <a:ext cx="283210" cy="281305"/>
            </a:xfrm>
            <a:custGeom>
              <a:avLst/>
              <a:gdLst/>
              <a:ahLst/>
              <a:cxnLst/>
              <a:rect l="l" t="t" r="r" b="b"/>
              <a:pathLst>
                <a:path w="283210" h="281305">
                  <a:moveTo>
                    <a:pt x="108316" y="175260"/>
                  </a:moveTo>
                  <a:lnTo>
                    <a:pt x="98147" y="175260"/>
                  </a:lnTo>
                  <a:lnTo>
                    <a:pt x="91787" y="181610"/>
                  </a:lnTo>
                  <a:lnTo>
                    <a:pt x="101955" y="181610"/>
                  </a:lnTo>
                  <a:lnTo>
                    <a:pt x="108316" y="175260"/>
                  </a:lnTo>
                  <a:close/>
                </a:path>
                <a:path w="283210" h="281305">
                  <a:moveTo>
                    <a:pt x="110860" y="172720"/>
                  </a:moveTo>
                  <a:lnTo>
                    <a:pt x="100692" y="172720"/>
                  </a:lnTo>
                  <a:lnTo>
                    <a:pt x="99420" y="173989"/>
                  </a:lnTo>
                  <a:lnTo>
                    <a:pt x="109588" y="173989"/>
                  </a:lnTo>
                  <a:lnTo>
                    <a:pt x="110860" y="172720"/>
                  </a:lnTo>
                  <a:close/>
                </a:path>
                <a:path w="283210" h="281305">
                  <a:moveTo>
                    <a:pt x="114677" y="168910"/>
                  </a:moveTo>
                  <a:lnTo>
                    <a:pt x="104508" y="168910"/>
                  </a:lnTo>
                  <a:lnTo>
                    <a:pt x="101964" y="171450"/>
                  </a:lnTo>
                  <a:lnTo>
                    <a:pt x="112133" y="171450"/>
                  </a:lnTo>
                  <a:lnTo>
                    <a:pt x="114677" y="168910"/>
                  </a:lnTo>
                  <a:close/>
                </a:path>
                <a:path w="283210" h="281305">
                  <a:moveTo>
                    <a:pt x="117221" y="166370"/>
                  </a:moveTo>
                  <a:lnTo>
                    <a:pt x="107053" y="166370"/>
                  </a:lnTo>
                  <a:lnTo>
                    <a:pt x="105780" y="167639"/>
                  </a:lnTo>
                  <a:lnTo>
                    <a:pt x="115949" y="167639"/>
                  </a:lnTo>
                  <a:lnTo>
                    <a:pt x="117221" y="166370"/>
                  </a:lnTo>
                  <a:close/>
                </a:path>
                <a:path w="283210" h="281305">
                  <a:moveTo>
                    <a:pt x="121038" y="162560"/>
                  </a:moveTo>
                  <a:lnTo>
                    <a:pt x="110869" y="162560"/>
                  </a:lnTo>
                  <a:lnTo>
                    <a:pt x="108325" y="165100"/>
                  </a:lnTo>
                  <a:lnTo>
                    <a:pt x="118493" y="165100"/>
                  </a:lnTo>
                  <a:lnTo>
                    <a:pt x="121038" y="162560"/>
                  </a:lnTo>
                  <a:close/>
                </a:path>
                <a:path w="283210" h="281305">
                  <a:moveTo>
                    <a:pt x="123582" y="160020"/>
                  </a:moveTo>
                  <a:lnTo>
                    <a:pt x="113413" y="160020"/>
                  </a:lnTo>
                  <a:lnTo>
                    <a:pt x="112141" y="161289"/>
                  </a:lnTo>
                  <a:lnTo>
                    <a:pt x="122310" y="161289"/>
                  </a:lnTo>
                  <a:lnTo>
                    <a:pt x="123582" y="160020"/>
                  </a:lnTo>
                  <a:close/>
                </a:path>
                <a:path w="283210" h="281305">
                  <a:moveTo>
                    <a:pt x="136303" y="147320"/>
                  </a:moveTo>
                  <a:lnTo>
                    <a:pt x="126135" y="147320"/>
                  </a:lnTo>
                  <a:lnTo>
                    <a:pt x="114685" y="158750"/>
                  </a:lnTo>
                  <a:lnTo>
                    <a:pt x="124854" y="158750"/>
                  </a:lnTo>
                  <a:lnTo>
                    <a:pt x="136303" y="147320"/>
                  </a:lnTo>
                  <a:close/>
                </a:path>
                <a:path w="283210" h="281305">
                  <a:moveTo>
                    <a:pt x="149025" y="134620"/>
                  </a:moveTo>
                  <a:lnTo>
                    <a:pt x="138856" y="134620"/>
                  </a:lnTo>
                  <a:lnTo>
                    <a:pt x="127407" y="146050"/>
                  </a:lnTo>
                  <a:lnTo>
                    <a:pt x="137576" y="146050"/>
                  </a:lnTo>
                  <a:lnTo>
                    <a:pt x="149025" y="134620"/>
                  </a:lnTo>
                  <a:close/>
                </a:path>
                <a:path w="283210" h="281305">
                  <a:moveTo>
                    <a:pt x="152842" y="130810"/>
                  </a:moveTo>
                  <a:lnTo>
                    <a:pt x="142673" y="130810"/>
                  </a:lnTo>
                  <a:lnTo>
                    <a:pt x="140129" y="133350"/>
                  </a:lnTo>
                  <a:lnTo>
                    <a:pt x="150297" y="133350"/>
                  </a:lnTo>
                  <a:lnTo>
                    <a:pt x="152842" y="130810"/>
                  </a:lnTo>
                  <a:close/>
                </a:path>
                <a:path w="283210" h="281305">
                  <a:moveTo>
                    <a:pt x="155386" y="128270"/>
                  </a:moveTo>
                  <a:lnTo>
                    <a:pt x="145217" y="128270"/>
                  </a:lnTo>
                  <a:lnTo>
                    <a:pt x="143945" y="129539"/>
                  </a:lnTo>
                  <a:lnTo>
                    <a:pt x="154114" y="129539"/>
                  </a:lnTo>
                  <a:lnTo>
                    <a:pt x="155386" y="128270"/>
                  </a:lnTo>
                  <a:close/>
                </a:path>
                <a:path w="283210" h="281305">
                  <a:moveTo>
                    <a:pt x="159202" y="124460"/>
                  </a:moveTo>
                  <a:lnTo>
                    <a:pt x="149034" y="124460"/>
                  </a:lnTo>
                  <a:lnTo>
                    <a:pt x="146489" y="127000"/>
                  </a:lnTo>
                  <a:lnTo>
                    <a:pt x="156658" y="127000"/>
                  </a:lnTo>
                  <a:lnTo>
                    <a:pt x="159202" y="124460"/>
                  </a:lnTo>
                  <a:close/>
                </a:path>
                <a:path w="283210" h="281305">
                  <a:moveTo>
                    <a:pt x="161747" y="121920"/>
                  </a:moveTo>
                  <a:lnTo>
                    <a:pt x="151578" y="121920"/>
                  </a:lnTo>
                  <a:lnTo>
                    <a:pt x="150306" y="123189"/>
                  </a:lnTo>
                  <a:lnTo>
                    <a:pt x="160474" y="123189"/>
                  </a:lnTo>
                  <a:lnTo>
                    <a:pt x="161747" y="121920"/>
                  </a:lnTo>
                  <a:close/>
                </a:path>
                <a:path w="283210" h="281305">
                  <a:moveTo>
                    <a:pt x="165563" y="118110"/>
                  </a:moveTo>
                  <a:lnTo>
                    <a:pt x="155394" y="118110"/>
                  </a:lnTo>
                  <a:lnTo>
                    <a:pt x="152850" y="120650"/>
                  </a:lnTo>
                  <a:lnTo>
                    <a:pt x="163019" y="120650"/>
                  </a:lnTo>
                  <a:lnTo>
                    <a:pt x="165563" y="118110"/>
                  </a:lnTo>
                  <a:close/>
                </a:path>
                <a:path w="283210" h="281305">
                  <a:moveTo>
                    <a:pt x="168107" y="115570"/>
                  </a:moveTo>
                  <a:lnTo>
                    <a:pt x="157939" y="115570"/>
                  </a:lnTo>
                  <a:lnTo>
                    <a:pt x="156667" y="116839"/>
                  </a:lnTo>
                  <a:lnTo>
                    <a:pt x="166835" y="116839"/>
                  </a:lnTo>
                  <a:lnTo>
                    <a:pt x="168107" y="115570"/>
                  </a:lnTo>
                  <a:close/>
                </a:path>
                <a:path w="283210" h="281305">
                  <a:moveTo>
                    <a:pt x="171924" y="111760"/>
                  </a:moveTo>
                  <a:lnTo>
                    <a:pt x="161755" y="111760"/>
                  </a:lnTo>
                  <a:lnTo>
                    <a:pt x="159211" y="114300"/>
                  </a:lnTo>
                  <a:lnTo>
                    <a:pt x="169380" y="114300"/>
                  </a:lnTo>
                  <a:lnTo>
                    <a:pt x="171924" y="111760"/>
                  </a:lnTo>
                  <a:close/>
                </a:path>
                <a:path w="283210" h="281305">
                  <a:moveTo>
                    <a:pt x="174468" y="109220"/>
                  </a:moveTo>
                  <a:lnTo>
                    <a:pt x="164300" y="109220"/>
                  </a:lnTo>
                  <a:lnTo>
                    <a:pt x="163027" y="110489"/>
                  </a:lnTo>
                  <a:lnTo>
                    <a:pt x="173196" y="110489"/>
                  </a:lnTo>
                  <a:lnTo>
                    <a:pt x="174468" y="109220"/>
                  </a:lnTo>
                  <a:close/>
                </a:path>
                <a:path w="283210" h="281305">
                  <a:moveTo>
                    <a:pt x="178285" y="105410"/>
                  </a:moveTo>
                  <a:lnTo>
                    <a:pt x="168116" y="105410"/>
                  </a:lnTo>
                  <a:lnTo>
                    <a:pt x="165572" y="107950"/>
                  </a:lnTo>
                  <a:lnTo>
                    <a:pt x="175740" y="107950"/>
                  </a:lnTo>
                  <a:lnTo>
                    <a:pt x="178285" y="105410"/>
                  </a:lnTo>
                  <a:close/>
                </a:path>
                <a:path w="283210" h="281305">
                  <a:moveTo>
                    <a:pt x="180829" y="102870"/>
                  </a:moveTo>
                  <a:lnTo>
                    <a:pt x="170660" y="102870"/>
                  </a:lnTo>
                  <a:lnTo>
                    <a:pt x="169388" y="104139"/>
                  </a:lnTo>
                  <a:lnTo>
                    <a:pt x="179557" y="104139"/>
                  </a:lnTo>
                  <a:lnTo>
                    <a:pt x="180829" y="102870"/>
                  </a:lnTo>
                  <a:close/>
                </a:path>
                <a:path w="283210" h="281305">
                  <a:moveTo>
                    <a:pt x="184645" y="99060"/>
                  </a:moveTo>
                  <a:lnTo>
                    <a:pt x="174477" y="99060"/>
                  </a:lnTo>
                  <a:lnTo>
                    <a:pt x="171932" y="101600"/>
                  </a:lnTo>
                  <a:lnTo>
                    <a:pt x="182101" y="101600"/>
                  </a:lnTo>
                  <a:lnTo>
                    <a:pt x="184645" y="99060"/>
                  </a:lnTo>
                  <a:close/>
                </a:path>
                <a:path w="283210" h="281305">
                  <a:moveTo>
                    <a:pt x="187190" y="96520"/>
                  </a:moveTo>
                  <a:lnTo>
                    <a:pt x="177021" y="96520"/>
                  </a:lnTo>
                  <a:lnTo>
                    <a:pt x="175749" y="97789"/>
                  </a:lnTo>
                  <a:lnTo>
                    <a:pt x="185918" y="97789"/>
                  </a:lnTo>
                  <a:lnTo>
                    <a:pt x="187190" y="96520"/>
                  </a:lnTo>
                  <a:close/>
                </a:path>
                <a:path w="283210" h="281305">
                  <a:moveTo>
                    <a:pt x="191006" y="92710"/>
                  </a:moveTo>
                  <a:lnTo>
                    <a:pt x="180838" y="92710"/>
                  </a:lnTo>
                  <a:lnTo>
                    <a:pt x="178293" y="95250"/>
                  </a:lnTo>
                  <a:lnTo>
                    <a:pt x="188462" y="95250"/>
                  </a:lnTo>
                  <a:lnTo>
                    <a:pt x="191006" y="92710"/>
                  </a:lnTo>
                  <a:close/>
                </a:path>
                <a:path w="283210" h="281305">
                  <a:moveTo>
                    <a:pt x="193551" y="90170"/>
                  </a:moveTo>
                  <a:lnTo>
                    <a:pt x="183382" y="90170"/>
                  </a:lnTo>
                  <a:lnTo>
                    <a:pt x="182110" y="91439"/>
                  </a:lnTo>
                  <a:lnTo>
                    <a:pt x="192278" y="91439"/>
                  </a:lnTo>
                  <a:lnTo>
                    <a:pt x="193551" y="90170"/>
                  </a:lnTo>
                  <a:close/>
                </a:path>
                <a:path w="283210" h="281305">
                  <a:moveTo>
                    <a:pt x="197367" y="86360"/>
                  </a:moveTo>
                  <a:lnTo>
                    <a:pt x="187198" y="86360"/>
                  </a:lnTo>
                  <a:lnTo>
                    <a:pt x="184654" y="88900"/>
                  </a:lnTo>
                  <a:lnTo>
                    <a:pt x="194823" y="88900"/>
                  </a:lnTo>
                  <a:lnTo>
                    <a:pt x="197367" y="86360"/>
                  </a:lnTo>
                  <a:close/>
                </a:path>
                <a:path w="283210" h="281305">
                  <a:moveTo>
                    <a:pt x="199911" y="83820"/>
                  </a:moveTo>
                  <a:lnTo>
                    <a:pt x="189743" y="83820"/>
                  </a:lnTo>
                  <a:lnTo>
                    <a:pt x="188471" y="85089"/>
                  </a:lnTo>
                  <a:lnTo>
                    <a:pt x="198639" y="85089"/>
                  </a:lnTo>
                  <a:lnTo>
                    <a:pt x="199911" y="83820"/>
                  </a:lnTo>
                  <a:close/>
                </a:path>
                <a:path w="283210" h="281305">
                  <a:moveTo>
                    <a:pt x="203728" y="80010"/>
                  </a:moveTo>
                  <a:lnTo>
                    <a:pt x="193559" y="80010"/>
                  </a:lnTo>
                  <a:lnTo>
                    <a:pt x="191015" y="82550"/>
                  </a:lnTo>
                  <a:lnTo>
                    <a:pt x="201183" y="82550"/>
                  </a:lnTo>
                  <a:lnTo>
                    <a:pt x="203728" y="80010"/>
                  </a:lnTo>
                  <a:close/>
                </a:path>
                <a:path w="283210" h="281305">
                  <a:moveTo>
                    <a:pt x="206272" y="77470"/>
                  </a:moveTo>
                  <a:lnTo>
                    <a:pt x="196103" y="77470"/>
                  </a:lnTo>
                  <a:lnTo>
                    <a:pt x="194831" y="78739"/>
                  </a:lnTo>
                  <a:lnTo>
                    <a:pt x="205000" y="78739"/>
                  </a:lnTo>
                  <a:lnTo>
                    <a:pt x="206272" y="77470"/>
                  </a:lnTo>
                  <a:close/>
                </a:path>
                <a:path w="283210" h="281305">
                  <a:moveTo>
                    <a:pt x="210089" y="73660"/>
                  </a:moveTo>
                  <a:lnTo>
                    <a:pt x="199920" y="73660"/>
                  </a:lnTo>
                  <a:lnTo>
                    <a:pt x="197376" y="76200"/>
                  </a:lnTo>
                  <a:lnTo>
                    <a:pt x="207544" y="76200"/>
                  </a:lnTo>
                  <a:lnTo>
                    <a:pt x="210089" y="73660"/>
                  </a:lnTo>
                  <a:close/>
                </a:path>
                <a:path w="283210" h="281305">
                  <a:moveTo>
                    <a:pt x="212633" y="71120"/>
                  </a:moveTo>
                  <a:lnTo>
                    <a:pt x="202464" y="71120"/>
                  </a:lnTo>
                  <a:lnTo>
                    <a:pt x="201192" y="72389"/>
                  </a:lnTo>
                  <a:lnTo>
                    <a:pt x="211361" y="72389"/>
                  </a:lnTo>
                  <a:lnTo>
                    <a:pt x="212633" y="71120"/>
                  </a:lnTo>
                  <a:close/>
                </a:path>
                <a:path w="283210" h="281305">
                  <a:moveTo>
                    <a:pt x="216449" y="67310"/>
                  </a:moveTo>
                  <a:lnTo>
                    <a:pt x="206281" y="67310"/>
                  </a:lnTo>
                  <a:lnTo>
                    <a:pt x="203736" y="69850"/>
                  </a:lnTo>
                  <a:lnTo>
                    <a:pt x="213905" y="69850"/>
                  </a:lnTo>
                  <a:lnTo>
                    <a:pt x="216449" y="67310"/>
                  </a:lnTo>
                  <a:close/>
                </a:path>
                <a:path w="283210" h="281305">
                  <a:moveTo>
                    <a:pt x="218994" y="64770"/>
                  </a:moveTo>
                  <a:lnTo>
                    <a:pt x="208825" y="64770"/>
                  </a:lnTo>
                  <a:lnTo>
                    <a:pt x="207553" y="66039"/>
                  </a:lnTo>
                  <a:lnTo>
                    <a:pt x="217721" y="66039"/>
                  </a:lnTo>
                  <a:lnTo>
                    <a:pt x="218994" y="64770"/>
                  </a:lnTo>
                  <a:close/>
                </a:path>
                <a:path w="283210" h="281305">
                  <a:moveTo>
                    <a:pt x="222810" y="60960"/>
                  </a:moveTo>
                  <a:lnTo>
                    <a:pt x="212641" y="60960"/>
                  </a:lnTo>
                  <a:lnTo>
                    <a:pt x="210097" y="63500"/>
                  </a:lnTo>
                  <a:lnTo>
                    <a:pt x="220266" y="63500"/>
                  </a:lnTo>
                  <a:lnTo>
                    <a:pt x="222810" y="60960"/>
                  </a:lnTo>
                  <a:close/>
                </a:path>
                <a:path w="283210" h="281305">
                  <a:moveTo>
                    <a:pt x="225354" y="58420"/>
                  </a:moveTo>
                  <a:lnTo>
                    <a:pt x="215186" y="58420"/>
                  </a:lnTo>
                  <a:lnTo>
                    <a:pt x="213914" y="59689"/>
                  </a:lnTo>
                  <a:lnTo>
                    <a:pt x="224082" y="59689"/>
                  </a:lnTo>
                  <a:lnTo>
                    <a:pt x="225354" y="58420"/>
                  </a:lnTo>
                  <a:close/>
                </a:path>
                <a:path w="283210" h="281305">
                  <a:moveTo>
                    <a:pt x="229171" y="54610"/>
                  </a:moveTo>
                  <a:lnTo>
                    <a:pt x="219002" y="54610"/>
                  </a:lnTo>
                  <a:lnTo>
                    <a:pt x="216458" y="57150"/>
                  </a:lnTo>
                  <a:lnTo>
                    <a:pt x="226627" y="57150"/>
                  </a:lnTo>
                  <a:lnTo>
                    <a:pt x="229171" y="54610"/>
                  </a:lnTo>
                  <a:close/>
                </a:path>
                <a:path w="283210" h="281305">
                  <a:moveTo>
                    <a:pt x="231715" y="52070"/>
                  </a:moveTo>
                  <a:lnTo>
                    <a:pt x="221547" y="52070"/>
                  </a:lnTo>
                  <a:lnTo>
                    <a:pt x="220274" y="53339"/>
                  </a:lnTo>
                  <a:lnTo>
                    <a:pt x="230443" y="53339"/>
                  </a:lnTo>
                  <a:lnTo>
                    <a:pt x="231715" y="52070"/>
                  </a:lnTo>
                  <a:close/>
                </a:path>
                <a:path w="283210" h="281305">
                  <a:moveTo>
                    <a:pt x="235532" y="48260"/>
                  </a:moveTo>
                  <a:lnTo>
                    <a:pt x="225363" y="48260"/>
                  </a:lnTo>
                  <a:lnTo>
                    <a:pt x="222819" y="50800"/>
                  </a:lnTo>
                  <a:lnTo>
                    <a:pt x="232987" y="50800"/>
                  </a:lnTo>
                  <a:lnTo>
                    <a:pt x="235532" y="48260"/>
                  </a:lnTo>
                  <a:close/>
                </a:path>
                <a:path w="283210" h="281305">
                  <a:moveTo>
                    <a:pt x="238076" y="45720"/>
                  </a:moveTo>
                  <a:lnTo>
                    <a:pt x="227907" y="45720"/>
                  </a:lnTo>
                  <a:lnTo>
                    <a:pt x="226635" y="46989"/>
                  </a:lnTo>
                  <a:lnTo>
                    <a:pt x="236804" y="46989"/>
                  </a:lnTo>
                  <a:lnTo>
                    <a:pt x="238076" y="45720"/>
                  </a:lnTo>
                  <a:close/>
                </a:path>
                <a:path w="283210" h="281305">
                  <a:moveTo>
                    <a:pt x="241892" y="41910"/>
                  </a:moveTo>
                  <a:lnTo>
                    <a:pt x="231724" y="41910"/>
                  </a:lnTo>
                  <a:lnTo>
                    <a:pt x="229180" y="44450"/>
                  </a:lnTo>
                  <a:lnTo>
                    <a:pt x="239348" y="44450"/>
                  </a:lnTo>
                  <a:lnTo>
                    <a:pt x="241892" y="41910"/>
                  </a:lnTo>
                  <a:close/>
                </a:path>
                <a:path w="283210" h="281305">
                  <a:moveTo>
                    <a:pt x="244437" y="39370"/>
                  </a:moveTo>
                  <a:lnTo>
                    <a:pt x="234268" y="39370"/>
                  </a:lnTo>
                  <a:lnTo>
                    <a:pt x="232996" y="40639"/>
                  </a:lnTo>
                  <a:lnTo>
                    <a:pt x="243165" y="40639"/>
                  </a:lnTo>
                  <a:lnTo>
                    <a:pt x="244437" y="39370"/>
                  </a:lnTo>
                  <a:close/>
                </a:path>
                <a:path w="283210" h="281305">
                  <a:moveTo>
                    <a:pt x="248253" y="35560"/>
                  </a:moveTo>
                  <a:lnTo>
                    <a:pt x="238085" y="35560"/>
                  </a:lnTo>
                  <a:lnTo>
                    <a:pt x="235540" y="38100"/>
                  </a:lnTo>
                  <a:lnTo>
                    <a:pt x="245709" y="38100"/>
                  </a:lnTo>
                  <a:lnTo>
                    <a:pt x="248253" y="35560"/>
                  </a:lnTo>
                  <a:close/>
                </a:path>
                <a:path w="283210" h="281305">
                  <a:moveTo>
                    <a:pt x="250798" y="33020"/>
                  </a:moveTo>
                  <a:lnTo>
                    <a:pt x="240629" y="33020"/>
                  </a:lnTo>
                  <a:lnTo>
                    <a:pt x="239357" y="34289"/>
                  </a:lnTo>
                  <a:lnTo>
                    <a:pt x="249525" y="34289"/>
                  </a:lnTo>
                  <a:lnTo>
                    <a:pt x="250798" y="33020"/>
                  </a:lnTo>
                  <a:close/>
                </a:path>
                <a:path w="283210" h="281305">
                  <a:moveTo>
                    <a:pt x="254614" y="29210"/>
                  </a:moveTo>
                  <a:lnTo>
                    <a:pt x="244445" y="29210"/>
                  </a:lnTo>
                  <a:lnTo>
                    <a:pt x="241901" y="31750"/>
                  </a:lnTo>
                  <a:lnTo>
                    <a:pt x="252070" y="31750"/>
                  </a:lnTo>
                  <a:lnTo>
                    <a:pt x="254614" y="29210"/>
                  </a:lnTo>
                  <a:close/>
                </a:path>
                <a:path w="283210" h="281305">
                  <a:moveTo>
                    <a:pt x="257158" y="26670"/>
                  </a:moveTo>
                  <a:lnTo>
                    <a:pt x="246990" y="26670"/>
                  </a:lnTo>
                  <a:lnTo>
                    <a:pt x="245718" y="27939"/>
                  </a:lnTo>
                  <a:lnTo>
                    <a:pt x="255886" y="27939"/>
                  </a:lnTo>
                  <a:lnTo>
                    <a:pt x="257158" y="26670"/>
                  </a:lnTo>
                  <a:close/>
                </a:path>
                <a:path w="283210" h="281305">
                  <a:moveTo>
                    <a:pt x="260975" y="22860"/>
                  </a:moveTo>
                  <a:lnTo>
                    <a:pt x="250806" y="22860"/>
                  </a:lnTo>
                  <a:lnTo>
                    <a:pt x="248262" y="25400"/>
                  </a:lnTo>
                  <a:lnTo>
                    <a:pt x="258430" y="25400"/>
                  </a:lnTo>
                  <a:lnTo>
                    <a:pt x="260975" y="22860"/>
                  </a:lnTo>
                  <a:close/>
                </a:path>
                <a:path w="283210" h="281305">
                  <a:moveTo>
                    <a:pt x="263519" y="20320"/>
                  </a:moveTo>
                  <a:lnTo>
                    <a:pt x="253350" y="20320"/>
                  </a:lnTo>
                  <a:lnTo>
                    <a:pt x="252078" y="21589"/>
                  </a:lnTo>
                  <a:lnTo>
                    <a:pt x="262247" y="21589"/>
                  </a:lnTo>
                  <a:lnTo>
                    <a:pt x="263519" y="20320"/>
                  </a:lnTo>
                  <a:close/>
                </a:path>
                <a:path w="283210" h="281305">
                  <a:moveTo>
                    <a:pt x="267336" y="16510"/>
                  </a:moveTo>
                  <a:lnTo>
                    <a:pt x="257167" y="16510"/>
                  </a:lnTo>
                  <a:lnTo>
                    <a:pt x="254623" y="19050"/>
                  </a:lnTo>
                  <a:lnTo>
                    <a:pt x="264791" y="19050"/>
                  </a:lnTo>
                  <a:lnTo>
                    <a:pt x="267336" y="16510"/>
                  </a:lnTo>
                  <a:close/>
                </a:path>
                <a:path w="283210" h="281305">
                  <a:moveTo>
                    <a:pt x="269880" y="13970"/>
                  </a:moveTo>
                  <a:lnTo>
                    <a:pt x="259711" y="13970"/>
                  </a:lnTo>
                  <a:lnTo>
                    <a:pt x="258439" y="15239"/>
                  </a:lnTo>
                  <a:lnTo>
                    <a:pt x="268608" y="15239"/>
                  </a:lnTo>
                  <a:lnTo>
                    <a:pt x="269880" y="13970"/>
                  </a:lnTo>
                  <a:close/>
                </a:path>
                <a:path w="283210" h="281305">
                  <a:moveTo>
                    <a:pt x="273696" y="10160"/>
                  </a:moveTo>
                  <a:lnTo>
                    <a:pt x="263528" y="10160"/>
                  </a:lnTo>
                  <a:lnTo>
                    <a:pt x="260983" y="12700"/>
                  </a:lnTo>
                  <a:lnTo>
                    <a:pt x="271152" y="12700"/>
                  </a:lnTo>
                  <a:lnTo>
                    <a:pt x="273696" y="10160"/>
                  </a:lnTo>
                  <a:close/>
                </a:path>
                <a:path w="283210" h="281305">
                  <a:moveTo>
                    <a:pt x="276241" y="7620"/>
                  </a:moveTo>
                  <a:lnTo>
                    <a:pt x="266072" y="7620"/>
                  </a:lnTo>
                  <a:lnTo>
                    <a:pt x="264800" y="8889"/>
                  </a:lnTo>
                  <a:lnTo>
                    <a:pt x="274969" y="8889"/>
                  </a:lnTo>
                  <a:lnTo>
                    <a:pt x="276241" y="7620"/>
                  </a:lnTo>
                  <a:close/>
                </a:path>
                <a:path w="283210" h="281305">
                  <a:moveTo>
                    <a:pt x="271780" y="2539"/>
                  </a:moveTo>
                  <a:lnTo>
                    <a:pt x="271161" y="2539"/>
                  </a:lnTo>
                  <a:lnTo>
                    <a:pt x="267344" y="6350"/>
                  </a:lnTo>
                  <a:lnTo>
                    <a:pt x="277513" y="6350"/>
                  </a:lnTo>
                  <a:lnTo>
                    <a:pt x="280057" y="3810"/>
                  </a:lnTo>
                  <a:lnTo>
                    <a:pt x="271780" y="3810"/>
                  </a:lnTo>
                  <a:lnTo>
                    <a:pt x="271780" y="2539"/>
                  </a:lnTo>
                  <a:close/>
                </a:path>
                <a:path w="283210" h="281305">
                  <a:moveTo>
                    <a:pt x="281940" y="0"/>
                  </a:moveTo>
                  <a:lnTo>
                    <a:pt x="276860" y="0"/>
                  </a:lnTo>
                  <a:lnTo>
                    <a:pt x="276860" y="2539"/>
                  </a:lnTo>
                  <a:lnTo>
                    <a:pt x="281329" y="2539"/>
                  </a:lnTo>
                  <a:lnTo>
                    <a:pt x="282601" y="1270"/>
                  </a:lnTo>
                  <a:lnTo>
                    <a:pt x="281940" y="1270"/>
                  </a:lnTo>
                  <a:lnTo>
                    <a:pt x="281940" y="0"/>
                  </a:lnTo>
                  <a:close/>
                </a:path>
                <a:path w="283210" h="281305">
                  <a:moveTo>
                    <a:pt x="101955" y="181610"/>
                  </a:moveTo>
                  <a:lnTo>
                    <a:pt x="91787" y="181610"/>
                  </a:lnTo>
                  <a:lnTo>
                    <a:pt x="66344" y="207010"/>
                  </a:lnTo>
                  <a:lnTo>
                    <a:pt x="76512" y="207010"/>
                  </a:lnTo>
                  <a:lnTo>
                    <a:pt x="101955" y="181610"/>
                  </a:lnTo>
                  <a:close/>
                </a:path>
                <a:path w="283210" h="281305">
                  <a:moveTo>
                    <a:pt x="76512" y="207010"/>
                  </a:moveTo>
                  <a:lnTo>
                    <a:pt x="66344" y="207010"/>
                  </a:lnTo>
                  <a:lnTo>
                    <a:pt x="15457" y="257810"/>
                  </a:lnTo>
                  <a:lnTo>
                    <a:pt x="25626" y="257810"/>
                  </a:lnTo>
                  <a:lnTo>
                    <a:pt x="76512" y="207010"/>
                  </a:lnTo>
                  <a:close/>
                </a:path>
                <a:path w="283210" h="281305">
                  <a:moveTo>
                    <a:pt x="2727" y="280670"/>
                  </a:moveTo>
                  <a:lnTo>
                    <a:pt x="2540" y="280670"/>
                  </a:lnTo>
                  <a:lnTo>
                    <a:pt x="2540" y="280857"/>
                  </a:lnTo>
                  <a:lnTo>
                    <a:pt x="2727" y="280670"/>
                  </a:lnTo>
                  <a:close/>
                </a:path>
                <a:path w="283210" h="281305">
                  <a:moveTo>
                    <a:pt x="19265" y="264160"/>
                  </a:moveTo>
                  <a:lnTo>
                    <a:pt x="9096" y="264160"/>
                  </a:lnTo>
                  <a:lnTo>
                    <a:pt x="0" y="273241"/>
                  </a:lnTo>
                  <a:lnTo>
                    <a:pt x="0" y="276860"/>
                  </a:lnTo>
                  <a:lnTo>
                    <a:pt x="1270" y="276860"/>
                  </a:lnTo>
                  <a:lnTo>
                    <a:pt x="1270" y="279400"/>
                  </a:lnTo>
                  <a:lnTo>
                    <a:pt x="3999" y="279400"/>
                  </a:lnTo>
                  <a:lnTo>
                    <a:pt x="19265" y="264160"/>
                  </a:lnTo>
                  <a:close/>
                </a:path>
                <a:path w="283210" h="281305">
                  <a:moveTo>
                    <a:pt x="24354" y="259080"/>
                  </a:moveTo>
                  <a:lnTo>
                    <a:pt x="14185" y="259080"/>
                  </a:lnTo>
                  <a:lnTo>
                    <a:pt x="10369" y="262890"/>
                  </a:lnTo>
                  <a:lnTo>
                    <a:pt x="20537" y="262890"/>
                  </a:lnTo>
                  <a:lnTo>
                    <a:pt x="24354" y="259080"/>
                  </a:lnTo>
                  <a:close/>
                </a:path>
              </a:pathLst>
            </a:custGeom>
            <a:solidFill>
              <a:srgbClr val="5B5B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2">
              <a:extLst>
                <a:ext uri="{FF2B5EF4-FFF2-40B4-BE49-F238E27FC236}">
                  <a16:creationId xmlns:a16="http://schemas.microsoft.com/office/drawing/2014/main" id="{A932DADC-0130-BDFF-353F-55E9626CA856}"/>
                </a:ext>
              </a:extLst>
            </p:cNvPr>
            <p:cNvSpPr/>
            <p:nvPr/>
          </p:nvSpPr>
          <p:spPr>
            <a:xfrm>
              <a:off x="2430780" y="2594609"/>
              <a:ext cx="294640" cy="293370"/>
            </a:xfrm>
            <a:custGeom>
              <a:avLst/>
              <a:gdLst/>
              <a:ahLst/>
              <a:cxnLst/>
              <a:rect l="l" t="t" r="r" b="b"/>
              <a:pathLst>
                <a:path w="294639" h="293369">
                  <a:moveTo>
                    <a:pt x="116839" y="179070"/>
                  </a:moveTo>
                  <a:lnTo>
                    <a:pt x="105776" y="179070"/>
                  </a:lnTo>
                  <a:lnTo>
                    <a:pt x="99415" y="185420"/>
                  </a:lnTo>
                  <a:lnTo>
                    <a:pt x="110489" y="185420"/>
                  </a:lnTo>
                  <a:lnTo>
                    <a:pt x="116839" y="179070"/>
                  </a:lnTo>
                  <a:close/>
                </a:path>
                <a:path w="294639" h="293369">
                  <a:moveTo>
                    <a:pt x="119379" y="176530"/>
                  </a:moveTo>
                  <a:lnTo>
                    <a:pt x="108320" y="176530"/>
                  </a:lnTo>
                  <a:lnTo>
                    <a:pt x="107048" y="177800"/>
                  </a:lnTo>
                  <a:lnTo>
                    <a:pt x="118110" y="177800"/>
                  </a:lnTo>
                  <a:lnTo>
                    <a:pt x="119379" y="176530"/>
                  </a:lnTo>
                  <a:close/>
                </a:path>
                <a:path w="294639" h="293369">
                  <a:moveTo>
                    <a:pt x="123189" y="172720"/>
                  </a:moveTo>
                  <a:lnTo>
                    <a:pt x="112137" y="172720"/>
                  </a:lnTo>
                  <a:lnTo>
                    <a:pt x="109593" y="175260"/>
                  </a:lnTo>
                  <a:lnTo>
                    <a:pt x="120650" y="175260"/>
                  </a:lnTo>
                  <a:lnTo>
                    <a:pt x="123189" y="172720"/>
                  </a:lnTo>
                  <a:close/>
                </a:path>
                <a:path w="294639" h="293369">
                  <a:moveTo>
                    <a:pt x="125729" y="170180"/>
                  </a:moveTo>
                  <a:lnTo>
                    <a:pt x="114681" y="170180"/>
                  </a:lnTo>
                  <a:lnTo>
                    <a:pt x="113409" y="171450"/>
                  </a:lnTo>
                  <a:lnTo>
                    <a:pt x="124460" y="171450"/>
                  </a:lnTo>
                  <a:lnTo>
                    <a:pt x="125729" y="170180"/>
                  </a:lnTo>
                  <a:close/>
                </a:path>
                <a:path w="294639" h="293369">
                  <a:moveTo>
                    <a:pt x="129539" y="166370"/>
                  </a:moveTo>
                  <a:lnTo>
                    <a:pt x="118498" y="166370"/>
                  </a:lnTo>
                  <a:lnTo>
                    <a:pt x="115953" y="168910"/>
                  </a:lnTo>
                  <a:lnTo>
                    <a:pt x="127000" y="168910"/>
                  </a:lnTo>
                  <a:lnTo>
                    <a:pt x="129539" y="166370"/>
                  </a:lnTo>
                  <a:close/>
                </a:path>
                <a:path w="294639" h="293369">
                  <a:moveTo>
                    <a:pt x="132079" y="163830"/>
                  </a:moveTo>
                  <a:lnTo>
                    <a:pt x="121042" y="163830"/>
                  </a:lnTo>
                  <a:lnTo>
                    <a:pt x="119770" y="165100"/>
                  </a:lnTo>
                  <a:lnTo>
                    <a:pt x="130810" y="165100"/>
                  </a:lnTo>
                  <a:lnTo>
                    <a:pt x="132079" y="163830"/>
                  </a:lnTo>
                  <a:close/>
                </a:path>
                <a:path w="294639" h="293369">
                  <a:moveTo>
                    <a:pt x="144779" y="151130"/>
                  </a:moveTo>
                  <a:lnTo>
                    <a:pt x="133763" y="151130"/>
                  </a:lnTo>
                  <a:lnTo>
                    <a:pt x="122314" y="162560"/>
                  </a:lnTo>
                  <a:lnTo>
                    <a:pt x="133350" y="162560"/>
                  </a:lnTo>
                  <a:lnTo>
                    <a:pt x="144779" y="151130"/>
                  </a:lnTo>
                  <a:close/>
                </a:path>
                <a:path w="294639" h="293369">
                  <a:moveTo>
                    <a:pt x="157479" y="138430"/>
                  </a:moveTo>
                  <a:lnTo>
                    <a:pt x="146485" y="138430"/>
                  </a:lnTo>
                  <a:lnTo>
                    <a:pt x="135036" y="149860"/>
                  </a:lnTo>
                  <a:lnTo>
                    <a:pt x="146050" y="149860"/>
                  </a:lnTo>
                  <a:lnTo>
                    <a:pt x="157479" y="138430"/>
                  </a:lnTo>
                  <a:close/>
                </a:path>
                <a:path w="294639" h="293369">
                  <a:moveTo>
                    <a:pt x="161289" y="134620"/>
                  </a:moveTo>
                  <a:lnTo>
                    <a:pt x="150302" y="134620"/>
                  </a:lnTo>
                  <a:lnTo>
                    <a:pt x="147757" y="137160"/>
                  </a:lnTo>
                  <a:lnTo>
                    <a:pt x="158750" y="137160"/>
                  </a:lnTo>
                  <a:lnTo>
                    <a:pt x="161289" y="134620"/>
                  </a:lnTo>
                  <a:close/>
                </a:path>
                <a:path w="294639" h="293369">
                  <a:moveTo>
                    <a:pt x="163829" y="132080"/>
                  </a:moveTo>
                  <a:lnTo>
                    <a:pt x="152846" y="132080"/>
                  </a:lnTo>
                  <a:lnTo>
                    <a:pt x="151574" y="133350"/>
                  </a:lnTo>
                  <a:lnTo>
                    <a:pt x="162560" y="133350"/>
                  </a:lnTo>
                  <a:lnTo>
                    <a:pt x="163829" y="132080"/>
                  </a:lnTo>
                  <a:close/>
                </a:path>
                <a:path w="294639" h="293369">
                  <a:moveTo>
                    <a:pt x="167639" y="128270"/>
                  </a:moveTo>
                  <a:lnTo>
                    <a:pt x="156662" y="128270"/>
                  </a:lnTo>
                  <a:lnTo>
                    <a:pt x="154118" y="130810"/>
                  </a:lnTo>
                  <a:lnTo>
                    <a:pt x="165100" y="130810"/>
                  </a:lnTo>
                  <a:lnTo>
                    <a:pt x="167639" y="128270"/>
                  </a:lnTo>
                  <a:close/>
                </a:path>
                <a:path w="294639" h="293369">
                  <a:moveTo>
                    <a:pt x="170179" y="125730"/>
                  </a:moveTo>
                  <a:lnTo>
                    <a:pt x="159207" y="125730"/>
                  </a:lnTo>
                  <a:lnTo>
                    <a:pt x="157934" y="127000"/>
                  </a:lnTo>
                  <a:lnTo>
                    <a:pt x="168910" y="127000"/>
                  </a:lnTo>
                  <a:lnTo>
                    <a:pt x="170179" y="125730"/>
                  </a:lnTo>
                  <a:close/>
                </a:path>
                <a:path w="294639" h="293369">
                  <a:moveTo>
                    <a:pt x="173989" y="121920"/>
                  </a:moveTo>
                  <a:lnTo>
                    <a:pt x="163023" y="121920"/>
                  </a:lnTo>
                  <a:lnTo>
                    <a:pt x="160479" y="124460"/>
                  </a:lnTo>
                  <a:lnTo>
                    <a:pt x="171450" y="124460"/>
                  </a:lnTo>
                  <a:lnTo>
                    <a:pt x="173989" y="121920"/>
                  </a:lnTo>
                  <a:close/>
                </a:path>
                <a:path w="294639" h="293369">
                  <a:moveTo>
                    <a:pt x="176529" y="119380"/>
                  </a:moveTo>
                  <a:lnTo>
                    <a:pt x="165567" y="119380"/>
                  </a:lnTo>
                  <a:lnTo>
                    <a:pt x="164295" y="120650"/>
                  </a:lnTo>
                  <a:lnTo>
                    <a:pt x="175260" y="120650"/>
                  </a:lnTo>
                  <a:lnTo>
                    <a:pt x="176529" y="119380"/>
                  </a:lnTo>
                  <a:close/>
                </a:path>
                <a:path w="294639" h="293369">
                  <a:moveTo>
                    <a:pt x="180339" y="115570"/>
                  </a:moveTo>
                  <a:lnTo>
                    <a:pt x="169384" y="115570"/>
                  </a:lnTo>
                  <a:lnTo>
                    <a:pt x="166840" y="118110"/>
                  </a:lnTo>
                  <a:lnTo>
                    <a:pt x="177800" y="118110"/>
                  </a:lnTo>
                  <a:lnTo>
                    <a:pt x="180339" y="115570"/>
                  </a:lnTo>
                  <a:close/>
                </a:path>
                <a:path w="294639" h="293369">
                  <a:moveTo>
                    <a:pt x="182879" y="113030"/>
                  </a:moveTo>
                  <a:lnTo>
                    <a:pt x="171928" y="113030"/>
                  </a:lnTo>
                  <a:lnTo>
                    <a:pt x="170656" y="114300"/>
                  </a:lnTo>
                  <a:lnTo>
                    <a:pt x="181610" y="114300"/>
                  </a:lnTo>
                  <a:lnTo>
                    <a:pt x="182879" y="113030"/>
                  </a:lnTo>
                  <a:close/>
                </a:path>
                <a:path w="294639" h="293369">
                  <a:moveTo>
                    <a:pt x="186689" y="109220"/>
                  </a:moveTo>
                  <a:lnTo>
                    <a:pt x="175745" y="109220"/>
                  </a:lnTo>
                  <a:lnTo>
                    <a:pt x="173200" y="111760"/>
                  </a:lnTo>
                  <a:lnTo>
                    <a:pt x="184150" y="111760"/>
                  </a:lnTo>
                  <a:lnTo>
                    <a:pt x="186689" y="109220"/>
                  </a:lnTo>
                  <a:close/>
                </a:path>
                <a:path w="294639" h="293369">
                  <a:moveTo>
                    <a:pt x="189229" y="106680"/>
                  </a:moveTo>
                  <a:lnTo>
                    <a:pt x="178289" y="106680"/>
                  </a:lnTo>
                  <a:lnTo>
                    <a:pt x="177017" y="107950"/>
                  </a:lnTo>
                  <a:lnTo>
                    <a:pt x="187960" y="107950"/>
                  </a:lnTo>
                  <a:lnTo>
                    <a:pt x="189229" y="106680"/>
                  </a:lnTo>
                  <a:close/>
                </a:path>
                <a:path w="294639" h="293369">
                  <a:moveTo>
                    <a:pt x="193039" y="102870"/>
                  </a:moveTo>
                  <a:lnTo>
                    <a:pt x="182105" y="102870"/>
                  </a:lnTo>
                  <a:lnTo>
                    <a:pt x="179561" y="105410"/>
                  </a:lnTo>
                  <a:lnTo>
                    <a:pt x="190500" y="105410"/>
                  </a:lnTo>
                  <a:lnTo>
                    <a:pt x="193039" y="102870"/>
                  </a:lnTo>
                  <a:close/>
                </a:path>
                <a:path w="294639" h="293369">
                  <a:moveTo>
                    <a:pt x="195579" y="100330"/>
                  </a:moveTo>
                  <a:lnTo>
                    <a:pt x="184650" y="100330"/>
                  </a:lnTo>
                  <a:lnTo>
                    <a:pt x="183378" y="101600"/>
                  </a:lnTo>
                  <a:lnTo>
                    <a:pt x="194310" y="101600"/>
                  </a:lnTo>
                  <a:lnTo>
                    <a:pt x="195579" y="100330"/>
                  </a:lnTo>
                  <a:close/>
                </a:path>
                <a:path w="294639" h="293369">
                  <a:moveTo>
                    <a:pt x="199389" y="96520"/>
                  </a:moveTo>
                  <a:lnTo>
                    <a:pt x="188466" y="96520"/>
                  </a:lnTo>
                  <a:lnTo>
                    <a:pt x="185922" y="99060"/>
                  </a:lnTo>
                  <a:lnTo>
                    <a:pt x="196850" y="99060"/>
                  </a:lnTo>
                  <a:lnTo>
                    <a:pt x="199389" y="96520"/>
                  </a:lnTo>
                  <a:close/>
                </a:path>
                <a:path w="294639" h="293369">
                  <a:moveTo>
                    <a:pt x="201929" y="93980"/>
                  </a:moveTo>
                  <a:lnTo>
                    <a:pt x="191011" y="93980"/>
                  </a:lnTo>
                  <a:lnTo>
                    <a:pt x="189738" y="95250"/>
                  </a:lnTo>
                  <a:lnTo>
                    <a:pt x="200660" y="95250"/>
                  </a:lnTo>
                  <a:lnTo>
                    <a:pt x="201929" y="93980"/>
                  </a:lnTo>
                  <a:close/>
                </a:path>
                <a:path w="294639" h="293369">
                  <a:moveTo>
                    <a:pt x="205739" y="90170"/>
                  </a:moveTo>
                  <a:lnTo>
                    <a:pt x="194827" y="90170"/>
                  </a:lnTo>
                  <a:lnTo>
                    <a:pt x="192283" y="92710"/>
                  </a:lnTo>
                  <a:lnTo>
                    <a:pt x="203200" y="92710"/>
                  </a:lnTo>
                  <a:lnTo>
                    <a:pt x="205739" y="90170"/>
                  </a:lnTo>
                  <a:close/>
                </a:path>
                <a:path w="294639" h="293369">
                  <a:moveTo>
                    <a:pt x="208279" y="87630"/>
                  </a:moveTo>
                  <a:lnTo>
                    <a:pt x="197371" y="87630"/>
                  </a:lnTo>
                  <a:lnTo>
                    <a:pt x="196099" y="88900"/>
                  </a:lnTo>
                  <a:lnTo>
                    <a:pt x="207010" y="88900"/>
                  </a:lnTo>
                  <a:lnTo>
                    <a:pt x="208279" y="87630"/>
                  </a:lnTo>
                  <a:close/>
                </a:path>
                <a:path w="294639" h="293369">
                  <a:moveTo>
                    <a:pt x="212089" y="83820"/>
                  </a:moveTo>
                  <a:lnTo>
                    <a:pt x="201188" y="83820"/>
                  </a:lnTo>
                  <a:lnTo>
                    <a:pt x="198643" y="86360"/>
                  </a:lnTo>
                  <a:lnTo>
                    <a:pt x="209550" y="86360"/>
                  </a:lnTo>
                  <a:lnTo>
                    <a:pt x="212089" y="83820"/>
                  </a:lnTo>
                  <a:close/>
                </a:path>
                <a:path w="294639" h="293369">
                  <a:moveTo>
                    <a:pt x="214629" y="81280"/>
                  </a:moveTo>
                  <a:lnTo>
                    <a:pt x="203732" y="81280"/>
                  </a:lnTo>
                  <a:lnTo>
                    <a:pt x="202460" y="82550"/>
                  </a:lnTo>
                  <a:lnTo>
                    <a:pt x="213360" y="82550"/>
                  </a:lnTo>
                  <a:lnTo>
                    <a:pt x="214629" y="81280"/>
                  </a:lnTo>
                  <a:close/>
                </a:path>
                <a:path w="294639" h="293369">
                  <a:moveTo>
                    <a:pt x="218439" y="77470"/>
                  </a:moveTo>
                  <a:lnTo>
                    <a:pt x="207549" y="77470"/>
                  </a:lnTo>
                  <a:lnTo>
                    <a:pt x="205004" y="80010"/>
                  </a:lnTo>
                  <a:lnTo>
                    <a:pt x="215900" y="80010"/>
                  </a:lnTo>
                  <a:lnTo>
                    <a:pt x="218439" y="77470"/>
                  </a:lnTo>
                  <a:close/>
                </a:path>
                <a:path w="294639" h="293369">
                  <a:moveTo>
                    <a:pt x="220979" y="74930"/>
                  </a:moveTo>
                  <a:lnTo>
                    <a:pt x="210093" y="74930"/>
                  </a:lnTo>
                  <a:lnTo>
                    <a:pt x="208821" y="76200"/>
                  </a:lnTo>
                  <a:lnTo>
                    <a:pt x="219710" y="76200"/>
                  </a:lnTo>
                  <a:lnTo>
                    <a:pt x="220979" y="74930"/>
                  </a:lnTo>
                  <a:close/>
                </a:path>
                <a:path w="294639" h="293369">
                  <a:moveTo>
                    <a:pt x="224789" y="71120"/>
                  </a:moveTo>
                  <a:lnTo>
                    <a:pt x="213909" y="71120"/>
                  </a:lnTo>
                  <a:lnTo>
                    <a:pt x="211365" y="73660"/>
                  </a:lnTo>
                  <a:lnTo>
                    <a:pt x="222250" y="73660"/>
                  </a:lnTo>
                  <a:lnTo>
                    <a:pt x="224789" y="71120"/>
                  </a:lnTo>
                  <a:close/>
                </a:path>
                <a:path w="294639" h="293369">
                  <a:moveTo>
                    <a:pt x="227329" y="68580"/>
                  </a:moveTo>
                  <a:lnTo>
                    <a:pt x="216454" y="68580"/>
                  </a:lnTo>
                  <a:lnTo>
                    <a:pt x="215181" y="69850"/>
                  </a:lnTo>
                  <a:lnTo>
                    <a:pt x="226060" y="69850"/>
                  </a:lnTo>
                  <a:lnTo>
                    <a:pt x="227329" y="68580"/>
                  </a:lnTo>
                  <a:close/>
                </a:path>
                <a:path w="294639" h="293369">
                  <a:moveTo>
                    <a:pt x="231139" y="64770"/>
                  </a:moveTo>
                  <a:lnTo>
                    <a:pt x="220270" y="64770"/>
                  </a:lnTo>
                  <a:lnTo>
                    <a:pt x="217726" y="67310"/>
                  </a:lnTo>
                  <a:lnTo>
                    <a:pt x="228600" y="67310"/>
                  </a:lnTo>
                  <a:lnTo>
                    <a:pt x="231139" y="64770"/>
                  </a:lnTo>
                  <a:close/>
                </a:path>
                <a:path w="294639" h="293369">
                  <a:moveTo>
                    <a:pt x="233679" y="62230"/>
                  </a:moveTo>
                  <a:lnTo>
                    <a:pt x="222814" y="62230"/>
                  </a:lnTo>
                  <a:lnTo>
                    <a:pt x="221542" y="63500"/>
                  </a:lnTo>
                  <a:lnTo>
                    <a:pt x="232410" y="63500"/>
                  </a:lnTo>
                  <a:lnTo>
                    <a:pt x="233679" y="62230"/>
                  </a:lnTo>
                  <a:close/>
                </a:path>
                <a:path w="294639" h="293369">
                  <a:moveTo>
                    <a:pt x="237489" y="58420"/>
                  </a:moveTo>
                  <a:lnTo>
                    <a:pt x="226631" y="58420"/>
                  </a:lnTo>
                  <a:lnTo>
                    <a:pt x="224087" y="60960"/>
                  </a:lnTo>
                  <a:lnTo>
                    <a:pt x="234950" y="60960"/>
                  </a:lnTo>
                  <a:lnTo>
                    <a:pt x="237489" y="58420"/>
                  </a:lnTo>
                  <a:close/>
                </a:path>
                <a:path w="294639" h="293369">
                  <a:moveTo>
                    <a:pt x="240029" y="55880"/>
                  </a:moveTo>
                  <a:lnTo>
                    <a:pt x="229175" y="55880"/>
                  </a:lnTo>
                  <a:lnTo>
                    <a:pt x="227903" y="57150"/>
                  </a:lnTo>
                  <a:lnTo>
                    <a:pt x="238760" y="57150"/>
                  </a:lnTo>
                  <a:lnTo>
                    <a:pt x="240029" y="55880"/>
                  </a:lnTo>
                  <a:close/>
                </a:path>
                <a:path w="294639" h="293369">
                  <a:moveTo>
                    <a:pt x="243839" y="52070"/>
                  </a:moveTo>
                  <a:lnTo>
                    <a:pt x="232992" y="52070"/>
                  </a:lnTo>
                  <a:lnTo>
                    <a:pt x="230447" y="54610"/>
                  </a:lnTo>
                  <a:lnTo>
                    <a:pt x="241300" y="54610"/>
                  </a:lnTo>
                  <a:lnTo>
                    <a:pt x="243839" y="52070"/>
                  </a:lnTo>
                  <a:close/>
                </a:path>
                <a:path w="294639" h="293369">
                  <a:moveTo>
                    <a:pt x="246379" y="49530"/>
                  </a:moveTo>
                  <a:lnTo>
                    <a:pt x="235536" y="49530"/>
                  </a:lnTo>
                  <a:lnTo>
                    <a:pt x="234264" y="50800"/>
                  </a:lnTo>
                  <a:lnTo>
                    <a:pt x="245110" y="50800"/>
                  </a:lnTo>
                  <a:lnTo>
                    <a:pt x="246379" y="49530"/>
                  </a:lnTo>
                  <a:close/>
                </a:path>
                <a:path w="294639" h="293369">
                  <a:moveTo>
                    <a:pt x="250189" y="45720"/>
                  </a:moveTo>
                  <a:lnTo>
                    <a:pt x="239352" y="45720"/>
                  </a:lnTo>
                  <a:lnTo>
                    <a:pt x="236808" y="48260"/>
                  </a:lnTo>
                  <a:lnTo>
                    <a:pt x="247650" y="48260"/>
                  </a:lnTo>
                  <a:lnTo>
                    <a:pt x="250189" y="45720"/>
                  </a:lnTo>
                  <a:close/>
                </a:path>
                <a:path w="294639" h="293369">
                  <a:moveTo>
                    <a:pt x="252729" y="43180"/>
                  </a:moveTo>
                  <a:lnTo>
                    <a:pt x="241897" y="43180"/>
                  </a:lnTo>
                  <a:lnTo>
                    <a:pt x="240625" y="44450"/>
                  </a:lnTo>
                  <a:lnTo>
                    <a:pt x="251460" y="44450"/>
                  </a:lnTo>
                  <a:lnTo>
                    <a:pt x="252729" y="43180"/>
                  </a:lnTo>
                  <a:close/>
                </a:path>
                <a:path w="294639" h="293369">
                  <a:moveTo>
                    <a:pt x="256539" y="39370"/>
                  </a:moveTo>
                  <a:lnTo>
                    <a:pt x="245713" y="39370"/>
                  </a:lnTo>
                  <a:lnTo>
                    <a:pt x="243169" y="41910"/>
                  </a:lnTo>
                  <a:lnTo>
                    <a:pt x="254000" y="41910"/>
                  </a:lnTo>
                  <a:lnTo>
                    <a:pt x="256539" y="39370"/>
                  </a:lnTo>
                  <a:close/>
                </a:path>
                <a:path w="294639" h="293369">
                  <a:moveTo>
                    <a:pt x="259079" y="36830"/>
                  </a:moveTo>
                  <a:lnTo>
                    <a:pt x="248258" y="36830"/>
                  </a:lnTo>
                  <a:lnTo>
                    <a:pt x="246985" y="38100"/>
                  </a:lnTo>
                  <a:lnTo>
                    <a:pt x="257810" y="38100"/>
                  </a:lnTo>
                  <a:lnTo>
                    <a:pt x="259079" y="36830"/>
                  </a:lnTo>
                  <a:close/>
                </a:path>
                <a:path w="294639" h="293369">
                  <a:moveTo>
                    <a:pt x="262889" y="33020"/>
                  </a:moveTo>
                  <a:lnTo>
                    <a:pt x="252074" y="33020"/>
                  </a:lnTo>
                  <a:lnTo>
                    <a:pt x="249530" y="35560"/>
                  </a:lnTo>
                  <a:lnTo>
                    <a:pt x="260350" y="35560"/>
                  </a:lnTo>
                  <a:lnTo>
                    <a:pt x="262889" y="33020"/>
                  </a:lnTo>
                  <a:close/>
                </a:path>
                <a:path w="294639" h="293369">
                  <a:moveTo>
                    <a:pt x="265429" y="30480"/>
                  </a:moveTo>
                  <a:lnTo>
                    <a:pt x="254618" y="30480"/>
                  </a:lnTo>
                  <a:lnTo>
                    <a:pt x="253346" y="31750"/>
                  </a:lnTo>
                  <a:lnTo>
                    <a:pt x="264160" y="31750"/>
                  </a:lnTo>
                  <a:lnTo>
                    <a:pt x="265429" y="30480"/>
                  </a:lnTo>
                  <a:close/>
                </a:path>
                <a:path w="294639" h="293369">
                  <a:moveTo>
                    <a:pt x="269239" y="26670"/>
                  </a:moveTo>
                  <a:lnTo>
                    <a:pt x="258435" y="26670"/>
                  </a:lnTo>
                  <a:lnTo>
                    <a:pt x="255890" y="29210"/>
                  </a:lnTo>
                  <a:lnTo>
                    <a:pt x="266700" y="29210"/>
                  </a:lnTo>
                  <a:lnTo>
                    <a:pt x="269239" y="26670"/>
                  </a:lnTo>
                  <a:close/>
                </a:path>
                <a:path w="294639" h="293369">
                  <a:moveTo>
                    <a:pt x="271779" y="24130"/>
                  </a:moveTo>
                  <a:lnTo>
                    <a:pt x="260979" y="24130"/>
                  </a:lnTo>
                  <a:lnTo>
                    <a:pt x="259707" y="25400"/>
                  </a:lnTo>
                  <a:lnTo>
                    <a:pt x="270510" y="25400"/>
                  </a:lnTo>
                  <a:lnTo>
                    <a:pt x="271779" y="24130"/>
                  </a:lnTo>
                  <a:close/>
                </a:path>
                <a:path w="294639" h="293369">
                  <a:moveTo>
                    <a:pt x="275589" y="20320"/>
                  </a:moveTo>
                  <a:lnTo>
                    <a:pt x="264796" y="20320"/>
                  </a:lnTo>
                  <a:lnTo>
                    <a:pt x="262251" y="22860"/>
                  </a:lnTo>
                  <a:lnTo>
                    <a:pt x="273050" y="22860"/>
                  </a:lnTo>
                  <a:lnTo>
                    <a:pt x="275589" y="20320"/>
                  </a:lnTo>
                  <a:close/>
                </a:path>
                <a:path w="294639" h="293369">
                  <a:moveTo>
                    <a:pt x="278129" y="17780"/>
                  </a:moveTo>
                  <a:lnTo>
                    <a:pt x="267340" y="17780"/>
                  </a:lnTo>
                  <a:lnTo>
                    <a:pt x="266068" y="19050"/>
                  </a:lnTo>
                  <a:lnTo>
                    <a:pt x="276860" y="19050"/>
                  </a:lnTo>
                  <a:lnTo>
                    <a:pt x="278129" y="17780"/>
                  </a:lnTo>
                  <a:close/>
                </a:path>
                <a:path w="294639" h="293369">
                  <a:moveTo>
                    <a:pt x="281939" y="13970"/>
                  </a:moveTo>
                  <a:lnTo>
                    <a:pt x="271156" y="13970"/>
                  </a:lnTo>
                  <a:lnTo>
                    <a:pt x="268612" y="16510"/>
                  </a:lnTo>
                  <a:lnTo>
                    <a:pt x="279400" y="16510"/>
                  </a:lnTo>
                  <a:lnTo>
                    <a:pt x="281939" y="13970"/>
                  </a:lnTo>
                  <a:close/>
                </a:path>
                <a:path w="294639" h="293369">
                  <a:moveTo>
                    <a:pt x="284479" y="11430"/>
                  </a:moveTo>
                  <a:lnTo>
                    <a:pt x="273701" y="11430"/>
                  </a:lnTo>
                  <a:lnTo>
                    <a:pt x="272429" y="12700"/>
                  </a:lnTo>
                  <a:lnTo>
                    <a:pt x="283210" y="12700"/>
                  </a:lnTo>
                  <a:lnTo>
                    <a:pt x="284479" y="11430"/>
                  </a:lnTo>
                  <a:close/>
                </a:path>
                <a:path w="294639" h="293369">
                  <a:moveTo>
                    <a:pt x="288289" y="7620"/>
                  </a:moveTo>
                  <a:lnTo>
                    <a:pt x="277517" y="7620"/>
                  </a:lnTo>
                  <a:lnTo>
                    <a:pt x="274973" y="10160"/>
                  </a:lnTo>
                  <a:lnTo>
                    <a:pt x="285750" y="10160"/>
                  </a:lnTo>
                  <a:lnTo>
                    <a:pt x="288289" y="7620"/>
                  </a:lnTo>
                  <a:close/>
                </a:path>
                <a:path w="294639" h="293369">
                  <a:moveTo>
                    <a:pt x="290829" y="5080"/>
                  </a:moveTo>
                  <a:lnTo>
                    <a:pt x="280061" y="5080"/>
                  </a:lnTo>
                  <a:lnTo>
                    <a:pt x="278789" y="6350"/>
                  </a:lnTo>
                  <a:lnTo>
                    <a:pt x="289560" y="6350"/>
                  </a:lnTo>
                  <a:lnTo>
                    <a:pt x="290829" y="5080"/>
                  </a:lnTo>
                  <a:close/>
                </a:path>
                <a:path w="294639" h="293369">
                  <a:moveTo>
                    <a:pt x="294639" y="0"/>
                  </a:moveTo>
                  <a:lnTo>
                    <a:pt x="290830" y="0"/>
                  </a:lnTo>
                  <a:lnTo>
                    <a:pt x="290830" y="1270"/>
                  </a:lnTo>
                  <a:lnTo>
                    <a:pt x="284480" y="1270"/>
                  </a:lnTo>
                  <a:lnTo>
                    <a:pt x="284480" y="3810"/>
                  </a:lnTo>
                  <a:lnTo>
                    <a:pt x="292100" y="3810"/>
                  </a:lnTo>
                  <a:lnTo>
                    <a:pt x="294639" y="1270"/>
                  </a:lnTo>
                  <a:lnTo>
                    <a:pt x="294639" y="0"/>
                  </a:lnTo>
                  <a:close/>
                </a:path>
                <a:path w="294639" h="293369">
                  <a:moveTo>
                    <a:pt x="110489" y="185420"/>
                  </a:moveTo>
                  <a:lnTo>
                    <a:pt x="99415" y="185420"/>
                  </a:lnTo>
                  <a:lnTo>
                    <a:pt x="73972" y="210820"/>
                  </a:lnTo>
                  <a:lnTo>
                    <a:pt x="85089" y="210820"/>
                  </a:lnTo>
                  <a:lnTo>
                    <a:pt x="110489" y="185420"/>
                  </a:lnTo>
                  <a:close/>
                </a:path>
                <a:path w="294639" h="293369">
                  <a:moveTo>
                    <a:pt x="85089" y="210820"/>
                  </a:moveTo>
                  <a:lnTo>
                    <a:pt x="73972" y="210820"/>
                  </a:lnTo>
                  <a:lnTo>
                    <a:pt x="23086" y="261620"/>
                  </a:lnTo>
                  <a:lnTo>
                    <a:pt x="34289" y="261620"/>
                  </a:lnTo>
                  <a:lnTo>
                    <a:pt x="85089" y="210820"/>
                  </a:lnTo>
                  <a:close/>
                </a:path>
                <a:path w="294639" h="293369">
                  <a:moveTo>
                    <a:pt x="11429" y="284480"/>
                  </a:moveTo>
                  <a:lnTo>
                    <a:pt x="187" y="284480"/>
                  </a:lnTo>
                  <a:lnTo>
                    <a:pt x="0" y="284667"/>
                  </a:lnTo>
                  <a:lnTo>
                    <a:pt x="0" y="288290"/>
                  </a:lnTo>
                  <a:lnTo>
                    <a:pt x="1269" y="288290"/>
                  </a:lnTo>
                  <a:lnTo>
                    <a:pt x="1269" y="293370"/>
                  </a:lnTo>
                  <a:lnTo>
                    <a:pt x="2539" y="293370"/>
                  </a:lnTo>
                  <a:lnTo>
                    <a:pt x="2539" y="292100"/>
                  </a:lnTo>
                  <a:lnTo>
                    <a:pt x="3809" y="292100"/>
                  </a:lnTo>
                  <a:lnTo>
                    <a:pt x="11429" y="284480"/>
                  </a:lnTo>
                  <a:close/>
                </a:path>
                <a:path w="294639" h="293369">
                  <a:moveTo>
                    <a:pt x="27939" y="267970"/>
                  </a:moveTo>
                  <a:lnTo>
                    <a:pt x="16725" y="267970"/>
                  </a:lnTo>
                  <a:lnTo>
                    <a:pt x="1459" y="283210"/>
                  </a:lnTo>
                  <a:lnTo>
                    <a:pt x="12699" y="283210"/>
                  </a:lnTo>
                  <a:lnTo>
                    <a:pt x="27939" y="267970"/>
                  </a:lnTo>
                  <a:close/>
                </a:path>
                <a:path w="294639" h="293369">
                  <a:moveTo>
                    <a:pt x="33019" y="262890"/>
                  </a:moveTo>
                  <a:lnTo>
                    <a:pt x="21814" y="262890"/>
                  </a:lnTo>
                  <a:lnTo>
                    <a:pt x="17997" y="266700"/>
                  </a:lnTo>
                  <a:lnTo>
                    <a:pt x="29209" y="266700"/>
                  </a:lnTo>
                  <a:lnTo>
                    <a:pt x="33019" y="262890"/>
                  </a:lnTo>
                  <a:close/>
                </a:path>
              </a:pathLst>
            </a:custGeom>
            <a:solidFill>
              <a:srgbClr val="5C5B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3">
              <a:extLst>
                <a:ext uri="{FF2B5EF4-FFF2-40B4-BE49-F238E27FC236}">
                  <a16:creationId xmlns:a16="http://schemas.microsoft.com/office/drawing/2014/main" id="{CB38E70E-3252-2FA5-41CE-F9BFF82FB45D}"/>
                </a:ext>
              </a:extLst>
            </p:cNvPr>
            <p:cNvSpPr/>
            <p:nvPr/>
          </p:nvSpPr>
          <p:spPr>
            <a:xfrm>
              <a:off x="2433320" y="2592069"/>
              <a:ext cx="304800" cy="303530"/>
            </a:xfrm>
            <a:custGeom>
              <a:avLst/>
              <a:gdLst/>
              <a:ahLst/>
              <a:cxnLst/>
              <a:rect l="l" t="t" r="r" b="b"/>
              <a:pathLst>
                <a:path w="304800" h="303530">
                  <a:moveTo>
                    <a:pt x="124460" y="181610"/>
                  </a:moveTo>
                  <a:lnTo>
                    <a:pt x="114300" y="181610"/>
                  </a:lnTo>
                  <a:lnTo>
                    <a:pt x="107950" y="187960"/>
                  </a:lnTo>
                  <a:lnTo>
                    <a:pt x="118110" y="187960"/>
                  </a:lnTo>
                  <a:lnTo>
                    <a:pt x="124460" y="181610"/>
                  </a:lnTo>
                  <a:close/>
                </a:path>
                <a:path w="304800" h="303530">
                  <a:moveTo>
                    <a:pt x="127000" y="179070"/>
                  </a:moveTo>
                  <a:lnTo>
                    <a:pt x="116839" y="179070"/>
                  </a:lnTo>
                  <a:lnTo>
                    <a:pt x="115570" y="180339"/>
                  </a:lnTo>
                  <a:lnTo>
                    <a:pt x="125730" y="180339"/>
                  </a:lnTo>
                  <a:lnTo>
                    <a:pt x="127000" y="179070"/>
                  </a:lnTo>
                  <a:close/>
                </a:path>
                <a:path w="304800" h="303530">
                  <a:moveTo>
                    <a:pt x="130810" y="175260"/>
                  </a:moveTo>
                  <a:lnTo>
                    <a:pt x="120650" y="175260"/>
                  </a:lnTo>
                  <a:lnTo>
                    <a:pt x="118110" y="177800"/>
                  </a:lnTo>
                  <a:lnTo>
                    <a:pt x="128270" y="177800"/>
                  </a:lnTo>
                  <a:lnTo>
                    <a:pt x="130810" y="175260"/>
                  </a:lnTo>
                  <a:close/>
                </a:path>
                <a:path w="304800" h="303530">
                  <a:moveTo>
                    <a:pt x="133350" y="172720"/>
                  </a:moveTo>
                  <a:lnTo>
                    <a:pt x="123189" y="172720"/>
                  </a:lnTo>
                  <a:lnTo>
                    <a:pt x="121920" y="173989"/>
                  </a:lnTo>
                  <a:lnTo>
                    <a:pt x="132080" y="173989"/>
                  </a:lnTo>
                  <a:lnTo>
                    <a:pt x="133350" y="172720"/>
                  </a:lnTo>
                  <a:close/>
                </a:path>
                <a:path w="304800" h="303530">
                  <a:moveTo>
                    <a:pt x="137160" y="168910"/>
                  </a:moveTo>
                  <a:lnTo>
                    <a:pt x="127000" y="168910"/>
                  </a:lnTo>
                  <a:lnTo>
                    <a:pt x="124460" y="171450"/>
                  </a:lnTo>
                  <a:lnTo>
                    <a:pt x="134620" y="171450"/>
                  </a:lnTo>
                  <a:lnTo>
                    <a:pt x="137160" y="168910"/>
                  </a:lnTo>
                  <a:close/>
                </a:path>
                <a:path w="304800" h="303530">
                  <a:moveTo>
                    <a:pt x="139700" y="166370"/>
                  </a:moveTo>
                  <a:lnTo>
                    <a:pt x="129539" y="166370"/>
                  </a:lnTo>
                  <a:lnTo>
                    <a:pt x="128270" y="167639"/>
                  </a:lnTo>
                  <a:lnTo>
                    <a:pt x="138430" y="167639"/>
                  </a:lnTo>
                  <a:lnTo>
                    <a:pt x="139700" y="166370"/>
                  </a:lnTo>
                  <a:close/>
                </a:path>
                <a:path w="304800" h="303530">
                  <a:moveTo>
                    <a:pt x="152400" y="153670"/>
                  </a:moveTo>
                  <a:lnTo>
                    <a:pt x="142239" y="153670"/>
                  </a:lnTo>
                  <a:lnTo>
                    <a:pt x="130810" y="165100"/>
                  </a:lnTo>
                  <a:lnTo>
                    <a:pt x="140970" y="165100"/>
                  </a:lnTo>
                  <a:lnTo>
                    <a:pt x="152400" y="153670"/>
                  </a:lnTo>
                  <a:close/>
                </a:path>
                <a:path w="304800" h="303530">
                  <a:moveTo>
                    <a:pt x="165100" y="140970"/>
                  </a:moveTo>
                  <a:lnTo>
                    <a:pt x="154939" y="140970"/>
                  </a:lnTo>
                  <a:lnTo>
                    <a:pt x="143510" y="152400"/>
                  </a:lnTo>
                  <a:lnTo>
                    <a:pt x="153670" y="152400"/>
                  </a:lnTo>
                  <a:lnTo>
                    <a:pt x="165100" y="140970"/>
                  </a:lnTo>
                  <a:close/>
                </a:path>
                <a:path w="304800" h="303530">
                  <a:moveTo>
                    <a:pt x="168910" y="137160"/>
                  </a:moveTo>
                  <a:lnTo>
                    <a:pt x="158750" y="137160"/>
                  </a:lnTo>
                  <a:lnTo>
                    <a:pt x="156210" y="139700"/>
                  </a:lnTo>
                  <a:lnTo>
                    <a:pt x="166370" y="139700"/>
                  </a:lnTo>
                  <a:lnTo>
                    <a:pt x="168910" y="137160"/>
                  </a:lnTo>
                  <a:close/>
                </a:path>
                <a:path w="304800" h="303530">
                  <a:moveTo>
                    <a:pt x="171450" y="134620"/>
                  </a:moveTo>
                  <a:lnTo>
                    <a:pt x="161289" y="134620"/>
                  </a:lnTo>
                  <a:lnTo>
                    <a:pt x="160020" y="135889"/>
                  </a:lnTo>
                  <a:lnTo>
                    <a:pt x="170180" y="135889"/>
                  </a:lnTo>
                  <a:lnTo>
                    <a:pt x="171450" y="134620"/>
                  </a:lnTo>
                  <a:close/>
                </a:path>
                <a:path w="304800" h="303530">
                  <a:moveTo>
                    <a:pt x="175260" y="130810"/>
                  </a:moveTo>
                  <a:lnTo>
                    <a:pt x="165100" y="130810"/>
                  </a:lnTo>
                  <a:lnTo>
                    <a:pt x="162560" y="133350"/>
                  </a:lnTo>
                  <a:lnTo>
                    <a:pt x="172720" y="133350"/>
                  </a:lnTo>
                  <a:lnTo>
                    <a:pt x="175260" y="130810"/>
                  </a:lnTo>
                  <a:close/>
                </a:path>
                <a:path w="304800" h="303530">
                  <a:moveTo>
                    <a:pt x="177800" y="128270"/>
                  </a:moveTo>
                  <a:lnTo>
                    <a:pt x="167639" y="128270"/>
                  </a:lnTo>
                  <a:lnTo>
                    <a:pt x="166370" y="129539"/>
                  </a:lnTo>
                  <a:lnTo>
                    <a:pt x="176530" y="129539"/>
                  </a:lnTo>
                  <a:lnTo>
                    <a:pt x="177800" y="128270"/>
                  </a:lnTo>
                  <a:close/>
                </a:path>
                <a:path w="304800" h="303530">
                  <a:moveTo>
                    <a:pt x="181610" y="124460"/>
                  </a:moveTo>
                  <a:lnTo>
                    <a:pt x="171450" y="124460"/>
                  </a:lnTo>
                  <a:lnTo>
                    <a:pt x="168910" y="127000"/>
                  </a:lnTo>
                  <a:lnTo>
                    <a:pt x="179070" y="127000"/>
                  </a:lnTo>
                  <a:lnTo>
                    <a:pt x="181610" y="124460"/>
                  </a:lnTo>
                  <a:close/>
                </a:path>
                <a:path w="304800" h="303530">
                  <a:moveTo>
                    <a:pt x="184150" y="121920"/>
                  </a:moveTo>
                  <a:lnTo>
                    <a:pt x="173989" y="121920"/>
                  </a:lnTo>
                  <a:lnTo>
                    <a:pt x="172720" y="123189"/>
                  </a:lnTo>
                  <a:lnTo>
                    <a:pt x="182880" y="123189"/>
                  </a:lnTo>
                  <a:lnTo>
                    <a:pt x="184150" y="121920"/>
                  </a:lnTo>
                  <a:close/>
                </a:path>
                <a:path w="304800" h="303530">
                  <a:moveTo>
                    <a:pt x="187960" y="118110"/>
                  </a:moveTo>
                  <a:lnTo>
                    <a:pt x="177800" y="118110"/>
                  </a:lnTo>
                  <a:lnTo>
                    <a:pt x="175260" y="120650"/>
                  </a:lnTo>
                  <a:lnTo>
                    <a:pt x="185420" y="120650"/>
                  </a:lnTo>
                  <a:lnTo>
                    <a:pt x="187960" y="118110"/>
                  </a:lnTo>
                  <a:close/>
                </a:path>
                <a:path w="304800" h="303530">
                  <a:moveTo>
                    <a:pt x="190500" y="115570"/>
                  </a:moveTo>
                  <a:lnTo>
                    <a:pt x="180339" y="115570"/>
                  </a:lnTo>
                  <a:lnTo>
                    <a:pt x="179070" y="116839"/>
                  </a:lnTo>
                  <a:lnTo>
                    <a:pt x="189230" y="116839"/>
                  </a:lnTo>
                  <a:lnTo>
                    <a:pt x="190500" y="115570"/>
                  </a:lnTo>
                  <a:close/>
                </a:path>
                <a:path w="304800" h="303530">
                  <a:moveTo>
                    <a:pt x="194310" y="111760"/>
                  </a:moveTo>
                  <a:lnTo>
                    <a:pt x="184150" y="111760"/>
                  </a:lnTo>
                  <a:lnTo>
                    <a:pt x="181610" y="114300"/>
                  </a:lnTo>
                  <a:lnTo>
                    <a:pt x="191770" y="114300"/>
                  </a:lnTo>
                  <a:lnTo>
                    <a:pt x="194310" y="111760"/>
                  </a:lnTo>
                  <a:close/>
                </a:path>
                <a:path w="304800" h="303530">
                  <a:moveTo>
                    <a:pt x="196850" y="109220"/>
                  </a:moveTo>
                  <a:lnTo>
                    <a:pt x="186689" y="109220"/>
                  </a:lnTo>
                  <a:lnTo>
                    <a:pt x="185420" y="110489"/>
                  </a:lnTo>
                  <a:lnTo>
                    <a:pt x="195580" y="110489"/>
                  </a:lnTo>
                  <a:lnTo>
                    <a:pt x="196850" y="109220"/>
                  </a:lnTo>
                  <a:close/>
                </a:path>
                <a:path w="304800" h="303530">
                  <a:moveTo>
                    <a:pt x="200660" y="105410"/>
                  </a:moveTo>
                  <a:lnTo>
                    <a:pt x="190500" y="105410"/>
                  </a:lnTo>
                  <a:lnTo>
                    <a:pt x="187960" y="107950"/>
                  </a:lnTo>
                  <a:lnTo>
                    <a:pt x="198120" y="107950"/>
                  </a:lnTo>
                  <a:lnTo>
                    <a:pt x="200660" y="105410"/>
                  </a:lnTo>
                  <a:close/>
                </a:path>
                <a:path w="304800" h="303530">
                  <a:moveTo>
                    <a:pt x="203200" y="102870"/>
                  </a:moveTo>
                  <a:lnTo>
                    <a:pt x="193039" y="102870"/>
                  </a:lnTo>
                  <a:lnTo>
                    <a:pt x="191770" y="104139"/>
                  </a:lnTo>
                  <a:lnTo>
                    <a:pt x="201930" y="104139"/>
                  </a:lnTo>
                  <a:lnTo>
                    <a:pt x="203200" y="102870"/>
                  </a:lnTo>
                  <a:close/>
                </a:path>
                <a:path w="304800" h="303530">
                  <a:moveTo>
                    <a:pt x="207010" y="99060"/>
                  </a:moveTo>
                  <a:lnTo>
                    <a:pt x="196850" y="99060"/>
                  </a:lnTo>
                  <a:lnTo>
                    <a:pt x="194310" y="101600"/>
                  </a:lnTo>
                  <a:lnTo>
                    <a:pt x="204470" y="101600"/>
                  </a:lnTo>
                  <a:lnTo>
                    <a:pt x="207010" y="99060"/>
                  </a:lnTo>
                  <a:close/>
                </a:path>
                <a:path w="304800" h="303530">
                  <a:moveTo>
                    <a:pt x="209550" y="96520"/>
                  </a:moveTo>
                  <a:lnTo>
                    <a:pt x="199389" y="96520"/>
                  </a:lnTo>
                  <a:lnTo>
                    <a:pt x="198120" y="97789"/>
                  </a:lnTo>
                  <a:lnTo>
                    <a:pt x="208280" y="97789"/>
                  </a:lnTo>
                  <a:lnTo>
                    <a:pt x="209550" y="96520"/>
                  </a:lnTo>
                  <a:close/>
                </a:path>
                <a:path w="304800" h="303530">
                  <a:moveTo>
                    <a:pt x="213360" y="92710"/>
                  </a:moveTo>
                  <a:lnTo>
                    <a:pt x="203200" y="92710"/>
                  </a:lnTo>
                  <a:lnTo>
                    <a:pt x="200660" y="95250"/>
                  </a:lnTo>
                  <a:lnTo>
                    <a:pt x="210820" y="95250"/>
                  </a:lnTo>
                  <a:lnTo>
                    <a:pt x="213360" y="92710"/>
                  </a:lnTo>
                  <a:close/>
                </a:path>
                <a:path w="304800" h="303530">
                  <a:moveTo>
                    <a:pt x="215900" y="90170"/>
                  </a:moveTo>
                  <a:lnTo>
                    <a:pt x="205739" y="90170"/>
                  </a:lnTo>
                  <a:lnTo>
                    <a:pt x="204470" y="91439"/>
                  </a:lnTo>
                  <a:lnTo>
                    <a:pt x="214630" y="91439"/>
                  </a:lnTo>
                  <a:lnTo>
                    <a:pt x="215900" y="90170"/>
                  </a:lnTo>
                  <a:close/>
                </a:path>
                <a:path w="304800" h="303530">
                  <a:moveTo>
                    <a:pt x="219710" y="86360"/>
                  </a:moveTo>
                  <a:lnTo>
                    <a:pt x="209550" y="86360"/>
                  </a:lnTo>
                  <a:lnTo>
                    <a:pt x="207010" y="88900"/>
                  </a:lnTo>
                  <a:lnTo>
                    <a:pt x="217170" y="88900"/>
                  </a:lnTo>
                  <a:lnTo>
                    <a:pt x="219710" y="86360"/>
                  </a:lnTo>
                  <a:close/>
                </a:path>
                <a:path w="304800" h="303530">
                  <a:moveTo>
                    <a:pt x="222250" y="83820"/>
                  </a:moveTo>
                  <a:lnTo>
                    <a:pt x="212089" y="83820"/>
                  </a:lnTo>
                  <a:lnTo>
                    <a:pt x="210820" y="85089"/>
                  </a:lnTo>
                  <a:lnTo>
                    <a:pt x="220980" y="85089"/>
                  </a:lnTo>
                  <a:lnTo>
                    <a:pt x="222250" y="83820"/>
                  </a:lnTo>
                  <a:close/>
                </a:path>
                <a:path w="304800" h="303530">
                  <a:moveTo>
                    <a:pt x="226060" y="80010"/>
                  </a:moveTo>
                  <a:lnTo>
                    <a:pt x="215900" y="80010"/>
                  </a:lnTo>
                  <a:lnTo>
                    <a:pt x="213360" y="82550"/>
                  </a:lnTo>
                  <a:lnTo>
                    <a:pt x="223520" y="82550"/>
                  </a:lnTo>
                  <a:lnTo>
                    <a:pt x="226060" y="80010"/>
                  </a:lnTo>
                  <a:close/>
                </a:path>
                <a:path w="304800" h="303530">
                  <a:moveTo>
                    <a:pt x="228600" y="77470"/>
                  </a:moveTo>
                  <a:lnTo>
                    <a:pt x="218439" y="77470"/>
                  </a:lnTo>
                  <a:lnTo>
                    <a:pt x="217170" y="78739"/>
                  </a:lnTo>
                  <a:lnTo>
                    <a:pt x="227330" y="78739"/>
                  </a:lnTo>
                  <a:lnTo>
                    <a:pt x="228600" y="77470"/>
                  </a:lnTo>
                  <a:close/>
                </a:path>
                <a:path w="304800" h="303530">
                  <a:moveTo>
                    <a:pt x="232410" y="73660"/>
                  </a:moveTo>
                  <a:lnTo>
                    <a:pt x="222250" y="73660"/>
                  </a:lnTo>
                  <a:lnTo>
                    <a:pt x="219710" y="76200"/>
                  </a:lnTo>
                  <a:lnTo>
                    <a:pt x="229870" y="76200"/>
                  </a:lnTo>
                  <a:lnTo>
                    <a:pt x="232410" y="73660"/>
                  </a:lnTo>
                  <a:close/>
                </a:path>
                <a:path w="304800" h="303530">
                  <a:moveTo>
                    <a:pt x="234950" y="71120"/>
                  </a:moveTo>
                  <a:lnTo>
                    <a:pt x="224789" y="71120"/>
                  </a:lnTo>
                  <a:lnTo>
                    <a:pt x="223520" y="72389"/>
                  </a:lnTo>
                  <a:lnTo>
                    <a:pt x="233680" y="72389"/>
                  </a:lnTo>
                  <a:lnTo>
                    <a:pt x="234950" y="71120"/>
                  </a:lnTo>
                  <a:close/>
                </a:path>
                <a:path w="304800" h="303530">
                  <a:moveTo>
                    <a:pt x="238760" y="67310"/>
                  </a:moveTo>
                  <a:lnTo>
                    <a:pt x="228600" y="67310"/>
                  </a:lnTo>
                  <a:lnTo>
                    <a:pt x="226060" y="69850"/>
                  </a:lnTo>
                  <a:lnTo>
                    <a:pt x="236220" y="69850"/>
                  </a:lnTo>
                  <a:lnTo>
                    <a:pt x="238760" y="67310"/>
                  </a:lnTo>
                  <a:close/>
                </a:path>
                <a:path w="304800" h="303530">
                  <a:moveTo>
                    <a:pt x="241300" y="64770"/>
                  </a:moveTo>
                  <a:lnTo>
                    <a:pt x="231139" y="64770"/>
                  </a:lnTo>
                  <a:lnTo>
                    <a:pt x="229870" y="66039"/>
                  </a:lnTo>
                  <a:lnTo>
                    <a:pt x="240030" y="66039"/>
                  </a:lnTo>
                  <a:lnTo>
                    <a:pt x="241300" y="64770"/>
                  </a:lnTo>
                  <a:close/>
                </a:path>
                <a:path w="304800" h="303530">
                  <a:moveTo>
                    <a:pt x="245110" y="60960"/>
                  </a:moveTo>
                  <a:lnTo>
                    <a:pt x="234950" y="60960"/>
                  </a:lnTo>
                  <a:lnTo>
                    <a:pt x="232410" y="63500"/>
                  </a:lnTo>
                  <a:lnTo>
                    <a:pt x="242570" y="63500"/>
                  </a:lnTo>
                  <a:lnTo>
                    <a:pt x="245110" y="60960"/>
                  </a:lnTo>
                  <a:close/>
                </a:path>
                <a:path w="304800" h="303530">
                  <a:moveTo>
                    <a:pt x="247650" y="58420"/>
                  </a:moveTo>
                  <a:lnTo>
                    <a:pt x="237489" y="58420"/>
                  </a:lnTo>
                  <a:lnTo>
                    <a:pt x="236220" y="59689"/>
                  </a:lnTo>
                  <a:lnTo>
                    <a:pt x="246380" y="59689"/>
                  </a:lnTo>
                  <a:lnTo>
                    <a:pt x="247650" y="58420"/>
                  </a:lnTo>
                  <a:close/>
                </a:path>
                <a:path w="304800" h="303530">
                  <a:moveTo>
                    <a:pt x="251460" y="54610"/>
                  </a:moveTo>
                  <a:lnTo>
                    <a:pt x="241300" y="54610"/>
                  </a:lnTo>
                  <a:lnTo>
                    <a:pt x="238760" y="57150"/>
                  </a:lnTo>
                  <a:lnTo>
                    <a:pt x="248920" y="57150"/>
                  </a:lnTo>
                  <a:lnTo>
                    <a:pt x="251460" y="54610"/>
                  </a:lnTo>
                  <a:close/>
                </a:path>
                <a:path w="304800" h="303530">
                  <a:moveTo>
                    <a:pt x="254000" y="52070"/>
                  </a:moveTo>
                  <a:lnTo>
                    <a:pt x="243839" y="52070"/>
                  </a:lnTo>
                  <a:lnTo>
                    <a:pt x="242570" y="53339"/>
                  </a:lnTo>
                  <a:lnTo>
                    <a:pt x="252730" y="53339"/>
                  </a:lnTo>
                  <a:lnTo>
                    <a:pt x="254000" y="52070"/>
                  </a:lnTo>
                  <a:close/>
                </a:path>
                <a:path w="304800" h="303530">
                  <a:moveTo>
                    <a:pt x="257810" y="48260"/>
                  </a:moveTo>
                  <a:lnTo>
                    <a:pt x="247650" y="48260"/>
                  </a:lnTo>
                  <a:lnTo>
                    <a:pt x="245110" y="50800"/>
                  </a:lnTo>
                  <a:lnTo>
                    <a:pt x="255270" y="50800"/>
                  </a:lnTo>
                  <a:lnTo>
                    <a:pt x="257810" y="48260"/>
                  </a:lnTo>
                  <a:close/>
                </a:path>
                <a:path w="304800" h="303530">
                  <a:moveTo>
                    <a:pt x="260350" y="45720"/>
                  </a:moveTo>
                  <a:lnTo>
                    <a:pt x="250189" y="45720"/>
                  </a:lnTo>
                  <a:lnTo>
                    <a:pt x="248920" y="46989"/>
                  </a:lnTo>
                  <a:lnTo>
                    <a:pt x="259080" y="46989"/>
                  </a:lnTo>
                  <a:lnTo>
                    <a:pt x="260350" y="45720"/>
                  </a:lnTo>
                  <a:close/>
                </a:path>
                <a:path w="304800" h="303530">
                  <a:moveTo>
                    <a:pt x="264160" y="41910"/>
                  </a:moveTo>
                  <a:lnTo>
                    <a:pt x="254000" y="41910"/>
                  </a:lnTo>
                  <a:lnTo>
                    <a:pt x="251460" y="44450"/>
                  </a:lnTo>
                  <a:lnTo>
                    <a:pt x="261620" y="44450"/>
                  </a:lnTo>
                  <a:lnTo>
                    <a:pt x="264160" y="41910"/>
                  </a:lnTo>
                  <a:close/>
                </a:path>
                <a:path w="304800" h="303530">
                  <a:moveTo>
                    <a:pt x="266700" y="39370"/>
                  </a:moveTo>
                  <a:lnTo>
                    <a:pt x="256539" y="39370"/>
                  </a:lnTo>
                  <a:lnTo>
                    <a:pt x="255270" y="40639"/>
                  </a:lnTo>
                  <a:lnTo>
                    <a:pt x="265430" y="40639"/>
                  </a:lnTo>
                  <a:lnTo>
                    <a:pt x="266700" y="39370"/>
                  </a:lnTo>
                  <a:close/>
                </a:path>
                <a:path w="304800" h="303530">
                  <a:moveTo>
                    <a:pt x="270510" y="35560"/>
                  </a:moveTo>
                  <a:lnTo>
                    <a:pt x="260350" y="35560"/>
                  </a:lnTo>
                  <a:lnTo>
                    <a:pt x="257810" y="38100"/>
                  </a:lnTo>
                  <a:lnTo>
                    <a:pt x="267970" y="38100"/>
                  </a:lnTo>
                  <a:lnTo>
                    <a:pt x="270510" y="35560"/>
                  </a:lnTo>
                  <a:close/>
                </a:path>
                <a:path w="304800" h="303530">
                  <a:moveTo>
                    <a:pt x="273050" y="33020"/>
                  </a:moveTo>
                  <a:lnTo>
                    <a:pt x="262889" y="33020"/>
                  </a:lnTo>
                  <a:lnTo>
                    <a:pt x="261620" y="34289"/>
                  </a:lnTo>
                  <a:lnTo>
                    <a:pt x="271780" y="34289"/>
                  </a:lnTo>
                  <a:lnTo>
                    <a:pt x="273050" y="33020"/>
                  </a:lnTo>
                  <a:close/>
                </a:path>
                <a:path w="304800" h="303530">
                  <a:moveTo>
                    <a:pt x="276860" y="29210"/>
                  </a:moveTo>
                  <a:lnTo>
                    <a:pt x="266700" y="29210"/>
                  </a:lnTo>
                  <a:lnTo>
                    <a:pt x="264160" y="31750"/>
                  </a:lnTo>
                  <a:lnTo>
                    <a:pt x="274320" y="31750"/>
                  </a:lnTo>
                  <a:lnTo>
                    <a:pt x="276860" y="29210"/>
                  </a:lnTo>
                  <a:close/>
                </a:path>
                <a:path w="304800" h="303530">
                  <a:moveTo>
                    <a:pt x="279400" y="26670"/>
                  </a:moveTo>
                  <a:lnTo>
                    <a:pt x="269239" y="26670"/>
                  </a:lnTo>
                  <a:lnTo>
                    <a:pt x="267970" y="27939"/>
                  </a:lnTo>
                  <a:lnTo>
                    <a:pt x="278130" y="27939"/>
                  </a:lnTo>
                  <a:lnTo>
                    <a:pt x="279400" y="26670"/>
                  </a:lnTo>
                  <a:close/>
                </a:path>
                <a:path w="304800" h="303530">
                  <a:moveTo>
                    <a:pt x="283210" y="22860"/>
                  </a:moveTo>
                  <a:lnTo>
                    <a:pt x="273050" y="22860"/>
                  </a:lnTo>
                  <a:lnTo>
                    <a:pt x="270510" y="25400"/>
                  </a:lnTo>
                  <a:lnTo>
                    <a:pt x="280670" y="25400"/>
                  </a:lnTo>
                  <a:lnTo>
                    <a:pt x="283210" y="22860"/>
                  </a:lnTo>
                  <a:close/>
                </a:path>
                <a:path w="304800" h="303530">
                  <a:moveTo>
                    <a:pt x="285750" y="20320"/>
                  </a:moveTo>
                  <a:lnTo>
                    <a:pt x="275589" y="20320"/>
                  </a:lnTo>
                  <a:lnTo>
                    <a:pt x="274320" y="21589"/>
                  </a:lnTo>
                  <a:lnTo>
                    <a:pt x="284480" y="21589"/>
                  </a:lnTo>
                  <a:lnTo>
                    <a:pt x="285750" y="20320"/>
                  </a:lnTo>
                  <a:close/>
                </a:path>
                <a:path w="304800" h="303530">
                  <a:moveTo>
                    <a:pt x="289560" y="16510"/>
                  </a:moveTo>
                  <a:lnTo>
                    <a:pt x="279400" y="16510"/>
                  </a:lnTo>
                  <a:lnTo>
                    <a:pt x="276860" y="19050"/>
                  </a:lnTo>
                  <a:lnTo>
                    <a:pt x="287020" y="19050"/>
                  </a:lnTo>
                  <a:lnTo>
                    <a:pt x="289560" y="16510"/>
                  </a:lnTo>
                  <a:close/>
                </a:path>
                <a:path w="304800" h="303530">
                  <a:moveTo>
                    <a:pt x="292100" y="13970"/>
                  </a:moveTo>
                  <a:lnTo>
                    <a:pt x="281939" y="13970"/>
                  </a:lnTo>
                  <a:lnTo>
                    <a:pt x="280670" y="15239"/>
                  </a:lnTo>
                  <a:lnTo>
                    <a:pt x="290830" y="15239"/>
                  </a:lnTo>
                  <a:lnTo>
                    <a:pt x="292100" y="13970"/>
                  </a:lnTo>
                  <a:close/>
                </a:path>
                <a:path w="304800" h="303530">
                  <a:moveTo>
                    <a:pt x="295910" y="10160"/>
                  </a:moveTo>
                  <a:lnTo>
                    <a:pt x="285750" y="10160"/>
                  </a:lnTo>
                  <a:lnTo>
                    <a:pt x="283210" y="12700"/>
                  </a:lnTo>
                  <a:lnTo>
                    <a:pt x="293370" y="12700"/>
                  </a:lnTo>
                  <a:lnTo>
                    <a:pt x="295910" y="10160"/>
                  </a:lnTo>
                  <a:close/>
                </a:path>
                <a:path w="304800" h="303530">
                  <a:moveTo>
                    <a:pt x="298450" y="7620"/>
                  </a:moveTo>
                  <a:lnTo>
                    <a:pt x="288289" y="7620"/>
                  </a:lnTo>
                  <a:lnTo>
                    <a:pt x="287020" y="8889"/>
                  </a:lnTo>
                  <a:lnTo>
                    <a:pt x="297180" y="8889"/>
                  </a:lnTo>
                  <a:lnTo>
                    <a:pt x="298450" y="7620"/>
                  </a:lnTo>
                  <a:close/>
                </a:path>
                <a:path w="304800" h="303530">
                  <a:moveTo>
                    <a:pt x="302260" y="3810"/>
                  </a:moveTo>
                  <a:lnTo>
                    <a:pt x="292100" y="3810"/>
                  </a:lnTo>
                  <a:lnTo>
                    <a:pt x="289560" y="6350"/>
                  </a:lnTo>
                  <a:lnTo>
                    <a:pt x="299720" y="6350"/>
                  </a:lnTo>
                  <a:lnTo>
                    <a:pt x="302260" y="3810"/>
                  </a:lnTo>
                  <a:close/>
                </a:path>
                <a:path w="304800" h="303530">
                  <a:moveTo>
                    <a:pt x="304800" y="0"/>
                  </a:moveTo>
                  <a:lnTo>
                    <a:pt x="298450" y="0"/>
                  </a:lnTo>
                  <a:lnTo>
                    <a:pt x="298450" y="2539"/>
                  </a:lnTo>
                  <a:lnTo>
                    <a:pt x="303530" y="2539"/>
                  </a:lnTo>
                  <a:lnTo>
                    <a:pt x="304800" y="1270"/>
                  </a:lnTo>
                  <a:lnTo>
                    <a:pt x="304800" y="0"/>
                  </a:lnTo>
                  <a:close/>
                </a:path>
                <a:path w="304800" h="303530">
                  <a:moveTo>
                    <a:pt x="118109" y="187960"/>
                  </a:moveTo>
                  <a:lnTo>
                    <a:pt x="107949" y="187960"/>
                  </a:lnTo>
                  <a:lnTo>
                    <a:pt x="82550" y="213360"/>
                  </a:lnTo>
                  <a:lnTo>
                    <a:pt x="92710" y="213360"/>
                  </a:lnTo>
                  <a:lnTo>
                    <a:pt x="118109" y="187960"/>
                  </a:lnTo>
                  <a:close/>
                </a:path>
                <a:path w="304800" h="303530">
                  <a:moveTo>
                    <a:pt x="92709" y="213360"/>
                  </a:moveTo>
                  <a:lnTo>
                    <a:pt x="82549" y="213360"/>
                  </a:lnTo>
                  <a:lnTo>
                    <a:pt x="31750" y="264160"/>
                  </a:lnTo>
                  <a:lnTo>
                    <a:pt x="41910" y="264160"/>
                  </a:lnTo>
                  <a:lnTo>
                    <a:pt x="92709" y="213360"/>
                  </a:lnTo>
                  <a:close/>
                </a:path>
                <a:path w="304800" h="303530">
                  <a:moveTo>
                    <a:pt x="10160" y="295910"/>
                  </a:moveTo>
                  <a:lnTo>
                    <a:pt x="0" y="295910"/>
                  </a:lnTo>
                  <a:lnTo>
                    <a:pt x="0" y="297180"/>
                  </a:lnTo>
                  <a:lnTo>
                    <a:pt x="1269" y="297180"/>
                  </a:lnTo>
                  <a:lnTo>
                    <a:pt x="1269" y="302260"/>
                  </a:lnTo>
                  <a:lnTo>
                    <a:pt x="2540" y="302260"/>
                  </a:lnTo>
                  <a:lnTo>
                    <a:pt x="2540" y="303530"/>
                  </a:lnTo>
                  <a:lnTo>
                    <a:pt x="10160" y="295910"/>
                  </a:lnTo>
                  <a:close/>
                </a:path>
                <a:path w="304800" h="303530">
                  <a:moveTo>
                    <a:pt x="19050" y="287020"/>
                  </a:moveTo>
                  <a:lnTo>
                    <a:pt x="8889" y="287020"/>
                  </a:lnTo>
                  <a:lnTo>
                    <a:pt x="1269" y="294640"/>
                  </a:lnTo>
                  <a:lnTo>
                    <a:pt x="11430" y="294640"/>
                  </a:lnTo>
                  <a:lnTo>
                    <a:pt x="19050" y="287020"/>
                  </a:lnTo>
                  <a:close/>
                </a:path>
                <a:path w="304800" h="303530">
                  <a:moveTo>
                    <a:pt x="35560" y="270510"/>
                  </a:moveTo>
                  <a:lnTo>
                    <a:pt x="25400" y="270510"/>
                  </a:lnTo>
                  <a:lnTo>
                    <a:pt x="10159" y="285750"/>
                  </a:lnTo>
                  <a:lnTo>
                    <a:pt x="20319" y="285750"/>
                  </a:lnTo>
                  <a:lnTo>
                    <a:pt x="35560" y="270510"/>
                  </a:lnTo>
                  <a:close/>
                </a:path>
                <a:path w="304800" h="303530">
                  <a:moveTo>
                    <a:pt x="40640" y="265430"/>
                  </a:moveTo>
                  <a:lnTo>
                    <a:pt x="30479" y="265430"/>
                  </a:lnTo>
                  <a:lnTo>
                    <a:pt x="26669" y="269240"/>
                  </a:lnTo>
                  <a:lnTo>
                    <a:pt x="36830" y="269240"/>
                  </a:lnTo>
                  <a:lnTo>
                    <a:pt x="40640" y="265430"/>
                  </a:lnTo>
                  <a:close/>
                </a:path>
              </a:pathLst>
            </a:custGeom>
            <a:solidFill>
              <a:srgbClr val="5E5A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4">
              <a:extLst>
                <a:ext uri="{FF2B5EF4-FFF2-40B4-BE49-F238E27FC236}">
                  <a16:creationId xmlns:a16="http://schemas.microsoft.com/office/drawing/2014/main" id="{292F41D3-4C6A-AD13-44C4-AEE05CDD4291}"/>
                </a:ext>
              </a:extLst>
            </p:cNvPr>
            <p:cNvSpPr/>
            <p:nvPr/>
          </p:nvSpPr>
          <p:spPr>
            <a:xfrm>
              <a:off x="2435860" y="2588259"/>
              <a:ext cx="317500" cy="313690"/>
            </a:xfrm>
            <a:custGeom>
              <a:avLst/>
              <a:gdLst/>
              <a:ahLst/>
              <a:cxnLst/>
              <a:rect l="l" t="t" r="r" b="b"/>
              <a:pathLst>
                <a:path w="317500" h="313689">
                  <a:moveTo>
                    <a:pt x="132080" y="185420"/>
                  </a:moveTo>
                  <a:lnTo>
                    <a:pt x="121920" y="185420"/>
                  </a:lnTo>
                  <a:lnTo>
                    <a:pt x="115570" y="191770"/>
                  </a:lnTo>
                  <a:lnTo>
                    <a:pt x="125730" y="191770"/>
                  </a:lnTo>
                  <a:lnTo>
                    <a:pt x="132080" y="185420"/>
                  </a:lnTo>
                  <a:close/>
                </a:path>
                <a:path w="317500" h="313689">
                  <a:moveTo>
                    <a:pt x="134619" y="182880"/>
                  </a:moveTo>
                  <a:lnTo>
                    <a:pt x="124460" y="182880"/>
                  </a:lnTo>
                  <a:lnTo>
                    <a:pt x="123190" y="184150"/>
                  </a:lnTo>
                  <a:lnTo>
                    <a:pt x="133350" y="184150"/>
                  </a:lnTo>
                  <a:lnTo>
                    <a:pt x="134619" y="182880"/>
                  </a:lnTo>
                  <a:close/>
                </a:path>
                <a:path w="317500" h="313689">
                  <a:moveTo>
                    <a:pt x="138430" y="179070"/>
                  </a:moveTo>
                  <a:lnTo>
                    <a:pt x="128270" y="179070"/>
                  </a:lnTo>
                  <a:lnTo>
                    <a:pt x="125730" y="181610"/>
                  </a:lnTo>
                  <a:lnTo>
                    <a:pt x="135890" y="181610"/>
                  </a:lnTo>
                  <a:lnTo>
                    <a:pt x="138430" y="179070"/>
                  </a:lnTo>
                  <a:close/>
                </a:path>
                <a:path w="317500" h="313689">
                  <a:moveTo>
                    <a:pt x="140969" y="176530"/>
                  </a:moveTo>
                  <a:lnTo>
                    <a:pt x="130810" y="176530"/>
                  </a:lnTo>
                  <a:lnTo>
                    <a:pt x="129540" y="177800"/>
                  </a:lnTo>
                  <a:lnTo>
                    <a:pt x="139700" y="177800"/>
                  </a:lnTo>
                  <a:lnTo>
                    <a:pt x="140969" y="176530"/>
                  </a:lnTo>
                  <a:close/>
                </a:path>
                <a:path w="317500" h="313689">
                  <a:moveTo>
                    <a:pt x="144780" y="172720"/>
                  </a:moveTo>
                  <a:lnTo>
                    <a:pt x="134620" y="172720"/>
                  </a:lnTo>
                  <a:lnTo>
                    <a:pt x="132080" y="175260"/>
                  </a:lnTo>
                  <a:lnTo>
                    <a:pt x="142240" y="175260"/>
                  </a:lnTo>
                  <a:lnTo>
                    <a:pt x="144780" y="172720"/>
                  </a:lnTo>
                  <a:close/>
                </a:path>
                <a:path w="317500" h="313689">
                  <a:moveTo>
                    <a:pt x="147319" y="170180"/>
                  </a:moveTo>
                  <a:lnTo>
                    <a:pt x="137160" y="170180"/>
                  </a:lnTo>
                  <a:lnTo>
                    <a:pt x="135890" y="171450"/>
                  </a:lnTo>
                  <a:lnTo>
                    <a:pt x="146050" y="171450"/>
                  </a:lnTo>
                  <a:lnTo>
                    <a:pt x="147319" y="170180"/>
                  </a:lnTo>
                  <a:close/>
                </a:path>
                <a:path w="317500" h="313689">
                  <a:moveTo>
                    <a:pt x="160019" y="157480"/>
                  </a:moveTo>
                  <a:lnTo>
                    <a:pt x="149860" y="157480"/>
                  </a:lnTo>
                  <a:lnTo>
                    <a:pt x="138430" y="168910"/>
                  </a:lnTo>
                  <a:lnTo>
                    <a:pt x="148590" y="168910"/>
                  </a:lnTo>
                  <a:lnTo>
                    <a:pt x="160019" y="157480"/>
                  </a:lnTo>
                  <a:close/>
                </a:path>
                <a:path w="317500" h="313689">
                  <a:moveTo>
                    <a:pt x="172719" y="144780"/>
                  </a:moveTo>
                  <a:lnTo>
                    <a:pt x="162560" y="144780"/>
                  </a:lnTo>
                  <a:lnTo>
                    <a:pt x="151130" y="156210"/>
                  </a:lnTo>
                  <a:lnTo>
                    <a:pt x="161290" y="156210"/>
                  </a:lnTo>
                  <a:lnTo>
                    <a:pt x="172719" y="144780"/>
                  </a:lnTo>
                  <a:close/>
                </a:path>
                <a:path w="317500" h="313689">
                  <a:moveTo>
                    <a:pt x="176530" y="140970"/>
                  </a:moveTo>
                  <a:lnTo>
                    <a:pt x="166370" y="140970"/>
                  </a:lnTo>
                  <a:lnTo>
                    <a:pt x="163830" y="143510"/>
                  </a:lnTo>
                  <a:lnTo>
                    <a:pt x="173990" y="143510"/>
                  </a:lnTo>
                  <a:lnTo>
                    <a:pt x="176530" y="140970"/>
                  </a:lnTo>
                  <a:close/>
                </a:path>
                <a:path w="317500" h="313689">
                  <a:moveTo>
                    <a:pt x="179069" y="138430"/>
                  </a:moveTo>
                  <a:lnTo>
                    <a:pt x="168910" y="138430"/>
                  </a:lnTo>
                  <a:lnTo>
                    <a:pt x="167640" y="139700"/>
                  </a:lnTo>
                  <a:lnTo>
                    <a:pt x="177800" y="139700"/>
                  </a:lnTo>
                  <a:lnTo>
                    <a:pt x="179069" y="138430"/>
                  </a:lnTo>
                  <a:close/>
                </a:path>
                <a:path w="317500" h="313689">
                  <a:moveTo>
                    <a:pt x="182880" y="134620"/>
                  </a:moveTo>
                  <a:lnTo>
                    <a:pt x="172720" y="134620"/>
                  </a:lnTo>
                  <a:lnTo>
                    <a:pt x="170180" y="137160"/>
                  </a:lnTo>
                  <a:lnTo>
                    <a:pt x="180340" y="137160"/>
                  </a:lnTo>
                  <a:lnTo>
                    <a:pt x="182880" y="134620"/>
                  </a:lnTo>
                  <a:close/>
                </a:path>
                <a:path w="317500" h="313689">
                  <a:moveTo>
                    <a:pt x="185419" y="132080"/>
                  </a:moveTo>
                  <a:lnTo>
                    <a:pt x="175260" y="132080"/>
                  </a:lnTo>
                  <a:lnTo>
                    <a:pt x="173990" y="133350"/>
                  </a:lnTo>
                  <a:lnTo>
                    <a:pt x="184150" y="133350"/>
                  </a:lnTo>
                  <a:lnTo>
                    <a:pt x="185419" y="132080"/>
                  </a:lnTo>
                  <a:close/>
                </a:path>
                <a:path w="317500" h="313689">
                  <a:moveTo>
                    <a:pt x="189230" y="128270"/>
                  </a:moveTo>
                  <a:lnTo>
                    <a:pt x="179070" y="128270"/>
                  </a:lnTo>
                  <a:lnTo>
                    <a:pt x="176530" y="130810"/>
                  </a:lnTo>
                  <a:lnTo>
                    <a:pt x="186690" y="130810"/>
                  </a:lnTo>
                  <a:lnTo>
                    <a:pt x="189230" y="128270"/>
                  </a:lnTo>
                  <a:close/>
                </a:path>
                <a:path w="317500" h="313689">
                  <a:moveTo>
                    <a:pt x="191769" y="125730"/>
                  </a:moveTo>
                  <a:lnTo>
                    <a:pt x="181610" y="125730"/>
                  </a:lnTo>
                  <a:lnTo>
                    <a:pt x="180340" y="127000"/>
                  </a:lnTo>
                  <a:lnTo>
                    <a:pt x="190500" y="127000"/>
                  </a:lnTo>
                  <a:lnTo>
                    <a:pt x="191769" y="125730"/>
                  </a:lnTo>
                  <a:close/>
                </a:path>
                <a:path w="317500" h="313689">
                  <a:moveTo>
                    <a:pt x="195580" y="121920"/>
                  </a:moveTo>
                  <a:lnTo>
                    <a:pt x="185420" y="121920"/>
                  </a:lnTo>
                  <a:lnTo>
                    <a:pt x="182880" y="124460"/>
                  </a:lnTo>
                  <a:lnTo>
                    <a:pt x="193040" y="124460"/>
                  </a:lnTo>
                  <a:lnTo>
                    <a:pt x="195580" y="121920"/>
                  </a:lnTo>
                  <a:close/>
                </a:path>
                <a:path w="317500" h="313689">
                  <a:moveTo>
                    <a:pt x="198119" y="119380"/>
                  </a:moveTo>
                  <a:lnTo>
                    <a:pt x="187960" y="119380"/>
                  </a:lnTo>
                  <a:lnTo>
                    <a:pt x="186690" y="120650"/>
                  </a:lnTo>
                  <a:lnTo>
                    <a:pt x="196850" y="120650"/>
                  </a:lnTo>
                  <a:lnTo>
                    <a:pt x="198119" y="119380"/>
                  </a:lnTo>
                  <a:close/>
                </a:path>
                <a:path w="317500" h="313689">
                  <a:moveTo>
                    <a:pt x="201930" y="115570"/>
                  </a:moveTo>
                  <a:lnTo>
                    <a:pt x="191770" y="115570"/>
                  </a:lnTo>
                  <a:lnTo>
                    <a:pt x="189230" y="118110"/>
                  </a:lnTo>
                  <a:lnTo>
                    <a:pt x="199390" y="118110"/>
                  </a:lnTo>
                  <a:lnTo>
                    <a:pt x="201930" y="115570"/>
                  </a:lnTo>
                  <a:close/>
                </a:path>
                <a:path w="317500" h="313689">
                  <a:moveTo>
                    <a:pt x="204469" y="113030"/>
                  </a:moveTo>
                  <a:lnTo>
                    <a:pt x="194310" y="113030"/>
                  </a:lnTo>
                  <a:lnTo>
                    <a:pt x="193040" y="114300"/>
                  </a:lnTo>
                  <a:lnTo>
                    <a:pt x="203200" y="114300"/>
                  </a:lnTo>
                  <a:lnTo>
                    <a:pt x="204469" y="113030"/>
                  </a:lnTo>
                  <a:close/>
                </a:path>
                <a:path w="317500" h="313689">
                  <a:moveTo>
                    <a:pt x="208280" y="109220"/>
                  </a:moveTo>
                  <a:lnTo>
                    <a:pt x="198120" y="109220"/>
                  </a:lnTo>
                  <a:lnTo>
                    <a:pt x="195580" y="111760"/>
                  </a:lnTo>
                  <a:lnTo>
                    <a:pt x="205740" y="111760"/>
                  </a:lnTo>
                  <a:lnTo>
                    <a:pt x="208280" y="109220"/>
                  </a:lnTo>
                  <a:close/>
                </a:path>
                <a:path w="317500" h="313689">
                  <a:moveTo>
                    <a:pt x="210819" y="106680"/>
                  </a:moveTo>
                  <a:lnTo>
                    <a:pt x="200660" y="106680"/>
                  </a:lnTo>
                  <a:lnTo>
                    <a:pt x="199390" y="107950"/>
                  </a:lnTo>
                  <a:lnTo>
                    <a:pt x="209550" y="107950"/>
                  </a:lnTo>
                  <a:lnTo>
                    <a:pt x="210819" y="106680"/>
                  </a:lnTo>
                  <a:close/>
                </a:path>
                <a:path w="317500" h="313689">
                  <a:moveTo>
                    <a:pt x="214630" y="102870"/>
                  </a:moveTo>
                  <a:lnTo>
                    <a:pt x="204470" y="102870"/>
                  </a:lnTo>
                  <a:lnTo>
                    <a:pt x="201930" y="105410"/>
                  </a:lnTo>
                  <a:lnTo>
                    <a:pt x="212090" y="105410"/>
                  </a:lnTo>
                  <a:lnTo>
                    <a:pt x="214630" y="102870"/>
                  </a:lnTo>
                  <a:close/>
                </a:path>
                <a:path w="317500" h="313689">
                  <a:moveTo>
                    <a:pt x="217169" y="100330"/>
                  </a:moveTo>
                  <a:lnTo>
                    <a:pt x="207010" y="100330"/>
                  </a:lnTo>
                  <a:lnTo>
                    <a:pt x="205740" y="101600"/>
                  </a:lnTo>
                  <a:lnTo>
                    <a:pt x="215900" y="101600"/>
                  </a:lnTo>
                  <a:lnTo>
                    <a:pt x="217169" y="100330"/>
                  </a:lnTo>
                  <a:close/>
                </a:path>
                <a:path w="317500" h="313689">
                  <a:moveTo>
                    <a:pt x="220980" y="96520"/>
                  </a:moveTo>
                  <a:lnTo>
                    <a:pt x="210820" y="96520"/>
                  </a:lnTo>
                  <a:lnTo>
                    <a:pt x="208280" y="99060"/>
                  </a:lnTo>
                  <a:lnTo>
                    <a:pt x="218440" y="99060"/>
                  </a:lnTo>
                  <a:lnTo>
                    <a:pt x="220980" y="96520"/>
                  </a:lnTo>
                  <a:close/>
                </a:path>
                <a:path w="317500" h="313689">
                  <a:moveTo>
                    <a:pt x="223519" y="93980"/>
                  </a:moveTo>
                  <a:lnTo>
                    <a:pt x="213360" y="93980"/>
                  </a:lnTo>
                  <a:lnTo>
                    <a:pt x="212090" y="95250"/>
                  </a:lnTo>
                  <a:lnTo>
                    <a:pt x="222250" y="95250"/>
                  </a:lnTo>
                  <a:lnTo>
                    <a:pt x="223519" y="93980"/>
                  </a:lnTo>
                  <a:close/>
                </a:path>
                <a:path w="317500" h="313689">
                  <a:moveTo>
                    <a:pt x="227330" y="90170"/>
                  </a:moveTo>
                  <a:lnTo>
                    <a:pt x="217170" y="90170"/>
                  </a:lnTo>
                  <a:lnTo>
                    <a:pt x="214630" y="92710"/>
                  </a:lnTo>
                  <a:lnTo>
                    <a:pt x="224790" y="92710"/>
                  </a:lnTo>
                  <a:lnTo>
                    <a:pt x="227330" y="90170"/>
                  </a:lnTo>
                  <a:close/>
                </a:path>
                <a:path w="317500" h="313689">
                  <a:moveTo>
                    <a:pt x="229869" y="87630"/>
                  </a:moveTo>
                  <a:lnTo>
                    <a:pt x="219710" y="87630"/>
                  </a:lnTo>
                  <a:lnTo>
                    <a:pt x="218440" y="88900"/>
                  </a:lnTo>
                  <a:lnTo>
                    <a:pt x="228600" y="88900"/>
                  </a:lnTo>
                  <a:lnTo>
                    <a:pt x="229869" y="87630"/>
                  </a:lnTo>
                  <a:close/>
                </a:path>
                <a:path w="317500" h="313689">
                  <a:moveTo>
                    <a:pt x="233680" y="83820"/>
                  </a:moveTo>
                  <a:lnTo>
                    <a:pt x="223520" y="83820"/>
                  </a:lnTo>
                  <a:lnTo>
                    <a:pt x="220980" y="86360"/>
                  </a:lnTo>
                  <a:lnTo>
                    <a:pt x="231140" y="86360"/>
                  </a:lnTo>
                  <a:lnTo>
                    <a:pt x="233680" y="83820"/>
                  </a:lnTo>
                  <a:close/>
                </a:path>
                <a:path w="317500" h="313689">
                  <a:moveTo>
                    <a:pt x="236219" y="81280"/>
                  </a:moveTo>
                  <a:lnTo>
                    <a:pt x="226060" y="81280"/>
                  </a:lnTo>
                  <a:lnTo>
                    <a:pt x="224790" y="82550"/>
                  </a:lnTo>
                  <a:lnTo>
                    <a:pt x="234950" y="82550"/>
                  </a:lnTo>
                  <a:lnTo>
                    <a:pt x="236219" y="81280"/>
                  </a:lnTo>
                  <a:close/>
                </a:path>
                <a:path w="317500" h="313689">
                  <a:moveTo>
                    <a:pt x="240030" y="77470"/>
                  </a:moveTo>
                  <a:lnTo>
                    <a:pt x="229870" y="77470"/>
                  </a:lnTo>
                  <a:lnTo>
                    <a:pt x="227330" y="80010"/>
                  </a:lnTo>
                  <a:lnTo>
                    <a:pt x="237490" y="80010"/>
                  </a:lnTo>
                  <a:lnTo>
                    <a:pt x="240030" y="77470"/>
                  </a:lnTo>
                  <a:close/>
                </a:path>
                <a:path w="317500" h="313689">
                  <a:moveTo>
                    <a:pt x="242569" y="74930"/>
                  </a:moveTo>
                  <a:lnTo>
                    <a:pt x="232410" y="74930"/>
                  </a:lnTo>
                  <a:lnTo>
                    <a:pt x="231140" y="76200"/>
                  </a:lnTo>
                  <a:lnTo>
                    <a:pt x="241300" y="76200"/>
                  </a:lnTo>
                  <a:lnTo>
                    <a:pt x="242569" y="74930"/>
                  </a:lnTo>
                  <a:close/>
                </a:path>
                <a:path w="317500" h="313689">
                  <a:moveTo>
                    <a:pt x="246380" y="71120"/>
                  </a:moveTo>
                  <a:lnTo>
                    <a:pt x="236220" y="71120"/>
                  </a:lnTo>
                  <a:lnTo>
                    <a:pt x="233680" y="73660"/>
                  </a:lnTo>
                  <a:lnTo>
                    <a:pt x="243840" y="73660"/>
                  </a:lnTo>
                  <a:lnTo>
                    <a:pt x="246380" y="71120"/>
                  </a:lnTo>
                  <a:close/>
                </a:path>
                <a:path w="317500" h="313689">
                  <a:moveTo>
                    <a:pt x="248919" y="68580"/>
                  </a:moveTo>
                  <a:lnTo>
                    <a:pt x="238760" y="68580"/>
                  </a:lnTo>
                  <a:lnTo>
                    <a:pt x="237490" y="69850"/>
                  </a:lnTo>
                  <a:lnTo>
                    <a:pt x="247650" y="69850"/>
                  </a:lnTo>
                  <a:lnTo>
                    <a:pt x="248919" y="68580"/>
                  </a:lnTo>
                  <a:close/>
                </a:path>
                <a:path w="317500" h="313689">
                  <a:moveTo>
                    <a:pt x="252730" y="64770"/>
                  </a:moveTo>
                  <a:lnTo>
                    <a:pt x="242570" y="64770"/>
                  </a:lnTo>
                  <a:lnTo>
                    <a:pt x="240030" y="67310"/>
                  </a:lnTo>
                  <a:lnTo>
                    <a:pt x="250190" y="67310"/>
                  </a:lnTo>
                  <a:lnTo>
                    <a:pt x="252730" y="64770"/>
                  </a:lnTo>
                  <a:close/>
                </a:path>
                <a:path w="317500" h="313689">
                  <a:moveTo>
                    <a:pt x="255269" y="62230"/>
                  </a:moveTo>
                  <a:lnTo>
                    <a:pt x="245110" y="62230"/>
                  </a:lnTo>
                  <a:lnTo>
                    <a:pt x="243840" y="63500"/>
                  </a:lnTo>
                  <a:lnTo>
                    <a:pt x="254000" y="63500"/>
                  </a:lnTo>
                  <a:lnTo>
                    <a:pt x="255269" y="62230"/>
                  </a:lnTo>
                  <a:close/>
                </a:path>
                <a:path w="317500" h="313689">
                  <a:moveTo>
                    <a:pt x="259080" y="58420"/>
                  </a:moveTo>
                  <a:lnTo>
                    <a:pt x="248920" y="58420"/>
                  </a:lnTo>
                  <a:lnTo>
                    <a:pt x="246380" y="60960"/>
                  </a:lnTo>
                  <a:lnTo>
                    <a:pt x="256540" y="60960"/>
                  </a:lnTo>
                  <a:lnTo>
                    <a:pt x="259080" y="58420"/>
                  </a:lnTo>
                  <a:close/>
                </a:path>
                <a:path w="317500" h="313689">
                  <a:moveTo>
                    <a:pt x="261619" y="55880"/>
                  </a:moveTo>
                  <a:lnTo>
                    <a:pt x="251460" y="55880"/>
                  </a:lnTo>
                  <a:lnTo>
                    <a:pt x="250190" y="57150"/>
                  </a:lnTo>
                  <a:lnTo>
                    <a:pt x="260350" y="57150"/>
                  </a:lnTo>
                  <a:lnTo>
                    <a:pt x="261619" y="55880"/>
                  </a:lnTo>
                  <a:close/>
                </a:path>
                <a:path w="317500" h="313689">
                  <a:moveTo>
                    <a:pt x="265430" y="52070"/>
                  </a:moveTo>
                  <a:lnTo>
                    <a:pt x="255270" y="52070"/>
                  </a:lnTo>
                  <a:lnTo>
                    <a:pt x="252730" y="54610"/>
                  </a:lnTo>
                  <a:lnTo>
                    <a:pt x="262890" y="54610"/>
                  </a:lnTo>
                  <a:lnTo>
                    <a:pt x="265430" y="52070"/>
                  </a:lnTo>
                  <a:close/>
                </a:path>
                <a:path w="317500" h="313689">
                  <a:moveTo>
                    <a:pt x="267969" y="49530"/>
                  </a:moveTo>
                  <a:lnTo>
                    <a:pt x="257810" y="49530"/>
                  </a:lnTo>
                  <a:lnTo>
                    <a:pt x="256540" y="50800"/>
                  </a:lnTo>
                  <a:lnTo>
                    <a:pt x="266700" y="50800"/>
                  </a:lnTo>
                  <a:lnTo>
                    <a:pt x="267969" y="49530"/>
                  </a:lnTo>
                  <a:close/>
                </a:path>
                <a:path w="317500" h="313689">
                  <a:moveTo>
                    <a:pt x="271780" y="45720"/>
                  </a:moveTo>
                  <a:lnTo>
                    <a:pt x="261620" y="45720"/>
                  </a:lnTo>
                  <a:lnTo>
                    <a:pt x="259080" y="48260"/>
                  </a:lnTo>
                  <a:lnTo>
                    <a:pt x="269240" y="48260"/>
                  </a:lnTo>
                  <a:lnTo>
                    <a:pt x="271780" y="45720"/>
                  </a:lnTo>
                  <a:close/>
                </a:path>
                <a:path w="317500" h="313689">
                  <a:moveTo>
                    <a:pt x="274319" y="43180"/>
                  </a:moveTo>
                  <a:lnTo>
                    <a:pt x="264160" y="43180"/>
                  </a:lnTo>
                  <a:lnTo>
                    <a:pt x="262890" y="44450"/>
                  </a:lnTo>
                  <a:lnTo>
                    <a:pt x="273050" y="44450"/>
                  </a:lnTo>
                  <a:lnTo>
                    <a:pt x="274319" y="43180"/>
                  </a:lnTo>
                  <a:close/>
                </a:path>
                <a:path w="317500" h="313689">
                  <a:moveTo>
                    <a:pt x="278130" y="39370"/>
                  </a:moveTo>
                  <a:lnTo>
                    <a:pt x="267970" y="39370"/>
                  </a:lnTo>
                  <a:lnTo>
                    <a:pt x="265430" y="41910"/>
                  </a:lnTo>
                  <a:lnTo>
                    <a:pt x="275590" y="41910"/>
                  </a:lnTo>
                  <a:lnTo>
                    <a:pt x="278130" y="39370"/>
                  </a:lnTo>
                  <a:close/>
                </a:path>
                <a:path w="317500" h="313689">
                  <a:moveTo>
                    <a:pt x="280669" y="36830"/>
                  </a:moveTo>
                  <a:lnTo>
                    <a:pt x="270510" y="36830"/>
                  </a:lnTo>
                  <a:lnTo>
                    <a:pt x="269240" y="38100"/>
                  </a:lnTo>
                  <a:lnTo>
                    <a:pt x="279400" y="38100"/>
                  </a:lnTo>
                  <a:lnTo>
                    <a:pt x="280669" y="36830"/>
                  </a:lnTo>
                  <a:close/>
                </a:path>
                <a:path w="317500" h="313689">
                  <a:moveTo>
                    <a:pt x="284480" y="33020"/>
                  </a:moveTo>
                  <a:lnTo>
                    <a:pt x="274320" y="33020"/>
                  </a:lnTo>
                  <a:lnTo>
                    <a:pt x="271780" y="35560"/>
                  </a:lnTo>
                  <a:lnTo>
                    <a:pt x="281940" y="35560"/>
                  </a:lnTo>
                  <a:lnTo>
                    <a:pt x="284480" y="33020"/>
                  </a:lnTo>
                  <a:close/>
                </a:path>
                <a:path w="317500" h="313689">
                  <a:moveTo>
                    <a:pt x="287019" y="30480"/>
                  </a:moveTo>
                  <a:lnTo>
                    <a:pt x="276860" y="30480"/>
                  </a:lnTo>
                  <a:lnTo>
                    <a:pt x="275590" y="31750"/>
                  </a:lnTo>
                  <a:lnTo>
                    <a:pt x="285750" y="31750"/>
                  </a:lnTo>
                  <a:lnTo>
                    <a:pt x="287019" y="30480"/>
                  </a:lnTo>
                  <a:close/>
                </a:path>
                <a:path w="317500" h="313689">
                  <a:moveTo>
                    <a:pt x="290830" y="26670"/>
                  </a:moveTo>
                  <a:lnTo>
                    <a:pt x="280670" y="26670"/>
                  </a:lnTo>
                  <a:lnTo>
                    <a:pt x="278130" y="29210"/>
                  </a:lnTo>
                  <a:lnTo>
                    <a:pt x="288290" y="29210"/>
                  </a:lnTo>
                  <a:lnTo>
                    <a:pt x="290830" y="26670"/>
                  </a:lnTo>
                  <a:close/>
                </a:path>
                <a:path w="317500" h="313689">
                  <a:moveTo>
                    <a:pt x="293369" y="24130"/>
                  </a:moveTo>
                  <a:lnTo>
                    <a:pt x="283210" y="24130"/>
                  </a:lnTo>
                  <a:lnTo>
                    <a:pt x="281940" y="25400"/>
                  </a:lnTo>
                  <a:lnTo>
                    <a:pt x="292100" y="25400"/>
                  </a:lnTo>
                  <a:lnTo>
                    <a:pt x="293369" y="24130"/>
                  </a:lnTo>
                  <a:close/>
                </a:path>
                <a:path w="317500" h="313689">
                  <a:moveTo>
                    <a:pt x="297180" y="20320"/>
                  </a:moveTo>
                  <a:lnTo>
                    <a:pt x="287020" y="20320"/>
                  </a:lnTo>
                  <a:lnTo>
                    <a:pt x="284480" y="22860"/>
                  </a:lnTo>
                  <a:lnTo>
                    <a:pt x="294640" y="22860"/>
                  </a:lnTo>
                  <a:lnTo>
                    <a:pt x="297180" y="20320"/>
                  </a:lnTo>
                  <a:close/>
                </a:path>
                <a:path w="317500" h="313689">
                  <a:moveTo>
                    <a:pt x="299719" y="17780"/>
                  </a:moveTo>
                  <a:lnTo>
                    <a:pt x="289560" y="17780"/>
                  </a:lnTo>
                  <a:lnTo>
                    <a:pt x="288290" y="19050"/>
                  </a:lnTo>
                  <a:lnTo>
                    <a:pt x="298450" y="19050"/>
                  </a:lnTo>
                  <a:lnTo>
                    <a:pt x="299719" y="17780"/>
                  </a:lnTo>
                  <a:close/>
                </a:path>
                <a:path w="317500" h="313689">
                  <a:moveTo>
                    <a:pt x="303530" y="13970"/>
                  </a:moveTo>
                  <a:lnTo>
                    <a:pt x="293370" y="13970"/>
                  </a:lnTo>
                  <a:lnTo>
                    <a:pt x="290830" y="16510"/>
                  </a:lnTo>
                  <a:lnTo>
                    <a:pt x="300990" y="16510"/>
                  </a:lnTo>
                  <a:lnTo>
                    <a:pt x="303530" y="13970"/>
                  </a:lnTo>
                  <a:close/>
                </a:path>
                <a:path w="317500" h="313689">
                  <a:moveTo>
                    <a:pt x="306069" y="11430"/>
                  </a:moveTo>
                  <a:lnTo>
                    <a:pt x="295910" y="11430"/>
                  </a:lnTo>
                  <a:lnTo>
                    <a:pt x="294640" y="12700"/>
                  </a:lnTo>
                  <a:lnTo>
                    <a:pt x="304800" y="12700"/>
                  </a:lnTo>
                  <a:lnTo>
                    <a:pt x="306069" y="11430"/>
                  </a:lnTo>
                  <a:close/>
                </a:path>
                <a:path w="317500" h="313689">
                  <a:moveTo>
                    <a:pt x="309880" y="7620"/>
                  </a:moveTo>
                  <a:lnTo>
                    <a:pt x="299720" y="7620"/>
                  </a:lnTo>
                  <a:lnTo>
                    <a:pt x="297180" y="10160"/>
                  </a:lnTo>
                  <a:lnTo>
                    <a:pt x="307340" y="10160"/>
                  </a:lnTo>
                  <a:lnTo>
                    <a:pt x="309880" y="7620"/>
                  </a:lnTo>
                  <a:close/>
                </a:path>
                <a:path w="317500" h="313689">
                  <a:moveTo>
                    <a:pt x="312419" y="5080"/>
                  </a:moveTo>
                  <a:lnTo>
                    <a:pt x="302259" y="5080"/>
                  </a:lnTo>
                  <a:lnTo>
                    <a:pt x="300990" y="6350"/>
                  </a:lnTo>
                  <a:lnTo>
                    <a:pt x="311150" y="6350"/>
                  </a:lnTo>
                  <a:lnTo>
                    <a:pt x="312419" y="5080"/>
                  </a:lnTo>
                  <a:close/>
                </a:path>
                <a:path w="317500" h="313689">
                  <a:moveTo>
                    <a:pt x="317500" y="0"/>
                  </a:moveTo>
                  <a:lnTo>
                    <a:pt x="314959" y="0"/>
                  </a:lnTo>
                  <a:lnTo>
                    <a:pt x="314959" y="1270"/>
                  </a:lnTo>
                  <a:lnTo>
                    <a:pt x="308609" y="1270"/>
                  </a:lnTo>
                  <a:lnTo>
                    <a:pt x="308609" y="3810"/>
                  </a:lnTo>
                  <a:lnTo>
                    <a:pt x="313690" y="3810"/>
                  </a:lnTo>
                  <a:lnTo>
                    <a:pt x="317500" y="0"/>
                  </a:lnTo>
                  <a:close/>
                </a:path>
                <a:path w="317500" h="313689">
                  <a:moveTo>
                    <a:pt x="125729" y="191770"/>
                  </a:moveTo>
                  <a:lnTo>
                    <a:pt x="115569" y="191770"/>
                  </a:lnTo>
                  <a:lnTo>
                    <a:pt x="90170" y="217170"/>
                  </a:lnTo>
                  <a:lnTo>
                    <a:pt x="100330" y="217170"/>
                  </a:lnTo>
                  <a:lnTo>
                    <a:pt x="125729" y="191770"/>
                  </a:lnTo>
                  <a:close/>
                </a:path>
                <a:path w="317500" h="313689">
                  <a:moveTo>
                    <a:pt x="100329" y="217170"/>
                  </a:moveTo>
                  <a:lnTo>
                    <a:pt x="90169" y="217170"/>
                  </a:lnTo>
                  <a:lnTo>
                    <a:pt x="39370" y="267970"/>
                  </a:lnTo>
                  <a:lnTo>
                    <a:pt x="49530" y="267970"/>
                  </a:lnTo>
                  <a:lnTo>
                    <a:pt x="100329" y="217170"/>
                  </a:lnTo>
                  <a:close/>
                </a:path>
                <a:path w="317500" h="313689">
                  <a:moveTo>
                    <a:pt x="5080" y="312420"/>
                  </a:moveTo>
                  <a:lnTo>
                    <a:pt x="2539" y="312420"/>
                  </a:lnTo>
                  <a:lnTo>
                    <a:pt x="2539" y="313690"/>
                  </a:lnTo>
                  <a:lnTo>
                    <a:pt x="3809" y="313690"/>
                  </a:lnTo>
                  <a:lnTo>
                    <a:pt x="5080" y="312420"/>
                  </a:lnTo>
                  <a:close/>
                </a:path>
                <a:path w="317500" h="313689">
                  <a:moveTo>
                    <a:pt x="17780" y="299720"/>
                  </a:moveTo>
                  <a:lnTo>
                    <a:pt x="7620" y="299720"/>
                  </a:lnTo>
                  <a:lnTo>
                    <a:pt x="0" y="307340"/>
                  </a:lnTo>
                  <a:lnTo>
                    <a:pt x="1269" y="307340"/>
                  </a:lnTo>
                  <a:lnTo>
                    <a:pt x="1269" y="312420"/>
                  </a:lnTo>
                  <a:lnTo>
                    <a:pt x="2539" y="312420"/>
                  </a:lnTo>
                  <a:lnTo>
                    <a:pt x="2539" y="311150"/>
                  </a:lnTo>
                  <a:lnTo>
                    <a:pt x="6349" y="311150"/>
                  </a:lnTo>
                  <a:lnTo>
                    <a:pt x="17780" y="299720"/>
                  </a:lnTo>
                  <a:close/>
                </a:path>
                <a:path w="317500" h="313689">
                  <a:moveTo>
                    <a:pt x="26669" y="290830"/>
                  </a:moveTo>
                  <a:lnTo>
                    <a:pt x="16510" y="290830"/>
                  </a:lnTo>
                  <a:lnTo>
                    <a:pt x="8889" y="298450"/>
                  </a:lnTo>
                  <a:lnTo>
                    <a:pt x="19049" y="298450"/>
                  </a:lnTo>
                  <a:lnTo>
                    <a:pt x="26669" y="290830"/>
                  </a:lnTo>
                  <a:close/>
                </a:path>
                <a:path w="317500" h="313689">
                  <a:moveTo>
                    <a:pt x="43180" y="274320"/>
                  </a:moveTo>
                  <a:lnTo>
                    <a:pt x="33020" y="274320"/>
                  </a:lnTo>
                  <a:lnTo>
                    <a:pt x="17779" y="289560"/>
                  </a:lnTo>
                  <a:lnTo>
                    <a:pt x="27939" y="289560"/>
                  </a:lnTo>
                  <a:lnTo>
                    <a:pt x="43180" y="274320"/>
                  </a:lnTo>
                  <a:close/>
                </a:path>
                <a:path w="317500" h="313689">
                  <a:moveTo>
                    <a:pt x="48259" y="269240"/>
                  </a:moveTo>
                  <a:lnTo>
                    <a:pt x="38100" y="269240"/>
                  </a:lnTo>
                  <a:lnTo>
                    <a:pt x="34289" y="273050"/>
                  </a:lnTo>
                  <a:lnTo>
                    <a:pt x="44449" y="273050"/>
                  </a:lnTo>
                  <a:lnTo>
                    <a:pt x="48259" y="269240"/>
                  </a:lnTo>
                  <a:close/>
                </a:path>
              </a:pathLst>
            </a:custGeom>
            <a:solidFill>
              <a:srgbClr val="5F5A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5">
              <a:extLst>
                <a:ext uri="{FF2B5EF4-FFF2-40B4-BE49-F238E27FC236}">
                  <a16:creationId xmlns:a16="http://schemas.microsoft.com/office/drawing/2014/main" id="{F76BAE61-B6EE-EC87-B9AF-AEBBD0917147}"/>
                </a:ext>
              </a:extLst>
            </p:cNvPr>
            <p:cNvSpPr/>
            <p:nvPr/>
          </p:nvSpPr>
          <p:spPr>
            <a:xfrm>
              <a:off x="2439670" y="2588259"/>
              <a:ext cx="322580" cy="321310"/>
            </a:xfrm>
            <a:custGeom>
              <a:avLst/>
              <a:gdLst/>
              <a:ahLst/>
              <a:cxnLst/>
              <a:rect l="l" t="t" r="r" b="b"/>
              <a:pathLst>
                <a:path w="322580" h="321310">
                  <a:moveTo>
                    <a:pt x="138430" y="185420"/>
                  </a:moveTo>
                  <a:lnTo>
                    <a:pt x="128270" y="185420"/>
                  </a:lnTo>
                  <a:lnTo>
                    <a:pt x="121920" y="191770"/>
                  </a:lnTo>
                  <a:lnTo>
                    <a:pt x="132080" y="191770"/>
                  </a:lnTo>
                  <a:lnTo>
                    <a:pt x="138430" y="185420"/>
                  </a:lnTo>
                  <a:close/>
                </a:path>
                <a:path w="322580" h="321310">
                  <a:moveTo>
                    <a:pt x="140970" y="182880"/>
                  </a:moveTo>
                  <a:lnTo>
                    <a:pt x="130810" y="182880"/>
                  </a:lnTo>
                  <a:lnTo>
                    <a:pt x="129540" y="184150"/>
                  </a:lnTo>
                  <a:lnTo>
                    <a:pt x="139700" y="184150"/>
                  </a:lnTo>
                  <a:lnTo>
                    <a:pt x="140970" y="182880"/>
                  </a:lnTo>
                  <a:close/>
                </a:path>
                <a:path w="322580" h="321310">
                  <a:moveTo>
                    <a:pt x="144780" y="179070"/>
                  </a:moveTo>
                  <a:lnTo>
                    <a:pt x="134620" y="179070"/>
                  </a:lnTo>
                  <a:lnTo>
                    <a:pt x="132080" y="181610"/>
                  </a:lnTo>
                  <a:lnTo>
                    <a:pt x="142240" y="181610"/>
                  </a:lnTo>
                  <a:lnTo>
                    <a:pt x="144780" y="179070"/>
                  </a:lnTo>
                  <a:close/>
                </a:path>
                <a:path w="322580" h="321310">
                  <a:moveTo>
                    <a:pt x="147320" y="176530"/>
                  </a:moveTo>
                  <a:lnTo>
                    <a:pt x="137160" y="176530"/>
                  </a:lnTo>
                  <a:lnTo>
                    <a:pt x="135890" y="177800"/>
                  </a:lnTo>
                  <a:lnTo>
                    <a:pt x="146050" y="177800"/>
                  </a:lnTo>
                  <a:lnTo>
                    <a:pt x="147320" y="176530"/>
                  </a:lnTo>
                  <a:close/>
                </a:path>
                <a:path w="322580" h="321310">
                  <a:moveTo>
                    <a:pt x="151130" y="172720"/>
                  </a:moveTo>
                  <a:lnTo>
                    <a:pt x="140970" y="172720"/>
                  </a:lnTo>
                  <a:lnTo>
                    <a:pt x="138430" y="175260"/>
                  </a:lnTo>
                  <a:lnTo>
                    <a:pt x="148590" y="175260"/>
                  </a:lnTo>
                  <a:lnTo>
                    <a:pt x="151130" y="172720"/>
                  </a:lnTo>
                  <a:close/>
                </a:path>
                <a:path w="322580" h="321310">
                  <a:moveTo>
                    <a:pt x="153670" y="170180"/>
                  </a:moveTo>
                  <a:lnTo>
                    <a:pt x="143510" y="170180"/>
                  </a:lnTo>
                  <a:lnTo>
                    <a:pt x="142240" y="171450"/>
                  </a:lnTo>
                  <a:lnTo>
                    <a:pt x="152400" y="171450"/>
                  </a:lnTo>
                  <a:lnTo>
                    <a:pt x="153670" y="170180"/>
                  </a:lnTo>
                  <a:close/>
                </a:path>
                <a:path w="322580" h="321310">
                  <a:moveTo>
                    <a:pt x="166370" y="157480"/>
                  </a:moveTo>
                  <a:lnTo>
                    <a:pt x="156210" y="157480"/>
                  </a:lnTo>
                  <a:lnTo>
                    <a:pt x="144780" y="168910"/>
                  </a:lnTo>
                  <a:lnTo>
                    <a:pt x="154940" y="168910"/>
                  </a:lnTo>
                  <a:lnTo>
                    <a:pt x="166370" y="157480"/>
                  </a:lnTo>
                  <a:close/>
                </a:path>
                <a:path w="322580" h="321310">
                  <a:moveTo>
                    <a:pt x="179070" y="144780"/>
                  </a:moveTo>
                  <a:lnTo>
                    <a:pt x="168910" y="144780"/>
                  </a:lnTo>
                  <a:lnTo>
                    <a:pt x="157480" y="156210"/>
                  </a:lnTo>
                  <a:lnTo>
                    <a:pt x="167640" y="156210"/>
                  </a:lnTo>
                  <a:lnTo>
                    <a:pt x="179070" y="144780"/>
                  </a:lnTo>
                  <a:close/>
                </a:path>
                <a:path w="322580" h="321310">
                  <a:moveTo>
                    <a:pt x="182880" y="140970"/>
                  </a:moveTo>
                  <a:lnTo>
                    <a:pt x="172720" y="140970"/>
                  </a:lnTo>
                  <a:lnTo>
                    <a:pt x="170180" y="143510"/>
                  </a:lnTo>
                  <a:lnTo>
                    <a:pt x="180340" y="143510"/>
                  </a:lnTo>
                  <a:lnTo>
                    <a:pt x="182880" y="140970"/>
                  </a:lnTo>
                  <a:close/>
                </a:path>
                <a:path w="322580" h="321310">
                  <a:moveTo>
                    <a:pt x="185420" y="138430"/>
                  </a:moveTo>
                  <a:lnTo>
                    <a:pt x="175260" y="138430"/>
                  </a:lnTo>
                  <a:lnTo>
                    <a:pt x="173990" y="139700"/>
                  </a:lnTo>
                  <a:lnTo>
                    <a:pt x="184150" y="139700"/>
                  </a:lnTo>
                  <a:lnTo>
                    <a:pt x="185420" y="138430"/>
                  </a:lnTo>
                  <a:close/>
                </a:path>
                <a:path w="322580" h="321310">
                  <a:moveTo>
                    <a:pt x="189230" y="134620"/>
                  </a:moveTo>
                  <a:lnTo>
                    <a:pt x="179070" y="134620"/>
                  </a:lnTo>
                  <a:lnTo>
                    <a:pt x="176530" y="137160"/>
                  </a:lnTo>
                  <a:lnTo>
                    <a:pt x="186690" y="137160"/>
                  </a:lnTo>
                  <a:lnTo>
                    <a:pt x="189230" y="134620"/>
                  </a:lnTo>
                  <a:close/>
                </a:path>
                <a:path w="322580" h="321310">
                  <a:moveTo>
                    <a:pt x="191770" y="132080"/>
                  </a:moveTo>
                  <a:lnTo>
                    <a:pt x="181610" y="132080"/>
                  </a:lnTo>
                  <a:lnTo>
                    <a:pt x="180340" y="133350"/>
                  </a:lnTo>
                  <a:lnTo>
                    <a:pt x="190500" y="133350"/>
                  </a:lnTo>
                  <a:lnTo>
                    <a:pt x="191770" y="132080"/>
                  </a:lnTo>
                  <a:close/>
                </a:path>
                <a:path w="322580" h="321310">
                  <a:moveTo>
                    <a:pt x="195580" y="128270"/>
                  </a:moveTo>
                  <a:lnTo>
                    <a:pt x="185420" y="128270"/>
                  </a:lnTo>
                  <a:lnTo>
                    <a:pt x="182880" y="130810"/>
                  </a:lnTo>
                  <a:lnTo>
                    <a:pt x="193040" y="130810"/>
                  </a:lnTo>
                  <a:lnTo>
                    <a:pt x="195580" y="128270"/>
                  </a:lnTo>
                  <a:close/>
                </a:path>
                <a:path w="322580" h="321310">
                  <a:moveTo>
                    <a:pt x="198120" y="125730"/>
                  </a:moveTo>
                  <a:lnTo>
                    <a:pt x="187960" y="125730"/>
                  </a:lnTo>
                  <a:lnTo>
                    <a:pt x="186690" y="127000"/>
                  </a:lnTo>
                  <a:lnTo>
                    <a:pt x="196850" y="127000"/>
                  </a:lnTo>
                  <a:lnTo>
                    <a:pt x="198120" y="125730"/>
                  </a:lnTo>
                  <a:close/>
                </a:path>
                <a:path w="322580" h="321310">
                  <a:moveTo>
                    <a:pt x="201930" y="121920"/>
                  </a:moveTo>
                  <a:lnTo>
                    <a:pt x="191770" y="121920"/>
                  </a:lnTo>
                  <a:lnTo>
                    <a:pt x="189230" y="124460"/>
                  </a:lnTo>
                  <a:lnTo>
                    <a:pt x="199390" y="124460"/>
                  </a:lnTo>
                  <a:lnTo>
                    <a:pt x="201930" y="121920"/>
                  </a:lnTo>
                  <a:close/>
                </a:path>
                <a:path w="322580" h="321310">
                  <a:moveTo>
                    <a:pt x="204470" y="119380"/>
                  </a:moveTo>
                  <a:lnTo>
                    <a:pt x="194310" y="119380"/>
                  </a:lnTo>
                  <a:lnTo>
                    <a:pt x="193040" y="120650"/>
                  </a:lnTo>
                  <a:lnTo>
                    <a:pt x="203200" y="120650"/>
                  </a:lnTo>
                  <a:lnTo>
                    <a:pt x="204470" y="119380"/>
                  </a:lnTo>
                  <a:close/>
                </a:path>
                <a:path w="322580" h="321310">
                  <a:moveTo>
                    <a:pt x="208280" y="115570"/>
                  </a:moveTo>
                  <a:lnTo>
                    <a:pt x="198120" y="115570"/>
                  </a:lnTo>
                  <a:lnTo>
                    <a:pt x="195580" y="118110"/>
                  </a:lnTo>
                  <a:lnTo>
                    <a:pt x="205740" y="118110"/>
                  </a:lnTo>
                  <a:lnTo>
                    <a:pt x="208280" y="115570"/>
                  </a:lnTo>
                  <a:close/>
                </a:path>
                <a:path w="322580" h="321310">
                  <a:moveTo>
                    <a:pt x="210820" y="113030"/>
                  </a:moveTo>
                  <a:lnTo>
                    <a:pt x="200660" y="113030"/>
                  </a:lnTo>
                  <a:lnTo>
                    <a:pt x="199390" y="114300"/>
                  </a:lnTo>
                  <a:lnTo>
                    <a:pt x="209550" y="114300"/>
                  </a:lnTo>
                  <a:lnTo>
                    <a:pt x="210820" y="113030"/>
                  </a:lnTo>
                  <a:close/>
                </a:path>
                <a:path w="322580" h="321310">
                  <a:moveTo>
                    <a:pt x="214630" y="109220"/>
                  </a:moveTo>
                  <a:lnTo>
                    <a:pt x="204470" y="109220"/>
                  </a:lnTo>
                  <a:lnTo>
                    <a:pt x="201930" y="111760"/>
                  </a:lnTo>
                  <a:lnTo>
                    <a:pt x="212090" y="111760"/>
                  </a:lnTo>
                  <a:lnTo>
                    <a:pt x="214630" y="109220"/>
                  </a:lnTo>
                  <a:close/>
                </a:path>
                <a:path w="322580" h="321310">
                  <a:moveTo>
                    <a:pt x="217170" y="106680"/>
                  </a:moveTo>
                  <a:lnTo>
                    <a:pt x="207010" y="106680"/>
                  </a:lnTo>
                  <a:lnTo>
                    <a:pt x="205740" y="107950"/>
                  </a:lnTo>
                  <a:lnTo>
                    <a:pt x="215900" y="107950"/>
                  </a:lnTo>
                  <a:lnTo>
                    <a:pt x="217170" y="106680"/>
                  </a:lnTo>
                  <a:close/>
                </a:path>
                <a:path w="322580" h="321310">
                  <a:moveTo>
                    <a:pt x="220980" y="102870"/>
                  </a:moveTo>
                  <a:lnTo>
                    <a:pt x="210820" y="102870"/>
                  </a:lnTo>
                  <a:lnTo>
                    <a:pt x="208280" y="105410"/>
                  </a:lnTo>
                  <a:lnTo>
                    <a:pt x="218440" y="105410"/>
                  </a:lnTo>
                  <a:lnTo>
                    <a:pt x="220980" y="102870"/>
                  </a:lnTo>
                  <a:close/>
                </a:path>
                <a:path w="322580" h="321310">
                  <a:moveTo>
                    <a:pt x="223520" y="100330"/>
                  </a:moveTo>
                  <a:lnTo>
                    <a:pt x="213360" y="100330"/>
                  </a:lnTo>
                  <a:lnTo>
                    <a:pt x="212090" y="101600"/>
                  </a:lnTo>
                  <a:lnTo>
                    <a:pt x="222250" y="101600"/>
                  </a:lnTo>
                  <a:lnTo>
                    <a:pt x="223520" y="100330"/>
                  </a:lnTo>
                  <a:close/>
                </a:path>
                <a:path w="322580" h="321310">
                  <a:moveTo>
                    <a:pt x="227330" y="96520"/>
                  </a:moveTo>
                  <a:lnTo>
                    <a:pt x="217170" y="96520"/>
                  </a:lnTo>
                  <a:lnTo>
                    <a:pt x="214630" y="99060"/>
                  </a:lnTo>
                  <a:lnTo>
                    <a:pt x="224790" y="99060"/>
                  </a:lnTo>
                  <a:lnTo>
                    <a:pt x="227330" y="96520"/>
                  </a:lnTo>
                  <a:close/>
                </a:path>
                <a:path w="322580" h="321310">
                  <a:moveTo>
                    <a:pt x="229870" y="93980"/>
                  </a:moveTo>
                  <a:lnTo>
                    <a:pt x="219710" y="93980"/>
                  </a:lnTo>
                  <a:lnTo>
                    <a:pt x="218440" y="95250"/>
                  </a:lnTo>
                  <a:lnTo>
                    <a:pt x="228600" y="95250"/>
                  </a:lnTo>
                  <a:lnTo>
                    <a:pt x="229870" y="93980"/>
                  </a:lnTo>
                  <a:close/>
                </a:path>
                <a:path w="322580" h="321310">
                  <a:moveTo>
                    <a:pt x="233680" y="90170"/>
                  </a:moveTo>
                  <a:lnTo>
                    <a:pt x="223520" y="90170"/>
                  </a:lnTo>
                  <a:lnTo>
                    <a:pt x="220980" y="92710"/>
                  </a:lnTo>
                  <a:lnTo>
                    <a:pt x="231140" y="92710"/>
                  </a:lnTo>
                  <a:lnTo>
                    <a:pt x="233680" y="90170"/>
                  </a:lnTo>
                  <a:close/>
                </a:path>
                <a:path w="322580" h="321310">
                  <a:moveTo>
                    <a:pt x="236220" y="87630"/>
                  </a:moveTo>
                  <a:lnTo>
                    <a:pt x="226060" y="87630"/>
                  </a:lnTo>
                  <a:lnTo>
                    <a:pt x="224790" y="88900"/>
                  </a:lnTo>
                  <a:lnTo>
                    <a:pt x="234950" y="88900"/>
                  </a:lnTo>
                  <a:lnTo>
                    <a:pt x="236220" y="87630"/>
                  </a:lnTo>
                  <a:close/>
                </a:path>
                <a:path w="322580" h="321310">
                  <a:moveTo>
                    <a:pt x="240030" y="83820"/>
                  </a:moveTo>
                  <a:lnTo>
                    <a:pt x="229870" y="83820"/>
                  </a:lnTo>
                  <a:lnTo>
                    <a:pt x="227330" y="86360"/>
                  </a:lnTo>
                  <a:lnTo>
                    <a:pt x="237490" y="86360"/>
                  </a:lnTo>
                  <a:lnTo>
                    <a:pt x="240030" y="83820"/>
                  </a:lnTo>
                  <a:close/>
                </a:path>
                <a:path w="322580" h="321310">
                  <a:moveTo>
                    <a:pt x="242570" y="81280"/>
                  </a:moveTo>
                  <a:lnTo>
                    <a:pt x="232410" y="81280"/>
                  </a:lnTo>
                  <a:lnTo>
                    <a:pt x="231140" y="82550"/>
                  </a:lnTo>
                  <a:lnTo>
                    <a:pt x="241300" y="82550"/>
                  </a:lnTo>
                  <a:lnTo>
                    <a:pt x="242570" y="81280"/>
                  </a:lnTo>
                  <a:close/>
                </a:path>
                <a:path w="322580" h="321310">
                  <a:moveTo>
                    <a:pt x="246380" y="77470"/>
                  </a:moveTo>
                  <a:lnTo>
                    <a:pt x="236220" y="77470"/>
                  </a:lnTo>
                  <a:lnTo>
                    <a:pt x="233680" y="80010"/>
                  </a:lnTo>
                  <a:lnTo>
                    <a:pt x="243840" y="80010"/>
                  </a:lnTo>
                  <a:lnTo>
                    <a:pt x="246380" y="77470"/>
                  </a:lnTo>
                  <a:close/>
                </a:path>
                <a:path w="322580" h="321310">
                  <a:moveTo>
                    <a:pt x="248920" y="74930"/>
                  </a:moveTo>
                  <a:lnTo>
                    <a:pt x="238760" y="74930"/>
                  </a:lnTo>
                  <a:lnTo>
                    <a:pt x="237490" y="76200"/>
                  </a:lnTo>
                  <a:lnTo>
                    <a:pt x="247650" y="76200"/>
                  </a:lnTo>
                  <a:lnTo>
                    <a:pt x="248920" y="74930"/>
                  </a:lnTo>
                  <a:close/>
                </a:path>
                <a:path w="322580" h="321310">
                  <a:moveTo>
                    <a:pt x="252730" y="71120"/>
                  </a:moveTo>
                  <a:lnTo>
                    <a:pt x="242570" y="71120"/>
                  </a:lnTo>
                  <a:lnTo>
                    <a:pt x="240030" y="73660"/>
                  </a:lnTo>
                  <a:lnTo>
                    <a:pt x="250190" y="73660"/>
                  </a:lnTo>
                  <a:lnTo>
                    <a:pt x="252730" y="71120"/>
                  </a:lnTo>
                  <a:close/>
                </a:path>
                <a:path w="322580" h="321310">
                  <a:moveTo>
                    <a:pt x="255270" y="68580"/>
                  </a:moveTo>
                  <a:lnTo>
                    <a:pt x="245110" y="68580"/>
                  </a:lnTo>
                  <a:lnTo>
                    <a:pt x="243840" y="69850"/>
                  </a:lnTo>
                  <a:lnTo>
                    <a:pt x="254000" y="69850"/>
                  </a:lnTo>
                  <a:lnTo>
                    <a:pt x="255270" y="68580"/>
                  </a:lnTo>
                  <a:close/>
                </a:path>
                <a:path w="322580" h="321310">
                  <a:moveTo>
                    <a:pt x="259080" y="64770"/>
                  </a:moveTo>
                  <a:lnTo>
                    <a:pt x="248920" y="64770"/>
                  </a:lnTo>
                  <a:lnTo>
                    <a:pt x="246380" y="67310"/>
                  </a:lnTo>
                  <a:lnTo>
                    <a:pt x="256540" y="67310"/>
                  </a:lnTo>
                  <a:lnTo>
                    <a:pt x="259080" y="64770"/>
                  </a:lnTo>
                  <a:close/>
                </a:path>
                <a:path w="322580" h="321310">
                  <a:moveTo>
                    <a:pt x="261620" y="62230"/>
                  </a:moveTo>
                  <a:lnTo>
                    <a:pt x="251460" y="62230"/>
                  </a:lnTo>
                  <a:lnTo>
                    <a:pt x="250190" y="63500"/>
                  </a:lnTo>
                  <a:lnTo>
                    <a:pt x="260350" y="63500"/>
                  </a:lnTo>
                  <a:lnTo>
                    <a:pt x="261620" y="62230"/>
                  </a:lnTo>
                  <a:close/>
                </a:path>
                <a:path w="322580" h="321310">
                  <a:moveTo>
                    <a:pt x="265430" y="58420"/>
                  </a:moveTo>
                  <a:lnTo>
                    <a:pt x="255270" y="58420"/>
                  </a:lnTo>
                  <a:lnTo>
                    <a:pt x="252730" y="60960"/>
                  </a:lnTo>
                  <a:lnTo>
                    <a:pt x="262890" y="60960"/>
                  </a:lnTo>
                  <a:lnTo>
                    <a:pt x="265430" y="58420"/>
                  </a:lnTo>
                  <a:close/>
                </a:path>
                <a:path w="322580" h="321310">
                  <a:moveTo>
                    <a:pt x="267970" y="55880"/>
                  </a:moveTo>
                  <a:lnTo>
                    <a:pt x="257810" y="55880"/>
                  </a:lnTo>
                  <a:lnTo>
                    <a:pt x="256540" y="57150"/>
                  </a:lnTo>
                  <a:lnTo>
                    <a:pt x="266700" y="57150"/>
                  </a:lnTo>
                  <a:lnTo>
                    <a:pt x="267970" y="55880"/>
                  </a:lnTo>
                  <a:close/>
                </a:path>
                <a:path w="322580" h="321310">
                  <a:moveTo>
                    <a:pt x="271780" y="52070"/>
                  </a:moveTo>
                  <a:lnTo>
                    <a:pt x="261620" y="52070"/>
                  </a:lnTo>
                  <a:lnTo>
                    <a:pt x="259080" y="54610"/>
                  </a:lnTo>
                  <a:lnTo>
                    <a:pt x="269240" y="54610"/>
                  </a:lnTo>
                  <a:lnTo>
                    <a:pt x="271780" y="52070"/>
                  </a:lnTo>
                  <a:close/>
                </a:path>
                <a:path w="322580" h="321310">
                  <a:moveTo>
                    <a:pt x="274320" y="49530"/>
                  </a:moveTo>
                  <a:lnTo>
                    <a:pt x="264160" y="49530"/>
                  </a:lnTo>
                  <a:lnTo>
                    <a:pt x="262890" y="50800"/>
                  </a:lnTo>
                  <a:lnTo>
                    <a:pt x="273050" y="50800"/>
                  </a:lnTo>
                  <a:lnTo>
                    <a:pt x="274320" y="49530"/>
                  </a:lnTo>
                  <a:close/>
                </a:path>
                <a:path w="322580" h="321310">
                  <a:moveTo>
                    <a:pt x="278130" y="45720"/>
                  </a:moveTo>
                  <a:lnTo>
                    <a:pt x="267970" y="45720"/>
                  </a:lnTo>
                  <a:lnTo>
                    <a:pt x="265430" y="48260"/>
                  </a:lnTo>
                  <a:lnTo>
                    <a:pt x="275590" y="48260"/>
                  </a:lnTo>
                  <a:lnTo>
                    <a:pt x="278130" y="45720"/>
                  </a:lnTo>
                  <a:close/>
                </a:path>
                <a:path w="322580" h="321310">
                  <a:moveTo>
                    <a:pt x="280670" y="43180"/>
                  </a:moveTo>
                  <a:lnTo>
                    <a:pt x="270510" y="43180"/>
                  </a:lnTo>
                  <a:lnTo>
                    <a:pt x="269240" y="44450"/>
                  </a:lnTo>
                  <a:lnTo>
                    <a:pt x="279400" y="44450"/>
                  </a:lnTo>
                  <a:lnTo>
                    <a:pt x="280670" y="43180"/>
                  </a:lnTo>
                  <a:close/>
                </a:path>
                <a:path w="322580" h="321310">
                  <a:moveTo>
                    <a:pt x="284480" y="39370"/>
                  </a:moveTo>
                  <a:lnTo>
                    <a:pt x="274320" y="39370"/>
                  </a:lnTo>
                  <a:lnTo>
                    <a:pt x="271780" y="41910"/>
                  </a:lnTo>
                  <a:lnTo>
                    <a:pt x="281940" y="41910"/>
                  </a:lnTo>
                  <a:lnTo>
                    <a:pt x="284480" y="39370"/>
                  </a:lnTo>
                  <a:close/>
                </a:path>
                <a:path w="322580" h="321310">
                  <a:moveTo>
                    <a:pt x="287020" y="36830"/>
                  </a:moveTo>
                  <a:lnTo>
                    <a:pt x="276860" y="36830"/>
                  </a:lnTo>
                  <a:lnTo>
                    <a:pt x="275590" y="38100"/>
                  </a:lnTo>
                  <a:lnTo>
                    <a:pt x="285750" y="38100"/>
                  </a:lnTo>
                  <a:lnTo>
                    <a:pt x="287020" y="36830"/>
                  </a:lnTo>
                  <a:close/>
                </a:path>
                <a:path w="322580" h="321310">
                  <a:moveTo>
                    <a:pt x="290830" y="33020"/>
                  </a:moveTo>
                  <a:lnTo>
                    <a:pt x="280670" y="33020"/>
                  </a:lnTo>
                  <a:lnTo>
                    <a:pt x="278130" y="35560"/>
                  </a:lnTo>
                  <a:lnTo>
                    <a:pt x="288290" y="35560"/>
                  </a:lnTo>
                  <a:lnTo>
                    <a:pt x="290830" y="33020"/>
                  </a:lnTo>
                  <a:close/>
                </a:path>
                <a:path w="322580" h="321310">
                  <a:moveTo>
                    <a:pt x="293370" y="30480"/>
                  </a:moveTo>
                  <a:lnTo>
                    <a:pt x="283210" y="30480"/>
                  </a:lnTo>
                  <a:lnTo>
                    <a:pt x="281940" y="31750"/>
                  </a:lnTo>
                  <a:lnTo>
                    <a:pt x="292100" y="31750"/>
                  </a:lnTo>
                  <a:lnTo>
                    <a:pt x="293370" y="30480"/>
                  </a:lnTo>
                  <a:close/>
                </a:path>
                <a:path w="322580" h="321310">
                  <a:moveTo>
                    <a:pt x="297180" y="26670"/>
                  </a:moveTo>
                  <a:lnTo>
                    <a:pt x="287020" y="26670"/>
                  </a:lnTo>
                  <a:lnTo>
                    <a:pt x="284480" y="29210"/>
                  </a:lnTo>
                  <a:lnTo>
                    <a:pt x="294640" y="29210"/>
                  </a:lnTo>
                  <a:lnTo>
                    <a:pt x="297180" y="26670"/>
                  </a:lnTo>
                  <a:close/>
                </a:path>
                <a:path w="322580" h="321310">
                  <a:moveTo>
                    <a:pt x="299720" y="24130"/>
                  </a:moveTo>
                  <a:lnTo>
                    <a:pt x="289560" y="24130"/>
                  </a:lnTo>
                  <a:lnTo>
                    <a:pt x="288290" y="25400"/>
                  </a:lnTo>
                  <a:lnTo>
                    <a:pt x="298450" y="25400"/>
                  </a:lnTo>
                  <a:lnTo>
                    <a:pt x="299720" y="24130"/>
                  </a:lnTo>
                  <a:close/>
                </a:path>
                <a:path w="322580" h="321310">
                  <a:moveTo>
                    <a:pt x="303530" y="20320"/>
                  </a:moveTo>
                  <a:lnTo>
                    <a:pt x="293370" y="20320"/>
                  </a:lnTo>
                  <a:lnTo>
                    <a:pt x="290830" y="22860"/>
                  </a:lnTo>
                  <a:lnTo>
                    <a:pt x="300990" y="22860"/>
                  </a:lnTo>
                  <a:lnTo>
                    <a:pt x="303530" y="20320"/>
                  </a:lnTo>
                  <a:close/>
                </a:path>
                <a:path w="322580" h="321310">
                  <a:moveTo>
                    <a:pt x="306070" y="17780"/>
                  </a:moveTo>
                  <a:lnTo>
                    <a:pt x="295910" y="17780"/>
                  </a:lnTo>
                  <a:lnTo>
                    <a:pt x="294640" y="19050"/>
                  </a:lnTo>
                  <a:lnTo>
                    <a:pt x="304800" y="19050"/>
                  </a:lnTo>
                  <a:lnTo>
                    <a:pt x="306070" y="17780"/>
                  </a:lnTo>
                  <a:close/>
                </a:path>
                <a:path w="322580" h="321310">
                  <a:moveTo>
                    <a:pt x="309880" y="13970"/>
                  </a:moveTo>
                  <a:lnTo>
                    <a:pt x="299720" y="13970"/>
                  </a:lnTo>
                  <a:lnTo>
                    <a:pt x="297180" y="16510"/>
                  </a:lnTo>
                  <a:lnTo>
                    <a:pt x="307340" y="16510"/>
                  </a:lnTo>
                  <a:lnTo>
                    <a:pt x="309880" y="13970"/>
                  </a:lnTo>
                  <a:close/>
                </a:path>
                <a:path w="322580" h="321310">
                  <a:moveTo>
                    <a:pt x="312420" y="11430"/>
                  </a:moveTo>
                  <a:lnTo>
                    <a:pt x="302260" y="11430"/>
                  </a:lnTo>
                  <a:lnTo>
                    <a:pt x="300990" y="12700"/>
                  </a:lnTo>
                  <a:lnTo>
                    <a:pt x="311150" y="12700"/>
                  </a:lnTo>
                  <a:lnTo>
                    <a:pt x="312420" y="11430"/>
                  </a:lnTo>
                  <a:close/>
                </a:path>
                <a:path w="322580" h="321310">
                  <a:moveTo>
                    <a:pt x="316230" y="7620"/>
                  </a:moveTo>
                  <a:lnTo>
                    <a:pt x="306070" y="7620"/>
                  </a:lnTo>
                  <a:lnTo>
                    <a:pt x="303530" y="10160"/>
                  </a:lnTo>
                  <a:lnTo>
                    <a:pt x="313690" y="10160"/>
                  </a:lnTo>
                  <a:lnTo>
                    <a:pt x="316230" y="7620"/>
                  </a:lnTo>
                  <a:close/>
                </a:path>
                <a:path w="322580" h="321310">
                  <a:moveTo>
                    <a:pt x="318770" y="5080"/>
                  </a:moveTo>
                  <a:lnTo>
                    <a:pt x="308610" y="5080"/>
                  </a:lnTo>
                  <a:lnTo>
                    <a:pt x="307340" y="6350"/>
                  </a:lnTo>
                  <a:lnTo>
                    <a:pt x="317500" y="6350"/>
                  </a:lnTo>
                  <a:lnTo>
                    <a:pt x="318770" y="5080"/>
                  </a:lnTo>
                  <a:close/>
                </a:path>
                <a:path w="322580" h="321310">
                  <a:moveTo>
                    <a:pt x="317500" y="0"/>
                  </a:moveTo>
                  <a:lnTo>
                    <a:pt x="313690" y="0"/>
                  </a:lnTo>
                  <a:lnTo>
                    <a:pt x="309880" y="3810"/>
                  </a:lnTo>
                  <a:lnTo>
                    <a:pt x="320040" y="3810"/>
                  </a:lnTo>
                  <a:lnTo>
                    <a:pt x="322580" y="1270"/>
                  </a:lnTo>
                  <a:lnTo>
                    <a:pt x="317500" y="1270"/>
                  </a:lnTo>
                  <a:lnTo>
                    <a:pt x="317500" y="0"/>
                  </a:lnTo>
                  <a:close/>
                </a:path>
                <a:path w="322580" h="321310">
                  <a:moveTo>
                    <a:pt x="132080" y="191770"/>
                  </a:moveTo>
                  <a:lnTo>
                    <a:pt x="121919" y="191770"/>
                  </a:lnTo>
                  <a:lnTo>
                    <a:pt x="96520" y="217170"/>
                  </a:lnTo>
                  <a:lnTo>
                    <a:pt x="106680" y="217170"/>
                  </a:lnTo>
                  <a:lnTo>
                    <a:pt x="132080" y="191770"/>
                  </a:lnTo>
                  <a:close/>
                </a:path>
                <a:path w="322580" h="321310">
                  <a:moveTo>
                    <a:pt x="106680" y="217170"/>
                  </a:moveTo>
                  <a:lnTo>
                    <a:pt x="96519" y="217170"/>
                  </a:lnTo>
                  <a:lnTo>
                    <a:pt x="45720" y="267970"/>
                  </a:lnTo>
                  <a:lnTo>
                    <a:pt x="55880" y="267970"/>
                  </a:lnTo>
                  <a:lnTo>
                    <a:pt x="106680" y="217170"/>
                  </a:lnTo>
                  <a:close/>
                </a:path>
                <a:path w="322580" h="321310">
                  <a:moveTo>
                    <a:pt x="5080" y="318770"/>
                  </a:moveTo>
                  <a:lnTo>
                    <a:pt x="2540" y="318770"/>
                  </a:lnTo>
                  <a:lnTo>
                    <a:pt x="2540" y="321310"/>
                  </a:lnTo>
                  <a:lnTo>
                    <a:pt x="5080" y="318770"/>
                  </a:lnTo>
                  <a:close/>
                </a:path>
                <a:path w="322580" h="321310">
                  <a:moveTo>
                    <a:pt x="7620" y="316230"/>
                  </a:moveTo>
                  <a:lnTo>
                    <a:pt x="1269" y="316230"/>
                  </a:lnTo>
                  <a:lnTo>
                    <a:pt x="1269" y="317500"/>
                  </a:lnTo>
                  <a:lnTo>
                    <a:pt x="6350" y="317500"/>
                  </a:lnTo>
                  <a:lnTo>
                    <a:pt x="7620" y="316230"/>
                  </a:lnTo>
                  <a:close/>
                </a:path>
                <a:path w="322580" h="321310">
                  <a:moveTo>
                    <a:pt x="11430" y="312420"/>
                  </a:moveTo>
                  <a:lnTo>
                    <a:pt x="1270" y="312420"/>
                  </a:lnTo>
                  <a:lnTo>
                    <a:pt x="0" y="313690"/>
                  </a:lnTo>
                  <a:lnTo>
                    <a:pt x="0" y="314960"/>
                  </a:lnTo>
                  <a:lnTo>
                    <a:pt x="8890" y="314960"/>
                  </a:lnTo>
                  <a:lnTo>
                    <a:pt x="11430" y="312420"/>
                  </a:lnTo>
                  <a:close/>
                </a:path>
                <a:path w="322580" h="321310">
                  <a:moveTo>
                    <a:pt x="24130" y="299720"/>
                  </a:moveTo>
                  <a:lnTo>
                    <a:pt x="13970" y="299720"/>
                  </a:lnTo>
                  <a:lnTo>
                    <a:pt x="2539" y="311150"/>
                  </a:lnTo>
                  <a:lnTo>
                    <a:pt x="12700" y="311150"/>
                  </a:lnTo>
                  <a:lnTo>
                    <a:pt x="24130" y="299720"/>
                  </a:lnTo>
                  <a:close/>
                </a:path>
                <a:path w="322580" h="321310">
                  <a:moveTo>
                    <a:pt x="33020" y="290830"/>
                  </a:moveTo>
                  <a:lnTo>
                    <a:pt x="22860" y="290830"/>
                  </a:lnTo>
                  <a:lnTo>
                    <a:pt x="15239" y="298450"/>
                  </a:lnTo>
                  <a:lnTo>
                    <a:pt x="25400" y="298450"/>
                  </a:lnTo>
                  <a:lnTo>
                    <a:pt x="33020" y="290830"/>
                  </a:lnTo>
                  <a:close/>
                </a:path>
                <a:path w="322580" h="321310">
                  <a:moveTo>
                    <a:pt x="49530" y="274320"/>
                  </a:moveTo>
                  <a:lnTo>
                    <a:pt x="39370" y="274320"/>
                  </a:lnTo>
                  <a:lnTo>
                    <a:pt x="24129" y="289560"/>
                  </a:lnTo>
                  <a:lnTo>
                    <a:pt x="34290" y="289560"/>
                  </a:lnTo>
                  <a:lnTo>
                    <a:pt x="49530" y="274320"/>
                  </a:lnTo>
                  <a:close/>
                </a:path>
                <a:path w="322580" h="321310">
                  <a:moveTo>
                    <a:pt x="54610" y="269240"/>
                  </a:moveTo>
                  <a:lnTo>
                    <a:pt x="44450" y="269240"/>
                  </a:lnTo>
                  <a:lnTo>
                    <a:pt x="40639" y="273050"/>
                  </a:lnTo>
                  <a:lnTo>
                    <a:pt x="50800" y="273050"/>
                  </a:lnTo>
                  <a:lnTo>
                    <a:pt x="54610" y="269240"/>
                  </a:lnTo>
                  <a:close/>
                </a:path>
              </a:pathLst>
            </a:custGeom>
            <a:solidFill>
              <a:srgbClr val="605A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06">
              <a:extLst>
                <a:ext uri="{FF2B5EF4-FFF2-40B4-BE49-F238E27FC236}">
                  <a16:creationId xmlns:a16="http://schemas.microsoft.com/office/drawing/2014/main" id="{77DD754E-EAD9-A2CF-1880-37C18795A98A}"/>
                </a:ext>
              </a:extLst>
            </p:cNvPr>
            <p:cNvSpPr/>
            <p:nvPr/>
          </p:nvSpPr>
          <p:spPr>
            <a:xfrm>
              <a:off x="2442210" y="2585719"/>
              <a:ext cx="332740" cy="328930"/>
            </a:xfrm>
            <a:custGeom>
              <a:avLst/>
              <a:gdLst/>
              <a:ahLst/>
              <a:cxnLst/>
              <a:rect l="l" t="t" r="r" b="b"/>
              <a:pathLst>
                <a:path w="332739" h="328930">
                  <a:moveTo>
                    <a:pt x="146050" y="187960"/>
                  </a:moveTo>
                  <a:lnTo>
                    <a:pt x="135890" y="187960"/>
                  </a:lnTo>
                  <a:lnTo>
                    <a:pt x="129540" y="194310"/>
                  </a:lnTo>
                  <a:lnTo>
                    <a:pt x="139700" y="194310"/>
                  </a:lnTo>
                  <a:lnTo>
                    <a:pt x="146050" y="187960"/>
                  </a:lnTo>
                  <a:close/>
                </a:path>
                <a:path w="332739" h="328930">
                  <a:moveTo>
                    <a:pt x="148589" y="185420"/>
                  </a:moveTo>
                  <a:lnTo>
                    <a:pt x="138430" y="185420"/>
                  </a:lnTo>
                  <a:lnTo>
                    <a:pt x="137160" y="186689"/>
                  </a:lnTo>
                  <a:lnTo>
                    <a:pt x="147320" y="186689"/>
                  </a:lnTo>
                  <a:lnTo>
                    <a:pt x="148589" y="185420"/>
                  </a:lnTo>
                  <a:close/>
                </a:path>
                <a:path w="332739" h="328930">
                  <a:moveTo>
                    <a:pt x="152400" y="181610"/>
                  </a:moveTo>
                  <a:lnTo>
                    <a:pt x="142240" y="181610"/>
                  </a:lnTo>
                  <a:lnTo>
                    <a:pt x="139700" y="184150"/>
                  </a:lnTo>
                  <a:lnTo>
                    <a:pt x="149860" y="184150"/>
                  </a:lnTo>
                  <a:lnTo>
                    <a:pt x="152400" y="181610"/>
                  </a:lnTo>
                  <a:close/>
                </a:path>
                <a:path w="332739" h="328930">
                  <a:moveTo>
                    <a:pt x="154939" y="179070"/>
                  </a:moveTo>
                  <a:lnTo>
                    <a:pt x="144780" y="179070"/>
                  </a:lnTo>
                  <a:lnTo>
                    <a:pt x="143510" y="180339"/>
                  </a:lnTo>
                  <a:lnTo>
                    <a:pt x="153670" y="180339"/>
                  </a:lnTo>
                  <a:lnTo>
                    <a:pt x="154939" y="179070"/>
                  </a:lnTo>
                  <a:close/>
                </a:path>
                <a:path w="332739" h="328930">
                  <a:moveTo>
                    <a:pt x="158750" y="175260"/>
                  </a:moveTo>
                  <a:lnTo>
                    <a:pt x="148590" y="175260"/>
                  </a:lnTo>
                  <a:lnTo>
                    <a:pt x="146050" y="177800"/>
                  </a:lnTo>
                  <a:lnTo>
                    <a:pt x="156210" y="177800"/>
                  </a:lnTo>
                  <a:lnTo>
                    <a:pt x="158750" y="175260"/>
                  </a:lnTo>
                  <a:close/>
                </a:path>
                <a:path w="332739" h="328930">
                  <a:moveTo>
                    <a:pt x="161289" y="172720"/>
                  </a:moveTo>
                  <a:lnTo>
                    <a:pt x="151130" y="172720"/>
                  </a:lnTo>
                  <a:lnTo>
                    <a:pt x="149860" y="173989"/>
                  </a:lnTo>
                  <a:lnTo>
                    <a:pt x="160020" y="173989"/>
                  </a:lnTo>
                  <a:lnTo>
                    <a:pt x="161289" y="172720"/>
                  </a:lnTo>
                  <a:close/>
                </a:path>
                <a:path w="332739" h="328930">
                  <a:moveTo>
                    <a:pt x="173989" y="160020"/>
                  </a:moveTo>
                  <a:lnTo>
                    <a:pt x="163830" y="160020"/>
                  </a:lnTo>
                  <a:lnTo>
                    <a:pt x="152400" y="171450"/>
                  </a:lnTo>
                  <a:lnTo>
                    <a:pt x="162560" y="171450"/>
                  </a:lnTo>
                  <a:lnTo>
                    <a:pt x="173989" y="160020"/>
                  </a:lnTo>
                  <a:close/>
                </a:path>
                <a:path w="332739" h="328930">
                  <a:moveTo>
                    <a:pt x="186689" y="147320"/>
                  </a:moveTo>
                  <a:lnTo>
                    <a:pt x="176530" y="147320"/>
                  </a:lnTo>
                  <a:lnTo>
                    <a:pt x="165100" y="158750"/>
                  </a:lnTo>
                  <a:lnTo>
                    <a:pt x="175260" y="158750"/>
                  </a:lnTo>
                  <a:lnTo>
                    <a:pt x="186689" y="147320"/>
                  </a:lnTo>
                  <a:close/>
                </a:path>
                <a:path w="332739" h="328930">
                  <a:moveTo>
                    <a:pt x="190500" y="143510"/>
                  </a:moveTo>
                  <a:lnTo>
                    <a:pt x="180340" y="143510"/>
                  </a:lnTo>
                  <a:lnTo>
                    <a:pt x="177800" y="146050"/>
                  </a:lnTo>
                  <a:lnTo>
                    <a:pt x="187960" y="146050"/>
                  </a:lnTo>
                  <a:lnTo>
                    <a:pt x="190500" y="143510"/>
                  </a:lnTo>
                  <a:close/>
                </a:path>
                <a:path w="332739" h="328930">
                  <a:moveTo>
                    <a:pt x="193039" y="140970"/>
                  </a:moveTo>
                  <a:lnTo>
                    <a:pt x="182880" y="140970"/>
                  </a:lnTo>
                  <a:lnTo>
                    <a:pt x="181610" y="142239"/>
                  </a:lnTo>
                  <a:lnTo>
                    <a:pt x="191770" y="142239"/>
                  </a:lnTo>
                  <a:lnTo>
                    <a:pt x="193039" y="140970"/>
                  </a:lnTo>
                  <a:close/>
                </a:path>
                <a:path w="332739" h="328930">
                  <a:moveTo>
                    <a:pt x="196850" y="137160"/>
                  </a:moveTo>
                  <a:lnTo>
                    <a:pt x="186690" y="137160"/>
                  </a:lnTo>
                  <a:lnTo>
                    <a:pt x="184150" y="139700"/>
                  </a:lnTo>
                  <a:lnTo>
                    <a:pt x="194310" y="139700"/>
                  </a:lnTo>
                  <a:lnTo>
                    <a:pt x="196850" y="137160"/>
                  </a:lnTo>
                  <a:close/>
                </a:path>
                <a:path w="332739" h="328930">
                  <a:moveTo>
                    <a:pt x="199389" y="134620"/>
                  </a:moveTo>
                  <a:lnTo>
                    <a:pt x="189230" y="134620"/>
                  </a:lnTo>
                  <a:lnTo>
                    <a:pt x="187960" y="135889"/>
                  </a:lnTo>
                  <a:lnTo>
                    <a:pt x="198120" y="135889"/>
                  </a:lnTo>
                  <a:lnTo>
                    <a:pt x="199389" y="134620"/>
                  </a:lnTo>
                  <a:close/>
                </a:path>
                <a:path w="332739" h="328930">
                  <a:moveTo>
                    <a:pt x="203200" y="130810"/>
                  </a:moveTo>
                  <a:lnTo>
                    <a:pt x="193040" y="130810"/>
                  </a:lnTo>
                  <a:lnTo>
                    <a:pt x="190500" y="133350"/>
                  </a:lnTo>
                  <a:lnTo>
                    <a:pt x="200660" y="133350"/>
                  </a:lnTo>
                  <a:lnTo>
                    <a:pt x="203200" y="130810"/>
                  </a:lnTo>
                  <a:close/>
                </a:path>
                <a:path w="332739" h="328930">
                  <a:moveTo>
                    <a:pt x="205739" y="128270"/>
                  </a:moveTo>
                  <a:lnTo>
                    <a:pt x="195580" y="128270"/>
                  </a:lnTo>
                  <a:lnTo>
                    <a:pt x="194310" y="129539"/>
                  </a:lnTo>
                  <a:lnTo>
                    <a:pt x="204470" y="129539"/>
                  </a:lnTo>
                  <a:lnTo>
                    <a:pt x="205739" y="128270"/>
                  </a:lnTo>
                  <a:close/>
                </a:path>
                <a:path w="332739" h="328930">
                  <a:moveTo>
                    <a:pt x="209550" y="124460"/>
                  </a:moveTo>
                  <a:lnTo>
                    <a:pt x="199390" y="124460"/>
                  </a:lnTo>
                  <a:lnTo>
                    <a:pt x="196850" y="127000"/>
                  </a:lnTo>
                  <a:lnTo>
                    <a:pt x="207010" y="127000"/>
                  </a:lnTo>
                  <a:lnTo>
                    <a:pt x="209550" y="124460"/>
                  </a:lnTo>
                  <a:close/>
                </a:path>
                <a:path w="332739" h="328930">
                  <a:moveTo>
                    <a:pt x="212089" y="121920"/>
                  </a:moveTo>
                  <a:lnTo>
                    <a:pt x="201930" y="121920"/>
                  </a:lnTo>
                  <a:lnTo>
                    <a:pt x="200660" y="123189"/>
                  </a:lnTo>
                  <a:lnTo>
                    <a:pt x="210820" y="123189"/>
                  </a:lnTo>
                  <a:lnTo>
                    <a:pt x="212089" y="121920"/>
                  </a:lnTo>
                  <a:close/>
                </a:path>
                <a:path w="332739" h="328930">
                  <a:moveTo>
                    <a:pt x="215900" y="118110"/>
                  </a:moveTo>
                  <a:lnTo>
                    <a:pt x="205740" y="118110"/>
                  </a:lnTo>
                  <a:lnTo>
                    <a:pt x="203200" y="120650"/>
                  </a:lnTo>
                  <a:lnTo>
                    <a:pt x="213360" y="120650"/>
                  </a:lnTo>
                  <a:lnTo>
                    <a:pt x="215900" y="118110"/>
                  </a:lnTo>
                  <a:close/>
                </a:path>
                <a:path w="332739" h="328930">
                  <a:moveTo>
                    <a:pt x="218439" y="115570"/>
                  </a:moveTo>
                  <a:lnTo>
                    <a:pt x="208280" y="115570"/>
                  </a:lnTo>
                  <a:lnTo>
                    <a:pt x="207010" y="116839"/>
                  </a:lnTo>
                  <a:lnTo>
                    <a:pt x="217170" y="116839"/>
                  </a:lnTo>
                  <a:lnTo>
                    <a:pt x="218439" y="115570"/>
                  </a:lnTo>
                  <a:close/>
                </a:path>
                <a:path w="332739" h="328930">
                  <a:moveTo>
                    <a:pt x="222250" y="111760"/>
                  </a:moveTo>
                  <a:lnTo>
                    <a:pt x="212090" y="111760"/>
                  </a:lnTo>
                  <a:lnTo>
                    <a:pt x="209550" y="114300"/>
                  </a:lnTo>
                  <a:lnTo>
                    <a:pt x="219710" y="114300"/>
                  </a:lnTo>
                  <a:lnTo>
                    <a:pt x="222250" y="111760"/>
                  </a:lnTo>
                  <a:close/>
                </a:path>
                <a:path w="332739" h="328930">
                  <a:moveTo>
                    <a:pt x="224789" y="109220"/>
                  </a:moveTo>
                  <a:lnTo>
                    <a:pt x="214630" y="109220"/>
                  </a:lnTo>
                  <a:lnTo>
                    <a:pt x="213360" y="110489"/>
                  </a:lnTo>
                  <a:lnTo>
                    <a:pt x="223520" y="110489"/>
                  </a:lnTo>
                  <a:lnTo>
                    <a:pt x="224789" y="109220"/>
                  </a:lnTo>
                  <a:close/>
                </a:path>
                <a:path w="332739" h="328930">
                  <a:moveTo>
                    <a:pt x="228600" y="105410"/>
                  </a:moveTo>
                  <a:lnTo>
                    <a:pt x="218440" y="105410"/>
                  </a:lnTo>
                  <a:lnTo>
                    <a:pt x="215900" y="107950"/>
                  </a:lnTo>
                  <a:lnTo>
                    <a:pt x="226060" y="107950"/>
                  </a:lnTo>
                  <a:lnTo>
                    <a:pt x="228600" y="105410"/>
                  </a:lnTo>
                  <a:close/>
                </a:path>
                <a:path w="332739" h="328930">
                  <a:moveTo>
                    <a:pt x="231139" y="102870"/>
                  </a:moveTo>
                  <a:lnTo>
                    <a:pt x="220980" y="102870"/>
                  </a:lnTo>
                  <a:lnTo>
                    <a:pt x="219710" y="104139"/>
                  </a:lnTo>
                  <a:lnTo>
                    <a:pt x="229870" y="104139"/>
                  </a:lnTo>
                  <a:lnTo>
                    <a:pt x="231139" y="102870"/>
                  </a:lnTo>
                  <a:close/>
                </a:path>
                <a:path w="332739" h="328930">
                  <a:moveTo>
                    <a:pt x="234950" y="99060"/>
                  </a:moveTo>
                  <a:lnTo>
                    <a:pt x="224790" y="99060"/>
                  </a:lnTo>
                  <a:lnTo>
                    <a:pt x="222250" y="101600"/>
                  </a:lnTo>
                  <a:lnTo>
                    <a:pt x="232410" y="101600"/>
                  </a:lnTo>
                  <a:lnTo>
                    <a:pt x="234950" y="99060"/>
                  </a:lnTo>
                  <a:close/>
                </a:path>
                <a:path w="332739" h="328930">
                  <a:moveTo>
                    <a:pt x="237489" y="96520"/>
                  </a:moveTo>
                  <a:lnTo>
                    <a:pt x="227330" y="96520"/>
                  </a:lnTo>
                  <a:lnTo>
                    <a:pt x="226060" y="97789"/>
                  </a:lnTo>
                  <a:lnTo>
                    <a:pt x="236220" y="97789"/>
                  </a:lnTo>
                  <a:lnTo>
                    <a:pt x="237489" y="96520"/>
                  </a:lnTo>
                  <a:close/>
                </a:path>
                <a:path w="332739" h="328930">
                  <a:moveTo>
                    <a:pt x="241300" y="92710"/>
                  </a:moveTo>
                  <a:lnTo>
                    <a:pt x="231140" y="92710"/>
                  </a:lnTo>
                  <a:lnTo>
                    <a:pt x="228600" y="95250"/>
                  </a:lnTo>
                  <a:lnTo>
                    <a:pt x="238760" y="95250"/>
                  </a:lnTo>
                  <a:lnTo>
                    <a:pt x="241300" y="92710"/>
                  </a:lnTo>
                  <a:close/>
                </a:path>
                <a:path w="332739" h="328930">
                  <a:moveTo>
                    <a:pt x="243839" y="90170"/>
                  </a:moveTo>
                  <a:lnTo>
                    <a:pt x="233680" y="90170"/>
                  </a:lnTo>
                  <a:lnTo>
                    <a:pt x="232410" y="91439"/>
                  </a:lnTo>
                  <a:lnTo>
                    <a:pt x="242570" y="91439"/>
                  </a:lnTo>
                  <a:lnTo>
                    <a:pt x="243839" y="90170"/>
                  </a:lnTo>
                  <a:close/>
                </a:path>
                <a:path w="332739" h="328930">
                  <a:moveTo>
                    <a:pt x="247650" y="86360"/>
                  </a:moveTo>
                  <a:lnTo>
                    <a:pt x="237490" y="86360"/>
                  </a:lnTo>
                  <a:lnTo>
                    <a:pt x="234950" y="88900"/>
                  </a:lnTo>
                  <a:lnTo>
                    <a:pt x="245110" y="88900"/>
                  </a:lnTo>
                  <a:lnTo>
                    <a:pt x="247650" y="86360"/>
                  </a:lnTo>
                  <a:close/>
                </a:path>
                <a:path w="332739" h="328930">
                  <a:moveTo>
                    <a:pt x="250189" y="83820"/>
                  </a:moveTo>
                  <a:lnTo>
                    <a:pt x="240030" y="83820"/>
                  </a:lnTo>
                  <a:lnTo>
                    <a:pt x="238760" y="85089"/>
                  </a:lnTo>
                  <a:lnTo>
                    <a:pt x="248920" y="85089"/>
                  </a:lnTo>
                  <a:lnTo>
                    <a:pt x="250189" y="83820"/>
                  </a:lnTo>
                  <a:close/>
                </a:path>
                <a:path w="332739" h="328930">
                  <a:moveTo>
                    <a:pt x="254000" y="80010"/>
                  </a:moveTo>
                  <a:lnTo>
                    <a:pt x="243840" y="80010"/>
                  </a:lnTo>
                  <a:lnTo>
                    <a:pt x="241300" y="82550"/>
                  </a:lnTo>
                  <a:lnTo>
                    <a:pt x="251460" y="82550"/>
                  </a:lnTo>
                  <a:lnTo>
                    <a:pt x="254000" y="80010"/>
                  </a:lnTo>
                  <a:close/>
                </a:path>
                <a:path w="332739" h="328930">
                  <a:moveTo>
                    <a:pt x="256539" y="77470"/>
                  </a:moveTo>
                  <a:lnTo>
                    <a:pt x="246380" y="77470"/>
                  </a:lnTo>
                  <a:lnTo>
                    <a:pt x="245110" y="78739"/>
                  </a:lnTo>
                  <a:lnTo>
                    <a:pt x="255270" y="78739"/>
                  </a:lnTo>
                  <a:lnTo>
                    <a:pt x="256539" y="77470"/>
                  </a:lnTo>
                  <a:close/>
                </a:path>
                <a:path w="332739" h="328930">
                  <a:moveTo>
                    <a:pt x="260350" y="73660"/>
                  </a:moveTo>
                  <a:lnTo>
                    <a:pt x="250190" y="73660"/>
                  </a:lnTo>
                  <a:lnTo>
                    <a:pt x="247650" y="76200"/>
                  </a:lnTo>
                  <a:lnTo>
                    <a:pt x="257810" y="76200"/>
                  </a:lnTo>
                  <a:lnTo>
                    <a:pt x="260350" y="73660"/>
                  </a:lnTo>
                  <a:close/>
                </a:path>
                <a:path w="332739" h="328930">
                  <a:moveTo>
                    <a:pt x="262889" y="71120"/>
                  </a:moveTo>
                  <a:lnTo>
                    <a:pt x="252730" y="71120"/>
                  </a:lnTo>
                  <a:lnTo>
                    <a:pt x="251460" y="72389"/>
                  </a:lnTo>
                  <a:lnTo>
                    <a:pt x="261620" y="72389"/>
                  </a:lnTo>
                  <a:lnTo>
                    <a:pt x="262889" y="71120"/>
                  </a:lnTo>
                  <a:close/>
                </a:path>
                <a:path w="332739" h="328930">
                  <a:moveTo>
                    <a:pt x="266700" y="67310"/>
                  </a:moveTo>
                  <a:lnTo>
                    <a:pt x="256540" y="67310"/>
                  </a:lnTo>
                  <a:lnTo>
                    <a:pt x="254000" y="69850"/>
                  </a:lnTo>
                  <a:lnTo>
                    <a:pt x="264160" y="69850"/>
                  </a:lnTo>
                  <a:lnTo>
                    <a:pt x="266700" y="67310"/>
                  </a:lnTo>
                  <a:close/>
                </a:path>
                <a:path w="332739" h="328930">
                  <a:moveTo>
                    <a:pt x="269239" y="64770"/>
                  </a:moveTo>
                  <a:lnTo>
                    <a:pt x="259080" y="64770"/>
                  </a:lnTo>
                  <a:lnTo>
                    <a:pt x="257810" y="66039"/>
                  </a:lnTo>
                  <a:lnTo>
                    <a:pt x="267970" y="66039"/>
                  </a:lnTo>
                  <a:lnTo>
                    <a:pt x="269239" y="64770"/>
                  </a:lnTo>
                  <a:close/>
                </a:path>
                <a:path w="332739" h="328930">
                  <a:moveTo>
                    <a:pt x="273050" y="60960"/>
                  </a:moveTo>
                  <a:lnTo>
                    <a:pt x="262890" y="60960"/>
                  </a:lnTo>
                  <a:lnTo>
                    <a:pt x="260350" y="63500"/>
                  </a:lnTo>
                  <a:lnTo>
                    <a:pt x="270510" y="63500"/>
                  </a:lnTo>
                  <a:lnTo>
                    <a:pt x="273050" y="60960"/>
                  </a:lnTo>
                  <a:close/>
                </a:path>
                <a:path w="332739" h="328930">
                  <a:moveTo>
                    <a:pt x="275589" y="58420"/>
                  </a:moveTo>
                  <a:lnTo>
                    <a:pt x="265430" y="58420"/>
                  </a:lnTo>
                  <a:lnTo>
                    <a:pt x="264160" y="59689"/>
                  </a:lnTo>
                  <a:lnTo>
                    <a:pt x="274320" y="59689"/>
                  </a:lnTo>
                  <a:lnTo>
                    <a:pt x="275589" y="58420"/>
                  </a:lnTo>
                  <a:close/>
                </a:path>
                <a:path w="332739" h="328930">
                  <a:moveTo>
                    <a:pt x="279400" y="54610"/>
                  </a:moveTo>
                  <a:lnTo>
                    <a:pt x="269240" y="54610"/>
                  </a:lnTo>
                  <a:lnTo>
                    <a:pt x="266700" y="57150"/>
                  </a:lnTo>
                  <a:lnTo>
                    <a:pt x="276860" y="57150"/>
                  </a:lnTo>
                  <a:lnTo>
                    <a:pt x="279400" y="54610"/>
                  </a:lnTo>
                  <a:close/>
                </a:path>
                <a:path w="332739" h="328930">
                  <a:moveTo>
                    <a:pt x="281939" y="52070"/>
                  </a:moveTo>
                  <a:lnTo>
                    <a:pt x="271780" y="52070"/>
                  </a:lnTo>
                  <a:lnTo>
                    <a:pt x="270510" y="53339"/>
                  </a:lnTo>
                  <a:lnTo>
                    <a:pt x="280670" y="53339"/>
                  </a:lnTo>
                  <a:lnTo>
                    <a:pt x="281939" y="52070"/>
                  </a:lnTo>
                  <a:close/>
                </a:path>
                <a:path w="332739" h="328930">
                  <a:moveTo>
                    <a:pt x="285750" y="48260"/>
                  </a:moveTo>
                  <a:lnTo>
                    <a:pt x="275590" y="48260"/>
                  </a:lnTo>
                  <a:lnTo>
                    <a:pt x="273050" y="50800"/>
                  </a:lnTo>
                  <a:lnTo>
                    <a:pt x="283210" y="50800"/>
                  </a:lnTo>
                  <a:lnTo>
                    <a:pt x="285750" y="48260"/>
                  </a:lnTo>
                  <a:close/>
                </a:path>
                <a:path w="332739" h="328930">
                  <a:moveTo>
                    <a:pt x="288289" y="45720"/>
                  </a:moveTo>
                  <a:lnTo>
                    <a:pt x="278130" y="45720"/>
                  </a:lnTo>
                  <a:lnTo>
                    <a:pt x="276860" y="46989"/>
                  </a:lnTo>
                  <a:lnTo>
                    <a:pt x="287020" y="46989"/>
                  </a:lnTo>
                  <a:lnTo>
                    <a:pt x="288289" y="45720"/>
                  </a:lnTo>
                  <a:close/>
                </a:path>
                <a:path w="332739" h="328930">
                  <a:moveTo>
                    <a:pt x="292100" y="41910"/>
                  </a:moveTo>
                  <a:lnTo>
                    <a:pt x="281940" y="41910"/>
                  </a:lnTo>
                  <a:lnTo>
                    <a:pt x="279400" y="44450"/>
                  </a:lnTo>
                  <a:lnTo>
                    <a:pt x="289560" y="44450"/>
                  </a:lnTo>
                  <a:lnTo>
                    <a:pt x="292100" y="41910"/>
                  </a:lnTo>
                  <a:close/>
                </a:path>
                <a:path w="332739" h="328930">
                  <a:moveTo>
                    <a:pt x="294639" y="39370"/>
                  </a:moveTo>
                  <a:lnTo>
                    <a:pt x="284480" y="39370"/>
                  </a:lnTo>
                  <a:lnTo>
                    <a:pt x="283210" y="40639"/>
                  </a:lnTo>
                  <a:lnTo>
                    <a:pt x="293370" y="40639"/>
                  </a:lnTo>
                  <a:lnTo>
                    <a:pt x="294639" y="39370"/>
                  </a:lnTo>
                  <a:close/>
                </a:path>
                <a:path w="332739" h="328930">
                  <a:moveTo>
                    <a:pt x="298450" y="35560"/>
                  </a:moveTo>
                  <a:lnTo>
                    <a:pt x="288290" y="35560"/>
                  </a:lnTo>
                  <a:lnTo>
                    <a:pt x="285750" y="38100"/>
                  </a:lnTo>
                  <a:lnTo>
                    <a:pt x="295910" y="38100"/>
                  </a:lnTo>
                  <a:lnTo>
                    <a:pt x="298450" y="35560"/>
                  </a:lnTo>
                  <a:close/>
                </a:path>
                <a:path w="332739" h="328930">
                  <a:moveTo>
                    <a:pt x="300989" y="33020"/>
                  </a:moveTo>
                  <a:lnTo>
                    <a:pt x="290830" y="33020"/>
                  </a:lnTo>
                  <a:lnTo>
                    <a:pt x="289560" y="34289"/>
                  </a:lnTo>
                  <a:lnTo>
                    <a:pt x="299720" y="34289"/>
                  </a:lnTo>
                  <a:lnTo>
                    <a:pt x="300989" y="33020"/>
                  </a:lnTo>
                  <a:close/>
                </a:path>
                <a:path w="332739" h="328930">
                  <a:moveTo>
                    <a:pt x="304800" y="29210"/>
                  </a:moveTo>
                  <a:lnTo>
                    <a:pt x="294640" y="29210"/>
                  </a:lnTo>
                  <a:lnTo>
                    <a:pt x="292100" y="31750"/>
                  </a:lnTo>
                  <a:lnTo>
                    <a:pt x="302260" y="31750"/>
                  </a:lnTo>
                  <a:lnTo>
                    <a:pt x="304800" y="29210"/>
                  </a:lnTo>
                  <a:close/>
                </a:path>
                <a:path w="332739" h="328930">
                  <a:moveTo>
                    <a:pt x="307339" y="26670"/>
                  </a:moveTo>
                  <a:lnTo>
                    <a:pt x="297180" y="26670"/>
                  </a:lnTo>
                  <a:lnTo>
                    <a:pt x="295910" y="27939"/>
                  </a:lnTo>
                  <a:lnTo>
                    <a:pt x="306070" y="27939"/>
                  </a:lnTo>
                  <a:lnTo>
                    <a:pt x="307339" y="26670"/>
                  </a:lnTo>
                  <a:close/>
                </a:path>
                <a:path w="332739" h="328930">
                  <a:moveTo>
                    <a:pt x="311150" y="22860"/>
                  </a:moveTo>
                  <a:lnTo>
                    <a:pt x="300990" y="22860"/>
                  </a:lnTo>
                  <a:lnTo>
                    <a:pt x="298450" y="25400"/>
                  </a:lnTo>
                  <a:lnTo>
                    <a:pt x="308610" y="25400"/>
                  </a:lnTo>
                  <a:lnTo>
                    <a:pt x="311150" y="22860"/>
                  </a:lnTo>
                  <a:close/>
                </a:path>
                <a:path w="332739" h="328930">
                  <a:moveTo>
                    <a:pt x="313689" y="20320"/>
                  </a:moveTo>
                  <a:lnTo>
                    <a:pt x="303530" y="20320"/>
                  </a:lnTo>
                  <a:lnTo>
                    <a:pt x="302260" y="21589"/>
                  </a:lnTo>
                  <a:lnTo>
                    <a:pt x="312420" y="21589"/>
                  </a:lnTo>
                  <a:lnTo>
                    <a:pt x="313689" y="20320"/>
                  </a:lnTo>
                  <a:close/>
                </a:path>
                <a:path w="332739" h="328930">
                  <a:moveTo>
                    <a:pt x="317500" y="16510"/>
                  </a:moveTo>
                  <a:lnTo>
                    <a:pt x="307340" y="16510"/>
                  </a:lnTo>
                  <a:lnTo>
                    <a:pt x="304800" y="19050"/>
                  </a:lnTo>
                  <a:lnTo>
                    <a:pt x="314960" y="19050"/>
                  </a:lnTo>
                  <a:lnTo>
                    <a:pt x="317500" y="16510"/>
                  </a:lnTo>
                  <a:close/>
                </a:path>
                <a:path w="332739" h="328930">
                  <a:moveTo>
                    <a:pt x="320039" y="13970"/>
                  </a:moveTo>
                  <a:lnTo>
                    <a:pt x="309880" y="13970"/>
                  </a:lnTo>
                  <a:lnTo>
                    <a:pt x="308610" y="15239"/>
                  </a:lnTo>
                  <a:lnTo>
                    <a:pt x="318770" y="15239"/>
                  </a:lnTo>
                  <a:lnTo>
                    <a:pt x="320039" y="13970"/>
                  </a:lnTo>
                  <a:close/>
                </a:path>
                <a:path w="332739" h="328930">
                  <a:moveTo>
                    <a:pt x="323850" y="10160"/>
                  </a:moveTo>
                  <a:lnTo>
                    <a:pt x="313690" y="10160"/>
                  </a:lnTo>
                  <a:lnTo>
                    <a:pt x="311150" y="12700"/>
                  </a:lnTo>
                  <a:lnTo>
                    <a:pt x="321310" y="12700"/>
                  </a:lnTo>
                  <a:lnTo>
                    <a:pt x="323850" y="10160"/>
                  </a:lnTo>
                  <a:close/>
                </a:path>
                <a:path w="332739" h="328930">
                  <a:moveTo>
                    <a:pt x="326389" y="7620"/>
                  </a:moveTo>
                  <a:lnTo>
                    <a:pt x="316230" y="7620"/>
                  </a:lnTo>
                  <a:lnTo>
                    <a:pt x="314960" y="8889"/>
                  </a:lnTo>
                  <a:lnTo>
                    <a:pt x="325120" y="8889"/>
                  </a:lnTo>
                  <a:lnTo>
                    <a:pt x="326389" y="7620"/>
                  </a:lnTo>
                  <a:close/>
                </a:path>
                <a:path w="332739" h="328930">
                  <a:moveTo>
                    <a:pt x="330200" y="3810"/>
                  </a:moveTo>
                  <a:lnTo>
                    <a:pt x="320040" y="3810"/>
                  </a:lnTo>
                  <a:lnTo>
                    <a:pt x="317500" y="6350"/>
                  </a:lnTo>
                  <a:lnTo>
                    <a:pt x="327660" y="6350"/>
                  </a:lnTo>
                  <a:lnTo>
                    <a:pt x="330200" y="3810"/>
                  </a:lnTo>
                  <a:close/>
                </a:path>
                <a:path w="332739" h="328930">
                  <a:moveTo>
                    <a:pt x="330200" y="0"/>
                  </a:moveTo>
                  <a:lnTo>
                    <a:pt x="323850" y="0"/>
                  </a:lnTo>
                  <a:lnTo>
                    <a:pt x="323850" y="2539"/>
                  </a:lnTo>
                  <a:lnTo>
                    <a:pt x="331470" y="2539"/>
                  </a:lnTo>
                  <a:lnTo>
                    <a:pt x="332739" y="1270"/>
                  </a:lnTo>
                  <a:lnTo>
                    <a:pt x="330200" y="1270"/>
                  </a:lnTo>
                  <a:lnTo>
                    <a:pt x="330200" y="0"/>
                  </a:lnTo>
                  <a:close/>
                </a:path>
                <a:path w="332739" h="328930">
                  <a:moveTo>
                    <a:pt x="139699" y="194310"/>
                  </a:moveTo>
                  <a:lnTo>
                    <a:pt x="129539" y="194310"/>
                  </a:lnTo>
                  <a:lnTo>
                    <a:pt x="104140" y="219710"/>
                  </a:lnTo>
                  <a:lnTo>
                    <a:pt x="114300" y="219710"/>
                  </a:lnTo>
                  <a:lnTo>
                    <a:pt x="139699" y="194310"/>
                  </a:lnTo>
                  <a:close/>
                </a:path>
                <a:path w="332739" h="328930">
                  <a:moveTo>
                    <a:pt x="114299" y="219710"/>
                  </a:moveTo>
                  <a:lnTo>
                    <a:pt x="104139" y="219710"/>
                  </a:lnTo>
                  <a:lnTo>
                    <a:pt x="53340" y="270510"/>
                  </a:lnTo>
                  <a:lnTo>
                    <a:pt x="63500" y="270510"/>
                  </a:lnTo>
                  <a:lnTo>
                    <a:pt x="114299" y="219710"/>
                  </a:lnTo>
                  <a:close/>
                </a:path>
                <a:path w="332739" h="328930">
                  <a:moveTo>
                    <a:pt x="8889" y="325120"/>
                  </a:moveTo>
                  <a:lnTo>
                    <a:pt x="2539" y="325120"/>
                  </a:lnTo>
                  <a:lnTo>
                    <a:pt x="2539" y="327660"/>
                  </a:lnTo>
                  <a:lnTo>
                    <a:pt x="3809" y="327660"/>
                  </a:lnTo>
                  <a:lnTo>
                    <a:pt x="3809" y="328930"/>
                  </a:lnTo>
                  <a:lnTo>
                    <a:pt x="5079" y="328930"/>
                  </a:lnTo>
                  <a:lnTo>
                    <a:pt x="8889" y="325120"/>
                  </a:lnTo>
                  <a:close/>
                </a:path>
                <a:path w="332739" h="328930">
                  <a:moveTo>
                    <a:pt x="12700" y="321310"/>
                  </a:moveTo>
                  <a:lnTo>
                    <a:pt x="2540" y="321310"/>
                  </a:lnTo>
                  <a:lnTo>
                    <a:pt x="0" y="323850"/>
                  </a:lnTo>
                  <a:lnTo>
                    <a:pt x="0" y="325120"/>
                  </a:lnTo>
                  <a:lnTo>
                    <a:pt x="1269" y="325120"/>
                  </a:lnTo>
                  <a:lnTo>
                    <a:pt x="1269" y="323850"/>
                  </a:lnTo>
                  <a:lnTo>
                    <a:pt x="10159" y="323850"/>
                  </a:lnTo>
                  <a:lnTo>
                    <a:pt x="12700" y="321310"/>
                  </a:lnTo>
                  <a:close/>
                </a:path>
                <a:path w="332739" h="328930">
                  <a:moveTo>
                    <a:pt x="15239" y="318770"/>
                  </a:moveTo>
                  <a:lnTo>
                    <a:pt x="5080" y="318770"/>
                  </a:lnTo>
                  <a:lnTo>
                    <a:pt x="3810" y="320040"/>
                  </a:lnTo>
                  <a:lnTo>
                    <a:pt x="13969" y="320040"/>
                  </a:lnTo>
                  <a:lnTo>
                    <a:pt x="15239" y="318770"/>
                  </a:lnTo>
                  <a:close/>
                </a:path>
                <a:path w="332739" h="328930">
                  <a:moveTo>
                    <a:pt x="19050" y="314960"/>
                  </a:moveTo>
                  <a:lnTo>
                    <a:pt x="8890" y="314960"/>
                  </a:lnTo>
                  <a:lnTo>
                    <a:pt x="6350" y="317500"/>
                  </a:lnTo>
                  <a:lnTo>
                    <a:pt x="16509" y="317500"/>
                  </a:lnTo>
                  <a:lnTo>
                    <a:pt x="19050" y="314960"/>
                  </a:lnTo>
                  <a:close/>
                </a:path>
                <a:path w="332739" h="328930">
                  <a:moveTo>
                    <a:pt x="31750" y="302260"/>
                  </a:moveTo>
                  <a:lnTo>
                    <a:pt x="21590" y="302260"/>
                  </a:lnTo>
                  <a:lnTo>
                    <a:pt x="10160" y="313690"/>
                  </a:lnTo>
                  <a:lnTo>
                    <a:pt x="20319" y="313690"/>
                  </a:lnTo>
                  <a:lnTo>
                    <a:pt x="31750" y="302260"/>
                  </a:lnTo>
                  <a:close/>
                </a:path>
                <a:path w="332739" h="328930">
                  <a:moveTo>
                    <a:pt x="40639" y="293370"/>
                  </a:moveTo>
                  <a:lnTo>
                    <a:pt x="30480" y="293370"/>
                  </a:lnTo>
                  <a:lnTo>
                    <a:pt x="22860" y="300990"/>
                  </a:lnTo>
                  <a:lnTo>
                    <a:pt x="33019" y="300990"/>
                  </a:lnTo>
                  <a:lnTo>
                    <a:pt x="40639" y="293370"/>
                  </a:lnTo>
                  <a:close/>
                </a:path>
                <a:path w="332739" h="328930">
                  <a:moveTo>
                    <a:pt x="57150" y="276860"/>
                  </a:moveTo>
                  <a:lnTo>
                    <a:pt x="46990" y="276860"/>
                  </a:lnTo>
                  <a:lnTo>
                    <a:pt x="31750" y="292100"/>
                  </a:lnTo>
                  <a:lnTo>
                    <a:pt x="41909" y="292100"/>
                  </a:lnTo>
                  <a:lnTo>
                    <a:pt x="57150" y="276860"/>
                  </a:lnTo>
                  <a:close/>
                </a:path>
                <a:path w="332739" h="328930">
                  <a:moveTo>
                    <a:pt x="62229" y="271780"/>
                  </a:moveTo>
                  <a:lnTo>
                    <a:pt x="52070" y="271780"/>
                  </a:lnTo>
                  <a:lnTo>
                    <a:pt x="48260" y="275590"/>
                  </a:lnTo>
                  <a:lnTo>
                    <a:pt x="58419" y="275590"/>
                  </a:lnTo>
                  <a:lnTo>
                    <a:pt x="62229" y="271780"/>
                  </a:lnTo>
                  <a:close/>
                </a:path>
              </a:pathLst>
            </a:custGeom>
            <a:solidFill>
              <a:srgbClr val="6259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07">
              <a:extLst>
                <a:ext uri="{FF2B5EF4-FFF2-40B4-BE49-F238E27FC236}">
                  <a16:creationId xmlns:a16="http://schemas.microsoft.com/office/drawing/2014/main" id="{8DF3B81D-D869-36E1-0E52-B7D411356D62}"/>
                </a:ext>
              </a:extLst>
            </p:cNvPr>
            <p:cNvSpPr/>
            <p:nvPr/>
          </p:nvSpPr>
          <p:spPr>
            <a:xfrm>
              <a:off x="2447290" y="2583180"/>
              <a:ext cx="342265" cy="339090"/>
            </a:xfrm>
            <a:custGeom>
              <a:avLst/>
              <a:gdLst/>
              <a:ahLst/>
              <a:cxnLst/>
              <a:rect l="l" t="t" r="r" b="b"/>
              <a:pathLst>
                <a:path w="342264" h="339089">
                  <a:moveTo>
                    <a:pt x="151980" y="190500"/>
                  </a:moveTo>
                  <a:lnTo>
                    <a:pt x="140970" y="190500"/>
                  </a:lnTo>
                  <a:lnTo>
                    <a:pt x="134620" y="196850"/>
                  </a:lnTo>
                  <a:lnTo>
                    <a:pt x="145641" y="196850"/>
                  </a:lnTo>
                  <a:lnTo>
                    <a:pt x="151980" y="190500"/>
                  </a:lnTo>
                  <a:close/>
                </a:path>
                <a:path w="342264" h="339089">
                  <a:moveTo>
                    <a:pt x="154515" y="187960"/>
                  </a:moveTo>
                  <a:lnTo>
                    <a:pt x="143510" y="187960"/>
                  </a:lnTo>
                  <a:lnTo>
                    <a:pt x="142240" y="189229"/>
                  </a:lnTo>
                  <a:lnTo>
                    <a:pt x="153248" y="189229"/>
                  </a:lnTo>
                  <a:lnTo>
                    <a:pt x="154515" y="187960"/>
                  </a:lnTo>
                  <a:close/>
                </a:path>
                <a:path w="342264" h="339089">
                  <a:moveTo>
                    <a:pt x="158319" y="184150"/>
                  </a:moveTo>
                  <a:lnTo>
                    <a:pt x="147320" y="184150"/>
                  </a:lnTo>
                  <a:lnTo>
                    <a:pt x="144780" y="186689"/>
                  </a:lnTo>
                  <a:lnTo>
                    <a:pt x="155783" y="186689"/>
                  </a:lnTo>
                  <a:lnTo>
                    <a:pt x="158319" y="184150"/>
                  </a:lnTo>
                  <a:close/>
                </a:path>
                <a:path w="342264" h="339089">
                  <a:moveTo>
                    <a:pt x="160855" y="181610"/>
                  </a:moveTo>
                  <a:lnTo>
                    <a:pt x="149860" y="181610"/>
                  </a:lnTo>
                  <a:lnTo>
                    <a:pt x="148590" y="182879"/>
                  </a:lnTo>
                  <a:lnTo>
                    <a:pt x="159587" y="182879"/>
                  </a:lnTo>
                  <a:lnTo>
                    <a:pt x="160855" y="181610"/>
                  </a:lnTo>
                  <a:close/>
                </a:path>
                <a:path w="342264" h="339089">
                  <a:moveTo>
                    <a:pt x="164658" y="177800"/>
                  </a:moveTo>
                  <a:lnTo>
                    <a:pt x="153670" y="177800"/>
                  </a:lnTo>
                  <a:lnTo>
                    <a:pt x="151130" y="180339"/>
                  </a:lnTo>
                  <a:lnTo>
                    <a:pt x="162123" y="180339"/>
                  </a:lnTo>
                  <a:lnTo>
                    <a:pt x="164658" y="177800"/>
                  </a:lnTo>
                  <a:close/>
                </a:path>
                <a:path w="342264" h="339089">
                  <a:moveTo>
                    <a:pt x="167194" y="175260"/>
                  </a:moveTo>
                  <a:lnTo>
                    <a:pt x="156210" y="175260"/>
                  </a:lnTo>
                  <a:lnTo>
                    <a:pt x="154940" y="176529"/>
                  </a:lnTo>
                  <a:lnTo>
                    <a:pt x="165926" y="176529"/>
                  </a:lnTo>
                  <a:lnTo>
                    <a:pt x="167194" y="175260"/>
                  </a:lnTo>
                  <a:close/>
                </a:path>
                <a:path w="342264" h="339089">
                  <a:moveTo>
                    <a:pt x="179872" y="162560"/>
                  </a:moveTo>
                  <a:lnTo>
                    <a:pt x="168910" y="162560"/>
                  </a:lnTo>
                  <a:lnTo>
                    <a:pt x="157480" y="173989"/>
                  </a:lnTo>
                  <a:lnTo>
                    <a:pt x="168462" y="173989"/>
                  </a:lnTo>
                  <a:lnTo>
                    <a:pt x="179872" y="162560"/>
                  </a:lnTo>
                  <a:close/>
                </a:path>
                <a:path w="342264" h="339089">
                  <a:moveTo>
                    <a:pt x="192551" y="149860"/>
                  </a:moveTo>
                  <a:lnTo>
                    <a:pt x="181610" y="149860"/>
                  </a:lnTo>
                  <a:lnTo>
                    <a:pt x="170180" y="161289"/>
                  </a:lnTo>
                  <a:lnTo>
                    <a:pt x="181140" y="161289"/>
                  </a:lnTo>
                  <a:lnTo>
                    <a:pt x="192551" y="149860"/>
                  </a:lnTo>
                  <a:close/>
                </a:path>
                <a:path w="342264" h="339089">
                  <a:moveTo>
                    <a:pt x="196354" y="146050"/>
                  </a:moveTo>
                  <a:lnTo>
                    <a:pt x="185420" y="146050"/>
                  </a:lnTo>
                  <a:lnTo>
                    <a:pt x="182880" y="148589"/>
                  </a:lnTo>
                  <a:lnTo>
                    <a:pt x="193819" y="148589"/>
                  </a:lnTo>
                  <a:lnTo>
                    <a:pt x="196354" y="146050"/>
                  </a:lnTo>
                  <a:close/>
                </a:path>
                <a:path w="342264" h="339089">
                  <a:moveTo>
                    <a:pt x="198890" y="143510"/>
                  </a:moveTo>
                  <a:lnTo>
                    <a:pt x="187960" y="143510"/>
                  </a:lnTo>
                  <a:lnTo>
                    <a:pt x="186690" y="144779"/>
                  </a:lnTo>
                  <a:lnTo>
                    <a:pt x="197622" y="144779"/>
                  </a:lnTo>
                  <a:lnTo>
                    <a:pt x="198890" y="143510"/>
                  </a:lnTo>
                  <a:close/>
                </a:path>
                <a:path w="342264" h="339089">
                  <a:moveTo>
                    <a:pt x="202694" y="139700"/>
                  </a:moveTo>
                  <a:lnTo>
                    <a:pt x="191770" y="139700"/>
                  </a:lnTo>
                  <a:lnTo>
                    <a:pt x="189230" y="142239"/>
                  </a:lnTo>
                  <a:lnTo>
                    <a:pt x="200158" y="142239"/>
                  </a:lnTo>
                  <a:lnTo>
                    <a:pt x="202694" y="139700"/>
                  </a:lnTo>
                  <a:close/>
                </a:path>
                <a:path w="342264" h="339089">
                  <a:moveTo>
                    <a:pt x="205229" y="137160"/>
                  </a:moveTo>
                  <a:lnTo>
                    <a:pt x="194310" y="137160"/>
                  </a:lnTo>
                  <a:lnTo>
                    <a:pt x="193040" y="138429"/>
                  </a:lnTo>
                  <a:lnTo>
                    <a:pt x="203962" y="138429"/>
                  </a:lnTo>
                  <a:lnTo>
                    <a:pt x="205229" y="137160"/>
                  </a:lnTo>
                  <a:close/>
                </a:path>
                <a:path w="342264" h="339089">
                  <a:moveTo>
                    <a:pt x="209033" y="133350"/>
                  </a:moveTo>
                  <a:lnTo>
                    <a:pt x="198120" y="133350"/>
                  </a:lnTo>
                  <a:lnTo>
                    <a:pt x="195580" y="135889"/>
                  </a:lnTo>
                  <a:lnTo>
                    <a:pt x="206497" y="135889"/>
                  </a:lnTo>
                  <a:lnTo>
                    <a:pt x="209033" y="133350"/>
                  </a:lnTo>
                  <a:close/>
                </a:path>
                <a:path w="342264" h="339089">
                  <a:moveTo>
                    <a:pt x="211569" y="130810"/>
                  </a:moveTo>
                  <a:lnTo>
                    <a:pt x="200660" y="130810"/>
                  </a:lnTo>
                  <a:lnTo>
                    <a:pt x="199390" y="132079"/>
                  </a:lnTo>
                  <a:lnTo>
                    <a:pt x="210301" y="132079"/>
                  </a:lnTo>
                  <a:lnTo>
                    <a:pt x="211569" y="130810"/>
                  </a:lnTo>
                  <a:close/>
                </a:path>
                <a:path w="342264" h="339089">
                  <a:moveTo>
                    <a:pt x="215372" y="127000"/>
                  </a:moveTo>
                  <a:lnTo>
                    <a:pt x="204470" y="127000"/>
                  </a:lnTo>
                  <a:lnTo>
                    <a:pt x="201930" y="129539"/>
                  </a:lnTo>
                  <a:lnTo>
                    <a:pt x="212836" y="129539"/>
                  </a:lnTo>
                  <a:lnTo>
                    <a:pt x="215372" y="127000"/>
                  </a:lnTo>
                  <a:close/>
                </a:path>
                <a:path w="342264" h="339089">
                  <a:moveTo>
                    <a:pt x="217908" y="124460"/>
                  </a:moveTo>
                  <a:lnTo>
                    <a:pt x="207010" y="124460"/>
                  </a:lnTo>
                  <a:lnTo>
                    <a:pt x="205740" y="125729"/>
                  </a:lnTo>
                  <a:lnTo>
                    <a:pt x="216640" y="125729"/>
                  </a:lnTo>
                  <a:lnTo>
                    <a:pt x="217908" y="124460"/>
                  </a:lnTo>
                  <a:close/>
                </a:path>
                <a:path w="342264" h="339089">
                  <a:moveTo>
                    <a:pt x="221711" y="120650"/>
                  </a:moveTo>
                  <a:lnTo>
                    <a:pt x="210820" y="120650"/>
                  </a:lnTo>
                  <a:lnTo>
                    <a:pt x="208280" y="123189"/>
                  </a:lnTo>
                  <a:lnTo>
                    <a:pt x="219176" y="123189"/>
                  </a:lnTo>
                  <a:lnTo>
                    <a:pt x="221711" y="120650"/>
                  </a:lnTo>
                  <a:close/>
                </a:path>
                <a:path w="342264" h="339089">
                  <a:moveTo>
                    <a:pt x="224247" y="118110"/>
                  </a:moveTo>
                  <a:lnTo>
                    <a:pt x="213360" y="118110"/>
                  </a:lnTo>
                  <a:lnTo>
                    <a:pt x="212090" y="119379"/>
                  </a:lnTo>
                  <a:lnTo>
                    <a:pt x="222979" y="119379"/>
                  </a:lnTo>
                  <a:lnTo>
                    <a:pt x="224247" y="118110"/>
                  </a:lnTo>
                  <a:close/>
                </a:path>
                <a:path w="342264" h="339089">
                  <a:moveTo>
                    <a:pt x="228051" y="114300"/>
                  </a:moveTo>
                  <a:lnTo>
                    <a:pt x="217170" y="114300"/>
                  </a:lnTo>
                  <a:lnTo>
                    <a:pt x="214630" y="116839"/>
                  </a:lnTo>
                  <a:lnTo>
                    <a:pt x="225515" y="116839"/>
                  </a:lnTo>
                  <a:lnTo>
                    <a:pt x="228051" y="114300"/>
                  </a:lnTo>
                  <a:close/>
                </a:path>
                <a:path w="342264" h="339089">
                  <a:moveTo>
                    <a:pt x="230586" y="111760"/>
                  </a:moveTo>
                  <a:lnTo>
                    <a:pt x="219710" y="111760"/>
                  </a:lnTo>
                  <a:lnTo>
                    <a:pt x="218440" y="113029"/>
                  </a:lnTo>
                  <a:lnTo>
                    <a:pt x="229318" y="113029"/>
                  </a:lnTo>
                  <a:lnTo>
                    <a:pt x="230586" y="111760"/>
                  </a:lnTo>
                  <a:close/>
                </a:path>
                <a:path w="342264" h="339089">
                  <a:moveTo>
                    <a:pt x="234390" y="107950"/>
                  </a:moveTo>
                  <a:lnTo>
                    <a:pt x="223520" y="107950"/>
                  </a:lnTo>
                  <a:lnTo>
                    <a:pt x="220980" y="110489"/>
                  </a:lnTo>
                  <a:lnTo>
                    <a:pt x="231854" y="110489"/>
                  </a:lnTo>
                  <a:lnTo>
                    <a:pt x="234390" y="107950"/>
                  </a:lnTo>
                  <a:close/>
                </a:path>
                <a:path w="342264" h="339089">
                  <a:moveTo>
                    <a:pt x="236926" y="105410"/>
                  </a:moveTo>
                  <a:lnTo>
                    <a:pt x="226060" y="105410"/>
                  </a:lnTo>
                  <a:lnTo>
                    <a:pt x="224790" y="106679"/>
                  </a:lnTo>
                  <a:lnTo>
                    <a:pt x="235658" y="106679"/>
                  </a:lnTo>
                  <a:lnTo>
                    <a:pt x="236926" y="105410"/>
                  </a:lnTo>
                  <a:close/>
                </a:path>
                <a:path w="342264" h="339089">
                  <a:moveTo>
                    <a:pt x="240729" y="101600"/>
                  </a:moveTo>
                  <a:lnTo>
                    <a:pt x="229870" y="101600"/>
                  </a:lnTo>
                  <a:lnTo>
                    <a:pt x="227330" y="104139"/>
                  </a:lnTo>
                  <a:lnTo>
                    <a:pt x="238193" y="104139"/>
                  </a:lnTo>
                  <a:lnTo>
                    <a:pt x="240729" y="101600"/>
                  </a:lnTo>
                  <a:close/>
                </a:path>
                <a:path w="342264" h="339089">
                  <a:moveTo>
                    <a:pt x="243265" y="99060"/>
                  </a:moveTo>
                  <a:lnTo>
                    <a:pt x="232410" y="99060"/>
                  </a:lnTo>
                  <a:lnTo>
                    <a:pt x="231140" y="100329"/>
                  </a:lnTo>
                  <a:lnTo>
                    <a:pt x="241997" y="100329"/>
                  </a:lnTo>
                  <a:lnTo>
                    <a:pt x="243265" y="99060"/>
                  </a:lnTo>
                  <a:close/>
                </a:path>
                <a:path w="342264" h="339089">
                  <a:moveTo>
                    <a:pt x="247068" y="95250"/>
                  </a:moveTo>
                  <a:lnTo>
                    <a:pt x="236220" y="95250"/>
                  </a:lnTo>
                  <a:lnTo>
                    <a:pt x="233680" y="97789"/>
                  </a:lnTo>
                  <a:lnTo>
                    <a:pt x="244533" y="97789"/>
                  </a:lnTo>
                  <a:lnTo>
                    <a:pt x="247068" y="95250"/>
                  </a:lnTo>
                  <a:close/>
                </a:path>
                <a:path w="342264" h="339089">
                  <a:moveTo>
                    <a:pt x="249604" y="92710"/>
                  </a:moveTo>
                  <a:lnTo>
                    <a:pt x="238760" y="92710"/>
                  </a:lnTo>
                  <a:lnTo>
                    <a:pt x="237490" y="93979"/>
                  </a:lnTo>
                  <a:lnTo>
                    <a:pt x="248336" y="93979"/>
                  </a:lnTo>
                  <a:lnTo>
                    <a:pt x="249604" y="92710"/>
                  </a:lnTo>
                  <a:close/>
                </a:path>
                <a:path w="342264" h="339089">
                  <a:moveTo>
                    <a:pt x="253408" y="88900"/>
                  </a:moveTo>
                  <a:lnTo>
                    <a:pt x="242570" y="88900"/>
                  </a:lnTo>
                  <a:lnTo>
                    <a:pt x="240030" y="91439"/>
                  </a:lnTo>
                  <a:lnTo>
                    <a:pt x="250872" y="91439"/>
                  </a:lnTo>
                  <a:lnTo>
                    <a:pt x="253408" y="88900"/>
                  </a:lnTo>
                  <a:close/>
                </a:path>
                <a:path w="342264" h="339089">
                  <a:moveTo>
                    <a:pt x="255943" y="86360"/>
                  </a:moveTo>
                  <a:lnTo>
                    <a:pt x="245110" y="86360"/>
                  </a:lnTo>
                  <a:lnTo>
                    <a:pt x="243840" y="87629"/>
                  </a:lnTo>
                  <a:lnTo>
                    <a:pt x="254675" y="87629"/>
                  </a:lnTo>
                  <a:lnTo>
                    <a:pt x="255943" y="86360"/>
                  </a:lnTo>
                  <a:close/>
                </a:path>
                <a:path w="342264" h="339089">
                  <a:moveTo>
                    <a:pt x="259747" y="82550"/>
                  </a:moveTo>
                  <a:lnTo>
                    <a:pt x="248920" y="82550"/>
                  </a:lnTo>
                  <a:lnTo>
                    <a:pt x="246380" y="85089"/>
                  </a:lnTo>
                  <a:lnTo>
                    <a:pt x="257211" y="85089"/>
                  </a:lnTo>
                  <a:lnTo>
                    <a:pt x="259747" y="82550"/>
                  </a:lnTo>
                  <a:close/>
                </a:path>
                <a:path w="342264" h="339089">
                  <a:moveTo>
                    <a:pt x="262282" y="80010"/>
                  </a:moveTo>
                  <a:lnTo>
                    <a:pt x="251460" y="80010"/>
                  </a:lnTo>
                  <a:lnTo>
                    <a:pt x="250190" y="81279"/>
                  </a:lnTo>
                  <a:lnTo>
                    <a:pt x="261015" y="81279"/>
                  </a:lnTo>
                  <a:lnTo>
                    <a:pt x="262282" y="80010"/>
                  </a:lnTo>
                  <a:close/>
                </a:path>
                <a:path w="342264" h="339089">
                  <a:moveTo>
                    <a:pt x="266086" y="76200"/>
                  </a:moveTo>
                  <a:lnTo>
                    <a:pt x="255270" y="76200"/>
                  </a:lnTo>
                  <a:lnTo>
                    <a:pt x="252730" y="78739"/>
                  </a:lnTo>
                  <a:lnTo>
                    <a:pt x="263550" y="78739"/>
                  </a:lnTo>
                  <a:lnTo>
                    <a:pt x="266086" y="76200"/>
                  </a:lnTo>
                  <a:close/>
                </a:path>
                <a:path w="342264" h="339089">
                  <a:moveTo>
                    <a:pt x="268622" y="73660"/>
                  </a:moveTo>
                  <a:lnTo>
                    <a:pt x="257810" y="73660"/>
                  </a:lnTo>
                  <a:lnTo>
                    <a:pt x="256540" y="74929"/>
                  </a:lnTo>
                  <a:lnTo>
                    <a:pt x="267354" y="74929"/>
                  </a:lnTo>
                  <a:lnTo>
                    <a:pt x="268622" y="73660"/>
                  </a:lnTo>
                  <a:close/>
                </a:path>
                <a:path w="342264" h="339089">
                  <a:moveTo>
                    <a:pt x="272425" y="69850"/>
                  </a:moveTo>
                  <a:lnTo>
                    <a:pt x="261620" y="69850"/>
                  </a:lnTo>
                  <a:lnTo>
                    <a:pt x="259080" y="72389"/>
                  </a:lnTo>
                  <a:lnTo>
                    <a:pt x="269890" y="72389"/>
                  </a:lnTo>
                  <a:lnTo>
                    <a:pt x="272425" y="69850"/>
                  </a:lnTo>
                  <a:close/>
                </a:path>
                <a:path w="342264" h="339089">
                  <a:moveTo>
                    <a:pt x="274961" y="67310"/>
                  </a:moveTo>
                  <a:lnTo>
                    <a:pt x="264160" y="67310"/>
                  </a:lnTo>
                  <a:lnTo>
                    <a:pt x="262890" y="68579"/>
                  </a:lnTo>
                  <a:lnTo>
                    <a:pt x="273693" y="68579"/>
                  </a:lnTo>
                  <a:lnTo>
                    <a:pt x="274961" y="67310"/>
                  </a:lnTo>
                  <a:close/>
                </a:path>
                <a:path w="342264" h="339089">
                  <a:moveTo>
                    <a:pt x="278764" y="63500"/>
                  </a:moveTo>
                  <a:lnTo>
                    <a:pt x="267970" y="63500"/>
                  </a:lnTo>
                  <a:lnTo>
                    <a:pt x="265430" y="66039"/>
                  </a:lnTo>
                  <a:lnTo>
                    <a:pt x="276229" y="66039"/>
                  </a:lnTo>
                  <a:lnTo>
                    <a:pt x="278764" y="63500"/>
                  </a:lnTo>
                  <a:close/>
                </a:path>
                <a:path w="342264" h="339089">
                  <a:moveTo>
                    <a:pt x="281300" y="60960"/>
                  </a:moveTo>
                  <a:lnTo>
                    <a:pt x="270510" y="60960"/>
                  </a:lnTo>
                  <a:lnTo>
                    <a:pt x="269240" y="62229"/>
                  </a:lnTo>
                  <a:lnTo>
                    <a:pt x="280032" y="62229"/>
                  </a:lnTo>
                  <a:lnTo>
                    <a:pt x="281300" y="60960"/>
                  </a:lnTo>
                  <a:close/>
                </a:path>
                <a:path w="342264" h="339089">
                  <a:moveTo>
                    <a:pt x="285104" y="57150"/>
                  </a:moveTo>
                  <a:lnTo>
                    <a:pt x="274320" y="57150"/>
                  </a:lnTo>
                  <a:lnTo>
                    <a:pt x="271780" y="59689"/>
                  </a:lnTo>
                  <a:lnTo>
                    <a:pt x="282568" y="59689"/>
                  </a:lnTo>
                  <a:lnTo>
                    <a:pt x="285104" y="57150"/>
                  </a:lnTo>
                  <a:close/>
                </a:path>
                <a:path w="342264" h="339089">
                  <a:moveTo>
                    <a:pt x="287639" y="54610"/>
                  </a:moveTo>
                  <a:lnTo>
                    <a:pt x="276860" y="54610"/>
                  </a:lnTo>
                  <a:lnTo>
                    <a:pt x="275590" y="55879"/>
                  </a:lnTo>
                  <a:lnTo>
                    <a:pt x="286372" y="55879"/>
                  </a:lnTo>
                  <a:lnTo>
                    <a:pt x="287639" y="54610"/>
                  </a:lnTo>
                  <a:close/>
                </a:path>
                <a:path w="342264" h="339089">
                  <a:moveTo>
                    <a:pt x="291443" y="50800"/>
                  </a:moveTo>
                  <a:lnTo>
                    <a:pt x="280670" y="50800"/>
                  </a:lnTo>
                  <a:lnTo>
                    <a:pt x="278130" y="53339"/>
                  </a:lnTo>
                  <a:lnTo>
                    <a:pt x="288907" y="53339"/>
                  </a:lnTo>
                  <a:lnTo>
                    <a:pt x="291443" y="50800"/>
                  </a:lnTo>
                  <a:close/>
                </a:path>
                <a:path w="342264" h="339089">
                  <a:moveTo>
                    <a:pt x="293979" y="48260"/>
                  </a:moveTo>
                  <a:lnTo>
                    <a:pt x="283210" y="48260"/>
                  </a:lnTo>
                  <a:lnTo>
                    <a:pt x="281940" y="49529"/>
                  </a:lnTo>
                  <a:lnTo>
                    <a:pt x="292711" y="49529"/>
                  </a:lnTo>
                  <a:lnTo>
                    <a:pt x="293979" y="48260"/>
                  </a:lnTo>
                  <a:close/>
                </a:path>
                <a:path w="342264" h="339089">
                  <a:moveTo>
                    <a:pt x="297782" y="44450"/>
                  </a:moveTo>
                  <a:lnTo>
                    <a:pt x="287020" y="44450"/>
                  </a:lnTo>
                  <a:lnTo>
                    <a:pt x="284480" y="46989"/>
                  </a:lnTo>
                  <a:lnTo>
                    <a:pt x="295247" y="46989"/>
                  </a:lnTo>
                  <a:lnTo>
                    <a:pt x="297782" y="44450"/>
                  </a:lnTo>
                  <a:close/>
                </a:path>
                <a:path w="342264" h="339089">
                  <a:moveTo>
                    <a:pt x="300318" y="41910"/>
                  </a:moveTo>
                  <a:lnTo>
                    <a:pt x="289560" y="41910"/>
                  </a:lnTo>
                  <a:lnTo>
                    <a:pt x="288290" y="43179"/>
                  </a:lnTo>
                  <a:lnTo>
                    <a:pt x="299050" y="43179"/>
                  </a:lnTo>
                  <a:lnTo>
                    <a:pt x="300318" y="41910"/>
                  </a:lnTo>
                  <a:close/>
                </a:path>
                <a:path w="342264" h="339089">
                  <a:moveTo>
                    <a:pt x="304121" y="38100"/>
                  </a:moveTo>
                  <a:lnTo>
                    <a:pt x="293370" y="38100"/>
                  </a:lnTo>
                  <a:lnTo>
                    <a:pt x="290830" y="40639"/>
                  </a:lnTo>
                  <a:lnTo>
                    <a:pt x="301586" y="40639"/>
                  </a:lnTo>
                  <a:lnTo>
                    <a:pt x="304121" y="38100"/>
                  </a:lnTo>
                  <a:close/>
                </a:path>
                <a:path w="342264" h="339089">
                  <a:moveTo>
                    <a:pt x="306657" y="35560"/>
                  </a:moveTo>
                  <a:lnTo>
                    <a:pt x="295910" y="35560"/>
                  </a:lnTo>
                  <a:lnTo>
                    <a:pt x="294640" y="36829"/>
                  </a:lnTo>
                  <a:lnTo>
                    <a:pt x="305389" y="36829"/>
                  </a:lnTo>
                  <a:lnTo>
                    <a:pt x="306657" y="35560"/>
                  </a:lnTo>
                  <a:close/>
                </a:path>
                <a:path w="342264" h="339089">
                  <a:moveTo>
                    <a:pt x="310461" y="31750"/>
                  </a:moveTo>
                  <a:lnTo>
                    <a:pt x="299720" y="31750"/>
                  </a:lnTo>
                  <a:lnTo>
                    <a:pt x="297180" y="34289"/>
                  </a:lnTo>
                  <a:lnTo>
                    <a:pt x="307925" y="34289"/>
                  </a:lnTo>
                  <a:lnTo>
                    <a:pt x="310461" y="31750"/>
                  </a:lnTo>
                  <a:close/>
                </a:path>
                <a:path w="342264" h="339089">
                  <a:moveTo>
                    <a:pt x="312996" y="29210"/>
                  </a:moveTo>
                  <a:lnTo>
                    <a:pt x="302260" y="29210"/>
                  </a:lnTo>
                  <a:lnTo>
                    <a:pt x="300990" y="30479"/>
                  </a:lnTo>
                  <a:lnTo>
                    <a:pt x="311729" y="30479"/>
                  </a:lnTo>
                  <a:lnTo>
                    <a:pt x="312996" y="29210"/>
                  </a:lnTo>
                  <a:close/>
                </a:path>
                <a:path w="342264" h="339089">
                  <a:moveTo>
                    <a:pt x="316800" y="25400"/>
                  </a:moveTo>
                  <a:lnTo>
                    <a:pt x="306070" y="25400"/>
                  </a:lnTo>
                  <a:lnTo>
                    <a:pt x="303530" y="27939"/>
                  </a:lnTo>
                  <a:lnTo>
                    <a:pt x="314264" y="27939"/>
                  </a:lnTo>
                  <a:lnTo>
                    <a:pt x="316800" y="25400"/>
                  </a:lnTo>
                  <a:close/>
                </a:path>
                <a:path w="342264" h="339089">
                  <a:moveTo>
                    <a:pt x="319336" y="22860"/>
                  </a:moveTo>
                  <a:lnTo>
                    <a:pt x="308610" y="22860"/>
                  </a:lnTo>
                  <a:lnTo>
                    <a:pt x="307340" y="24129"/>
                  </a:lnTo>
                  <a:lnTo>
                    <a:pt x="318068" y="24129"/>
                  </a:lnTo>
                  <a:lnTo>
                    <a:pt x="319336" y="22860"/>
                  </a:lnTo>
                  <a:close/>
                </a:path>
                <a:path w="342264" h="339089">
                  <a:moveTo>
                    <a:pt x="323139" y="19050"/>
                  </a:moveTo>
                  <a:lnTo>
                    <a:pt x="312420" y="19050"/>
                  </a:lnTo>
                  <a:lnTo>
                    <a:pt x="309880" y="21589"/>
                  </a:lnTo>
                  <a:lnTo>
                    <a:pt x="320603" y="21589"/>
                  </a:lnTo>
                  <a:lnTo>
                    <a:pt x="323139" y="19050"/>
                  </a:lnTo>
                  <a:close/>
                </a:path>
                <a:path w="342264" h="339089">
                  <a:moveTo>
                    <a:pt x="325675" y="16510"/>
                  </a:moveTo>
                  <a:lnTo>
                    <a:pt x="314960" y="16510"/>
                  </a:lnTo>
                  <a:lnTo>
                    <a:pt x="313690" y="17779"/>
                  </a:lnTo>
                  <a:lnTo>
                    <a:pt x="324407" y="17779"/>
                  </a:lnTo>
                  <a:lnTo>
                    <a:pt x="325675" y="16510"/>
                  </a:lnTo>
                  <a:close/>
                </a:path>
                <a:path w="342264" h="339089">
                  <a:moveTo>
                    <a:pt x="329478" y="12700"/>
                  </a:moveTo>
                  <a:lnTo>
                    <a:pt x="318770" y="12700"/>
                  </a:lnTo>
                  <a:lnTo>
                    <a:pt x="316230" y="15239"/>
                  </a:lnTo>
                  <a:lnTo>
                    <a:pt x="326943" y="15239"/>
                  </a:lnTo>
                  <a:lnTo>
                    <a:pt x="329478" y="12700"/>
                  </a:lnTo>
                  <a:close/>
                </a:path>
                <a:path w="342264" h="339089">
                  <a:moveTo>
                    <a:pt x="332014" y="10160"/>
                  </a:moveTo>
                  <a:lnTo>
                    <a:pt x="321310" y="10160"/>
                  </a:lnTo>
                  <a:lnTo>
                    <a:pt x="320040" y="11429"/>
                  </a:lnTo>
                  <a:lnTo>
                    <a:pt x="330746" y="11429"/>
                  </a:lnTo>
                  <a:lnTo>
                    <a:pt x="332014" y="10160"/>
                  </a:lnTo>
                  <a:close/>
                </a:path>
                <a:path w="342264" h="339089">
                  <a:moveTo>
                    <a:pt x="335818" y="6350"/>
                  </a:moveTo>
                  <a:lnTo>
                    <a:pt x="325120" y="6350"/>
                  </a:lnTo>
                  <a:lnTo>
                    <a:pt x="322580" y="8889"/>
                  </a:lnTo>
                  <a:lnTo>
                    <a:pt x="333282" y="8889"/>
                  </a:lnTo>
                  <a:lnTo>
                    <a:pt x="335818" y="6350"/>
                  </a:lnTo>
                  <a:close/>
                </a:path>
                <a:path w="342264" h="339089">
                  <a:moveTo>
                    <a:pt x="338353" y="3810"/>
                  </a:moveTo>
                  <a:lnTo>
                    <a:pt x="327660" y="3810"/>
                  </a:lnTo>
                  <a:lnTo>
                    <a:pt x="326390" y="5079"/>
                  </a:lnTo>
                  <a:lnTo>
                    <a:pt x="337085" y="5079"/>
                  </a:lnTo>
                  <a:lnTo>
                    <a:pt x="338353" y="3810"/>
                  </a:lnTo>
                  <a:close/>
                </a:path>
                <a:path w="342264" h="339089">
                  <a:moveTo>
                    <a:pt x="342157" y="0"/>
                  </a:moveTo>
                  <a:lnTo>
                    <a:pt x="336550" y="0"/>
                  </a:lnTo>
                  <a:lnTo>
                    <a:pt x="336550" y="2539"/>
                  </a:lnTo>
                  <a:lnTo>
                    <a:pt x="339621" y="2539"/>
                  </a:lnTo>
                  <a:lnTo>
                    <a:pt x="342157" y="0"/>
                  </a:lnTo>
                  <a:close/>
                </a:path>
                <a:path w="342264" h="339089">
                  <a:moveTo>
                    <a:pt x="145641" y="196850"/>
                  </a:moveTo>
                  <a:lnTo>
                    <a:pt x="134619" y="196850"/>
                  </a:lnTo>
                  <a:lnTo>
                    <a:pt x="109220" y="222250"/>
                  </a:lnTo>
                  <a:lnTo>
                    <a:pt x="120284" y="222250"/>
                  </a:lnTo>
                  <a:lnTo>
                    <a:pt x="145641" y="196850"/>
                  </a:lnTo>
                  <a:close/>
                </a:path>
                <a:path w="342264" h="339089">
                  <a:moveTo>
                    <a:pt x="120284" y="222250"/>
                  </a:moveTo>
                  <a:lnTo>
                    <a:pt x="109219" y="222250"/>
                  </a:lnTo>
                  <a:lnTo>
                    <a:pt x="58420" y="273050"/>
                  </a:lnTo>
                  <a:lnTo>
                    <a:pt x="69570" y="273050"/>
                  </a:lnTo>
                  <a:lnTo>
                    <a:pt x="120284" y="222250"/>
                  </a:lnTo>
                  <a:close/>
                </a:path>
                <a:path w="342264" h="339089">
                  <a:moveTo>
                    <a:pt x="15052" y="327660"/>
                  </a:moveTo>
                  <a:lnTo>
                    <a:pt x="3810" y="327660"/>
                  </a:lnTo>
                  <a:lnTo>
                    <a:pt x="0" y="331470"/>
                  </a:lnTo>
                  <a:lnTo>
                    <a:pt x="0" y="334010"/>
                  </a:lnTo>
                  <a:lnTo>
                    <a:pt x="1270" y="334010"/>
                  </a:lnTo>
                  <a:lnTo>
                    <a:pt x="1270" y="336550"/>
                  </a:lnTo>
                  <a:lnTo>
                    <a:pt x="2540" y="336550"/>
                  </a:lnTo>
                  <a:lnTo>
                    <a:pt x="2540" y="337820"/>
                  </a:lnTo>
                  <a:lnTo>
                    <a:pt x="3810" y="337820"/>
                  </a:lnTo>
                  <a:lnTo>
                    <a:pt x="3810" y="338921"/>
                  </a:lnTo>
                  <a:lnTo>
                    <a:pt x="15052" y="327660"/>
                  </a:lnTo>
                  <a:close/>
                </a:path>
                <a:path w="342264" h="339089">
                  <a:moveTo>
                    <a:pt x="18856" y="323850"/>
                  </a:moveTo>
                  <a:lnTo>
                    <a:pt x="7620" y="323850"/>
                  </a:lnTo>
                  <a:lnTo>
                    <a:pt x="5079" y="326390"/>
                  </a:lnTo>
                  <a:lnTo>
                    <a:pt x="16320" y="326390"/>
                  </a:lnTo>
                  <a:lnTo>
                    <a:pt x="18856" y="323850"/>
                  </a:lnTo>
                  <a:close/>
                </a:path>
                <a:path w="342264" h="339089">
                  <a:moveTo>
                    <a:pt x="21391" y="321310"/>
                  </a:moveTo>
                  <a:lnTo>
                    <a:pt x="10160" y="321310"/>
                  </a:lnTo>
                  <a:lnTo>
                    <a:pt x="8889" y="322580"/>
                  </a:lnTo>
                  <a:lnTo>
                    <a:pt x="20124" y="322580"/>
                  </a:lnTo>
                  <a:lnTo>
                    <a:pt x="21391" y="321310"/>
                  </a:lnTo>
                  <a:close/>
                </a:path>
                <a:path w="342264" h="339089">
                  <a:moveTo>
                    <a:pt x="25195" y="317500"/>
                  </a:moveTo>
                  <a:lnTo>
                    <a:pt x="13970" y="317500"/>
                  </a:lnTo>
                  <a:lnTo>
                    <a:pt x="11429" y="320040"/>
                  </a:lnTo>
                  <a:lnTo>
                    <a:pt x="22659" y="320040"/>
                  </a:lnTo>
                  <a:lnTo>
                    <a:pt x="25195" y="317500"/>
                  </a:lnTo>
                  <a:close/>
                </a:path>
                <a:path w="342264" h="339089">
                  <a:moveTo>
                    <a:pt x="37873" y="304800"/>
                  </a:moveTo>
                  <a:lnTo>
                    <a:pt x="26670" y="304800"/>
                  </a:lnTo>
                  <a:lnTo>
                    <a:pt x="15239" y="316230"/>
                  </a:lnTo>
                  <a:lnTo>
                    <a:pt x="26463" y="316230"/>
                  </a:lnTo>
                  <a:lnTo>
                    <a:pt x="37873" y="304800"/>
                  </a:lnTo>
                  <a:close/>
                </a:path>
                <a:path w="342264" h="339089">
                  <a:moveTo>
                    <a:pt x="46748" y="295910"/>
                  </a:moveTo>
                  <a:lnTo>
                    <a:pt x="35560" y="295910"/>
                  </a:lnTo>
                  <a:lnTo>
                    <a:pt x="27939" y="303530"/>
                  </a:lnTo>
                  <a:lnTo>
                    <a:pt x="39141" y="303530"/>
                  </a:lnTo>
                  <a:lnTo>
                    <a:pt x="46748" y="295910"/>
                  </a:lnTo>
                  <a:close/>
                </a:path>
                <a:path w="342264" h="339089">
                  <a:moveTo>
                    <a:pt x="63230" y="279400"/>
                  </a:moveTo>
                  <a:lnTo>
                    <a:pt x="52070" y="279400"/>
                  </a:lnTo>
                  <a:lnTo>
                    <a:pt x="36829" y="294640"/>
                  </a:lnTo>
                  <a:lnTo>
                    <a:pt x="48016" y="294640"/>
                  </a:lnTo>
                  <a:lnTo>
                    <a:pt x="63230" y="279400"/>
                  </a:lnTo>
                  <a:close/>
                </a:path>
                <a:path w="342264" h="339089">
                  <a:moveTo>
                    <a:pt x="68302" y="274320"/>
                  </a:moveTo>
                  <a:lnTo>
                    <a:pt x="57150" y="274320"/>
                  </a:lnTo>
                  <a:lnTo>
                    <a:pt x="53339" y="278130"/>
                  </a:lnTo>
                  <a:lnTo>
                    <a:pt x="64498" y="278130"/>
                  </a:lnTo>
                  <a:lnTo>
                    <a:pt x="68302" y="274320"/>
                  </a:lnTo>
                  <a:close/>
                </a:path>
              </a:pathLst>
            </a:custGeom>
            <a:solidFill>
              <a:srgbClr val="6359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08">
              <a:extLst>
                <a:ext uri="{FF2B5EF4-FFF2-40B4-BE49-F238E27FC236}">
                  <a16:creationId xmlns:a16="http://schemas.microsoft.com/office/drawing/2014/main" id="{27C88EDC-19C6-6F22-6B4D-CCE014F32DE5}"/>
                </a:ext>
              </a:extLst>
            </p:cNvPr>
            <p:cNvSpPr/>
            <p:nvPr/>
          </p:nvSpPr>
          <p:spPr>
            <a:xfrm>
              <a:off x="2451100" y="2581909"/>
              <a:ext cx="349885" cy="345440"/>
            </a:xfrm>
            <a:custGeom>
              <a:avLst/>
              <a:gdLst/>
              <a:ahLst/>
              <a:cxnLst/>
              <a:rect l="l" t="t" r="r" b="b"/>
              <a:pathLst>
                <a:path w="349885" h="345439">
                  <a:moveTo>
                    <a:pt x="158321" y="191770"/>
                  </a:moveTo>
                  <a:lnTo>
                    <a:pt x="148170" y="191770"/>
                  </a:lnTo>
                  <a:lnTo>
                    <a:pt x="141831" y="198120"/>
                  </a:lnTo>
                  <a:lnTo>
                    <a:pt x="151982" y="198120"/>
                  </a:lnTo>
                  <a:lnTo>
                    <a:pt x="158321" y="191770"/>
                  </a:lnTo>
                  <a:close/>
                </a:path>
                <a:path w="349885" h="345439">
                  <a:moveTo>
                    <a:pt x="160857" y="189230"/>
                  </a:moveTo>
                  <a:lnTo>
                    <a:pt x="150705" y="189230"/>
                  </a:lnTo>
                  <a:lnTo>
                    <a:pt x="149438" y="190500"/>
                  </a:lnTo>
                  <a:lnTo>
                    <a:pt x="159589" y="190500"/>
                  </a:lnTo>
                  <a:lnTo>
                    <a:pt x="160857" y="189230"/>
                  </a:lnTo>
                  <a:close/>
                </a:path>
                <a:path w="349885" h="345439">
                  <a:moveTo>
                    <a:pt x="164660" y="185420"/>
                  </a:moveTo>
                  <a:lnTo>
                    <a:pt x="154509" y="185420"/>
                  </a:lnTo>
                  <a:lnTo>
                    <a:pt x="151973" y="187960"/>
                  </a:lnTo>
                  <a:lnTo>
                    <a:pt x="162125" y="187960"/>
                  </a:lnTo>
                  <a:lnTo>
                    <a:pt x="164660" y="185420"/>
                  </a:lnTo>
                  <a:close/>
                </a:path>
                <a:path w="349885" h="345439">
                  <a:moveTo>
                    <a:pt x="167196" y="182880"/>
                  </a:moveTo>
                  <a:lnTo>
                    <a:pt x="157045" y="182880"/>
                  </a:lnTo>
                  <a:lnTo>
                    <a:pt x="155777" y="184150"/>
                  </a:lnTo>
                  <a:lnTo>
                    <a:pt x="165928" y="184150"/>
                  </a:lnTo>
                  <a:lnTo>
                    <a:pt x="167196" y="182880"/>
                  </a:lnTo>
                  <a:close/>
                </a:path>
                <a:path w="349885" h="345439">
                  <a:moveTo>
                    <a:pt x="171000" y="179070"/>
                  </a:moveTo>
                  <a:lnTo>
                    <a:pt x="160848" y="179070"/>
                  </a:lnTo>
                  <a:lnTo>
                    <a:pt x="158313" y="181610"/>
                  </a:lnTo>
                  <a:lnTo>
                    <a:pt x="168464" y="181610"/>
                  </a:lnTo>
                  <a:lnTo>
                    <a:pt x="171000" y="179070"/>
                  </a:lnTo>
                  <a:close/>
                </a:path>
                <a:path w="349885" h="345439">
                  <a:moveTo>
                    <a:pt x="173535" y="176530"/>
                  </a:moveTo>
                  <a:lnTo>
                    <a:pt x="163384" y="176530"/>
                  </a:lnTo>
                  <a:lnTo>
                    <a:pt x="162116" y="177800"/>
                  </a:lnTo>
                  <a:lnTo>
                    <a:pt x="172267" y="177800"/>
                  </a:lnTo>
                  <a:lnTo>
                    <a:pt x="173535" y="176530"/>
                  </a:lnTo>
                  <a:close/>
                </a:path>
                <a:path w="349885" h="345439">
                  <a:moveTo>
                    <a:pt x="186214" y="163830"/>
                  </a:moveTo>
                  <a:lnTo>
                    <a:pt x="176062" y="163830"/>
                  </a:lnTo>
                  <a:lnTo>
                    <a:pt x="164652" y="175260"/>
                  </a:lnTo>
                  <a:lnTo>
                    <a:pt x="174803" y="175260"/>
                  </a:lnTo>
                  <a:lnTo>
                    <a:pt x="186214" y="163830"/>
                  </a:lnTo>
                  <a:close/>
                </a:path>
                <a:path w="349885" h="345439">
                  <a:moveTo>
                    <a:pt x="198892" y="151130"/>
                  </a:moveTo>
                  <a:lnTo>
                    <a:pt x="188741" y="151130"/>
                  </a:lnTo>
                  <a:lnTo>
                    <a:pt x="177330" y="162560"/>
                  </a:lnTo>
                  <a:lnTo>
                    <a:pt x="187482" y="162560"/>
                  </a:lnTo>
                  <a:lnTo>
                    <a:pt x="198892" y="151130"/>
                  </a:lnTo>
                  <a:close/>
                </a:path>
                <a:path w="349885" h="345439">
                  <a:moveTo>
                    <a:pt x="202696" y="147320"/>
                  </a:moveTo>
                  <a:lnTo>
                    <a:pt x="192544" y="147320"/>
                  </a:lnTo>
                  <a:lnTo>
                    <a:pt x="190009" y="149860"/>
                  </a:lnTo>
                  <a:lnTo>
                    <a:pt x="200160" y="149860"/>
                  </a:lnTo>
                  <a:lnTo>
                    <a:pt x="202696" y="147320"/>
                  </a:lnTo>
                  <a:close/>
                </a:path>
                <a:path w="349885" h="345439">
                  <a:moveTo>
                    <a:pt x="205232" y="144780"/>
                  </a:moveTo>
                  <a:lnTo>
                    <a:pt x="195080" y="144780"/>
                  </a:lnTo>
                  <a:lnTo>
                    <a:pt x="193812" y="146050"/>
                  </a:lnTo>
                  <a:lnTo>
                    <a:pt x="203964" y="146050"/>
                  </a:lnTo>
                  <a:lnTo>
                    <a:pt x="205232" y="144780"/>
                  </a:lnTo>
                  <a:close/>
                </a:path>
                <a:path w="349885" h="345439">
                  <a:moveTo>
                    <a:pt x="209035" y="140970"/>
                  </a:moveTo>
                  <a:lnTo>
                    <a:pt x="198884" y="140970"/>
                  </a:lnTo>
                  <a:lnTo>
                    <a:pt x="196348" y="143510"/>
                  </a:lnTo>
                  <a:lnTo>
                    <a:pt x="206499" y="143510"/>
                  </a:lnTo>
                  <a:lnTo>
                    <a:pt x="209035" y="140970"/>
                  </a:lnTo>
                  <a:close/>
                </a:path>
                <a:path w="349885" h="345439">
                  <a:moveTo>
                    <a:pt x="211571" y="138430"/>
                  </a:moveTo>
                  <a:lnTo>
                    <a:pt x="201419" y="138430"/>
                  </a:lnTo>
                  <a:lnTo>
                    <a:pt x="200152" y="139700"/>
                  </a:lnTo>
                  <a:lnTo>
                    <a:pt x="210303" y="139700"/>
                  </a:lnTo>
                  <a:lnTo>
                    <a:pt x="211571" y="138430"/>
                  </a:lnTo>
                  <a:close/>
                </a:path>
                <a:path w="349885" h="345439">
                  <a:moveTo>
                    <a:pt x="215374" y="134620"/>
                  </a:moveTo>
                  <a:lnTo>
                    <a:pt x="205223" y="134620"/>
                  </a:lnTo>
                  <a:lnTo>
                    <a:pt x="202687" y="137160"/>
                  </a:lnTo>
                  <a:lnTo>
                    <a:pt x="212839" y="137160"/>
                  </a:lnTo>
                  <a:lnTo>
                    <a:pt x="215374" y="134620"/>
                  </a:lnTo>
                  <a:close/>
                </a:path>
                <a:path w="349885" h="345439">
                  <a:moveTo>
                    <a:pt x="217910" y="132080"/>
                  </a:moveTo>
                  <a:lnTo>
                    <a:pt x="207759" y="132080"/>
                  </a:lnTo>
                  <a:lnTo>
                    <a:pt x="206491" y="133350"/>
                  </a:lnTo>
                  <a:lnTo>
                    <a:pt x="216642" y="133350"/>
                  </a:lnTo>
                  <a:lnTo>
                    <a:pt x="217910" y="132080"/>
                  </a:lnTo>
                  <a:close/>
                </a:path>
                <a:path w="349885" h="345439">
                  <a:moveTo>
                    <a:pt x="221714" y="128270"/>
                  </a:moveTo>
                  <a:lnTo>
                    <a:pt x="211562" y="128270"/>
                  </a:lnTo>
                  <a:lnTo>
                    <a:pt x="209026" y="130810"/>
                  </a:lnTo>
                  <a:lnTo>
                    <a:pt x="219178" y="130810"/>
                  </a:lnTo>
                  <a:lnTo>
                    <a:pt x="221714" y="128270"/>
                  </a:lnTo>
                  <a:close/>
                </a:path>
                <a:path w="349885" h="345439">
                  <a:moveTo>
                    <a:pt x="224249" y="125730"/>
                  </a:moveTo>
                  <a:lnTo>
                    <a:pt x="214098" y="125730"/>
                  </a:lnTo>
                  <a:lnTo>
                    <a:pt x="212830" y="127000"/>
                  </a:lnTo>
                  <a:lnTo>
                    <a:pt x="222981" y="127000"/>
                  </a:lnTo>
                  <a:lnTo>
                    <a:pt x="224249" y="125730"/>
                  </a:lnTo>
                  <a:close/>
                </a:path>
                <a:path w="349885" h="345439">
                  <a:moveTo>
                    <a:pt x="228053" y="121920"/>
                  </a:moveTo>
                  <a:lnTo>
                    <a:pt x="217901" y="121920"/>
                  </a:lnTo>
                  <a:lnTo>
                    <a:pt x="215366" y="124460"/>
                  </a:lnTo>
                  <a:lnTo>
                    <a:pt x="225517" y="124460"/>
                  </a:lnTo>
                  <a:lnTo>
                    <a:pt x="228053" y="121920"/>
                  </a:lnTo>
                  <a:close/>
                </a:path>
                <a:path w="349885" h="345439">
                  <a:moveTo>
                    <a:pt x="230588" y="119380"/>
                  </a:moveTo>
                  <a:lnTo>
                    <a:pt x="220437" y="119380"/>
                  </a:lnTo>
                  <a:lnTo>
                    <a:pt x="219169" y="120650"/>
                  </a:lnTo>
                  <a:lnTo>
                    <a:pt x="229321" y="120650"/>
                  </a:lnTo>
                  <a:lnTo>
                    <a:pt x="230588" y="119380"/>
                  </a:lnTo>
                  <a:close/>
                </a:path>
                <a:path w="349885" h="345439">
                  <a:moveTo>
                    <a:pt x="234392" y="115570"/>
                  </a:moveTo>
                  <a:lnTo>
                    <a:pt x="224241" y="115570"/>
                  </a:lnTo>
                  <a:lnTo>
                    <a:pt x="221705" y="118110"/>
                  </a:lnTo>
                  <a:lnTo>
                    <a:pt x="231856" y="118110"/>
                  </a:lnTo>
                  <a:lnTo>
                    <a:pt x="234392" y="115570"/>
                  </a:lnTo>
                  <a:close/>
                </a:path>
                <a:path w="349885" h="345439">
                  <a:moveTo>
                    <a:pt x="236928" y="113030"/>
                  </a:moveTo>
                  <a:lnTo>
                    <a:pt x="226776" y="113030"/>
                  </a:lnTo>
                  <a:lnTo>
                    <a:pt x="225508" y="114300"/>
                  </a:lnTo>
                  <a:lnTo>
                    <a:pt x="235660" y="114300"/>
                  </a:lnTo>
                  <a:lnTo>
                    <a:pt x="236928" y="113030"/>
                  </a:lnTo>
                  <a:close/>
                </a:path>
                <a:path w="349885" h="345439">
                  <a:moveTo>
                    <a:pt x="240731" y="109220"/>
                  </a:moveTo>
                  <a:lnTo>
                    <a:pt x="230580" y="109220"/>
                  </a:lnTo>
                  <a:lnTo>
                    <a:pt x="228044" y="111760"/>
                  </a:lnTo>
                  <a:lnTo>
                    <a:pt x="238196" y="111760"/>
                  </a:lnTo>
                  <a:lnTo>
                    <a:pt x="240731" y="109220"/>
                  </a:lnTo>
                  <a:close/>
                </a:path>
                <a:path w="349885" h="345439">
                  <a:moveTo>
                    <a:pt x="243267" y="106680"/>
                  </a:moveTo>
                  <a:lnTo>
                    <a:pt x="233116" y="106680"/>
                  </a:lnTo>
                  <a:lnTo>
                    <a:pt x="231848" y="107950"/>
                  </a:lnTo>
                  <a:lnTo>
                    <a:pt x="241999" y="107950"/>
                  </a:lnTo>
                  <a:lnTo>
                    <a:pt x="243267" y="106680"/>
                  </a:lnTo>
                  <a:close/>
                </a:path>
                <a:path w="349885" h="345439">
                  <a:moveTo>
                    <a:pt x="247070" y="102870"/>
                  </a:moveTo>
                  <a:lnTo>
                    <a:pt x="236919" y="102870"/>
                  </a:lnTo>
                  <a:lnTo>
                    <a:pt x="234383" y="105410"/>
                  </a:lnTo>
                  <a:lnTo>
                    <a:pt x="244535" y="105410"/>
                  </a:lnTo>
                  <a:lnTo>
                    <a:pt x="247070" y="102870"/>
                  </a:lnTo>
                  <a:close/>
                </a:path>
                <a:path w="349885" h="345439">
                  <a:moveTo>
                    <a:pt x="249606" y="100330"/>
                  </a:moveTo>
                  <a:lnTo>
                    <a:pt x="239455" y="100330"/>
                  </a:lnTo>
                  <a:lnTo>
                    <a:pt x="238187" y="101600"/>
                  </a:lnTo>
                  <a:lnTo>
                    <a:pt x="248338" y="101600"/>
                  </a:lnTo>
                  <a:lnTo>
                    <a:pt x="249606" y="100330"/>
                  </a:lnTo>
                  <a:close/>
                </a:path>
                <a:path w="349885" h="345439">
                  <a:moveTo>
                    <a:pt x="253410" y="96520"/>
                  </a:moveTo>
                  <a:lnTo>
                    <a:pt x="243258" y="96520"/>
                  </a:lnTo>
                  <a:lnTo>
                    <a:pt x="240723" y="99060"/>
                  </a:lnTo>
                  <a:lnTo>
                    <a:pt x="250874" y="99060"/>
                  </a:lnTo>
                  <a:lnTo>
                    <a:pt x="253410" y="96520"/>
                  </a:lnTo>
                  <a:close/>
                </a:path>
                <a:path w="349885" h="345439">
                  <a:moveTo>
                    <a:pt x="255945" y="93980"/>
                  </a:moveTo>
                  <a:lnTo>
                    <a:pt x="245794" y="93980"/>
                  </a:lnTo>
                  <a:lnTo>
                    <a:pt x="244526" y="95250"/>
                  </a:lnTo>
                  <a:lnTo>
                    <a:pt x="254678" y="95250"/>
                  </a:lnTo>
                  <a:lnTo>
                    <a:pt x="255945" y="93980"/>
                  </a:lnTo>
                  <a:close/>
                </a:path>
                <a:path w="349885" h="345439">
                  <a:moveTo>
                    <a:pt x="259749" y="90170"/>
                  </a:moveTo>
                  <a:lnTo>
                    <a:pt x="249598" y="90170"/>
                  </a:lnTo>
                  <a:lnTo>
                    <a:pt x="247062" y="92710"/>
                  </a:lnTo>
                  <a:lnTo>
                    <a:pt x="257213" y="92710"/>
                  </a:lnTo>
                  <a:lnTo>
                    <a:pt x="259749" y="90170"/>
                  </a:lnTo>
                  <a:close/>
                </a:path>
                <a:path w="349885" h="345439">
                  <a:moveTo>
                    <a:pt x="262285" y="87630"/>
                  </a:moveTo>
                  <a:lnTo>
                    <a:pt x="252133" y="87630"/>
                  </a:lnTo>
                  <a:lnTo>
                    <a:pt x="250865" y="88900"/>
                  </a:lnTo>
                  <a:lnTo>
                    <a:pt x="261017" y="88900"/>
                  </a:lnTo>
                  <a:lnTo>
                    <a:pt x="262285" y="87630"/>
                  </a:lnTo>
                  <a:close/>
                </a:path>
                <a:path w="349885" h="345439">
                  <a:moveTo>
                    <a:pt x="266088" y="83820"/>
                  </a:moveTo>
                  <a:lnTo>
                    <a:pt x="255937" y="83820"/>
                  </a:lnTo>
                  <a:lnTo>
                    <a:pt x="253401" y="86360"/>
                  </a:lnTo>
                  <a:lnTo>
                    <a:pt x="263552" y="86360"/>
                  </a:lnTo>
                  <a:lnTo>
                    <a:pt x="266088" y="83820"/>
                  </a:lnTo>
                  <a:close/>
                </a:path>
                <a:path w="349885" h="345439">
                  <a:moveTo>
                    <a:pt x="268624" y="81280"/>
                  </a:moveTo>
                  <a:lnTo>
                    <a:pt x="258472" y="81280"/>
                  </a:lnTo>
                  <a:lnTo>
                    <a:pt x="257205" y="82550"/>
                  </a:lnTo>
                  <a:lnTo>
                    <a:pt x="267356" y="82550"/>
                  </a:lnTo>
                  <a:lnTo>
                    <a:pt x="268624" y="81280"/>
                  </a:lnTo>
                  <a:close/>
                </a:path>
                <a:path w="349885" h="345439">
                  <a:moveTo>
                    <a:pt x="272427" y="77470"/>
                  </a:moveTo>
                  <a:lnTo>
                    <a:pt x="262276" y="77470"/>
                  </a:lnTo>
                  <a:lnTo>
                    <a:pt x="259740" y="80010"/>
                  </a:lnTo>
                  <a:lnTo>
                    <a:pt x="269892" y="80010"/>
                  </a:lnTo>
                  <a:lnTo>
                    <a:pt x="272427" y="77470"/>
                  </a:lnTo>
                  <a:close/>
                </a:path>
                <a:path w="349885" h="345439">
                  <a:moveTo>
                    <a:pt x="274963" y="74930"/>
                  </a:moveTo>
                  <a:lnTo>
                    <a:pt x="264812" y="74930"/>
                  </a:lnTo>
                  <a:lnTo>
                    <a:pt x="263544" y="76200"/>
                  </a:lnTo>
                  <a:lnTo>
                    <a:pt x="273695" y="76200"/>
                  </a:lnTo>
                  <a:lnTo>
                    <a:pt x="274963" y="74930"/>
                  </a:lnTo>
                  <a:close/>
                </a:path>
                <a:path w="349885" h="345439">
                  <a:moveTo>
                    <a:pt x="278767" y="71120"/>
                  </a:moveTo>
                  <a:lnTo>
                    <a:pt x="268615" y="71120"/>
                  </a:lnTo>
                  <a:lnTo>
                    <a:pt x="266080" y="73660"/>
                  </a:lnTo>
                  <a:lnTo>
                    <a:pt x="276231" y="73660"/>
                  </a:lnTo>
                  <a:lnTo>
                    <a:pt x="278767" y="71120"/>
                  </a:lnTo>
                  <a:close/>
                </a:path>
                <a:path w="349885" h="345439">
                  <a:moveTo>
                    <a:pt x="281302" y="68580"/>
                  </a:moveTo>
                  <a:lnTo>
                    <a:pt x="271151" y="68580"/>
                  </a:lnTo>
                  <a:lnTo>
                    <a:pt x="269883" y="69850"/>
                  </a:lnTo>
                  <a:lnTo>
                    <a:pt x="280035" y="69850"/>
                  </a:lnTo>
                  <a:lnTo>
                    <a:pt x="281302" y="68580"/>
                  </a:lnTo>
                  <a:close/>
                </a:path>
                <a:path w="349885" h="345439">
                  <a:moveTo>
                    <a:pt x="285106" y="64770"/>
                  </a:moveTo>
                  <a:lnTo>
                    <a:pt x="274954" y="64770"/>
                  </a:lnTo>
                  <a:lnTo>
                    <a:pt x="272419" y="67310"/>
                  </a:lnTo>
                  <a:lnTo>
                    <a:pt x="282570" y="67310"/>
                  </a:lnTo>
                  <a:lnTo>
                    <a:pt x="285106" y="64770"/>
                  </a:lnTo>
                  <a:close/>
                </a:path>
                <a:path w="349885" h="345439">
                  <a:moveTo>
                    <a:pt x="287642" y="62230"/>
                  </a:moveTo>
                  <a:lnTo>
                    <a:pt x="277490" y="62230"/>
                  </a:lnTo>
                  <a:lnTo>
                    <a:pt x="276222" y="63500"/>
                  </a:lnTo>
                  <a:lnTo>
                    <a:pt x="286374" y="63500"/>
                  </a:lnTo>
                  <a:lnTo>
                    <a:pt x="287642" y="62230"/>
                  </a:lnTo>
                  <a:close/>
                </a:path>
                <a:path w="349885" h="345439">
                  <a:moveTo>
                    <a:pt x="291445" y="58420"/>
                  </a:moveTo>
                  <a:lnTo>
                    <a:pt x="281294" y="58420"/>
                  </a:lnTo>
                  <a:lnTo>
                    <a:pt x="278758" y="60960"/>
                  </a:lnTo>
                  <a:lnTo>
                    <a:pt x="288909" y="60960"/>
                  </a:lnTo>
                  <a:lnTo>
                    <a:pt x="291445" y="58420"/>
                  </a:lnTo>
                  <a:close/>
                </a:path>
                <a:path w="349885" h="345439">
                  <a:moveTo>
                    <a:pt x="293981" y="55880"/>
                  </a:moveTo>
                  <a:lnTo>
                    <a:pt x="283829" y="55880"/>
                  </a:lnTo>
                  <a:lnTo>
                    <a:pt x="282562" y="57150"/>
                  </a:lnTo>
                  <a:lnTo>
                    <a:pt x="292713" y="57150"/>
                  </a:lnTo>
                  <a:lnTo>
                    <a:pt x="293981" y="55880"/>
                  </a:lnTo>
                  <a:close/>
                </a:path>
                <a:path w="349885" h="345439">
                  <a:moveTo>
                    <a:pt x="297784" y="52070"/>
                  </a:moveTo>
                  <a:lnTo>
                    <a:pt x="287633" y="52070"/>
                  </a:lnTo>
                  <a:lnTo>
                    <a:pt x="285097" y="54610"/>
                  </a:lnTo>
                  <a:lnTo>
                    <a:pt x="295249" y="54610"/>
                  </a:lnTo>
                  <a:lnTo>
                    <a:pt x="297784" y="52070"/>
                  </a:lnTo>
                  <a:close/>
                </a:path>
                <a:path w="349885" h="345439">
                  <a:moveTo>
                    <a:pt x="300320" y="49530"/>
                  </a:moveTo>
                  <a:lnTo>
                    <a:pt x="290169" y="49530"/>
                  </a:lnTo>
                  <a:lnTo>
                    <a:pt x="288901" y="50800"/>
                  </a:lnTo>
                  <a:lnTo>
                    <a:pt x="299052" y="50800"/>
                  </a:lnTo>
                  <a:lnTo>
                    <a:pt x="300320" y="49530"/>
                  </a:lnTo>
                  <a:close/>
                </a:path>
                <a:path w="349885" h="345439">
                  <a:moveTo>
                    <a:pt x="304124" y="45720"/>
                  </a:moveTo>
                  <a:lnTo>
                    <a:pt x="293972" y="45720"/>
                  </a:lnTo>
                  <a:lnTo>
                    <a:pt x="291437" y="48260"/>
                  </a:lnTo>
                  <a:lnTo>
                    <a:pt x="301588" y="48260"/>
                  </a:lnTo>
                  <a:lnTo>
                    <a:pt x="304124" y="45720"/>
                  </a:lnTo>
                  <a:close/>
                </a:path>
                <a:path w="349885" h="345439">
                  <a:moveTo>
                    <a:pt x="306659" y="43180"/>
                  </a:moveTo>
                  <a:lnTo>
                    <a:pt x="296508" y="43180"/>
                  </a:lnTo>
                  <a:lnTo>
                    <a:pt x="295240" y="44450"/>
                  </a:lnTo>
                  <a:lnTo>
                    <a:pt x="305391" y="44450"/>
                  </a:lnTo>
                  <a:lnTo>
                    <a:pt x="306659" y="43180"/>
                  </a:lnTo>
                  <a:close/>
                </a:path>
                <a:path w="349885" h="345439">
                  <a:moveTo>
                    <a:pt x="310463" y="39370"/>
                  </a:moveTo>
                  <a:lnTo>
                    <a:pt x="300311" y="39370"/>
                  </a:lnTo>
                  <a:lnTo>
                    <a:pt x="297776" y="41910"/>
                  </a:lnTo>
                  <a:lnTo>
                    <a:pt x="307927" y="41910"/>
                  </a:lnTo>
                  <a:lnTo>
                    <a:pt x="310463" y="39370"/>
                  </a:lnTo>
                  <a:close/>
                </a:path>
                <a:path w="349885" h="345439">
                  <a:moveTo>
                    <a:pt x="312999" y="36830"/>
                  </a:moveTo>
                  <a:lnTo>
                    <a:pt x="302847" y="36830"/>
                  </a:lnTo>
                  <a:lnTo>
                    <a:pt x="301579" y="38100"/>
                  </a:lnTo>
                  <a:lnTo>
                    <a:pt x="311731" y="38100"/>
                  </a:lnTo>
                  <a:lnTo>
                    <a:pt x="312999" y="36830"/>
                  </a:lnTo>
                  <a:close/>
                </a:path>
                <a:path w="349885" h="345439">
                  <a:moveTo>
                    <a:pt x="316802" y="33020"/>
                  </a:moveTo>
                  <a:lnTo>
                    <a:pt x="306651" y="33020"/>
                  </a:lnTo>
                  <a:lnTo>
                    <a:pt x="304115" y="35560"/>
                  </a:lnTo>
                  <a:lnTo>
                    <a:pt x="314266" y="35560"/>
                  </a:lnTo>
                  <a:lnTo>
                    <a:pt x="316802" y="33020"/>
                  </a:lnTo>
                  <a:close/>
                </a:path>
                <a:path w="349885" h="345439">
                  <a:moveTo>
                    <a:pt x="319338" y="30480"/>
                  </a:moveTo>
                  <a:lnTo>
                    <a:pt x="309186" y="30480"/>
                  </a:lnTo>
                  <a:lnTo>
                    <a:pt x="307919" y="31750"/>
                  </a:lnTo>
                  <a:lnTo>
                    <a:pt x="318070" y="31750"/>
                  </a:lnTo>
                  <a:lnTo>
                    <a:pt x="319338" y="30480"/>
                  </a:lnTo>
                  <a:close/>
                </a:path>
                <a:path w="349885" h="345439">
                  <a:moveTo>
                    <a:pt x="323141" y="26670"/>
                  </a:moveTo>
                  <a:lnTo>
                    <a:pt x="312990" y="26670"/>
                  </a:lnTo>
                  <a:lnTo>
                    <a:pt x="310454" y="29210"/>
                  </a:lnTo>
                  <a:lnTo>
                    <a:pt x="320606" y="29210"/>
                  </a:lnTo>
                  <a:lnTo>
                    <a:pt x="323141" y="26670"/>
                  </a:lnTo>
                  <a:close/>
                </a:path>
                <a:path w="349885" h="345439">
                  <a:moveTo>
                    <a:pt x="325677" y="24130"/>
                  </a:moveTo>
                  <a:lnTo>
                    <a:pt x="315526" y="24130"/>
                  </a:lnTo>
                  <a:lnTo>
                    <a:pt x="314258" y="25400"/>
                  </a:lnTo>
                  <a:lnTo>
                    <a:pt x="324409" y="25400"/>
                  </a:lnTo>
                  <a:lnTo>
                    <a:pt x="325677" y="24130"/>
                  </a:lnTo>
                  <a:close/>
                </a:path>
                <a:path w="349885" h="345439">
                  <a:moveTo>
                    <a:pt x="329481" y="20320"/>
                  </a:moveTo>
                  <a:lnTo>
                    <a:pt x="319329" y="20320"/>
                  </a:lnTo>
                  <a:lnTo>
                    <a:pt x="316793" y="22860"/>
                  </a:lnTo>
                  <a:lnTo>
                    <a:pt x="326945" y="22860"/>
                  </a:lnTo>
                  <a:lnTo>
                    <a:pt x="329481" y="20320"/>
                  </a:lnTo>
                  <a:close/>
                </a:path>
                <a:path w="349885" h="345439">
                  <a:moveTo>
                    <a:pt x="332016" y="17780"/>
                  </a:moveTo>
                  <a:lnTo>
                    <a:pt x="321865" y="17780"/>
                  </a:lnTo>
                  <a:lnTo>
                    <a:pt x="320597" y="19050"/>
                  </a:lnTo>
                  <a:lnTo>
                    <a:pt x="330748" y="19050"/>
                  </a:lnTo>
                  <a:lnTo>
                    <a:pt x="332016" y="17780"/>
                  </a:lnTo>
                  <a:close/>
                </a:path>
                <a:path w="349885" h="345439">
                  <a:moveTo>
                    <a:pt x="335820" y="13970"/>
                  </a:moveTo>
                  <a:lnTo>
                    <a:pt x="325668" y="13970"/>
                  </a:lnTo>
                  <a:lnTo>
                    <a:pt x="323133" y="16510"/>
                  </a:lnTo>
                  <a:lnTo>
                    <a:pt x="333284" y="16510"/>
                  </a:lnTo>
                  <a:lnTo>
                    <a:pt x="335820" y="13970"/>
                  </a:lnTo>
                  <a:close/>
                </a:path>
                <a:path w="349885" h="345439">
                  <a:moveTo>
                    <a:pt x="338355" y="11430"/>
                  </a:moveTo>
                  <a:lnTo>
                    <a:pt x="328204" y="11430"/>
                  </a:lnTo>
                  <a:lnTo>
                    <a:pt x="326936" y="12700"/>
                  </a:lnTo>
                  <a:lnTo>
                    <a:pt x="337088" y="12700"/>
                  </a:lnTo>
                  <a:lnTo>
                    <a:pt x="338355" y="11430"/>
                  </a:lnTo>
                  <a:close/>
                </a:path>
                <a:path w="349885" h="345439">
                  <a:moveTo>
                    <a:pt x="342159" y="7620"/>
                  </a:moveTo>
                  <a:lnTo>
                    <a:pt x="332008" y="7620"/>
                  </a:lnTo>
                  <a:lnTo>
                    <a:pt x="329472" y="10160"/>
                  </a:lnTo>
                  <a:lnTo>
                    <a:pt x="339623" y="10160"/>
                  </a:lnTo>
                  <a:lnTo>
                    <a:pt x="342159" y="7620"/>
                  </a:lnTo>
                  <a:close/>
                </a:path>
                <a:path w="349885" h="345439">
                  <a:moveTo>
                    <a:pt x="344695" y="5080"/>
                  </a:moveTo>
                  <a:lnTo>
                    <a:pt x="334543" y="5080"/>
                  </a:lnTo>
                  <a:lnTo>
                    <a:pt x="333275" y="6350"/>
                  </a:lnTo>
                  <a:lnTo>
                    <a:pt x="343427" y="6350"/>
                  </a:lnTo>
                  <a:lnTo>
                    <a:pt x="344695" y="5080"/>
                  </a:lnTo>
                  <a:close/>
                </a:path>
                <a:path w="349885" h="345439">
                  <a:moveTo>
                    <a:pt x="349766" y="0"/>
                  </a:moveTo>
                  <a:lnTo>
                    <a:pt x="345439" y="0"/>
                  </a:lnTo>
                  <a:lnTo>
                    <a:pt x="345439" y="1270"/>
                  </a:lnTo>
                  <a:lnTo>
                    <a:pt x="338347" y="1270"/>
                  </a:lnTo>
                  <a:lnTo>
                    <a:pt x="335811" y="3810"/>
                  </a:lnTo>
                  <a:lnTo>
                    <a:pt x="345963" y="3810"/>
                  </a:lnTo>
                  <a:lnTo>
                    <a:pt x="349766" y="0"/>
                  </a:lnTo>
                  <a:close/>
                </a:path>
                <a:path w="349885" h="345439">
                  <a:moveTo>
                    <a:pt x="151982" y="198120"/>
                  </a:moveTo>
                  <a:lnTo>
                    <a:pt x="141831" y="198120"/>
                  </a:lnTo>
                  <a:lnTo>
                    <a:pt x="116474" y="223520"/>
                  </a:lnTo>
                  <a:lnTo>
                    <a:pt x="126625" y="223520"/>
                  </a:lnTo>
                  <a:lnTo>
                    <a:pt x="151982" y="198120"/>
                  </a:lnTo>
                  <a:close/>
                </a:path>
                <a:path w="349885" h="345439">
                  <a:moveTo>
                    <a:pt x="126625" y="223520"/>
                  </a:moveTo>
                  <a:lnTo>
                    <a:pt x="116474" y="223520"/>
                  </a:lnTo>
                  <a:lnTo>
                    <a:pt x="65760" y="274320"/>
                  </a:lnTo>
                  <a:lnTo>
                    <a:pt x="75911" y="274320"/>
                  </a:lnTo>
                  <a:lnTo>
                    <a:pt x="126625" y="223520"/>
                  </a:lnTo>
                  <a:close/>
                </a:path>
                <a:path w="349885" h="345439">
                  <a:moveTo>
                    <a:pt x="8715" y="341630"/>
                  </a:moveTo>
                  <a:lnTo>
                    <a:pt x="2539" y="341630"/>
                  </a:lnTo>
                  <a:lnTo>
                    <a:pt x="2539" y="344170"/>
                  </a:lnTo>
                  <a:lnTo>
                    <a:pt x="3810" y="344170"/>
                  </a:lnTo>
                  <a:lnTo>
                    <a:pt x="3810" y="345440"/>
                  </a:lnTo>
                  <a:lnTo>
                    <a:pt x="4912" y="345440"/>
                  </a:lnTo>
                  <a:lnTo>
                    <a:pt x="8715" y="341630"/>
                  </a:lnTo>
                  <a:close/>
                </a:path>
                <a:path w="349885" h="345439">
                  <a:moveTo>
                    <a:pt x="21394" y="328930"/>
                  </a:moveTo>
                  <a:lnTo>
                    <a:pt x="11242" y="328930"/>
                  </a:lnTo>
                  <a:lnTo>
                    <a:pt x="0" y="340191"/>
                  </a:lnTo>
                  <a:lnTo>
                    <a:pt x="0" y="341630"/>
                  </a:lnTo>
                  <a:lnTo>
                    <a:pt x="1269" y="341630"/>
                  </a:lnTo>
                  <a:lnTo>
                    <a:pt x="1269" y="340360"/>
                  </a:lnTo>
                  <a:lnTo>
                    <a:pt x="9983" y="340360"/>
                  </a:lnTo>
                  <a:lnTo>
                    <a:pt x="21394" y="328930"/>
                  </a:lnTo>
                  <a:close/>
                </a:path>
                <a:path w="349885" h="345439">
                  <a:moveTo>
                    <a:pt x="25197" y="325120"/>
                  </a:moveTo>
                  <a:lnTo>
                    <a:pt x="15046" y="325120"/>
                  </a:lnTo>
                  <a:lnTo>
                    <a:pt x="12510" y="327660"/>
                  </a:lnTo>
                  <a:lnTo>
                    <a:pt x="22661" y="327660"/>
                  </a:lnTo>
                  <a:lnTo>
                    <a:pt x="25197" y="325120"/>
                  </a:lnTo>
                  <a:close/>
                </a:path>
                <a:path w="349885" h="345439">
                  <a:moveTo>
                    <a:pt x="27733" y="322580"/>
                  </a:moveTo>
                  <a:lnTo>
                    <a:pt x="17581" y="322580"/>
                  </a:lnTo>
                  <a:lnTo>
                    <a:pt x="16314" y="323850"/>
                  </a:lnTo>
                  <a:lnTo>
                    <a:pt x="26465" y="323850"/>
                  </a:lnTo>
                  <a:lnTo>
                    <a:pt x="27733" y="322580"/>
                  </a:lnTo>
                  <a:close/>
                </a:path>
                <a:path w="349885" h="345439">
                  <a:moveTo>
                    <a:pt x="31536" y="318770"/>
                  </a:moveTo>
                  <a:lnTo>
                    <a:pt x="21385" y="318770"/>
                  </a:lnTo>
                  <a:lnTo>
                    <a:pt x="18849" y="321310"/>
                  </a:lnTo>
                  <a:lnTo>
                    <a:pt x="29001" y="321310"/>
                  </a:lnTo>
                  <a:lnTo>
                    <a:pt x="31536" y="318770"/>
                  </a:lnTo>
                  <a:close/>
                </a:path>
                <a:path w="349885" h="345439">
                  <a:moveTo>
                    <a:pt x="44215" y="306070"/>
                  </a:moveTo>
                  <a:lnTo>
                    <a:pt x="34063" y="306070"/>
                  </a:lnTo>
                  <a:lnTo>
                    <a:pt x="22653" y="317500"/>
                  </a:lnTo>
                  <a:lnTo>
                    <a:pt x="32804" y="317500"/>
                  </a:lnTo>
                  <a:lnTo>
                    <a:pt x="44215" y="306070"/>
                  </a:lnTo>
                  <a:close/>
                </a:path>
                <a:path w="349885" h="345439">
                  <a:moveTo>
                    <a:pt x="53090" y="297180"/>
                  </a:moveTo>
                  <a:lnTo>
                    <a:pt x="42938" y="297180"/>
                  </a:lnTo>
                  <a:lnTo>
                    <a:pt x="35331" y="304800"/>
                  </a:lnTo>
                  <a:lnTo>
                    <a:pt x="45483" y="304800"/>
                  </a:lnTo>
                  <a:lnTo>
                    <a:pt x="53090" y="297180"/>
                  </a:lnTo>
                  <a:close/>
                </a:path>
                <a:path w="349885" h="345439">
                  <a:moveTo>
                    <a:pt x="69572" y="280670"/>
                  </a:moveTo>
                  <a:lnTo>
                    <a:pt x="59420" y="280670"/>
                  </a:lnTo>
                  <a:lnTo>
                    <a:pt x="44206" y="295910"/>
                  </a:lnTo>
                  <a:lnTo>
                    <a:pt x="54358" y="295910"/>
                  </a:lnTo>
                  <a:lnTo>
                    <a:pt x="69572" y="280670"/>
                  </a:lnTo>
                  <a:close/>
                </a:path>
                <a:path w="349885" h="345439">
                  <a:moveTo>
                    <a:pt x="74643" y="275590"/>
                  </a:moveTo>
                  <a:lnTo>
                    <a:pt x="64492" y="275590"/>
                  </a:lnTo>
                  <a:lnTo>
                    <a:pt x="60688" y="279400"/>
                  </a:lnTo>
                  <a:lnTo>
                    <a:pt x="70840" y="279400"/>
                  </a:lnTo>
                  <a:lnTo>
                    <a:pt x="74643" y="275590"/>
                  </a:lnTo>
                  <a:close/>
                </a:path>
              </a:pathLst>
            </a:custGeom>
            <a:solidFill>
              <a:srgbClr val="6659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09">
              <a:extLst>
                <a:ext uri="{FF2B5EF4-FFF2-40B4-BE49-F238E27FC236}">
                  <a16:creationId xmlns:a16="http://schemas.microsoft.com/office/drawing/2014/main" id="{6466C183-0710-5B47-36E1-DB7C62EC1548}"/>
                </a:ext>
              </a:extLst>
            </p:cNvPr>
            <p:cNvSpPr/>
            <p:nvPr/>
          </p:nvSpPr>
          <p:spPr>
            <a:xfrm>
              <a:off x="2456012" y="2581909"/>
              <a:ext cx="355600" cy="351790"/>
            </a:xfrm>
            <a:custGeom>
              <a:avLst/>
              <a:gdLst/>
              <a:ahLst/>
              <a:cxnLst/>
              <a:rect l="l" t="t" r="r" b="b"/>
              <a:pathLst>
                <a:path w="355600" h="351789">
                  <a:moveTo>
                    <a:pt x="163560" y="191770"/>
                  </a:moveTo>
                  <a:lnTo>
                    <a:pt x="153409" y="191770"/>
                  </a:lnTo>
                  <a:lnTo>
                    <a:pt x="147070" y="198120"/>
                  </a:lnTo>
                  <a:lnTo>
                    <a:pt x="157221" y="198120"/>
                  </a:lnTo>
                  <a:lnTo>
                    <a:pt x="163560" y="191770"/>
                  </a:lnTo>
                  <a:close/>
                </a:path>
                <a:path w="355600" h="351789">
                  <a:moveTo>
                    <a:pt x="166096" y="189230"/>
                  </a:moveTo>
                  <a:lnTo>
                    <a:pt x="155945" y="189230"/>
                  </a:lnTo>
                  <a:lnTo>
                    <a:pt x="154677" y="190500"/>
                  </a:lnTo>
                  <a:lnTo>
                    <a:pt x="164828" y="190500"/>
                  </a:lnTo>
                  <a:lnTo>
                    <a:pt x="166096" y="189230"/>
                  </a:lnTo>
                  <a:close/>
                </a:path>
                <a:path w="355600" h="351789">
                  <a:moveTo>
                    <a:pt x="169900" y="185420"/>
                  </a:moveTo>
                  <a:lnTo>
                    <a:pt x="159748" y="185420"/>
                  </a:lnTo>
                  <a:lnTo>
                    <a:pt x="157213" y="187960"/>
                  </a:lnTo>
                  <a:lnTo>
                    <a:pt x="167364" y="187960"/>
                  </a:lnTo>
                  <a:lnTo>
                    <a:pt x="169900" y="185420"/>
                  </a:lnTo>
                  <a:close/>
                </a:path>
                <a:path w="355600" h="351789">
                  <a:moveTo>
                    <a:pt x="172435" y="182880"/>
                  </a:moveTo>
                  <a:lnTo>
                    <a:pt x="162284" y="182880"/>
                  </a:lnTo>
                  <a:lnTo>
                    <a:pt x="161016" y="184150"/>
                  </a:lnTo>
                  <a:lnTo>
                    <a:pt x="171168" y="184150"/>
                  </a:lnTo>
                  <a:lnTo>
                    <a:pt x="172435" y="182880"/>
                  </a:lnTo>
                  <a:close/>
                </a:path>
                <a:path w="355600" h="351789">
                  <a:moveTo>
                    <a:pt x="176239" y="179070"/>
                  </a:moveTo>
                  <a:lnTo>
                    <a:pt x="166088" y="179070"/>
                  </a:lnTo>
                  <a:lnTo>
                    <a:pt x="163552" y="181610"/>
                  </a:lnTo>
                  <a:lnTo>
                    <a:pt x="173703" y="181610"/>
                  </a:lnTo>
                  <a:lnTo>
                    <a:pt x="176239" y="179070"/>
                  </a:lnTo>
                  <a:close/>
                </a:path>
                <a:path w="355600" h="351789">
                  <a:moveTo>
                    <a:pt x="178775" y="176530"/>
                  </a:moveTo>
                  <a:lnTo>
                    <a:pt x="168623" y="176530"/>
                  </a:lnTo>
                  <a:lnTo>
                    <a:pt x="167355" y="177800"/>
                  </a:lnTo>
                  <a:lnTo>
                    <a:pt x="177507" y="177800"/>
                  </a:lnTo>
                  <a:lnTo>
                    <a:pt x="178775" y="176530"/>
                  </a:lnTo>
                  <a:close/>
                </a:path>
                <a:path w="355600" h="351789">
                  <a:moveTo>
                    <a:pt x="191453" y="163830"/>
                  </a:moveTo>
                  <a:lnTo>
                    <a:pt x="181302" y="163830"/>
                  </a:lnTo>
                  <a:lnTo>
                    <a:pt x="169891" y="175260"/>
                  </a:lnTo>
                  <a:lnTo>
                    <a:pt x="180042" y="175260"/>
                  </a:lnTo>
                  <a:lnTo>
                    <a:pt x="191453" y="163830"/>
                  </a:lnTo>
                  <a:close/>
                </a:path>
                <a:path w="355600" h="351789">
                  <a:moveTo>
                    <a:pt x="204132" y="151130"/>
                  </a:moveTo>
                  <a:lnTo>
                    <a:pt x="193980" y="151130"/>
                  </a:lnTo>
                  <a:lnTo>
                    <a:pt x="182570" y="162560"/>
                  </a:lnTo>
                  <a:lnTo>
                    <a:pt x="192721" y="162560"/>
                  </a:lnTo>
                  <a:lnTo>
                    <a:pt x="204132" y="151130"/>
                  </a:lnTo>
                  <a:close/>
                </a:path>
                <a:path w="355600" h="351789">
                  <a:moveTo>
                    <a:pt x="207935" y="147320"/>
                  </a:moveTo>
                  <a:lnTo>
                    <a:pt x="197784" y="147320"/>
                  </a:lnTo>
                  <a:lnTo>
                    <a:pt x="195248" y="149860"/>
                  </a:lnTo>
                  <a:lnTo>
                    <a:pt x="205399" y="149860"/>
                  </a:lnTo>
                  <a:lnTo>
                    <a:pt x="207935" y="147320"/>
                  </a:lnTo>
                  <a:close/>
                </a:path>
                <a:path w="355600" h="351789">
                  <a:moveTo>
                    <a:pt x="210471" y="144780"/>
                  </a:moveTo>
                  <a:lnTo>
                    <a:pt x="200319" y="144780"/>
                  </a:lnTo>
                  <a:lnTo>
                    <a:pt x="199052" y="146050"/>
                  </a:lnTo>
                  <a:lnTo>
                    <a:pt x="209203" y="146050"/>
                  </a:lnTo>
                  <a:lnTo>
                    <a:pt x="210471" y="144780"/>
                  </a:lnTo>
                  <a:close/>
                </a:path>
                <a:path w="355600" h="351789">
                  <a:moveTo>
                    <a:pt x="214274" y="140970"/>
                  </a:moveTo>
                  <a:lnTo>
                    <a:pt x="204123" y="140970"/>
                  </a:lnTo>
                  <a:lnTo>
                    <a:pt x="201587" y="143510"/>
                  </a:lnTo>
                  <a:lnTo>
                    <a:pt x="211739" y="143510"/>
                  </a:lnTo>
                  <a:lnTo>
                    <a:pt x="214274" y="140970"/>
                  </a:lnTo>
                  <a:close/>
                </a:path>
                <a:path w="355600" h="351789">
                  <a:moveTo>
                    <a:pt x="216810" y="138430"/>
                  </a:moveTo>
                  <a:lnTo>
                    <a:pt x="206659" y="138430"/>
                  </a:lnTo>
                  <a:lnTo>
                    <a:pt x="205391" y="139700"/>
                  </a:lnTo>
                  <a:lnTo>
                    <a:pt x="215542" y="139700"/>
                  </a:lnTo>
                  <a:lnTo>
                    <a:pt x="216810" y="138430"/>
                  </a:lnTo>
                  <a:close/>
                </a:path>
                <a:path w="355600" h="351789">
                  <a:moveTo>
                    <a:pt x="220614" y="134620"/>
                  </a:moveTo>
                  <a:lnTo>
                    <a:pt x="210462" y="134620"/>
                  </a:lnTo>
                  <a:lnTo>
                    <a:pt x="207926" y="137160"/>
                  </a:lnTo>
                  <a:lnTo>
                    <a:pt x="218078" y="137160"/>
                  </a:lnTo>
                  <a:lnTo>
                    <a:pt x="220614" y="134620"/>
                  </a:lnTo>
                  <a:close/>
                </a:path>
                <a:path w="355600" h="351789">
                  <a:moveTo>
                    <a:pt x="223149" y="132080"/>
                  </a:moveTo>
                  <a:lnTo>
                    <a:pt x="212998" y="132080"/>
                  </a:lnTo>
                  <a:lnTo>
                    <a:pt x="211730" y="133350"/>
                  </a:lnTo>
                  <a:lnTo>
                    <a:pt x="221881" y="133350"/>
                  </a:lnTo>
                  <a:lnTo>
                    <a:pt x="223149" y="132080"/>
                  </a:lnTo>
                  <a:close/>
                </a:path>
                <a:path w="355600" h="351789">
                  <a:moveTo>
                    <a:pt x="226953" y="128270"/>
                  </a:moveTo>
                  <a:lnTo>
                    <a:pt x="216801" y="128270"/>
                  </a:lnTo>
                  <a:lnTo>
                    <a:pt x="214266" y="130810"/>
                  </a:lnTo>
                  <a:lnTo>
                    <a:pt x="224417" y="130810"/>
                  </a:lnTo>
                  <a:lnTo>
                    <a:pt x="226953" y="128270"/>
                  </a:lnTo>
                  <a:close/>
                </a:path>
                <a:path w="355600" h="351789">
                  <a:moveTo>
                    <a:pt x="229488" y="125730"/>
                  </a:moveTo>
                  <a:lnTo>
                    <a:pt x="219337" y="125730"/>
                  </a:lnTo>
                  <a:lnTo>
                    <a:pt x="218069" y="127000"/>
                  </a:lnTo>
                  <a:lnTo>
                    <a:pt x="228221" y="127000"/>
                  </a:lnTo>
                  <a:lnTo>
                    <a:pt x="229488" y="125730"/>
                  </a:lnTo>
                  <a:close/>
                </a:path>
                <a:path w="355600" h="351789">
                  <a:moveTo>
                    <a:pt x="233292" y="121920"/>
                  </a:moveTo>
                  <a:lnTo>
                    <a:pt x="223141" y="121920"/>
                  </a:lnTo>
                  <a:lnTo>
                    <a:pt x="220605" y="124460"/>
                  </a:lnTo>
                  <a:lnTo>
                    <a:pt x="230756" y="124460"/>
                  </a:lnTo>
                  <a:lnTo>
                    <a:pt x="233292" y="121920"/>
                  </a:lnTo>
                  <a:close/>
                </a:path>
                <a:path w="355600" h="351789">
                  <a:moveTo>
                    <a:pt x="235828" y="119380"/>
                  </a:moveTo>
                  <a:lnTo>
                    <a:pt x="225676" y="119380"/>
                  </a:lnTo>
                  <a:lnTo>
                    <a:pt x="224409" y="120650"/>
                  </a:lnTo>
                  <a:lnTo>
                    <a:pt x="234560" y="120650"/>
                  </a:lnTo>
                  <a:lnTo>
                    <a:pt x="235828" y="119380"/>
                  </a:lnTo>
                  <a:close/>
                </a:path>
                <a:path w="355600" h="351789">
                  <a:moveTo>
                    <a:pt x="239631" y="115570"/>
                  </a:moveTo>
                  <a:lnTo>
                    <a:pt x="229480" y="115570"/>
                  </a:lnTo>
                  <a:lnTo>
                    <a:pt x="226944" y="118110"/>
                  </a:lnTo>
                  <a:lnTo>
                    <a:pt x="237096" y="118110"/>
                  </a:lnTo>
                  <a:lnTo>
                    <a:pt x="239631" y="115570"/>
                  </a:lnTo>
                  <a:close/>
                </a:path>
                <a:path w="355600" h="351789">
                  <a:moveTo>
                    <a:pt x="242167" y="113030"/>
                  </a:moveTo>
                  <a:lnTo>
                    <a:pt x="232016" y="113030"/>
                  </a:lnTo>
                  <a:lnTo>
                    <a:pt x="230748" y="114300"/>
                  </a:lnTo>
                  <a:lnTo>
                    <a:pt x="240899" y="114300"/>
                  </a:lnTo>
                  <a:lnTo>
                    <a:pt x="242167" y="113030"/>
                  </a:lnTo>
                  <a:close/>
                </a:path>
                <a:path w="355600" h="351789">
                  <a:moveTo>
                    <a:pt x="245971" y="109220"/>
                  </a:moveTo>
                  <a:lnTo>
                    <a:pt x="235819" y="109220"/>
                  </a:lnTo>
                  <a:lnTo>
                    <a:pt x="233283" y="111760"/>
                  </a:lnTo>
                  <a:lnTo>
                    <a:pt x="243435" y="111760"/>
                  </a:lnTo>
                  <a:lnTo>
                    <a:pt x="245971" y="109220"/>
                  </a:lnTo>
                  <a:close/>
                </a:path>
                <a:path w="355600" h="351789">
                  <a:moveTo>
                    <a:pt x="248506" y="106680"/>
                  </a:moveTo>
                  <a:lnTo>
                    <a:pt x="238355" y="106680"/>
                  </a:lnTo>
                  <a:lnTo>
                    <a:pt x="237087" y="107950"/>
                  </a:lnTo>
                  <a:lnTo>
                    <a:pt x="247238" y="107950"/>
                  </a:lnTo>
                  <a:lnTo>
                    <a:pt x="248506" y="106680"/>
                  </a:lnTo>
                  <a:close/>
                </a:path>
                <a:path w="355600" h="351789">
                  <a:moveTo>
                    <a:pt x="252310" y="102870"/>
                  </a:moveTo>
                  <a:lnTo>
                    <a:pt x="242158" y="102870"/>
                  </a:lnTo>
                  <a:lnTo>
                    <a:pt x="239623" y="105410"/>
                  </a:lnTo>
                  <a:lnTo>
                    <a:pt x="249774" y="105410"/>
                  </a:lnTo>
                  <a:lnTo>
                    <a:pt x="252310" y="102870"/>
                  </a:lnTo>
                  <a:close/>
                </a:path>
                <a:path w="355600" h="351789">
                  <a:moveTo>
                    <a:pt x="254845" y="100330"/>
                  </a:moveTo>
                  <a:lnTo>
                    <a:pt x="244694" y="100330"/>
                  </a:lnTo>
                  <a:lnTo>
                    <a:pt x="243426" y="101600"/>
                  </a:lnTo>
                  <a:lnTo>
                    <a:pt x="253578" y="101600"/>
                  </a:lnTo>
                  <a:lnTo>
                    <a:pt x="254845" y="100330"/>
                  </a:lnTo>
                  <a:close/>
                </a:path>
                <a:path w="355600" h="351789">
                  <a:moveTo>
                    <a:pt x="258649" y="96520"/>
                  </a:moveTo>
                  <a:lnTo>
                    <a:pt x="248498" y="96520"/>
                  </a:lnTo>
                  <a:lnTo>
                    <a:pt x="245962" y="99060"/>
                  </a:lnTo>
                  <a:lnTo>
                    <a:pt x="256113" y="99060"/>
                  </a:lnTo>
                  <a:lnTo>
                    <a:pt x="258649" y="96520"/>
                  </a:lnTo>
                  <a:close/>
                </a:path>
                <a:path w="355600" h="351789">
                  <a:moveTo>
                    <a:pt x="261185" y="93980"/>
                  </a:moveTo>
                  <a:lnTo>
                    <a:pt x="251033" y="93980"/>
                  </a:lnTo>
                  <a:lnTo>
                    <a:pt x="249765" y="95250"/>
                  </a:lnTo>
                  <a:lnTo>
                    <a:pt x="259917" y="95250"/>
                  </a:lnTo>
                  <a:lnTo>
                    <a:pt x="261185" y="93980"/>
                  </a:lnTo>
                  <a:close/>
                </a:path>
                <a:path w="355600" h="351789">
                  <a:moveTo>
                    <a:pt x="264988" y="90170"/>
                  </a:moveTo>
                  <a:lnTo>
                    <a:pt x="254837" y="90170"/>
                  </a:lnTo>
                  <a:lnTo>
                    <a:pt x="252301" y="92710"/>
                  </a:lnTo>
                  <a:lnTo>
                    <a:pt x="262453" y="92710"/>
                  </a:lnTo>
                  <a:lnTo>
                    <a:pt x="264988" y="90170"/>
                  </a:lnTo>
                  <a:close/>
                </a:path>
                <a:path w="355600" h="351789">
                  <a:moveTo>
                    <a:pt x="267524" y="87630"/>
                  </a:moveTo>
                  <a:lnTo>
                    <a:pt x="257373" y="87630"/>
                  </a:lnTo>
                  <a:lnTo>
                    <a:pt x="256105" y="88900"/>
                  </a:lnTo>
                  <a:lnTo>
                    <a:pt x="266256" y="88900"/>
                  </a:lnTo>
                  <a:lnTo>
                    <a:pt x="267524" y="87630"/>
                  </a:lnTo>
                  <a:close/>
                </a:path>
                <a:path w="355600" h="351789">
                  <a:moveTo>
                    <a:pt x="271327" y="83820"/>
                  </a:moveTo>
                  <a:lnTo>
                    <a:pt x="261176" y="83820"/>
                  </a:lnTo>
                  <a:lnTo>
                    <a:pt x="258640" y="86360"/>
                  </a:lnTo>
                  <a:lnTo>
                    <a:pt x="268792" y="86360"/>
                  </a:lnTo>
                  <a:lnTo>
                    <a:pt x="271327" y="83820"/>
                  </a:lnTo>
                  <a:close/>
                </a:path>
                <a:path w="355600" h="351789">
                  <a:moveTo>
                    <a:pt x="273863" y="81280"/>
                  </a:moveTo>
                  <a:lnTo>
                    <a:pt x="263712" y="81280"/>
                  </a:lnTo>
                  <a:lnTo>
                    <a:pt x="262444" y="82550"/>
                  </a:lnTo>
                  <a:lnTo>
                    <a:pt x="272595" y="82550"/>
                  </a:lnTo>
                  <a:lnTo>
                    <a:pt x="273863" y="81280"/>
                  </a:lnTo>
                  <a:close/>
                </a:path>
                <a:path w="355600" h="351789">
                  <a:moveTo>
                    <a:pt x="277667" y="77470"/>
                  </a:moveTo>
                  <a:lnTo>
                    <a:pt x="267515" y="77470"/>
                  </a:lnTo>
                  <a:lnTo>
                    <a:pt x="264980" y="80010"/>
                  </a:lnTo>
                  <a:lnTo>
                    <a:pt x="275131" y="80010"/>
                  </a:lnTo>
                  <a:lnTo>
                    <a:pt x="277667" y="77470"/>
                  </a:lnTo>
                  <a:close/>
                </a:path>
                <a:path w="355600" h="351789">
                  <a:moveTo>
                    <a:pt x="280202" y="74930"/>
                  </a:moveTo>
                  <a:lnTo>
                    <a:pt x="270051" y="74930"/>
                  </a:lnTo>
                  <a:lnTo>
                    <a:pt x="268783" y="76200"/>
                  </a:lnTo>
                  <a:lnTo>
                    <a:pt x="278935" y="76200"/>
                  </a:lnTo>
                  <a:lnTo>
                    <a:pt x="280202" y="74930"/>
                  </a:lnTo>
                  <a:close/>
                </a:path>
                <a:path w="355600" h="351789">
                  <a:moveTo>
                    <a:pt x="284006" y="71120"/>
                  </a:moveTo>
                  <a:lnTo>
                    <a:pt x="273855" y="71120"/>
                  </a:lnTo>
                  <a:lnTo>
                    <a:pt x="271319" y="73660"/>
                  </a:lnTo>
                  <a:lnTo>
                    <a:pt x="281470" y="73660"/>
                  </a:lnTo>
                  <a:lnTo>
                    <a:pt x="284006" y="71120"/>
                  </a:lnTo>
                  <a:close/>
                </a:path>
                <a:path w="355600" h="351789">
                  <a:moveTo>
                    <a:pt x="286542" y="68580"/>
                  </a:moveTo>
                  <a:lnTo>
                    <a:pt x="276390" y="68580"/>
                  </a:lnTo>
                  <a:lnTo>
                    <a:pt x="275122" y="69850"/>
                  </a:lnTo>
                  <a:lnTo>
                    <a:pt x="285274" y="69850"/>
                  </a:lnTo>
                  <a:lnTo>
                    <a:pt x="286542" y="68580"/>
                  </a:lnTo>
                  <a:close/>
                </a:path>
                <a:path w="355600" h="351789">
                  <a:moveTo>
                    <a:pt x="290345" y="64770"/>
                  </a:moveTo>
                  <a:lnTo>
                    <a:pt x="280194" y="64770"/>
                  </a:lnTo>
                  <a:lnTo>
                    <a:pt x="277658" y="67310"/>
                  </a:lnTo>
                  <a:lnTo>
                    <a:pt x="287809" y="67310"/>
                  </a:lnTo>
                  <a:lnTo>
                    <a:pt x="290345" y="64770"/>
                  </a:lnTo>
                  <a:close/>
                </a:path>
                <a:path w="355600" h="351789">
                  <a:moveTo>
                    <a:pt x="292881" y="62230"/>
                  </a:moveTo>
                  <a:lnTo>
                    <a:pt x="282729" y="62230"/>
                  </a:lnTo>
                  <a:lnTo>
                    <a:pt x="281462" y="63500"/>
                  </a:lnTo>
                  <a:lnTo>
                    <a:pt x="291613" y="63500"/>
                  </a:lnTo>
                  <a:lnTo>
                    <a:pt x="292881" y="62230"/>
                  </a:lnTo>
                  <a:close/>
                </a:path>
                <a:path w="355600" h="351789">
                  <a:moveTo>
                    <a:pt x="296684" y="58420"/>
                  </a:moveTo>
                  <a:lnTo>
                    <a:pt x="286533" y="58420"/>
                  </a:lnTo>
                  <a:lnTo>
                    <a:pt x="283997" y="60960"/>
                  </a:lnTo>
                  <a:lnTo>
                    <a:pt x="294149" y="60960"/>
                  </a:lnTo>
                  <a:lnTo>
                    <a:pt x="296684" y="58420"/>
                  </a:lnTo>
                  <a:close/>
                </a:path>
                <a:path w="355600" h="351789">
                  <a:moveTo>
                    <a:pt x="299220" y="55880"/>
                  </a:moveTo>
                  <a:lnTo>
                    <a:pt x="289069" y="55880"/>
                  </a:lnTo>
                  <a:lnTo>
                    <a:pt x="287801" y="57150"/>
                  </a:lnTo>
                  <a:lnTo>
                    <a:pt x="297952" y="57150"/>
                  </a:lnTo>
                  <a:lnTo>
                    <a:pt x="299220" y="55880"/>
                  </a:lnTo>
                  <a:close/>
                </a:path>
                <a:path w="355600" h="351789">
                  <a:moveTo>
                    <a:pt x="303024" y="52070"/>
                  </a:moveTo>
                  <a:lnTo>
                    <a:pt x="292872" y="52070"/>
                  </a:lnTo>
                  <a:lnTo>
                    <a:pt x="290337" y="54610"/>
                  </a:lnTo>
                  <a:lnTo>
                    <a:pt x="300488" y="54610"/>
                  </a:lnTo>
                  <a:lnTo>
                    <a:pt x="303024" y="52070"/>
                  </a:lnTo>
                  <a:close/>
                </a:path>
                <a:path w="355600" h="351789">
                  <a:moveTo>
                    <a:pt x="305559" y="49530"/>
                  </a:moveTo>
                  <a:lnTo>
                    <a:pt x="295408" y="49530"/>
                  </a:lnTo>
                  <a:lnTo>
                    <a:pt x="294140" y="50800"/>
                  </a:lnTo>
                  <a:lnTo>
                    <a:pt x="304292" y="50800"/>
                  </a:lnTo>
                  <a:lnTo>
                    <a:pt x="305559" y="49530"/>
                  </a:lnTo>
                  <a:close/>
                </a:path>
                <a:path w="355600" h="351789">
                  <a:moveTo>
                    <a:pt x="309363" y="45720"/>
                  </a:moveTo>
                  <a:lnTo>
                    <a:pt x="299212" y="45720"/>
                  </a:lnTo>
                  <a:lnTo>
                    <a:pt x="296676" y="48260"/>
                  </a:lnTo>
                  <a:lnTo>
                    <a:pt x="306827" y="48260"/>
                  </a:lnTo>
                  <a:lnTo>
                    <a:pt x="309363" y="45720"/>
                  </a:lnTo>
                  <a:close/>
                </a:path>
                <a:path w="355600" h="351789">
                  <a:moveTo>
                    <a:pt x="311899" y="43180"/>
                  </a:moveTo>
                  <a:lnTo>
                    <a:pt x="301747" y="43180"/>
                  </a:lnTo>
                  <a:lnTo>
                    <a:pt x="300479" y="44450"/>
                  </a:lnTo>
                  <a:lnTo>
                    <a:pt x="310631" y="44450"/>
                  </a:lnTo>
                  <a:lnTo>
                    <a:pt x="311899" y="43180"/>
                  </a:lnTo>
                  <a:close/>
                </a:path>
                <a:path w="355600" h="351789">
                  <a:moveTo>
                    <a:pt x="315702" y="39370"/>
                  </a:moveTo>
                  <a:lnTo>
                    <a:pt x="305551" y="39370"/>
                  </a:lnTo>
                  <a:lnTo>
                    <a:pt x="303015" y="41910"/>
                  </a:lnTo>
                  <a:lnTo>
                    <a:pt x="313166" y="41910"/>
                  </a:lnTo>
                  <a:lnTo>
                    <a:pt x="315702" y="39370"/>
                  </a:lnTo>
                  <a:close/>
                </a:path>
                <a:path w="355600" h="351789">
                  <a:moveTo>
                    <a:pt x="318238" y="36830"/>
                  </a:moveTo>
                  <a:lnTo>
                    <a:pt x="308086" y="36830"/>
                  </a:lnTo>
                  <a:lnTo>
                    <a:pt x="306819" y="38100"/>
                  </a:lnTo>
                  <a:lnTo>
                    <a:pt x="316970" y="38100"/>
                  </a:lnTo>
                  <a:lnTo>
                    <a:pt x="318238" y="36830"/>
                  </a:lnTo>
                  <a:close/>
                </a:path>
                <a:path w="355600" h="351789">
                  <a:moveTo>
                    <a:pt x="322041" y="33020"/>
                  </a:moveTo>
                  <a:lnTo>
                    <a:pt x="311890" y="33020"/>
                  </a:lnTo>
                  <a:lnTo>
                    <a:pt x="309354" y="35560"/>
                  </a:lnTo>
                  <a:lnTo>
                    <a:pt x="319506" y="35560"/>
                  </a:lnTo>
                  <a:lnTo>
                    <a:pt x="322041" y="33020"/>
                  </a:lnTo>
                  <a:close/>
                </a:path>
                <a:path w="355600" h="351789">
                  <a:moveTo>
                    <a:pt x="324577" y="30480"/>
                  </a:moveTo>
                  <a:lnTo>
                    <a:pt x="314426" y="30480"/>
                  </a:lnTo>
                  <a:lnTo>
                    <a:pt x="313158" y="31750"/>
                  </a:lnTo>
                  <a:lnTo>
                    <a:pt x="323309" y="31750"/>
                  </a:lnTo>
                  <a:lnTo>
                    <a:pt x="324577" y="30480"/>
                  </a:lnTo>
                  <a:close/>
                </a:path>
                <a:path w="355600" h="351789">
                  <a:moveTo>
                    <a:pt x="328381" y="26670"/>
                  </a:moveTo>
                  <a:lnTo>
                    <a:pt x="318229" y="26670"/>
                  </a:lnTo>
                  <a:lnTo>
                    <a:pt x="315694" y="29210"/>
                  </a:lnTo>
                  <a:lnTo>
                    <a:pt x="325845" y="29210"/>
                  </a:lnTo>
                  <a:lnTo>
                    <a:pt x="328381" y="26670"/>
                  </a:lnTo>
                  <a:close/>
                </a:path>
                <a:path w="355600" h="351789">
                  <a:moveTo>
                    <a:pt x="330916" y="24130"/>
                  </a:moveTo>
                  <a:lnTo>
                    <a:pt x="320765" y="24130"/>
                  </a:lnTo>
                  <a:lnTo>
                    <a:pt x="319497" y="25400"/>
                  </a:lnTo>
                  <a:lnTo>
                    <a:pt x="329648" y="25400"/>
                  </a:lnTo>
                  <a:lnTo>
                    <a:pt x="330916" y="24130"/>
                  </a:lnTo>
                  <a:close/>
                </a:path>
                <a:path w="355600" h="351789">
                  <a:moveTo>
                    <a:pt x="334720" y="20320"/>
                  </a:moveTo>
                  <a:lnTo>
                    <a:pt x="324568" y="20320"/>
                  </a:lnTo>
                  <a:lnTo>
                    <a:pt x="322033" y="22860"/>
                  </a:lnTo>
                  <a:lnTo>
                    <a:pt x="332184" y="22860"/>
                  </a:lnTo>
                  <a:lnTo>
                    <a:pt x="334720" y="20320"/>
                  </a:lnTo>
                  <a:close/>
                </a:path>
                <a:path w="355600" h="351789">
                  <a:moveTo>
                    <a:pt x="337256" y="17780"/>
                  </a:moveTo>
                  <a:lnTo>
                    <a:pt x="327104" y="17780"/>
                  </a:lnTo>
                  <a:lnTo>
                    <a:pt x="325836" y="19050"/>
                  </a:lnTo>
                  <a:lnTo>
                    <a:pt x="335988" y="19050"/>
                  </a:lnTo>
                  <a:lnTo>
                    <a:pt x="337256" y="17780"/>
                  </a:lnTo>
                  <a:close/>
                </a:path>
                <a:path w="355600" h="351789">
                  <a:moveTo>
                    <a:pt x="341059" y="13970"/>
                  </a:moveTo>
                  <a:lnTo>
                    <a:pt x="330908" y="13970"/>
                  </a:lnTo>
                  <a:lnTo>
                    <a:pt x="328372" y="16510"/>
                  </a:lnTo>
                  <a:lnTo>
                    <a:pt x="338523" y="16510"/>
                  </a:lnTo>
                  <a:lnTo>
                    <a:pt x="341059" y="13970"/>
                  </a:lnTo>
                  <a:close/>
                </a:path>
                <a:path w="355600" h="351789">
                  <a:moveTo>
                    <a:pt x="343595" y="11430"/>
                  </a:moveTo>
                  <a:lnTo>
                    <a:pt x="333443" y="11430"/>
                  </a:lnTo>
                  <a:lnTo>
                    <a:pt x="332176" y="12700"/>
                  </a:lnTo>
                  <a:lnTo>
                    <a:pt x="342327" y="12700"/>
                  </a:lnTo>
                  <a:lnTo>
                    <a:pt x="343595" y="11430"/>
                  </a:lnTo>
                  <a:close/>
                </a:path>
                <a:path w="355600" h="351789">
                  <a:moveTo>
                    <a:pt x="347398" y="7620"/>
                  </a:moveTo>
                  <a:lnTo>
                    <a:pt x="337247" y="7620"/>
                  </a:lnTo>
                  <a:lnTo>
                    <a:pt x="334711" y="10160"/>
                  </a:lnTo>
                  <a:lnTo>
                    <a:pt x="344863" y="10160"/>
                  </a:lnTo>
                  <a:lnTo>
                    <a:pt x="347398" y="7620"/>
                  </a:lnTo>
                  <a:close/>
                </a:path>
                <a:path w="355600" h="351789">
                  <a:moveTo>
                    <a:pt x="349934" y="5080"/>
                  </a:moveTo>
                  <a:lnTo>
                    <a:pt x="339783" y="5080"/>
                  </a:lnTo>
                  <a:lnTo>
                    <a:pt x="338515" y="6350"/>
                  </a:lnTo>
                  <a:lnTo>
                    <a:pt x="348666" y="6350"/>
                  </a:lnTo>
                  <a:lnTo>
                    <a:pt x="349934" y="5080"/>
                  </a:lnTo>
                  <a:close/>
                </a:path>
                <a:path w="355600" h="351789">
                  <a:moveTo>
                    <a:pt x="355005" y="0"/>
                  </a:moveTo>
                  <a:lnTo>
                    <a:pt x="344854" y="0"/>
                  </a:lnTo>
                  <a:lnTo>
                    <a:pt x="341050" y="3810"/>
                  </a:lnTo>
                  <a:lnTo>
                    <a:pt x="351202" y="3810"/>
                  </a:lnTo>
                  <a:lnTo>
                    <a:pt x="355005" y="0"/>
                  </a:lnTo>
                  <a:close/>
                </a:path>
                <a:path w="355600" h="351789">
                  <a:moveTo>
                    <a:pt x="157221" y="198120"/>
                  </a:moveTo>
                  <a:lnTo>
                    <a:pt x="147070" y="198120"/>
                  </a:lnTo>
                  <a:lnTo>
                    <a:pt x="121713" y="223520"/>
                  </a:lnTo>
                  <a:lnTo>
                    <a:pt x="131864" y="223520"/>
                  </a:lnTo>
                  <a:lnTo>
                    <a:pt x="157221" y="198120"/>
                  </a:lnTo>
                  <a:close/>
                </a:path>
                <a:path w="355600" h="351789">
                  <a:moveTo>
                    <a:pt x="131864" y="223520"/>
                  </a:moveTo>
                  <a:lnTo>
                    <a:pt x="121713" y="223520"/>
                  </a:lnTo>
                  <a:lnTo>
                    <a:pt x="70999" y="274320"/>
                  </a:lnTo>
                  <a:lnTo>
                    <a:pt x="81150" y="274320"/>
                  </a:lnTo>
                  <a:lnTo>
                    <a:pt x="131864" y="223520"/>
                  </a:lnTo>
                  <a:close/>
                </a:path>
                <a:path w="355600" h="351789">
                  <a:moveTo>
                    <a:pt x="13954" y="341630"/>
                  </a:moveTo>
                  <a:lnTo>
                    <a:pt x="3803" y="341630"/>
                  </a:lnTo>
                  <a:lnTo>
                    <a:pt x="0" y="345440"/>
                  </a:lnTo>
                  <a:lnTo>
                    <a:pt x="167" y="345440"/>
                  </a:lnTo>
                  <a:lnTo>
                    <a:pt x="167" y="347980"/>
                  </a:lnTo>
                  <a:lnTo>
                    <a:pt x="1437" y="347980"/>
                  </a:lnTo>
                  <a:lnTo>
                    <a:pt x="1437" y="350520"/>
                  </a:lnTo>
                  <a:lnTo>
                    <a:pt x="2707" y="350520"/>
                  </a:lnTo>
                  <a:lnTo>
                    <a:pt x="2707" y="351790"/>
                  </a:lnTo>
                  <a:lnTo>
                    <a:pt x="3812" y="351790"/>
                  </a:lnTo>
                  <a:lnTo>
                    <a:pt x="13954" y="341630"/>
                  </a:lnTo>
                  <a:close/>
                </a:path>
                <a:path w="355600" h="351789">
                  <a:moveTo>
                    <a:pt x="26633" y="328930"/>
                  </a:moveTo>
                  <a:lnTo>
                    <a:pt x="16482" y="328930"/>
                  </a:lnTo>
                  <a:lnTo>
                    <a:pt x="5071" y="340360"/>
                  </a:lnTo>
                  <a:lnTo>
                    <a:pt x="15222" y="340360"/>
                  </a:lnTo>
                  <a:lnTo>
                    <a:pt x="26633" y="328930"/>
                  </a:lnTo>
                  <a:close/>
                </a:path>
                <a:path w="355600" h="351789">
                  <a:moveTo>
                    <a:pt x="30436" y="325120"/>
                  </a:moveTo>
                  <a:lnTo>
                    <a:pt x="20285" y="325120"/>
                  </a:lnTo>
                  <a:lnTo>
                    <a:pt x="17749" y="327660"/>
                  </a:lnTo>
                  <a:lnTo>
                    <a:pt x="27901" y="327660"/>
                  </a:lnTo>
                  <a:lnTo>
                    <a:pt x="30436" y="325120"/>
                  </a:lnTo>
                  <a:close/>
                </a:path>
                <a:path w="355600" h="351789">
                  <a:moveTo>
                    <a:pt x="32972" y="322580"/>
                  </a:moveTo>
                  <a:lnTo>
                    <a:pt x="22821" y="322580"/>
                  </a:lnTo>
                  <a:lnTo>
                    <a:pt x="21553" y="323850"/>
                  </a:lnTo>
                  <a:lnTo>
                    <a:pt x="31704" y="323850"/>
                  </a:lnTo>
                  <a:lnTo>
                    <a:pt x="32972" y="322580"/>
                  </a:lnTo>
                  <a:close/>
                </a:path>
                <a:path w="355600" h="351789">
                  <a:moveTo>
                    <a:pt x="36776" y="318770"/>
                  </a:moveTo>
                  <a:lnTo>
                    <a:pt x="26624" y="318770"/>
                  </a:lnTo>
                  <a:lnTo>
                    <a:pt x="24089" y="321310"/>
                  </a:lnTo>
                  <a:lnTo>
                    <a:pt x="34240" y="321310"/>
                  </a:lnTo>
                  <a:lnTo>
                    <a:pt x="36776" y="318770"/>
                  </a:lnTo>
                  <a:close/>
                </a:path>
                <a:path w="355600" h="351789">
                  <a:moveTo>
                    <a:pt x="49454" y="306070"/>
                  </a:moveTo>
                  <a:lnTo>
                    <a:pt x="39303" y="306070"/>
                  </a:lnTo>
                  <a:lnTo>
                    <a:pt x="27892" y="317500"/>
                  </a:lnTo>
                  <a:lnTo>
                    <a:pt x="38044" y="317500"/>
                  </a:lnTo>
                  <a:lnTo>
                    <a:pt x="49454" y="306070"/>
                  </a:lnTo>
                  <a:close/>
                </a:path>
                <a:path w="355600" h="351789">
                  <a:moveTo>
                    <a:pt x="58329" y="297180"/>
                  </a:moveTo>
                  <a:lnTo>
                    <a:pt x="48178" y="297180"/>
                  </a:lnTo>
                  <a:lnTo>
                    <a:pt x="40571" y="304800"/>
                  </a:lnTo>
                  <a:lnTo>
                    <a:pt x="50722" y="304800"/>
                  </a:lnTo>
                  <a:lnTo>
                    <a:pt x="58329" y="297180"/>
                  </a:lnTo>
                  <a:close/>
                </a:path>
                <a:path w="355600" h="351789">
                  <a:moveTo>
                    <a:pt x="74811" y="280670"/>
                  </a:moveTo>
                  <a:lnTo>
                    <a:pt x="64660" y="280670"/>
                  </a:lnTo>
                  <a:lnTo>
                    <a:pt x="49446" y="295910"/>
                  </a:lnTo>
                  <a:lnTo>
                    <a:pt x="59597" y="295910"/>
                  </a:lnTo>
                  <a:lnTo>
                    <a:pt x="74811" y="280670"/>
                  </a:lnTo>
                  <a:close/>
                </a:path>
                <a:path w="355600" h="351789">
                  <a:moveTo>
                    <a:pt x="79882" y="275590"/>
                  </a:moveTo>
                  <a:lnTo>
                    <a:pt x="69731" y="275590"/>
                  </a:lnTo>
                  <a:lnTo>
                    <a:pt x="65928" y="279400"/>
                  </a:lnTo>
                  <a:lnTo>
                    <a:pt x="76079" y="279400"/>
                  </a:lnTo>
                  <a:lnTo>
                    <a:pt x="79882" y="275590"/>
                  </a:lnTo>
                  <a:close/>
                </a:path>
              </a:pathLst>
            </a:custGeom>
            <a:solidFill>
              <a:srgbClr val="6658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0">
              <a:extLst>
                <a:ext uri="{FF2B5EF4-FFF2-40B4-BE49-F238E27FC236}">
                  <a16:creationId xmlns:a16="http://schemas.microsoft.com/office/drawing/2014/main" id="{C95F77A1-8A63-BDA4-58E6-F9AC0ECAAB0F}"/>
                </a:ext>
              </a:extLst>
            </p:cNvPr>
            <p:cNvSpPr/>
            <p:nvPr/>
          </p:nvSpPr>
          <p:spPr>
            <a:xfrm>
              <a:off x="2459824" y="2579369"/>
              <a:ext cx="363855" cy="359410"/>
            </a:xfrm>
            <a:custGeom>
              <a:avLst/>
              <a:gdLst/>
              <a:ahLst/>
              <a:cxnLst/>
              <a:rect l="l" t="t" r="r" b="b"/>
              <a:pathLst>
                <a:path w="363855" h="359410">
                  <a:moveTo>
                    <a:pt x="169075" y="194310"/>
                  </a:moveTo>
                  <a:lnTo>
                    <a:pt x="159748" y="194310"/>
                  </a:lnTo>
                  <a:lnTo>
                    <a:pt x="153409" y="200660"/>
                  </a:lnTo>
                  <a:lnTo>
                    <a:pt x="162725" y="200660"/>
                  </a:lnTo>
                  <a:lnTo>
                    <a:pt x="169075" y="194310"/>
                  </a:lnTo>
                  <a:close/>
                </a:path>
                <a:path w="363855" h="359410">
                  <a:moveTo>
                    <a:pt x="171615" y="191770"/>
                  </a:moveTo>
                  <a:lnTo>
                    <a:pt x="162284" y="191770"/>
                  </a:lnTo>
                  <a:lnTo>
                    <a:pt x="161016" y="193039"/>
                  </a:lnTo>
                  <a:lnTo>
                    <a:pt x="170345" y="193039"/>
                  </a:lnTo>
                  <a:lnTo>
                    <a:pt x="171615" y="191770"/>
                  </a:lnTo>
                  <a:close/>
                </a:path>
                <a:path w="363855" h="359410">
                  <a:moveTo>
                    <a:pt x="175425" y="187960"/>
                  </a:moveTo>
                  <a:lnTo>
                    <a:pt x="166088" y="187960"/>
                  </a:lnTo>
                  <a:lnTo>
                    <a:pt x="163552" y="190500"/>
                  </a:lnTo>
                  <a:lnTo>
                    <a:pt x="172885" y="190500"/>
                  </a:lnTo>
                  <a:lnTo>
                    <a:pt x="175425" y="187960"/>
                  </a:lnTo>
                  <a:close/>
                </a:path>
                <a:path w="363855" h="359410">
                  <a:moveTo>
                    <a:pt x="177965" y="185420"/>
                  </a:moveTo>
                  <a:lnTo>
                    <a:pt x="168623" y="185420"/>
                  </a:lnTo>
                  <a:lnTo>
                    <a:pt x="167355" y="186689"/>
                  </a:lnTo>
                  <a:lnTo>
                    <a:pt x="176695" y="186689"/>
                  </a:lnTo>
                  <a:lnTo>
                    <a:pt x="177965" y="185420"/>
                  </a:lnTo>
                  <a:close/>
                </a:path>
                <a:path w="363855" h="359410">
                  <a:moveTo>
                    <a:pt x="181775" y="181610"/>
                  </a:moveTo>
                  <a:lnTo>
                    <a:pt x="172427" y="181610"/>
                  </a:lnTo>
                  <a:lnTo>
                    <a:pt x="169891" y="184150"/>
                  </a:lnTo>
                  <a:lnTo>
                    <a:pt x="179235" y="184150"/>
                  </a:lnTo>
                  <a:lnTo>
                    <a:pt x="181775" y="181610"/>
                  </a:lnTo>
                  <a:close/>
                </a:path>
                <a:path w="363855" h="359410">
                  <a:moveTo>
                    <a:pt x="184315" y="179070"/>
                  </a:moveTo>
                  <a:lnTo>
                    <a:pt x="174962" y="179070"/>
                  </a:lnTo>
                  <a:lnTo>
                    <a:pt x="173695" y="180339"/>
                  </a:lnTo>
                  <a:lnTo>
                    <a:pt x="183045" y="180339"/>
                  </a:lnTo>
                  <a:lnTo>
                    <a:pt x="184315" y="179070"/>
                  </a:lnTo>
                  <a:close/>
                </a:path>
                <a:path w="363855" h="359410">
                  <a:moveTo>
                    <a:pt x="197015" y="166370"/>
                  </a:moveTo>
                  <a:lnTo>
                    <a:pt x="187641" y="166370"/>
                  </a:lnTo>
                  <a:lnTo>
                    <a:pt x="176230" y="177800"/>
                  </a:lnTo>
                  <a:lnTo>
                    <a:pt x="185585" y="177800"/>
                  </a:lnTo>
                  <a:lnTo>
                    <a:pt x="197015" y="166370"/>
                  </a:lnTo>
                  <a:close/>
                </a:path>
                <a:path w="363855" h="359410">
                  <a:moveTo>
                    <a:pt x="209715" y="153670"/>
                  </a:moveTo>
                  <a:lnTo>
                    <a:pt x="200319" y="153670"/>
                  </a:lnTo>
                  <a:lnTo>
                    <a:pt x="188909" y="165100"/>
                  </a:lnTo>
                  <a:lnTo>
                    <a:pt x="198285" y="165100"/>
                  </a:lnTo>
                  <a:lnTo>
                    <a:pt x="209715" y="153670"/>
                  </a:lnTo>
                  <a:close/>
                </a:path>
                <a:path w="363855" h="359410">
                  <a:moveTo>
                    <a:pt x="213525" y="149860"/>
                  </a:moveTo>
                  <a:lnTo>
                    <a:pt x="204123" y="149860"/>
                  </a:lnTo>
                  <a:lnTo>
                    <a:pt x="201587" y="152400"/>
                  </a:lnTo>
                  <a:lnTo>
                    <a:pt x="210985" y="152400"/>
                  </a:lnTo>
                  <a:lnTo>
                    <a:pt x="213525" y="149860"/>
                  </a:lnTo>
                  <a:close/>
                </a:path>
                <a:path w="363855" h="359410">
                  <a:moveTo>
                    <a:pt x="216065" y="147320"/>
                  </a:moveTo>
                  <a:lnTo>
                    <a:pt x="206659" y="147320"/>
                  </a:lnTo>
                  <a:lnTo>
                    <a:pt x="205391" y="148589"/>
                  </a:lnTo>
                  <a:lnTo>
                    <a:pt x="214795" y="148589"/>
                  </a:lnTo>
                  <a:lnTo>
                    <a:pt x="216065" y="147320"/>
                  </a:lnTo>
                  <a:close/>
                </a:path>
                <a:path w="363855" h="359410">
                  <a:moveTo>
                    <a:pt x="219875" y="143510"/>
                  </a:moveTo>
                  <a:lnTo>
                    <a:pt x="210462" y="143510"/>
                  </a:lnTo>
                  <a:lnTo>
                    <a:pt x="207926" y="146050"/>
                  </a:lnTo>
                  <a:lnTo>
                    <a:pt x="217335" y="146050"/>
                  </a:lnTo>
                  <a:lnTo>
                    <a:pt x="219875" y="143510"/>
                  </a:lnTo>
                  <a:close/>
                </a:path>
                <a:path w="363855" h="359410">
                  <a:moveTo>
                    <a:pt x="222415" y="140970"/>
                  </a:moveTo>
                  <a:lnTo>
                    <a:pt x="212998" y="140970"/>
                  </a:lnTo>
                  <a:lnTo>
                    <a:pt x="211730" y="142239"/>
                  </a:lnTo>
                  <a:lnTo>
                    <a:pt x="221145" y="142239"/>
                  </a:lnTo>
                  <a:lnTo>
                    <a:pt x="222415" y="140970"/>
                  </a:lnTo>
                  <a:close/>
                </a:path>
                <a:path w="363855" h="359410">
                  <a:moveTo>
                    <a:pt x="226225" y="137160"/>
                  </a:moveTo>
                  <a:lnTo>
                    <a:pt x="216801" y="137160"/>
                  </a:lnTo>
                  <a:lnTo>
                    <a:pt x="214266" y="139700"/>
                  </a:lnTo>
                  <a:lnTo>
                    <a:pt x="223685" y="139700"/>
                  </a:lnTo>
                  <a:lnTo>
                    <a:pt x="226225" y="137160"/>
                  </a:lnTo>
                  <a:close/>
                </a:path>
                <a:path w="363855" h="359410">
                  <a:moveTo>
                    <a:pt x="228765" y="134620"/>
                  </a:moveTo>
                  <a:lnTo>
                    <a:pt x="219337" y="134620"/>
                  </a:lnTo>
                  <a:lnTo>
                    <a:pt x="218069" y="135889"/>
                  </a:lnTo>
                  <a:lnTo>
                    <a:pt x="227495" y="135889"/>
                  </a:lnTo>
                  <a:lnTo>
                    <a:pt x="228765" y="134620"/>
                  </a:lnTo>
                  <a:close/>
                </a:path>
                <a:path w="363855" h="359410">
                  <a:moveTo>
                    <a:pt x="232575" y="130810"/>
                  </a:moveTo>
                  <a:lnTo>
                    <a:pt x="223141" y="130810"/>
                  </a:lnTo>
                  <a:lnTo>
                    <a:pt x="220605" y="133350"/>
                  </a:lnTo>
                  <a:lnTo>
                    <a:pt x="230035" y="133350"/>
                  </a:lnTo>
                  <a:lnTo>
                    <a:pt x="232575" y="130810"/>
                  </a:lnTo>
                  <a:close/>
                </a:path>
                <a:path w="363855" h="359410">
                  <a:moveTo>
                    <a:pt x="235115" y="128270"/>
                  </a:moveTo>
                  <a:lnTo>
                    <a:pt x="225676" y="128270"/>
                  </a:lnTo>
                  <a:lnTo>
                    <a:pt x="224409" y="129539"/>
                  </a:lnTo>
                  <a:lnTo>
                    <a:pt x="233845" y="129539"/>
                  </a:lnTo>
                  <a:lnTo>
                    <a:pt x="235115" y="128270"/>
                  </a:lnTo>
                  <a:close/>
                </a:path>
                <a:path w="363855" h="359410">
                  <a:moveTo>
                    <a:pt x="238925" y="124460"/>
                  </a:moveTo>
                  <a:lnTo>
                    <a:pt x="229480" y="124460"/>
                  </a:lnTo>
                  <a:lnTo>
                    <a:pt x="226944" y="127000"/>
                  </a:lnTo>
                  <a:lnTo>
                    <a:pt x="236385" y="127000"/>
                  </a:lnTo>
                  <a:lnTo>
                    <a:pt x="238925" y="124460"/>
                  </a:lnTo>
                  <a:close/>
                </a:path>
                <a:path w="363855" h="359410">
                  <a:moveTo>
                    <a:pt x="241465" y="121920"/>
                  </a:moveTo>
                  <a:lnTo>
                    <a:pt x="232016" y="121920"/>
                  </a:lnTo>
                  <a:lnTo>
                    <a:pt x="230748" y="123189"/>
                  </a:lnTo>
                  <a:lnTo>
                    <a:pt x="240195" y="123189"/>
                  </a:lnTo>
                  <a:lnTo>
                    <a:pt x="241465" y="121920"/>
                  </a:lnTo>
                  <a:close/>
                </a:path>
                <a:path w="363855" h="359410">
                  <a:moveTo>
                    <a:pt x="245275" y="118110"/>
                  </a:moveTo>
                  <a:lnTo>
                    <a:pt x="235819" y="118110"/>
                  </a:lnTo>
                  <a:lnTo>
                    <a:pt x="233283" y="120650"/>
                  </a:lnTo>
                  <a:lnTo>
                    <a:pt x="242735" y="120650"/>
                  </a:lnTo>
                  <a:lnTo>
                    <a:pt x="245275" y="118110"/>
                  </a:lnTo>
                  <a:close/>
                </a:path>
                <a:path w="363855" h="359410">
                  <a:moveTo>
                    <a:pt x="247815" y="115570"/>
                  </a:moveTo>
                  <a:lnTo>
                    <a:pt x="238355" y="115570"/>
                  </a:lnTo>
                  <a:lnTo>
                    <a:pt x="237087" y="116839"/>
                  </a:lnTo>
                  <a:lnTo>
                    <a:pt x="246545" y="116839"/>
                  </a:lnTo>
                  <a:lnTo>
                    <a:pt x="247815" y="115570"/>
                  </a:lnTo>
                  <a:close/>
                </a:path>
                <a:path w="363855" h="359410">
                  <a:moveTo>
                    <a:pt x="251625" y="111760"/>
                  </a:moveTo>
                  <a:lnTo>
                    <a:pt x="242158" y="111760"/>
                  </a:lnTo>
                  <a:lnTo>
                    <a:pt x="239623" y="114300"/>
                  </a:lnTo>
                  <a:lnTo>
                    <a:pt x="249085" y="114300"/>
                  </a:lnTo>
                  <a:lnTo>
                    <a:pt x="251625" y="111760"/>
                  </a:lnTo>
                  <a:close/>
                </a:path>
                <a:path w="363855" h="359410">
                  <a:moveTo>
                    <a:pt x="254165" y="109220"/>
                  </a:moveTo>
                  <a:lnTo>
                    <a:pt x="244694" y="109220"/>
                  </a:lnTo>
                  <a:lnTo>
                    <a:pt x="243426" y="110489"/>
                  </a:lnTo>
                  <a:lnTo>
                    <a:pt x="252895" y="110489"/>
                  </a:lnTo>
                  <a:lnTo>
                    <a:pt x="254165" y="109220"/>
                  </a:lnTo>
                  <a:close/>
                </a:path>
                <a:path w="363855" h="359410">
                  <a:moveTo>
                    <a:pt x="257975" y="105410"/>
                  </a:moveTo>
                  <a:lnTo>
                    <a:pt x="248498" y="105410"/>
                  </a:lnTo>
                  <a:lnTo>
                    <a:pt x="245962" y="107950"/>
                  </a:lnTo>
                  <a:lnTo>
                    <a:pt x="255435" y="107950"/>
                  </a:lnTo>
                  <a:lnTo>
                    <a:pt x="257975" y="105410"/>
                  </a:lnTo>
                  <a:close/>
                </a:path>
                <a:path w="363855" h="359410">
                  <a:moveTo>
                    <a:pt x="260515" y="102870"/>
                  </a:moveTo>
                  <a:lnTo>
                    <a:pt x="251033" y="102870"/>
                  </a:lnTo>
                  <a:lnTo>
                    <a:pt x="249765" y="104139"/>
                  </a:lnTo>
                  <a:lnTo>
                    <a:pt x="259245" y="104139"/>
                  </a:lnTo>
                  <a:lnTo>
                    <a:pt x="260515" y="102870"/>
                  </a:lnTo>
                  <a:close/>
                </a:path>
                <a:path w="363855" h="359410">
                  <a:moveTo>
                    <a:pt x="264325" y="99060"/>
                  </a:moveTo>
                  <a:lnTo>
                    <a:pt x="254837" y="99060"/>
                  </a:lnTo>
                  <a:lnTo>
                    <a:pt x="252301" y="101600"/>
                  </a:lnTo>
                  <a:lnTo>
                    <a:pt x="261785" y="101600"/>
                  </a:lnTo>
                  <a:lnTo>
                    <a:pt x="264325" y="99060"/>
                  </a:lnTo>
                  <a:close/>
                </a:path>
                <a:path w="363855" h="359410">
                  <a:moveTo>
                    <a:pt x="266865" y="96520"/>
                  </a:moveTo>
                  <a:lnTo>
                    <a:pt x="257373" y="96520"/>
                  </a:lnTo>
                  <a:lnTo>
                    <a:pt x="256105" y="97789"/>
                  </a:lnTo>
                  <a:lnTo>
                    <a:pt x="265595" y="97789"/>
                  </a:lnTo>
                  <a:lnTo>
                    <a:pt x="266865" y="96520"/>
                  </a:lnTo>
                  <a:close/>
                </a:path>
                <a:path w="363855" h="359410">
                  <a:moveTo>
                    <a:pt x="270675" y="92710"/>
                  </a:moveTo>
                  <a:lnTo>
                    <a:pt x="261176" y="92710"/>
                  </a:lnTo>
                  <a:lnTo>
                    <a:pt x="258640" y="95250"/>
                  </a:lnTo>
                  <a:lnTo>
                    <a:pt x="268135" y="95250"/>
                  </a:lnTo>
                  <a:lnTo>
                    <a:pt x="270675" y="92710"/>
                  </a:lnTo>
                  <a:close/>
                </a:path>
                <a:path w="363855" h="359410">
                  <a:moveTo>
                    <a:pt x="273215" y="90170"/>
                  </a:moveTo>
                  <a:lnTo>
                    <a:pt x="263712" y="90170"/>
                  </a:lnTo>
                  <a:lnTo>
                    <a:pt x="262444" y="91439"/>
                  </a:lnTo>
                  <a:lnTo>
                    <a:pt x="271945" y="91439"/>
                  </a:lnTo>
                  <a:lnTo>
                    <a:pt x="273215" y="90170"/>
                  </a:lnTo>
                  <a:close/>
                </a:path>
                <a:path w="363855" h="359410">
                  <a:moveTo>
                    <a:pt x="277025" y="86360"/>
                  </a:moveTo>
                  <a:lnTo>
                    <a:pt x="267515" y="86360"/>
                  </a:lnTo>
                  <a:lnTo>
                    <a:pt x="264980" y="88900"/>
                  </a:lnTo>
                  <a:lnTo>
                    <a:pt x="274485" y="88900"/>
                  </a:lnTo>
                  <a:lnTo>
                    <a:pt x="277025" y="86360"/>
                  </a:lnTo>
                  <a:close/>
                </a:path>
                <a:path w="363855" h="359410">
                  <a:moveTo>
                    <a:pt x="279565" y="83820"/>
                  </a:moveTo>
                  <a:lnTo>
                    <a:pt x="270051" y="83820"/>
                  </a:lnTo>
                  <a:lnTo>
                    <a:pt x="268783" y="85089"/>
                  </a:lnTo>
                  <a:lnTo>
                    <a:pt x="278295" y="85089"/>
                  </a:lnTo>
                  <a:lnTo>
                    <a:pt x="279565" y="83820"/>
                  </a:lnTo>
                  <a:close/>
                </a:path>
                <a:path w="363855" h="359410">
                  <a:moveTo>
                    <a:pt x="283375" y="80010"/>
                  </a:moveTo>
                  <a:lnTo>
                    <a:pt x="273855" y="80010"/>
                  </a:lnTo>
                  <a:lnTo>
                    <a:pt x="271319" y="82550"/>
                  </a:lnTo>
                  <a:lnTo>
                    <a:pt x="280835" y="82550"/>
                  </a:lnTo>
                  <a:lnTo>
                    <a:pt x="283375" y="80010"/>
                  </a:lnTo>
                  <a:close/>
                </a:path>
                <a:path w="363855" h="359410">
                  <a:moveTo>
                    <a:pt x="285915" y="77470"/>
                  </a:moveTo>
                  <a:lnTo>
                    <a:pt x="276390" y="77470"/>
                  </a:lnTo>
                  <a:lnTo>
                    <a:pt x="275122" y="78739"/>
                  </a:lnTo>
                  <a:lnTo>
                    <a:pt x="284645" y="78739"/>
                  </a:lnTo>
                  <a:lnTo>
                    <a:pt x="285915" y="77470"/>
                  </a:lnTo>
                  <a:close/>
                </a:path>
                <a:path w="363855" h="359410">
                  <a:moveTo>
                    <a:pt x="289725" y="73660"/>
                  </a:moveTo>
                  <a:lnTo>
                    <a:pt x="280194" y="73660"/>
                  </a:lnTo>
                  <a:lnTo>
                    <a:pt x="277658" y="76200"/>
                  </a:lnTo>
                  <a:lnTo>
                    <a:pt x="287185" y="76200"/>
                  </a:lnTo>
                  <a:lnTo>
                    <a:pt x="289725" y="73660"/>
                  </a:lnTo>
                  <a:close/>
                </a:path>
                <a:path w="363855" h="359410">
                  <a:moveTo>
                    <a:pt x="292265" y="71120"/>
                  </a:moveTo>
                  <a:lnTo>
                    <a:pt x="282729" y="71120"/>
                  </a:lnTo>
                  <a:lnTo>
                    <a:pt x="281462" y="72389"/>
                  </a:lnTo>
                  <a:lnTo>
                    <a:pt x="290995" y="72389"/>
                  </a:lnTo>
                  <a:lnTo>
                    <a:pt x="292265" y="71120"/>
                  </a:lnTo>
                  <a:close/>
                </a:path>
                <a:path w="363855" h="359410">
                  <a:moveTo>
                    <a:pt x="296075" y="67310"/>
                  </a:moveTo>
                  <a:lnTo>
                    <a:pt x="286533" y="67310"/>
                  </a:lnTo>
                  <a:lnTo>
                    <a:pt x="283997" y="69850"/>
                  </a:lnTo>
                  <a:lnTo>
                    <a:pt x="293535" y="69850"/>
                  </a:lnTo>
                  <a:lnTo>
                    <a:pt x="296075" y="67310"/>
                  </a:lnTo>
                  <a:close/>
                </a:path>
                <a:path w="363855" h="359410">
                  <a:moveTo>
                    <a:pt x="298615" y="64770"/>
                  </a:moveTo>
                  <a:lnTo>
                    <a:pt x="289069" y="64770"/>
                  </a:lnTo>
                  <a:lnTo>
                    <a:pt x="287801" y="66039"/>
                  </a:lnTo>
                  <a:lnTo>
                    <a:pt x="297345" y="66039"/>
                  </a:lnTo>
                  <a:lnTo>
                    <a:pt x="298615" y="64770"/>
                  </a:lnTo>
                  <a:close/>
                </a:path>
                <a:path w="363855" h="359410">
                  <a:moveTo>
                    <a:pt x="302425" y="60960"/>
                  </a:moveTo>
                  <a:lnTo>
                    <a:pt x="292872" y="60960"/>
                  </a:lnTo>
                  <a:lnTo>
                    <a:pt x="290337" y="63500"/>
                  </a:lnTo>
                  <a:lnTo>
                    <a:pt x="299885" y="63500"/>
                  </a:lnTo>
                  <a:lnTo>
                    <a:pt x="302425" y="60960"/>
                  </a:lnTo>
                  <a:close/>
                </a:path>
                <a:path w="363855" h="359410">
                  <a:moveTo>
                    <a:pt x="304965" y="58420"/>
                  </a:moveTo>
                  <a:lnTo>
                    <a:pt x="295408" y="58420"/>
                  </a:lnTo>
                  <a:lnTo>
                    <a:pt x="294140" y="59689"/>
                  </a:lnTo>
                  <a:lnTo>
                    <a:pt x="303695" y="59689"/>
                  </a:lnTo>
                  <a:lnTo>
                    <a:pt x="304965" y="58420"/>
                  </a:lnTo>
                  <a:close/>
                </a:path>
                <a:path w="363855" h="359410">
                  <a:moveTo>
                    <a:pt x="308775" y="54610"/>
                  </a:moveTo>
                  <a:lnTo>
                    <a:pt x="299212" y="54610"/>
                  </a:lnTo>
                  <a:lnTo>
                    <a:pt x="296676" y="57150"/>
                  </a:lnTo>
                  <a:lnTo>
                    <a:pt x="306235" y="57150"/>
                  </a:lnTo>
                  <a:lnTo>
                    <a:pt x="308775" y="54610"/>
                  </a:lnTo>
                  <a:close/>
                </a:path>
                <a:path w="363855" h="359410">
                  <a:moveTo>
                    <a:pt x="311315" y="52070"/>
                  </a:moveTo>
                  <a:lnTo>
                    <a:pt x="301747" y="52070"/>
                  </a:lnTo>
                  <a:lnTo>
                    <a:pt x="300479" y="53339"/>
                  </a:lnTo>
                  <a:lnTo>
                    <a:pt x="310045" y="53339"/>
                  </a:lnTo>
                  <a:lnTo>
                    <a:pt x="311315" y="52070"/>
                  </a:lnTo>
                  <a:close/>
                </a:path>
                <a:path w="363855" h="359410">
                  <a:moveTo>
                    <a:pt x="315125" y="48260"/>
                  </a:moveTo>
                  <a:lnTo>
                    <a:pt x="305551" y="48260"/>
                  </a:lnTo>
                  <a:lnTo>
                    <a:pt x="303015" y="50800"/>
                  </a:lnTo>
                  <a:lnTo>
                    <a:pt x="312585" y="50800"/>
                  </a:lnTo>
                  <a:lnTo>
                    <a:pt x="315125" y="48260"/>
                  </a:lnTo>
                  <a:close/>
                </a:path>
                <a:path w="363855" h="359410">
                  <a:moveTo>
                    <a:pt x="317665" y="45720"/>
                  </a:moveTo>
                  <a:lnTo>
                    <a:pt x="308086" y="45720"/>
                  </a:lnTo>
                  <a:lnTo>
                    <a:pt x="306819" y="46989"/>
                  </a:lnTo>
                  <a:lnTo>
                    <a:pt x="316395" y="46989"/>
                  </a:lnTo>
                  <a:lnTo>
                    <a:pt x="317665" y="45720"/>
                  </a:lnTo>
                  <a:close/>
                </a:path>
                <a:path w="363855" h="359410">
                  <a:moveTo>
                    <a:pt x="321475" y="41910"/>
                  </a:moveTo>
                  <a:lnTo>
                    <a:pt x="311890" y="41910"/>
                  </a:lnTo>
                  <a:lnTo>
                    <a:pt x="309354" y="44450"/>
                  </a:lnTo>
                  <a:lnTo>
                    <a:pt x="318935" y="44450"/>
                  </a:lnTo>
                  <a:lnTo>
                    <a:pt x="321475" y="41910"/>
                  </a:lnTo>
                  <a:close/>
                </a:path>
                <a:path w="363855" h="359410">
                  <a:moveTo>
                    <a:pt x="324015" y="39370"/>
                  </a:moveTo>
                  <a:lnTo>
                    <a:pt x="314426" y="39370"/>
                  </a:lnTo>
                  <a:lnTo>
                    <a:pt x="313158" y="40639"/>
                  </a:lnTo>
                  <a:lnTo>
                    <a:pt x="322745" y="40639"/>
                  </a:lnTo>
                  <a:lnTo>
                    <a:pt x="324015" y="39370"/>
                  </a:lnTo>
                  <a:close/>
                </a:path>
                <a:path w="363855" h="359410">
                  <a:moveTo>
                    <a:pt x="327825" y="35560"/>
                  </a:moveTo>
                  <a:lnTo>
                    <a:pt x="318229" y="35560"/>
                  </a:lnTo>
                  <a:lnTo>
                    <a:pt x="315694" y="38100"/>
                  </a:lnTo>
                  <a:lnTo>
                    <a:pt x="325285" y="38100"/>
                  </a:lnTo>
                  <a:lnTo>
                    <a:pt x="327825" y="35560"/>
                  </a:lnTo>
                  <a:close/>
                </a:path>
                <a:path w="363855" h="359410">
                  <a:moveTo>
                    <a:pt x="330365" y="33020"/>
                  </a:moveTo>
                  <a:lnTo>
                    <a:pt x="320765" y="33020"/>
                  </a:lnTo>
                  <a:lnTo>
                    <a:pt x="319497" y="34289"/>
                  </a:lnTo>
                  <a:lnTo>
                    <a:pt x="329095" y="34289"/>
                  </a:lnTo>
                  <a:lnTo>
                    <a:pt x="330365" y="33020"/>
                  </a:lnTo>
                  <a:close/>
                </a:path>
                <a:path w="363855" h="359410">
                  <a:moveTo>
                    <a:pt x="334175" y="29210"/>
                  </a:moveTo>
                  <a:lnTo>
                    <a:pt x="324568" y="29210"/>
                  </a:lnTo>
                  <a:lnTo>
                    <a:pt x="322033" y="31750"/>
                  </a:lnTo>
                  <a:lnTo>
                    <a:pt x="331635" y="31750"/>
                  </a:lnTo>
                  <a:lnTo>
                    <a:pt x="334175" y="29210"/>
                  </a:lnTo>
                  <a:close/>
                </a:path>
                <a:path w="363855" h="359410">
                  <a:moveTo>
                    <a:pt x="336715" y="26670"/>
                  </a:moveTo>
                  <a:lnTo>
                    <a:pt x="327104" y="26670"/>
                  </a:lnTo>
                  <a:lnTo>
                    <a:pt x="325836" y="27939"/>
                  </a:lnTo>
                  <a:lnTo>
                    <a:pt x="335445" y="27939"/>
                  </a:lnTo>
                  <a:lnTo>
                    <a:pt x="336715" y="26670"/>
                  </a:lnTo>
                  <a:close/>
                </a:path>
                <a:path w="363855" h="359410">
                  <a:moveTo>
                    <a:pt x="340525" y="22860"/>
                  </a:moveTo>
                  <a:lnTo>
                    <a:pt x="330908" y="22860"/>
                  </a:lnTo>
                  <a:lnTo>
                    <a:pt x="328372" y="25400"/>
                  </a:lnTo>
                  <a:lnTo>
                    <a:pt x="337985" y="25400"/>
                  </a:lnTo>
                  <a:lnTo>
                    <a:pt x="340525" y="22860"/>
                  </a:lnTo>
                  <a:close/>
                </a:path>
                <a:path w="363855" h="359410">
                  <a:moveTo>
                    <a:pt x="343065" y="20320"/>
                  </a:moveTo>
                  <a:lnTo>
                    <a:pt x="333443" y="20320"/>
                  </a:lnTo>
                  <a:lnTo>
                    <a:pt x="332176" y="21589"/>
                  </a:lnTo>
                  <a:lnTo>
                    <a:pt x="341795" y="21589"/>
                  </a:lnTo>
                  <a:lnTo>
                    <a:pt x="343065" y="20320"/>
                  </a:lnTo>
                  <a:close/>
                </a:path>
                <a:path w="363855" h="359410">
                  <a:moveTo>
                    <a:pt x="346875" y="16510"/>
                  </a:moveTo>
                  <a:lnTo>
                    <a:pt x="337247" y="16510"/>
                  </a:lnTo>
                  <a:lnTo>
                    <a:pt x="334711" y="19050"/>
                  </a:lnTo>
                  <a:lnTo>
                    <a:pt x="344335" y="19050"/>
                  </a:lnTo>
                  <a:lnTo>
                    <a:pt x="346875" y="16510"/>
                  </a:lnTo>
                  <a:close/>
                </a:path>
                <a:path w="363855" h="359410">
                  <a:moveTo>
                    <a:pt x="349415" y="13970"/>
                  </a:moveTo>
                  <a:lnTo>
                    <a:pt x="339783" y="13970"/>
                  </a:lnTo>
                  <a:lnTo>
                    <a:pt x="338515" y="15239"/>
                  </a:lnTo>
                  <a:lnTo>
                    <a:pt x="348145" y="15239"/>
                  </a:lnTo>
                  <a:lnTo>
                    <a:pt x="349415" y="13970"/>
                  </a:lnTo>
                  <a:close/>
                </a:path>
                <a:path w="363855" h="359410">
                  <a:moveTo>
                    <a:pt x="353225" y="10160"/>
                  </a:moveTo>
                  <a:lnTo>
                    <a:pt x="343586" y="10160"/>
                  </a:lnTo>
                  <a:lnTo>
                    <a:pt x="341050" y="12700"/>
                  </a:lnTo>
                  <a:lnTo>
                    <a:pt x="350685" y="12700"/>
                  </a:lnTo>
                  <a:lnTo>
                    <a:pt x="353225" y="10160"/>
                  </a:lnTo>
                  <a:close/>
                </a:path>
                <a:path w="363855" h="359410">
                  <a:moveTo>
                    <a:pt x="355765" y="7620"/>
                  </a:moveTo>
                  <a:lnTo>
                    <a:pt x="346122" y="7620"/>
                  </a:lnTo>
                  <a:lnTo>
                    <a:pt x="344854" y="8889"/>
                  </a:lnTo>
                  <a:lnTo>
                    <a:pt x="354495" y="8889"/>
                  </a:lnTo>
                  <a:lnTo>
                    <a:pt x="355765" y="7620"/>
                  </a:lnTo>
                  <a:close/>
                </a:path>
                <a:path w="363855" h="359410">
                  <a:moveTo>
                    <a:pt x="353225" y="2539"/>
                  </a:moveTo>
                  <a:lnTo>
                    <a:pt x="351193" y="2539"/>
                  </a:lnTo>
                  <a:lnTo>
                    <a:pt x="347390" y="6350"/>
                  </a:lnTo>
                  <a:lnTo>
                    <a:pt x="357035" y="6350"/>
                  </a:lnTo>
                  <a:lnTo>
                    <a:pt x="359575" y="3810"/>
                  </a:lnTo>
                  <a:lnTo>
                    <a:pt x="353225" y="3810"/>
                  </a:lnTo>
                  <a:lnTo>
                    <a:pt x="353225" y="2539"/>
                  </a:lnTo>
                  <a:close/>
                </a:path>
                <a:path w="363855" h="359410">
                  <a:moveTo>
                    <a:pt x="363385" y="0"/>
                  </a:moveTo>
                  <a:lnTo>
                    <a:pt x="359575" y="0"/>
                  </a:lnTo>
                  <a:lnTo>
                    <a:pt x="359575" y="2539"/>
                  </a:lnTo>
                  <a:lnTo>
                    <a:pt x="360845" y="2539"/>
                  </a:lnTo>
                  <a:lnTo>
                    <a:pt x="363385" y="0"/>
                  </a:lnTo>
                  <a:close/>
                </a:path>
                <a:path w="363855" h="359410">
                  <a:moveTo>
                    <a:pt x="162725" y="200660"/>
                  </a:moveTo>
                  <a:lnTo>
                    <a:pt x="153409" y="200660"/>
                  </a:lnTo>
                  <a:lnTo>
                    <a:pt x="128052" y="226060"/>
                  </a:lnTo>
                  <a:lnTo>
                    <a:pt x="137325" y="226060"/>
                  </a:lnTo>
                  <a:lnTo>
                    <a:pt x="162725" y="200660"/>
                  </a:lnTo>
                  <a:close/>
                </a:path>
                <a:path w="363855" h="359410">
                  <a:moveTo>
                    <a:pt x="137325" y="226060"/>
                  </a:moveTo>
                  <a:lnTo>
                    <a:pt x="128052" y="226060"/>
                  </a:lnTo>
                  <a:lnTo>
                    <a:pt x="77338" y="276860"/>
                  </a:lnTo>
                  <a:lnTo>
                    <a:pt x="86525" y="276860"/>
                  </a:lnTo>
                  <a:lnTo>
                    <a:pt x="137325" y="226060"/>
                  </a:lnTo>
                  <a:close/>
                </a:path>
                <a:path w="363855" h="359410">
                  <a:moveTo>
                    <a:pt x="6515" y="356870"/>
                  </a:moveTo>
                  <a:lnTo>
                    <a:pt x="2705" y="356870"/>
                  </a:lnTo>
                  <a:lnTo>
                    <a:pt x="2705" y="359410"/>
                  </a:lnTo>
                  <a:lnTo>
                    <a:pt x="3975" y="359410"/>
                  </a:lnTo>
                  <a:lnTo>
                    <a:pt x="3975" y="358140"/>
                  </a:lnTo>
                  <a:lnTo>
                    <a:pt x="5245" y="358140"/>
                  </a:lnTo>
                  <a:lnTo>
                    <a:pt x="6515" y="356870"/>
                  </a:lnTo>
                  <a:close/>
                </a:path>
                <a:path w="363855" h="359410">
                  <a:moveTo>
                    <a:pt x="19215" y="344170"/>
                  </a:moveTo>
                  <a:lnTo>
                    <a:pt x="10142" y="344170"/>
                  </a:lnTo>
                  <a:lnTo>
                    <a:pt x="0" y="354330"/>
                  </a:lnTo>
                  <a:lnTo>
                    <a:pt x="165" y="354330"/>
                  </a:lnTo>
                  <a:lnTo>
                    <a:pt x="165" y="356870"/>
                  </a:lnTo>
                  <a:lnTo>
                    <a:pt x="1435" y="356870"/>
                  </a:lnTo>
                  <a:lnTo>
                    <a:pt x="1435" y="355600"/>
                  </a:lnTo>
                  <a:lnTo>
                    <a:pt x="7785" y="355600"/>
                  </a:lnTo>
                  <a:lnTo>
                    <a:pt x="19215" y="344170"/>
                  </a:lnTo>
                  <a:close/>
                </a:path>
                <a:path w="363855" h="359410">
                  <a:moveTo>
                    <a:pt x="31915" y="331470"/>
                  </a:moveTo>
                  <a:lnTo>
                    <a:pt x="22821" y="331470"/>
                  </a:lnTo>
                  <a:lnTo>
                    <a:pt x="11410" y="342900"/>
                  </a:lnTo>
                  <a:lnTo>
                    <a:pt x="20485" y="342900"/>
                  </a:lnTo>
                  <a:lnTo>
                    <a:pt x="31915" y="331470"/>
                  </a:lnTo>
                  <a:close/>
                </a:path>
                <a:path w="363855" h="359410">
                  <a:moveTo>
                    <a:pt x="35725" y="327660"/>
                  </a:moveTo>
                  <a:lnTo>
                    <a:pt x="26624" y="327660"/>
                  </a:lnTo>
                  <a:lnTo>
                    <a:pt x="24089" y="330200"/>
                  </a:lnTo>
                  <a:lnTo>
                    <a:pt x="33185" y="330200"/>
                  </a:lnTo>
                  <a:lnTo>
                    <a:pt x="35725" y="327660"/>
                  </a:lnTo>
                  <a:close/>
                </a:path>
                <a:path w="363855" h="359410">
                  <a:moveTo>
                    <a:pt x="38265" y="325120"/>
                  </a:moveTo>
                  <a:lnTo>
                    <a:pt x="29160" y="325120"/>
                  </a:lnTo>
                  <a:lnTo>
                    <a:pt x="27892" y="326390"/>
                  </a:lnTo>
                  <a:lnTo>
                    <a:pt x="36995" y="326390"/>
                  </a:lnTo>
                  <a:lnTo>
                    <a:pt x="38265" y="325120"/>
                  </a:lnTo>
                  <a:close/>
                </a:path>
                <a:path w="363855" h="359410">
                  <a:moveTo>
                    <a:pt x="42075" y="321310"/>
                  </a:moveTo>
                  <a:lnTo>
                    <a:pt x="32964" y="321310"/>
                  </a:lnTo>
                  <a:lnTo>
                    <a:pt x="30428" y="323850"/>
                  </a:lnTo>
                  <a:lnTo>
                    <a:pt x="39535" y="323850"/>
                  </a:lnTo>
                  <a:lnTo>
                    <a:pt x="42075" y="321310"/>
                  </a:lnTo>
                  <a:close/>
                </a:path>
                <a:path w="363855" h="359410">
                  <a:moveTo>
                    <a:pt x="54775" y="308610"/>
                  </a:moveTo>
                  <a:lnTo>
                    <a:pt x="45642" y="308610"/>
                  </a:lnTo>
                  <a:lnTo>
                    <a:pt x="34231" y="320040"/>
                  </a:lnTo>
                  <a:lnTo>
                    <a:pt x="43345" y="320040"/>
                  </a:lnTo>
                  <a:lnTo>
                    <a:pt x="54775" y="308610"/>
                  </a:lnTo>
                  <a:close/>
                </a:path>
                <a:path w="363855" h="359410">
                  <a:moveTo>
                    <a:pt x="63665" y="299720"/>
                  </a:moveTo>
                  <a:lnTo>
                    <a:pt x="54517" y="299720"/>
                  </a:lnTo>
                  <a:lnTo>
                    <a:pt x="46910" y="307340"/>
                  </a:lnTo>
                  <a:lnTo>
                    <a:pt x="56045" y="307340"/>
                  </a:lnTo>
                  <a:lnTo>
                    <a:pt x="63665" y="299720"/>
                  </a:lnTo>
                  <a:close/>
                </a:path>
                <a:path w="363855" h="359410">
                  <a:moveTo>
                    <a:pt x="80175" y="283210"/>
                  </a:moveTo>
                  <a:lnTo>
                    <a:pt x="70999" y="283210"/>
                  </a:lnTo>
                  <a:lnTo>
                    <a:pt x="55785" y="298450"/>
                  </a:lnTo>
                  <a:lnTo>
                    <a:pt x="64935" y="298450"/>
                  </a:lnTo>
                  <a:lnTo>
                    <a:pt x="80175" y="283210"/>
                  </a:lnTo>
                  <a:close/>
                </a:path>
                <a:path w="363855" h="359410">
                  <a:moveTo>
                    <a:pt x="85255" y="278130"/>
                  </a:moveTo>
                  <a:lnTo>
                    <a:pt x="76070" y="278130"/>
                  </a:lnTo>
                  <a:lnTo>
                    <a:pt x="72267" y="281940"/>
                  </a:lnTo>
                  <a:lnTo>
                    <a:pt x="81445" y="281940"/>
                  </a:lnTo>
                  <a:lnTo>
                    <a:pt x="85255" y="278130"/>
                  </a:lnTo>
                  <a:close/>
                </a:path>
              </a:pathLst>
            </a:custGeom>
            <a:solidFill>
              <a:srgbClr val="6758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1">
              <a:extLst>
                <a:ext uri="{FF2B5EF4-FFF2-40B4-BE49-F238E27FC236}">
                  <a16:creationId xmlns:a16="http://schemas.microsoft.com/office/drawing/2014/main" id="{290866F6-BFCD-DBF3-6B79-3ADCBCBAA51E}"/>
                </a:ext>
              </a:extLst>
            </p:cNvPr>
            <p:cNvSpPr/>
            <p:nvPr/>
          </p:nvSpPr>
          <p:spPr>
            <a:xfrm>
              <a:off x="2465070" y="2579369"/>
              <a:ext cx="367030" cy="364490"/>
            </a:xfrm>
            <a:custGeom>
              <a:avLst/>
              <a:gdLst/>
              <a:ahLst/>
              <a:cxnLst/>
              <a:rect l="l" t="t" r="r" b="b"/>
              <a:pathLst>
                <a:path w="367030" h="364489">
                  <a:moveTo>
                    <a:pt x="173990" y="194310"/>
                  </a:moveTo>
                  <a:lnTo>
                    <a:pt x="163830" y="194310"/>
                  </a:lnTo>
                  <a:lnTo>
                    <a:pt x="157480" y="200660"/>
                  </a:lnTo>
                  <a:lnTo>
                    <a:pt x="167640" y="200660"/>
                  </a:lnTo>
                  <a:lnTo>
                    <a:pt x="173990" y="194310"/>
                  </a:lnTo>
                  <a:close/>
                </a:path>
                <a:path w="367030" h="364489">
                  <a:moveTo>
                    <a:pt x="176530" y="191770"/>
                  </a:moveTo>
                  <a:lnTo>
                    <a:pt x="166370" y="191770"/>
                  </a:lnTo>
                  <a:lnTo>
                    <a:pt x="165100" y="193039"/>
                  </a:lnTo>
                  <a:lnTo>
                    <a:pt x="175260" y="193039"/>
                  </a:lnTo>
                  <a:lnTo>
                    <a:pt x="176530" y="191770"/>
                  </a:lnTo>
                  <a:close/>
                </a:path>
                <a:path w="367030" h="364489">
                  <a:moveTo>
                    <a:pt x="180340" y="187960"/>
                  </a:moveTo>
                  <a:lnTo>
                    <a:pt x="170180" y="187960"/>
                  </a:lnTo>
                  <a:lnTo>
                    <a:pt x="167640" y="190500"/>
                  </a:lnTo>
                  <a:lnTo>
                    <a:pt x="177800" y="190500"/>
                  </a:lnTo>
                  <a:lnTo>
                    <a:pt x="180340" y="187960"/>
                  </a:lnTo>
                  <a:close/>
                </a:path>
                <a:path w="367030" h="364489">
                  <a:moveTo>
                    <a:pt x="182880" y="185420"/>
                  </a:moveTo>
                  <a:lnTo>
                    <a:pt x="172720" y="185420"/>
                  </a:lnTo>
                  <a:lnTo>
                    <a:pt x="171450" y="186689"/>
                  </a:lnTo>
                  <a:lnTo>
                    <a:pt x="181610" y="186689"/>
                  </a:lnTo>
                  <a:lnTo>
                    <a:pt x="182880" y="185420"/>
                  </a:lnTo>
                  <a:close/>
                </a:path>
                <a:path w="367030" h="364489">
                  <a:moveTo>
                    <a:pt x="186690" y="181610"/>
                  </a:moveTo>
                  <a:lnTo>
                    <a:pt x="176530" y="181610"/>
                  </a:lnTo>
                  <a:lnTo>
                    <a:pt x="173990" y="184150"/>
                  </a:lnTo>
                  <a:lnTo>
                    <a:pt x="184150" y="184150"/>
                  </a:lnTo>
                  <a:lnTo>
                    <a:pt x="186690" y="181610"/>
                  </a:lnTo>
                  <a:close/>
                </a:path>
                <a:path w="367030" h="364489">
                  <a:moveTo>
                    <a:pt x="189230" y="179070"/>
                  </a:moveTo>
                  <a:lnTo>
                    <a:pt x="179070" y="179070"/>
                  </a:lnTo>
                  <a:lnTo>
                    <a:pt x="177800" y="180339"/>
                  </a:lnTo>
                  <a:lnTo>
                    <a:pt x="187960" y="180339"/>
                  </a:lnTo>
                  <a:lnTo>
                    <a:pt x="189230" y="179070"/>
                  </a:lnTo>
                  <a:close/>
                </a:path>
                <a:path w="367030" h="364489">
                  <a:moveTo>
                    <a:pt x="201930" y="166370"/>
                  </a:moveTo>
                  <a:lnTo>
                    <a:pt x="191770" y="166370"/>
                  </a:lnTo>
                  <a:lnTo>
                    <a:pt x="180340" y="177800"/>
                  </a:lnTo>
                  <a:lnTo>
                    <a:pt x="190500" y="177800"/>
                  </a:lnTo>
                  <a:lnTo>
                    <a:pt x="201930" y="166370"/>
                  </a:lnTo>
                  <a:close/>
                </a:path>
                <a:path w="367030" h="364489">
                  <a:moveTo>
                    <a:pt x="214630" y="153670"/>
                  </a:moveTo>
                  <a:lnTo>
                    <a:pt x="204470" y="153670"/>
                  </a:lnTo>
                  <a:lnTo>
                    <a:pt x="193040" y="165100"/>
                  </a:lnTo>
                  <a:lnTo>
                    <a:pt x="203200" y="165100"/>
                  </a:lnTo>
                  <a:lnTo>
                    <a:pt x="214630" y="153670"/>
                  </a:lnTo>
                  <a:close/>
                </a:path>
                <a:path w="367030" h="364489">
                  <a:moveTo>
                    <a:pt x="218440" y="149860"/>
                  </a:moveTo>
                  <a:lnTo>
                    <a:pt x="208280" y="149860"/>
                  </a:lnTo>
                  <a:lnTo>
                    <a:pt x="205740" y="152400"/>
                  </a:lnTo>
                  <a:lnTo>
                    <a:pt x="215900" y="152400"/>
                  </a:lnTo>
                  <a:lnTo>
                    <a:pt x="218440" y="149860"/>
                  </a:lnTo>
                  <a:close/>
                </a:path>
                <a:path w="367030" h="364489">
                  <a:moveTo>
                    <a:pt x="220980" y="147320"/>
                  </a:moveTo>
                  <a:lnTo>
                    <a:pt x="210820" y="147320"/>
                  </a:lnTo>
                  <a:lnTo>
                    <a:pt x="209550" y="148589"/>
                  </a:lnTo>
                  <a:lnTo>
                    <a:pt x="219710" y="148589"/>
                  </a:lnTo>
                  <a:lnTo>
                    <a:pt x="220980" y="147320"/>
                  </a:lnTo>
                  <a:close/>
                </a:path>
                <a:path w="367030" h="364489">
                  <a:moveTo>
                    <a:pt x="224790" y="143510"/>
                  </a:moveTo>
                  <a:lnTo>
                    <a:pt x="214630" y="143510"/>
                  </a:lnTo>
                  <a:lnTo>
                    <a:pt x="212090" y="146050"/>
                  </a:lnTo>
                  <a:lnTo>
                    <a:pt x="222250" y="146050"/>
                  </a:lnTo>
                  <a:lnTo>
                    <a:pt x="224790" y="143510"/>
                  </a:lnTo>
                  <a:close/>
                </a:path>
                <a:path w="367030" h="364489">
                  <a:moveTo>
                    <a:pt x="227330" y="140970"/>
                  </a:moveTo>
                  <a:lnTo>
                    <a:pt x="217170" y="140970"/>
                  </a:lnTo>
                  <a:lnTo>
                    <a:pt x="215900" y="142239"/>
                  </a:lnTo>
                  <a:lnTo>
                    <a:pt x="226060" y="142239"/>
                  </a:lnTo>
                  <a:lnTo>
                    <a:pt x="227330" y="140970"/>
                  </a:lnTo>
                  <a:close/>
                </a:path>
                <a:path w="367030" h="364489">
                  <a:moveTo>
                    <a:pt x="231140" y="137160"/>
                  </a:moveTo>
                  <a:lnTo>
                    <a:pt x="220980" y="137160"/>
                  </a:lnTo>
                  <a:lnTo>
                    <a:pt x="218440" y="139700"/>
                  </a:lnTo>
                  <a:lnTo>
                    <a:pt x="228600" y="139700"/>
                  </a:lnTo>
                  <a:lnTo>
                    <a:pt x="231140" y="137160"/>
                  </a:lnTo>
                  <a:close/>
                </a:path>
                <a:path w="367030" h="364489">
                  <a:moveTo>
                    <a:pt x="233680" y="134620"/>
                  </a:moveTo>
                  <a:lnTo>
                    <a:pt x="223520" y="134620"/>
                  </a:lnTo>
                  <a:lnTo>
                    <a:pt x="222250" y="135889"/>
                  </a:lnTo>
                  <a:lnTo>
                    <a:pt x="232410" y="135889"/>
                  </a:lnTo>
                  <a:lnTo>
                    <a:pt x="233680" y="134620"/>
                  </a:lnTo>
                  <a:close/>
                </a:path>
                <a:path w="367030" h="364489">
                  <a:moveTo>
                    <a:pt x="237490" y="130810"/>
                  </a:moveTo>
                  <a:lnTo>
                    <a:pt x="227330" y="130810"/>
                  </a:lnTo>
                  <a:lnTo>
                    <a:pt x="224790" y="133350"/>
                  </a:lnTo>
                  <a:lnTo>
                    <a:pt x="234950" y="133350"/>
                  </a:lnTo>
                  <a:lnTo>
                    <a:pt x="237490" y="130810"/>
                  </a:lnTo>
                  <a:close/>
                </a:path>
                <a:path w="367030" h="364489">
                  <a:moveTo>
                    <a:pt x="240030" y="128270"/>
                  </a:moveTo>
                  <a:lnTo>
                    <a:pt x="229870" y="128270"/>
                  </a:lnTo>
                  <a:lnTo>
                    <a:pt x="228600" y="129539"/>
                  </a:lnTo>
                  <a:lnTo>
                    <a:pt x="238760" y="129539"/>
                  </a:lnTo>
                  <a:lnTo>
                    <a:pt x="240030" y="128270"/>
                  </a:lnTo>
                  <a:close/>
                </a:path>
                <a:path w="367030" h="364489">
                  <a:moveTo>
                    <a:pt x="243840" y="124460"/>
                  </a:moveTo>
                  <a:lnTo>
                    <a:pt x="233680" y="124460"/>
                  </a:lnTo>
                  <a:lnTo>
                    <a:pt x="231140" y="127000"/>
                  </a:lnTo>
                  <a:lnTo>
                    <a:pt x="241300" y="127000"/>
                  </a:lnTo>
                  <a:lnTo>
                    <a:pt x="243840" y="124460"/>
                  </a:lnTo>
                  <a:close/>
                </a:path>
                <a:path w="367030" h="364489">
                  <a:moveTo>
                    <a:pt x="246380" y="121920"/>
                  </a:moveTo>
                  <a:lnTo>
                    <a:pt x="236220" y="121920"/>
                  </a:lnTo>
                  <a:lnTo>
                    <a:pt x="234950" y="123189"/>
                  </a:lnTo>
                  <a:lnTo>
                    <a:pt x="245110" y="123189"/>
                  </a:lnTo>
                  <a:lnTo>
                    <a:pt x="246380" y="121920"/>
                  </a:lnTo>
                  <a:close/>
                </a:path>
                <a:path w="367030" h="364489">
                  <a:moveTo>
                    <a:pt x="250190" y="118110"/>
                  </a:moveTo>
                  <a:lnTo>
                    <a:pt x="240030" y="118110"/>
                  </a:lnTo>
                  <a:lnTo>
                    <a:pt x="237490" y="120650"/>
                  </a:lnTo>
                  <a:lnTo>
                    <a:pt x="247650" y="120650"/>
                  </a:lnTo>
                  <a:lnTo>
                    <a:pt x="250190" y="118110"/>
                  </a:lnTo>
                  <a:close/>
                </a:path>
                <a:path w="367030" h="364489">
                  <a:moveTo>
                    <a:pt x="252730" y="115570"/>
                  </a:moveTo>
                  <a:lnTo>
                    <a:pt x="242570" y="115570"/>
                  </a:lnTo>
                  <a:lnTo>
                    <a:pt x="241300" y="116839"/>
                  </a:lnTo>
                  <a:lnTo>
                    <a:pt x="251460" y="116839"/>
                  </a:lnTo>
                  <a:lnTo>
                    <a:pt x="252730" y="115570"/>
                  </a:lnTo>
                  <a:close/>
                </a:path>
                <a:path w="367030" h="364489">
                  <a:moveTo>
                    <a:pt x="256540" y="111760"/>
                  </a:moveTo>
                  <a:lnTo>
                    <a:pt x="246380" y="111760"/>
                  </a:lnTo>
                  <a:lnTo>
                    <a:pt x="243840" y="114300"/>
                  </a:lnTo>
                  <a:lnTo>
                    <a:pt x="254000" y="114300"/>
                  </a:lnTo>
                  <a:lnTo>
                    <a:pt x="256540" y="111760"/>
                  </a:lnTo>
                  <a:close/>
                </a:path>
                <a:path w="367030" h="364489">
                  <a:moveTo>
                    <a:pt x="259080" y="109220"/>
                  </a:moveTo>
                  <a:lnTo>
                    <a:pt x="248920" y="109220"/>
                  </a:lnTo>
                  <a:lnTo>
                    <a:pt x="247650" y="110489"/>
                  </a:lnTo>
                  <a:lnTo>
                    <a:pt x="257810" y="110489"/>
                  </a:lnTo>
                  <a:lnTo>
                    <a:pt x="259080" y="109220"/>
                  </a:lnTo>
                  <a:close/>
                </a:path>
                <a:path w="367030" h="364489">
                  <a:moveTo>
                    <a:pt x="262890" y="105410"/>
                  </a:moveTo>
                  <a:lnTo>
                    <a:pt x="252730" y="105410"/>
                  </a:lnTo>
                  <a:lnTo>
                    <a:pt x="250190" y="107950"/>
                  </a:lnTo>
                  <a:lnTo>
                    <a:pt x="260350" y="107950"/>
                  </a:lnTo>
                  <a:lnTo>
                    <a:pt x="262890" y="105410"/>
                  </a:lnTo>
                  <a:close/>
                </a:path>
                <a:path w="367030" h="364489">
                  <a:moveTo>
                    <a:pt x="265430" y="102870"/>
                  </a:moveTo>
                  <a:lnTo>
                    <a:pt x="255270" y="102870"/>
                  </a:lnTo>
                  <a:lnTo>
                    <a:pt x="254000" y="104139"/>
                  </a:lnTo>
                  <a:lnTo>
                    <a:pt x="264160" y="104139"/>
                  </a:lnTo>
                  <a:lnTo>
                    <a:pt x="265430" y="102870"/>
                  </a:lnTo>
                  <a:close/>
                </a:path>
                <a:path w="367030" h="364489">
                  <a:moveTo>
                    <a:pt x="269240" y="99060"/>
                  </a:moveTo>
                  <a:lnTo>
                    <a:pt x="259080" y="99060"/>
                  </a:lnTo>
                  <a:lnTo>
                    <a:pt x="256540" y="101600"/>
                  </a:lnTo>
                  <a:lnTo>
                    <a:pt x="266700" y="101600"/>
                  </a:lnTo>
                  <a:lnTo>
                    <a:pt x="269240" y="99060"/>
                  </a:lnTo>
                  <a:close/>
                </a:path>
                <a:path w="367030" h="364489">
                  <a:moveTo>
                    <a:pt x="271780" y="96520"/>
                  </a:moveTo>
                  <a:lnTo>
                    <a:pt x="261620" y="96520"/>
                  </a:lnTo>
                  <a:lnTo>
                    <a:pt x="260350" y="97789"/>
                  </a:lnTo>
                  <a:lnTo>
                    <a:pt x="270510" y="97789"/>
                  </a:lnTo>
                  <a:lnTo>
                    <a:pt x="271780" y="96520"/>
                  </a:lnTo>
                  <a:close/>
                </a:path>
                <a:path w="367030" h="364489">
                  <a:moveTo>
                    <a:pt x="275590" y="92710"/>
                  </a:moveTo>
                  <a:lnTo>
                    <a:pt x="265430" y="92710"/>
                  </a:lnTo>
                  <a:lnTo>
                    <a:pt x="262890" y="95250"/>
                  </a:lnTo>
                  <a:lnTo>
                    <a:pt x="273050" y="95250"/>
                  </a:lnTo>
                  <a:lnTo>
                    <a:pt x="275590" y="92710"/>
                  </a:lnTo>
                  <a:close/>
                </a:path>
                <a:path w="367030" h="364489">
                  <a:moveTo>
                    <a:pt x="278130" y="90170"/>
                  </a:moveTo>
                  <a:lnTo>
                    <a:pt x="267970" y="90170"/>
                  </a:lnTo>
                  <a:lnTo>
                    <a:pt x="266700" y="91439"/>
                  </a:lnTo>
                  <a:lnTo>
                    <a:pt x="276860" y="91439"/>
                  </a:lnTo>
                  <a:lnTo>
                    <a:pt x="278130" y="90170"/>
                  </a:lnTo>
                  <a:close/>
                </a:path>
                <a:path w="367030" h="364489">
                  <a:moveTo>
                    <a:pt x="281940" y="86360"/>
                  </a:moveTo>
                  <a:lnTo>
                    <a:pt x="271780" y="86360"/>
                  </a:lnTo>
                  <a:lnTo>
                    <a:pt x="269240" y="88900"/>
                  </a:lnTo>
                  <a:lnTo>
                    <a:pt x="279400" y="88900"/>
                  </a:lnTo>
                  <a:lnTo>
                    <a:pt x="281940" y="86360"/>
                  </a:lnTo>
                  <a:close/>
                </a:path>
                <a:path w="367030" h="364489">
                  <a:moveTo>
                    <a:pt x="284480" y="83820"/>
                  </a:moveTo>
                  <a:lnTo>
                    <a:pt x="274320" y="83820"/>
                  </a:lnTo>
                  <a:lnTo>
                    <a:pt x="273050" y="85089"/>
                  </a:lnTo>
                  <a:lnTo>
                    <a:pt x="283210" y="85089"/>
                  </a:lnTo>
                  <a:lnTo>
                    <a:pt x="284480" y="83820"/>
                  </a:lnTo>
                  <a:close/>
                </a:path>
                <a:path w="367030" h="364489">
                  <a:moveTo>
                    <a:pt x="288290" y="80010"/>
                  </a:moveTo>
                  <a:lnTo>
                    <a:pt x="278130" y="80010"/>
                  </a:lnTo>
                  <a:lnTo>
                    <a:pt x="275590" y="82550"/>
                  </a:lnTo>
                  <a:lnTo>
                    <a:pt x="285750" y="82550"/>
                  </a:lnTo>
                  <a:lnTo>
                    <a:pt x="288290" y="80010"/>
                  </a:lnTo>
                  <a:close/>
                </a:path>
                <a:path w="367030" h="364489">
                  <a:moveTo>
                    <a:pt x="290830" y="77470"/>
                  </a:moveTo>
                  <a:lnTo>
                    <a:pt x="280670" y="77470"/>
                  </a:lnTo>
                  <a:lnTo>
                    <a:pt x="279400" y="78739"/>
                  </a:lnTo>
                  <a:lnTo>
                    <a:pt x="289560" y="78739"/>
                  </a:lnTo>
                  <a:lnTo>
                    <a:pt x="290830" y="77470"/>
                  </a:lnTo>
                  <a:close/>
                </a:path>
                <a:path w="367030" h="364489">
                  <a:moveTo>
                    <a:pt x="294640" y="73660"/>
                  </a:moveTo>
                  <a:lnTo>
                    <a:pt x="284480" y="73660"/>
                  </a:lnTo>
                  <a:lnTo>
                    <a:pt x="281940" y="76200"/>
                  </a:lnTo>
                  <a:lnTo>
                    <a:pt x="292100" y="76200"/>
                  </a:lnTo>
                  <a:lnTo>
                    <a:pt x="294640" y="73660"/>
                  </a:lnTo>
                  <a:close/>
                </a:path>
                <a:path w="367030" h="364489">
                  <a:moveTo>
                    <a:pt x="297180" y="71120"/>
                  </a:moveTo>
                  <a:lnTo>
                    <a:pt x="287020" y="71120"/>
                  </a:lnTo>
                  <a:lnTo>
                    <a:pt x="285750" y="72389"/>
                  </a:lnTo>
                  <a:lnTo>
                    <a:pt x="295910" y="72389"/>
                  </a:lnTo>
                  <a:lnTo>
                    <a:pt x="297180" y="71120"/>
                  </a:lnTo>
                  <a:close/>
                </a:path>
                <a:path w="367030" h="364489">
                  <a:moveTo>
                    <a:pt x="300990" y="67310"/>
                  </a:moveTo>
                  <a:lnTo>
                    <a:pt x="290830" y="67310"/>
                  </a:lnTo>
                  <a:lnTo>
                    <a:pt x="288290" y="69850"/>
                  </a:lnTo>
                  <a:lnTo>
                    <a:pt x="298450" y="69850"/>
                  </a:lnTo>
                  <a:lnTo>
                    <a:pt x="300990" y="67310"/>
                  </a:lnTo>
                  <a:close/>
                </a:path>
                <a:path w="367030" h="364489">
                  <a:moveTo>
                    <a:pt x="303530" y="64770"/>
                  </a:moveTo>
                  <a:lnTo>
                    <a:pt x="293370" y="64770"/>
                  </a:lnTo>
                  <a:lnTo>
                    <a:pt x="292100" y="66039"/>
                  </a:lnTo>
                  <a:lnTo>
                    <a:pt x="302260" y="66039"/>
                  </a:lnTo>
                  <a:lnTo>
                    <a:pt x="303530" y="64770"/>
                  </a:lnTo>
                  <a:close/>
                </a:path>
                <a:path w="367030" h="364489">
                  <a:moveTo>
                    <a:pt x="307340" y="60960"/>
                  </a:moveTo>
                  <a:lnTo>
                    <a:pt x="297180" y="60960"/>
                  </a:lnTo>
                  <a:lnTo>
                    <a:pt x="294640" y="63500"/>
                  </a:lnTo>
                  <a:lnTo>
                    <a:pt x="304800" y="63500"/>
                  </a:lnTo>
                  <a:lnTo>
                    <a:pt x="307340" y="60960"/>
                  </a:lnTo>
                  <a:close/>
                </a:path>
                <a:path w="367030" h="364489">
                  <a:moveTo>
                    <a:pt x="309880" y="58420"/>
                  </a:moveTo>
                  <a:lnTo>
                    <a:pt x="299720" y="58420"/>
                  </a:lnTo>
                  <a:lnTo>
                    <a:pt x="298450" y="59689"/>
                  </a:lnTo>
                  <a:lnTo>
                    <a:pt x="308610" y="59689"/>
                  </a:lnTo>
                  <a:lnTo>
                    <a:pt x="309880" y="58420"/>
                  </a:lnTo>
                  <a:close/>
                </a:path>
                <a:path w="367030" h="364489">
                  <a:moveTo>
                    <a:pt x="313690" y="54610"/>
                  </a:moveTo>
                  <a:lnTo>
                    <a:pt x="303530" y="54610"/>
                  </a:lnTo>
                  <a:lnTo>
                    <a:pt x="300990" y="57150"/>
                  </a:lnTo>
                  <a:lnTo>
                    <a:pt x="311150" y="57150"/>
                  </a:lnTo>
                  <a:lnTo>
                    <a:pt x="313690" y="54610"/>
                  </a:lnTo>
                  <a:close/>
                </a:path>
                <a:path w="367030" h="364489">
                  <a:moveTo>
                    <a:pt x="316230" y="52070"/>
                  </a:moveTo>
                  <a:lnTo>
                    <a:pt x="306070" y="52070"/>
                  </a:lnTo>
                  <a:lnTo>
                    <a:pt x="304800" y="53339"/>
                  </a:lnTo>
                  <a:lnTo>
                    <a:pt x="314960" y="53339"/>
                  </a:lnTo>
                  <a:lnTo>
                    <a:pt x="316230" y="52070"/>
                  </a:lnTo>
                  <a:close/>
                </a:path>
                <a:path w="367030" h="364489">
                  <a:moveTo>
                    <a:pt x="320040" y="48260"/>
                  </a:moveTo>
                  <a:lnTo>
                    <a:pt x="309880" y="48260"/>
                  </a:lnTo>
                  <a:lnTo>
                    <a:pt x="307340" y="50800"/>
                  </a:lnTo>
                  <a:lnTo>
                    <a:pt x="317500" y="50800"/>
                  </a:lnTo>
                  <a:lnTo>
                    <a:pt x="320040" y="48260"/>
                  </a:lnTo>
                  <a:close/>
                </a:path>
                <a:path w="367030" h="364489">
                  <a:moveTo>
                    <a:pt x="322580" y="45720"/>
                  </a:moveTo>
                  <a:lnTo>
                    <a:pt x="312420" y="45720"/>
                  </a:lnTo>
                  <a:lnTo>
                    <a:pt x="311150" y="46989"/>
                  </a:lnTo>
                  <a:lnTo>
                    <a:pt x="321310" y="46989"/>
                  </a:lnTo>
                  <a:lnTo>
                    <a:pt x="322580" y="45720"/>
                  </a:lnTo>
                  <a:close/>
                </a:path>
                <a:path w="367030" h="364489">
                  <a:moveTo>
                    <a:pt x="326390" y="41910"/>
                  </a:moveTo>
                  <a:lnTo>
                    <a:pt x="316230" y="41910"/>
                  </a:lnTo>
                  <a:lnTo>
                    <a:pt x="313690" y="44450"/>
                  </a:lnTo>
                  <a:lnTo>
                    <a:pt x="323850" y="44450"/>
                  </a:lnTo>
                  <a:lnTo>
                    <a:pt x="326390" y="41910"/>
                  </a:lnTo>
                  <a:close/>
                </a:path>
                <a:path w="367030" h="364489">
                  <a:moveTo>
                    <a:pt x="328930" y="39370"/>
                  </a:moveTo>
                  <a:lnTo>
                    <a:pt x="318770" y="39370"/>
                  </a:lnTo>
                  <a:lnTo>
                    <a:pt x="317500" y="40639"/>
                  </a:lnTo>
                  <a:lnTo>
                    <a:pt x="327660" y="40639"/>
                  </a:lnTo>
                  <a:lnTo>
                    <a:pt x="328930" y="39370"/>
                  </a:lnTo>
                  <a:close/>
                </a:path>
                <a:path w="367030" h="364489">
                  <a:moveTo>
                    <a:pt x="332740" y="35560"/>
                  </a:moveTo>
                  <a:lnTo>
                    <a:pt x="322580" y="35560"/>
                  </a:lnTo>
                  <a:lnTo>
                    <a:pt x="320040" y="38100"/>
                  </a:lnTo>
                  <a:lnTo>
                    <a:pt x="330200" y="38100"/>
                  </a:lnTo>
                  <a:lnTo>
                    <a:pt x="332740" y="35560"/>
                  </a:lnTo>
                  <a:close/>
                </a:path>
                <a:path w="367030" h="364489">
                  <a:moveTo>
                    <a:pt x="335280" y="33020"/>
                  </a:moveTo>
                  <a:lnTo>
                    <a:pt x="325120" y="33020"/>
                  </a:lnTo>
                  <a:lnTo>
                    <a:pt x="323850" y="34289"/>
                  </a:lnTo>
                  <a:lnTo>
                    <a:pt x="334010" y="34289"/>
                  </a:lnTo>
                  <a:lnTo>
                    <a:pt x="335280" y="33020"/>
                  </a:lnTo>
                  <a:close/>
                </a:path>
                <a:path w="367030" h="364489">
                  <a:moveTo>
                    <a:pt x="339090" y="29210"/>
                  </a:moveTo>
                  <a:lnTo>
                    <a:pt x="328930" y="29210"/>
                  </a:lnTo>
                  <a:lnTo>
                    <a:pt x="326390" y="31750"/>
                  </a:lnTo>
                  <a:lnTo>
                    <a:pt x="336550" y="31750"/>
                  </a:lnTo>
                  <a:lnTo>
                    <a:pt x="339090" y="29210"/>
                  </a:lnTo>
                  <a:close/>
                </a:path>
                <a:path w="367030" h="364489">
                  <a:moveTo>
                    <a:pt x="341630" y="26670"/>
                  </a:moveTo>
                  <a:lnTo>
                    <a:pt x="331470" y="26670"/>
                  </a:lnTo>
                  <a:lnTo>
                    <a:pt x="330200" y="27939"/>
                  </a:lnTo>
                  <a:lnTo>
                    <a:pt x="340360" y="27939"/>
                  </a:lnTo>
                  <a:lnTo>
                    <a:pt x="341630" y="26670"/>
                  </a:lnTo>
                  <a:close/>
                </a:path>
                <a:path w="367030" h="364489">
                  <a:moveTo>
                    <a:pt x="345440" y="22860"/>
                  </a:moveTo>
                  <a:lnTo>
                    <a:pt x="335280" y="22860"/>
                  </a:lnTo>
                  <a:lnTo>
                    <a:pt x="332740" y="25400"/>
                  </a:lnTo>
                  <a:lnTo>
                    <a:pt x="342900" y="25400"/>
                  </a:lnTo>
                  <a:lnTo>
                    <a:pt x="345440" y="22860"/>
                  </a:lnTo>
                  <a:close/>
                </a:path>
                <a:path w="367030" h="364489">
                  <a:moveTo>
                    <a:pt x="347980" y="20320"/>
                  </a:moveTo>
                  <a:lnTo>
                    <a:pt x="337820" y="20320"/>
                  </a:lnTo>
                  <a:lnTo>
                    <a:pt x="336550" y="21589"/>
                  </a:lnTo>
                  <a:lnTo>
                    <a:pt x="346710" y="21589"/>
                  </a:lnTo>
                  <a:lnTo>
                    <a:pt x="347980" y="20320"/>
                  </a:lnTo>
                  <a:close/>
                </a:path>
                <a:path w="367030" h="364489">
                  <a:moveTo>
                    <a:pt x="351790" y="16510"/>
                  </a:moveTo>
                  <a:lnTo>
                    <a:pt x="341630" y="16510"/>
                  </a:lnTo>
                  <a:lnTo>
                    <a:pt x="339090" y="19050"/>
                  </a:lnTo>
                  <a:lnTo>
                    <a:pt x="349250" y="19050"/>
                  </a:lnTo>
                  <a:lnTo>
                    <a:pt x="351790" y="16510"/>
                  </a:lnTo>
                  <a:close/>
                </a:path>
                <a:path w="367030" h="364489">
                  <a:moveTo>
                    <a:pt x="354330" y="13970"/>
                  </a:moveTo>
                  <a:lnTo>
                    <a:pt x="344170" y="13970"/>
                  </a:lnTo>
                  <a:lnTo>
                    <a:pt x="342900" y="15239"/>
                  </a:lnTo>
                  <a:lnTo>
                    <a:pt x="353060" y="15239"/>
                  </a:lnTo>
                  <a:lnTo>
                    <a:pt x="354330" y="13970"/>
                  </a:lnTo>
                  <a:close/>
                </a:path>
                <a:path w="367030" h="364489">
                  <a:moveTo>
                    <a:pt x="358140" y="10160"/>
                  </a:moveTo>
                  <a:lnTo>
                    <a:pt x="347980" y="10160"/>
                  </a:lnTo>
                  <a:lnTo>
                    <a:pt x="345440" y="12700"/>
                  </a:lnTo>
                  <a:lnTo>
                    <a:pt x="355600" y="12700"/>
                  </a:lnTo>
                  <a:lnTo>
                    <a:pt x="358140" y="10160"/>
                  </a:lnTo>
                  <a:close/>
                </a:path>
                <a:path w="367030" h="364489">
                  <a:moveTo>
                    <a:pt x="360680" y="7620"/>
                  </a:moveTo>
                  <a:lnTo>
                    <a:pt x="350520" y="7620"/>
                  </a:lnTo>
                  <a:lnTo>
                    <a:pt x="349250" y="8889"/>
                  </a:lnTo>
                  <a:lnTo>
                    <a:pt x="359410" y="8889"/>
                  </a:lnTo>
                  <a:lnTo>
                    <a:pt x="360680" y="7620"/>
                  </a:lnTo>
                  <a:close/>
                </a:path>
                <a:path w="367030" h="364489">
                  <a:moveTo>
                    <a:pt x="364490" y="3810"/>
                  </a:moveTo>
                  <a:lnTo>
                    <a:pt x="354330" y="3810"/>
                  </a:lnTo>
                  <a:lnTo>
                    <a:pt x="351790" y="6350"/>
                  </a:lnTo>
                  <a:lnTo>
                    <a:pt x="361950" y="6350"/>
                  </a:lnTo>
                  <a:lnTo>
                    <a:pt x="364490" y="3810"/>
                  </a:lnTo>
                  <a:close/>
                </a:path>
                <a:path w="367030" h="364489">
                  <a:moveTo>
                    <a:pt x="367030" y="0"/>
                  </a:moveTo>
                  <a:lnTo>
                    <a:pt x="358140" y="0"/>
                  </a:lnTo>
                  <a:lnTo>
                    <a:pt x="355600" y="2539"/>
                  </a:lnTo>
                  <a:lnTo>
                    <a:pt x="365760" y="2539"/>
                  </a:lnTo>
                  <a:lnTo>
                    <a:pt x="367030" y="1270"/>
                  </a:lnTo>
                  <a:lnTo>
                    <a:pt x="367030" y="0"/>
                  </a:lnTo>
                  <a:close/>
                </a:path>
                <a:path w="367030" h="364489">
                  <a:moveTo>
                    <a:pt x="167639" y="200660"/>
                  </a:moveTo>
                  <a:lnTo>
                    <a:pt x="157480" y="200660"/>
                  </a:lnTo>
                  <a:lnTo>
                    <a:pt x="132080" y="226060"/>
                  </a:lnTo>
                  <a:lnTo>
                    <a:pt x="142240" y="226060"/>
                  </a:lnTo>
                  <a:lnTo>
                    <a:pt x="167639" y="200660"/>
                  </a:lnTo>
                  <a:close/>
                </a:path>
                <a:path w="367030" h="364489">
                  <a:moveTo>
                    <a:pt x="142239" y="226060"/>
                  </a:moveTo>
                  <a:lnTo>
                    <a:pt x="132080" y="226060"/>
                  </a:lnTo>
                  <a:lnTo>
                    <a:pt x="81280" y="276860"/>
                  </a:lnTo>
                  <a:lnTo>
                    <a:pt x="91440" y="276860"/>
                  </a:lnTo>
                  <a:lnTo>
                    <a:pt x="142239" y="226060"/>
                  </a:lnTo>
                  <a:close/>
                </a:path>
                <a:path w="367030" h="364489">
                  <a:moveTo>
                    <a:pt x="5080" y="363220"/>
                  </a:moveTo>
                  <a:lnTo>
                    <a:pt x="3810" y="363220"/>
                  </a:lnTo>
                  <a:lnTo>
                    <a:pt x="3810" y="364489"/>
                  </a:lnTo>
                  <a:lnTo>
                    <a:pt x="5080" y="363220"/>
                  </a:lnTo>
                  <a:close/>
                </a:path>
                <a:path w="367030" h="364489">
                  <a:moveTo>
                    <a:pt x="8890" y="359410"/>
                  </a:moveTo>
                  <a:lnTo>
                    <a:pt x="0" y="359410"/>
                  </a:lnTo>
                  <a:lnTo>
                    <a:pt x="0" y="360680"/>
                  </a:lnTo>
                  <a:lnTo>
                    <a:pt x="1269" y="360680"/>
                  </a:lnTo>
                  <a:lnTo>
                    <a:pt x="1269" y="363220"/>
                  </a:lnTo>
                  <a:lnTo>
                    <a:pt x="2540" y="363220"/>
                  </a:lnTo>
                  <a:lnTo>
                    <a:pt x="2540" y="361950"/>
                  </a:lnTo>
                  <a:lnTo>
                    <a:pt x="6349" y="361950"/>
                  </a:lnTo>
                  <a:lnTo>
                    <a:pt x="8890" y="359410"/>
                  </a:lnTo>
                  <a:close/>
                </a:path>
                <a:path w="367030" h="364489">
                  <a:moveTo>
                    <a:pt x="11430" y="356870"/>
                  </a:moveTo>
                  <a:lnTo>
                    <a:pt x="1270" y="356870"/>
                  </a:lnTo>
                  <a:lnTo>
                    <a:pt x="0" y="358140"/>
                  </a:lnTo>
                  <a:lnTo>
                    <a:pt x="10159" y="358140"/>
                  </a:lnTo>
                  <a:lnTo>
                    <a:pt x="11430" y="356870"/>
                  </a:lnTo>
                  <a:close/>
                </a:path>
                <a:path w="367030" h="364489">
                  <a:moveTo>
                    <a:pt x="24130" y="344170"/>
                  </a:moveTo>
                  <a:lnTo>
                    <a:pt x="13970" y="344170"/>
                  </a:lnTo>
                  <a:lnTo>
                    <a:pt x="2540" y="355600"/>
                  </a:lnTo>
                  <a:lnTo>
                    <a:pt x="12699" y="355600"/>
                  </a:lnTo>
                  <a:lnTo>
                    <a:pt x="24130" y="344170"/>
                  </a:lnTo>
                  <a:close/>
                </a:path>
                <a:path w="367030" h="364489">
                  <a:moveTo>
                    <a:pt x="36830" y="331470"/>
                  </a:moveTo>
                  <a:lnTo>
                    <a:pt x="26670" y="331470"/>
                  </a:lnTo>
                  <a:lnTo>
                    <a:pt x="15240" y="342900"/>
                  </a:lnTo>
                  <a:lnTo>
                    <a:pt x="25399" y="342900"/>
                  </a:lnTo>
                  <a:lnTo>
                    <a:pt x="36830" y="331470"/>
                  </a:lnTo>
                  <a:close/>
                </a:path>
                <a:path w="367030" h="364489">
                  <a:moveTo>
                    <a:pt x="40640" y="327660"/>
                  </a:moveTo>
                  <a:lnTo>
                    <a:pt x="30480" y="327660"/>
                  </a:lnTo>
                  <a:lnTo>
                    <a:pt x="27940" y="330200"/>
                  </a:lnTo>
                  <a:lnTo>
                    <a:pt x="38099" y="330200"/>
                  </a:lnTo>
                  <a:lnTo>
                    <a:pt x="40640" y="327660"/>
                  </a:lnTo>
                  <a:close/>
                </a:path>
                <a:path w="367030" h="364489">
                  <a:moveTo>
                    <a:pt x="43180" y="325120"/>
                  </a:moveTo>
                  <a:lnTo>
                    <a:pt x="33020" y="325120"/>
                  </a:lnTo>
                  <a:lnTo>
                    <a:pt x="31750" y="326390"/>
                  </a:lnTo>
                  <a:lnTo>
                    <a:pt x="41909" y="326390"/>
                  </a:lnTo>
                  <a:lnTo>
                    <a:pt x="43180" y="325120"/>
                  </a:lnTo>
                  <a:close/>
                </a:path>
                <a:path w="367030" h="364489">
                  <a:moveTo>
                    <a:pt x="46990" y="321310"/>
                  </a:moveTo>
                  <a:lnTo>
                    <a:pt x="36830" y="321310"/>
                  </a:lnTo>
                  <a:lnTo>
                    <a:pt x="34290" y="323850"/>
                  </a:lnTo>
                  <a:lnTo>
                    <a:pt x="44449" y="323850"/>
                  </a:lnTo>
                  <a:lnTo>
                    <a:pt x="46990" y="321310"/>
                  </a:lnTo>
                  <a:close/>
                </a:path>
                <a:path w="367030" h="364489">
                  <a:moveTo>
                    <a:pt x="59690" y="308610"/>
                  </a:moveTo>
                  <a:lnTo>
                    <a:pt x="49530" y="308610"/>
                  </a:lnTo>
                  <a:lnTo>
                    <a:pt x="38100" y="320040"/>
                  </a:lnTo>
                  <a:lnTo>
                    <a:pt x="48259" y="320040"/>
                  </a:lnTo>
                  <a:lnTo>
                    <a:pt x="59690" y="308610"/>
                  </a:lnTo>
                  <a:close/>
                </a:path>
                <a:path w="367030" h="364489">
                  <a:moveTo>
                    <a:pt x="68580" y="299720"/>
                  </a:moveTo>
                  <a:lnTo>
                    <a:pt x="58420" y="299720"/>
                  </a:lnTo>
                  <a:lnTo>
                    <a:pt x="50800" y="307340"/>
                  </a:lnTo>
                  <a:lnTo>
                    <a:pt x="60959" y="307340"/>
                  </a:lnTo>
                  <a:lnTo>
                    <a:pt x="68580" y="299720"/>
                  </a:lnTo>
                  <a:close/>
                </a:path>
                <a:path w="367030" h="364489">
                  <a:moveTo>
                    <a:pt x="85090" y="283210"/>
                  </a:moveTo>
                  <a:lnTo>
                    <a:pt x="74930" y="283210"/>
                  </a:lnTo>
                  <a:lnTo>
                    <a:pt x="59690" y="298450"/>
                  </a:lnTo>
                  <a:lnTo>
                    <a:pt x="69849" y="298450"/>
                  </a:lnTo>
                  <a:lnTo>
                    <a:pt x="85090" y="283210"/>
                  </a:lnTo>
                  <a:close/>
                </a:path>
                <a:path w="367030" h="364489">
                  <a:moveTo>
                    <a:pt x="90169" y="278130"/>
                  </a:moveTo>
                  <a:lnTo>
                    <a:pt x="80010" y="278130"/>
                  </a:lnTo>
                  <a:lnTo>
                    <a:pt x="76200" y="281940"/>
                  </a:lnTo>
                  <a:lnTo>
                    <a:pt x="86359" y="281940"/>
                  </a:lnTo>
                  <a:lnTo>
                    <a:pt x="90169" y="278130"/>
                  </a:lnTo>
                  <a:close/>
                </a:path>
              </a:pathLst>
            </a:custGeom>
            <a:solidFill>
              <a:srgbClr val="695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2">
              <a:extLst>
                <a:ext uri="{FF2B5EF4-FFF2-40B4-BE49-F238E27FC236}">
                  <a16:creationId xmlns:a16="http://schemas.microsoft.com/office/drawing/2014/main" id="{3F9548D8-7CD8-3262-231D-D0AAB801D511}"/>
                </a:ext>
              </a:extLst>
            </p:cNvPr>
            <p:cNvSpPr/>
            <p:nvPr/>
          </p:nvSpPr>
          <p:spPr>
            <a:xfrm>
              <a:off x="2468880" y="2576830"/>
              <a:ext cx="377190" cy="372110"/>
            </a:xfrm>
            <a:custGeom>
              <a:avLst/>
              <a:gdLst/>
              <a:ahLst/>
              <a:cxnLst/>
              <a:rect l="l" t="t" r="r" b="b"/>
              <a:pathLst>
                <a:path w="377189" h="372110">
                  <a:moveTo>
                    <a:pt x="180339" y="196850"/>
                  </a:moveTo>
                  <a:lnTo>
                    <a:pt x="170180" y="196850"/>
                  </a:lnTo>
                  <a:lnTo>
                    <a:pt x="163830" y="203200"/>
                  </a:lnTo>
                  <a:lnTo>
                    <a:pt x="173989" y="203200"/>
                  </a:lnTo>
                  <a:lnTo>
                    <a:pt x="180339" y="196850"/>
                  </a:lnTo>
                  <a:close/>
                </a:path>
                <a:path w="377189" h="372110">
                  <a:moveTo>
                    <a:pt x="182879" y="194310"/>
                  </a:moveTo>
                  <a:lnTo>
                    <a:pt x="172719" y="194310"/>
                  </a:lnTo>
                  <a:lnTo>
                    <a:pt x="171450" y="195579"/>
                  </a:lnTo>
                  <a:lnTo>
                    <a:pt x="181610" y="195579"/>
                  </a:lnTo>
                  <a:lnTo>
                    <a:pt x="182879" y="194310"/>
                  </a:lnTo>
                  <a:close/>
                </a:path>
                <a:path w="377189" h="372110">
                  <a:moveTo>
                    <a:pt x="186689" y="190500"/>
                  </a:moveTo>
                  <a:lnTo>
                    <a:pt x="176530" y="190500"/>
                  </a:lnTo>
                  <a:lnTo>
                    <a:pt x="173990" y="193039"/>
                  </a:lnTo>
                  <a:lnTo>
                    <a:pt x="184150" y="193039"/>
                  </a:lnTo>
                  <a:lnTo>
                    <a:pt x="186689" y="190500"/>
                  </a:lnTo>
                  <a:close/>
                </a:path>
                <a:path w="377189" h="372110">
                  <a:moveTo>
                    <a:pt x="189229" y="187960"/>
                  </a:moveTo>
                  <a:lnTo>
                    <a:pt x="179069" y="187960"/>
                  </a:lnTo>
                  <a:lnTo>
                    <a:pt x="177800" y="189229"/>
                  </a:lnTo>
                  <a:lnTo>
                    <a:pt x="187960" y="189229"/>
                  </a:lnTo>
                  <a:lnTo>
                    <a:pt x="189229" y="187960"/>
                  </a:lnTo>
                  <a:close/>
                </a:path>
                <a:path w="377189" h="372110">
                  <a:moveTo>
                    <a:pt x="193039" y="184150"/>
                  </a:moveTo>
                  <a:lnTo>
                    <a:pt x="182880" y="184150"/>
                  </a:lnTo>
                  <a:lnTo>
                    <a:pt x="180340" y="186689"/>
                  </a:lnTo>
                  <a:lnTo>
                    <a:pt x="190500" y="186689"/>
                  </a:lnTo>
                  <a:lnTo>
                    <a:pt x="193039" y="184150"/>
                  </a:lnTo>
                  <a:close/>
                </a:path>
                <a:path w="377189" h="372110">
                  <a:moveTo>
                    <a:pt x="195579" y="181610"/>
                  </a:moveTo>
                  <a:lnTo>
                    <a:pt x="185419" y="181610"/>
                  </a:lnTo>
                  <a:lnTo>
                    <a:pt x="184150" y="182879"/>
                  </a:lnTo>
                  <a:lnTo>
                    <a:pt x="194310" y="182879"/>
                  </a:lnTo>
                  <a:lnTo>
                    <a:pt x="195579" y="181610"/>
                  </a:lnTo>
                  <a:close/>
                </a:path>
                <a:path w="377189" h="372110">
                  <a:moveTo>
                    <a:pt x="208279" y="168910"/>
                  </a:moveTo>
                  <a:lnTo>
                    <a:pt x="198119" y="168910"/>
                  </a:lnTo>
                  <a:lnTo>
                    <a:pt x="186690" y="180339"/>
                  </a:lnTo>
                  <a:lnTo>
                    <a:pt x="196850" y="180339"/>
                  </a:lnTo>
                  <a:lnTo>
                    <a:pt x="208279" y="168910"/>
                  </a:lnTo>
                  <a:close/>
                </a:path>
                <a:path w="377189" h="372110">
                  <a:moveTo>
                    <a:pt x="220979" y="156210"/>
                  </a:moveTo>
                  <a:lnTo>
                    <a:pt x="210819" y="156210"/>
                  </a:lnTo>
                  <a:lnTo>
                    <a:pt x="199390" y="167639"/>
                  </a:lnTo>
                  <a:lnTo>
                    <a:pt x="209550" y="167639"/>
                  </a:lnTo>
                  <a:lnTo>
                    <a:pt x="220979" y="156210"/>
                  </a:lnTo>
                  <a:close/>
                </a:path>
                <a:path w="377189" h="372110">
                  <a:moveTo>
                    <a:pt x="224789" y="152400"/>
                  </a:moveTo>
                  <a:lnTo>
                    <a:pt x="214630" y="152400"/>
                  </a:lnTo>
                  <a:lnTo>
                    <a:pt x="212090" y="154939"/>
                  </a:lnTo>
                  <a:lnTo>
                    <a:pt x="222250" y="154939"/>
                  </a:lnTo>
                  <a:lnTo>
                    <a:pt x="224789" y="152400"/>
                  </a:lnTo>
                  <a:close/>
                </a:path>
                <a:path w="377189" h="372110">
                  <a:moveTo>
                    <a:pt x="227329" y="149860"/>
                  </a:moveTo>
                  <a:lnTo>
                    <a:pt x="217169" y="149860"/>
                  </a:lnTo>
                  <a:lnTo>
                    <a:pt x="215900" y="151129"/>
                  </a:lnTo>
                  <a:lnTo>
                    <a:pt x="226060" y="151129"/>
                  </a:lnTo>
                  <a:lnTo>
                    <a:pt x="227329" y="149860"/>
                  </a:lnTo>
                  <a:close/>
                </a:path>
                <a:path w="377189" h="372110">
                  <a:moveTo>
                    <a:pt x="231139" y="146050"/>
                  </a:moveTo>
                  <a:lnTo>
                    <a:pt x="220980" y="146050"/>
                  </a:lnTo>
                  <a:lnTo>
                    <a:pt x="218440" y="148589"/>
                  </a:lnTo>
                  <a:lnTo>
                    <a:pt x="228600" y="148589"/>
                  </a:lnTo>
                  <a:lnTo>
                    <a:pt x="231139" y="146050"/>
                  </a:lnTo>
                  <a:close/>
                </a:path>
                <a:path w="377189" h="372110">
                  <a:moveTo>
                    <a:pt x="233679" y="143510"/>
                  </a:moveTo>
                  <a:lnTo>
                    <a:pt x="223519" y="143510"/>
                  </a:lnTo>
                  <a:lnTo>
                    <a:pt x="222250" y="144779"/>
                  </a:lnTo>
                  <a:lnTo>
                    <a:pt x="232410" y="144779"/>
                  </a:lnTo>
                  <a:lnTo>
                    <a:pt x="233679" y="143510"/>
                  </a:lnTo>
                  <a:close/>
                </a:path>
                <a:path w="377189" h="372110">
                  <a:moveTo>
                    <a:pt x="237489" y="139700"/>
                  </a:moveTo>
                  <a:lnTo>
                    <a:pt x="227330" y="139700"/>
                  </a:lnTo>
                  <a:lnTo>
                    <a:pt x="224790" y="142239"/>
                  </a:lnTo>
                  <a:lnTo>
                    <a:pt x="234950" y="142239"/>
                  </a:lnTo>
                  <a:lnTo>
                    <a:pt x="237489" y="139700"/>
                  </a:lnTo>
                  <a:close/>
                </a:path>
                <a:path w="377189" h="372110">
                  <a:moveTo>
                    <a:pt x="240029" y="137160"/>
                  </a:moveTo>
                  <a:lnTo>
                    <a:pt x="229869" y="137160"/>
                  </a:lnTo>
                  <a:lnTo>
                    <a:pt x="228600" y="138429"/>
                  </a:lnTo>
                  <a:lnTo>
                    <a:pt x="238760" y="138429"/>
                  </a:lnTo>
                  <a:lnTo>
                    <a:pt x="240029" y="137160"/>
                  </a:lnTo>
                  <a:close/>
                </a:path>
                <a:path w="377189" h="372110">
                  <a:moveTo>
                    <a:pt x="243839" y="133350"/>
                  </a:moveTo>
                  <a:lnTo>
                    <a:pt x="233680" y="133350"/>
                  </a:lnTo>
                  <a:lnTo>
                    <a:pt x="231140" y="135889"/>
                  </a:lnTo>
                  <a:lnTo>
                    <a:pt x="241300" y="135889"/>
                  </a:lnTo>
                  <a:lnTo>
                    <a:pt x="243839" y="133350"/>
                  </a:lnTo>
                  <a:close/>
                </a:path>
                <a:path w="377189" h="372110">
                  <a:moveTo>
                    <a:pt x="246379" y="130810"/>
                  </a:moveTo>
                  <a:lnTo>
                    <a:pt x="236219" y="130810"/>
                  </a:lnTo>
                  <a:lnTo>
                    <a:pt x="234950" y="132079"/>
                  </a:lnTo>
                  <a:lnTo>
                    <a:pt x="245110" y="132079"/>
                  </a:lnTo>
                  <a:lnTo>
                    <a:pt x="246379" y="130810"/>
                  </a:lnTo>
                  <a:close/>
                </a:path>
                <a:path w="377189" h="372110">
                  <a:moveTo>
                    <a:pt x="250189" y="127000"/>
                  </a:moveTo>
                  <a:lnTo>
                    <a:pt x="240030" y="127000"/>
                  </a:lnTo>
                  <a:lnTo>
                    <a:pt x="237490" y="129539"/>
                  </a:lnTo>
                  <a:lnTo>
                    <a:pt x="247650" y="129539"/>
                  </a:lnTo>
                  <a:lnTo>
                    <a:pt x="250189" y="127000"/>
                  </a:lnTo>
                  <a:close/>
                </a:path>
                <a:path w="377189" h="372110">
                  <a:moveTo>
                    <a:pt x="252729" y="124460"/>
                  </a:moveTo>
                  <a:lnTo>
                    <a:pt x="242569" y="124460"/>
                  </a:lnTo>
                  <a:lnTo>
                    <a:pt x="241300" y="125729"/>
                  </a:lnTo>
                  <a:lnTo>
                    <a:pt x="251460" y="125729"/>
                  </a:lnTo>
                  <a:lnTo>
                    <a:pt x="252729" y="124460"/>
                  </a:lnTo>
                  <a:close/>
                </a:path>
                <a:path w="377189" h="372110">
                  <a:moveTo>
                    <a:pt x="256539" y="120650"/>
                  </a:moveTo>
                  <a:lnTo>
                    <a:pt x="246380" y="120650"/>
                  </a:lnTo>
                  <a:lnTo>
                    <a:pt x="243840" y="123189"/>
                  </a:lnTo>
                  <a:lnTo>
                    <a:pt x="254000" y="123189"/>
                  </a:lnTo>
                  <a:lnTo>
                    <a:pt x="256539" y="120650"/>
                  </a:lnTo>
                  <a:close/>
                </a:path>
                <a:path w="377189" h="372110">
                  <a:moveTo>
                    <a:pt x="259079" y="118110"/>
                  </a:moveTo>
                  <a:lnTo>
                    <a:pt x="248919" y="118110"/>
                  </a:lnTo>
                  <a:lnTo>
                    <a:pt x="247650" y="119379"/>
                  </a:lnTo>
                  <a:lnTo>
                    <a:pt x="257810" y="119379"/>
                  </a:lnTo>
                  <a:lnTo>
                    <a:pt x="259079" y="118110"/>
                  </a:lnTo>
                  <a:close/>
                </a:path>
                <a:path w="377189" h="372110">
                  <a:moveTo>
                    <a:pt x="262889" y="114300"/>
                  </a:moveTo>
                  <a:lnTo>
                    <a:pt x="252730" y="114300"/>
                  </a:lnTo>
                  <a:lnTo>
                    <a:pt x="250190" y="116839"/>
                  </a:lnTo>
                  <a:lnTo>
                    <a:pt x="260350" y="116839"/>
                  </a:lnTo>
                  <a:lnTo>
                    <a:pt x="262889" y="114300"/>
                  </a:lnTo>
                  <a:close/>
                </a:path>
                <a:path w="377189" h="372110">
                  <a:moveTo>
                    <a:pt x="265429" y="111760"/>
                  </a:moveTo>
                  <a:lnTo>
                    <a:pt x="255269" y="111760"/>
                  </a:lnTo>
                  <a:lnTo>
                    <a:pt x="254000" y="113029"/>
                  </a:lnTo>
                  <a:lnTo>
                    <a:pt x="264160" y="113029"/>
                  </a:lnTo>
                  <a:lnTo>
                    <a:pt x="265429" y="111760"/>
                  </a:lnTo>
                  <a:close/>
                </a:path>
                <a:path w="377189" h="372110">
                  <a:moveTo>
                    <a:pt x="269239" y="107950"/>
                  </a:moveTo>
                  <a:lnTo>
                    <a:pt x="259080" y="107950"/>
                  </a:lnTo>
                  <a:lnTo>
                    <a:pt x="256540" y="110489"/>
                  </a:lnTo>
                  <a:lnTo>
                    <a:pt x="266700" y="110489"/>
                  </a:lnTo>
                  <a:lnTo>
                    <a:pt x="269239" y="107950"/>
                  </a:lnTo>
                  <a:close/>
                </a:path>
                <a:path w="377189" h="372110">
                  <a:moveTo>
                    <a:pt x="271779" y="105410"/>
                  </a:moveTo>
                  <a:lnTo>
                    <a:pt x="261619" y="105410"/>
                  </a:lnTo>
                  <a:lnTo>
                    <a:pt x="260350" y="106679"/>
                  </a:lnTo>
                  <a:lnTo>
                    <a:pt x="270510" y="106679"/>
                  </a:lnTo>
                  <a:lnTo>
                    <a:pt x="271779" y="105410"/>
                  </a:lnTo>
                  <a:close/>
                </a:path>
                <a:path w="377189" h="372110">
                  <a:moveTo>
                    <a:pt x="275589" y="101600"/>
                  </a:moveTo>
                  <a:lnTo>
                    <a:pt x="265430" y="101600"/>
                  </a:lnTo>
                  <a:lnTo>
                    <a:pt x="262890" y="104139"/>
                  </a:lnTo>
                  <a:lnTo>
                    <a:pt x="273050" y="104139"/>
                  </a:lnTo>
                  <a:lnTo>
                    <a:pt x="275589" y="101600"/>
                  </a:lnTo>
                  <a:close/>
                </a:path>
                <a:path w="377189" h="372110">
                  <a:moveTo>
                    <a:pt x="278129" y="99060"/>
                  </a:moveTo>
                  <a:lnTo>
                    <a:pt x="267969" y="99060"/>
                  </a:lnTo>
                  <a:lnTo>
                    <a:pt x="266700" y="100329"/>
                  </a:lnTo>
                  <a:lnTo>
                    <a:pt x="276860" y="100329"/>
                  </a:lnTo>
                  <a:lnTo>
                    <a:pt x="278129" y="99060"/>
                  </a:lnTo>
                  <a:close/>
                </a:path>
                <a:path w="377189" h="372110">
                  <a:moveTo>
                    <a:pt x="281939" y="95250"/>
                  </a:moveTo>
                  <a:lnTo>
                    <a:pt x="271780" y="95250"/>
                  </a:lnTo>
                  <a:lnTo>
                    <a:pt x="269240" y="97789"/>
                  </a:lnTo>
                  <a:lnTo>
                    <a:pt x="279400" y="97789"/>
                  </a:lnTo>
                  <a:lnTo>
                    <a:pt x="281939" y="95250"/>
                  </a:lnTo>
                  <a:close/>
                </a:path>
                <a:path w="377189" h="372110">
                  <a:moveTo>
                    <a:pt x="284479" y="92710"/>
                  </a:moveTo>
                  <a:lnTo>
                    <a:pt x="274319" y="92710"/>
                  </a:lnTo>
                  <a:lnTo>
                    <a:pt x="273050" y="93979"/>
                  </a:lnTo>
                  <a:lnTo>
                    <a:pt x="283210" y="93979"/>
                  </a:lnTo>
                  <a:lnTo>
                    <a:pt x="284479" y="92710"/>
                  </a:lnTo>
                  <a:close/>
                </a:path>
                <a:path w="377189" h="372110">
                  <a:moveTo>
                    <a:pt x="288289" y="88900"/>
                  </a:moveTo>
                  <a:lnTo>
                    <a:pt x="278130" y="88900"/>
                  </a:lnTo>
                  <a:lnTo>
                    <a:pt x="275590" y="91439"/>
                  </a:lnTo>
                  <a:lnTo>
                    <a:pt x="285750" y="91439"/>
                  </a:lnTo>
                  <a:lnTo>
                    <a:pt x="288289" y="88900"/>
                  </a:lnTo>
                  <a:close/>
                </a:path>
                <a:path w="377189" h="372110">
                  <a:moveTo>
                    <a:pt x="290829" y="86360"/>
                  </a:moveTo>
                  <a:lnTo>
                    <a:pt x="280669" y="86360"/>
                  </a:lnTo>
                  <a:lnTo>
                    <a:pt x="279400" y="87629"/>
                  </a:lnTo>
                  <a:lnTo>
                    <a:pt x="289560" y="87629"/>
                  </a:lnTo>
                  <a:lnTo>
                    <a:pt x="290829" y="86360"/>
                  </a:lnTo>
                  <a:close/>
                </a:path>
                <a:path w="377189" h="372110">
                  <a:moveTo>
                    <a:pt x="294639" y="82550"/>
                  </a:moveTo>
                  <a:lnTo>
                    <a:pt x="284480" y="82550"/>
                  </a:lnTo>
                  <a:lnTo>
                    <a:pt x="281940" y="85089"/>
                  </a:lnTo>
                  <a:lnTo>
                    <a:pt x="292100" y="85089"/>
                  </a:lnTo>
                  <a:lnTo>
                    <a:pt x="294639" y="82550"/>
                  </a:lnTo>
                  <a:close/>
                </a:path>
                <a:path w="377189" h="372110">
                  <a:moveTo>
                    <a:pt x="297179" y="80010"/>
                  </a:moveTo>
                  <a:lnTo>
                    <a:pt x="287019" y="80010"/>
                  </a:lnTo>
                  <a:lnTo>
                    <a:pt x="285750" y="81279"/>
                  </a:lnTo>
                  <a:lnTo>
                    <a:pt x="295910" y="81279"/>
                  </a:lnTo>
                  <a:lnTo>
                    <a:pt x="297179" y="80010"/>
                  </a:lnTo>
                  <a:close/>
                </a:path>
                <a:path w="377189" h="372110">
                  <a:moveTo>
                    <a:pt x="300989" y="76200"/>
                  </a:moveTo>
                  <a:lnTo>
                    <a:pt x="290830" y="76200"/>
                  </a:lnTo>
                  <a:lnTo>
                    <a:pt x="288290" y="78739"/>
                  </a:lnTo>
                  <a:lnTo>
                    <a:pt x="298450" y="78739"/>
                  </a:lnTo>
                  <a:lnTo>
                    <a:pt x="300989" y="76200"/>
                  </a:lnTo>
                  <a:close/>
                </a:path>
                <a:path w="377189" h="372110">
                  <a:moveTo>
                    <a:pt x="303529" y="73660"/>
                  </a:moveTo>
                  <a:lnTo>
                    <a:pt x="293369" y="73660"/>
                  </a:lnTo>
                  <a:lnTo>
                    <a:pt x="292100" y="74929"/>
                  </a:lnTo>
                  <a:lnTo>
                    <a:pt x="302260" y="74929"/>
                  </a:lnTo>
                  <a:lnTo>
                    <a:pt x="303529" y="73660"/>
                  </a:lnTo>
                  <a:close/>
                </a:path>
                <a:path w="377189" h="372110">
                  <a:moveTo>
                    <a:pt x="307339" y="69850"/>
                  </a:moveTo>
                  <a:lnTo>
                    <a:pt x="297180" y="69850"/>
                  </a:lnTo>
                  <a:lnTo>
                    <a:pt x="294640" y="72389"/>
                  </a:lnTo>
                  <a:lnTo>
                    <a:pt x="304800" y="72389"/>
                  </a:lnTo>
                  <a:lnTo>
                    <a:pt x="307339" y="69850"/>
                  </a:lnTo>
                  <a:close/>
                </a:path>
                <a:path w="377189" h="372110">
                  <a:moveTo>
                    <a:pt x="309879" y="67310"/>
                  </a:moveTo>
                  <a:lnTo>
                    <a:pt x="299719" y="67310"/>
                  </a:lnTo>
                  <a:lnTo>
                    <a:pt x="298450" y="68579"/>
                  </a:lnTo>
                  <a:lnTo>
                    <a:pt x="308610" y="68579"/>
                  </a:lnTo>
                  <a:lnTo>
                    <a:pt x="309879" y="67310"/>
                  </a:lnTo>
                  <a:close/>
                </a:path>
                <a:path w="377189" h="372110">
                  <a:moveTo>
                    <a:pt x="313689" y="63500"/>
                  </a:moveTo>
                  <a:lnTo>
                    <a:pt x="303530" y="63500"/>
                  </a:lnTo>
                  <a:lnTo>
                    <a:pt x="300990" y="66039"/>
                  </a:lnTo>
                  <a:lnTo>
                    <a:pt x="311150" y="66039"/>
                  </a:lnTo>
                  <a:lnTo>
                    <a:pt x="313689" y="63500"/>
                  </a:lnTo>
                  <a:close/>
                </a:path>
                <a:path w="377189" h="372110">
                  <a:moveTo>
                    <a:pt x="316229" y="60960"/>
                  </a:moveTo>
                  <a:lnTo>
                    <a:pt x="306069" y="60960"/>
                  </a:lnTo>
                  <a:lnTo>
                    <a:pt x="304800" y="62229"/>
                  </a:lnTo>
                  <a:lnTo>
                    <a:pt x="314960" y="62229"/>
                  </a:lnTo>
                  <a:lnTo>
                    <a:pt x="316229" y="60960"/>
                  </a:lnTo>
                  <a:close/>
                </a:path>
                <a:path w="377189" h="372110">
                  <a:moveTo>
                    <a:pt x="320039" y="57150"/>
                  </a:moveTo>
                  <a:lnTo>
                    <a:pt x="309880" y="57150"/>
                  </a:lnTo>
                  <a:lnTo>
                    <a:pt x="307340" y="59689"/>
                  </a:lnTo>
                  <a:lnTo>
                    <a:pt x="317500" y="59689"/>
                  </a:lnTo>
                  <a:lnTo>
                    <a:pt x="320039" y="57150"/>
                  </a:lnTo>
                  <a:close/>
                </a:path>
                <a:path w="377189" h="372110">
                  <a:moveTo>
                    <a:pt x="322579" y="54610"/>
                  </a:moveTo>
                  <a:lnTo>
                    <a:pt x="312419" y="54610"/>
                  </a:lnTo>
                  <a:lnTo>
                    <a:pt x="311150" y="55879"/>
                  </a:lnTo>
                  <a:lnTo>
                    <a:pt x="321310" y="55879"/>
                  </a:lnTo>
                  <a:lnTo>
                    <a:pt x="322579" y="54610"/>
                  </a:lnTo>
                  <a:close/>
                </a:path>
                <a:path w="377189" h="372110">
                  <a:moveTo>
                    <a:pt x="326389" y="50800"/>
                  </a:moveTo>
                  <a:lnTo>
                    <a:pt x="316230" y="50800"/>
                  </a:lnTo>
                  <a:lnTo>
                    <a:pt x="313690" y="53339"/>
                  </a:lnTo>
                  <a:lnTo>
                    <a:pt x="323850" y="53339"/>
                  </a:lnTo>
                  <a:lnTo>
                    <a:pt x="326389" y="50800"/>
                  </a:lnTo>
                  <a:close/>
                </a:path>
                <a:path w="377189" h="372110">
                  <a:moveTo>
                    <a:pt x="328929" y="48260"/>
                  </a:moveTo>
                  <a:lnTo>
                    <a:pt x="318769" y="48260"/>
                  </a:lnTo>
                  <a:lnTo>
                    <a:pt x="317500" y="49529"/>
                  </a:lnTo>
                  <a:lnTo>
                    <a:pt x="327660" y="49529"/>
                  </a:lnTo>
                  <a:lnTo>
                    <a:pt x="328929" y="48260"/>
                  </a:lnTo>
                  <a:close/>
                </a:path>
                <a:path w="377189" h="372110">
                  <a:moveTo>
                    <a:pt x="332739" y="44450"/>
                  </a:moveTo>
                  <a:lnTo>
                    <a:pt x="322580" y="44450"/>
                  </a:lnTo>
                  <a:lnTo>
                    <a:pt x="320040" y="46989"/>
                  </a:lnTo>
                  <a:lnTo>
                    <a:pt x="330200" y="46989"/>
                  </a:lnTo>
                  <a:lnTo>
                    <a:pt x="332739" y="44450"/>
                  </a:lnTo>
                  <a:close/>
                </a:path>
                <a:path w="377189" h="372110">
                  <a:moveTo>
                    <a:pt x="335279" y="41910"/>
                  </a:moveTo>
                  <a:lnTo>
                    <a:pt x="325119" y="41910"/>
                  </a:lnTo>
                  <a:lnTo>
                    <a:pt x="323850" y="43179"/>
                  </a:lnTo>
                  <a:lnTo>
                    <a:pt x="334010" y="43179"/>
                  </a:lnTo>
                  <a:lnTo>
                    <a:pt x="335279" y="41910"/>
                  </a:lnTo>
                  <a:close/>
                </a:path>
                <a:path w="377189" h="372110">
                  <a:moveTo>
                    <a:pt x="339089" y="38100"/>
                  </a:moveTo>
                  <a:lnTo>
                    <a:pt x="328930" y="38100"/>
                  </a:lnTo>
                  <a:lnTo>
                    <a:pt x="326390" y="40639"/>
                  </a:lnTo>
                  <a:lnTo>
                    <a:pt x="336550" y="40639"/>
                  </a:lnTo>
                  <a:lnTo>
                    <a:pt x="339089" y="38100"/>
                  </a:lnTo>
                  <a:close/>
                </a:path>
                <a:path w="377189" h="372110">
                  <a:moveTo>
                    <a:pt x="341629" y="35560"/>
                  </a:moveTo>
                  <a:lnTo>
                    <a:pt x="331469" y="35560"/>
                  </a:lnTo>
                  <a:lnTo>
                    <a:pt x="330200" y="36829"/>
                  </a:lnTo>
                  <a:lnTo>
                    <a:pt x="340360" y="36829"/>
                  </a:lnTo>
                  <a:lnTo>
                    <a:pt x="341629" y="35560"/>
                  </a:lnTo>
                  <a:close/>
                </a:path>
                <a:path w="377189" h="372110">
                  <a:moveTo>
                    <a:pt x="345439" y="31750"/>
                  </a:moveTo>
                  <a:lnTo>
                    <a:pt x="335280" y="31750"/>
                  </a:lnTo>
                  <a:lnTo>
                    <a:pt x="332740" y="34289"/>
                  </a:lnTo>
                  <a:lnTo>
                    <a:pt x="342900" y="34289"/>
                  </a:lnTo>
                  <a:lnTo>
                    <a:pt x="345439" y="31750"/>
                  </a:lnTo>
                  <a:close/>
                </a:path>
                <a:path w="377189" h="372110">
                  <a:moveTo>
                    <a:pt x="347979" y="29210"/>
                  </a:moveTo>
                  <a:lnTo>
                    <a:pt x="337819" y="29210"/>
                  </a:lnTo>
                  <a:lnTo>
                    <a:pt x="336550" y="30479"/>
                  </a:lnTo>
                  <a:lnTo>
                    <a:pt x="346710" y="30479"/>
                  </a:lnTo>
                  <a:lnTo>
                    <a:pt x="347979" y="29210"/>
                  </a:lnTo>
                  <a:close/>
                </a:path>
                <a:path w="377189" h="372110">
                  <a:moveTo>
                    <a:pt x="351789" y="25400"/>
                  </a:moveTo>
                  <a:lnTo>
                    <a:pt x="341630" y="25400"/>
                  </a:lnTo>
                  <a:lnTo>
                    <a:pt x="339090" y="27939"/>
                  </a:lnTo>
                  <a:lnTo>
                    <a:pt x="349250" y="27939"/>
                  </a:lnTo>
                  <a:lnTo>
                    <a:pt x="351789" y="25400"/>
                  </a:lnTo>
                  <a:close/>
                </a:path>
                <a:path w="377189" h="372110">
                  <a:moveTo>
                    <a:pt x="354329" y="22860"/>
                  </a:moveTo>
                  <a:lnTo>
                    <a:pt x="344169" y="22860"/>
                  </a:lnTo>
                  <a:lnTo>
                    <a:pt x="342900" y="24129"/>
                  </a:lnTo>
                  <a:lnTo>
                    <a:pt x="353060" y="24129"/>
                  </a:lnTo>
                  <a:lnTo>
                    <a:pt x="354329" y="22860"/>
                  </a:lnTo>
                  <a:close/>
                </a:path>
                <a:path w="377189" h="372110">
                  <a:moveTo>
                    <a:pt x="358139" y="19050"/>
                  </a:moveTo>
                  <a:lnTo>
                    <a:pt x="347980" y="19050"/>
                  </a:lnTo>
                  <a:lnTo>
                    <a:pt x="345440" y="21589"/>
                  </a:lnTo>
                  <a:lnTo>
                    <a:pt x="355600" y="21589"/>
                  </a:lnTo>
                  <a:lnTo>
                    <a:pt x="358139" y="19050"/>
                  </a:lnTo>
                  <a:close/>
                </a:path>
                <a:path w="377189" h="372110">
                  <a:moveTo>
                    <a:pt x="360679" y="16510"/>
                  </a:moveTo>
                  <a:lnTo>
                    <a:pt x="350519" y="16510"/>
                  </a:lnTo>
                  <a:lnTo>
                    <a:pt x="349250" y="17779"/>
                  </a:lnTo>
                  <a:lnTo>
                    <a:pt x="359410" y="17779"/>
                  </a:lnTo>
                  <a:lnTo>
                    <a:pt x="360679" y="16510"/>
                  </a:lnTo>
                  <a:close/>
                </a:path>
                <a:path w="377189" h="372110">
                  <a:moveTo>
                    <a:pt x="364489" y="12700"/>
                  </a:moveTo>
                  <a:lnTo>
                    <a:pt x="354330" y="12700"/>
                  </a:lnTo>
                  <a:lnTo>
                    <a:pt x="351790" y="15239"/>
                  </a:lnTo>
                  <a:lnTo>
                    <a:pt x="361950" y="15239"/>
                  </a:lnTo>
                  <a:lnTo>
                    <a:pt x="364489" y="12700"/>
                  </a:lnTo>
                  <a:close/>
                </a:path>
                <a:path w="377189" h="372110">
                  <a:moveTo>
                    <a:pt x="367029" y="10160"/>
                  </a:moveTo>
                  <a:lnTo>
                    <a:pt x="356869" y="10160"/>
                  </a:lnTo>
                  <a:lnTo>
                    <a:pt x="355600" y="11429"/>
                  </a:lnTo>
                  <a:lnTo>
                    <a:pt x="365760" y="11429"/>
                  </a:lnTo>
                  <a:lnTo>
                    <a:pt x="367029" y="10160"/>
                  </a:lnTo>
                  <a:close/>
                </a:path>
                <a:path w="377189" h="372110">
                  <a:moveTo>
                    <a:pt x="370839" y="6350"/>
                  </a:moveTo>
                  <a:lnTo>
                    <a:pt x="360680" y="6350"/>
                  </a:lnTo>
                  <a:lnTo>
                    <a:pt x="358140" y="8889"/>
                  </a:lnTo>
                  <a:lnTo>
                    <a:pt x="368300" y="8889"/>
                  </a:lnTo>
                  <a:lnTo>
                    <a:pt x="370839" y="6350"/>
                  </a:lnTo>
                  <a:close/>
                </a:path>
                <a:path w="377189" h="372110">
                  <a:moveTo>
                    <a:pt x="373379" y="3810"/>
                  </a:moveTo>
                  <a:lnTo>
                    <a:pt x="363219" y="3810"/>
                  </a:lnTo>
                  <a:lnTo>
                    <a:pt x="361950" y="5079"/>
                  </a:lnTo>
                  <a:lnTo>
                    <a:pt x="372110" y="5079"/>
                  </a:lnTo>
                  <a:lnTo>
                    <a:pt x="373379" y="3810"/>
                  </a:lnTo>
                  <a:close/>
                </a:path>
                <a:path w="377189" h="372110">
                  <a:moveTo>
                    <a:pt x="377189" y="0"/>
                  </a:moveTo>
                  <a:lnTo>
                    <a:pt x="375919" y="0"/>
                  </a:lnTo>
                  <a:lnTo>
                    <a:pt x="375919" y="1270"/>
                  </a:lnTo>
                  <a:lnTo>
                    <a:pt x="377189" y="0"/>
                  </a:lnTo>
                  <a:close/>
                </a:path>
                <a:path w="377189" h="372110">
                  <a:moveTo>
                    <a:pt x="173989" y="203200"/>
                  </a:moveTo>
                  <a:lnTo>
                    <a:pt x="163829" y="203200"/>
                  </a:lnTo>
                  <a:lnTo>
                    <a:pt x="138430" y="228600"/>
                  </a:lnTo>
                  <a:lnTo>
                    <a:pt x="148589" y="228600"/>
                  </a:lnTo>
                  <a:lnTo>
                    <a:pt x="173989" y="203200"/>
                  </a:lnTo>
                  <a:close/>
                </a:path>
                <a:path w="377189" h="372110">
                  <a:moveTo>
                    <a:pt x="148589" y="228600"/>
                  </a:moveTo>
                  <a:lnTo>
                    <a:pt x="138429" y="228600"/>
                  </a:lnTo>
                  <a:lnTo>
                    <a:pt x="87630" y="279400"/>
                  </a:lnTo>
                  <a:lnTo>
                    <a:pt x="97789" y="279400"/>
                  </a:lnTo>
                  <a:lnTo>
                    <a:pt x="148589" y="228600"/>
                  </a:lnTo>
                  <a:close/>
                </a:path>
                <a:path w="377189" h="372110">
                  <a:moveTo>
                    <a:pt x="8889" y="368300"/>
                  </a:moveTo>
                  <a:lnTo>
                    <a:pt x="2539" y="368300"/>
                  </a:lnTo>
                  <a:lnTo>
                    <a:pt x="2539" y="369570"/>
                  </a:lnTo>
                  <a:lnTo>
                    <a:pt x="3809" y="369570"/>
                  </a:lnTo>
                  <a:lnTo>
                    <a:pt x="3809" y="372110"/>
                  </a:lnTo>
                  <a:lnTo>
                    <a:pt x="5079" y="372110"/>
                  </a:lnTo>
                  <a:lnTo>
                    <a:pt x="5080" y="370840"/>
                  </a:lnTo>
                  <a:lnTo>
                    <a:pt x="6349" y="370840"/>
                  </a:lnTo>
                  <a:lnTo>
                    <a:pt x="8889" y="368300"/>
                  </a:lnTo>
                  <a:close/>
                </a:path>
                <a:path w="377189" h="372110">
                  <a:moveTo>
                    <a:pt x="11429" y="365760"/>
                  </a:moveTo>
                  <a:lnTo>
                    <a:pt x="1269" y="365760"/>
                  </a:lnTo>
                  <a:lnTo>
                    <a:pt x="0" y="367030"/>
                  </a:lnTo>
                  <a:lnTo>
                    <a:pt x="0" y="368300"/>
                  </a:lnTo>
                  <a:lnTo>
                    <a:pt x="1269" y="368300"/>
                  </a:lnTo>
                  <a:lnTo>
                    <a:pt x="1269" y="367030"/>
                  </a:lnTo>
                  <a:lnTo>
                    <a:pt x="10159" y="367030"/>
                  </a:lnTo>
                  <a:lnTo>
                    <a:pt x="11429" y="365760"/>
                  </a:lnTo>
                  <a:close/>
                </a:path>
                <a:path w="377189" h="372110">
                  <a:moveTo>
                    <a:pt x="15239" y="361950"/>
                  </a:moveTo>
                  <a:lnTo>
                    <a:pt x="5080" y="361950"/>
                  </a:lnTo>
                  <a:lnTo>
                    <a:pt x="2539" y="364490"/>
                  </a:lnTo>
                  <a:lnTo>
                    <a:pt x="12699" y="364490"/>
                  </a:lnTo>
                  <a:lnTo>
                    <a:pt x="15239" y="361950"/>
                  </a:lnTo>
                  <a:close/>
                </a:path>
                <a:path w="377189" h="372110">
                  <a:moveTo>
                    <a:pt x="17779" y="359410"/>
                  </a:moveTo>
                  <a:lnTo>
                    <a:pt x="7619" y="359410"/>
                  </a:lnTo>
                  <a:lnTo>
                    <a:pt x="6349" y="360680"/>
                  </a:lnTo>
                  <a:lnTo>
                    <a:pt x="16509" y="360680"/>
                  </a:lnTo>
                  <a:lnTo>
                    <a:pt x="17779" y="359410"/>
                  </a:lnTo>
                  <a:close/>
                </a:path>
                <a:path w="377189" h="372110">
                  <a:moveTo>
                    <a:pt x="30479" y="346710"/>
                  </a:moveTo>
                  <a:lnTo>
                    <a:pt x="20319" y="346710"/>
                  </a:lnTo>
                  <a:lnTo>
                    <a:pt x="8889" y="358140"/>
                  </a:lnTo>
                  <a:lnTo>
                    <a:pt x="19049" y="358140"/>
                  </a:lnTo>
                  <a:lnTo>
                    <a:pt x="30479" y="346710"/>
                  </a:lnTo>
                  <a:close/>
                </a:path>
                <a:path w="377189" h="372110">
                  <a:moveTo>
                    <a:pt x="43179" y="334010"/>
                  </a:moveTo>
                  <a:lnTo>
                    <a:pt x="33019" y="334010"/>
                  </a:lnTo>
                  <a:lnTo>
                    <a:pt x="21589" y="345440"/>
                  </a:lnTo>
                  <a:lnTo>
                    <a:pt x="31749" y="345440"/>
                  </a:lnTo>
                  <a:lnTo>
                    <a:pt x="43179" y="334010"/>
                  </a:lnTo>
                  <a:close/>
                </a:path>
                <a:path w="377189" h="372110">
                  <a:moveTo>
                    <a:pt x="46989" y="330200"/>
                  </a:moveTo>
                  <a:lnTo>
                    <a:pt x="36830" y="330200"/>
                  </a:lnTo>
                  <a:lnTo>
                    <a:pt x="34289" y="332740"/>
                  </a:lnTo>
                  <a:lnTo>
                    <a:pt x="44449" y="332740"/>
                  </a:lnTo>
                  <a:lnTo>
                    <a:pt x="46989" y="330200"/>
                  </a:lnTo>
                  <a:close/>
                </a:path>
                <a:path w="377189" h="372110">
                  <a:moveTo>
                    <a:pt x="49529" y="327660"/>
                  </a:moveTo>
                  <a:lnTo>
                    <a:pt x="39369" y="327660"/>
                  </a:lnTo>
                  <a:lnTo>
                    <a:pt x="38099" y="328930"/>
                  </a:lnTo>
                  <a:lnTo>
                    <a:pt x="48259" y="328930"/>
                  </a:lnTo>
                  <a:lnTo>
                    <a:pt x="49529" y="327660"/>
                  </a:lnTo>
                  <a:close/>
                </a:path>
                <a:path w="377189" h="372110">
                  <a:moveTo>
                    <a:pt x="53339" y="323850"/>
                  </a:moveTo>
                  <a:lnTo>
                    <a:pt x="43180" y="323850"/>
                  </a:lnTo>
                  <a:lnTo>
                    <a:pt x="40639" y="326390"/>
                  </a:lnTo>
                  <a:lnTo>
                    <a:pt x="50799" y="326390"/>
                  </a:lnTo>
                  <a:lnTo>
                    <a:pt x="53339" y="323850"/>
                  </a:lnTo>
                  <a:close/>
                </a:path>
                <a:path w="377189" h="372110">
                  <a:moveTo>
                    <a:pt x="66039" y="311150"/>
                  </a:moveTo>
                  <a:lnTo>
                    <a:pt x="55880" y="311150"/>
                  </a:lnTo>
                  <a:lnTo>
                    <a:pt x="44449" y="322580"/>
                  </a:lnTo>
                  <a:lnTo>
                    <a:pt x="54609" y="322580"/>
                  </a:lnTo>
                  <a:lnTo>
                    <a:pt x="66039" y="311150"/>
                  </a:lnTo>
                  <a:close/>
                </a:path>
                <a:path w="377189" h="372110">
                  <a:moveTo>
                    <a:pt x="74929" y="302260"/>
                  </a:moveTo>
                  <a:lnTo>
                    <a:pt x="64769" y="302260"/>
                  </a:lnTo>
                  <a:lnTo>
                    <a:pt x="57149" y="309880"/>
                  </a:lnTo>
                  <a:lnTo>
                    <a:pt x="67309" y="309880"/>
                  </a:lnTo>
                  <a:lnTo>
                    <a:pt x="74929" y="302260"/>
                  </a:lnTo>
                  <a:close/>
                </a:path>
                <a:path w="377189" h="372110">
                  <a:moveTo>
                    <a:pt x="91439" y="285750"/>
                  </a:moveTo>
                  <a:lnTo>
                    <a:pt x="81280" y="285750"/>
                  </a:lnTo>
                  <a:lnTo>
                    <a:pt x="66039" y="300990"/>
                  </a:lnTo>
                  <a:lnTo>
                    <a:pt x="76199" y="300990"/>
                  </a:lnTo>
                  <a:lnTo>
                    <a:pt x="91439" y="285750"/>
                  </a:lnTo>
                  <a:close/>
                </a:path>
                <a:path w="377189" h="372110">
                  <a:moveTo>
                    <a:pt x="96519" y="280670"/>
                  </a:moveTo>
                  <a:lnTo>
                    <a:pt x="86359" y="280670"/>
                  </a:lnTo>
                  <a:lnTo>
                    <a:pt x="82549" y="284480"/>
                  </a:lnTo>
                  <a:lnTo>
                    <a:pt x="92709" y="284480"/>
                  </a:lnTo>
                  <a:lnTo>
                    <a:pt x="96519" y="280670"/>
                  </a:lnTo>
                  <a:close/>
                </a:path>
              </a:pathLst>
            </a:custGeom>
            <a:solidFill>
              <a:srgbClr val="6A57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3">
              <a:extLst>
                <a:ext uri="{FF2B5EF4-FFF2-40B4-BE49-F238E27FC236}">
                  <a16:creationId xmlns:a16="http://schemas.microsoft.com/office/drawing/2014/main" id="{2C4E3BA3-A343-E21B-8F6D-B618497054E3}"/>
                </a:ext>
              </a:extLst>
            </p:cNvPr>
            <p:cNvSpPr/>
            <p:nvPr/>
          </p:nvSpPr>
          <p:spPr>
            <a:xfrm>
              <a:off x="2475230" y="2576830"/>
              <a:ext cx="382270" cy="378460"/>
            </a:xfrm>
            <a:custGeom>
              <a:avLst/>
              <a:gdLst/>
              <a:ahLst/>
              <a:cxnLst/>
              <a:rect l="l" t="t" r="r" b="b"/>
              <a:pathLst>
                <a:path w="382269" h="378460">
                  <a:moveTo>
                    <a:pt x="185420" y="196850"/>
                  </a:moveTo>
                  <a:lnTo>
                    <a:pt x="173990" y="196850"/>
                  </a:lnTo>
                  <a:lnTo>
                    <a:pt x="167640" y="203200"/>
                  </a:lnTo>
                  <a:lnTo>
                    <a:pt x="179070" y="203200"/>
                  </a:lnTo>
                  <a:lnTo>
                    <a:pt x="185420" y="196850"/>
                  </a:lnTo>
                  <a:close/>
                </a:path>
                <a:path w="382269" h="378460">
                  <a:moveTo>
                    <a:pt x="187960" y="194310"/>
                  </a:moveTo>
                  <a:lnTo>
                    <a:pt x="176530" y="194310"/>
                  </a:lnTo>
                  <a:lnTo>
                    <a:pt x="175260" y="195579"/>
                  </a:lnTo>
                  <a:lnTo>
                    <a:pt x="186690" y="195579"/>
                  </a:lnTo>
                  <a:lnTo>
                    <a:pt x="187960" y="194310"/>
                  </a:lnTo>
                  <a:close/>
                </a:path>
                <a:path w="382269" h="378460">
                  <a:moveTo>
                    <a:pt x="191770" y="190500"/>
                  </a:moveTo>
                  <a:lnTo>
                    <a:pt x="180340" y="190500"/>
                  </a:lnTo>
                  <a:lnTo>
                    <a:pt x="177800" y="193039"/>
                  </a:lnTo>
                  <a:lnTo>
                    <a:pt x="189230" y="193039"/>
                  </a:lnTo>
                  <a:lnTo>
                    <a:pt x="191770" y="190500"/>
                  </a:lnTo>
                  <a:close/>
                </a:path>
                <a:path w="382269" h="378460">
                  <a:moveTo>
                    <a:pt x="194310" y="187960"/>
                  </a:moveTo>
                  <a:lnTo>
                    <a:pt x="182880" y="187960"/>
                  </a:lnTo>
                  <a:lnTo>
                    <a:pt x="181610" y="189229"/>
                  </a:lnTo>
                  <a:lnTo>
                    <a:pt x="193040" y="189229"/>
                  </a:lnTo>
                  <a:lnTo>
                    <a:pt x="194310" y="187960"/>
                  </a:lnTo>
                  <a:close/>
                </a:path>
                <a:path w="382269" h="378460">
                  <a:moveTo>
                    <a:pt x="198120" y="184150"/>
                  </a:moveTo>
                  <a:lnTo>
                    <a:pt x="186690" y="184150"/>
                  </a:lnTo>
                  <a:lnTo>
                    <a:pt x="184150" y="186689"/>
                  </a:lnTo>
                  <a:lnTo>
                    <a:pt x="195580" y="186689"/>
                  </a:lnTo>
                  <a:lnTo>
                    <a:pt x="198120" y="184150"/>
                  </a:lnTo>
                  <a:close/>
                </a:path>
                <a:path w="382269" h="378460">
                  <a:moveTo>
                    <a:pt x="200660" y="181610"/>
                  </a:moveTo>
                  <a:lnTo>
                    <a:pt x="189230" y="181610"/>
                  </a:lnTo>
                  <a:lnTo>
                    <a:pt x="187960" y="182879"/>
                  </a:lnTo>
                  <a:lnTo>
                    <a:pt x="199390" y="182879"/>
                  </a:lnTo>
                  <a:lnTo>
                    <a:pt x="200660" y="181610"/>
                  </a:lnTo>
                  <a:close/>
                </a:path>
                <a:path w="382269" h="378460">
                  <a:moveTo>
                    <a:pt x="213360" y="168910"/>
                  </a:moveTo>
                  <a:lnTo>
                    <a:pt x="201930" y="168910"/>
                  </a:lnTo>
                  <a:lnTo>
                    <a:pt x="190500" y="180339"/>
                  </a:lnTo>
                  <a:lnTo>
                    <a:pt x="201930" y="180339"/>
                  </a:lnTo>
                  <a:lnTo>
                    <a:pt x="213360" y="168910"/>
                  </a:lnTo>
                  <a:close/>
                </a:path>
                <a:path w="382269" h="378460">
                  <a:moveTo>
                    <a:pt x="226060" y="156210"/>
                  </a:moveTo>
                  <a:lnTo>
                    <a:pt x="214630" y="156210"/>
                  </a:lnTo>
                  <a:lnTo>
                    <a:pt x="203200" y="167639"/>
                  </a:lnTo>
                  <a:lnTo>
                    <a:pt x="214630" y="167639"/>
                  </a:lnTo>
                  <a:lnTo>
                    <a:pt x="226060" y="156210"/>
                  </a:lnTo>
                  <a:close/>
                </a:path>
                <a:path w="382269" h="378460">
                  <a:moveTo>
                    <a:pt x="229870" y="152400"/>
                  </a:moveTo>
                  <a:lnTo>
                    <a:pt x="218440" y="152400"/>
                  </a:lnTo>
                  <a:lnTo>
                    <a:pt x="215900" y="154939"/>
                  </a:lnTo>
                  <a:lnTo>
                    <a:pt x="227330" y="154939"/>
                  </a:lnTo>
                  <a:lnTo>
                    <a:pt x="229870" y="152400"/>
                  </a:lnTo>
                  <a:close/>
                </a:path>
                <a:path w="382269" h="378460">
                  <a:moveTo>
                    <a:pt x="232410" y="149860"/>
                  </a:moveTo>
                  <a:lnTo>
                    <a:pt x="220980" y="149860"/>
                  </a:lnTo>
                  <a:lnTo>
                    <a:pt x="219710" y="151129"/>
                  </a:lnTo>
                  <a:lnTo>
                    <a:pt x="231140" y="151129"/>
                  </a:lnTo>
                  <a:lnTo>
                    <a:pt x="232410" y="149860"/>
                  </a:lnTo>
                  <a:close/>
                </a:path>
                <a:path w="382269" h="378460">
                  <a:moveTo>
                    <a:pt x="236220" y="146050"/>
                  </a:moveTo>
                  <a:lnTo>
                    <a:pt x="224790" y="146050"/>
                  </a:lnTo>
                  <a:lnTo>
                    <a:pt x="222250" y="148589"/>
                  </a:lnTo>
                  <a:lnTo>
                    <a:pt x="233680" y="148589"/>
                  </a:lnTo>
                  <a:lnTo>
                    <a:pt x="236220" y="146050"/>
                  </a:lnTo>
                  <a:close/>
                </a:path>
                <a:path w="382269" h="378460">
                  <a:moveTo>
                    <a:pt x="238760" y="143510"/>
                  </a:moveTo>
                  <a:lnTo>
                    <a:pt x="227330" y="143510"/>
                  </a:lnTo>
                  <a:lnTo>
                    <a:pt x="226060" y="144779"/>
                  </a:lnTo>
                  <a:lnTo>
                    <a:pt x="237490" y="144779"/>
                  </a:lnTo>
                  <a:lnTo>
                    <a:pt x="238760" y="143510"/>
                  </a:lnTo>
                  <a:close/>
                </a:path>
                <a:path w="382269" h="378460">
                  <a:moveTo>
                    <a:pt x="242570" y="139700"/>
                  </a:moveTo>
                  <a:lnTo>
                    <a:pt x="231140" y="139700"/>
                  </a:lnTo>
                  <a:lnTo>
                    <a:pt x="228600" y="142239"/>
                  </a:lnTo>
                  <a:lnTo>
                    <a:pt x="240030" y="142239"/>
                  </a:lnTo>
                  <a:lnTo>
                    <a:pt x="242570" y="139700"/>
                  </a:lnTo>
                  <a:close/>
                </a:path>
                <a:path w="382269" h="378460">
                  <a:moveTo>
                    <a:pt x="245110" y="137160"/>
                  </a:moveTo>
                  <a:lnTo>
                    <a:pt x="233680" y="137160"/>
                  </a:lnTo>
                  <a:lnTo>
                    <a:pt x="232410" y="138429"/>
                  </a:lnTo>
                  <a:lnTo>
                    <a:pt x="243840" y="138429"/>
                  </a:lnTo>
                  <a:lnTo>
                    <a:pt x="245110" y="137160"/>
                  </a:lnTo>
                  <a:close/>
                </a:path>
                <a:path w="382269" h="378460">
                  <a:moveTo>
                    <a:pt x="248920" y="133350"/>
                  </a:moveTo>
                  <a:lnTo>
                    <a:pt x="237490" y="133350"/>
                  </a:lnTo>
                  <a:lnTo>
                    <a:pt x="234950" y="135889"/>
                  </a:lnTo>
                  <a:lnTo>
                    <a:pt x="246380" y="135889"/>
                  </a:lnTo>
                  <a:lnTo>
                    <a:pt x="248920" y="133350"/>
                  </a:lnTo>
                  <a:close/>
                </a:path>
                <a:path w="382269" h="378460">
                  <a:moveTo>
                    <a:pt x="251460" y="130810"/>
                  </a:moveTo>
                  <a:lnTo>
                    <a:pt x="240030" y="130810"/>
                  </a:lnTo>
                  <a:lnTo>
                    <a:pt x="238760" y="132079"/>
                  </a:lnTo>
                  <a:lnTo>
                    <a:pt x="250190" y="132079"/>
                  </a:lnTo>
                  <a:lnTo>
                    <a:pt x="251460" y="130810"/>
                  </a:lnTo>
                  <a:close/>
                </a:path>
                <a:path w="382269" h="378460">
                  <a:moveTo>
                    <a:pt x="255270" y="127000"/>
                  </a:moveTo>
                  <a:lnTo>
                    <a:pt x="243840" y="127000"/>
                  </a:lnTo>
                  <a:lnTo>
                    <a:pt x="241300" y="129539"/>
                  </a:lnTo>
                  <a:lnTo>
                    <a:pt x="252730" y="129539"/>
                  </a:lnTo>
                  <a:lnTo>
                    <a:pt x="255270" y="127000"/>
                  </a:lnTo>
                  <a:close/>
                </a:path>
                <a:path w="382269" h="378460">
                  <a:moveTo>
                    <a:pt x="257810" y="124460"/>
                  </a:moveTo>
                  <a:lnTo>
                    <a:pt x="246380" y="124460"/>
                  </a:lnTo>
                  <a:lnTo>
                    <a:pt x="245110" y="125729"/>
                  </a:lnTo>
                  <a:lnTo>
                    <a:pt x="256540" y="125729"/>
                  </a:lnTo>
                  <a:lnTo>
                    <a:pt x="257810" y="124460"/>
                  </a:lnTo>
                  <a:close/>
                </a:path>
                <a:path w="382269" h="378460">
                  <a:moveTo>
                    <a:pt x="261620" y="120650"/>
                  </a:moveTo>
                  <a:lnTo>
                    <a:pt x="250190" y="120650"/>
                  </a:lnTo>
                  <a:lnTo>
                    <a:pt x="247650" y="123189"/>
                  </a:lnTo>
                  <a:lnTo>
                    <a:pt x="259080" y="123189"/>
                  </a:lnTo>
                  <a:lnTo>
                    <a:pt x="261620" y="120650"/>
                  </a:lnTo>
                  <a:close/>
                </a:path>
                <a:path w="382269" h="378460">
                  <a:moveTo>
                    <a:pt x="264160" y="118110"/>
                  </a:moveTo>
                  <a:lnTo>
                    <a:pt x="252730" y="118110"/>
                  </a:lnTo>
                  <a:lnTo>
                    <a:pt x="251460" y="119379"/>
                  </a:lnTo>
                  <a:lnTo>
                    <a:pt x="262890" y="119379"/>
                  </a:lnTo>
                  <a:lnTo>
                    <a:pt x="264160" y="118110"/>
                  </a:lnTo>
                  <a:close/>
                </a:path>
                <a:path w="382269" h="378460">
                  <a:moveTo>
                    <a:pt x="267970" y="114300"/>
                  </a:moveTo>
                  <a:lnTo>
                    <a:pt x="256540" y="114300"/>
                  </a:lnTo>
                  <a:lnTo>
                    <a:pt x="254000" y="116839"/>
                  </a:lnTo>
                  <a:lnTo>
                    <a:pt x="265430" y="116839"/>
                  </a:lnTo>
                  <a:lnTo>
                    <a:pt x="267970" y="114300"/>
                  </a:lnTo>
                  <a:close/>
                </a:path>
                <a:path w="382269" h="378460">
                  <a:moveTo>
                    <a:pt x="270510" y="111760"/>
                  </a:moveTo>
                  <a:lnTo>
                    <a:pt x="259080" y="111760"/>
                  </a:lnTo>
                  <a:lnTo>
                    <a:pt x="257810" y="113029"/>
                  </a:lnTo>
                  <a:lnTo>
                    <a:pt x="269240" y="113029"/>
                  </a:lnTo>
                  <a:lnTo>
                    <a:pt x="270510" y="111760"/>
                  </a:lnTo>
                  <a:close/>
                </a:path>
                <a:path w="382269" h="378460">
                  <a:moveTo>
                    <a:pt x="274320" y="107950"/>
                  </a:moveTo>
                  <a:lnTo>
                    <a:pt x="262890" y="107950"/>
                  </a:lnTo>
                  <a:lnTo>
                    <a:pt x="260350" y="110489"/>
                  </a:lnTo>
                  <a:lnTo>
                    <a:pt x="271780" y="110489"/>
                  </a:lnTo>
                  <a:lnTo>
                    <a:pt x="274320" y="107950"/>
                  </a:lnTo>
                  <a:close/>
                </a:path>
                <a:path w="382269" h="378460">
                  <a:moveTo>
                    <a:pt x="276860" y="105410"/>
                  </a:moveTo>
                  <a:lnTo>
                    <a:pt x="265430" y="105410"/>
                  </a:lnTo>
                  <a:lnTo>
                    <a:pt x="264160" y="106679"/>
                  </a:lnTo>
                  <a:lnTo>
                    <a:pt x="275590" y="106679"/>
                  </a:lnTo>
                  <a:lnTo>
                    <a:pt x="276860" y="105410"/>
                  </a:lnTo>
                  <a:close/>
                </a:path>
                <a:path w="382269" h="378460">
                  <a:moveTo>
                    <a:pt x="280670" y="101600"/>
                  </a:moveTo>
                  <a:lnTo>
                    <a:pt x="269240" y="101600"/>
                  </a:lnTo>
                  <a:lnTo>
                    <a:pt x="266700" y="104139"/>
                  </a:lnTo>
                  <a:lnTo>
                    <a:pt x="278130" y="104139"/>
                  </a:lnTo>
                  <a:lnTo>
                    <a:pt x="280670" y="101600"/>
                  </a:lnTo>
                  <a:close/>
                </a:path>
                <a:path w="382269" h="378460">
                  <a:moveTo>
                    <a:pt x="283210" y="99060"/>
                  </a:moveTo>
                  <a:lnTo>
                    <a:pt x="271780" y="99060"/>
                  </a:lnTo>
                  <a:lnTo>
                    <a:pt x="270510" y="100329"/>
                  </a:lnTo>
                  <a:lnTo>
                    <a:pt x="281940" y="100329"/>
                  </a:lnTo>
                  <a:lnTo>
                    <a:pt x="283210" y="99060"/>
                  </a:lnTo>
                  <a:close/>
                </a:path>
                <a:path w="382269" h="378460">
                  <a:moveTo>
                    <a:pt x="287020" y="95250"/>
                  </a:moveTo>
                  <a:lnTo>
                    <a:pt x="275590" y="95250"/>
                  </a:lnTo>
                  <a:lnTo>
                    <a:pt x="273050" y="97789"/>
                  </a:lnTo>
                  <a:lnTo>
                    <a:pt x="284480" y="97789"/>
                  </a:lnTo>
                  <a:lnTo>
                    <a:pt x="287020" y="95250"/>
                  </a:lnTo>
                  <a:close/>
                </a:path>
                <a:path w="382269" h="378460">
                  <a:moveTo>
                    <a:pt x="289560" y="92710"/>
                  </a:moveTo>
                  <a:lnTo>
                    <a:pt x="278130" y="92710"/>
                  </a:lnTo>
                  <a:lnTo>
                    <a:pt x="276860" y="93979"/>
                  </a:lnTo>
                  <a:lnTo>
                    <a:pt x="288290" y="93979"/>
                  </a:lnTo>
                  <a:lnTo>
                    <a:pt x="289560" y="92710"/>
                  </a:lnTo>
                  <a:close/>
                </a:path>
                <a:path w="382269" h="378460">
                  <a:moveTo>
                    <a:pt x="293370" y="88900"/>
                  </a:moveTo>
                  <a:lnTo>
                    <a:pt x="281940" y="88900"/>
                  </a:lnTo>
                  <a:lnTo>
                    <a:pt x="279400" y="91439"/>
                  </a:lnTo>
                  <a:lnTo>
                    <a:pt x="290830" y="91439"/>
                  </a:lnTo>
                  <a:lnTo>
                    <a:pt x="293370" y="88900"/>
                  </a:lnTo>
                  <a:close/>
                </a:path>
                <a:path w="382269" h="378460">
                  <a:moveTo>
                    <a:pt x="295910" y="86360"/>
                  </a:moveTo>
                  <a:lnTo>
                    <a:pt x="284480" y="86360"/>
                  </a:lnTo>
                  <a:lnTo>
                    <a:pt x="283210" y="87629"/>
                  </a:lnTo>
                  <a:lnTo>
                    <a:pt x="294640" y="87629"/>
                  </a:lnTo>
                  <a:lnTo>
                    <a:pt x="295910" y="86360"/>
                  </a:lnTo>
                  <a:close/>
                </a:path>
                <a:path w="382269" h="378460">
                  <a:moveTo>
                    <a:pt x="299720" y="82550"/>
                  </a:moveTo>
                  <a:lnTo>
                    <a:pt x="288290" y="82550"/>
                  </a:lnTo>
                  <a:lnTo>
                    <a:pt x="285750" y="85089"/>
                  </a:lnTo>
                  <a:lnTo>
                    <a:pt x="297180" y="85089"/>
                  </a:lnTo>
                  <a:lnTo>
                    <a:pt x="299720" y="82550"/>
                  </a:lnTo>
                  <a:close/>
                </a:path>
                <a:path w="382269" h="378460">
                  <a:moveTo>
                    <a:pt x="302260" y="80010"/>
                  </a:moveTo>
                  <a:lnTo>
                    <a:pt x="290830" y="80010"/>
                  </a:lnTo>
                  <a:lnTo>
                    <a:pt x="289560" y="81279"/>
                  </a:lnTo>
                  <a:lnTo>
                    <a:pt x="300990" y="81279"/>
                  </a:lnTo>
                  <a:lnTo>
                    <a:pt x="302260" y="80010"/>
                  </a:lnTo>
                  <a:close/>
                </a:path>
                <a:path w="382269" h="378460">
                  <a:moveTo>
                    <a:pt x="306070" y="76200"/>
                  </a:moveTo>
                  <a:lnTo>
                    <a:pt x="294640" y="76200"/>
                  </a:lnTo>
                  <a:lnTo>
                    <a:pt x="292100" y="78739"/>
                  </a:lnTo>
                  <a:lnTo>
                    <a:pt x="303530" y="78739"/>
                  </a:lnTo>
                  <a:lnTo>
                    <a:pt x="306070" y="76200"/>
                  </a:lnTo>
                  <a:close/>
                </a:path>
                <a:path w="382269" h="378460">
                  <a:moveTo>
                    <a:pt x="308610" y="73660"/>
                  </a:moveTo>
                  <a:lnTo>
                    <a:pt x="297180" y="73660"/>
                  </a:lnTo>
                  <a:lnTo>
                    <a:pt x="295910" y="74929"/>
                  </a:lnTo>
                  <a:lnTo>
                    <a:pt x="307340" y="74929"/>
                  </a:lnTo>
                  <a:lnTo>
                    <a:pt x="308610" y="73660"/>
                  </a:lnTo>
                  <a:close/>
                </a:path>
                <a:path w="382269" h="378460">
                  <a:moveTo>
                    <a:pt x="312420" y="69850"/>
                  </a:moveTo>
                  <a:lnTo>
                    <a:pt x="300990" y="69850"/>
                  </a:lnTo>
                  <a:lnTo>
                    <a:pt x="298450" y="72389"/>
                  </a:lnTo>
                  <a:lnTo>
                    <a:pt x="309880" y="72389"/>
                  </a:lnTo>
                  <a:lnTo>
                    <a:pt x="312420" y="69850"/>
                  </a:lnTo>
                  <a:close/>
                </a:path>
                <a:path w="382269" h="378460">
                  <a:moveTo>
                    <a:pt x="314960" y="67310"/>
                  </a:moveTo>
                  <a:lnTo>
                    <a:pt x="303530" y="67310"/>
                  </a:lnTo>
                  <a:lnTo>
                    <a:pt x="302260" y="68579"/>
                  </a:lnTo>
                  <a:lnTo>
                    <a:pt x="313690" y="68579"/>
                  </a:lnTo>
                  <a:lnTo>
                    <a:pt x="314960" y="67310"/>
                  </a:lnTo>
                  <a:close/>
                </a:path>
                <a:path w="382269" h="378460">
                  <a:moveTo>
                    <a:pt x="318770" y="63500"/>
                  </a:moveTo>
                  <a:lnTo>
                    <a:pt x="307340" y="63500"/>
                  </a:lnTo>
                  <a:lnTo>
                    <a:pt x="304800" y="66039"/>
                  </a:lnTo>
                  <a:lnTo>
                    <a:pt x="316230" y="66039"/>
                  </a:lnTo>
                  <a:lnTo>
                    <a:pt x="318770" y="63500"/>
                  </a:lnTo>
                  <a:close/>
                </a:path>
                <a:path w="382269" h="378460">
                  <a:moveTo>
                    <a:pt x="321310" y="60960"/>
                  </a:moveTo>
                  <a:lnTo>
                    <a:pt x="309880" y="60960"/>
                  </a:lnTo>
                  <a:lnTo>
                    <a:pt x="308610" y="62229"/>
                  </a:lnTo>
                  <a:lnTo>
                    <a:pt x="320040" y="62229"/>
                  </a:lnTo>
                  <a:lnTo>
                    <a:pt x="321310" y="60960"/>
                  </a:lnTo>
                  <a:close/>
                </a:path>
                <a:path w="382269" h="378460">
                  <a:moveTo>
                    <a:pt x="325120" y="57150"/>
                  </a:moveTo>
                  <a:lnTo>
                    <a:pt x="313690" y="57150"/>
                  </a:lnTo>
                  <a:lnTo>
                    <a:pt x="311150" y="59689"/>
                  </a:lnTo>
                  <a:lnTo>
                    <a:pt x="322580" y="59689"/>
                  </a:lnTo>
                  <a:lnTo>
                    <a:pt x="325120" y="57150"/>
                  </a:lnTo>
                  <a:close/>
                </a:path>
                <a:path w="382269" h="378460">
                  <a:moveTo>
                    <a:pt x="327660" y="54610"/>
                  </a:moveTo>
                  <a:lnTo>
                    <a:pt x="316230" y="54610"/>
                  </a:lnTo>
                  <a:lnTo>
                    <a:pt x="314960" y="55879"/>
                  </a:lnTo>
                  <a:lnTo>
                    <a:pt x="326390" y="55879"/>
                  </a:lnTo>
                  <a:lnTo>
                    <a:pt x="327660" y="54610"/>
                  </a:lnTo>
                  <a:close/>
                </a:path>
                <a:path w="382269" h="378460">
                  <a:moveTo>
                    <a:pt x="331470" y="50800"/>
                  </a:moveTo>
                  <a:lnTo>
                    <a:pt x="320040" y="50800"/>
                  </a:lnTo>
                  <a:lnTo>
                    <a:pt x="317500" y="53339"/>
                  </a:lnTo>
                  <a:lnTo>
                    <a:pt x="328930" y="53339"/>
                  </a:lnTo>
                  <a:lnTo>
                    <a:pt x="331470" y="50800"/>
                  </a:lnTo>
                  <a:close/>
                </a:path>
                <a:path w="382269" h="378460">
                  <a:moveTo>
                    <a:pt x="334010" y="48260"/>
                  </a:moveTo>
                  <a:lnTo>
                    <a:pt x="322580" y="48260"/>
                  </a:lnTo>
                  <a:lnTo>
                    <a:pt x="321310" y="49529"/>
                  </a:lnTo>
                  <a:lnTo>
                    <a:pt x="332740" y="49529"/>
                  </a:lnTo>
                  <a:lnTo>
                    <a:pt x="334010" y="48260"/>
                  </a:lnTo>
                  <a:close/>
                </a:path>
                <a:path w="382269" h="378460">
                  <a:moveTo>
                    <a:pt x="337820" y="44450"/>
                  </a:moveTo>
                  <a:lnTo>
                    <a:pt x="326390" y="44450"/>
                  </a:lnTo>
                  <a:lnTo>
                    <a:pt x="323850" y="46989"/>
                  </a:lnTo>
                  <a:lnTo>
                    <a:pt x="335280" y="46989"/>
                  </a:lnTo>
                  <a:lnTo>
                    <a:pt x="337820" y="44450"/>
                  </a:lnTo>
                  <a:close/>
                </a:path>
                <a:path w="382269" h="378460">
                  <a:moveTo>
                    <a:pt x="340360" y="41910"/>
                  </a:moveTo>
                  <a:lnTo>
                    <a:pt x="328930" y="41910"/>
                  </a:lnTo>
                  <a:lnTo>
                    <a:pt x="327660" y="43179"/>
                  </a:lnTo>
                  <a:lnTo>
                    <a:pt x="339090" y="43179"/>
                  </a:lnTo>
                  <a:lnTo>
                    <a:pt x="340360" y="41910"/>
                  </a:lnTo>
                  <a:close/>
                </a:path>
                <a:path w="382269" h="378460">
                  <a:moveTo>
                    <a:pt x="344170" y="38100"/>
                  </a:moveTo>
                  <a:lnTo>
                    <a:pt x="332740" y="38100"/>
                  </a:lnTo>
                  <a:lnTo>
                    <a:pt x="330200" y="40639"/>
                  </a:lnTo>
                  <a:lnTo>
                    <a:pt x="341630" y="40639"/>
                  </a:lnTo>
                  <a:lnTo>
                    <a:pt x="344170" y="38100"/>
                  </a:lnTo>
                  <a:close/>
                </a:path>
                <a:path w="382269" h="378460">
                  <a:moveTo>
                    <a:pt x="346710" y="35560"/>
                  </a:moveTo>
                  <a:lnTo>
                    <a:pt x="335280" y="35560"/>
                  </a:lnTo>
                  <a:lnTo>
                    <a:pt x="334010" y="36829"/>
                  </a:lnTo>
                  <a:lnTo>
                    <a:pt x="345440" y="36829"/>
                  </a:lnTo>
                  <a:lnTo>
                    <a:pt x="346710" y="35560"/>
                  </a:lnTo>
                  <a:close/>
                </a:path>
                <a:path w="382269" h="378460">
                  <a:moveTo>
                    <a:pt x="350520" y="31750"/>
                  </a:moveTo>
                  <a:lnTo>
                    <a:pt x="339090" y="31750"/>
                  </a:lnTo>
                  <a:lnTo>
                    <a:pt x="336550" y="34289"/>
                  </a:lnTo>
                  <a:lnTo>
                    <a:pt x="347980" y="34289"/>
                  </a:lnTo>
                  <a:lnTo>
                    <a:pt x="350520" y="31750"/>
                  </a:lnTo>
                  <a:close/>
                </a:path>
                <a:path w="382269" h="378460">
                  <a:moveTo>
                    <a:pt x="353060" y="29210"/>
                  </a:moveTo>
                  <a:lnTo>
                    <a:pt x="341630" y="29210"/>
                  </a:lnTo>
                  <a:lnTo>
                    <a:pt x="340360" y="30479"/>
                  </a:lnTo>
                  <a:lnTo>
                    <a:pt x="351790" y="30479"/>
                  </a:lnTo>
                  <a:lnTo>
                    <a:pt x="353060" y="29210"/>
                  </a:lnTo>
                  <a:close/>
                </a:path>
                <a:path w="382269" h="378460">
                  <a:moveTo>
                    <a:pt x="356870" y="25400"/>
                  </a:moveTo>
                  <a:lnTo>
                    <a:pt x="345440" y="25400"/>
                  </a:lnTo>
                  <a:lnTo>
                    <a:pt x="342900" y="27939"/>
                  </a:lnTo>
                  <a:lnTo>
                    <a:pt x="354330" y="27939"/>
                  </a:lnTo>
                  <a:lnTo>
                    <a:pt x="356870" y="25400"/>
                  </a:lnTo>
                  <a:close/>
                </a:path>
                <a:path w="382269" h="378460">
                  <a:moveTo>
                    <a:pt x="359410" y="22860"/>
                  </a:moveTo>
                  <a:lnTo>
                    <a:pt x="347980" y="22860"/>
                  </a:lnTo>
                  <a:lnTo>
                    <a:pt x="346710" y="24129"/>
                  </a:lnTo>
                  <a:lnTo>
                    <a:pt x="358140" y="24129"/>
                  </a:lnTo>
                  <a:lnTo>
                    <a:pt x="359410" y="22860"/>
                  </a:lnTo>
                  <a:close/>
                </a:path>
                <a:path w="382269" h="378460">
                  <a:moveTo>
                    <a:pt x="363220" y="19050"/>
                  </a:moveTo>
                  <a:lnTo>
                    <a:pt x="351790" y="19050"/>
                  </a:lnTo>
                  <a:lnTo>
                    <a:pt x="349250" y="21589"/>
                  </a:lnTo>
                  <a:lnTo>
                    <a:pt x="360680" y="21589"/>
                  </a:lnTo>
                  <a:lnTo>
                    <a:pt x="363220" y="19050"/>
                  </a:lnTo>
                  <a:close/>
                </a:path>
                <a:path w="382269" h="378460">
                  <a:moveTo>
                    <a:pt x="365760" y="16510"/>
                  </a:moveTo>
                  <a:lnTo>
                    <a:pt x="354330" y="16510"/>
                  </a:lnTo>
                  <a:lnTo>
                    <a:pt x="353060" y="17779"/>
                  </a:lnTo>
                  <a:lnTo>
                    <a:pt x="364490" y="17779"/>
                  </a:lnTo>
                  <a:lnTo>
                    <a:pt x="365760" y="16510"/>
                  </a:lnTo>
                  <a:close/>
                </a:path>
                <a:path w="382269" h="378460">
                  <a:moveTo>
                    <a:pt x="369570" y="12700"/>
                  </a:moveTo>
                  <a:lnTo>
                    <a:pt x="358140" y="12700"/>
                  </a:lnTo>
                  <a:lnTo>
                    <a:pt x="355600" y="15239"/>
                  </a:lnTo>
                  <a:lnTo>
                    <a:pt x="367030" y="15239"/>
                  </a:lnTo>
                  <a:lnTo>
                    <a:pt x="369570" y="12700"/>
                  </a:lnTo>
                  <a:close/>
                </a:path>
                <a:path w="382269" h="378460">
                  <a:moveTo>
                    <a:pt x="372110" y="10160"/>
                  </a:moveTo>
                  <a:lnTo>
                    <a:pt x="360680" y="10160"/>
                  </a:lnTo>
                  <a:lnTo>
                    <a:pt x="359410" y="11429"/>
                  </a:lnTo>
                  <a:lnTo>
                    <a:pt x="370840" y="11429"/>
                  </a:lnTo>
                  <a:lnTo>
                    <a:pt x="372110" y="10160"/>
                  </a:lnTo>
                  <a:close/>
                </a:path>
                <a:path w="382269" h="378460">
                  <a:moveTo>
                    <a:pt x="375920" y="6350"/>
                  </a:moveTo>
                  <a:lnTo>
                    <a:pt x="364490" y="6350"/>
                  </a:lnTo>
                  <a:lnTo>
                    <a:pt x="361950" y="8889"/>
                  </a:lnTo>
                  <a:lnTo>
                    <a:pt x="373380" y="8889"/>
                  </a:lnTo>
                  <a:lnTo>
                    <a:pt x="375920" y="6350"/>
                  </a:lnTo>
                  <a:close/>
                </a:path>
                <a:path w="382269" h="378460">
                  <a:moveTo>
                    <a:pt x="378460" y="3810"/>
                  </a:moveTo>
                  <a:lnTo>
                    <a:pt x="367030" y="3810"/>
                  </a:lnTo>
                  <a:lnTo>
                    <a:pt x="365760" y="5079"/>
                  </a:lnTo>
                  <a:lnTo>
                    <a:pt x="377190" y="5079"/>
                  </a:lnTo>
                  <a:lnTo>
                    <a:pt x="378460" y="3810"/>
                  </a:lnTo>
                  <a:close/>
                </a:path>
                <a:path w="382269" h="378460">
                  <a:moveTo>
                    <a:pt x="382270" y="0"/>
                  </a:moveTo>
                  <a:lnTo>
                    <a:pt x="370840" y="0"/>
                  </a:lnTo>
                  <a:lnTo>
                    <a:pt x="369570" y="1270"/>
                  </a:lnTo>
                  <a:lnTo>
                    <a:pt x="369570" y="2539"/>
                  </a:lnTo>
                  <a:lnTo>
                    <a:pt x="379730" y="2539"/>
                  </a:lnTo>
                  <a:lnTo>
                    <a:pt x="382270" y="0"/>
                  </a:lnTo>
                  <a:close/>
                </a:path>
                <a:path w="382269" h="378460">
                  <a:moveTo>
                    <a:pt x="179070" y="203200"/>
                  </a:moveTo>
                  <a:lnTo>
                    <a:pt x="167639" y="203200"/>
                  </a:lnTo>
                  <a:lnTo>
                    <a:pt x="142240" y="228600"/>
                  </a:lnTo>
                  <a:lnTo>
                    <a:pt x="153670" y="228600"/>
                  </a:lnTo>
                  <a:lnTo>
                    <a:pt x="179070" y="203200"/>
                  </a:lnTo>
                  <a:close/>
                </a:path>
                <a:path w="382269" h="378460">
                  <a:moveTo>
                    <a:pt x="153670" y="228600"/>
                  </a:moveTo>
                  <a:lnTo>
                    <a:pt x="142239" y="228600"/>
                  </a:lnTo>
                  <a:lnTo>
                    <a:pt x="91440" y="279400"/>
                  </a:lnTo>
                  <a:lnTo>
                    <a:pt x="102870" y="279400"/>
                  </a:lnTo>
                  <a:lnTo>
                    <a:pt x="153670" y="228600"/>
                  </a:lnTo>
                  <a:close/>
                </a:path>
                <a:path w="382269" h="378460">
                  <a:moveTo>
                    <a:pt x="7620" y="374650"/>
                  </a:moveTo>
                  <a:lnTo>
                    <a:pt x="2540" y="374650"/>
                  </a:lnTo>
                  <a:lnTo>
                    <a:pt x="2540" y="375920"/>
                  </a:lnTo>
                  <a:lnTo>
                    <a:pt x="3810" y="375920"/>
                  </a:lnTo>
                  <a:lnTo>
                    <a:pt x="3810" y="378460"/>
                  </a:lnTo>
                  <a:lnTo>
                    <a:pt x="7620" y="374650"/>
                  </a:lnTo>
                  <a:close/>
                </a:path>
                <a:path w="382269" h="378460">
                  <a:moveTo>
                    <a:pt x="10160" y="372110"/>
                  </a:moveTo>
                  <a:lnTo>
                    <a:pt x="0" y="372110"/>
                  </a:lnTo>
                  <a:lnTo>
                    <a:pt x="0" y="374650"/>
                  </a:lnTo>
                  <a:lnTo>
                    <a:pt x="1270" y="374650"/>
                  </a:lnTo>
                  <a:lnTo>
                    <a:pt x="1270" y="373380"/>
                  </a:lnTo>
                  <a:lnTo>
                    <a:pt x="8890" y="373380"/>
                  </a:lnTo>
                  <a:lnTo>
                    <a:pt x="10160" y="372110"/>
                  </a:lnTo>
                  <a:close/>
                </a:path>
                <a:path w="382269" h="378460">
                  <a:moveTo>
                    <a:pt x="13970" y="368300"/>
                  </a:moveTo>
                  <a:lnTo>
                    <a:pt x="2540" y="368300"/>
                  </a:lnTo>
                  <a:lnTo>
                    <a:pt x="0" y="370840"/>
                  </a:lnTo>
                  <a:lnTo>
                    <a:pt x="11430" y="370840"/>
                  </a:lnTo>
                  <a:lnTo>
                    <a:pt x="13970" y="368300"/>
                  </a:lnTo>
                  <a:close/>
                </a:path>
                <a:path w="382269" h="378460">
                  <a:moveTo>
                    <a:pt x="16510" y="365760"/>
                  </a:moveTo>
                  <a:lnTo>
                    <a:pt x="5080" y="365760"/>
                  </a:lnTo>
                  <a:lnTo>
                    <a:pt x="3810" y="367030"/>
                  </a:lnTo>
                  <a:lnTo>
                    <a:pt x="15240" y="367030"/>
                  </a:lnTo>
                  <a:lnTo>
                    <a:pt x="16510" y="365760"/>
                  </a:lnTo>
                  <a:close/>
                </a:path>
                <a:path w="382269" h="378460">
                  <a:moveTo>
                    <a:pt x="20320" y="361950"/>
                  </a:moveTo>
                  <a:lnTo>
                    <a:pt x="8890" y="361950"/>
                  </a:lnTo>
                  <a:lnTo>
                    <a:pt x="6350" y="364490"/>
                  </a:lnTo>
                  <a:lnTo>
                    <a:pt x="17780" y="364490"/>
                  </a:lnTo>
                  <a:lnTo>
                    <a:pt x="20320" y="361950"/>
                  </a:lnTo>
                  <a:close/>
                </a:path>
                <a:path w="382269" h="378460">
                  <a:moveTo>
                    <a:pt x="22860" y="359410"/>
                  </a:moveTo>
                  <a:lnTo>
                    <a:pt x="11430" y="359410"/>
                  </a:lnTo>
                  <a:lnTo>
                    <a:pt x="10160" y="360680"/>
                  </a:lnTo>
                  <a:lnTo>
                    <a:pt x="21590" y="360680"/>
                  </a:lnTo>
                  <a:lnTo>
                    <a:pt x="22860" y="359410"/>
                  </a:lnTo>
                  <a:close/>
                </a:path>
                <a:path w="382269" h="378460">
                  <a:moveTo>
                    <a:pt x="35560" y="346710"/>
                  </a:moveTo>
                  <a:lnTo>
                    <a:pt x="24130" y="346710"/>
                  </a:lnTo>
                  <a:lnTo>
                    <a:pt x="12700" y="358140"/>
                  </a:lnTo>
                  <a:lnTo>
                    <a:pt x="24130" y="358140"/>
                  </a:lnTo>
                  <a:lnTo>
                    <a:pt x="35560" y="346710"/>
                  </a:lnTo>
                  <a:close/>
                </a:path>
                <a:path w="382269" h="378460">
                  <a:moveTo>
                    <a:pt x="48260" y="334010"/>
                  </a:moveTo>
                  <a:lnTo>
                    <a:pt x="36830" y="334010"/>
                  </a:lnTo>
                  <a:lnTo>
                    <a:pt x="25400" y="345440"/>
                  </a:lnTo>
                  <a:lnTo>
                    <a:pt x="36830" y="345440"/>
                  </a:lnTo>
                  <a:lnTo>
                    <a:pt x="48260" y="334010"/>
                  </a:lnTo>
                  <a:close/>
                </a:path>
                <a:path w="382269" h="378460">
                  <a:moveTo>
                    <a:pt x="52070" y="330200"/>
                  </a:moveTo>
                  <a:lnTo>
                    <a:pt x="40640" y="330200"/>
                  </a:lnTo>
                  <a:lnTo>
                    <a:pt x="38100" y="332740"/>
                  </a:lnTo>
                  <a:lnTo>
                    <a:pt x="49530" y="332740"/>
                  </a:lnTo>
                  <a:lnTo>
                    <a:pt x="52070" y="330200"/>
                  </a:lnTo>
                  <a:close/>
                </a:path>
                <a:path w="382269" h="378460">
                  <a:moveTo>
                    <a:pt x="54610" y="327660"/>
                  </a:moveTo>
                  <a:lnTo>
                    <a:pt x="43180" y="327660"/>
                  </a:lnTo>
                  <a:lnTo>
                    <a:pt x="41910" y="328930"/>
                  </a:lnTo>
                  <a:lnTo>
                    <a:pt x="53340" y="328930"/>
                  </a:lnTo>
                  <a:lnTo>
                    <a:pt x="54610" y="327660"/>
                  </a:lnTo>
                  <a:close/>
                </a:path>
                <a:path w="382269" h="378460">
                  <a:moveTo>
                    <a:pt x="58420" y="323850"/>
                  </a:moveTo>
                  <a:lnTo>
                    <a:pt x="46990" y="323850"/>
                  </a:lnTo>
                  <a:lnTo>
                    <a:pt x="44450" y="326390"/>
                  </a:lnTo>
                  <a:lnTo>
                    <a:pt x="55880" y="326390"/>
                  </a:lnTo>
                  <a:lnTo>
                    <a:pt x="58420" y="323850"/>
                  </a:lnTo>
                  <a:close/>
                </a:path>
                <a:path w="382269" h="378460">
                  <a:moveTo>
                    <a:pt x="71120" y="311150"/>
                  </a:moveTo>
                  <a:lnTo>
                    <a:pt x="59690" y="311150"/>
                  </a:lnTo>
                  <a:lnTo>
                    <a:pt x="48260" y="322580"/>
                  </a:lnTo>
                  <a:lnTo>
                    <a:pt x="59690" y="322580"/>
                  </a:lnTo>
                  <a:lnTo>
                    <a:pt x="71120" y="311150"/>
                  </a:lnTo>
                  <a:close/>
                </a:path>
                <a:path w="382269" h="378460">
                  <a:moveTo>
                    <a:pt x="80010" y="302260"/>
                  </a:moveTo>
                  <a:lnTo>
                    <a:pt x="68580" y="302260"/>
                  </a:lnTo>
                  <a:lnTo>
                    <a:pt x="60960" y="309880"/>
                  </a:lnTo>
                  <a:lnTo>
                    <a:pt x="72390" y="309880"/>
                  </a:lnTo>
                  <a:lnTo>
                    <a:pt x="80010" y="302260"/>
                  </a:lnTo>
                  <a:close/>
                </a:path>
                <a:path w="382269" h="378460">
                  <a:moveTo>
                    <a:pt x="96520" y="285750"/>
                  </a:moveTo>
                  <a:lnTo>
                    <a:pt x="85090" y="285750"/>
                  </a:lnTo>
                  <a:lnTo>
                    <a:pt x="69850" y="300990"/>
                  </a:lnTo>
                  <a:lnTo>
                    <a:pt x="81280" y="300990"/>
                  </a:lnTo>
                  <a:lnTo>
                    <a:pt x="96520" y="285750"/>
                  </a:lnTo>
                  <a:close/>
                </a:path>
                <a:path w="382269" h="378460">
                  <a:moveTo>
                    <a:pt x="101600" y="280670"/>
                  </a:moveTo>
                  <a:lnTo>
                    <a:pt x="90170" y="280670"/>
                  </a:lnTo>
                  <a:lnTo>
                    <a:pt x="86360" y="284480"/>
                  </a:lnTo>
                  <a:lnTo>
                    <a:pt x="97790" y="284480"/>
                  </a:lnTo>
                  <a:lnTo>
                    <a:pt x="101600" y="280670"/>
                  </a:lnTo>
                  <a:close/>
                </a:path>
              </a:pathLst>
            </a:custGeom>
            <a:solidFill>
              <a:srgbClr val="6B57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4">
              <a:extLst>
                <a:ext uri="{FF2B5EF4-FFF2-40B4-BE49-F238E27FC236}">
                  <a16:creationId xmlns:a16="http://schemas.microsoft.com/office/drawing/2014/main" id="{98DF3254-9274-57BC-837B-3C69579FFD32}"/>
                </a:ext>
              </a:extLst>
            </p:cNvPr>
            <p:cNvSpPr/>
            <p:nvPr/>
          </p:nvSpPr>
          <p:spPr>
            <a:xfrm>
              <a:off x="2479040" y="2575559"/>
              <a:ext cx="389890" cy="383540"/>
            </a:xfrm>
            <a:custGeom>
              <a:avLst/>
              <a:gdLst/>
              <a:ahLst/>
              <a:cxnLst/>
              <a:rect l="l" t="t" r="r" b="b"/>
              <a:pathLst>
                <a:path w="389889" h="383539">
                  <a:moveTo>
                    <a:pt x="191770" y="198120"/>
                  </a:moveTo>
                  <a:lnTo>
                    <a:pt x="181610" y="198120"/>
                  </a:lnTo>
                  <a:lnTo>
                    <a:pt x="175260" y="204470"/>
                  </a:lnTo>
                  <a:lnTo>
                    <a:pt x="185420" y="204470"/>
                  </a:lnTo>
                  <a:lnTo>
                    <a:pt x="191770" y="198120"/>
                  </a:lnTo>
                  <a:close/>
                </a:path>
                <a:path w="389889" h="383539">
                  <a:moveTo>
                    <a:pt x="194310" y="195580"/>
                  </a:moveTo>
                  <a:lnTo>
                    <a:pt x="184150" y="195580"/>
                  </a:lnTo>
                  <a:lnTo>
                    <a:pt x="182880" y="196850"/>
                  </a:lnTo>
                  <a:lnTo>
                    <a:pt x="193040" y="196850"/>
                  </a:lnTo>
                  <a:lnTo>
                    <a:pt x="194310" y="195580"/>
                  </a:lnTo>
                  <a:close/>
                </a:path>
                <a:path w="389889" h="383539">
                  <a:moveTo>
                    <a:pt x="198120" y="191770"/>
                  </a:moveTo>
                  <a:lnTo>
                    <a:pt x="187960" y="191770"/>
                  </a:lnTo>
                  <a:lnTo>
                    <a:pt x="185420" y="194310"/>
                  </a:lnTo>
                  <a:lnTo>
                    <a:pt x="195580" y="194310"/>
                  </a:lnTo>
                  <a:lnTo>
                    <a:pt x="198120" y="191770"/>
                  </a:lnTo>
                  <a:close/>
                </a:path>
                <a:path w="389889" h="383539">
                  <a:moveTo>
                    <a:pt x="200660" y="189230"/>
                  </a:moveTo>
                  <a:lnTo>
                    <a:pt x="190500" y="189230"/>
                  </a:lnTo>
                  <a:lnTo>
                    <a:pt x="189230" y="190500"/>
                  </a:lnTo>
                  <a:lnTo>
                    <a:pt x="199390" y="190500"/>
                  </a:lnTo>
                  <a:lnTo>
                    <a:pt x="200660" y="189230"/>
                  </a:lnTo>
                  <a:close/>
                </a:path>
                <a:path w="389889" h="383539">
                  <a:moveTo>
                    <a:pt x="204470" y="185420"/>
                  </a:moveTo>
                  <a:lnTo>
                    <a:pt x="194310" y="185420"/>
                  </a:lnTo>
                  <a:lnTo>
                    <a:pt x="191770" y="187960"/>
                  </a:lnTo>
                  <a:lnTo>
                    <a:pt x="201930" y="187960"/>
                  </a:lnTo>
                  <a:lnTo>
                    <a:pt x="204470" y="185420"/>
                  </a:lnTo>
                  <a:close/>
                </a:path>
                <a:path w="389889" h="383539">
                  <a:moveTo>
                    <a:pt x="207010" y="182880"/>
                  </a:moveTo>
                  <a:lnTo>
                    <a:pt x="196850" y="182880"/>
                  </a:lnTo>
                  <a:lnTo>
                    <a:pt x="195580" y="184150"/>
                  </a:lnTo>
                  <a:lnTo>
                    <a:pt x="205740" y="184150"/>
                  </a:lnTo>
                  <a:lnTo>
                    <a:pt x="207010" y="182880"/>
                  </a:lnTo>
                  <a:close/>
                </a:path>
                <a:path w="389889" h="383539">
                  <a:moveTo>
                    <a:pt x="219710" y="170180"/>
                  </a:moveTo>
                  <a:lnTo>
                    <a:pt x="209550" y="170180"/>
                  </a:lnTo>
                  <a:lnTo>
                    <a:pt x="198120" y="181610"/>
                  </a:lnTo>
                  <a:lnTo>
                    <a:pt x="208280" y="181610"/>
                  </a:lnTo>
                  <a:lnTo>
                    <a:pt x="219710" y="170180"/>
                  </a:lnTo>
                  <a:close/>
                </a:path>
                <a:path w="389889" h="383539">
                  <a:moveTo>
                    <a:pt x="232410" y="157480"/>
                  </a:moveTo>
                  <a:lnTo>
                    <a:pt x="222250" y="157480"/>
                  </a:lnTo>
                  <a:lnTo>
                    <a:pt x="210820" y="168910"/>
                  </a:lnTo>
                  <a:lnTo>
                    <a:pt x="220980" y="168910"/>
                  </a:lnTo>
                  <a:lnTo>
                    <a:pt x="232410" y="157480"/>
                  </a:lnTo>
                  <a:close/>
                </a:path>
                <a:path w="389889" h="383539">
                  <a:moveTo>
                    <a:pt x="236220" y="153670"/>
                  </a:moveTo>
                  <a:lnTo>
                    <a:pt x="226060" y="153670"/>
                  </a:lnTo>
                  <a:lnTo>
                    <a:pt x="223520" y="156210"/>
                  </a:lnTo>
                  <a:lnTo>
                    <a:pt x="233680" y="156210"/>
                  </a:lnTo>
                  <a:lnTo>
                    <a:pt x="236220" y="153670"/>
                  </a:lnTo>
                  <a:close/>
                </a:path>
                <a:path w="389889" h="383539">
                  <a:moveTo>
                    <a:pt x="238760" y="151130"/>
                  </a:moveTo>
                  <a:lnTo>
                    <a:pt x="228600" y="151130"/>
                  </a:lnTo>
                  <a:lnTo>
                    <a:pt x="227330" y="152400"/>
                  </a:lnTo>
                  <a:lnTo>
                    <a:pt x="237490" y="152400"/>
                  </a:lnTo>
                  <a:lnTo>
                    <a:pt x="238760" y="151130"/>
                  </a:lnTo>
                  <a:close/>
                </a:path>
                <a:path w="389889" h="383539">
                  <a:moveTo>
                    <a:pt x="242570" y="147320"/>
                  </a:moveTo>
                  <a:lnTo>
                    <a:pt x="232410" y="147320"/>
                  </a:lnTo>
                  <a:lnTo>
                    <a:pt x="229870" y="149860"/>
                  </a:lnTo>
                  <a:lnTo>
                    <a:pt x="240030" y="149860"/>
                  </a:lnTo>
                  <a:lnTo>
                    <a:pt x="242570" y="147320"/>
                  </a:lnTo>
                  <a:close/>
                </a:path>
                <a:path w="389889" h="383539">
                  <a:moveTo>
                    <a:pt x="245110" y="144780"/>
                  </a:moveTo>
                  <a:lnTo>
                    <a:pt x="234950" y="144780"/>
                  </a:lnTo>
                  <a:lnTo>
                    <a:pt x="233680" y="146050"/>
                  </a:lnTo>
                  <a:lnTo>
                    <a:pt x="243840" y="146050"/>
                  </a:lnTo>
                  <a:lnTo>
                    <a:pt x="245110" y="144780"/>
                  </a:lnTo>
                  <a:close/>
                </a:path>
                <a:path w="389889" h="383539">
                  <a:moveTo>
                    <a:pt x="248920" y="140970"/>
                  </a:moveTo>
                  <a:lnTo>
                    <a:pt x="238760" y="140970"/>
                  </a:lnTo>
                  <a:lnTo>
                    <a:pt x="236220" y="143510"/>
                  </a:lnTo>
                  <a:lnTo>
                    <a:pt x="246380" y="143510"/>
                  </a:lnTo>
                  <a:lnTo>
                    <a:pt x="248920" y="140970"/>
                  </a:lnTo>
                  <a:close/>
                </a:path>
                <a:path w="389889" h="383539">
                  <a:moveTo>
                    <a:pt x="251460" y="138430"/>
                  </a:moveTo>
                  <a:lnTo>
                    <a:pt x="241300" y="138430"/>
                  </a:lnTo>
                  <a:lnTo>
                    <a:pt x="240030" y="139700"/>
                  </a:lnTo>
                  <a:lnTo>
                    <a:pt x="250190" y="139700"/>
                  </a:lnTo>
                  <a:lnTo>
                    <a:pt x="251460" y="138430"/>
                  </a:lnTo>
                  <a:close/>
                </a:path>
                <a:path w="389889" h="383539">
                  <a:moveTo>
                    <a:pt x="255270" y="134620"/>
                  </a:moveTo>
                  <a:lnTo>
                    <a:pt x="245110" y="134620"/>
                  </a:lnTo>
                  <a:lnTo>
                    <a:pt x="242570" y="137160"/>
                  </a:lnTo>
                  <a:lnTo>
                    <a:pt x="252730" y="137160"/>
                  </a:lnTo>
                  <a:lnTo>
                    <a:pt x="255270" y="134620"/>
                  </a:lnTo>
                  <a:close/>
                </a:path>
                <a:path w="389889" h="383539">
                  <a:moveTo>
                    <a:pt x="257810" y="132080"/>
                  </a:moveTo>
                  <a:lnTo>
                    <a:pt x="247650" y="132080"/>
                  </a:lnTo>
                  <a:lnTo>
                    <a:pt x="246380" y="133350"/>
                  </a:lnTo>
                  <a:lnTo>
                    <a:pt x="256540" y="133350"/>
                  </a:lnTo>
                  <a:lnTo>
                    <a:pt x="257810" y="132080"/>
                  </a:lnTo>
                  <a:close/>
                </a:path>
                <a:path w="389889" h="383539">
                  <a:moveTo>
                    <a:pt x="261620" y="128270"/>
                  </a:moveTo>
                  <a:lnTo>
                    <a:pt x="251460" y="128270"/>
                  </a:lnTo>
                  <a:lnTo>
                    <a:pt x="248920" y="130810"/>
                  </a:lnTo>
                  <a:lnTo>
                    <a:pt x="259080" y="130810"/>
                  </a:lnTo>
                  <a:lnTo>
                    <a:pt x="261620" y="128270"/>
                  </a:lnTo>
                  <a:close/>
                </a:path>
                <a:path w="389889" h="383539">
                  <a:moveTo>
                    <a:pt x="264160" y="125730"/>
                  </a:moveTo>
                  <a:lnTo>
                    <a:pt x="254000" y="125730"/>
                  </a:lnTo>
                  <a:lnTo>
                    <a:pt x="252730" y="127000"/>
                  </a:lnTo>
                  <a:lnTo>
                    <a:pt x="262890" y="127000"/>
                  </a:lnTo>
                  <a:lnTo>
                    <a:pt x="264160" y="125730"/>
                  </a:lnTo>
                  <a:close/>
                </a:path>
                <a:path w="389889" h="383539">
                  <a:moveTo>
                    <a:pt x="267970" y="121920"/>
                  </a:moveTo>
                  <a:lnTo>
                    <a:pt x="257810" y="121920"/>
                  </a:lnTo>
                  <a:lnTo>
                    <a:pt x="255270" y="124460"/>
                  </a:lnTo>
                  <a:lnTo>
                    <a:pt x="265430" y="124460"/>
                  </a:lnTo>
                  <a:lnTo>
                    <a:pt x="267970" y="121920"/>
                  </a:lnTo>
                  <a:close/>
                </a:path>
                <a:path w="389889" h="383539">
                  <a:moveTo>
                    <a:pt x="270510" y="119380"/>
                  </a:moveTo>
                  <a:lnTo>
                    <a:pt x="260350" y="119380"/>
                  </a:lnTo>
                  <a:lnTo>
                    <a:pt x="259080" y="120650"/>
                  </a:lnTo>
                  <a:lnTo>
                    <a:pt x="269240" y="120650"/>
                  </a:lnTo>
                  <a:lnTo>
                    <a:pt x="270510" y="119380"/>
                  </a:lnTo>
                  <a:close/>
                </a:path>
                <a:path w="389889" h="383539">
                  <a:moveTo>
                    <a:pt x="274320" y="115570"/>
                  </a:moveTo>
                  <a:lnTo>
                    <a:pt x="264160" y="115570"/>
                  </a:lnTo>
                  <a:lnTo>
                    <a:pt x="261620" y="118110"/>
                  </a:lnTo>
                  <a:lnTo>
                    <a:pt x="271780" y="118110"/>
                  </a:lnTo>
                  <a:lnTo>
                    <a:pt x="274320" y="115570"/>
                  </a:lnTo>
                  <a:close/>
                </a:path>
                <a:path w="389889" h="383539">
                  <a:moveTo>
                    <a:pt x="276860" y="113030"/>
                  </a:moveTo>
                  <a:lnTo>
                    <a:pt x="266700" y="113030"/>
                  </a:lnTo>
                  <a:lnTo>
                    <a:pt x="265430" y="114300"/>
                  </a:lnTo>
                  <a:lnTo>
                    <a:pt x="275590" y="114300"/>
                  </a:lnTo>
                  <a:lnTo>
                    <a:pt x="276860" y="113030"/>
                  </a:lnTo>
                  <a:close/>
                </a:path>
                <a:path w="389889" h="383539">
                  <a:moveTo>
                    <a:pt x="280670" y="109220"/>
                  </a:moveTo>
                  <a:lnTo>
                    <a:pt x="270510" y="109220"/>
                  </a:lnTo>
                  <a:lnTo>
                    <a:pt x="267970" y="111760"/>
                  </a:lnTo>
                  <a:lnTo>
                    <a:pt x="278130" y="111760"/>
                  </a:lnTo>
                  <a:lnTo>
                    <a:pt x="280670" y="109220"/>
                  </a:lnTo>
                  <a:close/>
                </a:path>
                <a:path w="389889" h="383539">
                  <a:moveTo>
                    <a:pt x="283210" y="106680"/>
                  </a:moveTo>
                  <a:lnTo>
                    <a:pt x="273050" y="106680"/>
                  </a:lnTo>
                  <a:lnTo>
                    <a:pt x="271780" y="107950"/>
                  </a:lnTo>
                  <a:lnTo>
                    <a:pt x="281940" y="107950"/>
                  </a:lnTo>
                  <a:lnTo>
                    <a:pt x="283210" y="106680"/>
                  </a:lnTo>
                  <a:close/>
                </a:path>
                <a:path w="389889" h="383539">
                  <a:moveTo>
                    <a:pt x="287020" y="102870"/>
                  </a:moveTo>
                  <a:lnTo>
                    <a:pt x="276860" y="102870"/>
                  </a:lnTo>
                  <a:lnTo>
                    <a:pt x="274320" y="105410"/>
                  </a:lnTo>
                  <a:lnTo>
                    <a:pt x="284480" y="105410"/>
                  </a:lnTo>
                  <a:lnTo>
                    <a:pt x="287020" y="102870"/>
                  </a:lnTo>
                  <a:close/>
                </a:path>
                <a:path w="389889" h="383539">
                  <a:moveTo>
                    <a:pt x="289560" y="100330"/>
                  </a:moveTo>
                  <a:lnTo>
                    <a:pt x="279400" y="100330"/>
                  </a:lnTo>
                  <a:lnTo>
                    <a:pt x="278130" y="101600"/>
                  </a:lnTo>
                  <a:lnTo>
                    <a:pt x="288290" y="101600"/>
                  </a:lnTo>
                  <a:lnTo>
                    <a:pt x="289560" y="100330"/>
                  </a:lnTo>
                  <a:close/>
                </a:path>
                <a:path w="389889" h="383539">
                  <a:moveTo>
                    <a:pt x="293370" y="96520"/>
                  </a:moveTo>
                  <a:lnTo>
                    <a:pt x="283210" y="96520"/>
                  </a:lnTo>
                  <a:lnTo>
                    <a:pt x="280670" y="99060"/>
                  </a:lnTo>
                  <a:lnTo>
                    <a:pt x="290830" y="99060"/>
                  </a:lnTo>
                  <a:lnTo>
                    <a:pt x="293370" y="96520"/>
                  </a:lnTo>
                  <a:close/>
                </a:path>
                <a:path w="389889" h="383539">
                  <a:moveTo>
                    <a:pt x="295910" y="93980"/>
                  </a:moveTo>
                  <a:lnTo>
                    <a:pt x="285750" y="93980"/>
                  </a:lnTo>
                  <a:lnTo>
                    <a:pt x="284480" y="95250"/>
                  </a:lnTo>
                  <a:lnTo>
                    <a:pt x="294640" y="95250"/>
                  </a:lnTo>
                  <a:lnTo>
                    <a:pt x="295910" y="93980"/>
                  </a:lnTo>
                  <a:close/>
                </a:path>
                <a:path w="389889" h="383539">
                  <a:moveTo>
                    <a:pt x="299720" y="90170"/>
                  </a:moveTo>
                  <a:lnTo>
                    <a:pt x="289560" y="90170"/>
                  </a:lnTo>
                  <a:lnTo>
                    <a:pt x="287020" y="92710"/>
                  </a:lnTo>
                  <a:lnTo>
                    <a:pt x="297180" y="92710"/>
                  </a:lnTo>
                  <a:lnTo>
                    <a:pt x="299720" y="90170"/>
                  </a:lnTo>
                  <a:close/>
                </a:path>
                <a:path w="389889" h="383539">
                  <a:moveTo>
                    <a:pt x="302260" y="87630"/>
                  </a:moveTo>
                  <a:lnTo>
                    <a:pt x="292100" y="87630"/>
                  </a:lnTo>
                  <a:lnTo>
                    <a:pt x="290830" y="88900"/>
                  </a:lnTo>
                  <a:lnTo>
                    <a:pt x="300990" y="88900"/>
                  </a:lnTo>
                  <a:lnTo>
                    <a:pt x="302260" y="87630"/>
                  </a:lnTo>
                  <a:close/>
                </a:path>
                <a:path w="389889" h="383539">
                  <a:moveTo>
                    <a:pt x="306070" y="83820"/>
                  </a:moveTo>
                  <a:lnTo>
                    <a:pt x="295910" y="83820"/>
                  </a:lnTo>
                  <a:lnTo>
                    <a:pt x="293370" y="86360"/>
                  </a:lnTo>
                  <a:lnTo>
                    <a:pt x="303530" y="86360"/>
                  </a:lnTo>
                  <a:lnTo>
                    <a:pt x="306070" y="83820"/>
                  </a:lnTo>
                  <a:close/>
                </a:path>
                <a:path w="389889" h="383539">
                  <a:moveTo>
                    <a:pt x="308610" y="81280"/>
                  </a:moveTo>
                  <a:lnTo>
                    <a:pt x="298450" y="81280"/>
                  </a:lnTo>
                  <a:lnTo>
                    <a:pt x="297180" y="82550"/>
                  </a:lnTo>
                  <a:lnTo>
                    <a:pt x="307340" y="82550"/>
                  </a:lnTo>
                  <a:lnTo>
                    <a:pt x="308610" y="81280"/>
                  </a:lnTo>
                  <a:close/>
                </a:path>
                <a:path w="389889" h="383539">
                  <a:moveTo>
                    <a:pt x="312420" y="77470"/>
                  </a:moveTo>
                  <a:lnTo>
                    <a:pt x="302260" y="77470"/>
                  </a:lnTo>
                  <a:lnTo>
                    <a:pt x="299720" y="80010"/>
                  </a:lnTo>
                  <a:lnTo>
                    <a:pt x="309880" y="80010"/>
                  </a:lnTo>
                  <a:lnTo>
                    <a:pt x="312420" y="77470"/>
                  </a:lnTo>
                  <a:close/>
                </a:path>
                <a:path w="389889" h="383539">
                  <a:moveTo>
                    <a:pt x="314960" y="74930"/>
                  </a:moveTo>
                  <a:lnTo>
                    <a:pt x="304800" y="74930"/>
                  </a:lnTo>
                  <a:lnTo>
                    <a:pt x="303530" y="76200"/>
                  </a:lnTo>
                  <a:lnTo>
                    <a:pt x="313690" y="76200"/>
                  </a:lnTo>
                  <a:lnTo>
                    <a:pt x="314960" y="74930"/>
                  </a:lnTo>
                  <a:close/>
                </a:path>
                <a:path w="389889" h="383539">
                  <a:moveTo>
                    <a:pt x="318770" y="71120"/>
                  </a:moveTo>
                  <a:lnTo>
                    <a:pt x="308610" y="71120"/>
                  </a:lnTo>
                  <a:lnTo>
                    <a:pt x="306070" y="73660"/>
                  </a:lnTo>
                  <a:lnTo>
                    <a:pt x="316230" y="73660"/>
                  </a:lnTo>
                  <a:lnTo>
                    <a:pt x="318770" y="71120"/>
                  </a:lnTo>
                  <a:close/>
                </a:path>
                <a:path w="389889" h="383539">
                  <a:moveTo>
                    <a:pt x="321310" y="68580"/>
                  </a:moveTo>
                  <a:lnTo>
                    <a:pt x="311150" y="68580"/>
                  </a:lnTo>
                  <a:lnTo>
                    <a:pt x="309880" y="69850"/>
                  </a:lnTo>
                  <a:lnTo>
                    <a:pt x="320040" y="69850"/>
                  </a:lnTo>
                  <a:lnTo>
                    <a:pt x="321310" y="68580"/>
                  </a:lnTo>
                  <a:close/>
                </a:path>
                <a:path w="389889" h="383539">
                  <a:moveTo>
                    <a:pt x="325120" y="64770"/>
                  </a:moveTo>
                  <a:lnTo>
                    <a:pt x="314960" y="64770"/>
                  </a:lnTo>
                  <a:lnTo>
                    <a:pt x="312420" y="67310"/>
                  </a:lnTo>
                  <a:lnTo>
                    <a:pt x="322580" y="67310"/>
                  </a:lnTo>
                  <a:lnTo>
                    <a:pt x="325120" y="64770"/>
                  </a:lnTo>
                  <a:close/>
                </a:path>
                <a:path w="389889" h="383539">
                  <a:moveTo>
                    <a:pt x="327660" y="62230"/>
                  </a:moveTo>
                  <a:lnTo>
                    <a:pt x="317500" y="62230"/>
                  </a:lnTo>
                  <a:lnTo>
                    <a:pt x="316230" y="63500"/>
                  </a:lnTo>
                  <a:lnTo>
                    <a:pt x="326390" y="63500"/>
                  </a:lnTo>
                  <a:lnTo>
                    <a:pt x="327660" y="62230"/>
                  </a:lnTo>
                  <a:close/>
                </a:path>
                <a:path w="389889" h="383539">
                  <a:moveTo>
                    <a:pt x="331470" y="58420"/>
                  </a:moveTo>
                  <a:lnTo>
                    <a:pt x="321310" y="58420"/>
                  </a:lnTo>
                  <a:lnTo>
                    <a:pt x="318770" y="60960"/>
                  </a:lnTo>
                  <a:lnTo>
                    <a:pt x="328930" y="60960"/>
                  </a:lnTo>
                  <a:lnTo>
                    <a:pt x="331470" y="58420"/>
                  </a:lnTo>
                  <a:close/>
                </a:path>
                <a:path w="389889" h="383539">
                  <a:moveTo>
                    <a:pt x="334010" y="55880"/>
                  </a:moveTo>
                  <a:lnTo>
                    <a:pt x="323850" y="55880"/>
                  </a:lnTo>
                  <a:lnTo>
                    <a:pt x="322580" y="57150"/>
                  </a:lnTo>
                  <a:lnTo>
                    <a:pt x="332740" y="57150"/>
                  </a:lnTo>
                  <a:lnTo>
                    <a:pt x="334010" y="55880"/>
                  </a:lnTo>
                  <a:close/>
                </a:path>
                <a:path w="389889" h="383539">
                  <a:moveTo>
                    <a:pt x="337820" y="52070"/>
                  </a:moveTo>
                  <a:lnTo>
                    <a:pt x="327660" y="52070"/>
                  </a:lnTo>
                  <a:lnTo>
                    <a:pt x="325120" y="54610"/>
                  </a:lnTo>
                  <a:lnTo>
                    <a:pt x="335280" y="54610"/>
                  </a:lnTo>
                  <a:lnTo>
                    <a:pt x="337820" y="52070"/>
                  </a:lnTo>
                  <a:close/>
                </a:path>
                <a:path w="389889" h="383539">
                  <a:moveTo>
                    <a:pt x="340360" y="49530"/>
                  </a:moveTo>
                  <a:lnTo>
                    <a:pt x="330200" y="49530"/>
                  </a:lnTo>
                  <a:lnTo>
                    <a:pt x="328930" y="50800"/>
                  </a:lnTo>
                  <a:lnTo>
                    <a:pt x="339090" y="50800"/>
                  </a:lnTo>
                  <a:lnTo>
                    <a:pt x="340360" y="49530"/>
                  </a:lnTo>
                  <a:close/>
                </a:path>
                <a:path w="389889" h="383539">
                  <a:moveTo>
                    <a:pt x="344170" y="45720"/>
                  </a:moveTo>
                  <a:lnTo>
                    <a:pt x="334010" y="45720"/>
                  </a:lnTo>
                  <a:lnTo>
                    <a:pt x="331470" y="48260"/>
                  </a:lnTo>
                  <a:lnTo>
                    <a:pt x="341630" y="48260"/>
                  </a:lnTo>
                  <a:lnTo>
                    <a:pt x="344170" y="45720"/>
                  </a:lnTo>
                  <a:close/>
                </a:path>
                <a:path w="389889" h="383539">
                  <a:moveTo>
                    <a:pt x="346710" y="43180"/>
                  </a:moveTo>
                  <a:lnTo>
                    <a:pt x="336550" y="43180"/>
                  </a:lnTo>
                  <a:lnTo>
                    <a:pt x="335280" y="44450"/>
                  </a:lnTo>
                  <a:lnTo>
                    <a:pt x="345440" y="44450"/>
                  </a:lnTo>
                  <a:lnTo>
                    <a:pt x="346710" y="43180"/>
                  </a:lnTo>
                  <a:close/>
                </a:path>
                <a:path w="389889" h="383539">
                  <a:moveTo>
                    <a:pt x="350520" y="39370"/>
                  </a:moveTo>
                  <a:lnTo>
                    <a:pt x="340360" y="39370"/>
                  </a:lnTo>
                  <a:lnTo>
                    <a:pt x="337820" y="41910"/>
                  </a:lnTo>
                  <a:lnTo>
                    <a:pt x="347980" y="41910"/>
                  </a:lnTo>
                  <a:lnTo>
                    <a:pt x="350520" y="39370"/>
                  </a:lnTo>
                  <a:close/>
                </a:path>
                <a:path w="389889" h="383539">
                  <a:moveTo>
                    <a:pt x="353060" y="36830"/>
                  </a:moveTo>
                  <a:lnTo>
                    <a:pt x="342900" y="36830"/>
                  </a:lnTo>
                  <a:lnTo>
                    <a:pt x="341630" y="38100"/>
                  </a:lnTo>
                  <a:lnTo>
                    <a:pt x="351790" y="38100"/>
                  </a:lnTo>
                  <a:lnTo>
                    <a:pt x="353060" y="36830"/>
                  </a:lnTo>
                  <a:close/>
                </a:path>
                <a:path w="389889" h="383539">
                  <a:moveTo>
                    <a:pt x="356870" y="33020"/>
                  </a:moveTo>
                  <a:lnTo>
                    <a:pt x="346710" y="33020"/>
                  </a:lnTo>
                  <a:lnTo>
                    <a:pt x="344170" y="35560"/>
                  </a:lnTo>
                  <a:lnTo>
                    <a:pt x="354330" y="35560"/>
                  </a:lnTo>
                  <a:lnTo>
                    <a:pt x="356870" y="33020"/>
                  </a:lnTo>
                  <a:close/>
                </a:path>
                <a:path w="389889" h="383539">
                  <a:moveTo>
                    <a:pt x="359410" y="30480"/>
                  </a:moveTo>
                  <a:lnTo>
                    <a:pt x="349250" y="30480"/>
                  </a:lnTo>
                  <a:lnTo>
                    <a:pt x="347980" y="31750"/>
                  </a:lnTo>
                  <a:lnTo>
                    <a:pt x="358140" y="31750"/>
                  </a:lnTo>
                  <a:lnTo>
                    <a:pt x="359410" y="30480"/>
                  </a:lnTo>
                  <a:close/>
                </a:path>
                <a:path w="389889" h="383539">
                  <a:moveTo>
                    <a:pt x="363220" y="26670"/>
                  </a:moveTo>
                  <a:lnTo>
                    <a:pt x="353060" y="26670"/>
                  </a:lnTo>
                  <a:lnTo>
                    <a:pt x="350520" y="29210"/>
                  </a:lnTo>
                  <a:lnTo>
                    <a:pt x="360680" y="29210"/>
                  </a:lnTo>
                  <a:lnTo>
                    <a:pt x="363220" y="26670"/>
                  </a:lnTo>
                  <a:close/>
                </a:path>
                <a:path w="389889" h="383539">
                  <a:moveTo>
                    <a:pt x="365760" y="24130"/>
                  </a:moveTo>
                  <a:lnTo>
                    <a:pt x="355600" y="24130"/>
                  </a:lnTo>
                  <a:lnTo>
                    <a:pt x="354330" y="25400"/>
                  </a:lnTo>
                  <a:lnTo>
                    <a:pt x="364490" y="25400"/>
                  </a:lnTo>
                  <a:lnTo>
                    <a:pt x="365760" y="24130"/>
                  </a:lnTo>
                  <a:close/>
                </a:path>
                <a:path w="389889" h="383539">
                  <a:moveTo>
                    <a:pt x="369570" y="20320"/>
                  </a:moveTo>
                  <a:lnTo>
                    <a:pt x="359410" y="20320"/>
                  </a:lnTo>
                  <a:lnTo>
                    <a:pt x="356870" y="22860"/>
                  </a:lnTo>
                  <a:lnTo>
                    <a:pt x="367030" y="22860"/>
                  </a:lnTo>
                  <a:lnTo>
                    <a:pt x="369570" y="20320"/>
                  </a:lnTo>
                  <a:close/>
                </a:path>
                <a:path w="389889" h="383539">
                  <a:moveTo>
                    <a:pt x="372110" y="17780"/>
                  </a:moveTo>
                  <a:lnTo>
                    <a:pt x="361950" y="17780"/>
                  </a:lnTo>
                  <a:lnTo>
                    <a:pt x="360680" y="19050"/>
                  </a:lnTo>
                  <a:lnTo>
                    <a:pt x="370840" y="19050"/>
                  </a:lnTo>
                  <a:lnTo>
                    <a:pt x="372110" y="17780"/>
                  </a:lnTo>
                  <a:close/>
                </a:path>
                <a:path w="389889" h="383539">
                  <a:moveTo>
                    <a:pt x="375920" y="13970"/>
                  </a:moveTo>
                  <a:lnTo>
                    <a:pt x="365760" y="13970"/>
                  </a:lnTo>
                  <a:lnTo>
                    <a:pt x="363220" y="16510"/>
                  </a:lnTo>
                  <a:lnTo>
                    <a:pt x="373380" y="16510"/>
                  </a:lnTo>
                  <a:lnTo>
                    <a:pt x="375920" y="13970"/>
                  </a:lnTo>
                  <a:close/>
                </a:path>
                <a:path w="389889" h="383539">
                  <a:moveTo>
                    <a:pt x="378460" y="11430"/>
                  </a:moveTo>
                  <a:lnTo>
                    <a:pt x="368300" y="11430"/>
                  </a:lnTo>
                  <a:lnTo>
                    <a:pt x="367030" y="12700"/>
                  </a:lnTo>
                  <a:lnTo>
                    <a:pt x="377190" y="12700"/>
                  </a:lnTo>
                  <a:lnTo>
                    <a:pt x="378460" y="11430"/>
                  </a:lnTo>
                  <a:close/>
                </a:path>
                <a:path w="389889" h="383539">
                  <a:moveTo>
                    <a:pt x="382270" y="7620"/>
                  </a:moveTo>
                  <a:lnTo>
                    <a:pt x="372110" y="7620"/>
                  </a:lnTo>
                  <a:lnTo>
                    <a:pt x="369570" y="10160"/>
                  </a:lnTo>
                  <a:lnTo>
                    <a:pt x="379730" y="10160"/>
                  </a:lnTo>
                  <a:lnTo>
                    <a:pt x="382270" y="7620"/>
                  </a:lnTo>
                  <a:close/>
                </a:path>
                <a:path w="389889" h="383539">
                  <a:moveTo>
                    <a:pt x="384810" y="5080"/>
                  </a:moveTo>
                  <a:lnTo>
                    <a:pt x="374650" y="5080"/>
                  </a:lnTo>
                  <a:lnTo>
                    <a:pt x="373380" y="6350"/>
                  </a:lnTo>
                  <a:lnTo>
                    <a:pt x="383540" y="6350"/>
                  </a:lnTo>
                  <a:lnTo>
                    <a:pt x="384810" y="5080"/>
                  </a:lnTo>
                  <a:close/>
                </a:path>
                <a:path w="389889" h="383539">
                  <a:moveTo>
                    <a:pt x="389890" y="0"/>
                  </a:moveTo>
                  <a:lnTo>
                    <a:pt x="383540" y="0"/>
                  </a:lnTo>
                  <a:lnTo>
                    <a:pt x="383540" y="1270"/>
                  </a:lnTo>
                  <a:lnTo>
                    <a:pt x="378460" y="1270"/>
                  </a:lnTo>
                  <a:lnTo>
                    <a:pt x="375920" y="3810"/>
                  </a:lnTo>
                  <a:lnTo>
                    <a:pt x="386080" y="3810"/>
                  </a:lnTo>
                  <a:lnTo>
                    <a:pt x="389890" y="0"/>
                  </a:lnTo>
                  <a:close/>
                </a:path>
                <a:path w="389889" h="383539">
                  <a:moveTo>
                    <a:pt x="185419" y="204470"/>
                  </a:moveTo>
                  <a:lnTo>
                    <a:pt x="175259" y="204470"/>
                  </a:lnTo>
                  <a:lnTo>
                    <a:pt x="149860" y="229870"/>
                  </a:lnTo>
                  <a:lnTo>
                    <a:pt x="160020" y="229870"/>
                  </a:lnTo>
                  <a:lnTo>
                    <a:pt x="185419" y="204470"/>
                  </a:lnTo>
                  <a:close/>
                </a:path>
                <a:path w="389889" h="383539">
                  <a:moveTo>
                    <a:pt x="160019" y="229870"/>
                  </a:moveTo>
                  <a:lnTo>
                    <a:pt x="149859" y="229870"/>
                  </a:lnTo>
                  <a:lnTo>
                    <a:pt x="99060" y="280670"/>
                  </a:lnTo>
                  <a:lnTo>
                    <a:pt x="109220" y="280670"/>
                  </a:lnTo>
                  <a:lnTo>
                    <a:pt x="160019" y="229870"/>
                  </a:lnTo>
                  <a:close/>
                </a:path>
                <a:path w="389889" h="383539">
                  <a:moveTo>
                    <a:pt x="7620" y="382270"/>
                  </a:moveTo>
                  <a:lnTo>
                    <a:pt x="5080" y="382270"/>
                  </a:lnTo>
                  <a:lnTo>
                    <a:pt x="5080" y="383540"/>
                  </a:lnTo>
                  <a:lnTo>
                    <a:pt x="6350" y="383540"/>
                  </a:lnTo>
                  <a:lnTo>
                    <a:pt x="7620" y="382270"/>
                  </a:lnTo>
                  <a:close/>
                </a:path>
                <a:path w="389889" h="383539">
                  <a:moveTo>
                    <a:pt x="10160" y="379730"/>
                  </a:moveTo>
                  <a:lnTo>
                    <a:pt x="2540" y="379730"/>
                  </a:lnTo>
                  <a:lnTo>
                    <a:pt x="2540" y="382270"/>
                  </a:lnTo>
                  <a:lnTo>
                    <a:pt x="3810" y="382270"/>
                  </a:lnTo>
                  <a:lnTo>
                    <a:pt x="3810" y="381000"/>
                  </a:lnTo>
                  <a:lnTo>
                    <a:pt x="8889" y="381000"/>
                  </a:lnTo>
                  <a:lnTo>
                    <a:pt x="10160" y="379730"/>
                  </a:lnTo>
                  <a:close/>
                </a:path>
                <a:path w="389889" h="383539">
                  <a:moveTo>
                    <a:pt x="1270" y="378460"/>
                  </a:moveTo>
                  <a:lnTo>
                    <a:pt x="0" y="379730"/>
                  </a:lnTo>
                  <a:lnTo>
                    <a:pt x="1270" y="379730"/>
                  </a:lnTo>
                  <a:lnTo>
                    <a:pt x="1270" y="378460"/>
                  </a:lnTo>
                  <a:close/>
                </a:path>
                <a:path w="389889" h="383539">
                  <a:moveTo>
                    <a:pt x="13970" y="375920"/>
                  </a:moveTo>
                  <a:lnTo>
                    <a:pt x="3810" y="375920"/>
                  </a:lnTo>
                  <a:lnTo>
                    <a:pt x="1270" y="378460"/>
                  </a:lnTo>
                  <a:lnTo>
                    <a:pt x="11430" y="378460"/>
                  </a:lnTo>
                  <a:lnTo>
                    <a:pt x="13970" y="375920"/>
                  </a:lnTo>
                  <a:close/>
                </a:path>
                <a:path w="389889" h="383539">
                  <a:moveTo>
                    <a:pt x="16510" y="373380"/>
                  </a:moveTo>
                  <a:lnTo>
                    <a:pt x="6350" y="373380"/>
                  </a:lnTo>
                  <a:lnTo>
                    <a:pt x="5080" y="374650"/>
                  </a:lnTo>
                  <a:lnTo>
                    <a:pt x="15239" y="374650"/>
                  </a:lnTo>
                  <a:lnTo>
                    <a:pt x="16510" y="373380"/>
                  </a:lnTo>
                  <a:close/>
                </a:path>
                <a:path w="389889" h="383539">
                  <a:moveTo>
                    <a:pt x="20320" y="369570"/>
                  </a:moveTo>
                  <a:lnTo>
                    <a:pt x="10160" y="369570"/>
                  </a:lnTo>
                  <a:lnTo>
                    <a:pt x="7619" y="372110"/>
                  </a:lnTo>
                  <a:lnTo>
                    <a:pt x="17779" y="372110"/>
                  </a:lnTo>
                  <a:lnTo>
                    <a:pt x="20320" y="369570"/>
                  </a:lnTo>
                  <a:close/>
                </a:path>
                <a:path w="389889" h="383539">
                  <a:moveTo>
                    <a:pt x="22860" y="367030"/>
                  </a:moveTo>
                  <a:lnTo>
                    <a:pt x="12700" y="367030"/>
                  </a:lnTo>
                  <a:lnTo>
                    <a:pt x="11430" y="368300"/>
                  </a:lnTo>
                  <a:lnTo>
                    <a:pt x="21589" y="368300"/>
                  </a:lnTo>
                  <a:lnTo>
                    <a:pt x="22860" y="367030"/>
                  </a:lnTo>
                  <a:close/>
                </a:path>
                <a:path w="389889" h="383539">
                  <a:moveTo>
                    <a:pt x="26670" y="363220"/>
                  </a:moveTo>
                  <a:lnTo>
                    <a:pt x="16510" y="363220"/>
                  </a:lnTo>
                  <a:lnTo>
                    <a:pt x="13969" y="365760"/>
                  </a:lnTo>
                  <a:lnTo>
                    <a:pt x="24129" y="365760"/>
                  </a:lnTo>
                  <a:lnTo>
                    <a:pt x="26670" y="363220"/>
                  </a:lnTo>
                  <a:close/>
                </a:path>
                <a:path w="389889" h="383539">
                  <a:moveTo>
                    <a:pt x="29210" y="360680"/>
                  </a:moveTo>
                  <a:lnTo>
                    <a:pt x="19050" y="360680"/>
                  </a:lnTo>
                  <a:lnTo>
                    <a:pt x="17780" y="361950"/>
                  </a:lnTo>
                  <a:lnTo>
                    <a:pt x="27939" y="361950"/>
                  </a:lnTo>
                  <a:lnTo>
                    <a:pt x="29210" y="360680"/>
                  </a:lnTo>
                  <a:close/>
                </a:path>
                <a:path w="389889" h="383539">
                  <a:moveTo>
                    <a:pt x="41910" y="347980"/>
                  </a:moveTo>
                  <a:lnTo>
                    <a:pt x="31750" y="347980"/>
                  </a:lnTo>
                  <a:lnTo>
                    <a:pt x="20319" y="359410"/>
                  </a:lnTo>
                  <a:lnTo>
                    <a:pt x="30479" y="359410"/>
                  </a:lnTo>
                  <a:lnTo>
                    <a:pt x="41910" y="347980"/>
                  </a:lnTo>
                  <a:close/>
                </a:path>
                <a:path w="389889" h="383539">
                  <a:moveTo>
                    <a:pt x="54610" y="335280"/>
                  </a:moveTo>
                  <a:lnTo>
                    <a:pt x="44450" y="335280"/>
                  </a:lnTo>
                  <a:lnTo>
                    <a:pt x="33019" y="346710"/>
                  </a:lnTo>
                  <a:lnTo>
                    <a:pt x="43179" y="346710"/>
                  </a:lnTo>
                  <a:lnTo>
                    <a:pt x="54610" y="335280"/>
                  </a:lnTo>
                  <a:close/>
                </a:path>
                <a:path w="389889" h="383539">
                  <a:moveTo>
                    <a:pt x="58420" y="331470"/>
                  </a:moveTo>
                  <a:lnTo>
                    <a:pt x="48260" y="331470"/>
                  </a:lnTo>
                  <a:lnTo>
                    <a:pt x="45719" y="334010"/>
                  </a:lnTo>
                  <a:lnTo>
                    <a:pt x="55879" y="334010"/>
                  </a:lnTo>
                  <a:lnTo>
                    <a:pt x="58420" y="331470"/>
                  </a:lnTo>
                  <a:close/>
                </a:path>
                <a:path w="389889" h="383539">
                  <a:moveTo>
                    <a:pt x="60960" y="328930"/>
                  </a:moveTo>
                  <a:lnTo>
                    <a:pt x="50800" y="328930"/>
                  </a:lnTo>
                  <a:lnTo>
                    <a:pt x="49530" y="330200"/>
                  </a:lnTo>
                  <a:lnTo>
                    <a:pt x="59689" y="330200"/>
                  </a:lnTo>
                  <a:lnTo>
                    <a:pt x="60960" y="328930"/>
                  </a:lnTo>
                  <a:close/>
                </a:path>
                <a:path w="389889" h="383539">
                  <a:moveTo>
                    <a:pt x="64770" y="325120"/>
                  </a:moveTo>
                  <a:lnTo>
                    <a:pt x="54610" y="325120"/>
                  </a:lnTo>
                  <a:lnTo>
                    <a:pt x="52069" y="327660"/>
                  </a:lnTo>
                  <a:lnTo>
                    <a:pt x="62229" y="327660"/>
                  </a:lnTo>
                  <a:lnTo>
                    <a:pt x="64770" y="325120"/>
                  </a:lnTo>
                  <a:close/>
                </a:path>
                <a:path w="389889" h="383539">
                  <a:moveTo>
                    <a:pt x="77470" y="312420"/>
                  </a:moveTo>
                  <a:lnTo>
                    <a:pt x="67310" y="312420"/>
                  </a:lnTo>
                  <a:lnTo>
                    <a:pt x="55880" y="323850"/>
                  </a:lnTo>
                  <a:lnTo>
                    <a:pt x="66039" y="323850"/>
                  </a:lnTo>
                  <a:lnTo>
                    <a:pt x="77470" y="312420"/>
                  </a:lnTo>
                  <a:close/>
                </a:path>
                <a:path w="389889" h="383539">
                  <a:moveTo>
                    <a:pt x="86360" y="303530"/>
                  </a:moveTo>
                  <a:lnTo>
                    <a:pt x="76200" y="303530"/>
                  </a:lnTo>
                  <a:lnTo>
                    <a:pt x="68580" y="311150"/>
                  </a:lnTo>
                  <a:lnTo>
                    <a:pt x="78739" y="311150"/>
                  </a:lnTo>
                  <a:lnTo>
                    <a:pt x="86360" y="303530"/>
                  </a:lnTo>
                  <a:close/>
                </a:path>
                <a:path w="389889" h="383539">
                  <a:moveTo>
                    <a:pt x="102870" y="287020"/>
                  </a:moveTo>
                  <a:lnTo>
                    <a:pt x="92710" y="287020"/>
                  </a:lnTo>
                  <a:lnTo>
                    <a:pt x="77469" y="302260"/>
                  </a:lnTo>
                  <a:lnTo>
                    <a:pt x="87629" y="302260"/>
                  </a:lnTo>
                  <a:lnTo>
                    <a:pt x="102870" y="287020"/>
                  </a:lnTo>
                  <a:close/>
                </a:path>
                <a:path w="389889" h="383539">
                  <a:moveTo>
                    <a:pt x="107950" y="281940"/>
                  </a:moveTo>
                  <a:lnTo>
                    <a:pt x="97790" y="281940"/>
                  </a:lnTo>
                  <a:lnTo>
                    <a:pt x="93980" y="285750"/>
                  </a:lnTo>
                  <a:lnTo>
                    <a:pt x="104139" y="285750"/>
                  </a:lnTo>
                  <a:lnTo>
                    <a:pt x="107950" y="281940"/>
                  </a:lnTo>
                  <a:close/>
                </a:path>
              </a:pathLst>
            </a:custGeom>
            <a:solidFill>
              <a:srgbClr val="6D57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5">
              <a:extLst>
                <a:ext uri="{FF2B5EF4-FFF2-40B4-BE49-F238E27FC236}">
                  <a16:creationId xmlns:a16="http://schemas.microsoft.com/office/drawing/2014/main" id="{B2AD2F8C-4D2A-0ECB-CF5E-69480BBB6893}"/>
                </a:ext>
              </a:extLst>
            </p:cNvPr>
            <p:cNvSpPr/>
            <p:nvPr/>
          </p:nvSpPr>
          <p:spPr>
            <a:xfrm>
              <a:off x="2485390" y="2575559"/>
              <a:ext cx="393700" cy="388620"/>
            </a:xfrm>
            <a:custGeom>
              <a:avLst/>
              <a:gdLst/>
              <a:ahLst/>
              <a:cxnLst/>
              <a:rect l="l" t="t" r="r" b="b"/>
              <a:pathLst>
                <a:path w="393700" h="388619">
                  <a:moveTo>
                    <a:pt x="195580" y="198120"/>
                  </a:moveTo>
                  <a:lnTo>
                    <a:pt x="185420" y="198120"/>
                  </a:lnTo>
                  <a:lnTo>
                    <a:pt x="179070" y="204470"/>
                  </a:lnTo>
                  <a:lnTo>
                    <a:pt x="189230" y="204470"/>
                  </a:lnTo>
                  <a:lnTo>
                    <a:pt x="195580" y="198120"/>
                  </a:lnTo>
                  <a:close/>
                </a:path>
                <a:path w="393700" h="388619">
                  <a:moveTo>
                    <a:pt x="198120" y="195580"/>
                  </a:moveTo>
                  <a:lnTo>
                    <a:pt x="187960" y="195580"/>
                  </a:lnTo>
                  <a:lnTo>
                    <a:pt x="186690" y="196850"/>
                  </a:lnTo>
                  <a:lnTo>
                    <a:pt x="196850" y="196850"/>
                  </a:lnTo>
                  <a:lnTo>
                    <a:pt x="198120" y="195580"/>
                  </a:lnTo>
                  <a:close/>
                </a:path>
                <a:path w="393700" h="388619">
                  <a:moveTo>
                    <a:pt x="201930" y="191770"/>
                  </a:moveTo>
                  <a:lnTo>
                    <a:pt x="191770" y="191770"/>
                  </a:lnTo>
                  <a:lnTo>
                    <a:pt x="189230" y="194310"/>
                  </a:lnTo>
                  <a:lnTo>
                    <a:pt x="199390" y="194310"/>
                  </a:lnTo>
                  <a:lnTo>
                    <a:pt x="201930" y="191770"/>
                  </a:lnTo>
                  <a:close/>
                </a:path>
                <a:path w="393700" h="388619">
                  <a:moveTo>
                    <a:pt x="204470" y="189230"/>
                  </a:moveTo>
                  <a:lnTo>
                    <a:pt x="194310" y="189230"/>
                  </a:lnTo>
                  <a:lnTo>
                    <a:pt x="193040" y="190500"/>
                  </a:lnTo>
                  <a:lnTo>
                    <a:pt x="203200" y="190500"/>
                  </a:lnTo>
                  <a:lnTo>
                    <a:pt x="204470" y="189230"/>
                  </a:lnTo>
                  <a:close/>
                </a:path>
                <a:path w="393700" h="388619">
                  <a:moveTo>
                    <a:pt x="208280" y="185420"/>
                  </a:moveTo>
                  <a:lnTo>
                    <a:pt x="198120" y="185420"/>
                  </a:lnTo>
                  <a:lnTo>
                    <a:pt x="195580" y="187960"/>
                  </a:lnTo>
                  <a:lnTo>
                    <a:pt x="205740" y="187960"/>
                  </a:lnTo>
                  <a:lnTo>
                    <a:pt x="208280" y="185420"/>
                  </a:lnTo>
                  <a:close/>
                </a:path>
                <a:path w="393700" h="388619">
                  <a:moveTo>
                    <a:pt x="210820" y="182880"/>
                  </a:moveTo>
                  <a:lnTo>
                    <a:pt x="200660" y="182880"/>
                  </a:lnTo>
                  <a:lnTo>
                    <a:pt x="199390" y="184150"/>
                  </a:lnTo>
                  <a:lnTo>
                    <a:pt x="209550" y="184150"/>
                  </a:lnTo>
                  <a:lnTo>
                    <a:pt x="210820" y="182880"/>
                  </a:lnTo>
                  <a:close/>
                </a:path>
                <a:path w="393700" h="388619">
                  <a:moveTo>
                    <a:pt x="223520" y="170180"/>
                  </a:moveTo>
                  <a:lnTo>
                    <a:pt x="213360" y="170180"/>
                  </a:lnTo>
                  <a:lnTo>
                    <a:pt x="201930" y="181610"/>
                  </a:lnTo>
                  <a:lnTo>
                    <a:pt x="212090" y="181610"/>
                  </a:lnTo>
                  <a:lnTo>
                    <a:pt x="223520" y="170180"/>
                  </a:lnTo>
                  <a:close/>
                </a:path>
                <a:path w="393700" h="388619">
                  <a:moveTo>
                    <a:pt x="236220" y="157480"/>
                  </a:moveTo>
                  <a:lnTo>
                    <a:pt x="226060" y="157480"/>
                  </a:lnTo>
                  <a:lnTo>
                    <a:pt x="214630" y="168910"/>
                  </a:lnTo>
                  <a:lnTo>
                    <a:pt x="224790" y="168910"/>
                  </a:lnTo>
                  <a:lnTo>
                    <a:pt x="236220" y="157480"/>
                  </a:lnTo>
                  <a:close/>
                </a:path>
                <a:path w="393700" h="388619">
                  <a:moveTo>
                    <a:pt x="240030" y="153670"/>
                  </a:moveTo>
                  <a:lnTo>
                    <a:pt x="229870" y="153670"/>
                  </a:lnTo>
                  <a:lnTo>
                    <a:pt x="227330" y="156210"/>
                  </a:lnTo>
                  <a:lnTo>
                    <a:pt x="237490" y="156210"/>
                  </a:lnTo>
                  <a:lnTo>
                    <a:pt x="240030" y="153670"/>
                  </a:lnTo>
                  <a:close/>
                </a:path>
                <a:path w="393700" h="388619">
                  <a:moveTo>
                    <a:pt x="242570" y="151130"/>
                  </a:moveTo>
                  <a:lnTo>
                    <a:pt x="232410" y="151130"/>
                  </a:lnTo>
                  <a:lnTo>
                    <a:pt x="231140" y="152400"/>
                  </a:lnTo>
                  <a:lnTo>
                    <a:pt x="241300" y="152400"/>
                  </a:lnTo>
                  <a:lnTo>
                    <a:pt x="242570" y="151130"/>
                  </a:lnTo>
                  <a:close/>
                </a:path>
                <a:path w="393700" h="388619">
                  <a:moveTo>
                    <a:pt x="246380" y="147320"/>
                  </a:moveTo>
                  <a:lnTo>
                    <a:pt x="236220" y="147320"/>
                  </a:lnTo>
                  <a:lnTo>
                    <a:pt x="233680" y="149860"/>
                  </a:lnTo>
                  <a:lnTo>
                    <a:pt x="243840" y="149860"/>
                  </a:lnTo>
                  <a:lnTo>
                    <a:pt x="246380" y="147320"/>
                  </a:lnTo>
                  <a:close/>
                </a:path>
                <a:path w="393700" h="388619">
                  <a:moveTo>
                    <a:pt x="248920" y="144780"/>
                  </a:moveTo>
                  <a:lnTo>
                    <a:pt x="238760" y="144780"/>
                  </a:lnTo>
                  <a:lnTo>
                    <a:pt x="237490" y="146050"/>
                  </a:lnTo>
                  <a:lnTo>
                    <a:pt x="247650" y="146050"/>
                  </a:lnTo>
                  <a:lnTo>
                    <a:pt x="248920" y="144780"/>
                  </a:lnTo>
                  <a:close/>
                </a:path>
                <a:path w="393700" h="388619">
                  <a:moveTo>
                    <a:pt x="252730" y="140970"/>
                  </a:moveTo>
                  <a:lnTo>
                    <a:pt x="242570" y="140970"/>
                  </a:lnTo>
                  <a:lnTo>
                    <a:pt x="240030" y="143510"/>
                  </a:lnTo>
                  <a:lnTo>
                    <a:pt x="250190" y="143510"/>
                  </a:lnTo>
                  <a:lnTo>
                    <a:pt x="252730" y="140970"/>
                  </a:lnTo>
                  <a:close/>
                </a:path>
                <a:path w="393700" h="388619">
                  <a:moveTo>
                    <a:pt x="255270" y="138430"/>
                  </a:moveTo>
                  <a:lnTo>
                    <a:pt x="245110" y="138430"/>
                  </a:lnTo>
                  <a:lnTo>
                    <a:pt x="243840" y="139700"/>
                  </a:lnTo>
                  <a:lnTo>
                    <a:pt x="254000" y="139700"/>
                  </a:lnTo>
                  <a:lnTo>
                    <a:pt x="255270" y="138430"/>
                  </a:lnTo>
                  <a:close/>
                </a:path>
                <a:path w="393700" h="388619">
                  <a:moveTo>
                    <a:pt x="259080" y="134620"/>
                  </a:moveTo>
                  <a:lnTo>
                    <a:pt x="248920" y="134620"/>
                  </a:lnTo>
                  <a:lnTo>
                    <a:pt x="246380" y="137160"/>
                  </a:lnTo>
                  <a:lnTo>
                    <a:pt x="256540" y="137160"/>
                  </a:lnTo>
                  <a:lnTo>
                    <a:pt x="259080" y="134620"/>
                  </a:lnTo>
                  <a:close/>
                </a:path>
                <a:path w="393700" h="388619">
                  <a:moveTo>
                    <a:pt x="261620" y="132080"/>
                  </a:moveTo>
                  <a:lnTo>
                    <a:pt x="251460" y="132080"/>
                  </a:lnTo>
                  <a:lnTo>
                    <a:pt x="250190" y="133350"/>
                  </a:lnTo>
                  <a:lnTo>
                    <a:pt x="260350" y="133350"/>
                  </a:lnTo>
                  <a:lnTo>
                    <a:pt x="261620" y="132080"/>
                  </a:lnTo>
                  <a:close/>
                </a:path>
                <a:path w="393700" h="388619">
                  <a:moveTo>
                    <a:pt x="265430" y="128270"/>
                  </a:moveTo>
                  <a:lnTo>
                    <a:pt x="255270" y="128270"/>
                  </a:lnTo>
                  <a:lnTo>
                    <a:pt x="252730" y="130810"/>
                  </a:lnTo>
                  <a:lnTo>
                    <a:pt x="262890" y="130810"/>
                  </a:lnTo>
                  <a:lnTo>
                    <a:pt x="265430" y="128270"/>
                  </a:lnTo>
                  <a:close/>
                </a:path>
                <a:path w="393700" h="388619">
                  <a:moveTo>
                    <a:pt x="267970" y="125730"/>
                  </a:moveTo>
                  <a:lnTo>
                    <a:pt x="257810" y="125730"/>
                  </a:lnTo>
                  <a:lnTo>
                    <a:pt x="256540" y="127000"/>
                  </a:lnTo>
                  <a:lnTo>
                    <a:pt x="266700" y="127000"/>
                  </a:lnTo>
                  <a:lnTo>
                    <a:pt x="267970" y="125730"/>
                  </a:lnTo>
                  <a:close/>
                </a:path>
                <a:path w="393700" h="388619">
                  <a:moveTo>
                    <a:pt x="271780" y="121920"/>
                  </a:moveTo>
                  <a:lnTo>
                    <a:pt x="261620" y="121920"/>
                  </a:lnTo>
                  <a:lnTo>
                    <a:pt x="259080" y="124460"/>
                  </a:lnTo>
                  <a:lnTo>
                    <a:pt x="269240" y="124460"/>
                  </a:lnTo>
                  <a:lnTo>
                    <a:pt x="271780" y="121920"/>
                  </a:lnTo>
                  <a:close/>
                </a:path>
                <a:path w="393700" h="388619">
                  <a:moveTo>
                    <a:pt x="274320" y="119380"/>
                  </a:moveTo>
                  <a:lnTo>
                    <a:pt x="264160" y="119380"/>
                  </a:lnTo>
                  <a:lnTo>
                    <a:pt x="262890" y="120650"/>
                  </a:lnTo>
                  <a:lnTo>
                    <a:pt x="273050" y="120650"/>
                  </a:lnTo>
                  <a:lnTo>
                    <a:pt x="274320" y="119380"/>
                  </a:lnTo>
                  <a:close/>
                </a:path>
                <a:path w="393700" h="388619">
                  <a:moveTo>
                    <a:pt x="278130" y="115570"/>
                  </a:moveTo>
                  <a:lnTo>
                    <a:pt x="267970" y="115570"/>
                  </a:lnTo>
                  <a:lnTo>
                    <a:pt x="265430" y="118110"/>
                  </a:lnTo>
                  <a:lnTo>
                    <a:pt x="275590" y="118110"/>
                  </a:lnTo>
                  <a:lnTo>
                    <a:pt x="278130" y="115570"/>
                  </a:lnTo>
                  <a:close/>
                </a:path>
                <a:path w="393700" h="388619">
                  <a:moveTo>
                    <a:pt x="280670" y="113030"/>
                  </a:moveTo>
                  <a:lnTo>
                    <a:pt x="270510" y="113030"/>
                  </a:lnTo>
                  <a:lnTo>
                    <a:pt x="269240" y="114300"/>
                  </a:lnTo>
                  <a:lnTo>
                    <a:pt x="279400" y="114300"/>
                  </a:lnTo>
                  <a:lnTo>
                    <a:pt x="280670" y="113030"/>
                  </a:lnTo>
                  <a:close/>
                </a:path>
                <a:path w="393700" h="388619">
                  <a:moveTo>
                    <a:pt x="284480" y="109220"/>
                  </a:moveTo>
                  <a:lnTo>
                    <a:pt x="274320" y="109220"/>
                  </a:lnTo>
                  <a:lnTo>
                    <a:pt x="271780" y="111760"/>
                  </a:lnTo>
                  <a:lnTo>
                    <a:pt x="281940" y="111760"/>
                  </a:lnTo>
                  <a:lnTo>
                    <a:pt x="284480" y="109220"/>
                  </a:lnTo>
                  <a:close/>
                </a:path>
                <a:path w="393700" h="388619">
                  <a:moveTo>
                    <a:pt x="287020" y="106680"/>
                  </a:moveTo>
                  <a:lnTo>
                    <a:pt x="276860" y="106680"/>
                  </a:lnTo>
                  <a:lnTo>
                    <a:pt x="275590" y="107950"/>
                  </a:lnTo>
                  <a:lnTo>
                    <a:pt x="285750" y="107950"/>
                  </a:lnTo>
                  <a:lnTo>
                    <a:pt x="287020" y="106680"/>
                  </a:lnTo>
                  <a:close/>
                </a:path>
                <a:path w="393700" h="388619">
                  <a:moveTo>
                    <a:pt x="290830" y="102870"/>
                  </a:moveTo>
                  <a:lnTo>
                    <a:pt x="280670" y="102870"/>
                  </a:lnTo>
                  <a:lnTo>
                    <a:pt x="278130" y="105410"/>
                  </a:lnTo>
                  <a:lnTo>
                    <a:pt x="288290" y="105410"/>
                  </a:lnTo>
                  <a:lnTo>
                    <a:pt x="290830" y="102870"/>
                  </a:lnTo>
                  <a:close/>
                </a:path>
                <a:path w="393700" h="388619">
                  <a:moveTo>
                    <a:pt x="293370" y="100330"/>
                  </a:moveTo>
                  <a:lnTo>
                    <a:pt x="283210" y="100330"/>
                  </a:lnTo>
                  <a:lnTo>
                    <a:pt x="281940" y="101600"/>
                  </a:lnTo>
                  <a:lnTo>
                    <a:pt x="292100" y="101600"/>
                  </a:lnTo>
                  <a:lnTo>
                    <a:pt x="293370" y="100330"/>
                  </a:lnTo>
                  <a:close/>
                </a:path>
                <a:path w="393700" h="388619">
                  <a:moveTo>
                    <a:pt x="297180" y="96520"/>
                  </a:moveTo>
                  <a:lnTo>
                    <a:pt x="287020" y="96520"/>
                  </a:lnTo>
                  <a:lnTo>
                    <a:pt x="284480" y="99060"/>
                  </a:lnTo>
                  <a:lnTo>
                    <a:pt x="294640" y="99060"/>
                  </a:lnTo>
                  <a:lnTo>
                    <a:pt x="297180" y="96520"/>
                  </a:lnTo>
                  <a:close/>
                </a:path>
                <a:path w="393700" h="388619">
                  <a:moveTo>
                    <a:pt x="299720" y="93980"/>
                  </a:moveTo>
                  <a:lnTo>
                    <a:pt x="289560" y="93980"/>
                  </a:lnTo>
                  <a:lnTo>
                    <a:pt x="288290" y="95250"/>
                  </a:lnTo>
                  <a:lnTo>
                    <a:pt x="298450" y="95250"/>
                  </a:lnTo>
                  <a:lnTo>
                    <a:pt x="299720" y="93980"/>
                  </a:lnTo>
                  <a:close/>
                </a:path>
                <a:path w="393700" h="388619">
                  <a:moveTo>
                    <a:pt x="303530" y="90170"/>
                  </a:moveTo>
                  <a:lnTo>
                    <a:pt x="293370" y="90170"/>
                  </a:lnTo>
                  <a:lnTo>
                    <a:pt x="290830" y="92710"/>
                  </a:lnTo>
                  <a:lnTo>
                    <a:pt x="300990" y="92710"/>
                  </a:lnTo>
                  <a:lnTo>
                    <a:pt x="303530" y="90170"/>
                  </a:lnTo>
                  <a:close/>
                </a:path>
                <a:path w="393700" h="388619">
                  <a:moveTo>
                    <a:pt x="306070" y="87630"/>
                  </a:moveTo>
                  <a:lnTo>
                    <a:pt x="295910" y="87630"/>
                  </a:lnTo>
                  <a:lnTo>
                    <a:pt x="294640" y="88900"/>
                  </a:lnTo>
                  <a:lnTo>
                    <a:pt x="304800" y="88900"/>
                  </a:lnTo>
                  <a:lnTo>
                    <a:pt x="306070" y="87630"/>
                  </a:lnTo>
                  <a:close/>
                </a:path>
                <a:path w="393700" h="388619">
                  <a:moveTo>
                    <a:pt x="309880" y="83820"/>
                  </a:moveTo>
                  <a:lnTo>
                    <a:pt x="299720" y="83820"/>
                  </a:lnTo>
                  <a:lnTo>
                    <a:pt x="297180" y="86360"/>
                  </a:lnTo>
                  <a:lnTo>
                    <a:pt x="307340" y="86360"/>
                  </a:lnTo>
                  <a:lnTo>
                    <a:pt x="309880" y="83820"/>
                  </a:lnTo>
                  <a:close/>
                </a:path>
                <a:path w="393700" h="388619">
                  <a:moveTo>
                    <a:pt x="312420" y="81280"/>
                  </a:moveTo>
                  <a:lnTo>
                    <a:pt x="302260" y="81280"/>
                  </a:lnTo>
                  <a:lnTo>
                    <a:pt x="300990" y="82550"/>
                  </a:lnTo>
                  <a:lnTo>
                    <a:pt x="311150" y="82550"/>
                  </a:lnTo>
                  <a:lnTo>
                    <a:pt x="312420" y="81280"/>
                  </a:lnTo>
                  <a:close/>
                </a:path>
                <a:path w="393700" h="388619">
                  <a:moveTo>
                    <a:pt x="316230" y="77470"/>
                  </a:moveTo>
                  <a:lnTo>
                    <a:pt x="306070" y="77470"/>
                  </a:lnTo>
                  <a:lnTo>
                    <a:pt x="303530" y="80010"/>
                  </a:lnTo>
                  <a:lnTo>
                    <a:pt x="313690" y="80010"/>
                  </a:lnTo>
                  <a:lnTo>
                    <a:pt x="316230" y="77470"/>
                  </a:lnTo>
                  <a:close/>
                </a:path>
                <a:path w="393700" h="388619">
                  <a:moveTo>
                    <a:pt x="318770" y="74930"/>
                  </a:moveTo>
                  <a:lnTo>
                    <a:pt x="308610" y="74930"/>
                  </a:lnTo>
                  <a:lnTo>
                    <a:pt x="307340" y="76200"/>
                  </a:lnTo>
                  <a:lnTo>
                    <a:pt x="317500" y="76200"/>
                  </a:lnTo>
                  <a:lnTo>
                    <a:pt x="318770" y="74930"/>
                  </a:lnTo>
                  <a:close/>
                </a:path>
                <a:path w="393700" h="388619">
                  <a:moveTo>
                    <a:pt x="322580" y="71120"/>
                  </a:moveTo>
                  <a:lnTo>
                    <a:pt x="312420" y="71120"/>
                  </a:lnTo>
                  <a:lnTo>
                    <a:pt x="309880" y="73660"/>
                  </a:lnTo>
                  <a:lnTo>
                    <a:pt x="320040" y="73660"/>
                  </a:lnTo>
                  <a:lnTo>
                    <a:pt x="322580" y="71120"/>
                  </a:lnTo>
                  <a:close/>
                </a:path>
                <a:path w="393700" h="388619">
                  <a:moveTo>
                    <a:pt x="325120" y="68580"/>
                  </a:moveTo>
                  <a:lnTo>
                    <a:pt x="314960" y="68580"/>
                  </a:lnTo>
                  <a:lnTo>
                    <a:pt x="313690" y="69850"/>
                  </a:lnTo>
                  <a:lnTo>
                    <a:pt x="323850" y="69850"/>
                  </a:lnTo>
                  <a:lnTo>
                    <a:pt x="325120" y="68580"/>
                  </a:lnTo>
                  <a:close/>
                </a:path>
                <a:path w="393700" h="388619">
                  <a:moveTo>
                    <a:pt x="328930" y="64770"/>
                  </a:moveTo>
                  <a:lnTo>
                    <a:pt x="318770" y="64770"/>
                  </a:lnTo>
                  <a:lnTo>
                    <a:pt x="316230" y="67310"/>
                  </a:lnTo>
                  <a:lnTo>
                    <a:pt x="326390" y="67310"/>
                  </a:lnTo>
                  <a:lnTo>
                    <a:pt x="328930" y="64770"/>
                  </a:lnTo>
                  <a:close/>
                </a:path>
                <a:path w="393700" h="388619">
                  <a:moveTo>
                    <a:pt x="331470" y="62230"/>
                  </a:moveTo>
                  <a:lnTo>
                    <a:pt x="321310" y="62230"/>
                  </a:lnTo>
                  <a:lnTo>
                    <a:pt x="320040" y="63500"/>
                  </a:lnTo>
                  <a:lnTo>
                    <a:pt x="330200" y="63500"/>
                  </a:lnTo>
                  <a:lnTo>
                    <a:pt x="331470" y="62230"/>
                  </a:lnTo>
                  <a:close/>
                </a:path>
                <a:path w="393700" h="388619">
                  <a:moveTo>
                    <a:pt x="335280" y="58420"/>
                  </a:moveTo>
                  <a:lnTo>
                    <a:pt x="325120" y="58420"/>
                  </a:lnTo>
                  <a:lnTo>
                    <a:pt x="322580" y="60960"/>
                  </a:lnTo>
                  <a:lnTo>
                    <a:pt x="332740" y="60960"/>
                  </a:lnTo>
                  <a:lnTo>
                    <a:pt x="335280" y="58420"/>
                  </a:lnTo>
                  <a:close/>
                </a:path>
                <a:path w="393700" h="388619">
                  <a:moveTo>
                    <a:pt x="337820" y="55880"/>
                  </a:moveTo>
                  <a:lnTo>
                    <a:pt x="327660" y="55880"/>
                  </a:lnTo>
                  <a:lnTo>
                    <a:pt x="326390" y="57150"/>
                  </a:lnTo>
                  <a:lnTo>
                    <a:pt x="336550" y="57150"/>
                  </a:lnTo>
                  <a:lnTo>
                    <a:pt x="337820" y="55880"/>
                  </a:lnTo>
                  <a:close/>
                </a:path>
                <a:path w="393700" h="388619">
                  <a:moveTo>
                    <a:pt x="341630" y="52070"/>
                  </a:moveTo>
                  <a:lnTo>
                    <a:pt x="331470" y="52070"/>
                  </a:lnTo>
                  <a:lnTo>
                    <a:pt x="328930" y="54610"/>
                  </a:lnTo>
                  <a:lnTo>
                    <a:pt x="339090" y="54610"/>
                  </a:lnTo>
                  <a:lnTo>
                    <a:pt x="341630" y="52070"/>
                  </a:lnTo>
                  <a:close/>
                </a:path>
                <a:path w="393700" h="388619">
                  <a:moveTo>
                    <a:pt x="344170" y="49530"/>
                  </a:moveTo>
                  <a:lnTo>
                    <a:pt x="334010" y="49530"/>
                  </a:lnTo>
                  <a:lnTo>
                    <a:pt x="332740" y="50800"/>
                  </a:lnTo>
                  <a:lnTo>
                    <a:pt x="342900" y="50800"/>
                  </a:lnTo>
                  <a:lnTo>
                    <a:pt x="344170" y="49530"/>
                  </a:lnTo>
                  <a:close/>
                </a:path>
                <a:path w="393700" h="388619">
                  <a:moveTo>
                    <a:pt x="347980" y="45720"/>
                  </a:moveTo>
                  <a:lnTo>
                    <a:pt x="337820" y="45720"/>
                  </a:lnTo>
                  <a:lnTo>
                    <a:pt x="335280" y="48260"/>
                  </a:lnTo>
                  <a:lnTo>
                    <a:pt x="345440" y="48260"/>
                  </a:lnTo>
                  <a:lnTo>
                    <a:pt x="347980" y="45720"/>
                  </a:lnTo>
                  <a:close/>
                </a:path>
                <a:path w="393700" h="388619">
                  <a:moveTo>
                    <a:pt x="350520" y="43180"/>
                  </a:moveTo>
                  <a:lnTo>
                    <a:pt x="340360" y="43180"/>
                  </a:lnTo>
                  <a:lnTo>
                    <a:pt x="339090" y="44450"/>
                  </a:lnTo>
                  <a:lnTo>
                    <a:pt x="349250" y="44450"/>
                  </a:lnTo>
                  <a:lnTo>
                    <a:pt x="350520" y="43180"/>
                  </a:lnTo>
                  <a:close/>
                </a:path>
                <a:path w="393700" h="388619">
                  <a:moveTo>
                    <a:pt x="354330" y="39370"/>
                  </a:moveTo>
                  <a:lnTo>
                    <a:pt x="344170" y="39370"/>
                  </a:lnTo>
                  <a:lnTo>
                    <a:pt x="341630" y="41910"/>
                  </a:lnTo>
                  <a:lnTo>
                    <a:pt x="351790" y="41910"/>
                  </a:lnTo>
                  <a:lnTo>
                    <a:pt x="354330" y="39370"/>
                  </a:lnTo>
                  <a:close/>
                </a:path>
                <a:path w="393700" h="388619">
                  <a:moveTo>
                    <a:pt x="356870" y="36830"/>
                  </a:moveTo>
                  <a:lnTo>
                    <a:pt x="346710" y="36830"/>
                  </a:lnTo>
                  <a:lnTo>
                    <a:pt x="345440" y="38100"/>
                  </a:lnTo>
                  <a:lnTo>
                    <a:pt x="355600" y="38100"/>
                  </a:lnTo>
                  <a:lnTo>
                    <a:pt x="356870" y="36830"/>
                  </a:lnTo>
                  <a:close/>
                </a:path>
                <a:path w="393700" h="388619">
                  <a:moveTo>
                    <a:pt x="360680" y="33020"/>
                  </a:moveTo>
                  <a:lnTo>
                    <a:pt x="350520" y="33020"/>
                  </a:lnTo>
                  <a:lnTo>
                    <a:pt x="347980" y="35560"/>
                  </a:lnTo>
                  <a:lnTo>
                    <a:pt x="358140" y="35560"/>
                  </a:lnTo>
                  <a:lnTo>
                    <a:pt x="360680" y="33020"/>
                  </a:lnTo>
                  <a:close/>
                </a:path>
                <a:path w="393700" h="388619">
                  <a:moveTo>
                    <a:pt x="363220" y="30480"/>
                  </a:moveTo>
                  <a:lnTo>
                    <a:pt x="353060" y="30480"/>
                  </a:lnTo>
                  <a:lnTo>
                    <a:pt x="351790" y="31750"/>
                  </a:lnTo>
                  <a:lnTo>
                    <a:pt x="361950" y="31750"/>
                  </a:lnTo>
                  <a:lnTo>
                    <a:pt x="363220" y="30480"/>
                  </a:lnTo>
                  <a:close/>
                </a:path>
                <a:path w="393700" h="388619">
                  <a:moveTo>
                    <a:pt x="367030" y="26670"/>
                  </a:moveTo>
                  <a:lnTo>
                    <a:pt x="356870" y="26670"/>
                  </a:lnTo>
                  <a:lnTo>
                    <a:pt x="354330" y="29210"/>
                  </a:lnTo>
                  <a:lnTo>
                    <a:pt x="364490" y="29210"/>
                  </a:lnTo>
                  <a:lnTo>
                    <a:pt x="367030" y="26670"/>
                  </a:lnTo>
                  <a:close/>
                </a:path>
                <a:path w="393700" h="388619">
                  <a:moveTo>
                    <a:pt x="369570" y="24130"/>
                  </a:moveTo>
                  <a:lnTo>
                    <a:pt x="359410" y="24130"/>
                  </a:lnTo>
                  <a:lnTo>
                    <a:pt x="358140" y="25400"/>
                  </a:lnTo>
                  <a:lnTo>
                    <a:pt x="368300" y="25400"/>
                  </a:lnTo>
                  <a:lnTo>
                    <a:pt x="369570" y="24130"/>
                  </a:lnTo>
                  <a:close/>
                </a:path>
                <a:path w="393700" h="388619">
                  <a:moveTo>
                    <a:pt x="373380" y="20320"/>
                  </a:moveTo>
                  <a:lnTo>
                    <a:pt x="363220" y="20320"/>
                  </a:lnTo>
                  <a:lnTo>
                    <a:pt x="360680" y="22860"/>
                  </a:lnTo>
                  <a:lnTo>
                    <a:pt x="370840" y="22860"/>
                  </a:lnTo>
                  <a:lnTo>
                    <a:pt x="373380" y="20320"/>
                  </a:lnTo>
                  <a:close/>
                </a:path>
                <a:path w="393700" h="388619">
                  <a:moveTo>
                    <a:pt x="375920" y="17780"/>
                  </a:moveTo>
                  <a:lnTo>
                    <a:pt x="365760" y="17780"/>
                  </a:lnTo>
                  <a:lnTo>
                    <a:pt x="364490" y="19050"/>
                  </a:lnTo>
                  <a:lnTo>
                    <a:pt x="374650" y="19050"/>
                  </a:lnTo>
                  <a:lnTo>
                    <a:pt x="375920" y="17780"/>
                  </a:lnTo>
                  <a:close/>
                </a:path>
                <a:path w="393700" h="388619">
                  <a:moveTo>
                    <a:pt x="379730" y="13970"/>
                  </a:moveTo>
                  <a:lnTo>
                    <a:pt x="369570" y="13970"/>
                  </a:lnTo>
                  <a:lnTo>
                    <a:pt x="367030" y="16510"/>
                  </a:lnTo>
                  <a:lnTo>
                    <a:pt x="377190" y="16510"/>
                  </a:lnTo>
                  <a:lnTo>
                    <a:pt x="379730" y="13970"/>
                  </a:lnTo>
                  <a:close/>
                </a:path>
                <a:path w="393700" h="388619">
                  <a:moveTo>
                    <a:pt x="382270" y="11430"/>
                  </a:moveTo>
                  <a:lnTo>
                    <a:pt x="372110" y="11430"/>
                  </a:lnTo>
                  <a:lnTo>
                    <a:pt x="370840" y="12700"/>
                  </a:lnTo>
                  <a:lnTo>
                    <a:pt x="381000" y="12700"/>
                  </a:lnTo>
                  <a:lnTo>
                    <a:pt x="382270" y="11430"/>
                  </a:lnTo>
                  <a:close/>
                </a:path>
                <a:path w="393700" h="388619">
                  <a:moveTo>
                    <a:pt x="386080" y="7620"/>
                  </a:moveTo>
                  <a:lnTo>
                    <a:pt x="375920" y="7620"/>
                  </a:lnTo>
                  <a:lnTo>
                    <a:pt x="373380" y="10160"/>
                  </a:lnTo>
                  <a:lnTo>
                    <a:pt x="383540" y="10160"/>
                  </a:lnTo>
                  <a:lnTo>
                    <a:pt x="386080" y="7620"/>
                  </a:lnTo>
                  <a:close/>
                </a:path>
                <a:path w="393700" h="388619">
                  <a:moveTo>
                    <a:pt x="388620" y="5080"/>
                  </a:moveTo>
                  <a:lnTo>
                    <a:pt x="378460" y="5080"/>
                  </a:lnTo>
                  <a:lnTo>
                    <a:pt x="377190" y="6350"/>
                  </a:lnTo>
                  <a:lnTo>
                    <a:pt x="387350" y="6350"/>
                  </a:lnTo>
                  <a:lnTo>
                    <a:pt x="388620" y="5080"/>
                  </a:lnTo>
                  <a:close/>
                </a:path>
                <a:path w="393700" h="388619">
                  <a:moveTo>
                    <a:pt x="393700" y="0"/>
                  </a:moveTo>
                  <a:lnTo>
                    <a:pt x="383540" y="0"/>
                  </a:lnTo>
                  <a:lnTo>
                    <a:pt x="379730" y="3810"/>
                  </a:lnTo>
                  <a:lnTo>
                    <a:pt x="389890" y="3810"/>
                  </a:lnTo>
                  <a:lnTo>
                    <a:pt x="393700" y="0"/>
                  </a:lnTo>
                  <a:close/>
                </a:path>
                <a:path w="393700" h="388619">
                  <a:moveTo>
                    <a:pt x="189230" y="204470"/>
                  </a:moveTo>
                  <a:lnTo>
                    <a:pt x="179069" y="204470"/>
                  </a:lnTo>
                  <a:lnTo>
                    <a:pt x="153670" y="229870"/>
                  </a:lnTo>
                  <a:lnTo>
                    <a:pt x="163830" y="229870"/>
                  </a:lnTo>
                  <a:lnTo>
                    <a:pt x="189230" y="204470"/>
                  </a:lnTo>
                  <a:close/>
                </a:path>
                <a:path w="393700" h="388619">
                  <a:moveTo>
                    <a:pt x="163830" y="229870"/>
                  </a:moveTo>
                  <a:lnTo>
                    <a:pt x="153669" y="229870"/>
                  </a:lnTo>
                  <a:lnTo>
                    <a:pt x="102870" y="280670"/>
                  </a:lnTo>
                  <a:lnTo>
                    <a:pt x="113030" y="280670"/>
                  </a:lnTo>
                  <a:lnTo>
                    <a:pt x="163830" y="229870"/>
                  </a:lnTo>
                  <a:close/>
                </a:path>
                <a:path w="393700" h="388619">
                  <a:moveTo>
                    <a:pt x="7620" y="386080"/>
                  </a:moveTo>
                  <a:lnTo>
                    <a:pt x="3810" y="386080"/>
                  </a:lnTo>
                  <a:lnTo>
                    <a:pt x="3810" y="388620"/>
                  </a:lnTo>
                  <a:lnTo>
                    <a:pt x="5080" y="388620"/>
                  </a:lnTo>
                  <a:lnTo>
                    <a:pt x="5080" y="387350"/>
                  </a:lnTo>
                  <a:lnTo>
                    <a:pt x="6350" y="387350"/>
                  </a:lnTo>
                  <a:lnTo>
                    <a:pt x="7620" y="386080"/>
                  </a:lnTo>
                  <a:close/>
                </a:path>
                <a:path w="393700" h="388619">
                  <a:moveTo>
                    <a:pt x="11430" y="382270"/>
                  </a:moveTo>
                  <a:lnTo>
                    <a:pt x="1270" y="382270"/>
                  </a:lnTo>
                  <a:lnTo>
                    <a:pt x="0" y="383540"/>
                  </a:lnTo>
                  <a:lnTo>
                    <a:pt x="0" y="386080"/>
                  </a:lnTo>
                  <a:lnTo>
                    <a:pt x="2540" y="386080"/>
                  </a:lnTo>
                  <a:lnTo>
                    <a:pt x="2540" y="384810"/>
                  </a:lnTo>
                  <a:lnTo>
                    <a:pt x="8890" y="384810"/>
                  </a:lnTo>
                  <a:lnTo>
                    <a:pt x="11430" y="382270"/>
                  </a:lnTo>
                  <a:close/>
                </a:path>
                <a:path w="393700" h="388619">
                  <a:moveTo>
                    <a:pt x="13970" y="379730"/>
                  </a:moveTo>
                  <a:lnTo>
                    <a:pt x="3810" y="379730"/>
                  </a:lnTo>
                  <a:lnTo>
                    <a:pt x="2539" y="381000"/>
                  </a:lnTo>
                  <a:lnTo>
                    <a:pt x="12700" y="381000"/>
                  </a:lnTo>
                  <a:lnTo>
                    <a:pt x="13970" y="379730"/>
                  </a:lnTo>
                  <a:close/>
                </a:path>
                <a:path w="393700" h="388619">
                  <a:moveTo>
                    <a:pt x="17780" y="375920"/>
                  </a:moveTo>
                  <a:lnTo>
                    <a:pt x="7620" y="375920"/>
                  </a:lnTo>
                  <a:lnTo>
                    <a:pt x="5079" y="378460"/>
                  </a:lnTo>
                  <a:lnTo>
                    <a:pt x="15240" y="378460"/>
                  </a:lnTo>
                  <a:lnTo>
                    <a:pt x="17780" y="375920"/>
                  </a:lnTo>
                  <a:close/>
                </a:path>
                <a:path w="393700" h="388619">
                  <a:moveTo>
                    <a:pt x="20320" y="373380"/>
                  </a:moveTo>
                  <a:lnTo>
                    <a:pt x="10160" y="373380"/>
                  </a:lnTo>
                  <a:lnTo>
                    <a:pt x="8889" y="374650"/>
                  </a:lnTo>
                  <a:lnTo>
                    <a:pt x="19050" y="374650"/>
                  </a:lnTo>
                  <a:lnTo>
                    <a:pt x="20320" y="373380"/>
                  </a:lnTo>
                  <a:close/>
                </a:path>
                <a:path w="393700" h="388619">
                  <a:moveTo>
                    <a:pt x="24130" y="369570"/>
                  </a:moveTo>
                  <a:lnTo>
                    <a:pt x="13970" y="369570"/>
                  </a:lnTo>
                  <a:lnTo>
                    <a:pt x="11429" y="372110"/>
                  </a:lnTo>
                  <a:lnTo>
                    <a:pt x="21590" y="372110"/>
                  </a:lnTo>
                  <a:lnTo>
                    <a:pt x="24130" y="369570"/>
                  </a:lnTo>
                  <a:close/>
                </a:path>
                <a:path w="393700" h="388619">
                  <a:moveTo>
                    <a:pt x="26670" y="367030"/>
                  </a:moveTo>
                  <a:lnTo>
                    <a:pt x="16510" y="367030"/>
                  </a:lnTo>
                  <a:lnTo>
                    <a:pt x="15239" y="368300"/>
                  </a:lnTo>
                  <a:lnTo>
                    <a:pt x="25400" y="368300"/>
                  </a:lnTo>
                  <a:lnTo>
                    <a:pt x="26670" y="367030"/>
                  </a:lnTo>
                  <a:close/>
                </a:path>
                <a:path w="393700" h="388619">
                  <a:moveTo>
                    <a:pt x="30480" y="363220"/>
                  </a:moveTo>
                  <a:lnTo>
                    <a:pt x="20320" y="363220"/>
                  </a:lnTo>
                  <a:lnTo>
                    <a:pt x="17779" y="365760"/>
                  </a:lnTo>
                  <a:lnTo>
                    <a:pt x="27940" y="365760"/>
                  </a:lnTo>
                  <a:lnTo>
                    <a:pt x="30480" y="363220"/>
                  </a:lnTo>
                  <a:close/>
                </a:path>
                <a:path w="393700" h="388619">
                  <a:moveTo>
                    <a:pt x="33020" y="360680"/>
                  </a:moveTo>
                  <a:lnTo>
                    <a:pt x="22860" y="360680"/>
                  </a:lnTo>
                  <a:lnTo>
                    <a:pt x="21589" y="361950"/>
                  </a:lnTo>
                  <a:lnTo>
                    <a:pt x="31750" y="361950"/>
                  </a:lnTo>
                  <a:lnTo>
                    <a:pt x="33020" y="360680"/>
                  </a:lnTo>
                  <a:close/>
                </a:path>
                <a:path w="393700" h="388619">
                  <a:moveTo>
                    <a:pt x="45720" y="347980"/>
                  </a:moveTo>
                  <a:lnTo>
                    <a:pt x="35560" y="347980"/>
                  </a:lnTo>
                  <a:lnTo>
                    <a:pt x="24129" y="359410"/>
                  </a:lnTo>
                  <a:lnTo>
                    <a:pt x="34290" y="359410"/>
                  </a:lnTo>
                  <a:lnTo>
                    <a:pt x="45720" y="347980"/>
                  </a:lnTo>
                  <a:close/>
                </a:path>
                <a:path w="393700" h="388619">
                  <a:moveTo>
                    <a:pt x="58420" y="335280"/>
                  </a:moveTo>
                  <a:lnTo>
                    <a:pt x="48260" y="335280"/>
                  </a:lnTo>
                  <a:lnTo>
                    <a:pt x="36829" y="346710"/>
                  </a:lnTo>
                  <a:lnTo>
                    <a:pt x="46990" y="346710"/>
                  </a:lnTo>
                  <a:lnTo>
                    <a:pt x="58420" y="335280"/>
                  </a:lnTo>
                  <a:close/>
                </a:path>
                <a:path w="393700" h="388619">
                  <a:moveTo>
                    <a:pt x="62230" y="331470"/>
                  </a:moveTo>
                  <a:lnTo>
                    <a:pt x="52070" y="331470"/>
                  </a:lnTo>
                  <a:lnTo>
                    <a:pt x="49529" y="334010"/>
                  </a:lnTo>
                  <a:lnTo>
                    <a:pt x="59690" y="334010"/>
                  </a:lnTo>
                  <a:lnTo>
                    <a:pt x="62230" y="331470"/>
                  </a:lnTo>
                  <a:close/>
                </a:path>
                <a:path w="393700" h="388619">
                  <a:moveTo>
                    <a:pt x="64770" y="328930"/>
                  </a:moveTo>
                  <a:lnTo>
                    <a:pt x="54610" y="328930"/>
                  </a:lnTo>
                  <a:lnTo>
                    <a:pt x="53339" y="330200"/>
                  </a:lnTo>
                  <a:lnTo>
                    <a:pt x="63500" y="330200"/>
                  </a:lnTo>
                  <a:lnTo>
                    <a:pt x="64770" y="328930"/>
                  </a:lnTo>
                  <a:close/>
                </a:path>
                <a:path w="393700" h="388619">
                  <a:moveTo>
                    <a:pt x="68580" y="325120"/>
                  </a:moveTo>
                  <a:lnTo>
                    <a:pt x="58420" y="325120"/>
                  </a:lnTo>
                  <a:lnTo>
                    <a:pt x="55879" y="327660"/>
                  </a:lnTo>
                  <a:lnTo>
                    <a:pt x="66040" y="327660"/>
                  </a:lnTo>
                  <a:lnTo>
                    <a:pt x="68580" y="325120"/>
                  </a:lnTo>
                  <a:close/>
                </a:path>
                <a:path w="393700" h="388619">
                  <a:moveTo>
                    <a:pt x="81280" y="312420"/>
                  </a:moveTo>
                  <a:lnTo>
                    <a:pt x="71120" y="312420"/>
                  </a:lnTo>
                  <a:lnTo>
                    <a:pt x="59689" y="323850"/>
                  </a:lnTo>
                  <a:lnTo>
                    <a:pt x="69850" y="323850"/>
                  </a:lnTo>
                  <a:lnTo>
                    <a:pt x="81280" y="312420"/>
                  </a:lnTo>
                  <a:close/>
                </a:path>
                <a:path w="393700" h="388619">
                  <a:moveTo>
                    <a:pt x="90170" y="303530"/>
                  </a:moveTo>
                  <a:lnTo>
                    <a:pt x="80010" y="303530"/>
                  </a:lnTo>
                  <a:lnTo>
                    <a:pt x="72389" y="311150"/>
                  </a:lnTo>
                  <a:lnTo>
                    <a:pt x="82550" y="311150"/>
                  </a:lnTo>
                  <a:lnTo>
                    <a:pt x="90170" y="303530"/>
                  </a:lnTo>
                  <a:close/>
                </a:path>
                <a:path w="393700" h="388619">
                  <a:moveTo>
                    <a:pt x="106680" y="287020"/>
                  </a:moveTo>
                  <a:lnTo>
                    <a:pt x="96520" y="287020"/>
                  </a:lnTo>
                  <a:lnTo>
                    <a:pt x="81279" y="302260"/>
                  </a:lnTo>
                  <a:lnTo>
                    <a:pt x="91440" y="302260"/>
                  </a:lnTo>
                  <a:lnTo>
                    <a:pt x="106680" y="287020"/>
                  </a:lnTo>
                  <a:close/>
                </a:path>
                <a:path w="393700" h="388619">
                  <a:moveTo>
                    <a:pt x="111760" y="281940"/>
                  </a:moveTo>
                  <a:lnTo>
                    <a:pt x="101600" y="281940"/>
                  </a:lnTo>
                  <a:lnTo>
                    <a:pt x="97789" y="285750"/>
                  </a:lnTo>
                  <a:lnTo>
                    <a:pt x="107950" y="285750"/>
                  </a:lnTo>
                  <a:lnTo>
                    <a:pt x="111760" y="281940"/>
                  </a:lnTo>
                  <a:close/>
                </a:path>
              </a:pathLst>
            </a:custGeom>
            <a:solidFill>
              <a:srgbClr val="6E56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16">
              <a:extLst>
                <a:ext uri="{FF2B5EF4-FFF2-40B4-BE49-F238E27FC236}">
                  <a16:creationId xmlns:a16="http://schemas.microsoft.com/office/drawing/2014/main" id="{4F719400-BF33-43A3-7C05-13DF2BF4E3BB}"/>
                </a:ext>
              </a:extLst>
            </p:cNvPr>
            <p:cNvSpPr/>
            <p:nvPr/>
          </p:nvSpPr>
          <p:spPr>
            <a:xfrm>
              <a:off x="2491740" y="2575559"/>
              <a:ext cx="396875" cy="393700"/>
            </a:xfrm>
            <a:custGeom>
              <a:avLst/>
              <a:gdLst/>
              <a:ahLst/>
              <a:cxnLst/>
              <a:rect l="l" t="t" r="r" b="b"/>
              <a:pathLst>
                <a:path w="396875" h="393700">
                  <a:moveTo>
                    <a:pt x="198892" y="198120"/>
                  </a:moveTo>
                  <a:lnTo>
                    <a:pt x="189230" y="198120"/>
                  </a:lnTo>
                  <a:lnTo>
                    <a:pt x="182880" y="204470"/>
                  </a:lnTo>
                  <a:lnTo>
                    <a:pt x="192553" y="204470"/>
                  </a:lnTo>
                  <a:lnTo>
                    <a:pt x="198892" y="198120"/>
                  </a:lnTo>
                  <a:close/>
                </a:path>
                <a:path w="396875" h="393700">
                  <a:moveTo>
                    <a:pt x="201428" y="195580"/>
                  </a:moveTo>
                  <a:lnTo>
                    <a:pt x="191770" y="195580"/>
                  </a:lnTo>
                  <a:lnTo>
                    <a:pt x="190500" y="196850"/>
                  </a:lnTo>
                  <a:lnTo>
                    <a:pt x="200160" y="196850"/>
                  </a:lnTo>
                  <a:lnTo>
                    <a:pt x="201428" y="195580"/>
                  </a:lnTo>
                  <a:close/>
                </a:path>
                <a:path w="396875" h="393700">
                  <a:moveTo>
                    <a:pt x="205232" y="191770"/>
                  </a:moveTo>
                  <a:lnTo>
                    <a:pt x="195580" y="191770"/>
                  </a:lnTo>
                  <a:lnTo>
                    <a:pt x="193040" y="194310"/>
                  </a:lnTo>
                  <a:lnTo>
                    <a:pt x="202696" y="194310"/>
                  </a:lnTo>
                  <a:lnTo>
                    <a:pt x="205232" y="191770"/>
                  </a:lnTo>
                  <a:close/>
                </a:path>
                <a:path w="396875" h="393700">
                  <a:moveTo>
                    <a:pt x="207767" y="189230"/>
                  </a:moveTo>
                  <a:lnTo>
                    <a:pt x="198120" y="189230"/>
                  </a:lnTo>
                  <a:lnTo>
                    <a:pt x="196850" y="190500"/>
                  </a:lnTo>
                  <a:lnTo>
                    <a:pt x="206499" y="190500"/>
                  </a:lnTo>
                  <a:lnTo>
                    <a:pt x="207767" y="189230"/>
                  </a:lnTo>
                  <a:close/>
                </a:path>
                <a:path w="396875" h="393700">
                  <a:moveTo>
                    <a:pt x="211571" y="185420"/>
                  </a:moveTo>
                  <a:lnTo>
                    <a:pt x="201930" y="185420"/>
                  </a:lnTo>
                  <a:lnTo>
                    <a:pt x="199390" y="187960"/>
                  </a:lnTo>
                  <a:lnTo>
                    <a:pt x="209035" y="187960"/>
                  </a:lnTo>
                  <a:lnTo>
                    <a:pt x="211571" y="185420"/>
                  </a:lnTo>
                  <a:close/>
                </a:path>
                <a:path w="396875" h="393700">
                  <a:moveTo>
                    <a:pt x="214106" y="182880"/>
                  </a:moveTo>
                  <a:lnTo>
                    <a:pt x="204470" y="182880"/>
                  </a:lnTo>
                  <a:lnTo>
                    <a:pt x="203200" y="184150"/>
                  </a:lnTo>
                  <a:lnTo>
                    <a:pt x="212839" y="184150"/>
                  </a:lnTo>
                  <a:lnTo>
                    <a:pt x="214106" y="182880"/>
                  </a:lnTo>
                  <a:close/>
                </a:path>
                <a:path w="396875" h="393700">
                  <a:moveTo>
                    <a:pt x="226785" y="170180"/>
                  </a:moveTo>
                  <a:lnTo>
                    <a:pt x="217170" y="170180"/>
                  </a:lnTo>
                  <a:lnTo>
                    <a:pt x="205740" y="181610"/>
                  </a:lnTo>
                  <a:lnTo>
                    <a:pt x="215374" y="181610"/>
                  </a:lnTo>
                  <a:lnTo>
                    <a:pt x="226785" y="170180"/>
                  </a:lnTo>
                  <a:close/>
                </a:path>
                <a:path w="396875" h="393700">
                  <a:moveTo>
                    <a:pt x="239463" y="157480"/>
                  </a:moveTo>
                  <a:lnTo>
                    <a:pt x="229870" y="157480"/>
                  </a:lnTo>
                  <a:lnTo>
                    <a:pt x="218440" y="168910"/>
                  </a:lnTo>
                  <a:lnTo>
                    <a:pt x="228053" y="168910"/>
                  </a:lnTo>
                  <a:lnTo>
                    <a:pt x="239463" y="157480"/>
                  </a:lnTo>
                  <a:close/>
                </a:path>
                <a:path w="396875" h="393700">
                  <a:moveTo>
                    <a:pt x="243267" y="153670"/>
                  </a:moveTo>
                  <a:lnTo>
                    <a:pt x="233680" y="153670"/>
                  </a:lnTo>
                  <a:lnTo>
                    <a:pt x="231140" y="156210"/>
                  </a:lnTo>
                  <a:lnTo>
                    <a:pt x="240731" y="156210"/>
                  </a:lnTo>
                  <a:lnTo>
                    <a:pt x="243267" y="153670"/>
                  </a:lnTo>
                  <a:close/>
                </a:path>
                <a:path w="396875" h="393700">
                  <a:moveTo>
                    <a:pt x="245803" y="151130"/>
                  </a:moveTo>
                  <a:lnTo>
                    <a:pt x="236220" y="151130"/>
                  </a:lnTo>
                  <a:lnTo>
                    <a:pt x="234950" y="152400"/>
                  </a:lnTo>
                  <a:lnTo>
                    <a:pt x="244535" y="152400"/>
                  </a:lnTo>
                  <a:lnTo>
                    <a:pt x="245803" y="151130"/>
                  </a:lnTo>
                  <a:close/>
                </a:path>
                <a:path w="396875" h="393700">
                  <a:moveTo>
                    <a:pt x="249606" y="147320"/>
                  </a:moveTo>
                  <a:lnTo>
                    <a:pt x="240030" y="147320"/>
                  </a:lnTo>
                  <a:lnTo>
                    <a:pt x="237490" y="149860"/>
                  </a:lnTo>
                  <a:lnTo>
                    <a:pt x="247070" y="149860"/>
                  </a:lnTo>
                  <a:lnTo>
                    <a:pt x="249606" y="147320"/>
                  </a:lnTo>
                  <a:close/>
                </a:path>
                <a:path w="396875" h="393700">
                  <a:moveTo>
                    <a:pt x="252142" y="144780"/>
                  </a:moveTo>
                  <a:lnTo>
                    <a:pt x="242570" y="144780"/>
                  </a:lnTo>
                  <a:lnTo>
                    <a:pt x="241300" y="146050"/>
                  </a:lnTo>
                  <a:lnTo>
                    <a:pt x="250874" y="146050"/>
                  </a:lnTo>
                  <a:lnTo>
                    <a:pt x="252142" y="144780"/>
                  </a:lnTo>
                  <a:close/>
                </a:path>
                <a:path w="396875" h="393700">
                  <a:moveTo>
                    <a:pt x="255945" y="140970"/>
                  </a:moveTo>
                  <a:lnTo>
                    <a:pt x="246380" y="140970"/>
                  </a:lnTo>
                  <a:lnTo>
                    <a:pt x="243840" y="143510"/>
                  </a:lnTo>
                  <a:lnTo>
                    <a:pt x="253410" y="143510"/>
                  </a:lnTo>
                  <a:lnTo>
                    <a:pt x="255945" y="140970"/>
                  </a:lnTo>
                  <a:close/>
                </a:path>
                <a:path w="396875" h="393700">
                  <a:moveTo>
                    <a:pt x="258481" y="138430"/>
                  </a:moveTo>
                  <a:lnTo>
                    <a:pt x="248920" y="138430"/>
                  </a:lnTo>
                  <a:lnTo>
                    <a:pt x="247650" y="139700"/>
                  </a:lnTo>
                  <a:lnTo>
                    <a:pt x="257213" y="139700"/>
                  </a:lnTo>
                  <a:lnTo>
                    <a:pt x="258481" y="138430"/>
                  </a:lnTo>
                  <a:close/>
                </a:path>
                <a:path w="396875" h="393700">
                  <a:moveTo>
                    <a:pt x="262285" y="134620"/>
                  </a:moveTo>
                  <a:lnTo>
                    <a:pt x="252730" y="134620"/>
                  </a:lnTo>
                  <a:lnTo>
                    <a:pt x="250190" y="137160"/>
                  </a:lnTo>
                  <a:lnTo>
                    <a:pt x="259749" y="137160"/>
                  </a:lnTo>
                  <a:lnTo>
                    <a:pt x="262285" y="134620"/>
                  </a:lnTo>
                  <a:close/>
                </a:path>
                <a:path w="396875" h="393700">
                  <a:moveTo>
                    <a:pt x="264820" y="132080"/>
                  </a:moveTo>
                  <a:lnTo>
                    <a:pt x="255270" y="132080"/>
                  </a:lnTo>
                  <a:lnTo>
                    <a:pt x="254000" y="133350"/>
                  </a:lnTo>
                  <a:lnTo>
                    <a:pt x="263552" y="133350"/>
                  </a:lnTo>
                  <a:lnTo>
                    <a:pt x="264820" y="132080"/>
                  </a:lnTo>
                  <a:close/>
                </a:path>
                <a:path w="396875" h="393700">
                  <a:moveTo>
                    <a:pt x="268624" y="128270"/>
                  </a:moveTo>
                  <a:lnTo>
                    <a:pt x="259080" y="128270"/>
                  </a:lnTo>
                  <a:lnTo>
                    <a:pt x="256540" y="130810"/>
                  </a:lnTo>
                  <a:lnTo>
                    <a:pt x="266088" y="130810"/>
                  </a:lnTo>
                  <a:lnTo>
                    <a:pt x="268624" y="128270"/>
                  </a:lnTo>
                  <a:close/>
                </a:path>
                <a:path w="396875" h="393700">
                  <a:moveTo>
                    <a:pt x="271160" y="125730"/>
                  </a:moveTo>
                  <a:lnTo>
                    <a:pt x="261620" y="125730"/>
                  </a:lnTo>
                  <a:lnTo>
                    <a:pt x="260350" y="127000"/>
                  </a:lnTo>
                  <a:lnTo>
                    <a:pt x="269892" y="127000"/>
                  </a:lnTo>
                  <a:lnTo>
                    <a:pt x="271160" y="125730"/>
                  </a:lnTo>
                  <a:close/>
                </a:path>
                <a:path w="396875" h="393700">
                  <a:moveTo>
                    <a:pt x="274963" y="121920"/>
                  </a:moveTo>
                  <a:lnTo>
                    <a:pt x="265430" y="121920"/>
                  </a:lnTo>
                  <a:lnTo>
                    <a:pt x="262890" y="124460"/>
                  </a:lnTo>
                  <a:lnTo>
                    <a:pt x="272427" y="124460"/>
                  </a:lnTo>
                  <a:lnTo>
                    <a:pt x="274963" y="121920"/>
                  </a:lnTo>
                  <a:close/>
                </a:path>
                <a:path w="396875" h="393700">
                  <a:moveTo>
                    <a:pt x="277499" y="119380"/>
                  </a:moveTo>
                  <a:lnTo>
                    <a:pt x="267970" y="119380"/>
                  </a:lnTo>
                  <a:lnTo>
                    <a:pt x="266700" y="120650"/>
                  </a:lnTo>
                  <a:lnTo>
                    <a:pt x="276231" y="120650"/>
                  </a:lnTo>
                  <a:lnTo>
                    <a:pt x="277499" y="119380"/>
                  </a:lnTo>
                  <a:close/>
                </a:path>
                <a:path w="396875" h="393700">
                  <a:moveTo>
                    <a:pt x="281302" y="115570"/>
                  </a:moveTo>
                  <a:lnTo>
                    <a:pt x="271780" y="115570"/>
                  </a:lnTo>
                  <a:lnTo>
                    <a:pt x="269240" y="118110"/>
                  </a:lnTo>
                  <a:lnTo>
                    <a:pt x="278767" y="118110"/>
                  </a:lnTo>
                  <a:lnTo>
                    <a:pt x="281302" y="115570"/>
                  </a:lnTo>
                  <a:close/>
                </a:path>
                <a:path w="396875" h="393700">
                  <a:moveTo>
                    <a:pt x="283838" y="113030"/>
                  </a:moveTo>
                  <a:lnTo>
                    <a:pt x="274320" y="113030"/>
                  </a:lnTo>
                  <a:lnTo>
                    <a:pt x="273050" y="114300"/>
                  </a:lnTo>
                  <a:lnTo>
                    <a:pt x="282570" y="114300"/>
                  </a:lnTo>
                  <a:lnTo>
                    <a:pt x="283838" y="113030"/>
                  </a:lnTo>
                  <a:close/>
                </a:path>
                <a:path w="396875" h="393700">
                  <a:moveTo>
                    <a:pt x="287642" y="109220"/>
                  </a:moveTo>
                  <a:lnTo>
                    <a:pt x="278130" y="109220"/>
                  </a:lnTo>
                  <a:lnTo>
                    <a:pt x="275590" y="111760"/>
                  </a:lnTo>
                  <a:lnTo>
                    <a:pt x="285106" y="111760"/>
                  </a:lnTo>
                  <a:lnTo>
                    <a:pt x="287642" y="109220"/>
                  </a:lnTo>
                  <a:close/>
                </a:path>
                <a:path w="396875" h="393700">
                  <a:moveTo>
                    <a:pt x="290177" y="106680"/>
                  </a:moveTo>
                  <a:lnTo>
                    <a:pt x="280670" y="106680"/>
                  </a:lnTo>
                  <a:lnTo>
                    <a:pt x="279400" y="107950"/>
                  </a:lnTo>
                  <a:lnTo>
                    <a:pt x="288909" y="107950"/>
                  </a:lnTo>
                  <a:lnTo>
                    <a:pt x="290177" y="106680"/>
                  </a:lnTo>
                  <a:close/>
                </a:path>
                <a:path w="396875" h="393700">
                  <a:moveTo>
                    <a:pt x="293981" y="102870"/>
                  </a:moveTo>
                  <a:lnTo>
                    <a:pt x="284480" y="102870"/>
                  </a:lnTo>
                  <a:lnTo>
                    <a:pt x="281940" y="105410"/>
                  </a:lnTo>
                  <a:lnTo>
                    <a:pt x="291445" y="105410"/>
                  </a:lnTo>
                  <a:lnTo>
                    <a:pt x="293981" y="102870"/>
                  </a:lnTo>
                  <a:close/>
                </a:path>
                <a:path w="396875" h="393700">
                  <a:moveTo>
                    <a:pt x="296517" y="100330"/>
                  </a:moveTo>
                  <a:lnTo>
                    <a:pt x="287020" y="100330"/>
                  </a:lnTo>
                  <a:lnTo>
                    <a:pt x="285750" y="101600"/>
                  </a:lnTo>
                  <a:lnTo>
                    <a:pt x="295249" y="101600"/>
                  </a:lnTo>
                  <a:lnTo>
                    <a:pt x="296517" y="100330"/>
                  </a:lnTo>
                  <a:close/>
                </a:path>
                <a:path w="396875" h="393700">
                  <a:moveTo>
                    <a:pt x="300320" y="96520"/>
                  </a:moveTo>
                  <a:lnTo>
                    <a:pt x="290830" y="96520"/>
                  </a:lnTo>
                  <a:lnTo>
                    <a:pt x="288290" y="99060"/>
                  </a:lnTo>
                  <a:lnTo>
                    <a:pt x="297784" y="99060"/>
                  </a:lnTo>
                  <a:lnTo>
                    <a:pt x="300320" y="96520"/>
                  </a:lnTo>
                  <a:close/>
                </a:path>
                <a:path w="396875" h="393700">
                  <a:moveTo>
                    <a:pt x="302856" y="93980"/>
                  </a:moveTo>
                  <a:lnTo>
                    <a:pt x="293370" y="93980"/>
                  </a:lnTo>
                  <a:lnTo>
                    <a:pt x="292100" y="95250"/>
                  </a:lnTo>
                  <a:lnTo>
                    <a:pt x="301588" y="95250"/>
                  </a:lnTo>
                  <a:lnTo>
                    <a:pt x="302856" y="93980"/>
                  </a:lnTo>
                  <a:close/>
                </a:path>
                <a:path w="396875" h="393700">
                  <a:moveTo>
                    <a:pt x="306659" y="90170"/>
                  </a:moveTo>
                  <a:lnTo>
                    <a:pt x="297180" y="90170"/>
                  </a:lnTo>
                  <a:lnTo>
                    <a:pt x="294640" y="92710"/>
                  </a:lnTo>
                  <a:lnTo>
                    <a:pt x="304124" y="92710"/>
                  </a:lnTo>
                  <a:lnTo>
                    <a:pt x="306659" y="90170"/>
                  </a:lnTo>
                  <a:close/>
                </a:path>
                <a:path w="396875" h="393700">
                  <a:moveTo>
                    <a:pt x="309195" y="87630"/>
                  </a:moveTo>
                  <a:lnTo>
                    <a:pt x="299720" y="87630"/>
                  </a:lnTo>
                  <a:lnTo>
                    <a:pt x="298450" y="88900"/>
                  </a:lnTo>
                  <a:lnTo>
                    <a:pt x="307927" y="88900"/>
                  </a:lnTo>
                  <a:lnTo>
                    <a:pt x="309195" y="87630"/>
                  </a:lnTo>
                  <a:close/>
                </a:path>
                <a:path w="396875" h="393700">
                  <a:moveTo>
                    <a:pt x="312999" y="83820"/>
                  </a:moveTo>
                  <a:lnTo>
                    <a:pt x="303530" y="83820"/>
                  </a:lnTo>
                  <a:lnTo>
                    <a:pt x="300990" y="86360"/>
                  </a:lnTo>
                  <a:lnTo>
                    <a:pt x="310463" y="86360"/>
                  </a:lnTo>
                  <a:lnTo>
                    <a:pt x="312999" y="83820"/>
                  </a:lnTo>
                  <a:close/>
                </a:path>
                <a:path w="396875" h="393700">
                  <a:moveTo>
                    <a:pt x="315534" y="81280"/>
                  </a:moveTo>
                  <a:lnTo>
                    <a:pt x="306070" y="81280"/>
                  </a:lnTo>
                  <a:lnTo>
                    <a:pt x="304800" y="82550"/>
                  </a:lnTo>
                  <a:lnTo>
                    <a:pt x="314266" y="82550"/>
                  </a:lnTo>
                  <a:lnTo>
                    <a:pt x="315534" y="81280"/>
                  </a:lnTo>
                  <a:close/>
                </a:path>
                <a:path w="396875" h="393700">
                  <a:moveTo>
                    <a:pt x="319338" y="77470"/>
                  </a:moveTo>
                  <a:lnTo>
                    <a:pt x="309880" y="77470"/>
                  </a:lnTo>
                  <a:lnTo>
                    <a:pt x="307340" y="80010"/>
                  </a:lnTo>
                  <a:lnTo>
                    <a:pt x="316802" y="80010"/>
                  </a:lnTo>
                  <a:lnTo>
                    <a:pt x="319338" y="77470"/>
                  </a:lnTo>
                  <a:close/>
                </a:path>
                <a:path w="396875" h="393700">
                  <a:moveTo>
                    <a:pt x="321873" y="74930"/>
                  </a:moveTo>
                  <a:lnTo>
                    <a:pt x="312420" y="74930"/>
                  </a:lnTo>
                  <a:lnTo>
                    <a:pt x="311150" y="76200"/>
                  </a:lnTo>
                  <a:lnTo>
                    <a:pt x="320606" y="76200"/>
                  </a:lnTo>
                  <a:lnTo>
                    <a:pt x="321873" y="74930"/>
                  </a:lnTo>
                  <a:close/>
                </a:path>
                <a:path w="396875" h="393700">
                  <a:moveTo>
                    <a:pt x="325677" y="71120"/>
                  </a:moveTo>
                  <a:lnTo>
                    <a:pt x="316230" y="71120"/>
                  </a:lnTo>
                  <a:lnTo>
                    <a:pt x="313690" y="73660"/>
                  </a:lnTo>
                  <a:lnTo>
                    <a:pt x="323141" y="73660"/>
                  </a:lnTo>
                  <a:lnTo>
                    <a:pt x="325677" y="71120"/>
                  </a:lnTo>
                  <a:close/>
                </a:path>
                <a:path w="396875" h="393700">
                  <a:moveTo>
                    <a:pt x="328213" y="68580"/>
                  </a:moveTo>
                  <a:lnTo>
                    <a:pt x="318770" y="68580"/>
                  </a:lnTo>
                  <a:lnTo>
                    <a:pt x="317500" y="69850"/>
                  </a:lnTo>
                  <a:lnTo>
                    <a:pt x="326945" y="69850"/>
                  </a:lnTo>
                  <a:lnTo>
                    <a:pt x="328213" y="68580"/>
                  </a:lnTo>
                  <a:close/>
                </a:path>
                <a:path w="396875" h="393700">
                  <a:moveTo>
                    <a:pt x="332016" y="64770"/>
                  </a:moveTo>
                  <a:lnTo>
                    <a:pt x="322580" y="64770"/>
                  </a:lnTo>
                  <a:lnTo>
                    <a:pt x="320040" y="67310"/>
                  </a:lnTo>
                  <a:lnTo>
                    <a:pt x="329481" y="67310"/>
                  </a:lnTo>
                  <a:lnTo>
                    <a:pt x="332016" y="64770"/>
                  </a:lnTo>
                  <a:close/>
                </a:path>
                <a:path w="396875" h="393700">
                  <a:moveTo>
                    <a:pt x="334552" y="62230"/>
                  </a:moveTo>
                  <a:lnTo>
                    <a:pt x="325120" y="62230"/>
                  </a:lnTo>
                  <a:lnTo>
                    <a:pt x="323850" y="63500"/>
                  </a:lnTo>
                  <a:lnTo>
                    <a:pt x="333284" y="63500"/>
                  </a:lnTo>
                  <a:lnTo>
                    <a:pt x="334552" y="62230"/>
                  </a:lnTo>
                  <a:close/>
                </a:path>
                <a:path w="396875" h="393700">
                  <a:moveTo>
                    <a:pt x="338355" y="58420"/>
                  </a:moveTo>
                  <a:lnTo>
                    <a:pt x="328930" y="58420"/>
                  </a:lnTo>
                  <a:lnTo>
                    <a:pt x="326390" y="60960"/>
                  </a:lnTo>
                  <a:lnTo>
                    <a:pt x="335820" y="60960"/>
                  </a:lnTo>
                  <a:lnTo>
                    <a:pt x="338355" y="58420"/>
                  </a:lnTo>
                  <a:close/>
                </a:path>
                <a:path w="396875" h="393700">
                  <a:moveTo>
                    <a:pt x="340891" y="55880"/>
                  </a:moveTo>
                  <a:lnTo>
                    <a:pt x="331470" y="55880"/>
                  </a:lnTo>
                  <a:lnTo>
                    <a:pt x="330200" y="57150"/>
                  </a:lnTo>
                  <a:lnTo>
                    <a:pt x="339623" y="57150"/>
                  </a:lnTo>
                  <a:lnTo>
                    <a:pt x="340891" y="55880"/>
                  </a:lnTo>
                  <a:close/>
                </a:path>
                <a:path w="396875" h="393700">
                  <a:moveTo>
                    <a:pt x="344695" y="52070"/>
                  </a:moveTo>
                  <a:lnTo>
                    <a:pt x="335280" y="52070"/>
                  </a:lnTo>
                  <a:lnTo>
                    <a:pt x="332740" y="54610"/>
                  </a:lnTo>
                  <a:lnTo>
                    <a:pt x="342159" y="54610"/>
                  </a:lnTo>
                  <a:lnTo>
                    <a:pt x="344695" y="52070"/>
                  </a:lnTo>
                  <a:close/>
                </a:path>
                <a:path w="396875" h="393700">
                  <a:moveTo>
                    <a:pt x="347230" y="49530"/>
                  </a:moveTo>
                  <a:lnTo>
                    <a:pt x="337820" y="49530"/>
                  </a:lnTo>
                  <a:lnTo>
                    <a:pt x="336550" y="50800"/>
                  </a:lnTo>
                  <a:lnTo>
                    <a:pt x="345963" y="50800"/>
                  </a:lnTo>
                  <a:lnTo>
                    <a:pt x="347230" y="49530"/>
                  </a:lnTo>
                  <a:close/>
                </a:path>
                <a:path w="396875" h="393700">
                  <a:moveTo>
                    <a:pt x="351034" y="45720"/>
                  </a:moveTo>
                  <a:lnTo>
                    <a:pt x="341630" y="45720"/>
                  </a:lnTo>
                  <a:lnTo>
                    <a:pt x="339090" y="48260"/>
                  </a:lnTo>
                  <a:lnTo>
                    <a:pt x="348498" y="48260"/>
                  </a:lnTo>
                  <a:lnTo>
                    <a:pt x="351034" y="45720"/>
                  </a:lnTo>
                  <a:close/>
                </a:path>
                <a:path w="396875" h="393700">
                  <a:moveTo>
                    <a:pt x="353570" y="43180"/>
                  </a:moveTo>
                  <a:lnTo>
                    <a:pt x="344170" y="43180"/>
                  </a:lnTo>
                  <a:lnTo>
                    <a:pt x="342900" y="44450"/>
                  </a:lnTo>
                  <a:lnTo>
                    <a:pt x="352302" y="44450"/>
                  </a:lnTo>
                  <a:lnTo>
                    <a:pt x="353570" y="43180"/>
                  </a:lnTo>
                  <a:close/>
                </a:path>
                <a:path w="396875" h="393700">
                  <a:moveTo>
                    <a:pt x="357373" y="39370"/>
                  </a:moveTo>
                  <a:lnTo>
                    <a:pt x="347980" y="39370"/>
                  </a:lnTo>
                  <a:lnTo>
                    <a:pt x="345440" y="41910"/>
                  </a:lnTo>
                  <a:lnTo>
                    <a:pt x="354838" y="41910"/>
                  </a:lnTo>
                  <a:lnTo>
                    <a:pt x="357373" y="39370"/>
                  </a:lnTo>
                  <a:close/>
                </a:path>
                <a:path w="396875" h="393700">
                  <a:moveTo>
                    <a:pt x="359909" y="36830"/>
                  </a:moveTo>
                  <a:lnTo>
                    <a:pt x="350520" y="36830"/>
                  </a:lnTo>
                  <a:lnTo>
                    <a:pt x="349250" y="38100"/>
                  </a:lnTo>
                  <a:lnTo>
                    <a:pt x="358641" y="38100"/>
                  </a:lnTo>
                  <a:lnTo>
                    <a:pt x="359909" y="36830"/>
                  </a:lnTo>
                  <a:close/>
                </a:path>
                <a:path w="396875" h="393700">
                  <a:moveTo>
                    <a:pt x="363712" y="33020"/>
                  </a:moveTo>
                  <a:lnTo>
                    <a:pt x="354330" y="33020"/>
                  </a:lnTo>
                  <a:lnTo>
                    <a:pt x="351790" y="35560"/>
                  </a:lnTo>
                  <a:lnTo>
                    <a:pt x="361177" y="35560"/>
                  </a:lnTo>
                  <a:lnTo>
                    <a:pt x="363712" y="33020"/>
                  </a:lnTo>
                  <a:close/>
                </a:path>
                <a:path w="396875" h="393700">
                  <a:moveTo>
                    <a:pt x="366248" y="30480"/>
                  </a:moveTo>
                  <a:lnTo>
                    <a:pt x="356870" y="30480"/>
                  </a:lnTo>
                  <a:lnTo>
                    <a:pt x="355600" y="31750"/>
                  </a:lnTo>
                  <a:lnTo>
                    <a:pt x="364980" y="31750"/>
                  </a:lnTo>
                  <a:lnTo>
                    <a:pt x="366248" y="30480"/>
                  </a:lnTo>
                  <a:close/>
                </a:path>
                <a:path w="396875" h="393700">
                  <a:moveTo>
                    <a:pt x="370052" y="26670"/>
                  </a:moveTo>
                  <a:lnTo>
                    <a:pt x="360680" y="26670"/>
                  </a:lnTo>
                  <a:lnTo>
                    <a:pt x="358140" y="29210"/>
                  </a:lnTo>
                  <a:lnTo>
                    <a:pt x="367516" y="29210"/>
                  </a:lnTo>
                  <a:lnTo>
                    <a:pt x="370052" y="26670"/>
                  </a:lnTo>
                  <a:close/>
                </a:path>
                <a:path w="396875" h="393700">
                  <a:moveTo>
                    <a:pt x="372587" y="24130"/>
                  </a:moveTo>
                  <a:lnTo>
                    <a:pt x="363220" y="24130"/>
                  </a:lnTo>
                  <a:lnTo>
                    <a:pt x="361950" y="25400"/>
                  </a:lnTo>
                  <a:lnTo>
                    <a:pt x="371320" y="25400"/>
                  </a:lnTo>
                  <a:lnTo>
                    <a:pt x="372587" y="24130"/>
                  </a:lnTo>
                  <a:close/>
                </a:path>
                <a:path w="396875" h="393700">
                  <a:moveTo>
                    <a:pt x="376391" y="20320"/>
                  </a:moveTo>
                  <a:lnTo>
                    <a:pt x="367030" y="20320"/>
                  </a:lnTo>
                  <a:lnTo>
                    <a:pt x="364490" y="22860"/>
                  </a:lnTo>
                  <a:lnTo>
                    <a:pt x="373855" y="22860"/>
                  </a:lnTo>
                  <a:lnTo>
                    <a:pt x="376391" y="20320"/>
                  </a:lnTo>
                  <a:close/>
                </a:path>
                <a:path w="396875" h="393700">
                  <a:moveTo>
                    <a:pt x="378927" y="17780"/>
                  </a:moveTo>
                  <a:lnTo>
                    <a:pt x="369570" y="17780"/>
                  </a:lnTo>
                  <a:lnTo>
                    <a:pt x="368300" y="19050"/>
                  </a:lnTo>
                  <a:lnTo>
                    <a:pt x="377659" y="19050"/>
                  </a:lnTo>
                  <a:lnTo>
                    <a:pt x="378927" y="17780"/>
                  </a:lnTo>
                  <a:close/>
                </a:path>
                <a:path w="396875" h="393700">
                  <a:moveTo>
                    <a:pt x="382730" y="13970"/>
                  </a:moveTo>
                  <a:lnTo>
                    <a:pt x="373380" y="13970"/>
                  </a:lnTo>
                  <a:lnTo>
                    <a:pt x="370840" y="16510"/>
                  </a:lnTo>
                  <a:lnTo>
                    <a:pt x="380194" y="16510"/>
                  </a:lnTo>
                  <a:lnTo>
                    <a:pt x="382730" y="13970"/>
                  </a:lnTo>
                  <a:close/>
                </a:path>
                <a:path w="396875" h="393700">
                  <a:moveTo>
                    <a:pt x="385266" y="11430"/>
                  </a:moveTo>
                  <a:lnTo>
                    <a:pt x="375920" y="11430"/>
                  </a:lnTo>
                  <a:lnTo>
                    <a:pt x="374650" y="12700"/>
                  </a:lnTo>
                  <a:lnTo>
                    <a:pt x="383998" y="12700"/>
                  </a:lnTo>
                  <a:lnTo>
                    <a:pt x="385266" y="11430"/>
                  </a:lnTo>
                  <a:close/>
                </a:path>
                <a:path w="396875" h="393700">
                  <a:moveTo>
                    <a:pt x="389069" y="7620"/>
                  </a:moveTo>
                  <a:lnTo>
                    <a:pt x="379730" y="7620"/>
                  </a:lnTo>
                  <a:lnTo>
                    <a:pt x="377190" y="10160"/>
                  </a:lnTo>
                  <a:lnTo>
                    <a:pt x="386534" y="10160"/>
                  </a:lnTo>
                  <a:lnTo>
                    <a:pt x="389069" y="7620"/>
                  </a:lnTo>
                  <a:close/>
                </a:path>
                <a:path w="396875" h="393700">
                  <a:moveTo>
                    <a:pt x="391605" y="5080"/>
                  </a:moveTo>
                  <a:lnTo>
                    <a:pt x="382270" y="5080"/>
                  </a:lnTo>
                  <a:lnTo>
                    <a:pt x="381000" y="6350"/>
                  </a:lnTo>
                  <a:lnTo>
                    <a:pt x="390337" y="6350"/>
                  </a:lnTo>
                  <a:lnTo>
                    <a:pt x="391605" y="5080"/>
                  </a:lnTo>
                  <a:close/>
                </a:path>
                <a:path w="396875" h="393700">
                  <a:moveTo>
                    <a:pt x="396676" y="0"/>
                  </a:moveTo>
                  <a:lnTo>
                    <a:pt x="387350" y="0"/>
                  </a:lnTo>
                  <a:lnTo>
                    <a:pt x="383540" y="3810"/>
                  </a:lnTo>
                  <a:lnTo>
                    <a:pt x="392873" y="3810"/>
                  </a:lnTo>
                  <a:lnTo>
                    <a:pt x="396676" y="0"/>
                  </a:lnTo>
                  <a:close/>
                </a:path>
                <a:path w="396875" h="393700">
                  <a:moveTo>
                    <a:pt x="192553" y="204470"/>
                  </a:moveTo>
                  <a:lnTo>
                    <a:pt x="182880" y="204470"/>
                  </a:lnTo>
                  <a:lnTo>
                    <a:pt x="157480" y="229870"/>
                  </a:lnTo>
                  <a:lnTo>
                    <a:pt x="167196" y="229870"/>
                  </a:lnTo>
                  <a:lnTo>
                    <a:pt x="192553" y="204470"/>
                  </a:lnTo>
                  <a:close/>
                </a:path>
                <a:path w="396875" h="393700">
                  <a:moveTo>
                    <a:pt x="167196" y="229870"/>
                  </a:moveTo>
                  <a:lnTo>
                    <a:pt x="157480" y="229870"/>
                  </a:lnTo>
                  <a:lnTo>
                    <a:pt x="106680" y="280670"/>
                  </a:lnTo>
                  <a:lnTo>
                    <a:pt x="116482" y="280670"/>
                  </a:lnTo>
                  <a:lnTo>
                    <a:pt x="167196" y="229870"/>
                  </a:lnTo>
                  <a:close/>
                </a:path>
                <a:path w="396875" h="393700">
                  <a:moveTo>
                    <a:pt x="4912" y="392430"/>
                  </a:moveTo>
                  <a:lnTo>
                    <a:pt x="3810" y="392430"/>
                  </a:lnTo>
                  <a:lnTo>
                    <a:pt x="3810" y="393533"/>
                  </a:lnTo>
                  <a:lnTo>
                    <a:pt x="4912" y="392430"/>
                  </a:lnTo>
                  <a:close/>
                </a:path>
                <a:path w="396875" h="393700">
                  <a:moveTo>
                    <a:pt x="8715" y="388620"/>
                  </a:moveTo>
                  <a:lnTo>
                    <a:pt x="0" y="388620"/>
                  </a:lnTo>
                  <a:lnTo>
                    <a:pt x="0" y="389890"/>
                  </a:lnTo>
                  <a:lnTo>
                    <a:pt x="1270" y="389890"/>
                  </a:lnTo>
                  <a:lnTo>
                    <a:pt x="1270" y="392430"/>
                  </a:lnTo>
                  <a:lnTo>
                    <a:pt x="2540" y="392430"/>
                  </a:lnTo>
                  <a:lnTo>
                    <a:pt x="2540" y="391160"/>
                  </a:lnTo>
                  <a:lnTo>
                    <a:pt x="6179" y="391160"/>
                  </a:lnTo>
                  <a:lnTo>
                    <a:pt x="8715" y="388620"/>
                  </a:lnTo>
                  <a:close/>
                </a:path>
                <a:path w="396875" h="393700">
                  <a:moveTo>
                    <a:pt x="11251" y="386080"/>
                  </a:moveTo>
                  <a:lnTo>
                    <a:pt x="1270" y="386080"/>
                  </a:lnTo>
                  <a:lnTo>
                    <a:pt x="0" y="387350"/>
                  </a:lnTo>
                  <a:lnTo>
                    <a:pt x="9983" y="387350"/>
                  </a:lnTo>
                  <a:lnTo>
                    <a:pt x="11251" y="386080"/>
                  </a:lnTo>
                  <a:close/>
                </a:path>
                <a:path w="396875" h="393700">
                  <a:moveTo>
                    <a:pt x="15054" y="382270"/>
                  </a:moveTo>
                  <a:lnTo>
                    <a:pt x="5080" y="382270"/>
                  </a:lnTo>
                  <a:lnTo>
                    <a:pt x="2540" y="384810"/>
                  </a:lnTo>
                  <a:lnTo>
                    <a:pt x="12519" y="384810"/>
                  </a:lnTo>
                  <a:lnTo>
                    <a:pt x="15054" y="382270"/>
                  </a:lnTo>
                  <a:close/>
                </a:path>
                <a:path w="396875" h="393700">
                  <a:moveTo>
                    <a:pt x="17590" y="379730"/>
                  </a:moveTo>
                  <a:lnTo>
                    <a:pt x="7620" y="379730"/>
                  </a:lnTo>
                  <a:lnTo>
                    <a:pt x="6350" y="381000"/>
                  </a:lnTo>
                  <a:lnTo>
                    <a:pt x="16322" y="381000"/>
                  </a:lnTo>
                  <a:lnTo>
                    <a:pt x="17590" y="379730"/>
                  </a:lnTo>
                  <a:close/>
                </a:path>
                <a:path w="396875" h="393700">
                  <a:moveTo>
                    <a:pt x="21394" y="375920"/>
                  </a:moveTo>
                  <a:lnTo>
                    <a:pt x="11430" y="375920"/>
                  </a:lnTo>
                  <a:lnTo>
                    <a:pt x="8890" y="378460"/>
                  </a:lnTo>
                  <a:lnTo>
                    <a:pt x="18858" y="378460"/>
                  </a:lnTo>
                  <a:lnTo>
                    <a:pt x="21394" y="375920"/>
                  </a:lnTo>
                  <a:close/>
                </a:path>
                <a:path w="396875" h="393700">
                  <a:moveTo>
                    <a:pt x="23929" y="373380"/>
                  </a:moveTo>
                  <a:lnTo>
                    <a:pt x="13970" y="373380"/>
                  </a:lnTo>
                  <a:lnTo>
                    <a:pt x="12700" y="374650"/>
                  </a:lnTo>
                  <a:lnTo>
                    <a:pt x="22661" y="374650"/>
                  </a:lnTo>
                  <a:lnTo>
                    <a:pt x="23929" y="373380"/>
                  </a:lnTo>
                  <a:close/>
                </a:path>
                <a:path w="396875" h="393700">
                  <a:moveTo>
                    <a:pt x="27733" y="369570"/>
                  </a:moveTo>
                  <a:lnTo>
                    <a:pt x="17780" y="369570"/>
                  </a:lnTo>
                  <a:lnTo>
                    <a:pt x="15240" y="372110"/>
                  </a:lnTo>
                  <a:lnTo>
                    <a:pt x="25197" y="372110"/>
                  </a:lnTo>
                  <a:lnTo>
                    <a:pt x="27733" y="369570"/>
                  </a:lnTo>
                  <a:close/>
                </a:path>
                <a:path w="396875" h="393700">
                  <a:moveTo>
                    <a:pt x="30269" y="367030"/>
                  </a:moveTo>
                  <a:lnTo>
                    <a:pt x="20320" y="367030"/>
                  </a:lnTo>
                  <a:lnTo>
                    <a:pt x="19050" y="368300"/>
                  </a:lnTo>
                  <a:lnTo>
                    <a:pt x="29001" y="368300"/>
                  </a:lnTo>
                  <a:lnTo>
                    <a:pt x="30269" y="367030"/>
                  </a:lnTo>
                  <a:close/>
                </a:path>
                <a:path w="396875" h="393700">
                  <a:moveTo>
                    <a:pt x="34072" y="363220"/>
                  </a:moveTo>
                  <a:lnTo>
                    <a:pt x="24130" y="363220"/>
                  </a:lnTo>
                  <a:lnTo>
                    <a:pt x="21590" y="365760"/>
                  </a:lnTo>
                  <a:lnTo>
                    <a:pt x="31536" y="365760"/>
                  </a:lnTo>
                  <a:lnTo>
                    <a:pt x="34072" y="363220"/>
                  </a:lnTo>
                  <a:close/>
                </a:path>
                <a:path w="396875" h="393700">
                  <a:moveTo>
                    <a:pt x="36608" y="360680"/>
                  </a:moveTo>
                  <a:lnTo>
                    <a:pt x="26670" y="360680"/>
                  </a:lnTo>
                  <a:lnTo>
                    <a:pt x="25400" y="361950"/>
                  </a:lnTo>
                  <a:lnTo>
                    <a:pt x="35340" y="361950"/>
                  </a:lnTo>
                  <a:lnTo>
                    <a:pt x="36608" y="360680"/>
                  </a:lnTo>
                  <a:close/>
                </a:path>
                <a:path w="396875" h="393700">
                  <a:moveTo>
                    <a:pt x="49286" y="347980"/>
                  </a:moveTo>
                  <a:lnTo>
                    <a:pt x="39370" y="347980"/>
                  </a:lnTo>
                  <a:lnTo>
                    <a:pt x="27940" y="359410"/>
                  </a:lnTo>
                  <a:lnTo>
                    <a:pt x="37876" y="359410"/>
                  </a:lnTo>
                  <a:lnTo>
                    <a:pt x="49286" y="347980"/>
                  </a:lnTo>
                  <a:close/>
                </a:path>
                <a:path w="396875" h="393700">
                  <a:moveTo>
                    <a:pt x="61965" y="335280"/>
                  </a:moveTo>
                  <a:lnTo>
                    <a:pt x="52070" y="335280"/>
                  </a:lnTo>
                  <a:lnTo>
                    <a:pt x="40640" y="346710"/>
                  </a:lnTo>
                  <a:lnTo>
                    <a:pt x="50554" y="346710"/>
                  </a:lnTo>
                  <a:lnTo>
                    <a:pt x="61965" y="335280"/>
                  </a:lnTo>
                  <a:close/>
                </a:path>
                <a:path w="396875" h="393700">
                  <a:moveTo>
                    <a:pt x="65768" y="331470"/>
                  </a:moveTo>
                  <a:lnTo>
                    <a:pt x="55880" y="331470"/>
                  </a:lnTo>
                  <a:lnTo>
                    <a:pt x="53340" y="334010"/>
                  </a:lnTo>
                  <a:lnTo>
                    <a:pt x="63233" y="334010"/>
                  </a:lnTo>
                  <a:lnTo>
                    <a:pt x="65768" y="331470"/>
                  </a:lnTo>
                  <a:close/>
                </a:path>
                <a:path w="396875" h="393700">
                  <a:moveTo>
                    <a:pt x="68304" y="328930"/>
                  </a:moveTo>
                  <a:lnTo>
                    <a:pt x="58420" y="328930"/>
                  </a:lnTo>
                  <a:lnTo>
                    <a:pt x="57150" y="330200"/>
                  </a:lnTo>
                  <a:lnTo>
                    <a:pt x="67036" y="330200"/>
                  </a:lnTo>
                  <a:lnTo>
                    <a:pt x="68304" y="328930"/>
                  </a:lnTo>
                  <a:close/>
                </a:path>
                <a:path w="396875" h="393700">
                  <a:moveTo>
                    <a:pt x="72108" y="325120"/>
                  </a:moveTo>
                  <a:lnTo>
                    <a:pt x="62230" y="325120"/>
                  </a:lnTo>
                  <a:lnTo>
                    <a:pt x="59690" y="327660"/>
                  </a:lnTo>
                  <a:lnTo>
                    <a:pt x="69572" y="327660"/>
                  </a:lnTo>
                  <a:lnTo>
                    <a:pt x="72108" y="325120"/>
                  </a:lnTo>
                  <a:close/>
                </a:path>
                <a:path w="396875" h="393700">
                  <a:moveTo>
                    <a:pt x="84786" y="312420"/>
                  </a:moveTo>
                  <a:lnTo>
                    <a:pt x="74930" y="312420"/>
                  </a:lnTo>
                  <a:lnTo>
                    <a:pt x="63500" y="323850"/>
                  </a:lnTo>
                  <a:lnTo>
                    <a:pt x="73375" y="323850"/>
                  </a:lnTo>
                  <a:lnTo>
                    <a:pt x="84786" y="312420"/>
                  </a:lnTo>
                  <a:close/>
                </a:path>
                <a:path w="396875" h="393700">
                  <a:moveTo>
                    <a:pt x="93661" y="303530"/>
                  </a:moveTo>
                  <a:lnTo>
                    <a:pt x="83820" y="303530"/>
                  </a:lnTo>
                  <a:lnTo>
                    <a:pt x="76200" y="311150"/>
                  </a:lnTo>
                  <a:lnTo>
                    <a:pt x="86054" y="311150"/>
                  </a:lnTo>
                  <a:lnTo>
                    <a:pt x="93661" y="303530"/>
                  </a:lnTo>
                  <a:close/>
                </a:path>
                <a:path w="396875" h="393700">
                  <a:moveTo>
                    <a:pt x="110143" y="287020"/>
                  </a:moveTo>
                  <a:lnTo>
                    <a:pt x="100330" y="287020"/>
                  </a:lnTo>
                  <a:lnTo>
                    <a:pt x="85090" y="302260"/>
                  </a:lnTo>
                  <a:lnTo>
                    <a:pt x="94929" y="302260"/>
                  </a:lnTo>
                  <a:lnTo>
                    <a:pt x="110143" y="287020"/>
                  </a:lnTo>
                  <a:close/>
                </a:path>
                <a:path w="396875" h="393700">
                  <a:moveTo>
                    <a:pt x="115214" y="281940"/>
                  </a:moveTo>
                  <a:lnTo>
                    <a:pt x="105410" y="281940"/>
                  </a:lnTo>
                  <a:lnTo>
                    <a:pt x="101600" y="285750"/>
                  </a:lnTo>
                  <a:lnTo>
                    <a:pt x="111411" y="285750"/>
                  </a:lnTo>
                  <a:lnTo>
                    <a:pt x="115214" y="281940"/>
                  </a:lnTo>
                  <a:close/>
                </a:path>
              </a:pathLst>
            </a:custGeom>
            <a:solidFill>
              <a:srgbClr val="7056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17">
              <a:extLst>
                <a:ext uri="{FF2B5EF4-FFF2-40B4-BE49-F238E27FC236}">
                  <a16:creationId xmlns:a16="http://schemas.microsoft.com/office/drawing/2014/main" id="{0C59EF07-58EF-2337-15DE-A0EB7DA94825}"/>
                </a:ext>
              </a:extLst>
            </p:cNvPr>
            <p:cNvSpPr/>
            <p:nvPr/>
          </p:nvSpPr>
          <p:spPr>
            <a:xfrm>
              <a:off x="2495550" y="2575559"/>
              <a:ext cx="403225" cy="398780"/>
            </a:xfrm>
            <a:custGeom>
              <a:avLst/>
              <a:gdLst/>
              <a:ahLst/>
              <a:cxnLst/>
              <a:rect l="l" t="t" r="r" b="b"/>
              <a:pathLst>
                <a:path w="403225" h="398780">
                  <a:moveTo>
                    <a:pt x="205234" y="198120"/>
                  </a:moveTo>
                  <a:lnTo>
                    <a:pt x="195082" y="198120"/>
                  </a:lnTo>
                  <a:lnTo>
                    <a:pt x="188743" y="204470"/>
                  </a:lnTo>
                  <a:lnTo>
                    <a:pt x="198894" y="204470"/>
                  </a:lnTo>
                  <a:lnTo>
                    <a:pt x="205234" y="198120"/>
                  </a:lnTo>
                  <a:close/>
                </a:path>
                <a:path w="403225" h="398780">
                  <a:moveTo>
                    <a:pt x="207769" y="195580"/>
                  </a:moveTo>
                  <a:lnTo>
                    <a:pt x="197618" y="195580"/>
                  </a:lnTo>
                  <a:lnTo>
                    <a:pt x="196350" y="196850"/>
                  </a:lnTo>
                  <a:lnTo>
                    <a:pt x="206502" y="196850"/>
                  </a:lnTo>
                  <a:lnTo>
                    <a:pt x="207769" y="195580"/>
                  </a:lnTo>
                  <a:close/>
                </a:path>
                <a:path w="403225" h="398780">
                  <a:moveTo>
                    <a:pt x="211573" y="191770"/>
                  </a:moveTo>
                  <a:lnTo>
                    <a:pt x="201422" y="191770"/>
                  </a:lnTo>
                  <a:lnTo>
                    <a:pt x="198886" y="194310"/>
                  </a:lnTo>
                  <a:lnTo>
                    <a:pt x="209037" y="194310"/>
                  </a:lnTo>
                  <a:lnTo>
                    <a:pt x="211573" y="191770"/>
                  </a:lnTo>
                  <a:close/>
                </a:path>
                <a:path w="403225" h="398780">
                  <a:moveTo>
                    <a:pt x="214109" y="189230"/>
                  </a:moveTo>
                  <a:lnTo>
                    <a:pt x="203957" y="189230"/>
                  </a:lnTo>
                  <a:lnTo>
                    <a:pt x="202689" y="190500"/>
                  </a:lnTo>
                  <a:lnTo>
                    <a:pt x="212841" y="190500"/>
                  </a:lnTo>
                  <a:lnTo>
                    <a:pt x="214109" y="189230"/>
                  </a:lnTo>
                  <a:close/>
                </a:path>
                <a:path w="403225" h="398780">
                  <a:moveTo>
                    <a:pt x="217912" y="185420"/>
                  </a:moveTo>
                  <a:lnTo>
                    <a:pt x="207761" y="185420"/>
                  </a:lnTo>
                  <a:lnTo>
                    <a:pt x="205225" y="187960"/>
                  </a:lnTo>
                  <a:lnTo>
                    <a:pt x="215376" y="187960"/>
                  </a:lnTo>
                  <a:lnTo>
                    <a:pt x="217912" y="185420"/>
                  </a:lnTo>
                  <a:close/>
                </a:path>
                <a:path w="403225" h="398780">
                  <a:moveTo>
                    <a:pt x="220448" y="182880"/>
                  </a:moveTo>
                  <a:lnTo>
                    <a:pt x="210296" y="182880"/>
                  </a:lnTo>
                  <a:lnTo>
                    <a:pt x="209029" y="184150"/>
                  </a:lnTo>
                  <a:lnTo>
                    <a:pt x="219180" y="184150"/>
                  </a:lnTo>
                  <a:lnTo>
                    <a:pt x="220448" y="182880"/>
                  </a:lnTo>
                  <a:close/>
                </a:path>
                <a:path w="403225" h="398780">
                  <a:moveTo>
                    <a:pt x="233126" y="170180"/>
                  </a:moveTo>
                  <a:lnTo>
                    <a:pt x="222975" y="170180"/>
                  </a:lnTo>
                  <a:lnTo>
                    <a:pt x="211564" y="181610"/>
                  </a:lnTo>
                  <a:lnTo>
                    <a:pt x="221716" y="181610"/>
                  </a:lnTo>
                  <a:lnTo>
                    <a:pt x="233126" y="170180"/>
                  </a:lnTo>
                  <a:close/>
                </a:path>
                <a:path w="403225" h="398780">
                  <a:moveTo>
                    <a:pt x="245805" y="157480"/>
                  </a:moveTo>
                  <a:lnTo>
                    <a:pt x="235653" y="157480"/>
                  </a:lnTo>
                  <a:lnTo>
                    <a:pt x="224243" y="168910"/>
                  </a:lnTo>
                  <a:lnTo>
                    <a:pt x="234394" y="168910"/>
                  </a:lnTo>
                  <a:lnTo>
                    <a:pt x="245805" y="157480"/>
                  </a:lnTo>
                  <a:close/>
                </a:path>
                <a:path w="403225" h="398780">
                  <a:moveTo>
                    <a:pt x="249608" y="153670"/>
                  </a:moveTo>
                  <a:lnTo>
                    <a:pt x="239457" y="153670"/>
                  </a:lnTo>
                  <a:lnTo>
                    <a:pt x="236921" y="156210"/>
                  </a:lnTo>
                  <a:lnTo>
                    <a:pt x="247073" y="156210"/>
                  </a:lnTo>
                  <a:lnTo>
                    <a:pt x="249608" y="153670"/>
                  </a:lnTo>
                  <a:close/>
                </a:path>
                <a:path w="403225" h="398780">
                  <a:moveTo>
                    <a:pt x="252144" y="151130"/>
                  </a:moveTo>
                  <a:lnTo>
                    <a:pt x="241993" y="151130"/>
                  </a:lnTo>
                  <a:lnTo>
                    <a:pt x="240725" y="152400"/>
                  </a:lnTo>
                  <a:lnTo>
                    <a:pt x="250876" y="152400"/>
                  </a:lnTo>
                  <a:lnTo>
                    <a:pt x="252144" y="151130"/>
                  </a:lnTo>
                  <a:close/>
                </a:path>
                <a:path w="403225" h="398780">
                  <a:moveTo>
                    <a:pt x="255948" y="147320"/>
                  </a:moveTo>
                  <a:lnTo>
                    <a:pt x="245796" y="147320"/>
                  </a:lnTo>
                  <a:lnTo>
                    <a:pt x="243260" y="149860"/>
                  </a:lnTo>
                  <a:lnTo>
                    <a:pt x="253412" y="149860"/>
                  </a:lnTo>
                  <a:lnTo>
                    <a:pt x="255948" y="147320"/>
                  </a:lnTo>
                  <a:close/>
                </a:path>
                <a:path w="403225" h="398780">
                  <a:moveTo>
                    <a:pt x="258483" y="144780"/>
                  </a:moveTo>
                  <a:lnTo>
                    <a:pt x="248332" y="144780"/>
                  </a:lnTo>
                  <a:lnTo>
                    <a:pt x="247064" y="146050"/>
                  </a:lnTo>
                  <a:lnTo>
                    <a:pt x="257215" y="146050"/>
                  </a:lnTo>
                  <a:lnTo>
                    <a:pt x="258483" y="144780"/>
                  </a:lnTo>
                  <a:close/>
                </a:path>
                <a:path w="403225" h="398780">
                  <a:moveTo>
                    <a:pt x="262287" y="140970"/>
                  </a:moveTo>
                  <a:lnTo>
                    <a:pt x="252135" y="140970"/>
                  </a:lnTo>
                  <a:lnTo>
                    <a:pt x="249600" y="143510"/>
                  </a:lnTo>
                  <a:lnTo>
                    <a:pt x="259751" y="143510"/>
                  </a:lnTo>
                  <a:lnTo>
                    <a:pt x="262287" y="140970"/>
                  </a:lnTo>
                  <a:close/>
                </a:path>
                <a:path w="403225" h="398780">
                  <a:moveTo>
                    <a:pt x="264822" y="138430"/>
                  </a:moveTo>
                  <a:lnTo>
                    <a:pt x="254671" y="138430"/>
                  </a:lnTo>
                  <a:lnTo>
                    <a:pt x="253403" y="139700"/>
                  </a:lnTo>
                  <a:lnTo>
                    <a:pt x="263555" y="139700"/>
                  </a:lnTo>
                  <a:lnTo>
                    <a:pt x="264822" y="138430"/>
                  </a:lnTo>
                  <a:close/>
                </a:path>
                <a:path w="403225" h="398780">
                  <a:moveTo>
                    <a:pt x="268626" y="134620"/>
                  </a:moveTo>
                  <a:lnTo>
                    <a:pt x="258475" y="134620"/>
                  </a:lnTo>
                  <a:lnTo>
                    <a:pt x="255939" y="137160"/>
                  </a:lnTo>
                  <a:lnTo>
                    <a:pt x="266090" y="137160"/>
                  </a:lnTo>
                  <a:lnTo>
                    <a:pt x="268626" y="134620"/>
                  </a:lnTo>
                  <a:close/>
                </a:path>
                <a:path w="403225" h="398780">
                  <a:moveTo>
                    <a:pt x="271162" y="132080"/>
                  </a:moveTo>
                  <a:lnTo>
                    <a:pt x="261010" y="132080"/>
                  </a:lnTo>
                  <a:lnTo>
                    <a:pt x="259742" y="133350"/>
                  </a:lnTo>
                  <a:lnTo>
                    <a:pt x="269894" y="133350"/>
                  </a:lnTo>
                  <a:lnTo>
                    <a:pt x="271162" y="132080"/>
                  </a:lnTo>
                  <a:close/>
                </a:path>
                <a:path w="403225" h="398780">
                  <a:moveTo>
                    <a:pt x="274965" y="128270"/>
                  </a:moveTo>
                  <a:lnTo>
                    <a:pt x="264814" y="128270"/>
                  </a:lnTo>
                  <a:lnTo>
                    <a:pt x="262278" y="130810"/>
                  </a:lnTo>
                  <a:lnTo>
                    <a:pt x="272430" y="130810"/>
                  </a:lnTo>
                  <a:lnTo>
                    <a:pt x="274965" y="128270"/>
                  </a:lnTo>
                  <a:close/>
                </a:path>
                <a:path w="403225" h="398780">
                  <a:moveTo>
                    <a:pt x="277501" y="125730"/>
                  </a:moveTo>
                  <a:lnTo>
                    <a:pt x="267350" y="125730"/>
                  </a:lnTo>
                  <a:lnTo>
                    <a:pt x="266082" y="127000"/>
                  </a:lnTo>
                  <a:lnTo>
                    <a:pt x="276233" y="127000"/>
                  </a:lnTo>
                  <a:lnTo>
                    <a:pt x="277501" y="125730"/>
                  </a:lnTo>
                  <a:close/>
                </a:path>
                <a:path w="403225" h="398780">
                  <a:moveTo>
                    <a:pt x="281304" y="121920"/>
                  </a:moveTo>
                  <a:lnTo>
                    <a:pt x="271153" y="121920"/>
                  </a:lnTo>
                  <a:lnTo>
                    <a:pt x="268617" y="124460"/>
                  </a:lnTo>
                  <a:lnTo>
                    <a:pt x="278769" y="124460"/>
                  </a:lnTo>
                  <a:lnTo>
                    <a:pt x="281304" y="121920"/>
                  </a:lnTo>
                  <a:close/>
                </a:path>
                <a:path w="403225" h="398780">
                  <a:moveTo>
                    <a:pt x="283840" y="119380"/>
                  </a:moveTo>
                  <a:lnTo>
                    <a:pt x="273689" y="119380"/>
                  </a:lnTo>
                  <a:lnTo>
                    <a:pt x="272421" y="120650"/>
                  </a:lnTo>
                  <a:lnTo>
                    <a:pt x="282572" y="120650"/>
                  </a:lnTo>
                  <a:lnTo>
                    <a:pt x="283840" y="119380"/>
                  </a:lnTo>
                  <a:close/>
                </a:path>
                <a:path w="403225" h="398780">
                  <a:moveTo>
                    <a:pt x="287644" y="115570"/>
                  </a:moveTo>
                  <a:lnTo>
                    <a:pt x="277492" y="115570"/>
                  </a:lnTo>
                  <a:lnTo>
                    <a:pt x="274957" y="118110"/>
                  </a:lnTo>
                  <a:lnTo>
                    <a:pt x="285108" y="118110"/>
                  </a:lnTo>
                  <a:lnTo>
                    <a:pt x="287644" y="115570"/>
                  </a:lnTo>
                  <a:close/>
                </a:path>
                <a:path w="403225" h="398780">
                  <a:moveTo>
                    <a:pt x="290179" y="113030"/>
                  </a:moveTo>
                  <a:lnTo>
                    <a:pt x="280028" y="113030"/>
                  </a:lnTo>
                  <a:lnTo>
                    <a:pt x="278760" y="114300"/>
                  </a:lnTo>
                  <a:lnTo>
                    <a:pt x="288912" y="114300"/>
                  </a:lnTo>
                  <a:lnTo>
                    <a:pt x="290179" y="113030"/>
                  </a:lnTo>
                  <a:close/>
                </a:path>
                <a:path w="403225" h="398780">
                  <a:moveTo>
                    <a:pt x="293983" y="109220"/>
                  </a:moveTo>
                  <a:lnTo>
                    <a:pt x="283832" y="109220"/>
                  </a:lnTo>
                  <a:lnTo>
                    <a:pt x="281296" y="111760"/>
                  </a:lnTo>
                  <a:lnTo>
                    <a:pt x="291447" y="111760"/>
                  </a:lnTo>
                  <a:lnTo>
                    <a:pt x="293983" y="109220"/>
                  </a:lnTo>
                  <a:close/>
                </a:path>
                <a:path w="403225" h="398780">
                  <a:moveTo>
                    <a:pt x="296519" y="106680"/>
                  </a:moveTo>
                  <a:lnTo>
                    <a:pt x="286367" y="106680"/>
                  </a:lnTo>
                  <a:lnTo>
                    <a:pt x="285099" y="107950"/>
                  </a:lnTo>
                  <a:lnTo>
                    <a:pt x="295251" y="107950"/>
                  </a:lnTo>
                  <a:lnTo>
                    <a:pt x="296519" y="106680"/>
                  </a:lnTo>
                  <a:close/>
                </a:path>
                <a:path w="403225" h="398780">
                  <a:moveTo>
                    <a:pt x="300322" y="102870"/>
                  </a:moveTo>
                  <a:lnTo>
                    <a:pt x="290171" y="102870"/>
                  </a:lnTo>
                  <a:lnTo>
                    <a:pt x="287635" y="105410"/>
                  </a:lnTo>
                  <a:lnTo>
                    <a:pt x="297787" y="105410"/>
                  </a:lnTo>
                  <a:lnTo>
                    <a:pt x="300322" y="102870"/>
                  </a:lnTo>
                  <a:close/>
                </a:path>
                <a:path w="403225" h="398780">
                  <a:moveTo>
                    <a:pt x="302858" y="100330"/>
                  </a:moveTo>
                  <a:lnTo>
                    <a:pt x="292707" y="100330"/>
                  </a:lnTo>
                  <a:lnTo>
                    <a:pt x="291439" y="101600"/>
                  </a:lnTo>
                  <a:lnTo>
                    <a:pt x="301590" y="101600"/>
                  </a:lnTo>
                  <a:lnTo>
                    <a:pt x="302858" y="100330"/>
                  </a:lnTo>
                  <a:close/>
                </a:path>
                <a:path w="403225" h="398780">
                  <a:moveTo>
                    <a:pt x="306661" y="96520"/>
                  </a:moveTo>
                  <a:lnTo>
                    <a:pt x="296510" y="96520"/>
                  </a:lnTo>
                  <a:lnTo>
                    <a:pt x="293974" y="99060"/>
                  </a:lnTo>
                  <a:lnTo>
                    <a:pt x="304126" y="99060"/>
                  </a:lnTo>
                  <a:lnTo>
                    <a:pt x="306661" y="96520"/>
                  </a:lnTo>
                  <a:close/>
                </a:path>
                <a:path w="403225" h="398780">
                  <a:moveTo>
                    <a:pt x="309197" y="93980"/>
                  </a:moveTo>
                  <a:lnTo>
                    <a:pt x="299046" y="93980"/>
                  </a:lnTo>
                  <a:lnTo>
                    <a:pt x="297778" y="95250"/>
                  </a:lnTo>
                  <a:lnTo>
                    <a:pt x="307929" y="95250"/>
                  </a:lnTo>
                  <a:lnTo>
                    <a:pt x="309197" y="93980"/>
                  </a:lnTo>
                  <a:close/>
                </a:path>
                <a:path w="403225" h="398780">
                  <a:moveTo>
                    <a:pt x="313001" y="90170"/>
                  </a:moveTo>
                  <a:lnTo>
                    <a:pt x="302849" y="90170"/>
                  </a:lnTo>
                  <a:lnTo>
                    <a:pt x="300314" y="92710"/>
                  </a:lnTo>
                  <a:lnTo>
                    <a:pt x="310465" y="92710"/>
                  </a:lnTo>
                  <a:lnTo>
                    <a:pt x="313001" y="90170"/>
                  </a:lnTo>
                  <a:close/>
                </a:path>
                <a:path w="403225" h="398780">
                  <a:moveTo>
                    <a:pt x="315536" y="87630"/>
                  </a:moveTo>
                  <a:lnTo>
                    <a:pt x="305385" y="87630"/>
                  </a:lnTo>
                  <a:lnTo>
                    <a:pt x="304117" y="88900"/>
                  </a:lnTo>
                  <a:lnTo>
                    <a:pt x="314269" y="88900"/>
                  </a:lnTo>
                  <a:lnTo>
                    <a:pt x="315536" y="87630"/>
                  </a:lnTo>
                  <a:close/>
                </a:path>
                <a:path w="403225" h="398780">
                  <a:moveTo>
                    <a:pt x="319340" y="83820"/>
                  </a:moveTo>
                  <a:lnTo>
                    <a:pt x="309189" y="83820"/>
                  </a:lnTo>
                  <a:lnTo>
                    <a:pt x="306653" y="86360"/>
                  </a:lnTo>
                  <a:lnTo>
                    <a:pt x="316804" y="86360"/>
                  </a:lnTo>
                  <a:lnTo>
                    <a:pt x="319340" y="83820"/>
                  </a:lnTo>
                  <a:close/>
                </a:path>
                <a:path w="403225" h="398780">
                  <a:moveTo>
                    <a:pt x="321876" y="81280"/>
                  </a:moveTo>
                  <a:lnTo>
                    <a:pt x="311724" y="81280"/>
                  </a:lnTo>
                  <a:lnTo>
                    <a:pt x="310456" y="82550"/>
                  </a:lnTo>
                  <a:lnTo>
                    <a:pt x="320608" y="82550"/>
                  </a:lnTo>
                  <a:lnTo>
                    <a:pt x="321876" y="81280"/>
                  </a:lnTo>
                  <a:close/>
                </a:path>
                <a:path w="403225" h="398780">
                  <a:moveTo>
                    <a:pt x="325679" y="77470"/>
                  </a:moveTo>
                  <a:lnTo>
                    <a:pt x="315528" y="77470"/>
                  </a:lnTo>
                  <a:lnTo>
                    <a:pt x="312992" y="80010"/>
                  </a:lnTo>
                  <a:lnTo>
                    <a:pt x="323143" y="80010"/>
                  </a:lnTo>
                  <a:lnTo>
                    <a:pt x="325679" y="77470"/>
                  </a:lnTo>
                  <a:close/>
                </a:path>
                <a:path w="403225" h="398780">
                  <a:moveTo>
                    <a:pt x="328215" y="74930"/>
                  </a:moveTo>
                  <a:lnTo>
                    <a:pt x="318063" y="74930"/>
                  </a:lnTo>
                  <a:lnTo>
                    <a:pt x="316796" y="76200"/>
                  </a:lnTo>
                  <a:lnTo>
                    <a:pt x="326947" y="76200"/>
                  </a:lnTo>
                  <a:lnTo>
                    <a:pt x="328215" y="74930"/>
                  </a:lnTo>
                  <a:close/>
                </a:path>
                <a:path w="403225" h="398780">
                  <a:moveTo>
                    <a:pt x="332018" y="71120"/>
                  </a:moveTo>
                  <a:lnTo>
                    <a:pt x="321867" y="71120"/>
                  </a:lnTo>
                  <a:lnTo>
                    <a:pt x="319331" y="73660"/>
                  </a:lnTo>
                  <a:lnTo>
                    <a:pt x="329483" y="73660"/>
                  </a:lnTo>
                  <a:lnTo>
                    <a:pt x="332018" y="71120"/>
                  </a:lnTo>
                  <a:close/>
                </a:path>
                <a:path w="403225" h="398780">
                  <a:moveTo>
                    <a:pt x="334554" y="68580"/>
                  </a:moveTo>
                  <a:lnTo>
                    <a:pt x="324403" y="68580"/>
                  </a:lnTo>
                  <a:lnTo>
                    <a:pt x="323135" y="69850"/>
                  </a:lnTo>
                  <a:lnTo>
                    <a:pt x="333286" y="69850"/>
                  </a:lnTo>
                  <a:lnTo>
                    <a:pt x="334554" y="68580"/>
                  </a:lnTo>
                  <a:close/>
                </a:path>
                <a:path w="403225" h="398780">
                  <a:moveTo>
                    <a:pt x="338358" y="64770"/>
                  </a:moveTo>
                  <a:lnTo>
                    <a:pt x="328206" y="64770"/>
                  </a:lnTo>
                  <a:lnTo>
                    <a:pt x="325671" y="67310"/>
                  </a:lnTo>
                  <a:lnTo>
                    <a:pt x="335822" y="67310"/>
                  </a:lnTo>
                  <a:lnTo>
                    <a:pt x="338358" y="64770"/>
                  </a:lnTo>
                  <a:close/>
                </a:path>
                <a:path w="403225" h="398780">
                  <a:moveTo>
                    <a:pt x="340893" y="62230"/>
                  </a:moveTo>
                  <a:lnTo>
                    <a:pt x="330742" y="62230"/>
                  </a:lnTo>
                  <a:lnTo>
                    <a:pt x="329474" y="63500"/>
                  </a:lnTo>
                  <a:lnTo>
                    <a:pt x="339625" y="63500"/>
                  </a:lnTo>
                  <a:lnTo>
                    <a:pt x="340893" y="62230"/>
                  </a:lnTo>
                  <a:close/>
                </a:path>
                <a:path w="403225" h="398780">
                  <a:moveTo>
                    <a:pt x="344697" y="58420"/>
                  </a:moveTo>
                  <a:lnTo>
                    <a:pt x="334545" y="58420"/>
                  </a:lnTo>
                  <a:lnTo>
                    <a:pt x="332010" y="60960"/>
                  </a:lnTo>
                  <a:lnTo>
                    <a:pt x="342161" y="60960"/>
                  </a:lnTo>
                  <a:lnTo>
                    <a:pt x="344697" y="58420"/>
                  </a:lnTo>
                  <a:close/>
                </a:path>
                <a:path w="403225" h="398780">
                  <a:moveTo>
                    <a:pt x="347233" y="55880"/>
                  </a:moveTo>
                  <a:lnTo>
                    <a:pt x="337081" y="55880"/>
                  </a:lnTo>
                  <a:lnTo>
                    <a:pt x="335813" y="57150"/>
                  </a:lnTo>
                  <a:lnTo>
                    <a:pt x="345965" y="57150"/>
                  </a:lnTo>
                  <a:lnTo>
                    <a:pt x="347233" y="55880"/>
                  </a:lnTo>
                  <a:close/>
                </a:path>
                <a:path w="403225" h="398780">
                  <a:moveTo>
                    <a:pt x="351036" y="52070"/>
                  </a:moveTo>
                  <a:lnTo>
                    <a:pt x="340885" y="52070"/>
                  </a:lnTo>
                  <a:lnTo>
                    <a:pt x="338349" y="54610"/>
                  </a:lnTo>
                  <a:lnTo>
                    <a:pt x="348500" y="54610"/>
                  </a:lnTo>
                  <a:lnTo>
                    <a:pt x="351036" y="52070"/>
                  </a:lnTo>
                  <a:close/>
                </a:path>
                <a:path w="403225" h="398780">
                  <a:moveTo>
                    <a:pt x="353572" y="49530"/>
                  </a:moveTo>
                  <a:lnTo>
                    <a:pt x="343420" y="49530"/>
                  </a:lnTo>
                  <a:lnTo>
                    <a:pt x="342153" y="50800"/>
                  </a:lnTo>
                  <a:lnTo>
                    <a:pt x="352304" y="50800"/>
                  </a:lnTo>
                  <a:lnTo>
                    <a:pt x="353572" y="49530"/>
                  </a:lnTo>
                  <a:close/>
                </a:path>
                <a:path w="403225" h="398780">
                  <a:moveTo>
                    <a:pt x="357375" y="45720"/>
                  </a:moveTo>
                  <a:lnTo>
                    <a:pt x="347224" y="45720"/>
                  </a:lnTo>
                  <a:lnTo>
                    <a:pt x="344688" y="48260"/>
                  </a:lnTo>
                  <a:lnTo>
                    <a:pt x="354840" y="48260"/>
                  </a:lnTo>
                  <a:lnTo>
                    <a:pt x="357375" y="45720"/>
                  </a:lnTo>
                  <a:close/>
                </a:path>
                <a:path w="403225" h="398780">
                  <a:moveTo>
                    <a:pt x="359911" y="43180"/>
                  </a:moveTo>
                  <a:lnTo>
                    <a:pt x="349760" y="43180"/>
                  </a:lnTo>
                  <a:lnTo>
                    <a:pt x="348492" y="44450"/>
                  </a:lnTo>
                  <a:lnTo>
                    <a:pt x="358643" y="44450"/>
                  </a:lnTo>
                  <a:lnTo>
                    <a:pt x="359911" y="43180"/>
                  </a:lnTo>
                  <a:close/>
                </a:path>
                <a:path w="403225" h="398780">
                  <a:moveTo>
                    <a:pt x="363715" y="39370"/>
                  </a:moveTo>
                  <a:lnTo>
                    <a:pt x="353563" y="39370"/>
                  </a:lnTo>
                  <a:lnTo>
                    <a:pt x="351028" y="41910"/>
                  </a:lnTo>
                  <a:lnTo>
                    <a:pt x="361179" y="41910"/>
                  </a:lnTo>
                  <a:lnTo>
                    <a:pt x="363715" y="39370"/>
                  </a:lnTo>
                  <a:close/>
                </a:path>
                <a:path w="403225" h="398780">
                  <a:moveTo>
                    <a:pt x="366250" y="36830"/>
                  </a:moveTo>
                  <a:lnTo>
                    <a:pt x="356099" y="36830"/>
                  </a:lnTo>
                  <a:lnTo>
                    <a:pt x="354831" y="38100"/>
                  </a:lnTo>
                  <a:lnTo>
                    <a:pt x="364982" y="38100"/>
                  </a:lnTo>
                  <a:lnTo>
                    <a:pt x="366250" y="36830"/>
                  </a:lnTo>
                  <a:close/>
                </a:path>
                <a:path w="403225" h="398780">
                  <a:moveTo>
                    <a:pt x="370054" y="33020"/>
                  </a:moveTo>
                  <a:lnTo>
                    <a:pt x="359902" y="33020"/>
                  </a:lnTo>
                  <a:lnTo>
                    <a:pt x="357367" y="35560"/>
                  </a:lnTo>
                  <a:lnTo>
                    <a:pt x="367518" y="35560"/>
                  </a:lnTo>
                  <a:lnTo>
                    <a:pt x="370054" y="33020"/>
                  </a:lnTo>
                  <a:close/>
                </a:path>
                <a:path w="403225" h="398780">
                  <a:moveTo>
                    <a:pt x="372590" y="30480"/>
                  </a:moveTo>
                  <a:lnTo>
                    <a:pt x="362438" y="30480"/>
                  </a:lnTo>
                  <a:lnTo>
                    <a:pt x="361170" y="31750"/>
                  </a:lnTo>
                  <a:lnTo>
                    <a:pt x="371322" y="31750"/>
                  </a:lnTo>
                  <a:lnTo>
                    <a:pt x="372590" y="30480"/>
                  </a:lnTo>
                  <a:close/>
                </a:path>
                <a:path w="403225" h="398780">
                  <a:moveTo>
                    <a:pt x="376393" y="26670"/>
                  </a:moveTo>
                  <a:lnTo>
                    <a:pt x="366242" y="26670"/>
                  </a:lnTo>
                  <a:lnTo>
                    <a:pt x="363706" y="29210"/>
                  </a:lnTo>
                  <a:lnTo>
                    <a:pt x="373857" y="29210"/>
                  </a:lnTo>
                  <a:lnTo>
                    <a:pt x="376393" y="26670"/>
                  </a:lnTo>
                  <a:close/>
                </a:path>
                <a:path w="403225" h="398780">
                  <a:moveTo>
                    <a:pt x="378929" y="24130"/>
                  </a:moveTo>
                  <a:lnTo>
                    <a:pt x="368777" y="24130"/>
                  </a:lnTo>
                  <a:lnTo>
                    <a:pt x="367510" y="25400"/>
                  </a:lnTo>
                  <a:lnTo>
                    <a:pt x="377661" y="25400"/>
                  </a:lnTo>
                  <a:lnTo>
                    <a:pt x="378929" y="24130"/>
                  </a:lnTo>
                  <a:close/>
                </a:path>
                <a:path w="403225" h="398780">
                  <a:moveTo>
                    <a:pt x="382732" y="20320"/>
                  </a:moveTo>
                  <a:lnTo>
                    <a:pt x="372581" y="20320"/>
                  </a:lnTo>
                  <a:lnTo>
                    <a:pt x="370045" y="22860"/>
                  </a:lnTo>
                  <a:lnTo>
                    <a:pt x="380197" y="22860"/>
                  </a:lnTo>
                  <a:lnTo>
                    <a:pt x="382732" y="20320"/>
                  </a:lnTo>
                  <a:close/>
                </a:path>
                <a:path w="403225" h="398780">
                  <a:moveTo>
                    <a:pt x="385268" y="17780"/>
                  </a:moveTo>
                  <a:lnTo>
                    <a:pt x="375117" y="17780"/>
                  </a:lnTo>
                  <a:lnTo>
                    <a:pt x="373849" y="19050"/>
                  </a:lnTo>
                  <a:lnTo>
                    <a:pt x="384000" y="19050"/>
                  </a:lnTo>
                  <a:lnTo>
                    <a:pt x="385268" y="17780"/>
                  </a:lnTo>
                  <a:close/>
                </a:path>
                <a:path w="403225" h="398780">
                  <a:moveTo>
                    <a:pt x="389072" y="13970"/>
                  </a:moveTo>
                  <a:lnTo>
                    <a:pt x="378920" y="13970"/>
                  </a:lnTo>
                  <a:lnTo>
                    <a:pt x="376384" y="16510"/>
                  </a:lnTo>
                  <a:lnTo>
                    <a:pt x="386536" y="16510"/>
                  </a:lnTo>
                  <a:lnTo>
                    <a:pt x="389072" y="13970"/>
                  </a:lnTo>
                  <a:close/>
                </a:path>
                <a:path w="403225" h="398780">
                  <a:moveTo>
                    <a:pt x="391607" y="11430"/>
                  </a:moveTo>
                  <a:lnTo>
                    <a:pt x="381456" y="11430"/>
                  </a:lnTo>
                  <a:lnTo>
                    <a:pt x="380188" y="12700"/>
                  </a:lnTo>
                  <a:lnTo>
                    <a:pt x="390339" y="12700"/>
                  </a:lnTo>
                  <a:lnTo>
                    <a:pt x="391607" y="11430"/>
                  </a:lnTo>
                  <a:close/>
                </a:path>
                <a:path w="403225" h="398780">
                  <a:moveTo>
                    <a:pt x="395411" y="7620"/>
                  </a:moveTo>
                  <a:lnTo>
                    <a:pt x="385259" y="7620"/>
                  </a:lnTo>
                  <a:lnTo>
                    <a:pt x="382724" y="10160"/>
                  </a:lnTo>
                  <a:lnTo>
                    <a:pt x="392875" y="10160"/>
                  </a:lnTo>
                  <a:lnTo>
                    <a:pt x="395411" y="7620"/>
                  </a:lnTo>
                  <a:close/>
                </a:path>
                <a:path w="403225" h="398780">
                  <a:moveTo>
                    <a:pt x="397946" y="5080"/>
                  </a:moveTo>
                  <a:lnTo>
                    <a:pt x="387795" y="5080"/>
                  </a:lnTo>
                  <a:lnTo>
                    <a:pt x="386527" y="6350"/>
                  </a:lnTo>
                  <a:lnTo>
                    <a:pt x="396679" y="6350"/>
                  </a:lnTo>
                  <a:lnTo>
                    <a:pt x="397946" y="5080"/>
                  </a:lnTo>
                  <a:close/>
                </a:path>
                <a:path w="403225" h="398780">
                  <a:moveTo>
                    <a:pt x="403018" y="0"/>
                  </a:moveTo>
                  <a:lnTo>
                    <a:pt x="392866" y="0"/>
                  </a:lnTo>
                  <a:lnTo>
                    <a:pt x="389063" y="3810"/>
                  </a:lnTo>
                  <a:lnTo>
                    <a:pt x="399214" y="3810"/>
                  </a:lnTo>
                  <a:lnTo>
                    <a:pt x="403018" y="0"/>
                  </a:lnTo>
                  <a:close/>
                </a:path>
                <a:path w="403225" h="398780">
                  <a:moveTo>
                    <a:pt x="198894" y="204470"/>
                  </a:moveTo>
                  <a:lnTo>
                    <a:pt x="188743" y="204470"/>
                  </a:lnTo>
                  <a:lnTo>
                    <a:pt x="163386" y="229870"/>
                  </a:lnTo>
                  <a:lnTo>
                    <a:pt x="173537" y="229870"/>
                  </a:lnTo>
                  <a:lnTo>
                    <a:pt x="198894" y="204470"/>
                  </a:lnTo>
                  <a:close/>
                </a:path>
                <a:path w="403225" h="398780">
                  <a:moveTo>
                    <a:pt x="173537" y="229870"/>
                  </a:moveTo>
                  <a:lnTo>
                    <a:pt x="163386" y="229870"/>
                  </a:lnTo>
                  <a:lnTo>
                    <a:pt x="112672" y="280670"/>
                  </a:lnTo>
                  <a:lnTo>
                    <a:pt x="122824" y="280670"/>
                  </a:lnTo>
                  <a:lnTo>
                    <a:pt x="173537" y="229870"/>
                  </a:lnTo>
                  <a:close/>
                </a:path>
                <a:path w="403225" h="398780">
                  <a:moveTo>
                    <a:pt x="8717" y="394970"/>
                  </a:moveTo>
                  <a:lnTo>
                    <a:pt x="2539" y="394970"/>
                  </a:lnTo>
                  <a:lnTo>
                    <a:pt x="2539" y="396240"/>
                  </a:lnTo>
                  <a:lnTo>
                    <a:pt x="5080" y="396240"/>
                  </a:lnTo>
                  <a:lnTo>
                    <a:pt x="5080" y="398613"/>
                  </a:lnTo>
                  <a:lnTo>
                    <a:pt x="8717" y="394970"/>
                  </a:lnTo>
                  <a:close/>
                </a:path>
                <a:path w="403225" h="398780">
                  <a:moveTo>
                    <a:pt x="11253" y="392430"/>
                  </a:moveTo>
                  <a:lnTo>
                    <a:pt x="1102" y="392430"/>
                  </a:lnTo>
                  <a:lnTo>
                    <a:pt x="0" y="393533"/>
                  </a:lnTo>
                  <a:lnTo>
                    <a:pt x="0" y="394970"/>
                  </a:lnTo>
                  <a:lnTo>
                    <a:pt x="1269" y="394970"/>
                  </a:lnTo>
                  <a:lnTo>
                    <a:pt x="1269" y="393700"/>
                  </a:lnTo>
                  <a:lnTo>
                    <a:pt x="9985" y="393700"/>
                  </a:lnTo>
                  <a:lnTo>
                    <a:pt x="11253" y="392430"/>
                  </a:lnTo>
                  <a:close/>
                </a:path>
                <a:path w="403225" h="398780">
                  <a:moveTo>
                    <a:pt x="15057" y="388620"/>
                  </a:moveTo>
                  <a:lnTo>
                    <a:pt x="4905" y="388620"/>
                  </a:lnTo>
                  <a:lnTo>
                    <a:pt x="2369" y="391160"/>
                  </a:lnTo>
                  <a:lnTo>
                    <a:pt x="12521" y="391160"/>
                  </a:lnTo>
                  <a:lnTo>
                    <a:pt x="15057" y="388620"/>
                  </a:lnTo>
                  <a:close/>
                </a:path>
                <a:path w="403225" h="398780">
                  <a:moveTo>
                    <a:pt x="17592" y="386080"/>
                  </a:moveTo>
                  <a:lnTo>
                    <a:pt x="7441" y="386080"/>
                  </a:lnTo>
                  <a:lnTo>
                    <a:pt x="6173" y="387350"/>
                  </a:lnTo>
                  <a:lnTo>
                    <a:pt x="16324" y="387350"/>
                  </a:lnTo>
                  <a:lnTo>
                    <a:pt x="17592" y="386080"/>
                  </a:lnTo>
                  <a:close/>
                </a:path>
                <a:path w="403225" h="398780">
                  <a:moveTo>
                    <a:pt x="21396" y="382270"/>
                  </a:moveTo>
                  <a:lnTo>
                    <a:pt x="11244" y="382270"/>
                  </a:lnTo>
                  <a:lnTo>
                    <a:pt x="8709" y="384810"/>
                  </a:lnTo>
                  <a:lnTo>
                    <a:pt x="18860" y="384810"/>
                  </a:lnTo>
                  <a:lnTo>
                    <a:pt x="21396" y="382270"/>
                  </a:lnTo>
                  <a:close/>
                </a:path>
                <a:path w="403225" h="398780">
                  <a:moveTo>
                    <a:pt x="23931" y="379730"/>
                  </a:moveTo>
                  <a:lnTo>
                    <a:pt x="13780" y="379730"/>
                  </a:lnTo>
                  <a:lnTo>
                    <a:pt x="12512" y="381000"/>
                  </a:lnTo>
                  <a:lnTo>
                    <a:pt x="22664" y="381000"/>
                  </a:lnTo>
                  <a:lnTo>
                    <a:pt x="23931" y="379730"/>
                  </a:lnTo>
                  <a:close/>
                </a:path>
                <a:path w="403225" h="398780">
                  <a:moveTo>
                    <a:pt x="27735" y="375920"/>
                  </a:moveTo>
                  <a:lnTo>
                    <a:pt x="17584" y="375920"/>
                  </a:lnTo>
                  <a:lnTo>
                    <a:pt x="15048" y="378460"/>
                  </a:lnTo>
                  <a:lnTo>
                    <a:pt x="25199" y="378460"/>
                  </a:lnTo>
                  <a:lnTo>
                    <a:pt x="27735" y="375920"/>
                  </a:lnTo>
                  <a:close/>
                </a:path>
                <a:path w="403225" h="398780">
                  <a:moveTo>
                    <a:pt x="30271" y="373380"/>
                  </a:moveTo>
                  <a:lnTo>
                    <a:pt x="20119" y="373380"/>
                  </a:lnTo>
                  <a:lnTo>
                    <a:pt x="18851" y="374650"/>
                  </a:lnTo>
                  <a:lnTo>
                    <a:pt x="29003" y="374650"/>
                  </a:lnTo>
                  <a:lnTo>
                    <a:pt x="30271" y="373380"/>
                  </a:lnTo>
                  <a:close/>
                </a:path>
                <a:path w="403225" h="398780">
                  <a:moveTo>
                    <a:pt x="34074" y="369570"/>
                  </a:moveTo>
                  <a:lnTo>
                    <a:pt x="23923" y="369570"/>
                  </a:lnTo>
                  <a:lnTo>
                    <a:pt x="21387" y="372110"/>
                  </a:lnTo>
                  <a:lnTo>
                    <a:pt x="31539" y="372110"/>
                  </a:lnTo>
                  <a:lnTo>
                    <a:pt x="34074" y="369570"/>
                  </a:lnTo>
                  <a:close/>
                </a:path>
                <a:path w="403225" h="398780">
                  <a:moveTo>
                    <a:pt x="36610" y="367030"/>
                  </a:moveTo>
                  <a:lnTo>
                    <a:pt x="26459" y="367030"/>
                  </a:lnTo>
                  <a:lnTo>
                    <a:pt x="25191" y="368300"/>
                  </a:lnTo>
                  <a:lnTo>
                    <a:pt x="35342" y="368300"/>
                  </a:lnTo>
                  <a:lnTo>
                    <a:pt x="36610" y="367030"/>
                  </a:lnTo>
                  <a:close/>
                </a:path>
                <a:path w="403225" h="398780">
                  <a:moveTo>
                    <a:pt x="40413" y="363220"/>
                  </a:moveTo>
                  <a:lnTo>
                    <a:pt x="30262" y="363220"/>
                  </a:lnTo>
                  <a:lnTo>
                    <a:pt x="27726" y="365760"/>
                  </a:lnTo>
                  <a:lnTo>
                    <a:pt x="37878" y="365760"/>
                  </a:lnTo>
                  <a:lnTo>
                    <a:pt x="40413" y="363220"/>
                  </a:lnTo>
                  <a:close/>
                </a:path>
                <a:path w="403225" h="398780">
                  <a:moveTo>
                    <a:pt x="42949" y="360680"/>
                  </a:moveTo>
                  <a:lnTo>
                    <a:pt x="32798" y="360680"/>
                  </a:lnTo>
                  <a:lnTo>
                    <a:pt x="31530" y="361950"/>
                  </a:lnTo>
                  <a:lnTo>
                    <a:pt x="41681" y="361950"/>
                  </a:lnTo>
                  <a:lnTo>
                    <a:pt x="42949" y="360680"/>
                  </a:lnTo>
                  <a:close/>
                </a:path>
                <a:path w="403225" h="398780">
                  <a:moveTo>
                    <a:pt x="55628" y="347980"/>
                  </a:moveTo>
                  <a:lnTo>
                    <a:pt x="45476" y="347980"/>
                  </a:lnTo>
                  <a:lnTo>
                    <a:pt x="34066" y="359410"/>
                  </a:lnTo>
                  <a:lnTo>
                    <a:pt x="44217" y="359410"/>
                  </a:lnTo>
                  <a:lnTo>
                    <a:pt x="55628" y="347980"/>
                  </a:lnTo>
                  <a:close/>
                </a:path>
                <a:path w="403225" h="398780">
                  <a:moveTo>
                    <a:pt x="68306" y="335280"/>
                  </a:moveTo>
                  <a:lnTo>
                    <a:pt x="58155" y="335280"/>
                  </a:lnTo>
                  <a:lnTo>
                    <a:pt x="46744" y="346710"/>
                  </a:lnTo>
                  <a:lnTo>
                    <a:pt x="56895" y="346710"/>
                  </a:lnTo>
                  <a:lnTo>
                    <a:pt x="68306" y="335280"/>
                  </a:lnTo>
                  <a:close/>
                </a:path>
                <a:path w="403225" h="398780">
                  <a:moveTo>
                    <a:pt x="72110" y="331470"/>
                  </a:moveTo>
                  <a:lnTo>
                    <a:pt x="61958" y="331470"/>
                  </a:lnTo>
                  <a:lnTo>
                    <a:pt x="59423" y="334010"/>
                  </a:lnTo>
                  <a:lnTo>
                    <a:pt x="69574" y="334010"/>
                  </a:lnTo>
                  <a:lnTo>
                    <a:pt x="72110" y="331470"/>
                  </a:lnTo>
                  <a:close/>
                </a:path>
                <a:path w="403225" h="398780">
                  <a:moveTo>
                    <a:pt x="74645" y="328930"/>
                  </a:moveTo>
                  <a:lnTo>
                    <a:pt x="64494" y="328930"/>
                  </a:lnTo>
                  <a:lnTo>
                    <a:pt x="63226" y="330200"/>
                  </a:lnTo>
                  <a:lnTo>
                    <a:pt x="73378" y="330200"/>
                  </a:lnTo>
                  <a:lnTo>
                    <a:pt x="74645" y="328930"/>
                  </a:lnTo>
                  <a:close/>
                </a:path>
                <a:path w="403225" h="398780">
                  <a:moveTo>
                    <a:pt x="78449" y="325120"/>
                  </a:moveTo>
                  <a:lnTo>
                    <a:pt x="68298" y="325120"/>
                  </a:lnTo>
                  <a:lnTo>
                    <a:pt x="65762" y="327660"/>
                  </a:lnTo>
                  <a:lnTo>
                    <a:pt x="75913" y="327660"/>
                  </a:lnTo>
                  <a:lnTo>
                    <a:pt x="78449" y="325120"/>
                  </a:lnTo>
                  <a:close/>
                </a:path>
                <a:path w="403225" h="398780">
                  <a:moveTo>
                    <a:pt x="91127" y="312420"/>
                  </a:moveTo>
                  <a:lnTo>
                    <a:pt x="80976" y="312420"/>
                  </a:lnTo>
                  <a:lnTo>
                    <a:pt x="69565" y="323850"/>
                  </a:lnTo>
                  <a:lnTo>
                    <a:pt x="79717" y="323850"/>
                  </a:lnTo>
                  <a:lnTo>
                    <a:pt x="91127" y="312420"/>
                  </a:lnTo>
                  <a:close/>
                </a:path>
                <a:path w="403225" h="398780">
                  <a:moveTo>
                    <a:pt x="100002" y="303530"/>
                  </a:moveTo>
                  <a:lnTo>
                    <a:pt x="89851" y="303530"/>
                  </a:lnTo>
                  <a:lnTo>
                    <a:pt x="82244" y="311150"/>
                  </a:lnTo>
                  <a:lnTo>
                    <a:pt x="92395" y="311150"/>
                  </a:lnTo>
                  <a:lnTo>
                    <a:pt x="100002" y="303530"/>
                  </a:lnTo>
                  <a:close/>
                </a:path>
                <a:path w="403225" h="398780">
                  <a:moveTo>
                    <a:pt x="116484" y="287020"/>
                  </a:moveTo>
                  <a:lnTo>
                    <a:pt x="106333" y="287020"/>
                  </a:lnTo>
                  <a:lnTo>
                    <a:pt x="91119" y="302260"/>
                  </a:lnTo>
                  <a:lnTo>
                    <a:pt x="101270" y="302260"/>
                  </a:lnTo>
                  <a:lnTo>
                    <a:pt x="116484" y="287020"/>
                  </a:lnTo>
                  <a:close/>
                </a:path>
                <a:path w="403225" h="398780">
                  <a:moveTo>
                    <a:pt x="121556" y="281940"/>
                  </a:moveTo>
                  <a:lnTo>
                    <a:pt x="111404" y="281940"/>
                  </a:lnTo>
                  <a:lnTo>
                    <a:pt x="107601" y="285750"/>
                  </a:lnTo>
                  <a:lnTo>
                    <a:pt x="117752" y="285750"/>
                  </a:lnTo>
                  <a:lnTo>
                    <a:pt x="121556" y="281940"/>
                  </a:lnTo>
                  <a:close/>
                </a:path>
              </a:pathLst>
            </a:custGeom>
            <a:solidFill>
              <a:srgbClr val="7156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18">
              <a:extLst>
                <a:ext uri="{FF2B5EF4-FFF2-40B4-BE49-F238E27FC236}">
                  <a16:creationId xmlns:a16="http://schemas.microsoft.com/office/drawing/2014/main" id="{9DF035A8-E80B-8C42-BB8D-C6A02735F45A}"/>
                </a:ext>
              </a:extLst>
            </p:cNvPr>
            <p:cNvSpPr/>
            <p:nvPr/>
          </p:nvSpPr>
          <p:spPr>
            <a:xfrm>
              <a:off x="2500630" y="2575559"/>
              <a:ext cx="408305" cy="402590"/>
            </a:xfrm>
            <a:custGeom>
              <a:avLst/>
              <a:gdLst/>
              <a:ahLst/>
              <a:cxnLst/>
              <a:rect l="l" t="t" r="r" b="b"/>
              <a:pathLst>
                <a:path w="408305" h="402589">
                  <a:moveTo>
                    <a:pt x="210305" y="198120"/>
                  </a:moveTo>
                  <a:lnTo>
                    <a:pt x="200154" y="198120"/>
                  </a:lnTo>
                  <a:lnTo>
                    <a:pt x="193814" y="204470"/>
                  </a:lnTo>
                  <a:lnTo>
                    <a:pt x="203966" y="204470"/>
                  </a:lnTo>
                  <a:lnTo>
                    <a:pt x="210305" y="198120"/>
                  </a:lnTo>
                  <a:close/>
                </a:path>
                <a:path w="408305" h="402589">
                  <a:moveTo>
                    <a:pt x="212841" y="195580"/>
                  </a:moveTo>
                  <a:lnTo>
                    <a:pt x="202689" y="195580"/>
                  </a:lnTo>
                  <a:lnTo>
                    <a:pt x="201422" y="196850"/>
                  </a:lnTo>
                  <a:lnTo>
                    <a:pt x="211573" y="196850"/>
                  </a:lnTo>
                  <a:lnTo>
                    <a:pt x="212841" y="195580"/>
                  </a:lnTo>
                  <a:close/>
                </a:path>
                <a:path w="408305" h="402589">
                  <a:moveTo>
                    <a:pt x="216644" y="191770"/>
                  </a:moveTo>
                  <a:lnTo>
                    <a:pt x="206493" y="191770"/>
                  </a:lnTo>
                  <a:lnTo>
                    <a:pt x="203957" y="194310"/>
                  </a:lnTo>
                  <a:lnTo>
                    <a:pt x="214109" y="194310"/>
                  </a:lnTo>
                  <a:lnTo>
                    <a:pt x="216644" y="191770"/>
                  </a:lnTo>
                  <a:close/>
                </a:path>
                <a:path w="408305" h="402589">
                  <a:moveTo>
                    <a:pt x="219180" y="189230"/>
                  </a:moveTo>
                  <a:lnTo>
                    <a:pt x="209029" y="189230"/>
                  </a:lnTo>
                  <a:lnTo>
                    <a:pt x="207761" y="190500"/>
                  </a:lnTo>
                  <a:lnTo>
                    <a:pt x="217912" y="190500"/>
                  </a:lnTo>
                  <a:lnTo>
                    <a:pt x="219180" y="189230"/>
                  </a:lnTo>
                  <a:close/>
                </a:path>
                <a:path w="408305" h="402589">
                  <a:moveTo>
                    <a:pt x="222984" y="185420"/>
                  </a:moveTo>
                  <a:lnTo>
                    <a:pt x="212832" y="185420"/>
                  </a:lnTo>
                  <a:lnTo>
                    <a:pt x="210296" y="187960"/>
                  </a:lnTo>
                  <a:lnTo>
                    <a:pt x="220448" y="187960"/>
                  </a:lnTo>
                  <a:lnTo>
                    <a:pt x="222984" y="185420"/>
                  </a:lnTo>
                  <a:close/>
                </a:path>
                <a:path w="408305" h="402589">
                  <a:moveTo>
                    <a:pt x="225519" y="182880"/>
                  </a:moveTo>
                  <a:lnTo>
                    <a:pt x="215368" y="182880"/>
                  </a:lnTo>
                  <a:lnTo>
                    <a:pt x="214100" y="184150"/>
                  </a:lnTo>
                  <a:lnTo>
                    <a:pt x="224251" y="184150"/>
                  </a:lnTo>
                  <a:lnTo>
                    <a:pt x="225519" y="182880"/>
                  </a:lnTo>
                  <a:close/>
                </a:path>
                <a:path w="408305" h="402589">
                  <a:moveTo>
                    <a:pt x="238198" y="170180"/>
                  </a:moveTo>
                  <a:lnTo>
                    <a:pt x="228046" y="170180"/>
                  </a:lnTo>
                  <a:lnTo>
                    <a:pt x="216636" y="181610"/>
                  </a:lnTo>
                  <a:lnTo>
                    <a:pt x="226787" y="181610"/>
                  </a:lnTo>
                  <a:lnTo>
                    <a:pt x="238198" y="170180"/>
                  </a:lnTo>
                  <a:close/>
                </a:path>
                <a:path w="408305" h="402589">
                  <a:moveTo>
                    <a:pt x="250876" y="157480"/>
                  </a:moveTo>
                  <a:lnTo>
                    <a:pt x="240725" y="157480"/>
                  </a:lnTo>
                  <a:lnTo>
                    <a:pt x="229314" y="168910"/>
                  </a:lnTo>
                  <a:lnTo>
                    <a:pt x="239466" y="168910"/>
                  </a:lnTo>
                  <a:lnTo>
                    <a:pt x="250876" y="157480"/>
                  </a:lnTo>
                  <a:close/>
                </a:path>
                <a:path w="408305" h="402589">
                  <a:moveTo>
                    <a:pt x="254680" y="153670"/>
                  </a:moveTo>
                  <a:lnTo>
                    <a:pt x="244528" y="153670"/>
                  </a:lnTo>
                  <a:lnTo>
                    <a:pt x="241993" y="156210"/>
                  </a:lnTo>
                  <a:lnTo>
                    <a:pt x="252144" y="156210"/>
                  </a:lnTo>
                  <a:lnTo>
                    <a:pt x="254680" y="153670"/>
                  </a:lnTo>
                  <a:close/>
                </a:path>
                <a:path w="408305" h="402589">
                  <a:moveTo>
                    <a:pt x="257215" y="151130"/>
                  </a:moveTo>
                  <a:lnTo>
                    <a:pt x="247064" y="151130"/>
                  </a:lnTo>
                  <a:lnTo>
                    <a:pt x="245796" y="152400"/>
                  </a:lnTo>
                  <a:lnTo>
                    <a:pt x="255948" y="152400"/>
                  </a:lnTo>
                  <a:lnTo>
                    <a:pt x="257215" y="151130"/>
                  </a:lnTo>
                  <a:close/>
                </a:path>
                <a:path w="408305" h="402589">
                  <a:moveTo>
                    <a:pt x="261019" y="147320"/>
                  </a:moveTo>
                  <a:lnTo>
                    <a:pt x="250868" y="147320"/>
                  </a:lnTo>
                  <a:lnTo>
                    <a:pt x="248332" y="149860"/>
                  </a:lnTo>
                  <a:lnTo>
                    <a:pt x="258483" y="149860"/>
                  </a:lnTo>
                  <a:lnTo>
                    <a:pt x="261019" y="147320"/>
                  </a:lnTo>
                  <a:close/>
                </a:path>
                <a:path w="408305" h="402589">
                  <a:moveTo>
                    <a:pt x="263555" y="144780"/>
                  </a:moveTo>
                  <a:lnTo>
                    <a:pt x="253403" y="144780"/>
                  </a:lnTo>
                  <a:lnTo>
                    <a:pt x="252135" y="146050"/>
                  </a:lnTo>
                  <a:lnTo>
                    <a:pt x="262287" y="146050"/>
                  </a:lnTo>
                  <a:lnTo>
                    <a:pt x="263555" y="144780"/>
                  </a:lnTo>
                  <a:close/>
                </a:path>
                <a:path w="408305" h="402589">
                  <a:moveTo>
                    <a:pt x="267358" y="140970"/>
                  </a:moveTo>
                  <a:lnTo>
                    <a:pt x="257207" y="140970"/>
                  </a:lnTo>
                  <a:lnTo>
                    <a:pt x="254671" y="143510"/>
                  </a:lnTo>
                  <a:lnTo>
                    <a:pt x="264822" y="143510"/>
                  </a:lnTo>
                  <a:lnTo>
                    <a:pt x="267358" y="140970"/>
                  </a:lnTo>
                  <a:close/>
                </a:path>
                <a:path w="408305" h="402589">
                  <a:moveTo>
                    <a:pt x="269894" y="138430"/>
                  </a:moveTo>
                  <a:lnTo>
                    <a:pt x="259742" y="138430"/>
                  </a:lnTo>
                  <a:lnTo>
                    <a:pt x="258475" y="139700"/>
                  </a:lnTo>
                  <a:lnTo>
                    <a:pt x="268626" y="139700"/>
                  </a:lnTo>
                  <a:lnTo>
                    <a:pt x="269894" y="138430"/>
                  </a:lnTo>
                  <a:close/>
                </a:path>
                <a:path w="408305" h="402589">
                  <a:moveTo>
                    <a:pt x="273697" y="134620"/>
                  </a:moveTo>
                  <a:lnTo>
                    <a:pt x="263546" y="134620"/>
                  </a:lnTo>
                  <a:lnTo>
                    <a:pt x="261010" y="137160"/>
                  </a:lnTo>
                  <a:lnTo>
                    <a:pt x="271162" y="137160"/>
                  </a:lnTo>
                  <a:lnTo>
                    <a:pt x="273697" y="134620"/>
                  </a:lnTo>
                  <a:close/>
                </a:path>
                <a:path w="408305" h="402589">
                  <a:moveTo>
                    <a:pt x="276233" y="132080"/>
                  </a:moveTo>
                  <a:lnTo>
                    <a:pt x="266082" y="132080"/>
                  </a:lnTo>
                  <a:lnTo>
                    <a:pt x="264814" y="133350"/>
                  </a:lnTo>
                  <a:lnTo>
                    <a:pt x="274965" y="133350"/>
                  </a:lnTo>
                  <a:lnTo>
                    <a:pt x="276233" y="132080"/>
                  </a:lnTo>
                  <a:close/>
                </a:path>
                <a:path w="408305" h="402589">
                  <a:moveTo>
                    <a:pt x="280037" y="128270"/>
                  </a:moveTo>
                  <a:lnTo>
                    <a:pt x="269885" y="128270"/>
                  </a:lnTo>
                  <a:lnTo>
                    <a:pt x="267350" y="130810"/>
                  </a:lnTo>
                  <a:lnTo>
                    <a:pt x="277501" y="130810"/>
                  </a:lnTo>
                  <a:lnTo>
                    <a:pt x="280037" y="128270"/>
                  </a:lnTo>
                  <a:close/>
                </a:path>
                <a:path w="408305" h="402589">
                  <a:moveTo>
                    <a:pt x="282572" y="125730"/>
                  </a:moveTo>
                  <a:lnTo>
                    <a:pt x="272421" y="125730"/>
                  </a:lnTo>
                  <a:lnTo>
                    <a:pt x="271153" y="127000"/>
                  </a:lnTo>
                  <a:lnTo>
                    <a:pt x="281305" y="127000"/>
                  </a:lnTo>
                  <a:lnTo>
                    <a:pt x="282572" y="125730"/>
                  </a:lnTo>
                  <a:close/>
                </a:path>
                <a:path w="408305" h="402589">
                  <a:moveTo>
                    <a:pt x="286376" y="121920"/>
                  </a:moveTo>
                  <a:lnTo>
                    <a:pt x="276224" y="121920"/>
                  </a:lnTo>
                  <a:lnTo>
                    <a:pt x="273689" y="124460"/>
                  </a:lnTo>
                  <a:lnTo>
                    <a:pt x="283840" y="124460"/>
                  </a:lnTo>
                  <a:lnTo>
                    <a:pt x="286376" y="121920"/>
                  </a:lnTo>
                  <a:close/>
                </a:path>
                <a:path w="408305" h="402589">
                  <a:moveTo>
                    <a:pt x="288912" y="119380"/>
                  </a:moveTo>
                  <a:lnTo>
                    <a:pt x="278760" y="119380"/>
                  </a:lnTo>
                  <a:lnTo>
                    <a:pt x="277492" y="120650"/>
                  </a:lnTo>
                  <a:lnTo>
                    <a:pt x="287644" y="120650"/>
                  </a:lnTo>
                  <a:lnTo>
                    <a:pt x="288912" y="119380"/>
                  </a:lnTo>
                  <a:close/>
                </a:path>
                <a:path w="408305" h="402589">
                  <a:moveTo>
                    <a:pt x="292715" y="115570"/>
                  </a:moveTo>
                  <a:lnTo>
                    <a:pt x="282564" y="115570"/>
                  </a:lnTo>
                  <a:lnTo>
                    <a:pt x="280028" y="118110"/>
                  </a:lnTo>
                  <a:lnTo>
                    <a:pt x="290179" y="118110"/>
                  </a:lnTo>
                  <a:lnTo>
                    <a:pt x="292715" y="115570"/>
                  </a:lnTo>
                  <a:close/>
                </a:path>
                <a:path w="408305" h="402589">
                  <a:moveTo>
                    <a:pt x="295251" y="113030"/>
                  </a:moveTo>
                  <a:lnTo>
                    <a:pt x="285099" y="113030"/>
                  </a:lnTo>
                  <a:lnTo>
                    <a:pt x="283832" y="114300"/>
                  </a:lnTo>
                  <a:lnTo>
                    <a:pt x="293983" y="114300"/>
                  </a:lnTo>
                  <a:lnTo>
                    <a:pt x="295251" y="113030"/>
                  </a:lnTo>
                  <a:close/>
                </a:path>
                <a:path w="408305" h="402589">
                  <a:moveTo>
                    <a:pt x="299054" y="109220"/>
                  </a:moveTo>
                  <a:lnTo>
                    <a:pt x="288903" y="109220"/>
                  </a:lnTo>
                  <a:lnTo>
                    <a:pt x="286367" y="111760"/>
                  </a:lnTo>
                  <a:lnTo>
                    <a:pt x="296519" y="111760"/>
                  </a:lnTo>
                  <a:lnTo>
                    <a:pt x="299054" y="109220"/>
                  </a:lnTo>
                  <a:close/>
                </a:path>
                <a:path w="408305" h="402589">
                  <a:moveTo>
                    <a:pt x="301590" y="106680"/>
                  </a:moveTo>
                  <a:lnTo>
                    <a:pt x="291439" y="106680"/>
                  </a:lnTo>
                  <a:lnTo>
                    <a:pt x="290171" y="107950"/>
                  </a:lnTo>
                  <a:lnTo>
                    <a:pt x="300322" y="107950"/>
                  </a:lnTo>
                  <a:lnTo>
                    <a:pt x="301590" y="106680"/>
                  </a:lnTo>
                  <a:close/>
                </a:path>
                <a:path w="408305" h="402589">
                  <a:moveTo>
                    <a:pt x="305394" y="102870"/>
                  </a:moveTo>
                  <a:lnTo>
                    <a:pt x="295242" y="102870"/>
                  </a:lnTo>
                  <a:lnTo>
                    <a:pt x="292707" y="105410"/>
                  </a:lnTo>
                  <a:lnTo>
                    <a:pt x="302858" y="105410"/>
                  </a:lnTo>
                  <a:lnTo>
                    <a:pt x="305394" y="102870"/>
                  </a:lnTo>
                  <a:close/>
                </a:path>
                <a:path w="408305" h="402589">
                  <a:moveTo>
                    <a:pt x="307929" y="100330"/>
                  </a:moveTo>
                  <a:lnTo>
                    <a:pt x="297778" y="100330"/>
                  </a:lnTo>
                  <a:lnTo>
                    <a:pt x="296510" y="101600"/>
                  </a:lnTo>
                  <a:lnTo>
                    <a:pt x="306661" y="101600"/>
                  </a:lnTo>
                  <a:lnTo>
                    <a:pt x="307929" y="100330"/>
                  </a:lnTo>
                  <a:close/>
                </a:path>
                <a:path w="408305" h="402589">
                  <a:moveTo>
                    <a:pt x="311733" y="96520"/>
                  </a:moveTo>
                  <a:lnTo>
                    <a:pt x="301581" y="96520"/>
                  </a:lnTo>
                  <a:lnTo>
                    <a:pt x="299046" y="99060"/>
                  </a:lnTo>
                  <a:lnTo>
                    <a:pt x="309197" y="99060"/>
                  </a:lnTo>
                  <a:lnTo>
                    <a:pt x="311733" y="96520"/>
                  </a:lnTo>
                  <a:close/>
                </a:path>
                <a:path w="408305" h="402589">
                  <a:moveTo>
                    <a:pt x="314269" y="93980"/>
                  </a:moveTo>
                  <a:lnTo>
                    <a:pt x="304117" y="93980"/>
                  </a:lnTo>
                  <a:lnTo>
                    <a:pt x="302849" y="95250"/>
                  </a:lnTo>
                  <a:lnTo>
                    <a:pt x="313001" y="95250"/>
                  </a:lnTo>
                  <a:lnTo>
                    <a:pt x="314269" y="93980"/>
                  </a:lnTo>
                  <a:close/>
                </a:path>
                <a:path w="408305" h="402589">
                  <a:moveTo>
                    <a:pt x="318072" y="90170"/>
                  </a:moveTo>
                  <a:lnTo>
                    <a:pt x="307921" y="90170"/>
                  </a:lnTo>
                  <a:lnTo>
                    <a:pt x="305385" y="92710"/>
                  </a:lnTo>
                  <a:lnTo>
                    <a:pt x="315536" y="92710"/>
                  </a:lnTo>
                  <a:lnTo>
                    <a:pt x="318072" y="90170"/>
                  </a:lnTo>
                  <a:close/>
                </a:path>
                <a:path w="408305" h="402589">
                  <a:moveTo>
                    <a:pt x="320608" y="87630"/>
                  </a:moveTo>
                  <a:lnTo>
                    <a:pt x="310456" y="87630"/>
                  </a:lnTo>
                  <a:lnTo>
                    <a:pt x="309189" y="88900"/>
                  </a:lnTo>
                  <a:lnTo>
                    <a:pt x="319340" y="88900"/>
                  </a:lnTo>
                  <a:lnTo>
                    <a:pt x="320608" y="87630"/>
                  </a:lnTo>
                  <a:close/>
                </a:path>
                <a:path w="408305" h="402589">
                  <a:moveTo>
                    <a:pt x="324411" y="83820"/>
                  </a:moveTo>
                  <a:lnTo>
                    <a:pt x="314260" y="83820"/>
                  </a:lnTo>
                  <a:lnTo>
                    <a:pt x="311724" y="86360"/>
                  </a:lnTo>
                  <a:lnTo>
                    <a:pt x="321876" y="86360"/>
                  </a:lnTo>
                  <a:lnTo>
                    <a:pt x="324411" y="83820"/>
                  </a:lnTo>
                  <a:close/>
                </a:path>
                <a:path w="408305" h="402589">
                  <a:moveTo>
                    <a:pt x="326947" y="81280"/>
                  </a:moveTo>
                  <a:lnTo>
                    <a:pt x="316796" y="81280"/>
                  </a:lnTo>
                  <a:lnTo>
                    <a:pt x="315528" y="82550"/>
                  </a:lnTo>
                  <a:lnTo>
                    <a:pt x="325679" y="82550"/>
                  </a:lnTo>
                  <a:lnTo>
                    <a:pt x="326947" y="81280"/>
                  </a:lnTo>
                  <a:close/>
                </a:path>
                <a:path w="408305" h="402589">
                  <a:moveTo>
                    <a:pt x="330751" y="77470"/>
                  </a:moveTo>
                  <a:lnTo>
                    <a:pt x="320599" y="77470"/>
                  </a:lnTo>
                  <a:lnTo>
                    <a:pt x="318063" y="80010"/>
                  </a:lnTo>
                  <a:lnTo>
                    <a:pt x="328215" y="80010"/>
                  </a:lnTo>
                  <a:lnTo>
                    <a:pt x="330751" y="77470"/>
                  </a:lnTo>
                  <a:close/>
                </a:path>
                <a:path w="408305" h="402589">
                  <a:moveTo>
                    <a:pt x="333286" y="74930"/>
                  </a:moveTo>
                  <a:lnTo>
                    <a:pt x="323135" y="74930"/>
                  </a:lnTo>
                  <a:lnTo>
                    <a:pt x="321867" y="76200"/>
                  </a:lnTo>
                  <a:lnTo>
                    <a:pt x="332018" y="76200"/>
                  </a:lnTo>
                  <a:lnTo>
                    <a:pt x="333286" y="74930"/>
                  </a:lnTo>
                  <a:close/>
                </a:path>
                <a:path w="408305" h="402589">
                  <a:moveTo>
                    <a:pt x="337090" y="71120"/>
                  </a:moveTo>
                  <a:lnTo>
                    <a:pt x="326938" y="71120"/>
                  </a:lnTo>
                  <a:lnTo>
                    <a:pt x="324403" y="73660"/>
                  </a:lnTo>
                  <a:lnTo>
                    <a:pt x="334554" y="73660"/>
                  </a:lnTo>
                  <a:lnTo>
                    <a:pt x="337090" y="71120"/>
                  </a:lnTo>
                  <a:close/>
                </a:path>
                <a:path w="408305" h="402589">
                  <a:moveTo>
                    <a:pt x="339625" y="68580"/>
                  </a:moveTo>
                  <a:lnTo>
                    <a:pt x="329474" y="68580"/>
                  </a:lnTo>
                  <a:lnTo>
                    <a:pt x="328206" y="69850"/>
                  </a:lnTo>
                  <a:lnTo>
                    <a:pt x="338358" y="69850"/>
                  </a:lnTo>
                  <a:lnTo>
                    <a:pt x="339625" y="68580"/>
                  </a:lnTo>
                  <a:close/>
                </a:path>
                <a:path w="408305" h="402589">
                  <a:moveTo>
                    <a:pt x="343429" y="64770"/>
                  </a:moveTo>
                  <a:lnTo>
                    <a:pt x="333278" y="64770"/>
                  </a:lnTo>
                  <a:lnTo>
                    <a:pt x="330742" y="67310"/>
                  </a:lnTo>
                  <a:lnTo>
                    <a:pt x="340893" y="67310"/>
                  </a:lnTo>
                  <a:lnTo>
                    <a:pt x="343429" y="64770"/>
                  </a:lnTo>
                  <a:close/>
                </a:path>
                <a:path w="408305" h="402589">
                  <a:moveTo>
                    <a:pt x="345965" y="62230"/>
                  </a:moveTo>
                  <a:lnTo>
                    <a:pt x="335813" y="62230"/>
                  </a:lnTo>
                  <a:lnTo>
                    <a:pt x="334545" y="63500"/>
                  </a:lnTo>
                  <a:lnTo>
                    <a:pt x="344697" y="63500"/>
                  </a:lnTo>
                  <a:lnTo>
                    <a:pt x="345965" y="62230"/>
                  </a:lnTo>
                  <a:close/>
                </a:path>
                <a:path w="408305" h="402589">
                  <a:moveTo>
                    <a:pt x="349768" y="58420"/>
                  </a:moveTo>
                  <a:lnTo>
                    <a:pt x="339617" y="58420"/>
                  </a:lnTo>
                  <a:lnTo>
                    <a:pt x="337081" y="60960"/>
                  </a:lnTo>
                  <a:lnTo>
                    <a:pt x="347233" y="60960"/>
                  </a:lnTo>
                  <a:lnTo>
                    <a:pt x="349768" y="58420"/>
                  </a:lnTo>
                  <a:close/>
                </a:path>
                <a:path w="408305" h="402589">
                  <a:moveTo>
                    <a:pt x="352304" y="55880"/>
                  </a:moveTo>
                  <a:lnTo>
                    <a:pt x="342153" y="55880"/>
                  </a:lnTo>
                  <a:lnTo>
                    <a:pt x="340885" y="57150"/>
                  </a:lnTo>
                  <a:lnTo>
                    <a:pt x="351036" y="57150"/>
                  </a:lnTo>
                  <a:lnTo>
                    <a:pt x="352304" y="55880"/>
                  </a:lnTo>
                  <a:close/>
                </a:path>
                <a:path w="408305" h="402589">
                  <a:moveTo>
                    <a:pt x="356108" y="52070"/>
                  </a:moveTo>
                  <a:lnTo>
                    <a:pt x="345956" y="52070"/>
                  </a:lnTo>
                  <a:lnTo>
                    <a:pt x="343420" y="54610"/>
                  </a:lnTo>
                  <a:lnTo>
                    <a:pt x="353572" y="54610"/>
                  </a:lnTo>
                  <a:lnTo>
                    <a:pt x="356108" y="52070"/>
                  </a:lnTo>
                  <a:close/>
                </a:path>
                <a:path w="408305" h="402589">
                  <a:moveTo>
                    <a:pt x="358643" y="49530"/>
                  </a:moveTo>
                  <a:lnTo>
                    <a:pt x="348492" y="49530"/>
                  </a:lnTo>
                  <a:lnTo>
                    <a:pt x="347224" y="50800"/>
                  </a:lnTo>
                  <a:lnTo>
                    <a:pt x="357375" y="50800"/>
                  </a:lnTo>
                  <a:lnTo>
                    <a:pt x="358643" y="49530"/>
                  </a:lnTo>
                  <a:close/>
                </a:path>
                <a:path w="408305" h="402589">
                  <a:moveTo>
                    <a:pt x="362447" y="45720"/>
                  </a:moveTo>
                  <a:lnTo>
                    <a:pt x="352295" y="45720"/>
                  </a:lnTo>
                  <a:lnTo>
                    <a:pt x="349760" y="48260"/>
                  </a:lnTo>
                  <a:lnTo>
                    <a:pt x="359911" y="48260"/>
                  </a:lnTo>
                  <a:lnTo>
                    <a:pt x="362447" y="45720"/>
                  </a:lnTo>
                  <a:close/>
                </a:path>
                <a:path w="408305" h="402589">
                  <a:moveTo>
                    <a:pt x="364982" y="43180"/>
                  </a:moveTo>
                  <a:lnTo>
                    <a:pt x="354831" y="43180"/>
                  </a:lnTo>
                  <a:lnTo>
                    <a:pt x="353563" y="44450"/>
                  </a:lnTo>
                  <a:lnTo>
                    <a:pt x="363715" y="44450"/>
                  </a:lnTo>
                  <a:lnTo>
                    <a:pt x="364982" y="43180"/>
                  </a:lnTo>
                  <a:close/>
                </a:path>
                <a:path w="408305" h="402589">
                  <a:moveTo>
                    <a:pt x="368786" y="39370"/>
                  </a:moveTo>
                  <a:lnTo>
                    <a:pt x="358635" y="39370"/>
                  </a:lnTo>
                  <a:lnTo>
                    <a:pt x="356099" y="41910"/>
                  </a:lnTo>
                  <a:lnTo>
                    <a:pt x="366250" y="41910"/>
                  </a:lnTo>
                  <a:lnTo>
                    <a:pt x="368786" y="39370"/>
                  </a:lnTo>
                  <a:close/>
                </a:path>
                <a:path w="408305" h="402589">
                  <a:moveTo>
                    <a:pt x="371322" y="36830"/>
                  </a:moveTo>
                  <a:lnTo>
                    <a:pt x="361170" y="36830"/>
                  </a:lnTo>
                  <a:lnTo>
                    <a:pt x="359902" y="38100"/>
                  </a:lnTo>
                  <a:lnTo>
                    <a:pt x="370054" y="38100"/>
                  </a:lnTo>
                  <a:lnTo>
                    <a:pt x="371322" y="36830"/>
                  </a:lnTo>
                  <a:close/>
                </a:path>
                <a:path w="408305" h="402589">
                  <a:moveTo>
                    <a:pt x="375125" y="33020"/>
                  </a:moveTo>
                  <a:lnTo>
                    <a:pt x="364974" y="33020"/>
                  </a:lnTo>
                  <a:lnTo>
                    <a:pt x="362438" y="35560"/>
                  </a:lnTo>
                  <a:lnTo>
                    <a:pt x="372590" y="35560"/>
                  </a:lnTo>
                  <a:lnTo>
                    <a:pt x="375125" y="33020"/>
                  </a:lnTo>
                  <a:close/>
                </a:path>
                <a:path w="408305" h="402589">
                  <a:moveTo>
                    <a:pt x="377661" y="30480"/>
                  </a:moveTo>
                  <a:lnTo>
                    <a:pt x="367510" y="30480"/>
                  </a:lnTo>
                  <a:lnTo>
                    <a:pt x="366242" y="31750"/>
                  </a:lnTo>
                  <a:lnTo>
                    <a:pt x="376393" y="31750"/>
                  </a:lnTo>
                  <a:lnTo>
                    <a:pt x="377661" y="30480"/>
                  </a:lnTo>
                  <a:close/>
                </a:path>
                <a:path w="408305" h="402589">
                  <a:moveTo>
                    <a:pt x="381464" y="26670"/>
                  </a:moveTo>
                  <a:lnTo>
                    <a:pt x="371313" y="26670"/>
                  </a:lnTo>
                  <a:lnTo>
                    <a:pt x="368777" y="29210"/>
                  </a:lnTo>
                  <a:lnTo>
                    <a:pt x="378929" y="29210"/>
                  </a:lnTo>
                  <a:lnTo>
                    <a:pt x="381464" y="26670"/>
                  </a:lnTo>
                  <a:close/>
                </a:path>
                <a:path w="408305" h="402589">
                  <a:moveTo>
                    <a:pt x="384000" y="24130"/>
                  </a:moveTo>
                  <a:lnTo>
                    <a:pt x="373849" y="24130"/>
                  </a:lnTo>
                  <a:lnTo>
                    <a:pt x="372581" y="25400"/>
                  </a:lnTo>
                  <a:lnTo>
                    <a:pt x="382732" y="25400"/>
                  </a:lnTo>
                  <a:lnTo>
                    <a:pt x="384000" y="24130"/>
                  </a:lnTo>
                  <a:close/>
                </a:path>
                <a:path w="408305" h="402589">
                  <a:moveTo>
                    <a:pt x="387804" y="20320"/>
                  </a:moveTo>
                  <a:lnTo>
                    <a:pt x="377652" y="20320"/>
                  </a:lnTo>
                  <a:lnTo>
                    <a:pt x="375117" y="22860"/>
                  </a:lnTo>
                  <a:lnTo>
                    <a:pt x="385268" y="22860"/>
                  </a:lnTo>
                  <a:lnTo>
                    <a:pt x="387804" y="20320"/>
                  </a:lnTo>
                  <a:close/>
                </a:path>
                <a:path w="408305" h="402589">
                  <a:moveTo>
                    <a:pt x="390339" y="17780"/>
                  </a:moveTo>
                  <a:lnTo>
                    <a:pt x="380188" y="17780"/>
                  </a:lnTo>
                  <a:lnTo>
                    <a:pt x="378920" y="19050"/>
                  </a:lnTo>
                  <a:lnTo>
                    <a:pt x="389072" y="19050"/>
                  </a:lnTo>
                  <a:lnTo>
                    <a:pt x="390339" y="17780"/>
                  </a:lnTo>
                  <a:close/>
                </a:path>
                <a:path w="408305" h="402589">
                  <a:moveTo>
                    <a:pt x="394143" y="13970"/>
                  </a:moveTo>
                  <a:lnTo>
                    <a:pt x="383992" y="13970"/>
                  </a:lnTo>
                  <a:lnTo>
                    <a:pt x="381456" y="16510"/>
                  </a:lnTo>
                  <a:lnTo>
                    <a:pt x="391607" y="16510"/>
                  </a:lnTo>
                  <a:lnTo>
                    <a:pt x="394143" y="13970"/>
                  </a:lnTo>
                  <a:close/>
                </a:path>
                <a:path w="408305" h="402589">
                  <a:moveTo>
                    <a:pt x="396679" y="11430"/>
                  </a:moveTo>
                  <a:lnTo>
                    <a:pt x="386527" y="11430"/>
                  </a:lnTo>
                  <a:lnTo>
                    <a:pt x="385259" y="12700"/>
                  </a:lnTo>
                  <a:lnTo>
                    <a:pt x="395411" y="12700"/>
                  </a:lnTo>
                  <a:lnTo>
                    <a:pt x="396679" y="11430"/>
                  </a:lnTo>
                  <a:close/>
                </a:path>
                <a:path w="408305" h="402589">
                  <a:moveTo>
                    <a:pt x="400482" y="7620"/>
                  </a:moveTo>
                  <a:lnTo>
                    <a:pt x="390331" y="7620"/>
                  </a:lnTo>
                  <a:lnTo>
                    <a:pt x="387795" y="10160"/>
                  </a:lnTo>
                  <a:lnTo>
                    <a:pt x="397946" y="10160"/>
                  </a:lnTo>
                  <a:lnTo>
                    <a:pt x="400482" y="7620"/>
                  </a:lnTo>
                  <a:close/>
                </a:path>
                <a:path w="408305" h="402589">
                  <a:moveTo>
                    <a:pt x="403018" y="5080"/>
                  </a:moveTo>
                  <a:lnTo>
                    <a:pt x="392866" y="5080"/>
                  </a:lnTo>
                  <a:lnTo>
                    <a:pt x="391599" y="6350"/>
                  </a:lnTo>
                  <a:lnTo>
                    <a:pt x="401750" y="6350"/>
                  </a:lnTo>
                  <a:lnTo>
                    <a:pt x="403018" y="5080"/>
                  </a:lnTo>
                  <a:close/>
                </a:path>
                <a:path w="408305" h="402589">
                  <a:moveTo>
                    <a:pt x="408089" y="0"/>
                  </a:moveTo>
                  <a:lnTo>
                    <a:pt x="397938" y="0"/>
                  </a:lnTo>
                  <a:lnTo>
                    <a:pt x="394134" y="3810"/>
                  </a:lnTo>
                  <a:lnTo>
                    <a:pt x="404286" y="3810"/>
                  </a:lnTo>
                  <a:lnTo>
                    <a:pt x="408089" y="0"/>
                  </a:lnTo>
                  <a:close/>
                </a:path>
                <a:path w="408305" h="402589">
                  <a:moveTo>
                    <a:pt x="203966" y="204470"/>
                  </a:moveTo>
                  <a:lnTo>
                    <a:pt x="193814" y="204470"/>
                  </a:lnTo>
                  <a:lnTo>
                    <a:pt x="168457" y="229870"/>
                  </a:lnTo>
                  <a:lnTo>
                    <a:pt x="178609" y="229870"/>
                  </a:lnTo>
                  <a:lnTo>
                    <a:pt x="203966" y="204470"/>
                  </a:lnTo>
                  <a:close/>
                </a:path>
                <a:path w="408305" h="402589">
                  <a:moveTo>
                    <a:pt x="178609" y="229870"/>
                  </a:moveTo>
                  <a:lnTo>
                    <a:pt x="168457" y="229870"/>
                  </a:lnTo>
                  <a:lnTo>
                    <a:pt x="117744" y="280670"/>
                  </a:lnTo>
                  <a:lnTo>
                    <a:pt x="127895" y="280670"/>
                  </a:lnTo>
                  <a:lnTo>
                    <a:pt x="178609" y="229870"/>
                  </a:lnTo>
                  <a:close/>
                </a:path>
                <a:path w="408305" h="402589">
                  <a:moveTo>
                    <a:pt x="7449" y="401320"/>
                  </a:moveTo>
                  <a:lnTo>
                    <a:pt x="5080" y="401320"/>
                  </a:lnTo>
                  <a:lnTo>
                    <a:pt x="5080" y="402590"/>
                  </a:lnTo>
                  <a:lnTo>
                    <a:pt x="6182" y="402590"/>
                  </a:lnTo>
                  <a:lnTo>
                    <a:pt x="7449" y="401320"/>
                  </a:lnTo>
                  <a:close/>
                </a:path>
                <a:path w="408305" h="402589">
                  <a:moveTo>
                    <a:pt x="9985" y="398780"/>
                  </a:moveTo>
                  <a:lnTo>
                    <a:pt x="2539" y="398780"/>
                  </a:lnTo>
                  <a:lnTo>
                    <a:pt x="2539" y="401320"/>
                  </a:lnTo>
                  <a:lnTo>
                    <a:pt x="3809" y="401320"/>
                  </a:lnTo>
                  <a:lnTo>
                    <a:pt x="3809" y="400050"/>
                  </a:lnTo>
                  <a:lnTo>
                    <a:pt x="8717" y="400050"/>
                  </a:lnTo>
                  <a:lnTo>
                    <a:pt x="9985" y="398780"/>
                  </a:lnTo>
                  <a:close/>
                </a:path>
                <a:path w="408305" h="402589">
                  <a:moveTo>
                    <a:pt x="13789" y="394970"/>
                  </a:moveTo>
                  <a:lnTo>
                    <a:pt x="3637" y="394970"/>
                  </a:lnTo>
                  <a:lnTo>
                    <a:pt x="0" y="398613"/>
                  </a:lnTo>
                  <a:lnTo>
                    <a:pt x="0" y="398780"/>
                  </a:lnTo>
                  <a:lnTo>
                    <a:pt x="1269" y="398780"/>
                  </a:lnTo>
                  <a:lnTo>
                    <a:pt x="1269" y="397510"/>
                  </a:lnTo>
                  <a:lnTo>
                    <a:pt x="11253" y="397510"/>
                  </a:lnTo>
                  <a:lnTo>
                    <a:pt x="13789" y="394970"/>
                  </a:lnTo>
                  <a:close/>
                </a:path>
                <a:path w="408305" h="402589">
                  <a:moveTo>
                    <a:pt x="16324" y="392430"/>
                  </a:moveTo>
                  <a:lnTo>
                    <a:pt x="6173" y="392430"/>
                  </a:lnTo>
                  <a:lnTo>
                    <a:pt x="4905" y="393700"/>
                  </a:lnTo>
                  <a:lnTo>
                    <a:pt x="15057" y="393700"/>
                  </a:lnTo>
                  <a:lnTo>
                    <a:pt x="16324" y="392430"/>
                  </a:lnTo>
                  <a:close/>
                </a:path>
                <a:path w="408305" h="402589">
                  <a:moveTo>
                    <a:pt x="20128" y="388620"/>
                  </a:moveTo>
                  <a:lnTo>
                    <a:pt x="9977" y="388620"/>
                  </a:lnTo>
                  <a:lnTo>
                    <a:pt x="7441" y="391160"/>
                  </a:lnTo>
                  <a:lnTo>
                    <a:pt x="17592" y="391160"/>
                  </a:lnTo>
                  <a:lnTo>
                    <a:pt x="20128" y="388620"/>
                  </a:lnTo>
                  <a:close/>
                </a:path>
                <a:path w="408305" h="402589">
                  <a:moveTo>
                    <a:pt x="22664" y="386080"/>
                  </a:moveTo>
                  <a:lnTo>
                    <a:pt x="12512" y="386080"/>
                  </a:lnTo>
                  <a:lnTo>
                    <a:pt x="11244" y="387350"/>
                  </a:lnTo>
                  <a:lnTo>
                    <a:pt x="21396" y="387350"/>
                  </a:lnTo>
                  <a:lnTo>
                    <a:pt x="22664" y="386080"/>
                  </a:lnTo>
                  <a:close/>
                </a:path>
                <a:path w="408305" h="402589">
                  <a:moveTo>
                    <a:pt x="26467" y="382270"/>
                  </a:moveTo>
                  <a:lnTo>
                    <a:pt x="16316" y="382270"/>
                  </a:lnTo>
                  <a:lnTo>
                    <a:pt x="13780" y="384810"/>
                  </a:lnTo>
                  <a:lnTo>
                    <a:pt x="23931" y="384810"/>
                  </a:lnTo>
                  <a:lnTo>
                    <a:pt x="26467" y="382270"/>
                  </a:lnTo>
                  <a:close/>
                </a:path>
                <a:path w="408305" h="402589">
                  <a:moveTo>
                    <a:pt x="29003" y="379730"/>
                  </a:moveTo>
                  <a:lnTo>
                    <a:pt x="18851" y="379730"/>
                  </a:lnTo>
                  <a:lnTo>
                    <a:pt x="17584" y="381000"/>
                  </a:lnTo>
                  <a:lnTo>
                    <a:pt x="27735" y="381000"/>
                  </a:lnTo>
                  <a:lnTo>
                    <a:pt x="29003" y="379730"/>
                  </a:lnTo>
                  <a:close/>
                </a:path>
                <a:path w="408305" h="402589">
                  <a:moveTo>
                    <a:pt x="32806" y="375920"/>
                  </a:moveTo>
                  <a:lnTo>
                    <a:pt x="22655" y="375920"/>
                  </a:lnTo>
                  <a:lnTo>
                    <a:pt x="20119" y="378460"/>
                  </a:lnTo>
                  <a:lnTo>
                    <a:pt x="30271" y="378460"/>
                  </a:lnTo>
                  <a:lnTo>
                    <a:pt x="32806" y="375920"/>
                  </a:lnTo>
                  <a:close/>
                </a:path>
                <a:path w="408305" h="402589">
                  <a:moveTo>
                    <a:pt x="35342" y="373380"/>
                  </a:moveTo>
                  <a:lnTo>
                    <a:pt x="25191" y="373380"/>
                  </a:lnTo>
                  <a:lnTo>
                    <a:pt x="23923" y="374650"/>
                  </a:lnTo>
                  <a:lnTo>
                    <a:pt x="34074" y="374650"/>
                  </a:lnTo>
                  <a:lnTo>
                    <a:pt x="35342" y="373380"/>
                  </a:lnTo>
                  <a:close/>
                </a:path>
                <a:path w="408305" h="402589">
                  <a:moveTo>
                    <a:pt x="39146" y="369570"/>
                  </a:moveTo>
                  <a:lnTo>
                    <a:pt x="28994" y="369570"/>
                  </a:lnTo>
                  <a:lnTo>
                    <a:pt x="26459" y="372110"/>
                  </a:lnTo>
                  <a:lnTo>
                    <a:pt x="36610" y="372110"/>
                  </a:lnTo>
                  <a:lnTo>
                    <a:pt x="39146" y="369570"/>
                  </a:lnTo>
                  <a:close/>
                </a:path>
                <a:path w="408305" h="402589">
                  <a:moveTo>
                    <a:pt x="41681" y="367030"/>
                  </a:moveTo>
                  <a:lnTo>
                    <a:pt x="31530" y="367030"/>
                  </a:lnTo>
                  <a:lnTo>
                    <a:pt x="30262" y="368300"/>
                  </a:lnTo>
                  <a:lnTo>
                    <a:pt x="40413" y="368300"/>
                  </a:lnTo>
                  <a:lnTo>
                    <a:pt x="41681" y="367030"/>
                  </a:lnTo>
                  <a:close/>
                </a:path>
                <a:path w="408305" h="402589">
                  <a:moveTo>
                    <a:pt x="45485" y="363220"/>
                  </a:moveTo>
                  <a:lnTo>
                    <a:pt x="35333" y="363220"/>
                  </a:lnTo>
                  <a:lnTo>
                    <a:pt x="32798" y="365760"/>
                  </a:lnTo>
                  <a:lnTo>
                    <a:pt x="42949" y="365760"/>
                  </a:lnTo>
                  <a:lnTo>
                    <a:pt x="45485" y="363220"/>
                  </a:lnTo>
                  <a:close/>
                </a:path>
                <a:path w="408305" h="402589">
                  <a:moveTo>
                    <a:pt x="48021" y="360680"/>
                  </a:moveTo>
                  <a:lnTo>
                    <a:pt x="37869" y="360680"/>
                  </a:lnTo>
                  <a:lnTo>
                    <a:pt x="36601" y="361950"/>
                  </a:lnTo>
                  <a:lnTo>
                    <a:pt x="46753" y="361950"/>
                  </a:lnTo>
                  <a:lnTo>
                    <a:pt x="48021" y="360680"/>
                  </a:lnTo>
                  <a:close/>
                </a:path>
                <a:path w="408305" h="402589">
                  <a:moveTo>
                    <a:pt x="60699" y="347980"/>
                  </a:moveTo>
                  <a:lnTo>
                    <a:pt x="50548" y="347980"/>
                  </a:lnTo>
                  <a:lnTo>
                    <a:pt x="39137" y="359410"/>
                  </a:lnTo>
                  <a:lnTo>
                    <a:pt x="49288" y="359410"/>
                  </a:lnTo>
                  <a:lnTo>
                    <a:pt x="60699" y="347980"/>
                  </a:lnTo>
                  <a:close/>
                </a:path>
                <a:path w="408305" h="402589">
                  <a:moveTo>
                    <a:pt x="73378" y="335280"/>
                  </a:moveTo>
                  <a:lnTo>
                    <a:pt x="63226" y="335280"/>
                  </a:lnTo>
                  <a:lnTo>
                    <a:pt x="51815" y="346710"/>
                  </a:lnTo>
                  <a:lnTo>
                    <a:pt x="61967" y="346710"/>
                  </a:lnTo>
                  <a:lnTo>
                    <a:pt x="73378" y="335280"/>
                  </a:lnTo>
                  <a:close/>
                </a:path>
                <a:path w="408305" h="402589">
                  <a:moveTo>
                    <a:pt x="77181" y="331470"/>
                  </a:moveTo>
                  <a:lnTo>
                    <a:pt x="67030" y="331470"/>
                  </a:lnTo>
                  <a:lnTo>
                    <a:pt x="64494" y="334010"/>
                  </a:lnTo>
                  <a:lnTo>
                    <a:pt x="74645" y="334010"/>
                  </a:lnTo>
                  <a:lnTo>
                    <a:pt x="77181" y="331470"/>
                  </a:lnTo>
                  <a:close/>
                </a:path>
                <a:path w="408305" h="402589">
                  <a:moveTo>
                    <a:pt x="79717" y="328930"/>
                  </a:moveTo>
                  <a:lnTo>
                    <a:pt x="69565" y="328930"/>
                  </a:lnTo>
                  <a:lnTo>
                    <a:pt x="68298" y="330200"/>
                  </a:lnTo>
                  <a:lnTo>
                    <a:pt x="78449" y="330200"/>
                  </a:lnTo>
                  <a:lnTo>
                    <a:pt x="79717" y="328930"/>
                  </a:lnTo>
                  <a:close/>
                </a:path>
                <a:path w="408305" h="402589">
                  <a:moveTo>
                    <a:pt x="83520" y="325120"/>
                  </a:moveTo>
                  <a:lnTo>
                    <a:pt x="73369" y="325120"/>
                  </a:lnTo>
                  <a:lnTo>
                    <a:pt x="70833" y="327660"/>
                  </a:lnTo>
                  <a:lnTo>
                    <a:pt x="80985" y="327660"/>
                  </a:lnTo>
                  <a:lnTo>
                    <a:pt x="83520" y="325120"/>
                  </a:lnTo>
                  <a:close/>
                </a:path>
                <a:path w="408305" h="402589">
                  <a:moveTo>
                    <a:pt x="96199" y="312420"/>
                  </a:moveTo>
                  <a:lnTo>
                    <a:pt x="86047" y="312420"/>
                  </a:lnTo>
                  <a:lnTo>
                    <a:pt x="74637" y="323850"/>
                  </a:lnTo>
                  <a:lnTo>
                    <a:pt x="84788" y="323850"/>
                  </a:lnTo>
                  <a:lnTo>
                    <a:pt x="96199" y="312420"/>
                  </a:lnTo>
                  <a:close/>
                </a:path>
                <a:path w="408305" h="402589">
                  <a:moveTo>
                    <a:pt x="105074" y="303530"/>
                  </a:moveTo>
                  <a:lnTo>
                    <a:pt x="94922" y="303530"/>
                  </a:lnTo>
                  <a:lnTo>
                    <a:pt x="87315" y="311150"/>
                  </a:lnTo>
                  <a:lnTo>
                    <a:pt x="97467" y="311150"/>
                  </a:lnTo>
                  <a:lnTo>
                    <a:pt x="105074" y="303530"/>
                  </a:lnTo>
                  <a:close/>
                </a:path>
                <a:path w="408305" h="402589">
                  <a:moveTo>
                    <a:pt x="121556" y="287020"/>
                  </a:moveTo>
                  <a:lnTo>
                    <a:pt x="111404" y="287020"/>
                  </a:lnTo>
                  <a:lnTo>
                    <a:pt x="96190" y="302260"/>
                  </a:lnTo>
                  <a:lnTo>
                    <a:pt x="106342" y="302260"/>
                  </a:lnTo>
                  <a:lnTo>
                    <a:pt x="121556" y="287020"/>
                  </a:lnTo>
                  <a:close/>
                </a:path>
                <a:path w="408305" h="402589">
                  <a:moveTo>
                    <a:pt x="126627" y="281940"/>
                  </a:moveTo>
                  <a:lnTo>
                    <a:pt x="116476" y="281940"/>
                  </a:lnTo>
                  <a:lnTo>
                    <a:pt x="112672" y="285750"/>
                  </a:lnTo>
                  <a:lnTo>
                    <a:pt x="122824" y="285750"/>
                  </a:lnTo>
                  <a:lnTo>
                    <a:pt x="126627" y="281940"/>
                  </a:lnTo>
                  <a:close/>
                </a:path>
              </a:pathLst>
            </a:custGeom>
            <a:solidFill>
              <a:srgbClr val="7255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19">
              <a:extLst>
                <a:ext uri="{FF2B5EF4-FFF2-40B4-BE49-F238E27FC236}">
                  <a16:creationId xmlns:a16="http://schemas.microsoft.com/office/drawing/2014/main" id="{B253011E-2457-41FF-2989-30ECC0367548}"/>
                </a:ext>
              </a:extLst>
            </p:cNvPr>
            <p:cNvSpPr/>
            <p:nvPr/>
          </p:nvSpPr>
          <p:spPr>
            <a:xfrm>
              <a:off x="2506812" y="2575559"/>
              <a:ext cx="412115" cy="407670"/>
            </a:xfrm>
            <a:custGeom>
              <a:avLst/>
              <a:gdLst/>
              <a:ahLst/>
              <a:cxnLst/>
              <a:rect l="l" t="t" r="r" b="b"/>
              <a:pathLst>
                <a:path w="412114" h="407669">
                  <a:moveTo>
                    <a:pt x="213527" y="198120"/>
                  </a:moveTo>
                  <a:lnTo>
                    <a:pt x="204123" y="198120"/>
                  </a:lnTo>
                  <a:lnTo>
                    <a:pt x="197784" y="204470"/>
                  </a:lnTo>
                  <a:lnTo>
                    <a:pt x="207177" y="204470"/>
                  </a:lnTo>
                  <a:lnTo>
                    <a:pt x="213527" y="198120"/>
                  </a:lnTo>
                  <a:close/>
                </a:path>
                <a:path w="412114" h="407669">
                  <a:moveTo>
                    <a:pt x="216067" y="195580"/>
                  </a:moveTo>
                  <a:lnTo>
                    <a:pt x="206659" y="195580"/>
                  </a:lnTo>
                  <a:lnTo>
                    <a:pt x="205391" y="196850"/>
                  </a:lnTo>
                  <a:lnTo>
                    <a:pt x="214797" y="196850"/>
                  </a:lnTo>
                  <a:lnTo>
                    <a:pt x="216067" y="195580"/>
                  </a:lnTo>
                  <a:close/>
                </a:path>
                <a:path w="412114" h="407669">
                  <a:moveTo>
                    <a:pt x="219877" y="191770"/>
                  </a:moveTo>
                  <a:lnTo>
                    <a:pt x="210462" y="191770"/>
                  </a:lnTo>
                  <a:lnTo>
                    <a:pt x="207926" y="194310"/>
                  </a:lnTo>
                  <a:lnTo>
                    <a:pt x="217337" y="194310"/>
                  </a:lnTo>
                  <a:lnTo>
                    <a:pt x="219877" y="191770"/>
                  </a:lnTo>
                  <a:close/>
                </a:path>
                <a:path w="412114" h="407669">
                  <a:moveTo>
                    <a:pt x="222417" y="189230"/>
                  </a:moveTo>
                  <a:lnTo>
                    <a:pt x="212998" y="189230"/>
                  </a:lnTo>
                  <a:lnTo>
                    <a:pt x="211730" y="190500"/>
                  </a:lnTo>
                  <a:lnTo>
                    <a:pt x="221147" y="190500"/>
                  </a:lnTo>
                  <a:lnTo>
                    <a:pt x="222417" y="189230"/>
                  </a:lnTo>
                  <a:close/>
                </a:path>
                <a:path w="412114" h="407669">
                  <a:moveTo>
                    <a:pt x="226227" y="185420"/>
                  </a:moveTo>
                  <a:lnTo>
                    <a:pt x="216801" y="185420"/>
                  </a:lnTo>
                  <a:lnTo>
                    <a:pt x="214266" y="187960"/>
                  </a:lnTo>
                  <a:lnTo>
                    <a:pt x="223687" y="187960"/>
                  </a:lnTo>
                  <a:lnTo>
                    <a:pt x="226227" y="185420"/>
                  </a:lnTo>
                  <a:close/>
                </a:path>
                <a:path w="412114" h="407669">
                  <a:moveTo>
                    <a:pt x="228767" y="182880"/>
                  </a:moveTo>
                  <a:lnTo>
                    <a:pt x="219337" y="182880"/>
                  </a:lnTo>
                  <a:lnTo>
                    <a:pt x="218069" y="184150"/>
                  </a:lnTo>
                  <a:lnTo>
                    <a:pt x="227497" y="184150"/>
                  </a:lnTo>
                  <a:lnTo>
                    <a:pt x="228767" y="182880"/>
                  </a:lnTo>
                  <a:close/>
                </a:path>
                <a:path w="412114" h="407669">
                  <a:moveTo>
                    <a:pt x="241467" y="170180"/>
                  </a:moveTo>
                  <a:lnTo>
                    <a:pt x="232016" y="170180"/>
                  </a:lnTo>
                  <a:lnTo>
                    <a:pt x="220605" y="181610"/>
                  </a:lnTo>
                  <a:lnTo>
                    <a:pt x="230037" y="181610"/>
                  </a:lnTo>
                  <a:lnTo>
                    <a:pt x="241467" y="170180"/>
                  </a:lnTo>
                  <a:close/>
                </a:path>
                <a:path w="412114" h="407669">
                  <a:moveTo>
                    <a:pt x="254167" y="157480"/>
                  </a:moveTo>
                  <a:lnTo>
                    <a:pt x="244694" y="157480"/>
                  </a:lnTo>
                  <a:lnTo>
                    <a:pt x="233283" y="168910"/>
                  </a:lnTo>
                  <a:lnTo>
                    <a:pt x="242737" y="168910"/>
                  </a:lnTo>
                  <a:lnTo>
                    <a:pt x="254167" y="157480"/>
                  </a:lnTo>
                  <a:close/>
                </a:path>
                <a:path w="412114" h="407669">
                  <a:moveTo>
                    <a:pt x="257977" y="153670"/>
                  </a:moveTo>
                  <a:lnTo>
                    <a:pt x="248498" y="153670"/>
                  </a:lnTo>
                  <a:lnTo>
                    <a:pt x="245962" y="156210"/>
                  </a:lnTo>
                  <a:lnTo>
                    <a:pt x="255437" y="156210"/>
                  </a:lnTo>
                  <a:lnTo>
                    <a:pt x="257977" y="153670"/>
                  </a:lnTo>
                  <a:close/>
                </a:path>
                <a:path w="412114" h="407669">
                  <a:moveTo>
                    <a:pt x="260517" y="151130"/>
                  </a:moveTo>
                  <a:lnTo>
                    <a:pt x="251033" y="151130"/>
                  </a:lnTo>
                  <a:lnTo>
                    <a:pt x="249765" y="152400"/>
                  </a:lnTo>
                  <a:lnTo>
                    <a:pt x="259247" y="152400"/>
                  </a:lnTo>
                  <a:lnTo>
                    <a:pt x="260517" y="151130"/>
                  </a:lnTo>
                  <a:close/>
                </a:path>
                <a:path w="412114" h="407669">
                  <a:moveTo>
                    <a:pt x="264327" y="147320"/>
                  </a:moveTo>
                  <a:lnTo>
                    <a:pt x="254837" y="147320"/>
                  </a:lnTo>
                  <a:lnTo>
                    <a:pt x="252301" y="149860"/>
                  </a:lnTo>
                  <a:lnTo>
                    <a:pt x="261787" y="149860"/>
                  </a:lnTo>
                  <a:lnTo>
                    <a:pt x="264327" y="147320"/>
                  </a:lnTo>
                  <a:close/>
                </a:path>
                <a:path w="412114" h="407669">
                  <a:moveTo>
                    <a:pt x="266867" y="144780"/>
                  </a:moveTo>
                  <a:lnTo>
                    <a:pt x="257373" y="144780"/>
                  </a:lnTo>
                  <a:lnTo>
                    <a:pt x="256105" y="146050"/>
                  </a:lnTo>
                  <a:lnTo>
                    <a:pt x="265597" y="146050"/>
                  </a:lnTo>
                  <a:lnTo>
                    <a:pt x="266867" y="144780"/>
                  </a:lnTo>
                  <a:close/>
                </a:path>
                <a:path w="412114" h="407669">
                  <a:moveTo>
                    <a:pt x="270677" y="140970"/>
                  </a:moveTo>
                  <a:lnTo>
                    <a:pt x="261176" y="140970"/>
                  </a:lnTo>
                  <a:lnTo>
                    <a:pt x="258640" y="143510"/>
                  </a:lnTo>
                  <a:lnTo>
                    <a:pt x="268137" y="143510"/>
                  </a:lnTo>
                  <a:lnTo>
                    <a:pt x="270677" y="140970"/>
                  </a:lnTo>
                  <a:close/>
                </a:path>
                <a:path w="412114" h="407669">
                  <a:moveTo>
                    <a:pt x="273217" y="138430"/>
                  </a:moveTo>
                  <a:lnTo>
                    <a:pt x="263712" y="138430"/>
                  </a:lnTo>
                  <a:lnTo>
                    <a:pt x="262444" y="139700"/>
                  </a:lnTo>
                  <a:lnTo>
                    <a:pt x="271947" y="139700"/>
                  </a:lnTo>
                  <a:lnTo>
                    <a:pt x="273217" y="138430"/>
                  </a:lnTo>
                  <a:close/>
                </a:path>
                <a:path w="412114" h="407669">
                  <a:moveTo>
                    <a:pt x="277027" y="134620"/>
                  </a:moveTo>
                  <a:lnTo>
                    <a:pt x="267515" y="134620"/>
                  </a:lnTo>
                  <a:lnTo>
                    <a:pt x="264980" y="137160"/>
                  </a:lnTo>
                  <a:lnTo>
                    <a:pt x="274487" y="137160"/>
                  </a:lnTo>
                  <a:lnTo>
                    <a:pt x="277027" y="134620"/>
                  </a:lnTo>
                  <a:close/>
                </a:path>
                <a:path w="412114" h="407669">
                  <a:moveTo>
                    <a:pt x="279567" y="132080"/>
                  </a:moveTo>
                  <a:lnTo>
                    <a:pt x="270051" y="132080"/>
                  </a:lnTo>
                  <a:lnTo>
                    <a:pt x="268783" y="133350"/>
                  </a:lnTo>
                  <a:lnTo>
                    <a:pt x="278297" y="133350"/>
                  </a:lnTo>
                  <a:lnTo>
                    <a:pt x="279567" y="132080"/>
                  </a:lnTo>
                  <a:close/>
                </a:path>
                <a:path w="412114" h="407669">
                  <a:moveTo>
                    <a:pt x="283377" y="128270"/>
                  </a:moveTo>
                  <a:lnTo>
                    <a:pt x="273855" y="128270"/>
                  </a:lnTo>
                  <a:lnTo>
                    <a:pt x="271319" y="130810"/>
                  </a:lnTo>
                  <a:lnTo>
                    <a:pt x="280837" y="130810"/>
                  </a:lnTo>
                  <a:lnTo>
                    <a:pt x="283377" y="128270"/>
                  </a:lnTo>
                  <a:close/>
                </a:path>
                <a:path w="412114" h="407669">
                  <a:moveTo>
                    <a:pt x="285917" y="125730"/>
                  </a:moveTo>
                  <a:lnTo>
                    <a:pt x="276390" y="125730"/>
                  </a:lnTo>
                  <a:lnTo>
                    <a:pt x="275122" y="127000"/>
                  </a:lnTo>
                  <a:lnTo>
                    <a:pt x="284647" y="127000"/>
                  </a:lnTo>
                  <a:lnTo>
                    <a:pt x="285917" y="125730"/>
                  </a:lnTo>
                  <a:close/>
                </a:path>
                <a:path w="412114" h="407669">
                  <a:moveTo>
                    <a:pt x="289727" y="121920"/>
                  </a:moveTo>
                  <a:lnTo>
                    <a:pt x="280194" y="121920"/>
                  </a:lnTo>
                  <a:lnTo>
                    <a:pt x="277658" y="124460"/>
                  </a:lnTo>
                  <a:lnTo>
                    <a:pt x="287187" y="124460"/>
                  </a:lnTo>
                  <a:lnTo>
                    <a:pt x="289727" y="121920"/>
                  </a:lnTo>
                  <a:close/>
                </a:path>
                <a:path w="412114" h="407669">
                  <a:moveTo>
                    <a:pt x="292267" y="119380"/>
                  </a:moveTo>
                  <a:lnTo>
                    <a:pt x="282729" y="119380"/>
                  </a:lnTo>
                  <a:lnTo>
                    <a:pt x="281462" y="120650"/>
                  </a:lnTo>
                  <a:lnTo>
                    <a:pt x="290997" y="120650"/>
                  </a:lnTo>
                  <a:lnTo>
                    <a:pt x="292267" y="119380"/>
                  </a:lnTo>
                  <a:close/>
                </a:path>
                <a:path w="412114" h="407669">
                  <a:moveTo>
                    <a:pt x="296077" y="115570"/>
                  </a:moveTo>
                  <a:lnTo>
                    <a:pt x="286533" y="115570"/>
                  </a:lnTo>
                  <a:lnTo>
                    <a:pt x="283997" y="118110"/>
                  </a:lnTo>
                  <a:lnTo>
                    <a:pt x="293537" y="118110"/>
                  </a:lnTo>
                  <a:lnTo>
                    <a:pt x="296077" y="115570"/>
                  </a:lnTo>
                  <a:close/>
                </a:path>
                <a:path w="412114" h="407669">
                  <a:moveTo>
                    <a:pt x="298617" y="113030"/>
                  </a:moveTo>
                  <a:lnTo>
                    <a:pt x="289069" y="113030"/>
                  </a:lnTo>
                  <a:lnTo>
                    <a:pt x="287801" y="114300"/>
                  </a:lnTo>
                  <a:lnTo>
                    <a:pt x="297347" y="114300"/>
                  </a:lnTo>
                  <a:lnTo>
                    <a:pt x="298617" y="113030"/>
                  </a:lnTo>
                  <a:close/>
                </a:path>
                <a:path w="412114" h="407669">
                  <a:moveTo>
                    <a:pt x="302427" y="109220"/>
                  </a:moveTo>
                  <a:lnTo>
                    <a:pt x="292872" y="109220"/>
                  </a:lnTo>
                  <a:lnTo>
                    <a:pt x="290337" y="111760"/>
                  </a:lnTo>
                  <a:lnTo>
                    <a:pt x="299887" y="111760"/>
                  </a:lnTo>
                  <a:lnTo>
                    <a:pt x="302427" y="109220"/>
                  </a:lnTo>
                  <a:close/>
                </a:path>
                <a:path w="412114" h="407669">
                  <a:moveTo>
                    <a:pt x="304967" y="106680"/>
                  </a:moveTo>
                  <a:lnTo>
                    <a:pt x="295408" y="106680"/>
                  </a:lnTo>
                  <a:lnTo>
                    <a:pt x="294140" y="107950"/>
                  </a:lnTo>
                  <a:lnTo>
                    <a:pt x="303697" y="107950"/>
                  </a:lnTo>
                  <a:lnTo>
                    <a:pt x="304967" y="106680"/>
                  </a:lnTo>
                  <a:close/>
                </a:path>
                <a:path w="412114" h="407669">
                  <a:moveTo>
                    <a:pt x="308777" y="102870"/>
                  </a:moveTo>
                  <a:lnTo>
                    <a:pt x="299212" y="102870"/>
                  </a:lnTo>
                  <a:lnTo>
                    <a:pt x="296676" y="105410"/>
                  </a:lnTo>
                  <a:lnTo>
                    <a:pt x="306237" y="105410"/>
                  </a:lnTo>
                  <a:lnTo>
                    <a:pt x="308777" y="102870"/>
                  </a:lnTo>
                  <a:close/>
                </a:path>
                <a:path w="412114" h="407669">
                  <a:moveTo>
                    <a:pt x="311317" y="100330"/>
                  </a:moveTo>
                  <a:lnTo>
                    <a:pt x="301747" y="100330"/>
                  </a:lnTo>
                  <a:lnTo>
                    <a:pt x="300479" y="101600"/>
                  </a:lnTo>
                  <a:lnTo>
                    <a:pt x="310047" y="101600"/>
                  </a:lnTo>
                  <a:lnTo>
                    <a:pt x="311317" y="100330"/>
                  </a:lnTo>
                  <a:close/>
                </a:path>
                <a:path w="412114" h="407669">
                  <a:moveTo>
                    <a:pt x="315127" y="96520"/>
                  </a:moveTo>
                  <a:lnTo>
                    <a:pt x="305551" y="96520"/>
                  </a:lnTo>
                  <a:lnTo>
                    <a:pt x="303015" y="99060"/>
                  </a:lnTo>
                  <a:lnTo>
                    <a:pt x="312587" y="99060"/>
                  </a:lnTo>
                  <a:lnTo>
                    <a:pt x="315127" y="96520"/>
                  </a:lnTo>
                  <a:close/>
                </a:path>
                <a:path w="412114" h="407669">
                  <a:moveTo>
                    <a:pt x="317667" y="93980"/>
                  </a:moveTo>
                  <a:lnTo>
                    <a:pt x="308086" y="93980"/>
                  </a:lnTo>
                  <a:lnTo>
                    <a:pt x="306819" y="95250"/>
                  </a:lnTo>
                  <a:lnTo>
                    <a:pt x="316397" y="95250"/>
                  </a:lnTo>
                  <a:lnTo>
                    <a:pt x="317667" y="93980"/>
                  </a:lnTo>
                  <a:close/>
                </a:path>
                <a:path w="412114" h="407669">
                  <a:moveTo>
                    <a:pt x="321477" y="90170"/>
                  </a:moveTo>
                  <a:lnTo>
                    <a:pt x="311890" y="90170"/>
                  </a:lnTo>
                  <a:lnTo>
                    <a:pt x="309354" y="92710"/>
                  </a:lnTo>
                  <a:lnTo>
                    <a:pt x="318937" y="92710"/>
                  </a:lnTo>
                  <a:lnTo>
                    <a:pt x="321477" y="90170"/>
                  </a:lnTo>
                  <a:close/>
                </a:path>
                <a:path w="412114" h="407669">
                  <a:moveTo>
                    <a:pt x="324017" y="87630"/>
                  </a:moveTo>
                  <a:lnTo>
                    <a:pt x="314426" y="87630"/>
                  </a:lnTo>
                  <a:lnTo>
                    <a:pt x="313158" y="88900"/>
                  </a:lnTo>
                  <a:lnTo>
                    <a:pt x="322747" y="88900"/>
                  </a:lnTo>
                  <a:lnTo>
                    <a:pt x="324017" y="87630"/>
                  </a:lnTo>
                  <a:close/>
                </a:path>
                <a:path w="412114" h="407669">
                  <a:moveTo>
                    <a:pt x="327827" y="83820"/>
                  </a:moveTo>
                  <a:lnTo>
                    <a:pt x="318229" y="83820"/>
                  </a:lnTo>
                  <a:lnTo>
                    <a:pt x="315694" y="86360"/>
                  </a:lnTo>
                  <a:lnTo>
                    <a:pt x="325287" y="86360"/>
                  </a:lnTo>
                  <a:lnTo>
                    <a:pt x="327827" y="83820"/>
                  </a:lnTo>
                  <a:close/>
                </a:path>
                <a:path w="412114" h="407669">
                  <a:moveTo>
                    <a:pt x="330367" y="81280"/>
                  </a:moveTo>
                  <a:lnTo>
                    <a:pt x="320765" y="81280"/>
                  </a:lnTo>
                  <a:lnTo>
                    <a:pt x="319497" y="82550"/>
                  </a:lnTo>
                  <a:lnTo>
                    <a:pt x="329097" y="82550"/>
                  </a:lnTo>
                  <a:lnTo>
                    <a:pt x="330367" y="81280"/>
                  </a:lnTo>
                  <a:close/>
                </a:path>
                <a:path w="412114" h="407669">
                  <a:moveTo>
                    <a:pt x="334177" y="77470"/>
                  </a:moveTo>
                  <a:lnTo>
                    <a:pt x="324568" y="77470"/>
                  </a:lnTo>
                  <a:lnTo>
                    <a:pt x="322033" y="80010"/>
                  </a:lnTo>
                  <a:lnTo>
                    <a:pt x="331637" y="80010"/>
                  </a:lnTo>
                  <a:lnTo>
                    <a:pt x="334177" y="77470"/>
                  </a:lnTo>
                  <a:close/>
                </a:path>
                <a:path w="412114" h="407669">
                  <a:moveTo>
                    <a:pt x="336717" y="74930"/>
                  </a:moveTo>
                  <a:lnTo>
                    <a:pt x="327104" y="74930"/>
                  </a:lnTo>
                  <a:lnTo>
                    <a:pt x="325836" y="76200"/>
                  </a:lnTo>
                  <a:lnTo>
                    <a:pt x="335447" y="76200"/>
                  </a:lnTo>
                  <a:lnTo>
                    <a:pt x="336717" y="74930"/>
                  </a:lnTo>
                  <a:close/>
                </a:path>
                <a:path w="412114" h="407669">
                  <a:moveTo>
                    <a:pt x="340527" y="71120"/>
                  </a:moveTo>
                  <a:lnTo>
                    <a:pt x="330908" y="71120"/>
                  </a:lnTo>
                  <a:lnTo>
                    <a:pt x="328372" y="73660"/>
                  </a:lnTo>
                  <a:lnTo>
                    <a:pt x="337987" y="73660"/>
                  </a:lnTo>
                  <a:lnTo>
                    <a:pt x="340527" y="71120"/>
                  </a:lnTo>
                  <a:close/>
                </a:path>
                <a:path w="412114" h="407669">
                  <a:moveTo>
                    <a:pt x="343067" y="68580"/>
                  </a:moveTo>
                  <a:lnTo>
                    <a:pt x="333443" y="68580"/>
                  </a:lnTo>
                  <a:lnTo>
                    <a:pt x="332176" y="69850"/>
                  </a:lnTo>
                  <a:lnTo>
                    <a:pt x="341797" y="69850"/>
                  </a:lnTo>
                  <a:lnTo>
                    <a:pt x="343067" y="68580"/>
                  </a:lnTo>
                  <a:close/>
                </a:path>
                <a:path w="412114" h="407669">
                  <a:moveTo>
                    <a:pt x="346877" y="64770"/>
                  </a:moveTo>
                  <a:lnTo>
                    <a:pt x="337247" y="64770"/>
                  </a:lnTo>
                  <a:lnTo>
                    <a:pt x="334711" y="67310"/>
                  </a:lnTo>
                  <a:lnTo>
                    <a:pt x="344337" y="67310"/>
                  </a:lnTo>
                  <a:lnTo>
                    <a:pt x="346877" y="64770"/>
                  </a:lnTo>
                  <a:close/>
                </a:path>
                <a:path w="412114" h="407669">
                  <a:moveTo>
                    <a:pt x="349417" y="62230"/>
                  </a:moveTo>
                  <a:lnTo>
                    <a:pt x="339783" y="62230"/>
                  </a:lnTo>
                  <a:lnTo>
                    <a:pt x="338515" y="63500"/>
                  </a:lnTo>
                  <a:lnTo>
                    <a:pt x="348147" y="63500"/>
                  </a:lnTo>
                  <a:lnTo>
                    <a:pt x="349417" y="62230"/>
                  </a:lnTo>
                  <a:close/>
                </a:path>
                <a:path w="412114" h="407669">
                  <a:moveTo>
                    <a:pt x="353227" y="58420"/>
                  </a:moveTo>
                  <a:lnTo>
                    <a:pt x="343586" y="58420"/>
                  </a:lnTo>
                  <a:lnTo>
                    <a:pt x="341050" y="60960"/>
                  </a:lnTo>
                  <a:lnTo>
                    <a:pt x="350687" y="60960"/>
                  </a:lnTo>
                  <a:lnTo>
                    <a:pt x="353227" y="58420"/>
                  </a:lnTo>
                  <a:close/>
                </a:path>
                <a:path w="412114" h="407669">
                  <a:moveTo>
                    <a:pt x="355767" y="55880"/>
                  </a:moveTo>
                  <a:lnTo>
                    <a:pt x="346122" y="55880"/>
                  </a:lnTo>
                  <a:lnTo>
                    <a:pt x="344854" y="57150"/>
                  </a:lnTo>
                  <a:lnTo>
                    <a:pt x="354497" y="57150"/>
                  </a:lnTo>
                  <a:lnTo>
                    <a:pt x="355767" y="55880"/>
                  </a:lnTo>
                  <a:close/>
                </a:path>
                <a:path w="412114" h="407669">
                  <a:moveTo>
                    <a:pt x="359577" y="52070"/>
                  </a:moveTo>
                  <a:lnTo>
                    <a:pt x="349925" y="52070"/>
                  </a:lnTo>
                  <a:lnTo>
                    <a:pt x="347390" y="54610"/>
                  </a:lnTo>
                  <a:lnTo>
                    <a:pt x="357037" y="54610"/>
                  </a:lnTo>
                  <a:lnTo>
                    <a:pt x="359577" y="52070"/>
                  </a:lnTo>
                  <a:close/>
                </a:path>
                <a:path w="412114" h="407669">
                  <a:moveTo>
                    <a:pt x="362117" y="49530"/>
                  </a:moveTo>
                  <a:lnTo>
                    <a:pt x="352461" y="49530"/>
                  </a:lnTo>
                  <a:lnTo>
                    <a:pt x="351193" y="50800"/>
                  </a:lnTo>
                  <a:lnTo>
                    <a:pt x="360847" y="50800"/>
                  </a:lnTo>
                  <a:lnTo>
                    <a:pt x="362117" y="49530"/>
                  </a:lnTo>
                  <a:close/>
                </a:path>
                <a:path w="412114" h="407669">
                  <a:moveTo>
                    <a:pt x="365927" y="45720"/>
                  </a:moveTo>
                  <a:lnTo>
                    <a:pt x="356265" y="45720"/>
                  </a:lnTo>
                  <a:lnTo>
                    <a:pt x="353729" y="48260"/>
                  </a:lnTo>
                  <a:lnTo>
                    <a:pt x="363387" y="48260"/>
                  </a:lnTo>
                  <a:lnTo>
                    <a:pt x="365927" y="45720"/>
                  </a:lnTo>
                  <a:close/>
                </a:path>
                <a:path w="412114" h="407669">
                  <a:moveTo>
                    <a:pt x="368467" y="43180"/>
                  </a:moveTo>
                  <a:lnTo>
                    <a:pt x="358800" y="43180"/>
                  </a:lnTo>
                  <a:lnTo>
                    <a:pt x="357532" y="44450"/>
                  </a:lnTo>
                  <a:lnTo>
                    <a:pt x="367197" y="44450"/>
                  </a:lnTo>
                  <a:lnTo>
                    <a:pt x="368467" y="43180"/>
                  </a:lnTo>
                  <a:close/>
                </a:path>
                <a:path w="412114" h="407669">
                  <a:moveTo>
                    <a:pt x="372277" y="39370"/>
                  </a:moveTo>
                  <a:lnTo>
                    <a:pt x="362604" y="39370"/>
                  </a:lnTo>
                  <a:lnTo>
                    <a:pt x="360068" y="41910"/>
                  </a:lnTo>
                  <a:lnTo>
                    <a:pt x="369737" y="41910"/>
                  </a:lnTo>
                  <a:lnTo>
                    <a:pt x="372277" y="39370"/>
                  </a:lnTo>
                  <a:close/>
                </a:path>
                <a:path w="412114" h="407669">
                  <a:moveTo>
                    <a:pt x="374817" y="36830"/>
                  </a:moveTo>
                  <a:lnTo>
                    <a:pt x="365140" y="36830"/>
                  </a:lnTo>
                  <a:lnTo>
                    <a:pt x="363872" y="38100"/>
                  </a:lnTo>
                  <a:lnTo>
                    <a:pt x="373547" y="38100"/>
                  </a:lnTo>
                  <a:lnTo>
                    <a:pt x="374817" y="36830"/>
                  </a:lnTo>
                  <a:close/>
                </a:path>
                <a:path w="412114" h="407669">
                  <a:moveTo>
                    <a:pt x="378627" y="33020"/>
                  </a:moveTo>
                  <a:lnTo>
                    <a:pt x="368943" y="33020"/>
                  </a:lnTo>
                  <a:lnTo>
                    <a:pt x="366407" y="35560"/>
                  </a:lnTo>
                  <a:lnTo>
                    <a:pt x="376087" y="35560"/>
                  </a:lnTo>
                  <a:lnTo>
                    <a:pt x="378627" y="33020"/>
                  </a:lnTo>
                  <a:close/>
                </a:path>
                <a:path w="412114" h="407669">
                  <a:moveTo>
                    <a:pt x="381167" y="30480"/>
                  </a:moveTo>
                  <a:lnTo>
                    <a:pt x="371479" y="30480"/>
                  </a:lnTo>
                  <a:lnTo>
                    <a:pt x="370211" y="31750"/>
                  </a:lnTo>
                  <a:lnTo>
                    <a:pt x="379897" y="31750"/>
                  </a:lnTo>
                  <a:lnTo>
                    <a:pt x="381167" y="30480"/>
                  </a:lnTo>
                  <a:close/>
                </a:path>
                <a:path w="412114" h="407669">
                  <a:moveTo>
                    <a:pt x="384977" y="26670"/>
                  </a:moveTo>
                  <a:lnTo>
                    <a:pt x="375282" y="26670"/>
                  </a:lnTo>
                  <a:lnTo>
                    <a:pt x="372747" y="29210"/>
                  </a:lnTo>
                  <a:lnTo>
                    <a:pt x="382437" y="29210"/>
                  </a:lnTo>
                  <a:lnTo>
                    <a:pt x="384977" y="26670"/>
                  </a:lnTo>
                  <a:close/>
                </a:path>
                <a:path w="412114" h="407669">
                  <a:moveTo>
                    <a:pt x="387517" y="24130"/>
                  </a:moveTo>
                  <a:lnTo>
                    <a:pt x="377818" y="24130"/>
                  </a:lnTo>
                  <a:lnTo>
                    <a:pt x="376550" y="25400"/>
                  </a:lnTo>
                  <a:lnTo>
                    <a:pt x="386247" y="25400"/>
                  </a:lnTo>
                  <a:lnTo>
                    <a:pt x="387517" y="24130"/>
                  </a:lnTo>
                  <a:close/>
                </a:path>
                <a:path w="412114" h="407669">
                  <a:moveTo>
                    <a:pt x="391327" y="20320"/>
                  </a:moveTo>
                  <a:lnTo>
                    <a:pt x="381622" y="20320"/>
                  </a:lnTo>
                  <a:lnTo>
                    <a:pt x="379086" y="22860"/>
                  </a:lnTo>
                  <a:lnTo>
                    <a:pt x="388787" y="22860"/>
                  </a:lnTo>
                  <a:lnTo>
                    <a:pt x="391327" y="20320"/>
                  </a:lnTo>
                  <a:close/>
                </a:path>
                <a:path w="412114" h="407669">
                  <a:moveTo>
                    <a:pt x="393867" y="17780"/>
                  </a:moveTo>
                  <a:lnTo>
                    <a:pt x="384157" y="17780"/>
                  </a:lnTo>
                  <a:lnTo>
                    <a:pt x="382889" y="19050"/>
                  </a:lnTo>
                  <a:lnTo>
                    <a:pt x="392597" y="19050"/>
                  </a:lnTo>
                  <a:lnTo>
                    <a:pt x="393867" y="17780"/>
                  </a:lnTo>
                  <a:close/>
                </a:path>
                <a:path w="412114" h="407669">
                  <a:moveTo>
                    <a:pt x="397677" y="13970"/>
                  </a:moveTo>
                  <a:lnTo>
                    <a:pt x="387961" y="13970"/>
                  </a:lnTo>
                  <a:lnTo>
                    <a:pt x="385425" y="16510"/>
                  </a:lnTo>
                  <a:lnTo>
                    <a:pt x="395137" y="16510"/>
                  </a:lnTo>
                  <a:lnTo>
                    <a:pt x="397677" y="13970"/>
                  </a:lnTo>
                  <a:close/>
                </a:path>
                <a:path w="412114" h="407669">
                  <a:moveTo>
                    <a:pt x="400217" y="11430"/>
                  </a:moveTo>
                  <a:lnTo>
                    <a:pt x="390497" y="11430"/>
                  </a:lnTo>
                  <a:lnTo>
                    <a:pt x="389229" y="12700"/>
                  </a:lnTo>
                  <a:lnTo>
                    <a:pt x="398947" y="12700"/>
                  </a:lnTo>
                  <a:lnTo>
                    <a:pt x="400217" y="11430"/>
                  </a:lnTo>
                  <a:close/>
                </a:path>
                <a:path w="412114" h="407669">
                  <a:moveTo>
                    <a:pt x="404027" y="7620"/>
                  </a:moveTo>
                  <a:lnTo>
                    <a:pt x="394300" y="7620"/>
                  </a:lnTo>
                  <a:lnTo>
                    <a:pt x="391764" y="10160"/>
                  </a:lnTo>
                  <a:lnTo>
                    <a:pt x="401487" y="10160"/>
                  </a:lnTo>
                  <a:lnTo>
                    <a:pt x="404027" y="7620"/>
                  </a:lnTo>
                  <a:close/>
                </a:path>
                <a:path w="412114" h="407669">
                  <a:moveTo>
                    <a:pt x="406567" y="5080"/>
                  </a:moveTo>
                  <a:lnTo>
                    <a:pt x="396836" y="5080"/>
                  </a:lnTo>
                  <a:lnTo>
                    <a:pt x="395568" y="6350"/>
                  </a:lnTo>
                  <a:lnTo>
                    <a:pt x="405297" y="6350"/>
                  </a:lnTo>
                  <a:lnTo>
                    <a:pt x="406567" y="5080"/>
                  </a:lnTo>
                  <a:close/>
                </a:path>
                <a:path w="412114" h="407669">
                  <a:moveTo>
                    <a:pt x="405297" y="0"/>
                  </a:moveTo>
                  <a:lnTo>
                    <a:pt x="401907" y="0"/>
                  </a:lnTo>
                  <a:lnTo>
                    <a:pt x="398104" y="3810"/>
                  </a:lnTo>
                  <a:lnTo>
                    <a:pt x="407837" y="3810"/>
                  </a:lnTo>
                  <a:lnTo>
                    <a:pt x="410377" y="1270"/>
                  </a:lnTo>
                  <a:lnTo>
                    <a:pt x="405297" y="1270"/>
                  </a:lnTo>
                  <a:lnTo>
                    <a:pt x="405297" y="0"/>
                  </a:lnTo>
                  <a:close/>
                </a:path>
                <a:path w="412114" h="407669">
                  <a:moveTo>
                    <a:pt x="411647" y="0"/>
                  </a:moveTo>
                  <a:lnTo>
                    <a:pt x="406567" y="0"/>
                  </a:lnTo>
                  <a:lnTo>
                    <a:pt x="406567" y="1270"/>
                  </a:lnTo>
                  <a:lnTo>
                    <a:pt x="410377" y="1270"/>
                  </a:lnTo>
                  <a:lnTo>
                    <a:pt x="411647" y="0"/>
                  </a:lnTo>
                  <a:close/>
                </a:path>
                <a:path w="412114" h="407669">
                  <a:moveTo>
                    <a:pt x="207177" y="204470"/>
                  </a:moveTo>
                  <a:lnTo>
                    <a:pt x="197784" y="204470"/>
                  </a:lnTo>
                  <a:lnTo>
                    <a:pt x="172427" y="229870"/>
                  </a:lnTo>
                  <a:lnTo>
                    <a:pt x="181777" y="229870"/>
                  </a:lnTo>
                  <a:lnTo>
                    <a:pt x="207177" y="204470"/>
                  </a:lnTo>
                  <a:close/>
                </a:path>
                <a:path w="412114" h="407669">
                  <a:moveTo>
                    <a:pt x="181777" y="229870"/>
                  </a:moveTo>
                  <a:lnTo>
                    <a:pt x="172427" y="229870"/>
                  </a:lnTo>
                  <a:lnTo>
                    <a:pt x="121713" y="280670"/>
                  </a:lnTo>
                  <a:lnTo>
                    <a:pt x="130977" y="280670"/>
                  </a:lnTo>
                  <a:lnTo>
                    <a:pt x="181777" y="229870"/>
                  </a:lnTo>
                  <a:close/>
                </a:path>
                <a:path w="412114" h="407669">
                  <a:moveTo>
                    <a:pt x="6517" y="405130"/>
                  </a:moveTo>
                  <a:lnTo>
                    <a:pt x="3977" y="405130"/>
                  </a:lnTo>
                  <a:lnTo>
                    <a:pt x="3977" y="407670"/>
                  </a:lnTo>
                  <a:lnTo>
                    <a:pt x="6517" y="405130"/>
                  </a:lnTo>
                  <a:close/>
                </a:path>
                <a:path w="412114" h="407669">
                  <a:moveTo>
                    <a:pt x="10327" y="401320"/>
                  </a:moveTo>
                  <a:lnTo>
                    <a:pt x="1267" y="401320"/>
                  </a:lnTo>
                  <a:lnTo>
                    <a:pt x="0" y="402590"/>
                  </a:lnTo>
                  <a:lnTo>
                    <a:pt x="1437" y="402590"/>
                  </a:lnTo>
                  <a:lnTo>
                    <a:pt x="1437" y="405130"/>
                  </a:lnTo>
                  <a:lnTo>
                    <a:pt x="2707" y="405130"/>
                  </a:lnTo>
                  <a:lnTo>
                    <a:pt x="2707" y="403860"/>
                  </a:lnTo>
                  <a:lnTo>
                    <a:pt x="7787" y="403860"/>
                  </a:lnTo>
                  <a:lnTo>
                    <a:pt x="10327" y="401320"/>
                  </a:lnTo>
                  <a:close/>
                </a:path>
                <a:path w="412114" h="407669">
                  <a:moveTo>
                    <a:pt x="12867" y="398780"/>
                  </a:moveTo>
                  <a:lnTo>
                    <a:pt x="3803" y="398780"/>
                  </a:lnTo>
                  <a:lnTo>
                    <a:pt x="2535" y="400050"/>
                  </a:lnTo>
                  <a:lnTo>
                    <a:pt x="11597" y="400050"/>
                  </a:lnTo>
                  <a:lnTo>
                    <a:pt x="12867" y="398780"/>
                  </a:lnTo>
                  <a:close/>
                </a:path>
                <a:path w="412114" h="407669">
                  <a:moveTo>
                    <a:pt x="16677" y="394970"/>
                  </a:moveTo>
                  <a:lnTo>
                    <a:pt x="7607" y="394970"/>
                  </a:lnTo>
                  <a:lnTo>
                    <a:pt x="5071" y="397510"/>
                  </a:lnTo>
                  <a:lnTo>
                    <a:pt x="14137" y="397510"/>
                  </a:lnTo>
                  <a:lnTo>
                    <a:pt x="16677" y="394970"/>
                  </a:lnTo>
                  <a:close/>
                </a:path>
                <a:path w="412114" h="407669">
                  <a:moveTo>
                    <a:pt x="19217" y="392430"/>
                  </a:moveTo>
                  <a:lnTo>
                    <a:pt x="10142" y="392430"/>
                  </a:lnTo>
                  <a:lnTo>
                    <a:pt x="8874" y="393700"/>
                  </a:lnTo>
                  <a:lnTo>
                    <a:pt x="17947" y="393700"/>
                  </a:lnTo>
                  <a:lnTo>
                    <a:pt x="19217" y="392430"/>
                  </a:lnTo>
                  <a:close/>
                </a:path>
                <a:path w="412114" h="407669">
                  <a:moveTo>
                    <a:pt x="23027" y="388620"/>
                  </a:moveTo>
                  <a:lnTo>
                    <a:pt x="13946" y="388620"/>
                  </a:lnTo>
                  <a:lnTo>
                    <a:pt x="11410" y="391160"/>
                  </a:lnTo>
                  <a:lnTo>
                    <a:pt x="20487" y="391160"/>
                  </a:lnTo>
                  <a:lnTo>
                    <a:pt x="23027" y="388620"/>
                  </a:lnTo>
                  <a:close/>
                </a:path>
                <a:path w="412114" h="407669">
                  <a:moveTo>
                    <a:pt x="25567" y="386080"/>
                  </a:moveTo>
                  <a:lnTo>
                    <a:pt x="16482" y="386080"/>
                  </a:lnTo>
                  <a:lnTo>
                    <a:pt x="15214" y="387350"/>
                  </a:lnTo>
                  <a:lnTo>
                    <a:pt x="24297" y="387350"/>
                  </a:lnTo>
                  <a:lnTo>
                    <a:pt x="25567" y="386080"/>
                  </a:lnTo>
                  <a:close/>
                </a:path>
                <a:path w="412114" h="407669">
                  <a:moveTo>
                    <a:pt x="29377" y="382270"/>
                  </a:moveTo>
                  <a:lnTo>
                    <a:pt x="20285" y="382270"/>
                  </a:lnTo>
                  <a:lnTo>
                    <a:pt x="17749" y="384810"/>
                  </a:lnTo>
                  <a:lnTo>
                    <a:pt x="26837" y="384810"/>
                  </a:lnTo>
                  <a:lnTo>
                    <a:pt x="29377" y="382270"/>
                  </a:lnTo>
                  <a:close/>
                </a:path>
                <a:path w="412114" h="407669">
                  <a:moveTo>
                    <a:pt x="31917" y="379730"/>
                  </a:moveTo>
                  <a:lnTo>
                    <a:pt x="22821" y="379730"/>
                  </a:lnTo>
                  <a:lnTo>
                    <a:pt x="21553" y="381000"/>
                  </a:lnTo>
                  <a:lnTo>
                    <a:pt x="30647" y="381000"/>
                  </a:lnTo>
                  <a:lnTo>
                    <a:pt x="31917" y="379730"/>
                  </a:lnTo>
                  <a:close/>
                </a:path>
                <a:path w="412114" h="407669">
                  <a:moveTo>
                    <a:pt x="35727" y="375920"/>
                  </a:moveTo>
                  <a:lnTo>
                    <a:pt x="26624" y="375920"/>
                  </a:lnTo>
                  <a:lnTo>
                    <a:pt x="24089" y="378460"/>
                  </a:lnTo>
                  <a:lnTo>
                    <a:pt x="33187" y="378460"/>
                  </a:lnTo>
                  <a:lnTo>
                    <a:pt x="35727" y="375920"/>
                  </a:lnTo>
                  <a:close/>
                </a:path>
                <a:path w="412114" h="407669">
                  <a:moveTo>
                    <a:pt x="38267" y="373380"/>
                  </a:moveTo>
                  <a:lnTo>
                    <a:pt x="29160" y="373380"/>
                  </a:lnTo>
                  <a:lnTo>
                    <a:pt x="27892" y="374650"/>
                  </a:lnTo>
                  <a:lnTo>
                    <a:pt x="36997" y="374650"/>
                  </a:lnTo>
                  <a:lnTo>
                    <a:pt x="38267" y="373380"/>
                  </a:lnTo>
                  <a:close/>
                </a:path>
                <a:path w="412114" h="407669">
                  <a:moveTo>
                    <a:pt x="42077" y="369570"/>
                  </a:moveTo>
                  <a:lnTo>
                    <a:pt x="32964" y="369570"/>
                  </a:lnTo>
                  <a:lnTo>
                    <a:pt x="30428" y="372110"/>
                  </a:lnTo>
                  <a:lnTo>
                    <a:pt x="39537" y="372110"/>
                  </a:lnTo>
                  <a:lnTo>
                    <a:pt x="42077" y="369570"/>
                  </a:lnTo>
                  <a:close/>
                </a:path>
                <a:path w="412114" h="407669">
                  <a:moveTo>
                    <a:pt x="44617" y="367030"/>
                  </a:moveTo>
                  <a:lnTo>
                    <a:pt x="35499" y="367030"/>
                  </a:lnTo>
                  <a:lnTo>
                    <a:pt x="34231" y="368300"/>
                  </a:lnTo>
                  <a:lnTo>
                    <a:pt x="43347" y="368300"/>
                  </a:lnTo>
                  <a:lnTo>
                    <a:pt x="44617" y="367030"/>
                  </a:lnTo>
                  <a:close/>
                </a:path>
                <a:path w="412114" h="407669">
                  <a:moveTo>
                    <a:pt x="48427" y="363220"/>
                  </a:moveTo>
                  <a:lnTo>
                    <a:pt x="39303" y="363220"/>
                  </a:lnTo>
                  <a:lnTo>
                    <a:pt x="36767" y="365760"/>
                  </a:lnTo>
                  <a:lnTo>
                    <a:pt x="45887" y="365760"/>
                  </a:lnTo>
                  <a:lnTo>
                    <a:pt x="48427" y="363220"/>
                  </a:lnTo>
                  <a:close/>
                </a:path>
                <a:path w="412114" h="407669">
                  <a:moveTo>
                    <a:pt x="50967" y="360680"/>
                  </a:moveTo>
                  <a:lnTo>
                    <a:pt x="41838" y="360680"/>
                  </a:lnTo>
                  <a:lnTo>
                    <a:pt x="40571" y="361950"/>
                  </a:lnTo>
                  <a:lnTo>
                    <a:pt x="49697" y="361950"/>
                  </a:lnTo>
                  <a:lnTo>
                    <a:pt x="50967" y="360680"/>
                  </a:lnTo>
                  <a:close/>
                </a:path>
                <a:path w="412114" h="407669">
                  <a:moveTo>
                    <a:pt x="63667" y="347980"/>
                  </a:moveTo>
                  <a:lnTo>
                    <a:pt x="54517" y="347980"/>
                  </a:lnTo>
                  <a:lnTo>
                    <a:pt x="43106" y="359410"/>
                  </a:lnTo>
                  <a:lnTo>
                    <a:pt x="52237" y="359410"/>
                  </a:lnTo>
                  <a:lnTo>
                    <a:pt x="63667" y="347980"/>
                  </a:lnTo>
                  <a:close/>
                </a:path>
                <a:path w="412114" h="407669">
                  <a:moveTo>
                    <a:pt x="76367" y="335280"/>
                  </a:moveTo>
                  <a:lnTo>
                    <a:pt x="67195" y="335280"/>
                  </a:lnTo>
                  <a:lnTo>
                    <a:pt x="55785" y="346710"/>
                  </a:lnTo>
                  <a:lnTo>
                    <a:pt x="64937" y="346710"/>
                  </a:lnTo>
                  <a:lnTo>
                    <a:pt x="76367" y="335280"/>
                  </a:lnTo>
                  <a:close/>
                </a:path>
                <a:path w="412114" h="407669">
                  <a:moveTo>
                    <a:pt x="80177" y="331470"/>
                  </a:moveTo>
                  <a:lnTo>
                    <a:pt x="70999" y="331470"/>
                  </a:lnTo>
                  <a:lnTo>
                    <a:pt x="68463" y="334010"/>
                  </a:lnTo>
                  <a:lnTo>
                    <a:pt x="77637" y="334010"/>
                  </a:lnTo>
                  <a:lnTo>
                    <a:pt x="80177" y="331470"/>
                  </a:lnTo>
                  <a:close/>
                </a:path>
                <a:path w="412114" h="407669">
                  <a:moveTo>
                    <a:pt x="82717" y="328930"/>
                  </a:moveTo>
                  <a:lnTo>
                    <a:pt x="73535" y="328930"/>
                  </a:lnTo>
                  <a:lnTo>
                    <a:pt x="72267" y="330200"/>
                  </a:lnTo>
                  <a:lnTo>
                    <a:pt x="81447" y="330200"/>
                  </a:lnTo>
                  <a:lnTo>
                    <a:pt x="82717" y="328930"/>
                  </a:lnTo>
                  <a:close/>
                </a:path>
                <a:path w="412114" h="407669">
                  <a:moveTo>
                    <a:pt x="86527" y="325120"/>
                  </a:moveTo>
                  <a:lnTo>
                    <a:pt x="77338" y="325120"/>
                  </a:lnTo>
                  <a:lnTo>
                    <a:pt x="74802" y="327660"/>
                  </a:lnTo>
                  <a:lnTo>
                    <a:pt x="83987" y="327660"/>
                  </a:lnTo>
                  <a:lnTo>
                    <a:pt x="86527" y="325120"/>
                  </a:lnTo>
                  <a:close/>
                </a:path>
                <a:path w="412114" h="407669">
                  <a:moveTo>
                    <a:pt x="99227" y="312420"/>
                  </a:moveTo>
                  <a:lnTo>
                    <a:pt x="90017" y="312420"/>
                  </a:lnTo>
                  <a:lnTo>
                    <a:pt x="78606" y="323850"/>
                  </a:lnTo>
                  <a:lnTo>
                    <a:pt x="87797" y="323850"/>
                  </a:lnTo>
                  <a:lnTo>
                    <a:pt x="99227" y="312420"/>
                  </a:lnTo>
                  <a:close/>
                </a:path>
                <a:path w="412114" h="407669">
                  <a:moveTo>
                    <a:pt x="108117" y="303530"/>
                  </a:moveTo>
                  <a:lnTo>
                    <a:pt x="98892" y="303530"/>
                  </a:lnTo>
                  <a:lnTo>
                    <a:pt x="91285" y="311150"/>
                  </a:lnTo>
                  <a:lnTo>
                    <a:pt x="100497" y="311150"/>
                  </a:lnTo>
                  <a:lnTo>
                    <a:pt x="108117" y="303530"/>
                  </a:lnTo>
                  <a:close/>
                </a:path>
                <a:path w="412114" h="407669">
                  <a:moveTo>
                    <a:pt x="124627" y="287020"/>
                  </a:moveTo>
                  <a:lnTo>
                    <a:pt x="115374" y="287020"/>
                  </a:lnTo>
                  <a:lnTo>
                    <a:pt x="100159" y="302260"/>
                  </a:lnTo>
                  <a:lnTo>
                    <a:pt x="109387" y="302260"/>
                  </a:lnTo>
                  <a:lnTo>
                    <a:pt x="124627" y="287020"/>
                  </a:lnTo>
                  <a:close/>
                </a:path>
                <a:path w="412114" h="407669">
                  <a:moveTo>
                    <a:pt x="129707" y="281940"/>
                  </a:moveTo>
                  <a:lnTo>
                    <a:pt x="120445" y="281940"/>
                  </a:lnTo>
                  <a:lnTo>
                    <a:pt x="116641" y="285750"/>
                  </a:lnTo>
                  <a:lnTo>
                    <a:pt x="125897" y="285750"/>
                  </a:lnTo>
                  <a:lnTo>
                    <a:pt x="129707" y="281940"/>
                  </a:lnTo>
                  <a:close/>
                </a:path>
              </a:pathLst>
            </a:custGeom>
            <a:solidFill>
              <a:srgbClr val="745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0">
              <a:extLst>
                <a:ext uri="{FF2B5EF4-FFF2-40B4-BE49-F238E27FC236}">
                  <a16:creationId xmlns:a16="http://schemas.microsoft.com/office/drawing/2014/main" id="{4AF83252-45CE-40DD-93D3-E37ACC89AFB2}"/>
                </a:ext>
              </a:extLst>
            </p:cNvPr>
            <p:cNvSpPr/>
            <p:nvPr/>
          </p:nvSpPr>
          <p:spPr>
            <a:xfrm>
              <a:off x="2510790" y="2575559"/>
              <a:ext cx="419100" cy="411480"/>
            </a:xfrm>
            <a:custGeom>
              <a:avLst/>
              <a:gdLst/>
              <a:ahLst/>
              <a:cxnLst/>
              <a:rect l="l" t="t" r="r" b="b"/>
              <a:pathLst>
                <a:path w="419100" h="411480">
                  <a:moveTo>
                    <a:pt x="220980" y="198120"/>
                  </a:moveTo>
                  <a:lnTo>
                    <a:pt x="209550" y="198120"/>
                  </a:lnTo>
                  <a:lnTo>
                    <a:pt x="203200" y="204470"/>
                  </a:lnTo>
                  <a:lnTo>
                    <a:pt x="214630" y="204470"/>
                  </a:lnTo>
                  <a:lnTo>
                    <a:pt x="220980" y="198120"/>
                  </a:lnTo>
                  <a:close/>
                </a:path>
                <a:path w="419100" h="411480">
                  <a:moveTo>
                    <a:pt x="223520" y="195580"/>
                  </a:moveTo>
                  <a:lnTo>
                    <a:pt x="212090" y="195580"/>
                  </a:lnTo>
                  <a:lnTo>
                    <a:pt x="210820" y="196850"/>
                  </a:lnTo>
                  <a:lnTo>
                    <a:pt x="222250" y="196850"/>
                  </a:lnTo>
                  <a:lnTo>
                    <a:pt x="223520" y="195580"/>
                  </a:lnTo>
                  <a:close/>
                </a:path>
                <a:path w="419100" h="411480">
                  <a:moveTo>
                    <a:pt x="227330" y="191770"/>
                  </a:moveTo>
                  <a:lnTo>
                    <a:pt x="215900" y="191770"/>
                  </a:lnTo>
                  <a:lnTo>
                    <a:pt x="213360" y="194310"/>
                  </a:lnTo>
                  <a:lnTo>
                    <a:pt x="224790" y="194310"/>
                  </a:lnTo>
                  <a:lnTo>
                    <a:pt x="227330" y="191770"/>
                  </a:lnTo>
                  <a:close/>
                </a:path>
                <a:path w="419100" h="411480">
                  <a:moveTo>
                    <a:pt x="229870" y="189230"/>
                  </a:moveTo>
                  <a:lnTo>
                    <a:pt x="218440" y="189230"/>
                  </a:lnTo>
                  <a:lnTo>
                    <a:pt x="217170" y="190500"/>
                  </a:lnTo>
                  <a:lnTo>
                    <a:pt x="228600" y="190500"/>
                  </a:lnTo>
                  <a:lnTo>
                    <a:pt x="229870" y="189230"/>
                  </a:lnTo>
                  <a:close/>
                </a:path>
                <a:path w="419100" h="411480">
                  <a:moveTo>
                    <a:pt x="233680" y="185420"/>
                  </a:moveTo>
                  <a:lnTo>
                    <a:pt x="222250" y="185420"/>
                  </a:lnTo>
                  <a:lnTo>
                    <a:pt x="219710" y="187960"/>
                  </a:lnTo>
                  <a:lnTo>
                    <a:pt x="231140" y="187960"/>
                  </a:lnTo>
                  <a:lnTo>
                    <a:pt x="233680" y="185420"/>
                  </a:lnTo>
                  <a:close/>
                </a:path>
                <a:path w="419100" h="411480">
                  <a:moveTo>
                    <a:pt x="236220" y="182880"/>
                  </a:moveTo>
                  <a:lnTo>
                    <a:pt x="224790" y="182880"/>
                  </a:lnTo>
                  <a:lnTo>
                    <a:pt x="223520" y="184150"/>
                  </a:lnTo>
                  <a:lnTo>
                    <a:pt x="234950" y="184150"/>
                  </a:lnTo>
                  <a:lnTo>
                    <a:pt x="236220" y="182880"/>
                  </a:lnTo>
                  <a:close/>
                </a:path>
                <a:path w="419100" h="411480">
                  <a:moveTo>
                    <a:pt x="248920" y="170180"/>
                  </a:moveTo>
                  <a:lnTo>
                    <a:pt x="237490" y="170180"/>
                  </a:lnTo>
                  <a:lnTo>
                    <a:pt x="226060" y="181610"/>
                  </a:lnTo>
                  <a:lnTo>
                    <a:pt x="237490" y="181610"/>
                  </a:lnTo>
                  <a:lnTo>
                    <a:pt x="248920" y="170180"/>
                  </a:lnTo>
                  <a:close/>
                </a:path>
                <a:path w="419100" h="411480">
                  <a:moveTo>
                    <a:pt x="261620" y="157480"/>
                  </a:moveTo>
                  <a:lnTo>
                    <a:pt x="250190" y="157480"/>
                  </a:lnTo>
                  <a:lnTo>
                    <a:pt x="238760" y="168910"/>
                  </a:lnTo>
                  <a:lnTo>
                    <a:pt x="250190" y="168910"/>
                  </a:lnTo>
                  <a:lnTo>
                    <a:pt x="261620" y="157480"/>
                  </a:lnTo>
                  <a:close/>
                </a:path>
                <a:path w="419100" h="411480">
                  <a:moveTo>
                    <a:pt x="265430" y="153670"/>
                  </a:moveTo>
                  <a:lnTo>
                    <a:pt x="254000" y="153670"/>
                  </a:lnTo>
                  <a:lnTo>
                    <a:pt x="251460" y="156210"/>
                  </a:lnTo>
                  <a:lnTo>
                    <a:pt x="262890" y="156210"/>
                  </a:lnTo>
                  <a:lnTo>
                    <a:pt x="265430" y="153670"/>
                  </a:lnTo>
                  <a:close/>
                </a:path>
                <a:path w="419100" h="411480">
                  <a:moveTo>
                    <a:pt x="267970" y="151130"/>
                  </a:moveTo>
                  <a:lnTo>
                    <a:pt x="256540" y="151130"/>
                  </a:lnTo>
                  <a:lnTo>
                    <a:pt x="255270" y="152400"/>
                  </a:lnTo>
                  <a:lnTo>
                    <a:pt x="266700" y="152400"/>
                  </a:lnTo>
                  <a:lnTo>
                    <a:pt x="267970" y="151130"/>
                  </a:lnTo>
                  <a:close/>
                </a:path>
                <a:path w="419100" h="411480">
                  <a:moveTo>
                    <a:pt x="271780" y="147320"/>
                  </a:moveTo>
                  <a:lnTo>
                    <a:pt x="260350" y="147320"/>
                  </a:lnTo>
                  <a:lnTo>
                    <a:pt x="257810" y="149860"/>
                  </a:lnTo>
                  <a:lnTo>
                    <a:pt x="269240" y="149860"/>
                  </a:lnTo>
                  <a:lnTo>
                    <a:pt x="271780" y="147320"/>
                  </a:lnTo>
                  <a:close/>
                </a:path>
                <a:path w="419100" h="411480">
                  <a:moveTo>
                    <a:pt x="274320" y="144780"/>
                  </a:moveTo>
                  <a:lnTo>
                    <a:pt x="262890" y="144780"/>
                  </a:lnTo>
                  <a:lnTo>
                    <a:pt x="261620" y="146050"/>
                  </a:lnTo>
                  <a:lnTo>
                    <a:pt x="273050" y="146050"/>
                  </a:lnTo>
                  <a:lnTo>
                    <a:pt x="274320" y="144780"/>
                  </a:lnTo>
                  <a:close/>
                </a:path>
                <a:path w="419100" h="411480">
                  <a:moveTo>
                    <a:pt x="278130" y="140970"/>
                  </a:moveTo>
                  <a:lnTo>
                    <a:pt x="266700" y="140970"/>
                  </a:lnTo>
                  <a:lnTo>
                    <a:pt x="264160" y="143510"/>
                  </a:lnTo>
                  <a:lnTo>
                    <a:pt x="275590" y="143510"/>
                  </a:lnTo>
                  <a:lnTo>
                    <a:pt x="278130" y="140970"/>
                  </a:lnTo>
                  <a:close/>
                </a:path>
                <a:path w="419100" h="411480">
                  <a:moveTo>
                    <a:pt x="280670" y="138430"/>
                  </a:moveTo>
                  <a:lnTo>
                    <a:pt x="269240" y="138430"/>
                  </a:lnTo>
                  <a:lnTo>
                    <a:pt x="267970" y="139700"/>
                  </a:lnTo>
                  <a:lnTo>
                    <a:pt x="279400" y="139700"/>
                  </a:lnTo>
                  <a:lnTo>
                    <a:pt x="280670" y="138430"/>
                  </a:lnTo>
                  <a:close/>
                </a:path>
                <a:path w="419100" h="411480">
                  <a:moveTo>
                    <a:pt x="284480" y="134620"/>
                  </a:moveTo>
                  <a:lnTo>
                    <a:pt x="273050" y="134620"/>
                  </a:lnTo>
                  <a:lnTo>
                    <a:pt x="270510" y="137160"/>
                  </a:lnTo>
                  <a:lnTo>
                    <a:pt x="281940" y="137160"/>
                  </a:lnTo>
                  <a:lnTo>
                    <a:pt x="284480" y="134620"/>
                  </a:lnTo>
                  <a:close/>
                </a:path>
                <a:path w="419100" h="411480">
                  <a:moveTo>
                    <a:pt x="287020" y="132080"/>
                  </a:moveTo>
                  <a:lnTo>
                    <a:pt x="275590" y="132080"/>
                  </a:lnTo>
                  <a:lnTo>
                    <a:pt x="274320" y="133350"/>
                  </a:lnTo>
                  <a:lnTo>
                    <a:pt x="285750" y="133350"/>
                  </a:lnTo>
                  <a:lnTo>
                    <a:pt x="287020" y="132080"/>
                  </a:lnTo>
                  <a:close/>
                </a:path>
                <a:path w="419100" h="411480">
                  <a:moveTo>
                    <a:pt x="290830" y="128270"/>
                  </a:moveTo>
                  <a:lnTo>
                    <a:pt x="279400" y="128270"/>
                  </a:lnTo>
                  <a:lnTo>
                    <a:pt x="276860" y="130810"/>
                  </a:lnTo>
                  <a:lnTo>
                    <a:pt x="288290" y="130810"/>
                  </a:lnTo>
                  <a:lnTo>
                    <a:pt x="290830" y="128270"/>
                  </a:lnTo>
                  <a:close/>
                </a:path>
                <a:path w="419100" h="411480">
                  <a:moveTo>
                    <a:pt x="293370" y="125730"/>
                  </a:moveTo>
                  <a:lnTo>
                    <a:pt x="281940" y="125730"/>
                  </a:lnTo>
                  <a:lnTo>
                    <a:pt x="280670" y="127000"/>
                  </a:lnTo>
                  <a:lnTo>
                    <a:pt x="292100" y="127000"/>
                  </a:lnTo>
                  <a:lnTo>
                    <a:pt x="293370" y="125730"/>
                  </a:lnTo>
                  <a:close/>
                </a:path>
                <a:path w="419100" h="411480">
                  <a:moveTo>
                    <a:pt x="297180" y="121920"/>
                  </a:moveTo>
                  <a:lnTo>
                    <a:pt x="285750" y="121920"/>
                  </a:lnTo>
                  <a:lnTo>
                    <a:pt x="283210" y="124460"/>
                  </a:lnTo>
                  <a:lnTo>
                    <a:pt x="294640" y="124460"/>
                  </a:lnTo>
                  <a:lnTo>
                    <a:pt x="297180" y="121920"/>
                  </a:lnTo>
                  <a:close/>
                </a:path>
                <a:path w="419100" h="411480">
                  <a:moveTo>
                    <a:pt x="299720" y="119380"/>
                  </a:moveTo>
                  <a:lnTo>
                    <a:pt x="288290" y="119380"/>
                  </a:lnTo>
                  <a:lnTo>
                    <a:pt x="287020" y="120650"/>
                  </a:lnTo>
                  <a:lnTo>
                    <a:pt x="298450" y="120650"/>
                  </a:lnTo>
                  <a:lnTo>
                    <a:pt x="299720" y="119380"/>
                  </a:lnTo>
                  <a:close/>
                </a:path>
                <a:path w="419100" h="411480">
                  <a:moveTo>
                    <a:pt x="303530" y="115570"/>
                  </a:moveTo>
                  <a:lnTo>
                    <a:pt x="292100" y="115570"/>
                  </a:lnTo>
                  <a:lnTo>
                    <a:pt x="289560" y="118110"/>
                  </a:lnTo>
                  <a:lnTo>
                    <a:pt x="300990" y="118110"/>
                  </a:lnTo>
                  <a:lnTo>
                    <a:pt x="303530" y="115570"/>
                  </a:lnTo>
                  <a:close/>
                </a:path>
                <a:path w="419100" h="411480">
                  <a:moveTo>
                    <a:pt x="306070" y="113030"/>
                  </a:moveTo>
                  <a:lnTo>
                    <a:pt x="294640" y="113030"/>
                  </a:lnTo>
                  <a:lnTo>
                    <a:pt x="293370" y="114300"/>
                  </a:lnTo>
                  <a:lnTo>
                    <a:pt x="304800" y="114300"/>
                  </a:lnTo>
                  <a:lnTo>
                    <a:pt x="306070" y="113030"/>
                  </a:lnTo>
                  <a:close/>
                </a:path>
                <a:path w="419100" h="411480">
                  <a:moveTo>
                    <a:pt x="309880" y="109220"/>
                  </a:moveTo>
                  <a:lnTo>
                    <a:pt x="298450" y="109220"/>
                  </a:lnTo>
                  <a:lnTo>
                    <a:pt x="295910" y="111760"/>
                  </a:lnTo>
                  <a:lnTo>
                    <a:pt x="307340" y="111760"/>
                  </a:lnTo>
                  <a:lnTo>
                    <a:pt x="309880" y="109220"/>
                  </a:lnTo>
                  <a:close/>
                </a:path>
                <a:path w="419100" h="411480">
                  <a:moveTo>
                    <a:pt x="312420" y="106680"/>
                  </a:moveTo>
                  <a:lnTo>
                    <a:pt x="300990" y="106680"/>
                  </a:lnTo>
                  <a:lnTo>
                    <a:pt x="299720" y="107950"/>
                  </a:lnTo>
                  <a:lnTo>
                    <a:pt x="311150" y="107950"/>
                  </a:lnTo>
                  <a:lnTo>
                    <a:pt x="312420" y="106680"/>
                  </a:lnTo>
                  <a:close/>
                </a:path>
                <a:path w="419100" h="411480">
                  <a:moveTo>
                    <a:pt x="316230" y="102870"/>
                  </a:moveTo>
                  <a:lnTo>
                    <a:pt x="304800" y="102870"/>
                  </a:lnTo>
                  <a:lnTo>
                    <a:pt x="302260" y="105410"/>
                  </a:lnTo>
                  <a:lnTo>
                    <a:pt x="313690" y="105410"/>
                  </a:lnTo>
                  <a:lnTo>
                    <a:pt x="316230" y="102870"/>
                  </a:lnTo>
                  <a:close/>
                </a:path>
                <a:path w="419100" h="411480">
                  <a:moveTo>
                    <a:pt x="318770" y="100330"/>
                  </a:moveTo>
                  <a:lnTo>
                    <a:pt x="307340" y="100330"/>
                  </a:lnTo>
                  <a:lnTo>
                    <a:pt x="306070" y="101600"/>
                  </a:lnTo>
                  <a:lnTo>
                    <a:pt x="317500" y="101600"/>
                  </a:lnTo>
                  <a:lnTo>
                    <a:pt x="318770" y="100330"/>
                  </a:lnTo>
                  <a:close/>
                </a:path>
                <a:path w="419100" h="411480">
                  <a:moveTo>
                    <a:pt x="322580" y="96520"/>
                  </a:moveTo>
                  <a:lnTo>
                    <a:pt x="311150" y="96520"/>
                  </a:lnTo>
                  <a:lnTo>
                    <a:pt x="308610" y="99060"/>
                  </a:lnTo>
                  <a:lnTo>
                    <a:pt x="320040" y="99060"/>
                  </a:lnTo>
                  <a:lnTo>
                    <a:pt x="322580" y="96520"/>
                  </a:lnTo>
                  <a:close/>
                </a:path>
                <a:path w="419100" h="411480">
                  <a:moveTo>
                    <a:pt x="325120" y="93980"/>
                  </a:moveTo>
                  <a:lnTo>
                    <a:pt x="313690" y="93980"/>
                  </a:lnTo>
                  <a:lnTo>
                    <a:pt x="312420" y="95250"/>
                  </a:lnTo>
                  <a:lnTo>
                    <a:pt x="323850" y="95250"/>
                  </a:lnTo>
                  <a:lnTo>
                    <a:pt x="325120" y="93980"/>
                  </a:lnTo>
                  <a:close/>
                </a:path>
                <a:path w="419100" h="411480">
                  <a:moveTo>
                    <a:pt x="328930" y="90170"/>
                  </a:moveTo>
                  <a:lnTo>
                    <a:pt x="317500" y="90170"/>
                  </a:lnTo>
                  <a:lnTo>
                    <a:pt x="314960" y="92710"/>
                  </a:lnTo>
                  <a:lnTo>
                    <a:pt x="326390" y="92710"/>
                  </a:lnTo>
                  <a:lnTo>
                    <a:pt x="328930" y="90170"/>
                  </a:lnTo>
                  <a:close/>
                </a:path>
                <a:path w="419100" h="411480">
                  <a:moveTo>
                    <a:pt x="331470" y="87630"/>
                  </a:moveTo>
                  <a:lnTo>
                    <a:pt x="320040" y="87630"/>
                  </a:lnTo>
                  <a:lnTo>
                    <a:pt x="318770" y="88900"/>
                  </a:lnTo>
                  <a:lnTo>
                    <a:pt x="330200" y="88900"/>
                  </a:lnTo>
                  <a:lnTo>
                    <a:pt x="331470" y="87630"/>
                  </a:lnTo>
                  <a:close/>
                </a:path>
                <a:path w="419100" h="411480">
                  <a:moveTo>
                    <a:pt x="335280" y="83820"/>
                  </a:moveTo>
                  <a:lnTo>
                    <a:pt x="323850" y="83820"/>
                  </a:lnTo>
                  <a:lnTo>
                    <a:pt x="321310" y="86360"/>
                  </a:lnTo>
                  <a:lnTo>
                    <a:pt x="332740" y="86360"/>
                  </a:lnTo>
                  <a:lnTo>
                    <a:pt x="335280" y="83820"/>
                  </a:lnTo>
                  <a:close/>
                </a:path>
                <a:path w="419100" h="411480">
                  <a:moveTo>
                    <a:pt x="337820" y="81280"/>
                  </a:moveTo>
                  <a:lnTo>
                    <a:pt x="326390" y="81280"/>
                  </a:lnTo>
                  <a:lnTo>
                    <a:pt x="325120" y="82550"/>
                  </a:lnTo>
                  <a:lnTo>
                    <a:pt x="336550" y="82550"/>
                  </a:lnTo>
                  <a:lnTo>
                    <a:pt x="337820" y="81280"/>
                  </a:lnTo>
                  <a:close/>
                </a:path>
                <a:path w="419100" h="411480">
                  <a:moveTo>
                    <a:pt x="341630" y="77470"/>
                  </a:moveTo>
                  <a:lnTo>
                    <a:pt x="330200" y="77470"/>
                  </a:lnTo>
                  <a:lnTo>
                    <a:pt x="327660" y="80010"/>
                  </a:lnTo>
                  <a:lnTo>
                    <a:pt x="339090" y="80010"/>
                  </a:lnTo>
                  <a:lnTo>
                    <a:pt x="341630" y="77470"/>
                  </a:lnTo>
                  <a:close/>
                </a:path>
                <a:path w="419100" h="411480">
                  <a:moveTo>
                    <a:pt x="344170" y="74930"/>
                  </a:moveTo>
                  <a:lnTo>
                    <a:pt x="332740" y="74930"/>
                  </a:lnTo>
                  <a:lnTo>
                    <a:pt x="331470" y="76200"/>
                  </a:lnTo>
                  <a:lnTo>
                    <a:pt x="342900" y="76200"/>
                  </a:lnTo>
                  <a:lnTo>
                    <a:pt x="344170" y="74930"/>
                  </a:lnTo>
                  <a:close/>
                </a:path>
                <a:path w="419100" h="411480">
                  <a:moveTo>
                    <a:pt x="347980" y="71120"/>
                  </a:moveTo>
                  <a:lnTo>
                    <a:pt x="336550" y="71120"/>
                  </a:lnTo>
                  <a:lnTo>
                    <a:pt x="334010" y="73660"/>
                  </a:lnTo>
                  <a:lnTo>
                    <a:pt x="345440" y="73660"/>
                  </a:lnTo>
                  <a:lnTo>
                    <a:pt x="347980" y="71120"/>
                  </a:lnTo>
                  <a:close/>
                </a:path>
                <a:path w="419100" h="411480">
                  <a:moveTo>
                    <a:pt x="350520" y="68580"/>
                  </a:moveTo>
                  <a:lnTo>
                    <a:pt x="339090" y="68580"/>
                  </a:lnTo>
                  <a:lnTo>
                    <a:pt x="337820" y="69850"/>
                  </a:lnTo>
                  <a:lnTo>
                    <a:pt x="349250" y="69850"/>
                  </a:lnTo>
                  <a:lnTo>
                    <a:pt x="350520" y="68580"/>
                  </a:lnTo>
                  <a:close/>
                </a:path>
                <a:path w="419100" h="411480">
                  <a:moveTo>
                    <a:pt x="354330" y="64770"/>
                  </a:moveTo>
                  <a:lnTo>
                    <a:pt x="342900" y="64770"/>
                  </a:lnTo>
                  <a:lnTo>
                    <a:pt x="340360" y="67310"/>
                  </a:lnTo>
                  <a:lnTo>
                    <a:pt x="351790" y="67310"/>
                  </a:lnTo>
                  <a:lnTo>
                    <a:pt x="354330" y="64770"/>
                  </a:lnTo>
                  <a:close/>
                </a:path>
                <a:path w="419100" h="411480">
                  <a:moveTo>
                    <a:pt x="356870" y="62230"/>
                  </a:moveTo>
                  <a:lnTo>
                    <a:pt x="345440" y="62230"/>
                  </a:lnTo>
                  <a:lnTo>
                    <a:pt x="344170" y="63500"/>
                  </a:lnTo>
                  <a:lnTo>
                    <a:pt x="355600" y="63500"/>
                  </a:lnTo>
                  <a:lnTo>
                    <a:pt x="356870" y="62230"/>
                  </a:lnTo>
                  <a:close/>
                </a:path>
                <a:path w="419100" h="411480">
                  <a:moveTo>
                    <a:pt x="360680" y="58420"/>
                  </a:moveTo>
                  <a:lnTo>
                    <a:pt x="349250" y="58420"/>
                  </a:lnTo>
                  <a:lnTo>
                    <a:pt x="346710" y="60960"/>
                  </a:lnTo>
                  <a:lnTo>
                    <a:pt x="358140" y="60960"/>
                  </a:lnTo>
                  <a:lnTo>
                    <a:pt x="360680" y="58420"/>
                  </a:lnTo>
                  <a:close/>
                </a:path>
                <a:path w="419100" h="411480">
                  <a:moveTo>
                    <a:pt x="363220" y="55880"/>
                  </a:moveTo>
                  <a:lnTo>
                    <a:pt x="351790" y="55880"/>
                  </a:lnTo>
                  <a:lnTo>
                    <a:pt x="350520" y="57150"/>
                  </a:lnTo>
                  <a:lnTo>
                    <a:pt x="361950" y="57150"/>
                  </a:lnTo>
                  <a:lnTo>
                    <a:pt x="363220" y="55880"/>
                  </a:lnTo>
                  <a:close/>
                </a:path>
                <a:path w="419100" h="411480">
                  <a:moveTo>
                    <a:pt x="367030" y="52070"/>
                  </a:moveTo>
                  <a:lnTo>
                    <a:pt x="355600" y="52070"/>
                  </a:lnTo>
                  <a:lnTo>
                    <a:pt x="353060" y="54610"/>
                  </a:lnTo>
                  <a:lnTo>
                    <a:pt x="364490" y="54610"/>
                  </a:lnTo>
                  <a:lnTo>
                    <a:pt x="367030" y="52070"/>
                  </a:lnTo>
                  <a:close/>
                </a:path>
                <a:path w="419100" h="411480">
                  <a:moveTo>
                    <a:pt x="369570" y="49530"/>
                  </a:moveTo>
                  <a:lnTo>
                    <a:pt x="358140" y="49530"/>
                  </a:lnTo>
                  <a:lnTo>
                    <a:pt x="356870" y="50800"/>
                  </a:lnTo>
                  <a:lnTo>
                    <a:pt x="368300" y="50800"/>
                  </a:lnTo>
                  <a:lnTo>
                    <a:pt x="369570" y="49530"/>
                  </a:lnTo>
                  <a:close/>
                </a:path>
                <a:path w="419100" h="411480">
                  <a:moveTo>
                    <a:pt x="373380" y="45720"/>
                  </a:moveTo>
                  <a:lnTo>
                    <a:pt x="361950" y="45720"/>
                  </a:lnTo>
                  <a:lnTo>
                    <a:pt x="359410" y="48260"/>
                  </a:lnTo>
                  <a:lnTo>
                    <a:pt x="370840" y="48260"/>
                  </a:lnTo>
                  <a:lnTo>
                    <a:pt x="373380" y="45720"/>
                  </a:lnTo>
                  <a:close/>
                </a:path>
                <a:path w="419100" h="411480">
                  <a:moveTo>
                    <a:pt x="375920" y="43180"/>
                  </a:moveTo>
                  <a:lnTo>
                    <a:pt x="364490" y="43180"/>
                  </a:lnTo>
                  <a:lnTo>
                    <a:pt x="363220" y="44450"/>
                  </a:lnTo>
                  <a:lnTo>
                    <a:pt x="374650" y="44450"/>
                  </a:lnTo>
                  <a:lnTo>
                    <a:pt x="375920" y="43180"/>
                  </a:lnTo>
                  <a:close/>
                </a:path>
                <a:path w="419100" h="411480">
                  <a:moveTo>
                    <a:pt x="379730" y="39370"/>
                  </a:moveTo>
                  <a:lnTo>
                    <a:pt x="368300" y="39370"/>
                  </a:lnTo>
                  <a:lnTo>
                    <a:pt x="365760" y="41910"/>
                  </a:lnTo>
                  <a:lnTo>
                    <a:pt x="377190" y="41910"/>
                  </a:lnTo>
                  <a:lnTo>
                    <a:pt x="379730" y="39370"/>
                  </a:lnTo>
                  <a:close/>
                </a:path>
                <a:path w="419100" h="411480">
                  <a:moveTo>
                    <a:pt x="382270" y="36830"/>
                  </a:moveTo>
                  <a:lnTo>
                    <a:pt x="370840" y="36830"/>
                  </a:lnTo>
                  <a:lnTo>
                    <a:pt x="369570" y="38100"/>
                  </a:lnTo>
                  <a:lnTo>
                    <a:pt x="381000" y="38100"/>
                  </a:lnTo>
                  <a:lnTo>
                    <a:pt x="382270" y="36830"/>
                  </a:lnTo>
                  <a:close/>
                </a:path>
                <a:path w="419100" h="411480">
                  <a:moveTo>
                    <a:pt x="386080" y="33020"/>
                  </a:moveTo>
                  <a:lnTo>
                    <a:pt x="374650" y="33020"/>
                  </a:lnTo>
                  <a:lnTo>
                    <a:pt x="372110" y="35560"/>
                  </a:lnTo>
                  <a:lnTo>
                    <a:pt x="383540" y="35560"/>
                  </a:lnTo>
                  <a:lnTo>
                    <a:pt x="386080" y="33020"/>
                  </a:lnTo>
                  <a:close/>
                </a:path>
                <a:path w="419100" h="411480">
                  <a:moveTo>
                    <a:pt x="388620" y="30480"/>
                  </a:moveTo>
                  <a:lnTo>
                    <a:pt x="377190" y="30480"/>
                  </a:lnTo>
                  <a:lnTo>
                    <a:pt x="375920" y="31750"/>
                  </a:lnTo>
                  <a:lnTo>
                    <a:pt x="387350" y="31750"/>
                  </a:lnTo>
                  <a:lnTo>
                    <a:pt x="388620" y="30480"/>
                  </a:lnTo>
                  <a:close/>
                </a:path>
                <a:path w="419100" h="411480">
                  <a:moveTo>
                    <a:pt x="392430" y="26670"/>
                  </a:moveTo>
                  <a:lnTo>
                    <a:pt x="381000" y="26670"/>
                  </a:lnTo>
                  <a:lnTo>
                    <a:pt x="378460" y="29210"/>
                  </a:lnTo>
                  <a:lnTo>
                    <a:pt x="389890" y="29210"/>
                  </a:lnTo>
                  <a:lnTo>
                    <a:pt x="392430" y="26670"/>
                  </a:lnTo>
                  <a:close/>
                </a:path>
                <a:path w="419100" h="411480">
                  <a:moveTo>
                    <a:pt x="394970" y="24130"/>
                  </a:moveTo>
                  <a:lnTo>
                    <a:pt x="383540" y="24130"/>
                  </a:lnTo>
                  <a:lnTo>
                    <a:pt x="382270" y="25400"/>
                  </a:lnTo>
                  <a:lnTo>
                    <a:pt x="393700" y="25400"/>
                  </a:lnTo>
                  <a:lnTo>
                    <a:pt x="394970" y="24130"/>
                  </a:lnTo>
                  <a:close/>
                </a:path>
                <a:path w="419100" h="411480">
                  <a:moveTo>
                    <a:pt x="398780" y="20320"/>
                  </a:moveTo>
                  <a:lnTo>
                    <a:pt x="387350" y="20320"/>
                  </a:lnTo>
                  <a:lnTo>
                    <a:pt x="384810" y="22860"/>
                  </a:lnTo>
                  <a:lnTo>
                    <a:pt x="396240" y="22860"/>
                  </a:lnTo>
                  <a:lnTo>
                    <a:pt x="398780" y="20320"/>
                  </a:lnTo>
                  <a:close/>
                </a:path>
                <a:path w="419100" h="411480">
                  <a:moveTo>
                    <a:pt x="401320" y="17780"/>
                  </a:moveTo>
                  <a:lnTo>
                    <a:pt x="389890" y="17780"/>
                  </a:lnTo>
                  <a:lnTo>
                    <a:pt x="388620" y="19050"/>
                  </a:lnTo>
                  <a:lnTo>
                    <a:pt x="400050" y="19050"/>
                  </a:lnTo>
                  <a:lnTo>
                    <a:pt x="401320" y="17780"/>
                  </a:lnTo>
                  <a:close/>
                </a:path>
                <a:path w="419100" h="411480">
                  <a:moveTo>
                    <a:pt x="405130" y="13970"/>
                  </a:moveTo>
                  <a:lnTo>
                    <a:pt x="393700" y="13970"/>
                  </a:lnTo>
                  <a:lnTo>
                    <a:pt x="391160" y="16510"/>
                  </a:lnTo>
                  <a:lnTo>
                    <a:pt x="402590" y="16510"/>
                  </a:lnTo>
                  <a:lnTo>
                    <a:pt x="405130" y="13970"/>
                  </a:lnTo>
                  <a:close/>
                </a:path>
                <a:path w="419100" h="411480">
                  <a:moveTo>
                    <a:pt x="407670" y="11430"/>
                  </a:moveTo>
                  <a:lnTo>
                    <a:pt x="396240" y="11430"/>
                  </a:lnTo>
                  <a:lnTo>
                    <a:pt x="394970" y="12700"/>
                  </a:lnTo>
                  <a:lnTo>
                    <a:pt x="406400" y="12700"/>
                  </a:lnTo>
                  <a:lnTo>
                    <a:pt x="407670" y="11430"/>
                  </a:lnTo>
                  <a:close/>
                </a:path>
                <a:path w="419100" h="411480">
                  <a:moveTo>
                    <a:pt x="411480" y="7620"/>
                  </a:moveTo>
                  <a:lnTo>
                    <a:pt x="400050" y="7620"/>
                  </a:lnTo>
                  <a:lnTo>
                    <a:pt x="397510" y="10160"/>
                  </a:lnTo>
                  <a:lnTo>
                    <a:pt x="408940" y="10160"/>
                  </a:lnTo>
                  <a:lnTo>
                    <a:pt x="411480" y="7620"/>
                  </a:lnTo>
                  <a:close/>
                </a:path>
                <a:path w="419100" h="411480">
                  <a:moveTo>
                    <a:pt x="414020" y="5080"/>
                  </a:moveTo>
                  <a:lnTo>
                    <a:pt x="402590" y="5080"/>
                  </a:lnTo>
                  <a:lnTo>
                    <a:pt x="401320" y="6350"/>
                  </a:lnTo>
                  <a:lnTo>
                    <a:pt x="412750" y="6350"/>
                  </a:lnTo>
                  <a:lnTo>
                    <a:pt x="414020" y="5080"/>
                  </a:lnTo>
                  <a:close/>
                </a:path>
                <a:path w="419100" h="411480">
                  <a:moveTo>
                    <a:pt x="419100" y="0"/>
                  </a:moveTo>
                  <a:lnTo>
                    <a:pt x="407670" y="0"/>
                  </a:lnTo>
                  <a:lnTo>
                    <a:pt x="403860" y="3810"/>
                  </a:lnTo>
                  <a:lnTo>
                    <a:pt x="415290" y="3810"/>
                  </a:lnTo>
                  <a:lnTo>
                    <a:pt x="419100" y="0"/>
                  </a:lnTo>
                  <a:close/>
                </a:path>
                <a:path w="419100" h="411480">
                  <a:moveTo>
                    <a:pt x="214630" y="204470"/>
                  </a:moveTo>
                  <a:lnTo>
                    <a:pt x="203199" y="204470"/>
                  </a:lnTo>
                  <a:lnTo>
                    <a:pt x="177800" y="229870"/>
                  </a:lnTo>
                  <a:lnTo>
                    <a:pt x="189230" y="229870"/>
                  </a:lnTo>
                  <a:lnTo>
                    <a:pt x="214630" y="204470"/>
                  </a:lnTo>
                  <a:close/>
                </a:path>
                <a:path w="419100" h="411480">
                  <a:moveTo>
                    <a:pt x="189230" y="229870"/>
                  </a:moveTo>
                  <a:lnTo>
                    <a:pt x="177799" y="229870"/>
                  </a:lnTo>
                  <a:lnTo>
                    <a:pt x="127000" y="280670"/>
                  </a:lnTo>
                  <a:lnTo>
                    <a:pt x="138430" y="280670"/>
                  </a:lnTo>
                  <a:lnTo>
                    <a:pt x="189230" y="229870"/>
                  </a:lnTo>
                  <a:close/>
                </a:path>
                <a:path w="419100" h="411480">
                  <a:moveTo>
                    <a:pt x="11430" y="407670"/>
                  </a:moveTo>
                  <a:lnTo>
                    <a:pt x="3810" y="407670"/>
                  </a:lnTo>
                  <a:lnTo>
                    <a:pt x="3810" y="408940"/>
                  </a:lnTo>
                  <a:lnTo>
                    <a:pt x="5080" y="408940"/>
                  </a:lnTo>
                  <a:lnTo>
                    <a:pt x="5080" y="411480"/>
                  </a:lnTo>
                  <a:lnTo>
                    <a:pt x="7620" y="411480"/>
                  </a:lnTo>
                  <a:lnTo>
                    <a:pt x="7620" y="410210"/>
                  </a:lnTo>
                  <a:lnTo>
                    <a:pt x="8890" y="410210"/>
                  </a:lnTo>
                  <a:lnTo>
                    <a:pt x="11430" y="407670"/>
                  </a:lnTo>
                  <a:close/>
                </a:path>
                <a:path w="419100" h="411480">
                  <a:moveTo>
                    <a:pt x="13970" y="405130"/>
                  </a:moveTo>
                  <a:lnTo>
                    <a:pt x="2540" y="405130"/>
                  </a:lnTo>
                  <a:lnTo>
                    <a:pt x="0" y="407670"/>
                  </a:lnTo>
                  <a:lnTo>
                    <a:pt x="2540" y="407670"/>
                  </a:lnTo>
                  <a:lnTo>
                    <a:pt x="2540" y="406400"/>
                  </a:lnTo>
                  <a:lnTo>
                    <a:pt x="12700" y="406400"/>
                  </a:lnTo>
                  <a:lnTo>
                    <a:pt x="13970" y="405130"/>
                  </a:lnTo>
                  <a:close/>
                </a:path>
                <a:path w="419100" h="411480">
                  <a:moveTo>
                    <a:pt x="17780" y="401320"/>
                  </a:moveTo>
                  <a:lnTo>
                    <a:pt x="6350" y="401320"/>
                  </a:lnTo>
                  <a:lnTo>
                    <a:pt x="3809" y="403860"/>
                  </a:lnTo>
                  <a:lnTo>
                    <a:pt x="15240" y="403860"/>
                  </a:lnTo>
                  <a:lnTo>
                    <a:pt x="17780" y="401320"/>
                  </a:lnTo>
                  <a:close/>
                </a:path>
                <a:path w="419100" h="411480">
                  <a:moveTo>
                    <a:pt x="20320" y="398780"/>
                  </a:moveTo>
                  <a:lnTo>
                    <a:pt x="8890" y="398780"/>
                  </a:lnTo>
                  <a:lnTo>
                    <a:pt x="7619" y="400050"/>
                  </a:lnTo>
                  <a:lnTo>
                    <a:pt x="19050" y="400050"/>
                  </a:lnTo>
                  <a:lnTo>
                    <a:pt x="20320" y="398780"/>
                  </a:lnTo>
                  <a:close/>
                </a:path>
                <a:path w="419100" h="411480">
                  <a:moveTo>
                    <a:pt x="24130" y="394970"/>
                  </a:moveTo>
                  <a:lnTo>
                    <a:pt x="12700" y="394970"/>
                  </a:lnTo>
                  <a:lnTo>
                    <a:pt x="10159" y="397510"/>
                  </a:lnTo>
                  <a:lnTo>
                    <a:pt x="21590" y="397510"/>
                  </a:lnTo>
                  <a:lnTo>
                    <a:pt x="24130" y="394970"/>
                  </a:lnTo>
                  <a:close/>
                </a:path>
                <a:path w="419100" h="411480">
                  <a:moveTo>
                    <a:pt x="26670" y="392430"/>
                  </a:moveTo>
                  <a:lnTo>
                    <a:pt x="15240" y="392430"/>
                  </a:lnTo>
                  <a:lnTo>
                    <a:pt x="13969" y="393700"/>
                  </a:lnTo>
                  <a:lnTo>
                    <a:pt x="25400" y="393700"/>
                  </a:lnTo>
                  <a:lnTo>
                    <a:pt x="26670" y="392430"/>
                  </a:lnTo>
                  <a:close/>
                </a:path>
                <a:path w="419100" h="411480">
                  <a:moveTo>
                    <a:pt x="30480" y="388620"/>
                  </a:moveTo>
                  <a:lnTo>
                    <a:pt x="19050" y="388620"/>
                  </a:lnTo>
                  <a:lnTo>
                    <a:pt x="16509" y="391160"/>
                  </a:lnTo>
                  <a:lnTo>
                    <a:pt x="27940" y="391160"/>
                  </a:lnTo>
                  <a:lnTo>
                    <a:pt x="30480" y="388620"/>
                  </a:lnTo>
                  <a:close/>
                </a:path>
                <a:path w="419100" h="411480">
                  <a:moveTo>
                    <a:pt x="33020" y="386080"/>
                  </a:moveTo>
                  <a:lnTo>
                    <a:pt x="21590" y="386080"/>
                  </a:lnTo>
                  <a:lnTo>
                    <a:pt x="20319" y="387350"/>
                  </a:lnTo>
                  <a:lnTo>
                    <a:pt x="31750" y="387350"/>
                  </a:lnTo>
                  <a:lnTo>
                    <a:pt x="33020" y="386080"/>
                  </a:lnTo>
                  <a:close/>
                </a:path>
                <a:path w="419100" h="411480">
                  <a:moveTo>
                    <a:pt x="36830" y="382270"/>
                  </a:moveTo>
                  <a:lnTo>
                    <a:pt x="25400" y="382270"/>
                  </a:lnTo>
                  <a:lnTo>
                    <a:pt x="22859" y="384810"/>
                  </a:lnTo>
                  <a:lnTo>
                    <a:pt x="34290" y="384810"/>
                  </a:lnTo>
                  <a:lnTo>
                    <a:pt x="36830" y="382270"/>
                  </a:lnTo>
                  <a:close/>
                </a:path>
                <a:path w="419100" h="411480">
                  <a:moveTo>
                    <a:pt x="39370" y="379730"/>
                  </a:moveTo>
                  <a:lnTo>
                    <a:pt x="27940" y="379730"/>
                  </a:lnTo>
                  <a:lnTo>
                    <a:pt x="26669" y="381000"/>
                  </a:lnTo>
                  <a:lnTo>
                    <a:pt x="38100" y="381000"/>
                  </a:lnTo>
                  <a:lnTo>
                    <a:pt x="39370" y="379730"/>
                  </a:lnTo>
                  <a:close/>
                </a:path>
                <a:path w="419100" h="411480">
                  <a:moveTo>
                    <a:pt x="43180" y="375920"/>
                  </a:moveTo>
                  <a:lnTo>
                    <a:pt x="31750" y="375920"/>
                  </a:lnTo>
                  <a:lnTo>
                    <a:pt x="29209" y="378460"/>
                  </a:lnTo>
                  <a:lnTo>
                    <a:pt x="40640" y="378460"/>
                  </a:lnTo>
                  <a:lnTo>
                    <a:pt x="43180" y="375920"/>
                  </a:lnTo>
                  <a:close/>
                </a:path>
                <a:path w="419100" h="411480">
                  <a:moveTo>
                    <a:pt x="45720" y="373380"/>
                  </a:moveTo>
                  <a:lnTo>
                    <a:pt x="34290" y="373380"/>
                  </a:lnTo>
                  <a:lnTo>
                    <a:pt x="33019" y="374650"/>
                  </a:lnTo>
                  <a:lnTo>
                    <a:pt x="44450" y="374650"/>
                  </a:lnTo>
                  <a:lnTo>
                    <a:pt x="45720" y="373380"/>
                  </a:lnTo>
                  <a:close/>
                </a:path>
                <a:path w="419100" h="411480">
                  <a:moveTo>
                    <a:pt x="49530" y="369570"/>
                  </a:moveTo>
                  <a:lnTo>
                    <a:pt x="38100" y="369570"/>
                  </a:lnTo>
                  <a:lnTo>
                    <a:pt x="35559" y="372110"/>
                  </a:lnTo>
                  <a:lnTo>
                    <a:pt x="46990" y="372110"/>
                  </a:lnTo>
                  <a:lnTo>
                    <a:pt x="49530" y="369570"/>
                  </a:lnTo>
                  <a:close/>
                </a:path>
                <a:path w="419100" h="411480">
                  <a:moveTo>
                    <a:pt x="52070" y="367030"/>
                  </a:moveTo>
                  <a:lnTo>
                    <a:pt x="40640" y="367030"/>
                  </a:lnTo>
                  <a:lnTo>
                    <a:pt x="39369" y="368300"/>
                  </a:lnTo>
                  <a:lnTo>
                    <a:pt x="50800" y="368300"/>
                  </a:lnTo>
                  <a:lnTo>
                    <a:pt x="52070" y="367030"/>
                  </a:lnTo>
                  <a:close/>
                </a:path>
                <a:path w="419100" h="411480">
                  <a:moveTo>
                    <a:pt x="55880" y="363220"/>
                  </a:moveTo>
                  <a:lnTo>
                    <a:pt x="44450" y="363220"/>
                  </a:lnTo>
                  <a:lnTo>
                    <a:pt x="41909" y="365760"/>
                  </a:lnTo>
                  <a:lnTo>
                    <a:pt x="53340" y="365760"/>
                  </a:lnTo>
                  <a:lnTo>
                    <a:pt x="55880" y="363220"/>
                  </a:lnTo>
                  <a:close/>
                </a:path>
                <a:path w="419100" h="411480">
                  <a:moveTo>
                    <a:pt x="58420" y="360680"/>
                  </a:moveTo>
                  <a:lnTo>
                    <a:pt x="46990" y="360680"/>
                  </a:lnTo>
                  <a:lnTo>
                    <a:pt x="45719" y="361950"/>
                  </a:lnTo>
                  <a:lnTo>
                    <a:pt x="57150" y="361950"/>
                  </a:lnTo>
                  <a:lnTo>
                    <a:pt x="58420" y="360680"/>
                  </a:lnTo>
                  <a:close/>
                </a:path>
                <a:path w="419100" h="411480">
                  <a:moveTo>
                    <a:pt x="71120" y="347980"/>
                  </a:moveTo>
                  <a:lnTo>
                    <a:pt x="59690" y="347980"/>
                  </a:lnTo>
                  <a:lnTo>
                    <a:pt x="48259" y="359410"/>
                  </a:lnTo>
                  <a:lnTo>
                    <a:pt x="59690" y="359410"/>
                  </a:lnTo>
                  <a:lnTo>
                    <a:pt x="71120" y="347980"/>
                  </a:lnTo>
                  <a:close/>
                </a:path>
                <a:path w="419100" h="411480">
                  <a:moveTo>
                    <a:pt x="83820" y="335280"/>
                  </a:moveTo>
                  <a:lnTo>
                    <a:pt x="72390" y="335280"/>
                  </a:lnTo>
                  <a:lnTo>
                    <a:pt x="60959" y="346710"/>
                  </a:lnTo>
                  <a:lnTo>
                    <a:pt x="72390" y="346710"/>
                  </a:lnTo>
                  <a:lnTo>
                    <a:pt x="83820" y="335280"/>
                  </a:lnTo>
                  <a:close/>
                </a:path>
                <a:path w="419100" h="411480">
                  <a:moveTo>
                    <a:pt x="87630" y="331470"/>
                  </a:moveTo>
                  <a:lnTo>
                    <a:pt x="76200" y="331470"/>
                  </a:lnTo>
                  <a:lnTo>
                    <a:pt x="73659" y="334010"/>
                  </a:lnTo>
                  <a:lnTo>
                    <a:pt x="85090" y="334010"/>
                  </a:lnTo>
                  <a:lnTo>
                    <a:pt x="87630" y="331470"/>
                  </a:lnTo>
                  <a:close/>
                </a:path>
                <a:path w="419100" h="411480">
                  <a:moveTo>
                    <a:pt x="90170" y="328930"/>
                  </a:moveTo>
                  <a:lnTo>
                    <a:pt x="78740" y="328930"/>
                  </a:lnTo>
                  <a:lnTo>
                    <a:pt x="77469" y="330200"/>
                  </a:lnTo>
                  <a:lnTo>
                    <a:pt x="88900" y="330200"/>
                  </a:lnTo>
                  <a:lnTo>
                    <a:pt x="90170" y="328930"/>
                  </a:lnTo>
                  <a:close/>
                </a:path>
                <a:path w="419100" h="411480">
                  <a:moveTo>
                    <a:pt x="93980" y="325120"/>
                  </a:moveTo>
                  <a:lnTo>
                    <a:pt x="82550" y="325120"/>
                  </a:lnTo>
                  <a:lnTo>
                    <a:pt x="80009" y="327660"/>
                  </a:lnTo>
                  <a:lnTo>
                    <a:pt x="91440" y="327660"/>
                  </a:lnTo>
                  <a:lnTo>
                    <a:pt x="93980" y="325120"/>
                  </a:lnTo>
                  <a:close/>
                </a:path>
                <a:path w="419100" h="411480">
                  <a:moveTo>
                    <a:pt x="106680" y="312420"/>
                  </a:moveTo>
                  <a:lnTo>
                    <a:pt x="95250" y="312420"/>
                  </a:lnTo>
                  <a:lnTo>
                    <a:pt x="83819" y="323850"/>
                  </a:lnTo>
                  <a:lnTo>
                    <a:pt x="95250" y="323850"/>
                  </a:lnTo>
                  <a:lnTo>
                    <a:pt x="106680" y="312420"/>
                  </a:lnTo>
                  <a:close/>
                </a:path>
                <a:path w="419100" h="411480">
                  <a:moveTo>
                    <a:pt x="115570" y="303530"/>
                  </a:moveTo>
                  <a:lnTo>
                    <a:pt x="104140" y="303530"/>
                  </a:lnTo>
                  <a:lnTo>
                    <a:pt x="96519" y="311150"/>
                  </a:lnTo>
                  <a:lnTo>
                    <a:pt x="107950" y="311150"/>
                  </a:lnTo>
                  <a:lnTo>
                    <a:pt x="115570" y="303530"/>
                  </a:lnTo>
                  <a:close/>
                </a:path>
                <a:path w="419100" h="411480">
                  <a:moveTo>
                    <a:pt x="132080" y="287020"/>
                  </a:moveTo>
                  <a:lnTo>
                    <a:pt x="120650" y="287020"/>
                  </a:lnTo>
                  <a:lnTo>
                    <a:pt x="105409" y="302260"/>
                  </a:lnTo>
                  <a:lnTo>
                    <a:pt x="116840" y="302260"/>
                  </a:lnTo>
                  <a:lnTo>
                    <a:pt x="132080" y="287020"/>
                  </a:lnTo>
                  <a:close/>
                </a:path>
                <a:path w="419100" h="411480">
                  <a:moveTo>
                    <a:pt x="137160" y="281940"/>
                  </a:moveTo>
                  <a:lnTo>
                    <a:pt x="125730" y="281940"/>
                  </a:lnTo>
                  <a:lnTo>
                    <a:pt x="121919" y="285750"/>
                  </a:lnTo>
                  <a:lnTo>
                    <a:pt x="133350" y="285750"/>
                  </a:lnTo>
                  <a:lnTo>
                    <a:pt x="137160" y="281940"/>
                  </a:lnTo>
                  <a:close/>
                </a:path>
              </a:pathLst>
            </a:custGeom>
            <a:solidFill>
              <a:srgbClr val="755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1">
              <a:extLst>
                <a:ext uri="{FF2B5EF4-FFF2-40B4-BE49-F238E27FC236}">
                  <a16:creationId xmlns:a16="http://schemas.microsoft.com/office/drawing/2014/main" id="{6959D1FF-04E0-2C0E-0C1C-1D1391957559}"/>
                </a:ext>
              </a:extLst>
            </p:cNvPr>
            <p:cNvSpPr/>
            <p:nvPr/>
          </p:nvSpPr>
          <p:spPr>
            <a:xfrm>
              <a:off x="2519680" y="2575559"/>
              <a:ext cx="420370" cy="415290"/>
            </a:xfrm>
            <a:custGeom>
              <a:avLst/>
              <a:gdLst/>
              <a:ahLst/>
              <a:cxnLst/>
              <a:rect l="l" t="t" r="r" b="b"/>
              <a:pathLst>
                <a:path w="420369" h="415289">
                  <a:moveTo>
                    <a:pt x="222250" y="198120"/>
                  </a:moveTo>
                  <a:lnTo>
                    <a:pt x="212090" y="198120"/>
                  </a:lnTo>
                  <a:lnTo>
                    <a:pt x="205740" y="204470"/>
                  </a:lnTo>
                  <a:lnTo>
                    <a:pt x="215900" y="204470"/>
                  </a:lnTo>
                  <a:lnTo>
                    <a:pt x="222250" y="198120"/>
                  </a:lnTo>
                  <a:close/>
                </a:path>
                <a:path w="420369" h="415289">
                  <a:moveTo>
                    <a:pt x="224790" y="195580"/>
                  </a:moveTo>
                  <a:lnTo>
                    <a:pt x="214630" y="195580"/>
                  </a:lnTo>
                  <a:lnTo>
                    <a:pt x="213360" y="196850"/>
                  </a:lnTo>
                  <a:lnTo>
                    <a:pt x="223520" y="196850"/>
                  </a:lnTo>
                  <a:lnTo>
                    <a:pt x="224790" y="195580"/>
                  </a:lnTo>
                  <a:close/>
                </a:path>
                <a:path w="420369" h="415289">
                  <a:moveTo>
                    <a:pt x="228600" y="191770"/>
                  </a:moveTo>
                  <a:lnTo>
                    <a:pt x="218440" y="191770"/>
                  </a:lnTo>
                  <a:lnTo>
                    <a:pt x="215900" y="194310"/>
                  </a:lnTo>
                  <a:lnTo>
                    <a:pt x="226060" y="194310"/>
                  </a:lnTo>
                  <a:lnTo>
                    <a:pt x="228600" y="191770"/>
                  </a:lnTo>
                  <a:close/>
                </a:path>
                <a:path w="420369" h="415289">
                  <a:moveTo>
                    <a:pt x="231140" y="189230"/>
                  </a:moveTo>
                  <a:lnTo>
                    <a:pt x="220980" y="189230"/>
                  </a:lnTo>
                  <a:lnTo>
                    <a:pt x="219710" y="190500"/>
                  </a:lnTo>
                  <a:lnTo>
                    <a:pt x="229870" y="190500"/>
                  </a:lnTo>
                  <a:lnTo>
                    <a:pt x="231140" y="189230"/>
                  </a:lnTo>
                  <a:close/>
                </a:path>
                <a:path w="420369" h="415289">
                  <a:moveTo>
                    <a:pt x="234950" y="185420"/>
                  </a:moveTo>
                  <a:lnTo>
                    <a:pt x="224790" y="185420"/>
                  </a:lnTo>
                  <a:lnTo>
                    <a:pt x="222250" y="187960"/>
                  </a:lnTo>
                  <a:lnTo>
                    <a:pt x="232410" y="187960"/>
                  </a:lnTo>
                  <a:lnTo>
                    <a:pt x="234950" y="185420"/>
                  </a:lnTo>
                  <a:close/>
                </a:path>
                <a:path w="420369" h="415289">
                  <a:moveTo>
                    <a:pt x="237490" y="182880"/>
                  </a:moveTo>
                  <a:lnTo>
                    <a:pt x="227330" y="182880"/>
                  </a:lnTo>
                  <a:lnTo>
                    <a:pt x="226060" y="184150"/>
                  </a:lnTo>
                  <a:lnTo>
                    <a:pt x="236220" y="184150"/>
                  </a:lnTo>
                  <a:lnTo>
                    <a:pt x="237490" y="182880"/>
                  </a:lnTo>
                  <a:close/>
                </a:path>
                <a:path w="420369" h="415289">
                  <a:moveTo>
                    <a:pt x="250190" y="170180"/>
                  </a:moveTo>
                  <a:lnTo>
                    <a:pt x="240030" y="170180"/>
                  </a:lnTo>
                  <a:lnTo>
                    <a:pt x="228600" y="181610"/>
                  </a:lnTo>
                  <a:lnTo>
                    <a:pt x="238760" y="181610"/>
                  </a:lnTo>
                  <a:lnTo>
                    <a:pt x="250190" y="170180"/>
                  </a:lnTo>
                  <a:close/>
                </a:path>
                <a:path w="420369" h="415289">
                  <a:moveTo>
                    <a:pt x="262890" y="157480"/>
                  </a:moveTo>
                  <a:lnTo>
                    <a:pt x="252730" y="157480"/>
                  </a:lnTo>
                  <a:lnTo>
                    <a:pt x="241300" y="168910"/>
                  </a:lnTo>
                  <a:lnTo>
                    <a:pt x="251460" y="168910"/>
                  </a:lnTo>
                  <a:lnTo>
                    <a:pt x="262890" y="157480"/>
                  </a:lnTo>
                  <a:close/>
                </a:path>
                <a:path w="420369" h="415289">
                  <a:moveTo>
                    <a:pt x="266700" y="153670"/>
                  </a:moveTo>
                  <a:lnTo>
                    <a:pt x="256540" y="153670"/>
                  </a:lnTo>
                  <a:lnTo>
                    <a:pt x="254000" y="156210"/>
                  </a:lnTo>
                  <a:lnTo>
                    <a:pt x="264160" y="156210"/>
                  </a:lnTo>
                  <a:lnTo>
                    <a:pt x="266700" y="153670"/>
                  </a:lnTo>
                  <a:close/>
                </a:path>
                <a:path w="420369" h="415289">
                  <a:moveTo>
                    <a:pt x="269240" y="151130"/>
                  </a:moveTo>
                  <a:lnTo>
                    <a:pt x="259080" y="151130"/>
                  </a:lnTo>
                  <a:lnTo>
                    <a:pt x="257810" y="152400"/>
                  </a:lnTo>
                  <a:lnTo>
                    <a:pt x="267970" y="152400"/>
                  </a:lnTo>
                  <a:lnTo>
                    <a:pt x="269240" y="151130"/>
                  </a:lnTo>
                  <a:close/>
                </a:path>
                <a:path w="420369" h="415289">
                  <a:moveTo>
                    <a:pt x="273050" y="147320"/>
                  </a:moveTo>
                  <a:lnTo>
                    <a:pt x="262890" y="147320"/>
                  </a:lnTo>
                  <a:lnTo>
                    <a:pt x="260350" y="149860"/>
                  </a:lnTo>
                  <a:lnTo>
                    <a:pt x="270510" y="149860"/>
                  </a:lnTo>
                  <a:lnTo>
                    <a:pt x="273050" y="147320"/>
                  </a:lnTo>
                  <a:close/>
                </a:path>
                <a:path w="420369" h="415289">
                  <a:moveTo>
                    <a:pt x="275590" y="144780"/>
                  </a:moveTo>
                  <a:lnTo>
                    <a:pt x="265430" y="144780"/>
                  </a:lnTo>
                  <a:lnTo>
                    <a:pt x="264160" y="146050"/>
                  </a:lnTo>
                  <a:lnTo>
                    <a:pt x="274320" y="146050"/>
                  </a:lnTo>
                  <a:lnTo>
                    <a:pt x="275590" y="144780"/>
                  </a:lnTo>
                  <a:close/>
                </a:path>
                <a:path w="420369" h="415289">
                  <a:moveTo>
                    <a:pt x="279400" y="140970"/>
                  </a:moveTo>
                  <a:lnTo>
                    <a:pt x="269240" y="140970"/>
                  </a:lnTo>
                  <a:lnTo>
                    <a:pt x="266700" y="143510"/>
                  </a:lnTo>
                  <a:lnTo>
                    <a:pt x="276860" y="143510"/>
                  </a:lnTo>
                  <a:lnTo>
                    <a:pt x="279400" y="140970"/>
                  </a:lnTo>
                  <a:close/>
                </a:path>
                <a:path w="420369" h="415289">
                  <a:moveTo>
                    <a:pt x="281940" y="138430"/>
                  </a:moveTo>
                  <a:lnTo>
                    <a:pt x="271780" y="138430"/>
                  </a:lnTo>
                  <a:lnTo>
                    <a:pt x="270510" y="139700"/>
                  </a:lnTo>
                  <a:lnTo>
                    <a:pt x="280670" y="139700"/>
                  </a:lnTo>
                  <a:lnTo>
                    <a:pt x="281940" y="138430"/>
                  </a:lnTo>
                  <a:close/>
                </a:path>
                <a:path w="420369" h="415289">
                  <a:moveTo>
                    <a:pt x="285750" y="134620"/>
                  </a:moveTo>
                  <a:lnTo>
                    <a:pt x="275590" y="134620"/>
                  </a:lnTo>
                  <a:lnTo>
                    <a:pt x="273050" y="137160"/>
                  </a:lnTo>
                  <a:lnTo>
                    <a:pt x="283210" y="137160"/>
                  </a:lnTo>
                  <a:lnTo>
                    <a:pt x="285750" y="134620"/>
                  </a:lnTo>
                  <a:close/>
                </a:path>
                <a:path w="420369" h="415289">
                  <a:moveTo>
                    <a:pt x="288290" y="132080"/>
                  </a:moveTo>
                  <a:lnTo>
                    <a:pt x="278130" y="132080"/>
                  </a:lnTo>
                  <a:lnTo>
                    <a:pt x="276860" y="133350"/>
                  </a:lnTo>
                  <a:lnTo>
                    <a:pt x="287020" y="133350"/>
                  </a:lnTo>
                  <a:lnTo>
                    <a:pt x="288290" y="132080"/>
                  </a:lnTo>
                  <a:close/>
                </a:path>
                <a:path w="420369" h="415289">
                  <a:moveTo>
                    <a:pt x="292100" y="128270"/>
                  </a:moveTo>
                  <a:lnTo>
                    <a:pt x="281940" y="128270"/>
                  </a:lnTo>
                  <a:lnTo>
                    <a:pt x="279400" y="130810"/>
                  </a:lnTo>
                  <a:lnTo>
                    <a:pt x="289560" y="130810"/>
                  </a:lnTo>
                  <a:lnTo>
                    <a:pt x="292100" y="128270"/>
                  </a:lnTo>
                  <a:close/>
                </a:path>
                <a:path w="420369" h="415289">
                  <a:moveTo>
                    <a:pt x="294640" y="125730"/>
                  </a:moveTo>
                  <a:lnTo>
                    <a:pt x="284480" y="125730"/>
                  </a:lnTo>
                  <a:lnTo>
                    <a:pt x="283210" y="127000"/>
                  </a:lnTo>
                  <a:lnTo>
                    <a:pt x="293370" y="127000"/>
                  </a:lnTo>
                  <a:lnTo>
                    <a:pt x="294640" y="125730"/>
                  </a:lnTo>
                  <a:close/>
                </a:path>
                <a:path w="420369" h="415289">
                  <a:moveTo>
                    <a:pt x="298450" y="121920"/>
                  </a:moveTo>
                  <a:lnTo>
                    <a:pt x="288290" y="121920"/>
                  </a:lnTo>
                  <a:lnTo>
                    <a:pt x="285750" y="124460"/>
                  </a:lnTo>
                  <a:lnTo>
                    <a:pt x="295910" y="124460"/>
                  </a:lnTo>
                  <a:lnTo>
                    <a:pt x="298450" y="121920"/>
                  </a:lnTo>
                  <a:close/>
                </a:path>
                <a:path w="420369" h="415289">
                  <a:moveTo>
                    <a:pt x="300990" y="119380"/>
                  </a:moveTo>
                  <a:lnTo>
                    <a:pt x="290830" y="119380"/>
                  </a:lnTo>
                  <a:lnTo>
                    <a:pt x="289560" y="120650"/>
                  </a:lnTo>
                  <a:lnTo>
                    <a:pt x="299720" y="120650"/>
                  </a:lnTo>
                  <a:lnTo>
                    <a:pt x="300990" y="119380"/>
                  </a:lnTo>
                  <a:close/>
                </a:path>
                <a:path w="420369" h="415289">
                  <a:moveTo>
                    <a:pt x="304800" y="115570"/>
                  </a:moveTo>
                  <a:lnTo>
                    <a:pt x="294640" y="115570"/>
                  </a:lnTo>
                  <a:lnTo>
                    <a:pt x="292100" y="118110"/>
                  </a:lnTo>
                  <a:lnTo>
                    <a:pt x="302260" y="118110"/>
                  </a:lnTo>
                  <a:lnTo>
                    <a:pt x="304800" y="115570"/>
                  </a:lnTo>
                  <a:close/>
                </a:path>
                <a:path w="420369" h="415289">
                  <a:moveTo>
                    <a:pt x="307340" y="113030"/>
                  </a:moveTo>
                  <a:lnTo>
                    <a:pt x="297180" y="113030"/>
                  </a:lnTo>
                  <a:lnTo>
                    <a:pt x="295910" y="114300"/>
                  </a:lnTo>
                  <a:lnTo>
                    <a:pt x="306070" y="114300"/>
                  </a:lnTo>
                  <a:lnTo>
                    <a:pt x="307340" y="113030"/>
                  </a:lnTo>
                  <a:close/>
                </a:path>
                <a:path w="420369" h="415289">
                  <a:moveTo>
                    <a:pt x="311150" y="109220"/>
                  </a:moveTo>
                  <a:lnTo>
                    <a:pt x="300990" y="109220"/>
                  </a:lnTo>
                  <a:lnTo>
                    <a:pt x="298450" y="111760"/>
                  </a:lnTo>
                  <a:lnTo>
                    <a:pt x="308610" y="111760"/>
                  </a:lnTo>
                  <a:lnTo>
                    <a:pt x="311150" y="109220"/>
                  </a:lnTo>
                  <a:close/>
                </a:path>
                <a:path w="420369" h="415289">
                  <a:moveTo>
                    <a:pt x="313690" y="106680"/>
                  </a:moveTo>
                  <a:lnTo>
                    <a:pt x="303530" y="106680"/>
                  </a:lnTo>
                  <a:lnTo>
                    <a:pt x="302260" y="107950"/>
                  </a:lnTo>
                  <a:lnTo>
                    <a:pt x="312420" y="107950"/>
                  </a:lnTo>
                  <a:lnTo>
                    <a:pt x="313690" y="106680"/>
                  </a:lnTo>
                  <a:close/>
                </a:path>
                <a:path w="420369" h="415289">
                  <a:moveTo>
                    <a:pt x="317500" y="102870"/>
                  </a:moveTo>
                  <a:lnTo>
                    <a:pt x="307340" y="102870"/>
                  </a:lnTo>
                  <a:lnTo>
                    <a:pt x="304800" y="105410"/>
                  </a:lnTo>
                  <a:lnTo>
                    <a:pt x="314960" y="105410"/>
                  </a:lnTo>
                  <a:lnTo>
                    <a:pt x="317500" y="102870"/>
                  </a:lnTo>
                  <a:close/>
                </a:path>
                <a:path w="420369" h="415289">
                  <a:moveTo>
                    <a:pt x="320040" y="100330"/>
                  </a:moveTo>
                  <a:lnTo>
                    <a:pt x="309880" y="100330"/>
                  </a:lnTo>
                  <a:lnTo>
                    <a:pt x="308610" y="101600"/>
                  </a:lnTo>
                  <a:lnTo>
                    <a:pt x="318770" y="101600"/>
                  </a:lnTo>
                  <a:lnTo>
                    <a:pt x="320040" y="100330"/>
                  </a:lnTo>
                  <a:close/>
                </a:path>
                <a:path w="420369" h="415289">
                  <a:moveTo>
                    <a:pt x="323850" y="96520"/>
                  </a:moveTo>
                  <a:lnTo>
                    <a:pt x="313690" y="96520"/>
                  </a:lnTo>
                  <a:lnTo>
                    <a:pt x="311150" y="99060"/>
                  </a:lnTo>
                  <a:lnTo>
                    <a:pt x="321310" y="99060"/>
                  </a:lnTo>
                  <a:lnTo>
                    <a:pt x="323850" y="96520"/>
                  </a:lnTo>
                  <a:close/>
                </a:path>
                <a:path w="420369" h="415289">
                  <a:moveTo>
                    <a:pt x="326390" y="93980"/>
                  </a:moveTo>
                  <a:lnTo>
                    <a:pt x="316230" y="93980"/>
                  </a:lnTo>
                  <a:lnTo>
                    <a:pt x="314960" y="95250"/>
                  </a:lnTo>
                  <a:lnTo>
                    <a:pt x="325120" y="95250"/>
                  </a:lnTo>
                  <a:lnTo>
                    <a:pt x="326390" y="93980"/>
                  </a:lnTo>
                  <a:close/>
                </a:path>
                <a:path w="420369" h="415289">
                  <a:moveTo>
                    <a:pt x="330200" y="90170"/>
                  </a:moveTo>
                  <a:lnTo>
                    <a:pt x="320040" y="90170"/>
                  </a:lnTo>
                  <a:lnTo>
                    <a:pt x="317500" y="92710"/>
                  </a:lnTo>
                  <a:lnTo>
                    <a:pt x="327660" y="92710"/>
                  </a:lnTo>
                  <a:lnTo>
                    <a:pt x="330200" y="90170"/>
                  </a:lnTo>
                  <a:close/>
                </a:path>
                <a:path w="420369" h="415289">
                  <a:moveTo>
                    <a:pt x="332740" y="87630"/>
                  </a:moveTo>
                  <a:lnTo>
                    <a:pt x="322580" y="87630"/>
                  </a:lnTo>
                  <a:lnTo>
                    <a:pt x="321310" y="88900"/>
                  </a:lnTo>
                  <a:lnTo>
                    <a:pt x="331470" y="88900"/>
                  </a:lnTo>
                  <a:lnTo>
                    <a:pt x="332740" y="87630"/>
                  </a:lnTo>
                  <a:close/>
                </a:path>
                <a:path w="420369" h="415289">
                  <a:moveTo>
                    <a:pt x="336550" y="83820"/>
                  </a:moveTo>
                  <a:lnTo>
                    <a:pt x="326390" y="83820"/>
                  </a:lnTo>
                  <a:lnTo>
                    <a:pt x="323850" y="86360"/>
                  </a:lnTo>
                  <a:lnTo>
                    <a:pt x="334010" y="86360"/>
                  </a:lnTo>
                  <a:lnTo>
                    <a:pt x="336550" y="83820"/>
                  </a:lnTo>
                  <a:close/>
                </a:path>
                <a:path w="420369" h="415289">
                  <a:moveTo>
                    <a:pt x="339090" y="81280"/>
                  </a:moveTo>
                  <a:lnTo>
                    <a:pt x="328930" y="81280"/>
                  </a:lnTo>
                  <a:lnTo>
                    <a:pt x="327660" y="82550"/>
                  </a:lnTo>
                  <a:lnTo>
                    <a:pt x="337820" y="82550"/>
                  </a:lnTo>
                  <a:lnTo>
                    <a:pt x="339090" y="81280"/>
                  </a:lnTo>
                  <a:close/>
                </a:path>
                <a:path w="420369" h="415289">
                  <a:moveTo>
                    <a:pt x="342900" y="77470"/>
                  </a:moveTo>
                  <a:lnTo>
                    <a:pt x="332740" y="77470"/>
                  </a:lnTo>
                  <a:lnTo>
                    <a:pt x="330200" y="80010"/>
                  </a:lnTo>
                  <a:lnTo>
                    <a:pt x="340360" y="80010"/>
                  </a:lnTo>
                  <a:lnTo>
                    <a:pt x="342900" y="77470"/>
                  </a:lnTo>
                  <a:close/>
                </a:path>
                <a:path w="420369" h="415289">
                  <a:moveTo>
                    <a:pt x="345440" y="74930"/>
                  </a:moveTo>
                  <a:lnTo>
                    <a:pt x="335280" y="74930"/>
                  </a:lnTo>
                  <a:lnTo>
                    <a:pt x="334010" y="76200"/>
                  </a:lnTo>
                  <a:lnTo>
                    <a:pt x="344170" y="76200"/>
                  </a:lnTo>
                  <a:lnTo>
                    <a:pt x="345440" y="74930"/>
                  </a:lnTo>
                  <a:close/>
                </a:path>
                <a:path w="420369" h="415289">
                  <a:moveTo>
                    <a:pt x="349250" y="71120"/>
                  </a:moveTo>
                  <a:lnTo>
                    <a:pt x="339090" y="71120"/>
                  </a:lnTo>
                  <a:lnTo>
                    <a:pt x="336550" y="73660"/>
                  </a:lnTo>
                  <a:lnTo>
                    <a:pt x="346710" y="73660"/>
                  </a:lnTo>
                  <a:lnTo>
                    <a:pt x="349250" y="71120"/>
                  </a:lnTo>
                  <a:close/>
                </a:path>
                <a:path w="420369" h="415289">
                  <a:moveTo>
                    <a:pt x="351790" y="68580"/>
                  </a:moveTo>
                  <a:lnTo>
                    <a:pt x="341630" y="68580"/>
                  </a:lnTo>
                  <a:lnTo>
                    <a:pt x="340360" y="69850"/>
                  </a:lnTo>
                  <a:lnTo>
                    <a:pt x="350520" y="69850"/>
                  </a:lnTo>
                  <a:lnTo>
                    <a:pt x="351790" y="68580"/>
                  </a:lnTo>
                  <a:close/>
                </a:path>
                <a:path w="420369" h="415289">
                  <a:moveTo>
                    <a:pt x="355600" y="64770"/>
                  </a:moveTo>
                  <a:lnTo>
                    <a:pt x="345440" y="64770"/>
                  </a:lnTo>
                  <a:lnTo>
                    <a:pt x="342900" y="67310"/>
                  </a:lnTo>
                  <a:lnTo>
                    <a:pt x="353060" y="67310"/>
                  </a:lnTo>
                  <a:lnTo>
                    <a:pt x="355600" y="64770"/>
                  </a:lnTo>
                  <a:close/>
                </a:path>
                <a:path w="420369" h="415289">
                  <a:moveTo>
                    <a:pt x="358140" y="62230"/>
                  </a:moveTo>
                  <a:lnTo>
                    <a:pt x="347980" y="62230"/>
                  </a:lnTo>
                  <a:lnTo>
                    <a:pt x="346710" y="63500"/>
                  </a:lnTo>
                  <a:lnTo>
                    <a:pt x="356870" y="63500"/>
                  </a:lnTo>
                  <a:lnTo>
                    <a:pt x="358140" y="62230"/>
                  </a:lnTo>
                  <a:close/>
                </a:path>
                <a:path w="420369" h="415289">
                  <a:moveTo>
                    <a:pt x="361950" y="58420"/>
                  </a:moveTo>
                  <a:lnTo>
                    <a:pt x="351790" y="58420"/>
                  </a:lnTo>
                  <a:lnTo>
                    <a:pt x="349250" y="60960"/>
                  </a:lnTo>
                  <a:lnTo>
                    <a:pt x="359410" y="60960"/>
                  </a:lnTo>
                  <a:lnTo>
                    <a:pt x="361950" y="58420"/>
                  </a:lnTo>
                  <a:close/>
                </a:path>
                <a:path w="420369" h="415289">
                  <a:moveTo>
                    <a:pt x="364490" y="55880"/>
                  </a:moveTo>
                  <a:lnTo>
                    <a:pt x="354330" y="55880"/>
                  </a:lnTo>
                  <a:lnTo>
                    <a:pt x="353060" y="57150"/>
                  </a:lnTo>
                  <a:lnTo>
                    <a:pt x="363220" y="57150"/>
                  </a:lnTo>
                  <a:lnTo>
                    <a:pt x="364490" y="55880"/>
                  </a:lnTo>
                  <a:close/>
                </a:path>
                <a:path w="420369" h="415289">
                  <a:moveTo>
                    <a:pt x="368300" y="52070"/>
                  </a:moveTo>
                  <a:lnTo>
                    <a:pt x="358140" y="52070"/>
                  </a:lnTo>
                  <a:lnTo>
                    <a:pt x="355600" y="54610"/>
                  </a:lnTo>
                  <a:lnTo>
                    <a:pt x="365760" y="54610"/>
                  </a:lnTo>
                  <a:lnTo>
                    <a:pt x="368300" y="52070"/>
                  </a:lnTo>
                  <a:close/>
                </a:path>
                <a:path w="420369" h="415289">
                  <a:moveTo>
                    <a:pt x="370840" y="49530"/>
                  </a:moveTo>
                  <a:lnTo>
                    <a:pt x="360680" y="49530"/>
                  </a:lnTo>
                  <a:lnTo>
                    <a:pt x="359410" y="50800"/>
                  </a:lnTo>
                  <a:lnTo>
                    <a:pt x="369570" y="50800"/>
                  </a:lnTo>
                  <a:lnTo>
                    <a:pt x="370840" y="49530"/>
                  </a:lnTo>
                  <a:close/>
                </a:path>
                <a:path w="420369" h="415289">
                  <a:moveTo>
                    <a:pt x="374650" y="45720"/>
                  </a:moveTo>
                  <a:lnTo>
                    <a:pt x="364490" y="45720"/>
                  </a:lnTo>
                  <a:lnTo>
                    <a:pt x="361950" y="48260"/>
                  </a:lnTo>
                  <a:lnTo>
                    <a:pt x="372110" y="48260"/>
                  </a:lnTo>
                  <a:lnTo>
                    <a:pt x="374650" y="45720"/>
                  </a:lnTo>
                  <a:close/>
                </a:path>
                <a:path w="420369" h="415289">
                  <a:moveTo>
                    <a:pt x="377190" y="43180"/>
                  </a:moveTo>
                  <a:lnTo>
                    <a:pt x="367030" y="43180"/>
                  </a:lnTo>
                  <a:lnTo>
                    <a:pt x="365760" y="44450"/>
                  </a:lnTo>
                  <a:lnTo>
                    <a:pt x="375920" y="44450"/>
                  </a:lnTo>
                  <a:lnTo>
                    <a:pt x="377190" y="43180"/>
                  </a:lnTo>
                  <a:close/>
                </a:path>
                <a:path w="420369" h="415289">
                  <a:moveTo>
                    <a:pt x="381000" y="39370"/>
                  </a:moveTo>
                  <a:lnTo>
                    <a:pt x="370840" y="39370"/>
                  </a:lnTo>
                  <a:lnTo>
                    <a:pt x="368300" y="41910"/>
                  </a:lnTo>
                  <a:lnTo>
                    <a:pt x="378460" y="41910"/>
                  </a:lnTo>
                  <a:lnTo>
                    <a:pt x="381000" y="39370"/>
                  </a:lnTo>
                  <a:close/>
                </a:path>
                <a:path w="420369" h="415289">
                  <a:moveTo>
                    <a:pt x="383540" y="36830"/>
                  </a:moveTo>
                  <a:lnTo>
                    <a:pt x="373380" y="36830"/>
                  </a:lnTo>
                  <a:lnTo>
                    <a:pt x="372110" y="38100"/>
                  </a:lnTo>
                  <a:lnTo>
                    <a:pt x="382270" y="38100"/>
                  </a:lnTo>
                  <a:lnTo>
                    <a:pt x="383540" y="36830"/>
                  </a:lnTo>
                  <a:close/>
                </a:path>
                <a:path w="420369" h="415289">
                  <a:moveTo>
                    <a:pt x="387350" y="33020"/>
                  </a:moveTo>
                  <a:lnTo>
                    <a:pt x="377190" y="33020"/>
                  </a:lnTo>
                  <a:lnTo>
                    <a:pt x="374650" y="35560"/>
                  </a:lnTo>
                  <a:lnTo>
                    <a:pt x="384810" y="35560"/>
                  </a:lnTo>
                  <a:lnTo>
                    <a:pt x="387350" y="33020"/>
                  </a:lnTo>
                  <a:close/>
                </a:path>
                <a:path w="420369" h="415289">
                  <a:moveTo>
                    <a:pt x="389890" y="30480"/>
                  </a:moveTo>
                  <a:lnTo>
                    <a:pt x="379730" y="30480"/>
                  </a:lnTo>
                  <a:lnTo>
                    <a:pt x="378460" y="31750"/>
                  </a:lnTo>
                  <a:lnTo>
                    <a:pt x="388620" y="31750"/>
                  </a:lnTo>
                  <a:lnTo>
                    <a:pt x="389890" y="30480"/>
                  </a:lnTo>
                  <a:close/>
                </a:path>
                <a:path w="420369" h="415289">
                  <a:moveTo>
                    <a:pt x="393700" y="26670"/>
                  </a:moveTo>
                  <a:lnTo>
                    <a:pt x="383540" y="26670"/>
                  </a:lnTo>
                  <a:lnTo>
                    <a:pt x="381000" y="29210"/>
                  </a:lnTo>
                  <a:lnTo>
                    <a:pt x="391160" y="29210"/>
                  </a:lnTo>
                  <a:lnTo>
                    <a:pt x="393700" y="26670"/>
                  </a:lnTo>
                  <a:close/>
                </a:path>
                <a:path w="420369" h="415289">
                  <a:moveTo>
                    <a:pt x="396240" y="24130"/>
                  </a:moveTo>
                  <a:lnTo>
                    <a:pt x="386080" y="24130"/>
                  </a:lnTo>
                  <a:lnTo>
                    <a:pt x="384810" y="25400"/>
                  </a:lnTo>
                  <a:lnTo>
                    <a:pt x="394970" y="25400"/>
                  </a:lnTo>
                  <a:lnTo>
                    <a:pt x="396240" y="24130"/>
                  </a:lnTo>
                  <a:close/>
                </a:path>
                <a:path w="420369" h="415289">
                  <a:moveTo>
                    <a:pt x="400050" y="20320"/>
                  </a:moveTo>
                  <a:lnTo>
                    <a:pt x="389890" y="20320"/>
                  </a:lnTo>
                  <a:lnTo>
                    <a:pt x="387350" y="22860"/>
                  </a:lnTo>
                  <a:lnTo>
                    <a:pt x="397510" y="22860"/>
                  </a:lnTo>
                  <a:lnTo>
                    <a:pt x="400050" y="20320"/>
                  </a:lnTo>
                  <a:close/>
                </a:path>
                <a:path w="420369" h="415289">
                  <a:moveTo>
                    <a:pt x="402590" y="17780"/>
                  </a:moveTo>
                  <a:lnTo>
                    <a:pt x="392430" y="17780"/>
                  </a:lnTo>
                  <a:lnTo>
                    <a:pt x="391160" y="19050"/>
                  </a:lnTo>
                  <a:lnTo>
                    <a:pt x="401320" y="19050"/>
                  </a:lnTo>
                  <a:lnTo>
                    <a:pt x="402590" y="17780"/>
                  </a:lnTo>
                  <a:close/>
                </a:path>
                <a:path w="420369" h="415289">
                  <a:moveTo>
                    <a:pt x="406400" y="13970"/>
                  </a:moveTo>
                  <a:lnTo>
                    <a:pt x="396240" y="13970"/>
                  </a:lnTo>
                  <a:lnTo>
                    <a:pt x="393700" y="16510"/>
                  </a:lnTo>
                  <a:lnTo>
                    <a:pt x="403860" y="16510"/>
                  </a:lnTo>
                  <a:lnTo>
                    <a:pt x="406400" y="13970"/>
                  </a:lnTo>
                  <a:close/>
                </a:path>
                <a:path w="420369" h="415289">
                  <a:moveTo>
                    <a:pt x="408940" y="11430"/>
                  </a:moveTo>
                  <a:lnTo>
                    <a:pt x="398780" y="11430"/>
                  </a:lnTo>
                  <a:lnTo>
                    <a:pt x="397510" y="12700"/>
                  </a:lnTo>
                  <a:lnTo>
                    <a:pt x="407670" y="12700"/>
                  </a:lnTo>
                  <a:lnTo>
                    <a:pt x="408940" y="11430"/>
                  </a:lnTo>
                  <a:close/>
                </a:path>
                <a:path w="420369" h="415289">
                  <a:moveTo>
                    <a:pt x="412750" y="7620"/>
                  </a:moveTo>
                  <a:lnTo>
                    <a:pt x="402590" y="7620"/>
                  </a:lnTo>
                  <a:lnTo>
                    <a:pt x="400050" y="10160"/>
                  </a:lnTo>
                  <a:lnTo>
                    <a:pt x="410210" y="10160"/>
                  </a:lnTo>
                  <a:lnTo>
                    <a:pt x="412750" y="7620"/>
                  </a:lnTo>
                  <a:close/>
                </a:path>
                <a:path w="420369" h="415289">
                  <a:moveTo>
                    <a:pt x="415290" y="5080"/>
                  </a:moveTo>
                  <a:lnTo>
                    <a:pt x="405130" y="5080"/>
                  </a:lnTo>
                  <a:lnTo>
                    <a:pt x="403860" y="6350"/>
                  </a:lnTo>
                  <a:lnTo>
                    <a:pt x="414020" y="6350"/>
                  </a:lnTo>
                  <a:lnTo>
                    <a:pt x="415290" y="5080"/>
                  </a:lnTo>
                  <a:close/>
                </a:path>
                <a:path w="420369" h="415289">
                  <a:moveTo>
                    <a:pt x="420370" y="0"/>
                  </a:moveTo>
                  <a:lnTo>
                    <a:pt x="410210" y="0"/>
                  </a:lnTo>
                  <a:lnTo>
                    <a:pt x="406400" y="3810"/>
                  </a:lnTo>
                  <a:lnTo>
                    <a:pt x="416560" y="3810"/>
                  </a:lnTo>
                  <a:lnTo>
                    <a:pt x="420370" y="0"/>
                  </a:lnTo>
                  <a:close/>
                </a:path>
                <a:path w="420369" h="415289">
                  <a:moveTo>
                    <a:pt x="215899" y="204470"/>
                  </a:moveTo>
                  <a:lnTo>
                    <a:pt x="205739" y="204470"/>
                  </a:lnTo>
                  <a:lnTo>
                    <a:pt x="180340" y="229870"/>
                  </a:lnTo>
                  <a:lnTo>
                    <a:pt x="190500" y="229870"/>
                  </a:lnTo>
                  <a:lnTo>
                    <a:pt x="215899" y="204470"/>
                  </a:lnTo>
                  <a:close/>
                </a:path>
                <a:path w="420369" h="415289">
                  <a:moveTo>
                    <a:pt x="190499" y="229870"/>
                  </a:moveTo>
                  <a:lnTo>
                    <a:pt x="180339" y="229870"/>
                  </a:lnTo>
                  <a:lnTo>
                    <a:pt x="129540" y="280670"/>
                  </a:lnTo>
                  <a:lnTo>
                    <a:pt x="139700" y="280670"/>
                  </a:lnTo>
                  <a:lnTo>
                    <a:pt x="190499" y="229870"/>
                  </a:lnTo>
                  <a:close/>
                </a:path>
                <a:path w="420369" h="415289">
                  <a:moveTo>
                    <a:pt x="6350" y="414020"/>
                  </a:moveTo>
                  <a:lnTo>
                    <a:pt x="3809" y="414020"/>
                  </a:lnTo>
                  <a:lnTo>
                    <a:pt x="3809" y="415290"/>
                  </a:lnTo>
                  <a:lnTo>
                    <a:pt x="5080" y="415290"/>
                  </a:lnTo>
                  <a:lnTo>
                    <a:pt x="6350" y="414020"/>
                  </a:lnTo>
                  <a:close/>
                </a:path>
                <a:path w="420369" h="415289">
                  <a:moveTo>
                    <a:pt x="8890" y="411480"/>
                  </a:moveTo>
                  <a:lnTo>
                    <a:pt x="0" y="411480"/>
                  </a:lnTo>
                  <a:lnTo>
                    <a:pt x="0" y="414020"/>
                  </a:lnTo>
                  <a:lnTo>
                    <a:pt x="2539" y="414020"/>
                  </a:lnTo>
                  <a:lnTo>
                    <a:pt x="2539" y="412750"/>
                  </a:lnTo>
                  <a:lnTo>
                    <a:pt x="7619" y="412750"/>
                  </a:lnTo>
                  <a:lnTo>
                    <a:pt x="8890" y="411480"/>
                  </a:lnTo>
                  <a:close/>
                </a:path>
                <a:path w="420369" h="415289">
                  <a:moveTo>
                    <a:pt x="12700" y="407670"/>
                  </a:moveTo>
                  <a:lnTo>
                    <a:pt x="2540" y="407670"/>
                  </a:lnTo>
                  <a:lnTo>
                    <a:pt x="0" y="410210"/>
                  </a:lnTo>
                  <a:lnTo>
                    <a:pt x="10159" y="410210"/>
                  </a:lnTo>
                  <a:lnTo>
                    <a:pt x="12700" y="407670"/>
                  </a:lnTo>
                  <a:close/>
                </a:path>
                <a:path w="420369" h="415289">
                  <a:moveTo>
                    <a:pt x="15240" y="405130"/>
                  </a:moveTo>
                  <a:lnTo>
                    <a:pt x="5080" y="405130"/>
                  </a:lnTo>
                  <a:lnTo>
                    <a:pt x="3810" y="406400"/>
                  </a:lnTo>
                  <a:lnTo>
                    <a:pt x="13969" y="406400"/>
                  </a:lnTo>
                  <a:lnTo>
                    <a:pt x="15240" y="405130"/>
                  </a:lnTo>
                  <a:close/>
                </a:path>
                <a:path w="420369" h="415289">
                  <a:moveTo>
                    <a:pt x="19050" y="401320"/>
                  </a:moveTo>
                  <a:lnTo>
                    <a:pt x="8890" y="401320"/>
                  </a:lnTo>
                  <a:lnTo>
                    <a:pt x="6350" y="403860"/>
                  </a:lnTo>
                  <a:lnTo>
                    <a:pt x="16509" y="403860"/>
                  </a:lnTo>
                  <a:lnTo>
                    <a:pt x="19050" y="401320"/>
                  </a:lnTo>
                  <a:close/>
                </a:path>
                <a:path w="420369" h="415289">
                  <a:moveTo>
                    <a:pt x="21590" y="398780"/>
                  </a:moveTo>
                  <a:lnTo>
                    <a:pt x="11430" y="398780"/>
                  </a:lnTo>
                  <a:lnTo>
                    <a:pt x="10160" y="400050"/>
                  </a:lnTo>
                  <a:lnTo>
                    <a:pt x="20319" y="400050"/>
                  </a:lnTo>
                  <a:lnTo>
                    <a:pt x="21590" y="398780"/>
                  </a:lnTo>
                  <a:close/>
                </a:path>
                <a:path w="420369" h="415289">
                  <a:moveTo>
                    <a:pt x="25400" y="394970"/>
                  </a:moveTo>
                  <a:lnTo>
                    <a:pt x="15240" y="394970"/>
                  </a:lnTo>
                  <a:lnTo>
                    <a:pt x="12700" y="397510"/>
                  </a:lnTo>
                  <a:lnTo>
                    <a:pt x="22859" y="397510"/>
                  </a:lnTo>
                  <a:lnTo>
                    <a:pt x="25400" y="394970"/>
                  </a:lnTo>
                  <a:close/>
                </a:path>
                <a:path w="420369" h="415289">
                  <a:moveTo>
                    <a:pt x="27940" y="392430"/>
                  </a:moveTo>
                  <a:lnTo>
                    <a:pt x="17780" y="392430"/>
                  </a:lnTo>
                  <a:lnTo>
                    <a:pt x="16510" y="393700"/>
                  </a:lnTo>
                  <a:lnTo>
                    <a:pt x="26669" y="393700"/>
                  </a:lnTo>
                  <a:lnTo>
                    <a:pt x="27940" y="392430"/>
                  </a:lnTo>
                  <a:close/>
                </a:path>
                <a:path w="420369" h="415289">
                  <a:moveTo>
                    <a:pt x="31750" y="388620"/>
                  </a:moveTo>
                  <a:lnTo>
                    <a:pt x="21590" y="388620"/>
                  </a:lnTo>
                  <a:lnTo>
                    <a:pt x="19050" y="391160"/>
                  </a:lnTo>
                  <a:lnTo>
                    <a:pt x="29209" y="391160"/>
                  </a:lnTo>
                  <a:lnTo>
                    <a:pt x="31750" y="388620"/>
                  </a:lnTo>
                  <a:close/>
                </a:path>
                <a:path w="420369" h="415289">
                  <a:moveTo>
                    <a:pt x="34290" y="386080"/>
                  </a:moveTo>
                  <a:lnTo>
                    <a:pt x="24130" y="386080"/>
                  </a:lnTo>
                  <a:lnTo>
                    <a:pt x="22860" y="387350"/>
                  </a:lnTo>
                  <a:lnTo>
                    <a:pt x="33019" y="387350"/>
                  </a:lnTo>
                  <a:lnTo>
                    <a:pt x="34290" y="386080"/>
                  </a:lnTo>
                  <a:close/>
                </a:path>
                <a:path w="420369" h="415289">
                  <a:moveTo>
                    <a:pt x="38100" y="382270"/>
                  </a:moveTo>
                  <a:lnTo>
                    <a:pt x="27940" y="382270"/>
                  </a:lnTo>
                  <a:lnTo>
                    <a:pt x="25400" y="384810"/>
                  </a:lnTo>
                  <a:lnTo>
                    <a:pt x="35559" y="384810"/>
                  </a:lnTo>
                  <a:lnTo>
                    <a:pt x="38100" y="382270"/>
                  </a:lnTo>
                  <a:close/>
                </a:path>
                <a:path w="420369" h="415289">
                  <a:moveTo>
                    <a:pt x="40640" y="379730"/>
                  </a:moveTo>
                  <a:lnTo>
                    <a:pt x="30480" y="379730"/>
                  </a:lnTo>
                  <a:lnTo>
                    <a:pt x="29210" y="381000"/>
                  </a:lnTo>
                  <a:lnTo>
                    <a:pt x="39369" y="381000"/>
                  </a:lnTo>
                  <a:lnTo>
                    <a:pt x="40640" y="379730"/>
                  </a:lnTo>
                  <a:close/>
                </a:path>
                <a:path w="420369" h="415289">
                  <a:moveTo>
                    <a:pt x="44450" y="375920"/>
                  </a:moveTo>
                  <a:lnTo>
                    <a:pt x="34290" y="375920"/>
                  </a:lnTo>
                  <a:lnTo>
                    <a:pt x="31750" y="378460"/>
                  </a:lnTo>
                  <a:lnTo>
                    <a:pt x="41909" y="378460"/>
                  </a:lnTo>
                  <a:lnTo>
                    <a:pt x="44450" y="375920"/>
                  </a:lnTo>
                  <a:close/>
                </a:path>
                <a:path w="420369" h="415289">
                  <a:moveTo>
                    <a:pt x="46990" y="373380"/>
                  </a:moveTo>
                  <a:lnTo>
                    <a:pt x="36830" y="373380"/>
                  </a:lnTo>
                  <a:lnTo>
                    <a:pt x="35560" y="374650"/>
                  </a:lnTo>
                  <a:lnTo>
                    <a:pt x="45719" y="374650"/>
                  </a:lnTo>
                  <a:lnTo>
                    <a:pt x="46990" y="373380"/>
                  </a:lnTo>
                  <a:close/>
                </a:path>
                <a:path w="420369" h="415289">
                  <a:moveTo>
                    <a:pt x="50800" y="369570"/>
                  </a:moveTo>
                  <a:lnTo>
                    <a:pt x="40640" y="369570"/>
                  </a:lnTo>
                  <a:lnTo>
                    <a:pt x="38100" y="372110"/>
                  </a:lnTo>
                  <a:lnTo>
                    <a:pt x="48259" y="372110"/>
                  </a:lnTo>
                  <a:lnTo>
                    <a:pt x="50800" y="369570"/>
                  </a:lnTo>
                  <a:close/>
                </a:path>
                <a:path w="420369" h="415289">
                  <a:moveTo>
                    <a:pt x="53340" y="367030"/>
                  </a:moveTo>
                  <a:lnTo>
                    <a:pt x="43180" y="367030"/>
                  </a:lnTo>
                  <a:lnTo>
                    <a:pt x="41910" y="368300"/>
                  </a:lnTo>
                  <a:lnTo>
                    <a:pt x="52069" y="368300"/>
                  </a:lnTo>
                  <a:lnTo>
                    <a:pt x="53340" y="367030"/>
                  </a:lnTo>
                  <a:close/>
                </a:path>
                <a:path w="420369" h="415289">
                  <a:moveTo>
                    <a:pt x="57150" y="363220"/>
                  </a:moveTo>
                  <a:lnTo>
                    <a:pt x="46990" y="363220"/>
                  </a:lnTo>
                  <a:lnTo>
                    <a:pt x="44450" y="365760"/>
                  </a:lnTo>
                  <a:lnTo>
                    <a:pt x="54609" y="365760"/>
                  </a:lnTo>
                  <a:lnTo>
                    <a:pt x="57150" y="363220"/>
                  </a:lnTo>
                  <a:close/>
                </a:path>
                <a:path w="420369" h="415289">
                  <a:moveTo>
                    <a:pt x="59690" y="360680"/>
                  </a:moveTo>
                  <a:lnTo>
                    <a:pt x="49530" y="360680"/>
                  </a:lnTo>
                  <a:lnTo>
                    <a:pt x="48260" y="361950"/>
                  </a:lnTo>
                  <a:lnTo>
                    <a:pt x="58419" y="361950"/>
                  </a:lnTo>
                  <a:lnTo>
                    <a:pt x="59690" y="360680"/>
                  </a:lnTo>
                  <a:close/>
                </a:path>
                <a:path w="420369" h="415289">
                  <a:moveTo>
                    <a:pt x="72390" y="347980"/>
                  </a:moveTo>
                  <a:lnTo>
                    <a:pt x="62230" y="347980"/>
                  </a:lnTo>
                  <a:lnTo>
                    <a:pt x="50800" y="359410"/>
                  </a:lnTo>
                  <a:lnTo>
                    <a:pt x="60959" y="359410"/>
                  </a:lnTo>
                  <a:lnTo>
                    <a:pt x="72390" y="347980"/>
                  </a:lnTo>
                  <a:close/>
                </a:path>
                <a:path w="420369" h="415289">
                  <a:moveTo>
                    <a:pt x="85090" y="335280"/>
                  </a:moveTo>
                  <a:lnTo>
                    <a:pt x="74930" y="335280"/>
                  </a:lnTo>
                  <a:lnTo>
                    <a:pt x="63500" y="346710"/>
                  </a:lnTo>
                  <a:lnTo>
                    <a:pt x="73659" y="346710"/>
                  </a:lnTo>
                  <a:lnTo>
                    <a:pt x="85090" y="335280"/>
                  </a:lnTo>
                  <a:close/>
                </a:path>
                <a:path w="420369" h="415289">
                  <a:moveTo>
                    <a:pt x="88900" y="331470"/>
                  </a:moveTo>
                  <a:lnTo>
                    <a:pt x="78740" y="331470"/>
                  </a:lnTo>
                  <a:lnTo>
                    <a:pt x="76200" y="334010"/>
                  </a:lnTo>
                  <a:lnTo>
                    <a:pt x="86359" y="334010"/>
                  </a:lnTo>
                  <a:lnTo>
                    <a:pt x="88900" y="331470"/>
                  </a:lnTo>
                  <a:close/>
                </a:path>
                <a:path w="420369" h="415289">
                  <a:moveTo>
                    <a:pt x="91440" y="328930"/>
                  </a:moveTo>
                  <a:lnTo>
                    <a:pt x="81280" y="328930"/>
                  </a:lnTo>
                  <a:lnTo>
                    <a:pt x="80010" y="330200"/>
                  </a:lnTo>
                  <a:lnTo>
                    <a:pt x="90169" y="330200"/>
                  </a:lnTo>
                  <a:lnTo>
                    <a:pt x="91440" y="328930"/>
                  </a:lnTo>
                  <a:close/>
                </a:path>
                <a:path w="420369" h="415289">
                  <a:moveTo>
                    <a:pt x="95250" y="325120"/>
                  </a:moveTo>
                  <a:lnTo>
                    <a:pt x="85090" y="325120"/>
                  </a:lnTo>
                  <a:lnTo>
                    <a:pt x="82550" y="327660"/>
                  </a:lnTo>
                  <a:lnTo>
                    <a:pt x="92709" y="327660"/>
                  </a:lnTo>
                  <a:lnTo>
                    <a:pt x="95250" y="325120"/>
                  </a:lnTo>
                  <a:close/>
                </a:path>
                <a:path w="420369" h="415289">
                  <a:moveTo>
                    <a:pt x="107950" y="312420"/>
                  </a:moveTo>
                  <a:lnTo>
                    <a:pt x="97790" y="312420"/>
                  </a:lnTo>
                  <a:lnTo>
                    <a:pt x="86360" y="323850"/>
                  </a:lnTo>
                  <a:lnTo>
                    <a:pt x="96519" y="323850"/>
                  </a:lnTo>
                  <a:lnTo>
                    <a:pt x="107950" y="312420"/>
                  </a:lnTo>
                  <a:close/>
                </a:path>
                <a:path w="420369" h="415289">
                  <a:moveTo>
                    <a:pt x="116840" y="303530"/>
                  </a:moveTo>
                  <a:lnTo>
                    <a:pt x="106680" y="303530"/>
                  </a:lnTo>
                  <a:lnTo>
                    <a:pt x="99060" y="311150"/>
                  </a:lnTo>
                  <a:lnTo>
                    <a:pt x="109219" y="311150"/>
                  </a:lnTo>
                  <a:lnTo>
                    <a:pt x="116840" y="303530"/>
                  </a:lnTo>
                  <a:close/>
                </a:path>
                <a:path w="420369" h="415289">
                  <a:moveTo>
                    <a:pt x="133350" y="287020"/>
                  </a:moveTo>
                  <a:lnTo>
                    <a:pt x="123190" y="287020"/>
                  </a:lnTo>
                  <a:lnTo>
                    <a:pt x="107950" y="302260"/>
                  </a:lnTo>
                  <a:lnTo>
                    <a:pt x="118109" y="302260"/>
                  </a:lnTo>
                  <a:lnTo>
                    <a:pt x="133350" y="287020"/>
                  </a:lnTo>
                  <a:close/>
                </a:path>
                <a:path w="420369" h="415289">
                  <a:moveTo>
                    <a:pt x="138430" y="281940"/>
                  </a:moveTo>
                  <a:lnTo>
                    <a:pt x="128270" y="281940"/>
                  </a:lnTo>
                  <a:lnTo>
                    <a:pt x="124460" y="285750"/>
                  </a:lnTo>
                  <a:lnTo>
                    <a:pt x="134619" y="285750"/>
                  </a:lnTo>
                  <a:lnTo>
                    <a:pt x="138430" y="281940"/>
                  </a:lnTo>
                  <a:close/>
                </a:path>
              </a:pathLst>
            </a:custGeom>
            <a:solidFill>
              <a:srgbClr val="765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2">
              <a:extLst>
                <a:ext uri="{FF2B5EF4-FFF2-40B4-BE49-F238E27FC236}">
                  <a16:creationId xmlns:a16="http://schemas.microsoft.com/office/drawing/2014/main" id="{C797419C-1D66-AC64-9AD8-2C3953067FA0}"/>
                </a:ext>
              </a:extLst>
            </p:cNvPr>
            <p:cNvSpPr/>
            <p:nvPr/>
          </p:nvSpPr>
          <p:spPr>
            <a:xfrm>
              <a:off x="2524760" y="2575559"/>
              <a:ext cx="425450" cy="420370"/>
            </a:xfrm>
            <a:custGeom>
              <a:avLst/>
              <a:gdLst/>
              <a:ahLst/>
              <a:cxnLst/>
              <a:rect l="l" t="t" r="r" b="b"/>
              <a:pathLst>
                <a:path w="425450" h="420369">
                  <a:moveTo>
                    <a:pt x="227329" y="198120"/>
                  </a:moveTo>
                  <a:lnTo>
                    <a:pt x="217170" y="198120"/>
                  </a:lnTo>
                  <a:lnTo>
                    <a:pt x="210820" y="204470"/>
                  </a:lnTo>
                  <a:lnTo>
                    <a:pt x="220979" y="204470"/>
                  </a:lnTo>
                  <a:lnTo>
                    <a:pt x="227329" y="198120"/>
                  </a:lnTo>
                  <a:close/>
                </a:path>
                <a:path w="425450" h="420369">
                  <a:moveTo>
                    <a:pt x="229869" y="195580"/>
                  </a:moveTo>
                  <a:lnTo>
                    <a:pt x="219710" y="195580"/>
                  </a:lnTo>
                  <a:lnTo>
                    <a:pt x="218440" y="196850"/>
                  </a:lnTo>
                  <a:lnTo>
                    <a:pt x="228600" y="196850"/>
                  </a:lnTo>
                  <a:lnTo>
                    <a:pt x="229869" y="195580"/>
                  </a:lnTo>
                  <a:close/>
                </a:path>
                <a:path w="425450" h="420369">
                  <a:moveTo>
                    <a:pt x="233679" y="191770"/>
                  </a:moveTo>
                  <a:lnTo>
                    <a:pt x="223520" y="191770"/>
                  </a:lnTo>
                  <a:lnTo>
                    <a:pt x="220980" y="194310"/>
                  </a:lnTo>
                  <a:lnTo>
                    <a:pt x="231139" y="194310"/>
                  </a:lnTo>
                  <a:lnTo>
                    <a:pt x="233679" y="191770"/>
                  </a:lnTo>
                  <a:close/>
                </a:path>
                <a:path w="425450" h="420369">
                  <a:moveTo>
                    <a:pt x="236219" y="189230"/>
                  </a:moveTo>
                  <a:lnTo>
                    <a:pt x="226060" y="189230"/>
                  </a:lnTo>
                  <a:lnTo>
                    <a:pt x="224790" y="190500"/>
                  </a:lnTo>
                  <a:lnTo>
                    <a:pt x="234950" y="190500"/>
                  </a:lnTo>
                  <a:lnTo>
                    <a:pt x="236219" y="189230"/>
                  </a:lnTo>
                  <a:close/>
                </a:path>
                <a:path w="425450" h="420369">
                  <a:moveTo>
                    <a:pt x="240029" y="185420"/>
                  </a:moveTo>
                  <a:lnTo>
                    <a:pt x="229870" y="185420"/>
                  </a:lnTo>
                  <a:lnTo>
                    <a:pt x="227330" y="187960"/>
                  </a:lnTo>
                  <a:lnTo>
                    <a:pt x="237489" y="187960"/>
                  </a:lnTo>
                  <a:lnTo>
                    <a:pt x="240029" y="185420"/>
                  </a:lnTo>
                  <a:close/>
                </a:path>
                <a:path w="425450" h="420369">
                  <a:moveTo>
                    <a:pt x="242569" y="182880"/>
                  </a:moveTo>
                  <a:lnTo>
                    <a:pt x="232410" y="182880"/>
                  </a:lnTo>
                  <a:lnTo>
                    <a:pt x="231140" y="184150"/>
                  </a:lnTo>
                  <a:lnTo>
                    <a:pt x="241300" y="184150"/>
                  </a:lnTo>
                  <a:lnTo>
                    <a:pt x="242569" y="182880"/>
                  </a:lnTo>
                  <a:close/>
                </a:path>
                <a:path w="425450" h="420369">
                  <a:moveTo>
                    <a:pt x="255269" y="170180"/>
                  </a:moveTo>
                  <a:lnTo>
                    <a:pt x="245110" y="170180"/>
                  </a:lnTo>
                  <a:lnTo>
                    <a:pt x="233680" y="181610"/>
                  </a:lnTo>
                  <a:lnTo>
                    <a:pt x="243839" y="181610"/>
                  </a:lnTo>
                  <a:lnTo>
                    <a:pt x="255269" y="170180"/>
                  </a:lnTo>
                  <a:close/>
                </a:path>
                <a:path w="425450" h="420369">
                  <a:moveTo>
                    <a:pt x="267969" y="157480"/>
                  </a:moveTo>
                  <a:lnTo>
                    <a:pt x="257810" y="157480"/>
                  </a:lnTo>
                  <a:lnTo>
                    <a:pt x="246380" y="168910"/>
                  </a:lnTo>
                  <a:lnTo>
                    <a:pt x="256539" y="168910"/>
                  </a:lnTo>
                  <a:lnTo>
                    <a:pt x="267969" y="157480"/>
                  </a:lnTo>
                  <a:close/>
                </a:path>
                <a:path w="425450" h="420369">
                  <a:moveTo>
                    <a:pt x="271779" y="153670"/>
                  </a:moveTo>
                  <a:lnTo>
                    <a:pt x="261620" y="153670"/>
                  </a:lnTo>
                  <a:lnTo>
                    <a:pt x="259080" y="156210"/>
                  </a:lnTo>
                  <a:lnTo>
                    <a:pt x="269239" y="156210"/>
                  </a:lnTo>
                  <a:lnTo>
                    <a:pt x="271779" y="153670"/>
                  </a:lnTo>
                  <a:close/>
                </a:path>
                <a:path w="425450" h="420369">
                  <a:moveTo>
                    <a:pt x="274319" y="151130"/>
                  </a:moveTo>
                  <a:lnTo>
                    <a:pt x="264160" y="151130"/>
                  </a:lnTo>
                  <a:lnTo>
                    <a:pt x="262890" y="152400"/>
                  </a:lnTo>
                  <a:lnTo>
                    <a:pt x="273050" y="152400"/>
                  </a:lnTo>
                  <a:lnTo>
                    <a:pt x="274319" y="151130"/>
                  </a:lnTo>
                  <a:close/>
                </a:path>
                <a:path w="425450" h="420369">
                  <a:moveTo>
                    <a:pt x="278129" y="147320"/>
                  </a:moveTo>
                  <a:lnTo>
                    <a:pt x="267970" y="147320"/>
                  </a:lnTo>
                  <a:lnTo>
                    <a:pt x="265430" y="149860"/>
                  </a:lnTo>
                  <a:lnTo>
                    <a:pt x="275589" y="149860"/>
                  </a:lnTo>
                  <a:lnTo>
                    <a:pt x="278129" y="147320"/>
                  </a:lnTo>
                  <a:close/>
                </a:path>
                <a:path w="425450" h="420369">
                  <a:moveTo>
                    <a:pt x="280669" y="144780"/>
                  </a:moveTo>
                  <a:lnTo>
                    <a:pt x="270510" y="144780"/>
                  </a:lnTo>
                  <a:lnTo>
                    <a:pt x="269240" y="146050"/>
                  </a:lnTo>
                  <a:lnTo>
                    <a:pt x="279400" y="146050"/>
                  </a:lnTo>
                  <a:lnTo>
                    <a:pt x="280669" y="144780"/>
                  </a:lnTo>
                  <a:close/>
                </a:path>
                <a:path w="425450" h="420369">
                  <a:moveTo>
                    <a:pt x="284479" y="140970"/>
                  </a:moveTo>
                  <a:lnTo>
                    <a:pt x="274320" y="140970"/>
                  </a:lnTo>
                  <a:lnTo>
                    <a:pt x="271780" y="143510"/>
                  </a:lnTo>
                  <a:lnTo>
                    <a:pt x="281939" y="143510"/>
                  </a:lnTo>
                  <a:lnTo>
                    <a:pt x="284479" y="140970"/>
                  </a:lnTo>
                  <a:close/>
                </a:path>
                <a:path w="425450" h="420369">
                  <a:moveTo>
                    <a:pt x="287019" y="138430"/>
                  </a:moveTo>
                  <a:lnTo>
                    <a:pt x="276860" y="138430"/>
                  </a:lnTo>
                  <a:lnTo>
                    <a:pt x="275590" y="139700"/>
                  </a:lnTo>
                  <a:lnTo>
                    <a:pt x="285750" y="139700"/>
                  </a:lnTo>
                  <a:lnTo>
                    <a:pt x="287019" y="138430"/>
                  </a:lnTo>
                  <a:close/>
                </a:path>
                <a:path w="425450" h="420369">
                  <a:moveTo>
                    <a:pt x="290829" y="134620"/>
                  </a:moveTo>
                  <a:lnTo>
                    <a:pt x="280670" y="134620"/>
                  </a:lnTo>
                  <a:lnTo>
                    <a:pt x="278130" y="137160"/>
                  </a:lnTo>
                  <a:lnTo>
                    <a:pt x="288289" y="137160"/>
                  </a:lnTo>
                  <a:lnTo>
                    <a:pt x="290829" y="134620"/>
                  </a:lnTo>
                  <a:close/>
                </a:path>
                <a:path w="425450" h="420369">
                  <a:moveTo>
                    <a:pt x="293369" y="132080"/>
                  </a:moveTo>
                  <a:lnTo>
                    <a:pt x="283210" y="132080"/>
                  </a:lnTo>
                  <a:lnTo>
                    <a:pt x="281940" y="133350"/>
                  </a:lnTo>
                  <a:lnTo>
                    <a:pt x="292100" y="133350"/>
                  </a:lnTo>
                  <a:lnTo>
                    <a:pt x="293369" y="132080"/>
                  </a:lnTo>
                  <a:close/>
                </a:path>
                <a:path w="425450" h="420369">
                  <a:moveTo>
                    <a:pt x="297179" y="128270"/>
                  </a:moveTo>
                  <a:lnTo>
                    <a:pt x="287020" y="128270"/>
                  </a:lnTo>
                  <a:lnTo>
                    <a:pt x="284480" y="130810"/>
                  </a:lnTo>
                  <a:lnTo>
                    <a:pt x="294639" y="130810"/>
                  </a:lnTo>
                  <a:lnTo>
                    <a:pt x="297179" y="128270"/>
                  </a:lnTo>
                  <a:close/>
                </a:path>
                <a:path w="425450" h="420369">
                  <a:moveTo>
                    <a:pt x="299719" y="125730"/>
                  </a:moveTo>
                  <a:lnTo>
                    <a:pt x="289560" y="125730"/>
                  </a:lnTo>
                  <a:lnTo>
                    <a:pt x="288290" y="127000"/>
                  </a:lnTo>
                  <a:lnTo>
                    <a:pt x="298450" y="127000"/>
                  </a:lnTo>
                  <a:lnTo>
                    <a:pt x="299719" y="125730"/>
                  </a:lnTo>
                  <a:close/>
                </a:path>
                <a:path w="425450" h="420369">
                  <a:moveTo>
                    <a:pt x="303529" y="121920"/>
                  </a:moveTo>
                  <a:lnTo>
                    <a:pt x="293370" y="121920"/>
                  </a:lnTo>
                  <a:lnTo>
                    <a:pt x="290830" y="124460"/>
                  </a:lnTo>
                  <a:lnTo>
                    <a:pt x="300989" y="124460"/>
                  </a:lnTo>
                  <a:lnTo>
                    <a:pt x="303529" y="121920"/>
                  </a:lnTo>
                  <a:close/>
                </a:path>
                <a:path w="425450" h="420369">
                  <a:moveTo>
                    <a:pt x="306069" y="119380"/>
                  </a:moveTo>
                  <a:lnTo>
                    <a:pt x="295910" y="119380"/>
                  </a:lnTo>
                  <a:lnTo>
                    <a:pt x="294640" y="120650"/>
                  </a:lnTo>
                  <a:lnTo>
                    <a:pt x="304800" y="120650"/>
                  </a:lnTo>
                  <a:lnTo>
                    <a:pt x="306069" y="119380"/>
                  </a:lnTo>
                  <a:close/>
                </a:path>
                <a:path w="425450" h="420369">
                  <a:moveTo>
                    <a:pt x="309879" y="115570"/>
                  </a:moveTo>
                  <a:lnTo>
                    <a:pt x="299720" y="115570"/>
                  </a:lnTo>
                  <a:lnTo>
                    <a:pt x="297180" y="118110"/>
                  </a:lnTo>
                  <a:lnTo>
                    <a:pt x="307339" y="118110"/>
                  </a:lnTo>
                  <a:lnTo>
                    <a:pt x="309879" y="115570"/>
                  </a:lnTo>
                  <a:close/>
                </a:path>
                <a:path w="425450" h="420369">
                  <a:moveTo>
                    <a:pt x="312419" y="113030"/>
                  </a:moveTo>
                  <a:lnTo>
                    <a:pt x="302260" y="113030"/>
                  </a:lnTo>
                  <a:lnTo>
                    <a:pt x="300990" y="114300"/>
                  </a:lnTo>
                  <a:lnTo>
                    <a:pt x="311150" y="114300"/>
                  </a:lnTo>
                  <a:lnTo>
                    <a:pt x="312419" y="113030"/>
                  </a:lnTo>
                  <a:close/>
                </a:path>
                <a:path w="425450" h="420369">
                  <a:moveTo>
                    <a:pt x="316229" y="109220"/>
                  </a:moveTo>
                  <a:lnTo>
                    <a:pt x="306070" y="109220"/>
                  </a:lnTo>
                  <a:lnTo>
                    <a:pt x="303530" y="111760"/>
                  </a:lnTo>
                  <a:lnTo>
                    <a:pt x="313689" y="111760"/>
                  </a:lnTo>
                  <a:lnTo>
                    <a:pt x="316229" y="109220"/>
                  </a:lnTo>
                  <a:close/>
                </a:path>
                <a:path w="425450" h="420369">
                  <a:moveTo>
                    <a:pt x="318769" y="106680"/>
                  </a:moveTo>
                  <a:lnTo>
                    <a:pt x="308610" y="106680"/>
                  </a:lnTo>
                  <a:lnTo>
                    <a:pt x="307340" y="107950"/>
                  </a:lnTo>
                  <a:lnTo>
                    <a:pt x="317500" y="107950"/>
                  </a:lnTo>
                  <a:lnTo>
                    <a:pt x="318769" y="106680"/>
                  </a:lnTo>
                  <a:close/>
                </a:path>
                <a:path w="425450" h="420369">
                  <a:moveTo>
                    <a:pt x="322579" y="102870"/>
                  </a:moveTo>
                  <a:lnTo>
                    <a:pt x="312420" y="102870"/>
                  </a:lnTo>
                  <a:lnTo>
                    <a:pt x="309880" y="105410"/>
                  </a:lnTo>
                  <a:lnTo>
                    <a:pt x="320039" y="105410"/>
                  </a:lnTo>
                  <a:lnTo>
                    <a:pt x="322579" y="102870"/>
                  </a:lnTo>
                  <a:close/>
                </a:path>
                <a:path w="425450" h="420369">
                  <a:moveTo>
                    <a:pt x="325119" y="100330"/>
                  </a:moveTo>
                  <a:lnTo>
                    <a:pt x="314960" y="100330"/>
                  </a:lnTo>
                  <a:lnTo>
                    <a:pt x="313690" y="101600"/>
                  </a:lnTo>
                  <a:lnTo>
                    <a:pt x="323850" y="101600"/>
                  </a:lnTo>
                  <a:lnTo>
                    <a:pt x="325119" y="100330"/>
                  </a:lnTo>
                  <a:close/>
                </a:path>
                <a:path w="425450" h="420369">
                  <a:moveTo>
                    <a:pt x="328929" y="96520"/>
                  </a:moveTo>
                  <a:lnTo>
                    <a:pt x="318770" y="96520"/>
                  </a:lnTo>
                  <a:lnTo>
                    <a:pt x="316230" y="99060"/>
                  </a:lnTo>
                  <a:lnTo>
                    <a:pt x="326389" y="99060"/>
                  </a:lnTo>
                  <a:lnTo>
                    <a:pt x="328929" y="96520"/>
                  </a:lnTo>
                  <a:close/>
                </a:path>
                <a:path w="425450" h="420369">
                  <a:moveTo>
                    <a:pt x="331469" y="93980"/>
                  </a:moveTo>
                  <a:lnTo>
                    <a:pt x="321310" y="93980"/>
                  </a:lnTo>
                  <a:lnTo>
                    <a:pt x="320040" y="95250"/>
                  </a:lnTo>
                  <a:lnTo>
                    <a:pt x="330200" y="95250"/>
                  </a:lnTo>
                  <a:lnTo>
                    <a:pt x="331469" y="93980"/>
                  </a:lnTo>
                  <a:close/>
                </a:path>
                <a:path w="425450" h="420369">
                  <a:moveTo>
                    <a:pt x="335279" y="90170"/>
                  </a:moveTo>
                  <a:lnTo>
                    <a:pt x="325120" y="90170"/>
                  </a:lnTo>
                  <a:lnTo>
                    <a:pt x="322580" y="92710"/>
                  </a:lnTo>
                  <a:lnTo>
                    <a:pt x="332739" y="92710"/>
                  </a:lnTo>
                  <a:lnTo>
                    <a:pt x="335279" y="90170"/>
                  </a:lnTo>
                  <a:close/>
                </a:path>
                <a:path w="425450" h="420369">
                  <a:moveTo>
                    <a:pt x="337819" y="87630"/>
                  </a:moveTo>
                  <a:lnTo>
                    <a:pt x="327660" y="87630"/>
                  </a:lnTo>
                  <a:lnTo>
                    <a:pt x="326390" y="88900"/>
                  </a:lnTo>
                  <a:lnTo>
                    <a:pt x="336550" y="88900"/>
                  </a:lnTo>
                  <a:lnTo>
                    <a:pt x="337819" y="87630"/>
                  </a:lnTo>
                  <a:close/>
                </a:path>
                <a:path w="425450" h="420369">
                  <a:moveTo>
                    <a:pt x="341629" y="83820"/>
                  </a:moveTo>
                  <a:lnTo>
                    <a:pt x="331470" y="83820"/>
                  </a:lnTo>
                  <a:lnTo>
                    <a:pt x="328930" y="86360"/>
                  </a:lnTo>
                  <a:lnTo>
                    <a:pt x="339089" y="86360"/>
                  </a:lnTo>
                  <a:lnTo>
                    <a:pt x="341629" y="83820"/>
                  </a:lnTo>
                  <a:close/>
                </a:path>
                <a:path w="425450" h="420369">
                  <a:moveTo>
                    <a:pt x="344169" y="81280"/>
                  </a:moveTo>
                  <a:lnTo>
                    <a:pt x="334010" y="81280"/>
                  </a:lnTo>
                  <a:lnTo>
                    <a:pt x="332740" y="82550"/>
                  </a:lnTo>
                  <a:lnTo>
                    <a:pt x="342900" y="82550"/>
                  </a:lnTo>
                  <a:lnTo>
                    <a:pt x="344169" y="81280"/>
                  </a:lnTo>
                  <a:close/>
                </a:path>
                <a:path w="425450" h="420369">
                  <a:moveTo>
                    <a:pt x="347979" y="77470"/>
                  </a:moveTo>
                  <a:lnTo>
                    <a:pt x="337820" y="77470"/>
                  </a:lnTo>
                  <a:lnTo>
                    <a:pt x="335280" y="80010"/>
                  </a:lnTo>
                  <a:lnTo>
                    <a:pt x="345439" y="80010"/>
                  </a:lnTo>
                  <a:lnTo>
                    <a:pt x="347979" y="77470"/>
                  </a:lnTo>
                  <a:close/>
                </a:path>
                <a:path w="425450" h="420369">
                  <a:moveTo>
                    <a:pt x="350519" y="74930"/>
                  </a:moveTo>
                  <a:lnTo>
                    <a:pt x="340360" y="74930"/>
                  </a:lnTo>
                  <a:lnTo>
                    <a:pt x="339090" y="76200"/>
                  </a:lnTo>
                  <a:lnTo>
                    <a:pt x="349250" y="76200"/>
                  </a:lnTo>
                  <a:lnTo>
                    <a:pt x="350519" y="74930"/>
                  </a:lnTo>
                  <a:close/>
                </a:path>
                <a:path w="425450" h="420369">
                  <a:moveTo>
                    <a:pt x="354329" y="71120"/>
                  </a:moveTo>
                  <a:lnTo>
                    <a:pt x="344170" y="71120"/>
                  </a:lnTo>
                  <a:lnTo>
                    <a:pt x="341630" y="73660"/>
                  </a:lnTo>
                  <a:lnTo>
                    <a:pt x="351789" y="73660"/>
                  </a:lnTo>
                  <a:lnTo>
                    <a:pt x="354329" y="71120"/>
                  </a:lnTo>
                  <a:close/>
                </a:path>
                <a:path w="425450" h="420369">
                  <a:moveTo>
                    <a:pt x="356869" y="68580"/>
                  </a:moveTo>
                  <a:lnTo>
                    <a:pt x="346710" y="68580"/>
                  </a:lnTo>
                  <a:lnTo>
                    <a:pt x="345440" y="69850"/>
                  </a:lnTo>
                  <a:lnTo>
                    <a:pt x="355600" y="69850"/>
                  </a:lnTo>
                  <a:lnTo>
                    <a:pt x="356869" y="68580"/>
                  </a:lnTo>
                  <a:close/>
                </a:path>
                <a:path w="425450" h="420369">
                  <a:moveTo>
                    <a:pt x="360679" y="64770"/>
                  </a:moveTo>
                  <a:lnTo>
                    <a:pt x="350520" y="64770"/>
                  </a:lnTo>
                  <a:lnTo>
                    <a:pt x="347980" y="67310"/>
                  </a:lnTo>
                  <a:lnTo>
                    <a:pt x="358139" y="67310"/>
                  </a:lnTo>
                  <a:lnTo>
                    <a:pt x="360679" y="64770"/>
                  </a:lnTo>
                  <a:close/>
                </a:path>
                <a:path w="425450" h="420369">
                  <a:moveTo>
                    <a:pt x="363219" y="62230"/>
                  </a:moveTo>
                  <a:lnTo>
                    <a:pt x="353060" y="62230"/>
                  </a:lnTo>
                  <a:lnTo>
                    <a:pt x="351790" y="63500"/>
                  </a:lnTo>
                  <a:lnTo>
                    <a:pt x="361950" y="63500"/>
                  </a:lnTo>
                  <a:lnTo>
                    <a:pt x="363219" y="62230"/>
                  </a:lnTo>
                  <a:close/>
                </a:path>
                <a:path w="425450" h="420369">
                  <a:moveTo>
                    <a:pt x="367029" y="58420"/>
                  </a:moveTo>
                  <a:lnTo>
                    <a:pt x="356870" y="58420"/>
                  </a:lnTo>
                  <a:lnTo>
                    <a:pt x="354330" y="60960"/>
                  </a:lnTo>
                  <a:lnTo>
                    <a:pt x="364489" y="60960"/>
                  </a:lnTo>
                  <a:lnTo>
                    <a:pt x="367029" y="58420"/>
                  </a:lnTo>
                  <a:close/>
                </a:path>
                <a:path w="425450" h="420369">
                  <a:moveTo>
                    <a:pt x="369569" y="55880"/>
                  </a:moveTo>
                  <a:lnTo>
                    <a:pt x="359410" y="55880"/>
                  </a:lnTo>
                  <a:lnTo>
                    <a:pt x="358140" y="57150"/>
                  </a:lnTo>
                  <a:lnTo>
                    <a:pt x="368300" y="57150"/>
                  </a:lnTo>
                  <a:lnTo>
                    <a:pt x="369569" y="55880"/>
                  </a:lnTo>
                  <a:close/>
                </a:path>
                <a:path w="425450" h="420369">
                  <a:moveTo>
                    <a:pt x="373379" y="52070"/>
                  </a:moveTo>
                  <a:lnTo>
                    <a:pt x="363220" y="52070"/>
                  </a:lnTo>
                  <a:lnTo>
                    <a:pt x="360680" y="54610"/>
                  </a:lnTo>
                  <a:lnTo>
                    <a:pt x="370839" y="54610"/>
                  </a:lnTo>
                  <a:lnTo>
                    <a:pt x="373379" y="52070"/>
                  </a:lnTo>
                  <a:close/>
                </a:path>
                <a:path w="425450" h="420369">
                  <a:moveTo>
                    <a:pt x="375919" y="49530"/>
                  </a:moveTo>
                  <a:lnTo>
                    <a:pt x="365760" y="49530"/>
                  </a:lnTo>
                  <a:lnTo>
                    <a:pt x="364490" y="50800"/>
                  </a:lnTo>
                  <a:lnTo>
                    <a:pt x="374650" y="50800"/>
                  </a:lnTo>
                  <a:lnTo>
                    <a:pt x="375919" y="49530"/>
                  </a:lnTo>
                  <a:close/>
                </a:path>
                <a:path w="425450" h="420369">
                  <a:moveTo>
                    <a:pt x="379729" y="45720"/>
                  </a:moveTo>
                  <a:lnTo>
                    <a:pt x="369570" y="45720"/>
                  </a:lnTo>
                  <a:lnTo>
                    <a:pt x="367030" y="48260"/>
                  </a:lnTo>
                  <a:lnTo>
                    <a:pt x="377189" y="48260"/>
                  </a:lnTo>
                  <a:lnTo>
                    <a:pt x="379729" y="45720"/>
                  </a:lnTo>
                  <a:close/>
                </a:path>
                <a:path w="425450" h="420369">
                  <a:moveTo>
                    <a:pt x="382269" y="43180"/>
                  </a:moveTo>
                  <a:lnTo>
                    <a:pt x="372110" y="43180"/>
                  </a:lnTo>
                  <a:lnTo>
                    <a:pt x="370840" y="44450"/>
                  </a:lnTo>
                  <a:lnTo>
                    <a:pt x="381000" y="44450"/>
                  </a:lnTo>
                  <a:lnTo>
                    <a:pt x="382269" y="43180"/>
                  </a:lnTo>
                  <a:close/>
                </a:path>
                <a:path w="425450" h="420369">
                  <a:moveTo>
                    <a:pt x="386079" y="39370"/>
                  </a:moveTo>
                  <a:lnTo>
                    <a:pt x="375920" y="39370"/>
                  </a:lnTo>
                  <a:lnTo>
                    <a:pt x="373380" y="41910"/>
                  </a:lnTo>
                  <a:lnTo>
                    <a:pt x="383539" y="41910"/>
                  </a:lnTo>
                  <a:lnTo>
                    <a:pt x="386079" y="39370"/>
                  </a:lnTo>
                  <a:close/>
                </a:path>
                <a:path w="425450" h="420369">
                  <a:moveTo>
                    <a:pt x="388619" y="36830"/>
                  </a:moveTo>
                  <a:lnTo>
                    <a:pt x="378460" y="36830"/>
                  </a:lnTo>
                  <a:lnTo>
                    <a:pt x="377190" y="38100"/>
                  </a:lnTo>
                  <a:lnTo>
                    <a:pt x="387350" y="38100"/>
                  </a:lnTo>
                  <a:lnTo>
                    <a:pt x="388619" y="36830"/>
                  </a:lnTo>
                  <a:close/>
                </a:path>
                <a:path w="425450" h="420369">
                  <a:moveTo>
                    <a:pt x="392429" y="33020"/>
                  </a:moveTo>
                  <a:lnTo>
                    <a:pt x="382270" y="33020"/>
                  </a:lnTo>
                  <a:lnTo>
                    <a:pt x="379730" y="35560"/>
                  </a:lnTo>
                  <a:lnTo>
                    <a:pt x="389889" y="35560"/>
                  </a:lnTo>
                  <a:lnTo>
                    <a:pt x="392429" y="33020"/>
                  </a:lnTo>
                  <a:close/>
                </a:path>
                <a:path w="425450" h="420369">
                  <a:moveTo>
                    <a:pt x="394969" y="30480"/>
                  </a:moveTo>
                  <a:lnTo>
                    <a:pt x="384810" y="30480"/>
                  </a:lnTo>
                  <a:lnTo>
                    <a:pt x="383540" y="31750"/>
                  </a:lnTo>
                  <a:lnTo>
                    <a:pt x="393700" y="31750"/>
                  </a:lnTo>
                  <a:lnTo>
                    <a:pt x="394969" y="30480"/>
                  </a:lnTo>
                  <a:close/>
                </a:path>
                <a:path w="425450" h="420369">
                  <a:moveTo>
                    <a:pt x="398779" y="26670"/>
                  </a:moveTo>
                  <a:lnTo>
                    <a:pt x="388620" y="26670"/>
                  </a:lnTo>
                  <a:lnTo>
                    <a:pt x="386080" y="29210"/>
                  </a:lnTo>
                  <a:lnTo>
                    <a:pt x="396239" y="29210"/>
                  </a:lnTo>
                  <a:lnTo>
                    <a:pt x="398779" y="26670"/>
                  </a:lnTo>
                  <a:close/>
                </a:path>
                <a:path w="425450" h="420369">
                  <a:moveTo>
                    <a:pt x="401319" y="24130"/>
                  </a:moveTo>
                  <a:lnTo>
                    <a:pt x="391160" y="24130"/>
                  </a:lnTo>
                  <a:lnTo>
                    <a:pt x="389890" y="25400"/>
                  </a:lnTo>
                  <a:lnTo>
                    <a:pt x="400050" y="25400"/>
                  </a:lnTo>
                  <a:lnTo>
                    <a:pt x="401319" y="24130"/>
                  </a:lnTo>
                  <a:close/>
                </a:path>
                <a:path w="425450" h="420369">
                  <a:moveTo>
                    <a:pt x="405129" y="20320"/>
                  </a:moveTo>
                  <a:lnTo>
                    <a:pt x="394970" y="20320"/>
                  </a:lnTo>
                  <a:lnTo>
                    <a:pt x="392430" y="22860"/>
                  </a:lnTo>
                  <a:lnTo>
                    <a:pt x="402589" y="22860"/>
                  </a:lnTo>
                  <a:lnTo>
                    <a:pt x="405129" y="20320"/>
                  </a:lnTo>
                  <a:close/>
                </a:path>
                <a:path w="425450" h="420369">
                  <a:moveTo>
                    <a:pt x="407669" y="17780"/>
                  </a:moveTo>
                  <a:lnTo>
                    <a:pt x="397510" y="17780"/>
                  </a:lnTo>
                  <a:lnTo>
                    <a:pt x="396240" y="19050"/>
                  </a:lnTo>
                  <a:lnTo>
                    <a:pt x="406400" y="19050"/>
                  </a:lnTo>
                  <a:lnTo>
                    <a:pt x="407669" y="17780"/>
                  </a:lnTo>
                  <a:close/>
                </a:path>
                <a:path w="425450" h="420369">
                  <a:moveTo>
                    <a:pt x="411479" y="13970"/>
                  </a:moveTo>
                  <a:lnTo>
                    <a:pt x="401320" y="13970"/>
                  </a:lnTo>
                  <a:lnTo>
                    <a:pt x="398780" y="16510"/>
                  </a:lnTo>
                  <a:lnTo>
                    <a:pt x="408939" y="16510"/>
                  </a:lnTo>
                  <a:lnTo>
                    <a:pt x="411479" y="13970"/>
                  </a:lnTo>
                  <a:close/>
                </a:path>
                <a:path w="425450" h="420369">
                  <a:moveTo>
                    <a:pt x="414019" y="11430"/>
                  </a:moveTo>
                  <a:lnTo>
                    <a:pt x="403860" y="11430"/>
                  </a:lnTo>
                  <a:lnTo>
                    <a:pt x="402590" y="12700"/>
                  </a:lnTo>
                  <a:lnTo>
                    <a:pt x="412750" y="12700"/>
                  </a:lnTo>
                  <a:lnTo>
                    <a:pt x="414019" y="11430"/>
                  </a:lnTo>
                  <a:close/>
                </a:path>
                <a:path w="425450" h="420369">
                  <a:moveTo>
                    <a:pt x="417829" y="7620"/>
                  </a:moveTo>
                  <a:lnTo>
                    <a:pt x="407670" y="7620"/>
                  </a:lnTo>
                  <a:lnTo>
                    <a:pt x="405130" y="10160"/>
                  </a:lnTo>
                  <a:lnTo>
                    <a:pt x="415289" y="10160"/>
                  </a:lnTo>
                  <a:lnTo>
                    <a:pt x="417829" y="7620"/>
                  </a:lnTo>
                  <a:close/>
                </a:path>
                <a:path w="425450" h="420369">
                  <a:moveTo>
                    <a:pt x="420369" y="5080"/>
                  </a:moveTo>
                  <a:lnTo>
                    <a:pt x="410210" y="5080"/>
                  </a:lnTo>
                  <a:lnTo>
                    <a:pt x="408940" y="6350"/>
                  </a:lnTo>
                  <a:lnTo>
                    <a:pt x="419100" y="6350"/>
                  </a:lnTo>
                  <a:lnTo>
                    <a:pt x="420369" y="5080"/>
                  </a:lnTo>
                  <a:close/>
                </a:path>
                <a:path w="425450" h="420369">
                  <a:moveTo>
                    <a:pt x="425450" y="0"/>
                  </a:moveTo>
                  <a:lnTo>
                    <a:pt x="415290" y="0"/>
                  </a:lnTo>
                  <a:lnTo>
                    <a:pt x="411480" y="3810"/>
                  </a:lnTo>
                  <a:lnTo>
                    <a:pt x="421639" y="3810"/>
                  </a:lnTo>
                  <a:lnTo>
                    <a:pt x="425450" y="0"/>
                  </a:lnTo>
                  <a:close/>
                </a:path>
                <a:path w="425450" h="420369">
                  <a:moveTo>
                    <a:pt x="220979" y="204470"/>
                  </a:moveTo>
                  <a:lnTo>
                    <a:pt x="210819" y="204470"/>
                  </a:lnTo>
                  <a:lnTo>
                    <a:pt x="185420" y="229870"/>
                  </a:lnTo>
                  <a:lnTo>
                    <a:pt x="195579" y="229870"/>
                  </a:lnTo>
                  <a:lnTo>
                    <a:pt x="220979" y="204470"/>
                  </a:lnTo>
                  <a:close/>
                </a:path>
                <a:path w="425450" h="420369">
                  <a:moveTo>
                    <a:pt x="195579" y="229870"/>
                  </a:moveTo>
                  <a:lnTo>
                    <a:pt x="185419" y="229870"/>
                  </a:lnTo>
                  <a:lnTo>
                    <a:pt x="134620" y="280670"/>
                  </a:lnTo>
                  <a:lnTo>
                    <a:pt x="144779" y="280670"/>
                  </a:lnTo>
                  <a:lnTo>
                    <a:pt x="195579" y="229870"/>
                  </a:lnTo>
                  <a:close/>
                </a:path>
                <a:path w="425450" h="420369">
                  <a:moveTo>
                    <a:pt x="7619" y="417830"/>
                  </a:moveTo>
                  <a:lnTo>
                    <a:pt x="3809" y="417830"/>
                  </a:lnTo>
                  <a:lnTo>
                    <a:pt x="3809" y="420370"/>
                  </a:lnTo>
                  <a:lnTo>
                    <a:pt x="5079" y="420370"/>
                  </a:lnTo>
                  <a:lnTo>
                    <a:pt x="5079" y="419100"/>
                  </a:lnTo>
                  <a:lnTo>
                    <a:pt x="6349" y="419100"/>
                  </a:lnTo>
                  <a:lnTo>
                    <a:pt x="7619" y="417830"/>
                  </a:lnTo>
                  <a:close/>
                </a:path>
                <a:path w="425450" h="420369">
                  <a:moveTo>
                    <a:pt x="11429" y="414020"/>
                  </a:moveTo>
                  <a:lnTo>
                    <a:pt x="1270" y="414020"/>
                  </a:lnTo>
                  <a:lnTo>
                    <a:pt x="0" y="415290"/>
                  </a:lnTo>
                  <a:lnTo>
                    <a:pt x="0" y="417830"/>
                  </a:lnTo>
                  <a:lnTo>
                    <a:pt x="2539" y="417830"/>
                  </a:lnTo>
                  <a:lnTo>
                    <a:pt x="2539" y="416560"/>
                  </a:lnTo>
                  <a:lnTo>
                    <a:pt x="8889" y="416560"/>
                  </a:lnTo>
                  <a:lnTo>
                    <a:pt x="11429" y="414020"/>
                  </a:lnTo>
                  <a:close/>
                </a:path>
                <a:path w="425450" h="420369">
                  <a:moveTo>
                    <a:pt x="13969" y="411480"/>
                  </a:moveTo>
                  <a:lnTo>
                    <a:pt x="3810" y="411480"/>
                  </a:lnTo>
                  <a:lnTo>
                    <a:pt x="2539" y="412750"/>
                  </a:lnTo>
                  <a:lnTo>
                    <a:pt x="12699" y="412750"/>
                  </a:lnTo>
                  <a:lnTo>
                    <a:pt x="13969" y="411480"/>
                  </a:lnTo>
                  <a:close/>
                </a:path>
                <a:path w="425450" h="420369">
                  <a:moveTo>
                    <a:pt x="17779" y="407670"/>
                  </a:moveTo>
                  <a:lnTo>
                    <a:pt x="7620" y="407670"/>
                  </a:lnTo>
                  <a:lnTo>
                    <a:pt x="5079" y="410210"/>
                  </a:lnTo>
                  <a:lnTo>
                    <a:pt x="15239" y="410210"/>
                  </a:lnTo>
                  <a:lnTo>
                    <a:pt x="17779" y="407670"/>
                  </a:lnTo>
                  <a:close/>
                </a:path>
                <a:path w="425450" h="420369">
                  <a:moveTo>
                    <a:pt x="20319" y="405130"/>
                  </a:moveTo>
                  <a:lnTo>
                    <a:pt x="10160" y="405130"/>
                  </a:lnTo>
                  <a:lnTo>
                    <a:pt x="8889" y="406400"/>
                  </a:lnTo>
                  <a:lnTo>
                    <a:pt x="19049" y="406400"/>
                  </a:lnTo>
                  <a:lnTo>
                    <a:pt x="20319" y="405130"/>
                  </a:lnTo>
                  <a:close/>
                </a:path>
                <a:path w="425450" h="420369">
                  <a:moveTo>
                    <a:pt x="24129" y="401320"/>
                  </a:moveTo>
                  <a:lnTo>
                    <a:pt x="13970" y="401320"/>
                  </a:lnTo>
                  <a:lnTo>
                    <a:pt x="11429" y="403860"/>
                  </a:lnTo>
                  <a:lnTo>
                    <a:pt x="21589" y="403860"/>
                  </a:lnTo>
                  <a:lnTo>
                    <a:pt x="24129" y="401320"/>
                  </a:lnTo>
                  <a:close/>
                </a:path>
                <a:path w="425450" h="420369">
                  <a:moveTo>
                    <a:pt x="26669" y="398780"/>
                  </a:moveTo>
                  <a:lnTo>
                    <a:pt x="16510" y="398780"/>
                  </a:lnTo>
                  <a:lnTo>
                    <a:pt x="15239" y="400050"/>
                  </a:lnTo>
                  <a:lnTo>
                    <a:pt x="25399" y="400050"/>
                  </a:lnTo>
                  <a:lnTo>
                    <a:pt x="26669" y="398780"/>
                  </a:lnTo>
                  <a:close/>
                </a:path>
                <a:path w="425450" h="420369">
                  <a:moveTo>
                    <a:pt x="30479" y="394970"/>
                  </a:moveTo>
                  <a:lnTo>
                    <a:pt x="20320" y="394970"/>
                  </a:lnTo>
                  <a:lnTo>
                    <a:pt x="17779" y="397510"/>
                  </a:lnTo>
                  <a:lnTo>
                    <a:pt x="27939" y="397510"/>
                  </a:lnTo>
                  <a:lnTo>
                    <a:pt x="30479" y="394970"/>
                  </a:lnTo>
                  <a:close/>
                </a:path>
                <a:path w="425450" h="420369">
                  <a:moveTo>
                    <a:pt x="33019" y="392430"/>
                  </a:moveTo>
                  <a:lnTo>
                    <a:pt x="22860" y="392430"/>
                  </a:lnTo>
                  <a:lnTo>
                    <a:pt x="21589" y="393700"/>
                  </a:lnTo>
                  <a:lnTo>
                    <a:pt x="31749" y="393700"/>
                  </a:lnTo>
                  <a:lnTo>
                    <a:pt x="33019" y="392430"/>
                  </a:lnTo>
                  <a:close/>
                </a:path>
                <a:path w="425450" h="420369">
                  <a:moveTo>
                    <a:pt x="36829" y="388620"/>
                  </a:moveTo>
                  <a:lnTo>
                    <a:pt x="26670" y="388620"/>
                  </a:lnTo>
                  <a:lnTo>
                    <a:pt x="24129" y="391160"/>
                  </a:lnTo>
                  <a:lnTo>
                    <a:pt x="34289" y="391160"/>
                  </a:lnTo>
                  <a:lnTo>
                    <a:pt x="36829" y="388620"/>
                  </a:lnTo>
                  <a:close/>
                </a:path>
                <a:path w="425450" h="420369">
                  <a:moveTo>
                    <a:pt x="39369" y="386080"/>
                  </a:moveTo>
                  <a:lnTo>
                    <a:pt x="29210" y="386080"/>
                  </a:lnTo>
                  <a:lnTo>
                    <a:pt x="27939" y="387350"/>
                  </a:lnTo>
                  <a:lnTo>
                    <a:pt x="38099" y="387350"/>
                  </a:lnTo>
                  <a:lnTo>
                    <a:pt x="39369" y="386080"/>
                  </a:lnTo>
                  <a:close/>
                </a:path>
                <a:path w="425450" h="420369">
                  <a:moveTo>
                    <a:pt x="43179" y="382270"/>
                  </a:moveTo>
                  <a:lnTo>
                    <a:pt x="33020" y="382270"/>
                  </a:lnTo>
                  <a:lnTo>
                    <a:pt x="30479" y="384810"/>
                  </a:lnTo>
                  <a:lnTo>
                    <a:pt x="40639" y="384810"/>
                  </a:lnTo>
                  <a:lnTo>
                    <a:pt x="43179" y="382270"/>
                  </a:lnTo>
                  <a:close/>
                </a:path>
                <a:path w="425450" h="420369">
                  <a:moveTo>
                    <a:pt x="45719" y="379730"/>
                  </a:moveTo>
                  <a:lnTo>
                    <a:pt x="35560" y="379730"/>
                  </a:lnTo>
                  <a:lnTo>
                    <a:pt x="34289" y="381000"/>
                  </a:lnTo>
                  <a:lnTo>
                    <a:pt x="44449" y="381000"/>
                  </a:lnTo>
                  <a:lnTo>
                    <a:pt x="45719" y="379730"/>
                  </a:lnTo>
                  <a:close/>
                </a:path>
                <a:path w="425450" h="420369">
                  <a:moveTo>
                    <a:pt x="49529" y="375920"/>
                  </a:moveTo>
                  <a:lnTo>
                    <a:pt x="39370" y="375920"/>
                  </a:lnTo>
                  <a:lnTo>
                    <a:pt x="36829" y="378460"/>
                  </a:lnTo>
                  <a:lnTo>
                    <a:pt x="46989" y="378460"/>
                  </a:lnTo>
                  <a:lnTo>
                    <a:pt x="49529" y="375920"/>
                  </a:lnTo>
                  <a:close/>
                </a:path>
                <a:path w="425450" h="420369">
                  <a:moveTo>
                    <a:pt x="52069" y="373380"/>
                  </a:moveTo>
                  <a:lnTo>
                    <a:pt x="41910" y="373380"/>
                  </a:lnTo>
                  <a:lnTo>
                    <a:pt x="40639" y="374650"/>
                  </a:lnTo>
                  <a:lnTo>
                    <a:pt x="50799" y="374650"/>
                  </a:lnTo>
                  <a:lnTo>
                    <a:pt x="52069" y="373380"/>
                  </a:lnTo>
                  <a:close/>
                </a:path>
                <a:path w="425450" h="420369">
                  <a:moveTo>
                    <a:pt x="55879" y="369570"/>
                  </a:moveTo>
                  <a:lnTo>
                    <a:pt x="45720" y="369570"/>
                  </a:lnTo>
                  <a:lnTo>
                    <a:pt x="43179" y="372110"/>
                  </a:lnTo>
                  <a:lnTo>
                    <a:pt x="53339" y="372110"/>
                  </a:lnTo>
                  <a:lnTo>
                    <a:pt x="55879" y="369570"/>
                  </a:lnTo>
                  <a:close/>
                </a:path>
                <a:path w="425450" h="420369">
                  <a:moveTo>
                    <a:pt x="58419" y="367030"/>
                  </a:moveTo>
                  <a:lnTo>
                    <a:pt x="48260" y="367030"/>
                  </a:lnTo>
                  <a:lnTo>
                    <a:pt x="46989" y="368300"/>
                  </a:lnTo>
                  <a:lnTo>
                    <a:pt x="57149" y="368300"/>
                  </a:lnTo>
                  <a:lnTo>
                    <a:pt x="58419" y="367030"/>
                  </a:lnTo>
                  <a:close/>
                </a:path>
                <a:path w="425450" h="420369">
                  <a:moveTo>
                    <a:pt x="62229" y="363220"/>
                  </a:moveTo>
                  <a:lnTo>
                    <a:pt x="52070" y="363220"/>
                  </a:lnTo>
                  <a:lnTo>
                    <a:pt x="49529" y="365760"/>
                  </a:lnTo>
                  <a:lnTo>
                    <a:pt x="59689" y="365760"/>
                  </a:lnTo>
                  <a:lnTo>
                    <a:pt x="62229" y="363220"/>
                  </a:lnTo>
                  <a:close/>
                </a:path>
                <a:path w="425450" h="420369">
                  <a:moveTo>
                    <a:pt x="64769" y="360680"/>
                  </a:moveTo>
                  <a:lnTo>
                    <a:pt x="54610" y="360680"/>
                  </a:lnTo>
                  <a:lnTo>
                    <a:pt x="53339" y="361950"/>
                  </a:lnTo>
                  <a:lnTo>
                    <a:pt x="63499" y="361950"/>
                  </a:lnTo>
                  <a:lnTo>
                    <a:pt x="64769" y="360680"/>
                  </a:lnTo>
                  <a:close/>
                </a:path>
                <a:path w="425450" h="420369">
                  <a:moveTo>
                    <a:pt x="77469" y="347980"/>
                  </a:moveTo>
                  <a:lnTo>
                    <a:pt x="67310" y="347980"/>
                  </a:lnTo>
                  <a:lnTo>
                    <a:pt x="55879" y="359410"/>
                  </a:lnTo>
                  <a:lnTo>
                    <a:pt x="66039" y="359410"/>
                  </a:lnTo>
                  <a:lnTo>
                    <a:pt x="77469" y="347980"/>
                  </a:lnTo>
                  <a:close/>
                </a:path>
                <a:path w="425450" h="420369">
                  <a:moveTo>
                    <a:pt x="90169" y="335280"/>
                  </a:moveTo>
                  <a:lnTo>
                    <a:pt x="80010" y="335280"/>
                  </a:lnTo>
                  <a:lnTo>
                    <a:pt x="68579" y="346710"/>
                  </a:lnTo>
                  <a:lnTo>
                    <a:pt x="78739" y="346710"/>
                  </a:lnTo>
                  <a:lnTo>
                    <a:pt x="90169" y="335280"/>
                  </a:lnTo>
                  <a:close/>
                </a:path>
                <a:path w="425450" h="420369">
                  <a:moveTo>
                    <a:pt x="93979" y="331470"/>
                  </a:moveTo>
                  <a:lnTo>
                    <a:pt x="83820" y="331470"/>
                  </a:lnTo>
                  <a:lnTo>
                    <a:pt x="81279" y="334010"/>
                  </a:lnTo>
                  <a:lnTo>
                    <a:pt x="91439" y="334010"/>
                  </a:lnTo>
                  <a:lnTo>
                    <a:pt x="93979" y="331470"/>
                  </a:lnTo>
                  <a:close/>
                </a:path>
                <a:path w="425450" h="420369">
                  <a:moveTo>
                    <a:pt x="96519" y="328930"/>
                  </a:moveTo>
                  <a:lnTo>
                    <a:pt x="86360" y="328930"/>
                  </a:lnTo>
                  <a:lnTo>
                    <a:pt x="85089" y="330200"/>
                  </a:lnTo>
                  <a:lnTo>
                    <a:pt x="95249" y="330200"/>
                  </a:lnTo>
                  <a:lnTo>
                    <a:pt x="96519" y="328930"/>
                  </a:lnTo>
                  <a:close/>
                </a:path>
                <a:path w="425450" h="420369">
                  <a:moveTo>
                    <a:pt x="100329" y="325120"/>
                  </a:moveTo>
                  <a:lnTo>
                    <a:pt x="90170" y="325120"/>
                  </a:lnTo>
                  <a:lnTo>
                    <a:pt x="87629" y="327660"/>
                  </a:lnTo>
                  <a:lnTo>
                    <a:pt x="97789" y="327660"/>
                  </a:lnTo>
                  <a:lnTo>
                    <a:pt x="100329" y="325120"/>
                  </a:lnTo>
                  <a:close/>
                </a:path>
                <a:path w="425450" h="420369">
                  <a:moveTo>
                    <a:pt x="113029" y="312420"/>
                  </a:moveTo>
                  <a:lnTo>
                    <a:pt x="102870" y="312420"/>
                  </a:lnTo>
                  <a:lnTo>
                    <a:pt x="91439" y="323850"/>
                  </a:lnTo>
                  <a:lnTo>
                    <a:pt x="101599" y="323850"/>
                  </a:lnTo>
                  <a:lnTo>
                    <a:pt x="113029" y="312420"/>
                  </a:lnTo>
                  <a:close/>
                </a:path>
                <a:path w="425450" h="420369">
                  <a:moveTo>
                    <a:pt x="121919" y="303530"/>
                  </a:moveTo>
                  <a:lnTo>
                    <a:pt x="111760" y="303530"/>
                  </a:lnTo>
                  <a:lnTo>
                    <a:pt x="104139" y="311150"/>
                  </a:lnTo>
                  <a:lnTo>
                    <a:pt x="114299" y="311150"/>
                  </a:lnTo>
                  <a:lnTo>
                    <a:pt x="121919" y="303530"/>
                  </a:lnTo>
                  <a:close/>
                </a:path>
                <a:path w="425450" h="420369">
                  <a:moveTo>
                    <a:pt x="138429" y="287020"/>
                  </a:moveTo>
                  <a:lnTo>
                    <a:pt x="128270" y="287020"/>
                  </a:lnTo>
                  <a:lnTo>
                    <a:pt x="113029" y="302260"/>
                  </a:lnTo>
                  <a:lnTo>
                    <a:pt x="123189" y="302260"/>
                  </a:lnTo>
                  <a:lnTo>
                    <a:pt x="138429" y="287020"/>
                  </a:lnTo>
                  <a:close/>
                </a:path>
                <a:path w="425450" h="420369">
                  <a:moveTo>
                    <a:pt x="143509" y="281940"/>
                  </a:moveTo>
                  <a:lnTo>
                    <a:pt x="133350" y="281940"/>
                  </a:lnTo>
                  <a:lnTo>
                    <a:pt x="129539" y="285750"/>
                  </a:lnTo>
                  <a:lnTo>
                    <a:pt x="139699" y="285750"/>
                  </a:lnTo>
                  <a:lnTo>
                    <a:pt x="143509" y="281940"/>
                  </a:lnTo>
                  <a:close/>
                </a:path>
              </a:pathLst>
            </a:custGeom>
            <a:solidFill>
              <a:srgbClr val="785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3">
              <a:extLst>
                <a:ext uri="{FF2B5EF4-FFF2-40B4-BE49-F238E27FC236}">
                  <a16:creationId xmlns:a16="http://schemas.microsoft.com/office/drawing/2014/main" id="{46DFB4A0-58D7-09E0-7965-CE409E28F12D}"/>
                </a:ext>
              </a:extLst>
            </p:cNvPr>
            <p:cNvSpPr/>
            <p:nvPr/>
          </p:nvSpPr>
          <p:spPr>
            <a:xfrm>
              <a:off x="2531110" y="2575559"/>
              <a:ext cx="429259" cy="424180"/>
            </a:xfrm>
            <a:custGeom>
              <a:avLst/>
              <a:gdLst/>
              <a:ahLst/>
              <a:cxnLst/>
              <a:rect l="l" t="t" r="r" b="b"/>
              <a:pathLst>
                <a:path w="429260" h="424180">
                  <a:moveTo>
                    <a:pt x="231140" y="198120"/>
                  </a:moveTo>
                  <a:lnTo>
                    <a:pt x="220980" y="198120"/>
                  </a:lnTo>
                  <a:lnTo>
                    <a:pt x="214630" y="204470"/>
                  </a:lnTo>
                  <a:lnTo>
                    <a:pt x="224790" y="204470"/>
                  </a:lnTo>
                  <a:lnTo>
                    <a:pt x="231140" y="198120"/>
                  </a:lnTo>
                  <a:close/>
                </a:path>
                <a:path w="429260" h="424180">
                  <a:moveTo>
                    <a:pt x="233680" y="195580"/>
                  </a:moveTo>
                  <a:lnTo>
                    <a:pt x="223520" y="195580"/>
                  </a:lnTo>
                  <a:lnTo>
                    <a:pt x="222250" y="196850"/>
                  </a:lnTo>
                  <a:lnTo>
                    <a:pt x="232410" y="196850"/>
                  </a:lnTo>
                  <a:lnTo>
                    <a:pt x="233680" y="195580"/>
                  </a:lnTo>
                  <a:close/>
                </a:path>
                <a:path w="429260" h="424180">
                  <a:moveTo>
                    <a:pt x="237490" y="191770"/>
                  </a:moveTo>
                  <a:lnTo>
                    <a:pt x="227330" y="191770"/>
                  </a:lnTo>
                  <a:lnTo>
                    <a:pt x="224790" y="194310"/>
                  </a:lnTo>
                  <a:lnTo>
                    <a:pt x="234950" y="194310"/>
                  </a:lnTo>
                  <a:lnTo>
                    <a:pt x="237490" y="191770"/>
                  </a:lnTo>
                  <a:close/>
                </a:path>
                <a:path w="429260" h="424180">
                  <a:moveTo>
                    <a:pt x="240030" y="189230"/>
                  </a:moveTo>
                  <a:lnTo>
                    <a:pt x="229870" y="189230"/>
                  </a:lnTo>
                  <a:lnTo>
                    <a:pt x="228600" y="190500"/>
                  </a:lnTo>
                  <a:lnTo>
                    <a:pt x="238760" y="190500"/>
                  </a:lnTo>
                  <a:lnTo>
                    <a:pt x="240030" y="189230"/>
                  </a:lnTo>
                  <a:close/>
                </a:path>
                <a:path w="429260" h="424180">
                  <a:moveTo>
                    <a:pt x="243840" y="185420"/>
                  </a:moveTo>
                  <a:lnTo>
                    <a:pt x="233680" y="185420"/>
                  </a:lnTo>
                  <a:lnTo>
                    <a:pt x="231140" y="187960"/>
                  </a:lnTo>
                  <a:lnTo>
                    <a:pt x="241300" y="187960"/>
                  </a:lnTo>
                  <a:lnTo>
                    <a:pt x="243840" y="185420"/>
                  </a:lnTo>
                  <a:close/>
                </a:path>
                <a:path w="429260" h="424180">
                  <a:moveTo>
                    <a:pt x="246380" y="182880"/>
                  </a:moveTo>
                  <a:lnTo>
                    <a:pt x="236220" y="182880"/>
                  </a:lnTo>
                  <a:lnTo>
                    <a:pt x="234950" y="184150"/>
                  </a:lnTo>
                  <a:lnTo>
                    <a:pt x="245110" y="184150"/>
                  </a:lnTo>
                  <a:lnTo>
                    <a:pt x="246380" y="182880"/>
                  </a:lnTo>
                  <a:close/>
                </a:path>
                <a:path w="429260" h="424180">
                  <a:moveTo>
                    <a:pt x="259080" y="170180"/>
                  </a:moveTo>
                  <a:lnTo>
                    <a:pt x="248920" y="170180"/>
                  </a:lnTo>
                  <a:lnTo>
                    <a:pt x="237490" y="181610"/>
                  </a:lnTo>
                  <a:lnTo>
                    <a:pt x="247650" y="181610"/>
                  </a:lnTo>
                  <a:lnTo>
                    <a:pt x="259080" y="170180"/>
                  </a:lnTo>
                  <a:close/>
                </a:path>
                <a:path w="429260" h="424180">
                  <a:moveTo>
                    <a:pt x="271780" y="157480"/>
                  </a:moveTo>
                  <a:lnTo>
                    <a:pt x="261620" y="157480"/>
                  </a:lnTo>
                  <a:lnTo>
                    <a:pt x="250190" y="168910"/>
                  </a:lnTo>
                  <a:lnTo>
                    <a:pt x="260350" y="168910"/>
                  </a:lnTo>
                  <a:lnTo>
                    <a:pt x="271780" y="157480"/>
                  </a:lnTo>
                  <a:close/>
                </a:path>
                <a:path w="429260" h="424180">
                  <a:moveTo>
                    <a:pt x="275590" y="153670"/>
                  </a:moveTo>
                  <a:lnTo>
                    <a:pt x="265430" y="153670"/>
                  </a:lnTo>
                  <a:lnTo>
                    <a:pt x="262890" y="156210"/>
                  </a:lnTo>
                  <a:lnTo>
                    <a:pt x="273050" y="156210"/>
                  </a:lnTo>
                  <a:lnTo>
                    <a:pt x="275590" y="153670"/>
                  </a:lnTo>
                  <a:close/>
                </a:path>
                <a:path w="429260" h="424180">
                  <a:moveTo>
                    <a:pt x="278130" y="151130"/>
                  </a:moveTo>
                  <a:lnTo>
                    <a:pt x="267970" y="151130"/>
                  </a:lnTo>
                  <a:lnTo>
                    <a:pt x="266700" y="152400"/>
                  </a:lnTo>
                  <a:lnTo>
                    <a:pt x="276860" y="152400"/>
                  </a:lnTo>
                  <a:lnTo>
                    <a:pt x="278130" y="151130"/>
                  </a:lnTo>
                  <a:close/>
                </a:path>
                <a:path w="429260" h="424180">
                  <a:moveTo>
                    <a:pt x="281940" y="147320"/>
                  </a:moveTo>
                  <a:lnTo>
                    <a:pt x="271780" y="147320"/>
                  </a:lnTo>
                  <a:lnTo>
                    <a:pt x="269240" y="149860"/>
                  </a:lnTo>
                  <a:lnTo>
                    <a:pt x="279400" y="149860"/>
                  </a:lnTo>
                  <a:lnTo>
                    <a:pt x="281940" y="147320"/>
                  </a:lnTo>
                  <a:close/>
                </a:path>
                <a:path w="429260" h="424180">
                  <a:moveTo>
                    <a:pt x="284480" y="144780"/>
                  </a:moveTo>
                  <a:lnTo>
                    <a:pt x="274320" y="144780"/>
                  </a:lnTo>
                  <a:lnTo>
                    <a:pt x="273050" y="146050"/>
                  </a:lnTo>
                  <a:lnTo>
                    <a:pt x="283210" y="146050"/>
                  </a:lnTo>
                  <a:lnTo>
                    <a:pt x="284480" y="144780"/>
                  </a:lnTo>
                  <a:close/>
                </a:path>
                <a:path w="429260" h="424180">
                  <a:moveTo>
                    <a:pt x="288290" y="140970"/>
                  </a:moveTo>
                  <a:lnTo>
                    <a:pt x="278130" y="140970"/>
                  </a:lnTo>
                  <a:lnTo>
                    <a:pt x="275590" y="143510"/>
                  </a:lnTo>
                  <a:lnTo>
                    <a:pt x="285750" y="143510"/>
                  </a:lnTo>
                  <a:lnTo>
                    <a:pt x="288290" y="140970"/>
                  </a:lnTo>
                  <a:close/>
                </a:path>
                <a:path w="429260" h="424180">
                  <a:moveTo>
                    <a:pt x="290830" y="138430"/>
                  </a:moveTo>
                  <a:lnTo>
                    <a:pt x="280670" y="138430"/>
                  </a:lnTo>
                  <a:lnTo>
                    <a:pt x="279400" y="139700"/>
                  </a:lnTo>
                  <a:lnTo>
                    <a:pt x="289560" y="139700"/>
                  </a:lnTo>
                  <a:lnTo>
                    <a:pt x="290830" y="138430"/>
                  </a:lnTo>
                  <a:close/>
                </a:path>
                <a:path w="429260" h="424180">
                  <a:moveTo>
                    <a:pt x="294640" y="134620"/>
                  </a:moveTo>
                  <a:lnTo>
                    <a:pt x="284480" y="134620"/>
                  </a:lnTo>
                  <a:lnTo>
                    <a:pt x="281940" y="137160"/>
                  </a:lnTo>
                  <a:lnTo>
                    <a:pt x="292100" y="137160"/>
                  </a:lnTo>
                  <a:lnTo>
                    <a:pt x="294640" y="134620"/>
                  </a:lnTo>
                  <a:close/>
                </a:path>
                <a:path w="429260" h="424180">
                  <a:moveTo>
                    <a:pt x="297180" y="132080"/>
                  </a:moveTo>
                  <a:lnTo>
                    <a:pt x="287020" y="132080"/>
                  </a:lnTo>
                  <a:lnTo>
                    <a:pt x="285750" y="133350"/>
                  </a:lnTo>
                  <a:lnTo>
                    <a:pt x="295910" y="133350"/>
                  </a:lnTo>
                  <a:lnTo>
                    <a:pt x="297180" y="132080"/>
                  </a:lnTo>
                  <a:close/>
                </a:path>
                <a:path w="429260" h="424180">
                  <a:moveTo>
                    <a:pt x="300990" y="128270"/>
                  </a:moveTo>
                  <a:lnTo>
                    <a:pt x="290830" y="128270"/>
                  </a:lnTo>
                  <a:lnTo>
                    <a:pt x="288290" y="130810"/>
                  </a:lnTo>
                  <a:lnTo>
                    <a:pt x="298450" y="130810"/>
                  </a:lnTo>
                  <a:lnTo>
                    <a:pt x="300990" y="128270"/>
                  </a:lnTo>
                  <a:close/>
                </a:path>
                <a:path w="429260" h="424180">
                  <a:moveTo>
                    <a:pt x="303530" y="125730"/>
                  </a:moveTo>
                  <a:lnTo>
                    <a:pt x="293370" y="125730"/>
                  </a:lnTo>
                  <a:lnTo>
                    <a:pt x="292100" y="127000"/>
                  </a:lnTo>
                  <a:lnTo>
                    <a:pt x="302260" y="127000"/>
                  </a:lnTo>
                  <a:lnTo>
                    <a:pt x="303530" y="125730"/>
                  </a:lnTo>
                  <a:close/>
                </a:path>
                <a:path w="429260" h="424180">
                  <a:moveTo>
                    <a:pt x="307340" y="121920"/>
                  </a:moveTo>
                  <a:lnTo>
                    <a:pt x="297180" y="121920"/>
                  </a:lnTo>
                  <a:lnTo>
                    <a:pt x="294640" y="124460"/>
                  </a:lnTo>
                  <a:lnTo>
                    <a:pt x="304800" y="124460"/>
                  </a:lnTo>
                  <a:lnTo>
                    <a:pt x="307340" y="121920"/>
                  </a:lnTo>
                  <a:close/>
                </a:path>
                <a:path w="429260" h="424180">
                  <a:moveTo>
                    <a:pt x="309880" y="119380"/>
                  </a:moveTo>
                  <a:lnTo>
                    <a:pt x="299720" y="119380"/>
                  </a:lnTo>
                  <a:lnTo>
                    <a:pt x="298450" y="120650"/>
                  </a:lnTo>
                  <a:lnTo>
                    <a:pt x="308610" y="120650"/>
                  </a:lnTo>
                  <a:lnTo>
                    <a:pt x="309880" y="119380"/>
                  </a:lnTo>
                  <a:close/>
                </a:path>
                <a:path w="429260" h="424180">
                  <a:moveTo>
                    <a:pt x="313690" y="115570"/>
                  </a:moveTo>
                  <a:lnTo>
                    <a:pt x="303530" y="115570"/>
                  </a:lnTo>
                  <a:lnTo>
                    <a:pt x="300990" y="118110"/>
                  </a:lnTo>
                  <a:lnTo>
                    <a:pt x="311150" y="118110"/>
                  </a:lnTo>
                  <a:lnTo>
                    <a:pt x="313690" y="115570"/>
                  </a:lnTo>
                  <a:close/>
                </a:path>
                <a:path w="429260" h="424180">
                  <a:moveTo>
                    <a:pt x="316230" y="113030"/>
                  </a:moveTo>
                  <a:lnTo>
                    <a:pt x="306070" y="113030"/>
                  </a:lnTo>
                  <a:lnTo>
                    <a:pt x="304800" y="114300"/>
                  </a:lnTo>
                  <a:lnTo>
                    <a:pt x="314960" y="114300"/>
                  </a:lnTo>
                  <a:lnTo>
                    <a:pt x="316230" y="113030"/>
                  </a:lnTo>
                  <a:close/>
                </a:path>
                <a:path w="429260" h="424180">
                  <a:moveTo>
                    <a:pt x="320040" y="109220"/>
                  </a:moveTo>
                  <a:lnTo>
                    <a:pt x="309880" y="109220"/>
                  </a:lnTo>
                  <a:lnTo>
                    <a:pt x="307340" y="111760"/>
                  </a:lnTo>
                  <a:lnTo>
                    <a:pt x="317500" y="111760"/>
                  </a:lnTo>
                  <a:lnTo>
                    <a:pt x="320040" y="109220"/>
                  </a:lnTo>
                  <a:close/>
                </a:path>
                <a:path w="429260" h="424180">
                  <a:moveTo>
                    <a:pt x="322580" y="106680"/>
                  </a:moveTo>
                  <a:lnTo>
                    <a:pt x="312420" y="106680"/>
                  </a:lnTo>
                  <a:lnTo>
                    <a:pt x="311150" y="107950"/>
                  </a:lnTo>
                  <a:lnTo>
                    <a:pt x="321310" y="107950"/>
                  </a:lnTo>
                  <a:lnTo>
                    <a:pt x="322580" y="106680"/>
                  </a:lnTo>
                  <a:close/>
                </a:path>
                <a:path w="429260" h="424180">
                  <a:moveTo>
                    <a:pt x="326390" y="102870"/>
                  </a:moveTo>
                  <a:lnTo>
                    <a:pt x="316230" y="102870"/>
                  </a:lnTo>
                  <a:lnTo>
                    <a:pt x="313690" y="105410"/>
                  </a:lnTo>
                  <a:lnTo>
                    <a:pt x="323850" y="105410"/>
                  </a:lnTo>
                  <a:lnTo>
                    <a:pt x="326390" y="102870"/>
                  </a:lnTo>
                  <a:close/>
                </a:path>
                <a:path w="429260" h="424180">
                  <a:moveTo>
                    <a:pt x="328930" y="100330"/>
                  </a:moveTo>
                  <a:lnTo>
                    <a:pt x="318770" y="100330"/>
                  </a:lnTo>
                  <a:lnTo>
                    <a:pt x="317500" y="101600"/>
                  </a:lnTo>
                  <a:lnTo>
                    <a:pt x="327660" y="101600"/>
                  </a:lnTo>
                  <a:lnTo>
                    <a:pt x="328930" y="100330"/>
                  </a:lnTo>
                  <a:close/>
                </a:path>
                <a:path w="429260" h="424180">
                  <a:moveTo>
                    <a:pt x="332740" y="96520"/>
                  </a:moveTo>
                  <a:lnTo>
                    <a:pt x="322580" y="96520"/>
                  </a:lnTo>
                  <a:lnTo>
                    <a:pt x="320040" y="99060"/>
                  </a:lnTo>
                  <a:lnTo>
                    <a:pt x="330200" y="99060"/>
                  </a:lnTo>
                  <a:lnTo>
                    <a:pt x="332740" y="96520"/>
                  </a:lnTo>
                  <a:close/>
                </a:path>
                <a:path w="429260" h="424180">
                  <a:moveTo>
                    <a:pt x="335280" y="93980"/>
                  </a:moveTo>
                  <a:lnTo>
                    <a:pt x="325120" y="93980"/>
                  </a:lnTo>
                  <a:lnTo>
                    <a:pt x="323850" y="95250"/>
                  </a:lnTo>
                  <a:lnTo>
                    <a:pt x="334010" y="95250"/>
                  </a:lnTo>
                  <a:lnTo>
                    <a:pt x="335280" y="93980"/>
                  </a:lnTo>
                  <a:close/>
                </a:path>
                <a:path w="429260" h="424180">
                  <a:moveTo>
                    <a:pt x="339090" y="90170"/>
                  </a:moveTo>
                  <a:lnTo>
                    <a:pt x="328930" y="90170"/>
                  </a:lnTo>
                  <a:lnTo>
                    <a:pt x="326390" y="92710"/>
                  </a:lnTo>
                  <a:lnTo>
                    <a:pt x="336550" y="92710"/>
                  </a:lnTo>
                  <a:lnTo>
                    <a:pt x="339090" y="90170"/>
                  </a:lnTo>
                  <a:close/>
                </a:path>
                <a:path w="429260" h="424180">
                  <a:moveTo>
                    <a:pt x="341630" y="87630"/>
                  </a:moveTo>
                  <a:lnTo>
                    <a:pt x="331470" y="87630"/>
                  </a:lnTo>
                  <a:lnTo>
                    <a:pt x="330200" y="88900"/>
                  </a:lnTo>
                  <a:lnTo>
                    <a:pt x="340360" y="88900"/>
                  </a:lnTo>
                  <a:lnTo>
                    <a:pt x="341630" y="87630"/>
                  </a:lnTo>
                  <a:close/>
                </a:path>
                <a:path w="429260" h="424180">
                  <a:moveTo>
                    <a:pt x="345440" y="83820"/>
                  </a:moveTo>
                  <a:lnTo>
                    <a:pt x="335280" y="83820"/>
                  </a:lnTo>
                  <a:lnTo>
                    <a:pt x="332740" y="86360"/>
                  </a:lnTo>
                  <a:lnTo>
                    <a:pt x="342900" y="86360"/>
                  </a:lnTo>
                  <a:lnTo>
                    <a:pt x="345440" y="83820"/>
                  </a:lnTo>
                  <a:close/>
                </a:path>
                <a:path w="429260" h="424180">
                  <a:moveTo>
                    <a:pt x="347980" y="81280"/>
                  </a:moveTo>
                  <a:lnTo>
                    <a:pt x="337820" y="81280"/>
                  </a:lnTo>
                  <a:lnTo>
                    <a:pt x="336550" y="82550"/>
                  </a:lnTo>
                  <a:lnTo>
                    <a:pt x="346710" y="82550"/>
                  </a:lnTo>
                  <a:lnTo>
                    <a:pt x="347980" y="81280"/>
                  </a:lnTo>
                  <a:close/>
                </a:path>
                <a:path w="429260" h="424180">
                  <a:moveTo>
                    <a:pt x="351790" y="77470"/>
                  </a:moveTo>
                  <a:lnTo>
                    <a:pt x="341630" y="77470"/>
                  </a:lnTo>
                  <a:lnTo>
                    <a:pt x="339090" y="80010"/>
                  </a:lnTo>
                  <a:lnTo>
                    <a:pt x="349250" y="80010"/>
                  </a:lnTo>
                  <a:lnTo>
                    <a:pt x="351790" y="77470"/>
                  </a:lnTo>
                  <a:close/>
                </a:path>
                <a:path w="429260" h="424180">
                  <a:moveTo>
                    <a:pt x="354330" y="74930"/>
                  </a:moveTo>
                  <a:lnTo>
                    <a:pt x="344170" y="74930"/>
                  </a:lnTo>
                  <a:lnTo>
                    <a:pt x="342900" y="76200"/>
                  </a:lnTo>
                  <a:lnTo>
                    <a:pt x="353060" y="76200"/>
                  </a:lnTo>
                  <a:lnTo>
                    <a:pt x="354330" y="74930"/>
                  </a:lnTo>
                  <a:close/>
                </a:path>
                <a:path w="429260" h="424180">
                  <a:moveTo>
                    <a:pt x="358140" y="71120"/>
                  </a:moveTo>
                  <a:lnTo>
                    <a:pt x="347980" y="71120"/>
                  </a:lnTo>
                  <a:lnTo>
                    <a:pt x="345440" y="73660"/>
                  </a:lnTo>
                  <a:lnTo>
                    <a:pt x="355600" y="73660"/>
                  </a:lnTo>
                  <a:lnTo>
                    <a:pt x="358140" y="71120"/>
                  </a:lnTo>
                  <a:close/>
                </a:path>
                <a:path w="429260" h="424180">
                  <a:moveTo>
                    <a:pt x="360680" y="68580"/>
                  </a:moveTo>
                  <a:lnTo>
                    <a:pt x="350520" y="68580"/>
                  </a:lnTo>
                  <a:lnTo>
                    <a:pt x="349250" y="69850"/>
                  </a:lnTo>
                  <a:lnTo>
                    <a:pt x="359410" y="69850"/>
                  </a:lnTo>
                  <a:lnTo>
                    <a:pt x="360680" y="68580"/>
                  </a:lnTo>
                  <a:close/>
                </a:path>
                <a:path w="429260" h="424180">
                  <a:moveTo>
                    <a:pt x="364490" y="64770"/>
                  </a:moveTo>
                  <a:lnTo>
                    <a:pt x="354330" y="64770"/>
                  </a:lnTo>
                  <a:lnTo>
                    <a:pt x="351790" y="67310"/>
                  </a:lnTo>
                  <a:lnTo>
                    <a:pt x="361950" y="67310"/>
                  </a:lnTo>
                  <a:lnTo>
                    <a:pt x="364490" y="64770"/>
                  </a:lnTo>
                  <a:close/>
                </a:path>
                <a:path w="429260" h="424180">
                  <a:moveTo>
                    <a:pt x="367030" y="62230"/>
                  </a:moveTo>
                  <a:lnTo>
                    <a:pt x="356870" y="62230"/>
                  </a:lnTo>
                  <a:lnTo>
                    <a:pt x="355600" y="63500"/>
                  </a:lnTo>
                  <a:lnTo>
                    <a:pt x="365760" y="63500"/>
                  </a:lnTo>
                  <a:lnTo>
                    <a:pt x="367030" y="62230"/>
                  </a:lnTo>
                  <a:close/>
                </a:path>
                <a:path w="429260" h="424180">
                  <a:moveTo>
                    <a:pt x="370840" y="58420"/>
                  </a:moveTo>
                  <a:lnTo>
                    <a:pt x="360680" y="58420"/>
                  </a:lnTo>
                  <a:lnTo>
                    <a:pt x="358140" y="60960"/>
                  </a:lnTo>
                  <a:lnTo>
                    <a:pt x="368300" y="60960"/>
                  </a:lnTo>
                  <a:lnTo>
                    <a:pt x="370840" y="58420"/>
                  </a:lnTo>
                  <a:close/>
                </a:path>
                <a:path w="429260" h="424180">
                  <a:moveTo>
                    <a:pt x="373380" y="55880"/>
                  </a:moveTo>
                  <a:lnTo>
                    <a:pt x="363220" y="55880"/>
                  </a:lnTo>
                  <a:lnTo>
                    <a:pt x="361950" y="57150"/>
                  </a:lnTo>
                  <a:lnTo>
                    <a:pt x="372110" y="57150"/>
                  </a:lnTo>
                  <a:lnTo>
                    <a:pt x="373380" y="55880"/>
                  </a:lnTo>
                  <a:close/>
                </a:path>
                <a:path w="429260" h="424180">
                  <a:moveTo>
                    <a:pt x="377190" y="52070"/>
                  </a:moveTo>
                  <a:lnTo>
                    <a:pt x="367030" y="52070"/>
                  </a:lnTo>
                  <a:lnTo>
                    <a:pt x="364490" y="54610"/>
                  </a:lnTo>
                  <a:lnTo>
                    <a:pt x="374650" y="54610"/>
                  </a:lnTo>
                  <a:lnTo>
                    <a:pt x="377190" y="52070"/>
                  </a:lnTo>
                  <a:close/>
                </a:path>
                <a:path w="429260" h="424180">
                  <a:moveTo>
                    <a:pt x="379730" y="49530"/>
                  </a:moveTo>
                  <a:lnTo>
                    <a:pt x="369570" y="49530"/>
                  </a:lnTo>
                  <a:lnTo>
                    <a:pt x="368300" y="50800"/>
                  </a:lnTo>
                  <a:lnTo>
                    <a:pt x="378460" y="50800"/>
                  </a:lnTo>
                  <a:lnTo>
                    <a:pt x="379730" y="49530"/>
                  </a:lnTo>
                  <a:close/>
                </a:path>
                <a:path w="429260" h="424180">
                  <a:moveTo>
                    <a:pt x="383540" y="45720"/>
                  </a:moveTo>
                  <a:lnTo>
                    <a:pt x="373380" y="45720"/>
                  </a:lnTo>
                  <a:lnTo>
                    <a:pt x="370840" y="48260"/>
                  </a:lnTo>
                  <a:lnTo>
                    <a:pt x="381000" y="48260"/>
                  </a:lnTo>
                  <a:lnTo>
                    <a:pt x="383540" y="45720"/>
                  </a:lnTo>
                  <a:close/>
                </a:path>
                <a:path w="429260" h="424180">
                  <a:moveTo>
                    <a:pt x="386080" y="43180"/>
                  </a:moveTo>
                  <a:lnTo>
                    <a:pt x="375920" y="43180"/>
                  </a:lnTo>
                  <a:lnTo>
                    <a:pt x="374650" y="44450"/>
                  </a:lnTo>
                  <a:lnTo>
                    <a:pt x="384810" y="44450"/>
                  </a:lnTo>
                  <a:lnTo>
                    <a:pt x="386080" y="43180"/>
                  </a:lnTo>
                  <a:close/>
                </a:path>
                <a:path w="429260" h="424180">
                  <a:moveTo>
                    <a:pt x="389890" y="39370"/>
                  </a:moveTo>
                  <a:lnTo>
                    <a:pt x="379730" y="39370"/>
                  </a:lnTo>
                  <a:lnTo>
                    <a:pt x="377190" y="41910"/>
                  </a:lnTo>
                  <a:lnTo>
                    <a:pt x="387350" y="41910"/>
                  </a:lnTo>
                  <a:lnTo>
                    <a:pt x="389890" y="39370"/>
                  </a:lnTo>
                  <a:close/>
                </a:path>
                <a:path w="429260" h="424180">
                  <a:moveTo>
                    <a:pt x="392430" y="36830"/>
                  </a:moveTo>
                  <a:lnTo>
                    <a:pt x="382270" y="36830"/>
                  </a:lnTo>
                  <a:lnTo>
                    <a:pt x="381000" y="38100"/>
                  </a:lnTo>
                  <a:lnTo>
                    <a:pt x="391160" y="38100"/>
                  </a:lnTo>
                  <a:lnTo>
                    <a:pt x="392430" y="36830"/>
                  </a:lnTo>
                  <a:close/>
                </a:path>
                <a:path w="429260" h="424180">
                  <a:moveTo>
                    <a:pt x="396240" y="33020"/>
                  </a:moveTo>
                  <a:lnTo>
                    <a:pt x="386080" y="33020"/>
                  </a:lnTo>
                  <a:lnTo>
                    <a:pt x="383540" y="35560"/>
                  </a:lnTo>
                  <a:lnTo>
                    <a:pt x="393700" y="35560"/>
                  </a:lnTo>
                  <a:lnTo>
                    <a:pt x="396240" y="33020"/>
                  </a:lnTo>
                  <a:close/>
                </a:path>
                <a:path w="429260" h="424180">
                  <a:moveTo>
                    <a:pt x="398780" y="30480"/>
                  </a:moveTo>
                  <a:lnTo>
                    <a:pt x="388620" y="30480"/>
                  </a:lnTo>
                  <a:lnTo>
                    <a:pt x="387350" y="31750"/>
                  </a:lnTo>
                  <a:lnTo>
                    <a:pt x="397510" y="31750"/>
                  </a:lnTo>
                  <a:lnTo>
                    <a:pt x="398780" y="30480"/>
                  </a:lnTo>
                  <a:close/>
                </a:path>
                <a:path w="429260" h="424180">
                  <a:moveTo>
                    <a:pt x="402590" y="26670"/>
                  </a:moveTo>
                  <a:lnTo>
                    <a:pt x="392430" y="26670"/>
                  </a:lnTo>
                  <a:lnTo>
                    <a:pt x="389890" y="29210"/>
                  </a:lnTo>
                  <a:lnTo>
                    <a:pt x="400050" y="29210"/>
                  </a:lnTo>
                  <a:lnTo>
                    <a:pt x="402590" y="26670"/>
                  </a:lnTo>
                  <a:close/>
                </a:path>
                <a:path w="429260" h="424180">
                  <a:moveTo>
                    <a:pt x="405130" y="24130"/>
                  </a:moveTo>
                  <a:lnTo>
                    <a:pt x="394970" y="24130"/>
                  </a:lnTo>
                  <a:lnTo>
                    <a:pt x="393700" y="25400"/>
                  </a:lnTo>
                  <a:lnTo>
                    <a:pt x="403860" y="25400"/>
                  </a:lnTo>
                  <a:lnTo>
                    <a:pt x="405130" y="24130"/>
                  </a:lnTo>
                  <a:close/>
                </a:path>
                <a:path w="429260" h="424180">
                  <a:moveTo>
                    <a:pt x="408940" y="20320"/>
                  </a:moveTo>
                  <a:lnTo>
                    <a:pt x="398780" y="20320"/>
                  </a:lnTo>
                  <a:lnTo>
                    <a:pt x="396240" y="22860"/>
                  </a:lnTo>
                  <a:lnTo>
                    <a:pt x="406400" y="22860"/>
                  </a:lnTo>
                  <a:lnTo>
                    <a:pt x="408940" y="20320"/>
                  </a:lnTo>
                  <a:close/>
                </a:path>
                <a:path w="429260" h="424180">
                  <a:moveTo>
                    <a:pt x="411480" y="17780"/>
                  </a:moveTo>
                  <a:lnTo>
                    <a:pt x="401320" y="17780"/>
                  </a:lnTo>
                  <a:lnTo>
                    <a:pt x="400050" y="19050"/>
                  </a:lnTo>
                  <a:lnTo>
                    <a:pt x="410210" y="19050"/>
                  </a:lnTo>
                  <a:lnTo>
                    <a:pt x="411480" y="17780"/>
                  </a:lnTo>
                  <a:close/>
                </a:path>
                <a:path w="429260" h="424180">
                  <a:moveTo>
                    <a:pt x="415290" y="13970"/>
                  </a:moveTo>
                  <a:lnTo>
                    <a:pt x="405130" y="13970"/>
                  </a:lnTo>
                  <a:lnTo>
                    <a:pt x="402590" y="16510"/>
                  </a:lnTo>
                  <a:lnTo>
                    <a:pt x="412750" y="16510"/>
                  </a:lnTo>
                  <a:lnTo>
                    <a:pt x="415290" y="13970"/>
                  </a:lnTo>
                  <a:close/>
                </a:path>
                <a:path w="429260" h="424180">
                  <a:moveTo>
                    <a:pt x="417830" y="11430"/>
                  </a:moveTo>
                  <a:lnTo>
                    <a:pt x="407670" y="11430"/>
                  </a:lnTo>
                  <a:lnTo>
                    <a:pt x="406400" y="12700"/>
                  </a:lnTo>
                  <a:lnTo>
                    <a:pt x="416560" y="12700"/>
                  </a:lnTo>
                  <a:lnTo>
                    <a:pt x="417830" y="11430"/>
                  </a:lnTo>
                  <a:close/>
                </a:path>
                <a:path w="429260" h="424180">
                  <a:moveTo>
                    <a:pt x="421640" y="7620"/>
                  </a:moveTo>
                  <a:lnTo>
                    <a:pt x="411480" y="7620"/>
                  </a:lnTo>
                  <a:lnTo>
                    <a:pt x="408940" y="10160"/>
                  </a:lnTo>
                  <a:lnTo>
                    <a:pt x="419100" y="10160"/>
                  </a:lnTo>
                  <a:lnTo>
                    <a:pt x="421640" y="7620"/>
                  </a:lnTo>
                  <a:close/>
                </a:path>
                <a:path w="429260" h="424180">
                  <a:moveTo>
                    <a:pt x="424180" y="5080"/>
                  </a:moveTo>
                  <a:lnTo>
                    <a:pt x="414020" y="5080"/>
                  </a:lnTo>
                  <a:lnTo>
                    <a:pt x="412750" y="6350"/>
                  </a:lnTo>
                  <a:lnTo>
                    <a:pt x="422910" y="6350"/>
                  </a:lnTo>
                  <a:lnTo>
                    <a:pt x="424180" y="5080"/>
                  </a:lnTo>
                  <a:close/>
                </a:path>
                <a:path w="429260" h="424180">
                  <a:moveTo>
                    <a:pt x="429260" y="0"/>
                  </a:moveTo>
                  <a:lnTo>
                    <a:pt x="419100" y="0"/>
                  </a:lnTo>
                  <a:lnTo>
                    <a:pt x="415290" y="3810"/>
                  </a:lnTo>
                  <a:lnTo>
                    <a:pt x="425450" y="3810"/>
                  </a:lnTo>
                  <a:lnTo>
                    <a:pt x="429260" y="0"/>
                  </a:lnTo>
                  <a:close/>
                </a:path>
                <a:path w="429260" h="424180">
                  <a:moveTo>
                    <a:pt x="224790" y="204470"/>
                  </a:moveTo>
                  <a:lnTo>
                    <a:pt x="214629" y="204470"/>
                  </a:lnTo>
                  <a:lnTo>
                    <a:pt x="189230" y="229870"/>
                  </a:lnTo>
                  <a:lnTo>
                    <a:pt x="199390" y="229870"/>
                  </a:lnTo>
                  <a:lnTo>
                    <a:pt x="224790" y="204470"/>
                  </a:lnTo>
                  <a:close/>
                </a:path>
                <a:path w="429260" h="424180">
                  <a:moveTo>
                    <a:pt x="199390" y="229870"/>
                  </a:moveTo>
                  <a:lnTo>
                    <a:pt x="189229" y="229870"/>
                  </a:lnTo>
                  <a:lnTo>
                    <a:pt x="138430" y="280670"/>
                  </a:lnTo>
                  <a:lnTo>
                    <a:pt x="148590" y="280670"/>
                  </a:lnTo>
                  <a:lnTo>
                    <a:pt x="199390" y="229870"/>
                  </a:lnTo>
                  <a:close/>
                </a:path>
                <a:path w="429260" h="424180">
                  <a:moveTo>
                    <a:pt x="8890" y="420370"/>
                  </a:moveTo>
                  <a:lnTo>
                    <a:pt x="1270" y="420370"/>
                  </a:lnTo>
                  <a:lnTo>
                    <a:pt x="1270" y="421640"/>
                  </a:lnTo>
                  <a:lnTo>
                    <a:pt x="2540" y="421640"/>
                  </a:lnTo>
                  <a:lnTo>
                    <a:pt x="2540" y="424180"/>
                  </a:lnTo>
                  <a:lnTo>
                    <a:pt x="5080" y="424180"/>
                  </a:lnTo>
                  <a:lnTo>
                    <a:pt x="5080" y="422910"/>
                  </a:lnTo>
                  <a:lnTo>
                    <a:pt x="6350" y="422910"/>
                  </a:lnTo>
                  <a:lnTo>
                    <a:pt x="8890" y="420370"/>
                  </a:lnTo>
                  <a:close/>
                </a:path>
                <a:path w="429260" h="424180">
                  <a:moveTo>
                    <a:pt x="11430" y="417830"/>
                  </a:moveTo>
                  <a:lnTo>
                    <a:pt x="1270" y="417830"/>
                  </a:lnTo>
                  <a:lnTo>
                    <a:pt x="0" y="419100"/>
                  </a:lnTo>
                  <a:lnTo>
                    <a:pt x="10160" y="419100"/>
                  </a:lnTo>
                  <a:lnTo>
                    <a:pt x="11430" y="417830"/>
                  </a:lnTo>
                  <a:close/>
                </a:path>
                <a:path w="429260" h="424180">
                  <a:moveTo>
                    <a:pt x="15240" y="414020"/>
                  </a:moveTo>
                  <a:lnTo>
                    <a:pt x="5080" y="414020"/>
                  </a:lnTo>
                  <a:lnTo>
                    <a:pt x="2539" y="416560"/>
                  </a:lnTo>
                  <a:lnTo>
                    <a:pt x="12700" y="416560"/>
                  </a:lnTo>
                  <a:lnTo>
                    <a:pt x="15240" y="414020"/>
                  </a:lnTo>
                  <a:close/>
                </a:path>
                <a:path w="429260" h="424180">
                  <a:moveTo>
                    <a:pt x="17780" y="411480"/>
                  </a:moveTo>
                  <a:lnTo>
                    <a:pt x="7620" y="411480"/>
                  </a:lnTo>
                  <a:lnTo>
                    <a:pt x="6350" y="412750"/>
                  </a:lnTo>
                  <a:lnTo>
                    <a:pt x="16510" y="412750"/>
                  </a:lnTo>
                  <a:lnTo>
                    <a:pt x="17780" y="411480"/>
                  </a:lnTo>
                  <a:close/>
                </a:path>
                <a:path w="429260" h="424180">
                  <a:moveTo>
                    <a:pt x="21590" y="407670"/>
                  </a:moveTo>
                  <a:lnTo>
                    <a:pt x="11430" y="407670"/>
                  </a:lnTo>
                  <a:lnTo>
                    <a:pt x="8889" y="410210"/>
                  </a:lnTo>
                  <a:lnTo>
                    <a:pt x="19050" y="410210"/>
                  </a:lnTo>
                  <a:lnTo>
                    <a:pt x="21590" y="407670"/>
                  </a:lnTo>
                  <a:close/>
                </a:path>
                <a:path w="429260" h="424180">
                  <a:moveTo>
                    <a:pt x="24130" y="405130"/>
                  </a:moveTo>
                  <a:lnTo>
                    <a:pt x="13970" y="405130"/>
                  </a:lnTo>
                  <a:lnTo>
                    <a:pt x="12700" y="406400"/>
                  </a:lnTo>
                  <a:lnTo>
                    <a:pt x="22860" y="406400"/>
                  </a:lnTo>
                  <a:lnTo>
                    <a:pt x="24130" y="405130"/>
                  </a:lnTo>
                  <a:close/>
                </a:path>
                <a:path w="429260" h="424180">
                  <a:moveTo>
                    <a:pt x="27940" y="401320"/>
                  </a:moveTo>
                  <a:lnTo>
                    <a:pt x="17780" y="401320"/>
                  </a:lnTo>
                  <a:lnTo>
                    <a:pt x="15239" y="403860"/>
                  </a:lnTo>
                  <a:lnTo>
                    <a:pt x="25400" y="403860"/>
                  </a:lnTo>
                  <a:lnTo>
                    <a:pt x="27940" y="401320"/>
                  </a:lnTo>
                  <a:close/>
                </a:path>
                <a:path w="429260" h="424180">
                  <a:moveTo>
                    <a:pt x="30480" y="398780"/>
                  </a:moveTo>
                  <a:lnTo>
                    <a:pt x="20320" y="398780"/>
                  </a:lnTo>
                  <a:lnTo>
                    <a:pt x="19050" y="400050"/>
                  </a:lnTo>
                  <a:lnTo>
                    <a:pt x="29210" y="400050"/>
                  </a:lnTo>
                  <a:lnTo>
                    <a:pt x="30480" y="398780"/>
                  </a:lnTo>
                  <a:close/>
                </a:path>
                <a:path w="429260" h="424180">
                  <a:moveTo>
                    <a:pt x="34290" y="394970"/>
                  </a:moveTo>
                  <a:lnTo>
                    <a:pt x="24130" y="394970"/>
                  </a:lnTo>
                  <a:lnTo>
                    <a:pt x="21589" y="397510"/>
                  </a:lnTo>
                  <a:lnTo>
                    <a:pt x="31750" y="397510"/>
                  </a:lnTo>
                  <a:lnTo>
                    <a:pt x="34290" y="394970"/>
                  </a:lnTo>
                  <a:close/>
                </a:path>
                <a:path w="429260" h="424180">
                  <a:moveTo>
                    <a:pt x="36830" y="392430"/>
                  </a:moveTo>
                  <a:lnTo>
                    <a:pt x="26670" y="392430"/>
                  </a:lnTo>
                  <a:lnTo>
                    <a:pt x="25400" y="393700"/>
                  </a:lnTo>
                  <a:lnTo>
                    <a:pt x="35560" y="393700"/>
                  </a:lnTo>
                  <a:lnTo>
                    <a:pt x="36830" y="392430"/>
                  </a:lnTo>
                  <a:close/>
                </a:path>
                <a:path w="429260" h="424180">
                  <a:moveTo>
                    <a:pt x="40640" y="388620"/>
                  </a:moveTo>
                  <a:lnTo>
                    <a:pt x="30480" y="388620"/>
                  </a:lnTo>
                  <a:lnTo>
                    <a:pt x="27939" y="391160"/>
                  </a:lnTo>
                  <a:lnTo>
                    <a:pt x="38100" y="391160"/>
                  </a:lnTo>
                  <a:lnTo>
                    <a:pt x="40640" y="388620"/>
                  </a:lnTo>
                  <a:close/>
                </a:path>
                <a:path w="429260" h="424180">
                  <a:moveTo>
                    <a:pt x="43180" y="386080"/>
                  </a:moveTo>
                  <a:lnTo>
                    <a:pt x="33020" y="386080"/>
                  </a:lnTo>
                  <a:lnTo>
                    <a:pt x="31750" y="387350"/>
                  </a:lnTo>
                  <a:lnTo>
                    <a:pt x="41910" y="387350"/>
                  </a:lnTo>
                  <a:lnTo>
                    <a:pt x="43180" y="386080"/>
                  </a:lnTo>
                  <a:close/>
                </a:path>
                <a:path w="429260" h="424180">
                  <a:moveTo>
                    <a:pt x="46990" y="382270"/>
                  </a:moveTo>
                  <a:lnTo>
                    <a:pt x="36830" y="382270"/>
                  </a:lnTo>
                  <a:lnTo>
                    <a:pt x="34289" y="384810"/>
                  </a:lnTo>
                  <a:lnTo>
                    <a:pt x="44450" y="384810"/>
                  </a:lnTo>
                  <a:lnTo>
                    <a:pt x="46990" y="382270"/>
                  </a:lnTo>
                  <a:close/>
                </a:path>
                <a:path w="429260" h="424180">
                  <a:moveTo>
                    <a:pt x="49530" y="379730"/>
                  </a:moveTo>
                  <a:lnTo>
                    <a:pt x="39370" y="379730"/>
                  </a:lnTo>
                  <a:lnTo>
                    <a:pt x="38100" y="381000"/>
                  </a:lnTo>
                  <a:lnTo>
                    <a:pt x="48260" y="381000"/>
                  </a:lnTo>
                  <a:lnTo>
                    <a:pt x="49530" y="379730"/>
                  </a:lnTo>
                  <a:close/>
                </a:path>
                <a:path w="429260" h="424180">
                  <a:moveTo>
                    <a:pt x="53340" y="375920"/>
                  </a:moveTo>
                  <a:lnTo>
                    <a:pt x="43180" y="375920"/>
                  </a:lnTo>
                  <a:lnTo>
                    <a:pt x="40639" y="378460"/>
                  </a:lnTo>
                  <a:lnTo>
                    <a:pt x="50800" y="378460"/>
                  </a:lnTo>
                  <a:lnTo>
                    <a:pt x="53340" y="375920"/>
                  </a:lnTo>
                  <a:close/>
                </a:path>
                <a:path w="429260" h="424180">
                  <a:moveTo>
                    <a:pt x="55880" y="373380"/>
                  </a:moveTo>
                  <a:lnTo>
                    <a:pt x="45720" y="373380"/>
                  </a:lnTo>
                  <a:lnTo>
                    <a:pt x="44450" y="374650"/>
                  </a:lnTo>
                  <a:lnTo>
                    <a:pt x="54610" y="374650"/>
                  </a:lnTo>
                  <a:lnTo>
                    <a:pt x="55880" y="373380"/>
                  </a:lnTo>
                  <a:close/>
                </a:path>
                <a:path w="429260" h="424180">
                  <a:moveTo>
                    <a:pt x="59690" y="369570"/>
                  </a:moveTo>
                  <a:lnTo>
                    <a:pt x="49530" y="369570"/>
                  </a:lnTo>
                  <a:lnTo>
                    <a:pt x="46989" y="372110"/>
                  </a:lnTo>
                  <a:lnTo>
                    <a:pt x="57150" y="372110"/>
                  </a:lnTo>
                  <a:lnTo>
                    <a:pt x="59690" y="369570"/>
                  </a:lnTo>
                  <a:close/>
                </a:path>
                <a:path w="429260" h="424180">
                  <a:moveTo>
                    <a:pt x="62230" y="367030"/>
                  </a:moveTo>
                  <a:lnTo>
                    <a:pt x="52070" y="367030"/>
                  </a:lnTo>
                  <a:lnTo>
                    <a:pt x="50800" y="368300"/>
                  </a:lnTo>
                  <a:lnTo>
                    <a:pt x="60960" y="368300"/>
                  </a:lnTo>
                  <a:lnTo>
                    <a:pt x="62230" y="367030"/>
                  </a:lnTo>
                  <a:close/>
                </a:path>
                <a:path w="429260" h="424180">
                  <a:moveTo>
                    <a:pt x="66040" y="363220"/>
                  </a:moveTo>
                  <a:lnTo>
                    <a:pt x="55880" y="363220"/>
                  </a:lnTo>
                  <a:lnTo>
                    <a:pt x="53339" y="365760"/>
                  </a:lnTo>
                  <a:lnTo>
                    <a:pt x="63500" y="365760"/>
                  </a:lnTo>
                  <a:lnTo>
                    <a:pt x="66040" y="363220"/>
                  </a:lnTo>
                  <a:close/>
                </a:path>
                <a:path w="429260" h="424180">
                  <a:moveTo>
                    <a:pt x="68580" y="360680"/>
                  </a:moveTo>
                  <a:lnTo>
                    <a:pt x="58420" y="360680"/>
                  </a:lnTo>
                  <a:lnTo>
                    <a:pt x="57150" y="361950"/>
                  </a:lnTo>
                  <a:lnTo>
                    <a:pt x="67310" y="361950"/>
                  </a:lnTo>
                  <a:lnTo>
                    <a:pt x="68580" y="360680"/>
                  </a:lnTo>
                  <a:close/>
                </a:path>
                <a:path w="429260" h="424180">
                  <a:moveTo>
                    <a:pt x="81280" y="347980"/>
                  </a:moveTo>
                  <a:lnTo>
                    <a:pt x="71120" y="347980"/>
                  </a:lnTo>
                  <a:lnTo>
                    <a:pt x="59689" y="359410"/>
                  </a:lnTo>
                  <a:lnTo>
                    <a:pt x="69850" y="359410"/>
                  </a:lnTo>
                  <a:lnTo>
                    <a:pt x="81280" y="347980"/>
                  </a:lnTo>
                  <a:close/>
                </a:path>
                <a:path w="429260" h="424180">
                  <a:moveTo>
                    <a:pt x="93980" y="335280"/>
                  </a:moveTo>
                  <a:lnTo>
                    <a:pt x="83820" y="335280"/>
                  </a:lnTo>
                  <a:lnTo>
                    <a:pt x="72389" y="346710"/>
                  </a:lnTo>
                  <a:lnTo>
                    <a:pt x="82550" y="346710"/>
                  </a:lnTo>
                  <a:lnTo>
                    <a:pt x="93980" y="335280"/>
                  </a:lnTo>
                  <a:close/>
                </a:path>
                <a:path w="429260" h="424180">
                  <a:moveTo>
                    <a:pt x="97790" y="331470"/>
                  </a:moveTo>
                  <a:lnTo>
                    <a:pt x="87630" y="331470"/>
                  </a:lnTo>
                  <a:lnTo>
                    <a:pt x="85089" y="334010"/>
                  </a:lnTo>
                  <a:lnTo>
                    <a:pt x="95250" y="334010"/>
                  </a:lnTo>
                  <a:lnTo>
                    <a:pt x="97790" y="331470"/>
                  </a:lnTo>
                  <a:close/>
                </a:path>
                <a:path w="429260" h="424180">
                  <a:moveTo>
                    <a:pt x="100330" y="328930"/>
                  </a:moveTo>
                  <a:lnTo>
                    <a:pt x="90170" y="328930"/>
                  </a:lnTo>
                  <a:lnTo>
                    <a:pt x="88900" y="330200"/>
                  </a:lnTo>
                  <a:lnTo>
                    <a:pt x="99060" y="330200"/>
                  </a:lnTo>
                  <a:lnTo>
                    <a:pt x="100330" y="328930"/>
                  </a:lnTo>
                  <a:close/>
                </a:path>
                <a:path w="429260" h="424180">
                  <a:moveTo>
                    <a:pt x="104140" y="325120"/>
                  </a:moveTo>
                  <a:lnTo>
                    <a:pt x="93980" y="325120"/>
                  </a:lnTo>
                  <a:lnTo>
                    <a:pt x="91439" y="327660"/>
                  </a:lnTo>
                  <a:lnTo>
                    <a:pt x="101600" y="327660"/>
                  </a:lnTo>
                  <a:lnTo>
                    <a:pt x="104140" y="325120"/>
                  </a:lnTo>
                  <a:close/>
                </a:path>
                <a:path w="429260" h="424180">
                  <a:moveTo>
                    <a:pt x="116840" y="312420"/>
                  </a:moveTo>
                  <a:lnTo>
                    <a:pt x="106680" y="312420"/>
                  </a:lnTo>
                  <a:lnTo>
                    <a:pt x="95250" y="323850"/>
                  </a:lnTo>
                  <a:lnTo>
                    <a:pt x="105410" y="323850"/>
                  </a:lnTo>
                  <a:lnTo>
                    <a:pt x="116840" y="312420"/>
                  </a:lnTo>
                  <a:close/>
                </a:path>
                <a:path w="429260" h="424180">
                  <a:moveTo>
                    <a:pt x="125730" y="303530"/>
                  </a:moveTo>
                  <a:lnTo>
                    <a:pt x="115570" y="303530"/>
                  </a:lnTo>
                  <a:lnTo>
                    <a:pt x="107950" y="311150"/>
                  </a:lnTo>
                  <a:lnTo>
                    <a:pt x="118110" y="311150"/>
                  </a:lnTo>
                  <a:lnTo>
                    <a:pt x="125730" y="303530"/>
                  </a:lnTo>
                  <a:close/>
                </a:path>
                <a:path w="429260" h="424180">
                  <a:moveTo>
                    <a:pt x="142240" y="287020"/>
                  </a:moveTo>
                  <a:lnTo>
                    <a:pt x="132080" y="287020"/>
                  </a:lnTo>
                  <a:lnTo>
                    <a:pt x="116839" y="302260"/>
                  </a:lnTo>
                  <a:lnTo>
                    <a:pt x="127000" y="302260"/>
                  </a:lnTo>
                  <a:lnTo>
                    <a:pt x="142240" y="287020"/>
                  </a:lnTo>
                  <a:close/>
                </a:path>
                <a:path w="429260" h="424180">
                  <a:moveTo>
                    <a:pt x="147320" y="281940"/>
                  </a:moveTo>
                  <a:lnTo>
                    <a:pt x="137160" y="281940"/>
                  </a:lnTo>
                  <a:lnTo>
                    <a:pt x="133350" y="285750"/>
                  </a:lnTo>
                  <a:lnTo>
                    <a:pt x="143510" y="285750"/>
                  </a:lnTo>
                  <a:lnTo>
                    <a:pt x="147320" y="281940"/>
                  </a:lnTo>
                  <a:close/>
                </a:path>
              </a:pathLst>
            </a:custGeom>
            <a:solidFill>
              <a:srgbClr val="7954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4">
              <a:extLst>
                <a:ext uri="{FF2B5EF4-FFF2-40B4-BE49-F238E27FC236}">
                  <a16:creationId xmlns:a16="http://schemas.microsoft.com/office/drawing/2014/main" id="{0C228767-1A72-F11E-D4CF-E00DF248359D}"/>
                </a:ext>
              </a:extLst>
            </p:cNvPr>
            <p:cNvSpPr/>
            <p:nvPr/>
          </p:nvSpPr>
          <p:spPr>
            <a:xfrm>
              <a:off x="2537460" y="2575559"/>
              <a:ext cx="431800" cy="426720"/>
            </a:xfrm>
            <a:custGeom>
              <a:avLst/>
              <a:gdLst/>
              <a:ahLst/>
              <a:cxnLst/>
              <a:rect l="l" t="t" r="r" b="b"/>
              <a:pathLst>
                <a:path w="431800" h="426719">
                  <a:moveTo>
                    <a:pt x="234950" y="198120"/>
                  </a:moveTo>
                  <a:lnTo>
                    <a:pt x="224790" y="198120"/>
                  </a:lnTo>
                  <a:lnTo>
                    <a:pt x="218440" y="204470"/>
                  </a:lnTo>
                  <a:lnTo>
                    <a:pt x="228600" y="204470"/>
                  </a:lnTo>
                  <a:lnTo>
                    <a:pt x="234950" y="198120"/>
                  </a:lnTo>
                  <a:close/>
                </a:path>
                <a:path w="431800" h="426719">
                  <a:moveTo>
                    <a:pt x="237490" y="195580"/>
                  </a:moveTo>
                  <a:lnTo>
                    <a:pt x="227330" y="195580"/>
                  </a:lnTo>
                  <a:lnTo>
                    <a:pt x="226060" y="196850"/>
                  </a:lnTo>
                  <a:lnTo>
                    <a:pt x="236220" y="196850"/>
                  </a:lnTo>
                  <a:lnTo>
                    <a:pt x="237490" y="195580"/>
                  </a:lnTo>
                  <a:close/>
                </a:path>
                <a:path w="431800" h="426719">
                  <a:moveTo>
                    <a:pt x="241300" y="191770"/>
                  </a:moveTo>
                  <a:lnTo>
                    <a:pt x="231140" y="191770"/>
                  </a:lnTo>
                  <a:lnTo>
                    <a:pt x="228600" y="194310"/>
                  </a:lnTo>
                  <a:lnTo>
                    <a:pt x="238760" y="194310"/>
                  </a:lnTo>
                  <a:lnTo>
                    <a:pt x="241300" y="191770"/>
                  </a:lnTo>
                  <a:close/>
                </a:path>
                <a:path w="431800" h="426719">
                  <a:moveTo>
                    <a:pt x="243840" y="189230"/>
                  </a:moveTo>
                  <a:lnTo>
                    <a:pt x="233680" y="189230"/>
                  </a:lnTo>
                  <a:lnTo>
                    <a:pt x="232410" y="190500"/>
                  </a:lnTo>
                  <a:lnTo>
                    <a:pt x="242570" y="190500"/>
                  </a:lnTo>
                  <a:lnTo>
                    <a:pt x="243840" y="189230"/>
                  </a:lnTo>
                  <a:close/>
                </a:path>
                <a:path w="431800" h="426719">
                  <a:moveTo>
                    <a:pt x="247650" y="185420"/>
                  </a:moveTo>
                  <a:lnTo>
                    <a:pt x="237490" y="185420"/>
                  </a:lnTo>
                  <a:lnTo>
                    <a:pt x="234950" y="187960"/>
                  </a:lnTo>
                  <a:lnTo>
                    <a:pt x="245110" y="187960"/>
                  </a:lnTo>
                  <a:lnTo>
                    <a:pt x="247650" y="185420"/>
                  </a:lnTo>
                  <a:close/>
                </a:path>
                <a:path w="431800" h="426719">
                  <a:moveTo>
                    <a:pt x="250190" y="182880"/>
                  </a:moveTo>
                  <a:lnTo>
                    <a:pt x="240030" y="182880"/>
                  </a:lnTo>
                  <a:lnTo>
                    <a:pt x="238760" y="184150"/>
                  </a:lnTo>
                  <a:lnTo>
                    <a:pt x="248920" y="184150"/>
                  </a:lnTo>
                  <a:lnTo>
                    <a:pt x="250190" y="182880"/>
                  </a:lnTo>
                  <a:close/>
                </a:path>
                <a:path w="431800" h="426719">
                  <a:moveTo>
                    <a:pt x="262890" y="170180"/>
                  </a:moveTo>
                  <a:lnTo>
                    <a:pt x="252730" y="170180"/>
                  </a:lnTo>
                  <a:lnTo>
                    <a:pt x="241300" y="181610"/>
                  </a:lnTo>
                  <a:lnTo>
                    <a:pt x="251460" y="181610"/>
                  </a:lnTo>
                  <a:lnTo>
                    <a:pt x="262890" y="170180"/>
                  </a:lnTo>
                  <a:close/>
                </a:path>
                <a:path w="431800" h="426719">
                  <a:moveTo>
                    <a:pt x="275590" y="157480"/>
                  </a:moveTo>
                  <a:lnTo>
                    <a:pt x="265430" y="157480"/>
                  </a:lnTo>
                  <a:lnTo>
                    <a:pt x="254000" y="168910"/>
                  </a:lnTo>
                  <a:lnTo>
                    <a:pt x="264160" y="168910"/>
                  </a:lnTo>
                  <a:lnTo>
                    <a:pt x="275590" y="157480"/>
                  </a:lnTo>
                  <a:close/>
                </a:path>
                <a:path w="431800" h="426719">
                  <a:moveTo>
                    <a:pt x="279400" y="153670"/>
                  </a:moveTo>
                  <a:lnTo>
                    <a:pt x="269240" y="153670"/>
                  </a:lnTo>
                  <a:lnTo>
                    <a:pt x="266700" y="156210"/>
                  </a:lnTo>
                  <a:lnTo>
                    <a:pt x="276860" y="156210"/>
                  </a:lnTo>
                  <a:lnTo>
                    <a:pt x="279400" y="153670"/>
                  </a:lnTo>
                  <a:close/>
                </a:path>
                <a:path w="431800" h="426719">
                  <a:moveTo>
                    <a:pt x="281940" y="151130"/>
                  </a:moveTo>
                  <a:lnTo>
                    <a:pt x="271780" y="151130"/>
                  </a:lnTo>
                  <a:lnTo>
                    <a:pt x="270510" y="152400"/>
                  </a:lnTo>
                  <a:lnTo>
                    <a:pt x="280670" y="152400"/>
                  </a:lnTo>
                  <a:lnTo>
                    <a:pt x="281940" y="151130"/>
                  </a:lnTo>
                  <a:close/>
                </a:path>
                <a:path w="431800" h="426719">
                  <a:moveTo>
                    <a:pt x="285750" y="147320"/>
                  </a:moveTo>
                  <a:lnTo>
                    <a:pt x="275590" y="147320"/>
                  </a:lnTo>
                  <a:lnTo>
                    <a:pt x="273050" y="149860"/>
                  </a:lnTo>
                  <a:lnTo>
                    <a:pt x="283210" y="149860"/>
                  </a:lnTo>
                  <a:lnTo>
                    <a:pt x="285750" y="147320"/>
                  </a:lnTo>
                  <a:close/>
                </a:path>
                <a:path w="431800" h="426719">
                  <a:moveTo>
                    <a:pt x="288290" y="144780"/>
                  </a:moveTo>
                  <a:lnTo>
                    <a:pt x="278130" y="144780"/>
                  </a:lnTo>
                  <a:lnTo>
                    <a:pt x="276860" y="146050"/>
                  </a:lnTo>
                  <a:lnTo>
                    <a:pt x="287020" y="146050"/>
                  </a:lnTo>
                  <a:lnTo>
                    <a:pt x="288290" y="144780"/>
                  </a:lnTo>
                  <a:close/>
                </a:path>
                <a:path w="431800" h="426719">
                  <a:moveTo>
                    <a:pt x="292100" y="140970"/>
                  </a:moveTo>
                  <a:lnTo>
                    <a:pt x="281940" y="140970"/>
                  </a:lnTo>
                  <a:lnTo>
                    <a:pt x="279400" y="143510"/>
                  </a:lnTo>
                  <a:lnTo>
                    <a:pt x="289560" y="143510"/>
                  </a:lnTo>
                  <a:lnTo>
                    <a:pt x="292100" y="140970"/>
                  </a:lnTo>
                  <a:close/>
                </a:path>
                <a:path w="431800" h="426719">
                  <a:moveTo>
                    <a:pt x="294640" y="138430"/>
                  </a:moveTo>
                  <a:lnTo>
                    <a:pt x="284480" y="138430"/>
                  </a:lnTo>
                  <a:lnTo>
                    <a:pt x="283210" y="139700"/>
                  </a:lnTo>
                  <a:lnTo>
                    <a:pt x="293370" y="139700"/>
                  </a:lnTo>
                  <a:lnTo>
                    <a:pt x="294640" y="138430"/>
                  </a:lnTo>
                  <a:close/>
                </a:path>
                <a:path w="431800" h="426719">
                  <a:moveTo>
                    <a:pt x="298450" y="134620"/>
                  </a:moveTo>
                  <a:lnTo>
                    <a:pt x="288290" y="134620"/>
                  </a:lnTo>
                  <a:lnTo>
                    <a:pt x="285750" y="137160"/>
                  </a:lnTo>
                  <a:lnTo>
                    <a:pt x="295910" y="137160"/>
                  </a:lnTo>
                  <a:lnTo>
                    <a:pt x="298450" y="134620"/>
                  </a:lnTo>
                  <a:close/>
                </a:path>
                <a:path w="431800" h="426719">
                  <a:moveTo>
                    <a:pt x="300990" y="132080"/>
                  </a:moveTo>
                  <a:lnTo>
                    <a:pt x="290830" y="132080"/>
                  </a:lnTo>
                  <a:lnTo>
                    <a:pt x="289560" y="133350"/>
                  </a:lnTo>
                  <a:lnTo>
                    <a:pt x="299720" y="133350"/>
                  </a:lnTo>
                  <a:lnTo>
                    <a:pt x="300990" y="132080"/>
                  </a:lnTo>
                  <a:close/>
                </a:path>
                <a:path w="431800" h="426719">
                  <a:moveTo>
                    <a:pt x="304800" y="128270"/>
                  </a:moveTo>
                  <a:lnTo>
                    <a:pt x="294640" y="128270"/>
                  </a:lnTo>
                  <a:lnTo>
                    <a:pt x="292100" y="130810"/>
                  </a:lnTo>
                  <a:lnTo>
                    <a:pt x="302260" y="130810"/>
                  </a:lnTo>
                  <a:lnTo>
                    <a:pt x="304800" y="128270"/>
                  </a:lnTo>
                  <a:close/>
                </a:path>
                <a:path w="431800" h="426719">
                  <a:moveTo>
                    <a:pt x="307340" y="125730"/>
                  </a:moveTo>
                  <a:lnTo>
                    <a:pt x="297180" y="125730"/>
                  </a:lnTo>
                  <a:lnTo>
                    <a:pt x="295910" y="127000"/>
                  </a:lnTo>
                  <a:lnTo>
                    <a:pt x="306070" y="127000"/>
                  </a:lnTo>
                  <a:lnTo>
                    <a:pt x="307340" y="125730"/>
                  </a:lnTo>
                  <a:close/>
                </a:path>
                <a:path w="431800" h="426719">
                  <a:moveTo>
                    <a:pt x="311150" y="121920"/>
                  </a:moveTo>
                  <a:lnTo>
                    <a:pt x="300990" y="121920"/>
                  </a:lnTo>
                  <a:lnTo>
                    <a:pt x="298450" y="124460"/>
                  </a:lnTo>
                  <a:lnTo>
                    <a:pt x="308610" y="124460"/>
                  </a:lnTo>
                  <a:lnTo>
                    <a:pt x="311150" y="121920"/>
                  </a:lnTo>
                  <a:close/>
                </a:path>
                <a:path w="431800" h="426719">
                  <a:moveTo>
                    <a:pt x="313690" y="119380"/>
                  </a:moveTo>
                  <a:lnTo>
                    <a:pt x="303530" y="119380"/>
                  </a:lnTo>
                  <a:lnTo>
                    <a:pt x="302260" y="120650"/>
                  </a:lnTo>
                  <a:lnTo>
                    <a:pt x="312420" y="120650"/>
                  </a:lnTo>
                  <a:lnTo>
                    <a:pt x="313690" y="119380"/>
                  </a:lnTo>
                  <a:close/>
                </a:path>
                <a:path w="431800" h="426719">
                  <a:moveTo>
                    <a:pt x="317500" y="115570"/>
                  </a:moveTo>
                  <a:lnTo>
                    <a:pt x="307340" y="115570"/>
                  </a:lnTo>
                  <a:lnTo>
                    <a:pt x="304800" y="118110"/>
                  </a:lnTo>
                  <a:lnTo>
                    <a:pt x="314960" y="118110"/>
                  </a:lnTo>
                  <a:lnTo>
                    <a:pt x="317500" y="115570"/>
                  </a:lnTo>
                  <a:close/>
                </a:path>
                <a:path w="431800" h="426719">
                  <a:moveTo>
                    <a:pt x="320040" y="113030"/>
                  </a:moveTo>
                  <a:lnTo>
                    <a:pt x="309880" y="113030"/>
                  </a:lnTo>
                  <a:lnTo>
                    <a:pt x="308610" y="114300"/>
                  </a:lnTo>
                  <a:lnTo>
                    <a:pt x="318770" y="114300"/>
                  </a:lnTo>
                  <a:lnTo>
                    <a:pt x="320040" y="113030"/>
                  </a:lnTo>
                  <a:close/>
                </a:path>
                <a:path w="431800" h="426719">
                  <a:moveTo>
                    <a:pt x="323850" y="109220"/>
                  </a:moveTo>
                  <a:lnTo>
                    <a:pt x="313690" y="109220"/>
                  </a:lnTo>
                  <a:lnTo>
                    <a:pt x="311150" y="111760"/>
                  </a:lnTo>
                  <a:lnTo>
                    <a:pt x="321310" y="111760"/>
                  </a:lnTo>
                  <a:lnTo>
                    <a:pt x="323850" y="109220"/>
                  </a:lnTo>
                  <a:close/>
                </a:path>
                <a:path w="431800" h="426719">
                  <a:moveTo>
                    <a:pt x="326390" y="106680"/>
                  </a:moveTo>
                  <a:lnTo>
                    <a:pt x="316230" y="106680"/>
                  </a:lnTo>
                  <a:lnTo>
                    <a:pt x="314960" y="107950"/>
                  </a:lnTo>
                  <a:lnTo>
                    <a:pt x="325120" y="107950"/>
                  </a:lnTo>
                  <a:lnTo>
                    <a:pt x="326390" y="106680"/>
                  </a:lnTo>
                  <a:close/>
                </a:path>
                <a:path w="431800" h="426719">
                  <a:moveTo>
                    <a:pt x="330200" y="102870"/>
                  </a:moveTo>
                  <a:lnTo>
                    <a:pt x="320040" y="102870"/>
                  </a:lnTo>
                  <a:lnTo>
                    <a:pt x="317500" y="105410"/>
                  </a:lnTo>
                  <a:lnTo>
                    <a:pt x="327660" y="105410"/>
                  </a:lnTo>
                  <a:lnTo>
                    <a:pt x="330200" y="102870"/>
                  </a:lnTo>
                  <a:close/>
                </a:path>
                <a:path w="431800" h="426719">
                  <a:moveTo>
                    <a:pt x="332740" y="100330"/>
                  </a:moveTo>
                  <a:lnTo>
                    <a:pt x="322580" y="100330"/>
                  </a:lnTo>
                  <a:lnTo>
                    <a:pt x="321310" y="101600"/>
                  </a:lnTo>
                  <a:lnTo>
                    <a:pt x="331470" y="101600"/>
                  </a:lnTo>
                  <a:lnTo>
                    <a:pt x="332740" y="100330"/>
                  </a:lnTo>
                  <a:close/>
                </a:path>
                <a:path w="431800" h="426719">
                  <a:moveTo>
                    <a:pt x="336550" y="96520"/>
                  </a:moveTo>
                  <a:lnTo>
                    <a:pt x="326390" y="96520"/>
                  </a:lnTo>
                  <a:lnTo>
                    <a:pt x="323850" y="99060"/>
                  </a:lnTo>
                  <a:lnTo>
                    <a:pt x="334010" y="99060"/>
                  </a:lnTo>
                  <a:lnTo>
                    <a:pt x="336550" y="96520"/>
                  </a:lnTo>
                  <a:close/>
                </a:path>
                <a:path w="431800" h="426719">
                  <a:moveTo>
                    <a:pt x="339090" y="93980"/>
                  </a:moveTo>
                  <a:lnTo>
                    <a:pt x="328930" y="93980"/>
                  </a:lnTo>
                  <a:lnTo>
                    <a:pt x="327660" y="95250"/>
                  </a:lnTo>
                  <a:lnTo>
                    <a:pt x="337820" y="95250"/>
                  </a:lnTo>
                  <a:lnTo>
                    <a:pt x="339090" y="93980"/>
                  </a:lnTo>
                  <a:close/>
                </a:path>
                <a:path w="431800" h="426719">
                  <a:moveTo>
                    <a:pt x="342900" y="90170"/>
                  </a:moveTo>
                  <a:lnTo>
                    <a:pt x="332740" y="90170"/>
                  </a:lnTo>
                  <a:lnTo>
                    <a:pt x="330200" y="92710"/>
                  </a:lnTo>
                  <a:lnTo>
                    <a:pt x="340360" y="92710"/>
                  </a:lnTo>
                  <a:lnTo>
                    <a:pt x="342900" y="90170"/>
                  </a:lnTo>
                  <a:close/>
                </a:path>
                <a:path w="431800" h="426719">
                  <a:moveTo>
                    <a:pt x="345440" y="87630"/>
                  </a:moveTo>
                  <a:lnTo>
                    <a:pt x="335280" y="87630"/>
                  </a:lnTo>
                  <a:lnTo>
                    <a:pt x="334010" y="88900"/>
                  </a:lnTo>
                  <a:lnTo>
                    <a:pt x="344170" y="88900"/>
                  </a:lnTo>
                  <a:lnTo>
                    <a:pt x="345440" y="87630"/>
                  </a:lnTo>
                  <a:close/>
                </a:path>
                <a:path w="431800" h="426719">
                  <a:moveTo>
                    <a:pt x="349250" y="83820"/>
                  </a:moveTo>
                  <a:lnTo>
                    <a:pt x="339090" y="83820"/>
                  </a:lnTo>
                  <a:lnTo>
                    <a:pt x="336550" y="86360"/>
                  </a:lnTo>
                  <a:lnTo>
                    <a:pt x="346710" y="86360"/>
                  </a:lnTo>
                  <a:lnTo>
                    <a:pt x="349250" y="83820"/>
                  </a:lnTo>
                  <a:close/>
                </a:path>
                <a:path w="431800" h="426719">
                  <a:moveTo>
                    <a:pt x="351790" y="81280"/>
                  </a:moveTo>
                  <a:lnTo>
                    <a:pt x="341630" y="81280"/>
                  </a:lnTo>
                  <a:lnTo>
                    <a:pt x="340360" y="82550"/>
                  </a:lnTo>
                  <a:lnTo>
                    <a:pt x="350520" y="82550"/>
                  </a:lnTo>
                  <a:lnTo>
                    <a:pt x="351790" y="81280"/>
                  </a:lnTo>
                  <a:close/>
                </a:path>
                <a:path w="431800" h="426719">
                  <a:moveTo>
                    <a:pt x="355600" y="77470"/>
                  </a:moveTo>
                  <a:lnTo>
                    <a:pt x="345440" y="77470"/>
                  </a:lnTo>
                  <a:lnTo>
                    <a:pt x="342900" y="80010"/>
                  </a:lnTo>
                  <a:lnTo>
                    <a:pt x="353060" y="80010"/>
                  </a:lnTo>
                  <a:lnTo>
                    <a:pt x="355600" y="77470"/>
                  </a:lnTo>
                  <a:close/>
                </a:path>
                <a:path w="431800" h="426719">
                  <a:moveTo>
                    <a:pt x="358140" y="74930"/>
                  </a:moveTo>
                  <a:lnTo>
                    <a:pt x="347980" y="74930"/>
                  </a:lnTo>
                  <a:lnTo>
                    <a:pt x="346710" y="76200"/>
                  </a:lnTo>
                  <a:lnTo>
                    <a:pt x="356870" y="76200"/>
                  </a:lnTo>
                  <a:lnTo>
                    <a:pt x="358140" y="74930"/>
                  </a:lnTo>
                  <a:close/>
                </a:path>
                <a:path w="431800" h="426719">
                  <a:moveTo>
                    <a:pt x="361950" y="71120"/>
                  </a:moveTo>
                  <a:lnTo>
                    <a:pt x="351790" y="71120"/>
                  </a:lnTo>
                  <a:lnTo>
                    <a:pt x="349250" y="73660"/>
                  </a:lnTo>
                  <a:lnTo>
                    <a:pt x="359410" y="73660"/>
                  </a:lnTo>
                  <a:lnTo>
                    <a:pt x="361950" y="71120"/>
                  </a:lnTo>
                  <a:close/>
                </a:path>
                <a:path w="431800" h="426719">
                  <a:moveTo>
                    <a:pt x="364490" y="68580"/>
                  </a:moveTo>
                  <a:lnTo>
                    <a:pt x="354330" y="68580"/>
                  </a:lnTo>
                  <a:lnTo>
                    <a:pt x="353060" y="69850"/>
                  </a:lnTo>
                  <a:lnTo>
                    <a:pt x="363220" y="69850"/>
                  </a:lnTo>
                  <a:lnTo>
                    <a:pt x="364490" y="68580"/>
                  </a:lnTo>
                  <a:close/>
                </a:path>
                <a:path w="431800" h="426719">
                  <a:moveTo>
                    <a:pt x="368300" y="64770"/>
                  </a:moveTo>
                  <a:lnTo>
                    <a:pt x="358140" y="64770"/>
                  </a:lnTo>
                  <a:lnTo>
                    <a:pt x="355600" y="67310"/>
                  </a:lnTo>
                  <a:lnTo>
                    <a:pt x="365760" y="67310"/>
                  </a:lnTo>
                  <a:lnTo>
                    <a:pt x="368300" y="64770"/>
                  </a:lnTo>
                  <a:close/>
                </a:path>
                <a:path w="431800" h="426719">
                  <a:moveTo>
                    <a:pt x="370840" y="62230"/>
                  </a:moveTo>
                  <a:lnTo>
                    <a:pt x="360680" y="62230"/>
                  </a:lnTo>
                  <a:lnTo>
                    <a:pt x="359410" y="63500"/>
                  </a:lnTo>
                  <a:lnTo>
                    <a:pt x="369570" y="63500"/>
                  </a:lnTo>
                  <a:lnTo>
                    <a:pt x="370840" y="62230"/>
                  </a:lnTo>
                  <a:close/>
                </a:path>
                <a:path w="431800" h="426719">
                  <a:moveTo>
                    <a:pt x="374650" y="58420"/>
                  </a:moveTo>
                  <a:lnTo>
                    <a:pt x="364490" y="58420"/>
                  </a:lnTo>
                  <a:lnTo>
                    <a:pt x="361950" y="60960"/>
                  </a:lnTo>
                  <a:lnTo>
                    <a:pt x="372110" y="60960"/>
                  </a:lnTo>
                  <a:lnTo>
                    <a:pt x="374650" y="58420"/>
                  </a:lnTo>
                  <a:close/>
                </a:path>
                <a:path w="431800" h="426719">
                  <a:moveTo>
                    <a:pt x="377190" y="55880"/>
                  </a:moveTo>
                  <a:lnTo>
                    <a:pt x="367030" y="55880"/>
                  </a:lnTo>
                  <a:lnTo>
                    <a:pt x="365760" y="57150"/>
                  </a:lnTo>
                  <a:lnTo>
                    <a:pt x="375920" y="57150"/>
                  </a:lnTo>
                  <a:lnTo>
                    <a:pt x="377190" y="55880"/>
                  </a:lnTo>
                  <a:close/>
                </a:path>
                <a:path w="431800" h="426719">
                  <a:moveTo>
                    <a:pt x="381000" y="52070"/>
                  </a:moveTo>
                  <a:lnTo>
                    <a:pt x="370840" y="52070"/>
                  </a:lnTo>
                  <a:lnTo>
                    <a:pt x="368300" y="54610"/>
                  </a:lnTo>
                  <a:lnTo>
                    <a:pt x="378460" y="54610"/>
                  </a:lnTo>
                  <a:lnTo>
                    <a:pt x="381000" y="52070"/>
                  </a:lnTo>
                  <a:close/>
                </a:path>
                <a:path w="431800" h="426719">
                  <a:moveTo>
                    <a:pt x="383540" y="49530"/>
                  </a:moveTo>
                  <a:lnTo>
                    <a:pt x="373380" y="49530"/>
                  </a:lnTo>
                  <a:lnTo>
                    <a:pt x="372110" y="50800"/>
                  </a:lnTo>
                  <a:lnTo>
                    <a:pt x="382270" y="50800"/>
                  </a:lnTo>
                  <a:lnTo>
                    <a:pt x="383540" y="49530"/>
                  </a:lnTo>
                  <a:close/>
                </a:path>
                <a:path w="431800" h="426719">
                  <a:moveTo>
                    <a:pt x="387350" y="45720"/>
                  </a:moveTo>
                  <a:lnTo>
                    <a:pt x="377190" y="45720"/>
                  </a:lnTo>
                  <a:lnTo>
                    <a:pt x="374650" y="48260"/>
                  </a:lnTo>
                  <a:lnTo>
                    <a:pt x="384810" y="48260"/>
                  </a:lnTo>
                  <a:lnTo>
                    <a:pt x="387350" y="45720"/>
                  </a:lnTo>
                  <a:close/>
                </a:path>
                <a:path w="431800" h="426719">
                  <a:moveTo>
                    <a:pt x="389890" y="43180"/>
                  </a:moveTo>
                  <a:lnTo>
                    <a:pt x="379730" y="43180"/>
                  </a:lnTo>
                  <a:lnTo>
                    <a:pt x="378460" y="44450"/>
                  </a:lnTo>
                  <a:lnTo>
                    <a:pt x="388620" y="44450"/>
                  </a:lnTo>
                  <a:lnTo>
                    <a:pt x="389890" y="43180"/>
                  </a:lnTo>
                  <a:close/>
                </a:path>
                <a:path w="431800" h="426719">
                  <a:moveTo>
                    <a:pt x="393700" y="39370"/>
                  </a:moveTo>
                  <a:lnTo>
                    <a:pt x="383540" y="39370"/>
                  </a:lnTo>
                  <a:lnTo>
                    <a:pt x="381000" y="41910"/>
                  </a:lnTo>
                  <a:lnTo>
                    <a:pt x="391160" y="41910"/>
                  </a:lnTo>
                  <a:lnTo>
                    <a:pt x="393700" y="39370"/>
                  </a:lnTo>
                  <a:close/>
                </a:path>
                <a:path w="431800" h="426719">
                  <a:moveTo>
                    <a:pt x="396240" y="36830"/>
                  </a:moveTo>
                  <a:lnTo>
                    <a:pt x="386080" y="36830"/>
                  </a:lnTo>
                  <a:lnTo>
                    <a:pt x="384810" y="38100"/>
                  </a:lnTo>
                  <a:lnTo>
                    <a:pt x="394970" y="38100"/>
                  </a:lnTo>
                  <a:lnTo>
                    <a:pt x="396240" y="36830"/>
                  </a:lnTo>
                  <a:close/>
                </a:path>
                <a:path w="431800" h="426719">
                  <a:moveTo>
                    <a:pt x="400050" y="33020"/>
                  </a:moveTo>
                  <a:lnTo>
                    <a:pt x="389890" y="33020"/>
                  </a:lnTo>
                  <a:lnTo>
                    <a:pt x="387350" y="35560"/>
                  </a:lnTo>
                  <a:lnTo>
                    <a:pt x="397510" y="35560"/>
                  </a:lnTo>
                  <a:lnTo>
                    <a:pt x="400050" y="33020"/>
                  </a:lnTo>
                  <a:close/>
                </a:path>
                <a:path w="431800" h="426719">
                  <a:moveTo>
                    <a:pt x="402590" y="30480"/>
                  </a:moveTo>
                  <a:lnTo>
                    <a:pt x="392430" y="30480"/>
                  </a:lnTo>
                  <a:lnTo>
                    <a:pt x="391160" y="31750"/>
                  </a:lnTo>
                  <a:lnTo>
                    <a:pt x="401320" y="31750"/>
                  </a:lnTo>
                  <a:lnTo>
                    <a:pt x="402590" y="30480"/>
                  </a:lnTo>
                  <a:close/>
                </a:path>
                <a:path w="431800" h="426719">
                  <a:moveTo>
                    <a:pt x="406400" y="26670"/>
                  </a:moveTo>
                  <a:lnTo>
                    <a:pt x="396240" y="26670"/>
                  </a:lnTo>
                  <a:lnTo>
                    <a:pt x="393700" y="29210"/>
                  </a:lnTo>
                  <a:lnTo>
                    <a:pt x="403860" y="29210"/>
                  </a:lnTo>
                  <a:lnTo>
                    <a:pt x="406400" y="26670"/>
                  </a:lnTo>
                  <a:close/>
                </a:path>
                <a:path w="431800" h="426719">
                  <a:moveTo>
                    <a:pt x="408940" y="24130"/>
                  </a:moveTo>
                  <a:lnTo>
                    <a:pt x="398780" y="24130"/>
                  </a:lnTo>
                  <a:lnTo>
                    <a:pt x="397510" y="25400"/>
                  </a:lnTo>
                  <a:lnTo>
                    <a:pt x="407670" y="25400"/>
                  </a:lnTo>
                  <a:lnTo>
                    <a:pt x="408940" y="24130"/>
                  </a:lnTo>
                  <a:close/>
                </a:path>
                <a:path w="431800" h="426719">
                  <a:moveTo>
                    <a:pt x="412750" y="20320"/>
                  </a:moveTo>
                  <a:lnTo>
                    <a:pt x="402590" y="20320"/>
                  </a:lnTo>
                  <a:lnTo>
                    <a:pt x="400050" y="22860"/>
                  </a:lnTo>
                  <a:lnTo>
                    <a:pt x="410210" y="22860"/>
                  </a:lnTo>
                  <a:lnTo>
                    <a:pt x="412750" y="20320"/>
                  </a:lnTo>
                  <a:close/>
                </a:path>
                <a:path w="431800" h="426719">
                  <a:moveTo>
                    <a:pt x="415290" y="17780"/>
                  </a:moveTo>
                  <a:lnTo>
                    <a:pt x="405130" y="17780"/>
                  </a:lnTo>
                  <a:lnTo>
                    <a:pt x="403860" y="19050"/>
                  </a:lnTo>
                  <a:lnTo>
                    <a:pt x="414020" y="19050"/>
                  </a:lnTo>
                  <a:lnTo>
                    <a:pt x="415290" y="17780"/>
                  </a:lnTo>
                  <a:close/>
                </a:path>
                <a:path w="431800" h="426719">
                  <a:moveTo>
                    <a:pt x="419100" y="13970"/>
                  </a:moveTo>
                  <a:lnTo>
                    <a:pt x="408940" y="13970"/>
                  </a:lnTo>
                  <a:lnTo>
                    <a:pt x="406400" y="16510"/>
                  </a:lnTo>
                  <a:lnTo>
                    <a:pt x="416560" y="16510"/>
                  </a:lnTo>
                  <a:lnTo>
                    <a:pt x="419100" y="13970"/>
                  </a:lnTo>
                  <a:close/>
                </a:path>
                <a:path w="431800" h="426719">
                  <a:moveTo>
                    <a:pt x="421640" y="11430"/>
                  </a:moveTo>
                  <a:lnTo>
                    <a:pt x="411480" y="11430"/>
                  </a:lnTo>
                  <a:lnTo>
                    <a:pt x="410210" y="12700"/>
                  </a:lnTo>
                  <a:lnTo>
                    <a:pt x="420370" y="12700"/>
                  </a:lnTo>
                  <a:lnTo>
                    <a:pt x="421640" y="11430"/>
                  </a:lnTo>
                  <a:close/>
                </a:path>
                <a:path w="431800" h="426719">
                  <a:moveTo>
                    <a:pt x="425450" y="7620"/>
                  </a:moveTo>
                  <a:lnTo>
                    <a:pt x="415290" y="7620"/>
                  </a:lnTo>
                  <a:lnTo>
                    <a:pt x="412750" y="10160"/>
                  </a:lnTo>
                  <a:lnTo>
                    <a:pt x="422910" y="10160"/>
                  </a:lnTo>
                  <a:lnTo>
                    <a:pt x="425450" y="7620"/>
                  </a:lnTo>
                  <a:close/>
                </a:path>
                <a:path w="431800" h="426719">
                  <a:moveTo>
                    <a:pt x="427990" y="5080"/>
                  </a:moveTo>
                  <a:lnTo>
                    <a:pt x="417830" y="5080"/>
                  </a:lnTo>
                  <a:lnTo>
                    <a:pt x="416560" y="6350"/>
                  </a:lnTo>
                  <a:lnTo>
                    <a:pt x="426720" y="6350"/>
                  </a:lnTo>
                  <a:lnTo>
                    <a:pt x="427990" y="5080"/>
                  </a:lnTo>
                  <a:close/>
                </a:path>
                <a:path w="431800" h="426719">
                  <a:moveTo>
                    <a:pt x="425450" y="0"/>
                  </a:moveTo>
                  <a:lnTo>
                    <a:pt x="422910" y="0"/>
                  </a:lnTo>
                  <a:lnTo>
                    <a:pt x="419100" y="3810"/>
                  </a:lnTo>
                  <a:lnTo>
                    <a:pt x="429260" y="3810"/>
                  </a:lnTo>
                  <a:lnTo>
                    <a:pt x="431800" y="1270"/>
                  </a:lnTo>
                  <a:lnTo>
                    <a:pt x="425450" y="1270"/>
                  </a:lnTo>
                  <a:lnTo>
                    <a:pt x="425450" y="0"/>
                  </a:lnTo>
                  <a:close/>
                </a:path>
                <a:path w="431800" h="426719">
                  <a:moveTo>
                    <a:pt x="228599" y="204470"/>
                  </a:moveTo>
                  <a:lnTo>
                    <a:pt x="218439" y="204470"/>
                  </a:lnTo>
                  <a:lnTo>
                    <a:pt x="193040" y="229870"/>
                  </a:lnTo>
                  <a:lnTo>
                    <a:pt x="203200" y="229870"/>
                  </a:lnTo>
                  <a:lnTo>
                    <a:pt x="228599" y="204470"/>
                  </a:lnTo>
                  <a:close/>
                </a:path>
                <a:path w="431800" h="426719">
                  <a:moveTo>
                    <a:pt x="203199" y="229870"/>
                  </a:moveTo>
                  <a:lnTo>
                    <a:pt x="193039" y="229870"/>
                  </a:lnTo>
                  <a:lnTo>
                    <a:pt x="142240" y="280670"/>
                  </a:lnTo>
                  <a:lnTo>
                    <a:pt x="152400" y="280670"/>
                  </a:lnTo>
                  <a:lnTo>
                    <a:pt x="203199" y="229870"/>
                  </a:lnTo>
                  <a:close/>
                </a:path>
                <a:path w="431800" h="426719">
                  <a:moveTo>
                    <a:pt x="8890" y="424180"/>
                  </a:moveTo>
                  <a:lnTo>
                    <a:pt x="1270" y="424180"/>
                  </a:lnTo>
                  <a:lnTo>
                    <a:pt x="1270" y="426720"/>
                  </a:lnTo>
                  <a:lnTo>
                    <a:pt x="3810" y="426720"/>
                  </a:lnTo>
                  <a:lnTo>
                    <a:pt x="3810" y="425450"/>
                  </a:lnTo>
                  <a:lnTo>
                    <a:pt x="7619" y="425450"/>
                  </a:lnTo>
                  <a:lnTo>
                    <a:pt x="8890" y="424180"/>
                  </a:lnTo>
                  <a:close/>
                </a:path>
                <a:path w="431800" h="426719">
                  <a:moveTo>
                    <a:pt x="12700" y="420370"/>
                  </a:moveTo>
                  <a:lnTo>
                    <a:pt x="2540" y="420370"/>
                  </a:lnTo>
                  <a:lnTo>
                    <a:pt x="0" y="422910"/>
                  </a:lnTo>
                  <a:lnTo>
                    <a:pt x="10159" y="422910"/>
                  </a:lnTo>
                  <a:lnTo>
                    <a:pt x="12700" y="420370"/>
                  </a:lnTo>
                  <a:close/>
                </a:path>
                <a:path w="431800" h="426719">
                  <a:moveTo>
                    <a:pt x="15240" y="417830"/>
                  </a:moveTo>
                  <a:lnTo>
                    <a:pt x="5080" y="417830"/>
                  </a:lnTo>
                  <a:lnTo>
                    <a:pt x="3810" y="419100"/>
                  </a:lnTo>
                  <a:lnTo>
                    <a:pt x="13969" y="419100"/>
                  </a:lnTo>
                  <a:lnTo>
                    <a:pt x="15240" y="417830"/>
                  </a:lnTo>
                  <a:close/>
                </a:path>
                <a:path w="431800" h="426719">
                  <a:moveTo>
                    <a:pt x="19050" y="414020"/>
                  </a:moveTo>
                  <a:lnTo>
                    <a:pt x="8890" y="414020"/>
                  </a:lnTo>
                  <a:lnTo>
                    <a:pt x="6350" y="416560"/>
                  </a:lnTo>
                  <a:lnTo>
                    <a:pt x="16509" y="416560"/>
                  </a:lnTo>
                  <a:lnTo>
                    <a:pt x="19050" y="414020"/>
                  </a:lnTo>
                  <a:close/>
                </a:path>
                <a:path w="431800" h="426719">
                  <a:moveTo>
                    <a:pt x="21590" y="411480"/>
                  </a:moveTo>
                  <a:lnTo>
                    <a:pt x="11430" y="411480"/>
                  </a:lnTo>
                  <a:lnTo>
                    <a:pt x="10160" y="412750"/>
                  </a:lnTo>
                  <a:lnTo>
                    <a:pt x="20319" y="412750"/>
                  </a:lnTo>
                  <a:lnTo>
                    <a:pt x="21590" y="411480"/>
                  </a:lnTo>
                  <a:close/>
                </a:path>
                <a:path w="431800" h="426719">
                  <a:moveTo>
                    <a:pt x="25400" y="407670"/>
                  </a:moveTo>
                  <a:lnTo>
                    <a:pt x="15240" y="407670"/>
                  </a:lnTo>
                  <a:lnTo>
                    <a:pt x="12700" y="410210"/>
                  </a:lnTo>
                  <a:lnTo>
                    <a:pt x="22859" y="410210"/>
                  </a:lnTo>
                  <a:lnTo>
                    <a:pt x="25400" y="407670"/>
                  </a:lnTo>
                  <a:close/>
                </a:path>
                <a:path w="431800" h="426719">
                  <a:moveTo>
                    <a:pt x="27940" y="405130"/>
                  </a:moveTo>
                  <a:lnTo>
                    <a:pt x="17780" y="405130"/>
                  </a:lnTo>
                  <a:lnTo>
                    <a:pt x="16510" y="406400"/>
                  </a:lnTo>
                  <a:lnTo>
                    <a:pt x="26669" y="406400"/>
                  </a:lnTo>
                  <a:lnTo>
                    <a:pt x="27940" y="405130"/>
                  </a:lnTo>
                  <a:close/>
                </a:path>
                <a:path w="431800" h="426719">
                  <a:moveTo>
                    <a:pt x="31750" y="401320"/>
                  </a:moveTo>
                  <a:lnTo>
                    <a:pt x="21590" y="401320"/>
                  </a:lnTo>
                  <a:lnTo>
                    <a:pt x="19050" y="403860"/>
                  </a:lnTo>
                  <a:lnTo>
                    <a:pt x="29209" y="403860"/>
                  </a:lnTo>
                  <a:lnTo>
                    <a:pt x="31750" y="401320"/>
                  </a:lnTo>
                  <a:close/>
                </a:path>
                <a:path w="431800" h="426719">
                  <a:moveTo>
                    <a:pt x="34290" y="398780"/>
                  </a:moveTo>
                  <a:lnTo>
                    <a:pt x="24130" y="398780"/>
                  </a:lnTo>
                  <a:lnTo>
                    <a:pt x="22860" y="400050"/>
                  </a:lnTo>
                  <a:lnTo>
                    <a:pt x="33019" y="400050"/>
                  </a:lnTo>
                  <a:lnTo>
                    <a:pt x="34290" y="398780"/>
                  </a:lnTo>
                  <a:close/>
                </a:path>
                <a:path w="431800" h="426719">
                  <a:moveTo>
                    <a:pt x="38100" y="394970"/>
                  </a:moveTo>
                  <a:lnTo>
                    <a:pt x="27940" y="394970"/>
                  </a:lnTo>
                  <a:lnTo>
                    <a:pt x="25400" y="397510"/>
                  </a:lnTo>
                  <a:lnTo>
                    <a:pt x="35559" y="397510"/>
                  </a:lnTo>
                  <a:lnTo>
                    <a:pt x="38100" y="394970"/>
                  </a:lnTo>
                  <a:close/>
                </a:path>
                <a:path w="431800" h="426719">
                  <a:moveTo>
                    <a:pt x="40640" y="392430"/>
                  </a:moveTo>
                  <a:lnTo>
                    <a:pt x="30480" y="392430"/>
                  </a:lnTo>
                  <a:lnTo>
                    <a:pt x="29210" y="393700"/>
                  </a:lnTo>
                  <a:lnTo>
                    <a:pt x="39369" y="393700"/>
                  </a:lnTo>
                  <a:lnTo>
                    <a:pt x="40640" y="392430"/>
                  </a:lnTo>
                  <a:close/>
                </a:path>
                <a:path w="431800" h="426719">
                  <a:moveTo>
                    <a:pt x="44450" y="388620"/>
                  </a:moveTo>
                  <a:lnTo>
                    <a:pt x="34290" y="388620"/>
                  </a:lnTo>
                  <a:lnTo>
                    <a:pt x="31750" y="391160"/>
                  </a:lnTo>
                  <a:lnTo>
                    <a:pt x="41909" y="391160"/>
                  </a:lnTo>
                  <a:lnTo>
                    <a:pt x="44450" y="388620"/>
                  </a:lnTo>
                  <a:close/>
                </a:path>
                <a:path w="431800" h="426719">
                  <a:moveTo>
                    <a:pt x="46990" y="386080"/>
                  </a:moveTo>
                  <a:lnTo>
                    <a:pt x="36830" y="386080"/>
                  </a:lnTo>
                  <a:lnTo>
                    <a:pt x="35560" y="387350"/>
                  </a:lnTo>
                  <a:lnTo>
                    <a:pt x="45719" y="387350"/>
                  </a:lnTo>
                  <a:lnTo>
                    <a:pt x="46990" y="386080"/>
                  </a:lnTo>
                  <a:close/>
                </a:path>
                <a:path w="431800" h="426719">
                  <a:moveTo>
                    <a:pt x="50800" y="382270"/>
                  </a:moveTo>
                  <a:lnTo>
                    <a:pt x="40640" y="382270"/>
                  </a:lnTo>
                  <a:lnTo>
                    <a:pt x="38100" y="384810"/>
                  </a:lnTo>
                  <a:lnTo>
                    <a:pt x="48259" y="384810"/>
                  </a:lnTo>
                  <a:lnTo>
                    <a:pt x="50800" y="382270"/>
                  </a:lnTo>
                  <a:close/>
                </a:path>
                <a:path w="431800" h="426719">
                  <a:moveTo>
                    <a:pt x="53340" y="379730"/>
                  </a:moveTo>
                  <a:lnTo>
                    <a:pt x="43180" y="379730"/>
                  </a:lnTo>
                  <a:lnTo>
                    <a:pt x="41910" y="381000"/>
                  </a:lnTo>
                  <a:lnTo>
                    <a:pt x="52069" y="381000"/>
                  </a:lnTo>
                  <a:lnTo>
                    <a:pt x="53340" y="379730"/>
                  </a:lnTo>
                  <a:close/>
                </a:path>
                <a:path w="431800" h="426719">
                  <a:moveTo>
                    <a:pt x="57150" y="375920"/>
                  </a:moveTo>
                  <a:lnTo>
                    <a:pt x="46990" y="375920"/>
                  </a:lnTo>
                  <a:lnTo>
                    <a:pt x="44450" y="378460"/>
                  </a:lnTo>
                  <a:lnTo>
                    <a:pt x="54609" y="378460"/>
                  </a:lnTo>
                  <a:lnTo>
                    <a:pt x="57150" y="375920"/>
                  </a:lnTo>
                  <a:close/>
                </a:path>
                <a:path w="431800" h="426719">
                  <a:moveTo>
                    <a:pt x="59690" y="373380"/>
                  </a:moveTo>
                  <a:lnTo>
                    <a:pt x="49530" y="373380"/>
                  </a:lnTo>
                  <a:lnTo>
                    <a:pt x="48260" y="374650"/>
                  </a:lnTo>
                  <a:lnTo>
                    <a:pt x="58419" y="374650"/>
                  </a:lnTo>
                  <a:lnTo>
                    <a:pt x="59690" y="373380"/>
                  </a:lnTo>
                  <a:close/>
                </a:path>
                <a:path w="431800" h="426719">
                  <a:moveTo>
                    <a:pt x="63500" y="369570"/>
                  </a:moveTo>
                  <a:lnTo>
                    <a:pt x="53340" y="369570"/>
                  </a:lnTo>
                  <a:lnTo>
                    <a:pt x="50800" y="372110"/>
                  </a:lnTo>
                  <a:lnTo>
                    <a:pt x="60959" y="372110"/>
                  </a:lnTo>
                  <a:lnTo>
                    <a:pt x="63500" y="369570"/>
                  </a:lnTo>
                  <a:close/>
                </a:path>
                <a:path w="431800" h="426719">
                  <a:moveTo>
                    <a:pt x="66040" y="367030"/>
                  </a:moveTo>
                  <a:lnTo>
                    <a:pt x="55880" y="367030"/>
                  </a:lnTo>
                  <a:lnTo>
                    <a:pt x="54610" y="368300"/>
                  </a:lnTo>
                  <a:lnTo>
                    <a:pt x="64769" y="368300"/>
                  </a:lnTo>
                  <a:lnTo>
                    <a:pt x="66040" y="367030"/>
                  </a:lnTo>
                  <a:close/>
                </a:path>
                <a:path w="431800" h="426719">
                  <a:moveTo>
                    <a:pt x="69850" y="363220"/>
                  </a:moveTo>
                  <a:lnTo>
                    <a:pt x="59690" y="363220"/>
                  </a:lnTo>
                  <a:lnTo>
                    <a:pt x="57150" y="365760"/>
                  </a:lnTo>
                  <a:lnTo>
                    <a:pt x="67309" y="365760"/>
                  </a:lnTo>
                  <a:lnTo>
                    <a:pt x="69850" y="363220"/>
                  </a:lnTo>
                  <a:close/>
                </a:path>
                <a:path w="431800" h="426719">
                  <a:moveTo>
                    <a:pt x="72390" y="360680"/>
                  </a:moveTo>
                  <a:lnTo>
                    <a:pt x="62230" y="360680"/>
                  </a:lnTo>
                  <a:lnTo>
                    <a:pt x="60960" y="361950"/>
                  </a:lnTo>
                  <a:lnTo>
                    <a:pt x="71119" y="361950"/>
                  </a:lnTo>
                  <a:lnTo>
                    <a:pt x="72390" y="360680"/>
                  </a:lnTo>
                  <a:close/>
                </a:path>
                <a:path w="431800" h="426719">
                  <a:moveTo>
                    <a:pt x="85090" y="347980"/>
                  </a:moveTo>
                  <a:lnTo>
                    <a:pt x="74930" y="347980"/>
                  </a:lnTo>
                  <a:lnTo>
                    <a:pt x="63500" y="359410"/>
                  </a:lnTo>
                  <a:lnTo>
                    <a:pt x="73659" y="359410"/>
                  </a:lnTo>
                  <a:lnTo>
                    <a:pt x="85090" y="347980"/>
                  </a:lnTo>
                  <a:close/>
                </a:path>
                <a:path w="431800" h="426719">
                  <a:moveTo>
                    <a:pt x="97790" y="335280"/>
                  </a:moveTo>
                  <a:lnTo>
                    <a:pt x="87630" y="335280"/>
                  </a:lnTo>
                  <a:lnTo>
                    <a:pt x="76200" y="346710"/>
                  </a:lnTo>
                  <a:lnTo>
                    <a:pt x="86359" y="346710"/>
                  </a:lnTo>
                  <a:lnTo>
                    <a:pt x="97790" y="335280"/>
                  </a:lnTo>
                  <a:close/>
                </a:path>
                <a:path w="431800" h="426719">
                  <a:moveTo>
                    <a:pt x="101600" y="331470"/>
                  </a:moveTo>
                  <a:lnTo>
                    <a:pt x="91440" y="331470"/>
                  </a:lnTo>
                  <a:lnTo>
                    <a:pt x="88900" y="334010"/>
                  </a:lnTo>
                  <a:lnTo>
                    <a:pt x="99059" y="334010"/>
                  </a:lnTo>
                  <a:lnTo>
                    <a:pt x="101600" y="331470"/>
                  </a:lnTo>
                  <a:close/>
                </a:path>
                <a:path w="431800" h="426719">
                  <a:moveTo>
                    <a:pt x="104140" y="328930"/>
                  </a:moveTo>
                  <a:lnTo>
                    <a:pt x="93980" y="328930"/>
                  </a:lnTo>
                  <a:lnTo>
                    <a:pt x="92710" y="330200"/>
                  </a:lnTo>
                  <a:lnTo>
                    <a:pt x="102869" y="330200"/>
                  </a:lnTo>
                  <a:lnTo>
                    <a:pt x="104140" y="328930"/>
                  </a:lnTo>
                  <a:close/>
                </a:path>
                <a:path w="431800" h="426719">
                  <a:moveTo>
                    <a:pt x="107950" y="325120"/>
                  </a:moveTo>
                  <a:lnTo>
                    <a:pt x="97790" y="325120"/>
                  </a:lnTo>
                  <a:lnTo>
                    <a:pt x="95250" y="327660"/>
                  </a:lnTo>
                  <a:lnTo>
                    <a:pt x="105409" y="327660"/>
                  </a:lnTo>
                  <a:lnTo>
                    <a:pt x="107950" y="325120"/>
                  </a:lnTo>
                  <a:close/>
                </a:path>
                <a:path w="431800" h="426719">
                  <a:moveTo>
                    <a:pt x="120650" y="312420"/>
                  </a:moveTo>
                  <a:lnTo>
                    <a:pt x="110490" y="312420"/>
                  </a:lnTo>
                  <a:lnTo>
                    <a:pt x="99060" y="323850"/>
                  </a:lnTo>
                  <a:lnTo>
                    <a:pt x="109219" y="323850"/>
                  </a:lnTo>
                  <a:lnTo>
                    <a:pt x="120650" y="312420"/>
                  </a:lnTo>
                  <a:close/>
                </a:path>
                <a:path w="431800" h="426719">
                  <a:moveTo>
                    <a:pt x="129540" y="303530"/>
                  </a:moveTo>
                  <a:lnTo>
                    <a:pt x="119380" y="303530"/>
                  </a:lnTo>
                  <a:lnTo>
                    <a:pt x="111760" y="311150"/>
                  </a:lnTo>
                  <a:lnTo>
                    <a:pt x="121919" y="311150"/>
                  </a:lnTo>
                  <a:lnTo>
                    <a:pt x="129540" y="303530"/>
                  </a:lnTo>
                  <a:close/>
                </a:path>
                <a:path w="431800" h="426719">
                  <a:moveTo>
                    <a:pt x="146050" y="287020"/>
                  </a:moveTo>
                  <a:lnTo>
                    <a:pt x="135890" y="287020"/>
                  </a:lnTo>
                  <a:lnTo>
                    <a:pt x="120650" y="302260"/>
                  </a:lnTo>
                  <a:lnTo>
                    <a:pt x="130809" y="302260"/>
                  </a:lnTo>
                  <a:lnTo>
                    <a:pt x="146050" y="287020"/>
                  </a:lnTo>
                  <a:close/>
                </a:path>
                <a:path w="431800" h="426719">
                  <a:moveTo>
                    <a:pt x="151130" y="281940"/>
                  </a:moveTo>
                  <a:lnTo>
                    <a:pt x="140970" y="281940"/>
                  </a:lnTo>
                  <a:lnTo>
                    <a:pt x="137160" y="285750"/>
                  </a:lnTo>
                  <a:lnTo>
                    <a:pt x="147319" y="285750"/>
                  </a:lnTo>
                  <a:lnTo>
                    <a:pt x="151130" y="281940"/>
                  </a:lnTo>
                  <a:close/>
                </a:path>
              </a:pathLst>
            </a:custGeom>
            <a:solidFill>
              <a:srgbClr val="7B53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5">
              <a:extLst>
                <a:ext uri="{FF2B5EF4-FFF2-40B4-BE49-F238E27FC236}">
                  <a16:creationId xmlns:a16="http://schemas.microsoft.com/office/drawing/2014/main" id="{FEE47EF1-7147-726B-BBBE-EF9B71220F39}"/>
                </a:ext>
              </a:extLst>
            </p:cNvPr>
            <p:cNvSpPr/>
            <p:nvPr/>
          </p:nvSpPr>
          <p:spPr>
            <a:xfrm>
              <a:off x="2543810" y="2576830"/>
              <a:ext cx="431165" cy="429259"/>
            </a:xfrm>
            <a:custGeom>
              <a:avLst/>
              <a:gdLst/>
              <a:ahLst/>
              <a:cxnLst/>
              <a:rect l="l" t="t" r="r" b="b"/>
              <a:pathLst>
                <a:path w="431164" h="429260">
                  <a:moveTo>
                    <a:pt x="238185" y="196850"/>
                  </a:moveTo>
                  <a:lnTo>
                    <a:pt x="228600" y="196850"/>
                  </a:lnTo>
                  <a:lnTo>
                    <a:pt x="222250" y="203200"/>
                  </a:lnTo>
                  <a:lnTo>
                    <a:pt x="231846" y="203200"/>
                  </a:lnTo>
                  <a:lnTo>
                    <a:pt x="238185" y="196850"/>
                  </a:lnTo>
                  <a:close/>
                </a:path>
                <a:path w="431164" h="429260">
                  <a:moveTo>
                    <a:pt x="240720" y="194310"/>
                  </a:moveTo>
                  <a:lnTo>
                    <a:pt x="231139" y="194310"/>
                  </a:lnTo>
                  <a:lnTo>
                    <a:pt x="229870" y="195579"/>
                  </a:lnTo>
                  <a:lnTo>
                    <a:pt x="239453" y="195579"/>
                  </a:lnTo>
                  <a:lnTo>
                    <a:pt x="240720" y="194310"/>
                  </a:lnTo>
                  <a:close/>
                </a:path>
                <a:path w="431164" h="429260">
                  <a:moveTo>
                    <a:pt x="244524" y="190500"/>
                  </a:moveTo>
                  <a:lnTo>
                    <a:pt x="234950" y="190500"/>
                  </a:lnTo>
                  <a:lnTo>
                    <a:pt x="232410" y="193039"/>
                  </a:lnTo>
                  <a:lnTo>
                    <a:pt x="241988" y="193039"/>
                  </a:lnTo>
                  <a:lnTo>
                    <a:pt x="244524" y="190500"/>
                  </a:lnTo>
                  <a:close/>
                </a:path>
                <a:path w="431164" h="429260">
                  <a:moveTo>
                    <a:pt x="247060" y="187960"/>
                  </a:moveTo>
                  <a:lnTo>
                    <a:pt x="237489" y="187960"/>
                  </a:lnTo>
                  <a:lnTo>
                    <a:pt x="236220" y="189229"/>
                  </a:lnTo>
                  <a:lnTo>
                    <a:pt x="245792" y="189229"/>
                  </a:lnTo>
                  <a:lnTo>
                    <a:pt x="247060" y="187960"/>
                  </a:lnTo>
                  <a:close/>
                </a:path>
                <a:path w="431164" h="429260">
                  <a:moveTo>
                    <a:pt x="250863" y="184150"/>
                  </a:moveTo>
                  <a:lnTo>
                    <a:pt x="241300" y="184150"/>
                  </a:lnTo>
                  <a:lnTo>
                    <a:pt x="238760" y="186689"/>
                  </a:lnTo>
                  <a:lnTo>
                    <a:pt x="248328" y="186689"/>
                  </a:lnTo>
                  <a:lnTo>
                    <a:pt x="250863" y="184150"/>
                  </a:lnTo>
                  <a:close/>
                </a:path>
                <a:path w="431164" h="429260">
                  <a:moveTo>
                    <a:pt x="253399" y="181610"/>
                  </a:moveTo>
                  <a:lnTo>
                    <a:pt x="243839" y="181610"/>
                  </a:lnTo>
                  <a:lnTo>
                    <a:pt x="242570" y="182879"/>
                  </a:lnTo>
                  <a:lnTo>
                    <a:pt x="252131" y="182879"/>
                  </a:lnTo>
                  <a:lnTo>
                    <a:pt x="253399" y="181610"/>
                  </a:lnTo>
                  <a:close/>
                </a:path>
                <a:path w="431164" h="429260">
                  <a:moveTo>
                    <a:pt x="266077" y="168910"/>
                  </a:moveTo>
                  <a:lnTo>
                    <a:pt x="256539" y="168910"/>
                  </a:lnTo>
                  <a:lnTo>
                    <a:pt x="245110" y="180339"/>
                  </a:lnTo>
                  <a:lnTo>
                    <a:pt x="254667" y="180339"/>
                  </a:lnTo>
                  <a:lnTo>
                    <a:pt x="266077" y="168910"/>
                  </a:lnTo>
                  <a:close/>
                </a:path>
                <a:path w="431164" h="429260">
                  <a:moveTo>
                    <a:pt x="278756" y="156210"/>
                  </a:moveTo>
                  <a:lnTo>
                    <a:pt x="269239" y="156210"/>
                  </a:lnTo>
                  <a:lnTo>
                    <a:pt x="257810" y="167639"/>
                  </a:lnTo>
                  <a:lnTo>
                    <a:pt x="267345" y="167639"/>
                  </a:lnTo>
                  <a:lnTo>
                    <a:pt x="278756" y="156210"/>
                  </a:lnTo>
                  <a:close/>
                </a:path>
                <a:path w="431164" h="429260">
                  <a:moveTo>
                    <a:pt x="282559" y="152400"/>
                  </a:moveTo>
                  <a:lnTo>
                    <a:pt x="273050" y="152400"/>
                  </a:lnTo>
                  <a:lnTo>
                    <a:pt x="270510" y="154939"/>
                  </a:lnTo>
                  <a:lnTo>
                    <a:pt x="280024" y="154939"/>
                  </a:lnTo>
                  <a:lnTo>
                    <a:pt x="282559" y="152400"/>
                  </a:lnTo>
                  <a:close/>
                </a:path>
                <a:path w="431164" h="429260">
                  <a:moveTo>
                    <a:pt x="285095" y="149860"/>
                  </a:moveTo>
                  <a:lnTo>
                    <a:pt x="275589" y="149860"/>
                  </a:lnTo>
                  <a:lnTo>
                    <a:pt x="274320" y="151129"/>
                  </a:lnTo>
                  <a:lnTo>
                    <a:pt x="283827" y="151129"/>
                  </a:lnTo>
                  <a:lnTo>
                    <a:pt x="285095" y="149860"/>
                  </a:lnTo>
                  <a:close/>
                </a:path>
                <a:path w="431164" h="429260">
                  <a:moveTo>
                    <a:pt x="288899" y="146050"/>
                  </a:moveTo>
                  <a:lnTo>
                    <a:pt x="279400" y="146050"/>
                  </a:lnTo>
                  <a:lnTo>
                    <a:pt x="276860" y="148589"/>
                  </a:lnTo>
                  <a:lnTo>
                    <a:pt x="286363" y="148589"/>
                  </a:lnTo>
                  <a:lnTo>
                    <a:pt x="288899" y="146050"/>
                  </a:lnTo>
                  <a:close/>
                </a:path>
                <a:path w="431164" h="429260">
                  <a:moveTo>
                    <a:pt x="291434" y="143510"/>
                  </a:moveTo>
                  <a:lnTo>
                    <a:pt x="281939" y="143510"/>
                  </a:lnTo>
                  <a:lnTo>
                    <a:pt x="280670" y="144779"/>
                  </a:lnTo>
                  <a:lnTo>
                    <a:pt x="290167" y="144779"/>
                  </a:lnTo>
                  <a:lnTo>
                    <a:pt x="291434" y="143510"/>
                  </a:lnTo>
                  <a:close/>
                </a:path>
                <a:path w="431164" h="429260">
                  <a:moveTo>
                    <a:pt x="295238" y="139700"/>
                  </a:moveTo>
                  <a:lnTo>
                    <a:pt x="285750" y="139700"/>
                  </a:lnTo>
                  <a:lnTo>
                    <a:pt x="283210" y="142239"/>
                  </a:lnTo>
                  <a:lnTo>
                    <a:pt x="292702" y="142239"/>
                  </a:lnTo>
                  <a:lnTo>
                    <a:pt x="295238" y="139700"/>
                  </a:lnTo>
                  <a:close/>
                </a:path>
                <a:path w="431164" h="429260">
                  <a:moveTo>
                    <a:pt x="297774" y="137160"/>
                  </a:moveTo>
                  <a:lnTo>
                    <a:pt x="288289" y="137160"/>
                  </a:lnTo>
                  <a:lnTo>
                    <a:pt x="287020" y="138429"/>
                  </a:lnTo>
                  <a:lnTo>
                    <a:pt x="296506" y="138429"/>
                  </a:lnTo>
                  <a:lnTo>
                    <a:pt x="297774" y="137160"/>
                  </a:lnTo>
                  <a:close/>
                </a:path>
                <a:path w="431164" h="429260">
                  <a:moveTo>
                    <a:pt x="301577" y="133350"/>
                  </a:moveTo>
                  <a:lnTo>
                    <a:pt x="292100" y="133350"/>
                  </a:lnTo>
                  <a:lnTo>
                    <a:pt x="289560" y="135889"/>
                  </a:lnTo>
                  <a:lnTo>
                    <a:pt x="299041" y="135889"/>
                  </a:lnTo>
                  <a:lnTo>
                    <a:pt x="301577" y="133350"/>
                  </a:lnTo>
                  <a:close/>
                </a:path>
                <a:path w="431164" h="429260">
                  <a:moveTo>
                    <a:pt x="304113" y="130810"/>
                  </a:moveTo>
                  <a:lnTo>
                    <a:pt x="294639" y="130810"/>
                  </a:lnTo>
                  <a:lnTo>
                    <a:pt x="293370" y="132079"/>
                  </a:lnTo>
                  <a:lnTo>
                    <a:pt x="302845" y="132079"/>
                  </a:lnTo>
                  <a:lnTo>
                    <a:pt x="304113" y="130810"/>
                  </a:lnTo>
                  <a:close/>
                </a:path>
                <a:path w="431164" h="429260">
                  <a:moveTo>
                    <a:pt x="307916" y="127000"/>
                  </a:moveTo>
                  <a:lnTo>
                    <a:pt x="298450" y="127000"/>
                  </a:lnTo>
                  <a:lnTo>
                    <a:pt x="295910" y="129539"/>
                  </a:lnTo>
                  <a:lnTo>
                    <a:pt x="305381" y="129539"/>
                  </a:lnTo>
                  <a:lnTo>
                    <a:pt x="307916" y="127000"/>
                  </a:lnTo>
                  <a:close/>
                </a:path>
                <a:path w="431164" h="429260">
                  <a:moveTo>
                    <a:pt x="310452" y="124460"/>
                  </a:moveTo>
                  <a:lnTo>
                    <a:pt x="300989" y="124460"/>
                  </a:lnTo>
                  <a:lnTo>
                    <a:pt x="299720" y="125729"/>
                  </a:lnTo>
                  <a:lnTo>
                    <a:pt x="309184" y="125729"/>
                  </a:lnTo>
                  <a:lnTo>
                    <a:pt x="310452" y="124460"/>
                  </a:lnTo>
                  <a:close/>
                </a:path>
                <a:path w="431164" h="429260">
                  <a:moveTo>
                    <a:pt x="314256" y="120650"/>
                  </a:moveTo>
                  <a:lnTo>
                    <a:pt x="304800" y="120650"/>
                  </a:lnTo>
                  <a:lnTo>
                    <a:pt x="302260" y="123189"/>
                  </a:lnTo>
                  <a:lnTo>
                    <a:pt x="311720" y="123189"/>
                  </a:lnTo>
                  <a:lnTo>
                    <a:pt x="314256" y="120650"/>
                  </a:lnTo>
                  <a:close/>
                </a:path>
                <a:path w="431164" h="429260">
                  <a:moveTo>
                    <a:pt x="316791" y="118110"/>
                  </a:moveTo>
                  <a:lnTo>
                    <a:pt x="307339" y="118110"/>
                  </a:lnTo>
                  <a:lnTo>
                    <a:pt x="306070" y="119379"/>
                  </a:lnTo>
                  <a:lnTo>
                    <a:pt x="315523" y="119379"/>
                  </a:lnTo>
                  <a:lnTo>
                    <a:pt x="316791" y="118110"/>
                  </a:lnTo>
                  <a:close/>
                </a:path>
                <a:path w="431164" h="429260">
                  <a:moveTo>
                    <a:pt x="320595" y="114300"/>
                  </a:moveTo>
                  <a:lnTo>
                    <a:pt x="311150" y="114300"/>
                  </a:lnTo>
                  <a:lnTo>
                    <a:pt x="308610" y="116839"/>
                  </a:lnTo>
                  <a:lnTo>
                    <a:pt x="318059" y="116839"/>
                  </a:lnTo>
                  <a:lnTo>
                    <a:pt x="320595" y="114300"/>
                  </a:lnTo>
                  <a:close/>
                </a:path>
                <a:path w="431164" h="429260">
                  <a:moveTo>
                    <a:pt x="323131" y="111760"/>
                  </a:moveTo>
                  <a:lnTo>
                    <a:pt x="313689" y="111760"/>
                  </a:lnTo>
                  <a:lnTo>
                    <a:pt x="312420" y="113029"/>
                  </a:lnTo>
                  <a:lnTo>
                    <a:pt x="321863" y="113029"/>
                  </a:lnTo>
                  <a:lnTo>
                    <a:pt x="323131" y="111760"/>
                  </a:lnTo>
                  <a:close/>
                </a:path>
                <a:path w="431164" h="429260">
                  <a:moveTo>
                    <a:pt x="326934" y="107950"/>
                  </a:moveTo>
                  <a:lnTo>
                    <a:pt x="317500" y="107950"/>
                  </a:lnTo>
                  <a:lnTo>
                    <a:pt x="314960" y="110489"/>
                  </a:lnTo>
                  <a:lnTo>
                    <a:pt x="324398" y="110489"/>
                  </a:lnTo>
                  <a:lnTo>
                    <a:pt x="326934" y="107950"/>
                  </a:lnTo>
                  <a:close/>
                </a:path>
                <a:path w="431164" h="429260">
                  <a:moveTo>
                    <a:pt x="329470" y="105410"/>
                  </a:moveTo>
                  <a:lnTo>
                    <a:pt x="320039" y="105410"/>
                  </a:lnTo>
                  <a:lnTo>
                    <a:pt x="318770" y="106679"/>
                  </a:lnTo>
                  <a:lnTo>
                    <a:pt x="328202" y="106679"/>
                  </a:lnTo>
                  <a:lnTo>
                    <a:pt x="329470" y="105410"/>
                  </a:lnTo>
                  <a:close/>
                </a:path>
                <a:path w="431164" h="429260">
                  <a:moveTo>
                    <a:pt x="333273" y="101600"/>
                  </a:moveTo>
                  <a:lnTo>
                    <a:pt x="323850" y="101600"/>
                  </a:lnTo>
                  <a:lnTo>
                    <a:pt x="321310" y="104139"/>
                  </a:lnTo>
                  <a:lnTo>
                    <a:pt x="330738" y="104139"/>
                  </a:lnTo>
                  <a:lnTo>
                    <a:pt x="333273" y="101600"/>
                  </a:lnTo>
                  <a:close/>
                </a:path>
                <a:path w="431164" h="429260">
                  <a:moveTo>
                    <a:pt x="335809" y="99060"/>
                  </a:moveTo>
                  <a:lnTo>
                    <a:pt x="326389" y="99060"/>
                  </a:lnTo>
                  <a:lnTo>
                    <a:pt x="325120" y="100329"/>
                  </a:lnTo>
                  <a:lnTo>
                    <a:pt x="334541" y="100329"/>
                  </a:lnTo>
                  <a:lnTo>
                    <a:pt x="335809" y="99060"/>
                  </a:lnTo>
                  <a:close/>
                </a:path>
                <a:path w="431164" h="429260">
                  <a:moveTo>
                    <a:pt x="339613" y="95250"/>
                  </a:moveTo>
                  <a:lnTo>
                    <a:pt x="330200" y="95250"/>
                  </a:lnTo>
                  <a:lnTo>
                    <a:pt x="327660" y="97789"/>
                  </a:lnTo>
                  <a:lnTo>
                    <a:pt x="337077" y="97789"/>
                  </a:lnTo>
                  <a:lnTo>
                    <a:pt x="339613" y="95250"/>
                  </a:lnTo>
                  <a:close/>
                </a:path>
                <a:path w="431164" h="429260">
                  <a:moveTo>
                    <a:pt x="342148" y="92710"/>
                  </a:moveTo>
                  <a:lnTo>
                    <a:pt x="332739" y="92710"/>
                  </a:lnTo>
                  <a:lnTo>
                    <a:pt x="331470" y="93979"/>
                  </a:lnTo>
                  <a:lnTo>
                    <a:pt x="340880" y="93979"/>
                  </a:lnTo>
                  <a:lnTo>
                    <a:pt x="342148" y="92710"/>
                  </a:lnTo>
                  <a:close/>
                </a:path>
                <a:path w="431164" h="429260">
                  <a:moveTo>
                    <a:pt x="345952" y="88900"/>
                  </a:moveTo>
                  <a:lnTo>
                    <a:pt x="336550" y="88900"/>
                  </a:lnTo>
                  <a:lnTo>
                    <a:pt x="334010" y="91439"/>
                  </a:lnTo>
                  <a:lnTo>
                    <a:pt x="343416" y="91439"/>
                  </a:lnTo>
                  <a:lnTo>
                    <a:pt x="345952" y="88900"/>
                  </a:lnTo>
                  <a:close/>
                </a:path>
                <a:path w="431164" h="429260">
                  <a:moveTo>
                    <a:pt x="348488" y="86360"/>
                  </a:moveTo>
                  <a:lnTo>
                    <a:pt x="339089" y="86360"/>
                  </a:lnTo>
                  <a:lnTo>
                    <a:pt x="337820" y="87629"/>
                  </a:lnTo>
                  <a:lnTo>
                    <a:pt x="347220" y="87629"/>
                  </a:lnTo>
                  <a:lnTo>
                    <a:pt x="348488" y="86360"/>
                  </a:lnTo>
                  <a:close/>
                </a:path>
                <a:path w="431164" h="429260">
                  <a:moveTo>
                    <a:pt x="352291" y="82550"/>
                  </a:moveTo>
                  <a:lnTo>
                    <a:pt x="342900" y="82550"/>
                  </a:lnTo>
                  <a:lnTo>
                    <a:pt x="340360" y="85089"/>
                  </a:lnTo>
                  <a:lnTo>
                    <a:pt x="349755" y="85089"/>
                  </a:lnTo>
                  <a:lnTo>
                    <a:pt x="352291" y="82550"/>
                  </a:lnTo>
                  <a:close/>
                </a:path>
                <a:path w="431164" h="429260">
                  <a:moveTo>
                    <a:pt x="354827" y="80010"/>
                  </a:moveTo>
                  <a:lnTo>
                    <a:pt x="345439" y="80010"/>
                  </a:lnTo>
                  <a:lnTo>
                    <a:pt x="344170" y="81279"/>
                  </a:lnTo>
                  <a:lnTo>
                    <a:pt x="353559" y="81279"/>
                  </a:lnTo>
                  <a:lnTo>
                    <a:pt x="354827" y="80010"/>
                  </a:lnTo>
                  <a:close/>
                </a:path>
                <a:path w="431164" h="429260">
                  <a:moveTo>
                    <a:pt x="358630" y="76200"/>
                  </a:moveTo>
                  <a:lnTo>
                    <a:pt x="349250" y="76200"/>
                  </a:lnTo>
                  <a:lnTo>
                    <a:pt x="346710" y="78739"/>
                  </a:lnTo>
                  <a:lnTo>
                    <a:pt x="356095" y="78739"/>
                  </a:lnTo>
                  <a:lnTo>
                    <a:pt x="358630" y="76200"/>
                  </a:lnTo>
                  <a:close/>
                </a:path>
                <a:path w="431164" h="429260">
                  <a:moveTo>
                    <a:pt x="361166" y="73660"/>
                  </a:moveTo>
                  <a:lnTo>
                    <a:pt x="351789" y="73660"/>
                  </a:lnTo>
                  <a:lnTo>
                    <a:pt x="350520" y="74929"/>
                  </a:lnTo>
                  <a:lnTo>
                    <a:pt x="359898" y="74929"/>
                  </a:lnTo>
                  <a:lnTo>
                    <a:pt x="361166" y="73660"/>
                  </a:lnTo>
                  <a:close/>
                </a:path>
                <a:path w="431164" h="429260">
                  <a:moveTo>
                    <a:pt x="364970" y="69850"/>
                  </a:moveTo>
                  <a:lnTo>
                    <a:pt x="355600" y="69850"/>
                  </a:lnTo>
                  <a:lnTo>
                    <a:pt x="353060" y="72389"/>
                  </a:lnTo>
                  <a:lnTo>
                    <a:pt x="362434" y="72389"/>
                  </a:lnTo>
                  <a:lnTo>
                    <a:pt x="364970" y="69850"/>
                  </a:lnTo>
                  <a:close/>
                </a:path>
                <a:path w="431164" h="429260">
                  <a:moveTo>
                    <a:pt x="367505" y="67310"/>
                  </a:moveTo>
                  <a:lnTo>
                    <a:pt x="358139" y="67310"/>
                  </a:lnTo>
                  <a:lnTo>
                    <a:pt x="356870" y="68579"/>
                  </a:lnTo>
                  <a:lnTo>
                    <a:pt x="366237" y="68579"/>
                  </a:lnTo>
                  <a:lnTo>
                    <a:pt x="367505" y="67310"/>
                  </a:lnTo>
                  <a:close/>
                </a:path>
                <a:path w="431164" h="429260">
                  <a:moveTo>
                    <a:pt x="371309" y="63500"/>
                  </a:moveTo>
                  <a:lnTo>
                    <a:pt x="361950" y="63500"/>
                  </a:lnTo>
                  <a:lnTo>
                    <a:pt x="359410" y="66039"/>
                  </a:lnTo>
                  <a:lnTo>
                    <a:pt x="368773" y="66039"/>
                  </a:lnTo>
                  <a:lnTo>
                    <a:pt x="371309" y="63500"/>
                  </a:lnTo>
                  <a:close/>
                </a:path>
                <a:path w="431164" h="429260">
                  <a:moveTo>
                    <a:pt x="373844" y="60960"/>
                  </a:moveTo>
                  <a:lnTo>
                    <a:pt x="364489" y="60960"/>
                  </a:lnTo>
                  <a:lnTo>
                    <a:pt x="363220" y="62229"/>
                  </a:lnTo>
                  <a:lnTo>
                    <a:pt x="372577" y="62229"/>
                  </a:lnTo>
                  <a:lnTo>
                    <a:pt x="373844" y="60960"/>
                  </a:lnTo>
                  <a:close/>
                </a:path>
                <a:path w="431164" h="429260">
                  <a:moveTo>
                    <a:pt x="377648" y="57150"/>
                  </a:moveTo>
                  <a:lnTo>
                    <a:pt x="368300" y="57150"/>
                  </a:lnTo>
                  <a:lnTo>
                    <a:pt x="365760" y="59689"/>
                  </a:lnTo>
                  <a:lnTo>
                    <a:pt x="375112" y="59689"/>
                  </a:lnTo>
                  <a:lnTo>
                    <a:pt x="377648" y="57150"/>
                  </a:lnTo>
                  <a:close/>
                </a:path>
                <a:path w="431164" h="429260">
                  <a:moveTo>
                    <a:pt x="380184" y="54610"/>
                  </a:moveTo>
                  <a:lnTo>
                    <a:pt x="370839" y="54610"/>
                  </a:lnTo>
                  <a:lnTo>
                    <a:pt x="369570" y="55879"/>
                  </a:lnTo>
                  <a:lnTo>
                    <a:pt x="378916" y="55879"/>
                  </a:lnTo>
                  <a:lnTo>
                    <a:pt x="380184" y="54610"/>
                  </a:lnTo>
                  <a:close/>
                </a:path>
                <a:path w="431164" h="429260">
                  <a:moveTo>
                    <a:pt x="383987" y="50800"/>
                  </a:moveTo>
                  <a:lnTo>
                    <a:pt x="374650" y="50800"/>
                  </a:lnTo>
                  <a:lnTo>
                    <a:pt x="372110" y="53339"/>
                  </a:lnTo>
                  <a:lnTo>
                    <a:pt x="381452" y="53339"/>
                  </a:lnTo>
                  <a:lnTo>
                    <a:pt x="383987" y="50800"/>
                  </a:lnTo>
                  <a:close/>
                </a:path>
                <a:path w="431164" h="429260">
                  <a:moveTo>
                    <a:pt x="386523" y="48260"/>
                  </a:moveTo>
                  <a:lnTo>
                    <a:pt x="377189" y="48260"/>
                  </a:lnTo>
                  <a:lnTo>
                    <a:pt x="375920" y="49529"/>
                  </a:lnTo>
                  <a:lnTo>
                    <a:pt x="385255" y="49529"/>
                  </a:lnTo>
                  <a:lnTo>
                    <a:pt x="386523" y="48260"/>
                  </a:lnTo>
                  <a:close/>
                </a:path>
                <a:path w="431164" h="429260">
                  <a:moveTo>
                    <a:pt x="390326" y="44450"/>
                  </a:moveTo>
                  <a:lnTo>
                    <a:pt x="381000" y="44450"/>
                  </a:lnTo>
                  <a:lnTo>
                    <a:pt x="378460" y="46989"/>
                  </a:lnTo>
                  <a:lnTo>
                    <a:pt x="387791" y="46989"/>
                  </a:lnTo>
                  <a:lnTo>
                    <a:pt x="390326" y="44450"/>
                  </a:lnTo>
                  <a:close/>
                </a:path>
                <a:path w="431164" h="429260">
                  <a:moveTo>
                    <a:pt x="392862" y="41910"/>
                  </a:moveTo>
                  <a:lnTo>
                    <a:pt x="383539" y="41910"/>
                  </a:lnTo>
                  <a:lnTo>
                    <a:pt x="382270" y="43179"/>
                  </a:lnTo>
                  <a:lnTo>
                    <a:pt x="391594" y="43179"/>
                  </a:lnTo>
                  <a:lnTo>
                    <a:pt x="392862" y="41910"/>
                  </a:lnTo>
                  <a:close/>
                </a:path>
                <a:path w="431164" h="429260">
                  <a:moveTo>
                    <a:pt x="396666" y="38100"/>
                  </a:moveTo>
                  <a:lnTo>
                    <a:pt x="387350" y="38100"/>
                  </a:lnTo>
                  <a:lnTo>
                    <a:pt x="384810" y="40639"/>
                  </a:lnTo>
                  <a:lnTo>
                    <a:pt x="394130" y="40639"/>
                  </a:lnTo>
                  <a:lnTo>
                    <a:pt x="396666" y="38100"/>
                  </a:lnTo>
                  <a:close/>
                </a:path>
                <a:path w="431164" h="429260">
                  <a:moveTo>
                    <a:pt x="399201" y="35560"/>
                  </a:moveTo>
                  <a:lnTo>
                    <a:pt x="389889" y="35560"/>
                  </a:lnTo>
                  <a:lnTo>
                    <a:pt x="388620" y="36829"/>
                  </a:lnTo>
                  <a:lnTo>
                    <a:pt x="397934" y="36829"/>
                  </a:lnTo>
                  <a:lnTo>
                    <a:pt x="399201" y="35560"/>
                  </a:lnTo>
                  <a:close/>
                </a:path>
                <a:path w="431164" h="429260">
                  <a:moveTo>
                    <a:pt x="403005" y="31750"/>
                  </a:moveTo>
                  <a:lnTo>
                    <a:pt x="393700" y="31750"/>
                  </a:lnTo>
                  <a:lnTo>
                    <a:pt x="391160" y="34289"/>
                  </a:lnTo>
                  <a:lnTo>
                    <a:pt x="400469" y="34289"/>
                  </a:lnTo>
                  <a:lnTo>
                    <a:pt x="403005" y="31750"/>
                  </a:lnTo>
                  <a:close/>
                </a:path>
                <a:path w="431164" h="429260">
                  <a:moveTo>
                    <a:pt x="405541" y="29210"/>
                  </a:moveTo>
                  <a:lnTo>
                    <a:pt x="396239" y="29210"/>
                  </a:lnTo>
                  <a:lnTo>
                    <a:pt x="394970" y="30479"/>
                  </a:lnTo>
                  <a:lnTo>
                    <a:pt x="404273" y="30479"/>
                  </a:lnTo>
                  <a:lnTo>
                    <a:pt x="405541" y="29210"/>
                  </a:lnTo>
                  <a:close/>
                </a:path>
                <a:path w="431164" h="429260">
                  <a:moveTo>
                    <a:pt x="409344" y="25400"/>
                  </a:moveTo>
                  <a:lnTo>
                    <a:pt x="400050" y="25400"/>
                  </a:lnTo>
                  <a:lnTo>
                    <a:pt x="397510" y="27939"/>
                  </a:lnTo>
                  <a:lnTo>
                    <a:pt x="406808" y="27939"/>
                  </a:lnTo>
                  <a:lnTo>
                    <a:pt x="409344" y="25400"/>
                  </a:lnTo>
                  <a:close/>
                </a:path>
                <a:path w="431164" h="429260">
                  <a:moveTo>
                    <a:pt x="411880" y="22860"/>
                  </a:moveTo>
                  <a:lnTo>
                    <a:pt x="402589" y="22860"/>
                  </a:lnTo>
                  <a:lnTo>
                    <a:pt x="401320" y="24129"/>
                  </a:lnTo>
                  <a:lnTo>
                    <a:pt x="410612" y="24129"/>
                  </a:lnTo>
                  <a:lnTo>
                    <a:pt x="411880" y="22860"/>
                  </a:lnTo>
                  <a:close/>
                </a:path>
                <a:path w="431164" h="429260">
                  <a:moveTo>
                    <a:pt x="415683" y="19050"/>
                  </a:moveTo>
                  <a:lnTo>
                    <a:pt x="406400" y="19050"/>
                  </a:lnTo>
                  <a:lnTo>
                    <a:pt x="403860" y="21589"/>
                  </a:lnTo>
                  <a:lnTo>
                    <a:pt x="413148" y="21589"/>
                  </a:lnTo>
                  <a:lnTo>
                    <a:pt x="415683" y="19050"/>
                  </a:lnTo>
                  <a:close/>
                </a:path>
                <a:path w="431164" h="429260">
                  <a:moveTo>
                    <a:pt x="418219" y="16510"/>
                  </a:moveTo>
                  <a:lnTo>
                    <a:pt x="408939" y="16510"/>
                  </a:lnTo>
                  <a:lnTo>
                    <a:pt x="407670" y="17779"/>
                  </a:lnTo>
                  <a:lnTo>
                    <a:pt x="416951" y="17779"/>
                  </a:lnTo>
                  <a:lnTo>
                    <a:pt x="418219" y="16510"/>
                  </a:lnTo>
                  <a:close/>
                </a:path>
                <a:path w="431164" h="429260">
                  <a:moveTo>
                    <a:pt x="422023" y="12700"/>
                  </a:moveTo>
                  <a:lnTo>
                    <a:pt x="412750" y="12700"/>
                  </a:lnTo>
                  <a:lnTo>
                    <a:pt x="410210" y="15239"/>
                  </a:lnTo>
                  <a:lnTo>
                    <a:pt x="419487" y="15239"/>
                  </a:lnTo>
                  <a:lnTo>
                    <a:pt x="422023" y="12700"/>
                  </a:lnTo>
                  <a:close/>
                </a:path>
                <a:path w="431164" h="429260">
                  <a:moveTo>
                    <a:pt x="424558" y="10160"/>
                  </a:moveTo>
                  <a:lnTo>
                    <a:pt x="415289" y="10160"/>
                  </a:lnTo>
                  <a:lnTo>
                    <a:pt x="414020" y="11429"/>
                  </a:lnTo>
                  <a:lnTo>
                    <a:pt x="423291" y="11429"/>
                  </a:lnTo>
                  <a:lnTo>
                    <a:pt x="424558" y="10160"/>
                  </a:lnTo>
                  <a:close/>
                </a:path>
                <a:path w="431164" h="429260">
                  <a:moveTo>
                    <a:pt x="428362" y="6350"/>
                  </a:moveTo>
                  <a:lnTo>
                    <a:pt x="419100" y="6350"/>
                  </a:lnTo>
                  <a:lnTo>
                    <a:pt x="416560" y="8889"/>
                  </a:lnTo>
                  <a:lnTo>
                    <a:pt x="425826" y="8889"/>
                  </a:lnTo>
                  <a:lnTo>
                    <a:pt x="428362" y="6350"/>
                  </a:lnTo>
                  <a:close/>
                </a:path>
                <a:path w="431164" h="429260">
                  <a:moveTo>
                    <a:pt x="430898" y="3810"/>
                  </a:moveTo>
                  <a:lnTo>
                    <a:pt x="421639" y="3810"/>
                  </a:lnTo>
                  <a:lnTo>
                    <a:pt x="420370" y="5079"/>
                  </a:lnTo>
                  <a:lnTo>
                    <a:pt x="429630" y="5079"/>
                  </a:lnTo>
                  <a:lnTo>
                    <a:pt x="430898" y="3810"/>
                  </a:lnTo>
                  <a:close/>
                </a:path>
                <a:path w="431164" h="429260">
                  <a:moveTo>
                    <a:pt x="425450" y="0"/>
                  </a:moveTo>
                  <a:lnTo>
                    <a:pt x="422910" y="2539"/>
                  </a:lnTo>
                  <a:lnTo>
                    <a:pt x="425450" y="2539"/>
                  </a:lnTo>
                  <a:lnTo>
                    <a:pt x="425450" y="0"/>
                  </a:lnTo>
                  <a:close/>
                </a:path>
                <a:path w="431164" h="429260">
                  <a:moveTo>
                    <a:pt x="231846" y="203200"/>
                  </a:moveTo>
                  <a:lnTo>
                    <a:pt x="222249" y="203200"/>
                  </a:lnTo>
                  <a:lnTo>
                    <a:pt x="196850" y="228600"/>
                  </a:lnTo>
                  <a:lnTo>
                    <a:pt x="206489" y="228600"/>
                  </a:lnTo>
                  <a:lnTo>
                    <a:pt x="231846" y="203200"/>
                  </a:lnTo>
                  <a:close/>
                </a:path>
                <a:path w="431164" h="429260">
                  <a:moveTo>
                    <a:pt x="206489" y="228600"/>
                  </a:moveTo>
                  <a:lnTo>
                    <a:pt x="196849" y="228600"/>
                  </a:lnTo>
                  <a:lnTo>
                    <a:pt x="146050" y="279400"/>
                  </a:lnTo>
                  <a:lnTo>
                    <a:pt x="155775" y="279400"/>
                  </a:lnTo>
                  <a:lnTo>
                    <a:pt x="206489" y="228600"/>
                  </a:lnTo>
                  <a:close/>
                </a:path>
                <a:path w="431164" h="429260">
                  <a:moveTo>
                    <a:pt x="9972" y="425450"/>
                  </a:moveTo>
                  <a:lnTo>
                    <a:pt x="0" y="425450"/>
                  </a:lnTo>
                  <a:lnTo>
                    <a:pt x="0" y="426720"/>
                  </a:lnTo>
                  <a:lnTo>
                    <a:pt x="1269" y="426720"/>
                  </a:lnTo>
                  <a:lnTo>
                    <a:pt x="1269" y="429260"/>
                  </a:lnTo>
                  <a:lnTo>
                    <a:pt x="3809" y="429260"/>
                  </a:lnTo>
                  <a:lnTo>
                    <a:pt x="3809" y="427990"/>
                  </a:lnTo>
                  <a:lnTo>
                    <a:pt x="7437" y="427990"/>
                  </a:lnTo>
                  <a:lnTo>
                    <a:pt x="9972" y="425450"/>
                  </a:lnTo>
                  <a:close/>
                </a:path>
                <a:path w="431164" h="429260">
                  <a:moveTo>
                    <a:pt x="12508" y="422910"/>
                  </a:moveTo>
                  <a:lnTo>
                    <a:pt x="2539" y="422910"/>
                  </a:lnTo>
                  <a:lnTo>
                    <a:pt x="1269" y="424180"/>
                  </a:lnTo>
                  <a:lnTo>
                    <a:pt x="11240" y="424180"/>
                  </a:lnTo>
                  <a:lnTo>
                    <a:pt x="12508" y="422910"/>
                  </a:lnTo>
                  <a:close/>
                </a:path>
                <a:path w="431164" h="429260">
                  <a:moveTo>
                    <a:pt x="16311" y="419100"/>
                  </a:moveTo>
                  <a:lnTo>
                    <a:pt x="6350" y="419100"/>
                  </a:lnTo>
                  <a:lnTo>
                    <a:pt x="3809" y="421640"/>
                  </a:lnTo>
                  <a:lnTo>
                    <a:pt x="13776" y="421640"/>
                  </a:lnTo>
                  <a:lnTo>
                    <a:pt x="16311" y="419100"/>
                  </a:lnTo>
                  <a:close/>
                </a:path>
                <a:path w="431164" h="429260">
                  <a:moveTo>
                    <a:pt x="18847" y="416560"/>
                  </a:moveTo>
                  <a:lnTo>
                    <a:pt x="8889" y="416560"/>
                  </a:lnTo>
                  <a:lnTo>
                    <a:pt x="7619" y="417830"/>
                  </a:lnTo>
                  <a:lnTo>
                    <a:pt x="17579" y="417830"/>
                  </a:lnTo>
                  <a:lnTo>
                    <a:pt x="18847" y="416560"/>
                  </a:lnTo>
                  <a:close/>
                </a:path>
                <a:path w="431164" h="429260">
                  <a:moveTo>
                    <a:pt x="22651" y="412750"/>
                  </a:moveTo>
                  <a:lnTo>
                    <a:pt x="12700" y="412750"/>
                  </a:lnTo>
                  <a:lnTo>
                    <a:pt x="10159" y="415290"/>
                  </a:lnTo>
                  <a:lnTo>
                    <a:pt x="20115" y="415290"/>
                  </a:lnTo>
                  <a:lnTo>
                    <a:pt x="22651" y="412750"/>
                  </a:lnTo>
                  <a:close/>
                </a:path>
                <a:path w="431164" h="429260">
                  <a:moveTo>
                    <a:pt x="25186" y="410210"/>
                  </a:moveTo>
                  <a:lnTo>
                    <a:pt x="15239" y="410210"/>
                  </a:lnTo>
                  <a:lnTo>
                    <a:pt x="13969" y="411480"/>
                  </a:lnTo>
                  <a:lnTo>
                    <a:pt x="23919" y="411480"/>
                  </a:lnTo>
                  <a:lnTo>
                    <a:pt x="25186" y="410210"/>
                  </a:lnTo>
                  <a:close/>
                </a:path>
                <a:path w="431164" h="429260">
                  <a:moveTo>
                    <a:pt x="28990" y="406400"/>
                  </a:moveTo>
                  <a:lnTo>
                    <a:pt x="19050" y="406400"/>
                  </a:lnTo>
                  <a:lnTo>
                    <a:pt x="16509" y="408940"/>
                  </a:lnTo>
                  <a:lnTo>
                    <a:pt x="26454" y="408940"/>
                  </a:lnTo>
                  <a:lnTo>
                    <a:pt x="28990" y="406400"/>
                  </a:lnTo>
                  <a:close/>
                </a:path>
                <a:path w="431164" h="429260">
                  <a:moveTo>
                    <a:pt x="31526" y="403860"/>
                  </a:moveTo>
                  <a:lnTo>
                    <a:pt x="21589" y="403860"/>
                  </a:lnTo>
                  <a:lnTo>
                    <a:pt x="20319" y="405130"/>
                  </a:lnTo>
                  <a:lnTo>
                    <a:pt x="30258" y="405130"/>
                  </a:lnTo>
                  <a:lnTo>
                    <a:pt x="31526" y="403860"/>
                  </a:lnTo>
                  <a:close/>
                </a:path>
                <a:path w="431164" h="429260">
                  <a:moveTo>
                    <a:pt x="35329" y="400050"/>
                  </a:moveTo>
                  <a:lnTo>
                    <a:pt x="25400" y="400050"/>
                  </a:lnTo>
                  <a:lnTo>
                    <a:pt x="22859" y="402590"/>
                  </a:lnTo>
                  <a:lnTo>
                    <a:pt x="32793" y="402590"/>
                  </a:lnTo>
                  <a:lnTo>
                    <a:pt x="35329" y="400050"/>
                  </a:lnTo>
                  <a:close/>
                </a:path>
                <a:path w="431164" h="429260">
                  <a:moveTo>
                    <a:pt x="37865" y="397510"/>
                  </a:moveTo>
                  <a:lnTo>
                    <a:pt x="27939" y="397510"/>
                  </a:lnTo>
                  <a:lnTo>
                    <a:pt x="26669" y="398780"/>
                  </a:lnTo>
                  <a:lnTo>
                    <a:pt x="36597" y="398780"/>
                  </a:lnTo>
                  <a:lnTo>
                    <a:pt x="37865" y="397510"/>
                  </a:lnTo>
                  <a:close/>
                </a:path>
                <a:path w="431164" h="429260">
                  <a:moveTo>
                    <a:pt x="41668" y="393700"/>
                  </a:moveTo>
                  <a:lnTo>
                    <a:pt x="31750" y="393700"/>
                  </a:lnTo>
                  <a:lnTo>
                    <a:pt x="29209" y="396240"/>
                  </a:lnTo>
                  <a:lnTo>
                    <a:pt x="39133" y="396240"/>
                  </a:lnTo>
                  <a:lnTo>
                    <a:pt x="41668" y="393700"/>
                  </a:lnTo>
                  <a:close/>
                </a:path>
                <a:path w="431164" h="429260">
                  <a:moveTo>
                    <a:pt x="44204" y="391160"/>
                  </a:moveTo>
                  <a:lnTo>
                    <a:pt x="34289" y="391160"/>
                  </a:lnTo>
                  <a:lnTo>
                    <a:pt x="33019" y="392430"/>
                  </a:lnTo>
                  <a:lnTo>
                    <a:pt x="42936" y="392430"/>
                  </a:lnTo>
                  <a:lnTo>
                    <a:pt x="44204" y="391160"/>
                  </a:lnTo>
                  <a:close/>
                </a:path>
                <a:path w="431164" h="429260">
                  <a:moveTo>
                    <a:pt x="48008" y="387350"/>
                  </a:moveTo>
                  <a:lnTo>
                    <a:pt x="38100" y="387350"/>
                  </a:lnTo>
                  <a:lnTo>
                    <a:pt x="35559" y="389890"/>
                  </a:lnTo>
                  <a:lnTo>
                    <a:pt x="45472" y="389890"/>
                  </a:lnTo>
                  <a:lnTo>
                    <a:pt x="48008" y="387350"/>
                  </a:lnTo>
                  <a:close/>
                </a:path>
                <a:path w="431164" h="429260">
                  <a:moveTo>
                    <a:pt x="50543" y="384810"/>
                  </a:moveTo>
                  <a:lnTo>
                    <a:pt x="40639" y="384810"/>
                  </a:lnTo>
                  <a:lnTo>
                    <a:pt x="39369" y="386080"/>
                  </a:lnTo>
                  <a:lnTo>
                    <a:pt x="49275" y="386080"/>
                  </a:lnTo>
                  <a:lnTo>
                    <a:pt x="50543" y="384810"/>
                  </a:lnTo>
                  <a:close/>
                </a:path>
                <a:path w="431164" h="429260">
                  <a:moveTo>
                    <a:pt x="54347" y="381000"/>
                  </a:moveTo>
                  <a:lnTo>
                    <a:pt x="44450" y="381000"/>
                  </a:lnTo>
                  <a:lnTo>
                    <a:pt x="41909" y="383540"/>
                  </a:lnTo>
                  <a:lnTo>
                    <a:pt x="51811" y="383540"/>
                  </a:lnTo>
                  <a:lnTo>
                    <a:pt x="54347" y="381000"/>
                  </a:lnTo>
                  <a:close/>
                </a:path>
                <a:path w="431164" h="429260">
                  <a:moveTo>
                    <a:pt x="56883" y="378460"/>
                  </a:moveTo>
                  <a:lnTo>
                    <a:pt x="46989" y="378460"/>
                  </a:lnTo>
                  <a:lnTo>
                    <a:pt x="45719" y="379730"/>
                  </a:lnTo>
                  <a:lnTo>
                    <a:pt x="55615" y="379730"/>
                  </a:lnTo>
                  <a:lnTo>
                    <a:pt x="56883" y="378460"/>
                  </a:lnTo>
                  <a:close/>
                </a:path>
                <a:path w="431164" h="429260">
                  <a:moveTo>
                    <a:pt x="60686" y="374650"/>
                  </a:moveTo>
                  <a:lnTo>
                    <a:pt x="50800" y="374650"/>
                  </a:lnTo>
                  <a:lnTo>
                    <a:pt x="48259" y="377190"/>
                  </a:lnTo>
                  <a:lnTo>
                    <a:pt x="58150" y="377190"/>
                  </a:lnTo>
                  <a:lnTo>
                    <a:pt x="60686" y="374650"/>
                  </a:lnTo>
                  <a:close/>
                </a:path>
                <a:path w="431164" h="429260">
                  <a:moveTo>
                    <a:pt x="63222" y="372110"/>
                  </a:moveTo>
                  <a:lnTo>
                    <a:pt x="53339" y="372110"/>
                  </a:lnTo>
                  <a:lnTo>
                    <a:pt x="52069" y="373380"/>
                  </a:lnTo>
                  <a:lnTo>
                    <a:pt x="61954" y="373380"/>
                  </a:lnTo>
                  <a:lnTo>
                    <a:pt x="63222" y="372110"/>
                  </a:lnTo>
                  <a:close/>
                </a:path>
                <a:path w="431164" h="429260">
                  <a:moveTo>
                    <a:pt x="67025" y="368300"/>
                  </a:moveTo>
                  <a:lnTo>
                    <a:pt x="57150" y="368300"/>
                  </a:lnTo>
                  <a:lnTo>
                    <a:pt x="54609" y="370840"/>
                  </a:lnTo>
                  <a:lnTo>
                    <a:pt x="64490" y="370840"/>
                  </a:lnTo>
                  <a:lnTo>
                    <a:pt x="67025" y="368300"/>
                  </a:lnTo>
                  <a:close/>
                </a:path>
                <a:path w="431164" h="429260">
                  <a:moveTo>
                    <a:pt x="69561" y="365760"/>
                  </a:moveTo>
                  <a:lnTo>
                    <a:pt x="59689" y="365760"/>
                  </a:lnTo>
                  <a:lnTo>
                    <a:pt x="58419" y="367030"/>
                  </a:lnTo>
                  <a:lnTo>
                    <a:pt x="68293" y="367030"/>
                  </a:lnTo>
                  <a:lnTo>
                    <a:pt x="69561" y="365760"/>
                  </a:lnTo>
                  <a:close/>
                </a:path>
                <a:path w="431164" h="429260">
                  <a:moveTo>
                    <a:pt x="73365" y="361950"/>
                  </a:moveTo>
                  <a:lnTo>
                    <a:pt x="63500" y="361950"/>
                  </a:lnTo>
                  <a:lnTo>
                    <a:pt x="60959" y="364490"/>
                  </a:lnTo>
                  <a:lnTo>
                    <a:pt x="70829" y="364490"/>
                  </a:lnTo>
                  <a:lnTo>
                    <a:pt x="73365" y="361950"/>
                  </a:lnTo>
                  <a:close/>
                </a:path>
                <a:path w="431164" h="429260">
                  <a:moveTo>
                    <a:pt x="75900" y="359410"/>
                  </a:moveTo>
                  <a:lnTo>
                    <a:pt x="66039" y="359410"/>
                  </a:lnTo>
                  <a:lnTo>
                    <a:pt x="64769" y="360680"/>
                  </a:lnTo>
                  <a:lnTo>
                    <a:pt x="74632" y="360680"/>
                  </a:lnTo>
                  <a:lnTo>
                    <a:pt x="75900" y="359410"/>
                  </a:lnTo>
                  <a:close/>
                </a:path>
                <a:path w="431164" h="429260">
                  <a:moveTo>
                    <a:pt x="88579" y="346710"/>
                  </a:moveTo>
                  <a:lnTo>
                    <a:pt x="78739" y="346710"/>
                  </a:lnTo>
                  <a:lnTo>
                    <a:pt x="67309" y="358140"/>
                  </a:lnTo>
                  <a:lnTo>
                    <a:pt x="77168" y="358140"/>
                  </a:lnTo>
                  <a:lnTo>
                    <a:pt x="88579" y="346710"/>
                  </a:lnTo>
                  <a:close/>
                </a:path>
                <a:path w="431164" h="429260">
                  <a:moveTo>
                    <a:pt x="101257" y="334010"/>
                  </a:moveTo>
                  <a:lnTo>
                    <a:pt x="91439" y="334010"/>
                  </a:lnTo>
                  <a:lnTo>
                    <a:pt x="80009" y="345440"/>
                  </a:lnTo>
                  <a:lnTo>
                    <a:pt x="89847" y="345440"/>
                  </a:lnTo>
                  <a:lnTo>
                    <a:pt x="101257" y="334010"/>
                  </a:lnTo>
                  <a:close/>
                </a:path>
                <a:path w="431164" h="429260">
                  <a:moveTo>
                    <a:pt x="105061" y="330200"/>
                  </a:moveTo>
                  <a:lnTo>
                    <a:pt x="95250" y="330200"/>
                  </a:lnTo>
                  <a:lnTo>
                    <a:pt x="92709" y="332740"/>
                  </a:lnTo>
                  <a:lnTo>
                    <a:pt x="102525" y="332740"/>
                  </a:lnTo>
                  <a:lnTo>
                    <a:pt x="105061" y="330200"/>
                  </a:lnTo>
                  <a:close/>
                </a:path>
                <a:path w="431164" h="429260">
                  <a:moveTo>
                    <a:pt x="107596" y="327660"/>
                  </a:moveTo>
                  <a:lnTo>
                    <a:pt x="97789" y="327660"/>
                  </a:lnTo>
                  <a:lnTo>
                    <a:pt x="96519" y="328930"/>
                  </a:lnTo>
                  <a:lnTo>
                    <a:pt x="106329" y="328930"/>
                  </a:lnTo>
                  <a:lnTo>
                    <a:pt x="107596" y="327660"/>
                  </a:lnTo>
                  <a:close/>
                </a:path>
                <a:path w="431164" h="429260">
                  <a:moveTo>
                    <a:pt x="111400" y="323850"/>
                  </a:moveTo>
                  <a:lnTo>
                    <a:pt x="101600" y="323850"/>
                  </a:lnTo>
                  <a:lnTo>
                    <a:pt x="99059" y="326390"/>
                  </a:lnTo>
                  <a:lnTo>
                    <a:pt x="108864" y="326390"/>
                  </a:lnTo>
                  <a:lnTo>
                    <a:pt x="111400" y="323850"/>
                  </a:lnTo>
                  <a:close/>
                </a:path>
                <a:path w="431164" h="429260">
                  <a:moveTo>
                    <a:pt x="124079" y="311150"/>
                  </a:moveTo>
                  <a:lnTo>
                    <a:pt x="114300" y="311150"/>
                  </a:lnTo>
                  <a:lnTo>
                    <a:pt x="102869" y="322580"/>
                  </a:lnTo>
                  <a:lnTo>
                    <a:pt x="112668" y="322580"/>
                  </a:lnTo>
                  <a:lnTo>
                    <a:pt x="124079" y="311150"/>
                  </a:lnTo>
                  <a:close/>
                </a:path>
                <a:path w="431164" h="429260">
                  <a:moveTo>
                    <a:pt x="132953" y="302260"/>
                  </a:moveTo>
                  <a:lnTo>
                    <a:pt x="123189" y="302260"/>
                  </a:lnTo>
                  <a:lnTo>
                    <a:pt x="115569" y="309880"/>
                  </a:lnTo>
                  <a:lnTo>
                    <a:pt x="125346" y="309880"/>
                  </a:lnTo>
                  <a:lnTo>
                    <a:pt x="132953" y="302260"/>
                  </a:lnTo>
                  <a:close/>
                </a:path>
                <a:path w="431164" h="429260">
                  <a:moveTo>
                    <a:pt x="149435" y="285750"/>
                  </a:moveTo>
                  <a:lnTo>
                    <a:pt x="139700" y="285750"/>
                  </a:lnTo>
                  <a:lnTo>
                    <a:pt x="124459" y="300990"/>
                  </a:lnTo>
                  <a:lnTo>
                    <a:pt x="134221" y="300990"/>
                  </a:lnTo>
                  <a:lnTo>
                    <a:pt x="149435" y="285750"/>
                  </a:lnTo>
                  <a:close/>
                </a:path>
                <a:path w="431164" h="429260">
                  <a:moveTo>
                    <a:pt x="154507" y="280670"/>
                  </a:moveTo>
                  <a:lnTo>
                    <a:pt x="144779" y="280670"/>
                  </a:lnTo>
                  <a:lnTo>
                    <a:pt x="140969" y="284480"/>
                  </a:lnTo>
                  <a:lnTo>
                    <a:pt x="150703" y="284480"/>
                  </a:lnTo>
                  <a:lnTo>
                    <a:pt x="154507" y="280670"/>
                  </a:lnTo>
                  <a:close/>
                </a:path>
              </a:pathLst>
            </a:custGeom>
            <a:solidFill>
              <a:srgbClr val="7C53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26">
              <a:extLst>
                <a:ext uri="{FF2B5EF4-FFF2-40B4-BE49-F238E27FC236}">
                  <a16:creationId xmlns:a16="http://schemas.microsoft.com/office/drawing/2014/main" id="{1247364D-A618-578B-1579-BA510B3B236C}"/>
                </a:ext>
              </a:extLst>
            </p:cNvPr>
            <p:cNvSpPr/>
            <p:nvPr/>
          </p:nvSpPr>
          <p:spPr>
            <a:xfrm>
              <a:off x="2550160" y="2579369"/>
              <a:ext cx="436245" cy="430530"/>
            </a:xfrm>
            <a:custGeom>
              <a:avLst/>
              <a:gdLst/>
              <a:ahLst/>
              <a:cxnLst/>
              <a:rect l="l" t="t" r="r" b="b"/>
              <a:pathLst>
                <a:path w="436244" h="430530">
                  <a:moveTo>
                    <a:pt x="241986" y="194310"/>
                  </a:moveTo>
                  <a:lnTo>
                    <a:pt x="231835" y="194310"/>
                  </a:lnTo>
                  <a:lnTo>
                    <a:pt x="225496" y="200660"/>
                  </a:lnTo>
                  <a:lnTo>
                    <a:pt x="235647" y="200660"/>
                  </a:lnTo>
                  <a:lnTo>
                    <a:pt x="241986" y="194310"/>
                  </a:lnTo>
                  <a:close/>
                </a:path>
                <a:path w="436244" h="430530">
                  <a:moveTo>
                    <a:pt x="244522" y="191770"/>
                  </a:moveTo>
                  <a:lnTo>
                    <a:pt x="234370" y="191770"/>
                  </a:lnTo>
                  <a:lnTo>
                    <a:pt x="233103" y="193039"/>
                  </a:lnTo>
                  <a:lnTo>
                    <a:pt x="243254" y="193039"/>
                  </a:lnTo>
                  <a:lnTo>
                    <a:pt x="244522" y="191770"/>
                  </a:lnTo>
                  <a:close/>
                </a:path>
                <a:path w="436244" h="430530">
                  <a:moveTo>
                    <a:pt x="248325" y="187960"/>
                  </a:moveTo>
                  <a:lnTo>
                    <a:pt x="238174" y="187960"/>
                  </a:lnTo>
                  <a:lnTo>
                    <a:pt x="235638" y="190500"/>
                  </a:lnTo>
                  <a:lnTo>
                    <a:pt x="245790" y="190500"/>
                  </a:lnTo>
                  <a:lnTo>
                    <a:pt x="248325" y="187960"/>
                  </a:lnTo>
                  <a:close/>
                </a:path>
                <a:path w="436244" h="430530">
                  <a:moveTo>
                    <a:pt x="250861" y="185420"/>
                  </a:moveTo>
                  <a:lnTo>
                    <a:pt x="240710" y="185420"/>
                  </a:lnTo>
                  <a:lnTo>
                    <a:pt x="239442" y="186689"/>
                  </a:lnTo>
                  <a:lnTo>
                    <a:pt x="249593" y="186689"/>
                  </a:lnTo>
                  <a:lnTo>
                    <a:pt x="250861" y="185420"/>
                  </a:lnTo>
                  <a:close/>
                </a:path>
                <a:path w="436244" h="430530">
                  <a:moveTo>
                    <a:pt x="254665" y="181610"/>
                  </a:moveTo>
                  <a:lnTo>
                    <a:pt x="244513" y="181610"/>
                  </a:lnTo>
                  <a:lnTo>
                    <a:pt x="241978" y="184150"/>
                  </a:lnTo>
                  <a:lnTo>
                    <a:pt x="252129" y="184150"/>
                  </a:lnTo>
                  <a:lnTo>
                    <a:pt x="254665" y="181610"/>
                  </a:lnTo>
                  <a:close/>
                </a:path>
                <a:path w="436244" h="430530">
                  <a:moveTo>
                    <a:pt x="257200" y="179070"/>
                  </a:moveTo>
                  <a:lnTo>
                    <a:pt x="247049" y="179070"/>
                  </a:lnTo>
                  <a:lnTo>
                    <a:pt x="245781" y="180339"/>
                  </a:lnTo>
                  <a:lnTo>
                    <a:pt x="255932" y="180339"/>
                  </a:lnTo>
                  <a:lnTo>
                    <a:pt x="257200" y="179070"/>
                  </a:lnTo>
                  <a:close/>
                </a:path>
                <a:path w="436244" h="430530">
                  <a:moveTo>
                    <a:pt x="269879" y="166370"/>
                  </a:moveTo>
                  <a:lnTo>
                    <a:pt x="259727" y="166370"/>
                  </a:lnTo>
                  <a:lnTo>
                    <a:pt x="248317" y="177800"/>
                  </a:lnTo>
                  <a:lnTo>
                    <a:pt x="258468" y="177800"/>
                  </a:lnTo>
                  <a:lnTo>
                    <a:pt x="269879" y="166370"/>
                  </a:lnTo>
                  <a:close/>
                </a:path>
                <a:path w="436244" h="430530">
                  <a:moveTo>
                    <a:pt x="282557" y="153670"/>
                  </a:moveTo>
                  <a:lnTo>
                    <a:pt x="272406" y="153670"/>
                  </a:lnTo>
                  <a:lnTo>
                    <a:pt x="260995" y="165100"/>
                  </a:lnTo>
                  <a:lnTo>
                    <a:pt x="271147" y="165100"/>
                  </a:lnTo>
                  <a:lnTo>
                    <a:pt x="282557" y="153670"/>
                  </a:lnTo>
                  <a:close/>
                </a:path>
                <a:path w="436244" h="430530">
                  <a:moveTo>
                    <a:pt x="286361" y="149860"/>
                  </a:moveTo>
                  <a:lnTo>
                    <a:pt x="276209" y="149860"/>
                  </a:lnTo>
                  <a:lnTo>
                    <a:pt x="273674" y="152400"/>
                  </a:lnTo>
                  <a:lnTo>
                    <a:pt x="283825" y="152400"/>
                  </a:lnTo>
                  <a:lnTo>
                    <a:pt x="286361" y="149860"/>
                  </a:lnTo>
                  <a:close/>
                </a:path>
                <a:path w="436244" h="430530">
                  <a:moveTo>
                    <a:pt x="288897" y="147320"/>
                  </a:moveTo>
                  <a:lnTo>
                    <a:pt x="278745" y="147320"/>
                  </a:lnTo>
                  <a:lnTo>
                    <a:pt x="277477" y="148589"/>
                  </a:lnTo>
                  <a:lnTo>
                    <a:pt x="287629" y="148589"/>
                  </a:lnTo>
                  <a:lnTo>
                    <a:pt x="288897" y="147320"/>
                  </a:lnTo>
                  <a:close/>
                </a:path>
                <a:path w="436244" h="430530">
                  <a:moveTo>
                    <a:pt x="292700" y="143510"/>
                  </a:moveTo>
                  <a:lnTo>
                    <a:pt x="282549" y="143510"/>
                  </a:lnTo>
                  <a:lnTo>
                    <a:pt x="280013" y="146050"/>
                  </a:lnTo>
                  <a:lnTo>
                    <a:pt x="290164" y="146050"/>
                  </a:lnTo>
                  <a:lnTo>
                    <a:pt x="292700" y="143510"/>
                  </a:lnTo>
                  <a:close/>
                </a:path>
                <a:path w="436244" h="430530">
                  <a:moveTo>
                    <a:pt x="295236" y="140970"/>
                  </a:moveTo>
                  <a:lnTo>
                    <a:pt x="285084" y="140970"/>
                  </a:lnTo>
                  <a:lnTo>
                    <a:pt x="283817" y="142239"/>
                  </a:lnTo>
                  <a:lnTo>
                    <a:pt x="293968" y="142239"/>
                  </a:lnTo>
                  <a:lnTo>
                    <a:pt x="295236" y="140970"/>
                  </a:lnTo>
                  <a:close/>
                </a:path>
                <a:path w="436244" h="430530">
                  <a:moveTo>
                    <a:pt x="299039" y="137160"/>
                  </a:moveTo>
                  <a:lnTo>
                    <a:pt x="288888" y="137160"/>
                  </a:lnTo>
                  <a:lnTo>
                    <a:pt x="286352" y="139700"/>
                  </a:lnTo>
                  <a:lnTo>
                    <a:pt x="296504" y="139700"/>
                  </a:lnTo>
                  <a:lnTo>
                    <a:pt x="299039" y="137160"/>
                  </a:lnTo>
                  <a:close/>
                </a:path>
                <a:path w="436244" h="430530">
                  <a:moveTo>
                    <a:pt x="301575" y="134620"/>
                  </a:moveTo>
                  <a:lnTo>
                    <a:pt x="291424" y="134620"/>
                  </a:lnTo>
                  <a:lnTo>
                    <a:pt x="290156" y="135889"/>
                  </a:lnTo>
                  <a:lnTo>
                    <a:pt x="300307" y="135889"/>
                  </a:lnTo>
                  <a:lnTo>
                    <a:pt x="301575" y="134620"/>
                  </a:lnTo>
                  <a:close/>
                </a:path>
                <a:path w="436244" h="430530">
                  <a:moveTo>
                    <a:pt x="305379" y="130810"/>
                  </a:moveTo>
                  <a:lnTo>
                    <a:pt x="295227" y="130810"/>
                  </a:lnTo>
                  <a:lnTo>
                    <a:pt x="292691" y="133350"/>
                  </a:lnTo>
                  <a:lnTo>
                    <a:pt x="302843" y="133350"/>
                  </a:lnTo>
                  <a:lnTo>
                    <a:pt x="305379" y="130810"/>
                  </a:lnTo>
                  <a:close/>
                </a:path>
                <a:path w="436244" h="430530">
                  <a:moveTo>
                    <a:pt x="307914" y="128270"/>
                  </a:moveTo>
                  <a:lnTo>
                    <a:pt x="297763" y="128270"/>
                  </a:lnTo>
                  <a:lnTo>
                    <a:pt x="296495" y="129539"/>
                  </a:lnTo>
                  <a:lnTo>
                    <a:pt x="306646" y="129539"/>
                  </a:lnTo>
                  <a:lnTo>
                    <a:pt x="307914" y="128270"/>
                  </a:lnTo>
                  <a:close/>
                </a:path>
                <a:path w="436244" h="430530">
                  <a:moveTo>
                    <a:pt x="311718" y="124460"/>
                  </a:moveTo>
                  <a:lnTo>
                    <a:pt x="301566" y="124460"/>
                  </a:lnTo>
                  <a:lnTo>
                    <a:pt x="299031" y="127000"/>
                  </a:lnTo>
                  <a:lnTo>
                    <a:pt x="309182" y="127000"/>
                  </a:lnTo>
                  <a:lnTo>
                    <a:pt x="311718" y="124460"/>
                  </a:lnTo>
                  <a:close/>
                </a:path>
                <a:path w="436244" h="430530">
                  <a:moveTo>
                    <a:pt x="314253" y="121920"/>
                  </a:moveTo>
                  <a:lnTo>
                    <a:pt x="304102" y="121920"/>
                  </a:lnTo>
                  <a:lnTo>
                    <a:pt x="302834" y="123189"/>
                  </a:lnTo>
                  <a:lnTo>
                    <a:pt x="312986" y="123189"/>
                  </a:lnTo>
                  <a:lnTo>
                    <a:pt x="314253" y="121920"/>
                  </a:lnTo>
                  <a:close/>
                </a:path>
                <a:path w="436244" h="430530">
                  <a:moveTo>
                    <a:pt x="318057" y="118110"/>
                  </a:moveTo>
                  <a:lnTo>
                    <a:pt x="307906" y="118110"/>
                  </a:lnTo>
                  <a:lnTo>
                    <a:pt x="305370" y="120650"/>
                  </a:lnTo>
                  <a:lnTo>
                    <a:pt x="315521" y="120650"/>
                  </a:lnTo>
                  <a:lnTo>
                    <a:pt x="318057" y="118110"/>
                  </a:lnTo>
                  <a:close/>
                </a:path>
                <a:path w="436244" h="430530">
                  <a:moveTo>
                    <a:pt x="320593" y="115570"/>
                  </a:moveTo>
                  <a:lnTo>
                    <a:pt x="310441" y="115570"/>
                  </a:lnTo>
                  <a:lnTo>
                    <a:pt x="309173" y="116839"/>
                  </a:lnTo>
                  <a:lnTo>
                    <a:pt x="319325" y="116839"/>
                  </a:lnTo>
                  <a:lnTo>
                    <a:pt x="320593" y="115570"/>
                  </a:lnTo>
                  <a:close/>
                </a:path>
                <a:path w="436244" h="430530">
                  <a:moveTo>
                    <a:pt x="324396" y="111760"/>
                  </a:moveTo>
                  <a:lnTo>
                    <a:pt x="314245" y="111760"/>
                  </a:lnTo>
                  <a:lnTo>
                    <a:pt x="311709" y="114300"/>
                  </a:lnTo>
                  <a:lnTo>
                    <a:pt x="321861" y="114300"/>
                  </a:lnTo>
                  <a:lnTo>
                    <a:pt x="324396" y="111760"/>
                  </a:lnTo>
                  <a:close/>
                </a:path>
                <a:path w="436244" h="430530">
                  <a:moveTo>
                    <a:pt x="326932" y="109220"/>
                  </a:moveTo>
                  <a:lnTo>
                    <a:pt x="316781" y="109220"/>
                  </a:lnTo>
                  <a:lnTo>
                    <a:pt x="315513" y="110489"/>
                  </a:lnTo>
                  <a:lnTo>
                    <a:pt x="325664" y="110489"/>
                  </a:lnTo>
                  <a:lnTo>
                    <a:pt x="326932" y="109220"/>
                  </a:lnTo>
                  <a:close/>
                </a:path>
                <a:path w="436244" h="430530">
                  <a:moveTo>
                    <a:pt x="330735" y="105410"/>
                  </a:moveTo>
                  <a:lnTo>
                    <a:pt x="320584" y="105410"/>
                  </a:lnTo>
                  <a:lnTo>
                    <a:pt x="318048" y="107950"/>
                  </a:lnTo>
                  <a:lnTo>
                    <a:pt x="328200" y="107950"/>
                  </a:lnTo>
                  <a:lnTo>
                    <a:pt x="330735" y="105410"/>
                  </a:lnTo>
                  <a:close/>
                </a:path>
                <a:path w="436244" h="430530">
                  <a:moveTo>
                    <a:pt x="333271" y="102870"/>
                  </a:moveTo>
                  <a:lnTo>
                    <a:pt x="323120" y="102870"/>
                  </a:lnTo>
                  <a:lnTo>
                    <a:pt x="321852" y="104139"/>
                  </a:lnTo>
                  <a:lnTo>
                    <a:pt x="332003" y="104139"/>
                  </a:lnTo>
                  <a:lnTo>
                    <a:pt x="333271" y="102870"/>
                  </a:lnTo>
                  <a:close/>
                </a:path>
                <a:path w="436244" h="430530">
                  <a:moveTo>
                    <a:pt x="337075" y="99060"/>
                  </a:moveTo>
                  <a:lnTo>
                    <a:pt x="326923" y="99060"/>
                  </a:lnTo>
                  <a:lnTo>
                    <a:pt x="324388" y="101600"/>
                  </a:lnTo>
                  <a:lnTo>
                    <a:pt x="334539" y="101600"/>
                  </a:lnTo>
                  <a:lnTo>
                    <a:pt x="337075" y="99060"/>
                  </a:lnTo>
                  <a:close/>
                </a:path>
                <a:path w="436244" h="430530">
                  <a:moveTo>
                    <a:pt x="339610" y="96520"/>
                  </a:moveTo>
                  <a:lnTo>
                    <a:pt x="329459" y="96520"/>
                  </a:lnTo>
                  <a:lnTo>
                    <a:pt x="328191" y="97789"/>
                  </a:lnTo>
                  <a:lnTo>
                    <a:pt x="338343" y="97789"/>
                  </a:lnTo>
                  <a:lnTo>
                    <a:pt x="339610" y="96520"/>
                  </a:lnTo>
                  <a:close/>
                </a:path>
                <a:path w="436244" h="430530">
                  <a:moveTo>
                    <a:pt x="343414" y="92710"/>
                  </a:moveTo>
                  <a:lnTo>
                    <a:pt x="333263" y="92710"/>
                  </a:lnTo>
                  <a:lnTo>
                    <a:pt x="330727" y="95250"/>
                  </a:lnTo>
                  <a:lnTo>
                    <a:pt x="340878" y="95250"/>
                  </a:lnTo>
                  <a:lnTo>
                    <a:pt x="343414" y="92710"/>
                  </a:lnTo>
                  <a:close/>
                </a:path>
                <a:path w="436244" h="430530">
                  <a:moveTo>
                    <a:pt x="345950" y="90170"/>
                  </a:moveTo>
                  <a:lnTo>
                    <a:pt x="335798" y="90170"/>
                  </a:lnTo>
                  <a:lnTo>
                    <a:pt x="334530" y="91439"/>
                  </a:lnTo>
                  <a:lnTo>
                    <a:pt x="344682" y="91439"/>
                  </a:lnTo>
                  <a:lnTo>
                    <a:pt x="345950" y="90170"/>
                  </a:lnTo>
                  <a:close/>
                </a:path>
                <a:path w="436244" h="430530">
                  <a:moveTo>
                    <a:pt x="349753" y="86360"/>
                  </a:moveTo>
                  <a:lnTo>
                    <a:pt x="339602" y="86360"/>
                  </a:lnTo>
                  <a:lnTo>
                    <a:pt x="337066" y="88900"/>
                  </a:lnTo>
                  <a:lnTo>
                    <a:pt x="347218" y="88900"/>
                  </a:lnTo>
                  <a:lnTo>
                    <a:pt x="349753" y="86360"/>
                  </a:lnTo>
                  <a:close/>
                </a:path>
                <a:path w="436244" h="430530">
                  <a:moveTo>
                    <a:pt x="352289" y="83820"/>
                  </a:moveTo>
                  <a:lnTo>
                    <a:pt x="342138" y="83820"/>
                  </a:lnTo>
                  <a:lnTo>
                    <a:pt x="340870" y="85089"/>
                  </a:lnTo>
                  <a:lnTo>
                    <a:pt x="351021" y="85089"/>
                  </a:lnTo>
                  <a:lnTo>
                    <a:pt x="352289" y="83820"/>
                  </a:lnTo>
                  <a:close/>
                </a:path>
                <a:path w="436244" h="430530">
                  <a:moveTo>
                    <a:pt x="356092" y="80010"/>
                  </a:moveTo>
                  <a:lnTo>
                    <a:pt x="345941" y="80010"/>
                  </a:lnTo>
                  <a:lnTo>
                    <a:pt x="343405" y="82550"/>
                  </a:lnTo>
                  <a:lnTo>
                    <a:pt x="353557" y="82550"/>
                  </a:lnTo>
                  <a:lnTo>
                    <a:pt x="356092" y="80010"/>
                  </a:lnTo>
                  <a:close/>
                </a:path>
                <a:path w="436244" h="430530">
                  <a:moveTo>
                    <a:pt x="358628" y="77470"/>
                  </a:moveTo>
                  <a:lnTo>
                    <a:pt x="348477" y="77470"/>
                  </a:lnTo>
                  <a:lnTo>
                    <a:pt x="347209" y="78739"/>
                  </a:lnTo>
                  <a:lnTo>
                    <a:pt x="357360" y="78739"/>
                  </a:lnTo>
                  <a:lnTo>
                    <a:pt x="358628" y="77470"/>
                  </a:lnTo>
                  <a:close/>
                </a:path>
                <a:path w="436244" h="430530">
                  <a:moveTo>
                    <a:pt x="362432" y="73660"/>
                  </a:moveTo>
                  <a:lnTo>
                    <a:pt x="352280" y="73660"/>
                  </a:lnTo>
                  <a:lnTo>
                    <a:pt x="349745" y="76200"/>
                  </a:lnTo>
                  <a:lnTo>
                    <a:pt x="359896" y="76200"/>
                  </a:lnTo>
                  <a:lnTo>
                    <a:pt x="362432" y="73660"/>
                  </a:lnTo>
                  <a:close/>
                </a:path>
                <a:path w="436244" h="430530">
                  <a:moveTo>
                    <a:pt x="364967" y="71120"/>
                  </a:moveTo>
                  <a:lnTo>
                    <a:pt x="354816" y="71120"/>
                  </a:lnTo>
                  <a:lnTo>
                    <a:pt x="353548" y="72389"/>
                  </a:lnTo>
                  <a:lnTo>
                    <a:pt x="363700" y="72389"/>
                  </a:lnTo>
                  <a:lnTo>
                    <a:pt x="364967" y="71120"/>
                  </a:lnTo>
                  <a:close/>
                </a:path>
                <a:path w="436244" h="430530">
                  <a:moveTo>
                    <a:pt x="368771" y="67310"/>
                  </a:moveTo>
                  <a:lnTo>
                    <a:pt x="358620" y="67310"/>
                  </a:lnTo>
                  <a:lnTo>
                    <a:pt x="356084" y="69850"/>
                  </a:lnTo>
                  <a:lnTo>
                    <a:pt x="366235" y="69850"/>
                  </a:lnTo>
                  <a:lnTo>
                    <a:pt x="368771" y="67310"/>
                  </a:lnTo>
                  <a:close/>
                </a:path>
                <a:path w="436244" h="430530">
                  <a:moveTo>
                    <a:pt x="371307" y="64770"/>
                  </a:moveTo>
                  <a:lnTo>
                    <a:pt x="361155" y="64770"/>
                  </a:lnTo>
                  <a:lnTo>
                    <a:pt x="359887" y="66039"/>
                  </a:lnTo>
                  <a:lnTo>
                    <a:pt x="370039" y="66039"/>
                  </a:lnTo>
                  <a:lnTo>
                    <a:pt x="371307" y="64770"/>
                  </a:lnTo>
                  <a:close/>
                </a:path>
                <a:path w="436244" h="430530">
                  <a:moveTo>
                    <a:pt x="375110" y="60960"/>
                  </a:moveTo>
                  <a:lnTo>
                    <a:pt x="364959" y="60960"/>
                  </a:lnTo>
                  <a:lnTo>
                    <a:pt x="362423" y="63500"/>
                  </a:lnTo>
                  <a:lnTo>
                    <a:pt x="372574" y="63500"/>
                  </a:lnTo>
                  <a:lnTo>
                    <a:pt x="375110" y="60960"/>
                  </a:lnTo>
                  <a:close/>
                </a:path>
                <a:path w="436244" h="430530">
                  <a:moveTo>
                    <a:pt x="377646" y="58420"/>
                  </a:moveTo>
                  <a:lnTo>
                    <a:pt x="367494" y="58420"/>
                  </a:lnTo>
                  <a:lnTo>
                    <a:pt x="366227" y="59689"/>
                  </a:lnTo>
                  <a:lnTo>
                    <a:pt x="376378" y="59689"/>
                  </a:lnTo>
                  <a:lnTo>
                    <a:pt x="377646" y="58420"/>
                  </a:lnTo>
                  <a:close/>
                </a:path>
                <a:path w="436244" h="430530">
                  <a:moveTo>
                    <a:pt x="381449" y="54610"/>
                  </a:moveTo>
                  <a:lnTo>
                    <a:pt x="371298" y="54610"/>
                  </a:lnTo>
                  <a:lnTo>
                    <a:pt x="368762" y="57150"/>
                  </a:lnTo>
                  <a:lnTo>
                    <a:pt x="378914" y="57150"/>
                  </a:lnTo>
                  <a:lnTo>
                    <a:pt x="381449" y="54610"/>
                  </a:lnTo>
                  <a:close/>
                </a:path>
                <a:path w="436244" h="430530">
                  <a:moveTo>
                    <a:pt x="383985" y="52070"/>
                  </a:moveTo>
                  <a:lnTo>
                    <a:pt x="373834" y="52070"/>
                  </a:lnTo>
                  <a:lnTo>
                    <a:pt x="372566" y="53339"/>
                  </a:lnTo>
                  <a:lnTo>
                    <a:pt x="382717" y="53339"/>
                  </a:lnTo>
                  <a:lnTo>
                    <a:pt x="383985" y="52070"/>
                  </a:lnTo>
                  <a:close/>
                </a:path>
                <a:path w="436244" h="430530">
                  <a:moveTo>
                    <a:pt x="387789" y="48260"/>
                  </a:moveTo>
                  <a:lnTo>
                    <a:pt x="377637" y="48260"/>
                  </a:lnTo>
                  <a:lnTo>
                    <a:pt x="375102" y="50800"/>
                  </a:lnTo>
                  <a:lnTo>
                    <a:pt x="385253" y="50800"/>
                  </a:lnTo>
                  <a:lnTo>
                    <a:pt x="387789" y="48260"/>
                  </a:lnTo>
                  <a:close/>
                </a:path>
                <a:path w="436244" h="430530">
                  <a:moveTo>
                    <a:pt x="390324" y="45720"/>
                  </a:moveTo>
                  <a:lnTo>
                    <a:pt x="380173" y="45720"/>
                  </a:lnTo>
                  <a:lnTo>
                    <a:pt x="378905" y="46989"/>
                  </a:lnTo>
                  <a:lnTo>
                    <a:pt x="389056" y="46989"/>
                  </a:lnTo>
                  <a:lnTo>
                    <a:pt x="390324" y="45720"/>
                  </a:lnTo>
                  <a:close/>
                </a:path>
                <a:path w="436244" h="430530">
                  <a:moveTo>
                    <a:pt x="394128" y="41910"/>
                  </a:moveTo>
                  <a:lnTo>
                    <a:pt x="383976" y="41910"/>
                  </a:lnTo>
                  <a:lnTo>
                    <a:pt x="381441" y="44450"/>
                  </a:lnTo>
                  <a:lnTo>
                    <a:pt x="391592" y="44450"/>
                  </a:lnTo>
                  <a:lnTo>
                    <a:pt x="394128" y="41910"/>
                  </a:lnTo>
                  <a:close/>
                </a:path>
                <a:path w="436244" h="430530">
                  <a:moveTo>
                    <a:pt x="396664" y="39370"/>
                  </a:moveTo>
                  <a:lnTo>
                    <a:pt x="386512" y="39370"/>
                  </a:lnTo>
                  <a:lnTo>
                    <a:pt x="385244" y="40639"/>
                  </a:lnTo>
                  <a:lnTo>
                    <a:pt x="395396" y="40639"/>
                  </a:lnTo>
                  <a:lnTo>
                    <a:pt x="396664" y="39370"/>
                  </a:lnTo>
                  <a:close/>
                </a:path>
                <a:path w="436244" h="430530">
                  <a:moveTo>
                    <a:pt x="400467" y="35560"/>
                  </a:moveTo>
                  <a:lnTo>
                    <a:pt x="390316" y="35560"/>
                  </a:lnTo>
                  <a:lnTo>
                    <a:pt x="387780" y="38100"/>
                  </a:lnTo>
                  <a:lnTo>
                    <a:pt x="397931" y="38100"/>
                  </a:lnTo>
                  <a:lnTo>
                    <a:pt x="400467" y="35560"/>
                  </a:lnTo>
                  <a:close/>
                </a:path>
                <a:path w="436244" h="430530">
                  <a:moveTo>
                    <a:pt x="403003" y="33020"/>
                  </a:moveTo>
                  <a:lnTo>
                    <a:pt x="392851" y="33020"/>
                  </a:lnTo>
                  <a:lnTo>
                    <a:pt x="391584" y="34289"/>
                  </a:lnTo>
                  <a:lnTo>
                    <a:pt x="401735" y="34289"/>
                  </a:lnTo>
                  <a:lnTo>
                    <a:pt x="403003" y="33020"/>
                  </a:lnTo>
                  <a:close/>
                </a:path>
                <a:path w="436244" h="430530">
                  <a:moveTo>
                    <a:pt x="406806" y="29210"/>
                  </a:moveTo>
                  <a:lnTo>
                    <a:pt x="396655" y="29210"/>
                  </a:lnTo>
                  <a:lnTo>
                    <a:pt x="394119" y="31750"/>
                  </a:lnTo>
                  <a:lnTo>
                    <a:pt x="404271" y="31750"/>
                  </a:lnTo>
                  <a:lnTo>
                    <a:pt x="406806" y="29210"/>
                  </a:lnTo>
                  <a:close/>
                </a:path>
                <a:path w="436244" h="430530">
                  <a:moveTo>
                    <a:pt x="409342" y="26670"/>
                  </a:moveTo>
                  <a:lnTo>
                    <a:pt x="399191" y="26670"/>
                  </a:lnTo>
                  <a:lnTo>
                    <a:pt x="397923" y="27939"/>
                  </a:lnTo>
                  <a:lnTo>
                    <a:pt x="408074" y="27939"/>
                  </a:lnTo>
                  <a:lnTo>
                    <a:pt x="409342" y="26670"/>
                  </a:lnTo>
                  <a:close/>
                </a:path>
                <a:path w="436244" h="430530">
                  <a:moveTo>
                    <a:pt x="413146" y="22860"/>
                  </a:moveTo>
                  <a:lnTo>
                    <a:pt x="402994" y="22860"/>
                  </a:lnTo>
                  <a:lnTo>
                    <a:pt x="400458" y="25400"/>
                  </a:lnTo>
                  <a:lnTo>
                    <a:pt x="410610" y="25400"/>
                  </a:lnTo>
                  <a:lnTo>
                    <a:pt x="413146" y="22860"/>
                  </a:lnTo>
                  <a:close/>
                </a:path>
                <a:path w="436244" h="430530">
                  <a:moveTo>
                    <a:pt x="415681" y="20320"/>
                  </a:moveTo>
                  <a:lnTo>
                    <a:pt x="405530" y="20320"/>
                  </a:lnTo>
                  <a:lnTo>
                    <a:pt x="404262" y="21589"/>
                  </a:lnTo>
                  <a:lnTo>
                    <a:pt x="414413" y="21589"/>
                  </a:lnTo>
                  <a:lnTo>
                    <a:pt x="415681" y="20320"/>
                  </a:lnTo>
                  <a:close/>
                </a:path>
                <a:path w="436244" h="430530">
                  <a:moveTo>
                    <a:pt x="419485" y="16510"/>
                  </a:moveTo>
                  <a:lnTo>
                    <a:pt x="409333" y="16510"/>
                  </a:lnTo>
                  <a:lnTo>
                    <a:pt x="406798" y="19050"/>
                  </a:lnTo>
                  <a:lnTo>
                    <a:pt x="416949" y="19050"/>
                  </a:lnTo>
                  <a:lnTo>
                    <a:pt x="419485" y="16510"/>
                  </a:lnTo>
                  <a:close/>
                </a:path>
                <a:path w="436244" h="430530">
                  <a:moveTo>
                    <a:pt x="422020" y="13970"/>
                  </a:moveTo>
                  <a:lnTo>
                    <a:pt x="411869" y="13970"/>
                  </a:lnTo>
                  <a:lnTo>
                    <a:pt x="410601" y="15239"/>
                  </a:lnTo>
                  <a:lnTo>
                    <a:pt x="420753" y="15239"/>
                  </a:lnTo>
                  <a:lnTo>
                    <a:pt x="422020" y="13970"/>
                  </a:lnTo>
                  <a:close/>
                </a:path>
                <a:path w="436244" h="430530">
                  <a:moveTo>
                    <a:pt x="425824" y="10160"/>
                  </a:moveTo>
                  <a:lnTo>
                    <a:pt x="415673" y="10160"/>
                  </a:lnTo>
                  <a:lnTo>
                    <a:pt x="413137" y="12700"/>
                  </a:lnTo>
                  <a:lnTo>
                    <a:pt x="423288" y="12700"/>
                  </a:lnTo>
                  <a:lnTo>
                    <a:pt x="425824" y="10160"/>
                  </a:lnTo>
                  <a:close/>
                </a:path>
                <a:path w="436244" h="430530">
                  <a:moveTo>
                    <a:pt x="428360" y="7620"/>
                  </a:moveTo>
                  <a:lnTo>
                    <a:pt x="418208" y="7620"/>
                  </a:lnTo>
                  <a:lnTo>
                    <a:pt x="416941" y="8889"/>
                  </a:lnTo>
                  <a:lnTo>
                    <a:pt x="427092" y="8889"/>
                  </a:lnTo>
                  <a:lnTo>
                    <a:pt x="428360" y="7620"/>
                  </a:lnTo>
                  <a:close/>
                </a:path>
                <a:path w="436244" h="430530">
                  <a:moveTo>
                    <a:pt x="432163" y="3810"/>
                  </a:moveTo>
                  <a:lnTo>
                    <a:pt x="422012" y="3810"/>
                  </a:lnTo>
                  <a:lnTo>
                    <a:pt x="419476" y="6350"/>
                  </a:lnTo>
                  <a:lnTo>
                    <a:pt x="429628" y="6350"/>
                  </a:lnTo>
                  <a:lnTo>
                    <a:pt x="432163" y="3810"/>
                  </a:lnTo>
                  <a:close/>
                </a:path>
                <a:path w="436244" h="430530">
                  <a:moveTo>
                    <a:pt x="435967" y="0"/>
                  </a:moveTo>
                  <a:lnTo>
                    <a:pt x="431800" y="0"/>
                  </a:lnTo>
                  <a:lnTo>
                    <a:pt x="431800" y="1270"/>
                  </a:lnTo>
                  <a:lnTo>
                    <a:pt x="424548" y="1270"/>
                  </a:lnTo>
                  <a:lnTo>
                    <a:pt x="423280" y="2539"/>
                  </a:lnTo>
                  <a:lnTo>
                    <a:pt x="433431" y="2539"/>
                  </a:lnTo>
                  <a:lnTo>
                    <a:pt x="435967" y="0"/>
                  </a:lnTo>
                  <a:close/>
                </a:path>
                <a:path w="436244" h="430530">
                  <a:moveTo>
                    <a:pt x="235647" y="200660"/>
                  </a:moveTo>
                  <a:lnTo>
                    <a:pt x="225496" y="200660"/>
                  </a:lnTo>
                  <a:lnTo>
                    <a:pt x="200139" y="226060"/>
                  </a:lnTo>
                  <a:lnTo>
                    <a:pt x="210290" y="226060"/>
                  </a:lnTo>
                  <a:lnTo>
                    <a:pt x="235647" y="200660"/>
                  </a:lnTo>
                  <a:close/>
                </a:path>
                <a:path w="436244" h="430530">
                  <a:moveTo>
                    <a:pt x="210290" y="226060"/>
                  </a:moveTo>
                  <a:lnTo>
                    <a:pt x="200139" y="226060"/>
                  </a:lnTo>
                  <a:lnTo>
                    <a:pt x="149425" y="276860"/>
                  </a:lnTo>
                  <a:lnTo>
                    <a:pt x="159576" y="276860"/>
                  </a:lnTo>
                  <a:lnTo>
                    <a:pt x="210290" y="226060"/>
                  </a:lnTo>
                  <a:close/>
                </a:path>
                <a:path w="436244" h="430530">
                  <a:moveTo>
                    <a:pt x="7434" y="429260"/>
                  </a:moveTo>
                  <a:lnTo>
                    <a:pt x="3809" y="429260"/>
                  </a:lnTo>
                  <a:lnTo>
                    <a:pt x="3809" y="430530"/>
                  </a:lnTo>
                  <a:lnTo>
                    <a:pt x="6167" y="430530"/>
                  </a:lnTo>
                  <a:lnTo>
                    <a:pt x="7434" y="429260"/>
                  </a:lnTo>
                  <a:close/>
                </a:path>
                <a:path w="436244" h="430530">
                  <a:moveTo>
                    <a:pt x="9970" y="426720"/>
                  </a:moveTo>
                  <a:lnTo>
                    <a:pt x="0" y="426720"/>
                  </a:lnTo>
                  <a:lnTo>
                    <a:pt x="0" y="429260"/>
                  </a:lnTo>
                  <a:lnTo>
                    <a:pt x="2539" y="429260"/>
                  </a:lnTo>
                  <a:lnTo>
                    <a:pt x="2539" y="427990"/>
                  </a:lnTo>
                  <a:lnTo>
                    <a:pt x="8702" y="427990"/>
                  </a:lnTo>
                  <a:lnTo>
                    <a:pt x="9970" y="426720"/>
                  </a:lnTo>
                  <a:close/>
                </a:path>
                <a:path w="436244" h="430530">
                  <a:moveTo>
                    <a:pt x="13774" y="422910"/>
                  </a:moveTo>
                  <a:lnTo>
                    <a:pt x="3622" y="422910"/>
                  </a:lnTo>
                  <a:lnTo>
                    <a:pt x="1087" y="425450"/>
                  </a:lnTo>
                  <a:lnTo>
                    <a:pt x="11238" y="425450"/>
                  </a:lnTo>
                  <a:lnTo>
                    <a:pt x="13774" y="422910"/>
                  </a:lnTo>
                  <a:close/>
                </a:path>
                <a:path w="436244" h="430530">
                  <a:moveTo>
                    <a:pt x="16309" y="420370"/>
                  </a:moveTo>
                  <a:lnTo>
                    <a:pt x="6158" y="420370"/>
                  </a:lnTo>
                  <a:lnTo>
                    <a:pt x="4890" y="421640"/>
                  </a:lnTo>
                  <a:lnTo>
                    <a:pt x="15041" y="421640"/>
                  </a:lnTo>
                  <a:lnTo>
                    <a:pt x="16309" y="420370"/>
                  </a:lnTo>
                  <a:close/>
                </a:path>
                <a:path w="436244" h="430530">
                  <a:moveTo>
                    <a:pt x="20113" y="416560"/>
                  </a:moveTo>
                  <a:lnTo>
                    <a:pt x="9961" y="416560"/>
                  </a:lnTo>
                  <a:lnTo>
                    <a:pt x="7426" y="419100"/>
                  </a:lnTo>
                  <a:lnTo>
                    <a:pt x="17577" y="419100"/>
                  </a:lnTo>
                  <a:lnTo>
                    <a:pt x="20113" y="416560"/>
                  </a:lnTo>
                  <a:close/>
                </a:path>
                <a:path w="436244" h="430530">
                  <a:moveTo>
                    <a:pt x="22649" y="414020"/>
                  </a:moveTo>
                  <a:lnTo>
                    <a:pt x="12497" y="414020"/>
                  </a:lnTo>
                  <a:lnTo>
                    <a:pt x="11229" y="415290"/>
                  </a:lnTo>
                  <a:lnTo>
                    <a:pt x="21381" y="415290"/>
                  </a:lnTo>
                  <a:lnTo>
                    <a:pt x="22649" y="414020"/>
                  </a:lnTo>
                  <a:close/>
                </a:path>
                <a:path w="436244" h="430530">
                  <a:moveTo>
                    <a:pt x="26452" y="410210"/>
                  </a:moveTo>
                  <a:lnTo>
                    <a:pt x="16301" y="410210"/>
                  </a:lnTo>
                  <a:lnTo>
                    <a:pt x="13765" y="412750"/>
                  </a:lnTo>
                  <a:lnTo>
                    <a:pt x="23916" y="412750"/>
                  </a:lnTo>
                  <a:lnTo>
                    <a:pt x="26452" y="410210"/>
                  </a:lnTo>
                  <a:close/>
                </a:path>
                <a:path w="436244" h="430530">
                  <a:moveTo>
                    <a:pt x="28988" y="407670"/>
                  </a:moveTo>
                  <a:lnTo>
                    <a:pt x="18836" y="407670"/>
                  </a:lnTo>
                  <a:lnTo>
                    <a:pt x="17569" y="408940"/>
                  </a:lnTo>
                  <a:lnTo>
                    <a:pt x="27720" y="408940"/>
                  </a:lnTo>
                  <a:lnTo>
                    <a:pt x="28988" y="407670"/>
                  </a:lnTo>
                  <a:close/>
                </a:path>
                <a:path w="436244" h="430530">
                  <a:moveTo>
                    <a:pt x="32791" y="403860"/>
                  </a:moveTo>
                  <a:lnTo>
                    <a:pt x="22640" y="403860"/>
                  </a:lnTo>
                  <a:lnTo>
                    <a:pt x="20104" y="406400"/>
                  </a:lnTo>
                  <a:lnTo>
                    <a:pt x="30256" y="406400"/>
                  </a:lnTo>
                  <a:lnTo>
                    <a:pt x="32791" y="403860"/>
                  </a:lnTo>
                  <a:close/>
                </a:path>
                <a:path w="436244" h="430530">
                  <a:moveTo>
                    <a:pt x="35327" y="401320"/>
                  </a:moveTo>
                  <a:lnTo>
                    <a:pt x="25176" y="401320"/>
                  </a:lnTo>
                  <a:lnTo>
                    <a:pt x="23908" y="402590"/>
                  </a:lnTo>
                  <a:lnTo>
                    <a:pt x="34059" y="402590"/>
                  </a:lnTo>
                  <a:lnTo>
                    <a:pt x="35327" y="401320"/>
                  </a:lnTo>
                  <a:close/>
                </a:path>
                <a:path w="436244" h="430530">
                  <a:moveTo>
                    <a:pt x="39131" y="397510"/>
                  </a:moveTo>
                  <a:lnTo>
                    <a:pt x="28979" y="397510"/>
                  </a:lnTo>
                  <a:lnTo>
                    <a:pt x="26443" y="400050"/>
                  </a:lnTo>
                  <a:lnTo>
                    <a:pt x="36595" y="400050"/>
                  </a:lnTo>
                  <a:lnTo>
                    <a:pt x="39131" y="397510"/>
                  </a:lnTo>
                  <a:close/>
                </a:path>
                <a:path w="436244" h="430530">
                  <a:moveTo>
                    <a:pt x="41666" y="394970"/>
                  </a:moveTo>
                  <a:lnTo>
                    <a:pt x="31515" y="394970"/>
                  </a:lnTo>
                  <a:lnTo>
                    <a:pt x="30247" y="396240"/>
                  </a:lnTo>
                  <a:lnTo>
                    <a:pt x="40398" y="396240"/>
                  </a:lnTo>
                  <a:lnTo>
                    <a:pt x="41666" y="394970"/>
                  </a:lnTo>
                  <a:close/>
                </a:path>
                <a:path w="436244" h="430530">
                  <a:moveTo>
                    <a:pt x="45470" y="391160"/>
                  </a:moveTo>
                  <a:lnTo>
                    <a:pt x="35318" y="391160"/>
                  </a:lnTo>
                  <a:lnTo>
                    <a:pt x="32783" y="393700"/>
                  </a:lnTo>
                  <a:lnTo>
                    <a:pt x="42934" y="393700"/>
                  </a:lnTo>
                  <a:lnTo>
                    <a:pt x="45470" y="391160"/>
                  </a:lnTo>
                  <a:close/>
                </a:path>
                <a:path w="436244" h="430530">
                  <a:moveTo>
                    <a:pt x="48006" y="388620"/>
                  </a:moveTo>
                  <a:lnTo>
                    <a:pt x="37854" y="388620"/>
                  </a:lnTo>
                  <a:lnTo>
                    <a:pt x="36586" y="389890"/>
                  </a:lnTo>
                  <a:lnTo>
                    <a:pt x="46738" y="389890"/>
                  </a:lnTo>
                  <a:lnTo>
                    <a:pt x="48006" y="388620"/>
                  </a:lnTo>
                  <a:close/>
                </a:path>
                <a:path w="436244" h="430530">
                  <a:moveTo>
                    <a:pt x="51809" y="384810"/>
                  </a:moveTo>
                  <a:lnTo>
                    <a:pt x="41658" y="384810"/>
                  </a:lnTo>
                  <a:lnTo>
                    <a:pt x="39122" y="387350"/>
                  </a:lnTo>
                  <a:lnTo>
                    <a:pt x="49273" y="387350"/>
                  </a:lnTo>
                  <a:lnTo>
                    <a:pt x="51809" y="384810"/>
                  </a:lnTo>
                  <a:close/>
                </a:path>
                <a:path w="436244" h="430530">
                  <a:moveTo>
                    <a:pt x="54345" y="382270"/>
                  </a:moveTo>
                  <a:lnTo>
                    <a:pt x="44193" y="382270"/>
                  </a:lnTo>
                  <a:lnTo>
                    <a:pt x="42925" y="383540"/>
                  </a:lnTo>
                  <a:lnTo>
                    <a:pt x="53077" y="383540"/>
                  </a:lnTo>
                  <a:lnTo>
                    <a:pt x="54345" y="382270"/>
                  </a:lnTo>
                  <a:close/>
                </a:path>
                <a:path w="436244" h="430530">
                  <a:moveTo>
                    <a:pt x="58148" y="378460"/>
                  </a:moveTo>
                  <a:lnTo>
                    <a:pt x="47997" y="378460"/>
                  </a:lnTo>
                  <a:lnTo>
                    <a:pt x="45461" y="381000"/>
                  </a:lnTo>
                  <a:lnTo>
                    <a:pt x="55613" y="381000"/>
                  </a:lnTo>
                  <a:lnTo>
                    <a:pt x="58148" y="378460"/>
                  </a:lnTo>
                  <a:close/>
                </a:path>
                <a:path w="436244" h="430530">
                  <a:moveTo>
                    <a:pt x="60684" y="375920"/>
                  </a:moveTo>
                  <a:lnTo>
                    <a:pt x="50533" y="375920"/>
                  </a:lnTo>
                  <a:lnTo>
                    <a:pt x="49265" y="377190"/>
                  </a:lnTo>
                  <a:lnTo>
                    <a:pt x="59416" y="377190"/>
                  </a:lnTo>
                  <a:lnTo>
                    <a:pt x="60684" y="375920"/>
                  </a:lnTo>
                  <a:close/>
                </a:path>
                <a:path w="436244" h="430530">
                  <a:moveTo>
                    <a:pt x="64488" y="372110"/>
                  </a:moveTo>
                  <a:lnTo>
                    <a:pt x="54336" y="372110"/>
                  </a:lnTo>
                  <a:lnTo>
                    <a:pt x="51800" y="374650"/>
                  </a:lnTo>
                  <a:lnTo>
                    <a:pt x="61952" y="374650"/>
                  </a:lnTo>
                  <a:lnTo>
                    <a:pt x="64488" y="372110"/>
                  </a:lnTo>
                  <a:close/>
                </a:path>
                <a:path w="436244" h="430530">
                  <a:moveTo>
                    <a:pt x="67023" y="369570"/>
                  </a:moveTo>
                  <a:lnTo>
                    <a:pt x="56872" y="369570"/>
                  </a:lnTo>
                  <a:lnTo>
                    <a:pt x="55604" y="370840"/>
                  </a:lnTo>
                  <a:lnTo>
                    <a:pt x="65755" y="370840"/>
                  </a:lnTo>
                  <a:lnTo>
                    <a:pt x="67023" y="369570"/>
                  </a:lnTo>
                  <a:close/>
                </a:path>
                <a:path w="436244" h="430530">
                  <a:moveTo>
                    <a:pt x="70827" y="365760"/>
                  </a:moveTo>
                  <a:lnTo>
                    <a:pt x="60675" y="365760"/>
                  </a:lnTo>
                  <a:lnTo>
                    <a:pt x="58140" y="368300"/>
                  </a:lnTo>
                  <a:lnTo>
                    <a:pt x="68291" y="368300"/>
                  </a:lnTo>
                  <a:lnTo>
                    <a:pt x="70827" y="365760"/>
                  </a:lnTo>
                  <a:close/>
                </a:path>
                <a:path w="436244" h="430530">
                  <a:moveTo>
                    <a:pt x="73362" y="363220"/>
                  </a:moveTo>
                  <a:lnTo>
                    <a:pt x="63211" y="363220"/>
                  </a:lnTo>
                  <a:lnTo>
                    <a:pt x="61943" y="364490"/>
                  </a:lnTo>
                  <a:lnTo>
                    <a:pt x="72095" y="364490"/>
                  </a:lnTo>
                  <a:lnTo>
                    <a:pt x="73362" y="363220"/>
                  </a:lnTo>
                  <a:close/>
                </a:path>
                <a:path w="436244" h="430530">
                  <a:moveTo>
                    <a:pt x="77166" y="359410"/>
                  </a:moveTo>
                  <a:lnTo>
                    <a:pt x="67015" y="359410"/>
                  </a:lnTo>
                  <a:lnTo>
                    <a:pt x="64479" y="361950"/>
                  </a:lnTo>
                  <a:lnTo>
                    <a:pt x="74630" y="361950"/>
                  </a:lnTo>
                  <a:lnTo>
                    <a:pt x="77166" y="359410"/>
                  </a:lnTo>
                  <a:close/>
                </a:path>
                <a:path w="436244" h="430530">
                  <a:moveTo>
                    <a:pt x="79702" y="356870"/>
                  </a:moveTo>
                  <a:lnTo>
                    <a:pt x="69550" y="356870"/>
                  </a:lnTo>
                  <a:lnTo>
                    <a:pt x="68282" y="358140"/>
                  </a:lnTo>
                  <a:lnTo>
                    <a:pt x="78434" y="358140"/>
                  </a:lnTo>
                  <a:lnTo>
                    <a:pt x="79702" y="356870"/>
                  </a:lnTo>
                  <a:close/>
                </a:path>
                <a:path w="436244" h="430530">
                  <a:moveTo>
                    <a:pt x="92380" y="344170"/>
                  </a:moveTo>
                  <a:lnTo>
                    <a:pt x="82229" y="344170"/>
                  </a:lnTo>
                  <a:lnTo>
                    <a:pt x="70818" y="355600"/>
                  </a:lnTo>
                  <a:lnTo>
                    <a:pt x="80970" y="355600"/>
                  </a:lnTo>
                  <a:lnTo>
                    <a:pt x="92380" y="344170"/>
                  </a:lnTo>
                  <a:close/>
                </a:path>
                <a:path w="436244" h="430530">
                  <a:moveTo>
                    <a:pt x="105059" y="331470"/>
                  </a:moveTo>
                  <a:lnTo>
                    <a:pt x="94907" y="331470"/>
                  </a:lnTo>
                  <a:lnTo>
                    <a:pt x="83497" y="342900"/>
                  </a:lnTo>
                  <a:lnTo>
                    <a:pt x="93648" y="342900"/>
                  </a:lnTo>
                  <a:lnTo>
                    <a:pt x="105059" y="331470"/>
                  </a:lnTo>
                  <a:close/>
                </a:path>
                <a:path w="436244" h="430530">
                  <a:moveTo>
                    <a:pt x="108862" y="327660"/>
                  </a:moveTo>
                  <a:lnTo>
                    <a:pt x="98711" y="327660"/>
                  </a:lnTo>
                  <a:lnTo>
                    <a:pt x="96175" y="330200"/>
                  </a:lnTo>
                  <a:lnTo>
                    <a:pt x="106326" y="330200"/>
                  </a:lnTo>
                  <a:lnTo>
                    <a:pt x="108862" y="327660"/>
                  </a:lnTo>
                  <a:close/>
                </a:path>
                <a:path w="436244" h="430530">
                  <a:moveTo>
                    <a:pt x="111398" y="325120"/>
                  </a:moveTo>
                  <a:lnTo>
                    <a:pt x="101246" y="325120"/>
                  </a:lnTo>
                  <a:lnTo>
                    <a:pt x="99979" y="326390"/>
                  </a:lnTo>
                  <a:lnTo>
                    <a:pt x="110130" y="326390"/>
                  </a:lnTo>
                  <a:lnTo>
                    <a:pt x="111398" y="325120"/>
                  </a:lnTo>
                  <a:close/>
                </a:path>
                <a:path w="436244" h="430530">
                  <a:moveTo>
                    <a:pt x="115201" y="321310"/>
                  </a:moveTo>
                  <a:lnTo>
                    <a:pt x="105050" y="321310"/>
                  </a:lnTo>
                  <a:lnTo>
                    <a:pt x="102514" y="323850"/>
                  </a:lnTo>
                  <a:lnTo>
                    <a:pt x="112666" y="323850"/>
                  </a:lnTo>
                  <a:lnTo>
                    <a:pt x="115201" y="321310"/>
                  </a:lnTo>
                  <a:close/>
                </a:path>
                <a:path w="436244" h="430530">
                  <a:moveTo>
                    <a:pt x="127880" y="308610"/>
                  </a:moveTo>
                  <a:lnTo>
                    <a:pt x="117729" y="308610"/>
                  </a:lnTo>
                  <a:lnTo>
                    <a:pt x="106318" y="320040"/>
                  </a:lnTo>
                  <a:lnTo>
                    <a:pt x="116469" y="320040"/>
                  </a:lnTo>
                  <a:lnTo>
                    <a:pt x="127880" y="308610"/>
                  </a:lnTo>
                  <a:close/>
                </a:path>
                <a:path w="436244" h="430530">
                  <a:moveTo>
                    <a:pt x="136755" y="299720"/>
                  </a:moveTo>
                  <a:lnTo>
                    <a:pt x="126603" y="299720"/>
                  </a:lnTo>
                  <a:lnTo>
                    <a:pt x="118996" y="307340"/>
                  </a:lnTo>
                  <a:lnTo>
                    <a:pt x="129148" y="307340"/>
                  </a:lnTo>
                  <a:lnTo>
                    <a:pt x="136755" y="299720"/>
                  </a:lnTo>
                  <a:close/>
                </a:path>
                <a:path w="436244" h="430530">
                  <a:moveTo>
                    <a:pt x="153237" y="283210"/>
                  </a:moveTo>
                  <a:lnTo>
                    <a:pt x="143085" y="283210"/>
                  </a:lnTo>
                  <a:lnTo>
                    <a:pt x="127871" y="298450"/>
                  </a:lnTo>
                  <a:lnTo>
                    <a:pt x="138023" y="298450"/>
                  </a:lnTo>
                  <a:lnTo>
                    <a:pt x="153237" y="283210"/>
                  </a:lnTo>
                  <a:close/>
                </a:path>
                <a:path w="436244" h="430530">
                  <a:moveTo>
                    <a:pt x="158308" y="278130"/>
                  </a:moveTo>
                  <a:lnTo>
                    <a:pt x="148157" y="278130"/>
                  </a:lnTo>
                  <a:lnTo>
                    <a:pt x="144353" y="281940"/>
                  </a:lnTo>
                  <a:lnTo>
                    <a:pt x="154505" y="281940"/>
                  </a:lnTo>
                  <a:lnTo>
                    <a:pt x="158308" y="278130"/>
                  </a:lnTo>
                  <a:close/>
                </a:path>
              </a:pathLst>
            </a:custGeom>
            <a:solidFill>
              <a:srgbClr val="7D53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27">
              <a:extLst>
                <a:ext uri="{FF2B5EF4-FFF2-40B4-BE49-F238E27FC236}">
                  <a16:creationId xmlns:a16="http://schemas.microsoft.com/office/drawing/2014/main" id="{9F359AB6-5268-BFA7-BBE7-CD937BB6DF42}"/>
                </a:ext>
              </a:extLst>
            </p:cNvPr>
            <p:cNvSpPr/>
            <p:nvPr/>
          </p:nvSpPr>
          <p:spPr>
            <a:xfrm>
              <a:off x="2556327" y="2579369"/>
              <a:ext cx="438784" cy="435609"/>
            </a:xfrm>
            <a:custGeom>
              <a:avLst/>
              <a:gdLst/>
              <a:ahLst/>
              <a:cxnLst/>
              <a:rect l="l" t="t" r="r" b="b"/>
              <a:pathLst>
                <a:path w="438785" h="435610">
                  <a:moveTo>
                    <a:pt x="246562" y="194310"/>
                  </a:moveTo>
                  <a:lnTo>
                    <a:pt x="235819" y="194310"/>
                  </a:lnTo>
                  <a:lnTo>
                    <a:pt x="229480" y="200660"/>
                  </a:lnTo>
                  <a:lnTo>
                    <a:pt x="240212" y="200660"/>
                  </a:lnTo>
                  <a:lnTo>
                    <a:pt x="246562" y="194310"/>
                  </a:lnTo>
                  <a:close/>
                </a:path>
                <a:path w="438785" h="435610">
                  <a:moveTo>
                    <a:pt x="249102" y="191770"/>
                  </a:moveTo>
                  <a:lnTo>
                    <a:pt x="238355" y="191770"/>
                  </a:lnTo>
                  <a:lnTo>
                    <a:pt x="237087" y="193039"/>
                  </a:lnTo>
                  <a:lnTo>
                    <a:pt x="247832" y="193039"/>
                  </a:lnTo>
                  <a:lnTo>
                    <a:pt x="249102" y="191770"/>
                  </a:lnTo>
                  <a:close/>
                </a:path>
                <a:path w="438785" h="435610">
                  <a:moveTo>
                    <a:pt x="252912" y="187960"/>
                  </a:moveTo>
                  <a:lnTo>
                    <a:pt x="242158" y="187960"/>
                  </a:lnTo>
                  <a:lnTo>
                    <a:pt x="239623" y="190500"/>
                  </a:lnTo>
                  <a:lnTo>
                    <a:pt x="250372" y="190500"/>
                  </a:lnTo>
                  <a:lnTo>
                    <a:pt x="252912" y="187960"/>
                  </a:lnTo>
                  <a:close/>
                </a:path>
                <a:path w="438785" h="435610">
                  <a:moveTo>
                    <a:pt x="255452" y="185420"/>
                  </a:moveTo>
                  <a:lnTo>
                    <a:pt x="244694" y="185420"/>
                  </a:lnTo>
                  <a:lnTo>
                    <a:pt x="243426" y="186689"/>
                  </a:lnTo>
                  <a:lnTo>
                    <a:pt x="254182" y="186689"/>
                  </a:lnTo>
                  <a:lnTo>
                    <a:pt x="255452" y="185420"/>
                  </a:lnTo>
                  <a:close/>
                </a:path>
                <a:path w="438785" h="435610">
                  <a:moveTo>
                    <a:pt x="259262" y="181610"/>
                  </a:moveTo>
                  <a:lnTo>
                    <a:pt x="248498" y="181610"/>
                  </a:lnTo>
                  <a:lnTo>
                    <a:pt x="245962" y="184150"/>
                  </a:lnTo>
                  <a:lnTo>
                    <a:pt x="256722" y="184150"/>
                  </a:lnTo>
                  <a:lnTo>
                    <a:pt x="259262" y="181610"/>
                  </a:lnTo>
                  <a:close/>
                </a:path>
                <a:path w="438785" h="435610">
                  <a:moveTo>
                    <a:pt x="261802" y="179070"/>
                  </a:moveTo>
                  <a:lnTo>
                    <a:pt x="251033" y="179070"/>
                  </a:lnTo>
                  <a:lnTo>
                    <a:pt x="249765" y="180339"/>
                  </a:lnTo>
                  <a:lnTo>
                    <a:pt x="260532" y="180339"/>
                  </a:lnTo>
                  <a:lnTo>
                    <a:pt x="261802" y="179070"/>
                  </a:lnTo>
                  <a:close/>
                </a:path>
                <a:path w="438785" h="435610">
                  <a:moveTo>
                    <a:pt x="274502" y="166370"/>
                  </a:moveTo>
                  <a:lnTo>
                    <a:pt x="263712" y="166370"/>
                  </a:lnTo>
                  <a:lnTo>
                    <a:pt x="252301" y="177800"/>
                  </a:lnTo>
                  <a:lnTo>
                    <a:pt x="263072" y="177800"/>
                  </a:lnTo>
                  <a:lnTo>
                    <a:pt x="274502" y="166370"/>
                  </a:lnTo>
                  <a:close/>
                </a:path>
                <a:path w="438785" h="435610">
                  <a:moveTo>
                    <a:pt x="287202" y="153670"/>
                  </a:moveTo>
                  <a:lnTo>
                    <a:pt x="276390" y="153670"/>
                  </a:lnTo>
                  <a:lnTo>
                    <a:pt x="264980" y="165100"/>
                  </a:lnTo>
                  <a:lnTo>
                    <a:pt x="275772" y="165100"/>
                  </a:lnTo>
                  <a:lnTo>
                    <a:pt x="287202" y="153670"/>
                  </a:lnTo>
                  <a:close/>
                </a:path>
                <a:path w="438785" h="435610">
                  <a:moveTo>
                    <a:pt x="291012" y="149860"/>
                  </a:moveTo>
                  <a:lnTo>
                    <a:pt x="280194" y="149860"/>
                  </a:lnTo>
                  <a:lnTo>
                    <a:pt x="277658" y="152400"/>
                  </a:lnTo>
                  <a:lnTo>
                    <a:pt x="288472" y="152400"/>
                  </a:lnTo>
                  <a:lnTo>
                    <a:pt x="291012" y="149860"/>
                  </a:lnTo>
                  <a:close/>
                </a:path>
                <a:path w="438785" h="435610">
                  <a:moveTo>
                    <a:pt x="293552" y="147320"/>
                  </a:moveTo>
                  <a:lnTo>
                    <a:pt x="282729" y="147320"/>
                  </a:lnTo>
                  <a:lnTo>
                    <a:pt x="281462" y="148589"/>
                  </a:lnTo>
                  <a:lnTo>
                    <a:pt x="292282" y="148589"/>
                  </a:lnTo>
                  <a:lnTo>
                    <a:pt x="293552" y="147320"/>
                  </a:lnTo>
                  <a:close/>
                </a:path>
                <a:path w="438785" h="435610">
                  <a:moveTo>
                    <a:pt x="297362" y="143510"/>
                  </a:moveTo>
                  <a:lnTo>
                    <a:pt x="286533" y="143510"/>
                  </a:lnTo>
                  <a:lnTo>
                    <a:pt x="283997" y="146050"/>
                  </a:lnTo>
                  <a:lnTo>
                    <a:pt x="294822" y="146050"/>
                  </a:lnTo>
                  <a:lnTo>
                    <a:pt x="297362" y="143510"/>
                  </a:lnTo>
                  <a:close/>
                </a:path>
                <a:path w="438785" h="435610">
                  <a:moveTo>
                    <a:pt x="299902" y="140970"/>
                  </a:moveTo>
                  <a:lnTo>
                    <a:pt x="289069" y="140970"/>
                  </a:lnTo>
                  <a:lnTo>
                    <a:pt x="287801" y="142239"/>
                  </a:lnTo>
                  <a:lnTo>
                    <a:pt x="298632" y="142239"/>
                  </a:lnTo>
                  <a:lnTo>
                    <a:pt x="299902" y="140970"/>
                  </a:lnTo>
                  <a:close/>
                </a:path>
                <a:path w="438785" h="435610">
                  <a:moveTo>
                    <a:pt x="303712" y="137160"/>
                  </a:moveTo>
                  <a:lnTo>
                    <a:pt x="292872" y="137160"/>
                  </a:lnTo>
                  <a:lnTo>
                    <a:pt x="290337" y="139700"/>
                  </a:lnTo>
                  <a:lnTo>
                    <a:pt x="301172" y="139700"/>
                  </a:lnTo>
                  <a:lnTo>
                    <a:pt x="303712" y="137160"/>
                  </a:lnTo>
                  <a:close/>
                </a:path>
                <a:path w="438785" h="435610">
                  <a:moveTo>
                    <a:pt x="306252" y="134620"/>
                  </a:moveTo>
                  <a:lnTo>
                    <a:pt x="295408" y="134620"/>
                  </a:lnTo>
                  <a:lnTo>
                    <a:pt x="294140" y="135889"/>
                  </a:lnTo>
                  <a:lnTo>
                    <a:pt x="304982" y="135889"/>
                  </a:lnTo>
                  <a:lnTo>
                    <a:pt x="306252" y="134620"/>
                  </a:lnTo>
                  <a:close/>
                </a:path>
                <a:path w="438785" h="435610">
                  <a:moveTo>
                    <a:pt x="310062" y="130810"/>
                  </a:moveTo>
                  <a:lnTo>
                    <a:pt x="299212" y="130810"/>
                  </a:lnTo>
                  <a:lnTo>
                    <a:pt x="296676" y="133350"/>
                  </a:lnTo>
                  <a:lnTo>
                    <a:pt x="307522" y="133350"/>
                  </a:lnTo>
                  <a:lnTo>
                    <a:pt x="310062" y="130810"/>
                  </a:lnTo>
                  <a:close/>
                </a:path>
                <a:path w="438785" h="435610">
                  <a:moveTo>
                    <a:pt x="312602" y="128270"/>
                  </a:moveTo>
                  <a:lnTo>
                    <a:pt x="301747" y="128270"/>
                  </a:lnTo>
                  <a:lnTo>
                    <a:pt x="300479" y="129539"/>
                  </a:lnTo>
                  <a:lnTo>
                    <a:pt x="311332" y="129539"/>
                  </a:lnTo>
                  <a:lnTo>
                    <a:pt x="312602" y="128270"/>
                  </a:lnTo>
                  <a:close/>
                </a:path>
                <a:path w="438785" h="435610">
                  <a:moveTo>
                    <a:pt x="316412" y="124460"/>
                  </a:moveTo>
                  <a:lnTo>
                    <a:pt x="305551" y="124460"/>
                  </a:lnTo>
                  <a:lnTo>
                    <a:pt x="303015" y="127000"/>
                  </a:lnTo>
                  <a:lnTo>
                    <a:pt x="313872" y="127000"/>
                  </a:lnTo>
                  <a:lnTo>
                    <a:pt x="316412" y="124460"/>
                  </a:lnTo>
                  <a:close/>
                </a:path>
                <a:path w="438785" h="435610">
                  <a:moveTo>
                    <a:pt x="318952" y="121920"/>
                  </a:moveTo>
                  <a:lnTo>
                    <a:pt x="308086" y="121920"/>
                  </a:lnTo>
                  <a:lnTo>
                    <a:pt x="306819" y="123189"/>
                  </a:lnTo>
                  <a:lnTo>
                    <a:pt x="317682" y="123189"/>
                  </a:lnTo>
                  <a:lnTo>
                    <a:pt x="318952" y="121920"/>
                  </a:lnTo>
                  <a:close/>
                </a:path>
                <a:path w="438785" h="435610">
                  <a:moveTo>
                    <a:pt x="322762" y="118110"/>
                  </a:moveTo>
                  <a:lnTo>
                    <a:pt x="311890" y="118110"/>
                  </a:lnTo>
                  <a:lnTo>
                    <a:pt x="309354" y="120650"/>
                  </a:lnTo>
                  <a:lnTo>
                    <a:pt x="320222" y="120650"/>
                  </a:lnTo>
                  <a:lnTo>
                    <a:pt x="322762" y="118110"/>
                  </a:lnTo>
                  <a:close/>
                </a:path>
                <a:path w="438785" h="435610">
                  <a:moveTo>
                    <a:pt x="325302" y="115570"/>
                  </a:moveTo>
                  <a:lnTo>
                    <a:pt x="314426" y="115570"/>
                  </a:lnTo>
                  <a:lnTo>
                    <a:pt x="313158" y="116839"/>
                  </a:lnTo>
                  <a:lnTo>
                    <a:pt x="324032" y="116839"/>
                  </a:lnTo>
                  <a:lnTo>
                    <a:pt x="325302" y="115570"/>
                  </a:lnTo>
                  <a:close/>
                </a:path>
                <a:path w="438785" h="435610">
                  <a:moveTo>
                    <a:pt x="329112" y="111760"/>
                  </a:moveTo>
                  <a:lnTo>
                    <a:pt x="318229" y="111760"/>
                  </a:lnTo>
                  <a:lnTo>
                    <a:pt x="315694" y="114300"/>
                  </a:lnTo>
                  <a:lnTo>
                    <a:pt x="326572" y="114300"/>
                  </a:lnTo>
                  <a:lnTo>
                    <a:pt x="329112" y="111760"/>
                  </a:lnTo>
                  <a:close/>
                </a:path>
                <a:path w="438785" h="435610">
                  <a:moveTo>
                    <a:pt x="331652" y="109220"/>
                  </a:moveTo>
                  <a:lnTo>
                    <a:pt x="320765" y="109220"/>
                  </a:lnTo>
                  <a:lnTo>
                    <a:pt x="319497" y="110489"/>
                  </a:lnTo>
                  <a:lnTo>
                    <a:pt x="330382" y="110489"/>
                  </a:lnTo>
                  <a:lnTo>
                    <a:pt x="331652" y="109220"/>
                  </a:lnTo>
                  <a:close/>
                </a:path>
                <a:path w="438785" h="435610">
                  <a:moveTo>
                    <a:pt x="335462" y="105410"/>
                  </a:moveTo>
                  <a:lnTo>
                    <a:pt x="324568" y="105410"/>
                  </a:lnTo>
                  <a:lnTo>
                    <a:pt x="322033" y="107950"/>
                  </a:lnTo>
                  <a:lnTo>
                    <a:pt x="332922" y="107950"/>
                  </a:lnTo>
                  <a:lnTo>
                    <a:pt x="335462" y="105410"/>
                  </a:lnTo>
                  <a:close/>
                </a:path>
                <a:path w="438785" h="435610">
                  <a:moveTo>
                    <a:pt x="338002" y="102870"/>
                  </a:moveTo>
                  <a:lnTo>
                    <a:pt x="327104" y="102870"/>
                  </a:lnTo>
                  <a:lnTo>
                    <a:pt x="325836" y="104139"/>
                  </a:lnTo>
                  <a:lnTo>
                    <a:pt x="336732" y="104139"/>
                  </a:lnTo>
                  <a:lnTo>
                    <a:pt x="338002" y="102870"/>
                  </a:lnTo>
                  <a:close/>
                </a:path>
                <a:path w="438785" h="435610">
                  <a:moveTo>
                    <a:pt x="341812" y="99060"/>
                  </a:moveTo>
                  <a:lnTo>
                    <a:pt x="330908" y="99060"/>
                  </a:lnTo>
                  <a:lnTo>
                    <a:pt x="328372" y="101600"/>
                  </a:lnTo>
                  <a:lnTo>
                    <a:pt x="339272" y="101600"/>
                  </a:lnTo>
                  <a:lnTo>
                    <a:pt x="341812" y="99060"/>
                  </a:lnTo>
                  <a:close/>
                </a:path>
                <a:path w="438785" h="435610">
                  <a:moveTo>
                    <a:pt x="344352" y="96520"/>
                  </a:moveTo>
                  <a:lnTo>
                    <a:pt x="333443" y="96520"/>
                  </a:lnTo>
                  <a:lnTo>
                    <a:pt x="332176" y="97789"/>
                  </a:lnTo>
                  <a:lnTo>
                    <a:pt x="343082" y="97789"/>
                  </a:lnTo>
                  <a:lnTo>
                    <a:pt x="344352" y="96520"/>
                  </a:lnTo>
                  <a:close/>
                </a:path>
                <a:path w="438785" h="435610">
                  <a:moveTo>
                    <a:pt x="348162" y="92710"/>
                  </a:moveTo>
                  <a:lnTo>
                    <a:pt x="337247" y="92710"/>
                  </a:lnTo>
                  <a:lnTo>
                    <a:pt x="334711" y="95250"/>
                  </a:lnTo>
                  <a:lnTo>
                    <a:pt x="345622" y="95250"/>
                  </a:lnTo>
                  <a:lnTo>
                    <a:pt x="348162" y="92710"/>
                  </a:lnTo>
                  <a:close/>
                </a:path>
                <a:path w="438785" h="435610">
                  <a:moveTo>
                    <a:pt x="350702" y="90170"/>
                  </a:moveTo>
                  <a:lnTo>
                    <a:pt x="339783" y="90170"/>
                  </a:lnTo>
                  <a:lnTo>
                    <a:pt x="338515" y="91439"/>
                  </a:lnTo>
                  <a:lnTo>
                    <a:pt x="349432" y="91439"/>
                  </a:lnTo>
                  <a:lnTo>
                    <a:pt x="350702" y="90170"/>
                  </a:lnTo>
                  <a:close/>
                </a:path>
                <a:path w="438785" h="435610">
                  <a:moveTo>
                    <a:pt x="354512" y="86360"/>
                  </a:moveTo>
                  <a:lnTo>
                    <a:pt x="343586" y="86360"/>
                  </a:lnTo>
                  <a:lnTo>
                    <a:pt x="341050" y="88900"/>
                  </a:lnTo>
                  <a:lnTo>
                    <a:pt x="351972" y="88900"/>
                  </a:lnTo>
                  <a:lnTo>
                    <a:pt x="354512" y="86360"/>
                  </a:lnTo>
                  <a:close/>
                </a:path>
                <a:path w="438785" h="435610">
                  <a:moveTo>
                    <a:pt x="357052" y="83820"/>
                  </a:moveTo>
                  <a:lnTo>
                    <a:pt x="346122" y="83820"/>
                  </a:lnTo>
                  <a:lnTo>
                    <a:pt x="344854" y="85089"/>
                  </a:lnTo>
                  <a:lnTo>
                    <a:pt x="355782" y="85089"/>
                  </a:lnTo>
                  <a:lnTo>
                    <a:pt x="357052" y="83820"/>
                  </a:lnTo>
                  <a:close/>
                </a:path>
                <a:path w="438785" h="435610">
                  <a:moveTo>
                    <a:pt x="360862" y="80010"/>
                  </a:moveTo>
                  <a:lnTo>
                    <a:pt x="349925" y="80010"/>
                  </a:lnTo>
                  <a:lnTo>
                    <a:pt x="347390" y="82550"/>
                  </a:lnTo>
                  <a:lnTo>
                    <a:pt x="358322" y="82550"/>
                  </a:lnTo>
                  <a:lnTo>
                    <a:pt x="360862" y="80010"/>
                  </a:lnTo>
                  <a:close/>
                </a:path>
                <a:path w="438785" h="435610">
                  <a:moveTo>
                    <a:pt x="363402" y="77470"/>
                  </a:moveTo>
                  <a:lnTo>
                    <a:pt x="352461" y="77470"/>
                  </a:lnTo>
                  <a:lnTo>
                    <a:pt x="351193" y="78739"/>
                  </a:lnTo>
                  <a:lnTo>
                    <a:pt x="362132" y="78739"/>
                  </a:lnTo>
                  <a:lnTo>
                    <a:pt x="363402" y="77470"/>
                  </a:lnTo>
                  <a:close/>
                </a:path>
                <a:path w="438785" h="435610">
                  <a:moveTo>
                    <a:pt x="367212" y="73660"/>
                  </a:moveTo>
                  <a:lnTo>
                    <a:pt x="356265" y="73660"/>
                  </a:lnTo>
                  <a:lnTo>
                    <a:pt x="353729" y="76200"/>
                  </a:lnTo>
                  <a:lnTo>
                    <a:pt x="364672" y="76200"/>
                  </a:lnTo>
                  <a:lnTo>
                    <a:pt x="367212" y="73660"/>
                  </a:lnTo>
                  <a:close/>
                </a:path>
                <a:path w="438785" h="435610">
                  <a:moveTo>
                    <a:pt x="369752" y="71120"/>
                  </a:moveTo>
                  <a:lnTo>
                    <a:pt x="358800" y="71120"/>
                  </a:lnTo>
                  <a:lnTo>
                    <a:pt x="357532" y="72389"/>
                  </a:lnTo>
                  <a:lnTo>
                    <a:pt x="368482" y="72389"/>
                  </a:lnTo>
                  <a:lnTo>
                    <a:pt x="369752" y="71120"/>
                  </a:lnTo>
                  <a:close/>
                </a:path>
                <a:path w="438785" h="435610">
                  <a:moveTo>
                    <a:pt x="373562" y="67310"/>
                  </a:moveTo>
                  <a:lnTo>
                    <a:pt x="362604" y="67310"/>
                  </a:lnTo>
                  <a:lnTo>
                    <a:pt x="360068" y="69850"/>
                  </a:lnTo>
                  <a:lnTo>
                    <a:pt x="371022" y="69850"/>
                  </a:lnTo>
                  <a:lnTo>
                    <a:pt x="373562" y="67310"/>
                  </a:lnTo>
                  <a:close/>
                </a:path>
                <a:path w="438785" h="435610">
                  <a:moveTo>
                    <a:pt x="376102" y="64770"/>
                  </a:moveTo>
                  <a:lnTo>
                    <a:pt x="365140" y="64770"/>
                  </a:lnTo>
                  <a:lnTo>
                    <a:pt x="363872" y="66039"/>
                  </a:lnTo>
                  <a:lnTo>
                    <a:pt x="374832" y="66039"/>
                  </a:lnTo>
                  <a:lnTo>
                    <a:pt x="376102" y="64770"/>
                  </a:lnTo>
                  <a:close/>
                </a:path>
                <a:path w="438785" h="435610">
                  <a:moveTo>
                    <a:pt x="379912" y="60960"/>
                  </a:moveTo>
                  <a:lnTo>
                    <a:pt x="368943" y="60960"/>
                  </a:lnTo>
                  <a:lnTo>
                    <a:pt x="366407" y="63500"/>
                  </a:lnTo>
                  <a:lnTo>
                    <a:pt x="377372" y="63500"/>
                  </a:lnTo>
                  <a:lnTo>
                    <a:pt x="379912" y="60960"/>
                  </a:lnTo>
                  <a:close/>
                </a:path>
                <a:path w="438785" h="435610">
                  <a:moveTo>
                    <a:pt x="382452" y="58420"/>
                  </a:moveTo>
                  <a:lnTo>
                    <a:pt x="371479" y="58420"/>
                  </a:lnTo>
                  <a:lnTo>
                    <a:pt x="370211" y="59689"/>
                  </a:lnTo>
                  <a:lnTo>
                    <a:pt x="381182" y="59689"/>
                  </a:lnTo>
                  <a:lnTo>
                    <a:pt x="382452" y="58420"/>
                  </a:lnTo>
                  <a:close/>
                </a:path>
                <a:path w="438785" h="435610">
                  <a:moveTo>
                    <a:pt x="386262" y="54610"/>
                  </a:moveTo>
                  <a:lnTo>
                    <a:pt x="375282" y="54610"/>
                  </a:lnTo>
                  <a:lnTo>
                    <a:pt x="372747" y="57150"/>
                  </a:lnTo>
                  <a:lnTo>
                    <a:pt x="383722" y="57150"/>
                  </a:lnTo>
                  <a:lnTo>
                    <a:pt x="386262" y="54610"/>
                  </a:lnTo>
                  <a:close/>
                </a:path>
                <a:path w="438785" h="435610">
                  <a:moveTo>
                    <a:pt x="388802" y="52070"/>
                  </a:moveTo>
                  <a:lnTo>
                    <a:pt x="377818" y="52070"/>
                  </a:lnTo>
                  <a:lnTo>
                    <a:pt x="376550" y="53339"/>
                  </a:lnTo>
                  <a:lnTo>
                    <a:pt x="387532" y="53339"/>
                  </a:lnTo>
                  <a:lnTo>
                    <a:pt x="388802" y="52070"/>
                  </a:lnTo>
                  <a:close/>
                </a:path>
                <a:path w="438785" h="435610">
                  <a:moveTo>
                    <a:pt x="392612" y="48260"/>
                  </a:moveTo>
                  <a:lnTo>
                    <a:pt x="381622" y="48260"/>
                  </a:lnTo>
                  <a:lnTo>
                    <a:pt x="379086" y="50800"/>
                  </a:lnTo>
                  <a:lnTo>
                    <a:pt x="390072" y="50800"/>
                  </a:lnTo>
                  <a:lnTo>
                    <a:pt x="392612" y="48260"/>
                  </a:lnTo>
                  <a:close/>
                </a:path>
                <a:path w="438785" h="435610">
                  <a:moveTo>
                    <a:pt x="395152" y="45720"/>
                  </a:moveTo>
                  <a:lnTo>
                    <a:pt x="384157" y="45720"/>
                  </a:lnTo>
                  <a:lnTo>
                    <a:pt x="382889" y="46989"/>
                  </a:lnTo>
                  <a:lnTo>
                    <a:pt x="393882" y="46989"/>
                  </a:lnTo>
                  <a:lnTo>
                    <a:pt x="395152" y="45720"/>
                  </a:lnTo>
                  <a:close/>
                </a:path>
                <a:path w="438785" h="435610">
                  <a:moveTo>
                    <a:pt x="398962" y="41910"/>
                  </a:moveTo>
                  <a:lnTo>
                    <a:pt x="387961" y="41910"/>
                  </a:lnTo>
                  <a:lnTo>
                    <a:pt x="385425" y="44450"/>
                  </a:lnTo>
                  <a:lnTo>
                    <a:pt x="396422" y="44450"/>
                  </a:lnTo>
                  <a:lnTo>
                    <a:pt x="398962" y="41910"/>
                  </a:lnTo>
                  <a:close/>
                </a:path>
                <a:path w="438785" h="435610">
                  <a:moveTo>
                    <a:pt x="401502" y="39370"/>
                  </a:moveTo>
                  <a:lnTo>
                    <a:pt x="390497" y="39370"/>
                  </a:lnTo>
                  <a:lnTo>
                    <a:pt x="389229" y="40639"/>
                  </a:lnTo>
                  <a:lnTo>
                    <a:pt x="400232" y="40639"/>
                  </a:lnTo>
                  <a:lnTo>
                    <a:pt x="401502" y="39370"/>
                  </a:lnTo>
                  <a:close/>
                </a:path>
                <a:path w="438785" h="435610">
                  <a:moveTo>
                    <a:pt x="405312" y="35560"/>
                  </a:moveTo>
                  <a:lnTo>
                    <a:pt x="394300" y="35560"/>
                  </a:lnTo>
                  <a:lnTo>
                    <a:pt x="391764" y="38100"/>
                  </a:lnTo>
                  <a:lnTo>
                    <a:pt x="402772" y="38100"/>
                  </a:lnTo>
                  <a:lnTo>
                    <a:pt x="405312" y="35560"/>
                  </a:lnTo>
                  <a:close/>
                </a:path>
                <a:path w="438785" h="435610">
                  <a:moveTo>
                    <a:pt x="407852" y="33020"/>
                  </a:moveTo>
                  <a:lnTo>
                    <a:pt x="396836" y="33020"/>
                  </a:lnTo>
                  <a:lnTo>
                    <a:pt x="395568" y="34289"/>
                  </a:lnTo>
                  <a:lnTo>
                    <a:pt x="406582" y="34289"/>
                  </a:lnTo>
                  <a:lnTo>
                    <a:pt x="407852" y="33020"/>
                  </a:lnTo>
                  <a:close/>
                </a:path>
                <a:path w="438785" h="435610">
                  <a:moveTo>
                    <a:pt x="411662" y="29210"/>
                  </a:moveTo>
                  <a:lnTo>
                    <a:pt x="400639" y="29210"/>
                  </a:lnTo>
                  <a:lnTo>
                    <a:pt x="398104" y="31750"/>
                  </a:lnTo>
                  <a:lnTo>
                    <a:pt x="409122" y="31750"/>
                  </a:lnTo>
                  <a:lnTo>
                    <a:pt x="411662" y="29210"/>
                  </a:lnTo>
                  <a:close/>
                </a:path>
                <a:path w="438785" h="435610">
                  <a:moveTo>
                    <a:pt x="414202" y="26670"/>
                  </a:moveTo>
                  <a:lnTo>
                    <a:pt x="403175" y="26670"/>
                  </a:lnTo>
                  <a:lnTo>
                    <a:pt x="401907" y="27939"/>
                  </a:lnTo>
                  <a:lnTo>
                    <a:pt x="412932" y="27939"/>
                  </a:lnTo>
                  <a:lnTo>
                    <a:pt x="414202" y="26670"/>
                  </a:lnTo>
                  <a:close/>
                </a:path>
                <a:path w="438785" h="435610">
                  <a:moveTo>
                    <a:pt x="418012" y="22860"/>
                  </a:moveTo>
                  <a:lnTo>
                    <a:pt x="406979" y="22860"/>
                  </a:lnTo>
                  <a:lnTo>
                    <a:pt x="404443" y="25400"/>
                  </a:lnTo>
                  <a:lnTo>
                    <a:pt x="415472" y="25400"/>
                  </a:lnTo>
                  <a:lnTo>
                    <a:pt x="418012" y="22860"/>
                  </a:lnTo>
                  <a:close/>
                </a:path>
                <a:path w="438785" h="435610">
                  <a:moveTo>
                    <a:pt x="420552" y="20320"/>
                  </a:moveTo>
                  <a:lnTo>
                    <a:pt x="409514" y="20320"/>
                  </a:lnTo>
                  <a:lnTo>
                    <a:pt x="408246" y="21589"/>
                  </a:lnTo>
                  <a:lnTo>
                    <a:pt x="419282" y="21589"/>
                  </a:lnTo>
                  <a:lnTo>
                    <a:pt x="420552" y="20320"/>
                  </a:lnTo>
                  <a:close/>
                </a:path>
                <a:path w="438785" h="435610">
                  <a:moveTo>
                    <a:pt x="424362" y="16510"/>
                  </a:moveTo>
                  <a:lnTo>
                    <a:pt x="413318" y="16510"/>
                  </a:lnTo>
                  <a:lnTo>
                    <a:pt x="410782" y="19050"/>
                  </a:lnTo>
                  <a:lnTo>
                    <a:pt x="421822" y="19050"/>
                  </a:lnTo>
                  <a:lnTo>
                    <a:pt x="424362" y="16510"/>
                  </a:lnTo>
                  <a:close/>
                </a:path>
                <a:path w="438785" h="435610">
                  <a:moveTo>
                    <a:pt x="426902" y="13970"/>
                  </a:moveTo>
                  <a:lnTo>
                    <a:pt x="415853" y="13970"/>
                  </a:lnTo>
                  <a:lnTo>
                    <a:pt x="414586" y="15239"/>
                  </a:lnTo>
                  <a:lnTo>
                    <a:pt x="425632" y="15239"/>
                  </a:lnTo>
                  <a:lnTo>
                    <a:pt x="426902" y="13970"/>
                  </a:lnTo>
                  <a:close/>
                </a:path>
                <a:path w="438785" h="435610">
                  <a:moveTo>
                    <a:pt x="430712" y="10160"/>
                  </a:moveTo>
                  <a:lnTo>
                    <a:pt x="419657" y="10160"/>
                  </a:lnTo>
                  <a:lnTo>
                    <a:pt x="417121" y="12700"/>
                  </a:lnTo>
                  <a:lnTo>
                    <a:pt x="428172" y="12700"/>
                  </a:lnTo>
                  <a:lnTo>
                    <a:pt x="430712" y="10160"/>
                  </a:lnTo>
                  <a:close/>
                </a:path>
                <a:path w="438785" h="435610">
                  <a:moveTo>
                    <a:pt x="433252" y="7620"/>
                  </a:moveTo>
                  <a:lnTo>
                    <a:pt x="422193" y="7620"/>
                  </a:lnTo>
                  <a:lnTo>
                    <a:pt x="420925" y="8889"/>
                  </a:lnTo>
                  <a:lnTo>
                    <a:pt x="431982" y="8889"/>
                  </a:lnTo>
                  <a:lnTo>
                    <a:pt x="433252" y="7620"/>
                  </a:lnTo>
                  <a:close/>
                </a:path>
                <a:path w="438785" h="435610">
                  <a:moveTo>
                    <a:pt x="437062" y="3810"/>
                  </a:moveTo>
                  <a:lnTo>
                    <a:pt x="425996" y="3810"/>
                  </a:lnTo>
                  <a:lnTo>
                    <a:pt x="423461" y="6350"/>
                  </a:lnTo>
                  <a:lnTo>
                    <a:pt x="434522" y="6350"/>
                  </a:lnTo>
                  <a:lnTo>
                    <a:pt x="437062" y="3810"/>
                  </a:lnTo>
                  <a:close/>
                </a:path>
                <a:path w="438785" h="435610">
                  <a:moveTo>
                    <a:pt x="438332" y="0"/>
                  </a:moveTo>
                  <a:lnTo>
                    <a:pt x="429800" y="0"/>
                  </a:lnTo>
                  <a:lnTo>
                    <a:pt x="427264" y="2539"/>
                  </a:lnTo>
                  <a:lnTo>
                    <a:pt x="438332" y="2539"/>
                  </a:lnTo>
                  <a:lnTo>
                    <a:pt x="438332" y="0"/>
                  </a:lnTo>
                  <a:close/>
                </a:path>
                <a:path w="438785" h="435610">
                  <a:moveTo>
                    <a:pt x="240212" y="200660"/>
                  </a:moveTo>
                  <a:lnTo>
                    <a:pt x="229480" y="200660"/>
                  </a:lnTo>
                  <a:lnTo>
                    <a:pt x="204123" y="226060"/>
                  </a:lnTo>
                  <a:lnTo>
                    <a:pt x="214812" y="226060"/>
                  </a:lnTo>
                  <a:lnTo>
                    <a:pt x="240212" y="200660"/>
                  </a:lnTo>
                  <a:close/>
                </a:path>
                <a:path w="438785" h="435610">
                  <a:moveTo>
                    <a:pt x="214812" y="226060"/>
                  </a:moveTo>
                  <a:lnTo>
                    <a:pt x="204123" y="226060"/>
                  </a:lnTo>
                  <a:lnTo>
                    <a:pt x="153409" y="276860"/>
                  </a:lnTo>
                  <a:lnTo>
                    <a:pt x="164012" y="276860"/>
                  </a:lnTo>
                  <a:lnTo>
                    <a:pt x="214812" y="226060"/>
                  </a:lnTo>
                  <a:close/>
                </a:path>
                <a:path w="438785" h="435610">
                  <a:moveTo>
                    <a:pt x="7802" y="433070"/>
                  </a:moveTo>
                  <a:lnTo>
                    <a:pt x="5262" y="433070"/>
                  </a:lnTo>
                  <a:lnTo>
                    <a:pt x="5262" y="435610"/>
                  </a:lnTo>
                  <a:lnTo>
                    <a:pt x="7802" y="433070"/>
                  </a:lnTo>
                  <a:close/>
                </a:path>
                <a:path w="438785" h="435610">
                  <a:moveTo>
                    <a:pt x="11612" y="429260"/>
                  </a:moveTo>
                  <a:lnTo>
                    <a:pt x="1267" y="429260"/>
                  </a:lnTo>
                  <a:lnTo>
                    <a:pt x="0" y="430530"/>
                  </a:lnTo>
                  <a:lnTo>
                    <a:pt x="182" y="430530"/>
                  </a:lnTo>
                  <a:lnTo>
                    <a:pt x="182" y="433070"/>
                  </a:lnTo>
                  <a:lnTo>
                    <a:pt x="2722" y="433070"/>
                  </a:lnTo>
                  <a:lnTo>
                    <a:pt x="2722" y="431800"/>
                  </a:lnTo>
                  <a:lnTo>
                    <a:pt x="9072" y="431800"/>
                  </a:lnTo>
                  <a:lnTo>
                    <a:pt x="11612" y="429260"/>
                  </a:lnTo>
                  <a:close/>
                </a:path>
                <a:path w="438785" h="435610">
                  <a:moveTo>
                    <a:pt x="14152" y="426720"/>
                  </a:moveTo>
                  <a:lnTo>
                    <a:pt x="3803" y="426720"/>
                  </a:lnTo>
                  <a:lnTo>
                    <a:pt x="2535" y="427990"/>
                  </a:lnTo>
                  <a:lnTo>
                    <a:pt x="12882" y="427990"/>
                  </a:lnTo>
                  <a:lnTo>
                    <a:pt x="14152" y="426720"/>
                  </a:lnTo>
                  <a:close/>
                </a:path>
                <a:path w="438785" h="435610">
                  <a:moveTo>
                    <a:pt x="17962" y="422910"/>
                  </a:moveTo>
                  <a:lnTo>
                    <a:pt x="7607" y="422910"/>
                  </a:lnTo>
                  <a:lnTo>
                    <a:pt x="5071" y="425450"/>
                  </a:lnTo>
                  <a:lnTo>
                    <a:pt x="15422" y="425450"/>
                  </a:lnTo>
                  <a:lnTo>
                    <a:pt x="17962" y="422910"/>
                  </a:lnTo>
                  <a:close/>
                </a:path>
                <a:path w="438785" h="435610">
                  <a:moveTo>
                    <a:pt x="20502" y="420370"/>
                  </a:moveTo>
                  <a:lnTo>
                    <a:pt x="10142" y="420370"/>
                  </a:lnTo>
                  <a:lnTo>
                    <a:pt x="8874" y="421640"/>
                  </a:lnTo>
                  <a:lnTo>
                    <a:pt x="19232" y="421640"/>
                  </a:lnTo>
                  <a:lnTo>
                    <a:pt x="20502" y="420370"/>
                  </a:lnTo>
                  <a:close/>
                </a:path>
                <a:path w="438785" h="435610">
                  <a:moveTo>
                    <a:pt x="24312" y="416560"/>
                  </a:moveTo>
                  <a:lnTo>
                    <a:pt x="13946" y="416560"/>
                  </a:lnTo>
                  <a:lnTo>
                    <a:pt x="11410" y="419100"/>
                  </a:lnTo>
                  <a:lnTo>
                    <a:pt x="21772" y="419100"/>
                  </a:lnTo>
                  <a:lnTo>
                    <a:pt x="24312" y="416560"/>
                  </a:lnTo>
                  <a:close/>
                </a:path>
                <a:path w="438785" h="435610">
                  <a:moveTo>
                    <a:pt x="26852" y="414020"/>
                  </a:moveTo>
                  <a:lnTo>
                    <a:pt x="16482" y="414020"/>
                  </a:lnTo>
                  <a:lnTo>
                    <a:pt x="15214" y="415290"/>
                  </a:lnTo>
                  <a:lnTo>
                    <a:pt x="25582" y="415290"/>
                  </a:lnTo>
                  <a:lnTo>
                    <a:pt x="26852" y="414020"/>
                  </a:lnTo>
                  <a:close/>
                </a:path>
                <a:path w="438785" h="435610">
                  <a:moveTo>
                    <a:pt x="30662" y="410210"/>
                  </a:moveTo>
                  <a:lnTo>
                    <a:pt x="20285" y="410210"/>
                  </a:lnTo>
                  <a:lnTo>
                    <a:pt x="17749" y="412750"/>
                  </a:lnTo>
                  <a:lnTo>
                    <a:pt x="28122" y="412750"/>
                  </a:lnTo>
                  <a:lnTo>
                    <a:pt x="30662" y="410210"/>
                  </a:lnTo>
                  <a:close/>
                </a:path>
                <a:path w="438785" h="435610">
                  <a:moveTo>
                    <a:pt x="33202" y="407670"/>
                  </a:moveTo>
                  <a:lnTo>
                    <a:pt x="22821" y="407670"/>
                  </a:lnTo>
                  <a:lnTo>
                    <a:pt x="21553" y="408940"/>
                  </a:lnTo>
                  <a:lnTo>
                    <a:pt x="31932" y="408940"/>
                  </a:lnTo>
                  <a:lnTo>
                    <a:pt x="33202" y="407670"/>
                  </a:lnTo>
                  <a:close/>
                </a:path>
                <a:path w="438785" h="435610">
                  <a:moveTo>
                    <a:pt x="37012" y="403860"/>
                  </a:moveTo>
                  <a:lnTo>
                    <a:pt x="26624" y="403860"/>
                  </a:lnTo>
                  <a:lnTo>
                    <a:pt x="24089" y="406400"/>
                  </a:lnTo>
                  <a:lnTo>
                    <a:pt x="34472" y="406400"/>
                  </a:lnTo>
                  <a:lnTo>
                    <a:pt x="37012" y="403860"/>
                  </a:lnTo>
                  <a:close/>
                </a:path>
                <a:path w="438785" h="435610">
                  <a:moveTo>
                    <a:pt x="39552" y="401320"/>
                  </a:moveTo>
                  <a:lnTo>
                    <a:pt x="29160" y="401320"/>
                  </a:lnTo>
                  <a:lnTo>
                    <a:pt x="27892" y="402590"/>
                  </a:lnTo>
                  <a:lnTo>
                    <a:pt x="38282" y="402590"/>
                  </a:lnTo>
                  <a:lnTo>
                    <a:pt x="39552" y="401320"/>
                  </a:lnTo>
                  <a:close/>
                </a:path>
                <a:path w="438785" h="435610">
                  <a:moveTo>
                    <a:pt x="43362" y="397510"/>
                  </a:moveTo>
                  <a:lnTo>
                    <a:pt x="32964" y="397510"/>
                  </a:lnTo>
                  <a:lnTo>
                    <a:pt x="30428" y="400050"/>
                  </a:lnTo>
                  <a:lnTo>
                    <a:pt x="40822" y="400050"/>
                  </a:lnTo>
                  <a:lnTo>
                    <a:pt x="43362" y="397510"/>
                  </a:lnTo>
                  <a:close/>
                </a:path>
                <a:path w="438785" h="435610">
                  <a:moveTo>
                    <a:pt x="45902" y="394970"/>
                  </a:moveTo>
                  <a:lnTo>
                    <a:pt x="35499" y="394970"/>
                  </a:lnTo>
                  <a:lnTo>
                    <a:pt x="34231" y="396240"/>
                  </a:lnTo>
                  <a:lnTo>
                    <a:pt x="44632" y="396240"/>
                  </a:lnTo>
                  <a:lnTo>
                    <a:pt x="45902" y="394970"/>
                  </a:lnTo>
                  <a:close/>
                </a:path>
                <a:path w="438785" h="435610">
                  <a:moveTo>
                    <a:pt x="49712" y="391160"/>
                  </a:moveTo>
                  <a:lnTo>
                    <a:pt x="39303" y="391160"/>
                  </a:lnTo>
                  <a:lnTo>
                    <a:pt x="36767" y="393700"/>
                  </a:lnTo>
                  <a:lnTo>
                    <a:pt x="47172" y="393700"/>
                  </a:lnTo>
                  <a:lnTo>
                    <a:pt x="49712" y="391160"/>
                  </a:lnTo>
                  <a:close/>
                </a:path>
                <a:path w="438785" h="435610">
                  <a:moveTo>
                    <a:pt x="52252" y="388620"/>
                  </a:moveTo>
                  <a:lnTo>
                    <a:pt x="41838" y="388620"/>
                  </a:lnTo>
                  <a:lnTo>
                    <a:pt x="40571" y="389890"/>
                  </a:lnTo>
                  <a:lnTo>
                    <a:pt x="50982" y="389890"/>
                  </a:lnTo>
                  <a:lnTo>
                    <a:pt x="52252" y="388620"/>
                  </a:lnTo>
                  <a:close/>
                </a:path>
                <a:path w="438785" h="435610">
                  <a:moveTo>
                    <a:pt x="56062" y="384810"/>
                  </a:moveTo>
                  <a:lnTo>
                    <a:pt x="45642" y="384810"/>
                  </a:lnTo>
                  <a:lnTo>
                    <a:pt x="43106" y="387350"/>
                  </a:lnTo>
                  <a:lnTo>
                    <a:pt x="53522" y="387350"/>
                  </a:lnTo>
                  <a:lnTo>
                    <a:pt x="56062" y="384810"/>
                  </a:lnTo>
                  <a:close/>
                </a:path>
                <a:path w="438785" h="435610">
                  <a:moveTo>
                    <a:pt x="58602" y="382270"/>
                  </a:moveTo>
                  <a:lnTo>
                    <a:pt x="48178" y="382270"/>
                  </a:lnTo>
                  <a:lnTo>
                    <a:pt x="46910" y="383540"/>
                  </a:lnTo>
                  <a:lnTo>
                    <a:pt x="57332" y="383540"/>
                  </a:lnTo>
                  <a:lnTo>
                    <a:pt x="58602" y="382270"/>
                  </a:lnTo>
                  <a:close/>
                </a:path>
                <a:path w="438785" h="435610">
                  <a:moveTo>
                    <a:pt x="62412" y="378460"/>
                  </a:moveTo>
                  <a:lnTo>
                    <a:pt x="51981" y="378460"/>
                  </a:lnTo>
                  <a:lnTo>
                    <a:pt x="49446" y="381000"/>
                  </a:lnTo>
                  <a:lnTo>
                    <a:pt x="59872" y="381000"/>
                  </a:lnTo>
                  <a:lnTo>
                    <a:pt x="62412" y="378460"/>
                  </a:lnTo>
                  <a:close/>
                </a:path>
                <a:path w="438785" h="435610">
                  <a:moveTo>
                    <a:pt x="64952" y="375920"/>
                  </a:moveTo>
                  <a:lnTo>
                    <a:pt x="54517" y="375920"/>
                  </a:lnTo>
                  <a:lnTo>
                    <a:pt x="53249" y="377190"/>
                  </a:lnTo>
                  <a:lnTo>
                    <a:pt x="63682" y="377190"/>
                  </a:lnTo>
                  <a:lnTo>
                    <a:pt x="64952" y="375920"/>
                  </a:lnTo>
                  <a:close/>
                </a:path>
                <a:path w="438785" h="435610">
                  <a:moveTo>
                    <a:pt x="68762" y="372110"/>
                  </a:moveTo>
                  <a:lnTo>
                    <a:pt x="58320" y="372110"/>
                  </a:lnTo>
                  <a:lnTo>
                    <a:pt x="55785" y="374650"/>
                  </a:lnTo>
                  <a:lnTo>
                    <a:pt x="66222" y="374650"/>
                  </a:lnTo>
                  <a:lnTo>
                    <a:pt x="68762" y="372110"/>
                  </a:lnTo>
                  <a:close/>
                </a:path>
                <a:path w="438785" h="435610">
                  <a:moveTo>
                    <a:pt x="71302" y="369570"/>
                  </a:moveTo>
                  <a:lnTo>
                    <a:pt x="60856" y="369570"/>
                  </a:lnTo>
                  <a:lnTo>
                    <a:pt x="59588" y="370840"/>
                  </a:lnTo>
                  <a:lnTo>
                    <a:pt x="70032" y="370840"/>
                  </a:lnTo>
                  <a:lnTo>
                    <a:pt x="71302" y="369570"/>
                  </a:lnTo>
                  <a:close/>
                </a:path>
                <a:path w="438785" h="435610">
                  <a:moveTo>
                    <a:pt x="75112" y="365760"/>
                  </a:moveTo>
                  <a:lnTo>
                    <a:pt x="64660" y="365760"/>
                  </a:lnTo>
                  <a:lnTo>
                    <a:pt x="62124" y="368300"/>
                  </a:lnTo>
                  <a:lnTo>
                    <a:pt x="72572" y="368300"/>
                  </a:lnTo>
                  <a:lnTo>
                    <a:pt x="75112" y="365760"/>
                  </a:lnTo>
                  <a:close/>
                </a:path>
                <a:path w="438785" h="435610">
                  <a:moveTo>
                    <a:pt x="77652" y="363220"/>
                  </a:moveTo>
                  <a:lnTo>
                    <a:pt x="67195" y="363220"/>
                  </a:lnTo>
                  <a:lnTo>
                    <a:pt x="65928" y="364490"/>
                  </a:lnTo>
                  <a:lnTo>
                    <a:pt x="76382" y="364490"/>
                  </a:lnTo>
                  <a:lnTo>
                    <a:pt x="77652" y="363220"/>
                  </a:lnTo>
                  <a:close/>
                </a:path>
                <a:path w="438785" h="435610">
                  <a:moveTo>
                    <a:pt x="81462" y="359410"/>
                  </a:moveTo>
                  <a:lnTo>
                    <a:pt x="70999" y="359410"/>
                  </a:lnTo>
                  <a:lnTo>
                    <a:pt x="68463" y="361950"/>
                  </a:lnTo>
                  <a:lnTo>
                    <a:pt x="78922" y="361950"/>
                  </a:lnTo>
                  <a:lnTo>
                    <a:pt x="81462" y="359410"/>
                  </a:lnTo>
                  <a:close/>
                </a:path>
                <a:path w="438785" h="435610">
                  <a:moveTo>
                    <a:pt x="84002" y="356870"/>
                  </a:moveTo>
                  <a:lnTo>
                    <a:pt x="73535" y="356870"/>
                  </a:lnTo>
                  <a:lnTo>
                    <a:pt x="72267" y="358140"/>
                  </a:lnTo>
                  <a:lnTo>
                    <a:pt x="82732" y="358140"/>
                  </a:lnTo>
                  <a:lnTo>
                    <a:pt x="84002" y="356870"/>
                  </a:lnTo>
                  <a:close/>
                </a:path>
                <a:path w="438785" h="435610">
                  <a:moveTo>
                    <a:pt x="96702" y="344170"/>
                  </a:moveTo>
                  <a:lnTo>
                    <a:pt x="86213" y="344170"/>
                  </a:lnTo>
                  <a:lnTo>
                    <a:pt x="74802" y="355600"/>
                  </a:lnTo>
                  <a:lnTo>
                    <a:pt x="85272" y="355600"/>
                  </a:lnTo>
                  <a:lnTo>
                    <a:pt x="96702" y="344170"/>
                  </a:lnTo>
                  <a:close/>
                </a:path>
                <a:path w="438785" h="435610">
                  <a:moveTo>
                    <a:pt x="109402" y="331470"/>
                  </a:moveTo>
                  <a:lnTo>
                    <a:pt x="98892" y="331470"/>
                  </a:lnTo>
                  <a:lnTo>
                    <a:pt x="87481" y="342900"/>
                  </a:lnTo>
                  <a:lnTo>
                    <a:pt x="97972" y="342900"/>
                  </a:lnTo>
                  <a:lnTo>
                    <a:pt x="109402" y="331470"/>
                  </a:lnTo>
                  <a:close/>
                </a:path>
                <a:path w="438785" h="435610">
                  <a:moveTo>
                    <a:pt x="113212" y="327660"/>
                  </a:moveTo>
                  <a:lnTo>
                    <a:pt x="102695" y="327660"/>
                  </a:lnTo>
                  <a:lnTo>
                    <a:pt x="100159" y="330200"/>
                  </a:lnTo>
                  <a:lnTo>
                    <a:pt x="110672" y="330200"/>
                  </a:lnTo>
                  <a:lnTo>
                    <a:pt x="113212" y="327660"/>
                  </a:lnTo>
                  <a:close/>
                </a:path>
                <a:path w="438785" h="435610">
                  <a:moveTo>
                    <a:pt x="115752" y="325120"/>
                  </a:moveTo>
                  <a:lnTo>
                    <a:pt x="105231" y="325120"/>
                  </a:lnTo>
                  <a:lnTo>
                    <a:pt x="103963" y="326390"/>
                  </a:lnTo>
                  <a:lnTo>
                    <a:pt x="114482" y="326390"/>
                  </a:lnTo>
                  <a:lnTo>
                    <a:pt x="115752" y="325120"/>
                  </a:lnTo>
                  <a:close/>
                </a:path>
                <a:path w="438785" h="435610">
                  <a:moveTo>
                    <a:pt x="119562" y="321310"/>
                  </a:moveTo>
                  <a:lnTo>
                    <a:pt x="109034" y="321310"/>
                  </a:lnTo>
                  <a:lnTo>
                    <a:pt x="106499" y="323850"/>
                  </a:lnTo>
                  <a:lnTo>
                    <a:pt x="117022" y="323850"/>
                  </a:lnTo>
                  <a:lnTo>
                    <a:pt x="119562" y="321310"/>
                  </a:lnTo>
                  <a:close/>
                </a:path>
                <a:path w="438785" h="435610">
                  <a:moveTo>
                    <a:pt x="132262" y="308610"/>
                  </a:moveTo>
                  <a:lnTo>
                    <a:pt x="121713" y="308610"/>
                  </a:lnTo>
                  <a:lnTo>
                    <a:pt x="110302" y="320040"/>
                  </a:lnTo>
                  <a:lnTo>
                    <a:pt x="120832" y="320040"/>
                  </a:lnTo>
                  <a:lnTo>
                    <a:pt x="132262" y="308610"/>
                  </a:lnTo>
                  <a:close/>
                </a:path>
                <a:path w="438785" h="435610">
                  <a:moveTo>
                    <a:pt x="141152" y="299720"/>
                  </a:moveTo>
                  <a:lnTo>
                    <a:pt x="130588" y="299720"/>
                  </a:lnTo>
                  <a:lnTo>
                    <a:pt x="122981" y="307340"/>
                  </a:lnTo>
                  <a:lnTo>
                    <a:pt x="133532" y="307340"/>
                  </a:lnTo>
                  <a:lnTo>
                    <a:pt x="141152" y="299720"/>
                  </a:lnTo>
                  <a:close/>
                </a:path>
                <a:path w="438785" h="435610">
                  <a:moveTo>
                    <a:pt x="157662" y="283210"/>
                  </a:moveTo>
                  <a:lnTo>
                    <a:pt x="147070" y="283210"/>
                  </a:lnTo>
                  <a:lnTo>
                    <a:pt x="131856" y="298450"/>
                  </a:lnTo>
                  <a:lnTo>
                    <a:pt x="142422" y="298450"/>
                  </a:lnTo>
                  <a:lnTo>
                    <a:pt x="157662" y="283210"/>
                  </a:lnTo>
                  <a:close/>
                </a:path>
                <a:path w="438785" h="435610">
                  <a:moveTo>
                    <a:pt x="162742" y="278130"/>
                  </a:moveTo>
                  <a:lnTo>
                    <a:pt x="152141" y="278130"/>
                  </a:lnTo>
                  <a:lnTo>
                    <a:pt x="148338" y="281940"/>
                  </a:lnTo>
                  <a:lnTo>
                    <a:pt x="158932" y="281940"/>
                  </a:lnTo>
                  <a:lnTo>
                    <a:pt x="162742" y="278130"/>
                  </a:lnTo>
                  <a:close/>
                </a:path>
              </a:pathLst>
            </a:custGeom>
            <a:solidFill>
              <a:srgbClr val="7F52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28">
              <a:extLst>
                <a:ext uri="{FF2B5EF4-FFF2-40B4-BE49-F238E27FC236}">
                  <a16:creationId xmlns:a16="http://schemas.microsoft.com/office/drawing/2014/main" id="{CF1CB6DA-2E64-AA2E-DCCA-B02939493541}"/>
                </a:ext>
              </a:extLst>
            </p:cNvPr>
            <p:cNvSpPr/>
            <p:nvPr/>
          </p:nvSpPr>
          <p:spPr>
            <a:xfrm>
              <a:off x="2561590" y="2583180"/>
              <a:ext cx="441959" cy="434340"/>
            </a:xfrm>
            <a:custGeom>
              <a:avLst/>
              <a:gdLst/>
              <a:ahLst/>
              <a:cxnLst/>
              <a:rect l="l" t="t" r="r" b="b"/>
              <a:pathLst>
                <a:path w="441960" h="434339">
                  <a:moveTo>
                    <a:pt x="251460" y="190500"/>
                  </a:moveTo>
                  <a:lnTo>
                    <a:pt x="241300" y="190500"/>
                  </a:lnTo>
                  <a:lnTo>
                    <a:pt x="234950" y="196850"/>
                  </a:lnTo>
                  <a:lnTo>
                    <a:pt x="245110" y="196850"/>
                  </a:lnTo>
                  <a:lnTo>
                    <a:pt x="251460" y="190500"/>
                  </a:lnTo>
                  <a:close/>
                </a:path>
                <a:path w="441960" h="434339">
                  <a:moveTo>
                    <a:pt x="254000" y="187960"/>
                  </a:moveTo>
                  <a:lnTo>
                    <a:pt x="243839" y="187960"/>
                  </a:lnTo>
                  <a:lnTo>
                    <a:pt x="242570" y="189229"/>
                  </a:lnTo>
                  <a:lnTo>
                    <a:pt x="252730" y="189229"/>
                  </a:lnTo>
                  <a:lnTo>
                    <a:pt x="254000" y="187960"/>
                  </a:lnTo>
                  <a:close/>
                </a:path>
                <a:path w="441960" h="434339">
                  <a:moveTo>
                    <a:pt x="257810" y="184150"/>
                  </a:moveTo>
                  <a:lnTo>
                    <a:pt x="247650" y="184150"/>
                  </a:lnTo>
                  <a:lnTo>
                    <a:pt x="245110" y="186689"/>
                  </a:lnTo>
                  <a:lnTo>
                    <a:pt x="255270" y="186689"/>
                  </a:lnTo>
                  <a:lnTo>
                    <a:pt x="257810" y="184150"/>
                  </a:lnTo>
                  <a:close/>
                </a:path>
                <a:path w="441960" h="434339">
                  <a:moveTo>
                    <a:pt x="260350" y="181610"/>
                  </a:moveTo>
                  <a:lnTo>
                    <a:pt x="250189" y="181610"/>
                  </a:lnTo>
                  <a:lnTo>
                    <a:pt x="248920" y="182879"/>
                  </a:lnTo>
                  <a:lnTo>
                    <a:pt x="259080" y="182879"/>
                  </a:lnTo>
                  <a:lnTo>
                    <a:pt x="260350" y="181610"/>
                  </a:lnTo>
                  <a:close/>
                </a:path>
                <a:path w="441960" h="434339">
                  <a:moveTo>
                    <a:pt x="264160" y="177800"/>
                  </a:moveTo>
                  <a:lnTo>
                    <a:pt x="254000" y="177800"/>
                  </a:lnTo>
                  <a:lnTo>
                    <a:pt x="251460" y="180339"/>
                  </a:lnTo>
                  <a:lnTo>
                    <a:pt x="261620" y="180339"/>
                  </a:lnTo>
                  <a:lnTo>
                    <a:pt x="264160" y="177800"/>
                  </a:lnTo>
                  <a:close/>
                </a:path>
                <a:path w="441960" h="434339">
                  <a:moveTo>
                    <a:pt x="266700" y="175260"/>
                  </a:moveTo>
                  <a:lnTo>
                    <a:pt x="256539" y="175260"/>
                  </a:lnTo>
                  <a:lnTo>
                    <a:pt x="255270" y="176529"/>
                  </a:lnTo>
                  <a:lnTo>
                    <a:pt x="265430" y="176529"/>
                  </a:lnTo>
                  <a:lnTo>
                    <a:pt x="266700" y="175260"/>
                  </a:lnTo>
                  <a:close/>
                </a:path>
                <a:path w="441960" h="434339">
                  <a:moveTo>
                    <a:pt x="279400" y="162560"/>
                  </a:moveTo>
                  <a:lnTo>
                    <a:pt x="269239" y="162560"/>
                  </a:lnTo>
                  <a:lnTo>
                    <a:pt x="257810" y="173989"/>
                  </a:lnTo>
                  <a:lnTo>
                    <a:pt x="267970" y="173989"/>
                  </a:lnTo>
                  <a:lnTo>
                    <a:pt x="279400" y="162560"/>
                  </a:lnTo>
                  <a:close/>
                </a:path>
                <a:path w="441960" h="434339">
                  <a:moveTo>
                    <a:pt x="292100" y="149860"/>
                  </a:moveTo>
                  <a:lnTo>
                    <a:pt x="281939" y="149860"/>
                  </a:lnTo>
                  <a:lnTo>
                    <a:pt x="270510" y="161289"/>
                  </a:lnTo>
                  <a:lnTo>
                    <a:pt x="280670" y="161289"/>
                  </a:lnTo>
                  <a:lnTo>
                    <a:pt x="292100" y="149860"/>
                  </a:lnTo>
                  <a:close/>
                </a:path>
                <a:path w="441960" h="434339">
                  <a:moveTo>
                    <a:pt x="295910" y="146050"/>
                  </a:moveTo>
                  <a:lnTo>
                    <a:pt x="285750" y="146050"/>
                  </a:lnTo>
                  <a:lnTo>
                    <a:pt x="283210" y="148589"/>
                  </a:lnTo>
                  <a:lnTo>
                    <a:pt x="293370" y="148589"/>
                  </a:lnTo>
                  <a:lnTo>
                    <a:pt x="295910" y="146050"/>
                  </a:lnTo>
                  <a:close/>
                </a:path>
                <a:path w="441960" h="434339">
                  <a:moveTo>
                    <a:pt x="298450" y="143510"/>
                  </a:moveTo>
                  <a:lnTo>
                    <a:pt x="288289" y="143510"/>
                  </a:lnTo>
                  <a:lnTo>
                    <a:pt x="287020" y="144779"/>
                  </a:lnTo>
                  <a:lnTo>
                    <a:pt x="297180" y="144779"/>
                  </a:lnTo>
                  <a:lnTo>
                    <a:pt x="298450" y="143510"/>
                  </a:lnTo>
                  <a:close/>
                </a:path>
                <a:path w="441960" h="434339">
                  <a:moveTo>
                    <a:pt x="302260" y="139700"/>
                  </a:moveTo>
                  <a:lnTo>
                    <a:pt x="292100" y="139700"/>
                  </a:lnTo>
                  <a:lnTo>
                    <a:pt x="289560" y="142239"/>
                  </a:lnTo>
                  <a:lnTo>
                    <a:pt x="299720" y="142239"/>
                  </a:lnTo>
                  <a:lnTo>
                    <a:pt x="302260" y="139700"/>
                  </a:lnTo>
                  <a:close/>
                </a:path>
                <a:path w="441960" h="434339">
                  <a:moveTo>
                    <a:pt x="304800" y="137160"/>
                  </a:moveTo>
                  <a:lnTo>
                    <a:pt x="294639" y="137160"/>
                  </a:lnTo>
                  <a:lnTo>
                    <a:pt x="293370" y="138429"/>
                  </a:lnTo>
                  <a:lnTo>
                    <a:pt x="303530" y="138429"/>
                  </a:lnTo>
                  <a:lnTo>
                    <a:pt x="304800" y="137160"/>
                  </a:lnTo>
                  <a:close/>
                </a:path>
                <a:path w="441960" h="434339">
                  <a:moveTo>
                    <a:pt x="308610" y="133350"/>
                  </a:moveTo>
                  <a:lnTo>
                    <a:pt x="298450" y="133350"/>
                  </a:lnTo>
                  <a:lnTo>
                    <a:pt x="295910" y="135889"/>
                  </a:lnTo>
                  <a:lnTo>
                    <a:pt x="306070" y="135889"/>
                  </a:lnTo>
                  <a:lnTo>
                    <a:pt x="308610" y="133350"/>
                  </a:lnTo>
                  <a:close/>
                </a:path>
                <a:path w="441960" h="434339">
                  <a:moveTo>
                    <a:pt x="311150" y="130810"/>
                  </a:moveTo>
                  <a:lnTo>
                    <a:pt x="300989" y="130810"/>
                  </a:lnTo>
                  <a:lnTo>
                    <a:pt x="299720" y="132079"/>
                  </a:lnTo>
                  <a:lnTo>
                    <a:pt x="309880" y="132079"/>
                  </a:lnTo>
                  <a:lnTo>
                    <a:pt x="311150" y="130810"/>
                  </a:lnTo>
                  <a:close/>
                </a:path>
                <a:path w="441960" h="434339">
                  <a:moveTo>
                    <a:pt x="314960" y="127000"/>
                  </a:moveTo>
                  <a:lnTo>
                    <a:pt x="304800" y="127000"/>
                  </a:lnTo>
                  <a:lnTo>
                    <a:pt x="302260" y="129539"/>
                  </a:lnTo>
                  <a:lnTo>
                    <a:pt x="312420" y="129539"/>
                  </a:lnTo>
                  <a:lnTo>
                    <a:pt x="314960" y="127000"/>
                  </a:lnTo>
                  <a:close/>
                </a:path>
                <a:path w="441960" h="434339">
                  <a:moveTo>
                    <a:pt x="317500" y="124460"/>
                  </a:moveTo>
                  <a:lnTo>
                    <a:pt x="307339" y="124460"/>
                  </a:lnTo>
                  <a:lnTo>
                    <a:pt x="306070" y="125729"/>
                  </a:lnTo>
                  <a:lnTo>
                    <a:pt x="316230" y="125729"/>
                  </a:lnTo>
                  <a:lnTo>
                    <a:pt x="317500" y="124460"/>
                  </a:lnTo>
                  <a:close/>
                </a:path>
                <a:path w="441960" h="434339">
                  <a:moveTo>
                    <a:pt x="321310" y="120650"/>
                  </a:moveTo>
                  <a:lnTo>
                    <a:pt x="311150" y="120650"/>
                  </a:lnTo>
                  <a:lnTo>
                    <a:pt x="308610" y="123189"/>
                  </a:lnTo>
                  <a:lnTo>
                    <a:pt x="318770" y="123189"/>
                  </a:lnTo>
                  <a:lnTo>
                    <a:pt x="321310" y="120650"/>
                  </a:lnTo>
                  <a:close/>
                </a:path>
                <a:path w="441960" h="434339">
                  <a:moveTo>
                    <a:pt x="323850" y="118110"/>
                  </a:moveTo>
                  <a:lnTo>
                    <a:pt x="313689" y="118110"/>
                  </a:lnTo>
                  <a:lnTo>
                    <a:pt x="312420" y="119379"/>
                  </a:lnTo>
                  <a:lnTo>
                    <a:pt x="322580" y="119379"/>
                  </a:lnTo>
                  <a:lnTo>
                    <a:pt x="323850" y="118110"/>
                  </a:lnTo>
                  <a:close/>
                </a:path>
                <a:path w="441960" h="434339">
                  <a:moveTo>
                    <a:pt x="327660" y="114300"/>
                  </a:moveTo>
                  <a:lnTo>
                    <a:pt x="317500" y="114300"/>
                  </a:lnTo>
                  <a:lnTo>
                    <a:pt x="314960" y="116839"/>
                  </a:lnTo>
                  <a:lnTo>
                    <a:pt x="325120" y="116839"/>
                  </a:lnTo>
                  <a:lnTo>
                    <a:pt x="327660" y="114300"/>
                  </a:lnTo>
                  <a:close/>
                </a:path>
                <a:path w="441960" h="434339">
                  <a:moveTo>
                    <a:pt x="330200" y="111760"/>
                  </a:moveTo>
                  <a:lnTo>
                    <a:pt x="320039" y="111760"/>
                  </a:lnTo>
                  <a:lnTo>
                    <a:pt x="318770" y="113029"/>
                  </a:lnTo>
                  <a:lnTo>
                    <a:pt x="328930" y="113029"/>
                  </a:lnTo>
                  <a:lnTo>
                    <a:pt x="330200" y="111760"/>
                  </a:lnTo>
                  <a:close/>
                </a:path>
                <a:path w="441960" h="434339">
                  <a:moveTo>
                    <a:pt x="334010" y="107950"/>
                  </a:moveTo>
                  <a:lnTo>
                    <a:pt x="323850" y="107950"/>
                  </a:lnTo>
                  <a:lnTo>
                    <a:pt x="321310" y="110489"/>
                  </a:lnTo>
                  <a:lnTo>
                    <a:pt x="331470" y="110489"/>
                  </a:lnTo>
                  <a:lnTo>
                    <a:pt x="334010" y="107950"/>
                  </a:lnTo>
                  <a:close/>
                </a:path>
                <a:path w="441960" h="434339">
                  <a:moveTo>
                    <a:pt x="336550" y="105410"/>
                  </a:moveTo>
                  <a:lnTo>
                    <a:pt x="326389" y="105410"/>
                  </a:lnTo>
                  <a:lnTo>
                    <a:pt x="325120" y="106679"/>
                  </a:lnTo>
                  <a:lnTo>
                    <a:pt x="335280" y="106679"/>
                  </a:lnTo>
                  <a:lnTo>
                    <a:pt x="336550" y="105410"/>
                  </a:lnTo>
                  <a:close/>
                </a:path>
                <a:path w="441960" h="434339">
                  <a:moveTo>
                    <a:pt x="340360" y="101600"/>
                  </a:moveTo>
                  <a:lnTo>
                    <a:pt x="330200" y="101600"/>
                  </a:lnTo>
                  <a:lnTo>
                    <a:pt x="327660" y="104139"/>
                  </a:lnTo>
                  <a:lnTo>
                    <a:pt x="337820" y="104139"/>
                  </a:lnTo>
                  <a:lnTo>
                    <a:pt x="340360" y="101600"/>
                  </a:lnTo>
                  <a:close/>
                </a:path>
                <a:path w="441960" h="434339">
                  <a:moveTo>
                    <a:pt x="342900" y="99060"/>
                  </a:moveTo>
                  <a:lnTo>
                    <a:pt x="332739" y="99060"/>
                  </a:lnTo>
                  <a:lnTo>
                    <a:pt x="331470" y="100329"/>
                  </a:lnTo>
                  <a:lnTo>
                    <a:pt x="341630" y="100329"/>
                  </a:lnTo>
                  <a:lnTo>
                    <a:pt x="342900" y="99060"/>
                  </a:lnTo>
                  <a:close/>
                </a:path>
                <a:path w="441960" h="434339">
                  <a:moveTo>
                    <a:pt x="346710" y="95250"/>
                  </a:moveTo>
                  <a:lnTo>
                    <a:pt x="336550" y="95250"/>
                  </a:lnTo>
                  <a:lnTo>
                    <a:pt x="334010" y="97789"/>
                  </a:lnTo>
                  <a:lnTo>
                    <a:pt x="344170" y="97789"/>
                  </a:lnTo>
                  <a:lnTo>
                    <a:pt x="346710" y="95250"/>
                  </a:lnTo>
                  <a:close/>
                </a:path>
                <a:path w="441960" h="434339">
                  <a:moveTo>
                    <a:pt x="349250" y="92710"/>
                  </a:moveTo>
                  <a:lnTo>
                    <a:pt x="339089" y="92710"/>
                  </a:lnTo>
                  <a:lnTo>
                    <a:pt x="337820" y="93979"/>
                  </a:lnTo>
                  <a:lnTo>
                    <a:pt x="347980" y="93979"/>
                  </a:lnTo>
                  <a:lnTo>
                    <a:pt x="349250" y="92710"/>
                  </a:lnTo>
                  <a:close/>
                </a:path>
                <a:path w="441960" h="434339">
                  <a:moveTo>
                    <a:pt x="353060" y="88900"/>
                  </a:moveTo>
                  <a:lnTo>
                    <a:pt x="342900" y="88900"/>
                  </a:lnTo>
                  <a:lnTo>
                    <a:pt x="340360" y="91439"/>
                  </a:lnTo>
                  <a:lnTo>
                    <a:pt x="350520" y="91439"/>
                  </a:lnTo>
                  <a:lnTo>
                    <a:pt x="353060" y="88900"/>
                  </a:lnTo>
                  <a:close/>
                </a:path>
                <a:path w="441960" h="434339">
                  <a:moveTo>
                    <a:pt x="355600" y="86360"/>
                  </a:moveTo>
                  <a:lnTo>
                    <a:pt x="345439" y="86360"/>
                  </a:lnTo>
                  <a:lnTo>
                    <a:pt x="344170" y="87629"/>
                  </a:lnTo>
                  <a:lnTo>
                    <a:pt x="354330" y="87629"/>
                  </a:lnTo>
                  <a:lnTo>
                    <a:pt x="355600" y="86360"/>
                  </a:lnTo>
                  <a:close/>
                </a:path>
                <a:path w="441960" h="434339">
                  <a:moveTo>
                    <a:pt x="359410" y="82550"/>
                  </a:moveTo>
                  <a:lnTo>
                    <a:pt x="349250" y="82550"/>
                  </a:lnTo>
                  <a:lnTo>
                    <a:pt x="346710" y="85089"/>
                  </a:lnTo>
                  <a:lnTo>
                    <a:pt x="356870" y="85089"/>
                  </a:lnTo>
                  <a:lnTo>
                    <a:pt x="359410" y="82550"/>
                  </a:lnTo>
                  <a:close/>
                </a:path>
                <a:path w="441960" h="434339">
                  <a:moveTo>
                    <a:pt x="361950" y="80010"/>
                  </a:moveTo>
                  <a:lnTo>
                    <a:pt x="351789" y="80010"/>
                  </a:lnTo>
                  <a:lnTo>
                    <a:pt x="350520" y="81279"/>
                  </a:lnTo>
                  <a:lnTo>
                    <a:pt x="360680" y="81279"/>
                  </a:lnTo>
                  <a:lnTo>
                    <a:pt x="361950" y="80010"/>
                  </a:lnTo>
                  <a:close/>
                </a:path>
                <a:path w="441960" h="434339">
                  <a:moveTo>
                    <a:pt x="365760" y="76200"/>
                  </a:moveTo>
                  <a:lnTo>
                    <a:pt x="355600" y="76200"/>
                  </a:lnTo>
                  <a:lnTo>
                    <a:pt x="353060" y="78739"/>
                  </a:lnTo>
                  <a:lnTo>
                    <a:pt x="363220" y="78739"/>
                  </a:lnTo>
                  <a:lnTo>
                    <a:pt x="365760" y="76200"/>
                  </a:lnTo>
                  <a:close/>
                </a:path>
                <a:path w="441960" h="434339">
                  <a:moveTo>
                    <a:pt x="368300" y="73660"/>
                  </a:moveTo>
                  <a:lnTo>
                    <a:pt x="358139" y="73660"/>
                  </a:lnTo>
                  <a:lnTo>
                    <a:pt x="356870" y="74929"/>
                  </a:lnTo>
                  <a:lnTo>
                    <a:pt x="367030" y="74929"/>
                  </a:lnTo>
                  <a:lnTo>
                    <a:pt x="368300" y="73660"/>
                  </a:lnTo>
                  <a:close/>
                </a:path>
                <a:path w="441960" h="434339">
                  <a:moveTo>
                    <a:pt x="372110" y="69850"/>
                  </a:moveTo>
                  <a:lnTo>
                    <a:pt x="361950" y="69850"/>
                  </a:lnTo>
                  <a:lnTo>
                    <a:pt x="359410" y="72389"/>
                  </a:lnTo>
                  <a:lnTo>
                    <a:pt x="369570" y="72389"/>
                  </a:lnTo>
                  <a:lnTo>
                    <a:pt x="372110" y="69850"/>
                  </a:lnTo>
                  <a:close/>
                </a:path>
                <a:path w="441960" h="434339">
                  <a:moveTo>
                    <a:pt x="374650" y="67310"/>
                  </a:moveTo>
                  <a:lnTo>
                    <a:pt x="364489" y="67310"/>
                  </a:lnTo>
                  <a:lnTo>
                    <a:pt x="363220" y="68579"/>
                  </a:lnTo>
                  <a:lnTo>
                    <a:pt x="373380" y="68579"/>
                  </a:lnTo>
                  <a:lnTo>
                    <a:pt x="374650" y="67310"/>
                  </a:lnTo>
                  <a:close/>
                </a:path>
                <a:path w="441960" h="434339">
                  <a:moveTo>
                    <a:pt x="378460" y="63500"/>
                  </a:moveTo>
                  <a:lnTo>
                    <a:pt x="368300" y="63500"/>
                  </a:lnTo>
                  <a:lnTo>
                    <a:pt x="365760" y="66039"/>
                  </a:lnTo>
                  <a:lnTo>
                    <a:pt x="375920" y="66039"/>
                  </a:lnTo>
                  <a:lnTo>
                    <a:pt x="378460" y="63500"/>
                  </a:lnTo>
                  <a:close/>
                </a:path>
                <a:path w="441960" h="434339">
                  <a:moveTo>
                    <a:pt x="381000" y="60960"/>
                  </a:moveTo>
                  <a:lnTo>
                    <a:pt x="370839" y="60960"/>
                  </a:lnTo>
                  <a:lnTo>
                    <a:pt x="369570" y="62229"/>
                  </a:lnTo>
                  <a:lnTo>
                    <a:pt x="379730" y="62229"/>
                  </a:lnTo>
                  <a:lnTo>
                    <a:pt x="381000" y="60960"/>
                  </a:lnTo>
                  <a:close/>
                </a:path>
                <a:path w="441960" h="434339">
                  <a:moveTo>
                    <a:pt x="384810" y="57150"/>
                  </a:moveTo>
                  <a:lnTo>
                    <a:pt x="374650" y="57150"/>
                  </a:lnTo>
                  <a:lnTo>
                    <a:pt x="372110" y="59689"/>
                  </a:lnTo>
                  <a:lnTo>
                    <a:pt x="382270" y="59689"/>
                  </a:lnTo>
                  <a:lnTo>
                    <a:pt x="384810" y="57150"/>
                  </a:lnTo>
                  <a:close/>
                </a:path>
                <a:path w="441960" h="434339">
                  <a:moveTo>
                    <a:pt x="387350" y="54610"/>
                  </a:moveTo>
                  <a:lnTo>
                    <a:pt x="377189" y="54610"/>
                  </a:lnTo>
                  <a:lnTo>
                    <a:pt x="375920" y="55879"/>
                  </a:lnTo>
                  <a:lnTo>
                    <a:pt x="386080" y="55879"/>
                  </a:lnTo>
                  <a:lnTo>
                    <a:pt x="387350" y="54610"/>
                  </a:lnTo>
                  <a:close/>
                </a:path>
                <a:path w="441960" h="434339">
                  <a:moveTo>
                    <a:pt x="391160" y="50800"/>
                  </a:moveTo>
                  <a:lnTo>
                    <a:pt x="381000" y="50800"/>
                  </a:lnTo>
                  <a:lnTo>
                    <a:pt x="378460" y="53339"/>
                  </a:lnTo>
                  <a:lnTo>
                    <a:pt x="388620" y="53339"/>
                  </a:lnTo>
                  <a:lnTo>
                    <a:pt x="391160" y="50800"/>
                  </a:lnTo>
                  <a:close/>
                </a:path>
                <a:path w="441960" h="434339">
                  <a:moveTo>
                    <a:pt x="393700" y="48260"/>
                  </a:moveTo>
                  <a:lnTo>
                    <a:pt x="383539" y="48260"/>
                  </a:lnTo>
                  <a:lnTo>
                    <a:pt x="382270" y="49529"/>
                  </a:lnTo>
                  <a:lnTo>
                    <a:pt x="392430" y="49529"/>
                  </a:lnTo>
                  <a:lnTo>
                    <a:pt x="393700" y="48260"/>
                  </a:lnTo>
                  <a:close/>
                </a:path>
                <a:path w="441960" h="434339">
                  <a:moveTo>
                    <a:pt x="397510" y="44450"/>
                  </a:moveTo>
                  <a:lnTo>
                    <a:pt x="387350" y="44450"/>
                  </a:lnTo>
                  <a:lnTo>
                    <a:pt x="384810" y="46989"/>
                  </a:lnTo>
                  <a:lnTo>
                    <a:pt x="394970" y="46989"/>
                  </a:lnTo>
                  <a:lnTo>
                    <a:pt x="397510" y="44450"/>
                  </a:lnTo>
                  <a:close/>
                </a:path>
                <a:path w="441960" h="434339">
                  <a:moveTo>
                    <a:pt x="400050" y="41910"/>
                  </a:moveTo>
                  <a:lnTo>
                    <a:pt x="389889" y="41910"/>
                  </a:lnTo>
                  <a:lnTo>
                    <a:pt x="388620" y="43179"/>
                  </a:lnTo>
                  <a:lnTo>
                    <a:pt x="398780" y="43179"/>
                  </a:lnTo>
                  <a:lnTo>
                    <a:pt x="400050" y="41910"/>
                  </a:lnTo>
                  <a:close/>
                </a:path>
                <a:path w="441960" h="434339">
                  <a:moveTo>
                    <a:pt x="403860" y="38100"/>
                  </a:moveTo>
                  <a:lnTo>
                    <a:pt x="393700" y="38100"/>
                  </a:lnTo>
                  <a:lnTo>
                    <a:pt x="391160" y="40639"/>
                  </a:lnTo>
                  <a:lnTo>
                    <a:pt x="401320" y="40639"/>
                  </a:lnTo>
                  <a:lnTo>
                    <a:pt x="403860" y="38100"/>
                  </a:lnTo>
                  <a:close/>
                </a:path>
                <a:path w="441960" h="434339">
                  <a:moveTo>
                    <a:pt x="406400" y="35560"/>
                  </a:moveTo>
                  <a:lnTo>
                    <a:pt x="396239" y="35560"/>
                  </a:lnTo>
                  <a:lnTo>
                    <a:pt x="394970" y="36829"/>
                  </a:lnTo>
                  <a:lnTo>
                    <a:pt x="405130" y="36829"/>
                  </a:lnTo>
                  <a:lnTo>
                    <a:pt x="406400" y="35560"/>
                  </a:lnTo>
                  <a:close/>
                </a:path>
                <a:path w="441960" h="434339">
                  <a:moveTo>
                    <a:pt x="410210" y="31750"/>
                  </a:moveTo>
                  <a:lnTo>
                    <a:pt x="400050" y="31750"/>
                  </a:lnTo>
                  <a:lnTo>
                    <a:pt x="397510" y="34289"/>
                  </a:lnTo>
                  <a:lnTo>
                    <a:pt x="407670" y="34289"/>
                  </a:lnTo>
                  <a:lnTo>
                    <a:pt x="410210" y="31750"/>
                  </a:lnTo>
                  <a:close/>
                </a:path>
                <a:path w="441960" h="434339">
                  <a:moveTo>
                    <a:pt x="412750" y="29210"/>
                  </a:moveTo>
                  <a:lnTo>
                    <a:pt x="402589" y="29210"/>
                  </a:lnTo>
                  <a:lnTo>
                    <a:pt x="401320" y="30479"/>
                  </a:lnTo>
                  <a:lnTo>
                    <a:pt x="411480" y="30479"/>
                  </a:lnTo>
                  <a:lnTo>
                    <a:pt x="412750" y="29210"/>
                  </a:lnTo>
                  <a:close/>
                </a:path>
                <a:path w="441960" h="434339">
                  <a:moveTo>
                    <a:pt x="416560" y="25400"/>
                  </a:moveTo>
                  <a:lnTo>
                    <a:pt x="406400" y="25400"/>
                  </a:lnTo>
                  <a:lnTo>
                    <a:pt x="403860" y="27939"/>
                  </a:lnTo>
                  <a:lnTo>
                    <a:pt x="414020" y="27939"/>
                  </a:lnTo>
                  <a:lnTo>
                    <a:pt x="416560" y="25400"/>
                  </a:lnTo>
                  <a:close/>
                </a:path>
                <a:path w="441960" h="434339">
                  <a:moveTo>
                    <a:pt x="419100" y="22860"/>
                  </a:moveTo>
                  <a:lnTo>
                    <a:pt x="408939" y="22860"/>
                  </a:lnTo>
                  <a:lnTo>
                    <a:pt x="407670" y="24129"/>
                  </a:lnTo>
                  <a:lnTo>
                    <a:pt x="417830" y="24129"/>
                  </a:lnTo>
                  <a:lnTo>
                    <a:pt x="419100" y="22860"/>
                  </a:lnTo>
                  <a:close/>
                </a:path>
                <a:path w="441960" h="434339">
                  <a:moveTo>
                    <a:pt x="422910" y="19050"/>
                  </a:moveTo>
                  <a:lnTo>
                    <a:pt x="412750" y="19050"/>
                  </a:lnTo>
                  <a:lnTo>
                    <a:pt x="410210" y="21589"/>
                  </a:lnTo>
                  <a:lnTo>
                    <a:pt x="420370" y="21589"/>
                  </a:lnTo>
                  <a:lnTo>
                    <a:pt x="422910" y="19050"/>
                  </a:lnTo>
                  <a:close/>
                </a:path>
                <a:path w="441960" h="434339">
                  <a:moveTo>
                    <a:pt x="425450" y="16510"/>
                  </a:moveTo>
                  <a:lnTo>
                    <a:pt x="415289" y="16510"/>
                  </a:lnTo>
                  <a:lnTo>
                    <a:pt x="414020" y="17779"/>
                  </a:lnTo>
                  <a:lnTo>
                    <a:pt x="424180" y="17779"/>
                  </a:lnTo>
                  <a:lnTo>
                    <a:pt x="425450" y="16510"/>
                  </a:lnTo>
                  <a:close/>
                </a:path>
                <a:path w="441960" h="434339">
                  <a:moveTo>
                    <a:pt x="429260" y="12700"/>
                  </a:moveTo>
                  <a:lnTo>
                    <a:pt x="419100" y="12700"/>
                  </a:lnTo>
                  <a:lnTo>
                    <a:pt x="416560" y="15239"/>
                  </a:lnTo>
                  <a:lnTo>
                    <a:pt x="426720" y="15239"/>
                  </a:lnTo>
                  <a:lnTo>
                    <a:pt x="429260" y="12700"/>
                  </a:lnTo>
                  <a:close/>
                </a:path>
                <a:path w="441960" h="434339">
                  <a:moveTo>
                    <a:pt x="431800" y="10160"/>
                  </a:moveTo>
                  <a:lnTo>
                    <a:pt x="421639" y="10160"/>
                  </a:lnTo>
                  <a:lnTo>
                    <a:pt x="420370" y="11429"/>
                  </a:lnTo>
                  <a:lnTo>
                    <a:pt x="430530" y="11429"/>
                  </a:lnTo>
                  <a:lnTo>
                    <a:pt x="431800" y="10160"/>
                  </a:lnTo>
                  <a:close/>
                </a:path>
                <a:path w="441960" h="434339">
                  <a:moveTo>
                    <a:pt x="435610" y="6350"/>
                  </a:moveTo>
                  <a:lnTo>
                    <a:pt x="425450" y="6350"/>
                  </a:lnTo>
                  <a:lnTo>
                    <a:pt x="422910" y="8889"/>
                  </a:lnTo>
                  <a:lnTo>
                    <a:pt x="433070" y="8889"/>
                  </a:lnTo>
                  <a:lnTo>
                    <a:pt x="435610" y="6350"/>
                  </a:lnTo>
                  <a:close/>
                </a:path>
                <a:path w="441960" h="434339">
                  <a:moveTo>
                    <a:pt x="438150" y="3810"/>
                  </a:moveTo>
                  <a:lnTo>
                    <a:pt x="427989" y="3810"/>
                  </a:lnTo>
                  <a:lnTo>
                    <a:pt x="426720" y="5079"/>
                  </a:lnTo>
                  <a:lnTo>
                    <a:pt x="436880" y="5079"/>
                  </a:lnTo>
                  <a:lnTo>
                    <a:pt x="438150" y="3810"/>
                  </a:lnTo>
                  <a:close/>
                </a:path>
                <a:path w="441960" h="434339">
                  <a:moveTo>
                    <a:pt x="441960" y="0"/>
                  </a:moveTo>
                  <a:lnTo>
                    <a:pt x="431800" y="0"/>
                  </a:lnTo>
                  <a:lnTo>
                    <a:pt x="429260" y="2539"/>
                  </a:lnTo>
                  <a:lnTo>
                    <a:pt x="439420" y="2539"/>
                  </a:lnTo>
                  <a:lnTo>
                    <a:pt x="441960" y="0"/>
                  </a:lnTo>
                  <a:close/>
                </a:path>
                <a:path w="441960" h="434339">
                  <a:moveTo>
                    <a:pt x="245109" y="196850"/>
                  </a:moveTo>
                  <a:lnTo>
                    <a:pt x="234949" y="196850"/>
                  </a:lnTo>
                  <a:lnTo>
                    <a:pt x="209550" y="222250"/>
                  </a:lnTo>
                  <a:lnTo>
                    <a:pt x="219710" y="222250"/>
                  </a:lnTo>
                  <a:lnTo>
                    <a:pt x="245109" y="196850"/>
                  </a:lnTo>
                  <a:close/>
                </a:path>
                <a:path w="441960" h="434339">
                  <a:moveTo>
                    <a:pt x="219709" y="222250"/>
                  </a:moveTo>
                  <a:lnTo>
                    <a:pt x="209549" y="222250"/>
                  </a:lnTo>
                  <a:lnTo>
                    <a:pt x="158750" y="273050"/>
                  </a:lnTo>
                  <a:lnTo>
                    <a:pt x="168910" y="273050"/>
                  </a:lnTo>
                  <a:lnTo>
                    <a:pt x="219709" y="222250"/>
                  </a:lnTo>
                  <a:close/>
                </a:path>
                <a:path w="441960" h="434339">
                  <a:moveTo>
                    <a:pt x="10160" y="431800"/>
                  </a:moveTo>
                  <a:lnTo>
                    <a:pt x="3810" y="431800"/>
                  </a:lnTo>
                  <a:lnTo>
                    <a:pt x="3810" y="433070"/>
                  </a:lnTo>
                  <a:lnTo>
                    <a:pt x="7620" y="433070"/>
                  </a:lnTo>
                  <a:lnTo>
                    <a:pt x="7620" y="434340"/>
                  </a:lnTo>
                  <a:lnTo>
                    <a:pt x="10160" y="431800"/>
                  </a:lnTo>
                  <a:close/>
                </a:path>
                <a:path w="441960" h="434339">
                  <a:moveTo>
                    <a:pt x="12700" y="429260"/>
                  </a:moveTo>
                  <a:lnTo>
                    <a:pt x="2539" y="429260"/>
                  </a:lnTo>
                  <a:lnTo>
                    <a:pt x="0" y="431800"/>
                  </a:lnTo>
                  <a:lnTo>
                    <a:pt x="2540" y="431800"/>
                  </a:lnTo>
                  <a:lnTo>
                    <a:pt x="2540" y="430530"/>
                  </a:lnTo>
                  <a:lnTo>
                    <a:pt x="11430" y="430530"/>
                  </a:lnTo>
                  <a:lnTo>
                    <a:pt x="12700" y="429260"/>
                  </a:lnTo>
                  <a:close/>
                </a:path>
                <a:path w="441960" h="434339">
                  <a:moveTo>
                    <a:pt x="16510" y="425450"/>
                  </a:moveTo>
                  <a:lnTo>
                    <a:pt x="6350" y="425450"/>
                  </a:lnTo>
                  <a:lnTo>
                    <a:pt x="3809" y="427990"/>
                  </a:lnTo>
                  <a:lnTo>
                    <a:pt x="13969" y="427990"/>
                  </a:lnTo>
                  <a:lnTo>
                    <a:pt x="16510" y="425450"/>
                  </a:lnTo>
                  <a:close/>
                </a:path>
                <a:path w="441960" h="434339">
                  <a:moveTo>
                    <a:pt x="19050" y="422910"/>
                  </a:moveTo>
                  <a:lnTo>
                    <a:pt x="8889" y="422910"/>
                  </a:lnTo>
                  <a:lnTo>
                    <a:pt x="7619" y="424180"/>
                  </a:lnTo>
                  <a:lnTo>
                    <a:pt x="17780" y="424180"/>
                  </a:lnTo>
                  <a:lnTo>
                    <a:pt x="19050" y="422910"/>
                  </a:lnTo>
                  <a:close/>
                </a:path>
                <a:path w="441960" h="434339">
                  <a:moveTo>
                    <a:pt x="22860" y="419100"/>
                  </a:moveTo>
                  <a:lnTo>
                    <a:pt x="12700" y="419100"/>
                  </a:lnTo>
                  <a:lnTo>
                    <a:pt x="10159" y="421640"/>
                  </a:lnTo>
                  <a:lnTo>
                    <a:pt x="20319" y="421640"/>
                  </a:lnTo>
                  <a:lnTo>
                    <a:pt x="22860" y="419100"/>
                  </a:lnTo>
                  <a:close/>
                </a:path>
                <a:path w="441960" h="434339">
                  <a:moveTo>
                    <a:pt x="25400" y="416560"/>
                  </a:moveTo>
                  <a:lnTo>
                    <a:pt x="15239" y="416560"/>
                  </a:lnTo>
                  <a:lnTo>
                    <a:pt x="13969" y="417830"/>
                  </a:lnTo>
                  <a:lnTo>
                    <a:pt x="24130" y="417830"/>
                  </a:lnTo>
                  <a:lnTo>
                    <a:pt x="25400" y="416560"/>
                  </a:lnTo>
                  <a:close/>
                </a:path>
                <a:path w="441960" h="434339">
                  <a:moveTo>
                    <a:pt x="29210" y="412750"/>
                  </a:moveTo>
                  <a:lnTo>
                    <a:pt x="19050" y="412750"/>
                  </a:lnTo>
                  <a:lnTo>
                    <a:pt x="16509" y="415290"/>
                  </a:lnTo>
                  <a:lnTo>
                    <a:pt x="26669" y="415290"/>
                  </a:lnTo>
                  <a:lnTo>
                    <a:pt x="29210" y="412750"/>
                  </a:lnTo>
                  <a:close/>
                </a:path>
                <a:path w="441960" h="434339">
                  <a:moveTo>
                    <a:pt x="31750" y="410210"/>
                  </a:moveTo>
                  <a:lnTo>
                    <a:pt x="21589" y="410210"/>
                  </a:lnTo>
                  <a:lnTo>
                    <a:pt x="20319" y="411480"/>
                  </a:lnTo>
                  <a:lnTo>
                    <a:pt x="30480" y="411480"/>
                  </a:lnTo>
                  <a:lnTo>
                    <a:pt x="31750" y="410210"/>
                  </a:lnTo>
                  <a:close/>
                </a:path>
                <a:path w="441960" h="434339">
                  <a:moveTo>
                    <a:pt x="35560" y="406400"/>
                  </a:moveTo>
                  <a:lnTo>
                    <a:pt x="25400" y="406400"/>
                  </a:lnTo>
                  <a:lnTo>
                    <a:pt x="22859" y="408940"/>
                  </a:lnTo>
                  <a:lnTo>
                    <a:pt x="33019" y="408940"/>
                  </a:lnTo>
                  <a:lnTo>
                    <a:pt x="35560" y="406400"/>
                  </a:lnTo>
                  <a:close/>
                </a:path>
                <a:path w="441960" h="434339">
                  <a:moveTo>
                    <a:pt x="38100" y="403860"/>
                  </a:moveTo>
                  <a:lnTo>
                    <a:pt x="27939" y="403860"/>
                  </a:lnTo>
                  <a:lnTo>
                    <a:pt x="26669" y="405130"/>
                  </a:lnTo>
                  <a:lnTo>
                    <a:pt x="36830" y="405130"/>
                  </a:lnTo>
                  <a:lnTo>
                    <a:pt x="38100" y="403860"/>
                  </a:lnTo>
                  <a:close/>
                </a:path>
                <a:path w="441960" h="434339">
                  <a:moveTo>
                    <a:pt x="41910" y="400050"/>
                  </a:moveTo>
                  <a:lnTo>
                    <a:pt x="31750" y="400050"/>
                  </a:lnTo>
                  <a:lnTo>
                    <a:pt x="29209" y="402590"/>
                  </a:lnTo>
                  <a:lnTo>
                    <a:pt x="39369" y="402590"/>
                  </a:lnTo>
                  <a:lnTo>
                    <a:pt x="41910" y="400050"/>
                  </a:lnTo>
                  <a:close/>
                </a:path>
                <a:path w="441960" h="434339">
                  <a:moveTo>
                    <a:pt x="44450" y="397510"/>
                  </a:moveTo>
                  <a:lnTo>
                    <a:pt x="34289" y="397510"/>
                  </a:lnTo>
                  <a:lnTo>
                    <a:pt x="33019" y="398780"/>
                  </a:lnTo>
                  <a:lnTo>
                    <a:pt x="43180" y="398780"/>
                  </a:lnTo>
                  <a:lnTo>
                    <a:pt x="44450" y="397510"/>
                  </a:lnTo>
                  <a:close/>
                </a:path>
                <a:path w="441960" h="434339">
                  <a:moveTo>
                    <a:pt x="48260" y="393700"/>
                  </a:moveTo>
                  <a:lnTo>
                    <a:pt x="38100" y="393700"/>
                  </a:lnTo>
                  <a:lnTo>
                    <a:pt x="35559" y="396240"/>
                  </a:lnTo>
                  <a:lnTo>
                    <a:pt x="45719" y="396240"/>
                  </a:lnTo>
                  <a:lnTo>
                    <a:pt x="48260" y="393700"/>
                  </a:lnTo>
                  <a:close/>
                </a:path>
                <a:path w="441960" h="434339">
                  <a:moveTo>
                    <a:pt x="50800" y="391160"/>
                  </a:moveTo>
                  <a:lnTo>
                    <a:pt x="40639" y="391160"/>
                  </a:lnTo>
                  <a:lnTo>
                    <a:pt x="39369" y="392430"/>
                  </a:lnTo>
                  <a:lnTo>
                    <a:pt x="49530" y="392430"/>
                  </a:lnTo>
                  <a:lnTo>
                    <a:pt x="50800" y="391160"/>
                  </a:lnTo>
                  <a:close/>
                </a:path>
                <a:path w="441960" h="434339">
                  <a:moveTo>
                    <a:pt x="54610" y="387350"/>
                  </a:moveTo>
                  <a:lnTo>
                    <a:pt x="44450" y="387350"/>
                  </a:lnTo>
                  <a:lnTo>
                    <a:pt x="41909" y="389890"/>
                  </a:lnTo>
                  <a:lnTo>
                    <a:pt x="52069" y="389890"/>
                  </a:lnTo>
                  <a:lnTo>
                    <a:pt x="54610" y="387350"/>
                  </a:lnTo>
                  <a:close/>
                </a:path>
                <a:path w="441960" h="434339">
                  <a:moveTo>
                    <a:pt x="57150" y="384810"/>
                  </a:moveTo>
                  <a:lnTo>
                    <a:pt x="46989" y="384810"/>
                  </a:lnTo>
                  <a:lnTo>
                    <a:pt x="45719" y="386080"/>
                  </a:lnTo>
                  <a:lnTo>
                    <a:pt x="55880" y="386080"/>
                  </a:lnTo>
                  <a:lnTo>
                    <a:pt x="57150" y="384810"/>
                  </a:lnTo>
                  <a:close/>
                </a:path>
                <a:path w="441960" h="434339">
                  <a:moveTo>
                    <a:pt x="60960" y="381000"/>
                  </a:moveTo>
                  <a:lnTo>
                    <a:pt x="50800" y="381000"/>
                  </a:lnTo>
                  <a:lnTo>
                    <a:pt x="48259" y="383540"/>
                  </a:lnTo>
                  <a:lnTo>
                    <a:pt x="58419" y="383540"/>
                  </a:lnTo>
                  <a:lnTo>
                    <a:pt x="60960" y="381000"/>
                  </a:lnTo>
                  <a:close/>
                </a:path>
                <a:path w="441960" h="434339">
                  <a:moveTo>
                    <a:pt x="63500" y="378460"/>
                  </a:moveTo>
                  <a:lnTo>
                    <a:pt x="53339" y="378460"/>
                  </a:lnTo>
                  <a:lnTo>
                    <a:pt x="52069" y="379730"/>
                  </a:lnTo>
                  <a:lnTo>
                    <a:pt x="62230" y="379730"/>
                  </a:lnTo>
                  <a:lnTo>
                    <a:pt x="63500" y="378460"/>
                  </a:lnTo>
                  <a:close/>
                </a:path>
                <a:path w="441960" h="434339">
                  <a:moveTo>
                    <a:pt x="67310" y="374650"/>
                  </a:moveTo>
                  <a:lnTo>
                    <a:pt x="57150" y="374650"/>
                  </a:lnTo>
                  <a:lnTo>
                    <a:pt x="54609" y="377190"/>
                  </a:lnTo>
                  <a:lnTo>
                    <a:pt x="64769" y="377190"/>
                  </a:lnTo>
                  <a:lnTo>
                    <a:pt x="67310" y="374650"/>
                  </a:lnTo>
                  <a:close/>
                </a:path>
                <a:path w="441960" h="434339">
                  <a:moveTo>
                    <a:pt x="69850" y="372110"/>
                  </a:moveTo>
                  <a:lnTo>
                    <a:pt x="59689" y="372110"/>
                  </a:lnTo>
                  <a:lnTo>
                    <a:pt x="58419" y="373380"/>
                  </a:lnTo>
                  <a:lnTo>
                    <a:pt x="68580" y="373380"/>
                  </a:lnTo>
                  <a:lnTo>
                    <a:pt x="69850" y="372110"/>
                  </a:lnTo>
                  <a:close/>
                </a:path>
                <a:path w="441960" h="434339">
                  <a:moveTo>
                    <a:pt x="73660" y="368300"/>
                  </a:moveTo>
                  <a:lnTo>
                    <a:pt x="63500" y="368300"/>
                  </a:lnTo>
                  <a:lnTo>
                    <a:pt x="60959" y="370840"/>
                  </a:lnTo>
                  <a:lnTo>
                    <a:pt x="71119" y="370840"/>
                  </a:lnTo>
                  <a:lnTo>
                    <a:pt x="73660" y="368300"/>
                  </a:lnTo>
                  <a:close/>
                </a:path>
                <a:path w="441960" h="434339">
                  <a:moveTo>
                    <a:pt x="76200" y="365760"/>
                  </a:moveTo>
                  <a:lnTo>
                    <a:pt x="66039" y="365760"/>
                  </a:lnTo>
                  <a:lnTo>
                    <a:pt x="64769" y="367030"/>
                  </a:lnTo>
                  <a:lnTo>
                    <a:pt x="74930" y="367030"/>
                  </a:lnTo>
                  <a:lnTo>
                    <a:pt x="76200" y="365760"/>
                  </a:lnTo>
                  <a:close/>
                </a:path>
                <a:path w="441960" h="434339">
                  <a:moveTo>
                    <a:pt x="80010" y="361950"/>
                  </a:moveTo>
                  <a:lnTo>
                    <a:pt x="69850" y="361950"/>
                  </a:lnTo>
                  <a:lnTo>
                    <a:pt x="67309" y="364490"/>
                  </a:lnTo>
                  <a:lnTo>
                    <a:pt x="77469" y="364490"/>
                  </a:lnTo>
                  <a:lnTo>
                    <a:pt x="80010" y="361950"/>
                  </a:lnTo>
                  <a:close/>
                </a:path>
                <a:path w="441960" h="434339">
                  <a:moveTo>
                    <a:pt x="82550" y="359410"/>
                  </a:moveTo>
                  <a:lnTo>
                    <a:pt x="72389" y="359410"/>
                  </a:lnTo>
                  <a:lnTo>
                    <a:pt x="71119" y="360680"/>
                  </a:lnTo>
                  <a:lnTo>
                    <a:pt x="81280" y="360680"/>
                  </a:lnTo>
                  <a:lnTo>
                    <a:pt x="82550" y="359410"/>
                  </a:lnTo>
                  <a:close/>
                </a:path>
                <a:path w="441960" h="434339">
                  <a:moveTo>
                    <a:pt x="86360" y="355600"/>
                  </a:moveTo>
                  <a:lnTo>
                    <a:pt x="76200" y="355600"/>
                  </a:lnTo>
                  <a:lnTo>
                    <a:pt x="73659" y="358140"/>
                  </a:lnTo>
                  <a:lnTo>
                    <a:pt x="83819" y="358140"/>
                  </a:lnTo>
                  <a:lnTo>
                    <a:pt x="86360" y="355600"/>
                  </a:lnTo>
                  <a:close/>
                </a:path>
                <a:path w="441960" h="434339">
                  <a:moveTo>
                    <a:pt x="88900" y="353060"/>
                  </a:moveTo>
                  <a:lnTo>
                    <a:pt x="78739" y="353060"/>
                  </a:lnTo>
                  <a:lnTo>
                    <a:pt x="77469" y="354330"/>
                  </a:lnTo>
                  <a:lnTo>
                    <a:pt x="87630" y="354330"/>
                  </a:lnTo>
                  <a:lnTo>
                    <a:pt x="88900" y="353060"/>
                  </a:lnTo>
                  <a:close/>
                </a:path>
                <a:path w="441960" h="434339">
                  <a:moveTo>
                    <a:pt x="101600" y="340360"/>
                  </a:moveTo>
                  <a:lnTo>
                    <a:pt x="91439" y="340360"/>
                  </a:lnTo>
                  <a:lnTo>
                    <a:pt x="80009" y="351790"/>
                  </a:lnTo>
                  <a:lnTo>
                    <a:pt x="90169" y="351790"/>
                  </a:lnTo>
                  <a:lnTo>
                    <a:pt x="101600" y="340360"/>
                  </a:lnTo>
                  <a:close/>
                </a:path>
                <a:path w="441960" h="434339">
                  <a:moveTo>
                    <a:pt x="114300" y="327660"/>
                  </a:moveTo>
                  <a:lnTo>
                    <a:pt x="104139" y="327660"/>
                  </a:lnTo>
                  <a:lnTo>
                    <a:pt x="92709" y="339090"/>
                  </a:lnTo>
                  <a:lnTo>
                    <a:pt x="102869" y="339090"/>
                  </a:lnTo>
                  <a:lnTo>
                    <a:pt x="114300" y="327660"/>
                  </a:lnTo>
                  <a:close/>
                </a:path>
                <a:path w="441960" h="434339">
                  <a:moveTo>
                    <a:pt x="118110" y="323850"/>
                  </a:moveTo>
                  <a:lnTo>
                    <a:pt x="107950" y="323850"/>
                  </a:lnTo>
                  <a:lnTo>
                    <a:pt x="105409" y="326390"/>
                  </a:lnTo>
                  <a:lnTo>
                    <a:pt x="115569" y="326390"/>
                  </a:lnTo>
                  <a:lnTo>
                    <a:pt x="118110" y="323850"/>
                  </a:lnTo>
                  <a:close/>
                </a:path>
                <a:path w="441960" h="434339">
                  <a:moveTo>
                    <a:pt x="120650" y="321310"/>
                  </a:moveTo>
                  <a:lnTo>
                    <a:pt x="110489" y="321310"/>
                  </a:lnTo>
                  <a:lnTo>
                    <a:pt x="109219" y="322580"/>
                  </a:lnTo>
                  <a:lnTo>
                    <a:pt x="119380" y="322580"/>
                  </a:lnTo>
                  <a:lnTo>
                    <a:pt x="120650" y="321310"/>
                  </a:lnTo>
                  <a:close/>
                </a:path>
                <a:path w="441960" h="434339">
                  <a:moveTo>
                    <a:pt x="124460" y="317500"/>
                  </a:moveTo>
                  <a:lnTo>
                    <a:pt x="114300" y="317500"/>
                  </a:lnTo>
                  <a:lnTo>
                    <a:pt x="111759" y="320040"/>
                  </a:lnTo>
                  <a:lnTo>
                    <a:pt x="121919" y="320040"/>
                  </a:lnTo>
                  <a:lnTo>
                    <a:pt x="124460" y="317500"/>
                  </a:lnTo>
                  <a:close/>
                </a:path>
                <a:path w="441960" h="434339">
                  <a:moveTo>
                    <a:pt x="137160" y="304800"/>
                  </a:moveTo>
                  <a:lnTo>
                    <a:pt x="127000" y="304800"/>
                  </a:lnTo>
                  <a:lnTo>
                    <a:pt x="115569" y="316230"/>
                  </a:lnTo>
                  <a:lnTo>
                    <a:pt x="125730" y="316230"/>
                  </a:lnTo>
                  <a:lnTo>
                    <a:pt x="137160" y="304800"/>
                  </a:lnTo>
                  <a:close/>
                </a:path>
                <a:path w="441960" h="434339">
                  <a:moveTo>
                    <a:pt x="146050" y="295910"/>
                  </a:moveTo>
                  <a:lnTo>
                    <a:pt x="135889" y="295910"/>
                  </a:lnTo>
                  <a:lnTo>
                    <a:pt x="128269" y="303530"/>
                  </a:lnTo>
                  <a:lnTo>
                    <a:pt x="138430" y="303530"/>
                  </a:lnTo>
                  <a:lnTo>
                    <a:pt x="146050" y="295910"/>
                  </a:lnTo>
                  <a:close/>
                </a:path>
                <a:path w="441960" h="434339">
                  <a:moveTo>
                    <a:pt x="162560" y="279400"/>
                  </a:moveTo>
                  <a:lnTo>
                    <a:pt x="152400" y="279400"/>
                  </a:lnTo>
                  <a:lnTo>
                    <a:pt x="137159" y="294640"/>
                  </a:lnTo>
                  <a:lnTo>
                    <a:pt x="147319" y="294640"/>
                  </a:lnTo>
                  <a:lnTo>
                    <a:pt x="162560" y="279400"/>
                  </a:lnTo>
                  <a:close/>
                </a:path>
                <a:path w="441960" h="434339">
                  <a:moveTo>
                    <a:pt x="167640" y="274320"/>
                  </a:moveTo>
                  <a:lnTo>
                    <a:pt x="157479" y="274320"/>
                  </a:lnTo>
                  <a:lnTo>
                    <a:pt x="153669" y="278130"/>
                  </a:lnTo>
                  <a:lnTo>
                    <a:pt x="163830" y="278130"/>
                  </a:lnTo>
                  <a:lnTo>
                    <a:pt x="167640" y="274320"/>
                  </a:lnTo>
                  <a:close/>
                </a:path>
              </a:pathLst>
            </a:custGeom>
            <a:solidFill>
              <a:srgbClr val="8052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29">
              <a:extLst>
                <a:ext uri="{FF2B5EF4-FFF2-40B4-BE49-F238E27FC236}">
                  <a16:creationId xmlns:a16="http://schemas.microsoft.com/office/drawing/2014/main" id="{AEC16F06-E902-A8B1-5F13-0C8219B0DFC2}"/>
                </a:ext>
              </a:extLst>
            </p:cNvPr>
            <p:cNvSpPr/>
            <p:nvPr/>
          </p:nvSpPr>
          <p:spPr>
            <a:xfrm>
              <a:off x="2569210" y="2581909"/>
              <a:ext cx="445770" cy="439420"/>
            </a:xfrm>
            <a:custGeom>
              <a:avLst/>
              <a:gdLst/>
              <a:ahLst/>
              <a:cxnLst/>
              <a:rect l="l" t="t" r="r" b="b"/>
              <a:pathLst>
                <a:path w="445769" h="439419">
                  <a:moveTo>
                    <a:pt x="254000" y="191770"/>
                  </a:moveTo>
                  <a:lnTo>
                    <a:pt x="243840" y="191770"/>
                  </a:lnTo>
                  <a:lnTo>
                    <a:pt x="237490" y="198120"/>
                  </a:lnTo>
                  <a:lnTo>
                    <a:pt x="247650" y="198120"/>
                  </a:lnTo>
                  <a:lnTo>
                    <a:pt x="254000" y="191770"/>
                  </a:lnTo>
                  <a:close/>
                </a:path>
                <a:path w="445769" h="439419">
                  <a:moveTo>
                    <a:pt x="256539" y="189230"/>
                  </a:moveTo>
                  <a:lnTo>
                    <a:pt x="246380" y="189230"/>
                  </a:lnTo>
                  <a:lnTo>
                    <a:pt x="245110" y="190500"/>
                  </a:lnTo>
                  <a:lnTo>
                    <a:pt x="255270" y="190500"/>
                  </a:lnTo>
                  <a:lnTo>
                    <a:pt x="256539" y="189230"/>
                  </a:lnTo>
                  <a:close/>
                </a:path>
                <a:path w="445769" h="439419">
                  <a:moveTo>
                    <a:pt x="260350" y="185420"/>
                  </a:moveTo>
                  <a:lnTo>
                    <a:pt x="250190" y="185420"/>
                  </a:lnTo>
                  <a:lnTo>
                    <a:pt x="247650" y="187960"/>
                  </a:lnTo>
                  <a:lnTo>
                    <a:pt x="257810" y="187960"/>
                  </a:lnTo>
                  <a:lnTo>
                    <a:pt x="260350" y="185420"/>
                  </a:lnTo>
                  <a:close/>
                </a:path>
                <a:path w="445769" h="439419">
                  <a:moveTo>
                    <a:pt x="262889" y="182880"/>
                  </a:moveTo>
                  <a:lnTo>
                    <a:pt x="252730" y="182880"/>
                  </a:lnTo>
                  <a:lnTo>
                    <a:pt x="251460" y="184150"/>
                  </a:lnTo>
                  <a:lnTo>
                    <a:pt x="261620" y="184150"/>
                  </a:lnTo>
                  <a:lnTo>
                    <a:pt x="262889" y="182880"/>
                  </a:lnTo>
                  <a:close/>
                </a:path>
                <a:path w="445769" h="439419">
                  <a:moveTo>
                    <a:pt x="266700" y="179070"/>
                  </a:moveTo>
                  <a:lnTo>
                    <a:pt x="256540" y="179070"/>
                  </a:lnTo>
                  <a:lnTo>
                    <a:pt x="254000" y="181610"/>
                  </a:lnTo>
                  <a:lnTo>
                    <a:pt x="264160" y="181610"/>
                  </a:lnTo>
                  <a:lnTo>
                    <a:pt x="266700" y="179070"/>
                  </a:lnTo>
                  <a:close/>
                </a:path>
                <a:path w="445769" h="439419">
                  <a:moveTo>
                    <a:pt x="269239" y="176530"/>
                  </a:moveTo>
                  <a:lnTo>
                    <a:pt x="259080" y="176530"/>
                  </a:lnTo>
                  <a:lnTo>
                    <a:pt x="257810" y="177800"/>
                  </a:lnTo>
                  <a:lnTo>
                    <a:pt x="267970" y="177800"/>
                  </a:lnTo>
                  <a:lnTo>
                    <a:pt x="269239" y="176530"/>
                  </a:lnTo>
                  <a:close/>
                </a:path>
                <a:path w="445769" h="439419">
                  <a:moveTo>
                    <a:pt x="281939" y="163830"/>
                  </a:moveTo>
                  <a:lnTo>
                    <a:pt x="271780" y="163830"/>
                  </a:lnTo>
                  <a:lnTo>
                    <a:pt x="260350" y="175260"/>
                  </a:lnTo>
                  <a:lnTo>
                    <a:pt x="270510" y="175260"/>
                  </a:lnTo>
                  <a:lnTo>
                    <a:pt x="281939" y="163830"/>
                  </a:lnTo>
                  <a:close/>
                </a:path>
                <a:path w="445769" h="439419">
                  <a:moveTo>
                    <a:pt x="294639" y="151130"/>
                  </a:moveTo>
                  <a:lnTo>
                    <a:pt x="284480" y="151130"/>
                  </a:lnTo>
                  <a:lnTo>
                    <a:pt x="273050" y="162560"/>
                  </a:lnTo>
                  <a:lnTo>
                    <a:pt x="283210" y="162560"/>
                  </a:lnTo>
                  <a:lnTo>
                    <a:pt x="294639" y="151130"/>
                  </a:lnTo>
                  <a:close/>
                </a:path>
                <a:path w="445769" h="439419">
                  <a:moveTo>
                    <a:pt x="298450" y="147320"/>
                  </a:moveTo>
                  <a:lnTo>
                    <a:pt x="288290" y="147320"/>
                  </a:lnTo>
                  <a:lnTo>
                    <a:pt x="285750" y="149860"/>
                  </a:lnTo>
                  <a:lnTo>
                    <a:pt x="295910" y="149860"/>
                  </a:lnTo>
                  <a:lnTo>
                    <a:pt x="298450" y="147320"/>
                  </a:lnTo>
                  <a:close/>
                </a:path>
                <a:path w="445769" h="439419">
                  <a:moveTo>
                    <a:pt x="300989" y="144780"/>
                  </a:moveTo>
                  <a:lnTo>
                    <a:pt x="290830" y="144780"/>
                  </a:lnTo>
                  <a:lnTo>
                    <a:pt x="289560" y="146050"/>
                  </a:lnTo>
                  <a:lnTo>
                    <a:pt x="299720" y="146050"/>
                  </a:lnTo>
                  <a:lnTo>
                    <a:pt x="300989" y="144780"/>
                  </a:lnTo>
                  <a:close/>
                </a:path>
                <a:path w="445769" h="439419">
                  <a:moveTo>
                    <a:pt x="304800" y="140970"/>
                  </a:moveTo>
                  <a:lnTo>
                    <a:pt x="294640" y="140970"/>
                  </a:lnTo>
                  <a:lnTo>
                    <a:pt x="292100" y="143510"/>
                  </a:lnTo>
                  <a:lnTo>
                    <a:pt x="302260" y="143510"/>
                  </a:lnTo>
                  <a:lnTo>
                    <a:pt x="304800" y="140970"/>
                  </a:lnTo>
                  <a:close/>
                </a:path>
                <a:path w="445769" h="439419">
                  <a:moveTo>
                    <a:pt x="307339" y="138430"/>
                  </a:moveTo>
                  <a:lnTo>
                    <a:pt x="297180" y="138430"/>
                  </a:lnTo>
                  <a:lnTo>
                    <a:pt x="295910" y="139700"/>
                  </a:lnTo>
                  <a:lnTo>
                    <a:pt x="306070" y="139700"/>
                  </a:lnTo>
                  <a:lnTo>
                    <a:pt x="307339" y="138430"/>
                  </a:lnTo>
                  <a:close/>
                </a:path>
                <a:path w="445769" h="439419">
                  <a:moveTo>
                    <a:pt x="311150" y="134620"/>
                  </a:moveTo>
                  <a:lnTo>
                    <a:pt x="300990" y="134620"/>
                  </a:lnTo>
                  <a:lnTo>
                    <a:pt x="298450" y="137160"/>
                  </a:lnTo>
                  <a:lnTo>
                    <a:pt x="308610" y="137160"/>
                  </a:lnTo>
                  <a:lnTo>
                    <a:pt x="311150" y="134620"/>
                  </a:lnTo>
                  <a:close/>
                </a:path>
                <a:path w="445769" h="439419">
                  <a:moveTo>
                    <a:pt x="313689" y="132080"/>
                  </a:moveTo>
                  <a:lnTo>
                    <a:pt x="303530" y="132080"/>
                  </a:lnTo>
                  <a:lnTo>
                    <a:pt x="302260" y="133350"/>
                  </a:lnTo>
                  <a:lnTo>
                    <a:pt x="312420" y="133350"/>
                  </a:lnTo>
                  <a:lnTo>
                    <a:pt x="313689" y="132080"/>
                  </a:lnTo>
                  <a:close/>
                </a:path>
                <a:path w="445769" h="439419">
                  <a:moveTo>
                    <a:pt x="317500" y="128270"/>
                  </a:moveTo>
                  <a:lnTo>
                    <a:pt x="307340" y="128270"/>
                  </a:lnTo>
                  <a:lnTo>
                    <a:pt x="304800" y="130810"/>
                  </a:lnTo>
                  <a:lnTo>
                    <a:pt x="314960" y="130810"/>
                  </a:lnTo>
                  <a:lnTo>
                    <a:pt x="317500" y="128270"/>
                  </a:lnTo>
                  <a:close/>
                </a:path>
                <a:path w="445769" h="439419">
                  <a:moveTo>
                    <a:pt x="320039" y="125730"/>
                  </a:moveTo>
                  <a:lnTo>
                    <a:pt x="309880" y="125730"/>
                  </a:lnTo>
                  <a:lnTo>
                    <a:pt x="308610" y="127000"/>
                  </a:lnTo>
                  <a:lnTo>
                    <a:pt x="318770" y="127000"/>
                  </a:lnTo>
                  <a:lnTo>
                    <a:pt x="320039" y="125730"/>
                  </a:lnTo>
                  <a:close/>
                </a:path>
                <a:path w="445769" h="439419">
                  <a:moveTo>
                    <a:pt x="323850" y="121920"/>
                  </a:moveTo>
                  <a:lnTo>
                    <a:pt x="313690" y="121920"/>
                  </a:lnTo>
                  <a:lnTo>
                    <a:pt x="311150" y="124460"/>
                  </a:lnTo>
                  <a:lnTo>
                    <a:pt x="321310" y="124460"/>
                  </a:lnTo>
                  <a:lnTo>
                    <a:pt x="323850" y="121920"/>
                  </a:lnTo>
                  <a:close/>
                </a:path>
                <a:path w="445769" h="439419">
                  <a:moveTo>
                    <a:pt x="326389" y="119380"/>
                  </a:moveTo>
                  <a:lnTo>
                    <a:pt x="316230" y="119380"/>
                  </a:lnTo>
                  <a:lnTo>
                    <a:pt x="314960" y="120650"/>
                  </a:lnTo>
                  <a:lnTo>
                    <a:pt x="325120" y="120650"/>
                  </a:lnTo>
                  <a:lnTo>
                    <a:pt x="326389" y="119380"/>
                  </a:lnTo>
                  <a:close/>
                </a:path>
                <a:path w="445769" h="439419">
                  <a:moveTo>
                    <a:pt x="330200" y="115570"/>
                  </a:moveTo>
                  <a:lnTo>
                    <a:pt x="320040" y="115570"/>
                  </a:lnTo>
                  <a:lnTo>
                    <a:pt x="317500" y="118110"/>
                  </a:lnTo>
                  <a:lnTo>
                    <a:pt x="327660" y="118110"/>
                  </a:lnTo>
                  <a:lnTo>
                    <a:pt x="330200" y="115570"/>
                  </a:lnTo>
                  <a:close/>
                </a:path>
                <a:path w="445769" h="439419">
                  <a:moveTo>
                    <a:pt x="332739" y="113030"/>
                  </a:moveTo>
                  <a:lnTo>
                    <a:pt x="322580" y="113030"/>
                  </a:lnTo>
                  <a:lnTo>
                    <a:pt x="321310" y="114300"/>
                  </a:lnTo>
                  <a:lnTo>
                    <a:pt x="331470" y="114300"/>
                  </a:lnTo>
                  <a:lnTo>
                    <a:pt x="332739" y="113030"/>
                  </a:lnTo>
                  <a:close/>
                </a:path>
                <a:path w="445769" h="439419">
                  <a:moveTo>
                    <a:pt x="336550" y="109220"/>
                  </a:moveTo>
                  <a:lnTo>
                    <a:pt x="326390" y="109220"/>
                  </a:lnTo>
                  <a:lnTo>
                    <a:pt x="323850" y="111760"/>
                  </a:lnTo>
                  <a:lnTo>
                    <a:pt x="334010" y="111760"/>
                  </a:lnTo>
                  <a:lnTo>
                    <a:pt x="336550" y="109220"/>
                  </a:lnTo>
                  <a:close/>
                </a:path>
                <a:path w="445769" h="439419">
                  <a:moveTo>
                    <a:pt x="339089" y="106680"/>
                  </a:moveTo>
                  <a:lnTo>
                    <a:pt x="328930" y="106680"/>
                  </a:lnTo>
                  <a:lnTo>
                    <a:pt x="327660" y="107950"/>
                  </a:lnTo>
                  <a:lnTo>
                    <a:pt x="337820" y="107950"/>
                  </a:lnTo>
                  <a:lnTo>
                    <a:pt x="339089" y="106680"/>
                  </a:lnTo>
                  <a:close/>
                </a:path>
                <a:path w="445769" h="439419">
                  <a:moveTo>
                    <a:pt x="342900" y="102870"/>
                  </a:moveTo>
                  <a:lnTo>
                    <a:pt x="332740" y="102870"/>
                  </a:lnTo>
                  <a:lnTo>
                    <a:pt x="330200" y="105410"/>
                  </a:lnTo>
                  <a:lnTo>
                    <a:pt x="340360" y="105410"/>
                  </a:lnTo>
                  <a:lnTo>
                    <a:pt x="342900" y="102870"/>
                  </a:lnTo>
                  <a:close/>
                </a:path>
                <a:path w="445769" h="439419">
                  <a:moveTo>
                    <a:pt x="345439" y="100330"/>
                  </a:moveTo>
                  <a:lnTo>
                    <a:pt x="335280" y="100330"/>
                  </a:lnTo>
                  <a:lnTo>
                    <a:pt x="334010" y="101600"/>
                  </a:lnTo>
                  <a:lnTo>
                    <a:pt x="344170" y="101600"/>
                  </a:lnTo>
                  <a:lnTo>
                    <a:pt x="345439" y="100330"/>
                  </a:lnTo>
                  <a:close/>
                </a:path>
                <a:path w="445769" h="439419">
                  <a:moveTo>
                    <a:pt x="349250" y="96520"/>
                  </a:moveTo>
                  <a:lnTo>
                    <a:pt x="339090" y="96520"/>
                  </a:lnTo>
                  <a:lnTo>
                    <a:pt x="336550" y="99060"/>
                  </a:lnTo>
                  <a:lnTo>
                    <a:pt x="346710" y="99060"/>
                  </a:lnTo>
                  <a:lnTo>
                    <a:pt x="349250" y="96520"/>
                  </a:lnTo>
                  <a:close/>
                </a:path>
                <a:path w="445769" h="439419">
                  <a:moveTo>
                    <a:pt x="351789" y="93980"/>
                  </a:moveTo>
                  <a:lnTo>
                    <a:pt x="341630" y="93980"/>
                  </a:lnTo>
                  <a:lnTo>
                    <a:pt x="340360" y="95250"/>
                  </a:lnTo>
                  <a:lnTo>
                    <a:pt x="350520" y="95250"/>
                  </a:lnTo>
                  <a:lnTo>
                    <a:pt x="351789" y="93980"/>
                  </a:lnTo>
                  <a:close/>
                </a:path>
                <a:path w="445769" h="439419">
                  <a:moveTo>
                    <a:pt x="355600" y="90170"/>
                  </a:moveTo>
                  <a:lnTo>
                    <a:pt x="345440" y="90170"/>
                  </a:lnTo>
                  <a:lnTo>
                    <a:pt x="342900" y="92710"/>
                  </a:lnTo>
                  <a:lnTo>
                    <a:pt x="353060" y="92710"/>
                  </a:lnTo>
                  <a:lnTo>
                    <a:pt x="355600" y="90170"/>
                  </a:lnTo>
                  <a:close/>
                </a:path>
                <a:path w="445769" h="439419">
                  <a:moveTo>
                    <a:pt x="358139" y="87630"/>
                  </a:moveTo>
                  <a:lnTo>
                    <a:pt x="347980" y="87630"/>
                  </a:lnTo>
                  <a:lnTo>
                    <a:pt x="346710" y="88900"/>
                  </a:lnTo>
                  <a:lnTo>
                    <a:pt x="356870" y="88900"/>
                  </a:lnTo>
                  <a:lnTo>
                    <a:pt x="358139" y="87630"/>
                  </a:lnTo>
                  <a:close/>
                </a:path>
                <a:path w="445769" h="439419">
                  <a:moveTo>
                    <a:pt x="361950" y="83820"/>
                  </a:moveTo>
                  <a:lnTo>
                    <a:pt x="351790" y="83820"/>
                  </a:lnTo>
                  <a:lnTo>
                    <a:pt x="349250" y="86360"/>
                  </a:lnTo>
                  <a:lnTo>
                    <a:pt x="359410" y="86360"/>
                  </a:lnTo>
                  <a:lnTo>
                    <a:pt x="361950" y="83820"/>
                  </a:lnTo>
                  <a:close/>
                </a:path>
                <a:path w="445769" h="439419">
                  <a:moveTo>
                    <a:pt x="364489" y="81280"/>
                  </a:moveTo>
                  <a:lnTo>
                    <a:pt x="354330" y="81280"/>
                  </a:lnTo>
                  <a:lnTo>
                    <a:pt x="353060" y="82550"/>
                  </a:lnTo>
                  <a:lnTo>
                    <a:pt x="363220" y="82550"/>
                  </a:lnTo>
                  <a:lnTo>
                    <a:pt x="364489" y="81280"/>
                  </a:lnTo>
                  <a:close/>
                </a:path>
                <a:path w="445769" h="439419">
                  <a:moveTo>
                    <a:pt x="368300" y="77470"/>
                  </a:moveTo>
                  <a:lnTo>
                    <a:pt x="358140" y="77470"/>
                  </a:lnTo>
                  <a:lnTo>
                    <a:pt x="355600" y="80010"/>
                  </a:lnTo>
                  <a:lnTo>
                    <a:pt x="365760" y="80010"/>
                  </a:lnTo>
                  <a:lnTo>
                    <a:pt x="368300" y="77470"/>
                  </a:lnTo>
                  <a:close/>
                </a:path>
                <a:path w="445769" h="439419">
                  <a:moveTo>
                    <a:pt x="370839" y="74930"/>
                  </a:moveTo>
                  <a:lnTo>
                    <a:pt x="360680" y="74930"/>
                  </a:lnTo>
                  <a:lnTo>
                    <a:pt x="359410" y="76200"/>
                  </a:lnTo>
                  <a:lnTo>
                    <a:pt x="369570" y="76200"/>
                  </a:lnTo>
                  <a:lnTo>
                    <a:pt x="370839" y="74930"/>
                  </a:lnTo>
                  <a:close/>
                </a:path>
                <a:path w="445769" h="439419">
                  <a:moveTo>
                    <a:pt x="374650" y="71120"/>
                  </a:moveTo>
                  <a:lnTo>
                    <a:pt x="364490" y="71120"/>
                  </a:lnTo>
                  <a:lnTo>
                    <a:pt x="361950" y="73660"/>
                  </a:lnTo>
                  <a:lnTo>
                    <a:pt x="372110" y="73660"/>
                  </a:lnTo>
                  <a:lnTo>
                    <a:pt x="374650" y="71120"/>
                  </a:lnTo>
                  <a:close/>
                </a:path>
                <a:path w="445769" h="439419">
                  <a:moveTo>
                    <a:pt x="377189" y="68580"/>
                  </a:moveTo>
                  <a:lnTo>
                    <a:pt x="367030" y="68580"/>
                  </a:lnTo>
                  <a:lnTo>
                    <a:pt x="365760" y="69850"/>
                  </a:lnTo>
                  <a:lnTo>
                    <a:pt x="375920" y="69850"/>
                  </a:lnTo>
                  <a:lnTo>
                    <a:pt x="377189" y="68580"/>
                  </a:lnTo>
                  <a:close/>
                </a:path>
                <a:path w="445769" h="439419">
                  <a:moveTo>
                    <a:pt x="381000" y="64770"/>
                  </a:moveTo>
                  <a:lnTo>
                    <a:pt x="370840" y="64770"/>
                  </a:lnTo>
                  <a:lnTo>
                    <a:pt x="368300" y="67310"/>
                  </a:lnTo>
                  <a:lnTo>
                    <a:pt x="378460" y="67310"/>
                  </a:lnTo>
                  <a:lnTo>
                    <a:pt x="381000" y="64770"/>
                  </a:lnTo>
                  <a:close/>
                </a:path>
                <a:path w="445769" h="439419">
                  <a:moveTo>
                    <a:pt x="383539" y="62230"/>
                  </a:moveTo>
                  <a:lnTo>
                    <a:pt x="373380" y="62230"/>
                  </a:lnTo>
                  <a:lnTo>
                    <a:pt x="372110" y="63500"/>
                  </a:lnTo>
                  <a:lnTo>
                    <a:pt x="382270" y="63500"/>
                  </a:lnTo>
                  <a:lnTo>
                    <a:pt x="383539" y="62230"/>
                  </a:lnTo>
                  <a:close/>
                </a:path>
                <a:path w="445769" h="439419">
                  <a:moveTo>
                    <a:pt x="387350" y="58420"/>
                  </a:moveTo>
                  <a:lnTo>
                    <a:pt x="377190" y="58420"/>
                  </a:lnTo>
                  <a:lnTo>
                    <a:pt x="374650" y="60960"/>
                  </a:lnTo>
                  <a:lnTo>
                    <a:pt x="384810" y="60960"/>
                  </a:lnTo>
                  <a:lnTo>
                    <a:pt x="387350" y="58420"/>
                  </a:lnTo>
                  <a:close/>
                </a:path>
                <a:path w="445769" h="439419">
                  <a:moveTo>
                    <a:pt x="389889" y="55880"/>
                  </a:moveTo>
                  <a:lnTo>
                    <a:pt x="379730" y="55880"/>
                  </a:lnTo>
                  <a:lnTo>
                    <a:pt x="378460" y="57150"/>
                  </a:lnTo>
                  <a:lnTo>
                    <a:pt x="388620" y="57150"/>
                  </a:lnTo>
                  <a:lnTo>
                    <a:pt x="389889" y="55880"/>
                  </a:lnTo>
                  <a:close/>
                </a:path>
                <a:path w="445769" h="439419">
                  <a:moveTo>
                    <a:pt x="393700" y="52070"/>
                  </a:moveTo>
                  <a:lnTo>
                    <a:pt x="383540" y="52070"/>
                  </a:lnTo>
                  <a:lnTo>
                    <a:pt x="381000" y="54610"/>
                  </a:lnTo>
                  <a:lnTo>
                    <a:pt x="391160" y="54610"/>
                  </a:lnTo>
                  <a:lnTo>
                    <a:pt x="393700" y="52070"/>
                  </a:lnTo>
                  <a:close/>
                </a:path>
                <a:path w="445769" h="439419">
                  <a:moveTo>
                    <a:pt x="396239" y="49530"/>
                  </a:moveTo>
                  <a:lnTo>
                    <a:pt x="386080" y="49530"/>
                  </a:lnTo>
                  <a:lnTo>
                    <a:pt x="384810" y="50800"/>
                  </a:lnTo>
                  <a:lnTo>
                    <a:pt x="394970" y="50800"/>
                  </a:lnTo>
                  <a:lnTo>
                    <a:pt x="396239" y="49530"/>
                  </a:lnTo>
                  <a:close/>
                </a:path>
                <a:path w="445769" h="439419">
                  <a:moveTo>
                    <a:pt x="400050" y="45720"/>
                  </a:moveTo>
                  <a:lnTo>
                    <a:pt x="389890" y="45720"/>
                  </a:lnTo>
                  <a:lnTo>
                    <a:pt x="387350" y="48260"/>
                  </a:lnTo>
                  <a:lnTo>
                    <a:pt x="397510" y="48260"/>
                  </a:lnTo>
                  <a:lnTo>
                    <a:pt x="400050" y="45720"/>
                  </a:lnTo>
                  <a:close/>
                </a:path>
                <a:path w="445769" h="439419">
                  <a:moveTo>
                    <a:pt x="402589" y="43180"/>
                  </a:moveTo>
                  <a:lnTo>
                    <a:pt x="392430" y="43180"/>
                  </a:lnTo>
                  <a:lnTo>
                    <a:pt x="391160" y="44450"/>
                  </a:lnTo>
                  <a:lnTo>
                    <a:pt x="401320" y="44450"/>
                  </a:lnTo>
                  <a:lnTo>
                    <a:pt x="402589" y="43180"/>
                  </a:lnTo>
                  <a:close/>
                </a:path>
                <a:path w="445769" h="439419">
                  <a:moveTo>
                    <a:pt x="406400" y="39370"/>
                  </a:moveTo>
                  <a:lnTo>
                    <a:pt x="396240" y="39370"/>
                  </a:lnTo>
                  <a:lnTo>
                    <a:pt x="393700" y="41910"/>
                  </a:lnTo>
                  <a:lnTo>
                    <a:pt x="403860" y="41910"/>
                  </a:lnTo>
                  <a:lnTo>
                    <a:pt x="406400" y="39370"/>
                  </a:lnTo>
                  <a:close/>
                </a:path>
                <a:path w="445769" h="439419">
                  <a:moveTo>
                    <a:pt x="408939" y="36830"/>
                  </a:moveTo>
                  <a:lnTo>
                    <a:pt x="398780" y="36830"/>
                  </a:lnTo>
                  <a:lnTo>
                    <a:pt x="397510" y="38100"/>
                  </a:lnTo>
                  <a:lnTo>
                    <a:pt x="407670" y="38100"/>
                  </a:lnTo>
                  <a:lnTo>
                    <a:pt x="408939" y="36830"/>
                  </a:lnTo>
                  <a:close/>
                </a:path>
                <a:path w="445769" h="439419">
                  <a:moveTo>
                    <a:pt x="412750" y="33020"/>
                  </a:moveTo>
                  <a:lnTo>
                    <a:pt x="402590" y="33020"/>
                  </a:lnTo>
                  <a:lnTo>
                    <a:pt x="400050" y="35560"/>
                  </a:lnTo>
                  <a:lnTo>
                    <a:pt x="410210" y="35560"/>
                  </a:lnTo>
                  <a:lnTo>
                    <a:pt x="412750" y="33020"/>
                  </a:lnTo>
                  <a:close/>
                </a:path>
                <a:path w="445769" h="439419">
                  <a:moveTo>
                    <a:pt x="415289" y="30480"/>
                  </a:moveTo>
                  <a:lnTo>
                    <a:pt x="405130" y="30480"/>
                  </a:lnTo>
                  <a:lnTo>
                    <a:pt x="403860" y="31750"/>
                  </a:lnTo>
                  <a:lnTo>
                    <a:pt x="414020" y="31750"/>
                  </a:lnTo>
                  <a:lnTo>
                    <a:pt x="415289" y="30480"/>
                  </a:lnTo>
                  <a:close/>
                </a:path>
                <a:path w="445769" h="439419">
                  <a:moveTo>
                    <a:pt x="419100" y="26670"/>
                  </a:moveTo>
                  <a:lnTo>
                    <a:pt x="408940" y="26670"/>
                  </a:lnTo>
                  <a:lnTo>
                    <a:pt x="406400" y="29210"/>
                  </a:lnTo>
                  <a:lnTo>
                    <a:pt x="416560" y="29210"/>
                  </a:lnTo>
                  <a:lnTo>
                    <a:pt x="419100" y="26670"/>
                  </a:lnTo>
                  <a:close/>
                </a:path>
                <a:path w="445769" h="439419">
                  <a:moveTo>
                    <a:pt x="421639" y="24130"/>
                  </a:moveTo>
                  <a:lnTo>
                    <a:pt x="411480" y="24130"/>
                  </a:lnTo>
                  <a:lnTo>
                    <a:pt x="410210" y="25400"/>
                  </a:lnTo>
                  <a:lnTo>
                    <a:pt x="420370" y="25400"/>
                  </a:lnTo>
                  <a:lnTo>
                    <a:pt x="421639" y="24130"/>
                  </a:lnTo>
                  <a:close/>
                </a:path>
                <a:path w="445769" h="439419">
                  <a:moveTo>
                    <a:pt x="425450" y="20320"/>
                  </a:moveTo>
                  <a:lnTo>
                    <a:pt x="415290" y="20320"/>
                  </a:lnTo>
                  <a:lnTo>
                    <a:pt x="412750" y="22860"/>
                  </a:lnTo>
                  <a:lnTo>
                    <a:pt x="422910" y="22860"/>
                  </a:lnTo>
                  <a:lnTo>
                    <a:pt x="425450" y="20320"/>
                  </a:lnTo>
                  <a:close/>
                </a:path>
                <a:path w="445769" h="439419">
                  <a:moveTo>
                    <a:pt x="427989" y="17780"/>
                  </a:moveTo>
                  <a:lnTo>
                    <a:pt x="417830" y="17780"/>
                  </a:lnTo>
                  <a:lnTo>
                    <a:pt x="416560" y="19050"/>
                  </a:lnTo>
                  <a:lnTo>
                    <a:pt x="426720" y="19050"/>
                  </a:lnTo>
                  <a:lnTo>
                    <a:pt x="427989" y="17780"/>
                  </a:lnTo>
                  <a:close/>
                </a:path>
                <a:path w="445769" h="439419">
                  <a:moveTo>
                    <a:pt x="431800" y="13970"/>
                  </a:moveTo>
                  <a:lnTo>
                    <a:pt x="421640" y="13970"/>
                  </a:lnTo>
                  <a:lnTo>
                    <a:pt x="419100" y="16510"/>
                  </a:lnTo>
                  <a:lnTo>
                    <a:pt x="429260" y="16510"/>
                  </a:lnTo>
                  <a:lnTo>
                    <a:pt x="431800" y="13970"/>
                  </a:lnTo>
                  <a:close/>
                </a:path>
                <a:path w="445769" h="439419">
                  <a:moveTo>
                    <a:pt x="434339" y="11430"/>
                  </a:moveTo>
                  <a:lnTo>
                    <a:pt x="424180" y="11430"/>
                  </a:lnTo>
                  <a:lnTo>
                    <a:pt x="422910" y="12700"/>
                  </a:lnTo>
                  <a:lnTo>
                    <a:pt x="433070" y="12700"/>
                  </a:lnTo>
                  <a:lnTo>
                    <a:pt x="434339" y="11430"/>
                  </a:lnTo>
                  <a:close/>
                </a:path>
                <a:path w="445769" h="439419">
                  <a:moveTo>
                    <a:pt x="438150" y="7620"/>
                  </a:moveTo>
                  <a:lnTo>
                    <a:pt x="427990" y="7620"/>
                  </a:lnTo>
                  <a:lnTo>
                    <a:pt x="425450" y="10160"/>
                  </a:lnTo>
                  <a:lnTo>
                    <a:pt x="435610" y="10160"/>
                  </a:lnTo>
                  <a:lnTo>
                    <a:pt x="438150" y="7620"/>
                  </a:lnTo>
                  <a:close/>
                </a:path>
                <a:path w="445769" h="439419">
                  <a:moveTo>
                    <a:pt x="440689" y="5080"/>
                  </a:moveTo>
                  <a:lnTo>
                    <a:pt x="430530" y="5080"/>
                  </a:lnTo>
                  <a:lnTo>
                    <a:pt x="429260" y="6350"/>
                  </a:lnTo>
                  <a:lnTo>
                    <a:pt x="439420" y="6350"/>
                  </a:lnTo>
                  <a:lnTo>
                    <a:pt x="440689" y="5080"/>
                  </a:lnTo>
                  <a:close/>
                </a:path>
                <a:path w="445769" h="439419">
                  <a:moveTo>
                    <a:pt x="445770" y="0"/>
                  </a:moveTo>
                  <a:lnTo>
                    <a:pt x="443229" y="0"/>
                  </a:lnTo>
                  <a:lnTo>
                    <a:pt x="443229" y="1270"/>
                  </a:lnTo>
                  <a:lnTo>
                    <a:pt x="434340" y="1270"/>
                  </a:lnTo>
                  <a:lnTo>
                    <a:pt x="431800" y="3810"/>
                  </a:lnTo>
                  <a:lnTo>
                    <a:pt x="441960" y="3810"/>
                  </a:lnTo>
                  <a:lnTo>
                    <a:pt x="445770" y="0"/>
                  </a:lnTo>
                  <a:close/>
                </a:path>
                <a:path w="445769" h="439419">
                  <a:moveTo>
                    <a:pt x="247649" y="198120"/>
                  </a:moveTo>
                  <a:lnTo>
                    <a:pt x="237489" y="198120"/>
                  </a:lnTo>
                  <a:lnTo>
                    <a:pt x="212090" y="223520"/>
                  </a:lnTo>
                  <a:lnTo>
                    <a:pt x="222250" y="223520"/>
                  </a:lnTo>
                  <a:lnTo>
                    <a:pt x="247649" y="198120"/>
                  </a:lnTo>
                  <a:close/>
                </a:path>
                <a:path w="445769" h="439419">
                  <a:moveTo>
                    <a:pt x="222249" y="223520"/>
                  </a:moveTo>
                  <a:lnTo>
                    <a:pt x="212089" y="223520"/>
                  </a:lnTo>
                  <a:lnTo>
                    <a:pt x="161290" y="274320"/>
                  </a:lnTo>
                  <a:lnTo>
                    <a:pt x="171450" y="274320"/>
                  </a:lnTo>
                  <a:lnTo>
                    <a:pt x="222249" y="223520"/>
                  </a:lnTo>
                  <a:close/>
                </a:path>
                <a:path w="445769" h="439419">
                  <a:moveTo>
                    <a:pt x="8889" y="436880"/>
                  </a:moveTo>
                  <a:lnTo>
                    <a:pt x="5079" y="436880"/>
                  </a:lnTo>
                  <a:lnTo>
                    <a:pt x="5079" y="439420"/>
                  </a:lnTo>
                  <a:lnTo>
                    <a:pt x="6350" y="439420"/>
                  </a:lnTo>
                  <a:lnTo>
                    <a:pt x="8889" y="436880"/>
                  </a:lnTo>
                  <a:close/>
                </a:path>
                <a:path w="445769" h="439419">
                  <a:moveTo>
                    <a:pt x="12700" y="433070"/>
                  </a:moveTo>
                  <a:lnTo>
                    <a:pt x="2540" y="433070"/>
                  </a:lnTo>
                  <a:lnTo>
                    <a:pt x="0" y="435610"/>
                  </a:lnTo>
                  <a:lnTo>
                    <a:pt x="0" y="436880"/>
                  </a:lnTo>
                  <a:lnTo>
                    <a:pt x="2539" y="436880"/>
                  </a:lnTo>
                  <a:lnTo>
                    <a:pt x="2539" y="435610"/>
                  </a:lnTo>
                  <a:lnTo>
                    <a:pt x="10159" y="435610"/>
                  </a:lnTo>
                  <a:lnTo>
                    <a:pt x="12700" y="433070"/>
                  </a:lnTo>
                  <a:close/>
                </a:path>
                <a:path w="445769" h="439419">
                  <a:moveTo>
                    <a:pt x="15239" y="430530"/>
                  </a:moveTo>
                  <a:lnTo>
                    <a:pt x="5080" y="430530"/>
                  </a:lnTo>
                  <a:lnTo>
                    <a:pt x="3809" y="431800"/>
                  </a:lnTo>
                  <a:lnTo>
                    <a:pt x="13969" y="431800"/>
                  </a:lnTo>
                  <a:lnTo>
                    <a:pt x="15239" y="430530"/>
                  </a:lnTo>
                  <a:close/>
                </a:path>
                <a:path w="445769" h="439419">
                  <a:moveTo>
                    <a:pt x="19050" y="426720"/>
                  </a:moveTo>
                  <a:lnTo>
                    <a:pt x="8890" y="426720"/>
                  </a:lnTo>
                  <a:lnTo>
                    <a:pt x="6349" y="429260"/>
                  </a:lnTo>
                  <a:lnTo>
                    <a:pt x="16509" y="429260"/>
                  </a:lnTo>
                  <a:lnTo>
                    <a:pt x="19050" y="426720"/>
                  </a:lnTo>
                  <a:close/>
                </a:path>
                <a:path w="445769" h="439419">
                  <a:moveTo>
                    <a:pt x="21589" y="424180"/>
                  </a:moveTo>
                  <a:lnTo>
                    <a:pt x="11430" y="424180"/>
                  </a:lnTo>
                  <a:lnTo>
                    <a:pt x="10159" y="425450"/>
                  </a:lnTo>
                  <a:lnTo>
                    <a:pt x="20319" y="425450"/>
                  </a:lnTo>
                  <a:lnTo>
                    <a:pt x="21589" y="424180"/>
                  </a:lnTo>
                  <a:close/>
                </a:path>
                <a:path w="445769" h="439419">
                  <a:moveTo>
                    <a:pt x="25400" y="420370"/>
                  </a:moveTo>
                  <a:lnTo>
                    <a:pt x="15240" y="420370"/>
                  </a:lnTo>
                  <a:lnTo>
                    <a:pt x="12699" y="422910"/>
                  </a:lnTo>
                  <a:lnTo>
                    <a:pt x="22859" y="422910"/>
                  </a:lnTo>
                  <a:lnTo>
                    <a:pt x="25400" y="420370"/>
                  </a:lnTo>
                  <a:close/>
                </a:path>
                <a:path w="445769" h="439419">
                  <a:moveTo>
                    <a:pt x="27939" y="417830"/>
                  </a:moveTo>
                  <a:lnTo>
                    <a:pt x="17780" y="417830"/>
                  </a:lnTo>
                  <a:lnTo>
                    <a:pt x="16509" y="419100"/>
                  </a:lnTo>
                  <a:lnTo>
                    <a:pt x="26669" y="419100"/>
                  </a:lnTo>
                  <a:lnTo>
                    <a:pt x="27939" y="417830"/>
                  </a:lnTo>
                  <a:close/>
                </a:path>
                <a:path w="445769" h="439419">
                  <a:moveTo>
                    <a:pt x="31750" y="414020"/>
                  </a:moveTo>
                  <a:lnTo>
                    <a:pt x="21590" y="414020"/>
                  </a:lnTo>
                  <a:lnTo>
                    <a:pt x="19049" y="416560"/>
                  </a:lnTo>
                  <a:lnTo>
                    <a:pt x="29209" y="416560"/>
                  </a:lnTo>
                  <a:lnTo>
                    <a:pt x="31750" y="414020"/>
                  </a:lnTo>
                  <a:close/>
                </a:path>
                <a:path w="445769" h="439419">
                  <a:moveTo>
                    <a:pt x="34289" y="411480"/>
                  </a:moveTo>
                  <a:lnTo>
                    <a:pt x="24130" y="411480"/>
                  </a:lnTo>
                  <a:lnTo>
                    <a:pt x="22859" y="412750"/>
                  </a:lnTo>
                  <a:lnTo>
                    <a:pt x="33019" y="412750"/>
                  </a:lnTo>
                  <a:lnTo>
                    <a:pt x="34289" y="411480"/>
                  </a:lnTo>
                  <a:close/>
                </a:path>
                <a:path w="445769" h="439419">
                  <a:moveTo>
                    <a:pt x="38100" y="407670"/>
                  </a:moveTo>
                  <a:lnTo>
                    <a:pt x="27940" y="407670"/>
                  </a:lnTo>
                  <a:lnTo>
                    <a:pt x="25399" y="410210"/>
                  </a:lnTo>
                  <a:lnTo>
                    <a:pt x="35559" y="410210"/>
                  </a:lnTo>
                  <a:lnTo>
                    <a:pt x="38100" y="407670"/>
                  </a:lnTo>
                  <a:close/>
                </a:path>
                <a:path w="445769" h="439419">
                  <a:moveTo>
                    <a:pt x="40639" y="405130"/>
                  </a:moveTo>
                  <a:lnTo>
                    <a:pt x="30480" y="405130"/>
                  </a:lnTo>
                  <a:lnTo>
                    <a:pt x="29209" y="406400"/>
                  </a:lnTo>
                  <a:lnTo>
                    <a:pt x="39369" y="406400"/>
                  </a:lnTo>
                  <a:lnTo>
                    <a:pt x="40639" y="405130"/>
                  </a:lnTo>
                  <a:close/>
                </a:path>
                <a:path w="445769" h="439419">
                  <a:moveTo>
                    <a:pt x="44450" y="401320"/>
                  </a:moveTo>
                  <a:lnTo>
                    <a:pt x="34290" y="401320"/>
                  </a:lnTo>
                  <a:lnTo>
                    <a:pt x="31749" y="403860"/>
                  </a:lnTo>
                  <a:lnTo>
                    <a:pt x="41909" y="403860"/>
                  </a:lnTo>
                  <a:lnTo>
                    <a:pt x="44450" y="401320"/>
                  </a:lnTo>
                  <a:close/>
                </a:path>
                <a:path w="445769" h="439419">
                  <a:moveTo>
                    <a:pt x="46989" y="398780"/>
                  </a:moveTo>
                  <a:lnTo>
                    <a:pt x="36830" y="398780"/>
                  </a:lnTo>
                  <a:lnTo>
                    <a:pt x="35559" y="400050"/>
                  </a:lnTo>
                  <a:lnTo>
                    <a:pt x="45719" y="400050"/>
                  </a:lnTo>
                  <a:lnTo>
                    <a:pt x="46989" y="398780"/>
                  </a:lnTo>
                  <a:close/>
                </a:path>
                <a:path w="445769" h="439419">
                  <a:moveTo>
                    <a:pt x="50800" y="394970"/>
                  </a:moveTo>
                  <a:lnTo>
                    <a:pt x="40640" y="394970"/>
                  </a:lnTo>
                  <a:lnTo>
                    <a:pt x="38099" y="397510"/>
                  </a:lnTo>
                  <a:lnTo>
                    <a:pt x="48259" y="397510"/>
                  </a:lnTo>
                  <a:lnTo>
                    <a:pt x="50800" y="394970"/>
                  </a:lnTo>
                  <a:close/>
                </a:path>
                <a:path w="445769" h="439419">
                  <a:moveTo>
                    <a:pt x="53339" y="392430"/>
                  </a:moveTo>
                  <a:lnTo>
                    <a:pt x="43180" y="392430"/>
                  </a:lnTo>
                  <a:lnTo>
                    <a:pt x="41909" y="393700"/>
                  </a:lnTo>
                  <a:lnTo>
                    <a:pt x="52069" y="393700"/>
                  </a:lnTo>
                  <a:lnTo>
                    <a:pt x="53339" y="392430"/>
                  </a:lnTo>
                  <a:close/>
                </a:path>
                <a:path w="445769" h="439419">
                  <a:moveTo>
                    <a:pt x="57150" y="388620"/>
                  </a:moveTo>
                  <a:lnTo>
                    <a:pt x="46990" y="388620"/>
                  </a:lnTo>
                  <a:lnTo>
                    <a:pt x="44449" y="391160"/>
                  </a:lnTo>
                  <a:lnTo>
                    <a:pt x="54609" y="391160"/>
                  </a:lnTo>
                  <a:lnTo>
                    <a:pt x="57150" y="388620"/>
                  </a:lnTo>
                  <a:close/>
                </a:path>
                <a:path w="445769" h="439419">
                  <a:moveTo>
                    <a:pt x="59689" y="386080"/>
                  </a:moveTo>
                  <a:lnTo>
                    <a:pt x="49530" y="386080"/>
                  </a:lnTo>
                  <a:lnTo>
                    <a:pt x="48259" y="387350"/>
                  </a:lnTo>
                  <a:lnTo>
                    <a:pt x="58419" y="387350"/>
                  </a:lnTo>
                  <a:lnTo>
                    <a:pt x="59689" y="386080"/>
                  </a:lnTo>
                  <a:close/>
                </a:path>
                <a:path w="445769" h="439419">
                  <a:moveTo>
                    <a:pt x="63500" y="382270"/>
                  </a:moveTo>
                  <a:lnTo>
                    <a:pt x="53340" y="382270"/>
                  </a:lnTo>
                  <a:lnTo>
                    <a:pt x="50799" y="384810"/>
                  </a:lnTo>
                  <a:lnTo>
                    <a:pt x="60959" y="384810"/>
                  </a:lnTo>
                  <a:lnTo>
                    <a:pt x="63500" y="382270"/>
                  </a:lnTo>
                  <a:close/>
                </a:path>
                <a:path w="445769" h="439419">
                  <a:moveTo>
                    <a:pt x="66039" y="379730"/>
                  </a:moveTo>
                  <a:lnTo>
                    <a:pt x="55880" y="379730"/>
                  </a:lnTo>
                  <a:lnTo>
                    <a:pt x="54609" y="381000"/>
                  </a:lnTo>
                  <a:lnTo>
                    <a:pt x="64769" y="381000"/>
                  </a:lnTo>
                  <a:lnTo>
                    <a:pt x="66039" y="379730"/>
                  </a:lnTo>
                  <a:close/>
                </a:path>
                <a:path w="445769" h="439419">
                  <a:moveTo>
                    <a:pt x="69850" y="375920"/>
                  </a:moveTo>
                  <a:lnTo>
                    <a:pt x="59690" y="375920"/>
                  </a:lnTo>
                  <a:lnTo>
                    <a:pt x="57149" y="378460"/>
                  </a:lnTo>
                  <a:lnTo>
                    <a:pt x="67309" y="378460"/>
                  </a:lnTo>
                  <a:lnTo>
                    <a:pt x="69850" y="375920"/>
                  </a:lnTo>
                  <a:close/>
                </a:path>
                <a:path w="445769" h="439419">
                  <a:moveTo>
                    <a:pt x="72389" y="373380"/>
                  </a:moveTo>
                  <a:lnTo>
                    <a:pt x="62230" y="373380"/>
                  </a:lnTo>
                  <a:lnTo>
                    <a:pt x="60959" y="374650"/>
                  </a:lnTo>
                  <a:lnTo>
                    <a:pt x="71119" y="374650"/>
                  </a:lnTo>
                  <a:lnTo>
                    <a:pt x="72389" y="373380"/>
                  </a:lnTo>
                  <a:close/>
                </a:path>
                <a:path w="445769" h="439419">
                  <a:moveTo>
                    <a:pt x="76200" y="369570"/>
                  </a:moveTo>
                  <a:lnTo>
                    <a:pt x="66040" y="369570"/>
                  </a:lnTo>
                  <a:lnTo>
                    <a:pt x="63499" y="372110"/>
                  </a:lnTo>
                  <a:lnTo>
                    <a:pt x="73659" y="372110"/>
                  </a:lnTo>
                  <a:lnTo>
                    <a:pt x="76200" y="369570"/>
                  </a:lnTo>
                  <a:close/>
                </a:path>
                <a:path w="445769" h="439419">
                  <a:moveTo>
                    <a:pt x="78739" y="367030"/>
                  </a:moveTo>
                  <a:lnTo>
                    <a:pt x="68580" y="367030"/>
                  </a:lnTo>
                  <a:lnTo>
                    <a:pt x="67309" y="368300"/>
                  </a:lnTo>
                  <a:lnTo>
                    <a:pt x="77469" y="368300"/>
                  </a:lnTo>
                  <a:lnTo>
                    <a:pt x="78739" y="367030"/>
                  </a:lnTo>
                  <a:close/>
                </a:path>
                <a:path w="445769" h="439419">
                  <a:moveTo>
                    <a:pt x="82550" y="363220"/>
                  </a:moveTo>
                  <a:lnTo>
                    <a:pt x="72390" y="363220"/>
                  </a:lnTo>
                  <a:lnTo>
                    <a:pt x="69849" y="365760"/>
                  </a:lnTo>
                  <a:lnTo>
                    <a:pt x="80009" y="365760"/>
                  </a:lnTo>
                  <a:lnTo>
                    <a:pt x="82550" y="363220"/>
                  </a:lnTo>
                  <a:close/>
                </a:path>
                <a:path w="445769" h="439419">
                  <a:moveTo>
                    <a:pt x="85089" y="360680"/>
                  </a:moveTo>
                  <a:lnTo>
                    <a:pt x="74930" y="360680"/>
                  </a:lnTo>
                  <a:lnTo>
                    <a:pt x="73659" y="361950"/>
                  </a:lnTo>
                  <a:lnTo>
                    <a:pt x="83819" y="361950"/>
                  </a:lnTo>
                  <a:lnTo>
                    <a:pt x="85089" y="360680"/>
                  </a:lnTo>
                  <a:close/>
                </a:path>
                <a:path w="445769" h="439419">
                  <a:moveTo>
                    <a:pt x="88900" y="356870"/>
                  </a:moveTo>
                  <a:lnTo>
                    <a:pt x="78740" y="356870"/>
                  </a:lnTo>
                  <a:lnTo>
                    <a:pt x="76199" y="359410"/>
                  </a:lnTo>
                  <a:lnTo>
                    <a:pt x="86359" y="359410"/>
                  </a:lnTo>
                  <a:lnTo>
                    <a:pt x="88900" y="356870"/>
                  </a:lnTo>
                  <a:close/>
                </a:path>
                <a:path w="445769" h="439419">
                  <a:moveTo>
                    <a:pt x="91439" y="354330"/>
                  </a:moveTo>
                  <a:lnTo>
                    <a:pt x="81280" y="354330"/>
                  </a:lnTo>
                  <a:lnTo>
                    <a:pt x="80009" y="355600"/>
                  </a:lnTo>
                  <a:lnTo>
                    <a:pt x="90169" y="355600"/>
                  </a:lnTo>
                  <a:lnTo>
                    <a:pt x="91439" y="354330"/>
                  </a:lnTo>
                  <a:close/>
                </a:path>
                <a:path w="445769" h="439419">
                  <a:moveTo>
                    <a:pt x="104139" y="341630"/>
                  </a:moveTo>
                  <a:lnTo>
                    <a:pt x="93980" y="341630"/>
                  </a:lnTo>
                  <a:lnTo>
                    <a:pt x="82549" y="353060"/>
                  </a:lnTo>
                  <a:lnTo>
                    <a:pt x="92709" y="353060"/>
                  </a:lnTo>
                  <a:lnTo>
                    <a:pt x="104139" y="341630"/>
                  </a:lnTo>
                  <a:close/>
                </a:path>
                <a:path w="445769" h="439419">
                  <a:moveTo>
                    <a:pt x="116839" y="328930"/>
                  </a:moveTo>
                  <a:lnTo>
                    <a:pt x="106680" y="328930"/>
                  </a:lnTo>
                  <a:lnTo>
                    <a:pt x="95249" y="340360"/>
                  </a:lnTo>
                  <a:lnTo>
                    <a:pt x="105409" y="340360"/>
                  </a:lnTo>
                  <a:lnTo>
                    <a:pt x="116839" y="328930"/>
                  </a:lnTo>
                  <a:close/>
                </a:path>
                <a:path w="445769" h="439419">
                  <a:moveTo>
                    <a:pt x="120650" y="325120"/>
                  </a:moveTo>
                  <a:lnTo>
                    <a:pt x="110490" y="325120"/>
                  </a:lnTo>
                  <a:lnTo>
                    <a:pt x="107949" y="327660"/>
                  </a:lnTo>
                  <a:lnTo>
                    <a:pt x="118109" y="327660"/>
                  </a:lnTo>
                  <a:lnTo>
                    <a:pt x="120650" y="325120"/>
                  </a:lnTo>
                  <a:close/>
                </a:path>
                <a:path w="445769" h="439419">
                  <a:moveTo>
                    <a:pt x="123189" y="322580"/>
                  </a:moveTo>
                  <a:lnTo>
                    <a:pt x="113030" y="322580"/>
                  </a:lnTo>
                  <a:lnTo>
                    <a:pt x="111759" y="323850"/>
                  </a:lnTo>
                  <a:lnTo>
                    <a:pt x="121919" y="323850"/>
                  </a:lnTo>
                  <a:lnTo>
                    <a:pt x="123189" y="322580"/>
                  </a:lnTo>
                  <a:close/>
                </a:path>
                <a:path w="445769" h="439419">
                  <a:moveTo>
                    <a:pt x="127000" y="318770"/>
                  </a:moveTo>
                  <a:lnTo>
                    <a:pt x="116840" y="318770"/>
                  </a:lnTo>
                  <a:lnTo>
                    <a:pt x="114299" y="321310"/>
                  </a:lnTo>
                  <a:lnTo>
                    <a:pt x="124459" y="321310"/>
                  </a:lnTo>
                  <a:lnTo>
                    <a:pt x="127000" y="318770"/>
                  </a:lnTo>
                  <a:close/>
                </a:path>
                <a:path w="445769" h="439419">
                  <a:moveTo>
                    <a:pt x="139700" y="306070"/>
                  </a:moveTo>
                  <a:lnTo>
                    <a:pt x="129540" y="306070"/>
                  </a:lnTo>
                  <a:lnTo>
                    <a:pt x="118109" y="317500"/>
                  </a:lnTo>
                  <a:lnTo>
                    <a:pt x="128269" y="317500"/>
                  </a:lnTo>
                  <a:lnTo>
                    <a:pt x="139700" y="306070"/>
                  </a:lnTo>
                  <a:close/>
                </a:path>
                <a:path w="445769" h="439419">
                  <a:moveTo>
                    <a:pt x="148589" y="297180"/>
                  </a:moveTo>
                  <a:lnTo>
                    <a:pt x="138430" y="297180"/>
                  </a:lnTo>
                  <a:lnTo>
                    <a:pt x="130809" y="304800"/>
                  </a:lnTo>
                  <a:lnTo>
                    <a:pt x="140969" y="304800"/>
                  </a:lnTo>
                  <a:lnTo>
                    <a:pt x="148589" y="297180"/>
                  </a:lnTo>
                  <a:close/>
                </a:path>
                <a:path w="445769" h="439419">
                  <a:moveTo>
                    <a:pt x="165100" y="280670"/>
                  </a:moveTo>
                  <a:lnTo>
                    <a:pt x="154940" y="280670"/>
                  </a:lnTo>
                  <a:lnTo>
                    <a:pt x="139699" y="295910"/>
                  </a:lnTo>
                  <a:lnTo>
                    <a:pt x="149859" y="295910"/>
                  </a:lnTo>
                  <a:lnTo>
                    <a:pt x="165100" y="280670"/>
                  </a:lnTo>
                  <a:close/>
                </a:path>
                <a:path w="445769" h="439419">
                  <a:moveTo>
                    <a:pt x="170179" y="275590"/>
                  </a:moveTo>
                  <a:lnTo>
                    <a:pt x="160019" y="275590"/>
                  </a:lnTo>
                  <a:lnTo>
                    <a:pt x="156209" y="279400"/>
                  </a:lnTo>
                  <a:lnTo>
                    <a:pt x="166369" y="279400"/>
                  </a:lnTo>
                  <a:lnTo>
                    <a:pt x="170179" y="275590"/>
                  </a:lnTo>
                  <a:close/>
                </a:path>
              </a:pathLst>
            </a:custGeom>
            <a:solidFill>
              <a:srgbClr val="8152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0">
              <a:extLst>
                <a:ext uri="{FF2B5EF4-FFF2-40B4-BE49-F238E27FC236}">
                  <a16:creationId xmlns:a16="http://schemas.microsoft.com/office/drawing/2014/main" id="{B5EC3776-9F71-E505-803C-9CD3DEEFF902}"/>
                </a:ext>
              </a:extLst>
            </p:cNvPr>
            <p:cNvSpPr/>
            <p:nvPr/>
          </p:nvSpPr>
          <p:spPr>
            <a:xfrm>
              <a:off x="2575560" y="2581909"/>
              <a:ext cx="448309" cy="441959"/>
            </a:xfrm>
            <a:custGeom>
              <a:avLst/>
              <a:gdLst/>
              <a:ahLst/>
              <a:cxnLst/>
              <a:rect l="l" t="t" r="r" b="b"/>
              <a:pathLst>
                <a:path w="448310" h="441960">
                  <a:moveTo>
                    <a:pt x="257810" y="191770"/>
                  </a:moveTo>
                  <a:lnTo>
                    <a:pt x="247650" y="191770"/>
                  </a:lnTo>
                  <a:lnTo>
                    <a:pt x="241300" y="198120"/>
                  </a:lnTo>
                  <a:lnTo>
                    <a:pt x="251460" y="198120"/>
                  </a:lnTo>
                  <a:lnTo>
                    <a:pt x="257810" y="191770"/>
                  </a:lnTo>
                  <a:close/>
                </a:path>
                <a:path w="448310" h="441960">
                  <a:moveTo>
                    <a:pt x="260350" y="189230"/>
                  </a:moveTo>
                  <a:lnTo>
                    <a:pt x="250189" y="189230"/>
                  </a:lnTo>
                  <a:lnTo>
                    <a:pt x="248920" y="190500"/>
                  </a:lnTo>
                  <a:lnTo>
                    <a:pt x="259080" y="190500"/>
                  </a:lnTo>
                  <a:lnTo>
                    <a:pt x="260350" y="189230"/>
                  </a:lnTo>
                  <a:close/>
                </a:path>
                <a:path w="448310" h="441960">
                  <a:moveTo>
                    <a:pt x="264160" y="185420"/>
                  </a:moveTo>
                  <a:lnTo>
                    <a:pt x="254000" y="185420"/>
                  </a:lnTo>
                  <a:lnTo>
                    <a:pt x="251460" y="187960"/>
                  </a:lnTo>
                  <a:lnTo>
                    <a:pt x="261620" y="187960"/>
                  </a:lnTo>
                  <a:lnTo>
                    <a:pt x="264160" y="185420"/>
                  </a:lnTo>
                  <a:close/>
                </a:path>
                <a:path w="448310" h="441960">
                  <a:moveTo>
                    <a:pt x="266700" y="182880"/>
                  </a:moveTo>
                  <a:lnTo>
                    <a:pt x="256539" y="182880"/>
                  </a:lnTo>
                  <a:lnTo>
                    <a:pt x="255270" y="184150"/>
                  </a:lnTo>
                  <a:lnTo>
                    <a:pt x="265430" y="184150"/>
                  </a:lnTo>
                  <a:lnTo>
                    <a:pt x="266700" y="182880"/>
                  </a:lnTo>
                  <a:close/>
                </a:path>
                <a:path w="448310" h="441960">
                  <a:moveTo>
                    <a:pt x="270510" y="179070"/>
                  </a:moveTo>
                  <a:lnTo>
                    <a:pt x="260350" y="179070"/>
                  </a:lnTo>
                  <a:lnTo>
                    <a:pt x="257810" y="181610"/>
                  </a:lnTo>
                  <a:lnTo>
                    <a:pt x="267970" y="181610"/>
                  </a:lnTo>
                  <a:lnTo>
                    <a:pt x="270510" y="179070"/>
                  </a:lnTo>
                  <a:close/>
                </a:path>
                <a:path w="448310" h="441960">
                  <a:moveTo>
                    <a:pt x="273050" y="176530"/>
                  </a:moveTo>
                  <a:lnTo>
                    <a:pt x="262889" y="176530"/>
                  </a:lnTo>
                  <a:lnTo>
                    <a:pt x="261620" y="177800"/>
                  </a:lnTo>
                  <a:lnTo>
                    <a:pt x="271780" y="177800"/>
                  </a:lnTo>
                  <a:lnTo>
                    <a:pt x="273050" y="176530"/>
                  </a:lnTo>
                  <a:close/>
                </a:path>
                <a:path w="448310" h="441960">
                  <a:moveTo>
                    <a:pt x="285750" y="163830"/>
                  </a:moveTo>
                  <a:lnTo>
                    <a:pt x="275589" y="163830"/>
                  </a:lnTo>
                  <a:lnTo>
                    <a:pt x="264160" y="175260"/>
                  </a:lnTo>
                  <a:lnTo>
                    <a:pt x="274320" y="175260"/>
                  </a:lnTo>
                  <a:lnTo>
                    <a:pt x="285750" y="163830"/>
                  </a:lnTo>
                  <a:close/>
                </a:path>
                <a:path w="448310" h="441960">
                  <a:moveTo>
                    <a:pt x="298450" y="151130"/>
                  </a:moveTo>
                  <a:lnTo>
                    <a:pt x="288289" y="151130"/>
                  </a:lnTo>
                  <a:lnTo>
                    <a:pt x="276860" y="162560"/>
                  </a:lnTo>
                  <a:lnTo>
                    <a:pt x="287020" y="162560"/>
                  </a:lnTo>
                  <a:lnTo>
                    <a:pt x="298450" y="151130"/>
                  </a:lnTo>
                  <a:close/>
                </a:path>
                <a:path w="448310" h="441960">
                  <a:moveTo>
                    <a:pt x="302260" y="147320"/>
                  </a:moveTo>
                  <a:lnTo>
                    <a:pt x="292100" y="147320"/>
                  </a:lnTo>
                  <a:lnTo>
                    <a:pt x="289560" y="149860"/>
                  </a:lnTo>
                  <a:lnTo>
                    <a:pt x="299720" y="149860"/>
                  </a:lnTo>
                  <a:lnTo>
                    <a:pt x="302260" y="147320"/>
                  </a:lnTo>
                  <a:close/>
                </a:path>
                <a:path w="448310" h="441960">
                  <a:moveTo>
                    <a:pt x="304800" y="144780"/>
                  </a:moveTo>
                  <a:lnTo>
                    <a:pt x="294639" y="144780"/>
                  </a:lnTo>
                  <a:lnTo>
                    <a:pt x="293370" y="146050"/>
                  </a:lnTo>
                  <a:lnTo>
                    <a:pt x="303530" y="146050"/>
                  </a:lnTo>
                  <a:lnTo>
                    <a:pt x="304800" y="144780"/>
                  </a:lnTo>
                  <a:close/>
                </a:path>
                <a:path w="448310" h="441960">
                  <a:moveTo>
                    <a:pt x="308610" y="140970"/>
                  </a:moveTo>
                  <a:lnTo>
                    <a:pt x="298450" y="140970"/>
                  </a:lnTo>
                  <a:lnTo>
                    <a:pt x="295910" y="143510"/>
                  </a:lnTo>
                  <a:lnTo>
                    <a:pt x="306070" y="143510"/>
                  </a:lnTo>
                  <a:lnTo>
                    <a:pt x="308610" y="140970"/>
                  </a:lnTo>
                  <a:close/>
                </a:path>
                <a:path w="448310" h="441960">
                  <a:moveTo>
                    <a:pt x="311150" y="138430"/>
                  </a:moveTo>
                  <a:lnTo>
                    <a:pt x="300989" y="138430"/>
                  </a:lnTo>
                  <a:lnTo>
                    <a:pt x="299720" y="139700"/>
                  </a:lnTo>
                  <a:lnTo>
                    <a:pt x="309880" y="139700"/>
                  </a:lnTo>
                  <a:lnTo>
                    <a:pt x="311150" y="138430"/>
                  </a:lnTo>
                  <a:close/>
                </a:path>
                <a:path w="448310" h="441960">
                  <a:moveTo>
                    <a:pt x="314960" y="134620"/>
                  </a:moveTo>
                  <a:lnTo>
                    <a:pt x="304800" y="134620"/>
                  </a:lnTo>
                  <a:lnTo>
                    <a:pt x="302260" y="137160"/>
                  </a:lnTo>
                  <a:lnTo>
                    <a:pt x="312420" y="137160"/>
                  </a:lnTo>
                  <a:lnTo>
                    <a:pt x="314960" y="134620"/>
                  </a:lnTo>
                  <a:close/>
                </a:path>
                <a:path w="448310" h="441960">
                  <a:moveTo>
                    <a:pt x="317500" y="132080"/>
                  </a:moveTo>
                  <a:lnTo>
                    <a:pt x="307339" y="132080"/>
                  </a:lnTo>
                  <a:lnTo>
                    <a:pt x="306070" y="133350"/>
                  </a:lnTo>
                  <a:lnTo>
                    <a:pt x="316230" y="133350"/>
                  </a:lnTo>
                  <a:lnTo>
                    <a:pt x="317500" y="132080"/>
                  </a:lnTo>
                  <a:close/>
                </a:path>
                <a:path w="448310" h="441960">
                  <a:moveTo>
                    <a:pt x="321310" y="128270"/>
                  </a:moveTo>
                  <a:lnTo>
                    <a:pt x="311150" y="128270"/>
                  </a:lnTo>
                  <a:lnTo>
                    <a:pt x="308610" y="130810"/>
                  </a:lnTo>
                  <a:lnTo>
                    <a:pt x="318770" y="130810"/>
                  </a:lnTo>
                  <a:lnTo>
                    <a:pt x="321310" y="128270"/>
                  </a:lnTo>
                  <a:close/>
                </a:path>
                <a:path w="448310" h="441960">
                  <a:moveTo>
                    <a:pt x="323850" y="125730"/>
                  </a:moveTo>
                  <a:lnTo>
                    <a:pt x="313689" y="125730"/>
                  </a:lnTo>
                  <a:lnTo>
                    <a:pt x="312420" y="127000"/>
                  </a:lnTo>
                  <a:lnTo>
                    <a:pt x="322580" y="127000"/>
                  </a:lnTo>
                  <a:lnTo>
                    <a:pt x="323850" y="125730"/>
                  </a:lnTo>
                  <a:close/>
                </a:path>
                <a:path w="448310" h="441960">
                  <a:moveTo>
                    <a:pt x="327660" y="121920"/>
                  </a:moveTo>
                  <a:lnTo>
                    <a:pt x="317500" y="121920"/>
                  </a:lnTo>
                  <a:lnTo>
                    <a:pt x="314960" y="124460"/>
                  </a:lnTo>
                  <a:lnTo>
                    <a:pt x="325120" y="124460"/>
                  </a:lnTo>
                  <a:lnTo>
                    <a:pt x="327660" y="121920"/>
                  </a:lnTo>
                  <a:close/>
                </a:path>
                <a:path w="448310" h="441960">
                  <a:moveTo>
                    <a:pt x="330200" y="119380"/>
                  </a:moveTo>
                  <a:lnTo>
                    <a:pt x="320039" y="119380"/>
                  </a:lnTo>
                  <a:lnTo>
                    <a:pt x="318770" y="120650"/>
                  </a:lnTo>
                  <a:lnTo>
                    <a:pt x="328930" y="120650"/>
                  </a:lnTo>
                  <a:lnTo>
                    <a:pt x="330200" y="119380"/>
                  </a:lnTo>
                  <a:close/>
                </a:path>
                <a:path w="448310" h="441960">
                  <a:moveTo>
                    <a:pt x="334010" y="115570"/>
                  </a:moveTo>
                  <a:lnTo>
                    <a:pt x="323850" y="115570"/>
                  </a:lnTo>
                  <a:lnTo>
                    <a:pt x="321310" y="118110"/>
                  </a:lnTo>
                  <a:lnTo>
                    <a:pt x="331470" y="118110"/>
                  </a:lnTo>
                  <a:lnTo>
                    <a:pt x="334010" y="115570"/>
                  </a:lnTo>
                  <a:close/>
                </a:path>
                <a:path w="448310" h="441960">
                  <a:moveTo>
                    <a:pt x="336550" y="113030"/>
                  </a:moveTo>
                  <a:lnTo>
                    <a:pt x="326389" y="113030"/>
                  </a:lnTo>
                  <a:lnTo>
                    <a:pt x="325120" y="114300"/>
                  </a:lnTo>
                  <a:lnTo>
                    <a:pt x="335280" y="114300"/>
                  </a:lnTo>
                  <a:lnTo>
                    <a:pt x="336550" y="113030"/>
                  </a:lnTo>
                  <a:close/>
                </a:path>
                <a:path w="448310" h="441960">
                  <a:moveTo>
                    <a:pt x="340360" y="109220"/>
                  </a:moveTo>
                  <a:lnTo>
                    <a:pt x="330200" y="109220"/>
                  </a:lnTo>
                  <a:lnTo>
                    <a:pt x="327660" y="111760"/>
                  </a:lnTo>
                  <a:lnTo>
                    <a:pt x="337820" y="111760"/>
                  </a:lnTo>
                  <a:lnTo>
                    <a:pt x="340360" y="109220"/>
                  </a:lnTo>
                  <a:close/>
                </a:path>
                <a:path w="448310" h="441960">
                  <a:moveTo>
                    <a:pt x="342900" y="106680"/>
                  </a:moveTo>
                  <a:lnTo>
                    <a:pt x="332739" y="106680"/>
                  </a:lnTo>
                  <a:lnTo>
                    <a:pt x="331470" y="107950"/>
                  </a:lnTo>
                  <a:lnTo>
                    <a:pt x="341630" y="107950"/>
                  </a:lnTo>
                  <a:lnTo>
                    <a:pt x="342900" y="106680"/>
                  </a:lnTo>
                  <a:close/>
                </a:path>
                <a:path w="448310" h="441960">
                  <a:moveTo>
                    <a:pt x="346710" y="102870"/>
                  </a:moveTo>
                  <a:lnTo>
                    <a:pt x="336550" y="102870"/>
                  </a:lnTo>
                  <a:lnTo>
                    <a:pt x="334010" y="105410"/>
                  </a:lnTo>
                  <a:lnTo>
                    <a:pt x="344170" y="105410"/>
                  </a:lnTo>
                  <a:lnTo>
                    <a:pt x="346710" y="102870"/>
                  </a:lnTo>
                  <a:close/>
                </a:path>
                <a:path w="448310" h="441960">
                  <a:moveTo>
                    <a:pt x="349250" y="100330"/>
                  </a:moveTo>
                  <a:lnTo>
                    <a:pt x="339089" y="100330"/>
                  </a:lnTo>
                  <a:lnTo>
                    <a:pt x="337820" y="101600"/>
                  </a:lnTo>
                  <a:lnTo>
                    <a:pt x="347980" y="101600"/>
                  </a:lnTo>
                  <a:lnTo>
                    <a:pt x="349250" y="100330"/>
                  </a:lnTo>
                  <a:close/>
                </a:path>
                <a:path w="448310" h="441960">
                  <a:moveTo>
                    <a:pt x="353060" y="96520"/>
                  </a:moveTo>
                  <a:lnTo>
                    <a:pt x="342900" y="96520"/>
                  </a:lnTo>
                  <a:lnTo>
                    <a:pt x="340360" y="99060"/>
                  </a:lnTo>
                  <a:lnTo>
                    <a:pt x="350520" y="99060"/>
                  </a:lnTo>
                  <a:lnTo>
                    <a:pt x="353060" y="96520"/>
                  </a:lnTo>
                  <a:close/>
                </a:path>
                <a:path w="448310" h="441960">
                  <a:moveTo>
                    <a:pt x="355600" y="93980"/>
                  </a:moveTo>
                  <a:lnTo>
                    <a:pt x="345439" y="93980"/>
                  </a:lnTo>
                  <a:lnTo>
                    <a:pt x="344170" y="95250"/>
                  </a:lnTo>
                  <a:lnTo>
                    <a:pt x="354330" y="95250"/>
                  </a:lnTo>
                  <a:lnTo>
                    <a:pt x="355600" y="93980"/>
                  </a:lnTo>
                  <a:close/>
                </a:path>
                <a:path w="448310" h="441960">
                  <a:moveTo>
                    <a:pt x="359410" y="90170"/>
                  </a:moveTo>
                  <a:lnTo>
                    <a:pt x="349250" y="90170"/>
                  </a:lnTo>
                  <a:lnTo>
                    <a:pt x="346710" y="92710"/>
                  </a:lnTo>
                  <a:lnTo>
                    <a:pt x="356870" y="92710"/>
                  </a:lnTo>
                  <a:lnTo>
                    <a:pt x="359410" y="90170"/>
                  </a:lnTo>
                  <a:close/>
                </a:path>
                <a:path w="448310" h="441960">
                  <a:moveTo>
                    <a:pt x="361950" y="87630"/>
                  </a:moveTo>
                  <a:lnTo>
                    <a:pt x="351789" y="87630"/>
                  </a:lnTo>
                  <a:lnTo>
                    <a:pt x="350520" y="88900"/>
                  </a:lnTo>
                  <a:lnTo>
                    <a:pt x="360680" y="88900"/>
                  </a:lnTo>
                  <a:lnTo>
                    <a:pt x="361950" y="87630"/>
                  </a:lnTo>
                  <a:close/>
                </a:path>
                <a:path w="448310" h="441960">
                  <a:moveTo>
                    <a:pt x="365760" y="83820"/>
                  </a:moveTo>
                  <a:lnTo>
                    <a:pt x="355600" y="83820"/>
                  </a:lnTo>
                  <a:lnTo>
                    <a:pt x="353060" y="86360"/>
                  </a:lnTo>
                  <a:lnTo>
                    <a:pt x="363220" y="86360"/>
                  </a:lnTo>
                  <a:lnTo>
                    <a:pt x="365760" y="83820"/>
                  </a:lnTo>
                  <a:close/>
                </a:path>
                <a:path w="448310" h="441960">
                  <a:moveTo>
                    <a:pt x="368300" y="81280"/>
                  </a:moveTo>
                  <a:lnTo>
                    <a:pt x="358139" y="81280"/>
                  </a:lnTo>
                  <a:lnTo>
                    <a:pt x="356870" y="82550"/>
                  </a:lnTo>
                  <a:lnTo>
                    <a:pt x="367030" y="82550"/>
                  </a:lnTo>
                  <a:lnTo>
                    <a:pt x="368300" y="81280"/>
                  </a:lnTo>
                  <a:close/>
                </a:path>
                <a:path w="448310" h="441960">
                  <a:moveTo>
                    <a:pt x="372110" y="77470"/>
                  </a:moveTo>
                  <a:lnTo>
                    <a:pt x="361950" y="77470"/>
                  </a:lnTo>
                  <a:lnTo>
                    <a:pt x="359410" y="80010"/>
                  </a:lnTo>
                  <a:lnTo>
                    <a:pt x="369570" y="80010"/>
                  </a:lnTo>
                  <a:lnTo>
                    <a:pt x="372110" y="77470"/>
                  </a:lnTo>
                  <a:close/>
                </a:path>
                <a:path w="448310" h="441960">
                  <a:moveTo>
                    <a:pt x="374650" y="74930"/>
                  </a:moveTo>
                  <a:lnTo>
                    <a:pt x="364489" y="74930"/>
                  </a:lnTo>
                  <a:lnTo>
                    <a:pt x="363220" y="76200"/>
                  </a:lnTo>
                  <a:lnTo>
                    <a:pt x="373380" y="76200"/>
                  </a:lnTo>
                  <a:lnTo>
                    <a:pt x="374650" y="74930"/>
                  </a:lnTo>
                  <a:close/>
                </a:path>
                <a:path w="448310" h="441960">
                  <a:moveTo>
                    <a:pt x="378460" y="71120"/>
                  </a:moveTo>
                  <a:lnTo>
                    <a:pt x="368300" y="71120"/>
                  </a:lnTo>
                  <a:lnTo>
                    <a:pt x="365760" y="73660"/>
                  </a:lnTo>
                  <a:lnTo>
                    <a:pt x="375920" y="73660"/>
                  </a:lnTo>
                  <a:lnTo>
                    <a:pt x="378460" y="71120"/>
                  </a:lnTo>
                  <a:close/>
                </a:path>
                <a:path w="448310" h="441960">
                  <a:moveTo>
                    <a:pt x="381000" y="68580"/>
                  </a:moveTo>
                  <a:lnTo>
                    <a:pt x="370839" y="68580"/>
                  </a:lnTo>
                  <a:lnTo>
                    <a:pt x="369570" y="69850"/>
                  </a:lnTo>
                  <a:lnTo>
                    <a:pt x="379730" y="69850"/>
                  </a:lnTo>
                  <a:lnTo>
                    <a:pt x="381000" y="68580"/>
                  </a:lnTo>
                  <a:close/>
                </a:path>
                <a:path w="448310" h="441960">
                  <a:moveTo>
                    <a:pt x="384810" y="64770"/>
                  </a:moveTo>
                  <a:lnTo>
                    <a:pt x="374650" y="64770"/>
                  </a:lnTo>
                  <a:lnTo>
                    <a:pt x="372110" y="67310"/>
                  </a:lnTo>
                  <a:lnTo>
                    <a:pt x="382270" y="67310"/>
                  </a:lnTo>
                  <a:lnTo>
                    <a:pt x="384810" y="64770"/>
                  </a:lnTo>
                  <a:close/>
                </a:path>
                <a:path w="448310" h="441960">
                  <a:moveTo>
                    <a:pt x="387350" y="62230"/>
                  </a:moveTo>
                  <a:lnTo>
                    <a:pt x="377189" y="62230"/>
                  </a:lnTo>
                  <a:lnTo>
                    <a:pt x="375920" y="63500"/>
                  </a:lnTo>
                  <a:lnTo>
                    <a:pt x="386080" y="63500"/>
                  </a:lnTo>
                  <a:lnTo>
                    <a:pt x="387350" y="62230"/>
                  </a:lnTo>
                  <a:close/>
                </a:path>
                <a:path w="448310" h="441960">
                  <a:moveTo>
                    <a:pt x="391160" y="58420"/>
                  </a:moveTo>
                  <a:lnTo>
                    <a:pt x="381000" y="58420"/>
                  </a:lnTo>
                  <a:lnTo>
                    <a:pt x="378460" y="60960"/>
                  </a:lnTo>
                  <a:lnTo>
                    <a:pt x="388620" y="60960"/>
                  </a:lnTo>
                  <a:lnTo>
                    <a:pt x="391160" y="58420"/>
                  </a:lnTo>
                  <a:close/>
                </a:path>
                <a:path w="448310" h="441960">
                  <a:moveTo>
                    <a:pt x="393700" y="55880"/>
                  </a:moveTo>
                  <a:lnTo>
                    <a:pt x="383539" y="55880"/>
                  </a:lnTo>
                  <a:lnTo>
                    <a:pt x="382270" y="57150"/>
                  </a:lnTo>
                  <a:lnTo>
                    <a:pt x="392430" y="57150"/>
                  </a:lnTo>
                  <a:lnTo>
                    <a:pt x="393700" y="55880"/>
                  </a:lnTo>
                  <a:close/>
                </a:path>
                <a:path w="448310" h="441960">
                  <a:moveTo>
                    <a:pt x="397510" y="52070"/>
                  </a:moveTo>
                  <a:lnTo>
                    <a:pt x="387350" y="52070"/>
                  </a:lnTo>
                  <a:lnTo>
                    <a:pt x="384810" y="54610"/>
                  </a:lnTo>
                  <a:lnTo>
                    <a:pt x="394970" y="54610"/>
                  </a:lnTo>
                  <a:lnTo>
                    <a:pt x="397510" y="52070"/>
                  </a:lnTo>
                  <a:close/>
                </a:path>
                <a:path w="448310" h="441960">
                  <a:moveTo>
                    <a:pt x="400050" y="49530"/>
                  </a:moveTo>
                  <a:lnTo>
                    <a:pt x="389889" y="49530"/>
                  </a:lnTo>
                  <a:lnTo>
                    <a:pt x="388620" y="50800"/>
                  </a:lnTo>
                  <a:lnTo>
                    <a:pt x="398780" y="50800"/>
                  </a:lnTo>
                  <a:lnTo>
                    <a:pt x="400050" y="49530"/>
                  </a:lnTo>
                  <a:close/>
                </a:path>
                <a:path w="448310" h="441960">
                  <a:moveTo>
                    <a:pt x="403860" y="45720"/>
                  </a:moveTo>
                  <a:lnTo>
                    <a:pt x="393700" y="45720"/>
                  </a:lnTo>
                  <a:lnTo>
                    <a:pt x="391160" y="48260"/>
                  </a:lnTo>
                  <a:lnTo>
                    <a:pt x="401320" y="48260"/>
                  </a:lnTo>
                  <a:lnTo>
                    <a:pt x="403860" y="45720"/>
                  </a:lnTo>
                  <a:close/>
                </a:path>
                <a:path w="448310" h="441960">
                  <a:moveTo>
                    <a:pt x="406400" y="43180"/>
                  </a:moveTo>
                  <a:lnTo>
                    <a:pt x="396239" y="43180"/>
                  </a:lnTo>
                  <a:lnTo>
                    <a:pt x="394970" y="44450"/>
                  </a:lnTo>
                  <a:lnTo>
                    <a:pt x="405130" y="44450"/>
                  </a:lnTo>
                  <a:lnTo>
                    <a:pt x="406400" y="43180"/>
                  </a:lnTo>
                  <a:close/>
                </a:path>
                <a:path w="448310" h="441960">
                  <a:moveTo>
                    <a:pt x="410210" y="39370"/>
                  </a:moveTo>
                  <a:lnTo>
                    <a:pt x="400050" y="39370"/>
                  </a:lnTo>
                  <a:lnTo>
                    <a:pt x="397510" y="41910"/>
                  </a:lnTo>
                  <a:lnTo>
                    <a:pt x="407670" y="41910"/>
                  </a:lnTo>
                  <a:lnTo>
                    <a:pt x="410210" y="39370"/>
                  </a:lnTo>
                  <a:close/>
                </a:path>
                <a:path w="448310" h="441960">
                  <a:moveTo>
                    <a:pt x="412750" y="36830"/>
                  </a:moveTo>
                  <a:lnTo>
                    <a:pt x="402589" y="36830"/>
                  </a:lnTo>
                  <a:lnTo>
                    <a:pt x="401320" y="38100"/>
                  </a:lnTo>
                  <a:lnTo>
                    <a:pt x="411480" y="38100"/>
                  </a:lnTo>
                  <a:lnTo>
                    <a:pt x="412750" y="36830"/>
                  </a:lnTo>
                  <a:close/>
                </a:path>
                <a:path w="448310" h="441960">
                  <a:moveTo>
                    <a:pt x="416560" y="33020"/>
                  </a:moveTo>
                  <a:lnTo>
                    <a:pt x="406400" y="33020"/>
                  </a:lnTo>
                  <a:lnTo>
                    <a:pt x="403860" y="35560"/>
                  </a:lnTo>
                  <a:lnTo>
                    <a:pt x="414020" y="35560"/>
                  </a:lnTo>
                  <a:lnTo>
                    <a:pt x="416560" y="33020"/>
                  </a:lnTo>
                  <a:close/>
                </a:path>
                <a:path w="448310" h="441960">
                  <a:moveTo>
                    <a:pt x="419100" y="30480"/>
                  </a:moveTo>
                  <a:lnTo>
                    <a:pt x="408939" y="30480"/>
                  </a:lnTo>
                  <a:lnTo>
                    <a:pt x="407670" y="31750"/>
                  </a:lnTo>
                  <a:lnTo>
                    <a:pt x="417830" y="31750"/>
                  </a:lnTo>
                  <a:lnTo>
                    <a:pt x="419100" y="30480"/>
                  </a:lnTo>
                  <a:close/>
                </a:path>
                <a:path w="448310" h="441960">
                  <a:moveTo>
                    <a:pt x="422910" y="26670"/>
                  </a:moveTo>
                  <a:lnTo>
                    <a:pt x="412750" y="26670"/>
                  </a:lnTo>
                  <a:lnTo>
                    <a:pt x="410210" y="29210"/>
                  </a:lnTo>
                  <a:lnTo>
                    <a:pt x="420370" y="29210"/>
                  </a:lnTo>
                  <a:lnTo>
                    <a:pt x="422910" y="26670"/>
                  </a:lnTo>
                  <a:close/>
                </a:path>
                <a:path w="448310" h="441960">
                  <a:moveTo>
                    <a:pt x="425450" y="24130"/>
                  </a:moveTo>
                  <a:lnTo>
                    <a:pt x="415289" y="24130"/>
                  </a:lnTo>
                  <a:lnTo>
                    <a:pt x="414020" y="25400"/>
                  </a:lnTo>
                  <a:lnTo>
                    <a:pt x="424180" y="25400"/>
                  </a:lnTo>
                  <a:lnTo>
                    <a:pt x="425450" y="24130"/>
                  </a:lnTo>
                  <a:close/>
                </a:path>
                <a:path w="448310" h="441960">
                  <a:moveTo>
                    <a:pt x="429260" y="20320"/>
                  </a:moveTo>
                  <a:lnTo>
                    <a:pt x="419100" y="20320"/>
                  </a:lnTo>
                  <a:lnTo>
                    <a:pt x="416560" y="22860"/>
                  </a:lnTo>
                  <a:lnTo>
                    <a:pt x="426720" y="22860"/>
                  </a:lnTo>
                  <a:lnTo>
                    <a:pt x="429260" y="20320"/>
                  </a:lnTo>
                  <a:close/>
                </a:path>
                <a:path w="448310" h="441960">
                  <a:moveTo>
                    <a:pt x="431800" y="17780"/>
                  </a:moveTo>
                  <a:lnTo>
                    <a:pt x="421639" y="17780"/>
                  </a:lnTo>
                  <a:lnTo>
                    <a:pt x="420370" y="19050"/>
                  </a:lnTo>
                  <a:lnTo>
                    <a:pt x="430530" y="19050"/>
                  </a:lnTo>
                  <a:lnTo>
                    <a:pt x="431800" y="17780"/>
                  </a:lnTo>
                  <a:close/>
                </a:path>
                <a:path w="448310" h="441960">
                  <a:moveTo>
                    <a:pt x="435610" y="13970"/>
                  </a:moveTo>
                  <a:lnTo>
                    <a:pt x="425450" y="13970"/>
                  </a:lnTo>
                  <a:lnTo>
                    <a:pt x="422910" y="16510"/>
                  </a:lnTo>
                  <a:lnTo>
                    <a:pt x="433070" y="16510"/>
                  </a:lnTo>
                  <a:lnTo>
                    <a:pt x="435610" y="13970"/>
                  </a:lnTo>
                  <a:close/>
                </a:path>
                <a:path w="448310" h="441960">
                  <a:moveTo>
                    <a:pt x="438150" y="11430"/>
                  </a:moveTo>
                  <a:lnTo>
                    <a:pt x="427989" y="11430"/>
                  </a:lnTo>
                  <a:lnTo>
                    <a:pt x="426720" y="12700"/>
                  </a:lnTo>
                  <a:lnTo>
                    <a:pt x="436880" y="12700"/>
                  </a:lnTo>
                  <a:lnTo>
                    <a:pt x="438150" y="11430"/>
                  </a:lnTo>
                  <a:close/>
                </a:path>
                <a:path w="448310" h="441960">
                  <a:moveTo>
                    <a:pt x="441960" y="7620"/>
                  </a:moveTo>
                  <a:lnTo>
                    <a:pt x="431800" y="7620"/>
                  </a:lnTo>
                  <a:lnTo>
                    <a:pt x="429260" y="10160"/>
                  </a:lnTo>
                  <a:lnTo>
                    <a:pt x="439420" y="10160"/>
                  </a:lnTo>
                  <a:lnTo>
                    <a:pt x="441960" y="7620"/>
                  </a:lnTo>
                  <a:close/>
                </a:path>
                <a:path w="448310" h="441960">
                  <a:moveTo>
                    <a:pt x="444500" y="5080"/>
                  </a:moveTo>
                  <a:lnTo>
                    <a:pt x="434339" y="5080"/>
                  </a:lnTo>
                  <a:lnTo>
                    <a:pt x="433070" y="6350"/>
                  </a:lnTo>
                  <a:lnTo>
                    <a:pt x="443230" y="6350"/>
                  </a:lnTo>
                  <a:lnTo>
                    <a:pt x="444500" y="5080"/>
                  </a:lnTo>
                  <a:close/>
                </a:path>
                <a:path w="448310" h="441960">
                  <a:moveTo>
                    <a:pt x="443229" y="0"/>
                  </a:moveTo>
                  <a:lnTo>
                    <a:pt x="439420" y="0"/>
                  </a:lnTo>
                  <a:lnTo>
                    <a:pt x="435610" y="3810"/>
                  </a:lnTo>
                  <a:lnTo>
                    <a:pt x="445770" y="3810"/>
                  </a:lnTo>
                  <a:lnTo>
                    <a:pt x="448310" y="1270"/>
                  </a:lnTo>
                  <a:lnTo>
                    <a:pt x="443229" y="1270"/>
                  </a:lnTo>
                  <a:lnTo>
                    <a:pt x="443229" y="0"/>
                  </a:lnTo>
                  <a:close/>
                </a:path>
                <a:path w="448310" h="441960">
                  <a:moveTo>
                    <a:pt x="251459" y="198120"/>
                  </a:moveTo>
                  <a:lnTo>
                    <a:pt x="241299" y="198120"/>
                  </a:lnTo>
                  <a:lnTo>
                    <a:pt x="215900" y="223520"/>
                  </a:lnTo>
                  <a:lnTo>
                    <a:pt x="226060" y="223520"/>
                  </a:lnTo>
                  <a:lnTo>
                    <a:pt x="251459" y="198120"/>
                  </a:lnTo>
                  <a:close/>
                </a:path>
                <a:path w="448310" h="441960">
                  <a:moveTo>
                    <a:pt x="226059" y="223520"/>
                  </a:moveTo>
                  <a:lnTo>
                    <a:pt x="215899" y="223520"/>
                  </a:lnTo>
                  <a:lnTo>
                    <a:pt x="165100" y="274320"/>
                  </a:lnTo>
                  <a:lnTo>
                    <a:pt x="175260" y="274320"/>
                  </a:lnTo>
                  <a:lnTo>
                    <a:pt x="226059" y="223520"/>
                  </a:lnTo>
                  <a:close/>
                </a:path>
                <a:path w="448310" h="441960">
                  <a:moveTo>
                    <a:pt x="10160" y="439420"/>
                  </a:moveTo>
                  <a:lnTo>
                    <a:pt x="3809" y="439420"/>
                  </a:lnTo>
                  <a:lnTo>
                    <a:pt x="3809" y="440690"/>
                  </a:lnTo>
                  <a:lnTo>
                    <a:pt x="7619" y="440690"/>
                  </a:lnTo>
                  <a:lnTo>
                    <a:pt x="7619" y="441960"/>
                  </a:lnTo>
                  <a:lnTo>
                    <a:pt x="10160" y="439420"/>
                  </a:lnTo>
                  <a:close/>
                </a:path>
                <a:path w="448310" h="441960">
                  <a:moveTo>
                    <a:pt x="1269" y="438150"/>
                  </a:moveTo>
                  <a:lnTo>
                    <a:pt x="0" y="439420"/>
                  </a:lnTo>
                  <a:lnTo>
                    <a:pt x="1269" y="439420"/>
                  </a:lnTo>
                  <a:lnTo>
                    <a:pt x="1269" y="438150"/>
                  </a:lnTo>
                  <a:close/>
                </a:path>
                <a:path w="448310" h="441960">
                  <a:moveTo>
                    <a:pt x="12700" y="436880"/>
                  </a:moveTo>
                  <a:lnTo>
                    <a:pt x="2539" y="436880"/>
                  </a:lnTo>
                  <a:lnTo>
                    <a:pt x="1270" y="438150"/>
                  </a:lnTo>
                  <a:lnTo>
                    <a:pt x="11430" y="438150"/>
                  </a:lnTo>
                  <a:lnTo>
                    <a:pt x="12700" y="436880"/>
                  </a:lnTo>
                  <a:close/>
                </a:path>
                <a:path w="448310" h="441960">
                  <a:moveTo>
                    <a:pt x="16510" y="433070"/>
                  </a:moveTo>
                  <a:lnTo>
                    <a:pt x="6350" y="433070"/>
                  </a:lnTo>
                  <a:lnTo>
                    <a:pt x="3809" y="435610"/>
                  </a:lnTo>
                  <a:lnTo>
                    <a:pt x="13969" y="435610"/>
                  </a:lnTo>
                  <a:lnTo>
                    <a:pt x="16510" y="433070"/>
                  </a:lnTo>
                  <a:close/>
                </a:path>
                <a:path w="448310" h="441960">
                  <a:moveTo>
                    <a:pt x="19050" y="430530"/>
                  </a:moveTo>
                  <a:lnTo>
                    <a:pt x="8889" y="430530"/>
                  </a:lnTo>
                  <a:lnTo>
                    <a:pt x="7619" y="431800"/>
                  </a:lnTo>
                  <a:lnTo>
                    <a:pt x="17780" y="431800"/>
                  </a:lnTo>
                  <a:lnTo>
                    <a:pt x="19050" y="430530"/>
                  </a:lnTo>
                  <a:close/>
                </a:path>
                <a:path w="448310" h="441960">
                  <a:moveTo>
                    <a:pt x="22860" y="426720"/>
                  </a:moveTo>
                  <a:lnTo>
                    <a:pt x="12700" y="426720"/>
                  </a:lnTo>
                  <a:lnTo>
                    <a:pt x="10159" y="429260"/>
                  </a:lnTo>
                  <a:lnTo>
                    <a:pt x="20319" y="429260"/>
                  </a:lnTo>
                  <a:lnTo>
                    <a:pt x="22860" y="426720"/>
                  </a:lnTo>
                  <a:close/>
                </a:path>
                <a:path w="448310" h="441960">
                  <a:moveTo>
                    <a:pt x="25400" y="424180"/>
                  </a:moveTo>
                  <a:lnTo>
                    <a:pt x="15239" y="424180"/>
                  </a:lnTo>
                  <a:lnTo>
                    <a:pt x="13969" y="425450"/>
                  </a:lnTo>
                  <a:lnTo>
                    <a:pt x="24130" y="425450"/>
                  </a:lnTo>
                  <a:lnTo>
                    <a:pt x="25400" y="424180"/>
                  </a:lnTo>
                  <a:close/>
                </a:path>
                <a:path w="448310" h="441960">
                  <a:moveTo>
                    <a:pt x="29210" y="420370"/>
                  </a:moveTo>
                  <a:lnTo>
                    <a:pt x="19050" y="420370"/>
                  </a:lnTo>
                  <a:lnTo>
                    <a:pt x="16509" y="422910"/>
                  </a:lnTo>
                  <a:lnTo>
                    <a:pt x="26669" y="422910"/>
                  </a:lnTo>
                  <a:lnTo>
                    <a:pt x="29210" y="420370"/>
                  </a:lnTo>
                  <a:close/>
                </a:path>
                <a:path w="448310" h="441960">
                  <a:moveTo>
                    <a:pt x="31750" y="417830"/>
                  </a:moveTo>
                  <a:lnTo>
                    <a:pt x="21589" y="417830"/>
                  </a:lnTo>
                  <a:lnTo>
                    <a:pt x="20319" y="419100"/>
                  </a:lnTo>
                  <a:lnTo>
                    <a:pt x="30480" y="419100"/>
                  </a:lnTo>
                  <a:lnTo>
                    <a:pt x="31750" y="417830"/>
                  </a:lnTo>
                  <a:close/>
                </a:path>
                <a:path w="448310" h="441960">
                  <a:moveTo>
                    <a:pt x="35560" y="414020"/>
                  </a:moveTo>
                  <a:lnTo>
                    <a:pt x="25400" y="414020"/>
                  </a:lnTo>
                  <a:lnTo>
                    <a:pt x="22859" y="416560"/>
                  </a:lnTo>
                  <a:lnTo>
                    <a:pt x="33019" y="416560"/>
                  </a:lnTo>
                  <a:lnTo>
                    <a:pt x="35560" y="414020"/>
                  </a:lnTo>
                  <a:close/>
                </a:path>
                <a:path w="448310" h="441960">
                  <a:moveTo>
                    <a:pt x="38100" y="411480"/>
                  </a:moveTo>
                  <a:lnTo>
                    <a:pt x="27939" y="411480"/>
                  </a:lnTo>
                  <a:lnTo>
                    <a:pt x="26669" y="412750"/>
                  </a:lnTo>
                  <a:lnTo>
                    <a:pt x="36830" y="412750"/>
                  </a:lnTo>
                  <a:lnTo>
                    <a:pt x="38100" y="411480"/>
                  </a:lnTo>
                  <a:close/>
                </a:path>
                <a:path w="448310" h="441960">
                  <a:moveTo>
                    <a:pt x="41910" y="407670"/>
                  </a:moveTo>
                  <a:lnTo>
                    <a:pt x="31750" y="407670"/>
                  </a:lnTo>
                  <a:lnTo>
                    <a:pt x="29209" y="410210"/>
                  </a:lnTo>
                  <a:lnTo>
                    <a:pt x="39369" y="410210"/>
                  </a:lnTo>
                  <a:lnTo>
                    <a:pt x="41910" y="407670"/>
                  </a:lnTo>
                  <a:close/>
                </a:path>
                <a:path w="448310" h="441960">
                  <a:moveTo>
                    <a:pt x="44450" y="405130"/>
                  </a:moveTo>
                  <a:lnTo>
                    <a:pt x="34289" y="405130"/>
                  </a:lnTo>
                  <a:lnTo>
                    <a:pt x="33019" y="406400"/>
                  </a:lnTo>
                  <a:lnTo>
                    <a:pt x="43180" y="406400"/>
                  </a:lnTo>
                  <a:lnTo>
                    <a:pt x="44450" y="405130"/>
                  </a:lnTo>
                  <a:close/>
                </a:path>
                <a:path w="448310" h="441960">
                  <a:moveTo>
                    <a:pt x="48260" y="401320"/>
                  </a:moveTo>
                  <a:lnTo>
                    <a:pt x="38100" y="401320"/>
                  </a:lnTo>
                  <a:lnTo>
                    <a:pt x="35559" y="403860"/>
                  </a:lnTo>
                  <a:lnTo>
                    <a:pt x="45719" y="403860"/>
                  </a:lnTo>
                  <a:lnTo>
                    <a:pt x="48260" y="401320"/>
                  </a:lnTo>
                  <a:close/>
                </a:path>
                <a:path w="448310" h="441960">
                  <a:moveTo>
                    <a:pt x="50800" y="398780"/>
                  </a:moveTo>
                  <a:lnTo>
                    <a:pt x="40639" y="398780"/>
                  </a:lnTo>
                  <a:lnTo>
                    <a:pt x="39369" y="400050"/>
                  </a:lnTo>
                  <a:lnTo>
                    <a:pt x="49530" y="400050"/>
                  </a:lnTo>
                  <a:lnTo>
                    <a:pt x="50800" y="398780"/>
                  </a:lnTo>
                  <a:close/>
                </a:path>
                <a:path w="448310" h="441960">
                  <a:moveTo>
                    <a:pt x="54610" y="394970"/>
                  </a:moveTo>
                  <a:lnTo>
                    <a:pt x="44450" y="394970"/>
                  </a:lnTo>
                  <a:lnTo>
                    <a:pt x="41909" y="397510"/>
                  </a:lnTo>
                  <a:lnTo>
                    <a:pt x="52069" y="397510"/>
                  </a:lnTo>
                  <a:lnTo>
                    <a:pt x="54610" y="394970"/>
                  </a:lnTo>
                  <a:close/>
                </a:path>
                <a:path w="448310" h="441960">
                  <a:moveTo>
                    <a:pt x="57150" y="392430"/>
                  </a:moveTo>
                  <a:lnTo>
                    <a:pt x="46989" y="392430"/>
                  </a:lnTo>
                  <a:lnTo>
                    <a:pt x="45719" y="393700"/>
                  </a:lnTo>
                  <a:lnTo>
                    <a:pt x="55880" y="393700"/>
                  </a:lnTo>
                  <a:lnTo>
                    <a:pt x="57150" y="392430"/>
                  </a:lnTo>
                  <a:close/>
                </a:path>
                <a:path w="448310" h="441960">
                  <a:moveTo>
                    <a:pt x="60960" y="388620"/>
                  </a:moveTo>
                  <a:lnTo>
                    <a:pt x="50800" y="388620"/>
                  </a:lnTo>
                  <a:lnTo>
                    <a:pt x="48259" y="391160"/>
                  </a:lnTo>
                  <a:lnTo>
                    <a:pt x="58419" y="391160"/>
                  </a:lnTo>
                  <a:lnTo>
                    <a:pt x="60960" y="388620"/>
                  </a:lnTo>
                  <a:close/>
                </a:path>
                <a:path w="448310" h="441960">
                  <a:moveTo>
                    <a:pt x="63500" y="386080"/>
                  </a:moveTo>
                  <a:lnTo>
                    <a:pt x="53339" y="386080"/>
                  </a:lnTo>
                  <a:lnTo>
                    <a:pt x="52069" y="387350"/>
                  </a:lnTo>
                  <a:lnTo>
                    <a:pt x="62230" y="387350"/>
                  </a:lnTo>
                  <a:lnTo>
                    <a:pt x="63500" y="386080"/>
                  </a:lnTo>
                  <a:close/>
                </a:path>
                <a:path w="448310" h="441960">
                  <a:moveTo>
                    <a:pt x="67310" y="382270"/>
                  </a:moveTo>
                  <a:lnTo>
                    <a:pt x="57150" y="382270"/>
                  </a:lnTo>
                  <a:lnTo>
                    <a:pt x="54609" y="384810"/>
                  </a:lnTo>
                  <a:lnTo>
                    <a:pt x="64769" y="384810"/>
                  </a:lnTo>
                  <a:lnTo>
                    <a:pt x="67310" y="382270"/>
                  </a:lnTo>
                  <a:close/>
                </a:path>
                <a:path w="448310" h="441960">
                  <a:moveTo>
                    <a:pt x="69850" y="379730"/>
                  </a:moveTo>
                  <a:lnTo>
                    <a:pt x="59689" y="379730"/>
                  </a:lnTo>
                  <a:lnTo>
                    <a:pt x="58419" y="381000"/>
                  </a:lnTo>
                  <a:lnTo>
                    <a:pt x="68580" y="381000"/>
                  </a:lnTo>
                  <a:lnTo>
                    <a:pt x="69850" y="379730"/>
                  </a:lnTo>
                  <a:close/>
                </a:path>
                <a:path w="448310" h="441960">
                  <a:moveTo>
                    <a:pt x="73660" y="375920"/>
                  </a:moveTo>
                  <a:lnTo>
                    <a:pt x="63500" y="375920"/>
                  </a:lnTo>
                  <a:lnTo>
                    <a:pt x="60959" y="378460"/>
                  </a:lnTo>
                  <a:lnTo>
                    <a:pt x="71119" y="378460"/>
                  </a:lnTo>
                  <a:lnTo>
                    <a:pt x="73660" y="375920"/>
                  </a:lnTo>
                  <a:close/>
                </a:path>
                <a:path w="448310" h="441960">
                  <a:moveTo>
                    <a:pt x="76200" y="373380"/>
                  </a:moveTo>
                  <a:lnTo>
                    <a:pt x="66039" y="373380"/>
                  </a:lnTo>
                  <a:lnTo>
                    <a:pt x="64769" y="374650"/>
                  </a:lnTo>
                  <a:lnTo>
                    <a:pt x="74930" y="374650"/>
                  </a:lnTo>
                  <a:lnTo>
                    <a:pt x="76200" y="373380"/>
                  </a:lnTo>
                  <a:close/>
                </a:path>
                <a:path w="448310" h="441960">
                  <a:moveTo>
                    <a:pt x="80010" y="369570"/>
                  </a:moveTo>
                  <a:lnTo>
                    <a:pt x="69850" y="369570"/>
                  </a:lnTo>
                  <a:lnTo>
                    <a:pt x="67309" y="372110"/>
                  </a:lnTo>
                  <a:lnTo>
                    <a:pt x="77469" y="372110"/>
                  </a:lnTo>
                  <a:lnTo>
                    <a:pt x="80010" y="369570"/>
                  </a:lnTo>
                  <a:close/>
                </a:path>
                <a:path w="448310" h="441960">
                  <a:moveTo>
                    <a:pt x="82550" y="367030"/>
                  </a:moveTo>
                  <a:lnTo>
                    <a:pt x="72389" y="367030"/>
                  </a:lnTo>
                  <a:lnTo>
                    <a:pt x="71119" y="368300"/>
                  </a:lnTo>
                  <a:lnTo>
                    <a:pt x="81280" y="368300"/>
                  </a:lnTo>
                  <a:lnTo>
                    <a:pt x="82550" y="367030"/>
                  </a:lnTo>
                  <a:close/>
                </a:path>
                <a:path w="448310" h="441960">
                  <a:moveTo>
                    <a:pt x="86360" y="363220"/>
                  </a:moveTo>
                  <a:lnTo>
                    <a:pt x="76200" y="363220"/>
                  </a:lnTo>
                  <a:lnTo>
                    <a:pt x="73659" y="365760"/>
                  </a:lnTo>
                  <a:lnTo>
                    <a:pt x="83819" y="365760"/>
                  </a:lnTo>
                  <a:lnTo>
                    <a:pt x="86360" y="363220"/>
                  </a:lnTo>
                  <a:close/>
                </a:path>
                <a:path w="448310" h="441960">
                  <a:moveTo>
                    <a:pt x="88900" y="360680"/>
                  </a:moveTo>
                  <a:lnTo>
                    <a:pt x="78739" y="360680"/>
                  </a:lnTo>
                  <a:lnTo>
                    <a:pt x="77469" y="361950"/>
                  </a:lnTo>
                  <a:lnTo>
                    <a:pt x="87630" y="361950"/>
                  </a:lnTo>
                  <a:lnTo>
                    <a:pt x="88900" y="360680"/>
                  </a:lnTo>
                  <a:close/>
                </a:path>
                <a:path w="448310" h="441960">
                  <a:moveTo>
                    <a:pt x="92710" y="356870"/>
                  </a:moveTo>
                  <a:lnTo>
                    <a:pt x="82550" y="356870"/>
                  </a:lnTo>
                  <a:lnTo>
                    <a:pt x="80009" y="359410"/>
                  </a:lnTo>
                  <a:lnTo>
                    <a:pt x="90169" y="359410"/>
                  </a:lnTo>
                  <a:lnTo>
                    <a:pt x="92710" y="356870"/>
                  </a:lnTo>
                  <a:close/>
                </a:path>
                <a:path w="448310" h="441960">
                  <a:moveTo>
                    <a:pt x="95250" y="354330"/>
                  </a:moveTo>
                  <a:lnTo>
                    <a:pt x="85089" y="354330"/>
                  </a:lnTo>
                  <a:lnTo>
                    <a:pt x="83819" y="355600"/>
                  </a:lnTo>
                  <a:lnTo>
                    <a:pt x="93980" y="355600"/>
                  </a:lnTo>
                  <a:lnTo>
                    <a:pt x="95250" y="354330"/>
                  </a:lnTo>
                  <a:close/>
                </a:path>
                <a:path w="448310" h="441960">
                  <a:moveTo>
                    <a:pt x="107950" y="341630"/>
                  </a:moveTo>
                  <a:lnTo>
                    <a:pt x="97789" y="341630"/>
                  </a:lnTo>
                  <a:lnTo>
                    <a:pt x="86359" y="353060"/>
                  </a:lnTo>
                  <a:lnTo>
                    <a:pt x="96519" y="353060"/>
                  </a:lnTo>
                  <a:lnTo>
                    <a:pt x="107950" y="341630"/>
                  </a:lnTo>
                  <a:close/>
                </a:path>
                <a:path w="448310" h="441960">
                  <a:moveTo>
                    <a:pt x="120650" y="328930"/>
                  </a:moveTo>
                  <a:lnTo>
                    <a:pt x="110489" y="328930"/>
                  </a:lnTo>
                  <a:lnTo>
                    <a:pt x="99059" y="340360"/>
                  </a:lnTo>
                  <a:lnTo>
                    <a:pt x="109219" y="340360"/>
                  </a:lnTo>
                  <a:lnTo>
                    <a:pt x="120650" y="328930"/>
                  </a:lnTo>
                  <a:close/>
                </a:path>
                <a:path w="448310" h="441960">
                  <a:moveTo>
                    <a:pt x="124460" y="325120"/>
                  </a:moveTo>
                  <a:lnTo>
                    <a:pt x="114300" y="325120"/>
                  </a:lnTo>
                  <a:lnTo>
                    <a:pt x="111759" y="327660"/>
                  </a:lnTo>
                  <a:lnTo>
                    <a:pt x="121919" y="327660"/>
                  </a:lnTo>
                  <a:lnTo>
                    <a:pt x="124460" y="325120"/>
                  </a:lnTo>
                  <a:close/>
                </a:path>
                <a:path w="448310" h="441960">
                  <a:moveTo>
                    <a:pt x="127000" y="322580"/>
                  </a:moveTo>
                  <a:lnTo>
                    <a:pt x="116839" y="322580"/>
                  </a:lnTo>
                  <a:lnTo>
                    <a:pt x="115569" y="323850"/>
                  </a:lnTo>
                  <a:lnTo>
                    <a:pt x="125730" y="323850"/>
                  </a:lnTo>
                  <a:lnTo>
                    <a:pt x="127000" y="322580"/>
                  </a:lnTo>
                  <a:close/>
                </a:path>
                <a:path w="448310" h="441960">
                  <a:moveTo>
                    <a:pt x="130810" y="318770"/>
                  </a:moveTo>
                  <a:lnTo>
                    <a:pt x="120650" y="318770"/>
                  </a:lnTo>
                  <a:lnTo>
                    <a:pt x="118109" y="321310"/>
                  </a:lnTo>
                  <a:lnTo>
                    <a:pt x="128269" y="321310"/>
                  </a:lnTo>
                  <a:lnTo>
                    <a:pt x="130810" y="318770"/>
                  </a:lnTo>
                  <a:close/>
                </a:path>
                <a:path w="448310" h="441960">
                  <a:moveTo>
                    <a:pt x="143510" y="306070"/>
                  </a:moveTo>
                  <a:lnTo>
                    <a:pt x="133350" y="306070"/>
                  </a:lnTo>
                  <a:lnTo>
                    <a:pt x="121919" y="317500"/>
                  </a:lnTo>
                  <a:lnTo>
                    <a:pt x="132080" y="317500"/>
                  </a:lnTo>
                  <a:lnTo>
                    <a:pt x="143510" y="306070"/>
                  </a:lnTo>
                  <a:close/>
                </a:path>
                <a:path w="448310" h="441960">
                  <a:moveTo>
                    <a:pt x="152400" y="297180"/>
                  </a:moveTo>
                  <a:lnTo>
                    <a:pt x="142239" y="297180"/>
                  </a:lnTo>
                  <a:lnTo>
                    <a:pt x="134619" y="304800"/>
                  </a:lnTo>
                  <a:lnTo>
                    <a:pt x="144780" y="304800"/>
                  </a:lnTo>
                  <a:lnTo>
                    <a:pt x="152400" y="297180"/>
                  </a:lnTo>
                  <a:close/>
                </a:path>
                <a:path w="448310" h="441960">
                  <a:moveTo>
                    <a:pt x="168910" y="280670"/>
                  </a:moveTo>
                  <a:lnTo>
                    <a:pt x="158750" y="280670"/>
                  </a:lnTo>
                  <a:lnTo>
                    <a:pt x="143509" y="295910"/>
                  </a:lnTo>
                  <a:lnTo>
                    <a:pt x="153669" y="295910"/>
                  </a:lnTo>
                  <a:lnTo>
                    <a:pt x="168910" y="280670"/>
                  </a:lnTo>
                  <a:close/>
                </a:path>
                <a:path w="448310" h="441960">
                  <a:moveTo>
                    <a:pt x="173990" y="275590"/>
                  </a:moveTo>
                  <a:lnTo>
                    <a:pt x="163829" y="275590"/>
                  </a:lnTo>
                  <a:lnTo>
                    <a:pt x="160019" y="279400"/>
                  </a:lnTo>
                  <a:lnTo>
                    <a:pt x="170180" y="279400"/>
                  </a:lnTo>
                  <a:lnTo>
                    <a:pt x="173990" y="275590"/>
                  </a:lnTo>
                  <a:close/>
                </a:path>
              </a:pathLst>
            </a:custGeom>
            <a:solidFill>
              <a:srgbClr val="835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1">
              <a:extLst>
                <a:ext uri="{FF2B5EF4-FFF2-40B4-BE49-F238E27FC236}">
                  <a16:creationId xmlns:a16="http://schemas.microsoft.com/office/drawing/2014/main" id="{6427B616-64ED-C712-BB1C-AAB16B66D874}"/>
                </a:ext>
              </a:extLst>
            </p:cNvPr>
            <p:cNvSpPr/>
            <p:nvPr/>
          </p:nvSpPr>
          <p:spPr>
            <a:xfrm>
              <a:off x="2583180" y="2583180"/>
              <a:ext cx="447040" cy="444500"/>
            </a:xfrm>
            <a:custGeom>
              <a:avLst/>
              <a:gdLst/>
              <a:ahLst/>
              <a:cxnLst/>
              <a:rect l="l" t="t" r="r" b="b"/>
              <a:pathLst>
                <a:path w="447039" h="444500">
                  <a:moveTo>
                    <a:pt x="260350" y="190500"/>
                  </a:moveTo>
                  <a:lnTo>
                    <a:pt x="250190" y="190500"/>
                  </a:lnTo>
                  <a:lnTo>
                    <a:pt x="243840" y="196850"/>
                  </a:lnTo>
                  <a:lnTo>
                    <a:pt x="254000" y="196850"/>
                  </a:lnTo>
                  <a:lnTo>
                    <a:pt x="260350" y="190500"/>
                  </a:lnTo>
                  <a:close/>
                </a:path>
                <a:path w="447039" h="444500">
                  <a:moveTo>
                    <a:pt x="262890" y="187960"/>
                  </a:moveTo>
                  <a:lnTo>
                    <a:pt x="252730" y="187960"/>
                  </a:lnTo>
                  <a:lnTo>
                    <a:pt x="251460" y="189229"/>
                  </a:lnTo>
                  <a:lnTo>
                    <a:pt x="261620" y="189229"/>
                  </a:lnTo>
                  <a:lnTo>
                    <a:pt x="262890" y="187960"/>
                  </a:lnTo>
                  <a:close/>
                </a:path>
                <a:path w="447039" h="444500">
                  <a:moveTo>
                    <a:pt x="266700" y="184150"/>
                  </a:moveTo>
                  <a:lnTo>
                    <a:pt x="256540" y="184150"/>
                  </a:lnTo>
                  <a:lnTo>
                    <a:pt x="254000" y="186689"/>
                  </a:lnTo>
                  <a:lnTo>
                    <a:pt x="264160" y="186689"/>
                  </a:lnTo>
                  <a:lnTo>
                    <a:pt x="266700" y="184150"/>
                  </a:lnTo>
                  <a:close/>
                </a:path>
                <a:path w="447039" h="444500">
                  <a:moveTo>
                    <a:pt x="269240" y="181610"/>
                  </a:moveTo>
                  <a:lnTo>
                    <a:pt x="259080" y="181610"/>
                  </a:lnTo>
                  <a:lnTo>
                    <a:pt x="257810" y="182879"/>
                  </a:lnTo>
                  <a:lnTo>
                    <a:pt x="267970" y="182879"/>
                  </a:lnTo>
                  <a:lnTo>
                    <a:pt x="269240" y="181610"/>
                  </a:lnTo>
                  <a:close/>
                </a:path>
                <a:path w="447039" h="444500">
                  <a:moveTo>
                    <a:pt x="273050" y="177800"/>
                  </a:moveTo>
                  <a:lnTo>
                    <a:pt x="262890" y="177800"/>
                  </a:lnTo>
                  <a:lnTo>
                    <a:pt x="260350" y="180339"/>
                  </a:lnTo>
                  <a:lnTo>
                    <a:pt x="270510" y="180339"/>
                  </a:lnTo>
                  <a:lnTo>
                    <a:pt x="273050" y="177800"/>
                  </a:lnTo>
                  <a:close/>
                </a:path>
                <a:path w="447039" h="444500">
                  <a:moveTo>
                    <a:pt x="275590" y="175260"/>
                  </a:moveTo>
                  <a:lnTo>
                    <a:pt x="265430" y="175260"/>
                  </a:lnTo>
                  <a:lnTo>
                    <a:pt x="264160" y="176529"/>
                  </a:lnTo>
                  <a:lnTo>
                    <a:pt x="274320" y="176529"/>
                  </a:lnTo>
                  <a:lnTo>
                    <a:pt x="275590" y="175260"/>
                  </a:lnTo>
                  <a:close/>
                </a:path>
                <a:path w="447039" h="444500">
                  <a:moveTo>
                    <a:pt x="288290" y="162560"/>
                  </a:moveTo>
                  <a:lnTo>
                    <a:pt x="278130" y="162560"/>
                  </a:lnTo>
                  <a:lnTo>
                    <a:pt x="266700" y="173989"/>
                  </a:lnTo>
                  <a:lnTo>
                    <a:pt x="276860" y="173989"/>
                  </a:lnTo>
                  <a:lnTo>
                    <a:pt x="288290" y="162560"/>
                  </a:lnTo>
                  <a:close/>
                </a:path>
                <a:path w="447039" h="444500">
                  <a:moveTo>
                    <a:pt x="300990" y="149860"/>
                  </a:moveTo>
                  <a:lnTo>
                    <a:pt x="290830" y="149860"/>
                  </a:lnTo>
                  <a:lnTo>
                    <a:pt x="279400" y="161289"/>
                  </a:lnTo>
                  <a:lnTo>
                    <a:pt x="289560" y="161289"/>
                  </a:lnTo>
                  <a:lnTo>
                    <a:pt x="300990" y="149860"/>
                  </a:lnTo>
                  <a:close/>
                </a:path>
                <a:path w="447039" h="444500">
                  <a:moveTo>
                    <a:pt x="304800" y="146050"/>
                  </a:moveTo>
                  <a:lnTo>
                    <a:pt x="294640" y="146050"/>
                  </a:lnTo>
                  <a:lnTo>
                    <a:pt x="292100" y="148589"/>
                  </a:lnTo>
                  <a:lnTo>
                    <a:pt x="302260" y="148589"/>
                  </a:lnTo>
                  <a:lnTo>
                    <a:pt x="304800" y="146050"/>
                  </a:lnTo>
                  <a:close/>
                </a:path>
                <a:path w="447039" h="444500">
                  <a:moveTo>
                    <a:pt x="307340" y="143510"/>
                  </a:moveTo>
                  <a:lnTo>
                    <a:pt x="297180" y="143510"/>
                  </a:lnTo>
                  <a:lnTo>
                    <a:pt x="295910" y="144779"/>
                  </a:lnTo>
                  <a:lnTo>
                    <a:pt x="306070" y="144779"/>
                  </a:lnTo>
                  <a:lnTo>
                    <a:pt x="307340" y="143510"/>
                  </a:lnTo>
                  <a:close/>
                </a:path>
                <a:path w="447039" h="444500">
                  <a:moveTo>
                    <a:pt x="311150" y="139700"/>
                  </a:moveTo>
                  <a:lnTo>
                    <a:pt x="300990" y="139700"/>
                  </a:lnTo>
                  <a:lnTo>
                    <a:pt x="298450" y="142239"/>
                  </a:lnTo>
                  <a:lnTo>
                    <a:pt x="308610" y="142239"/>
                  </a:lnTo>
                  <a:lnTo>
                    <a:pt x="311150" y="139700"/>
                  </a:lnTo>
                  <a:close/>
                </a:path>
                <a:path w="447039" h="444500">
                  <a:moveTo>
                    <a:pt x="313690" y="137160"/>
                  </a:moveTo>
                  <a:lnTo>
                    <a:pt x="303530" y="137160"/>
                  </a:lnTo>
                  <a:lnTo>
                    <a:pt x="302260" y="138429"/>
                  </a:lnTo>
                  <a:lnTo>
                    <a:pt x="312420" y="138429"/>
                  </a:lnTo>
                  <a:lnTo>
                    <a:pt x="313690" y="137160"/>
                  </a:lnTo>
                  <a:close/>
                </a:path>
                <a:path w="447039" h="444500">
                  <a:moveTo>
                    <a:pt x="317500" y="133350"/>
                  </a:moveTo>
                  <a:lnTo>
                    <a:pt x="307340" y="133350"/>
                  </a:lnTo>
                  <a:lnTo>
                    <a:pt x="304800" y="135889"/>
                  </a:lnTo>
                  <a:lnTo>
                    <a:pt x="314960" y="135889"/>
                  </a:lnTo>
                  <a:lnTo>
                    <a:pt x="317500" y="133350"/>
                  </a:lnTo>
                  <a:close/>
                </a:path>
                <a:path w="447039" h="444500">
                  <a:moveTo>
                    <a:pt x="320040" y="130810"/>
                  </a:moveTo>
                  <a:lnTo>
                    <a:pt x="309880" y="130810"/>
                  </a:lnTo>
                  <a:lnTo>
                    <a:pt x="308610" y="132079"/>
                  </a:lnTo>
                  <a:lnTo>
                    <a:pt x="318770" y="132079"/>
                  </a:lnTo>
                  <a:lnTo>
                    <a:pt x="320040" y="130810"/>
                  </a:lnTo>
                  <a:close/>
                </a:path>
                <a:path w="447039" h="444500">
                  <a:moveTo>
                    <a:pt x="323850" y="127000"/>
                  </a:moveTo>
                  <a:lnTo>
                    <a:pt x="313690" y="127000"/>
                  </a:lnTo>
                  <a:lnTo>
                    <a:pt x="311150" y="129539"/>
                  </a:lnTo>
                  <a:lnTo>
                    <a:pt x="321310" y="129539"/>
                  </a:lnTo>
                  <a:lnTo>
                    <a:pt x="323850" y="127000"/>
                  </a:lnTo>
                  <a:close/>
                </a:path>
                <a:path w="447039" h="444500">
                  <a:moveTo>
                    <a:pt x="326390" y="124460"/>
                  </a:moveTo>
                  <a:lnTo>
                    <a:pt x="316230" y="124460"/>
                  </a:lnTo>
                  <a:lnTo>
                    <a:pt x="314960" y="125729"/>
                  </a:lnTo>
                  <a:lnTo>
                    <a:pt x="325120" y="125729"/>
                  </a:lnTo>
                  <a:lnTo>
                    <a:pt x="326390" y="124460"/>
                  </a:lnTo>
                  <a:close/>
                </a:path>
                <a:path w="447039" h="444500">
                  <a:moveTo>
                    <a:pt x="330200" y="120650"/>
                  </a:moveTo>
                  <a:lnTo>
                    <a:pt x="320040" y="120650"/>
                  </a:lnTo>
                  <a:lnTo>
                    <a:pt x="317500" y="123189"/>
                  </a:lnTo>
                  <a:lnTo>
                    <a:pt x="327660" y="123189"/>
                  </a:lnTo>
                  <a:lnTo>
                    <a:pt x="330200" y="120650"/>
                  </a:lnTo>
                  <a:close/>
                </a:path>
                <a:path w="447039" h="444500">
                  <a:moveTo>
                    <a:pt x="332740" y="118110"/>
                  </a:moveTo>
                  <a:lnTo>
                    <a:pt x="322580" y="118110"/>
                  </a:lnTo>
                  <a:lnTo>
                    <a:pt x="321310" y="119379"/>
                  </a:lnTo>
                  <a:lnTo>
                    <a:pt x="331470" y="119379"/>
                  </a:lnTo>
                  <a:lnTo>
                    <a:pt x="332740" y="118110"/>
                  </a:lnTo>
                  <a:close/>
                </a:path>
                <a:path w="447039" h="444500">
                  <a:moveTo>
                    <a:pt x="336550" y="114300"/>
                  </a:moveTo>
                  <a:lnTo>
                    <a:pt x="326390" y="114300"/>
                  </a:lnTo>
                  <a:lnTo>
                    <a:pt x="323850" y="116839"/>
                  </a:lnTo>
                  <a:lnTo>
                    <a:pt x="334010" y="116839"/>
                  </a:lnTo>
                  <a:lnTo>
                    <a:pt x="336550" y="114300"/>
                  </a:lnTo>
                  <a:close/>
                </a:path>
                <a:path w="447039" h="444500">
                  <a:moveTo>
                    <a:pt x="339090" y="111760"/>
                  </a:moveTo>
                  <a:lnTo>
                    <a:pt x="328930" y="111760"/>
                  </a:lnTo>
                  <a:lnTo>
                    <a:pt x="327660" y="113029"/>
                  </a:lnTo>
                  <a:lnTo>
                    <a:pt x="337820" y="113029"/>
                  </a:lnTo>
                  <a:lnTo>
                    <a:pt x="339090" y="111760"/>
                  </a:lnTo>
                  <a:close/>
                </a:path>
                <a:path w="447039" h="444500">
                  <a:moveTo>
                    <a:pt x="342900" y="107950"/>
                  </a:moveTo>
                  <a:lnTo>
                    <a:pt x="332740" y="107950"/>
                  </a:lnTo>
                  <a:lnTo>
                    <a:pt x="330200" y="110489"/>
                  </a:lnTo>
                  <a:lnTo>
                    <a:pt x="340360" y="110489"/>
                  </a:lnTo>
                  <a:lnTo>
                    <a:pt x="342900" y="107950"/>
                  </a:lnTo>
                  <a:close/>
                </a:path>
                <a:path w="447039" h="444500">
                  <a:moveTo>
                    <a:pt x="345440" y="105410"/>
                  </a:moveTo>
                  <a:lnTo>
                    <a:pt x="335280" y="105410"/>
                  </a:lnTo>
                  <a:lnTo>
                    <a:pt x="334010" y="106679"/>
                  </a:lnTo>
                  <a:lnTo>
                    <a:pt x="344170" y="106679"/>
                  </a:lnTo>
                  <a:lnTo>
                    <a:pt x="345440" y="105410"/>
                  </a:lnTo>
                  <a:close/>
                </a:path>
                <a:path w="447039" h="444500">
                  <a:moveTo>
                    <a:pt x="349250" y="101600"/>
                  </a:moveTo>
                  <a:lnTo>
                    <a:pt x="339090" y="101600"/>
                  </a:lnTo>
                  <a:lnTo>
                    <a:pt x="336550" y="104139"/>
                  </a:lnTo>
                  <a:lnTo>
                    <a:pt x="346710" y="104139"/>
                  </a:lnTo>
                  <a:lnTo>
                    <a:pt x="349250" y="101600"/>
                  </a:lnTo>
                  <a:close/>
                </a:path>
                <a:path w="447039" h="444500">
                  <a:moveTo>
                    <a:pt x="351790" y="99060"/>
                  </a:moveTo>
                  <a:lnTo>
                    <a:pt x="341630" y="99060"/>
                  </a:lnTo>
                  <a:lnTo>
                    <a:pt x="340360" y="100329"/>
                  </a:lnTo>
                  <a:lnTo>
                    <a:pt x="350520" y="100329"/>
                  </a:lnTo>
                  <a:lnTo>
                    <a:pt x="351790" y="99060"/>
                  </a:lnTo>
                  <a:close/>
                </a:path>
                <a:path w="447039" h="444500">
                  <a:moveTo>
                    <a:pt x="355600" y="95250"/>
                  </a:moveTo>
                  <a:lnTo>
                    <a:pt x="345440" y="95250"/>
                  </a:lnTo>
                  <a:lnTo>
                    <a:pt x="342900" y="97789"/>
                  </a:lnTo>
                  <a:lnTo>
                    <a:pt x="353060" y="97789"/>
                  </a:lnTo>
                  <a:lnTo>
                    <a:pt x="355600" y="95250"/>
                  </a:lnTo>
                  <a:close/>
                </a:path>
                <a:path w="447039" h="444500">
                  <a:moveTo>
                    <a:pt x="358140" y="92710"/>
                  </a:moveTo>
                  <a:lnTo>
                    <a:pt x="347980" y="92710"/>
                  </a:lnTo>
                  <a:lnTo>
                    <a:pt x="346710" y="93979"/>
                  </a:lnTo>
                  <a:lnTo>
                    <a:pt x="356870" y="93979"/>
                  </a:lnTo>
                  <a:lnTo>
                    <a:pt x="358140" y="92710"/>
                  </a:lnTo>
                  <a:close/>
                </a:path>
                <a:path w="447039" h="444500">
                  <a:moveTo>
                    <a:pt x="361950" y="88900"/>
                  </a:moveTo>
                  <a:lnTo>
                    <a:pt x="351790" y="88900"/>
                  </a:lnTo>
                  <a:lnTo>
                    <a:pt x="349250" y="91439"/>
                  </a:lnTo>
                  <a:lnTo>
                    <a:pt x="359410" y="91439"/>
                  </a:lnTo>
                  <a:lnTo>
                    <a:pt x="361950" y="88900"/>
                  </a:lnTo>
                  <a:close/>
                </a:path>
                <a:path w="447039" h="444500">
                  <a:moveTo>
                    <a:pt x="364490" y="86360"/>
                  </a:moveTo>
                  <a:lnTo>
                    <a:pt x="354330" y="86360"/>
                  </a:lnTo>
                  <a:lnTo>
                    <a:pt x="353060" y="87629"/>
                  </a:lnTo>
                  <a:lnTo>
                    <a:pt x="363220" y="87629"/>
                  </a:lnTo>
                  <a:lnTo>
                    <a:pt x="364490" y="86360"/>
                  </a:lnTo>
                  <a:close/>
                </a:path>
                <a:path w="447039" h="444500">
                  <a:moveTo>
                    <a:pt x="368300" y="82550"/>
                  </a:moveTo>
                  <a:lnTo>
                    <a:pt x="358140" y="82550"/>
                  </a:lnTo>
                  <a:lnTo>
                    <a:pt x="355600" y="85089"/>
                  </a:lnTo>
                  <a:lnTo>
                    <a:pt x="365760" y="85089"/>
                  </a:lnTo>
                  <a:lnTo>
                    <a:pt x="368300" y="82550"/>
                  </a:lnTo>
                  <a:close/>
                </a:path>
                <a:path w="447039" h="444500">
                  <a:moveTo>
                    <a:pt x="370840" y="80010"/>
                  </a:moveTo>
                  <a:lnTo>
                    <a:pt x="360680" y="80010"/>
                  </a:lnTo>
                  <a:lnTo>
                    <a:pt x="359410" y="81279"/>
                  </a:lnTo>
                  <a:lnTo>
                    <a:pt x="369570" y="81279"/>
                  </a:lnTo>
                  <a:lnTo>
                    <a:pt x="370840" y="80010"/>
                  </a:lnTo>
                  <a:close/>
                </a:path>
                <a:path w="447039" h="444500">
                  <a:moveTo>
                    <a:pt x="374650" y="76200"/>
                  </a:moveTo>
                  <a:lnTo>
                    <a:pt x="364490" y="76200"/>
                  </a:lnTo>
                  <a:lnTo>
                    <a:pt x="361950" y="78739"/>
                  </a:lnTo>
                  <a:lnTo>
                    <a:pt x="372110" y="78739"/>
                  </a:lnTo>
                  <a:lnTo>
                    <a:pt x="374650" y="76200"/>
                  </a:lnTo>
                  <a:close/>
                </a:path>
                <a:path w="447039" h="444500">
                  <a:moveTo>
                    <a:pt x="377190" y="73660"/>
                  </a:moveTo>
                  <a:lnTo>
                    <a:pt x="367030" y="73660"/>
                  </a:lnTo>
                  <a:lnTo>
                    <a:pt x="365760" y="74929"/>
                  </a:lnTo>
                  <a:lnTo>
                    <a:pt x="375920" y="74929"/>
                  </a:lnTo>
                  <a:lnTo>
                    <a:pt x="377190" y="73660"/>
                  </a:lnTo>
                  <a:close/>
                </a:path>
                <a:path w="447039" h="444500">
                  <a:moveTo>
                    <a:pt x="381000" y="69850"/>
                  </a:moveTo>
                  <a:lnTo>
                    <a:pt x="370840" y="69850"/>
                  </a:lnTo>
                  <a:lnTo>
                    <a:pt x="368300" y="72389"/>
                  </a:lnTo>
                  <a:lnTo>
                    <a:pt x="378460" y="72389"/>
                  </a:lnTo>
                  <a:lnTo>
                    <a:pt x="381000" y="69850"/>
                  </a:lnTo>
                  <a:close/>
                </a:path>
                <a:path w="447039" h="444500">
                  <a:moveTo>
                    <a:pt x="383540" y="67310"/>
                  </a:moveTo>
                  <a:lnTo>
                    <a:pt x="373380" y="67310"/>
                  </a:lnTo>
                  <a:lnTo>
                    <a:pt x="372110" y="68579"/>
                  </a:lnTo>
                  <a:lnTo>
                    <a:pt x="382270" y="68579"/>
                  </a:lnTo>
                  <a:lnTo>
                    <a:pt x="383540" y="67310"/>
                  </a:lnTo>
                  <a:close/>
                </a:path>
                <a:path w="447039" h="444500">
                  <a:moveTo>
                    <a:pt x="387350" y="63500"/>
                  </a:moveTo>
                  <a:lnTo>
                    <a:pt x="377190" y="63500"/>
                  </a:lnTo>
                  <a:lnTo>
                    <a:pt x="374650" y="66039"/>
                  </a:lnTo>
                  <a:lnTo>
                    <a:pt x="384810" y="66039"/>
                  </a:lnTo>
                  <a:lnTo>
                    <a:pt x="387350" y="63500"/>
                  </a:lnTo>
                  <a:close/>
                </a:path>
                <a:path w="447039" h="444500">
                  <a:moveTo>
                    <a:pt x="389890" y="60960"/>
                  </a:moveTo>
                  <a:lnTo>
                    <a:pt x="379730" y="60960"/>
                  </a:lnTo>
                  <a:lnTo>
                    <a:pt x="378460" y="62229"/>
                  </a:lnTo>
                  <a:lnTo>
                    <a:pt x="388620" y="62229"/>
                  </a:lnTo>
                  <a:lnTo>
                    <a:pt x="389890" y="60960"/>
                  </a:lnTo>
                  <a:close/>
                </a:path>
                <a:path w="447039" h="444500">
                  <a:moveTo>
                    <a:pt x="393700" y="57150"/>
                  </a:moveTo>
                  <a:lnTo>
                    <a:pt x="383540" y="57150"/>
                  </a:lnTo>
                  <a:lnTo>
                    <a:pt x="381000" y="59689"/>
                  </a:lnTo>
                  <a:lnTo>
                    <a:pt x="391160" y="59689"/>
                  </a:lnTo>
                  <a:lnTo>
                    <a:pt x="393700" y="57150"/>
                  </a:lnTo>
                  <a:close/>
                </a:path>
                <a:path w="447039" h="444500">
                  <a:moveTo>
                    <a:pt x="396240" y="54610"/>
                  </a:moveTo>
                  <a:lnTo>
                    <a:pt x="386080" y="54610"/>
                  </a:lnTo>
                  <a:lnTo>
                    <a:pt x="384810" y="55879"/>
                  </a:lnTo>
                  <a:lnTo>
                    <a:pt x="394970" y="55879"/>
                  </a:lnTo>
                  <a:lnTo>
                    <a:pt x="396240" y="54610"/>
                  </a:lnTo>
                  <a:close/>
                </a:path>
                <a:path w="447039" h="444500">
                  <a:moveTo>
                    <a:pt x="400050" y="50800"/>
                  </a:moveTo>
                  <a:lnTo>
                    <a:pt x="389890" y="50800"/>
                  </a:lnTo>
                  <a:lnTo>
                    <a:pt x="387350" y="53339"/>
                  </a:lnTo>
                  <a:lnTo>
                    <a:pt x="397510" y="53339"/>
                  </a:lnTo>
                  <a:lnTo>
                    <a:pt x="400050" y="50800"/>
                  </a:lnTo>
                  <a:close/>
                </a:path>
                <a:path w="447039" h="444500">
                  <a:moveTo>
                    <a:pt x="402590" y="48260"/>
                  </a:moveTo>
                  <a:lnTo>
                    <a:pt x="392430" y="48260"/>
                  </a:lnTo>
                  <a:lnTo>
                    <a:pt x="391160" y="49529"/>
                  </a:lnTo>
                  <a:lnTo>
                    <a:pt x="401320" y="49529"/>
                  </a:lnTo>
                  <a:lnTo>
                    <a:pt x="402590" y="48260"/>
                  </a:lnTo>
                  <a:close/>
                </a:path>
                <a:path w="447039" h="444500">
                  <a:moveTo>
                    <a:pt x="406400" y="44450"/>
                  </a:moveTo>
                  <a:lnTo>
                    <a:pt x="396240" y="44450"/>
                  </a:lnTo>
                  <a:lnTo>
                    <a:pt x="393700" y="46989"/>
                  </a:lnTo>
                  <a:lnTo>
                    <a:pt x="403860" y="46989"/>
                  </a:lnTo>
                  <a:lnTo>
                    <a:pt x="406400" y="44450"/>
                  </a:lnTo>
                  <a:close/>
                </a:path>
                <a:path w="447039" h="444500">
                  <a:moveTo>
                    <a:pt x="408940" y="41910"/>
                  </a:moveTo>
                  <a:lnTo>
                    <a:pt x="398780" y="41910"/>
                  </a:lnTo>
                  <a:lnTo>
                    <a:pt x="397510" y="43179"/>
                  </a:lnTo>
                  <a:lnTo>
                    <a:pt x="407670" y="43179"/>
                  </a:lnTo>
                  <a:lnTo>
                    <a:pt x="408940" y="41910"/>
                  </a:lnTo>
                  <a:close/>
                </a:path>
                <a:path w="447039" h="444500">
                  <a:moveTo>
                    <a:pt x="412750" y="38100"/>
                  </a:moveTo>
                  <a:lnTo>
                    <a:pt x="402590" y="38100"/>
                  </a:lnTo>
                  <a:lnTo>
                    <a:pt x="400050" y="40639"/>
                  </a:lnTo>
                  <a:lnTo>
                    <a:pt x="410210" y="40639"/>
                  </a:lnTo>
                  <a:lnTo>
                    <a:pt x="412750" y="38100"/>
                  </a:lnTo>
                  <a:close/>
                </a:path>
                <a:path w="447039" h="444500">
                  <a:moveTo>
                    <a:pt x="415290" y="35560"/>
                  </a:moveTo>
                  <a:lnTo>
                    <a:pt x="405130" y="35560"/>
                  </a:lnTo>
                  <a:lnTo>
                    <a:pt x="403860" y="36829"/>
                  </a:lnTo>
                  <a:lnTo>
                    <a:pt x="414020" y="36829"/>
                  </a:lnTo>
                  <a:lnTo>
                    <a:pt x="415290" y="35560"/>
                  </a:lnTo>
                  <a:close/>
                </a:path>
                <a:path w="447039" h="444500">
                  <a:moveTo>
                    <a:pt x="419100" y="31750"/>
                  </a:moveTo>
                  <a:lnTo>
                    <a:pt x="408940" y="31750"/>
                  </a:lnTo>
                  <a:lnTo>
                    <a:pt x="406400" y="34289"/>
                  </a:lnTo>
                  <a:lnTo>
                    <a:pt x="416560" y="34289"/>
                  </a:lnTo>
                  <a:lnTo>
                    <a:pt x="419100" y="31750"/>
                  </a:lnTo>
                  <a:close/>
                </a:path>
                <a:path w="447039" h="444500">
                  <a:moveTo>
                    <a:pt x="421640" y="29210"/>
                  </a:moveTo>
                  <a:lnTo>
                    <a:pt x="411480" y="29210"/>
                  </a:lnTo>
                  <a:lnTo>
                    <a:pt x="410210" y="30479"/>
                  </a:lnTo>
                  <a:lnTo>
                    <a:pt x="420370" y="30479"/>
                  </a:lnTo>
                  <a:lnTo>
                    <a:pt x="421640" y="29210"/>
                  </a:lnTo>
                  <a:close/>
                </a:path>
                <a:path w="447039" h="444500">
                  <a:moveTo>
                    <a:pt x="425450" y="25400"/>
                  </a:moveTo>
                  <a:lnTo>
                    <a:pt x="415290" y="25400"/>
                  </a:lnTo>
                  <a:lnTo>
                    <a:pt x="412750" y="27939"/>
                  </a:lnTo>
                  <a:lnTo>
                    <a:pt x="422910" y="27939"/>
                  </a:lnTo>
                  <a:lnTo>
                    <a:pt x="425450" y="25400"/>
                  </a:lnTo>
                  <a:close/>
                </a:path>
                <a:path w="447039" h="444500">
                  <a:moveTo>
                    <a:pt x="427990" y="22860"/>
                  </a:moveTo>
                  <a:lnTo>
                    <a:pt x="417830" y="22860"/>
                  </a:lnTo>
                  <a:lnTo>
                    <a:pt x="416560" y="24129"/>
                  </a:lnTo>
                  <a:lnTo>
                    <a:pt x="426720" y="24129"/>
                  </a:lnTo>
                  <a:lnTo>
                    <a:pt x="427990" y="22860"/>
                  </a:lnTo>
                  <a:close/>
                </a:path>
                <a:path w="447039" h="444500">
                  <a:moveTo>
                    <a:pt x="431800" y="19050"/>
                  </a:moveTo>
                  <a:lnTo>
                    <a:pt x="421640" y="19050"/>
                  </a:lnTo>
                  <a:lnTo>
                    <a:pt x="419100" y="21589"/>
                  </a:lnTo>
                  <a:lnTo>
                    <a:pt x="429260" y="21589"/>
                  </a:lnTo>
                  <a:lnTo>
                    <a:pt x="431800" y="19050"/>
                  </a:lnTo>
                  <a:close/>
                </a:path>
                <a:path w="447039" h="444500">
                  <a:moveTo>
                    <a:pt x="434340" y="16510"/>
                  </a:moveTo>
                  <a:lnTo>
                    <a:pt x="424180" y="16510"/>
                  </a:lnTo>
                  <a:lnTo>
                    <a:pt x="422910" y="17779"/>
                  </a:lnTo>
                  <a:lnTo>
                    <a:pt x="433070" y="17779"/>
                  </a:lnTo>
                  <a:lnTo>
                    <a:pt x="434340" y="16510"/>
                  </a:lnTo>
                  <a:close/>
                </a:path>
                <a:path w="447039" h="444500">
                  <a:moveTo>
                    <a:pt x="438150" y="12700"/>
                  </a:moveTo>
                  <a:lnTo>
                    <a:pt x="427990" y="12700"/>
                  </a:lnTo>
                  <a:lnTo>
                    <a:pt x="425450" y="15239"/>
                  </a:lnTo>
                  <a:lnTo>
                    <a:pt x="435610" y="15239"/>
                  </a:lnTo>
                  <a:lnTo>
                    <a:pt x="438150" y="12700"/>
                  </a:lnTo>
                  <a:close/>
                </a:path>
                <a:path w="447039" h="444500">
                  <a:moveTo>
                    <a:pt x="440690" y="10160"/>
                  </a:moveTo>
                  <a:lnTo>
                    <a:pt x="430530" y="10160"/>
                  </a:lnTo>
                  <a:lnTo>
                    <a:pt x="429260" y="11429"/>
                  </a:lnTo>
                  <a:lnTo>
                    <a:pt x="439420" y="11429"/>
                  </a:lnTo>
                  <a:lnTo>
                    <a:pt x="440690" y="10160"/>
                  </a:lnTo>
                  <a:close/>
                </a:path>
                <a:path w="447039" h="444500">
                  <a:moveTo>
                    <a:pt x="444500" y="6350"/>
                  </a:moveTo>
                  <a:lnTo>
                    <a:pt x="434340" y="6350"/>
                  </a:lnTo>
                  <a:lnTo>
                    <a:pt x="431800" y="8889"/>
                  </a:lnTo>
                  <a:lnTo>
                    <a:pt x="441960" y="8889"/>
                  </a:lnTo>
                  <a:lnTo>
                    <a:pt x="444500" y="6350"/>
                  </a:lnTo>
                  <a:close/>
                </a:path>
                <a:path w="447039" h="444500">
                  <a:moveTo>
                    <a:pt x="447040" y="3810"/>
                  </a:moveTo>
                  <a:lnTo>
                    <a:pt x="436880" y="3810"/>
                  </a:lnTo>
                  <a:lnTo>
                    <a:pt x="435610" y="5079"/>
                  </a:lnTo>
                  <a:lnTo>
                    <a:pt x="445770" y="5079"/>
                  </a:lnTo>
                  <a:lnTo>
                    <a:pt x="447040" y="3810"/>
                  </a:lnTo>
                  <a:close/>
                </a:path>
                <a:path w="447039" h="444500">
                  <a:moveTo>
                    <a:pt x="447039" y="0"/>
                  </a:moveTo>
                  <a:lnTo>
                    <a:pt x="440690" y="0"/>
                  </a:lnTo>
                  <a:lnTo>
                    <a:pt x="438150" y="2539"/>
                  </a:lnTo>
                  <a:lnTo>
                    <a:pt x="447039" y="2539"/>
                  </a:lnTo>
                  <a:lnTo>
                    <a:pt x="447039" y="0"/>
                  </a:lnTo>
                  <a:close/>
                </a:path>
                <a:path w="447039" h="444500">
                  <a:moveTo>
                    <a:pt x="253999" y="196850"/>
                  </a:moveTo>
                  <a:lnTo>
                    <a:pt x="243839" y="196850"/>
                  </a:lnTo>
                  <a:lnTo>
                    <a:pt x="218440" y="222250"/>
                  </a:lnTo>
                  <a:lnTo>
                    <a:pt x="228600" y="222250"/>
                  </a:lnTo>
                  <a:lnTo>
                    <a:pt x="253999" y="196850"/>
                  </a:lnTo>
                  <a:close/>
                </a:path>
                <a:path w="447039" h="444500">
                  <a:moveTo>
                    <a:pt x="228599" y="222250"/>
                  </a:moveTo>
                  <a:lnTo>
                    <a:pt x="218439" y="222250"/>
                  </a:lnTo>
                  <a:lnTo>
                    <a:pt x="167640" y="273050"/>
                  </a:lnTo>
                  <a:lnTo>
                    <a:pt x="177800" y="273050"/>
                  </a:lnTo>
                  <a:lnTo>
                    <a:pt x="228599" y="222250"/>
                  </a:lnTo>
                  <a:close/>
                </a:path>
                <a:path w="447039" h="444500">
                  <a:moveTo>
                    <a:pt x="8890" y="441960"/>
                  </a:moveTo>
                  <a:lnTo>
                    <a:pt x="5080" y="441960"/>
                  </a:lnTo>
                  <a:lnTo>
                    <a:pt x="5080" y="444500"/>
                  </a:lnTo>
                  <a:lnTo>
                    <a:pt x="6350" y="444500"/>
                  </a:lnTo>
                  <a:lnTo>
                    <a:pt x="8890" y="441960"/>
                  </a:lnTo>
                  <a:close/>
                </a:path>
                <a:path w="447039" h="444500">
                  <a:moveTo>
                    <a:pt x="12700" y="438150"/>
                  </a:moveTo>
                  <a:lnTo>
                    <a:pt x="2540" y="438150"/>
                  </a:lnTo>
                  <a:lnTo>
                    <a:pt x="0" y="440690"/>
                  </a:lnTo>
                  <a:lnTo>
                    <a:pt x="0" y="441960"/>
                  </a:lnTo>
                  <a:lnTo>
                    <a:pt x="2539" y="441960"/>
                  </a:lnTo>
                  <a:lnTo>
                    <a:pt x="2539" y="440690"/>
                  </a:lnTo>
                  <a:lnTo>
                    <a:pt x="10159" y="440690"/>
                  </a:lnTo>
                  <a:lnTo>
                    <a:pt x="12700" y="438150"/>
                  </a:lnTo>
                  <a:close/>
                </a:path>
                <a:path w="447039" h="444500">
                  <a:moveTo>
                    <a:pt x="15240" y="435610"/>
                  </a:moveTo>
                  <a:lnTo>
                    <a:pt x="5080" y="435610"/>
                  </a:lnTo>
                  <a:lnTo>
                    <a:pt x="3810" y="436880"/>
                  </a:lnTo>
                  <a:lnTo>
                    <a:pt x="13969" y="436880"/>
                  </a:lnTo>
                  <a:lnTo>
                    <a:pt x="15240" y="435610"/>
                  </a:lnTo>
                  <a:close/>
                </a:path>
                <a:path w="447039" h="444500">
                  <a:moveTo>
                    <a:pt x="19050" y="431800"/>
                  </a:moveTo>
                  <a:lnTo>
                    <a:pt x="8890" y="431800"/>
                  </a:lnTo>
                  <a:lnTo>
                    <a:pt x="6350" y="434340"/>
                  </a:lnTo>
                  <a:lnTo>
                    <a:pt x="16509" y="434340"/>
                  </a:lnTo>
                  <a:lnTo>
                    <a:pt x="19050" y="431800"/>
                  </a:lnTo>
                  <a:close/>
                </a:path>
                <a:path w="447039" h="444500">
                  <a:moveTo>
                    <a:pt x="21590" y="429260"/>
                  </a:moveTo>
                  <a:lnTo>
                    <a:pt x="11430" y="429260"/>
                  </a:lnTo>
                  <a:lnTo>
                    <a:pt x="10160" y="430530"/>
                  </a:lnTo>
                  <a:lnTo>
                    <a:pt x="20319" y="430530"/>
                  </a:lnTo>
                  <a:lnTo>
                    <a:pt x="21590" y="429260"/>
                  </a:lnTo>
                  <a:close/>
                </a:path>
                <a:path w="447039" h="444500">
                  <a:moveTo>
                    <a:pt x="25400" y="425450"/>
                  </a:moveTo>
                  <a:lnTo>
                    <a:pt x="15240" y="425450"/>
                  </a:lnTo>
                  <a:lnTo>
                    <a:pt x="12700" y="427990"/>
                  </a:lnTo>
                  <a:lnTo>
                    <a:pt x="22859" y="427990"/>
                  </a:lnTo>
                  <a:lnTo>
                    <a:pt x="25400" y="425450"/>
                  </a:lnTo>
                  <a:close/>
                </a:path>
                <a:path w="447039" h="444500">
                  <a:moveTo>
                    <a:pt x="27940" y="422910"/>
                  </a:moveTo>
                  <a:lnTo>
                    <a:pt x="17780" y="422910"/>
                  </a:lnTo>
                  <a:lnTo>
                    <a:pt x="16510" y="424180"/>
                  </a:lnTo>
                  <a:lnTo>
                    <a:pt x="26669" y="424180"/>
                  </a:lnTo>
                  <a:lnTo>
                    <a:pt x="27940" y="422910"/>
                  </a:lnTo>
                  <a:close/>
                </a:path>
                <a:path w="447039" h="444500">
                  <a:moveTo>
                    <a:pt x="31750" y="419100"/>
                  </a:moveTo>
                  <a:lnTo>
                    <a:pt x="21590" y="419100"/>
                  </a:lnTo>
                  <a:lnTo>
                    <a:pt x="19050" y="421640"/>
                  </a:lnTo>
                  <a:lnTo>
                    <a:pt x="29209" y="421640"/>
                  </a:lnTo>
                  <a:lnTo>
                    <a:pt x="31750" y="419100"/>
                  </a:lnTo>
                  <a:close/>
                </a:path>
                <a:path w="447039" h="444500">
                  <a:moveTo>
                    <a:pt x="34290" y="416560"/>
                  </a:moveTo>
                  <a:lnTo>
                    <a:pt x="24130" y="416560"/>
                  </a:lnTo>
                  <a:lnTo>
                    <a:pt x="22860" y="417830"/>
                  </a:lnTo>
                  <a:lnTo>
                    <a:pt x="33019" y="417830"/>
                  </a:lnTo>
                  <a:lnTo>
                    <a:pt x="34290" y="416560"/>
                  </a:lnTo>
                  <a:close/>
                </a:path>
                <a:path w="447039" h="444500">
                  <a:moveTo>
                    <a:pt x="38100" y="412750"/>
                  </a:moveTo>
                  <a:lnTo>
                    <a:pt x="27940" y="412750"/>
                  </a:lnTo>
                  <a:lnTo>
                    <a:pt x="25400" y="415290"/>
                  </a:lnTo>
                  <a:lnTo>
                    <a:pt x="35559" y="415290"/>
                  </a:lnTo>
                  <a:lnTo>
                    <a:pt x="38100" y="412750"/>
                  </a:lnTo>
                  <a:close/>
                </a:path>
                <a:path w="447039" h="444500">
                  <a:moveTo>
                    <a:pt x="40640" y="410210"/>
                  </a:moveTo>
                  <a:lnTo>
                    <a:pt x="30480" y="410210"/>
                  </a:lnTo>
                  <a:lnTo>
                    <a:pt x="29210" y="411480"/>
                  </a:lnTo>
                  <a:lnTo>
                    <a:pt x="39369" y="411480"/>
                  </a:lnTo>
                  <a:lnTo>
                    <a:pt x="40640" y="410210"/>
                  </a:lnTo>
                  <a:close/>
                </a:path>
                <a:path w="447039" h="444500">
                  <a:moveTo>
                    <a:pt x="44450" y="406400"/>
                  </a:moveTo>
                  <a:lnTo>
                    <a:pt x="34290" y="406400"/>
                  </a:lnTo>
                  <a:lnTo>
                    <a:pt x="31750" y="408940"/>
                  </a:lnTo>
                  <a:lnTo>
                    <a:pt x="41909" y="408940"/>
                  </a:lnTo>
                  <a:lnTo>
                    <a:pt x="44450" y="406400"/>
                  </a:lnTo>
                  <a:close/>
                </a:path>
                <a:path w="447039" h="444500">
                  <a:moveTo>
                    <a:pt x="46990" y="403860"/>
                  </a:moveTo>
                  <a:lnTo>
                    <a:pt x="36830" y="403860"/>
                  </a:lnTo>
                  <a:lnTo>
                    <a:pt x="35560" y="405130"/>
                  </a:lnTo>
                  <a:lnTo>
                    <a:pt x="45719" y="405130"/>
                  </a:lnTo>
                  <a:lnTo>
                    <a:pt x="46990" y="403860"/>
                  </a:lnTo>
                  <a:close/>
                </a:path>
                <a:path w="447039" h="444500">
                  <a:moveTo>
                    <a:pt x="50800" y="400050"/>
                  </a:moveTo>
                  <a:lnTo>
                    <a:pt x="40640" y="400050"/>
                  </a:lnTo>
                  <a:lnTo>
                    <a:pt x="38100" y="402590"/>
                  </a:lnTo>
                  <a:lnTo>
                    <a:pt x="48259" y="402590"/>
                  </a:lnTo>
                  <a:lnTo>
                    <a:pt x="50800" y="400050"/>
                  </a:lnTo>
                  <a:close/>
                </a:path>
                <a:path w="447039" h="444500">
                  <a:moveTo>
                    <a:pt x="53340" y="397510"/>
                  </a:moveTo>
                  <a:lnTo>
                    <a:pt x="43180" y="397510"/>
                  </a:lnTo>
                  <a:lnTo>
                    <a:pt x="41910" y="398780"/>
                  </a:lnTo>
                  <a:lnTo>
                    <a:pt x="52069" y="398780"/>
                  </a:lnTo>
                  <a:lnTo>
                    <a:pt x="53340" y="397510"/>
                  </a:lnTo>
                  <a:close/>
                </a:path>
                <a:path w="447039" h="444500">
                  <a:moveTo>
                    <a:pt x="57150" y="393700"/>
                  </a:moveTo>
                  <a:lnTo>
                    <a:pt x="46990" y="393700"/>
                  </a:lnTo>
                  <a:lnTo>
                    <a:pt x="44450" y="396240"/>
                  </a:lnTo>
                  <a:lnTo>
                    <a:pt x="54609" y="396240"/>
                  </a:lnTo>
                  <a:lnTo>
                    <a:pt x="57150" y="393700"/>
                  </a:lnTo>
                  <a:close/>
                </a:path>
                <a:path w="447039" h="444500">
                  <a:moveTo>
                    <a:pt x="59690" y="391160"/>
                  </a:moveTo>
                  <a:lnTo>
                    <a:pt x="49530" y="391160"/>
                  </a:lnTo>
                  <a:lnTo>
                    <a:pt x="48260" y="392430"/>
                  </a:lnTo>
                  <a:lnTo>
                    <a:pt x="58419" y="392430"/>
                  </a:lnTo>
                  <a:lnTo>
                    <a:pt x="59690" y="391160"/>
                  </a:lnTo>
                  <a:close/>
                </a:path>
                <a:path w="447039" h="444500">
                  <a:moveTo>
                    <a:pt x="63500" y="387350"/>
                  </a:moveTo>
                  <a:lnTo>
                    <a:pt x="53340" y="387350"/>
                  </a:lnTo>
                  <a:lnTo>
                    <a:pt x="50800" y="389890"/>
                  </a:lnTo>
                  <a:lnTo>
                    <a:pt x="60959" y="389890"/>
                  </a:lnTo>
                  <a:lnTo>
                    <a:pt x="63500" y="387350"/>
                  </a:lnTo>
                  <a:close/>
                </a:path>
                <a:path w="447039" h="444500">
                  <a:moveTo>
                    <a:pt x="66040" y="384810"/>
                  </a:moveTo>
                  <a:lnTo>
                    <a:pt x="55880" y="384810"/>
                  </a:lnTo>
                  <a:lnTo>
                    <a:pt x="54610" y="386080"/>
                  </a:lnTo>
                  <a:lnTo>
                    <a:pt x="64769" y="386080"/>
                  </a:lnTo>
                  <a:lnTo>
                    <a:pt x="66040" y="384810"/>
                  </a:lnTo>
                  <a:close/>
                </a:path>
                <a:path w="447039" h="444500">
                  <a:moveTo>
                    <a:pt x="69850" y="381000"/>
                  </a:moveTo>
                  <a:lnTo>
                    <a:pt x="59690" y="381000"/>
                  </a:lnTo>
                  <a:lnTo>
                    <a:pt x="57150" y="383540"/>
                  </a:lnTo>
                  <a:lnTo>
                    <a:pt x="67309" y="383540"/>
                  </a:lnTo>
                  <a:lnTo>
                    <a:pt x="69850" y="381000"/>
                  </a:lnTo>
                  <a:close/>
                </a:path>
                <a:path w="447039" h="444500">
                  <a:moveTo>
                    <a:pt x="72390" y="378460"/>
                  </a:moveTo>
                  <a:lnTo>
                    <a:pt x="62230" y="378460"/>
                  </a:lnTo>
                  <a:lnTo>
                    <a:pt x="60960" y="379730"/>
                  </a:lnTo>
                  <a:lnTo>
                    <a:pt x="71119" y="379730"/>
                  </a:lnTo>
                  <a:lnTo>
                    <a:pt x="72390" y="378460"/>
                  </a:lnTo>
                  <a:close/>
                </a:path>
                <a:path w="447039" h="444500">
                  <a:moveTo>
                    <a:pt x="76200" y="374650"/>
                  </a:moveTo>
                  <a:lnTo>
                    <a:pt x="66040" y="374650"/>
                  </a:lnTo>
                  <a:lnTo>
                    <a:pt x="63500" y="377190"/>
                  </a:lnTo>
                  <a:lnTo>
                    <a:pt x="73659" y="377190"/>
                  </a:lnTo>
                  <a:lnTo>
                    <a:pt x="76200" y="374650"/>
                  </a:lnTo>
                  <a:close/>
                </a:path>
                <a:path w="447039" h="444500">
                  <a:moveTo>
                    <a:pt x="78740" y="372110"/>
                  </a:moveTo>
                  <a:lnTo>
                    <a:pt x="68580" y="372110"/>
                  </a:lnTo>
                  <a:lnTo>
                    <a:pt x="67310" y="373380"/>
                  </a:lnTo>
                  <a:lnTo>
                    <a:pt x="77469" y="373380"/>
                  </a:lnTo>
                  <a:lnTo>
                    <a:pt x="78740" y="372110"/>
                  </a:lnTo>
                  <a:close/>
                </a:path>
                <a:path w="447039" h="444500">
                  <a:moveTo>
                    <a:pt x="82550" y="368300"/>
                  </a:moveTo>
                  <a:lnTo>
                    <a:pt x="72390" y="368300"/>
                  </a:lnTo>
                  <a:lnTo>
                    <a:pt x="69850" y="370840"/>
                  </a:lnTo>
                  <a:lnTo>
                    <a:pt x="80009" y="370840"/>
                  </a:lnTo>
                  <a:lnTo>
                    <a:pt x="82550" y="368300"/>
                  </a:lnTo>
                  <a:close/>
                </a:path>
                <a:path w="447039" h="444500">
                  <a:moveTo>
                    <a:pt x="85090" y="365760"/>
                  </a:moveTo>
                  <a:lnTo>
                    <a:pt x="74930" y="365760"/>
                  </a:lnTo>
                  <a:lnTo>
                    <a:pt x="73660" y="367030"/>
                  </a:lnTo>
                  <a:lnTo>
                    <a:pt x="83819" y="367030"/>
                  </a:lnTo>
                  <a:lnTo>
                    <a:pt x="85090" y="365760"/>
                  </a:lnTo>
                  <a:close/>
                </a:path>
                <a:path w="447039" h="444500">
                  <a:moveTo>
                    <a:pt x="88900" y="361950"/>
                  </a:moveTo>
                  <a:lnTo>
                    <a:pt x="78740" y="361950"/>
                  </a:lnTo>
                  <a:lnTo>
                    <a:pt x="76200" y="364490"/>
                  </a:lnTo>
                  <a:lnTo>
                    <a:pt x="86359" y="364490"/>
                  </a:lnTo>
                  <a:lnTo>
                    <a:pt x="88900" y="361950"/>
                  </a:lnTo>
                  <a:close/>
                </a:path>
                <a:path w="447039" h="444500">
                  <a:moveTo>
                    <a:pt x="91440" y="359410"/>
                  </a:moveTo>
                  <a:lnTo>
                    <a:pt x="81280" y="359410"/>
                  </a:lnTo>
                  <a:lnTo>
                    <a:pt x="80010" y="360680"/>
                  </a:lnTo>
                  <a:lnTo>
                    <a:pt x="90169" y="360680"/>
                  </a:lnTo>
                  <a:lnTo>
                    <a:pt x="91440" y="359410"/>
                  </a:lnTo>
                  <a:close/>
                </a:path>
                <a:path w="447039" h="444500">
                  <a:moveTo>
                    <a:pt x="95250" y="355600"/>
                  </a:moveTo>
                  <a:lnTo>
                    <a:pt x="85090" y="355600"/>
                  </a:lnTo>
                  <a:lnTo>
                    <a:pt x="82550" y="358140"/>
                  </a:lnTo>
                  <a:lnTo>
                    <a:pt x="92709" y="358140"/>
                  </a:lnTo>
                  <a:lnTo>
                    <a:pt x="95250" y="355600"/>
                  </a:lnTo>
                  <a:close/>
                </a:path>
                <a:path w="447039" h="444500">
                  <a:moveTo>
                    <a:pt x="97790" y="353060"/>
                  </a:moveTo>
                  <a:lnTo>
                    <a:pt x="87630" y="353060"/>
                  </a:lnTo>
                  <a:lnTo>
                    <a:pt x="86360" y="354330"/>
                  </a:lnTo>
                  <a:lnTo>
                    <a:pt x="96519" y="354330"/>
                  </a:lnTo>
                  <a:lnTo>
                    <a:pt x="97790" y="353060"/>
                  </a:lnTo>
                  <a:close/>
                </a:path>
                <a:path w="447039" h="444500">
                  <a:moveTo>
                    <a:pt x="110490" y="340360"/>
                  </a:moveTo>
                  <a:lnTo>
                    <a:pt x="100330" y="340360"/>
                  </a:lnTo>
                  <a:lnTo>
                    <a:pt x="88900" y="351790"/>
                  </a:lnTo>
                  <a:lnTo>
                    <a:pt x="99059" y="351790"/>
                  </a:lnTo>
                  <a:lnTo>
                    <a:pt x="110490" y="340360"/>
                  </a:lnTo>
                  <a:close/>
                </a:path>
                <a:path w="447039" h="444500">
                  <a:moveTo>
                    <a:pt x="123190" y="327660"/>
                  </a:moveTo>
                  <a:lnTo>
                    <a:pt x="113030" y="327660"/>
                  </a:lnTo>
                  <a:lnTo>
                    <a:pt x="101600" y="339090"/>
                  </a:lnTo>
                  <a:lnTo>
                    <a:pt x="111759" y="339090"/>
                  </a:lnTo>
                  <a:lnTo>
                    <a:pt x="123190" y="327660"/>
                  </a:lnTo>
                  <a:close/>
                </a:path>
                <a:path w="447039" h="444500">
                  <a:moveTo>
                    <a:pt x="127000" y="323850"/>
                  </a:moveTo>
                  <a:lnTo>
                    <a:pt x="116840" y="323850"/>
                  </a:lnTo>
                  <a:lnTo>
                    <a:pt x="114300" y="326390"/>
                  </a:lnTo>
                  <a:lnTo>
                    <a:pt x="124459" y="326390"/>
                  </a:lnTo>
                  <a:lnTo>
                    <a:pt x="127000" y="323850"/>
                  </a:lnTo>
                  <a:close/>
                </a:path>
                <a:path w="447039" h="444500">
                  <a:moveTo>
                    <a:pt x="129540" y="321310"/>
                  </a:moveTo>
                  <a:lnTo>
                    <a:pt x="119380" y="321310"/>
                  </a:lnTo>
                  <a:lnTo>
                    <a:pt x="118110" y="322580"/>
                  </a:lnTo>
                  <a:lnTo>
                    <a:pt x="128269" y="322580"/>
                  </a:lnTo>
                  <a:lnTo>
                    <a:pt x="129540" y="321310"/>
                  </a:lnTo>
                  <a:close/>
                </a:path>
                <a:path w="447039" h="444500">
                  <a:moveTo>
                    <a:pt x="133350" y="317500"/>
                  </a:moveTo>
                  <a:lnTo>
                    <a:pt x="123190" y="317500"/>
                  </a:lnTo>
                  <a:lnTo>
                    <a:pt x="120650" y="320040"/>
                  </a:lnTo>
                  <a:lnTo>
                    <a:pt x="130809" y="320040"/>
                  </a:lnTo>
                  <a:lnTo>
                    <a:pt x="133350" y="317500"/>
                  </a:lnTo>
                  <a:close/>
                </a:path>
                <a:path w="447039" h="444500">
                  <a:moveTo>
                    <a:pt x="146050" y="304800"/>
                  </a:moveTo>
                  <a:lnTo>
                    <a:pt x="135890" y="304800"/>
                  </a:lnTo>
                  <a:lnTo>
                    <a:pt x="124460" y="316230"/>
                  </a:lnTo>
                  <a:lnTo>
                    <a:pt x="134619" y="316230"/>
                  </a:lnTo>
                  <a:lnTo>
                    <a:pt x="146050" y="304800"/>
                  </a:lnTo>
                  <a:close/>
                </a:path>
                <a:path w="447039" h="444500">
                  <a:moveTo>
                    <a:pt x="154940" y="295910"/>
                  </a:moveTo>
                  <a:lnTo>
                    <a:pt x="144780" y="295910"/>
                  </a:lnTo>
                  <a:lnTo>
                    <a:pt x="137160" y="303530"/>
                  </a:lnTo>
                  <a:lnTo>
                    <a:pt x="147319" y="303530"/>
                  </a:lnTo>
                  <a:lnTo>
                    <a:pt x="154940" y="295910"/>
                  </a:lnTo>
                  <a:close/>
                </a:path>
                <a:path w="447039" h="444500">
                  <a:moveTo>
                    <a:pt x="171450" y="279400"/>
                  </a:moveTo>
                  <a:lnTo>
                    <a:pt x="161290" y="279400"/>
                  </a:lnTo>
                  <a:lnTo>
                    <a:pt x="146050" y="294640"/>
                  </a:lnTo>
                  <a:lnTo>
                    <a:pt x="156209" y="294640"/>
                  </a:lnTo>
                  <a:lnTo>
                    <a:pt x="171450" y="279400"/>
                  </a:lnTo>
                  <a:close/>
                </a:path>
                <a:path w="447039" h="444500">
                  <a:moveTo>
                    <a:pt x="176530" y="274320"/>
                  </a:moveTo>
                  <a:lnTo>
                    <a:pt x="166370" y="274320"/>
                  </a:lnTo>
                  <a:lnTo>
                    <a:pt x="162560" y="278130"/>
                  </a:lnTo>
                  <a:lnTo>
                    <a:pt x="172719" y="278130"/>
                  </a:lnTo>
                  <a:lnTo>
                    <a:pt x="176530" y="274320"/>
                  </a:lnTo>
                  <a:close/>
                </a:path>
              </a:pathLst>
            </a:custGeom>
            <a:solidFill>
              <a:srgbClr val="8451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2">
              <a:extLst>
                <a:ext uri="{FF2B5EF4-FFF2-40B4-BE49-F238E27FC236}">
                  <a16:creationId xmlns:a16="http://schemas.microsoft.com/office/drawing/2014/main" id="{F0CFF7E2-AD0F-3110-B29D-6DB619455EE2}"/>
                </a:ext>
              </a:extLst>
            </p:cNvPr>
            <p:cNvSpPr/>
            <p:nvPr/>
          </p:nvSpPr>
          <p:spPr>
            <a:xfrm>
              <a:off x="2589530" y="2586990"/>
              <a:ext cx="450850" cy="444500"/>
            </a:xfrm>
            <a:custGeom>
              <a:avLst/>
              <a:gdLst/>
              <a:ahLst/>
              <a:cxnLst/>
              <a:rect l="l" t="t" r="r" b="b"/>
              <a:pathLst>
                <a:path w="450850" h="444500">
                  <a:moveTo>
                    <a:pt x="264159" y="186689"/>
                  </a:moveTo>
                  <a:lnTo>
                    <a:pt x="254000" y="186689"/>
                  </a:lnTo>
                  <a:lnTo>
                    <a:pt x="247650" y="193039"/>
                  </a:lnTo>
                  <a:lnTo>
                    <a:pt x="257809" y="193039"/>
                  </a:lnTo>
                  <a:lnTo>
                    <a:pt x="264159" y="186689"/>
                  </a:lnTo>
                  <a:close/>
                </a:path>
                <a:path w="450850" h="444500">
                  <a:moveTo>
                    <a:pt x="266699" y="184150"/>
                  </a:moveTo>
                  <a:lnTo>
                    <a:pt x="256539" y="184150"/>
                  </a:lnTo>
                  <a:lnTo>
                    <a:pt x="255270" y="185419"/>
                  </a:lnTo>
                  <a:lnTo>
                    <a:pt x="265429" y="185419"/>
                  </a:lnTo>
                  <a:lnTo>
                    <a:pt x="266699" y="184150"/>
                  </a:lnTo>
                  <a:close/>
                </a:path>
                <a:path w="450850" h="444500">
                  <a:moveTo>
                    <a:pt x="270509" y="180339"/>
                  </a:moveTo>
                  <a:lnTo>
                    <a:pt x="260350" y="180339"/>
                  </a:lnTo>
                  <a:lnTo>
                    <a:pt x="257810" y="182879"/>
                  </a:lnTo>
                  <a:lnTo>
                    <a:pt x="267969" y="182879"/>
                  </a:lnTo>
                  <a:lnTo>
                    <a:pt x="270509" y="180339"/>
                  </a:lnTo>
                  <a:close/>
                </a:path>
                <a:path w="450850" h="444500">
                  <a:moveTo>
                    <a:pt x="273049" y="177800"/>
                  </a:moveTo>
                  <a:lnTo>
                    <a:pt x="262889" y="177800"/>
                  </a:lnTo>
                  <a:lnTo>
                    <a:pt x="261620" y="179069"/>
                  </a:lnTo>
                  <a:lnTo>
                    <a:pt x="271779" y="179069"/>
                  </a:lnTo>
                  <a:lnTo>
                    <a:pt x="273049" y="177800"/>
                  </a:lnTo>
                  <a:close/>
                </a:path>
                <a:path w="450850" h="444500">
                  <a:moveTo>
                    <a:pt x="276859" y="173989"/>
                  </a:moveTo>
                  <a:lnTo>
                    <a:pt x="266700" y="173989"/>
                  </a:lnTo>
                  <a:lnTo>
                    <a:pt x="264160" y="176529"/>
                  </a:lnTo>
                  <a:lnTo>
                    <a:pt x="274319" y="176529"/>
                  </a:lnTo>
                  <a:lnTo>
                    <a:pt x="276859" y="173989"/>
                  </a:lnTo>
                  <a:close/>
                </a:path>
                <a:path w="450850" h="444500">
                  <a:moveTo>
                    <a:pt x="279399" y="171450"/>
                  </a:moveTo>
                  <a:lnTo>
                    <a:pt x="269239" y="171450"/>
                  </a:lnTo>
                  <a:lnTo>
                    <a:pt x="267970" y="172719"/>
                  </a:lnTo>
                  <a:lnTo>
                    <a:pt x="278129" y="172719"/>
                  </a:lnTo>
                  <a:lnTo>
                    <a:pt x="279399" y="171450"/>
                  </a:lnTo>
                  <a:close/>
                </a:path>
                <a:path w="450850" h="444500">
                  <a:moveTo>
                    <a:pt x="292099" y="158750"/>
                  </a:moveTo>
                  <a:lnTo>
                    <a:pt x="281939" y="158750"/>
                  </a:lnTo>
                  <a:lnTo>
                    <a:pt x="270510" y="170179"/>
                  </a:lnTo>
                  <a:lnTo>
                    <a:pt x="280669" y="170179"/>
                  </a:lnTo>
                  <a:lnTo>
                    <a:pt x="292099" y="158750"/>
                  </a:lnTo>
                  <a:close/>
                </a:path>
                <a:path w="450850" h="444500">
                  <a:moveTo>
                    <a:pt x="304799" y="146050"/>
                  </a:moveTo>
                  <a:lnTo>
                    <a:pt x="294639" y="146050"/>
                  </a:lnTo>
                  <a:lnTo>
                    <a:pt x="283210" y="157479"/>
                  </a:lnTo>
                  <a:lnTo>
                    <a:pt x="293369" y="157479"/>
                  </a:lnTo>
                  <a:lnTo>
                    <a:pt x="304799" y="146050"/>
                  </a:lnTo>
                  <a:close/>
                </a:path>
                <a:path w="450850" h="444500">
                  <a:moveTo>
                    <a:pt x="308609" y="142239"/>
                  </a:moveTo>
                  <a:lnTo>
                    <a:pt x="298450" y="142239"/>
                  </a:lnTo>
                  <a:lnTo>
                    <a:pt x="295910" y="144779"/>
                  </a:lnTo>
                  <a:lnTo>
                    <a:pt x="306069" y="144779"/>
                  </a:lnTo>
                  <a:lnTo>
                    <a:pt x="308609" y="142239"/>
                  </a:lnTo>
                  <a:close/>
                </a:path>
                <a:path w="450850" h="444500">
                  <a:moveTo>
                    <a:pt x="311149" y="139700"/>
                  </a:moveTo>
                  <a:lnTo>
                    <a:pt x="300989" y="139700"/>
                  </a:lnTo>
                  <a:lnTo>
                    <a:pt x="299720" y="140969"/>
                  </a:lnTo>
                  <a:lnTo>
                    <a:pt x="309879" y="140969"/>
                  </a:lnTo>
                  <a:lnTo>
                    <a:pt x="311149" y="139700"/>
                  </a:lnTo>
                  <a:close/>
                </a:path>
                <a:path w="450850" h="444500">
                  <a:moveTo>
                    <a:pt x="314959" y="135889"/>
                  </a:moveTo>
                  <a:lnTo>
                    <a:pt x="304800" y="135889"/>
                  </a:lnTo>
                  <a:lnTo>
                    <a:pt x="302260" y="138429"/>
                  </a:lnTo>
                  <a:lnTo>
                    <a:pt x="312419" y="138429"/>
                  </a:lnTo>
                  <a:lnTo>
                    <a:pt x="314959" y="135889"/>
                  </a:lnTo>
                  <a:close/>
                </a:path>
                <a:path w="450850" h="444500">
                  <a:moveTo>
                    <a:pt x="317499" y="133350"/>
                  </a:moveTo>
                  <a:lnTo>
                    <a:pt x="307339" y="133350"/>
                  </a:lnTo>
                  <a:lnTo>
                    <a:pt x="306070" y="134619"/>
                  </a:lnTo>
                  <a:lnTo>
                    <a:pt x="316229" y="134619"/>
                  </a:lnTo>
                  <a:lnTo>
                    <a:pt x="317499" y="133350"/>
                  </a:lnTo>
                  <a:close/>
                </a:path>
                <a:path w="450850" h="444500">
                  <a:moveTo>
                    <a:pt x="321309" y="129539"/>
                  </a:moveTo>
                  <a:lnTo>
                    <a:pt x="311150" y="129539"/>
                  </a:lnTo>
                  <a:lnTo>
                    <a:pt x="308610" y="132079"/>
                  </a:lnTo>
                  <a:lnTo>
                    <a:pt x="318769" y="132079"/>
                  </a:lnTo>
                  <a:lnTo>
                    <a:pt x="321309" y="129539"/>
                  </a:lnTo>
                  <a:close/>
                </a:path>
                <a:path w="450850" h="444500">
                  <a:moveTo>
                    <a:pt x="323849" y="127000"/>
                  </a:moveTo>
                  <a:lnTo>
                    <a:pt x="313689" y="127000"/>
                  </a:lnTo>
                  <a:lnTo>
                    <a:pt x="312420" y="128269"/>
                  </a:lnTo>
                  <a:lnTo>
                    <a:pt x="322579" y="128269"/>
                  </a:lnTo>
                  <a:lnTo>
                    <a:pt x="323849" y="127000"/>
                  </a:lnTo>
                  <a:close/>
                </a:path>
                <a:path w="450850" h="444500">
                  <a:moveTo>
                    <a:pt x="327659" y="123189"/>
                  </a:moveTo>
                  <a:lnTo>
                    <a:pt x="317500" y="123189"/>
                  </a:lnTo>
                  <a:lnTo>
                    <a:pt x="314960" y="125729"/>
                  </a:lnTo>
                  <a:lnTo>
                    <a:pt x="325119" y="125729"/>
                  </a:lnTo>
                  <a:lnTo>
                    <a:pt x="327659" y="123189"/>
                  </a:lnTo>
                  <a:close/>
                </a:path>
                <a:path w="450850" h="444500">
                  <a:moveTo>
                    <a:pt x="330199" y="120650"/>
                  </a:moveTo>
                  <a:lnTo>
                    <a:pt x="320039" y="120650"/>
                  </a:lnTo>
                  <a:lnTo>
                    <a:pt x="318770" y="121919"/>
                  </a:lnTo>
                  <a:lnTo>
                    <a:pt x="328929" y="121919"/>
                  </a:lnTo>
                  <a:lnTo>
                    <a:pt x="330199" y="120650"/>
                  </a:lnTo>
                  <a:close/>
                </a:path>
                <a:path w="450850" h="444500">
                  <a:moveTo>
                    <a:pt x="334009" y="116839"/>
                  </a:moveTo>
                  <a:lnTo>
                    <a:pt x="323850" y="116839"/>
                  </a:lnTo>
                  <a:lnTo>
                    <a:pt x="321310" y="119379"/>
                  </a:lnTo>
                  <a:lnTo>
                    <a:pt x="331469" y="119379"/>
                  </a:lnTo>
                  <a:lnTo>
                    <a:pt x="334009" y="116839"/>
                  </a:lnTo>
                  <a:close/>
                </a:path>
                <a:path w="450850" h="444500">
                  <a:moveTo>
                    <a:pt x="336549" y="114300"/>
                  </a:moveTo>
                  <a:lnTo>
                    <a:pt x="326389" y="114300"/>
                  </a:lnTo>
                  <a:lnTo>
                    <a:pt x="325120" y="115569"/>
                  </a:lnTo>
                  <a:lnTo>
                    <a:pt x="335279" y="115569"/>
                  </a:lnTo>
                  <a:lnTo>
                    <a:pt x="336549" y="114300"/>
                  </a:lnTo>
                  <a:close/>
                </a:path>
                <a:path w="450850" h="444500">
                  <a:moveTo>
                    <a:pt x="340359" y="110489"/>
                  </a:moveTo>
                  <a:lnTo>
                    <a:pt x="330200" y="110489"/>
                  </a:lnTo>
                  <a:lnTo>
                    <a:pt x="327660" y="113029"/>
                  </a:lnTo>
                  <a:lnTo>
                    <a:pt x="337819" y="113029"/>
                  </a:lnTo>
                  <a:lnTo>
                    <a:pt x="340359" y="110489"/>
                  </a:lnTo>
                  <a:close/>
                </a:path>
                <a:path w="450850" h="444500">
                  <a:moveTo>
                    <a:pt x="342899" y="107950"/>
                  </a:moveTo>
                  <a:lnTo>
                    <a:pt x="332739" y="107950"/>
                  </a:lnTo>
                  <a:lnTo>
                    <a:pt x="331470" y="109219"/>
                  </a:lnTo>
                  <a:lnTo>
                    <a:pt x="341629" y="109219"/>
                  </a:lnTo>
                  <a:lnTo>
                    <a:pt x="342899" y="107950"/>
                  </a:lnTo>
                  <a:close/>
                </a:path>
                <a:path w="450850" h="444500">
                  <a:moveTo>
                    <a:pt x="346709" y="104139"/>
                  </a:moveTo>
                  <a:lnTo>
                    <a:pt x="336550" y="104139"/>
                  </a:lnTo>
                  <a:lnTo>
                    <a:pt x="334010" y="106679"/>
                  </a:lnTo>
                  <a:lnTo>
                    <a:pt x="344169" y="106679"/>
                  </a:lnTo>
                  <a:lnTo>
                    <a:pt x="346709" y="104139"/>
                  </a:lnTo>
                  <a:close/>
                </a:path>
                <a:path w="450850" h="444500">
                  <a:moveTo>
                    <a:pt x="349249" y="101600"/>
                  </a:moveTo>
                  <a:lnTo>
                    <a:pt x="339089" y="101600"/>
                  </a:lnTo>
                  <a:lnTo>
                    <a:pt x="337820" y="102869"/>
                  </a:lnTo>
                  <a:lnTo>
                    <a:pt x="347979" y="102869"/>
                  </a:lnTo>
                  <a:lnTo>
                    <a:pt x="349249" y="101600"/>
                  </a:lnTo>
                  <a:close/>
                </a:path>
                <a:path w="450850" h="444500">
                  <a:moveTo>
                    <a:pt x="353059" y="97789"/>
                  </a:moveTo>
                  <a:lnTo>
                    <a:pt x="342900" y="97789"/>
                  </a:lnTo>
                  <a:lnTo>
                    <a:pt x="340360" y="100329"/>
                  </a:lnTo>
                  <a:lnTo>
                    <a:pt x="350519" y="100329"/>
                  </a:lnTo>
                  <a:lnTo>
                    <a:pt x="353059" y="97789"/>
                  </a:lnTo>
                  <a:close/>
                </a:path>
                <a:path w="450850" h="444500">
                  <a:moveTo>
                    <a:pt x="355599" y="95250"/>
                  </a:moveTo>
                  <a:lnTo>
                    <a:pt x="345439" y="95250"/>
                  </a:lnTo>
                  <a:lnTo>
                    <a:pt x="344170" y="96519"/>
                  </a:lnTo>
                  <a:lnTo>
                    <a:pt x="354329" y="96519"/>
                  </a:lnTo>
                  <a:lnTo>
                    <a:pt x="355599" y="95250"/>
                  </a:lnTo>
                  <a:close/>
                </a:path>
                <a:path w="450850" h="444500">
                  <a:moveTo>
                    <a:pt x="359409" y="91439"/>
                  </a:moveTo>
                  <a:lnTo>
                    <a:pt x="349250" y="91439"/>
                  </a:lnTo>
                  <a:lnTo>
                    <a:pt x="346710" y="93979"/>
                  </a:lnTo>
                  <a:lnTo>
                    <a:pt x="356869" y="93979"/>
                  </a:lnTo>
                  <a:lnTo>
                    <a:pt x="359409" y="91439"/>
                  </a:lnTo>
                  <a:close/>
                </a:path>
                <a:path w="450850" h="444500">
                  <a:moveTo>
                    <a:pt x="361949" y="88900"/>
                  </a:moveTo>
                  <a:lnTo>
                    <a:pt x="351789" y="88900"/>
                  </a:lnTo>
                  <a:lnTo>
                    <a:pt x="350520" y="90169"/>
                  </a:lnTo>
                  <a:lnTo>
                    <a:pt x="360679" y="90169"/>
                  </a:lnTo>
                  <a:lnTo>
                    <a:pt x="361949" y="88900"/>
                  </a:lnTo>
                  <a:close/>
                </a:path>
                <a:path w="450850" h="444500">
                  <a:moveTo>
                    <a:pt x="365759" y="85089"/>
                  </a:moveTo>
                  <a:lnTo>
                    <a:pt x="355600" y="85089"/>
                  </a:lnTo>
                  <a:lnTo>
                    <a:pt x="353060" y="87629"/>
                  </a:lnTo>
                  <a:lnTo>
                    <a:pt x="363219" y="87629"/>
                  </a:lnTo>
                  <a:lnTo>
                    <a:pt x="365759" y="85089"/>
                  </a:lnTo>
                  <a:close/>
                </a:path>
                <a:path w="450850" h="444500">
                  <a:moveTo>
                    <a:pt x="368299" y="82550"/>
                  </a:moveTo>
                  <a:lnTo>
                    <a:pt x="358139" y="82550"/>
                  </a:lnTo>
                  <a:lnTo>
                    <a:pt x="356870" y="83819"/>
                  </a:lnTo>
                  <a:lnTo>
                    <a:pt x="367029" y="83819"/>
                  </a:lnTo>
                  <a:lnTo>
                    <a:pt x="368299" y="82550"/>
                  </a:lnTo>
                  <a:close/>
                </a:path>
                <a:path w="450850" h="444500">
                  <a:moveTo>
                    <a:pt x="372109" y="78739"/>
                  </a:moveTo>
                  <a:lnTo>
                    <a:pt x="361950" y="78739"/>
                  </a:lnTo>
                  <a:lnTo>
                    <a:pt x="359410" y="81279"/>
                  </a:lnTo>
                  <a:lnTo>
                    <a:pt x="369569" y="81279"/>
                  </a:lnTo>
                  <a:lnTo>
                    <a:pt x="372109" y="78739"/>
                  </a:lnTo>
                  <a:close/>
                </a:path>
                <a:path w="450850" h="444500">
                  <a:moveTo>
                    <a:pt x="374649" y="76200"/>
                  </a:moveTo>
                  <a:lnTo>
                    <a:pt x="364489" y="76200"/>
                  </a:lnTo>
                  <a:lnTo>
                    <a:pt x="363220" y="77469"/>
                  </a:lnTo>
                  <a:lnTo>
                    <a:pt x="373379" y="77469"/>
                  </a:lnTo>
                  <a:lnTo>
                    <a:pt x="374649" y="76200"/>
                  </a:lnTo>
                  <a:close/>
                </a:path>
                <a:path w="450850" h="444500">
                  <a:moveTo>
                    <a:pt x="378459" y="72389"/>
                  </a:moveTo>
                  <a:lnTo>
                    <a:pt x="368300" y="72389"/>
                  </a:lnTo>
                  <a:lnTo>
                    <a:pt x="365760" y="74929"/>
                  </a:lnTo>
                  <a:lnTo>
                    <a:pt x="375919" y="74929"/>
                  </a:lnTo>
                  <a:lnTo>
                    <a:pt x="378459" y="72389"/>
                  </a:lnTo>
                  <a:close/>
                </a:path>
                <a:path w="450850" h="444500">
                  <a:moveTo>
                    <a:pt x="380999" y="69850"/>
                  </a:moveTo>
                  <a:lnTo>
                    <a:pt x="370839" y="69850"/>
                  </a:lnTo>
                  <a:lnTo>
                    <a:pt x="369570" y="71119"/>
                  </a:lnTo>
                  <a:lnTo>
                    <a:pt x="379729" y="71119"/>
                  </a:lnTo>
                  <a:lnTo>
                    <a:pt x="380999" y="69850"/>
                  </a:lnTo>
                  <a:close/>
                </a:path>
                <a:path w="450850" h="444500">
                  <a:moveTo>
                    <a:pt x="384809" y="66039"/>
                  </a:moveTo>
                  <a:lnTo>
                    <a:pt x="374650" y="66039"/>
                  </a:lnTo>
                  <a:lnTo>
                    <a:pt x="372110" y="68579"/>
                  </a:lnTo>
                  <a:lnTo>
                    <a:pt x="382269" y="68579"/>
                  </a:lnTo>
                  <a:lnTo>
                    <a:pt x="384809" y="66039"/>
                  </a:lnTo>
                  <a:close/>
                </a:path>
                <a:path w="450850" h="444500">
                  <a:moveTo>
                    <a:pt x="387349" y="63500"/>
                  </a:moveTo>
                  <a:lnTo>
                    <a:pt x="377189" y="63500"/>
                  </a:lnTo>
                  <a:lnTo>
                    <a:pt x="375920" y="64769"/>
                  </a:lnTo>
                  <a:lnTo>
                    <a:pt x="386079" y="64769"/>
                  </a:lnTo>
                  <a:lnTo>
                    <a:pt x="387349" y="63500"/>
                  </a:lnTo>
                  <a:close/>
                </a:path>
                <a:path w="450850" h="444500">
                  <a:moveTo>
                    <a:pt x="391159" y="59689"/>
                  </a:moveTo>
                  <a:lnTo>
                    <a:pt x="381000" y="59689"/>
                  </a:lnTo>
                  <a:lnTo>
                    <a:pt x="378460" y="62229"/>
                  </a:lnTo>
                  <a:lnTo>
                    <a:pt x="388619" y="62229"/>
                  </a:lnTo>
                  <a:lnTo>
                    <a:pt x="391159" y="59689"/>
                  </a:lnTo>
                  <a:close/>
                </a:path>
                <a:path w="450850" h="444500">
                  <a:moveTo>
                    <a:pt x="393699" y="57150"/>
                  </a:moveTo>
                  <a:lnTo>
                    <a:pt x="383539" y="57150"/>
                  </a:lnTo>
                  <a:lnTo>
                    <a:pt x="382270" y="58419"/>
                  </a:lnTo>
                  <a:lnTo>
                    <a:pt x="392429" y="58419"/>
                  </a:lnTo>
                  <a:lnTo>
                    <a:pt x="393699" y="57150"/>
                  </a:lnTo>
                  <a:close/>
                </a:path>
                <a:path w="450850" h="444500">
                  <a:moveTo>
                    <a:pt x="397509" y="53339"/>
                  </a:moveTo>
                  <a:lnTo>
                    <a:pt x="387350" y="53339"/>
                  </a:lnTo>
                  <a:lnTo>
                    <a:pt x="384810" y="55879"/>
                  </a:lnTo>
                  <a:lnTo>
                    <a:pt x="394969" y="55879"/>
                  </a:lnTo>
                  <a:lnTo>
                    <a:pt x="397509" y="53339"/>
                  </a:lnTo>
                  <a:close/>
                </a:path>
                <a:path w="450850" h="444500">
                  <a:moveTo>
                    <a:pt x="400049" y="50800"/>
                  </a:moveTo>
                  <a:lnTo>
                    <a:pt x="389889" y="50800"/>
                  </a:lnTo>
                  <a:lnTo>
                    <a:pt x="388620" y="52069"/>
                  </a:lnTo>
                  <a:lnTo>
                    <a:pt x="398779" y="52069"/>
                  </a:lnTo>
                  <a:lnTo>
                    <a:pt x="400049" y="50800"/>
                  </a:lnTo>
                  <a:close/>
                </a:path>
                <a:path w="450850" h="444500">
                  <a:moveTo>
                    <a:pt x="403859" y="46989"/>
                  </a:moveTo>
                  <a:lnTo>
                    <a:pt x="393700" y="46989"/>
                  </a:lnTo>
                  <a:lnTo>
                    <a:pt x="391160" y="49529"/>
                  </a:lnTo>
                  <a:lnTo>
                    <a:pt x="401319" y="49529"/>
                  </a:lnTo>
                  <a:lnTo>
                    <a:pt x="403859" y="46989"/>
                  </a:lnTo>
                  <a:close/>
                </a:path>
                <a:path w="450850" h="444500">
                  <a:moveTo>
                    <a:pt x="406399" y="44450"/>
                  </a:moveTo>
                  <a:lnTo>
                    <a:pt x="396239" y="44450"/>
                  </a:lnTo>
                  <a:lnTo>
                    <a:pt x="394970" y="45719"/>
                  </a:lnTo>
                  <a:lnTo>
                    <a:pt x="405129" y="45719"/>
                  </a:lnTo>
                  <a:lnTo>
                    <a:pt x="406399" y="44450"/>
                  </a:lnTo>
                  <a:close/>
                </a:path>
                <a:path w="450850" h="444500">
                  <a:moveTo>
                    <a:pt x="410209" y="40639"/>
                  </a:moveTo>
                  <a:lnTo>
                    <a:pt x="400050" y="40639"/>
                  </a:lnTo>
                  <a:lnTo>
                    <a:pt x="397510" y="43179"/>
                  </a:lnTo>
                  <a:lnTo>
                    <a:pt x="407669" y="43179"/>
                  </a:lnTo>
                  <a:lnTo>
                    <a:pt x="410209" y="40639"/>
                  </a:lnTo>
                  <a:close/>
                </a:path>
                <a:path w="450850" h="444500">
                  <a:moveTo>
                    <a:pt x="412749" y="38100"/>
                  </a:moveTo>
                  <a:lnTo>
                    <a:pt x="402589" y="38100"/>
                  </a:lnTo>
                  <a:lnTo>
                    <a:pt x="401320" y="39369"/>
                  </a:lnTo>
                  <a:lnTo>
                    <a:pt x="411479" y="39369"/>
                  </a:lnTo>
                  <a:lnTo>
                    <a:pt x="412749" y="38100"/>
                  </a:lnTo>
                  <a:close/>
                </a:path>
                <a:path w="450850" h="444500">
                  <a:moveTo>
                    <a:pt x="416559" y="34289"/>
                  </a:moveTo>
                  <a:lnTo>
                    <a:pt x="406400" y="34289"/>
                  </a:lnTo>
                  <a:lnTo>
                    <a:pt x="403860" y="36829"/>
                  </a:lnTo>
                  <a:lnTo>
                    <a:pt x="414019" y="36829"/>
                  </a:lnTo>
                  <a:lnTo>
                    <a:pt x="416559" y="34289"/>
                  </a:lnTo>
                  <a:close/>
                </a:path>
                <a:path w="450850" h="444500">
                  <a:moveTo>
                    <a:pt x="419099" y="31750"/>
                  </a:moveTo>
                  <a:lnTo>
                    <a:pt x="408939" y="31750"/>
                  </a:lnTo>
                  <a:lnTo>
                    <a:pt x="407670" y="33019"/>
                  </a:lnTo>
                  <a:lnTo>
                    <a:pt x="417829" y="33019"/>
                  </a:lnTo>
                  <a:lnTo>
                    <a:pt x="419099" y="31750"/>
                  </a:lnTo>
                  <a:close/>
                </a:path>
                <a:path w="450850" h="444500">
                  <a:moveTo>
                    <a:pt x="422909" y="27939"/>
                  </a:moveTo>
                  <a:lnTo>
                    <a:pt x="412750" y="27939"/>
                  </a:lnTo>
                  <a:lnTo>
                    <a:pt x="410210" y="30479"/>
                  </a:lnTo>
                  <a:lnTo>
                    <a:pt x="420369" y="30479"/>
                  </a:lnTo>
                  <a:lnTo>
                    <a:pt x="422909" y="27939"/>
                  </a:lnTo>
                  <a:close/>
                </a:path>
                <a:path w="450850" h="444500">
                  <a:moveTo>
                    <a:pt x="425449" y="25400"/>
                  </a:moveTo>
                  <a:lnTo>
                    <a:pt x="415289" y="25400"/>
                  </a:lnTo>
                  <a:lnTo>
                    <a:pt x="414020" y="26669"/>
                  </a:lnTo>
                  <a:lnTo>
                    <a:pt x="424179" y="26669"/>
                  </a:lnTo>
                  <a:lnTo>
                    <a:pt x="425449" y="25400"/>
                  </a:lnTo>
                  <a:close/>
                </a:path>
                <a:path w="450850" h="444500">
                  <a:moveTo>
                    <a:pt x="429259" y="21589"/>
                  </a:moveTo>
                  <a:lnTo>
                    <a:pt x="419100" y="21589"/>
                  </a:lnTo>
                  <a:lnTo>
                    <a:pt x="416560" y="24129"/>
                  </a:lnTo>
                  <a:lnTo>
                    <a:pt x="426719" y="24129"/>
                  </a:lnTo>
                  <a:lnTo>
                    <a:pt x="429259" y="21589"/>
                  </a:lnTo>
                  <a:close/>
                </a:path>
                <a:path w="450850" h="444500">
                  <a:moveTo>
                    <a:pt x="431799" y="19050"/>
                  </a:moveTo>
                  <a:lnTo>
                    <a:pt x="421639" y="19050"/>
                  </a:lnTo>
                  <a:lnTo>
                    <a:pt x="420370" y="20319"/>
                  </a:lnTo>
                  <a:lnTo>
                    <a:pt x="430529" y="20319"/>
                  </a:lnTo>
                  <a:lnTo>
                    <a:pt x="431799" y="19050"/>
                  </a:lnTo>
                  <a:close/>
                </a:path>
                <a:path w="450850" h="444500">
                  <a:moveTo>
                    <a:pt x="435609" y="15239"/>
                  </a:moveTo>
                  <a:lnTo>
                    <a:pt x="425450" y="15239"/>
                  </a:lnTo>
                  <a:lnTo>
                    <a:pt x="422910" y="17779"/>
                  </a:lnTo>
                  <a:lnTo>
                    <a:pt x="433069" y="17779"/>
                  </a:lnTo>
                  <a:lnTo>
                    <a:pt x="435609" y="15239"/>
                  </a:lnTo>
                  <a:close/>
                </a:path>
                <a:path w="450850" h="444500">
                  <a:moveTo>
                    <a:pt x="438149" y="12700"/>
                  </a:moveTo>
                  <a:lnTo>
                    <a:pt x="427989" y="12700"/>
                  </a:lnTo>
                  <a:lnTo>
                    <a:pt x="426720" y="13969"/>
                  </a:lnTo>
                  <a:lnTo>
                    <a:pt x="436879" y="13969"/>
                  </a:lnTo>
                  <a:lnTo>
                    <a:pt x="438149" y="12700"/>
                  </a:lnTo>
                  <a:close/>
                </a:path>
                <a:path w="450850" h="444500">
                  <a:moveTo>
                    <a:pt x="441959" y="8889"/>
                  </a:moveTo>
                  <a:lnTo>
                    <a:pt x="431800" y="8889"/>
                  </a:lnTo>
                  <a:lnTo>
                    <a:pt x="429260" y="11429"/>
                  </a:lnTo>
                  <a:lnTo>
                    <a:pt x="439419" y="11429"/>
                  </a:lnTo>
                  <a:lnTo>
                    <a:pt x="441959" y="8889"/>
                  </a:lnTo>
                  <a:close/>
                </a:path>
                <a:path w="450850" h="444500">
                  <a:moveTo>
                    <a:pt x="444499" y="6350"/>
                  </a:moveTo>
                  <a:lnTo>
                    <a:pt x="434339" y="6350"/>
                  </a:lnTo>
                  <a:lnTo>
                    <a:pt x="433070" y="7619"/>
                  </a:lnTo>
                  <a:lnTo>
                    <a:pt x="443229" y="7619"/>
                  </a:lnTo>
                  <a:lnTo>
                    <a:pt x="444499" y="6350"/>
                  </a:lnTo>
                  <a:close/>
                </a:path>
                <a:path w="450850" h="444500">
                  <a:moveTo>
                    <a:pt x="448309" y="2539"/>
                  </a:moveTo>
                  <a:lnTo>
                    <a:pt x="438150" y="2539"/>
                  </a:lnTo>
                  <a:lnTo>
                    <a:pt x="435610" y="5079"/>
                  </a:lnTo>
                  <a:lnTo>
                    <a:pt x="445769" y="5079"/>
                  </a:lnTo>
                  <a:lnTo>
                    <a:pt x="448309" y="2539"/>
                  </a:lnTo>
                  <a:close/>
                </a:path>
                <a:path w="450850" h="444500">
                  <a:moveTo>
                    <a:pt x="450849" y="0"/>
                  </a:moveTo>
                  <a:lnTo>
                    <a:pt x="440689" y="0"/>
                  </a:lnTo>
                  <a:lnTo>
                    <a:pt x="439420" y="1269"/>
                  </a:lnTo>
                  <a:lnTo>
                    <a:pt x="449579" y="1269"/>
                  </a:lnTo>
                  <a:lnTo>
                    <a:pt x="450849" y="0"/>
                  </a:lnTo>
                  <a:close/>
                </a:path>
                <a:path w="450850" h="444500">
                  <a:moveTo>
                    <a:pt x="257809" y="193040"/>
                  </a:moveTo>
                  <a:lnTo>
                    <a:pt x="247649" y="193040"/>
                  </a:lnTo>
                  <a:lnTo>
                    <a:pt x="222250" y="218439"/>
                  </a:lnTo>
                  <a:lnTo>
                    <a:pt x="232409" y="218439"/>
                  </a:lnTo>
                  <a:lnTo>
                    <a:pt x="257809" y="193040"/>
                  </a:lnTo>
                  <a:close/>
                </a:path>
                <a:path w="450850" h="444500">
                  <a:moveTo>
                    <a:pt x="232409" y="218440"/>
                  </a:moveTo>
                  <a:lnTo>
                    <a:pt x="222249" y="218440"/>
                  </a:lnTo>
                  <a:lnTo>
                    <a:pt x="171450" y="269239"/>
                  </a:lnTo>
                  <a:lnTo>
                    <a:pt x="181609" y="269239"/>
                  </a:lnTo>
                  <a:lnTo>
                    <a:pt x="232409" y="218440"/>
                  </a:lnTo>
                  <a:close/>
                </a:path>
                <a:path w="450850" h="444500">
                  <a:moveTo>
                    <a:pt x="10159" y="440689"/>
                  </a:moveTo>
                  <a:lnTo>
                    <a:pt x="3809" y="440689"/>
                  </a:lnTo>
                  <a:lnTo>
                    <a:pt x="3809" y="441960"/>
                  </a:lnTo>
                  <a:lnTo>
                    <a:pt x="6349" y="441960"/>
                  </a:lnTo>
                  <a:lnTo>
                    <a:pt x="6349" y="444499"/>
                  </a:lnTo>
                  <a:lnTo>
                    <a:pt x="10159" y="440689"/>
                  </a:lnTo>
                  <a:close/>
                </a:path>
                <a:path w="450850" h="444500">
                  <a:moveTo>
                    <a:pt x="1269" y="439420"/>
                  </a:moveTo>
                  <a:lnTo>
                    <a:pt x="0" y="440689"/>
                  </a:lnTo>
                  <a:lnTo>
                    <a:pt x="1269" y="440689"/>
                  </a:lnTo>
                  <a:lnTo>
                    <a:pt x="1269" y="439420"/>
                  </a:lnTo>
                  <a:close/>
                </a:path>
                <a:path w="450850" h="444500">
                  <a:moveTo>
                    <a:pt x="12699" y="438150"/>
                  </a:moveTo>
                  <a:lnTo>
                    <a:pt x="2539" y="438150"/>
                  </a:lnTo>
                  <a:lnTo>
                    <a:pt x="1269" y="439420"/>
                  </a:lnTo>
                  <a:lnTo>
                    <a:pt x="11429" y="439420"/>
                  </a:lnTo>
                  <a:lnTo>
                    <a:pt x="12699" y="438150"/>
                  </a:lnTo>
                  <a:close/>
                </a:path>
                <a:path w="450850" h="444500">
                  <a:moveTo>
                    <a:pt x="16509" y="434339"/>
                  </a:moveTo>
                  <a:lnTo>
                    <a:pt x="6350" y="434339"/>
                  </a:lnTo>
                  <a:lnTo>
                    <a:pt x="3809" y="436880"/>
                  </a:lnTo>
                  <a:lnTo>
                    <a:pt x="13969" y="436880"/>
                  </a:lnTo>
                  <a:lnTo>
                    <a:pt x="16509" y="434339"/>
                  </a:lnTo>
                  <a:close/>
                </a:path>
                <a:path w="450850" h="444500">
                  <a:moveTo>
                    <a:pt x="19049" y="431800"/>
                  </a:moveTo>
                  <a:lnTo>
                    <a:pt x="8889" y="431800"/>
                  </a:lnTo>
                  <a:lnTo>
                    <a:pt x="7619" y="433070"/>
                  </a:lnTo>
                  <a:lnTo>
                    <a:pt x="17779" y="433070"/>
                  </a:lnTo>
                  <a:lnTo>
                    <a:pt x="19049" y="431800"/>
                  </a:lnTo>
                  <a:close/>
                </a:path>
                <a:path w="450850" h="444500">
                  <a:moveTo>
                    <a:pt x="22859" y="427989"/>
                  </a:moveTo>
                  <a:lnTo>
                    <a:pt x="12700" y="427989"/>
                  </a:lnTo>
                  <a:lnTo>
                    <a:pt x="10159" y="430530"/>
                  </a:lnTo>
                  <a:lnTo>
                    <a:pt x="20319" y="430530"/>
                  </a:lnTo>
                  <a:lnTo>
                    <a:pt x="22859" y="427989"/>
                  </a:lnTo>
                  <a:close/>
                </a:path>
                <a:path w="450850" h="444500">
                  <a:moveTo>
                    <a:pt x="25399" y="425450"/>
                  </a:moveTo>
                  <a:lnTo>
                    <a:pt x="15239" y="425450"/>
                  </a:lnTo>
                  <a:lnTo>
                    <a:pt x="13969" y="426720"/>
                  </a:lnTo>
                  <a:lnTo>
                    <a:pt x="24129" y="426720"/>
                  </a:lnTo>
                  <a:lnTo>
                    <a:pt x="25399" y="425450"/>
                  </a:lnTo>
                  <a:close/>
                </a:path>
                <a:path w="450850" h="444500">
                  <a:moveTo>
                    <a:pt x="29209" y="421639"/>
                  </a:moveTo>
                  <a:lnTo>
                    <a:pt x="19050" y="421639"/>
                  </a:lnTo>
                  <a:lnTo>
                    <a:pt x="16509" y="424180"/>
                  </a:lnTo>
                  <a:lnTo>
                    <a:pt x="26669" y="424180"/>
                  </a:lnTo>
                  <a:lnTo>
                    <a:pt x="29209" y="421639"/>
                  </a:lnTo>
                  <a:close/>
                </a:path>
                <a:path w="450850" h="444500">
                  <a:moveTo>
                    <a:pt x="31749" y="419100"/>
                  </a:moveTo>
                  <a:lnTo>
                    <a:pt x="21589" y="419100"/>
                  </a:lnTo>
                  <a:lnTo>
                    <a:pt x="20319" y="420370"/>
                  </a:lnTo>
                  <a:lnTo>
                    <a:pt x="30479" y="420370"/>
                  </a:lnTo>
                  <a:lnTo>
                    <a:pt x="31749" y="419100"/>
                  </a:lnTo>
                  <a:close/>
                </a:path>
                <a:path w="450850" h="444500">
                  <a:moveTo>
                    <a:pt x="35559" y="415289"/>
                  </a:moveTo>
                  <a:lnTo>
                    <a:pt x="25400" y="415289"/>
                  </a:lnTo>
                  <a:lnTo>
                    <a:pt x="22859" y="417830"/>
                  </a:lnTo>
                  <a:lnTo>
                    <a:pt x="33019" y="417830"/>
                  </a:lnTo>
                  <a:lnTo>
                    <a:pt x="35559" y="415289"/>
                  </a:lnTo>
                  <a:close/>
                </a:path>
                <a:path w="450850" h="444500">
                  <a:moveTo>
                    <a:pt x="38099" y="412750"/>
                  </a:moveTo>
                  <a:lnTo>
                    <a:pt x="27939" y="412750"/>
                  </a:lnTo>
                  <a:lnTo>
                    <a:pt x="26669" y="414020"/>
                  </a:lnTo>
                  <a:lnTo>
                    <a:pt x="36829" y="414020"/>
                  </a:lnTo>
                  <a:lnTo>
                    <a:pt x="38099" y="412750"/>
                  </a:lnTo>
                  <a:close/>
                </a:path>
                <a:path w="450850" h="444500">
                  <a:moveTo>
                    <a:pt x="41909" y="408939"/>
                  </a:moveTo>
                  <a:lnTo>
                    <a:pt x="31750" y="408939"/>
                  </a:lnTo>
                  <a:lnTo>
                    <a:pt x="29209" y="411480"/>
                  </a:lnTo>
                  <a:lnTo>
                    <a:pt x="39369" y="411480"/>
                  </a:lnTo>
                  <a:lnTo>
                    <a:pt x="41909" y="408939"/>
                  </a:lnTo>
                  <a:close/>
                </a:path>
                <a:path w="450850" h="444500">
                  <a:moveTo>
                    <a:pt x="44449" y="406400"/>
                  </a:moveTo>
                  <a:lnTo>
                    <a:pt x="34289" y="406400"/>
                  </a:lnTo>
                  <a:lnTo>
                    <a:pt x="33019" y="407670"/>
                  </a:lnTo>
                  <a:lnTo>
                    <a:pt x="43179" y="407670"/>
                  </a:lnTo>
                  <a:lnTo>
                    <a:pt x="44449" y="406400"/>
                  </a:lnTo>
                  <a:close/>
                </a:path>
                <a:path w="450850" h="444500">
                  <a:moveTo>
                    <a:pt x="48259" y="402589"/>
                  </a:moveTo>
                  <a:lnTo>
                    <a:pt x="38100" y="402589"/>
                  </a:lnTo>
                  <a:lnTo>
                    <a:pt x="35559" y="405130"/>
                  </a:lnTo>
                  <a:lnTo>
                    <a:pt x="45719" y="405130"/>
                  </a:lnTo>
                  <a:lnTo>
                    <a:pt x="48259" y="402589"/>
                  </a:lnTo>
                  <a:close/>
                </a:path>
                <a:path w="450850" h="444500">
                  <a:moveTo>
                    <a:pt x="50799" y="400050"/>
                  </a:moveTo>
                  <a:lnTo>
                    <a:pt x="40639" y="400050"/>
                  </a:lnTo>
                  <a:lnTo>
                    <a:pt x="39369" y="401320"/>
                  </a:lnTo>
                  <a:lnTo>
                    <a:pt x="49529" y="401320"/>
                  </a:lnTo>
                  <a:lnTo>
                    <a:pt x="50799" y="400050"/>
                  </a:lnTo>
                  <a:close/>
                </a:path>
                <a:path w="450850" h="444500">
                  <a:moveTo>
                    <a:pt x="54609" y="396239"/>
                  </a:moveTo>
                  <a:lnTo>
                    <a:pt x="44450" y="396239"/>
                  </a:lnTo>
                  <a:lnTo>
                    <a:pt x="41909" y="398780"/>
                  </a:lnTo>
                  <a:lnTo>
                    <a:pt x="52069" y="398780"/>
                  </a:lnTo>
                  <a:lnTo>
                    <a:pt x="54609" y="396239"/>
                  </a:lnTo>
                  <a:close/>
                </a:path>
                <a:path w="450850" h="444500">
                  <a:moveTo>
                    <a:pt x="57149" y="393700"/>
                  </a:moveTo>
                  <a:lnTo>
                    <a:pt x="46989" y="393700"/>
                  </a:lnTo>
                  <a:lnTo>
                    <a:pt x="45719" y="394970"/>
                  </a:lnTo>
                  <a:lnTo>
                    <a:pt x="55879" y="394970"/>
                  </a:lnTo>
                  <a:lnTo>
                    <a:pt x="57149" y="393700"/>
                  </a:lnTo>
                  <a:close/>
                </a:path>
                <a:path w="450850" h="444500">
                  <a:moveTo>
                    <a:pt x="60959" y="389889"/>
                  </a:moveTo>
                  <a:lnTo>
                    <a:pt x="50800" y="389889"/>
                  </a:lnTo>
                  <a:lnTo>
                    <a:pt x="48259" y="392430"/>
                  </a:lnTo>
                  <a:lnTo>
                    <a:pt x="58419" y="392430"/>
                  </a:lnTo>
                  <a:lnTo>
                    <a:pt x="60959" y="389889"/>
                  </a:lnTo>
                  <a:close/>
                </a:path>
                <a:path w="450850" h="444500">
                  <a:moveTo>
                    <a:pt x="63499" y="387350"/>
                  </a:moveTo>
                  <a:lnTo>
                    <a:pt x="53339" y="387350"/>
                  </a:lnTo>
                  <a:lnTo>
                    <a:pt x="52069" y="388620"/>
                  </a:lnTo>
                  <a:lnTo>
                    <a:pt x="62229" y="388620"/>
                  </a:lnTo>
                  <a:lnTo>
                    <a:pt x="63499" y="387350"/>
                  </a:lnTo>
                  <a:close/>
                </a:path>
                <a:path w="450850" h="444500">
                  <a:moveTo>
                    <a:pt x="67309" y="383539"/>
                  </a:moveTo>
                  <a:lnTo>
                    <a:pt x="57150" y="383539"/>
                  </a:lnTo>
                  <a:lnTo>
                    <a:pt x="54609" y="386080"/>
                  </a:lnTo>
                  <a:lnTo>
                    <a:pt x="64769" y="386080"/>
                  </a:lnTo>
                  <a:lnTo>
                    <a:pt x="67309" y="383539"/>
                  </a:lnTo>
                  <a:close/>
                </a:path>
                <a:path w="450850" h="444500">
                  <a:moveTo>
                    <a:pt x="69849" y="381000"/>
                  </a:moveTo>
                  <a:lnTo>
                    <a:pt x="59689" y="381000"/>
                  </a:lnTo>
                  <a:lnTo>
                    <a:pt x="58419" y="382270"/>
                  </a:lnTo>
                  <a:lnTo>
                    <a:pt x="68579" y="382270"/>
                  </a:lnTo>
                  <a:lnTo>
                    <a:pt x="69849" y="381000"/>
                  </a:lnTo>
                  <a:close/>
                </a:path>
                <a:path w="450850" h="444500">
                  <a:moveTo>
                    <a:pt x="73659" y="377189"/>
                  </a:moveTo>
                  <a:lnTo>
                    <a:pt x="63500" y="377189"/>
                  </a:lnTo>
                  <a:lnTo>
                    <a:pt x="60959" y="379730"/>
                  </a:lnTo>
                  <a:lnTo>
                    <a:pt x="71119" y="379730"/>
                  </a:lnTo>
                  <a:lnTo>
                    <a:pt x="73659" y="377189"/>
                  </a:lnTo>
                  <a:close/>
                </a:path>
                <a:path w="450850" h="444500">
                  <a:moveTo>
                    <a:pt x="76199" y="374650"/>
                  </a:moveTo>
                  <a:lnTo>
                    <a:pt x="66039" y="374650"/>
                  </a:lnTo>
                  <a:lnTo>
                    <a:pt x="64769" y="375920"/>
                  </a:lnTo>
                  <a:lnTo>
                    <a:pt x="74929" y="375920"/>
                  </a:lnTo>
                  <a:lnTo>
                    <a:pt x="76199" y="374650"/>
                  </a:lnTo>
                  <a:close/>
                </a:path>
                <a:path w="450850" h="444500">
                  <a:moveTo>
                    <a:pt x="80009" y="370839"/>
                  </a:moveTo>
                  <a:lnTo>
                    <a:pt x="69850" y="370839"/>
                  </a:lnTo>
                  <a:lnTo>
                    <a:pt x="67309" y="373380"/>
                  </a:lnTo>
                  <a:lnTo>
                    <a:pt x="77469" y="373380"/>
                  </a:lnTo>
                  <a:lnTo>
                    <a:pt x="80009" y="370839"/>
                  </a:lnTo>
                  <a:close/>
                </a:path>
                <a:path w="450850" h="444500">
                  <a:moveTo>
                    <a:pt x="82549" y="368300"/>
                  </a:moveTo>
                  <a:lnTo>
                    <a:pt x="72389" y="368300"/>
                  </a:lnTo>
                  <a:lnTo>
                    <a:pt x="71119" y="369570"/>
                  </a:lnTo>
                  <a:lnTo>
                    <a:pt x="81279" y="369570"/>
                  </a:lnTo>
                  <a:lnTo>
                    <a:pt x="82549" y="368300"/>
                  </a:lnTo>
                  <a:close/>
                </a:path>
                <a:path w="450850" h="444500">
                  <a:moveTo>
                    <a:pt x="86359" y="364489"/>
                  </a:moveTo>
                  <a:lnTo>
                    <a:pt x="76200" y="364489"/>
                  </a:lnTo>
                  <a:lnTo>
                    <a:pt x="73659" y="367030"/>
                  </a:lnTo>
                  <a:lnTo>
                    <a:pt x="83819" y="367030"/>
                  </a:lnTo>
                  <a:lnTo>
                    <a:pt x="86359" y="364489"/>
                  </a:lnTo>
                  <a:close/>
                </a:path>
                <a:path w="450850" h="444500">
                  <a:moveTo>
                    <a:pt x="88899" y="361950"/>
                  </a:moveTo>
                  <a:lnTo>
                    <a:pt x="78739" y="361950"/>
                  </a:lnTo>
                  <a:lnTo>
                    <a:pt x="77469" y="363220"/>
                  </a:lnTo>
                  <a:lnTo>
                    <a:pt x="87629" y="363220"/>
                  </a:lnTo>
                  <a:lnTo>
                    <a:pt x="88899" y="361950"/>
                  </a:lnTo>
                  <a:close/>
                </a:path>
                <a:path w="450850" h="444500">
                  <a:moveTo>
                    <a:pt x="92709" y="358139"/>
                  </a:moveTo>
                  <a:lnTo>
                    <a:pt x="82550" y="358139"/>
                  </a:lnTo>
                  <a:lnTo>
                    <a:pt x="80009" y="360680"/>
                  </a:lnTo>
                  <a:lnTo>
                    <a:pt x="90169" y="360680"/>
                  </a:lnTo>
                  <a:lnTo>
                    <a:pt x="92709" y="358139"/>
                  </a:lnTo>
                  <a:close/>
                </a:path>
                <a:path w="450850" h="444500">
                  <a:moveTo>
                    <a:pt x="95249" y="355600"/>
                  </a:moveTo>
                  <a:lnTo>
                    <a:pt x="85089" y="355600"/>
                  </a:lnTo>
                  <a:lnTo>
                    <a:pt x="83819" y="356870"/>
                  </a:lnTo>
                  <a:lnTo>
                    <a:pt x="93979" y="356870"/>
                  </a:lnTo>
                  <a:lnTo>
                    <a:pt x="95249" y="355600"/>
                  </a:lnTo>
                  <a:close/>
                </a:path>
                <a:path w="450850" h="444500">
                  <a:moveTo>
                    <a:pt x="99059" y="351789"/>
                  </a:moveTo>
                  <a:lnTo>
                    <a:pt x="88900" y="351789"/>
                  </a:lnTo>
                  <a:lnTo>
                    <a:pt x="86359" y="354330"/>
                  </a:lnTo>
                  <a:lnTo>
                    <a:pt x="96519" y="354330"/>
                  </a:lnTo>
                  <a:lnTo>
                    <a:pt x="99059" y="351789"/>
                  </a:lnTo>
                  <a:close/>
                </a:path>
                <a:path w="450850" h="444500">
                  <a:moveTo>
                    <a:pt x="101599" y="349250"/>
                  </a:moveTo>
                  <a:lnTo>
                    <a:pt x="91439" y="349250"/>
                  </a:lnTo>
                  <a:lnTo>
                    <a:pt x="90169" y="350520"/>
                  </a:lnTo>
                  <a:lnTo>
                    <a:pt x="100329" y="350520"/>
                  </a:lnTo>
                  <a:lnTo>
                    <a:pt x="101599" y="349250"/>
                  </a:lnTo>
                  <a:close/>
                </a:path>
                <a:path w="450850" h="444500">
                  <a:moveTo>
                    <a:pt x="114299" y="336550"/>
                  </a:moveTo>
                  <a:lnTo>
                    <a:pt x="104139" y="336550"/>
                  </a:lnTo>
                  <a:lnTo>
                    <a:pt x="92709" y="347980"/>
                  </a:lnTo>
                  <a:lnTo>
                    <a:pt x="102869" y="347980"/>
                  </a:lnTo>
                  <a:lnTo>
                    <a:pt x="114299" y="336550"/>
                  </a:lnTo>
                  <a:close/>
                </a:path>
                <a:path w="450850" h="444500">
                  <a:moveTo>
                    <a:pt x="126999" y="323850"/>
                  </a:moveTo>
                  <a:lnTo>
                    <a:pt x="116839" y="323850"/>
                  </a:lnTo>
                  <a:lnTo>
                    <a:pt x="105409" y="335280"/>
                  </a:lnTo>
                  <a:lnTo>
                    <a:pt x="115569" y="335280"/>
                  </a:lnTo>
                  <a:lnTo>
                    <a:pt x="126999" y="323850"/>
                  </a:lnTo>
                  <a:close/>
                </a:path>
                <a:path w="450850" h="444500">
                  <a:moveTo>
                    <a:pt x="130809" y="320039"/>
                  </a:moveTo>
                  <a:lnTo>
                    <a:pt x="120650" y="320039"/>
                  </a:lnTo>
                  <a:lnTo>
                    <a:pt x="118109" y="322580"/>
                  </a:lnTo>
                  <a:lnTo>
                    <a:pt x="128269" y="322580"/>
                  </a:lnTo>
                  <a:lnTo>
                    <a:pt x="130809" y="320039"/>
                  </a:lnTo>
                  <a:close/>
                </a:path>
                <a:path w="450850" h="444500">
                  <a:moveTo>
                    <a:pt x="133349" y="317500"/>
                  </a:moveTo>
                  <a:lnTo>
                    <a:pt x="123189" y="317500"/>
                  </a:lnTo>
                  <a:lnTo>
                    <a:pt x="121919" y="318770"/>
                  </a:lnTo>
                  <a:lnTo>
                    <a:pt x="132079" y="318770"/>
                  </a:lnTo>
                  <a:lnTo>
                    <a:pt x="133349" y="317500"/>
                  </a:lnTo>
                  <a:close/>
                </a:path>
                <a:path w="450850" h="444500">
                  <a:moveTo>
                    <a:pt x="137159" y="313689"/>
                  </a:moveTo>
                  <a:lnTo>
                    <a:pt x="127000" y="313689"/>
                  </a:lnTo>
                  <a:lnTo>
                    <a:pt x="124459" y="316230"/>
                  </a:lnTo>
                  <a:lnTo>
                    <a:pt x="134619" y="316230"/>
                  </a:lnTo>
                  <a:lnTo>
                    <a:pt x="137159" y="313689"/>
                  </a:lnTo>
                  <a:close/>
                </a:path>
                <a:path w="450850" h="444500">
                  <a:moveTo>
                    <a:pt x="149859" y="300989"/>
                  </a:moveTo>
                  <a:lnTo>
                    <a:pt x="139700" y="300989"/>
                  </a:lnTo>
                  <a:lnTo>
                    <a:pt x="128269" y="312420"/>
                  </a:lnTo>
                  <a:lnTo>
                    <a:pt x="138429" y="312420"/>
                  </a:lnTo>
                  <a:lnTo>
                    <a:pt x="149859" y="300989"/>
                  </a:lnTo>
                  <a:close/>
                </a:path>
                <a:path w="450850" h="444500">
                  <a:moveTo>
                    <a:pt x="158749" y="292100"/>
                  </a:moveTo>
                  <a:lnTo>
                    <a:pt x="148589" y="292100"/>
                  </a:lnTo>
                  <a:lnTo>
                    <a:pt x="140969" y="299720"/>
                  </a:lnTo>
                  <a:lnTo>
                    <a:pt x="151129" y="299720"/>
                  </a:lnTo>
                  <a:lnTo>
                    <a:pt x="158749" y="292100"/>
                  </a:lnTo>
                  <a:close/>
                </a:path>
                <a:path w="450850" h="444500">
                  <a:moveTo>
                    <a:pt x="175259" y="275589"/>
                  </a:moveTo>
                  <a:lnTo>
                    <a:pt x="165100" y="275589"/>
                  </a:lnTo>
                  <a:lnTo>
                    <a:pt x="149859" y="290830"/>
                  </a:lnTo>
                  <a:lnTo>
                    <a:pt x="160019" y="290830"/>
                  </a:lnTo>
                  <a:lnTo>
                    <a:pt x="175259" y="275589"/>
                  </a:lnTo>
                  <a:close/>
                </a:path>
                <a:path w="450850" h="444500">
                  <a:moveTo>
                    <a:pt x="180339" y="270510"/>
                  </a:moveTo>
                  <a:lnTo>
                    <a:pt x="170179" y="270510"/>
                  </a:lnTo>
                  <a:lnTo>
                    <a:pt x="166369" y="274320"/>
                  </a:lnTo>
                  <a:lnTo>
                    <a:pt x="176529" y="274320"/>
                  </a:lnTo>
                  <a:lnTo>
                    <a:pt x="180339" y="270510"/>
                  </a:lnTo>
                  <a:close/>
                </a:path>
              </a:pathLst>
            </a:custGeom>
            <a:solidFill>
              <a:srgbClr val="8650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3">
              <a:extLst>
                <a:ext uri="{FF2B5EF4-FFF2-40B4-BE49-F238E27FC236}">
                  <a16:creationId xmlns:a16="http://schemas.microsoft.com/office/drawing/2014/main" id="{50E913A2-5C25-E833-6BA5-92347A0BEB30}"/>
                </a:ext>
              </a:extLst>
            </p:cNvPr>
            <p:cNvSpPr/>
            <p:nvPr/>
          </p:nvSpPr>
          <p:spPr>
            <a:xfrm>
              <a:off x="2595880" y="2585719"/>
              <a:ext cx="455930" cy="448309"/>
            </a:xfrm>
            <a:custGeom>
              <a:avLst/>
              <a:gdLst/>
              <a:ahLst/>
              <a:cxnLst/>
              <a:rect l="l" t="t" r="r" b="b"/>
              <a:pathLst>
                <a:path w="455930" h="448310">
                  <a:moveTo>
                    <a:pt x="267970" y="187960"/>
                  </a:moveTo>
                  <a:lnTo>
                    <a:pt x="257810" y="187960"/>
                  </a:lnTo>
                  <a:lnTo>
                    <a:pt x="251460" y="194310"/>
                  </a:lnTo>
                  <a:lnTo>
                    <a:pt x="261620" y="194310"/>
                  </a:lnTo>
                  <a:lnTo>
                    <a:pt x="267970" y="187960"/>
                  </a:lnTo>
                  <a:close/>
                </a:path>
                <a:path w="455930" h="448310">
                  <a:moveTo>
                    <a:pt x="270510" y="185420"/>
                  </a:moveTo>
                  <a:lnTo>
                    <a:pt x="260350" y="185420"/>
                  </a:lnTo>
                  <a:lnTo>
                    <a:pt x="259080" y="186689"/>
                  </a:lnTo>
                  <a:lnTo>
                    <a:pt x="269240" y="186689"/>
                  </a:lnTo>
                  <a:lnTo>
                    <a:pt x="270510" y="185420"/>
                  </a:lnTo>
                  <a:close/>
                </a:path>
                <a:path w="455930" h="448310">
                  <a:moveTo>
                    <a:pt x="274320" y="181610"/>
                  </a:moveTo>
                  <a:lnTo>
                    <a:pt x="264160" y="181610"/>
                  </a:lnTo>
                  <a:lnTo>
                    <a:pt x="261620" y="184150"/>
                  </a:lnTo>
                  <a:lnTo>
                    <a:pt x="271780" y="184150"/>
                  </a:lnTo>
                  <a:lnTo>
                    <a:pt x="274320" y="181610"/>
                  </a:lnTo>
                  <a:close/>
                </a:path>
                <a:path w="455930" h="448310">
                  <a:moveTo>
                    <a:pt x="276860" y="179070"/>
                  </a:moveTo>
                  <a:lnTo>
                    <a:pt x="266700" y="179070"/>
                  </a:lnTo>
                  <a:lnTo>
                    <a:pt x="265430" y="180339"/>
                  </a:lnTo>
                  <a:lnTo>
                    <a:pt x="275590" y="180339"/>
                  </a:lnTo>
                  <a:lnTo>
                    <a:pt x="276860" y="179070"/>
                  </a:lnTo>
                  <a:close/>
                </a:path>
                <a:path w="455930" h="448310">
                  <a:moveTo>
                    <a:pt x="280670" y="175260"/>
                  </a:moveTo>
                  <a:lnTo>
                    <a:pt x="270510" y="175260"/>
                  </a:lnTo>
                  <a:lnTo>
                    <a:pt x="267970" y="177800"/>
                  </a:lnTo>
                  <a:lnTo>
                    <a:pt x="278130" y="177800"/>
                  </a:lnTo>
                  <a:lnTo>
                    <a:pt x="280670" y="175260"/>
                  </a:lnTo>
                  <a:close/>
                </a:path>
                <a:path w="455930" h="448310">
                  <a:moveTo>
                    <a:pt x="283210" y="172720"/>
                  </a:moveTo>
                  <a:lnTo>
                    <a:pt x="273050" y="172720"/>
                  </a:lnTo>
                  <a:lnTo>
                    <a:pt x="271780" y="173989"/>
                  </a:lnTo>
                  <a:lnTo>
                    <a:pt x="281940" y="173989"/>
                  </a:lnTo>
                  <a:lnTo>
                    <a:pt x="283210" y="172720"/>
                  </a:lnTo>
                  <a:close/>
                </a:path>
                <a:path w="455930" h="448310">
                  <a:moveTo>
                    <a:pt x="295910" y="160020"/>
                  </a:moveTo>
                  <a:lnTo>
                    <a:pt x="285750" y="160020"/>
                  </a:lnTo>
                  <a:lnTo>
                    <a:pt x="274320" y="171450"/>
                  </a:lnTo>
                  <a:lnTo>
                    <a:pt x="284480" y="171450"/>
                  </a:lnTo>
                  <a:lnTo>
                    <a:pt x="295910" y="160020"/>
                  </a:lnTo>
                  <a:close/>
                </a:path>
                <a:path w="455930" h="448310">
                  <a:moveTo>
                    <a:pt x="308610" y="147320"/>
                  </a:moveTo>
                  <a:lnTo>
                    <a:pt x="298450" y="147320"/>
                  </a:lnTo>
                  <a:lnTo>
                    <a:pt x="287020" y="158750"/>
                  </a:lnTo>
                  <a:lnTo>
                    <a:pt x="297180" y="158750"/>
                  </a:lnTo>
                  <a:lnTo>
                    <a:pt x="308610" y="147320"/>
                  </a:lnTo>
                  <a:close/>
                </a:path>
                <a:path w="455930" h="448310">
                  <a:moveTo>
                    <a:pt x="312420" y="143510"/>
                  </a:moveTo>
                  <a:lnTo>
                    <a:pt x="302260" y="143510"/>
                  </a:lnTo>
                  <a:lnTo>
                    <a:pt x="299720" y="146050"/>
                  </a:lnTo>
                  <a:lnTo>
                    <a:pt x="309880" y="146050"/>
                  </a:lnTo>
                  <a:lnTo>
                    <a:pt x="312420" y="143510"/>
                  </a:lnTo>
                  <a:close/>
                </a:path>
                <a:path w="455930" h="448310">
                  <a:moveTo>
                    <a:pt x="314960" y="140970"/>
                  </a:moveTo>
                  <a:lnTo>
                    <a:pt x="304800" y="140970"/>
                  </a:lnTo>
                  <a:lnTo>
                    <a:pt x="303530" y="142239"/>
                  </a:lnTo>
                  <a:lnTo>
                    <a:pt x="313690" y="142239"/>
                  </a:lnTo>
                  <a:lnTo>
                    <a:pt x="314960" y="140970"/>
                  </a:lnTo>
                  <a:close/>
                </a:path>
                <a:path w="455930" h="448310">
                  <a:moveTo>
                    <a:pt x="318770" y="137160"/>
                  </a:moveTo>
                  <a:lnTo>
                    <a:pt x="308610" y="137160"/>
                  </a:lnTo>
                  <a:lnTo>
                    <a:pt x="306070" y="139700"/>
                  </a:lnTo>
                  <a:lnTo>
                    <a:pt x="316230" y="139700"/>
                  </a:lnTo>
                  <a:lnTo>
                    <a:pt x="318770" y="137160"/>
                  </a:lnTo>
                  <a:close/>
                </a:path>
                <a:path w="455930" h="448310">
                  <a:moveTo>
                    <a:pt x="321310" y="134620"/>
                  </a:moveTo>
                  <a:lnTo>
                    <a:pt x="311150" y="134620"/>
                  </a:lnTo>
                  <a:lnTo>
                    <a:pt x="309880" y="135889"/>
                  </a:lnTo>
                  <a:lnTo>
                    <a:pt x="320040" y="135889"/>
                  </a:lnTo>
                  <a:lnTo>
                    <a:pt x="321310" y="134620"/>
                  </a:lnTo>
                  <a:close/>
                </a:path>
                <a:path w="455930" h="448310">
                  <a:moveTo>
                    <a:pt x="325120" y="130810"/>
                  </a:moveTo>
                  <a:lnTo>
                    <a:pt x="314960" y="130810"/>
                  </a:lnTo>
                  <a:lnTo>
                    <a:pt x="312420" y="133350"/>
                  </a:lnTo>
                  <a:lnTo>
                    <a:pt x="322580" y="133350"/>
                  </a:lnTo>
                  <a:lnTo>
                    <a:pt x="325120" y="130810"/>
                  </a:lnTo>
                  <a:close/>
                </a:path>
                <a:path w="455930" h="448310">
                  <a:moveTo>
                    <a:pt x="327660" y="128270"/>
                  </a:moveTo>
                  <a:lnTo>
                    <a:pt x="317500" y="128270"/>
                  </a:lnTo>
                  <a:lnTo>
                    <a:pt x="316230" y="129539"/>
                  </a:lnTo>
                  <a:lnTo>
                    <a:pt x="326390" y="129539"/>
                  </a:lnTo>
                  <a:lnTo>
                    <a:pt x="327660" y="128270"/>
                  </a:lnTo>
                  <a:close/>
                </a:path>
                <a:path w="455930" h="448310">
                  <a:moveTo>
                    <a:pt x="331470" y="124460"/>
                  </a:moveTo>
                  <a:lnTo>
                    <a:pt x="321310" y="124460"/>
                  </a:lnTo>
                  <a:lnTo>
                    <a:pt x="318770" y="127000"/>
                  </a:lnTo>
                  <a:lnTo>
                    <a:pt x="328930" y="127000"/>
                  </a:lnTo>
                  <a:lnTo>
                    <a:pt x="331470" y="124460"/>
                  </a:lnTo>
                  <a:close/>
                </a:path>
                <a:path w="455930" h="448310">
                  <a:moveTo>
                    <a:pt x="334010" y="121920"/>
                  </a:moveTo>
                  <a:lnTo>
                    <a:pt x="323850" y="121920"/>
                  </a:lnTo>
                  <a:lnTo>
                    <a:pt x="322580" y="123189"/>
                  </a:lnTo>
                  <a:lnTo>
                    <a:pt x="332740" y="123189"/>
                  </a:lnTo>
                  <a:lnTo>
                    <a:pt x="334010" y="121920"/>
                  </a:lnTo>
                  <a:close/>
                </a:path>
                <a:path w="455930" h="448310">
                  <a:moveTo>
                    <a:pt x="337820" y="118110"/>
                  </a:moveTo>
                  <a:lnTo>
                    <a:pt x="327660" y="118110"/>
                  </a:lnTo>
                  <a:lnTo>
                    <a:pt x="325120" y="120650"/>
                  </a:lnTo>
                  <a:lnTo>
                    <a:pt x="335280" y="120650"/>
                  </a:lnTo>
                  <a:lnTo>
                    <a:pt x="337820" y="118110"/>
                  </a:lnTo>
                  <a:close/>
                </a:path>
                <a:path w="455930" h="448310">
                  <a:moveTo>
                    <a:pt x="340360" y="115570"/>
                  </a:moveTo>
                  <a:lnTo>
                    <a:pt x="330200" y="115570"/>
                  </a:lnTo>
                  <a:lnTo>
                    <a:pt x="328930" y="116839"/>
                  </a:lnTo>
                  <a:lnTo>
                    <a:pt x="339090" y="116839"/>
                  </a:lnTo>
                  <a:lnTo>
                    <a:pt x="340360" y="115570"/>
                  </a:lnTo>
                  <a:close/>
                </a:path>
                <a:path w="455930" h="448310">
                  <a:moveTo>
                    <a:pt x="344170" y="111760"/>
                  </a:moveTo>
                  <a:lnTo>
                    <a:pt x="334010" y="111760"/>
                  </a:lnTo>
                  <a:lnTo>
                    <a:pt x="331470" y="114300"/>
                  </a:lnTo>
                  <a:lnTo>
                    <a:pt x="341630" y="114300"/>
                  </a:lnTo>
                  <a:lnTo>
                    <a:pt x="344170" y="111760"/>
                  </a:lnTo>
                  <a:close/>
                </a:path>
                <a:path w="455930" h="448310">
                  <a:moveTo>
                    <a:pt x="346710" y="109220"/>
                  </a:moveTo>
                  <a:lnTo>
                    <a:pt x="336550" y="109220"/>
                  </a:lnTo>
                  <a:lnTo>
                    <a:pt x="335280" y="110489"/>
                  </a:lnTo>
                  <a:lnTo>
                    <a:pt x="345440" y="110489"/>
                  </a:lnTo>
                  <a:lnTo>
                    <a:pt x="346710" y="109220"/>
                  </a:lnTo>
                  <a:close/>
                </a:path>
                <a:path w="455930" h="448310">
                  <a:moveTo>
                    <a:pt x="350520" y="105410"/>
                  </a:moveTo>
                  <a:lnTo>
                    <a:pt x="340360" y="105410"/>
                  </a:lnTo>
                  <a:lnTo>
                    <a:pt x="337820" y="107950"/>
                  </a:lnTo>
                  <a:lnTo>
                    <a:pt x="347980" y="107950"/>
                  </a:lnTo>
                  <a:lnTo>
                    <a:pt x="350520" y="105410"/>
                  </a:lnTo>
                  <a:close/>
                </a:path>
                <a:path w="455930" h="448310">
                  <a:moveTo>
                    <a:pt x="353060" y="102870"/>
                  </a:moveTo>
                  <a:lnTo>
                    <a:pt x="342900" y="102870"/>
                  </a:lnTo>
                  <a:lnTo>
                    <a:pt x="341630" y="104139"/>
                  </a:lnTo>
                  <a:lnTo>
                    <a:pt x="351790" y="104139"/>
                  </a:lnTo>
                  <a:lnTo>
                    <a:pt x="353060" y="102870"/>
                  </a:lnTo>
                  <a:close/>
                </a:path>
                <a:path w="455930" h="448310">
                  <a:moveTo>
                    <a:pt x="356870" y="99060"/>
                  </a:moveTo>
                  <a:lnTo>
                    <a:pt x="346710" y="99060"/>
                  </a:lnTo>
                  <a:lnTo>
                    <a:pt x="344170" y="101600"/>
                  </a:lnTo>
                  <a:lnTo>
                    <a:pt x="354330" y="101600"/>
                  </a:lnTo>
                  <a:lnTo>
                    <a:pt x="356870" y="99060"/>
                  </a:lnTo>
                  <a:close/>
                </a:path>
                <a:path w="455930" h="448310">
                  <a:moveTo>
                    <a:pt x="359410" y="96520"/>
                  </a:moveTo>
                  <a:lnTo>
                    <a:pt x="349250" y="96520"/>
                  </a:lnTo>
                  <a:lnTo>
                    <a:pt x="347980" y="97789"/>
                  </a:lnTo>
                  <a:lnTo>
                    <a:pt x="358140" y="97789"/>
                  </a:lnTo>
                  <a:lnTo>
                    <a:pt x="359410" y="96520"/>
                  </a:lnTo>
                  <a:close/>
                </a:path>
                <a:path w="455930" h="448310">
                  <a:moveTo>
                    <a:pt x="363220" y="92710"/>
                  </a:moveTo>
                  <a:lnTo>
                    <a:pt x="353060" y="92710"/>
                  </a:lnTo>
                  <a:lnTo>
                    <a:pt x="350520" y="95250"/>
                  </a:lnTo>
                  <a:lnTo>
                    <a:pt x="360680" y="95250"/>
                  </a:lnTo>
                  <a:lnTo>
                    <a:pt x="363220" y="92710"/>
                  </a:lnTo>
                  <a:close/>
                </a:path>
                <a:path w="455930" h="448310">
                  <a:moveTo>
                    <a:pt x="365760" y="90170"/>
                  </a:moveTo>
                  <a:lnTo>
                    <a:pt x="355600" y="90170"/>
                  </a:lnTo>
                  <a:lnTo>
                    <a:pt x="354330" y="91439"/>
                  </a:lnTo>
                  <a:lnTo>
                    <a:pt x="364490" y="91439"/>
                  </a:lnTo>
                  <a:lnTo>
                    <a:pt x="365760" y="90170"/>
                  </a:lnTo>
                  <a:close/>
                </a:path>
                <a:path w="455930" h="448310">
                  <a:moveTo>
                    <a:pt x="369570" y="86360"/>
                  </a:moveTo>
                  <a:lnTo>
                    <a:pt x="359410" y="86360"/>
                  </a:lnTo>
                  <a:lnTo>
                    <a:pt x="356870" y="88900"/>
                  </a:lnTo>
                  <a:lnTo>
                    <a:pt x="367030" y="88900"/>
                  </a:lnTo>
                  <a:lnTo>
                    <a:pt x="369570" y="86360"/>
                  </a:lnTo>
                  <a:close/>
                </a:path>
                <a:path w="455930" h="448310">
                  <a:moveTo>
                    <a:pt x="372110" y="83820"/>
                  </a:moveTo>
                  <a:lnTo>
                    <a:pt x="361950" y="83820"/>
                  </a:lnTo>
                  <a:lnTo>
                    <a:pt x="360680" y="85089"/>
                  </a:lnTo>
                  <a:lnTo>
                    <a:pt x="370840" y="85089"/>
                  </a:lnTo>
                  <a:lnTo>
                    <a:pt x="372110" y="83820"/>
                  </a:lnTo>
                  <a:close/>
                </a:path>
                <a:path w="455930" h="448310">
                  <a:moveTo>
                    <a:pt x="375920" y="80010"/>
                  </a:moveTo>
                  <a:lnTo>
                    <a:pt x="365760" y="80010"/>
                  </a:lnTo>
                  <a:lnTo>
                    <a:pt x="363220" y="82550"/>
                  </a:lnTo>
                  <a:lnTo>
                    <a:pt x="373380" y="82550"/>
                  </a:lnTo>
                  <a:lnTo>
                    <a:pt x="375920" y="80010"/>
                  </a:lnTo>
                  <a:close/>
                </a:path>
                <a:path w="455930" h="448310">
                  <a:moveTo>
                    <a:pt x="378460" y="77470"/>
                  </a:moveTo>
                  <a:lnTo>
                    <a:pt x="368300" y="77470"/>
                  </a:lnTo>
                  <a:lnTo>
                    <a:pt x="367030" y="78739"/>
                  </a:lnTo>
                  <a:lnTo>
                    <a:pt x="377190" y="78739"/>
                  </a:lnTo>
                  <a:lnTo>
                    <a:pt x="378460" y="77470"/>
                  </a:lnTo>
                  <a:close/>
                </a:path>
                <a:path w="455930" h="448310">
                  <a:moveTo>
                    <a:pt x="382270" y="73660"/>
                  </a:moveTo>
                  <a:lnTo>
                    <a:pt x="372110" y="73660"/>
                  </a:lnTo>
                  <a:lnTo>
                    <a:pt x="369570" y="76200"/>
                  </a:lnTo>
                  <a:lnTo>
                    <a:pt x="379730" y="76200"/>
                  </a:lnTo>
                  <a:lnTo>
                    <a:pt x="382270" y="73660"/>
                  </a:lnTo>
                  <a:close/>
                </a:path>
                <a:path w="455930" h="448310">
                  <a:moveTo>
                    <a:pt x="384810" y="71120"/>
                  </a:moveTo>
                  <a:lnTo>
                    <a:pt x="374650" y="71120"/>
                  </a:lnTo>
                  <a:lnTo>
                    <a:pt x="373380" y="72389"/>
                  </a:lnTo>
                  <a:lnTo>
                    <a:pt x="383540" y="72389"/>
                  </a:lnTo>
                  <a:lnTo>
                    <a:pt x="384810" y="71120"/>
                  </a:lnTo>
                  <a:close/>
                </a:path>
                <a:path w="455930" h="448310">
                  <a:moveTo>
                    <a:pt x="388620" y="67310"/>
                  </a:moveTo>
                  <a:lnTo>
                    <a:pt x="378460" y="67310"/>
                  </a:lnTo>
                  <a:lnTo>
                    <a:pt x="375920" y="69850"/>
                  </a:lnTo>
                  <a:lnTo>
                    <a:pt x="386080" y="69850"/>
                  </a:lnTo>
                  <a:lnTo>
                    <a:pt x="388620" y="67310"/>
                  </a:lnTo>
                  <a:close/>
                </a:path>
                <a:path w="455930" h="448310">
                  <a:moveTo>
                    <a:pt x="391160" y="64770"/>
                  </a:moveTo>
                  <a:lnTo>
                    <a:pt x="381000" y="64770"/>
                  </a:lnTo>
                  <a:lnTo>
                    <a:pt x="379730" y="66039"/>
                  </a:lnTo>
                  <a:lnTo>
                    <a:pt x="389890" y="66039"/>
                  </a:lnTo>
                  <a:lnTo>
                    <a:pt x="391160" y="64770"/>
                  </a:lnTo>
                  <a:close/>
                </a:path>
                <a:path w="455930" h="448310">
                  <a:moveTo>
                    <a:pt x="394970" y="60960"/>
                  </a:moveTo>
                  <a:lnTo>
                    <a:pt x="384810" y="60960"/>
                  </a:lnTo>
                  <a:lnTo>
                    <a:pt x="382270" y="63500"/>
                  </a:lnTo>
                  <a:lnTo>
                    <a:pt x="392430" y="63500"/>
                  </a:lnTo>
                  <a:lnTo>
                    <a:pt x="394970" y="60960"/>
                  </a:lnTo>
                  <a:close/>
                </a:path>
                <a:path w="455930" h="448310">
                  <a:moveTo>
                    <a:pt x="397510" y="58420"/>
                  </a:moveTo>
                  <a:lnTo>
                    <a:pt x="387350" y="58420"/>
                  </a:lnTo>
                  <a:lnTo>
                    <a:pt x="386080" y="59689"/>
                  </a:lnTo>
                  <a:lnTo>
                    <a:pt x="396240" y="59689"/>
                  </a:lnTo>
                  <a:lnTo>
                    <a:pt x="397510" y="58420"/>
                  </a:lnTo>
                  <a:close/>
                </a:path>
                <a:path w="455930" h="448310">
                  <a:moveTo>
                    <a:pt x="401320" y="54610"/>
                  </a:moveTo>
                  <a:lnTo>
                    <a:pt x="391160" y="54610"/>
                  </a:lnTo>
                  <a:lnTo>
                    <a:pt x="388620" y="57150"/>
                  </a:lnTo>
                  <a:lnTo>
                    <a:pt x="398780" y="57150"/>
                  </a:lnTo>
                  <a:lnTo>
                    <a:pt x="401320" y="54610"/>
                  </a:lnTo>
                  <a:close/>
                </a:path>
                <a:path w="455930" h="448310">
                  <a:moveTo>
                    <a:pt x="403860" y="52070"/>
                  </a:moveTo>
                  <a:lnTo>
                    <a:pt x="393700" y="52070"/>
                  </a:lnTo>
                  <a:lnTo>
                    <a:pt x="392430" y="53339"/>
                  </a:lnTo>
                  <a:lnTo>
                    <a:pt x="402590" y="53339"/>
                  </a:lnTo>
                  <a:lnTo>
                    <a:pt x="403860" y="52070"/>
                  </a:lnTo>
                  <a:close/>
                </a:path>
                <a:path w="455930" h="448310">
                  <a:moveTo>
                    <a:pt x="407670" y="48260"/>
                  </a:moveTo>
                  <a:lnTo>
                    <a:pt x="397510" y="48260"/>
                  </a:lnTo>
                  <a:lnTo>
                    <a:pt x="394970" y="50800"/>
                  </a:lnTo>
                  <a:lnTo>
                    <a:pt x="405130" y="50800"/>
                  </a:lnTo>
                  <a:lnTo>
                    <a:pt x="407670" y="48260"/>
                  </a:lnTo>
                  <a:close/>
                </a:path>
                <a:path w="455930" h="448310">
                  <a:moveTo>
                    <a:pt x="410210" y="45720"/>
                  </a:moveTo>
                  <a:lnTo>
                    <a:pt x="400050" y="45720"/>
                  </a:lnTo>
                  <a:lnTo>
                    <a:pt x="398780" y="46989"/>
                  </a:lnTo>
                  <a:lnTo>
                    <a:pt x="408940" y="46989"/>
                  </a:lnTo>
                  <a:lnTo>
                    <a:pt x="410210" y="45720"/>
                  </a:lnTo>
                  <a:close/>
                </a:path>
                <a:path w="455930" h="448310">
                  <a:moveTo>
                    <a:pt x="414020" y="41910"/>
                  </a:moveTo>
                  <a:lnTo>
                    <a:pt x="403860" y="41910"/>
                  </a:lnTo>
                  <a:lnTo>
                    <a:pt x="401320" y="44450"/>
                  </a:lnTo>
                  <a:lnTo>
                    <a:pt x="411480" y="44450"/>
                  </a:lnTo>
                  <a:lnTo>
                    <a:pt x="414020" y="41910"/>
                  </a:lnTo>
                  <a:close/>
                </a:path>
                <a:path w="455930" h="448310">
                  <a:moveTo>
                    <a:pt x="416560" y="39370"/>
                  </a:moveTo>
                  <a:lnTo>
                    <a:pt x="406400" y="39370"/>
                  </a:lnTo>
                  <a:lnTo>
                    <a:pt x="405130" y="40639"/>
                  </a:lnTo>
                  <a:lnTo>
                    <a:pt x="415290" y="40639"/>
                  </a:lnTo>
                  <a:lnTo>
                    <a:pt x="416560" y="39370"/>
                  </a:lnTo>
                  <a:close/>
                </a:path>
                <a:path w="455930" h="448310">
                  <a:moveTo>
                    <a:pt x="420370" y="35560"/>
                  </a:moveTo>
                  <a:lnTo>
                    <a:pt x="410210" y="35560"/>
                  </a:lnTo>
                  <a:lnTo>
                    <a:pt x="407670" y="38100"/>
                  </a:lnTo>
                  <a:lnTo>
                    <a:pt x="417830" y="38100"/>
                  </a:lnTo>
                  <a:lnTo>
                    <a:pt x="420370" y="35560"/>
                  </a:lnTo>
                  <a:close/>
                </a:path>
                <a:path w="455930" h="448310">
                  <a:moveTo>
                    <a:pt x="422910" y="33020"/>
                  </a:moveTo>
                  <a:lnTo>
                    <a:pt x="412750" y="33020"/>
                  </a:lnTo>
                  <a:lnTo>
                    <a:pt x="411480" y="34289"/>
                  </a:lnTo>
                  <a:lnTo>
                    <a:pt x="421640" y="34289"/>
                  </a:lnTo>
                  <a:lnTo>
                    <a:pt x="422910" y="33020"/>
                  </a:lnTo>
                  <a:close/>
                </a:path>
                <a:path w="455930" h="448310">
                  <a:moveTo>
                    <a:pt x="426720" y="29210"/>
                  </a:moveTo>
                  <a:lnTo>
                    <a:pt x="416560" y="29210"/>
                  </a:lnTo>
                  <a:lnTo>
                    <a:pt x="414020" y="31750"/>
                  </a:lnTo>
                  <a:lnTo>
                    <a:pt x="424180" y="31750"/>
                  </a:lnTo>
                  <a:lnTo>
                    <a:pt x="426720" y="29210"/>
                  </a:lnTo>
                  <a:close/>
                </a:path>
                <a:path w="455930" h="448310">
                  <a:moveTo>
                    <a:pt x="429260" y="26670"/>
                  </a:moveTo>
                  <a:lnTo>
                    <a:pt x="419100" y="26670"/>
                  </a:lnTo>
                  <a:lnTo>
                    <a:pt x="417830" y="27939"/>
                  </a:lnTo>
                  <a:lnTo>
                    <a:pt x="427990" y="27939"/>
                  </a:lnTo>
                  <a:lnTo>
                    <a:pt x="429260" y="26670"/>
                  </a:lnTo>
                  <a:close/>
                </a:path>
                <a:path w="455930" h="448310">
                  <a:moveTo>
                    <a:pt x="433070" y="22860"/>
                  </a:moveTo>
                  <a:lnTo>
                    <a:pt x="422910" y="22860"/>
                  </a:lnTo>
                  <a:lnTo>
                    <a:pt x="420370" y="25400"/>
                  </a:lnTo>
                  <a:lnTo>
                    <a:pt x="430530" y="25400"/>
                  </a:lnTo>
                  <a:lnTo>
                    <a:pt x="433070" y="22860"/>
                  </a:lnTo>
                  <a:close/>
                </a:path>
                <a:path w="455930" h="448310">
                  <a:moveTo>
                    <a:pt x="435610" y="20320"/>
                  </a:moveTo>
                  <a:lnTo>
                    <a:pt x="425450" y="20320"/>
                  </a:lnTo>
                  <a:lnTo>
                    <a:pt x="424180" y="21589"/>
                  </a:lnTo>
                  <a:lnTo>
                    <a:pt x="434340" y="21589"/>
                  </a:lnTo>
                  <a:lnTo>
                    <a:pt x="435610" y="20320"/>
                  </a:lnTo>
                  <a:close/>
                </a:path>
                <a:path w="455930" h="448310">
                  <a:moveTo>
                    <a:pt x="439420" y="16510"/>
                  </a:moveTo>
                  <a:lnTo>
                    <a:pt x="429260" y="16510"/>
                  </a:lnTo>
                  <a:lnTo>
                    <a:pt x="426720" y="19050"/>
                  </a:lnTo>
                  <a:lnTo>
                    <a:pt x="436880" y="19050"/>
                  </a:lnTo>
                  <a:lnTo>
                    <a:pt x="439420" y="16510"/>
                  </a:lnTo>
                  <a:close/>
                </a:path>
                <a:path w="455930" h="448310">
                  <a:moveTo>
                    <a:pt x="441960" y="13970"/>
                  </a:moveTo>
                  <a:lnTo>
                    <a:pt x="431800" y="13970"/>
                  </a:lnTo>
                  <a:lnTo>
                    <a:pt x="430530" y="15239"/>
                  </a:lnTo>
                  <a:lnTo>
                    <a:pt x="440690" y="15239"/>
                  </a:lnTo>
                  <a:lnTo>
                    <a:pt x="441960" y="13970"/>
                  </a:lnTo>
                  <a:close/>
                </a:path>
                <a:path w="455930" h="448310">
                  <a:moveTo>
                    <a:pt x="445770" y="10160"/>
                  </a:moveTo>
                  <a:lnTo>
                    <a:pt x="435610" y="10160"/>
                  </a:lnTo>
                  <a:lnTo>
                    <a:pt x="433070" y="12700"/>
                  </a:lnTo>
                  <a:lnTo>
                    <a:pt x="443230" y="12700"/>
                  </a:lnTo>
                  <a:lnTo>
                    <a:pt x="445770" y="10160"/>
                  </a:lnTo>
                  <a:close/>
                </a:path>
                <a:path w="455930" h="448310">
                  <a:moveTo>
                    <a:pt x="448310" y="7620"/>
                  </a:moveTo>
                  <a:lnTo>
                    <a:pt x="438150" y="7620"/>
                  </a:lnTo>
                  <a:lnTo>
                    <a:pt x="436880" y="8889"/>
                  </a:lnTo>
                  <a:lnTo>
                    <a:pt x="447040" y="8889"/>
                  </a:lnTo>
                  <a:lnTo>
                    <a:pt x="448310" y="7620"/>
                  </a:lnTo>
                  <a:close/>
                </a:path>
                <a:path w="455930" h="448310">
                  <a:moveTo>
                    <a:pt x="452120" y="3810"/>
                  </a:moveTo>
                  <a:lnTo>
                    <a:pt x="441960" y="3810"/>
                  </a:lnTo>
                  <a:lnTo>
                    <a:pt x="439420" y="6350"/>
                  </a:lnTo>
                  <a:lnTo>
                    <a:pt x="449580" y="6350"/>
                  </a:lnTo>
                  <a:lnTo>
                    <a:pt x="452120" y="3810"/>
                  </a:lnTo>
                  <a:close/>
                </a:path>
                <a:path w="455930" h="448310">
                  <a:moveTo>
                    <a:pt x="455930" y="0"/>
                  </a:moveTo>
                  <a:lnTo>
                    <a:pt x="447040" y="0"/>
                  </a:lnTo>
                  <a:lnTo>
                    <a:pt x="447040" y="1270"/>
                  </a:lnTo>
                  <a:lnTo>
                    <a:pt x="444500" y="1270"/>
                  </a:lnTo>
                  <a:lnTo>
                    <a:pt x="443230" y="2539"/>
                  </a:lnTo>
                  <a:lnTo>
                    <a:pt x="453390" y="2539"/>
                  </a:lnTo>
                  <a:lnTo>
                    <a:pt x="455930" y="0"/>
                  </a:lnTo>
                  <a:close/>
                </a:path>
                <a:path w="455930" h="448310">
                  <a:moveTo>
                    <a:pt x="261620" y="194310"/>
                  </a:moveTo>
                  <a:lnTo>
                    <a:pt x="251459" y="194310"/>
                  </a:lnTo>
                  <a:lnTo>
                    <a:pt x="226060" y="219710"/>
                  </a:lnTo>
                  <a:lnTo>
                    <a:pt x="236220" y="219710"/>
                  </a:lnTo>
                  <a:lnTo>
                    <a:pt x="261620" y="194310"/>
                  </a:lnTo>
                  <a:close/>
                </a:path>
                <a:path w="455930" h="448310">
                  <a:moveTo>
                    <a:pt x="236220" y="219710"/>
                  </a:moveTo>
                  <a:lnTo>
                    <a:pt x="226059" y="219710"/>
                  </a:lnTo>
                  <a:lnTo>
                    <a:pt x="175260" y="270510"/>
                  </a:lnTo>
                  <a:lnTo>
                    <a:pt x="185420" y="270510"/>
                  </a:lnTo>
                  <a:lnTo>
                    <a:pt x="236220" y="219710"/>
                  </a:lnTo>
                  <a:close/>
                </a:path>
                <a:path w="455930" h="448310">
                  <a:moveTo>
                    <a:pt x="10160" y="445770"/>
                  </a:moveTo>
                  <a:lnTo>
                    <a:pt x="5080" y="445770"/>
                  </a:lnTo>
                  <a:lnTo>
                    <a:pt x="5080" y="448310"/>
                  </a:lnTo>
                  <a:lnTo>
                    <a:pt x="7620" y="448310"/>
                  </a:lnTo>
                  <a:lnTo>
                    <a:pt x="10160" y="445770"/>
                  </a:lnTo>
                  <a:close/>
                </a:path>
                <a:path w="455930" h="448310">
                  <a:moveTo>
                    <a:pt x="13970" y="441960"/>
                  </a:moveTo>
                  <a:lnTo>
                    <a:pt x="3810" y="441960"/>
                  </a:lnTo>
                  <a:lnTo>
                    <a:pt x="0" y="445770"/>
                  </a:lnTo>
                  <a:lnTo>
                    <a:pt x="2540" y="445770"/>
                  </a:lnTo>
                  <a:lnTo>
                    <a:pt x="2540" y="444500"/>
                  </a:lnTo>
                  <a:lnTo>
                    <a:pt x="11430" y="444500"/>
                  </a:lnTo>
                  <a:lnTo>
                    <a:pt x="13970" y="441960"/>
                  </a:lnTo>
                  <a:close/>
                </a:path>
                <a:path w="455930" h="448310">
                  <a:moveTo>
                    <a:pt x="16510" y="439420"/>
                  </a:moveTo>
                  <a:lnTo>
                    <a:pt x="6350" y="439420"/>
                  </a:lnTo>
                  <a:lnTo>
                    <a:pt x="5080" y="440690"/>
                  </a:lnTo>
                  <a:lnTo>
                    <a:pt x="15240" y="440690"/>
                  </a:lnTo>
                  <a:lnTo>
                    <a:pt x="16510" y="439420"/>
                  </a:lnTo>
                  <a:close/>
                </a:path>
                <a:path w="455930" h="448310">
                  <a:moveTo>
                    <a:pt x="20320" y="435610"/>
                  </a:moveTo>
                  <a:lnTo>
                    <a:pt x="10160" y="435610"/>
                  </a:lnTo>
                  <a:lnTo>
                    <a:pt x="7619" y="438150"/>
                  </a:lnTo>
                  <a:lnTo>
                    <a:pt x="17780" y="438150"/>
                  </a:lnTo>
                  <a:lnTo>
                    <a:pt x="20320" y="435610"/>
                  </a:lnTo>
                  <a:close/>
                </a:path>
                <a:path w="455930" h="448310">
                  <a:moveTo>
                    <a:pt x="22860" y="433070"/>
                  </a:moveTo>
                  <a:lnTo>
                    <a:pt x="12700" y="433070"/>
                  </a:lnTo>
                  <a:lnTo>
                    <a:pt x="11430" y="434340"/>
                  </a:lnTo>
                  <a:lnTo>
                    <a:pt x="21590" y="434340"/>
                  </a:lnTo>
                  <a:lnTo>
                    <a:pt x="22860" y="433070"/>
                  </a:lnTo>
                  <a:close/>
                </a:path>
                <a:path w="455930" h="448310">
                  <a:moveTo>
                    <a:pt x="26670" y="429260"/>
                  </a:moveTo>
                  <a:lnTo>
                    <a:pt x="16510" y="429260"/>
                  </a:lnTo>
                  <a:lnTo>
                    <a:pt x="13969" y="431800"/>
                  </a:lnTo>
                  <a:lnTo>
                    <a:pt x="24130" y="431800"/>
                  </a:lnTo>
                  <a:lnTo>
                    <a:pt x="26670" y="429260"/>
                  </a:lnTo>
                  <a:close/>
                </a:path>
                <a:path w="455930" h="448310">
                  <a:moveTo>
                    <a:pt x="29210" y="426720"/>
                  </a:moveTo>
                  <a:lnTo>
                    <a:pt x="19050" y="426720"/>
                  </a:lnTo>
                  <a:lnTo>
                    <a:pt x="17780" y="427990"/>
                  </a:lnTo>
                  <a:lnTo>
                    <a:pt x="27940" y="427990"/>
                  </a:lnTo>
                  <a:lnTo>
                    <a:pt x="29210" y="426720"/>
                  </a:lnTo>
                  <a:close/>
                </a:path>
                <a:path w="455930" h="448310">
                  <a:moveTo>
                    <a:pt x="33020" y="422910"/>
                  </a:moveTo>
                  <a:lnTo>
                    <a:pt x="22860" y="422910"/>
                  </a:lnTo>
                  <a:lnTo>
                    <a:pt x="20319" y="425450"/>
                  </a:lnTo>
                  <a:lnTo>
                    <a:pt x="30480" y="425450"/>
                  </a:lnTo>
                  <a:lnTo>
                    <a:pt x="33020" y="422910"/>
                  </a:lnTo>
                  <a:close/>
                </a:path>
                <a:path w="455930" h="448310">
                  <a:moveTo>
                    <a:pt x="35560" y="420370"/>
                  </a:moveTo>
                  <a:lnTo>
                    <a:pt x="25400" y="420370"/>
                  </a:lnTo>
                  <a:lnTo>
                    <a:pt x="24130" y="421640"/>
                  </a:lnTo>
                  <a:lnTo>
                    <a:pt x="34290" y="421640"/>
                  </a:lnTo>
                  <a:lnTo>
                    <a:pt x="35560" y="420370"/>
                  </a:lnTo>
                  <a:close/>
                </a:path>
                <a:path w="455930" h="448310">
                  <a:moveTo>
                    <a:pt x="39370" y="416560"/>
                  </a:moveTo>
                  <a:lnTo>
                    <a:pt x="29210" y="416560"/>
                  </a:lnTo>
                  <a:lnTo>
                    <a:pt x="26669" y="419100"/>
                  </a:lnTo>
                  <a:lnTo>
                    <a:pt x="36830" y="419100"/>
                  </a:lnTo>
                  <a:lnTo>
                    <a:pt x="39370" y="416560"/>
                  </a:lnTo>
                  <a:close/>
                </a:path>
                <a:path w="455930" h="448310">
                  <a:moveTo>
                    <a:pt x="41910" y="414020"/>
                  </a:moveTo>
                  <a:lnTo>
                    <a:pt x="31750" y="414020"/>
                  </a:lnTo>
                  <a:lnTo>
                    <a:pt x="30480" y="415290"/>
                  </a:lnTo>
                  <a:lnTo>
                    <a:pt x="40640" y="415290"/>
                  </a:lnTo>
                  <a:lnTo>
                    <a:pt x="41910" y="414020"/>
                  </a:lnTo>
                  <a:close/>
                </a:path>
                <a:path w="455930" h="448310">
                  <a:moveTo>
                    <a:pt x="45720" y="410210"/>
                  </a:moveTo>
                  <a:lnTo>
                    <a:pt x="35560" y="410210"/>
                  </a:lnTo>
                  <a:lnTo>
                    <a:pt x="33019" y="412750"/>
                  </a:lnTo>
                  <a:lnTo>
                    <a:pt x="43180" y="412750"/>
                  </a:lnTo>
                  <a:lnTo>
                    <a:pt x="45720" y="410210"/>
                  </a:lnTo>
                  <a:close/>
                </a:path>
                <a:path w="455930" h="448310">
                  <a:moveTo>
                    <a:pt x="48260" y="407670"/>
                  </a:moveTo>
                  <a:lnTo>
                    <a:pt x="38100" y="407670"/>
                  </a:lnTo>
                  <a:lnTo>
                    <a:pt x="36830" y="408940"/>
                  </a:lnTo>
                  <a:lnTo>
                    <a:pt x="46990" y="408940"/>
                  </a:lnTo>
                  <a:lnTo>
                    <a:pt x="48260" y="407670"/>
                  </a:lnTo>
                  <a:close/>
                </a:path>
                <a:path w="455930" h="448310">
                  <a:moveTo>
                    <a:pt x="52070" y="403860"/>
                  </a:moveTo>
                  <a:lnTo>
                    <a:pt x="41910" y="403860"/>
                  </a:lnTo>
                  <a:lnTo>
                    <a:pt x="39369" y="406400"/>
                  </a:lnTo>
                  <a:lnTo>
                    <a:pt x="49530" y="406400"/>
                  </a:lnTo>
                  <a:lnTo>
                    <a:pt x="52070" y="403860"/>
                  </a:lnTo>
                  <a:close/>
                </a:path>
                <a:path w="455930" h="448310">
                  <a:moveTo>
                    <a:pt x="54610" y="401320"/>
                  </a:moveTo>
                  <a:lnTo>
                    <a:pt x="44450" y="401320"/>
                  </a:lnTo>
                  <a:lnTo>
                    <a:pt x="43180" y="402590"/>
                  </a:lnTo>
                  <a:lnTo>
                    <a:pt x="53340" y="402590"/>
                  </a:lnTo>
                  <a:lnTo>
                    <a:pt x="54610" y="401320"/>
                  </a:lnTo>
                  <a:close/>
                </a:path>
                <a:path w="455930" h="448310">
                  <a:moveTo>
                    <a:pt x="58420" y="397510"/>
                  </a:moveTo>
                  <a:lnTo>
                    <a:pt x="48260" y="397510"/>
                  </a:lnTo>
                  <a:lnTo>
                    <a:pt x="45719" y="400050"/>
                  </a:lnTo>
                  <a:lnTo>
                    <a:pt x="55880" y="400050"/>
                  </a:lnTo>
                  <a:lnTo>
                    <a:pt x="58420" y="397510"/>
                  </a:lnTo>
                  <a:close/>
                </a:path>
                <a:path w="455930" h="448310">
                  <a:moveTo>
                    <a:pt x="60960" y="394970"/>
                  </a:moveTo>
                  <a:lnTo>
                    <a:pt x="50800" y="394970"/>
                  </a:lnTo>
                  <a:lnTo>
                    <a:pt x="49530" y="396240"/>
                  </a:lnTo>
                  <a:lnTo>
                    <a:pt x="59690" y="396240"/>
                  </a:lnTo>
                  <a:lnTo>
                    <a:pt x="60960" y="394970"/>
                  </a:lnTo>
                  <a:close/>
                </a:path>
                <a:path w="455930" h="448310">
                  <a:moveTo>
                    <a:pt x="64770" y="391160"/>
                  </a:moveTo>
                  <a:lnTo>
                    <a:pt x="54610" y="391160"/>
                  </a:lnTo>
                  <a:lnTo>
                    <a:pt x="52069" y="393700"/>
                  </a:lnTo>
                  <a:lnTo>
                    <a:pt x="62230" y="393700"/>
                  </a:lnTo>
                  <a:lnTo>
                    <a:pt x="64770" y="391160"/>
                  </a:lnTo>
                  <a:close/>
                </a:path>
                <a:path w="455930" h="448310">
                  <a:moveTo>
                    <a:pt x="67310" y="388620"/>
                  </a:moveTo>
                  <a:lnTo>
                    <a:pt x="57150" y="388620"/>
                  </a:lnTo>
                  <a:lnTo>
                    <a:pt x="55880" y="389890"/>
                  </a:lnTo>
                  <a:lnTo>
                    <a:pt x="66040" y="389890"/>
                  </a:lnTo>
                  <a:lnTo>
                    <a:pt x="67310" y="388620"/>
                  </a:lnTo>
                  <a:close/>
                </a:path>
                <a:path w="455930" h="448310">
                  <a:moveTo>
                    <a:pt x="71120" y="384810"/>
                  </a:moveTo>
                  <a:lnTo>
                    <a:pt x="60960" y="384810"/>
                  </a:lnTo>
                  <a:lnTo>
                    <a:pt x="58419" y="387350"/>
                  </a:lnTo>
                  <a:lnTo>
                    <a:pt x="68580" y="387350"/>
                  </a:lnTo>
                  <a:lnTo>
                    <a:pt x="71120" y="384810"/>
                  </a:lnTo>
                  <a:close/>
                </a:path>
                <a:path w="455930" h="448310">
                  <a:moveTo>
                    <a:pt x="73660" y="382270"/>
                  </a:moveTo>
                  <a:lnTo>
                    <a:pt x="63500" y="382270"/>
                  </a:lnTo>
                  <a:lnTo>
                    <a:pt x="62230" y="383540"/>
                  </a:lnTo>
                  <a:lnTo>
                    <a:pt x="72390" y="383540"/>
                  </a:lnTo>
                  <a:lnTo>
                    <a:pt x="73660" y="382270"/>
                  </a:lnTo>
                  <a:close/>
                </a:path>
                <a:path w="455930" h="448310">
                  <a:moveTo>
                    <a:pt x="77470" y="378460"/>
                  </a:moveTo>
                  <a:lnTo>
                    <a:pt x="67310" y="378460"/>
                  </a:lnTo>
                  <a:lnTo>
                    <a:pt x="64769" y="381000"/>
                  </a:lnTo>
                  <a:lnTo>
                    <a:pt x="74930" y="381000"/>
                  </a:lnTo>
                  <a:lnTo>
                    <a:pt x="77470" y="378460"/>
                  </a:lnTo>
                  <a:close/>
                </a:path>
                <a:path w="455930" h="448310">
                  <a:moveTo>
                    <a:pt x="80010" y="375920"/>
                  </a:moveTo>
                  <a:lnTo>
                    <a:pt x="69850" y="375920"/>
                  </a:lnTo>
                  <a:lnTo>
                    <a:pt x="68580" y="377190"/>
                  </a:lnTo>
                  <a:lnTo>
                    <a:pt x="78740" y="377190"/>
                  </a:lnTo>
                  <a:lnTo>
                    <a:pt x="80010" y="375920"/>
                  </a:lnTo>
                  <a:close/>
                </a:path>
                <a:path w="455930" h="448310">
                  <a:moveTo>
                    <a:pt x="83820" y="372110"/>
                  </a:moveTo>
                  <a:lnTo>
                    <a:pt x="73660" y="372110"/>
                  </a:lnTo>
                  <a:lnTo>
                    <a:pt x="71119" y="374650"/>
                  </a:lnTo>
                  <a:lnTo>
                    <a:pt x="81280" y="374650"/>
                  </a:lnTo>
                  <a:lnTo>
                    <a:pt x="83820" y="372110"/>
                  </a:lnTo>
                  <a:close/>
                </a:path>
                <a:path w="455930" h="448310">
                  <a:moveTo>
                    <a:pt x="86360" y="369570"/>
                  </a:moveTo>
                  <a:lnTo>
                    <a:pt x="76200" y="369570"/>
                  </a:lnTo>
                  <a:lnTo>
                    <a:pt x="74930" y="370840"/>
                  </a:lnTo>
                  <a:lnTo>
                    <a:pt x="85090" y="370840"/>
                  </a:lnTo>
                  <a:lnTo>
                    <a:pt x="86360" y="369570"/>
                  </a:lnTo>
                  <a:close/>
                </a:path>
                <a:path w="455930" h="448310">
                  <a:moveTo>
                    <a:pt x="90170" y="365760"/>
                  </a:moveTo>
                  <a:lnTo>
                    <a:pt x="80010" y="365760"/>
                  </a:lnTo>
                  <a:lnTo>
                    <a:pt x="77469" y="368300"/>
                  </a:lnTo>
                  <a:lnTo>
                    <a:pt x="87630" y="368300"/>
                  </a:lnTo>
                  <a:lnTo>
                    <a:pt x="90170" y="365760"/>
                  </a:lnTo>
                  <a:close/>
                </a:path>
                <a:path w="455930" h="448310">
                  <a:moveTo>
                    <a:pt x="92710" y="363220"/>
                  </a:moveTo>
                  <a:lnTo>
                    <a:pt x="82550" y="363220"/>
                  </a:lnTo>
                  <a:lnTo>
                    <a:pt x="81280" y="364490"/>
                  </a:lnTo>
                  <a:lnTo>
                    <a:pt x="91440" y="364490"/>
                  </a:lnTo>
                  <a:lnTo>
                    <a:pt x="92710" y="363220"/>
                  </a:lnTo>
                  <a:close/>
                </a:path>
                <a:path w="455930" h="448310">
                  <a:moveTo>
                    <a:pt x="96520" y="359410"/>
                  </a:moveTo>
                  <a:lnTo>
                    <a:pt x="86360" y="359410"/>
                  </a:lnTo>
                  <a:lnTo>
                    <a:pt x="83819" y="361950"/>
                  </a:lnTo>
                  <a:lnTo>
                    <a:pt x="93980" y="361950"/>
                  </a:lnTo>
                  <a:lnTo>
                    <a:pt x="96520" y="359410"/>
                  </a:lnTo>
                  <a:close/>
                </a:path>
                <a:path w="455930" h="448310">
                  <a:moveTo>
                    <a:pt x="99060" y="356870"/>
                  </a:moveTo>
                  <a:lnTo>
                    <a:pt x="88900" y="356870"/>
                  </a:lnTo>
                  <a:lnTo>
                    <a:pt x="87630" y="358140"/>
                  </a:lnTo>
                  <a:lnTo>
                    <a:pt x="97790" y="358140"/>
                  </a:lnTo>
                  <a:lnTo>
                    <a:pt x="99060" y="356870"/>
                  </a:lnTo>
                  <a:close/>
                </a:path>
                <a:path w="455930" h="448310">
                  <a:moveTo>
                    <a:pt x="102870" y="353060"/>
                  </a:moveTo>
                  <a:lnTo>
                    <a:pt x="92710" y="353060"/>
                  </a:lnTo>
                  <a:lnTo>
                    <a:pt x="90169" y="355600"/>
                  </a:lnTo>
                  <a:lnTo>
                    <a:pt x="100330" y="355600"/>
                  </a:lnTo>
                  <a:lnTo>
                    <a:pt x="102870" y="353060"/>
                  </a:lnTo>
                  <a:close/>
                </a:path>
                <a:path w="455930" h="448310">
                  <a:moveTo>
                    <a:pt x="105410" y="350520"/>
                  </a:moveTo>
                  <a:lnTo>
                    <a:pt x="95250" y="350520"/>
                  </a:lnTo>
                  <a:lnTo>
                    <a:pt x="93980" y="351790"/>
                  </a:lnTo>
                  <a:lnTo>
                    <a:pt x="104140" y="351790"/>
                  </a:lnTo>
                  <a:lnTo>
                    <a:pt x="105410" y="350520"/>
                  </a:lnTo>
                  <a:close/>
                </a:path>
                <a:path w="455930" h="448310">
                  <a:moveTo>
                    <a:pt x="118110" y="337820"/>
                  </a:moveTo>
                  <a:lnTo>
                    <a:pt x="107950" y="337820"/>
                  </a:lnTo>
                  <a:lnTo>
                    <a:pt x="96519" y="349250"/>
                  </a:lnTo>
                  <a:lnTo>
                    <a:pt x="106680" y="349250"/>
                  </a:lnTo>
                  <a:lnTo>
                    <a:pt x="118110" y="337820"/>
                  </a:lnTo>
                  <a:close/>
                </a:path>
                <a:path w="455930" h="448310">
                  <a:moveTo>
                    <a:pt x="130810" y="325120"/>
                  </a:moveTo>
                  <a:lnTo>
                    <a:pt x="120650" y="325120"/>
                  </a:lnTo>
                  <a:lnTo>
                    <a:pt x="109219" y="336550"/>
                  </a:lnTo>
                  <a:lnTo>
                    <a:pt x="119380" y="336550"/>
                  </a:lnTo>
                  <a:lnTo>
                    <a:pt x="130810" y="325120"/>
                  </a:lnTo>
                  <a:close/>
                </a:path>
                <a:path w="455930" h="448310">
                  <a:moveTo>
                    <a:pt x="134620" y="321310"/>
                  </a:moveTo>
                  <a:lnTo>
                    <a:pt x="124460" y="321310"/>
                  </a:lnTo>
                  <a:lnTo>
                    <a:pt x="121919" y="323850"/>
                  </a:lnTo>
                  <a:lnTo>
                    <a:pt x="132080" y="323850"/>
                  </a:lnTo>
                  <a:lnTo>
                    <a:pt x="134620" y="321310"/>
                  </a:lnTo>
                  <a:close/>
                </a:path>
                <a:path w="455930" h="448310">
                  <a:moveTo>
                    <a:pt x="137160" y="318770"/>
                  </a:moveTo>
                  <a:lnTo>
                    <a:pt x="127000" y="318770"/>
                  </a:lnTo>
                  <a:lnTo>
                    <a:pt x="125730" y="320040"/>
                  </a:lnTo>
                  <a:lnTo>
                    <a:pt x="135890" y="320040"/>
                  </a:lnTo>
                  <a:lnTo>
                    <a:pt x="137160" y="318770"/>
                  </a:lnTo>
                  <a:close/>
                </a:path>
                <a:path w="455930" h="448310">
                  <a:moveTo>
                    <a:pt x="140970" y="314960"/>
                  </a:moveTo>
                  <a:lnTo>
                    <a:pt x="130810" y="314960"/>
                  </a:lnTo>
                  <a:lnTo>
                    <a:pt x="128269" y="317500"/>
                  </a:lnTo>
                  <a:lnTo>
                    <a:pt x="138430" y="317500"/>
                  </a:lnTo>
                  <a:lnTo>
                    <a:pt x="140970" y="314960"/>
                  </a:lnTo>
                  <a:close/>
                </a:path>
                <a:path w="455930" h="448310">
                  <a:moveTo>
                    <a:pt x="153670" y="302260"/>
                  </a:moveTo>
                  <a:lnTo>
                    <a:pt x="143510" y="302260"/>
                  </a:lnTo>
                  <a:lnTo>
                    <a:pt x="132080" y="313690"/>
                  </a:lnTo>
                  <a:lnTo>
                    <a:pt x="142240" y="313690"/>
                  </a:lnTo>
                  <a:lnTo>
                    <a:pt x="153670" y="302260"/>
                  </a:lnTo>
                  <a:close/>
                </a:path>
                <a:path w="455930" h="448310">
                  <a:moveTo>
                    <a:pt x="162560" y="293370"/>
                  </a:moveTo>
                  <a:lnTo>
                    <a:pt x="152400" y="293370"/>
                  </a:lnTo>
                  <a:lnTo>
                    <a:pt x="144780" y="300990"/>
                  </a:lnTo>
                  <a:lnTo>
                    <a:pt x="154940" y="300990"/>
                  </a:lnTo>
                  <a:lnTo>
                    <a:pt x="162560" y="293370"/>
                  </a:lnTo>
                  <a:close/>
                </a:path>
                <a:path w="455930" h="448310">
                  <a:moveTo>
                    <a:pt x="179070" y="276860"/>
                  </a:moveTo>
                  <a:lnTo>
                    <a:pt x="168910" y="276860"/>
                  </a:lnTo>
                  <a:lnTo>
                    <a:pt x="153669" y="292100"/>
                  </a:lnTo>
                  <a:lnTo>
                    <a:pt x="163830" y="292100"/>
                  </a:lnTo>
                  <a:lnTo>
                    <a:pt x="179070" y="276860"/>
                  </a:lnTo>
                  <a:close/>
                </a:path>
                <a:path w="455930" h="448310">
                  <a:moveTo>
                    <a:pt x="184150" y="271780"/>
                  </a:moveTo>
                  <a:lnTo>
                    <a:pt x="173990" y="271780"/>
                  </a:lnTo>
                  <a:lnTo>
                    <a:pt x="170180" y="275590"/>
                  </a:lnTo>
                  <a:lnTo>
                    <a:pt x="180340" y="275590"/>
                  </a:lnTo>
                  <a:lnTo>
                    <a:pt x="184150" y="271780"/>
                  </a:lnTo>
                  <a:close/>
                </a:path>
              </a:pathLst>
            </a:custGeom>
            <a:solidFill>
              <a:srgbClr val="8750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4">
              <a:extLst>
                <a:ext uri="{FF2B5EF4-FFF2-40B4-BE49-F238E27FC236}">
                  <a16:creationId xmlns:a16="http://schemas.microsoft.com/office/drawing/2014/main" id="{F2580E87-8770-B53D-BB2F-CEE81D53CE21}"/>
                </a:ext>
              </a:extLst>
            </p:cNvPr>
            <p:cNvSpPr/>
            <p:nvPr/>
          </p:nvSpPr>
          <p:spPr>
            <a:xfrm>
              <a:off x="2603500" y="2585719"/>
              <a:ext cx="455930" cy="450850"/>
            </a:xfrm>
            <a:custGeom>
              <a:avLst/>
              <a:gdLst/>
              <a:ahLst/>
              <a:cxnLst/>
              <a:rect l="l" t="t" r="r" b="b"/>
              <a:pathLst>
                <a:path w="455930" h="450850">
                  <a:moveTo>
                    <a:pt x="270509" y="187960"/>
                  </a:moveTo>
                  <a:lnTo>
                    <a:pt x="260350" y="187960"/>
                  </a:lnTo>
                  <a:lnTo>
                    <a:pt x="254000" y="194310"/>
                  </a:lnTo>
                  <a:lnTo>
                    <a:pt x="264159" y="194310"/>
                  </a:lnTo>
                  <a:lnTo>
                    <a:pt x="270509" y="187960"/>
                  </a:lnTo>
                  <a:close/>
                </a:path>
                <a:path w="455930" h="450850">
                  <a:moveTo>
                    <a:pt x="273049" y="185420"/>
                  </a:moveTo>
                  <a:lnTo>
                    <a:pt x="262889" y="185420"/>
                  </a:lnTo>
                  <a:lnTo>
                    <a:pt x="261620" y="186689"/>
                  </a:lnTo>
                  <a:lnTo>
                    <a:pt x="271780" y="186689"/>
                  </a:lnTo>
                  <a:lnTo>
                    <a:pt x="273049" y="185420"/>
                  </a:lnTo>
                  <a:close/>
                </a:path>
                <a:path w="455930" h="450850">
                  <a:moveTo>
                    <a:pt x="276859" y="181610"/>
                  </a:moveTo>
                  <a:lnTo>
                    <a:pt x="266700" y="181610"/>
                  </a:lnTo>
                  <a:lnTo>
                    <a:pt x="264160" y="184150"/>
                  </a:lnTo>
                  <a:lnTo>
                    <a:pt x="274319" y="184150"/>
                  </a:lnTo>
                  <a:lnTo>
                    <a:pt x="276859" y="181610"/>
                  </a:lnTo>
                  <a:close/>
                </a:path>
                <a:path w="455930" h="450850">
                  <a:moveTo>
                    <a:pt x="279399" y="179070"/>
                  </a:moveTo>
                  <a:lnTo>
                    <a:pt x="269239" y="179070"/>
                  </a:lnTo>
                  <a:lnTo>
                    <a:pt x="267970" y="180339"/>
                  </a:lnTo>
                  <a:lnTo>
                    <a:pt x="278130" y="180339"/>
                  </a:lnTo>
                  <a:lnTo>
                    <a:pt x="279399" y="179070"/>
                  </a:lnTo>
                  <a:close/>
                </a:path>
                <a:path w="455930" h="450850">
                  <a:moveTo>
                    <a:pt x="283209" y="175260"/>
                  </a:moveTo>
                  <a:lnTo>
                    <a:pt x="273050" y="175260"/>
                  </a:lnTo>
                  <a:lnTo>
                    <a:pt x="270510" y="177800"/>
                  </a:lnTo>
                  <a:lnTo>
                    <a:pt x="280669" y="177800"/>
                  </a:lnTo>
                  <a:lnTo>
                    <a:pt x="283209" y="175260"/>
                  </a:lnTo>
                  <a:close/>
                </a:path>
                <a:path w="455930" h="450850">
                  <a:moveTo>
                    <a:pt x="285749" y="172720"/>
                  </a:moveTo>
                  <a:lnTo>
                    <a:pt x="275589" y="172720"/>
                  </a:lnTo>
                  <a:lnTo>
                    <a:pt x="274320" y="173989"/>
                  </a:lnTo>
                  <a:lnTo>
                    <a:pt x="284480" y="173989"/>
                  </a:lnTo>
                  <a:lnTo>
                    <a:pt x="285749" y="172720"/>
                  </a:lnTo>
                  <a:close/>
                </a:path>
                <a:path w="455930" h="450850">
                  <a:moveTo>
                    <a:pt x="298449" y="160020"/>
                  </a:moveTo>
                  <a:lnTo>
                    <a:pt x="288289" y="160020"/>
                  </a:lnTo>
                  <a:lnTo>
                    <a:pt x="276860" y="171450"/>
                  </a:lnTo>
                  <a:lnTo>
                    <a:pt x="287019" y="171450"/>
                  </a:lnTo>
                  <a:lnTo>
                    <a:pt x="298449" y="160020"/>
                  </a:lnTo>
                  <a:close/>
                </a:path>
                <a:path w="455930" h="450850">
                  <a:moveTo>
                    <a:pt x="311149" y="147320"/>
                  </a:moveTo>
                  <a:lnTo>
                    <a:pt x="300989" y="147320"/>
                  </a:lnTo>
                  <a:lnTo>
                    <a:pt x="289560" y="158750"/>
                  </a:lnTo>
                  <a:lnTo>
                    <a:pt x="299719" y="158750"/>
                  </a:lnTo>
                  <a:lnTo>
                    <a:pt x="311149" y="147320"/>
                  </a:lnTo>
                  <a:close/>
                </a:path>
                <a:path w="455930" h="450850">
                  <a:moveTo>
                    <a:pt x="314959" y="143510"/>
                  </a:moveTo>
                  <a:lnTo>
                    <a:pt x="304800" y="143510"/>
                  </a:lnTo>
                  <a:lnTo>
                    <a:pt x="302260" y="146050"/>
                  </a:lnTo>
                  <a:lnTo>
                    <a:pt x="312419" y="146050"/>
                  </a:lnTo>
                  <a:lnTo>
                    <a:pt x="314959" y="143510"/>
                  </a:lnTo>
                  <a:close/>
                </a:path>
                <a:path w="455930" h="450850">
                  <a:moveTo>
                    <a:pt x="317499" y="140970"/>
                  </a:moveTo>
                  <a:lnTo>
                    <a:pt x="307339" y="140970"/>
                  </a:lnTo>
                  <a:lnTo>
                    <a:pt x="306070" y="142239"/>
                  </a:lnTo>
                  <a:lnTo>
                    <a:pt x="316230" y="142239"/>
                  </a:lnTo>
                  <a:lnTo>
                    <a:pt x="317499" y="140970"/>
                  </a:lnTo>
                  <a:close/>
                </a:path>
                <a:path w="455930" h="450850">
                  <a:moveTo>
                    <a:pt x="321309" y="137160"/>
                  </a:moveTo>
                  <a:lnTo>
                    <a:pt x="311150" y="137160"/>
                  </a:lnTo>
                  <a:lnTo>
                    <a:pt x="308610" y="139700"/>
                  </a:lnTo>
                  <a:lnTo>
                    <a:pt x="318769" y="139700"/>
                  </a:lnTo>
                  <a:lnTo>
                    <a:pt x="321309" y="137160"/>
                  </a:lnTo>
                  <a:close/>
                </a:path>
                <a:path w="455930" h="450850">
                  <a:moveTo>
                    <a:pt x="323849" y="134620"/>
                  </a:moveTo>
                  <a:lnTo>
                    <a:pt x="313689" y="134620"/>
                  </a:lnTo>
                  <a:lnTo>
                    <a:pt x="312420" y="135889"/>
                  </a:lnTo>
                  <a:lnTo>
                    <a:pt x="322580" y="135889"/>
                  </a:lnTo>
                  <a:lnTo>
                    <a:pt x="323849" y="134620"/>
                  </a:lnTo>
                  <a:close/>
                </a:path>
                <a:path w="455930" h="450850">
                  <a:moveTo>
                    <a:pt x="327659" y="130810"/>
                  </a:moveTo>
                  <a:lnTo>
                    <a:pt x="317500" y="130810"/>
                  </a:lnTo>
                  <a:lnTo>
                    <a:pt x="314960" y="133350"/>
                  </a:lnTo>
                  <a:lnTo>
                    <a:pt x="325119" y="133350"/>
                  </a:lnTo>
                  <a:lnTo>
                    <a:pt x="327659" y="130810"/>
                  </a:lnTo>
                  <a:close/>
                </a:path>
                <a:path w="455930" h="450850">
                  <a:moveTo>
                    <a:pt x="330199" y="128270"/>
                  </a:moveTo>
                  <a:lnTo>
                    <a:pt x="320039" y="128270"/>
                  </a:lnTo>
                  <a:lnTo>
                    <a:pt x="318770" y="129539"/>
                  </a:lnTo>
                  <a:lnTo>
                    <a:pt x="328930" y="129539"/>
                  </a:lnTo>
                  <a:lnTo>
                    <a:pt x="330199" y="128270"/>
                  </a:lnTo>
                  <a:close/>
                </a:path>
                <a:path w="455930" h="450850">
                  <a:moveTo>
                    <a:pt x="334009" y="124460"/>
                  </a:moveTo>
                  <a:lnTo>
                    <a:pt x="323850" y="124460"/>
                  </a:lnTo>
                  <a:lnTo>
                    <a:pt x="321310" y="127000"/>
                  </a:lnTo>
                  <a:lnTo>
                    <a:pt x="331469" y="127000"/>
                  </a:lnTo>
                  <a:lnTo>
                    <a:pt x="334009" y="124460"/>
                  </a:lnTo>
                  <a:close/>
                </a:path>
                <a:path w="455930" h="450850">
                  <a:moveTo>
                    <a:pt x="336549" y="121920"/>
                  </a:moveTo>
                  <a:lnTo>
                    <a:pt x="326389" y="121920"/>
                  </a:lnTo>
                  <a:lnTo>
                    <a:pt x="325120" y="123189"/>
                  </a:lnTo>
                  <a:lnTo>
                    <a:pt x="335280" y="123189"/>
                  </a:lnTo>
                  <a:lnTo>
                    <a:pt x="336549" y="121920"/>
                  </a:lnTo>
                  <a:close/>
                </a:path>
                <a:path w="455930" h="450850">
                  <a:moveTo>
                    <a:pt x="340359" y="118110"/>
                  </a:moveTo>
                  <a:lnTo>
                    <a:pt x="330200" y="118110"/>
                  </a:lnTo>
                  <a:lnTo>
                    <a:pt x="327660" y="120650"/>
                  </a:lnTo>
                  <a:lnTo>
                    <a:pt x="337819" y="120650"/>
                  </a:lnTo>
                  <a:lnTo>
                    <a:pt x="340359" y="118110"/>
                  </a:lnTo>
                  <a:close/>
                </a:path>
                <a:path w="455930" h="450850">
                  <a:moveTo>
                    <a:pt x="342899" y="115570"/>
                  </a:moveTo>
                  <a:lnTo>
                    <a:pt x="332739" y="115570"/>
                  </a:lnTo>
                  <a:lnTo>
                    <a:pt x="331470" y="116839"/>
                  </a:lnTo>
                  <a:lnTo>
                    <a:pt x="341630" y="116839"/>
                  </a:lnTo>
                  <a:lnTo>
                    <a:pt x="342899" y="115570"/>
                  </a:lnTo>
                  <a:close/>
                </a:path>
                <a:path w="455930" h="450850">
                  <a:moveTo>
                    <a:pt x="346709" y="111760"/>
                  </a:moveTo>
                  <a:lnTo>
                    <a:pt x="336550" y="111760"/>
                  </a:lnTo>
                  <a:lnTo>
                    <a:pt x="334010" y="114300"/>
                  </a:lnTo>
                  <a:lnTo>
                    <a:pt x="344169" y="114300"/>
                  </a:lnTo>
                  <a:lnTo>
                    <a:pt x="346709" y="111760"/>
                  </a:lnTo>
                  <a:close/>
                </a:path>
                <a:path w="455930" h="450850">
                  <a:moveTo>
                    <a:pt x="349249" y="109220"/>
                  </a:moveTo>
                  <a:lnTo>
                    <a:pt x="339089" y="109220"/>
                  </a:lnTo>
                  <a:lnTo>
                    <a:pt x="337820" y="110489"/>
                  </a:lnTo>
                  <a:lnTo>
                    <a:pt x="347980" y="110489"/>
                  </a:lnTo>
                  <a:lnTo>
                    <a:pt x="349249" y="109220"/>
                  </a:lnTo>
                  <a:close/>
                </a:path>
                <a:path w="455930" h="450850">
                  <a:moveTo>
                    <a:pt x="353059" y="105410"/>
                  </a:moveTo>
                  <a:lnTo>
                    <a:pt x="342900" y="105410"/>
                  </a:lnTo>
                  <a:lnTo>
                    <a:pt x="340360" y="107950"/>
                  </a:lnTo>
                  <a:lnTo>
                    <a:pt x="350519" y="107950"/>
                  </a:lnTo>
                  <a:lnTo>
                    <a:pt x="353059" y="105410"/>
                  </a:lnTo>
                  <a:close/>
                </a:path>
                <a:path w="455930" h="450850">
                  <a:moveTo>
                    <a:pt x="355599" y="102870"/>
                  </a:moveTo>
                  <a:lnTo>
                    <a:pt x="345439" y="102870"/>
                  </a:lnTo>
                  <a:lnTo>
                    <a:pt x="344170" y="104139"/>
                  </a:lnTo>
                  <a:lnTo>
                    <a:pt x="354330" y="104139"/>
                  </a:lnTo>
                  <a:lnTo>
                    <a:pt x="355599" y="102870"/>
                  </a:lnTo>
                  <a:close/>
                </a:path>
                <a:path w="455930" h="450850">
                  <a:moveTo>
                    <a:pt x="359409" y="99060"/>
                  </a:moveTo>
                  <a:lnTo>
                    <a:pt x="349250" y="99060"/>
                  </a:lnTo>
                  <a:lnTo>
                    <a:pt x="346710" y="101600"/>
                  </a:lnTo>
                  <a:lnTo>
                    <a:pt x="356869" y="101600"/>
                  </a:lnTo>
                  <a:lnTo>
                    <a:pt x="359409" y="99060"/>
                  </a:lnTo>
                  <a:close/>
                </a:path>
                <a:path w="455930" h="450850">
                  <a:moveTo>
                    <a:pt x="361949" y="96520"/>
                  </a:moveTo>
                  <a:lnTo>
                    <a:pt x="351789" y="96520"/>
                  </a:lnTo>
                  <a:lnTo>
                    <a:pt x="350520" y="97789"/>
                  </a:lnTo>
                  <a:lnTo>
                    <a:pt x="360680" y="97789"/>
                  </a:lnTo>
                  <a:lnTo>
                    <a:pt x="361949" y="96520"/>
                  </a:lnTo>
                  <a:close/>
                </a:path>
                <a:path w="455930" h="450850">
                  <a:moveTo>
                    <a:pt x="365759" y="92710"/>
                  </a:moveTo>
                  <a:lnTo>
                    <a:pt x="355600" y="92710"/>
                  </a:lnTo>
                  <a:lnTo>
                    <a:pt x="353060" y="95250"/>
                  </a:lnTo>
                  <a:lnTo>
                    <a:pt x="363219" y="95250"/>
                  </a:lnTo>
                  <a:lnTo>
                    <a:pt x="365759" y="92710"/>
                  </a:lnTo>
                  <a:close/>
                </a:path>
                <a:path w="455930" h="450850">
                  <a:moveTo>
                    <a:pt x="368299" y="90170"/>
                  </a:moveTo>
                  <a:lnTo>
                    <a:pt x="358139" y="90170"/>
                  </a:lnTo>
                  <a:lnTo>
                    <a:pt x="356870" y="91439"/>
                  </a:lnTo>
                  <a:lnTo>
                    <a:pt x="367030" y="91439"/>
                  </a:lnTo>
                  <a:lnTo>
                    <a:pt x="368299" y="90170"/>
                  </a:lnTo>
                  <a:close/>
                </a:path>
                <a:path w="455930" h="450850">
                  <a:moveTo>
                    <a:pt x="372109" y="86360"/>
                  </a:moveTo>
                  <a:lnTo>
                    <a:pt x="361950" y="86360"/>
                  </a:lnTo>
                  <a:lnTo>
                    <a:pt x="359410" y="88900"/>
                  </a:lnTo>
                  <a:lnTo>
                    <a:pt x="369569" y="88900"/>
                  </a:lnTo>
                  <a:lnTo>
                    <a:pt x="372109" y="86360"/>
                  </a:lnTo>
                  <a:close/>
                </a:path>
                <a:path w="455930" h="450850">
                  <a:moveTo>
                    <a:pt x="374649" y="83820"/>
                  </a:moveTo>
                  <a:lnTo>
                    <a:pt x="364489" y="83820"/>
                  </a:lnTo>
                  <a:lnTo>
                    <a:pt x="363220" y="85089"/>
                  </a:lnTo>
                  <a:lnTo>
                    <a:pt x="373380" y="85089"/>
                  </a:lnTo>
                  <a:lnTo>
                    <a:pt x="374649" y="83820"/>
                  </a:lnTo>
                  <a:close/>
                </a:path>
                <a:path w="455930" h="450850">
                  <a:moveTo>
                    <a:pt x="378459" y="80010"/>
                  </a:moveTo>
                  <a:lnTo>
                    <a:pt x="368300" y="80010"/>
                  </a:lnTo>
                  <a:lnTo>
                    <a:pt x="365760" y="82550"/>
                  </a:lnTo>
                  <a:lnTo>
                    <a:pt x="375919" y="82550"/>
                  </a:lnTo>
                  <a:lnTo>
                    <a:pt x="378459" y="80010"/>
                  </a:lnTo>
                  <a:close/>
                </a:path>
                <a:path w="455930" h="450850">
                  <a:moveTo>
                    <a:pt x="380999" y="77470"/>
                  </a:moveTo>
                  <a:lnTo>
                    <a:pt x="370839" y="77470"/>
                  </a:lnTo>
                  <a:lnTo>
                    <a:pt x="369570" y="78739"/>
                  </a:lnTo>
                  <a:lnTo>
                    <a:pt x="379730" y="78739"/>
                  </a:lnTo>
                  <a:lnTo>
                    <a:pt x="380999" y="77470"/>
                  </a:lnTo>
                  <a:close/>
                </a:path>
                <a:path w="455930" h="450850">
                  <a:moveTo>
                    <a:pt x="384809" y="73660"/>
                  </a:moveTo>
                  <a:lnTo>
                    <a:pt x="374650" y="73660"/>
                  </a:lnTo>
                  <a:lnTo>
                    <a:pt x="372110" y="76200"/>
                  </a:lnTo>
                  <a:lnTo>
                    <a:pt x="382269" y="76200"/>
                  </a:lnTo>
                  <a:lnTo>
                    <a:pt x="384809" y="73660"/>
                  </a:lnTo>
                  <a:close/>
                </a:path>
                <a:path w="455930" h="450850">
                  <a:moveTo>
                    <a:pt x="387349" y="71120"/>
                  </a:moveTo>
                  <a:lnTo>
                    <a:pt x="377189" y="71120"/>
                  </a:lnTo>
                  <a:lnTo>
                    <a:pt x="375920" y="72389"/>
                  </a:lnTo>
                  <a:lnTo>
                    <a:pt x="386080" y="72389"/>
                  </a:lnTo>
                  <a:lnTo>
                    <a:pt x="387349" y="71120"/>
                  </a:lnTo>
                  <a:close/>
                </a:path>
                <a:path w="455930" h="450850">
                  <a:moveTo>
                    <a:pt x="391159" y="67310"/>
                  </a:moveTo>
                  <a:lnTo>
                    <a:pt x="381000" y="67310"/>
                  </a:lnTo>
                  <a:lnTo>
                    <a:pt x="378460" y="69850"/>
                  </a:lnTo>
                  <a:lnTo>
                    <a:pt x="388619" y="69850"/>
                  </a:lnTo>
                  <a:lnTo>
                    <a:pt x="391159" y="67310"/>
                  </a:lnTo>
                  <a:close/>
                </a:path>
                <a:path w="455930" h="450850">
                  <a:moveTo>
                    <a:pt x="393699" y="64770"/>
                  </a:moveTo>
                  <a:lnTo>
                    <a:pt x="383539" y="64770"/>
                  </a:lnTo>
                  <a:lnTo>
                    <a:pt x="382270" y="66039"/>
                  </a:lnTo>
                  <a:lnTo>
                    <a:pt x="392430" y="66039"/>
                  </a:lnTo>
                  <a:lnTo>
                    <a:pt x="393699" y="64770"/>
                  </a:lnTo>
                  <a:close/>
                </a:path>
                <a:path w="455930" h="450850">
                  <a:moveTo>
                    <a:pt x="397509" y="60960"/>
                  </a:moveTo>
                  <a:lnTo>
                    <a:pt x="387350" y="60960"/>
                  </a:lnTo>
                  <a:lnTo>
                    <a:pt x="384810" y="63500"/>
                  </a:lnTo>
                  <a:lnTo>
                    <a:pt x="394969" y="63500"/>
                  </a:lnTo>
                  <a:lnTo>
                    <a:pt x="397509" y="60960"/>
                  </a:lnTo>
                  <a:close/>
                </a:path>
                <a:path w="455930" h="450850">
                  <a:moveTo>
                    <a:pt x="400049" y="58420"/>
                  </a:moveTo>
                  <a:lnTo>
                    <a:pt x="389889" y="58420"/>
                  </a:lnTo>
                  <a:lnTo>
                    <a:pt x="388620" y="59689"/>
                  </a:lnTo>
                  <a:lnTo>
                    <a:pt x="398780" y="59689"/>
                  </a:lnTo>
                  <a:lnTo>
                    <a:pt x="400049" y="58420"/>
                  </a:lnTo>
                  <a:close/>
                </a:path>
                <a:path w="455930" h="450850">
                  <a:moveTo>
                    <a:pt x="403859" y="54610"/>
                  </a:moveTo>
                  <a:lnTo>
                    <a:pt x="393700" y="54610"/>
                  </a:lnTo>
                  <a:lnTo>
                    <a:pt x="391160" y="57150"/>
                  </a:lnTo>
                  <a:lnTo>
                    <a:pt x="401319" y="57150"/>
                  </a:lnTo>
                  <a:lnTo>
                    <a:pt x="403859" y="54610"/>
                  </a:lnTo>
                  <a:close/>
                </a:path>
                <a:path w="455930" h="450850">
                  <a:moveTo>
                    <a:pt x="406399" y="52070"/>
                  </a:moveTo>
                  <a:lnTo>
                    <a:pt x="396239" y="52070"/>
                  </a:lnTo>
                  <a:lnTo>
                    <a:pt x="394970" y="53339"/>
                  </a:lnTo>
                  <a:lnTo>
                    <a:pt x="405130" y="53339"/>
                  </a:lnTo>
                  <a:lnTo>
                    <a:pt x="406399" y="52070"/>
                  </a:lnTo>
                  <a:close/>
                </a:path>
                <a:path w="455930" h="450850">
                  <a:moveTo>
                    <a:pt x="410209" y="48260"/>
                  </a:moveTo>
                  <a:lnTo>
                    <a:pt x="400050" y="48260"/>
                  </a:lnTo>
                  <a:lnTo>
                    <a:pt x="397510" y="50800"/>
                  </a:lnTo>
                  <a:lnTo>
                    <a:pt x="407669" y="50800"/>
                  </a:lnTo>
                  <a:lnTo>
                    <a:pt x="410209" y="48260"/>
                  </a:lnTo>
                  <a:close/>
                </a:path>
                <a:path w="455930" h="450850">
                  <a:moveTo>
                    <a:pt x="412749" y="45720"/>
                  </a:moveTo>
                  <a:lnTo>
                    <a:pt x="402589" y="45720"/>
                  </a:lnTo>
                  <a:lnTo>
                    <a:pt x="401320" y="46989"/>
                  </a:lnTo>
                  <a:lnTo>
                    <a:pt x="411480" y="46989"/>
                  </a:lnTo>
                  <a:lnTo>
                    <a:pt x="412749" y="45720"/>
                  </a:lnTo>
                  <a:close/>
                </a:path>
                <a:path w="455930" h="450850">
                  <a:moveTo>
                    <a:pt x="416559" y="41910"/>
                  </a:moveTo>
                  <a:lnTo>
                    <a:pt x="406400" y="41910"/>
                  </a:lnTo>
                  <a:lnTo>
                    <a:pt x="403860" y="44450"/>
                  </a:lnTo>
                  <a:lnTo>
                    <a:pt x="414019" y="44450"/>
                  </a:lnTo>
                  <a:lnTo>
                    <a:pt x="416559" y="41910"/>
                  </a:lnTo>
                  <a:close/>
                </a:path>
                <a:path w="455930" h="450850">
                  <a:moveTo>
                    <a:pt x="419099" y="39370"/>
                  </a:moveTo>
                  <a:lnTo>
                    <a:pt x="408939" y="39370"/>
                  </a:lnTo>
                  <a:lnTo>
                    <a:pt x="407670" y="40639"/>
                  </a:lnTo>
                  <a:lnTo>
                    <a:pt x="417830" y="40639"/>
                  </a:lnTo>
                  <a:lnTo>
                    <a:pt x="419099" y="39370"/>
                  </a:lnTo>
                  <a:close/>
                </a:path>
                <a:path w="455930" h="450850">
                  <a:moveTo>
                    <a:pt x="422909" y="35560"/>
                  </a:moveTo>
                  <a:lnTo>
                    <a:pt x="412750" y="35560"/>
                  </a:lnTo>
                  <a:lnTo>
                    <a:pt x="410210" y="38100"/>
                  </a:lnTo>
                  <a:lnTo>
                    <a:pt x="420369" y="38100"/>
                  </a:lnTo>
                  <a:lnTo>
                    <a:pt x="422909" y="35560"/>
                  </a:lnTo>
                  <a:close/>
                </a:path>
                <a:path w="455930" h="450850">
                  <a:moveTo>
                    <a:pt x="425449" y="33020"/>
                  </a:moveTo>
                  <a:lnTo>
                    <a:pt x="415289" y="33020"/>
                  </a:lnTo>
                  <a:lnTo>
                    <a:pt x="414020" y="34289"/>
                  </a:lnTo>
                  <a:lnTo>
                    <a:pt x="424180" y="34289"/>
                  </a:lnTo>
                  <a:lnTo>
                    <a:pt x="425449" y="33020"/>
                  </a:lnTo>
                  <a:close/>
                </a:path>
                <a:path w="455930" h="450850">
                  <a:moveTo>
                    <a:pt x="429259" y="29210"/>
                  </a:moveTo>
                  <a:lnTo>
                    <a:pt x="419100" y="29210"/>
                  </a:lnTo>
                  <a:lnTo>
                    <a:pt x="416560" y="31750"/>
                  </a:lnTo>
                  <a:lnTo>
                    <a:pt x="426719" y="31750"/>
                  </a:lnTo>
                  <a:lnTo>
                    <a:pt x="429259" y="29210"/>
                  </a:lnTo>
                  <a:close/>
                </a:path>
                <a:path w="455930" h="450850">
                  <a:moveTo>
                    <a:pt x="431799" y="26670"/>
                  </a:moveTo>
                  <a:lnTo>
                    <a:pt x="421639" y="26670"/>
                  </a:lnTo>
                  <a:lnTo>
                    <a:pt x="420370" y="27939"/>
                  </a:lnTo>
                  <a:lnTo>
                    <a:pt x="430530" y="27939"/>
                  </a:lnTo>
                  <a:lnTo>
                    <a:pt x="431799" y="26670"/>
                  </a:lnTo>
                  <a:close/>
                </a:path>
                <a:path w="455930" h="450850">
                  <a:moveTo>
                    <a:pt x="435609" y="22860"/>
                  </a:moveTo>
                  <a:lnTo>
                    <a:pt x="425450" y="22860"/>
                  </a:lnTo>
                  <a:lnTo>
                    <a:pt x="422910" y="25400"/>
                  </a:lnTo>
                  <a:lnTo>
                    <a:pt x="433069" y="25400"/>
                  </a:lnTo>
                  <a:lnTo>
                    <a:pt x="435609" y="22860"/>
                  </a:lnTo>
                  <a:close/>
                </a:path>
                <a:path w="455930" h="450850">
                  <a:moveTo>
                    <a:pt x="438149" y="20320"/>
                  </a:moveTo>
                  <a:lnTo>
                    <a:pt x="427989" y="20320"/>
                  </a:lnTo>
                  <a:lnTo>
                    <a:pt x="426720" y="21589"/>
                  </a:lnTo>
                  <a:lnTo>
                    <a:pt x="436880" y="21589"/>
                  </a:lnTo>
                  <a:lnTo>
                    <a:pt x="438149" y="20320"/>
                  </a:lnTo>
                  <a:close/>
                </a:path>
                <a:path w="455930" h="450850">
                  <a:moveTo>
                    <a:pt x="441959" y="16510"/>
                  </a:moveTo>
                  <a:lnTo>
                    <a:pt x="431800" y="16510"/>
                  </a:lnTo>
                  <a:lnTo>
                    <a:pt x="429260" y="19050"/>
                  </a:lnTo>
                  <a:lnTo>
                    <a:pt x="439419" y="19050"/>
                  </a:lnTo>
                  <a:lnTo>
                    <a:pt x="441959" y="16510"/>
                  </a:lnTo>
                  <a:close/>
                </a:path>
                <a:path w="455930" h="450850">
                  <a:moveTo>
                    <a:pt x="444499" y="13970"/>
                  </a:moveTo>
                  <a:lnTo>
                    <a:pt x="434339" y="13970"/>
                  </a:lnTo>
                  <a:lnTo>
                    <a:pt x="433070" y="15239"/>
                  </a:lnTo>
                  <a:lnTo>
                    <a:pt x="443230" y="15239"/>
                  </a:lnTo>
                  <a:lnTo>
                    <a:pt x="444499" y="13970"/>
                  </a:lnTo>
                  <a:close/>
                </a:path>
                <a:path w="455930" h="450850">
                  <a:moveTo>
                    <a:pt x="448309" y="10160"/>
                  </a:moveTo>
                  <a:lnTo>
                    <a:pt x="438150" y="10160"/>
                  </a:lnTo>
                  <a:lnTo>
                    <a:pt x="435610" y="12700"/>
                  </a:lnTo>
                  <a:lnTo>
                    <a:pt x="445769" y="12700"/>
                  </a:lnTo>
                  <a:lnTo>
                    <a:pt x="448309" y="10160"/>
                  </a:lnTo>
                  <a:close/>
                </a:path>
                <a:path w="455930" h="450850">
                  <a:moveTo>
                    <a:pt x="450849" y="7620"/>
                  </a:moveTo>
                  <a:lnTo>
                    <a:pt x="440689" y="7620"/>
                  </a:lnTo>
                  <a:lnTo>
                    <a:pt x="439420" y="8889"/>
                  </a:lnTo>
                  <a:lnTo>
                    <a:pt x="449580" y="8889"/>
                  </a:lnTo>
                  <a:lnTo>
                    <a:pt x="450849" y="7620"/>
                  </a:lnTo>
                  <a:close/>
                </a:path>
                <a:path w="455930" h="450850">
                  <a:moveTo>
                    <a:pt x="454659" y="3810"/>
                  </a:moveTo>
                  <a:lnTo>
                    <a:pt x="444500" y="3810"/>
                  </a:lnTo>
                  <a:lnTo>
                    <a:pt x="441960" y="6350"/>
                  </a:lnTo>
                  <a:lnTo>
                    <a:pt x="452119" y="6350"/>
                  </a:lnTo>
                  <a:lnTo>
                    <a:pt x="454659" y="3810"/>
                  </a:lnTo>
                  <a:close/>
                </a:path>
                <a:path w="455930" h="450850">
                  <a:moveTo>
                    <a:pt x="455929" y="0"/>
                  </a:moveTo>
                  <a:lnTo>
                    <a:pt x="448310" y="0"/>
                  </a:lnTo>
                  <a:lnTo>
                    <a:pt x="445770" y="2539"/>
                  </a:lnTo>
                  <a:lnTo>
                    <a:pt x="455930" y="2539"/>
                  </a:lnTo>
                  <a:lnTo>
                    <a:pt x="455929" y="0"/>
                  </a:lnTo>
                  <a:close/>
                </a:path>
                <a:path w="455930" h="450850">
                  <a:moveTo>
                    <a:pt x="264159" y="194310"/>
                  </a:moveTo>
                  <a:lnTo>
                    <a:pt x="253999" y="194310"/>
                  </a:lnTo>
                  <a:lnTo>
                    <a:pt x="228600" y="219710"/>
                  </a:lnTo>
                  <a:lnTo>
                    <a:pt x="238759" y="219710"/>
                  </a:lnTo>
                  <a:lnTo>
                    <a:pt x="264159" y="194310"/>
                  </a:lnTo>
                  <a:close/>
                </a:path>
                <a:path w="455930" h="450850">
                  <a:moveTo>
                    <a:pt x="238759" y="219710"/>
                  </a:moveTo>
                  <a:lnTo>
                    <a:pt x="228599" y="219710"/>
                  </a:lnTo>
                  <a:lnTo>
                    <a:pt x="177800" y="270510"/>
                  </a:lnTo>
                  <a:lnTo>
                    <a:pt x="187959" y="270510"/>
                  </a:lnTo>
                  <a:lnTo>
                    <a:pt x="238759" y="219710"/>
                  </a:lnTo>
                  <a:close/>
                </a:path>
                <a:path w="455930" h="450850">
                  <a:moveTo>
                    <a:pt x="10159" y="448310"/>
                  </a:moveTo>
                  <a:lnTo>
                    <a:pt x="5079" y="448310"/>
                  </a:lnTo>
                  <a:lnTo>
                    <a:pt x="5079" y="449580"/>
                  </a:lnTo>
                  <a:lnTo>
                    <a:pt x="7619" y="449580"/>
                  </a:lnTo>
                  <a:lnTo>
                    <a:pt x="7619" y="450850"/>
                  </a:lnTo>
                  <a:lnTo>
                    <a:pt x="10159" y="448310"/>
                  </a:lnTo>
                  <a:close/>
                </a:path>
                <a:path w="455930" h="450850">
                  <a:moveTo>
                    <a:pt x="1269" y="447040"/>
                  </a:moveTo>
                  <a:lnTo>
                    <a:pt x="0" y="448310"/>
                  </a:lnTo>
                  <a:lnTo>
                    <a:pt x="1269" y="448310"/>
                  </a:lnTo>
                  <a:lnTo>
                    <a:pt x="1269" y="447040"/>
                  </a:lnTo>
                  <a:close/>
                </a:path>
                <a:path w="455930" h="450850">
                  <a:moveTo>
                    <a:pt x="12699" y="445770"/>
                  </a:moveTo>
                  <a:lnTo>
                    <a:pt x="2539" y="445770"/>
                  </a:lnTo>
                  <a:lnTo>
                    <a:pt x="1269" y="447040"/>
                  </a:lnTo>
                  <a:lnTo>
                    <a:pt x="11429" y="447040"/>
                  </a:lnTo>
                  <a:lnTo>
                    <a:pt x="12699" y="445770"/>
                  </a:lnTo>
                  <a:close/>
                </a:path>
                <a:path w="455930" h="450850">
                  <a:moveTo>
                    <a:pt x="16509" y="441960"/>
                  </a:moveTo>
                  <a:lnTo>
                    <a:pt x="6350" y="441960"/>
                  </a:lnTo>
                  <a:lnTo>
                    <a:pt x="3809" y="444500"/>
                  </a:lnTo>
                  <a:lnTo>
                    <a:pt x="13969" y="444500"/>
                  </a:lnTo>
                  <a:lnTo>
                    <a:pt x="16509" y="441960"/>
                  </a:lnTo>
                  <a:close/>
                </a:path>
                <a:path w="455930" h="450850">
                  <a:moveTo>
                    <a:pt x="19049" y="439420"/>
                  </a:moveTo>
                  <a:lnTo>
                    <a:pt x="8889" y="439420"/>
                  </a:lnTo>
                  <a:lnTo>
                    <a:pt x="7619" y="440690"/>
                  </a:lnTo>
                  <a:lnTo>
                    <a:pt x="17779" y="440690"/>
                  </a:lnTo>
                  <a:lnTo>
                    <a:pt x="19049" y="439420"/>
                  </a:lnTo>
                  <a:close/>
                </a:path>
                <a:path w="455930" h="450850">
                  <a:moveTo>
                    <a:pt x="22859" y="435610"/>
                  </a:moveTo>
                  <a:lnTo>
                    <a:pt x="12700" y="435610"/>
                  </a:lnTo>
                  <a:lnTo>
                    <a:pt x="10159" y="438150"/>
                  </a:lnTo>
                  <a:lnTo>
                    <a:pt x="20319" y="438150"/>
                  </a:lnTo>
                  <a:lnTo>
                    <a:pt x="22859" y="435610"/>
                  </a:lnTo>
                  <a:close/>
                </a:path>
                <a:path w="455930" h="450850">
                  <a:moveTo>
                    <a:pt x="25399" y="433070"/>
                  </a:moveTo>
                  <a:lnTo>
                    <a:pt x="15239" y="433070"/>
                  </a:lnTo>
                  <a:lnTo>
                    <a:pt x="13969" y="434340"/>
                  </a:lnTo>
                  <a:lnTo>
                    <a:pt x="24129" y="434340"/>
                  </a:lnTo>
                  <a:lnTo>
                    <a:pt x="25399" y="433070"/>
                  </a:lnTo>
                  <a:close/>
                </a:path>
                <a:path w="455930" h="450850">
                  <a:moveTo>
                    <a:pt x="29209" y="429260"/>
                  </a:moveTo>
                  <a:lnTo>
                    <a:pt x="19050" y="429260"/>
                  </a:lnTo>
                  <a:lnTo>
                    <a:pt x="16509" y="431800"/>
                  </a:lnTo>
                  <a:lnTo>
                    <a:pt x="26669" y="431800"/>
                  </a:lnTo>
                  <a:lnTo>
                    <a:pt x="29209" y="429260"/>
                  </a:lnTo>
                  <a:close/>
                </a:path>
                <a:path w="455930" h="450850">
                  <a:moveTo>
                    <a:pt x="31749" y="426720"/>
                  </a:moveTo>
                  <a:lnTo>
                    <a:pt x="21589" y="426720"/>
                  </a:lnTo>
                  <a:lnTo>
                    <a:pt x="20319" y="427990"/>
                  </a:lnTo>
                  <a:lnTo>
                    <a:pt x="30479" y="427990"/>
                  </a:lnTo>
                  <a:lnTo>
                    <a:pt x="31749" y="426720"/>
                  </a:lnTo>
                  <a:close/>
                </a:path>
                <a:path w="455930" h="450850">
                  <a:moveTo>
                    <a:pt x="35559" y="422910"/>
                  </a:moveTo>
                  <a:lnTo>
                    <a:pt x="25400" y="422910"/>
                  </a:lnTo>
                  <a:lnTo>
                    <a:pt x="22859" y="425450"/>
                  </a:lnTo>
                  <a:lnTo>
                    <a:pt x="33019" y="425450"/>
                  </a:lnTo>
                  <a:lnTo>
                    <a:pt x="35559" y="422910"/>
                  </a:lnTo>
                  <a:close/>
                </a:path>
                <a:path w="455930" h="450850">
                  <a:moveTo>
                    <a:pt x="38099" y="420370"/>
                  </a:moveTo>
                  <a:lnTo>
                    <a:pt x="27939" y="420370"/>
                  </a:lnTo>
                  <a:lnTo>
                    <a:pt x="26669" y="421640"/>
                  </a:lnTo>
                  <a:lnTo>
                    <a:pt x="36829" y="421640"/>
                  </a:lnTo>
                  <a:lnTo>
                    <a:pt x="38099" y="420370"/>
                  </a:lnTo>
                  <a:close/>
                </a:path>
                <a:path w="455930" h="450850">
                  <a:moveTo>
                    <a:pt x="41909" y="416560"/>
                  </a:moveTo>
                  <a:lnTo>
                    <a:pt x="31750" y="416560"/>
                  </a:lnTo>
                  <a:lnTo>
                    <a:pt x="29209" y="419100"/>
                  </a:lnTo>
                  <a:lnTo>
                    <a:pt x="39369" y="419100"/>
                  </a:lnTo>
                  <a:lnTo>
                    <a:pt x="41909" y="416560"/>
                  </a:lnTo>
                  <a:close/>
                </a:path>
                <a:path w="455930" h="450850">
                  <a:moveTo>
                    <a:pt x="44449" y="414020"/>
                  </a:moveTo>
                  <a:lnTo>
                    <a:pt x="34289" y="414020"/>
                  </a:lnTo>
                  <a:lnTo>
                    <a:pt x="33019" y="415290"/>
                  </a:lnTo>
                  <a:lnTo>
                    <a:pt x="43179" y="415290"/>
                  </a:lnTo>
                  <a:lnTo>
                    <a:pt x="44449" y="414020"/>
                  </a:lnTo>
                  <a:close/>
                </a:path>
                <a:path w="455930" h="450850">
                  <a:moveTo>
                    <a:pt x="48259" y="410210"/>
                  </a:moveTo>
                  <a:lnTo>
                    <a:pt x="38100" y="410210"/>
                  </a:lnTo>
                  <a:lnTo>
                    <a:pt x="35559" y="412750"/>
                  </a:lnTo>
                  <a:lnTo>
                    <a:pt x="45719" y="412750"/>
                  </a:lnTo>
                  <a:lnTo>
                    <a:pt x="48259" y="410210"/>
                  </a:lnTo>
                  <a:close/>
                </a:path>
                <a:path w="455930" h="450850">
                  <a:moveTo>
                    <a:pt x="50799" y="407670"/>
                  </a:moveTo>
                  <a:lnTo>
                    <a:pt x="40639" y="407670"/>
                  </a:lnTo>
                  <a:lnTo>
                    <a:pt x="39369" y="408940"/>
                  </a:lnTo>
                  <a:lnTo>
                    <a:pt x="49529" y="408940"/>
                  </a:lnTo>
                  <a:lnTo>
                    <a:pt x="50799" y="407670"/>
                  </a:lnTo>
                  <a:close/>
                </a:path>
                <a:path w="455930" h="450850">
                  <a:moveTo>
                    <a:pt x="54609" y="403860"/>
                  </a:moveTo>
                  <a:lnTo>
                    <a:pt x="44450" y="403860"/>
                  </a:lnTo>
                  <a:lnTo>
                    <a:pt x="41909" y="406400"/>
                  </a:lnTo>
                  <a:lnTo>
                    <a:pt x="52069" y="406400"/>
                  </a:lnTo>
                  <a:lnTo>
                    <a:pt x="54609" y="403860"/>
                  </a:lnTo>
                  <a:close/>
                </a:path>
                <a:path w="455930" h="450850">
                  <a:moveTo>
                    <a:pt x="57149" y="401320"/>
                  </a:moveTo>
                  <a:lnTo>
                    <a:pt x="46989" y="401320"/>
                  </a:lnTo>
                  <a:lnTo>
                    <a:pt x="45719" y="402590"/>
                  </a:lnTo>
                  <a:lnTo>
                    <a:pt x="55879" y="402590"/>
                  </a:lnTo>
                  <a:lnTo>
                    <a:pt x="57149" y="401320"/>
                  </a:lnTo>
                  <a:close/>
                </a:path>
                <a:path w="455930" h="450850">
                  <a:moveTo>
                    <a:pt x="60959" y="397510"/>
                  </a:moveTo>
                  <a:lnTo>
                    <a:pt x="50800" y="397510"/>
                  </a:lnTo>
                  <a:lnTo>
                    <a:pt x="48259" y="400050"/>
                  </a:lnTo>
                  <a:lnTo>
                    <a:pt x="58419" y="400050"/>
                  </a:lnTo>
                  <a:lnTo>
                    <a:pt x="60959" y="397510"/>
                  </a:lnTo>
                  <a:close/>
                </a:path>
                <a:path w="455930" h="450850">
                  <a:moveTo>
                    <a:pt x="63499" y="394970"/>
                  </a:moveTo>
                  <a:lnTo>
                    <a:pt x="53339" y="394970"/>
                  </a:lnTo>
                  <a:lnTo>
                    <a:pt x="52069" y="396240"/>
                  </a:lnTo>
                  <a:lnTo>
                    <a:pt x="62229" y="396240"/>
                  </a:lnTo>
                  <a:lnTo>
                    <a:pt x="63499" y="394970"/>
                  </a:lnTo>
                  <a:close/>
                </a:path>
                <a:path w="455930" h="450850">
                  <a:moveTo>
                    <a:pt x="67309" y="391160"/>
                  </a:moveTo>
                  <a:lnTo>
                    <a:pt x="57150" y="391160"/>
                  </a:lnTo>
                  <a:lnTo>
                    <a:pt x="54609" y="393700"/>
                  </a:lnTo>
                  <a:lnTo>
                    <a:pt x="64769" y="393700"/>
                  </a:lnTo>
                  <a:lnTo>
                    <a:pt x="67309" y="391160"/>
                  </a:lnTo>
                  <a:close/>
                </a:path>
                <a:path w="455930" h="450850">
                  <a:moveTo>
                    <a:pt x="69849" y="388620"/>
                  </a:moveTo>
                  <a:lnTo>
                    <a:pt x="59689" y="388620"/>
                  </a:lnTo>
                  <a:lnTo>
                    <a:pt x="58419" y="389890"/>
                  </a:lnTo>
                  <a:lnTo>
                    <a:pt x="68579" y="389890"/>
                  </a:lnTo>
                  <a:lnTo>
                    <a:pt x="69849" y="388620"/>
                  </a:lnTo>
                  <a:close/>
                </a:path>
                <a:path w="455930" h="450850">
                  <a:moveTo>
                    <a:pt x="73659" y="384810"/>
                  </a:moveTo>
                  <a:lnTo>
                    <a:pt x="63500" y="384810"/>
                  </a:lnTo>
                  <a:lnTo>
                    <a:pt x="60959" y="387350"/>
                  </a:lnTo>
                  <a:lnTo>
                    <a:pt x="71119" y="387350"/>
                  </a:lnTo>
                  <a:lnTo>
                    <a:pt x="73659" y="384810"/>
                  </a:lnTo>
                  <a:close/>
                </a:path>
                <a:path w="455930" h="450850">
                  <a:moveTo>
                    <a:pt x="76199" y="382270"/>
                  </a:moveTo>
                  <a:lnTo>
                    <a:pt x="66039" y="382270"/>
                  </a:lnTo>
                  <a:lnTo>
                    <a:pt x="64769" y="383540"/>
                  </a:lnTo>
                  <a:lnTo>
                    <a:pt x="74929" y="383540"/>
                  </a:lnTo>
                  <a:lnTo>
                    <a:pt x="76199" y="382270"/>
                  </a:lnTo>
                  <a:close/>
                </a:path>
                <a:path w="455930" h="450850">
                  <a:moveTo>
                    <a:pt x="80009" y="378460"/>
                  </a:moveTo>
                  <a:lnTo>
                    <a:pt x="69850" y="378460"/>
                  </a:lnTo>
                  <a:lnTo>
                    <a:pt x="67309" y="381000"/>
                  </a:lnTo>
                  <a:lnTo>
                    <a:pt x="77469" y="381000"/>
                  </a:lnTo>
                  <a:lnTo>
                    <a:pt x="80009" y="378460"/>
                  </a:lnTo>
                  <a:close/>
                </a:path>
                <a:path w="455930" h="450850">
                  <a:moveTo>
                    <a:pt x="82549" y="375920"/>
                  </a:moveTo>
                  <a:lnTo>
                    <a:pt x="72389" y="375920"/>
                  </a:lnTo>
                  <a:lnTo>
                    <a:pt x="71119" y="377190"/>
                  </a:lnTo>
                  <a:lnTo>
                    <a:pt x="81279" y="377190"/>
                  </a:lnTo>
                  <a:lnTo>
                    <a:pt x="82549" y="375920"/>
                  </a:lnTo>
                  <a:close/>
                </a:path>
                <a:path w="455930" h="450850">
                  <a:moveTo>
                    <a:pt x="86359" y="372110"/>
                  </a:moveTo>
                  <a:lnTo>
                    <a:pt x="76200" y="372110"/>
                  </a:lnTo>
                  <a:lnTo>
                    <a:pt x="73659" y="374650"/>
                  </a:lnTo>
                  <a:lnTo>
                    <a:pt x="83819" y="374650"/>
                  </a:lnTo>
                  <a:lnTo>
                    <a:pt x="86359" y="372110"/>
                  </a:lnTo>
                  <a:close/>
                </a:path>
                <a:path w="455930" h="450850">
                  <a:moveTo>
                    <a:pt x="88899" y="369570"/>
                  </a:moveTo>
                  <a:lnTo>
                    <a:pt x="78739" y="369570"/>
                  </a:lnTo>
                  <a:lnTo>
                    <a:pt x="77469" y="370840"/>
                  </a:lnTo>
                  <a:lnTo>
                    <a:pt x="87629" y="370840"/>
                  </a:lnTo>
                  <a:lnTo>
                    <a:pt x="88899" y="369570"/>
                  </a:lnTo>
                  <a:close/>
                </a:path>
                <a:path w="455930" h="450850">
                  <a:moveTo>
                    <a:pt x="92709" y="365760"/>
                  </a:moveTo>
                  <a:lnTo>
                    <a:pt x="82550" y="365760"/>
                  </a:lnTo>
                  <a:lnTo>
                    <a:pt x="80009" y="368300"/>
                  </a:lnTo>
                  <a:lnTo>
                    <a:pt x="90169" y="368300"/>
                  </a:lnTo>
                  <a:lnTo>
                    <a:pt x="92709" y="365760"/>
                  </a:lnTo>
                  <a:close/>
                </a:path>
                <a:path w="455930" h="450850">
                  <a:moveTo>
                    <a:pt x="95249" y="363220"/>
                  </a:moveTo>
                  <a:lnTo>
                    <a:pt x="85089" y="363220"/>
                  </a:lnTo>
                  <a:lnTo>
                    <a:pt x="83819" y="364490"/>
                  </a:lnTo>
                  <a:lnTo>
                    <a:pt x="93979" y="364490"/>
                  </a:lnTo>
                  <a:lnTo>
                    <a:pt x="95249" y="363220"/>
                  </a:lnTo>
                  <a:close/>
                </a:path>
                <a:path w="455930" h="450850">
                  <a:moveTo>
                    <a:pt x="99059" y="359410"/>
                  </a:moveTo>
                  <a:lnTo>
                    <a:pt x="88900" y="359410"/>
                  </a:lnTo>
                  <a:lnTo>
                    <a:pt x="86359" y="361950"/>
                  </a:lnTo>
                  <a:lnTo>
                    <a:pt x="96519" y="361950"/>
                  </a:lnTo>
                  <a:lnTo>
                    <a:pt x="99059" y="359410"/>
                  </a:lnTo>
                  <a:close/>
                </a:path>
                <a:path w="455930" h="450850">
                  <a:moveTo>
                    <a:pt x="101599" y="356870"/>
                  </a:moveTo>
                  <a:lnTo>
                    <a:pt x="91439" y="356870"/>
                  </a:lnTo>
                  <a:lnTo>
                    <a:pt x="90169" y="358140"/>
                  </a:lnTo>
                  <a:lnTo>
                    <a:pt x="100329" y="358140"/>
                  </a:lnTo>
                  <a:lnTo>
                    <a:pt x="101599" y="356870"/>
                  </a:lnTo>
                  <a:close/>
                </a:path>
                <a:path w="455930" h="450850">
                  <a:moveTo>
                    <a:pt x="105409" y="353060"/>
                  </a:moveTo>
                  <a:lnTo>
                    <a:pt x="95250" y="353060"/>
                  </a:lnTo>
                  <a:lnTo>
                    <a:pt x="92709" y="355600"/>
                  </a:lnTo>
                  <a:lnTo>
                    <a:pt x="102869" y="355600"/>
                  </a:lnTo>
                  <a:lnTo>
                    <a:pt x="105409" y="353060"/>
                  </a:lnTo>
                  <a:close/>
                </a:path>
                <a:path w="455930" h="450850">
                  <a:moveTo>
                    <a:pt x="107949" y="350520"/>
                  </a:moveTo>
                  <a:lnTo>
                    <a:pt x="97789" y="350520"/>
                  </a:lnTo>
                  <a:lnTo>
                    <a:pt x="96519" y="351790"/>
                  </a:lnTo>
                  <a:lnTo>
                    <a:pt x="106679" y="351790"/>
                  </a:lnTo>
                  <a:lnTo>
                    <a:pt x="107949" y="350520"/>
                  </a:lnTo>
                  <a:close/>
                </a:path>
                <a:path w="455930" h="450850">
                  <a:moveTo>
                    <a:pt x="120649" y="337820"/>
                  </a:moveTo>
                  <a:lnTo>
                    <a:pt x="110489" y="337820"/>
                  </a:lnTo>
                  <a:lnTo>
                    <a:pt x="99059" y="349250"/>
                  </a:lnTo>
                  <a:lnTo>
                    <a:pt x="109219" y="349250"/>
                  </a:lnTo>
                  <a:lnTo>
                    <a:pt x="120649" y="337820"/>
                  </a:lnTo>
                  <a:close/>
                </a:path>
                <a:path w="455930" h="450850">
                  <a:moveTo>
                    <a:pt x="133349" y="325120"/>
                  </a:moveTo>
                  <a:lnTo>
                    <a:pt x="123189" y="325120"/>
                  </a:lnTo>
                  <a:lnTo>
                    <a:pt x="111759" y="336550"/>
                  </a:lnTo>
                  <a:lnTo>
                    <a:pt x="121919" y="336550"/>
                  </a:lnTo>
                  <a:lnTo>
                    <a:pt x="133349" y="325120"/>
                  </a:lnTo>
                  <a:close/>
                </a:path>
                <a:path w="455930" h="450850">
                  <a:moveTo>
                    <a:pt x="137159" y="321310"/>
                  </a:moveTo>
                  <a:lnTo>
                    <a:pt x="127000" y="321310"/>
                  </a:lnTo>
                  <a:lnTo>
                    <a:pt x="124459" y="323850"/>
                  </a:lnTo>
                  <a:lnTo>
                    <a:pt x="134619" y="323850"/>
                  </a:lnTo>
                  <a:lnTo>
                    <a:pt x="137159" y="321310"/>
                  </a:lnTo>
                  <a:close/>
                </a:path>
                <a:path w="455930" h="450850">
                  <a:moveTo>
                    <a:pt x="139699" y="318770"/>
                  </a:moveTo>
                  <a:lnTo>
                    <a:pt x="129539" y="318770"/>
                  </a:lnTo>
                  <a:lnTo>
                    <a:pt x="128269" y="320040"/>
                  </a:lnTo>
                  <a:lnTo>
                    <a:pt x="138429" y="320040"/>
                  </a:lnTo>
                  <a:lnTo>
                    <a:pt x="139699" y="318770"/>
                  </a:lnTo>
                  <a:close/>
                </a:path>
                <a:path w="455930" h="450850">
                  <a:moveTo>
                    <a:pt x="143509" y="314960"/>
                  </a:moveTo>
                  <a:lnTo>
                    <a:pt x="133350" y="314960"/>
                  </a:lnTo>
                  <a:lnTo>
                    <a:pt x="130809" y="317500"/>
                  </a:lnTo>
                  <a:lnTo>
                    <a:pt x="140969" y="317500"/>
                  </a:lnTo>
                  <a:lnTo>
                    <a:pt x="143509" y="314960"/>
                  </a:lnTo>
                  <a:close/>
                </a:path>
                <a:path w="455930" h="450850">
                  <a:moveTo>
                    <a:pt x="156209" y="302260"/>
                  </a:moveTo>
                  <a:lnTo>
                    <a:pt x="146050" y="302260"/>
                  </a:lnTo>
                  <a:lnTo>
                    <a:pt x="134619" y="313690"/>
                  </a:lnTo>
                  <a:lnTo>
                    <a:pt x="144779" y="313690"/>
                  </a:lnTo>
                  <a:lnTo>
                    <a:pt x="156209" y="302260"/>
                  </a:lnTo>
                  <a:close/>
                </a:path>
                <a:path w="455930" h="450850">
                  <a:moveTo>
                    <a:pt x="165099" y="293370"/>
                  </a:moveTo>
                  <a:lnTo>
                    <a:pt x="154939" y="293370"/>
                  </a:lnTo>
                  <a:lnTo>
                    <a:pt x="147319" y="300990"/>
                  </a:lnTo>
                  <a:lnTo>
                    <a:pt x="157479" y="300990"/>
                  </a:lnTo>
                  <a:lnTo>
                    <a:pt x="165099" y="293370"/>
                  </a:lnTo>
                  <a:close/>
                </a:path>
                <a:path w="455930" h="450850">
                  <a:moveTo>
                    <a:pt x="181609" y="276860"/>
                  </a:moveTo>
                  <a:lnTo>
                    <a:pt x="171450" y="276860"/>
                  </a:lnTo>
                  <a:lnTo>
                    <a:pt x="156209" y="292100"/>
                  </a:lnTo>
                  <a:lnTo>
                    <a:pt x="166369" y="292100"/>
                  </a:lnTo>
                  <a:lnTo>
                    <a:pt x="181609" y="276860"/>
                  </a:lnTo>
                  <a:close/>
                </a:path>
                <a:path w="455930" h="450850">
                  <a:moveTo>
                    <a:pt x="186689" y="271780"/>
                  </a:moveTo>
                  <a:lnTo>
                    <a:pt x="176529" y="271780"/>
                  </a:lnTo>
                  <a:lnTo>
                    <a:pt x="172719" y="275590"/>
                  </a:lnTo>
                  <a:lnTo>
                    <a:pt x="182879" y="275590"/>
                  </a:lnTo>
                  <a:lnTo>
                    <a:pt x="186689" y="271780"/>
                  </a:lnTo>
                  <a:close/>
                </a:path>
              </a:pathLst>
            </a:custGeom>
            <a:solidFill>
              <a:srgbClr val="8850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5">
              <a:extLst>
                <a:ext uri="{FF2B5EF4-FFF2-40B4-BE49-F238E27FC236}">
                  <a16:creationId xmlns:a16="http://schemas.microsoft.com/office/drawing/2014/main" id="{9585908B-C69A-BC1D-E9E7-20EE3C8BFD55}"/>
                </a:ext>
              </a:extLst>
            </p:cNvPr>
            <p:cNvSpPr/>
            <p:nvPr/>
          </p:nvSpPr>
          <p:spPr>
            <a:xfrm>
              <a:off x="2611120" y="2588259"/>
              <a:ext cx="458470" cy="452120"/>
            </a:xfrm>
            <a:custGeom>
              <a:avLst/>
              <a:gdLst/>
              <a:ahLst/>
              <a:cxnLst/>
              <a:rect l="l" t="t" r="r" b="b"/>
              <a:pathLst>
                <a:path w="458469" h="452119">
                  <a:moveTo>
                    <a:pt x="273050" y="185419"/>
                  </a:moveTo>
                  <a:lnTo>
                    <a:pt x="262890" y="185419"/>
                  </a:lnTo>
                  <a:lnTo>
                    <a:pt x="256540" y="191769"/>
                  </a:lnTo>
                  <a:lnTo>
                    <a:pt x="266700" y="191769"/>
                  </a:lnTo>
                  <a:lnTo>
                    <a:pt x="273050" y="185419"/>
                  </a:lnTo>
                  <a:close/>
                </a:path>
                <a:path w="458469" h="452119">
                  <a:moveTo>
                    <a:pt x="275590" y="182879"/>
                  </a:moveTo>
                  <a:lnTo>
                    <a:pt x="265430" y="182879"/>
                  </a:lnTo>
                  <a:lnTo>
                    <a:pt x="264160" y="184149"/>
                  </a:lnTo>
                  <a:lnTo>
                    <a:pt x="274320" y="184149"/>
                  </a:lnTo>
                  <a:lnTo>
                    <a:pt x="275590" y="182879"/>
                  </a:lnTo>
                  <a:close/>
                </a:path>
                <a:path w="458469" h="452119">
                  <a:moveTo>
                    <a:pt x="279400" y="179069"/>
                  </a:moveTo>
                  <a:lnTo>
                    <a:pt x="269240" y="179069"/>
                  </a:lnTo>
                  <a:lnTo>
                    <a:pt x="266700" y="181609"/>
                  </a:lnTo>
                  <a:lnTo>
                    <a:pt x="276860" y="181609"/>
                  </a:lnTo>
                  <a:lnTo>
                    <a:pt x="279400" y="179069"/>
                  </a:lnTo>
                  <a:close/>
                </a:path>
                <a:path w="458469" h="452119">
                  <a:moveTo>
                    <a:pt x="281940" y="176529"/>
                  </a:moveTo>
                  <a:lnTo>
                    <a:pt x="271780" y="176529"/>
                  </a:lnTo>
                  <a:lnTo>
                    <a:pt x="270510" y="177799"/>
                  </a:lnTo>
                  <a:lnTo>
                    <a:pt x="280670" y="177799"/>
                  </a:lnTo>
                  <a:lnTo>
                    <a:pt x="281940" y="176529"/>
                  </a:lnTo>
                  <a:close/>
                </a:path>
                <a:path w="458469" h="452119">
                  <a:moveTo>
                    <a:pt x="285750" y="172719"/>
                  </a:moveTo>
                  <a:lnTo>
                    <a:pt x="275590" y="172719"/>
                  </a:lnTo>
                  <a:lnTo>
                    <a:pt x="273050" y="175259"/>
                  </a:lnTo>
                  <a:lnTo>
                    <a:pt x="283210" y="175259"/>
                  </a:lnTo>
                  <a:lnTo>
                    <a:pt x="285750" y="172719"/>
                  </a:lnTo>
                  <a:close/>
                </a:path>
                <a:path w="458469" h="452119">
                  <a:moveTo>
                    <a:pt x="288290" y="170179"/>
                  </a:moveTo>
                  <a:lnTo>
                    <a:pt x="278130" y="170179"/>
                  </a:lnTo>
                  <a:lnTo>
                    <a:pt x="276860" y="171449"/>
                  </a:lnTo>
                  <a:lnTo>
                    <a:pt x="287020" y="171449"/>
                  </a:lnTo>
                  <a:lnTo>
                    <a:pt x="288290" y="170179"/>
                  </a:lnTo>
                  <a:close/>
                </a:path>
                <a:path w="458469" h="452119">
                  <a:moveTo>
                    <a:pt x="300990" y="157479"/>
                  </a:moveTo>
                  <a:lnTo>
                    <a:pt x="290830" y="157479"/>
                  </a:lnTo>
                  <a:lnTo>
                    <a:pt x="279400" y="168909"/>
                  </a:lnTo>
                  <a:lnTo>
                    <a:pt x="289560" y="168909"/>
                  </a:lnTo>
                  <a:lnTo>
                    <a:pt x="300990" y="157479"/>
                  </a:lnTo>
                  <a:close/>
                </a:path>
                <a:path w="458469" h="452119">
                  <a:moveTo>
                    <a:pt x="313690" y="144779"/>
                  </a:moveTo>
                  <a:lnTo>
                    <a:pt x="303530" y="144779"/>
                  </a:lnTo>
                  <a:lnTo>
                    <a:pt x="292100" y="156209"/>
                  </a:lnTo>
                  <a:lnTo>
                    <a:pt x="302260" y="156209"/>
                  </a:lnTo>
                  <a:lnTo>
                    <a:pt x="313690" y="144779"/>
                  </a:lnTo>
                  <a:close/>
                </a:path>
                <a:path w="458469" h="452119">
                  <a:moveTo>
                    <a:pt x="317500" y="140969"/>
                  </a:moveTo>
                  <a:lnTo>
                    <a:pt x="307340" y="140969"/>
                  </a:lnTo>
                  <a:lnTo>
                    <a:pt x="304800" y="143509"/>
                  </a:lnTo>
                  <a:lnTo>
                    <a:pt x="314960" y="143509"/>
                  </a:lnTo>
                  <a:lnTo>
                    <a:pt x="317500" y="140969"/>
                  </a:lnTo>
                  <a:close/>
                </a:path>
                <a:path w="458469" h="452119">
                  <a:moveTo>
                    <a:pt x="320040" y="138429"/>
                  </a:moveTo>
                  <a:lnTo>
                    <a:pt x="309880" y="138429"/>
                  </a:lnTo>
                  <a:lnTo>
                    <a:pt x="308610" y="139699"/>
                  </a:lnTo>
                  <a:lnTo>
                    <a:pt x="318770" y="139699"/>
                  </a:lnTo>
                  <a:lnTo>
                    <a:pt x="320040" y="138429"/>
                  </a:lnTo>
                  <a:close/>
                </a:path>
                <a:path w="458469" h="452119">
                  <a:moveTo>
                    <a:pt x="323850" y="134619"/>
                  </a:moveTo>
                  <a:lnTo>
                    <a:pt x="313690" y="134619"/>
                  </a:lnTo>
                  <a:lnTo>
                    <a:pt x="311150" y="137159"/>
                  </a:lnTo>
                  <a:lnTo>
                    <a:pt x="321310" y="137159"/>
                  </a:lnTo>
                  <a:lnTo>
                    <a:pt x="323850" y="134619"/>
                  </a:lnTo>
                  <a:close/>
                </a:path>
                <a:path w="458469" h="452119">
                  <a:moveTo>
                    <a:pt x="326390" y="132079"/>
                  </a:moveTo>
                  <a:lnTo>
                    <a:pt x="316230" y="132079"/>
                  </a:lnTo>
                  <a:lnTo>
                    <a:pt x="314960" y="133349"/>
                  </a:lnTo>
                  <a:lnTo>
                    <a:pt x="325120" y="133349"/>
                  </a:lnTo>
                  <a:lnTo>
                    <a:pt x="326390" y="132079"/>
                  </a:lnTo>
                  <a:close/>
                </a:path>
                <a:path w="458469" h="452119">
                  <a:moveTo>
                    <a:pt x="330200" y="128269"/>
                  </a:moveTo>
                  <a:lnTo>
                    <a:pt x="320040" y="128269"/>
                  </a:lnTo>
                  <a:lnTo>
                    <a:pt x="317500" y="130809"/>
                  </a:lnTo>
                  <a:lnTo>
                    <a:pt x="327660" y="130809"/>
                  </a:lnTo>
                  <a:lnTo>
                    <a:pt x="330200" y="128269"/>
                  </a:lnTo>
                  <a:close/>
                </a:path>
                <a:path w="458469" h="452119">
                  <a:moveTo>
                    <a:pt x="332740" y="125729"/>
                  </a:moveTo>
                  <a:lnTo>
                    <a:pt x="322580" y="125729"/>
                  </a:lnTo>
                  <a:lnTo>
                    <a:pt x="321310" y="126999"/>
                  </a:lnTo>
                  <a:lnTo>
                    <a:pt x="331470" y="126999"/>
                  </a:lnTo>
                  <a:lnTo>
                    <a:pt x="332740" y="125729"/>
                  </a:lnTo>
                  <a:close/>
                </a:path>
                <a:path w="458469" h="452119">
                  <a:moveTo>
                    <a:pt x="336550" y="121919"/>
                  </a:moveTo>
                  <a:lnTo>
                    <a:pt x="326390" y="121919"/>
                  </a:lnTo>
                  <a:lnTo>
                    <a:pt x="323850" y="124459"/>
                  </a:lnTo>
                  <a:lnTo>
                    <a:pt x="334010" y="124459"/>
                  </a:lnTo>
                  <a:lnTo>
                    <a:pt x="336550" y="121919"/>
                  </a:lnTo>
                  <a:close/>
                </a:path>
                <a:path w="458469" h="452119">
                  <a:moveTo>
                    <a:pt x="339090" y="119379"/>
                  </a:moveTo>
                  <a:lnTo>
                    <a:pt x="328930" y="119379"/>
                  </a:lnTo>
                  <a:lnTo>
                    <a:pt x="327660" y="120649"/>
                  </a:lnTo>
                  <a:lnTo>
                    <a:pt x="337820" y="120649"/>
                  </a:lnTo>
                  <a:lnTo>
                    <a:pt x="339090" y="119379"/>
                  </a:lnTo>
                  <a:close/>
                </a:path>
                <a:path w="458469" h="452119">
                  <a:moveTo>
                    <a:pt x="342900" y="115569"/>
                  </a:moveTo>
                  <a:lnTo>
                    <a:pt x="332740" y="115569"/>
                  </a:lnTo>
                  <a:lnTo>
                    <a:pt x="330200" y="118109"/>
                  </a:lnTo>
                  <a:lnTo>
                    <a:pt x="340360" y="118109"/>
                  </a:lnTo>
                  <a:lnTo>
                    <a:pt x="342900" y="115569"/>
                  </a:lnTo>
                  <a:close/>
                </a:path>
                <a:path w="458469" h="452119">
                  <a:moveTo>
                    <a:pt x="345440" y="113029"/>
                  </a:moveTo>
                  <a:lnTo>
                    <a:pt x="335280" y="113029"/>
                  </a:lnTo>
                  <a:lnTo>
                    <a:pt x="334010" y="114299"/>
                  </a:lnTo>
                  <a:lnTo>
                    <a:pt x="344170" y="114299"/>
                  </a:lnTo>
                  <a:lnTo>
                    <a:pt x="345440" y="113029"/>
                  </a:lnTo>
                  <a:close/>
                </a:path>
                <a:path w="458469" h="452119">
                  <a:moveTo>
                    <a:pt x="349250" y="109219"/>
                  </a:moveTo>
                  <a:lnTo>
                    <a:pt x="339090" y="109219"/>
                  </a:lnTo>
                  <a:lnTo>
                    <a:pt x="336550" y="111759"/>
                  </a:lnTo>
                  <a:lnTo>
                    <a:pt x="346710" y="111759"/>
                  </a:lnTo>
                  <a:lnTo>
                    <a:pt x="349250" y="109219"/>
                  </a:lnTo>
                  <a:close/>
                </a:path>
                <a:path w="458469" h="452119">
                  <a:moveTo>
                    <a:pt x="351790" y="106679"/>
                  </a:moveTo>
                  <a:lnTo>
                    <a:pt x="341630" y="106679"/>
                  </a:lnTo>
                  <a:lnTo>
                    <a:pt x="340360" y="107949"/>
                  </a:lnTo>
                  <a:lnTo>
                    <a:pt x="350520" y="107949"/>
                  </a:lnTo>
                  <a:lnTo>
                    <a:pt x="351790" y="106679"/>
                  </a:lnTo>
                  <a:close/>
                </a:path>
                <a:path w="458469" h="452119">
                  <a:moveTo>
                    <a:pt x="355600" y="102869"/>
                  </a:moveTo>
                  <a:lnTo>
                    <a:pt x="345440" y="102869"/>
                  </a:lnTo>
                  <a:lnTo>
                    <a:pt x="342900" y="105409"/>
                  </a:lnTo>
                  <a:lnTo>
                    <a:pt x="353060" y="105409"/>
                  </a:lnTo>
                  <a:lnTo>
                    <a:pt x="355600" y="102869"/>
                  </a:lnTo>
                  <a:close/>
                </a:path>
                <a:path w="458469" h="452119">
                  <a:moveTo>
                    <a:pt x="358140" y="100329"/>
                  </a:moveTo>
                  <a:lnTo>
                    <a:pt x="347980" y="100329"/>
                  </a:lnTo>
                  <a:lnTo>
                    <a:pt x="346710" y="101599"/>
                  </a:lnTo>
                  <a:lnTo>
                    <a:pt x="356870" y="101599"/>
                  </a:lnTo>
                  <a:lnTo>
                    <a:pt x="358140" y="100329"/>
                  </a:lnTo>
                  <a:close/>
                </a:path>
                <a:path w="458469" h="452119">
                  <a:moveTo>
                    <a:pt x="361950" y="96519"/>
                  </a:moveTo>
                  <a:lnTo>
                    <a:pt x="351790" y="96519"/>
                  </a:lnTo>
                  <a:lnTo>
                    <a:pt x="349250" y="99059"/>
                  </a:lnTo>
                  <a:lnTo>
                    <a:pt x="359410" y="99059"/>
                  </a:lnTo>
                  <a:lnTo>
                    <a:pt x="361950" y="96519"/>
                  </a:lnTo>
                  <a:close/>
                </a:path>
                <a:path w="458469" h="452119">
                  <a:moveTo>
                    <a:pt x="364490" y="93979"/>
                  </a:moveTo>
                  <a:lnTo>
                    <a:pt x="354330" y="93979"/>
                  </a:lnTo>
                  <a:lnTo>
                    <a:pt x="353060" y="95249"/>
                  </a:lnTo>
                  <a:lnTo>
                    <a:pt x="363220" y="95249"/>
                  </a:lnTo>
                  <a:lnTo>
                    <a:pt x="364490" y="93979"/>
                  </a:lnTo>
                  <a:close/>
                </a:path>
                <a:path w="458469" h="452119">
                  <a:moveTo>
                    <a:pt x="368300" y="90169"/>
                  </a:moveTo>
                  <a:lnTo>
                    <a:pt x="358140" y="90169"/>
                  </a:lnTo>
                  <a:lnTo>
                    <a:pt x="355600" y="92709"/>
                  </a:lnTo>
                  <a:lnTo>
                    <a:pt x="365760" y="92709"/>
                  </a:lnTo>
                  <a:lnTo>
                    <a:pt x="368300" y="90169"/>
                  </a:lnTo>
                  <a:close/>
                </a:path>
                <a:path w="458469" h="452119">
                  <a:moveTo>
                    <a:pt x="370840" y="87629"/>
                  </a:moveTo>
                  <a:lnTo>
                    <a:pt x="360680" y="87629"/>
                  </a:lnTo>
                  <a:lnTo>
                    <a:pt x="359410" y="88899"/>
                  </a:lnTo>
                  <a:lnTo>
                    <a:pt x="369570" y="88899"/>
                  </a:lnTo>
                  <a:lnTo>
                    <a:pt x="370840" y="87629"/>
                  </a:lnTo>
                  <a:close/>
                </a:path>
                <a:path w="458469" h="452119">
                  <a:moveTo>
                    <a:pt x="374650" y="83819"/>
                  </a:moveTo>
                  <a:lnTo>
                    <a:pt x="364490" y="83819"/>
                  </a:lnTo>
                  <a:lnTo>
                    <a:pt x="361950" y="86359"/>
                  </a:lnTo>
                  <a:lnTo>
                    <a:pt x="372110" y="86359"/>
                  </a:lnTo>
                  <a:lnTo>
                    <a:pt x="374650" y="83819"/>
                  </a:lnTo>
                  <a:close/>
                </a:path>
                <a:path w="458469" h="452119">
                  <a:moveTo>
                    <a:pt x="377190" y="81279"/>
                  </a:moveTo>
                  <a:lnTo>
                    <a:pt x="367030" y="81279"/>
                  </a:lnTo>
                  <a:lnTo>
                    <a:pt x="365760" y="82549"/>
                  </a:lnTo>
                  <a:lnTo>
                    <a:pt x="375920" y="82549"/>
                  </a:lnTo>
                  <a:lnTo>
                    <a:pt x="377190" y="81279"/>
                  </a:lnTo>
                  <a:close/>
                </a:path>
                <a:path w="458469" h="452119">
                  <a:moveTo>
                    <a:pt x="381000" y="77469"/>
                  </a:moveTo>
                  <a:lnTo>
                    <a:pt x="370840" y="77469"/>
                  </a:lnTo>
                  <a:lnTo>
                    <a:pt x="368300" y="80009"/>
                  </a:lnTo>
                  <a:lnTo>
                    <a:pt x="378460" y="80009"/>
                  </a:lnTo>
                  <a:lnTo>
                    <a:pt x="381000" y="77469"/>
                  </a:lnTo>
                  <a:close/>
                </a:path>
                <a:path w="458469" h="452119">
                  <a:moveTo>
                    <a:pt x="383540" y="74929"/>
                  </a:moveTo>
                  <a:lnTo>
                    <a:pt x="373380" y="74929"/>
                  </a:lnTo>
                  <a:lnTo>
                    <a:pt x="372110" y="76199"/>
                  </a:lnTo>
                  <a:lnTo>
                    <a:pt x="382270" y="76199"/>
                  </a:lnTo>
                  <a:lnTo>
                    <a:pt x="383540" y="74929"/>
                  </a:lnTo>
                  <a:close/>
                </a:path>
                <a:path w="458469" h="452119">
                  <a:moveTo>
                    <a:pt x="387350" y="71119"/>
                  </a:moveTo>
                  <a:lnTo>
                    <a:pt x="377190" y="71119"/>
                  </a:lnTo>
                  <a:lnTo>
                    <a:pt x="374650" y="73659"/>
                  </a:lnTo>
                  <a:lnTo>
                    <a:pt x="384810" y="73659"/>
                  </a:lnTo>
                  <a:lnTo>
                    <a:pt x="387350" y="71119"/>
                  </a:lnTo>
                  <a:close/>
                </a:path>
                <a:path w="458469" h="452119">
                  <a:moveTo>
                    <a:pt x="389890" y="68579"/>
                  </a:moveTo>
                  <a:lnTo>
                    <a:pt x="379730" y="68579"/>
                  </a:lnTo>
                  <a:lnTo>
                    <a:pt x="378460" y="69849"/>
                  </a:lnTo>
                  <a:lnTo>
                    <a:pt x="388620" y="69849"/>
                  </a:lnTo>
                  <a:lnTo>
                    <a:pt x="389890" y="68579"/>
                  </a:lnTo>
                  <a:close/>
                </a:path>
                <a:path w="458469" h="452119">
                  <a:moveTo>
                    <a:pt x="393700" y="64769"/>
                  </a:moveTo>
                  <a:lnTo>
                    <a:pt x="383540" y="64769"/>
                  </a:lnTo>
                  <a:lnTo>
                    <a:pt x="381000" y="67309"/>
                  </a:lnTo>
                  <a:lnTo>
                    <a:pt x="391160" y="67309"/>
                  </a:lnTo>
                  <a:lnTo>
                    <a:pt x="393700" y="64769"/>
                  </a:lnTo>
                  <a:close/>
                </a:path>
                <a:path w="458469" h="452119">
                  <a:moveTo>
                    <a:pt x="396240" y="62229"/>
                  </a:moveTo>
                  <a:lnTo>
                    <a:pt x="386080" y="62229"/>
                  </a:lnTo>
                  <a:lnTo>
                    <a:pt x="384810" y="63499"/>
                  </a:lnTo>
                  <a:lnTo>
                    <a:pt x="394970" y="63499"/>
                  </a:lnTo>
                  <a:lnTo>
                    <a:pt x="396240" y="62229"/>
                  </a:lnTo>
                  <a:close/>
                </a:path>
                <a:path w="458469" h="452119">
                  <a:moveTo>
                    <a:pt x="400050" y="58419"/>
                  </a:moveTo>
                  <a:lnTo>
                    <a:pt x="389890" y="58419"/>
                  </a:lnTo>
                  <a:lnTo>
                    <a:pt x="387350" y="60959"/>
                  </a:lnTo>
                  <a:lnTo>
                    <a:pt x="397510" y="60959"/>
                  </a:lnTo>
                  <a:lnTo>
                    <a:pt x="400050" y="58419"/>
                  </a:lnTo>
                  <a:close/>
                </a:path>
                <a:path w="458469" h="452119">
                  <a:moveTo>
                    <a:pt x="402590" y="55879"/>
                  </a:moveTo>
                  <a:lnTo>
                    <a:pt x="392430" y="55879"/>
                  </a:lnTo>
                  <a:lnTo>
                    <a:pt x="391160" y="57149"/>
                  </a:lnTo>
                  <a:lnTo>
                    <a:pt x="401320" y="57149"/>
                  </a:lnTo>
                  <a:lnTo>
                    <a:pt x="402590" y="55879"/>
                  </a:lnTo>
                  <a:close/>
                </a:path>
                <a:path w="458469" h="452119">
                  <a:moveTo>
                    <a:pt x="406400" y="52069"/>
                  </a:moveTo>
                  <a:lnTo>
                    <a:pt x="396240" y="52069"/>
                  </a:lnTo>
                  <a:lnTo>
                    <a:pt x="393700" y="54609"/>
                  </a:lnTo>
                  <a:lnTo>
                    <a:pt x="403860" y="54609"/>
                  </a:lnTo>
                  <a:lnTo>
                    <a:pt x="406400" y="52069"/>
                  </a:lnTo>
                  <a:close/>
                </a:path>
                <a:path w="458469" h="452119">
                  <a:moveTo>
                    <a:pt x="408940" y="49529"/>
                  </a:moveTo>
                  <a:lnTo>
                    <a:pt x="398780" y="49529"/>
                  </a:lnTo>
                  <a:lnTo>
                    <a:pt x="397510" y="50799"/>
                  </a:lnTo>
                  <a:lnTo>
                    <a:pt x="407670" y="50799"/>
                  </a:lnTo>
                  <a:lnTo>
                    <a:pt x="408940" y="49529"/>
                  </a:lnTo>
                  <a:close/>
                </a:path>
                <a:path w="458469" h="452119">
                  <a:moveTo>
                    <a:pt x="412750" y="45719"/>
                  </a:moveTo>
                  <a:lnTo>
                    <a:pt x="402590" y="45719"/>
                  </a:lnTo>
                  <a:lnTo>
                    <a:pt x="400050" y="48259"/>
                  </a:lnTo>
                  <a:lnTo>
                    <a:pt x="410210" y="48259"/>
                  </a:lnTo>
                  <a:lnTo>
                    <a:pt x="412750" y="45719"/>
                  </a:lnTo>
                  <a:close/>
                </a:path>
                <a:path w="458469" h="452119">
                  <a:moveTo>
                    <a:pt x="415290" y="43179"/>
                  </a:moveTo>
                  <a:lnTo>
                    <a:pt x="405130" y="43179"/>
                  </a:lnTo>
                  <a:lnTo>
                    <a:pt x="403860" y="44449"/>
                  </a:lnTo>
                  <a:lnTo>
                    <a:pt x="414020" y="44449"/>
                  </a:lnTo>
                  <a:lnTo>
                    <a:pt x="415290" y="43179"/>
                  </a:lnTo>
                  <a:close/>
                </a:path>
                <a:path w="458469" h="452119">
                  <a:moveTo>
                    <a:pt x="419100" y="39369"/>
                  </a:moveTo>
                  <a:lnTo>
                    <a:pt x="408940" y="39369"/>
                  </a:lnTo>
                  <a:lnTo>
                    <a:pt x="406400" y="41909"/>
                  </a:lnTo>
                  <a:lnTo>
                    <a:pt x="416560" y="41909"/>
                  </a:lnTo>
                  <a:lnTo>
                    <a:pt x="419100" y="39369"/>
                  </a:lnTo>
                  <a:close/>
                </a:path>
                <a:path w="458469" h="452119">
                  <a:moveTo>
                    <a:pt x="421640" y="36829"/>
                  </a:moveTo>
                  <a:lnTo>
                    <a:pt x="411480" y="36829"/>
                  </a:lnTo>
                  <a:lnTo>
                    <a:pt x="410210" y="38099"/>
                  </a:lnTo>
                  <a:lnTo>
                    <a:pt x="420370" y="38099"/>
                  </a:lnTo>
                  <a:lnTo>
                    <a:pt x="421640" y="36829"/>
                  </a:lnTo>
                  <a:close/>
                </a:path>
                <a:path w="458469" h="452119">
                  <a:moveTo>
                    <a:pt x="425450" y="33019"/>
                  </a:moveTo>
                  <a:lnTo>
                    <a:pt x="415290" y="33019"/>
                  </a:lnTo>
                  <a:lnTo>
                    <a:pt x="412750" y="35559"/>
                  </a:lnTo>
                  <a:lnTo>
                    <a:pt x="422910" y="35559"/>
                  </a:lnTo>
                  <a:lnTo>
                    <a:pt x="425450" y="33019"/>
                  </a:lnTo>
                  <a:close/>
                </a:path>
                <a:path w="458469" h="452119">
                  <a:moveTo>
                    <a:pt x="427990" y="30479"/>
                  </a:moveTo>
                  <a:lnTo>
                    <a:pt x="417830" y="30479"/>
                  </a:lnTo>
                  <a:lnTo>
                    <a:pt x="416560" y="31749"/>
                  </a:lnTo>
                  <a:lnTo>
                    <a:pt x="426720" y="31749"/>
                  </a:lnTo>
                  <a:lnTo>
                    <a:pt x="427990" y="30479"/>
                  </a:lnTo>
                  <a:close/>
                </a:path>
                <a:path w="458469" h="452119">
                  <a:moveTo>
                    <a:pt x="431800" y="26669"/>
                  </a:moveTo>
                  <a:lnTo>
                    <a:pt x="421640" y="26669"/>
                  </a:lnTo>
                  <a:lnTo>
                    <a:pt x="419100" y="29209"/>
                  </a:lnTo>
                  <a:lnTo>
                    <a:pt x="429260" y="29209"/>
                  </a:lnTo>
                  <a:lnTo>
                    <a:pt x="431800" y="26669"/>
                  </a:lnTo>
                  <a:close/>
                </a:path>
                <a:path w="458469" h="452119">
                  <a:moveTo>
                    <a:pt x="434340" y="24129"/>
                  </a:moveTo>
                  <a:lnTo>
                    <a:pt x="424180" y="24129"/>
                  </a:lnTo>
                  <a:lnTo>
                    <a:pt x="422910" y="25399"/>
                  </a:lnTo>
                  <a:lnTo>
                    <a:pt x="433070" y="25399"/>
                  </a:lnTo>
                  <a:lnTo>
                    <a:pt x="434340" y="24129"/>
                  </a:lnTo>
                  <a:close/>
                </a:path>
                <a:path w="458469" h="452119">
                  <a:moveTo>
                    <a:pt x="438150" y="20319"/>
                  </a:moveTo>
                  <a:lnTo>
                    <a:pt x="427990" y="20319"/>
                  </a:lnTo>
                  <a:lnTo>
                    <a:pt x="425450" y="22859"/>
                  </a:lnTo>
                  <a:lnTo>
                    <a:pt x="435610" y="22859"/>
                  </a:lnTo>
                  <a:lnTo>
                    <a:pt x="438150" y="20319"/>
                  </a:lnTo>
                  <a:close/>
                </a:path>
                <a:path w="458469" h="452119">
                  <a:moveTo>
                    <a:pt x="440690" y="17779"/>
                  </a:moveTo>
                  <a:lnTo>
                    <a:pt x="430530" y="17779"/>
                  </a:lnTo>
                  <a:lnTo>
                    <a:pt x="429260" y="19049"/>
                  </a:lnTo>
                  <a:lnTo>
                    <a:pt x="439420" y="19049"/>
                  </a:lnTo>
                  <a:lnTo>
                    <a:pt x="440690" y="17779"/>
                  </a:lnTo>
                  <a:close/>
                </a:path>
                <a:path w="458469" h="452119">
                  <a:moveTo>
                    <a:pt x="444500" y="13969"/>
                  </a:moveTo>
                  <a:lnTo>
                    <a:pt x="434340" y="13969"/>
                  </a:lnTo>
                  <a:lnTo>
                    <a:pt x="431800" y="16509"/>
                  </a:lnTo>
                  <a:lnTo>
                    <a:pt x="441960" y="16509"/>
                  </a:lnTo>
                  <a:lnTo>
                    <a:pt x="444500" y="13969"/>
                  </a:lnTo>
                  <a:close/>
                </a:path>
                <a:path w="458469" h="452119">
                  <a:moveTo>
                    <a:pt x="447040" y="11429"/>
                  </a:moveTo>
                  <a:lnTo>
                    <a:pt x="436880" y="11429"/>
                  </a:lnTo>
                  <a:lnTo>
                    <a:pt x="435610" y="12699"/>
                  </a:lnTo>
                  <a:lnTo>
                    <a:pt x="445770" y="12699"/>
                  </a:lnTo>
                  <a:lnTo>
                    <a:pt x="447040" y="11429"/>
                  </a:lnTo>
                  <a:close/>
                </a:path>
                <a:path w="458469" h="452119">
                  <a:moveTo>
                    <a:pt x="450850" y="7619"/>
                  </a:moveTo>
                  <a:lnTo>
                    <a:pt x="440690" y="7619"/>
                  </a:lnTo>
                  <a:lnTo>
                    <a:pt x="438150" y="10159"/>
                  </a:lnTo>
                  <a:lnTo>
                    <a:pt x="448310" y="10159"/>
                  </a:lnTo>
                  <a:lnTo>
                    <a:pt x="450850" y="7619"/>
                  </a:lnTo>
                  <a:close/>
                </a:path>
                <a:path w="458469" h="452119">
                  <a:moveTo>
                    <a:pt x="453390" y="5079"/>
                  </a:moveTo>
                  <a:lnTo>
                    <a:pt x="443230" y="5079"/>
                  </a:lnTo>
                  <a:lnTo>
                    <a:pt x="441960" y="6349"/>
                  </a:lnTo>
                  <a:lnTo>
                    <a:pt x="452120" y="6349"/>
                  </a:lnTo>
                  <a:lnTo>
                    <a:pt x="453390" y="5079"/>
                  </a:lnTo>
                  <a:close/>
                </a:path>
                <a:path w="458469" h="452119">
                  <a:moveTo>
                    <a:pt x="458470" y="0"/>
                  </a:moveTo>
                  <a:lnTo>
                    <a:pt x="452119" y="0"/>
                  </a:lnTo>
                  <a:lnTo>
                    <a:pt x="452119" y="1269"/>
                  </a:lnTo>
                  <a:lnTo>
                    <a:pt x="447040" y="1269"/>
                  </a:lnTo>
                  <a:lnTo>
                    <a:pt x="444500" y="3809"/>
                  </a:lnTo>
                  <a:lnTo>
                    <a:pt x="454660" y="3809"/>
                  </a:lnTo>
                  <a:lnTo>
                    <a:pt x="458470" y="0"/>
                  </a:lnTo>
                  <a:close/>
                </a:path>
                <a:path w="458469" h="452119">
                  <a:moveTo>
                    <a:pt x="266700" y="191770"/>
                  </a:moveTo>
                  <a:lnTo>
                    <a:pt x="256539" y="191770"/>
                  </a:lnTo>
                  <a:lnTo>
                    <a:pt x="231140" y="217169"/>
                  </a:lnTo>
                  <a:lnTo>
                    <a:pt x="241300" y="217169"/>
                  </a:lnTo>
                  <a:lnTo>
                    <a:pt x="266700" y="191770"/>
                  </a:lnTo>
                  <a:close/>
                </a:path>
                <a:path w="458469" h="452119">
                  <a:moveTo>
                    <a:pt x="241300" y="217170"/>
                  </a:moveTo>
                  <a:lnTo>
                    <a:pt x="231139" y="217170"/>
                  </a:lnTo>
                  <a:lnTo>
                    <a:pt x="180340" y="267969"/>
                  </a:lnTo>
                  <a:lnTo>
                    <a:pt x="190500" y="267969"/>
                  </a:lnTo>
                  <a:lnTo>
                    <a:pt x="241300" y="217170"/>
                  </a:lnTo>
                  <a:close/>
                </a:path>
                <a:path w="458469" h="452119">
                  <a:moveTo>
                    <a:pt x="8890" y="449579"/>
                  </a:moveTo>
                  <a:lnTo>
                    <a:pt x="6350" y="449579"/>
                  </a:lnTo>
                  <a:lnTo>
                    <a:pt x="6349" y="452120"/>
                  </a:lnTo>
                  <a:lnTo>
                    <a:pt x="8890" y="449579"/>
                  </a:lnTo>
                  <a:close/>
                </a:path>
                <a:path w="458469" h="452119">
                  <a:moveTo>
                    <a:pt x="12700" y="445769"/>
                  </a:moveTo>
                  <a:lnTo>
                    <a:pt x="2540" y="445769"/>
                  </a:lnTo>
                  <a:lnTo>
                    <a:pt x="0" y="448310"/>
                  </a:lnTo>
                  <a:lnTo>
                    <a:pt x="0" y="449579"/>
                  </a:lnTo>
                  <a:lnTo>
                    <a:pt x="2540" y="449579"/>
                  </a:lnTo>
                  <a:lnTo>
                    <a:pt x="2540" y="448310"/>
                  </a:lnTo>
                  <a:lnTo>
                    <a:pt x="10160" y="448310"/>
                  </a:lnTo>
                  <a:lnTo>
                    <a:pt x="12700" y="445769"/>
                  </a:lnTo>
                  <a:close/>
                </a:path>
                <a:path w="458469" h="452119">
                  <a:moveTo>
                    <a:pt x="15240" y="443229"/>
                  </a:moveTo>
                  <a:lnTo>
                    <a:pt x="5080" y="443229"/>
                  </a:lnTo>
                  <a:lnTo>
                    <a:pt x="3809" y="444500"/>
                  </a:lnTo>
                  <a:lnTo>
                    <a:pt x="13970" y="444500"/>
                  </a:lnTo>
                  <a:lnTo>
                    <a:pt x="15240" y="443229"/>
                  </a:lnTo>
                  <a:close/>
                </a:path>
                <a:path w="458469" h="452119">
                  <a:moveTo>
                    <a:pt x="19050" y="439419"/>
                  </a:moveTo>
                  <a:lnTo>
                    <a:pt x="8890" y="439419"/>
                  </a:lnTo>
                  <a:lnTo>
                    <a:pt x="6349" y="441960"/>
                  </a:lnTo>
                  <a:lnTo>
                    <a:pt x="16510" y="441960"/>
                  </a:lnTo>
                  <a:lnTo>
                    <a:pt x="19050" y="439419"/>
                  </a:lnTo>
                  <a:close/>
                </a:path>
                <a:path w="458469" h="452119">
                  <a:moveTo>
                    <a:pt x="21590" y="436879"/>
                  </a:moveTo>
                  <a:lnTo>
                    <a:pt x="11430" y="436879"/>
                  </a:lnTo>
                  <a:lnTo>
                    <a:pt x="10159" y="438150"/>
                  </a:lnTo>
                  <a:lnTo>
                    <a:pt x="20320" y="438150"/>
                  </a:lnTo>
                  <a:lnTo>
                    <a:pt x="21590" y="436879"/>
                  </a:lnTo>
                  <a:close/>
                </a:path>
                <a:path w="458469" h="452119">
                  <a:moveTo>
                    <a:pt x="25400" y="433069"/>
                  </a:moveTo>
                  <a:lnTo>
                    <a:pt x="15240" y="433069"/>
                  </a:lnTo>
                  <a:lnTo>
                    <a:pt x="12699" y="435610"/>
                  </a:lnTo>
                  <a:lnTo>
                    <a:pt x="22860" y="435610"/>
                  </a:lnTo>
                  <a:lnTo>
                    <a:pt x="25400" y="433069"/>
                  </a:lnTo>
                  <a:close/>
                </a:path>
                <a:path w="458469" h="452119">
                  <a:moveTo>
                    <a:pt x="27940" y="430529"/>
                  </a:moveTo>
                  <a:lnTo>
                    <a:pt x="17780" y="430529"/>
                  </a:lnTo>
                  <a:lnTo>
                    <a:pt x="16509" y="431800"/>
                  </a:lnTo>
                  <a:lnTo>
                    <a:pt x="26670" y="431800"/>
                  </a:lnTo>
                  <a:lnTo>
                    <a:pt x="27940" y="430529"/>
                  </a:lnTo>
                  <a:close/>
                </a:path>
                <a:path w="458469" h="452119">
                  <a:moveTo>
                    <a:pt x="31750" y="426719"/>
                  </a:moveTo>
                  <a:lnTo>
                    <a:pt x="21590" y="426719"/>
                  </a:lnTo>
                  <a:lnTo>
                    <a:pt x="19049" y="429260"/>
                  </a:lnTo>
                  <a:lnTo>
                    <a:pt x="29210" y="429260"/>
                  </a:lnTo>
                  <a:lnTo>
                    <a:pt x="31750" y="426719"/>
                  </a:lnTo>
                  <a:close/>
                </a:path>
                <a:path w="458469" h="452119">
                  <a:moveTo>
                    <a:pt x="34290" y="424179"/>
                  </a:moveTo>
                  <a:lnTo>
                    <a:pt x="24130" y="424179"/>
                  </a:lnTo>
                  <a:lnTo>
                    <a:pt x="22859" y="425450"/>
                  </a:lnTo>
                  <a:lnTo>
                    <a:pt x="33020" y="425450"/>
                  </a:lnTo>
                  <a:lnTo>
                    <a:pt x="34290" y="424179"/>
                  </a:lnTo>
                  <a:close/>
                </a:path>
                <a:path w="458469" h="452119">
                  <a:moveTo>
                    <a:pt x="38100" y="420369"/>
                  </a:moveTo>
                  <a:lnTo>
                    <a:pt x="27940" y="420369"/>
                  </a:lnTo>
                  <a:lnTo>
                    <a:pt x="25399" y="422910"/>
                  </a:lnTo>
                  <a:lnTo>
                    <a:pt x="35560" y="422910"/>
                  </a:lnTo>
                  <a:lnTo>
                    <a:pt x="38100" y="420369"/>
                  </a:lnTo>
                  <a:close/>
                </a:path>
                <a:path w="458469" h="452119">
                  <a:moveTo>
                    <a:pt x="40640" y="417829"/>
                  </a:moveTo>
                  <a:lnTo>
                    <a:pt x="30480" y="417829"/>
                  </a:lnTo>
                  <a:lnTo>
                    <a:pt x="29209" y="419100"/>
                  </a:lnTo>
                  <a:lnTo>
                    <a:pt x="39370" y="419100"/>
                  </a:lnTo>
                  <a:lnTo>
                    <a:pt x="40640" y="417829"/>
                  </a:lnTo>
                  <a:close/>
                </a:path>
                <a:path w="458469" h="452119">
                  <a:moveTo>
                    <a:pt x="44450" y="414019"/>
                  </a:moveTo>
                  <a:lnTo>
                    <a:pt x="34290" y="414019"/>
                  </a:lnTo>
                  <a:lnTo>
                    <a:pt x="31749" y="416560"/>
                  </a:lnTo>
                  <a:lnTo>
                    <a:pt x="41910" y="416560"/>
                  </a:lnTo>
                  <a:lnTo>
                    <a:pt x="44450" y="414019"/>
                  </a:lnTo>
                  <a:close/>
                </a:path>
                <a:path w="458469" h="452119">
                  <a:moveTo>
                    <a:pt x="46990" y="411479"/>
                  </a:moveTo>
                  <a:lnTo>
                    <a:pt x="36830" y="411479"/>
                  </a:lnTo>
                  <a:lnTo>
                    <a:pt x="35559" y="412750"/>
                  </a:lnTo>
                  <a:lnTo>
                    <a:pt x="45720" y="412750"/>
                  </a:lnTo>
                  <a:lnTo>
                    <a:pt x="46990" y="411479"/>
                  </a:lnTo>
                  <a:close/>
                </a:path>
                <a:path w="458469" h="452119">
                  <a:moveTo>
                    <a:pt x="50800" y="407669"/>
                  </a:moveTo>
                  <a:lnTo>
                    <a:pt x="40640" y="407669"/>
                  </a:lnTo>
                  <a:lnTo>
                    <a:pt x="38099" y="410210"/>
                  </a:lnTo>
                  <a:lnTo>
                    <a:pt x="48260" y="410210"/>
                  </a:lnTo>
                  <a:lnTo>
                    <a:pt x="50800" y="407669"/>
                  </a:lnTo>
                  <a:close/>
                </a:path>
                <a:path w="458469" h="452119">
                  <a:moveTo>
                    <a:pt x="53340" y="405129"/>
                  </a:moveTo>
                  <a:lnTo>
                    <a:pt x="43180" y="405129"/>
                  </a:lnTo>
                  <a:lnTo>
                    <a:pt x="41909" y="406400"/>
                  </a:lnTo>
                  <a:lnTo>
                    <a:pt x="52070" y="406400"/>
                  </a:lnTo>
                  <a:lnTo>
                    <a:pt x="53340" y="405129"/>
                  </a:lnTo>
                  <a:close/>
                </a:path>
                <a:path w="458469" h="452119">
                  <a:moveTo>
                    <a:pt x="57150" y="401319"/>
                  </a:moveTo>
                  <a:lnTo>
                    <a:pt x="46990" y="401319"/>
                  </a:lnTo>
                  <a:lnTo>
                    <a:pt x="44449" y="403860"/>
                  </a:lnTo>
                  <a:lnTo>
                    <a:pt x="54610" y="403860"/>
                  </a:lnTo>
                  <a:lnTo>
                    <a:pt x="57150" y="401319"/>
                  </a:lnTo>
                  <a:close/>
                </a:path>
                <a:path w="458469" h="452119">
                  <a:moveTo>
                    <a:pt x="59690" y="398779"/>
                  </a:moveTo>
                  <a:lnTo>
                    <a:pt x="49530" y="398779"/>
                  </a:lnTo>
                  <a:lnTo>
                    <a:pt x="48259" y="400050"/>
                  </a:lnTo>
                  <a:lnTo>
                    <a:pt x="58420" y="400050"/>
                  </a:lnTo>
                  <a:lnTo>
                    <a:pt x="59690" y="398779"/>
                  </a:lnTo>
                  <a:close/>
                </a:path>
                <a:path w="458469" h="452119">
                  <a:moveTo>
                    <a:pt x="63500" y="394969"/>
                  </a:moveTo>
                  <a:lnTo>
                    <a:pt x="53340" y="394969"/>
                  </a:lnTo>
                  <a:lnTo>
                    <a:pt x="50799" y="397510"/>
                  </a:lnTo>
                  <a:lnTo>
                    <a:pt x="60960" y="397510"/>
                  </a:lnTo>
                  <a:lnTo>
                    <a:pt x="63500" y="394969"/>
                  </a:lnTo>
                  <a:close/>
                </a:path>
                <a:path w="458469" h="452119">
                  <a:moveTo>
                    <a:pt x="66040" y="392429"/>
                  </a:moveTo>
                  <a:lnTo>
                    <a:pt x="55880" y="392429"/>
                  </a:lnTo>
                  <a:lnTo>
                    <a:pt x="54609" y="393700"/>
                  </a:lnTo>
                  <a:lnTo>
                    <a:pt x="64770" y="393700"/>
                  </a:lnTo>
                  <a:lnTo>
                    <a:pt x="66040" y="392429"/>
                  </a:lnTo>
                  <a:close/>
                </a:path>
                <a:path w="458469" h="452119">
                  <a:moveTo>
                    <a:pt x="69850" y="388619"/>
                  </a:moveTo>
                  <a:lnTo>
                    <a:pt x="59690" y="388619"/>
                  </a:lnTo>
                  <a:lnTo>
                    <a:pt x="57149" y="391160"/>
                  </a:lnTo>
                  <a:lnTo>
                    <a:pt x="67310" y="391160"/>
                  </a:lnTo>
                  <a:lnTo>
                    <a:pt x="69850" y="388619"/>
                  </a:lnTo>
                  <a:close/>
                </a:path>
                <a:path w="458469" h="452119">
                  <a:moveTo>
                    <a:pt x="72390" y="386079"/>
                  </a:moveTo>
                  <a:lnTo>
                    <a:pt x="62230" y="386079"/>
                  </a:lnTo>
                  <a:lnTo>
                    <a:pt x="60959" y="387350"/>
                  </a:lnTo>
                  <a:lnTo>
                    <a:pt x="71120" y="387350"/>
                  </a:lnTo>
                  <a:lnTo>
                    <a:pt x="72390" y="386079"/>
                  </a:lnTo>
                  <a:close/>
                </a:path>
                <a:path w="458469" h="452119">
                  <a:moveTo>
                    <a:pt x="76200" y="382269"/>
                  </a:moveTo>
                  <a:lnTo>
                    <a:pt x="66040" y="382269"/>
                  </a:lnTo>
                  <a:lnTo>
                    <a:pt x="63499" y="384810"/>
                  </a:lnTo>
                  <a:lnTo>
                    <a:pt x="73660" y="384810"/>
                  </a:lnTo>
                  <a:lnTo>
                    <a:pt x="76200" y="382269"/>
                  </a:lnTo>
                  <a:close/>
                </a:path>
                <a:path w="458469" h="452119">
                  <a:moveTo>
                    <a:pt x="78740" y="379729"/>
                  </a:moveTo>
                  <a:lnTo>
                    <a:pt x="68580" y="379729"/>
                  </a:lnTo>
                  <a:lnTo>
                    <a:pt x="67309" y="381000"/>
                  </a:lnTo>
                  <a:lnTo>
                    <a:pt x="77470" y="381000"/>
                  </a:lnTo>
                  <a:lnTo>
                    <a:pt x="78740" y="379729"/>
                  </a:lnTo>
                  <a:close/>
                </a:path>
                <a:path w="458469" h="452119">
                  <a:moveTo>
                    <a:pt x="82550" y="375919"/>
                  </a:moveTo>
                  <a:lnTo>
                    <a:pt x="72390" y="375919"/>
                  </a:lnTo>
                  <a:lnTo>
                    <a:pt x="69849" y="378460"/>
                  </a:lnTo>
                  <a:lnTo>
                    <a:pt x="80010" y="378460"/>
                  </a:lnTo>
                  <a:lnTo>
                    <a:pt x="82550" y="375919"/>
                  </a:lnTo>
                  <a:close/>
                </a:path>
                <a:path w="458469" h="452119">
                  <a:moveTo>
                    <a:pt x="85090" y="373379"/>
                  </a:moveTo>
                  <a:lnTo>
                    <a:pt x="74930" y="373379"/>
                  </a:lnTo>
                  <a:lnTo>
                    <a:pt x="73659" y="374650"/>
                  </a:lnTo>
                  <a:lnTo>
                    <a:pt x="83820" y="374650"/>
                  </a:lnTo>
                  <a:lnTo>
                    <a:pt x="85090" y="373379"/>
                  </a:lnTo>
                  <a:close/>
                </a:path>
                <a:path w="458469" h="452119">
                  <a:moveTo>
                    <a:pt x="88900" y="369569"/>
                  </a:moveTo>
                  <a:lnTo>
                    <a:pt x="78740" y="369569"/>
                  </a:lnTo>
                  <a:lnTo>
                    <a:pt x="76199" y="372110"/>
                  </a:lnTo>
                  <a:lnTo>
                    <a:pt x="86360" y="372110"/>
                  </a:lnTo>
                  <a:lnTo>
                    <a:pt x="88900" y="369569"/>
                  </a:lnTo>
                  <a:close/>
                </a:path>
                <a:path w="458469" h="452119">
                  <a:moveTo>
                    <a:pt x="91440" y="367029"/>
                  </a:moveTo>
                  <a:lnTo>
                    <a:pt x="81280" y="367029"/>
                  </a:lnTo>
                  <a:lnTo>
                    <a:pt x="80009" y="368300"/>
                  </a:lnTo>
                  <a:lnTo>
                    <a:pt x="90170" y="368300"/>
                  </a:lnTo>
                  <a:lnTo>
                    <a:pt x="91440" y="367029"/>
                  </a:lnTo>
                  <a:close/>
                </a:path>
                <a:path w="458469" h="452119">
                  <a:moveTo>
                    <a:pt x="95250" y="363219"/>
                  </a:moveTo>
                  <a:lnTo>
                    <a:pt x="85090" y="363219"/>
                  </a:lnTo>
                  <a:lnTo>
                    <a:pt x="82549" y="365760"/>
                  </a:lnTo>
                  <a:lnTo>
                    <a:pt x="92710" y="365760"/>
                  </a:lnTo>
                  <a:lnTo>
                    <a:pt x="95250" y="363219"/>
                  </a:lnTo>
                  <a:close/>
                </a:path>
                <a:path w="458469" h="452119">
                  <a:moveTo>
                    <a:pt x="97790" y="360679"/>
                  </a:moveTo>
                  <a:lnTo>
                    <a:pt x="87630" y="360679"/>
                  </a:lnTo>
                  <a:lnTo>
                    <a:pt x="86359" y="361950"/>
                  </a:lnTo>
                  <a:lnTo>
                    <a:pt x="96520" y="361950"/>
                  </a:lnTo>
                  <a:lnTo>
                    <a:pt x="97790" y="360679"/>
                  </a:lnTo>
                  <a:close/>
                </a:path>
                <a:path w="458469" h="452119">
                  <a:moveTo>
                    <a:pt x="101600" y="356869"/>
                  </a:moveTo>
                  <a:lnTo>
                    <a:pt x="91440" y="356869"/>
                  </a:lnTo>
                  <a:lnTo>
                    <a:pt x="88899" y="359410"/>
                  </a:lnTo>
                  <a:lnTo>
                    <a:pt x="99060" y="359410"/>
                  </a:lnTo>
                  <a:lnTo>
                    <a:pt x="101600" y="356869"/>
                  </a:lnTo>
                  <a:close/>
                </a:path>
                <a:path w="458469" h="452119">
                  <a:moveTo>
                    <a:pt x="104140" y="354329"/>
                  </a:moveTo>
                  <a:lnTo>
                    <a:pt x="93980" y="354329"/>
                  </a:lnTo>
                  <a:lnTo>
                    <a:pt x="92709" y="355600"/>
                  </a:lnTo>
                  <a:lnTo>
                    <a:pt x="102870" y="355600"/>
                  </a:lnTo>
                  <a:lnTo>
                    <a:pt x="104140" y="354329"/>
                  </a:lnTo>
                  <a:close/>
                </a:path>
                <a:path w="458469" h="452119">
                  <a:moveTo>
                    <a:pt x="107950" y="350519"/>
                  </a:moveTo>
                  <a:lnTo>
                    <a:pt x="97790" y="350519"/>
                  </a:lnTo>
                  <a:lnTo>
                    <a:pt x="95249" y="353060"/>
                  </a:lnTo>
                  <a:lnTo>
                    <a:pt x="105410" y="353060"/>
                  </a:lnTo>
                  <a:lnTo>
                    <a:pt x="107950" y="350519"/>
                  </a:lnTo>
                  <a:close/>
                </a:path>
                <a:path w="458469" h="452119">
                  <a:moveTo>
                    <a:pt x="110490" y="347979"/>
                  </a:moveTo>
                  <a:lnTo>
                    <a:pt x="100330" y="347979"/>
                  </a:lnTo>
                  <a:lnTo>
                    <a:pt x="99059" y="349250"/>
                  </a:lnTo>
                  <a:lnTo>
                    <a:pt x="109220" y="349250"/>
                  </a:lnTo>
                  <a:lnTo>
                    <a:pt x="110490" y="347979"/>
                  </a:lnTo>
                  <a:close/>
                </a:path>
                <a:path w="458469" h="452119">
                  <a:moveTo>
                    <a:pt x="123190" y="335279"/>
                  </a:moveTo>
                  <a:lnTo>
                    <a:pt x="113030" y="335279"/>
                  </a:lnTo>
                  <a:lnTo>
                    <a:pt x="101599" y="346710"/>
                  </a:lnTo>
                  <a:lnTo>
                    <a:pt x="111760" y="346710"/>
                  </a:lnTo>
                  <a:lnTo>
                    <a:pt x="123190" y="335279"/>
                  </a:lnTo>
                  <a:close/>
                </a:path>
                <a:path w="458469" h="452119">
                  <a:moveTo>
                    <a:pt x="135890" y="322579"/>
                  </a:moveTo>
                  <a:lnTo>
                    <a:pt x="125730" y="322579"/>
                  </a:lnTo>
                  <a:lnTo>
                    <a:pt x="114299" y="334010"/>
                  </a:lnTo>
                  <a:lnTo>
                    <a:pt x="124460" y="334010"/>
                  </a:lnTo>
                  <a:lnTo>
                    <a:pt x="135890" y="322579"/>
                  </a:lnTo>
                  <a:close/>
                </a:path>
                <a:path w="458469" h="452119">
                  <a:moveTo>
                    <a:pt x="139700" y="318769"/>
                  </a:moveTo>
                  <a:lnTo>
                    <a:pt x="129540" y="318769"/>
                  </a:lnTo>
                  <a:lnTo>
                    <a:pt x="126999" y="321310"/>
                  </a:lnTo>
                  <a:lnTo>
                    <a:pt x="137160" y="321310"/>
                  </a:lnTo>
                  <a:lnTo>
                    <a:pt x="139700" y="318769"/>
                  </a:lnTo>
                  <a:close/>
                </a:path>
                <a:path w="458469" h="452119">
                  <a:moveTo>
                    <a:pt x="142240" y="316229"/>
                  </a:moveTo>
                  <a:lnTo>
                    <a:pt x="132080" y="316229"/>
                  </a:lnTo>
                  <a:lnTo>
                    <a:pt x="130809" y="317500"/>
                  </a:lnTo>
                  <a:lnTo>
                    <a:pt x="140970" y="317500"/>
                  </a:lnTo>
                  <a:lnTo>
                    <a:pt x="142240" y="316229"/>
                  </a:lnTo>
                  <a:close/>
                </a:path>
                <a:path w="458469" h="452119">
                  <a:moveTo>
                    <a:pt x="146050" y="312419"/>
                  </a:moveTo>
                  <a:lnTo>
                    <a:pt x="135890" y="312419"/>
                  </a:lnTo>
                  <a:lnTo>
                    <a:pt x="133349" y="314960"/>
                  </a:lnTo>
                  <a:lnTo>
                    <a:pt x="143510" y="314960"/>
                  </a:lnTo>
                  <a:lnTo>
                    <a:pt x="146050" y="312419"/>
                  </a:lnTo>
                  <a:close/>
                </a:path>
                <a:path w="458469" h="452119">
                  <a:moveTo>
                    <a:pt x="158750" y="299719"/>
                  </a:moveTo>
                  <a:lnTo>
                    <a:pt x="148590" y="299719"/>
                  </a:lnTo>
                  <a:lnTo>
                    <a:pt x="137159" y="311150"/>
                  </a:lnTo>
                  <a:lnTo>
                    <a:pt x="147320" y="311150"/>
                  </a:lnTo>
                  <a:lnTo>
                    <a:pt x="158750" y="299719"/>
                  </a:lnTo>
                  <a:close/>
                </a:path>
                <a:path w="458469" h="452119">
                  <a:moveTo>
                    <a:pt x="167640" y="290829"/>
                  </a:moveTo>
                  <a:lnTo>
                    <a:pt x="157480" y="290829"/>
                  </a:lnTo>
                  <a:lnTo>
                    <a:pt x="149859" y="298450"/>
                  </a:lnTo>
                  <a:lnTo>
                    <a:pt x="160020" y="298450"/>
                  </a:lnTo>
                  <a:lnTo>
                    <a:pt x="167640" y="290829"/>
                  </a:lnTo>
                  <a:close/>
                </a:path>
                <a:path w="458469" h="452119">
                  <a:moveTo>
                    <a:pt x="184150" y="274319"/>
                  </a:moveTo>
                  <a:lnTo>
                    <a:pt x="173990" y="274319"/>
                  </a:lnTo>
                  <a:lnTo>
                    <a:pt x="158749" y="289560"/>
                  </a:lnTo>
                  <a:lnTo>
                    <a:pt x="168910" y="289560"/>
                  </a:lnTo>
                  <a:lnTo>
                    <a:pt x="184150" y="274319"/>
                  </a:lnTo>
                  <a:close/>
                </a:path>
                <a:path w="458469" h="452119">
                  <a:moveTo>
                    <a:pt x="189230" y="269239"/>
                  </a:moveTo>
                  <a:lnTo>
                    <a:pt x="179069" y="269239"/>
                  </a:lnTo>
                  <a:lnTo>
                    <a:pt x="175259" y="273050"/>
                  </a:lnTo>
                  <a:lnTo>
                    <a:pt x="185420" y="273050"/>
                  </a:lnTo>
                  <a:lnTo>
                    <a:pt x="189230" y="269239"/>
                  </a:lnTo>
                  <a:close/>
                </a:path>
              </a:pathLst>
            </a:custGeom>
            <a:solidFill>
              <a:srgbClr val="8A4F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36">
              <a:extLst>
                <a:ext uri="{FF2B5EF4-FFF2-40B4-BE49-F238E27FC236}">
                  <a16:creationId xmlns:a16="http://schemas.microsoft.com/office/drawing/2014/main" id="{4CD06BCF-2783-ED8C-B2C8-BD49E68CA618}"/>
                </a:ext>
              </a:extLst>
            </p:cNvPr>
            <p:cNvSpPr/>
            <p:nvPr/>
          </p:nvSpPr>
          <p:spPr>
            <a:xfrm>
              <a:off x="2617470" y="2588259"/>
              <a:ext cx="458470" cy="453390"/>
            </a:xfrm>
            <a:custGeom>
              <a:avLst/>
              <a:gdLst/>
              <a:ahLst/>
              <a:cxnLst/>
              <a:rect l="l" t="t" r="r" b="b"/>
              <a:pathLst>
                <a:path w="458469" h="453389">
                  <a:moveTo>
                    <a:pt x="276860" y="185419"/>
                  </a:moveTo>
                  <a:lnTo>
                    <a:pt x="266700" y="185419"/>
                  </a:lnTo>
                  <a:lnTo>
                    <a:pt x="260350" y="191769"/>
                  </a:lnTo>
                  <a:lnTo>
                    <a:pt x="270510" y="191769"/>
                  </a:lnTo>
                  <a:lnTo>
                    <a:pt x="276860" y="185419"/>
                  </a:lnTo>
                  <a:close/>
                </a:path>
                <a:path w="458469" h="453389">
                  <a:moveTo>
                    <a:pt x="279400" y="182879"/>
                  </a:moveTo>
                  <a:lnTo>
                    <a:pt x="269240" y="182879"/>
                  </a:lnTo>
                  <a:lnTo>
                    <a:pt x="267970" y="184149"/>
                  </a:lnTo>
                  <a:lnTo>
                    <a:pt x="278130" y="184149"/>
                  </a:lnTo>
                  <a:lnTo>
                    <a:pt x="279400" y="182879"/>
                  </a:lnTo>
                  <a:close/>
                </a:path>
                <a:path w="458469" h="453389">
                  <a:moveTo>
                    <a:pt x="283210" y="179069"/>
                  </a:moveTo>
                  <a:lnTo>
                    <a:pt x="273050" y="179069"/>
                  </a:lnTo>
                  <a:lnTo>
                    <a:pt x="270510" y="181609"/>
                  </a:lnTo>
                  <a:lnTo>
                    <a:pt x="280670" y="181609"/>
                  </a:lnTo>
                  <a:lnTo>
                    <a:pt x="283210" y="179069"/>
                  </a:lnTo>
                  <a:close/>
                </a:path>
                <a:path w="458469" h="453389">
                  <a:moveTo>
                    <a:pt x="285750" y="176529"/>
                  </a:moveTo>
                  <a:lnTo>
                    <a:pt x="275590" y="176529"/>
                  </a:lnTo>
                  <a:lnTo>
                    <a:pt x="274320" y="177799"/>
                  </a:lnTo>
                  <a:lnTo>
                    <a:pt x="284480" y="177799"/>
                  </a:lnTo>
                  <a:lnTo>
                    <a:pt x="285750" y="176529"/>
                  </a:lnTo>
                  <a:close/>
                </a:path>
                <a:path w="458469" h="453389">
                  <a:moveTo>
                    <a:pt x="289560" y="172719"/>
                  </a:moveTo>
                  <a:lnTo>
                    <a:pt x="279400" y="172719"/>
                  </a:lnTo>
                  <a:lnTo>
                    <a:pt x="276860" y="175259"/>
                  </a:lnTo>
                  <a:lnTo>
                    <a:pt x="287020" y="175259"/>
                  </a:lnTo>
                  <a:lnTo>
                    <a:pt x="289560" y="172719"/>
                  </a:lnTo>
                  <a:close/>
                </a:path>
                <a:path w="458469" h="453389">
                  <a:moveTo>
                    <a:pt x="292100" y="170179"/>
                  </a:moveTo>
                  <a:lnTo>
                    <a:pt x="281940" y="170179"/>
                  </a:lnTo>
                  <a:lnTo>
                    <a:pt x="280670" y="171449"/>
                  </a:lnTo>
                  <a:lnTo>
                    <a:pt x="290830" y="171449"/>
                  </a:lnTo>
                  <a:lnTo>
                    <a:pt x="292100" y="170179"/>
                  </a:lnTo>
                  <a:close/>
                </a:path>
                <a:path w="458469" h="453389">
                  <a:moveTo>
                    <a:pt x="304800" y="157479"/>
                  </a:moveTo>
                  <a:lnTo>
                    <a:pt x="294640" y="157479"/>
                  </a:lnTo>
                  <a:lnTo>
                    <a:pt x="283210" y="168909"/>
                  </a:lnTo>
                  <a:lnTo>
                    <a:pt x="293370" y="168909"/>
                  </a:lnTo>
                  <a:lnTo>
                    <a:pt x="304800" y="157479"/>
                  </a:lnTo>
                  <a:close/>
                </a:path>
                <a:path w="458469" h="453389">
                  <a:moveTo>
                    <a:pt x="317500" y="144779"/>
                  </a:moveTo>
                  <a:lnTo>
                    <a:pt x="307340" y="144779"/>
                  </a:lnTo>
                  <a:lnTo>
                    <a:pt x="295910" y="156209"/>
                  </a:lnTo>
                  <a:lnTo>
                    <a:pt x="306070" y="156209"/>
                  </a:lnTo>
                  <a:lnTo>
                    <a:pt x="317500" y="144779"/>
                  </a:lnTo>
                  <a:close/>
                </a:path>
                <a:path w="458469" h="453389">
                  <a:moveTo>
                    <a:pt x="321310" y="140969"/>
                  </a:moveTo>
                  <a:lnTo>
                    <a:pt x="311150" y="140969"/>
                  </a:lnTo>
                  <a:lnTo>
                    <a:pt x="308610" y="143509"/>
                  </a:lnTo>
                  <a:lnTo>
                    <a:pt x="318770" y="143509"/>
                  </a:lnTo>
                  <a:lnTo>
                    <a:pt x="321310" y="140969"/>
                  </a:lnTo>
                  <a:close/>
                </a:path>
                <a:path w="458469" h="453389">
                  <a:moveTo>
                    <a:pt x="323850" y="138429"/>
                  </a:moveTo>
                  <a:lnTo>
                    <a:pt x="313690" y="138429"/>
                  </a:lnTo>
                  <a:lnTo>
                    <a:pt x="312420" y="139699"/>
                  </a:lnTo>
                  <a:lnTo>
                    <a:pt x="322580" y="139699"/>
                  </a:lnTo>
                  <a:lnTo>
                    <a:pt x="323850" y="138429"/>
                  </a:lnTo>
                  <a:close/>
                </a:path>
                <a:path w="458469" h="453389">
                  <a:moveTo>
                    <a:pt x="327660" y="134619"/>
                  </a:moveTo>
                  <a:lnTo>
                    <a:pt x="317500" y="134619"/>
                  </a:lnTo>
                  <a:lnTo>
                    <a:pt x="314960" y="137159"/>
                  </a:lnTo>
                  <a:lnTo>
                    <a:pt x="325120" y="137159"/>
                  </a:lnTo>
                  <a:lnTo>
                    <a:pt x="327660" y="134619"/>
                  </a:lnTo>
                  <a:close/>
                </a:path>
                <a:path w="458469" h="453389">
                  <a:moveTo>
                    <a:pt x="330200" y="132079"/>
                  </a:moveTo>
                  <a:lnTo>
                    <a:pt x="320040" y="132079"/>
                  </a:lnTo>
                  <a:lnTo>
                    <a:pt x="318770" y="133349"/>
                  </a:lnTo>
                  <a:lnTo>
                    <a:pt x="328930" y="133349"/>
                  </a:lnTo>
                  <a:lnTo>
                    <a:pt x="330200" y="132079"/>
                  </a:lnTo>
                  <a:close/>
                </a:path>
                <a:path w="458469" h="453389">
                  <a:moveTo>
                    <a:pt x="334010" y="128269"/>
                  </a:moveTo>
                  <a:lnTo>
                    <a:pt x="323850" y="128269"/>
                  </a:lnTo>
                  <a:lnTo>
                    <a:pt x="321310" y="130809"/>
                  </a:lnTo>
                  <a:lnTo>
                    <a:pt x="331470" y="130809"/>
                  </a:lnTo>
                  <a:lnTo>
                    <a:pt x="334010" y="128269"/>
                  </a:lnTo>
                  <a:close/>
                </a:path>
                <a:path w="458469" h="453389">
                  <a:moveTo>
                    <a:pt x="336550" y="125729"/>
                  </a:moveTo>
                  <a:lnTo>
                    <a:pt x="326390" y="125729"/>
                  </a:lnTo>
                  <a:lnTo>
                    <a:pt x="325120" y="126999"/>
                  </a:lnTo>
                  <a:lnTo>
                    <a:pt x="335280" y="126999"/>
                  </a:lnTo>
                  <a:lnTo>
                    <a:pt x="336550" y="125729"/>
                  </a:lnTo>
                  <a:close/>
                </a:path>
                <a:path w="458469" h="453389">
                  <a:moveTo>
                    <a:pt x="340360" y="121919"/>
                  </a:moveTo>
                  <a:lnTo>
                    <a:pt x="330200" y="121919"/>
                  </a:lnTo>
                  <a:lnTo>
                    <a:pt x="327660" y="124459"/>
                  </a:lnTo>
                  <a:lnTo>
                    <a:pt x="337820" y="124459"/>
                  </a:lnTo>
                  <a:lnTo>
                    <a:pt x="340360" y="121919"/>
                  </a:lnTo>
                  <a:close/>
                </a:path>
                <a:path w="458469" h="453389">
                  <a:moveTo>
                    <a:pt x="342900" y="119379"/>
                  </a:moveTo>
                  <a:lnTo>
                    <a:pt x="332740" y="119379"/>
                  </a:lnTo>
                  <a:lnTo>
                    <a:pt x="331470" y="120649"/>
                  </a:lnTo>
                  <a:lnTo>
                    <a:pt x="341630" y="120649"/>
                  </a:lnTo>
                  <a:lnTo>
                    <a:pt x="342900" y="119379"/>
                  </a:lnTo>
                  <a:close/>
                </a:path>
                <a:path w="458469" h="453389">
                  <a:moveTo>
                    <a:pt x="346710" y="115569"/>
                  </a:moveTo>
                  <a:lnTo>
                    <a:pt x="336550" y="115569"/>
                  </a:lnTo>
                  <a:lnTo>
                    <a:pt x="334010" y="118109"/>
                  </a:lnTo>
                  <a:lnTo>
                    <a:pt x="344170" y="118109"/>
                  </a:lnTo>
                  <a:lnTo>
                    <a:pt x="346710" y="115569"/>
                  </a:lnTo>
                  <a:close/>
                </a:path>
                <a:path w="458469" h="453389">
                  <a:moveTo>
                    <a:pt x="349250" y="113029"/>
                  </a:moveTo>
                  <a:lnTo>
                    <a:pt x="339090" y="113029"/>
                  </a:lnTo>
                  <a:lnTo>
                    <a:pt x="337820" y="114299"/>
                  </a:lnTo>
                  <a:lnTo>
                    <a:pt x="347980" y="114299"/>
                  </a:lnTo>
                  <a:lnTo>
                    <a:pt x="349250" y="113029"/>
                  </a:lnTo>
                  <a:close/>
                </a:path>
                <a:path w="458469" h="453389">
                  <a:moveTo>
                    <a:pt x="353060" y="109219"/>
                  </a:moveTo>
                  <a:lnTo>
                    <a:pt x="342900" y="109219"/>
                  </a:lnTo>
                  <a:lnTo>
                    <a:pt x="340360" y="111759"/>
                  </a:lnTo>
                  <a:lnTo>
                    <a:pt x="350520" y="111759"/>
                  </a:lnTo>
                  <a:lnTo>
                    <a:pt x="353060" y="109219"/>
                  </a:lnTo>
                  <a:close/>
                </a:path>
                <a:path w="458469" h="453389">
                  <a:moveTo>
                    <a:pt x="355600" y="106679"/>
                  </a:moveTo>
                  <a:lnTo>
                    <a:pt x="345440" y="106679"/>
                  </a:lnTo>
                  <a:lnTo>
                    <a:pt x="344170" y="107949"/>
                  </a:lnTo>
                  <a:lnTo>
                    <a:pt x="354330" y="107949"/>
                  </a:lnTo>
                  <a:lnTo>
                    <a:pt x="355600" y="106679"/>
                  </a:lnTo>
                  <a:close/>
                </a:path>
                <a:path w="458469" h="453389">
                  <a:moveTo>
                    <a:pt x="359410" y="102869"/>
                  </a:moveTo>
                  <a:lnTo>
                    <a:pt x="349250" y="102869"/>
                  </a:lnTo>
                  <a:lnTo>
                    <a:pt x="346710" y="105409"/>
                  </a:lnTo>
                  <a:lnTo>
                    <a:pt x="356870" y="105409"/>
                  </a:lnTo>
                  <a:lnTo>
                    <a:pt x="359410" y="102869"/>
                  </a:lnTo>
                  <a:close/>
                </a:path>
                <a:path w="458469" h="453389">
                  <a:moveTo>
                    <a:pt x="361950" y="100329"/>
                  </a:moveTo>
                  <a:lnTo>
                    <a:pt x="351790" y="100329"/>
                  </a:lnTo>
                  <a:lnTo>
                    <a:pt x="350520" y="101599"/>
                  </a:lnTo>
                  <a:lnTo>
                    <a:pt x="360680" y="101599"/>
                  </a:lnTo>
                  <a:lnTo>
                    <a:pt x="361950" y="100329"/>
                  </a:lnTo>
                  <a:close/>
                </a:path>
                <a:path w="458469" h="453389">
                  <a:moveTo>
                    <a:pt x="365760" y="96519"/>
                  </a:moveTo>
                  <a:lnTo>
                    <a:pt x="355600" y="96519"/>
                  </a:lnTo>
                  <a:lnTo>
                    <a:pt x="353060" y="99059"/>
                  </a:lnTo>
                  <a:lnTo>
                    <a:pt x="363220" y="99059"/>
                  </a:lnTo>
                  <a:lnTo>
                    <a:pt x="365760" y="96519"/>
                  </a:lnTo>
                  <a:close/>
                </a:path>
                <a:path w="458469" h="453389">
                  <a:moveTo>
                    <a:pt x="368300" y="93979"/>
                  </a:moveTo>
                  <a:lnTo>
                    <a:pt x="358140" y="93979"/>
                  </a:lnTo>
                  <a:lnTo>
                    <a:pt x="356870" y="95249"/>
                  </a:lnTo>
                  <a:lnTo>
                    <a:pt x="367030" y="95249"/>
                  </a:lnTo>
                  <a:lnTo>
                    <a:pt x="368300" y="93979"/>
                  </a:lnTo>
                  <a:close/>
                </a:path>
                <a:path w="458469" h="453389">
                  <a:moveTo>
                    <a:pt x="372110" y="90169"/>
                  </a:moveTo>
                  <a:lnTo>
                    <a:pt x="361950" y="90169"/>
                  </a:lnTo>
                  <a:lnTo>
                    <a:pt x="359410" y="92709"/>
                  </a:lnTo>
                  <a:lnTo>
                    <a:pt x="369570" y="92709"/>
                  </a:lnTo>
                  <a:lnTo>
                    <a:pt x="372110" y="90169"/>
                  </a:lnTo>
                  <a:close/>
                </a:path>
                <a:path w="458469" h="453389">
                  <a:moveTo>
                    <a:pt x="374650" y="87629"/>
                  </a:moveTo>
                  <a:lnTo>
                    <a:pt x="364490" y="87629"/>
                  </a:lnTo>
                  <a:lnTo>
                    <a:pt x="363220" y="88899"/>
                  </a:lnTo>
                  <a:lnTo>
                    <a:pt x="373380" y="88899"/>
                  </a:lnTo>
                  <a:lnTo>
                    <a:pt x="374650" y="87629"/>
                  </a:lnTo>
                  <a:close/>
                </a:path>
                <a:path w="458469" h="453389">
                  <a:moveTo>
                    <a:pt x="378460" y="83819"/>
                  </a:moveTo>
                  <a:lnTo>
                    <a:pt x="368300" y="83819"/>
                  </a:lnTo>
                  <a:lnTo>
                    <a:pt x="365760" y="86359"/>
                  </a:lnTo>
                  <a:lnTo>
                    <a:pt x="375920" y="86359"/>
                  </a:lnTo>
                  <a:lnTo>
                    <a:pt x="378460" y="83819"/>
                  </a:lnTo>
                  <a:close/>
                </a:path>
                <a:path w="458469" h="453389">
                  <a:moveTo>
                    <a:pt x="381000" y="81279"/>
                  </a:moveTo>
                  <a:lnTo>
                    <a:pt x="370840" y="81279"/>
                  </a:lnTo>
                  <a:lnTo>
                    <a:pt x="369570" y="82549"/>
                  </a:lnTo>
                  <a:lnTo>
                    <a:pt x="379730" y="82549"/>
                  </a:lnTo>
                  <a:lnTo>
                    <a:pt x="381000" y="81279"/>
                  </a:lnTo>
                  <a:close/>
                </a:path>
                <a:path w="458469" h="453389">
                  <a:moveTo>
                    <a:pt x="384810" y="77469"/>
                  </a:moveTo>
                  <a:lnTo>
                    <a:pt x="374650" y="77469"/>
                  </a:lnTo>
                  <a:lnTo>
                    <a:pt x="372110" y="80009"/>
                  </a:lnTo>
                  <a:lnTo>
                    <a:pt x="382270" y="80009"/>
                  </a:lnTo>
                  <a:lnTo>
                    <a:pt x="384810" y="77469"/>
                  </a:lnTo>
                  <a:close/>
                </a:path>
                <a:path w="458469" h="453389">
                  <a:moveTo>
                    <a:pt x="387350" y="74929"/>
                  </a:moveTo>
                  <a:lnTo>
                    <a:pt x="377190" y="74929"/>
                  </a:lnTo>
                  <a:lnTo>
                    <a:pt x="375920" y="76199"/>
                  </a:lnTo>
                  <a:lnTo>
                    <a:pt x="386080" y="76199"/>
                  </a:lnTo>
                  <a:lnTo>
                    <a:pt x="387350" y="74929"/>
                  </a:lnTo>
                  <a:close/>
                </a:path>
                <a:path w="458469" h="453389">
                  <a:moveTo>
                    <a:pt x="391160" y="71119"/>
                  </a:moveTo>
                  <a:lnTo>
                    <a:pt x="381000" y="71119"/>
                  </a:lnTo>
                  <a:lnTo>
                    <a:pt x="378460" y="73659"/>
                  </a:lnTo>
                  <a:lnTo>
                    <a:pt x="388620" y="73659"/>
                  </a:lnTo>
                  <a:lnTo>
                    <a:pt x="391160" y="71119"/>
                  </a:lnTo>
                  <a:close/>
                </a:path>
                <a:path w="458469" h="453389">
                  <a:moveTo>
                    <a:pt x="393700" y="68579"/>
                  </a:moveTo>
                  <a:lnTo>
                    <a:pt x="383540" y="68579"/>
                  </a:lnTo>
                  <a:lnTo>
                    <a:pt x="382270" y="69849"/>
                  </a:lnTo>
                  <a:lnTo>
                    <a:pt x="392430" y="69849"/>
                  </a:lnTo>
                  <a:lnTo>
                    <a:pt x="393700" y="68579"/>
                  </a:lnTo>
                  <a:close/>
                </a:path>
                <a:path w="458469" h="453389">
                  <a:moveTo>
                    <a:pt x="397510" y="64769"/>
                  </a:moveTo>
                  <a:lnTo>
                    <a:pt x="387350" y="64769"/>
                  </a:lnTo>
                  <a:lnTo>
                    <a:pt x="384810" y="67309"/>
                  </a:lnTo>
                  <a:lnTo>
                    <a:pt x="394970" y="67309"/>
                  </a:lnTo>
                  <a:lnTo>
                    <a:pt x="397510" y="64769"/>
                  </a:lnTo>
                  <a:close/>
                </a:path>
                <a:path w="458469" h="453389">
                  <a:moveTo>
                    <a:pt x="400050" y="62229"/>
                  </a:moveTo>
                  <a:lnTo>
                    <a:pt x="389890" y="62229"/>
                  </a:lnTo>
                  <a:lnTo>
                    <a:pt x="388620" y="63499"/>
                  </a:lnTo>
                  <a:lnTo>
                    <a:pt x="398780" y="63499"/>
                  </a:lnTo>
                  <a:lnTo>
                    <a:pt x="400050" y="62229"/>
                  </a:lnTo>
                  <a:close/>
                </a:path>
                <a:path w="458469" h="453389">
                  <a:moveTo>
                    <a:pt x="403860" y="58419"/>
                  </a:moveTo>
                  <a:lnTo>
                    <a:pt x="393700" y="58419"/>
                  </a:lnTo>
                  <a:lnTo>
                    <a:pt x="391160" y="60959"/>
                  </a:lnTo>
                  <a:lnTo>
                    <a:pt x="401320" y="60959"/>
                  </a:lnTo>
                  <a:lnTo>
                    <a:pt x="403860" y="58419"/>
                  </a:lnTo>
                  <a:close/>
                </a:path>
                <a:path w="458469" h="453389">
                  <a:moveTo>
                    <a:pt x="406400" y="55879"/>
                  </a:moveTo>
                  <a:lnTo>
                    <a:pt x="396240" y="55879"/>
                  </a:lnTo>
                  <a:lnTo>
                    <a:pt x="394970" y="57149"/>
                  </a:lnTo>
                  <a:lnTo>
                    <a:pt x="405130" y="57149"/>
                  </a:lnTo>
                  <a:lnTo>
                    <a:pt x="406400" y="55879"/>
                  </a:lnTo>
                  <a:close/>
                </a:path>
                <a:path w="458469" h="453389">
                  <a:moveTo>
                    <a:pt x="410210" y="52069"/>
                  </a:moveTo>
                  <a:lnTo>
                    <a:pt x="400050" y="52069"/>
                  </a:lnTo>
                  <a:lnTo>
                    <a:pt x="397510" y="54609"/>
                  </a:lnTo>
                  <a:lnTo>
                    <a:pt x="407670" y="54609"/>
                  </a:lnTo>
                  <a:lnTo>
                    <a:pt x="410210" y="52069"/>
                  </a:lnTo>
                  <a:close/>
                </a:path>
                <a:path w="458469" h="453389">
                  <a:moveTo>
                    <a:pt x="412750" y="49529"/>
                  </a:moveTo>
                  <a:lnTo>
                    <a:pt x="402590" y="49529"/>
                  </a:lnTo>
                  <a:lnTo>
                    <a:pt x="401320" y="50799"/>
                  </a:lnTo>
                  <a:lnTo>
                    <a:pt x="411480" y="50799"/>
                  </a:lnTo>
                  <a:lnTo>
                    <a:pt x="412750" y="49529"/>
                  </a:lnTo>
                  <a:close/>
                </a:path>
                <a:path w="458469" h="453389">
                  <a:moveTo>
                    <a:pt x="416560" y="45719"/>
                  </a:moveTo>
                  <a:lnTo>
                    <a:pt x="406400" y="45719"/>
                  </a:lnTo>
                  <a:lnTo>
                    <a:pt x="403860" y="48259"/>
                  </a:lnTo>
                  <a:lnTo>
                    <a:pt x="414020" y="48259"/>
                  </a:lnTo>
                  <a:lnTo>
                    <a:pt x="416560" y="45719"/>
                  </a:lnTo>
                  <a:close/>
                </a:path>
                <a:path w="458469" h="453389">
                  <a:moveTo>
                    <a:pt x="419100" y="43179"/>
                  </a:moveTo>
                  <a:lnTo>
                    <a:pt x="408940" y="43179"/>
                  </a:lnTo>
                  <a:lnTo>
                    <a:pt x="407670" y="44449"/>
                  </a:lnTo>
                  <a:lnTo>
                    <a:pt x="417830" y="44449"/>
                  </a:lnTo>
                  <a:lnTo>
                    <a:pt x="419100" y="43179"/>
                  </a:lnTo>
                  <a:close/>
                </a:path>
                <a:path w="458469" h="453389">
                  <a:moveTo>
                    <a:pt x="422910" y="39369"/>
                  </a:moveTo>
                  <a:lnTo>
                    <a:pt x="412750" y="39369"/>
                  </a:lnTo>
                  <a:lnTo>
                    <a:pt x="410210" y="41909"/>
                  </a:lnTo>
                  <a:lnTo>
                    <a:pt x="420370" y="41909"/>
                  </a:lnTo>
                  <a:lnTo>
                    <a:pt x="422910" y="39369"/>
                  </a:lnTo>
                  <a:close/>
                </a:path>
                <a:path w="458469" h="453389">
                  <a:moveTo>
                    <a:pt x="425450" y="36829"/>
                  </a:moveTo>
                  <a:lnTo>
                    <a:pt x="415290" y="36829"/>
                  </a:lnTo>
                  <a:lnTo>
                    <a:pt x="414020" y="38099"/>
                  </a:lnTo>
                  <a:lnTo>
                    <a:pt x="424180" y="38099"/>
                  </a:lnTo>
                  <a:lnTo>
                    <a:pt x="425450" y="36829"/>
                  </a:lnTo>
                  <a:close/>
                </a:path>
                <a:path w="458469" h="453389">
                  <a:moveTo>
                    <a:pt x="429260" y="33019"/>
                  </a:moveTo>
                  <a:lnTo>
                    <a:pt x="419100" y="33019"/>
                  </a:lnTo>
                  <a:lnTo>
                    <a:pt x="416560" y="35559"/>
                  </a:lnTo>
                  <a:lnTo>
                    <a:pt x="426720" y="35559"/>
                  </a:lnTo>
                  <a:lnTo>
                    <a:pt x="429260" y="33019"/>
                  </a:lnTo>
                  <a:close/>
                </a:path>
                <a:path w="458469" h="453389">
                  <a:moveTo>
                    <a:pt x="431800" y="30479"/>
                  </a:moveTo>
                  <a:lnTo>
                    <a:pt x="421640" y="30479"/>
                  </a:lnTo>
                  <a:lnTo>
                    <a:pt x="420370" y="31749"/>
                  </a:lnTo>
                  <a:lnTo>
                    <a:pt x="430530" y="31749"/>
                  </a:lnTo>
                  <a:lnTo>
                    <a:pt x="431800" y="30479"/>
                  </a:lnTo>
                  <a:close/>
                </a:path>
                <a:path w="458469" h="453389">
                  <a:moveTo>
                    <a:pt x="435610" y="26669"/>
                  </a:moveTo>
                  <a:lnTo>
                    <a:pt x="425450" y="26669"/>
                  </a:lnTo>
                  <a:lnTo>
                    <a:pt x="422910" y="29209"/>
                  </a:lnTo>
                  <a:lnTo>
                    <a:pt x="433070" y="29209"/>
                  </a:lnTo>
                  <a:lnTo>
                    <a:pt x="435610" y="26669"/>
                  </a:lnTo>
                  <a:close/>
                </a:path>
                <a:path w="458469" h="453389">
                  <a:moveTo>
                    <a:pt x="438150" y="24129"/>
                  </a:moveTo>
                  <a:lnTo>
                    <a:pt x="427990" y="24129"/>
                  </a:lnTo>
                  <a:lnTo>
                    <a:pt x="426720" y="25399"/>
                  </a:lnTo>
                  <a:lnTo>
                    <a:pt x="436880" y="25399"/>
                  </a:lnTo>
                  <a:lnTo>
                    <a:pt x="438150" y="24129"/>
                  </a:lnTo>
                  <a:close/>
                </a:path>
                <a:path w="458469" h="453389">
                  <a:moveTo>
                    <a:pt x="441960" y="20319"/>
                  </a:moveTo>
                  <a:lnTo>
                    <a:pt x="431800" y="20319"/>
                  </a:lnTo>
                  <a:lnTo>
                    <a:pt x="429260" y="22859"/>
                  </a:lnTo>
                  <a:lnTo>
                    <a:pt x="439420" y="22859"/>
                  </a:lnTo>
                  <a:lnTo>
                    <a:pt x="441960" y="20319"/>
                  </a:lnTo>
                  <a:close/>
                </a:path>
                <a:path w="458469" h="453389">
                  <a:moveTo>
                    <a:pt x="444500" y="17779"/>
                  </a:moveTo>
                  <a:lnTo>
                    <a:pt x="434340" y="17779"/>
                  </a:lnTo>
                  <a:lnTo>
                    <a:pt x="433070" y="19049"/>
                  </a:lnTo>
                  <a:lnTo>
                    <a:pt x="443230" y="19049"/>
                  </a:lnTo>
                  <a:lnTo>
                    <a:pt x="444500" y="17779"/>
                  </a:lnTo>
                  <a:close/>
                </a:path>
                <a:path w="458469" h="453389">
                  <a:moveTo>
                    <a:pt x="448310" y="13969"/>
                  </a:moveTo>
                  <a:lnTo>
                    <a:pt x="438150" y="13969"/>
                  </a:lnTo>
                  <a:lnTo>
                    <a:pt x="435610" y="16509"/>
                  </a:lnTo>
                  <a:lnTo>
                    <a:pt x="445770" y="16509"/>
                  </a:lnTo>
                  <a:lnTo>
                    <a:pt x="448310" y="13969"/>
                  </a:lnTo>
                  <a:close/>
                </a:path>
                <a:path w="458469" h="453389">
                  <a:moveTo>
                    <a:pt x="450850" y="11429"/>
                  </a:moveTo>
                  <a:lnTo>
                    <a:pt x="440690" y="11429"/>
                  </a:lnTo>
                  <a:lnTo>
                    <a:pt x="439420" y="12699"/>
                  </a:lnTo>
                  <a:lnTo>
                    <a:pt x="449580" y="12699"/>
                  </a:lnTo>
                  <a:lnTo>
                    <a:pt x="450850" y="11429"/>
                  </a:lnTo>
                  <a:close/>
                </a:path>
                <a:path w="458469" h="453389">
                  <a:moveTo>
                    <a:pt x="454660" y="7619"/>
                  </a:moveTo>
                  <a:lnTo>
                    <a:pt x="444500" y="7619"/>
                  </a:lnTo>
                  <a:lnTo>
                    <a:pt x="441960" y="10159"/>
                  </a:lnTo>
                  <a:lnTo>
                    <a:pt x="452120" y="10159"/>
                  </a:lnTo>
                  <a:lnTo>
                    <a:pt x="454660" y="7619"/>
                  </a:lnTo>
                  <a:close/>
                </a:path>
                <a:path w="458469" h="453389">
                  <a:moveTo>
                    <a:pt x="457200" y="5079"/>
                  </a:moveTo>
                  <a:lnTo>
                    <a:pt x="447040" y="5079"/>
                  </a:lnTo>
                  <a:lnTo>
                    <a:pt x="445770" y="6349"/>
                  </a:lnTo>
                  <a:lnTo>
                    <a:pt x="455930" y="6349"/>
                  </a:lnTo>
                  <a:lnTo>
                    <a:pt x="457200" y="5079"/>
                  </a:lnTo>
                  <a:close/>
                </a:path>
                <a:path w="458469" h="453389">
                  <a:moveTo>
                    <a:pt x="452119" y="0"/>
                  </a:moveTo>
                  <a:lnTo>
                    <a:pt x="448310" y="3809"/>
                  </a:lnTo>
                  <a:lnTo>
                    <a:pt x="458470" y="3809"/>
                  </a:lnTo>
                  <a:lnTo>
                    <a:pt x="458469" y="1269"/>
                  </a:lnTo>
                  <a:lnTo>
                    <a:pt x="452119" y="1269"/>
                  </a:lnTo>
                  <a:lnTo>
                    <a:pt x="452119" y="0"/>
                  </a:lnTo>
                  <a:close/>
                </a:path>
                <a:path w="458469" h="453389">
                  <a:moveTo>
                    <a:pt x="270509" y="191769"/>
                  </a:moveTo>
                  <a:lnTo>
                    <a:pt x="260350" y="191769"/>
                  </a:lnTo>
                  <a:lnTo>
                    <a:pt x="234950" y="217169"/>
                  </a:lnTo>
                  <a:lnTo>
                    <a:pt x="245110" y="217169"/>
                  </a:lnTo>
                  <a:lnTo>
                    <a:pt x="270509" y="191769"/>
                  </a:lnTo>
                  <a:close/>
                </a:path>
                <a:path w="458469" h="453389">
                  <a:moveTo>
                    <a:pt x="245109" y="217169"/>
                  </a:moveTo>
                  <a:lnTo>
                    <a:pt x="234950" y="217169"/>
                  </a:lnTo>
                  <a:lnTo>
                    <a:pt x="184150" y="267969"/>
                  </a:lnTo>
                  <a:lnTo>
                    <a:pt x="194310" y="267969"/>
                  </a:lnTo>
                  <a:lnTo>
                    <a:pt x="245109" y="217169"/>
                  </a:lnTo>
                  <a:close/>
                </a:path>
                <a:path w="458469" h="453389">
                  <a:moveTo>
                    <a:pt x="10159" y="452119"/>
                  </a:moveTo>
                  <a:lnTo>
                    <a:pt x="6350" y="452119"/>
                  </a:lnTo>
                  <a:lnTo>
                    <a:pt x="6350" y="453389"/>
                  </a:lnTo>
                  <a:lnTo>
                    <a:pt x="8890" y="453389"/>
                  </a:lnTo>
                  <a:lnTo>
                    <a:pt x="10159" y="452119"/>
                  </a:lnTo>
                  <a:close/>
                </a:path>
                <a:path w="458469" h="453389">
                  <a:moveTo>
                    <a:pt x="12700" y="449579"/>
                  </a:moveTo>
                  <a:lnTo>
                    <a:pt x="2540" y="449579"/>
                  </a:lnTo>
                  <a:lnTo>
                    <a:pt x="0" y="452119"/>
                  </a:lnTo>
                  <a:lnTo>
                    <a:pt x="2540" y="452119"/>
                  </a:lnTo>
                  <a:lnTo>
                    <a:pt x="2540" y="450849"/>
                  </a:lnTo>
                  <a:lnTo>
                    <a:pt x="11430" y="450849"/>
                  </a:lnTo>
                  <a:lnTo>
                    <a:pt x="12700" y="449579"/>
                  </a:lnTo>
                  <a:close/>
                </a:path>
                <a:path w="458469" h="453389">
                  <a:moveTo>
                    <a:pt x="16510" y="445769"/>
                  </a:moveTo>
                  <a:lnTo>
                    <a:pt x="6350" y="445769"/>
                  </a:lnTo>
                  <a:lnTo>
                    <a:pt x="3810" y="448309"/>
                  </a:lnTo>
                  <a:lnTo>
                    <a:pt x="13969" y="448309"/>
                  </a:lnTo>
                  <a:lnTo>
                    <a:pt x="16510" y="445769"/>
                  </a:lnTo>
                  <a:close/>
                </a:path>
                <a:path w="458469" h="453389">
                  <a:moveTo>
                    <a:pt x="19050" y="443229"/>
                  </a:moveTo>
                  <a:lnTo>
                    <a:pt x="8890" y="443229"/>
                  </a:lnTo>
                  <a:lnTo>
                    <a:pt x="7620" y="444499"/>
                  </a:lnTo>
                  <a:lnTo>
                    <a:pt x="17780" y="444499"/>
                  </a:lnTo>
                  <a:lnTo>
                    <a:pt x="19050" y="443229"/>
                  </a:lnTo>
                  <a:close/>
                </a:path>
                <a:path w="458469" h="453389">
                  <a:moveTo>
                    <a:pt x="22860" y="439419"/>
                  </a:moveTo>
                  <a:lnTo>
                    <a:pt x="12700" y="439419"/>
                  </a:lnTo>
                  <a:lnTo>
                    <a:pt x="10160" y="441959"/>
                  </a:lnTo>
                  <a:lnTo>
                    <a:pt x="20319" y="441959"/>
                  </a:lnTo>
                  <a:lnTo>
                    <a:pt x="22860" y="439419"/>
                  </a:lnTo>
                  <a:close/>
                </a:path>
                <a:path w="458469" h="453389">
                  <a:moveTo>
                    <a:pt x="25400" y="436879"/>
                  </a:moveTo>
                  <a:lnTo>
                    <a:pt x="15240" y="436879"/>
                  </a:lnTo>
                  <a:lnTo>
                    <a:pt x="13970" y="438149"/>
                  </a:lnTo>
                  <a:lnTo>
                    <a:pt x="24130" y="438149"/>
                  </a:lnTo>
                  <a:lnTo>
                    <a:pt x="25400" y="436879"/>
                  </a:lnTo>
                  <a:close/>
                </a:path>
                <a:path w="458469" h="453389">
                  <a:moveTo>
                    <a:pt x="29210" y="433069"/>
                  </a:moveTo>
                  <a:lnTo>
                    <a:pt x="19050" y="433069"/>
                  </a:lnTo>
                  <a:lnTo>
                    <a:pt x="16510" y="435609"/>
                  </a:lnTo>
                  <a:lnTo>
                    <a:pt x="26669" y="435609"/>
                  </a:lnTo>
                  <a:lnTo>
                    <a:pt x="29210" y="433069"/>
                  </a:lnTo>
                  <a:close/>
                </a:path>
                <a:path w="458469" h="453389">
                  <a:moveTo>
                    <a:pt x="31750" y="430529"/>
                  </a:moveTo>
                  <a:lnTo>
                    <a:pt x="21590" y="430529"/>
                  </a:lnTo>
                  <a:lnTo>
                    <a:pt x="20320" y="431799"/>
                  </a:lnTo>
                  <a:lnTo>
                    <a:pt x="30480" y="431799"/>
                  </a:lnTo>
                  <a:lnTo>
                    <a:pt x="31750" y="430529"/>
                  </a:lnTo>
                  <a:close/>
                </a:path>
                <a:path w="458469" h="453389">
                  <a:moveTo>
                    <a:pt x="35560" y="426719"/>
                  </a:moveTo>
                  <a:lnTo>
                    <a:pt x="25400" y="426719"/>
                  </a:lnTo>
                  <a:lnTo>
                    <a:pt x="22860" y="429259"/>
                  </a:lnTo>
                  <a:lnTo>
                    <a:pt x="33019" y="429259"/>
                  </a:lnTo>
                  <a:lnTo>
                    <a:pt x="35560" y="426719"/>
                  </a:lnTo>
                  <a:close/>
                </a:path>
                <a:path w="458469" h="453389">
                  <a:moveTo>
                    <a:pt x="38100" y="424179"/>
                  </a:moveTo>
                  <a:lnTo>
                    <a:pt x="27940" y="424179"/>
                  </a:lnTo>
                  <a:lnTo>
                    <a:pt x="26670" y="425449"/>
                  </a:lnTo>
                  <a:lnTo>
                    <a:pt x="36830" y="425449"/>
                  </a:lnTo>
                  <a:lnTo>
                    <a:pt x="38100" y="424179"/>
                  </a:lnTo>
                  <a:close/>
                </a:path>
                <a:path w="458469" h="453389">
                  <a:moveTo>
                    <a:pt x="41910" y="420369"/>
                  </a:moveTo>
                  <a:lnTo>
                    <a:pt x="31750" y="420369"/>
                  </a:lnTo>
                  <a:lnTo>
                    <a:pt x="29210" y="422909"/>
                  </a:lnTo>
                  <a:lnTo>
                    <a:pt x="39369" y="422909"/>
                  </a:lnTo>
                  <a:lnTo>
                    <a:pt x="41910" y="420369"/>
                  </a:lnTo>
                  <a:close/>
                </a:path>
                <a:path w="458469" h="453389">
                  <a:moveTo>
                    <a:pt x="44450" y="417829"/>
                  </a:moveTo>
                  <a:lnTo>
                    <a:pt x="34290" y="417829"/>
                  </a:lnTo>
                  <a:lnTo>
                    <a:pt x="33020" y="419099"/>
                  </a:lnTo>
                  <a:lnTo>
                    <a:pt x="43180" y="419099"/>
                  </a:lnTo>
                  <a:lnTo>
                    <a:pt x="44450" y="417829"/>
                  </a:lnTo>
                  <a:close/>
                </a:path>
                <a:path w="458469" h="453389">
                  <a:moveTo>
                    <a:pt x="48260" y="414019"/>
                  </a:moveTo>
                  <a:lnTo>
                    <a:pt x="38100" y="414019"/>
                  </a:lnTo>
                  <a:lnTo>
                    <a:pt x="35560" y="416559"/>
                  </a:lnTo>
                  <a:lnTo>
                    <a:pt x="45719" y="416559"/>
                  </a:lnTo>
                  <a:lnTo>
                    <a:pt x="48260" y="414019"/>
                  </a:lnTo>
                  <a:close/>
                </a:path>
                <a:path w="458469" h="453389">
                  <a:moveTo>
                    <a:pt x="50800" y="411479"/>
                  </a:moveTo>
                  <a:lnTo>
                    <a:pt x="40640" y="411479"/>
                  </a:lnTo>
                  <a:lnTo>
                    <a:pt x="39370" y="412749"/>
                  </a:lnTo>
                  <a:lnTo>
                    <a:pt x="49530" y="412749"/>
                  </a:lnTo>
                  <a:lnTo>
                    <a:pt x="50800" y="411479"/>
                  </a:lnTo>
                  <a:close/>
                </a:path>
                <a:path w="458469" h="453389">
                  <a:moveTo>
                    <a:pt x="54610" y="407669"/>
                  </a:moveTo>
                  <a:lnTo>
                    <a:pt x="44450" y="407669"/>
                  </a:lnTo>
                  <a:lnTo>
                    <a:pt x="41910" y="410209"/>
                  </a:lnTo>
                  <a:lnTo>
                    <a:pt x="52069" y="410209"/>
                  </a:lnTo>
                  <a:lnTo>
                    <a:pt x="54610" y="407669"/>
                  </a:lnTo>
                  <a:close/>
                </a:path>
                <a:path w="458469" h="453389">
                  <a:moveTo>
                    <a:pt x="57150" y="405129"/>
                  </a:moveTo>
                  <a:lnTo>
                    <a:pt x="46990" y="405129"/>
                  </a:lnTo>
                  <a:lnTo>
                    <a:pt x="45720" y="406399"/>
                  </a:lnTo>
                  <a:lnTo>
                    <a:pt x="55880" y="406399"/>
                  </a:lnTo>
                  <a:lnTo>
                    <a:pt x="57150" y="405129"/>
                  </a:lnTo>
                  <a:close/>
                </a:path>
                <a:path w="458469" h="453389">
                  <a:moveTo>
                    <a:pt x="60960" y="401319"/>
                  </a:moveTo>
                  <a:lnTo>
                    <a:pt x="50800" y="401319"/>
                  </a:lnTo>
                  <a:lnTo>
                    <a:pt x="48260" y="403859"/>
                  </a:lnTo>
                  <a:lnTo>
                    <a:pt x="58419" y="403859"/>
                  </a:lnTo>
                  <a:lnTo>
                    <a:pt x="60960" y="401319"/>
                  </a:lnTo>
                  <a:close/>
                </a:path>
                <a:path w="458469" h="453389">
                  <a:moveTo>
                    <a:pt x="63500" y="398779"/>
                  </a:moveTo>
                  <a:lnTo>
                    <a:pt x="53340" y="398779"/>
                  </a:lnTo>
                  <a:lnTo>
                    <a:pt x="52070" y="400049"/>
                  </a:lnTo>
                  <a:lnTo>
                    <a:pt x="62230" y="400049"/>
                  </a:lnTo>
                  <a:lnTo>
                    <a:pt x="63500" y="398779"/>
                  </a:lnTo>
                  <a:close/>
                </a:path>
                <a:path w="458469" h="453389">
                  <a:moveTo>
                    <a:pt x="67310" y="394969"/>
                  </a:moveTo>
                  <a:lnTo>
                    <a:pt x="57150" y="394969"/>
                  </a:lnTo>
                  <a:lnTo>
                    <a:pt x="54610" y="397509"/>
                  </a:lnTo>
                  <a:lnTo>
                    <a:pt x="64769" y="397509"/>
                  </a:lnTo>
                  <a:lnTo>
                    <a:pt x="67310" y="394969"/>
                  </a:lnTo>
                  <a:close/>
                </a:path>
                <a:path w="458469" h="453389">
                  <a:moveTo>
                    <a:pt x="69850" y="392429"/>
                  </a:moveTo>
                  <a:lnTo>
                    <a:pt x="59690" y="392429"/>
                  </a:lnTo>
                  <a:lnTo>
                    <a:pt x="58420" y="393699"/>
                  </a:lnTo>
                  <a:lnTo>
                    <a:pt x="68580" y="393699"/>
                  </a:lnTo>
                  <a:lnTo>
                    <a:pt x="69850" y="392429"/>
                  </a:lnTo>
                  <a:close/>
                </a:path>
                <a:path w="458469" h="453389">
                  <a:moveTo>
                    <a:pt x="73660" y="388619"/>
                  </a:moveTo>
                  <a:lnTo>
                    <a:pt x="63500" y="388619"/>
                  </a:lnTo>
                  <a:lnTo>
                    <a:pt x="60960" y="391159"/>
                  </a:lnTo>
                  <a:lnTo>
                    <a:pt x="71119" y="391159"/>
                  </a:lnTo>
                  <a:lnTo>
                    <a:pt x="73660" y="388619"/>
                  </a:lnTo>
                  <a:close/>
                </a:path>
                <a:path w="458469" h="453389">
                  <a:moveTo>
                    <a:pt x="76200" y="386079"/>
                  </a:moveTo>
                  <a:lnTo>
                    <a:pt x="66040" y="386079"/>
                  </a:lnTo>
                  <a:lnTo>
                    <a:pt x="64770" y="387349"/>
                  </a:lnTo>
                  <a:lnTo>
                    <a:pt x="74930" y="387349"/>
                  </a:lnTo>
                  <a:lnTo>
                    <a:pt x="76200" y="386079"/>
                  </a:lnTo>
                  <a:close/>
                </a:path>
                <a:path w="458469" h="453389">
                  <a:moveTo>
                    <a:pt x="80010" y="382269"/>
                  </a:moveTo>
                  <a:lnTo>
                    <a:pt x="69850" y="382269"/>
                  </a:lnTo>
                  <a:lnTo>
                    <a:pt x="67310" y="384809"/>
                  </a:lnTo>
                  <a:lnTo>
                    <a:pt x="77469" y="384809"/>
                  </a:lnTo>
                  <a:lnTo>
                    <a:pt x="80010" y="382269"/>
                  </a:lnTo>
                  <a:close/>
                </a:path>
                <a:path w="458469" h="453389">
                  <a:moveTo>
                    <a:pt x="82550" y="379729"/>
                  </a:moveTo>
                  <a:lnTo>
                    <a:pt x="72390" y="379729"/>
                  </a:lnTo>
                  <a:lnTo>
                    <a:pt x="71120" y="380999"/>
                  </a:lnTo>
                  <a:lnTo>
                    <a:pt x="81280" y="380999"/>
                  </a:lnTo>
                  <a:lnTo>
                    <a:pt x="82550" y="379729"/>
                  </a:lnTo>
                  <a:close/>
                </a:path>
                <a:path w="458469" h="453389">
                  <a:moveTo>
                    <a:pt x="86360" y="375919"/>
                  </a:moveTo>
                  <a:lnTo>
                    <a:pt x="76200" y="375919"/>
                  </a:lnTo>
                  <a:lnTo>
                    <a:pt x="73660" y="378459"/>
                  </a:lnTo>
                  <a:lnTo>
                    <a:pt x="83819" y="378459"/>
                  </a:lnTo>
                  <a:lnTo>
                    <a:pt x="86360" y="375919"/>
                  </a:lnTo>
                  <a:close/>
                </a:path>
                <a:path w="458469" h="453389">
                  <a:moveTo>
                    <a:pt x="88900" y="373379"/>
                  </a:moveTo>
                  <a:lnTo>
                    <a:pt x="78740" y="373379"/>
                  </a:lnTo>
                  <a:lnTo>
                    <a:pt x="77470" y="374649"/>
                  </a:lnTo>
                  <a:lnTo>
                    <a:pt x="87630" y="374649"/>
                  </a:lnTo>
                  <a:lnTo>
                    <a:pt x="88900" y="373379"/>
                  </a:lnTo>
                  <a:close/>
                </a:path>
                <a:path w="458469" h="453389">
                  <a:moveTo>
                    <a:pt x="92710" y="369569"/>
                  </a:moveTo>
                  <a:lnTo>
                    <a:pt x="82550" y="369569"/>
                  </a:lnTo>
                  <a:lnTo>
                    <a:pt x="80010" y="372109"/>
                  </a:lnTo>
                  <a:lnTo>
                    <a:pt x="90169" y="372109"/>
                  </a:lnTo>
                  <a:lnTo>
                    <a:pt x="92710" y="369569"/>
                  </a:lnTo>
                  <a:close/>
                </a:path>
                <a:path w="458469" h="453389">
                  <a:moveTo>
                    <a:pt x="95250" y="367029"/>
                  </a:moveTo>
                  <a:lnTo>
                    <a:pt x="85090" y="367029"/>
                  </a:lnTo>
                  <a:lnTo>
                    <a:pt x="83820" y="368299"/>
                  </a:lnTo>
                  <a:lnTo>
                    <a:pt x="93980" y="368299"/>
                  </a:lnTo>
                  <a:lnTo>
                    <a:pt x="95250" y="367029"/>
                  </a:lnTo>
                  <a:close/>
                </a:path>
                <a:path w="458469" h="453389">
                  <a:moveTo>
                    <a:pt x="99060" y="363219"/>
                  </a:moveTo>
                  <a:lnTo>
                    <a:pt x="88900" y="363219"/>
                  </a:lnTo>
                  <a:lnTo>
                    <a:pt x="86360" y="365759"/>
                  </a:lnTo>
                  <a:lnTo>
                    <a:pt x="96519" y="365759"/>
                  </a:lnTo>
                  <a:lnTo>
                    <a:pt x="99060" y="363219"/>
                  </a:lnTo>
                  <a:close/>
                </a:path>
                <a:path w="458469" h="453389">
                  <a:moveTo>
                    <a:pt x="101600" y="360679"/>
                  </a:moveTo>
                  <a:lnTo>
                    <a:pt x="91440" y="360679"/>
                  </a:lnTo>
                  <a:lnTo>
                    <a:pt x="90170" y="361949"/>
                  </a:lnTo>
                  <a:lnTo>
                    <a:pt x="100330" y="361949"/>
                  </a:lnTo>
                  <a:lnTo>
                    <a:pt x="101600" y="360679"/>
                  </a:lnTo>
                  <a:close/>
                </a:path>
                <a:path w="458469" h="453389">
                  <a:moveTo>
                    <a:pt x="105410" y="356869"/>
                  </a:moveTo>
                  <a:lnTo>
                    <a:pt x="95250" y="356869"/>
                  </a:lnTo>
                  <a:lnTo>
                    <a:pt x="92710" y="359409"/>
                  </a:lnTo>
                  <a:lnTo>
                    <a:pt x="102869" y="359409"/>
                  </a:lnTo>
                  <a:lnTo>
                    <a:pt x="105410" y="356869"/>
                  </a:lnTo>
                  <a:close/>
                </a:path>
                <a:path w="458469" h="453389">
                  <a:moveTo>
                    <a:pt x="107950" y="354329"/>
                  </a:moveTo>
                  <a:lnTo>
                    <a:pt x="97790" y="354329"/>
                  </a:lnTo>
                  <a:lnTo>
                    <a:pt x="96520" y="355599"/>
                  </a:lnTo>
                  <a:lnTo>
                    <a:pt x="106680" y="355599"/>
                  </a:lnTo>
                  <a:lnTo>
                    <a:pt x="107950" y="354329"/>
                  </a:lnTo>
                  <a:close/>
                </a:path>
                <a:path w="458469" h="453389">
                  <a:moveTo>
                    <a:pt x="111760" y="350519"/>
                  </a:moveTo>
                  <a:lnTo>
                    <a:pt x="101600" y="350519"/>
                  </a:lnTo>
                  <a:lnTo>
                    <a:pt x="99060" y="353059"/>
                  </a:lnTo>
                  <a:lnTo>
                    <a:pt x="109219" y="353059"/>
                  </a:lnTo>
                  <a:lnTo>
                    <a:pt x="111760" y="350519"/>
                  </a:lnTo>
                  <a:close/>
                </a:path>
                <a:path w="458469" h="453389">
                  <a:moveTo>
                    <a:pt x="114300" y="347979"/>
                  </a:moveTo>
                  <a:lnTo>
                    <a:pt x="104140" y="347979"/>
                  </a:lnTo>
                  <a:lnTo>
                    <a:pt x="102870" y="349249"/>
                  </a:lnTo>
                  <a:lnTo>
                    <a:pt x="113030" y="349249"/>
                  </a:lnTo>
                  <a:lnTo>
                    <a:pt x="114300" y="347979"/>
                  </a:lnTo>
                  <a:close/>
                </a:path>
                <a:path w="458469" h="453389">
                  <a:moveTo>
                    <a:pt x="127000" y="335279"/>
                  </a:moveTo>
                  <a:lnTo>
                    <a:pt x="116840" y="335279"/>
                  </a:lnTo>
                  <a:lnTo>
                    <a:pt x="105410" y="346709"/>
                  </a:lnTo>
                  <a:lnTo>
                    <a:pt x="115569" y="346709"/>
                  </a:lnTo>
                  <a:lnTo>
                    <a:pt x="127000" y="335279"/>
                  </a:lnTo>
                  <a:close/>
                </a:path>
                <a:path w="458469" h="453389">
                  <a:moveTo>
                    <a:pt x="139700" y="322579"/>
                  </a:moveTo>
                  <a:lnTo>
                    <a:pt x="129540" y="322579"/>
                  </a:lnTo>
                  <a:lnTo>
                    <a:pt x="118110" y="334009"/>
                  </a:lnTo>
                  <a:lnTo>
                    <a:pt x="128269" y="334009"/>
                  </a:lnTo>
                  <a:lnTo>
                    <a:pt x="139700" y="322579"/>
                  </a:lnTo>
                  <a:close/>
                </a:path>
                <a:path w="458469" h="453389">
                  <a:moveTo>
                    <a:pt x="143510" y="318769"/>
                  </a:moveTo>
                  <a:lnTo>
                    <a:pt x="133350" y="318769"/>
                  </a:lnTo>
                  <a:lnTo>
                    <a:pt x="130810" y="321309"/>
                  </a:lnTo>
                  <a:lnTo>
                    <a:pt x="140969" y="321309"/>
                  </a:lnTo>
                  <a:lnTo>
                    <a:pt x="143510" y="318769"/>
                  </a:lnTo>
                  <a:close/>
                </a:path>
                <a:path w="458469" h="453389">
                  <a:moveTo>
                    <a:pt x="146050" y="316229"/>
                  </a:moveTo>
                  <a:lnTo>
                    <a:pt x="135890" y="316229"/>
                  </a:lnTo>
                  <a:lnTo>
                    <a:pt x="134620" y="317499"/>
                  </a:lnTo>
                  <a:lnTo>
                    <a:pt x="144780" y="317499"/>
                  </a:lnTo>
                  <a:lnTo>
                    <a:pt x="146050" y="316229"/>
                  </a:lnTo>
                  <a:close/>
                </a:path>
                <a:path w="458469" h="453389">
                  <a:moveTo>
                    <a:pt x="149860" y="312419"/>
                  </a:moveTo>
                  <a:lnTo>
                    <a:pt x="139700" y="312419"/>
                  </a:lnTo>
                  <a:lnTo>
                    <a:pt x="137160" y="314959"/>
                  </a:lnTo>
                  <a:lnTo>
                    <a:pt x="147319" y="314959"/>
                  </a:lnTo>
                  <a:lnTo>
                    <a:pt x="149860" y="312419"/>
                  </a:lnTo>
                  <a:close/>
                </a:path>
                <a:path w="458469" h="453389">
                  <a:moveTo>
                    <a:pt x="162560" y="299719"/>
                  </a:moveTo>
                  <a:lnTo>
                    <a:pt x="152400" y="299719"/>
                  </a:lnTo>
                  <a:lnTo>
                    <a:pt x="140970" y="311149"/>
                  </a:lnTo>
                  <a:lnTo>
                    <a:pt x="151130" y="311149"/>
                  </a:lnTo>
                  <a:lnTo>
                    <a:pt x="162560" y="299719"/>
                  </a:lnTo>
                  <a:close/>
                </a:path>
                <a:path w="458469" h="453389">
                  <a:moveTo>
                    <a:pt x="171450" y="290829"/>
                  </a:moveTo>
                  <a:lnTo>
                    <a:pt x="161290" y="290829"/>
                  </a:lnTo>
                  <a:lnTo>
                    <a:pt x="153670" y="298449"/>
                  </a:lnTo>
                  <a:lnTo>
                    <a:pt x="163830" y="298449"/>
                  </a:lnTo>
                  <a:lnTo>
                    <a:pt x="171450" y="290829"/>
                  </a:lnTo>
                  <a:close/>
                </a:path>
                <a:path w="458469" h="453389">
                  <a:moveTo>
                    <a:pt x="187960" y="274319"/>
                  </a:moveTo>
                  <a:lnTo>
                    <a:pt x="177800" y="274319"/>
                  </a:lnTo>
                  <a:lnTo>
                    <a:pt x="162560" y="289559"/>
                  </a:lnTo>
                  <a:lnTo>
                    <a:pt x="172719" y="289559"/>
                  </a:lnTo>
                  <a:lnTo>
                    <a:pt x="187960" y="274319"/>
                  </a:lnTo>
                  <a:close/>
                </a:path>
                <a:path w="458469" h="453389">
                  <a:moveTo>
                    <a:pt x="193040" y="269239"/>
                  </a:moveTo>
                  <a:lnTo>
                    <a:pt x="182880" y="269239"/>
                  </a:lnTo>
                  <a:lnTo>
                    <a:pt x="179070" y="273049"/>
                  </a:lnTo>
                  <a:lnTo>
                    <a:pt x="189230" y="273049"/>
                  </a:lnTo>
                  <a:lnTo>
                    <a:pt x="193040" y="269239"/>
                  </a:lnTo>
                  <a:close/>
                </a:path>
              </a:pathLst>
            </a:custGeom>
            <a:solidFill>
              <a:srgbClr val="8B4F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37">
              <a:extLst>
                <a:ext uri="{FF2B5EF4-FFF2-40B4-BE49-F238E27FC236}">
                  <a16:creationId xmlns:a16="http://schemas.microsoft.com/office/drawing/2014/main" id="{102C31AB-9F20-C417-5545-AE04F0EF96AF}"/>
                </a:ext>
              </a:extLst>
            </p:cNvPr>
            <p:cNvSpPr/>
            <p:nvPr/>
          </p:nvSpPr>
          <p:spPr>
            <a:xfrm>
              <a:off x="2626360" y="2592069"/>
              <a:ext cx="459740" cy="453390"/>
            </a:xfrm>
            <a:custGeom>
              <a:avLst/>
              <a:gdLst/>
              <a:ahLst/>
              <a:cxnLst/>
              <a:rect l="l" t="t" r="r" b="b"/>
              <a:pathLst>
                <a:path w="459739" h="453389">
                  <a:moveTo>
                    <a:pt x="278129" y="181610"/>
                  </a:moveTo>
                  <a:lnTo>
                    <a:pt x="267970" y="181610"/>
                  </a:lnTo>
                  <a:lnTo>
                    <a:pt x="261620" y="187960"/>
                  </a:lnTo>
                  <a:lnTo>
                    <a:pt x="271779" y="187960"/>
                  </a:lnTo>
                  <a:lnTo>
                    <a:pt x="278129" y="181610"/>
                  </a:lnTo>
                  <a:close/>
                </a:path>
                <a:path w="459739" h="453389">
                  <a:moveTo>
                    <a:pt x="280669" y="179070"/>
                  </a:moveTo>
                  <a:lnTo>
                    <a:pt x="270510" y="179070"/>
                  </a:lnTo>
                  <a:lnTo>
                    <a:pt x="269240" y="180339"/>
                  </a:lnTo>
                  <a:lnTo>
                    <a:pt x="279400" y="180339"/>
                  </a:lnTo>
                  <a:lnTo>
                    <a:pt x="280669" y="179070"/>
                  </a:lnTo>
                  <a:close/>
                </a:path>
                <a:path w="459739" h="453389">
                  <a:moveTo>
                    <a:pt x="284479" y="175260"/>
                  </a:moveTo>
                  <a:lnTo>
                    <a:pt x="274320" y="175260"/>
                  </a:lnTo>
                  <a:lnTo>
                    <a:pt x="271780" y="177800"/>
                  </a:lnTo>
                  <a:lnTo>
                    <a:pt x="281939" y="177800"/>
                  </a:lnTo>
                  <a:lnTo>
                    <a:pt x="284479" y="175260"/>
                  </a:lnTo>
                  <a:close/>
                </a:path>
                <a:path w="459739" h="453389">
                  <a:moveTo>
                    <a:pt x="287019" y="172720"/>
                  </a:moveTo>
                  <a:lnTo>
                    <a:pt x="276860" y="172720"/>
                  </a:lnTo>
                  <a:lnTo>
                    <a:pt x="275590" y="173989"/>
                  </a:lnTo>
                  <a:lnTo>
                    <a:pt x="285750" y="173989"/>
                  </a:lnTo>
                  <a:lnTo>
                    <a:pt x="287019" y="172720"/>
                  </a:lnTo>
                  <a:close/>
                </a:path>
                <a:path w="459739" h="453389">
                  <a:moveTo>
                    <a:pt x="290829" y="168910"/>
                  </a:moveTo>
                  <a:lnTo>
                    <a:pt x="280670" y="168910"/>
                  </a:lnTo>
                  <a:lnTo>
                    <a:pt x="278130" y="171450"/>
                  </a:lnTo>
                  <a:lnTo>
                    <a:pt x="288289" y="171450"/>
                  </a:lnTo>
                  <a:lnTo>
                    <a:pt x="290829" y="168910"/>
                  </a:lnTo>
                  <a:close/>
                </a:path>
                <a:path w="459739" h="453389">
                  <a:moveTo>
                    <a:pt x="293369" y="166370"/>
                  </a:moveTo>
                  <a:lnTo>
                    <a:pt x="283210" y="166370"/>
                  </a:lnTo>
                  <a:lnTo>
                    <a:pt x="281940" y="167639"/>
                  </a:lnTo>
                  <a:lnTo>
                    <a:pt x="292100" y="167639"/>
                  </a:lnTo>
                  <a:lnTo>
                    <a:pt x="293369" y="166370"/>
                  </a:lnTo>
                  <a:close/>
                </a:path>
                <a:path w="459739" h="453389">
                  <a:moveTo>
                    <a:pt x="306069" y="153670"/>
                  </a:moveTo>
                  <a:lnTo>
                    <a:pt x="295910" y="153670"/>
                  </a:lnTo>
                  <a:lnTo>
                    <a:pt x="284480" y="165100"/>
                  </a:lnTo>
                  <a:lnTo>
                    <a:pt x="294639" y="165100"/>
                  </a:lnTo>
                  <a:lnTo>
                    <a:pt x="306069" y="153670"/>
                  </a:lnTo>
                  <a:close/>
                </a:path>
                <a:path w="459739" h="453389">
                  <a:moveTo>
                    <a:pt x="318769" y="140970"/>
                  </a:moveTo>
                  <a:lnTo>
                    <a:pt x="308610" y="140970"/>
                  </a:lnTo>
                  <a:lnTo>
                    <a:pt x="297180" y="152400"/>
                  </a:lnTo>
                  <a:lnTo>
                    <a:pt x="307339" y="152400"/>
                  </a:lnTo>
                  <a:lnTo>
                    <a:pt x="318769" y="140970"/>
                  </a:lnTo>
                  <a:close/>
                </a:path>
                <a:path w="459739" h="453389">
                  <a:moveTo>
                    <a:pt x="322579" y="137160"/>
                  </a:moveTo>
                  <a:lnTo>
                    <a:pt x="312420" y="137160"/>
                  </a:lnTo>
                  <a:lnTo>
                    <a:pt x="309880" y="139700"/>
                  </a:lnTo>
                  <a:lnTo>
                    <a:pt x="320039" y="139700"/>
                  </a:lnTo>
                  <a:lnTo>
                    <a:pt x="322579" y="137160"/>
                  </a:lnTo>
                  <a:close/>
                </a:path>
                <a:path w="459739" h="453389">
                  <a:moveTo>
                    <a:pt x="325119" y="134620"/>
                  </a:moveTo>
                  <a:lnTo>
                    <a:pt x="314960" y="134620"/>
                  </a:lnTo>
                  <a:lnTo>
                    <a:pt x="313690" y="135889"/>
                  </a:lnTo>
                  <a:lnTo>
                    <a:pt x="323850" y="135889"/>
                  </a:lnTo>
                  <a:lnTo>
                    <a:pt x="325119" y="134620"/>
                  </a:lnTo>
                  <a:close/>
                </a:path>
                <a:path w="459739" h="453389">
                  <a:moveTo>
                    <a:pt x="328929" y="130810"/>
                  </a:moveTo>
                  <a:lnTo>
                    <a:pt x="318770" y="130810"/>
                  </a:lnTo>
                  <a:lnTo>
                    <a:pt x="316230" y="133350"/>
                  </a:lnTo>
                  <a:lnTo>
                    <a:pt x="326389" y="133350"/>
                  </a:lnTo>
                  <a:lnTo>
                    <a:pt x="328929" y="130810"/>
                  </a:lnTo>
                  <a:close/>
                </a:path>
                <a:path w="459739" h="453389">
                  <a:moveTo>
                    <a:pt x="331469" y="128270"/>
                  </a:moveTo>
                  <a:lnTo>
                    <a:pt x="321310" y="128270"/>
                  </a:lnTo>
                  <a:lnTo>
                    <a:pt x="320040" y="129539"/>
                  </a:lnTo>
                  <a:lnTo>
                    <a:pt x="330200" y="129539"/>
                  </a:lnTo>
                  <a:lnTo>
                    <a:pt x="331469" y="128270"/>
                  </a:lnTo>
                  <a:close/>
                </a:path>
                <a:path w="459739" h="453389">
                  <a:moveTo>
                    <a:pt x="335279" y="124460"/>
                  </a:moveTo>
                  <a:lnTo>
                    <a:pt x="325120" y="124460"/>
                  </a:lnTo>
                  <a:lnTo>
                    <a:pt x="322580" y="127000"/>
                  </a:lnTo>
                  <a:lnTo>
                    <a:pt x="332739" y="127000"/>
                  </a:lnTo>
                  <a:lnTo>
                    <a:pt x="335279" y="124460"/>
                  </a:lnTo>
                  <a:close/>
                </a:path>
                <a:path w="459739" h="453389">
                  <a:moveTo>
                    <a:pt x="337819" y="121920"/>
                  </a:moveTo>
                  <a:lnTo>
                    <a:pt x="327660" y="121920"/>
                  </a:lnTo>
                  <a:lnTo>
                    <a:pt x="326390" y="123189"/>
                  </a:lnTo>
                  <a:lnTo>
                    <a:pt x="336550" y="123189"/>
                  </a:lnTo>
                  <a:lnTo>
                    <a:pt x="337819" y="121920"/>
                  </a:lnTo>
                  <a:close/>
                </a:path>
                <a:path w="459739" h="453389">
                  <a:moveTo>
                    <a:pt x="341629" y="118110"/>
                  </a:moveTo>
                  <a:lnTo>
                    <a:pt x="331470" y="118110"/>
                  </a:lnTo>
                  <a:lnTo>
                    <a:pt x="328930" y="120650"/>
                  </a:lnTo>
                  <a:lnTo>
                    <a:pt x="339089" y="120650"/>
                  </a:lnTo>
                  <a:lnTo>
                    <a:pt x="341629" y="118110"/>
                  </a:lnTo>
                  <a:close/>
                </a:path>
                <a:path w="459739" h="453389">
                  <a:moveTo>
                    <a:pt x="344169" y="115570"/>
                  </a:moveTo>
                  <a:lnTo>
                    <a:pt x="334010" y="115570"/>
                  </a:lnTo>
                  <a:lnTo>
                    <a:pt x="332740" y="116839"/>
                  </a:lnTo>
                  <a:lnTo>
                    <a:pt x="342900" y="116839"/>
                  </a:lnTo>
                  <a:lnTo>
                    <a:pt x="344169" y="115570"/>
                  </a:lnTo>
                  <a:close/>
                </a:path>
                <a:path w="459739" h="453389">
                  <a:moveTo>
                    <a:pt x="347979" y="111760"/>
                  </a:moveTo>
                  <a:lnTo>
                    <a:pt x="337820" y="111760"/>
                  </a:lnTo>
                  <a:lnTo>
                    <a:pt x="335280" y="114300"/>
                  </a:lnTo>
                  <a:lnTo>
                    <a:pt x="345439" y="114300"/>
                  </a:lnTo>
                  <a:lnTo>
                    <a:pt x="347979" y="111760"/>
                  </a:lnTo>
                  <a:close/>
                </a:path>
                <a:path w="459739" h="453389">
                  <a:moveTo>
                    <a:pt x="350519" y="109220"/>
                  </a:moveTo>
                  <a:lnTo>
                    <a:pt x="340360" y="109220"/>
                  </a:lnTo>
                  <a:lnTo>
                    <a:pt x="339090" y="110489"/>
                  </a:lnTo>
                  <a:lnTo>
                    <a:pt x="349250" y="110489"/>
                  </a:lnTo>
                  <a:lnTo>
                    <a:pt x="350519" y="109220"/>
                  </a:lnTo>
                  <a:close/>
                </a:path>
                <a:path w="459739" h="453389">
                  <a:moveTo>
                    <a:pt x="354329" y="105410"/>
                  </a:moveTo>
                  <a:lnTo>
                    <a:pt x="344170" y="105410"/>
                  </a:lnTo>
                  <a:lnTo>
                    <a:pt x="341630" y="107950"/>
                  </a:lnTo>
                  <a:lnTo>
                    <a:pt x="351789" y="107950"/>
                  </a:lnTo>
                  <a:lnTo>
                    <a:pt x="354329" y="105410"/>
                  </a:lnTo>
                  <a:close/>
                </a:path>
                <a:path w="459739" h="453389">
                  <a:moveTo>
                    <a:pt x="356869" y="102870"/>
                  </a:moveTo>
                  <a:lnTo>
                    <a:pt x="346710" y="102870"/>
                  </a:lnTo>
                  <a:lnTo>
                    <a:pt x="345440" y="104139"/>
                  </a:lnTo>
                  <a:lnTo>
                    <a:pt x="355600" y="104139"/>
                  </a:lnTo>
                  <a:lnTo>
                    <a:pt x="356869" y="102870"/>
                  </a:lnTo>
                  <a:close/>
                </a:path>
                <a:path w="459739" h="453389">
                  <a:moveTo>
                    <a:pt x="360679" y="99060"/>
                  </a:moveTo>
                  <a:lnTo>
                    <a:pt x="350520" y="99060"/>
                  </a:lnTo>
                  <a:lnTo>
                    <a:pt x="347980" y="101600"/>
                  </a:lnTo>
                  <a:lnTo>
                    <a:pt x="358139" y="101600"/>
                  </a:lnTo>
                  <a:lnTo>
                    <a:pt x="360679" y="99060"/>
                  </a:lnTo>
                  <a:close/>
                </a:path>
                <a:path w="459739" h="453389">
                  <a:moveTo>
                    <a:pt x="363219" y="96520"/>
                  </a:moveTo>
                  <a:lnTo>
                    <a:pt x="353060" y="96520"/>
                  </a:lnTo>
                  <a:lnTo>
                    <a:pt x="351790" y="97789"/>
                  </a:lnTo>
                  <a:lnTo>
                    <a:pt x="361950" y="97789"/>
                  </a:lnTo>
                  <a:lnTo>
                    <a:pt x="363219" y="96520"/>
                  </a:lnTo>
                  <a:close/>
                </a:path>
                <a:path w="459739" h="453389">
                  <a:moveTo>
                    <a:pt x="367029" y="92710"/>
                  </a:moveTo>
                  <a:lnTo>
                    <a:pt x="356870" y="92710"/>
                  </a:lnTo>
                  <a:lnTo>
                    <a:pt x="354330" y="95250"/>
                  </a:lnTo>
                  <a:lnTo>
                    <a:pt x="364489" y="95250"/>
                  </a:lnTo>
                  <a:lnTo>
                    <a:pt x="367029" y="92710"/>
                  </a:lnTo>
                  <a:close/>
                </a:path>
                <a:path w="459739" h="453389">
                  <a:moveTo>
                    <a:pt x="369569" y="90170"/>
                  </a:moveTo>
                  <a:lnTo>
                    <a:pt x="359410" y="90170"/>
                  </a:lnTo>
                  <a:lnTo>
                    <a:pt x="358140" y="91439"/>
                  </a:lnTo>
                  <a:lnTo>
                    <a:pt x="368300" y="91439"/>
                  </a:lnTo>
                  <a:lnTo>
                    <a:pt x="369569" y="90170"/>
                  </a:lnTo>
                  <a:close/>
                </a:path>
                <a:path w="459739" h="453389">
                  <a:moveTo>
                    <a:pt x="373379" y="86360"/>
                  </a:moveTo>
                  <a:lnTo>
                    <a:pt x="363220" y="86360"/>
                  </a:lnTo>
                  <a:lnTo>
                    <a:pt x="360680" y="88900"/>
                  </a:lnTo>
                  <a:lnTo>
                    <a:pt x="370839" y="88900"/>
                  </a:lnTo>
                  <a:lnTo>
                    <a:pt x="373379" y="86360"/>
                  </a:lnTo>
                  <a:close/>
                </a:path>
                <a:path w="459739" h="453389">
                  <a:moveTo>
                    <a:pt x="375919" y="83820"/>
                  </a:moveTo>
                  <a:lnTo>
                    <a:pt x="365760" y="83820"/>
                  </a:lnTo>
                  <a:lnTo>
                    <a:pt x="364490" y="85089"/>
                  </a:lnTo>
                  <a:lnTo>
                    <a:pt x="374650" y="85089"/>
                  </a:lnTo>
                  <a:lnTo>
                    <a:pt x="375919" y="83820"/>
                  </a:lnTo>
                  <a:close/>
                </a:path>
                <a:path w="459739" h="453389">
                  <a:moveTo>
                    <a:pt x="379729" y="80010"/>
                  </a:moveTo>
                  <a:lnTo>
                    <a:pt x="369570" y="80010"/>
                  </a:lnTo>
                  <a:lnTo>
                    <a:pt x="367030" y="82550"/>
                  </a:lnTo>
                  <a:lnTo>
                    <a:pt x="377189" y="82550"/>
                  </a:lnTo>
                  <a:lnTo>
                    <a:pt x="379729" y="80010"/>
                  </a:lnTo>
                  <a:close/>
                </a:path>
                <a:path w="459739" h="453389">
                  <a:moveTo>
                    <a:pt x="382269" y="77470"/>
                  </a:moveTo>
                  <a:lnTo>
                    <a:pt x="372110" y="77470"/>
                  </a:lnTo>
                  <a:lnTo>
                    <a:pt x="370840" y="78739"/>
                  </a:lnTo>
                  <a:lnTo>
                    <a:pt x="381000" y="78739"/>
                  </a:lnTo>
                  <a:lnTo>
                    <a:pt x="382269" y="77470"/>
                  </a:lnTo>
                  <a:close/>
                </a:path>
                <a:path w="459739" h="453389">
                  <a:moveTo>
                    <a:pt x="386079" y="73660"/>
                  </a:moveTo>
                  <a:lnTo>
                    <a:pt x="375920" y="73660"/>
                  </a:lnTo>
                  <a:lnTo>
                    <a:pt x="373380" y="76200"/>
                  </a:lnTo>
                  <a:lnTo>
                    <a:pt x="383539" y="76200"/>
                  </a:lnTo>
                  <a:lnTo>
                    <a:pt x="386079" y="73660"/>
                  </a:lnTo>
                  <a:close/>
                </a:path>
                <a:path w="459739" h="453389">
                  <a:moveTo>
                    <a:pt x="388619" y="71120"/>
                  </a:moveTo>
                  <a:lnTo>
                    <a:pt x="378460" y="71120"/>
                  </a:lnTo>
                  <a:lnTo>
                    <a:pt x="377190" y="72389"/>
                  </a:lnTo>
                  <a:lnTo>
                    <a:pt x="387350" y="72389"/>
                  </a:lnTo>
                  <a:lnTo>
                    <a:pt x="388619" y="71120"/>
                  </a:lnTo>
                  <a:close/>
                </a:path>
                <a:path w="459739" h="453389">
                  <a:moveTo>
                    <a:pt x="392429" y="67310"/>
                  </a:moveTo>
                  <a:lnTo>
                    <a:pt x="382270" y="67310"/>
                  </a:lnTo>
                  <a:lnTo>
                    <a:pt x="379730" y="69850"/>
                  </a:lnTo>
                  <a:lnTo>
                    <a:pt x="389889" y="69850"/>
                  </a:lnTo>
                  <a:lnTo>
                    <a:pt x="392429" y="67310"/>
                  </a:lnTo>
                  <a:close/>
                </a:path>
                <a:path w="459739" h="453389">
                  <a:moveTo>
                    <a:pt x="394969" y="64770"/>
                  </a:moveTo>
                  <a:lnTo>
                    <a:pt x="384810" y="64770"/>
                  </a:lnTo>
                  <a:lnTo>
                    <a:pt x="383540" y="66039"/>
                  </a:lnTo>
                  <a:lnTo>
                    <a:pt x="393700" y="66039"/>
                  </a:lnTo>
                  <a:lnTo>
                    <a:pt x="394969" y="64770"/>
                  </a:lnTo>
                  <a:close/>
                </a:path>
                <a:path w="459739" h="453389">
                  <a:moveTo>
                    <a:pt x="398779" y="60960"/>
                  </a:moveTo>
                  <a:lnTo>
                    <a:pt x="388620" y="60960"/>
                  </a:lnTo>
                  <a:lnTo>
                    <a:pt x="386080" y="63500"/>
                  </a:lnTo>
                  <a:lnTo>
                    <a:pt x="396239" y="63500"/>
                  </a:lnTo>
                  <a:lnTo>
                    <a:pt x="398779" y="60960"/>
                  </a:lnTo>
                  <a:close/>
                </a:path>
                <a:path w="459739" h="453389">
                  <a:moveTo>
                    <a:pt x="401319" y="58420"/>
                  </a:moveTo>
                  <a:lnTo>
                    <a:pt x="391160" y="58420"/>
                  </a:lnTo>
                  <a:lnTo>
                    <a:pt x="389890" y="59689"/>
                  </a:lnTo>
                  <a:lnTo>
                    <a:pt x="400050" y="59689"/>
                  </a:lnTo>
                  <a:lnTo>
                    <a:pt x="401319" y="58420"/>
                  </a:lnTo>
                  <a:close/>
                </a:path>
                <a:path w="459739" h="453389">
                  <a:moveTo>
                    <a:pt x="405129" y="54610"/>
                  </a:moveTo>
                  <a:lnTo>
                    <a:pt x="394970" y="54610"/>
                  </a:lnTo>
                  <a:lnTo>
                    <a:pt x="392430" y="57150"/>
                  </a:lnTo>
                  <a:lnTo>
                    <a:pt x="402589" y="57150"/>
                  </a:lnTo>
                  <a:lnTo>
                    <a:pt x="405129" y="54610"/>
                  </a:lnTo>
                  <a:close/>
                </a:path>
                <a:path w="459739" h="453389">
                  <a:moveTo>
                    <a:pt x="407669" y="52070"/>
                  </a:moveTo>
                  <a:lnTo>
                    <a:pt x="397510" y="52070"/>
                  </a:lnTo>
                  <a:lnTo>
                    <a:pt x="396240" y="53339"/>
                  </a:lnTo>
                  <a:lnTo>
                    <a:pt x="406400" y="53339"/>
                  </a:lnTo>
                  <a:lnTo>
                    <a:pt x="407669" y="52070"/>
                  </a:lnTo>
                  <a:close/>
                </a:path>
                <a:path w="459739" h="453389">
                  <a:moveTo>
                    <a:pt x="411479" y="48260"/>
                  </a:moveTo>
                  <a:lnTo>
                    <a:pt x="401320" y="48260"/>
                  </a:lnTo>
                  <a:lnTo>
                    <a:pt x="398780" y="50800"/>
                  </a:lnTo>
                  <a:lnTo>
                    <a:pt x="408939" y="50800"/>
                  </a:lnTo>
                  <a:lnTo>
                    <a:pt x="411479" y="48260"/>
                  </a:lnTo>
                  <a:close/>
                </a:path>
                <a:path w="459739" h="453389">
                  <a:moveTo>
                    <a:pt x="414019" y="45720"/>
                  </a:moveTo>
                  <a:lnTo>
                    <a:pt x="403860" y="45720"/>
                  </a:lnTo>
                  <a:lnTo>
                    <a:pt x="402590" y="46989"/>
                  </a:lnTo>
                  <a:lnTo>
                    <a:pt x="412750" y="46989"/>
                  </a:lnTo>
                  <a:lnTo>
                    <a:pt x="414019" y="45720"/>
                  </a:lnTo>
                  <a:close/>
                </a:path>
                <a:path w="459739" h="453389">
                  <a:moveTo>
                    <a:pt x="417829" y="41910"/>
                  </a:moveTo>
                  <a:lnTo>
                    <a:pt x="407670" y="41910"/>
                  </a:lnTo>
                  <a:lnTo>
                    <a:pt x="405130" y="44450"/>
                  </a:lnTo>
                  <a:lnTo>
                    <a:pt x="415289" y="44450"/>
                  </a:lnTo>
                  <a:lnTo>
                    <a:pt x="417829" y="41910"/>
                  </a:lnTo>
                  <a:close/>
                </a:path>
                <a:path w="459739" h="453389">
                  <a:moveTo>
                    <a:pt x="420369" y="39370"/>
                  </a:moveTo>
                  <a:lnTo>
                    <a:pt x="410210" y="39370"/>
                  </a:lnTo>
                  <a:lnTo>
                    <a:pt x="408940" y="40639"/>
                  </a:lnTo>
                  <a:lnTo>
                    <a:pt x="419100" y="40639"/>
                  </a:lnTo>
                  <a:lnTo>
                    <a:pt x="420369" y="39370"/>
                  </a:lnTo>
                  <a:close/>
                </a:path>
                <a:path w="459739" h="453389">
                  <a:moveTo>
                    <a:pt x="424179" y="35560"/>
                  </a:moveTo>
                  <a:lnTo>
                    <a:pt x="414020" y="35560"/>
                  </a:lnTo>
                  <a:lnTo>
                    <a:pt x="411480" y="38100"/>
                  </a:lnTo>
                  <a:lnTo>
                    <a:pt x="421639" y="38100"/>
                  </a:lnTo>
                  <a:lnTo>
                    <a:pt x="424179" y="35560"/>
                  </a:lnTo>
                  <a:close/>
                </a:path>
                <a:path w="459739" h="453389">
                  <a:moveTo>
                    <a:pt x="426719" y="33020"/>
                  </a:moveTo>
                  <a:lnTo>
                    <a:pt x="416560" y="33020"/>
                  </a:lnTo>
                  <a:lnTo>
                    <a:pt x="415290" y="34289"/>
                  </a:lnTo>
                  <a:lnTo>
                    <a:pt x="425450" y="34289"/>
                  </a:lnTo>
                  <a:lnTo>
                    <a:pt x="426719" y="33020"/>
                  </a:lnTo>
                  <a:close/>
                </a:path>
                <a:path w="459739" h="453389">
                  <a:moveTo>
                    <a:pt x="430529" y="29210"/>
                  </a:moveTo>
                  <a:lnTo>
                    <a:pt x="420370" y="29210"/>
                  </a:lnTo>
                  <a:lnTo>
                    <a:pt x="417830" y="31750"/>
                  </a:lnTo>
                  <a:lnTo>
                    <a:pt x="427989" y="31750"/>
                  </a:lnTo>
                  <a:lnTo>
                    <a:pt x="430529" y="29210"/>
                  </a:lnTo>
                  <a:close/>
                </a:path>
                <a:path w="459739" h="453389">
                  <a:moveTo>
                    <a:pt x="433069" y="26670"/>
                  </a:moveTo>
                  <a:lnTo>
                    <a:pt x="422910" y="26670"/>
                  </a:lnTo>
                  <a:lnTo>
                    <a:pt x="421640" y="27939"/>
                  </a:lnTo>
                  <a:lnTo>
                    <a:pt x="431800" y="27939"/>
                  </a:lnTo>
                  <a:lnTo>
                    <a:pt x="433069" y="26670"/>
                  </a:lnTo>
                  <a:close/>
                </a:path>
                <a:path w="459739" h="453389">
                  <a:moveTo>
                    <a:pt x="436879" y="22860"/>
                  </a:moveTo>
                  <a:lnTo>
                    <a:pt x="426720" y="22860"/>
                  </a:lnTo>
                  <a:lnTo>
                    <a:pt x="424180" y="25400"/>
                  </a:lnTo>
                  <a:lnTo>
                    <a:pt x="434339" y="25400"/>
                  </a:lnTo>
                  <a:lnTo>
                    <a:pt x="436879" y="22860"/>
                  </a:lnTo>
                  <a:close/>
                </a:path>
                <a:path w="459739" h="453389">
                  <a:moveTo>
                    <a:pt x="439419" y="20320"/>
                  </a:moveTo>
                  <a:lnTo>
                    <a:pt x="429260" y="20320"/>
                  </a:lnTo>
                  <a:lnTo>
                    <a:pt x="427990" y="21589"/>
                  </a:lnTo>
                  <a:lnTo>
                    <a:pt x="438150" y="21589"/>
                  </a:lnTo>
                  <a:lnTo>
                    <a:pt x="439419" y="20320"/>
                  </a:lnTo>
                  <a:close/>
                </a:path>
                <a:path w="459739" h="453389">
                  <a:moveTo>
                    <a:pt x="443229" y="16510"/>
                  </a:moveTo>
                  <a:lnTo>
                    <a:pt x="433070" y="16510"/>
                  </a:lnTo>
                  <a:lnTo>
                    <a:pt x="430530" y="19050"/>
                  </a:lnTo>
                  <a:lnTo>
                    <a:pt x="440689" y="19050"/>
                  </a:lnTo>
                  <a:lnTo>
                    <a:pt x="443229" y="16510"/>
                  </a:lnTo>
                  <a:close/>
                </a:path>
                <a:path w="459739" h="453389">
                  <a:moveTo>
                    <a:pt x="445769" y="13970"/>
                  </a:moveTo>
                  <a:lnTo>
                    <a:pt x="435610" y="13970"/>
                  </a:lnTo>
                  <a:lnTo>
                    <a:pt x="434340" y="15239"/>
                  </a:lnTo>
                  <a:lnTo>
                    <a:pt x="444500" y="15239"/>
                  </a:lnTo>
                  <a:lnTo>
                    <a:pt x="445769" y="13970"/>
                  </a:lnTo>
                  <a:close/>
                </a:path>
                <a:path w="459739" h="453389">
                  <a:moveTo>
                    <a:pt x="449579" y="10160"/>
                  </a:moveTo>
                  <a:lnTo>
                    <a:pt x="439420" y="10160"/>
                  </a:lnTo>
                  <a:lnTo>
                    <a:pt x="436880" y="12700"/>
                  </a:lnTo>
                  <a:lnTo>
                    <a:pt x="447039" y="12700"/>
                  </a:lnTo>
                  <a:lnTo>
                    <a:pt x="449579" y="10160"/>
                  </a:lnTo>
                  <a:close/>
                </a:path>
                <a:path w="459739" h="453389">
                  <a:moveTo>
                    <a:pt x="452119" y="7620"/>
                  </a:moveTo>
                  <a:lnTo>
                    <a:pt x="441960" y="7620"/>
                  </a:lnTo>
                  <a:lnTo>
                    <a:pt x="440690" y="8889"/>
                  </a:lnTo>
                  <a:lnTo>
                    <a:pt x="450850" y="8889"/>
                  </a:lnTo>
                  <a:lnTo>
                    <a:pt x="452119" y="7620"/>
                  </a:lnTo>
                  <a:close/>
                </a:path>
                <a:path w="459739" h="453389">
                  <a:moveTo>
                    <a:pt x="455929" y="3810"/>
                  </a:moveTo>
                  <a:lnTo>
                    <a:pt x="445770" y="3810"/>
                  </a:lnTo>
                  <a:lnTo>
                    <a:pt x="443230" y="6350"/>
                  </a:lnTo>
                  <a:lnTo>
                    <a:pt x="453389" y="6350"/>
                  </a:lnTo>
                  <a:lnTo>
                    <a:pt x="455929" y="3810"/>
                  </a:lnTo>
                  <a:close/>
                </a:path>
                <a:path w="459739" h="453389">
                  <a:moveTo>
                    <a:pt x="459739" y="0"/>
                  </a:moveTo>
                  <a:lnTo>
                    <a:pt x="455929" y="0"/>
                  </a:lnTo>
                  <a:lnTo>
                    <a:pt x="455929" y="1270"/>
                  </a:lnTo>
                  <a:lnTo>
                    <a:pt x="448310" y="1270"/>
                  </a:lnTo>
                  <a:lnTo>
                    <a:pt x="447040" y="2539"/>
                  </a:lnTo>
                  <a:lnTo>
                    <a:pt x="457200" y="2539"/>
                  </a:lnTo>
                  <a:lnTo>
                    <a:pt x="459739" y="0"/>
                  </a:lnTo>
                  <a:close/>
                </a:path>
                <a:path w="459739" h="453389">
                  <a:moveTo>
                    <a:pt x="271779" y="187960"/>
                  </a:moveTo>
                  <a:lnTo>
                    <a:pt x="261619" y="187960"/>
                  </a:lnTo>
                  <a:lnTo>
                    <a:pt x="236220" y="213360"/>
                  </a:lnTo>
                  <a:lnTo>
                    <a:pt x="246379" y="213360"/>
                  </a:lnTo>
                  <a:lnTo>
                    <a:pt x="271779" y="187960"/>
                  </a:lnTo>
                  <a:close/>
                </a:path>
                <a:path w="459739" h="453389">
                  <a:moveTo>
                    <a:pt x="246379" y="213360"/>
                  </a:moveTo>
                  <a:lnTo>
                    <a:pt x="236219" y="213360"/>
                  </a:lnTo>
                  <a:lnTo>
                    <a:pt x="185420" y="264160"/>
                  </a:lnTo>
                  <a:lnTo>
                    <a:pt x="195579" y="264160"/>
                  </a:lnTo>
                  <a:lnTo>
                    <a:pt x="246379" y="213360"/>
                  </a:lnTo>
                  <a:close/>
                </a:path>
                <a:path w="459739" h="453389">
                  <a:moveTo>
                    <a:pt x="7619" y="452120"/>
                  </a:moveTo>
                  <a:lnTo>
                    <a:pt x="6350" y="452120"/>
                  </a:lnTo>
                  <a:lnTo>
                    <a:pt x="6350" y="453389"/>
                  </a:lnTo>
                  <a:lnTo>
                    <a:pt x="7619" y="452120"/>
                  </a:lnTo>
                  <a:close/>
                </a:path>
                <a:path w="459739" h="453389">
                  <a:moveTo>
                    <a:pt x="11429" y="448310"/>
                  </a:moveTo>
                  <a:lnTo>
                    <a:pt x="1270" y="448310"/>
                  </a:lnTo>
                  <a:lnTo>
                    <a:pt x="0" y="449580"/>
                  </a:lnTo>
                  <a:lnTo>
                    <a:pt x="0" y="452120"/>
                  </a:lnTo>
                  <a:lnTo>
                    <a:pt x="2539" y="452120"/>
                  </a:lnTo>
                  <a:lnTo>
                    <a:pt x="2539" y="450850"/>
                  </a:lnTo>
                  <a:lnTo>
                    <a:pt x="8889" y="450850"/>
                  </a:lnTo>
                  <a:lnTo>
                    <a:pt x="11429" y="448310"/>
                  </a:lnTo>
                  <a:close/>
                </a:path>
                <a:path w="459739" h="453389">
                  <a:moveTo>
                    <a:pt x="13969" y="445770"/>
                  </a:moveTo>
                  <a:lnTo>
                    <a:pt x="3810" y="445770"/>
                  </a:lnTo>
                  <a:lnTo>
                    <a:pt x="2539" y="447040"/>
                  </a:lnTo>
                  <a:lnTo>
                    <a:pt x="12699" y="447040"/>
                  </a:lnTo>
                  <a:lnTo>
                    <a:pt x="13969" y="445770"/>
                  </a:lnTo>
                  <a:close/>
                </a:path>
                <a:path w="459739" h="453389">
                  <a:moveTo>
                    <a:pt x="17779" y="441960"/>
                  </a:moveTo>
                  <a:lnTo>
                    <a:pt x="7620" y="441960"/>
                  </a:lnTo>
                  <a:lnTo>
                    <a:pt x="5079" y="444500"/>
                  </a:lnTo>
                  <a:lnTo>
                    <a:pt x="15239" y="444500"/>
                  </a:lnTo>
                  <a:lnTo>
                    <a:pt x="17779" y="441960"/>
                  </a:lnTo>
                  <a:close/>
                </a:path>
                <a:path w="459739" h="453389">
                  <a:moveTo>
                    <a:pt x="20319" y="439420"/>
                  </a:moveTo>
                  <a:lnTo>
                    <a:pt x="10160" y="439420"/>
                  </a:lnTo>
                  <a:lnTo>
                    <a:pt x="8889" y="440690"/>
                  </a:lnTo>
                  <a:lnTo>
                    <a:pt x="19049" y="440690"/>
                  </a:lnTo>
                  <a:lnTo>
                    <a:pt x="20319" y="439420"/>
                  </a:lnTo>
                  <a:close/>
                </a:path>
                <a:path w="459739" h="453389">
                  <a:moveTo>
                    <a:pt x="24129" y="435610"/>
                  </a:moveTo>
                  <a:lnTo>
                    <a:pt x="13970" y="435610"/>
                  </a:lnTo>
                  <a:lnTo>
                    <a:pt x="11429" y="438150"/>
                  </a:lnTo>
                  <a:lnTo>
                    <a:pt x="21589" y="438150"/>
                  </a:lnTo>
                  <a:lnTo>
                    <a:pt x="24129" y="435610"/>
                  </a:lnTo>
                  <a:close/>
                </a:path>
                <a:path w="459739" h="453389">
                  <a:moveTo>
                    <a:pt x="26669" y="433070"/>
                  </a:moveTo>
                  <a:lnTo>
                    <a:pt x="16510" y="433070"/>
                  </a:lnTo>
                  <a:lnTo>
                    <a:pt x="15239" y="434340"/>
                  </a:lnTo>
                  <a:lnTo>
                    <a:pt x="25399" y="434340"/>
                  </a:lnTo>
                  <a:lnTo>
                    <a:pt x="26669" y="433070"/>
                  </a:lnTo>
                  <a:close/>
                </a:path>
                <a:path w="459739" h="453389">
                  <a:moveTo>
                    <a:pt x="30479" y="429260"/>
                  </a:moveTo>
                  <a:lnTo>
                    <a:pt x="20320" y="429260"/>
                  </a:lnTo>
                  <a:lnTo>
                    <a:pt x="17779" y="431800"/>
                  </a:lnTo>
                  <a:lnTo>
                    <a:pt x="27939" y="431800"/>
                  </a:lnTo>
                  <a:lnTo>
                    <a:pt x="30479" y="429260"/>
                  </a:lnTo>
                  <a:close/>
                </a:path>
                <a:path w="459739" h="453389">
                  <a:moveTo>
                    <a:pt x="33019" y="426720"/>
                  </a:moveTo>
                  <a:lnTo>
                    <a:pt x="22860" y="426720"/>
                  </a:lnTo>
                  <a:lnTo>
                    <a:pt x="21589" y="427990"/>
                  </a:lnTo>
                  <a:lnTo>
                    <a:pt x="31749" y="427990"/>
                  </a:lnTo>
                  <a:lnTo>
                    <a:pt x="33019" y="426720"/>
                  </a:lnTo>
                  <a:close/>
                </a:path>
                <a:path w="459739" h="453389">
                  <a:moveTo>
                    <a:pt x="36829" y="422910"/>
                  </a:moveTo>
                  <a:lnTo>
                    <a:pt x="26670" y="422910"/>
                  </a:lnTo>
                  <a:lnTo>
                    <a:pt x="24129" y="425450"/>
                  </a:lnTo>
                  <a:lnTo>
                    <a:pt x="34289" y="425450"/>
                  </a:lnTo>
                  <a:lnTo>
                    <a:pt x="36829" y="422910"/>
                  </a:lnTo>
                  <a:close/>
                </a:path>
                <a:path w="459739" h="453389">
                  <a:moveTo>
                    <a:pt x="39369" y="420370"/>
                  </a:moveTo>
                  <a:lnTo>
                    <a:pt x="29210" y="420370"/>
                  </a:lnTo>
                  <a:lnTo>
                    <a:pt x="27939" y="421640"/>
                  </a:lnTo>
                  <a:lnTo>
                    <a:pt x="38099" y="421640"/>
                  </a:lnTo>
                  <a:lnTo>
                    <a:pt x="39369" y="420370"/>
                  </a:lnTo>
                  <a:close/>
                </a:path>
                <a:path w="459739" h="453389">
                  <a:moveTo>
                    <a:pt x="43179" y="416560"/>
                  </a:moveTo>
                  <a:lnTo>
                    <a:pt x="33020" y="416560"/>
                  </a:lnTo>
                  <a:lnTo>
                    <a:pt x="30479" y="419100"/>
                  </a:lnTo>
                  <a:lnTo>
                    <a:pt x="40639" y="419100"/>
                  </a:lnTo>
                  <a:lnTo>
                    <a:pt x="43179" y="416560"/>
                  </a:lnTo>
                  <a:close/>
                </a:path>
                <a:path w="459739" h="453389">
                  <a:moveTo>
                    <a:pt x="45719" y="414020"/>
                  </a:moveTo>
                  <a:lnTo>
                    <a:pt x="35560" y="414020"/>
                  </a:lnTo>
                  <a:lnTo>
                    <a:pt x="34289" y="415290"/>
                  </a:lnTo>
                  <a:lnTo>
                    <a:pt x="44449" y="415290"/>
                  </a:lnTo>
                  <a:lnTo>
                    <a:pt x="45719" y="414020"/>
                  </a:lnTo>
                  <a:close/>
                </a:path>
                <a:path w="459739" h="453389">
                  <a:moveTo>
                    <a:pt x="49529" y="410210"/>
                  </a:moveTo>
                  <a:lnTo>
                    <a:pt x="39370" y="410210"/>
                  </a:lnTo>
                  <a:lnTo>
                    <a:pt x="36829" y="412750"/>
                  </a:lnTo>
                  <a:lnTo>
                    <a:pt x="46989" y="412750"/>
                  </a:lnTo>
                  <a:lnTo>
                    <a:pt x="49529" y="410210"/>
                  </a:lnTo>
                  <a:close/>
                </a:path>
                <a:path w="459739" h="453389">
                  <a:moveTo>
                    <a:pt x="52069" y="407670"/>
                  </a:moveTo>
                  <a:lnTo>
                    <a:pt x="41910" y="407670"/>
                  </a:lnTo>
                  <a:lnTo>
                    <a:pt x="40639" y="408940"/>
                  </a:lnTo>
                  <a:lnTo>
                    <a:pt x="50799" y="408940"/>
                  </a:lnTo>
                  <a:lnTo>
                    <a:pt x="52069" y="407670"/>
                  </a:lnTo>
                  <a:close/>
                </a:path>
                <a:path w="459739" h="453389">
                  <a:moveTo>
                    <a:pt x="55879" y="403860"/>
                  </a:moveTo>
                  <a:lnTo>
                    <a:pt x="45720" y="403860"/>
                  </a:lnTo>
                  <a:lnTo>
                    <a:pt x="43179" y="406400"/>
                  </a:lnTo>
                  <a:lnTo>
                    <a:pt x="53339" y="406400"/>
                  </a:lnTo>
                  <a:lnTo>
                    <a:pt x="55879" y="403860"/>
                  </a:lnTo>
                  <a:close/>
                </a:path>
                <a:path w="459739" h="453389">
                  <a:moveTo>
                    <a:pt x="58419" y="401320"/>
                  </a:moveTo>
                  <a:lnTo>
                    <a:pt x="48260" y="401320"/>
                  </a:lnTo>
                  <a:lnTo>
                    <a:pt x="46989" y="402590"/>
                  </a:lnTo>
                  <a:lnTo>
                    <a:pt x="57149" y="402590"/>
                  </a:lnTo>
                  <a:lnTo>
                    <a:pt x="58419" y="401320"/>
                  </a:lnTo>
                  <a:close/>
                </a:path>
                <a:path w="459739" h="453389">
                  <a:moveTo>
                    <a:pt x="62229" y="397510"/>
                  </a:moveTo>
                  <a:lnTo>
                    <a:pt x="52070" y="397510"/>
                  </a:lnTo>
                  <a:lnTo>
                    <a:pt x="49529" y="400050"/>
                  </a:lnTo>
                  <a:lnTo>
                    <a:pt x="59689" y="400050"/>
                  </a:lnTo>
                  <a:lnTo>
                    <a:pt x="62229" y="397510"/>
                  </a:lnTo>
                  <a:close/>
                </a:path>
                <a:path w="459739" h="453389">
                  <a:moveTo>
                    <a:pt x="64769" y="394970"/>
                  </a:moveTo>
                  <a:lnTo>
                    <a:pt x="54610" y="394970"/>
                  </a:lnTo>
                  <a:lnTo>
                    <a:pt x="53339" y="396240"/>
                  </a:lnTo>
                  <a:lnTo>
                    <a:pt x="63499" y="396240"/>
                  </a:lnTo>
                  <a:lnTo>
                    <a:pt x="64769" y="394970"/>
                  </a:lnTo>
                  <a:close/>
                </a:path>
                <a:path w="459739" h="453389">
                  <a:moveTo>
                    <a:pt x="68579" y="391160"/>
                  </a:moveTo>
                  <a:lnTo>
                    <a:pt x="58420" y="391160"/>
                  </a:lnTo>
                  <a:lnTo>
                    <a:pt x="55879" y="393700"/>
                  </a:lnTo>
                  <a:lnTo>
                    <a:pt x="66039" y="393700"/>
                  </a:lnTo>
                  <a:lnTo>
                    <a:pt x="68579" y="391160"/>
                  </a:lnTo>
                  <a:close/>
                </a:path>
                <a:path w="459739" h="453389">
                  <a:moveTo>
                    <a:pt x="71119" y="388620"/>
                  </a:moveTo>
                  <a:lnTo>
                    <a:pt x="60960" y="388620"/>
                  </a:lnTo>
                  <a:lnTo>
                    <a:pt x="59689" y="389890"/>
                  </a:lnTo>
                  <a:lnTo>
                    <a:pt x="69849" y="389890"/>
                  </a:lnTo>
                  <a:lnTo>
                    <a:pt x="71119" y="388620"/>
                  </a:lnTo>
                  <a:close/>
                </a:path>
                <a:path w="459739" h="453389">
                  <a:moveTo>
                    <a:pt x="74929" y="384810"/>
                  </a:moveTo>
                  <a:lnTo>
                    <a:pt x="64770" y="384810"/>
                  </a:lnTo>
                  <a:lnTo>
                    <a:pt x="62229" y="387350"/>
                  </a:lnTo>
                  <a:lnTo>
                    <a:pt x="72389" y="387350"/>
                  </a:lnTo>
                  <a:lnTo>
                    <a:pt x="74929" y="384810"/>
                  </a:lnTo>
                  <a:close/>
                </a:path>
                <a:path w="459739" h="453389">
                  <a:moveTo>
                    <a:pt x="77469" y="382270"/>
                  </a:moveTo>
                  <a:lnTo>
                    <a:pt x="67310" y="382270"/>
                  </a:lnTo>
                  <a:lnTo>
                    <a:pt x="66039" y="383540"/>
                  </a:lnTo>
                  <a:lnTo>
                    <a:pt x="76199" y="383540"/>
                  </a:lnTo>
                  <a:lnTo>
                    <a:pt x="77469" y="382270"/>
                  </a:lnTo>
                  <a:close/>
                </a:path>
                <a:path w="459739" h="453389">
                  <a:moveTo>
                    <a:pt x="81279" y="378460"/>
                  </a:moveTo>
                  <a:lnTo>
                    <a:pt x="71120" y="378460"/>
                  </a:lnTo>
                  <a:lnTo>
                    <a:pt x="68579" y="381000"/>
                  </a:lnTo>
                  <a:lnTo>
                    <a:pt x="78739" y="381000"/>
                  </a:lnTo>
                  <a:lnTo>
                    <a:pt x="81279" y="378460"/>
                  </a:lnTo>
                  <a:close/>
                </a:path>
                <a:path w="459739" h="453389">
                  <a:moveTo>
                    <a:pt x="83819" y="375920"/>
                  </a:moveTo>
                  <a:lnTo>
                    <a:pt x="73660" y="375920"/>
                  </a:lnTo>
                  <a:lnTo>
                    <a:pt x="72389" y="377190"/>
                  </a:lnTo>
                  <a:lnTo>
                    <a:pt x="82549" y="377190"/>
                  </a:lnTo>
                  <a:lnTo>
                    <a:pt x="83819" y="375920"/>
                  </a:lnTo>
                  <a:close/>
                </a:path>
                <a:path w="459739" h="453389">
                  <a:moveTo>
                    <a:pt x="87629" y="372110"/>
                  </a:moveTo>
                  <a:lnTo>
                    <a:pt x="77470" y="372110"/>
                  </a:lnTo>
                  <a:lnTo>
                    <a:pt x="74929" y="374650"/>
                  </a:lnTo>
                  <a:lnTo>
                    <a:pt x="85089" y="374650"/>
                  </a:lnTo>
                  <a:lnTo>
                    <a:pt x="87629" y="372110"/>
                  </a:lnTo>
                  <a:close/>
                </a:path>
                <a:path w="459739" h="453389">
                  <a:moveTo>
                    <a:pt x="90169" y="369570"/>
                  </a:moveTo>
                  <a:lnTo>
                    <a:pt x="80010" y="369570"/>
                  </a:lnTo>
                  <a:lnTo>
                    <a:pt x="78739" y="370840"/>
                  </a:lnTo>
                  <a:lnTo>
                    <a:pt x="88899" y="370840"/>
                  </a:lnTo>
                  <a:lnTo>
                    <a:pt x="90169" y="369570"/>
                  </a:lnTo>
                  <a:close/>
                </a:path>
                <a:path w="459739" h="453389">
                  <a:moveTo>
                    <a:pt x="93979" y="365760"/>
                  </a:moveTo>
                  <a:lnTo>
                    <a:pt x="83820" y="365760"/>
                  </a:lnTo>
                  <a:lnTo>
                    <a:pt x="81279" y="368300"/>
                  </a:lnTo>
                  <a:lnTo>
                    <a:pt x="91439" y="368300"/>
                  </a:lnTo>
                  <a:lnTo>
                    <a:pt x="93979" y="365760"/>
                  </a:lnTo>
                  <a:close/>
                </a:path>
                <a:path w="459739" h="453389">
                  <a:moveTo>
                    <a:pt x="96519" y="363220"/>
                  </a:moveTo>
                  <a:lnTo>
                    <a:pt x="86360" y="363220"/>
                  </a:lnTo>
                  <a:lnTo>
                    <a:pt x="85089" y="364490"/>
                  </a:lnTo>
                  <a:lnTo>
                    <a:pt x="95249" y="364490"/>
                  </a:lnTo>
                  <a:lnTo>
                    <a:pt x="96519" y="363220"/>
                  </a:lnTo>
                  <a:close/>
                </a:path>
                <a:path w="459739" h="453389">
                  <a:moveTo>
                    <a:pt x="100329" y="359410"/>
                  </a:moveTo>
                  <a:lnTo>
                    <a:pt x="90170" y="359410"/>
                  </a:lnTo>
                  <a:lnTo>
                    <a:pt x="87629" y="361950"/>
                  </a:lnTo>
                  <a:lnTo>
                    <a:pt x="97789" y="361950"/>
                  </a:lnTo>
                  <a:lnTo>
                    <a:pt x="100329" y="359410"/>
                  </a:lnTo>
                  <a:close/>
                </a:path>
                <a:path w="459739" h="453389">
                  <a:moveTo>
                    <a:pt x="102869" y="356870"/>
                  </a:moveTo>
                  <a:lnTo>
                    <a:pt x="92710" y="356870"/>
                  </a:lnTo>
                  <a:lnTo>
                    <a:pt x="91439" y="358140"/>
                  </a:lnTo>
                  <a:lnTo>
                    <a:pt x="101599" y="358140"/>
                  </a:lnTo>
                  <a:lnTo>
                    <a:pt x="102869" y="356870"/>
                  </a:lnTo>
                  <a:close/>
                </a:path>
                <a:path w="459739" h="453389">
                  <a:moveTo>
                    <a:pt x="106679" y="353060"/>
                  </a:moveTo>
                  <a:lnTo>
                    <a:pt x="96520" y="353060"/>
                  </a:lnTo>
                  <a:lnTo>
                    <a:pt x="93979" y="355600"/>
                  </a:lnTo>
                  <a:lnTo>
                    <a:pt x="104139" y="355600"/>
                  </a:lnTo>
                  <a:lnTo>
                    <a:pt x="106679" y="353060"/>
                  </a:lnTo>
                  <a:close/>
                </a:path>
                <a:path w="459739" h="453389">
                  <a:moveTo>
                    <a:pt x="109219" y="350520"/>
                  </a:moveTo>
                  <a:lnTo>
                    <a:pt x="99060" y="350520"/>
                  </a:lnTo>
                  <a:lnTo>
                    <a:pt x="97789" y="351790"/>
                  </a:lnTo>
                  <a:lnTo>
                    <a:pt x="107949" y="351790"/>
                  </a:lnTo>
                  <a:lnTo>
                    <a:pt x="109219" y="350520"/>
                  </a:lnTo>
                  <a:close/>
                </a:path>
                <a:path w="459739" h="453389">
                  <a:moveTo>
                    <a:pt x="113029" y="346710"/>
                  </a:moveTo>
                  <a:lnTo>
                    <a:pt x="102870" y="346710"/>
                  </a:lnTo>
                  <a:lnTo>
                    <a:pt x="100329" y="349250"/>
                  </a:lnTo>
                  <a:lnTo>
                    <a:pt x="110489" y="349250"/>
                  </a:lnTo>
                  <a:lnTo>
                    <a:pt x="113029" y="346710"/>
                  </a:lnTo>
                  <a:close/>
                </a:path>
                <a:path w="459739" h="453389">
                  <a:moveTo>
                    <a:pt x="115569" y="344170"/>
                  </a:moveTo>
                  <a:lnTo>
                    <a:pt x="105410" y="344170"/>
                  </a:lnTo>
                  <a:lnTo>
                    <a:pt x="104139" y="345440"/>
                  </a:lnTo>
                  <a:lnTo>
                    <a:pt x="114299" y="345440"/>
                  </a:lnTo>
                  <a:lnTo>
                    <a:pt x="115569" y="344170"/>
                  </a:lnTo>
                  <a:close/>
                </a:path>
                <a:path w="459739" h="453389">
                  <a:moveTo>
                    <a:pt x="128269" y="331470"/>
                  </a:moveTo>
                  <a:lnTo>
                    <a:pt x="118110" y="331470"/>
                  </a:lnTo>
                  <a:lnTo>
                    <a:pt x="106679" y="342900"/>
                  </a:lnTo>
                  <a:lnTo>
                    <a:pt x="116839" y="342900"/>
                  </a:lnTo>
                  <a:lnTo>
                    <a:pt x="128269" y="331470"/>
                  </a:lnTo>
                  <a:close/>
                </a:path>
                <a:path w="459739" h="453389">
                  <a:moveTo>
                    <a:pt x="140969" y="318770"/>
                  </a:moveTo>
                  <a:lnTo>
                    <a:pt x="130810" y="318770"/>
                  </a:lnTo>
                  <a:lnTo>
                    <a:pt x="119379" y="330200"/>
                  </a:lnTo>
                  <a:lnTo>
                    <a:pt x="129539" y="330200"/>
                  </a:lnTo>
                  <a:lnTo>
                    <a:pt x="140969" y="318770"/>
                  </a:lnTo>
                  <a:close/>
                </a:path>
                <a:path w="459739" h="453389">
                  <a:moveTo>
                    <a:pt x="144779" y="314960"/>
                  </a:moveTo>
                  <a:lnTo>
                    <a:pt x="134620" y="314960"/>
                  </a:lnTo>
                  <a:lnTo>
                    <a:pt x="132079" y="317500"/>
                  </a:lnTo>
                  <a:lnTo>
                    <a:pt x="142239" y="317500"/>
                  </a:lnTo>
                  <a:lnTo>
                    <a:pt x="144779" y="314960"/>
                  </a:lnTo>
                  <a:close/>
                </a:path>
                <a:path w="459739" h="453389">
                  <a:moveTo>
                    <a:pt x="147319" y="312420"/>
                  </a:moveTo>
                  <a:lnTo>
                    <a:pt x="137160" y="312420"/>
                  </a:lnTo>
                  <a:lnTo>
                    <a:pt x="135889" y="313690"/>
                  </a:lnTo>
                  <a:lnTo>
                    <a:pt x="146049" y="313690"/>
                  </a:lnTo>
                  <a:lnTo>
                    <a:pt x="147319" y="312420"/>
                  </a:lnTo>
                  <a:close/>
                </a:path>
                <a:path w="459739" h="453389">
                  <a:moveTo>
                    <a:pt x="151129" y="308610"/>
                  </a:moveTo>
                  <a:lnTo>
                    <a:pt x="140970" y="308610"/>
                  </a:lnTo>
                  <a:lnTo>
                    <a:pt x="138429" y="311150"/>
                  </a:lnTo>
                  <a:lnTo>
                    <a:pt x="148589" y="311150"/>
                  </a:lnTo>
                  <a:lnTo>
                    <a:pt x="151129" y="308610"/>
                  </a:lnTo>
                  <a:close/>
                </a:path>
                <a:path w="459739" h="453389">
                  <a:moveTo>
                    <a:pt x="163829" y="295910"/>
                  </a:moveTo>
                  <a:lnTo>
                    <a:pt x="153670" y="295910"/>
                  </a:lnTo>
                  <a:lnTo>
                    <a:pt x="142239" y="307340"/>
                  </a:lnTo>
                  <a:lnTo>
                    <a:pt x="152399" y="307340"/>
                  </a:lnTo>
                  <a:lnTo>
                    <a:pt x="163829" y="295910"/>
                  </a:lnTo>
                  <a:close/>
                </a:path>
                <a:path w="459739" h="453389">
                  <a:moveTo>
                    <a:pt x="172719" y="287020"/>
                  </a:moveTo>
                  <a:lnTo>
                    <a:pt x="162560" y="287020"/>
                  </a:lnTo>
                  <a:lnTo>
                    <a:pt x="154939" y="294640"/>
                  </a:lnTo>
                  <a:lnTo>
                    <a:pt x="165099" y="294640"/>
                  </a:lnTo>
                  <a:lnTo>
                    <a:pt x="172719" y="287020"/>
                  </a:lnTo>
                  <a:close/>
                </a:path>
                <a:path w="459739" h="453389">
                  <a:moveTo>
                    <a:pt x="189229" y="270510"/>
                  </a:moveTo>
                  <a:lnTo>
                    <a:pt x="179070" y="270510"/>
                  </a:lnTo>
                  <a:lnTo>
                    <a:pt x="163829" y="285750"/>
                  </a:lnTo>
                  <a:lnTo>
                    <a:pt x="173989" y="285750"/>
                  </a:lnTo>
                  <a:lnTo>
                    <a:pt x="189229" y="270510"/>
                  </a:lnTo>
                  <a:close/>
                </a:path>
                <a:path w="459739" h="453389">
                  <a:moveTo>
                    <a:pt x="194309" y="265430"/>
                  </a:moveTo>
                  <a:lnTo>
                    <a:pt x="184150" y="265430"/>
                  </a:lnTo>
                  <a:lnTo>
                    <a:pt x="180339" y="269240"/>
                  </a:lnTo>
                  <a:lnTo>
                    <a:pt x="190499" y="269240"/>
                  </a:lnTo>
                  <a:lnTo>
                    <a:pt x="194309" y="265430"/>
                  </a:lnTo>
                  <a:close/>
                </a:path>
              </a:pathLst>
            </a:custGeom>
            <a:solidFill>
              <a:srgbClr val="8C4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38">
              <a:extLst>
                <a:ext uri="{FF2B5EF4-FFF2-40B4-BE49-F238E27FC236}">
                  <a16:creationId xmlns:a16="http://schemas.microsoft.com/office/drawing/2014/main" id="{6DE48131-335F-4DD8-162E-3D838EBE6829}"/>
                </a:ext>
              </a:extLst>
            </p:cNvPr>
            <p:cNvSpPr/>
            <p:nvPr/>
          </p:nvSpPr>
          <p:spPr>
            <a:xfrm>
              <a:off x="2632710" y="2592069"/>
              <a:ext cx="459740" cy="455930"/>
            </a:xfrm>
            <a:custGeom>
              <a:avLst/>
              <a:gdLst/>
              <a:ahLst/>
              <a:cxnLst/>
              <a:rect l="l" t="t" r="r" b="b"/>
              <a:pathLst>
                <a:path w="459739" h="455930">
                  <a:moveTo>
                    <a:pt x="281940" y="181610"/>
                  </a:moveTo>
                  <a:lnTo>
                    <a:pt x="271779" y="181610"/>
                  </a:lnTo>
                  <a:lnTo>
                    <a:pt x="265429" y="187960"/>
                  </a:lnTo>
                  <a:lnTo>
                    <a:pt x="275590" y="187960"/>
                  </a:lnTo>
                  <a:lnTo>
                    <a:pt x="281940" y="181610"/>
                  </a:lnTo>
                  <a:close/>
                </a:path>
                <a:path w="459739" h="455930">
                  <a:moveTo>
                    <a:pt x="284480" y="179070"/>
                  </a:moveTo>
                  <a:lnTo>
                    <a:pt x="274319" y="179070"/>
                  </a:lnTo>
                  <a:lnTo>
                    <a:pt x="273050" y="180339"/>
                  </a:lnTo>
                  <a:lnTo>
                    <a:pt x="283210" y="180339"/>
                  </a:lnTo>
                  <a:lnTo>
                    <a:pt x="284480" y="179070"/>
                  </a:lnTo>
                  <a:close/>
                </a:path>
                <a:path w="459739" h="455930">
                  <a:moveTo>
                    <a:pt x="288290" y="175260"/>
                  </a:moveTo>
                  <a:lnTo>
                    <a:pt x="278129" y="175260"/>
                  </a:lnTo>
                  <a:lnTo>
                    <a:pt x="275589" y="177800"/>
                  </a:lnTo>
                  <a:lnTo>
                    <a:pt x="285750" y="177800"/>
                  </a:lnTo>
                  <a:lnTo>
                    <a:pt x="288290" y="175260"/>
                  </a:lnTo>
                  <a:close/>
                </a:path>
                <a:path w="459739" h="455930">
                  <a:moveTo>
                    <a:pt x="290830" y="172720"/>
                  </a:moveTo>
                  <a:lnTo>
                    <a:pt x="280669" y="172720"/>
                  </a:lnTo>
                  <a:lnTo>
                    <a:pt x="279400" y="173989"/>
                  </a:lnTo>
                  <a:lnTo>
                    <a:pt x="289560" y="173989"/>
                  </a:lnTo>
                  <a:lnTo>
                    <a:pt x="290830" y="172720"/>
                  </a:lnTo>
                  <a:close/>
                </a:path>
                <a:path w="459739" h="455930">
                  <a:moveTo>
                    <a:pt x="294640" y="168910"/>
                  </a:moveTo>
                  <a:lnTo>
                    <a:pt x="284479" y="168910"/>
                  </a:lnTo>
                  <a:lnTo>
                    <a:pt x="281939" y="171450"/>
                  </a:lnTo>
                  <a:lnTo>
                    <a:pt x="292100" y="171450"/>
                  </a:lnTo>
                  <a:lnTo>
                    <a:pt x="294640" y="168910"/>
                  </a:lnTo>
                  <a:close/>
                </a:path>
                <a:path w="459739" h="455930">
                  <a:moveTo>
                    <a:pt x="297180" y="166370"/>
                  </a:moveTo>
                  <a:lnTo>
                    <a:pt x="287019" y="166370"/>
                  </a:lnTo>
                  <a:lnTo>
                    <a:pt x="285750" y="167639"/>
                  </a:lnTo>
                  <a:lnTo>
                    <a:pt x="295910" y="167639"/>
                  </a:lnTo>
                  <a:lnTo>
                    <a:pt x="297180" y="166370"/>
                  </a:lnTo>
                  <a:close/>
                </a:path>
                <a:path w="459739" h="455930">
                  <a:moveTo>
                    <a:pt x="309880" y="153670"/>
                  </a:moveTo>
                  <a:lnTo>
                    <a:pt x="299719" y="153670"/>
                  </a:lnTo>
                  <a:lnTo>
                    <a:pt x="288289" y="165100"/>
                  </a:lnTo>
                  <a:lnTo>
                    <a:pt x="298450" y="165100"/>
                  </a:lnTo>
                  <a:lnTo>
                    <a:pt x="309880" y="153670"/>
                  </a:lnTo>
                  <a:close/>
                </a:path>
                <a:path w="459739" h="455930">
                  <a:moveTo>
                    <a:pt x="322580" y="140970"/>
                  </a:moveTo>
                  <a:lnTo>
                    <a:pt x="312419" y="140970"/>
                  </a:lnTo>
                  <a:lnTo>
                    <a:pt x="300989" y="152400"/>
                  </a:lnTo>
                  <a:lnTo>
                    <a:pt x="311150" y="152400"/>
                  </a:lnTo>
                  <a:lnTo>
                    <a:pt x="322580" y="140970"/>
                  </a:lnTo>
                  <a:close/>
                </a:path>
                <a:path w="459739" h="455930">
                  <a:moveTo>
                    <a:pt x="326390" y="137160"/>
                  </a:moveTo>
                  <a:lnTo>
                    <a:pt x="316229" y="137160"/>
                  </a:lnTo>
                  <a:lnTo>
                    <a:pt x="313689" y="139700"/>
                  </a:lnTo>
                  <a:lnTo>
                    <a:pt x="323850" y="139700"/>
                  </a:lnTo>
                  <a:lnTo>
                    <a:pt x="326390" y="137160"/>
                  </a:lnTo>
                  <a:close/>
                </a:path>
                <a:path w="459739" h="455930">
                  <a:moveTo>
                    <a:pt x="328930" y="134620"/>
                  </a:moveTo>
                  <a:lnTo>
                    <a:pt x="318769" y="134620"/>
                  </a:lnTo>
                  <a:lnTo>
                    <a:pt x="317500" y="135889"/>
                  </a:lnTo>
                  <a:lnTo>
                    <a:pt x="327660" y="135889"/>
                  </a:lnTo>
                  <a:lnTo>
                    <a:pt x="328930" y="134620"/>
                  </a:lnTo>
                  <a:close/>
                </a:path>
                <a:path w="459739" h="455930">
                  <a:moveTo>
                    <a:pt x="332740" y="130810"/>
                  </a:moveTo>
                  <a:lnTo>
                    <a:pt x="322579" y="130810"/>
                  </a:lnTo>
                  <a:lnTo>
                    <a:pt x="320039" y="133350"/>
                  </a:lnTo>
                  <a:lnTo>
                    <a:pt x="330200" y="133350"/>
                  </a:lnTo>
                  <a:lnTo>
                    <a:pt x="332740" y="130810"/>
                  </a:lnTo>
                  <a:close/>
                </a:path>
                <a:path w="459739" h="455930">
                  <a:moveTo>
                    <a:pt x="335280" y="128270"/>
                  </a:moveTo>
                  <a:lnTo>
                    <a:pt x="325119" y="128270"/>
                  </a:lnTo>
                  <a:lnTo>
                    <a:pt x="323850" y="129539"/>
                  </a:lnTo>
                  <a:lnTo>
                    <a:pt x="334010" y="129539"/>
                  </a:lnTo>
                  <a:lnTo>
                    <a:pt x="335280" y="128270"/>
                  </a:lnTo>
                  <a:close/>
                </a:path>
                <a:path w="459739" h="455930">
                  <a:moveTo>
                    <a:pt x="339090" y="124460"/>
                  </a:moveTo>
                  <a:lnTo>
                    <a:pt x="328929" y="124460"/>
                  </a:lnTo>
                  <a:lnTo>
                    <a:pt x="326389" y="127000"/>
                  </a:lnTo>
                  <a:lnTo>
                    <a:pt x="336550" y="127000"/>
                  </a:lnTo>
                  <a:lnTo>
                    <a:pt x="339090" y="124460"/>
                  </a:lnTo>
                  <a:close/>
                </a:path>
                <a:path w="459739" h="455930">
                  <a:moveTo>
                    <a:pt x="341630" y="121920"/>
                  </a:moveTo>
                  <a:lnTo>
                    <a:pt x="331469" y="121920"/>
                  </a:lnTo>
                  <a:lnTo>
                    <a:pt x="330200" y="123189"/>
                  </a:lnTo>
                  <a:lnTo>
                    <a:pt x="340360" y="123189"/>
                  </a:lnTo>
                  <a:lnTo>
                    <a:pt x="341630" y="121920"/>
                  </a:lnTo>
                  <a:close/>
                </a:path>
                <a:path w="459739" h="455930">
                  <a:moveTo>
                    <a:pt x="345440" y="118110"/>
                  </a:moveTo>
                  <a:lnTo>
                    <a:pt x="335279" y="118110"/>
                  </a:lnTo>
                  <a:lnTo>
                    <a:pt x="332739" y="120650"/>
                  </a:lnTo>
                  <a:lnTo>
                    <a:pt x="342900" y="120650"/>
                  </a:lnTo>
                  <a:lnTo>
                    <a:pt x="345440" y="118110"/>
                  </a:lnTo>
                  <a:close/>
                </a:path>
                <a:path w="459739" h="455930">
                  <a:moveTo>
                    <a:pt x="347980" y="115570"/>
                  </a:moveTo>
                  <a:lnTo>
                    <a:pt x="337819" y="115570"/>
                  </a:lnTo>
                  <a:lnTo>
                    <a:pt x="336550" y="116839"/>
                  </a:lnTo>
                  <a:lnTo>
                    <a:pt x="346710" y="116839"/>
                  </a:lnTo>
                  <a:lnTo>
                    <a:pt x="347980" y="115570"/>
                  </a:lnTo>
                  <a:close/>
                </a:path>
                <a:path w="459739" h="455930">
                  <a:moveTo>
                    <a:pt x="351790" y="111760"/>
                  </a:moveTo>
                  <a:lnTo>
                    <a:pt x="341629" y="111760"/>
                  </a:lnTo>
                  <a:lnTo>
                    <a:pt x="339089" y="114300"/>
                  </a:lnTo>
                  <a:lnTo>
                    <a:pt x="349250" y="114300"/>
                  </a:lnTo>
                  <a:lnTo>
                    <a:pt x="351790" y="111760"/>
                  </a:lnTo>
                  <a:close/>
                </a:path>
                <a:path w="459739" h="455930">
                  <a:moveTo>
                    <a:pt x="354330" y="109220"/>
                  </a:moveTo>
                  <a:lnTo>
                    <a:pt x="344169" y="109220"/>
                  </a:lnTo>
                  <a:lnTo>
                    <a:pt x="342900" y="110489"/>
                  </a:lnTo>
                  <a:lnTo>
                    <a:pt x="353060" y="110489"/>
                  </a:lnTo>
                  <a:lnTo>
                    <a:pt x="354330" y="109220"/>
                  </a:lnTo>
                  <a:close/>
                </a:path>
                <a:path w="459739" h="455930">
                  <a:moveTo>
                    <a:pt x="358140" y="105410"/>
                  </a:moveTo>
                  <a:lnTo>
                    <a:pt x="347979" y="105410"/>
                  </a:lnTo>
                  <a:lnTo>
                    <a:pt x="345439" y="107950"/>
                  </a:lnTo>
                  <a:lnTo>
                    <a:pt x="355600" y="107950"/>
                  </a:lnTo>
                  <a:lnTo>
                    <a:pt x="358140" y="105410"/>
                  </a:lnTo>
                  <a:close/>
                </a:path>
                <a:path w="459739" h="455930">
                  <a:moveTo>
                    <a:pt x="360680" y="102870"/>
                  </a:moveTo>
                  <a:lnTo>
                    <a:pt x="350519" y="102870"/>
                  </a:lnTo>
                  <a:lnTo>
                    <a:pt x="349250" y="104139"/>
                  </a:lnTo>
                  <a:lnTo>
                    <a:pt x="359410" y="104139"/>
                  </a:lnTo>
                  <a:lnTo>
                    <a:pt x="360680" y="102870"/>
                  </a:lnTo>
                  <a:close/>
                </a:path>
                <a:path w="459739" h="455930">
                  <a:moveTo>
                    <a:pt x="364490" y="99060"/>
                  </a:moveTo>
                  <a:lnTo>
                    <a:pt x="354329" y="99060"/>
                  </a:lnTo>
                  <a:lnTo>
                    <a:pt x="351789" y="101600"/>
                  </a:lnTo>
                  <a:lnTo>
                    <a:pt x="361950" y="101600"/>
                  </a:lnTo>
                  <a:lnTo>
                    <a:pt x="364490" y="99060"/>
                  </a:lnTo>
                  <a:close/>
                </a:path>
                <a:path w="459739" h="455930">
                  <a:moveTo>
                    <a:pt x="367030" y="96520"/>
                  </a:moveTo>
                  <a:lnTo>
                    <a:pt x="356869" y="96520"/>
                  </a:lnTo>
                  <a:lnTo>
                    <a:pt x="355600" y="97789"/>
                  </a:lnTo>
                  <a:lnTo>
                    <a:pt x="365760" y="97789"/>
                  </a:lnTo>
                  <a:lnTo>
                    <a:pt x="367030" y="96520"/>
                  </a:lnTo>
                  <a:close/>
                </a:path>
                <a:path w="459739" h="455930">
                  <a:moveTo>
                    <a:pt x="370840" y="92710"/>
                  </a:moveTo>
                  <a:lnTo>
                    <a:pt x="360679" y="92710"/>
                  </a:lnTo>
                  <a:lnTo>
                    <a:pt x="358139" y="95250"/>
                  </a:lnTo>
                  <a:lnTo>
                    <a:pt x="368300" y="95250"/>
                  </a:lnTo>
                  <a:lnTo>
                    <a:pt x="370840" y="92710"/>
                  </a:lnTo>
                  <a:close/>
                </a:path>
                <a:path w="459739" h="455930">
                  <a:moveTo>
                    <a:pt x="373380" y="90170"/>
                  </a:moveTo>
                  <a:lnTo>
                    <a:pt x="363219" y="90170"/>
                  </a:lnTo>
                  <a:lnTo>
                    <a:pt x="361950" y="91439"/>
                  </a:lnTo>
                  <a:lnTo>
                    <a:pt x="372110" y="91439"/>
                  </a:lnTo>
                  <a:lnTo>
                    <a:pt x="373380" y="90170"/>
                  </a:lnTo>
                  <a:close/>
                </a:path>
                <a:path w="459739" h="455930">
                  <a:moveTo>
                    <a:pt x="377190" y="86360"/>
                  </a:moveTo>
                  <a:lnTo>
                    <a:pt x="367029" y="86360"/>
                  </a:lnTo>
                  <a:lnTo>
                    <a:pt x="364489" y="88900"/>
                  </a:lnTo>
                  <a:lnTo>
                    <a:pt x="374650" y="88900"/>
                  </a:lnTo>
                  <a:lnTo>
                    <a:pt x="377190" y="86360"/>
                  </a:lnTo>
                  <a:close/>
                </a:path>
                <a:path w="459739" h="455930">
                  <a:moveTo>
                    <a:pt x="379730" y="83820"/>
                  </a:moveTo>
                  <a:lnTo>
                    <a:pt x="369569" y="83820"/>
                  </a:lnTo>
                  <a:lnTo>
                    <a:pt x="368300" y="85089"/>
                  </a:lnTo>
                  <a:lnTo>
                    <a:pt x="378460" y="85089"/>
                  </a:lnTo>
                  <a:lnTo>
                    <a:pt x="379730" y="83820"/>
                  </a:lnTo>
                  <a:close/>
                </a:path>
                <a:path w="459739" h="455930">
                  <a:moveTo>
                    <a:pt x="383540" y="80010"/>
                  </a:moveTo>
                  <a:lnTo>
                    <a:pt x="373379" y="80010"/>
                  </a:lnTo>
                  <a:lnTo>
                    <a:pt x="370839" y="82550"/>
                  </a:lnTo>
                  <a:lnTo>
                    <a:pt x="381000" y="82550"/>
                  </a:lnTo>
                  <a:lnTo>
                    <a:pt x="383540" y="80010"/>
                  </a:lnTo>
                  <a:close/>
                </a:path>
                <a:path w="459739" h="455930">
                  <a:moveTo>
                    <a:pt x="386080" y="77470"/>
                  </a:moveTo>
                  <a:lnTo>
                    <a:pt x="375919" y="77470"/>
                  </a:lnTo>
                  <a:lnTo>
                    <a:pt x="374650" y="78739"/>
                  </a:lnTo>
                  <a:lnTo>
                    <a:pt x="384810" y="78739"/>
                  </a:lnTo>
                  <a:lnTo>
                    <a:pt x="386080" y="77470"/>
                  </a:lnTo>
                  <a:close/>
                </a:path>
                <a:path w="459739" h="455930">
                  <a:moveTo>
                    <a:pt x="389890" y="73660"/>
                  </a:moveTo>
                  <a:lnTo>
                    <a:pt x="379729" y="73660"/>
                  </a:lnTo>
                  <a:lnTo>
                    <a:pt x="377189" y="76200"/>
                  </a:lnTo>
                  <a:lnTo>
                    <a:pt x="387350" y="76200"/>
                  </a:lnTo>
                  <a:lnTo>
                    <a:pt x="389890" y="73660"/>
                  </a:lnTo>
                  <a:close/>
                </a:path>
                <a:path w="459739" h="455930">
                  <a:moveTo>
                    <a:pt x="392430" y="71120"/>
                  </a:moveTo>
                  <a:lnTo>
                    <a:pt x="382269" y="71120"/>
                  </a:lnTo>
                  <a:lnTo>
                    <a:pt x="381000" y="72389"/>
                  </a:lnTo>
                  <a:lnTo>
                    <a:pt x="391160" y="72389"/>
                  </a:lnTo>
                  <a:lnTo>
                    <a:pt x="392430" y="71120"/>
                  </a:lnTo>
                  <a:close/>
                </a:path>
                <a:path w="459739" h="455930">
                  <a:moveTo>
                    <a:pt x="396240" y="67310"/>
                  </a:moveTo>
                  <a:lnTo>
                    <a:pt x="386079" y="67310"/>
                  </a:lnTo>
                  <a:lnTo>
                    <a:pt x="383539" y="69850"/>
                  </a:lnTo>
                  <a:lnTo>
                    <a:pt x="393700" y="69850"/>
                  </a:lnTo>
                  <a:lnTo>
                    <a:pt x="396240" y="67310"/>
                  </a:lnTo>
                  <a:close/>
                </a:path>
                <a:path w="459739" h="455930">
                  <a:moveTo>
                    <a:pt x="398780" y="64770"/>
                  </a:moveTo>
                  <a:lnTo>
                    <a:pt x="388619" y="64770"/>
                  </a:lnTo>
                  <a:lnTo>
                    <a:pt x="387350" y="66039"/>
                  </a:lnTo>
                  <a:lnTo>
                    <a:pt x="397510" y="66039"/>
                  </a:lnTo>
                  <a:lnTo>
                    <a:pt x="398780" y="64770"/>
                  </a:lnTo>
                  <a:close/>
                </a:path>
                <a:path w="459739" h="455930">
                  <a:moveTo>
                    <a:pt x="402590" y="60960"/>
                  </a:moveTo>
                  <a:lnTo>
                    <a:pt x="392429" y="60960"/>
                  </a:lnTo>
                  <a:lnTo>
                    <a:pt x="389889" y="63500"/>
                  </a:lnTo>
                  <a:lnTo>
                    <a:pt x="400050" y="63500"/>
                  </a:lnTo>
                  <a:lnTo>
                    <a:pt x="402590" y="60960"/>
                  </a:lnTo>
                  <a:close/>
                </a:path>
                <a:path w="459739" h="455930">
                  <a:moveTo>
                    <a:pt x="405130" y="58420"/>
                  </a:moveTo>
                  <a:lnTo>
                    <a:pt x="394969" y="58420"/>
                  </a:lnTo>
                  <a:lnTo>
                    <a:pt x="393700" y="59689"/>
                  </a:lnTo>
                  <a:lnTo>
                    <a:pt x="403860" y="59689"/>
                  </a:lnTo>
                  <a:lnTo>
                    <a:pt x="405130" y="58420"/>
                  </a:lnTo>
                  <a:close/>
                </a:path>
                <a:path w="459739" h="455930">
                  <a:moveTo>
                    <a:pt x="408940" y="54610"/>
                  </a:moveTo>
                  <a:lnTo>
                    <a:pt x="398779" y="54610"/>
                  </a:lnTo>
                  <a:lnTo>
                    <a:pt x="396239" y="57150"/>
                  </a:lnTo>
                  <a:lnTo>
                    <a:pt x="406400" y="57150"/>
                  </a:lnTo>
                  <a:lnTo>
                    <a:pt x="408940" y="54610"/>
                  </a:lnTo>
                  <a:close/>
                </a:path>
                <a:path w="459739" h="455930">
                  <a:moveTo>
                    <a:pt x="411480" y="52070"/>
                  </a:moveTo>
                  <a:lnTo>
                    <a:pt x="401319" y="52070"/>
                  </a:lnTo>
                  <a:lnTo>
                    <a:pt x="400050" y="53339"/>
                  </a:lnTo>
                  <a:lnTo>
                    <a:pt x="410210" y="53339"/>
                  </a:lnTo>
                  <a:lnTo>
                    <a:pt x="411480" y="52070"/>
                  </a:lnTo>
                  <a:close/>
                </a:path>
                <a:path w="459739" h="455930">
                  <a:moveTo>
                    <a:pt x="415290" y="48260"/>
                  </a:moveTo>
                  <a:lnTo>
                    <a:pt x="405129" y="48260"/>
                  </a:lnTo>
                  <a:lnTo>
                    <a:pt x="402589" y="50800"/>
                  </a:lnTo>
                  <a:lnTo>
                    <a:pt x="412750" y="50800"/>
                  </a:lnTo>
                  <a:lnTo>
                    <a:pt x="415290" y="48260"/>
                  </a:lnTo>
                  <a:close/>
                </a:path>
                <a:path w="459739" h="455930">
                  <a:moveTo>
                    <a:pt x="417830" y="45720"/>
                  </a:moveTo>
                  <a:lnTo>
                    <a:pt x="407669" y="45720"/>
                  </a:lnTo>
                  <a:lnTo>
                    <a:pt x="406400" y="46989"/>
                  </a:lnTo>
                  <a:lnTo>
                    <a:pt x="416560" y="46989"/>
                  </a:lnTo>
                  <a:lnTo>
                    <a:pt x="417830" y="45720"/>
                  </a:lnTo>
                  <a:close/>
                </a:path>
                <a:path w="459739" h="455930">
                  <a:moveTo>
                    <a:pt x="421640" y="41910"/>
                  </a:moveTo>
                  <a:lnTo>
                    <a:pt x="411479" y="41910"/>
                  </a:lnTo>
                  <a:lnTo>
                    <a:pt x="408939" y="44450"/>
                  </a:lnTo>
                  <a:lnTo>
                    <a:pt x="419100" y="44450"/>
                  </a:lnTo>
                  <a:lnTo>
                    <a:pt x="421640" y="41910"/>
                  </a:lnTo>
                  <a:close/>
                </a:path>
                <a:path w="459739" h="455930">
                  <a:moveTo>
                    <a:pt x="424180" y="39370"/>
                  </a:moveTo>
                  <a:lnTo>
                    <a:pt x="414019" y="39370"/>
                  </a:lnTo>
                  <a:lnTo>
                    <a:pt x="412750" y="40639"/>
                  </a:lnTo>
                  <a:lnTo>
                    <a:pt x="422910" y="40639"/>
                  </a:lnTo>
                  <a:lnTo>
                    <a:pt x="424180" y="39370"/>
                  </a:lnTo>
                  <a:close/>
                </a:path>
                <a:path w="459739" h="455930">
                  <a:moveTo>
                    <a:pt x="427990" y="35560"/>
                  </a:moveTo>
                  <a:lnTo>
                    <a:pt x="417829" y="35560"/>
                  </a:lnTo>
                  <a:lnTo>
                    <a:pt x="415289" y="38100"/>
                  </a:lnTo>
                  <a:lnTo>
                    <a:pt x="425450" y="38100"/>
                  </a:lnTo>
                  <a:lnTo>
                    <a:pt x="427990" y="35560"/>
                  </a:lnTo>
                  <a:close/>
                </a:path>
                <a:path w="459739" h="455930">
                  <a:moveTo>
                    <a:pt x="430530" y="33020"/>
                  </a:moveTo>
                  <a:lnTo>
                    <a:pt x="420369" y="33020"/>
                  </a:lnTo>
                  <a:lnTo>
                    <a:pt x="419100" y="34289"/>
                  </a:lnTo>
                  <a:lnTo>
                    <a:pt x="429260" y="34289"/>
                  </a:lnTo>
                  <a:lnTo>
                    <a:pt x="430530" y="33020"/>
                  </a:lnTo>
                  <a:close/>
                </a:path>
                <a:path w="459739" h="455930">
                  <a:moveTo>
                    <a:pt x="434340" y="29210"/>
                  </a:moveTo>
                  <a:lnTo>
                    <a:pt x="424179" y="29210"/>
                  </a:lnTo>
                  <a:lnTo>
                    <a:pt x="421639" y="31750"/>
                  </a:lnTo>
                  <a:lnTo>
                    <a:pt x="431800" y="31750"/>
                  </a:lnTo>
                  <a:lnTo>
                    <a:pt x="434340" y="29210"/>
                  </a:lnTo>
                  <a:close/>
                </a:path>
                <a:path w="459739" h="455930">
                  <a:moveTo>
                    <a:pt x="436880" y="26670"/>
                  </a:moveTo>
                  <a:lnTo>
                    <a:pt x="426719" y="26670"/>
                  </a:lnTo>
                  <a:lnTo>
                    <a:pt x="425450" y="27939"/>
                  </a:lnTo>
                  <a:lnTo>
                    <a:pt x="435610" y="27939"/>
                  </a:lnTo>
                  <a:lnTo>
                    <a:pt x="436880" y="26670"/>
                  </a:lnTo>
                  <a:close/>
                </a:path>
                <a:path w="459739" h="455930">
                  <a:moveTo>
                    <a:pt x="440690" y="22860"/>
                  </a:moveTo>
                  <a:lnTo>
                    <a:pt x="430529" y="22860"/>
                  </a:lnTo>
                  <a:lnTo>
                    <a:pt x="427989" y="25400"/>
                  </a:lnTo>
                  <a:lnTo>
                    <a:pt x="438150" y="25400"/>
                  </a:lnTo>
                  <a:lnTo>
                    <a:pt x="440690" y="22860"/>
                  </a:lnTo>
                  <a:close/>
                </a:path>
                <a:path w="459739" h="455930">
                  <a:moveTo>
                    <a:pt x="443230" y="20320"/>
                  </a:moveTo>
                  <a:lnTo>
                    <a:pt x="433069" y="20320"/>
                  </a:lnTo>
                  <a:lnTo>
                    <a:pt x="431800" y="21589"/>
                  </a:lnTo>
                  <a:lnTo>
                    <a:pt x="441960" y="21589"/>
                  </a:lnTo>
                  <a:lnTo>
                    <a:pt x="443230" y="20320"/>
                  </a:lnTo>
                  <a:close/>
                </a:path>
                <a:path w="459739" h="455930">
                  <a:moveTo>
                    <a:pt x="447040" y="16510"/>
                  </a:moveTo>
                  <a:lnTo>
                    <a:pt x="436879" y="16510"/>
                  </a:lnTo>
                  <a:lnTo>
                    <a:pt x="434339" y="19050"/>
                  </a:lnTo>
                  <a:lnTo>
                    <a:pt x="444500" y="19050"/>
                  </a:lnTo>
                  <a:lnTo>
                    <a:pt x="447040" y="16510"/>
                  </a:lnTo>
                  <a:close/>
                </a:path>
                <a:path w="459739" h="455930">
                  <a:moveTo>
                    <a:pt x="449580" y="13970"/>
                  </a:moveTo>
                  <a:lnTo>
                    <a:pt x="439419" y="13970"/>
                  </a:lnTo>
                  <a:lnTo>
                    <a:pt x="438150" y="15239"/>
                  </a:lnTo>
                  <a:lnTo>
                    <a:pt x="448310" y="15239"/>
                  </a:lnTo>
                  <a:lnTo>
                    <a:pt x="449580" y="13970"/>
                  </a:lnTo>
                  <a:close/>
                </a:path>
                <a:path w="459739" h="455930">
                  <a:moveTo>
                    <a:pt x="453390" y="10160"/>
                  </a:moveTo>
                  <a:lnTo>
                    <a:pt x="443229" y="10160"/>
                  </a:lnTo>
                  <a:lnTo>
                    <a:pt x="440689" y="12700"/>
                  </a:lnTo>
                  <a:lnTo>
                    <a:pt x="450850" y="12700"/>
                  </a:lnTo>
                  <a:lnTo>
                    <a:pt x="453390" y="10160"/>
                  </a:lnTo>
                  <a:close/>
                </a:path>
                <a:path w="459739" h="455930">
                  <a:moveTo>
                    <a:pt x="455930" y="7620"/>
                  </a:moveTo>
                  <a:lnTo>
                    <a:pt x="445769" y="7620"/>
                  </a:lnTo>
                  <a:lnTo>
                    <a:pt x="444500" y="8889"/>
                  </a:lnTo>
                  <a:lnTo>
                    <a:pt x="454660" y="8889"/>
                  </a:lnTo>
                  <a:lnTo>
                    <a:pt x="455930" y="7620"/>
                  </a:lnTo>
                  <a:close/>
                </a:path>
                <a:path w="459739" h="455930">
                  <a:moveTo>
                    <a:pt x="459740" y="3810"/>
                  </a:moveTo>
                  <a:lnTo>
                    <a:pt x="449579" y="3810"/>
                  </a:lnTo>
                  <a:lnTo>
                    <a:pt x="447039" y="6350"/>
                  </a:lnTo>
                  <a:lnTo>
                    <a:pt x="457200" y="6350"/>
                  </a:lnTo>
                  <a:lnTo>
                    <a:pt x="459740" y="3810"/>
                  </a:lnTo>
                  <a:close/>
                </a:path>
                <a:path w="459739" h="455930">
                  <a:moveTo>
                    <a:pt x="455929" y="0"/>
                  </a:moveTo>
                  <a:lnTo>
                    <a:pt x="453389" y="0"/>
                  </a:lnTo>
                  <a:lnTo>
                    <a:pt x="450850" y="2539"/>
                  </a:lnTo>
                  <a:lnTo>
                    <a:pt x="455929" y="2539"/>
                  </a:lnTo>
                  <a:lnTo>
                    <a:pt x="455929" y="0"/>
                  </a:lnTo>
                  <a:close/>
                </a:path>
                <a:path w="459739" h="455930">
                  <a:moveTo>
                    <a:pt x="275589" y="187960"/>
                  </a:moveTo>
                  <a:lnTo>
                    <a:pt x="265429" y="187960"/>
                  </a:lnTo>
                  <a:lnTo>
                    <a:pt x="240029" y="213360"/>
                  </a:lnTo>
                  <a:lnTo>
                    <a:pt x="250190" y="213360"/>
                  </a:lnTo>
                  <a:lnTo>
                    <a:pt x="275589" y="187960"/>
                  </a:lnTo>
                  <a:close/>
                </a:path>
                <a:path w="459739" h="455930">
                  <a:moveTo>
                    <a:pt x="250189" y="213360"/>
                  </a:moveTo>
                  <a:lnTo>
                    <a:pt x="240029" y="213360"/>
                  </a:lnTo>
                  <a:lnTo>
                    <a:pt x="189229" y="264160"/>
                  </a:lnTo>
                  <a:lnTo>
                    <a:pt x="199390" y="264160"/>
                  </a:lnTo>
                  <a:lnTo>
                    <a:pt x="250189" y="213360"/>
                  </a:lnTo>
                  <a:close/>
                </a:path>
                <a:path w="459739" h="455930">
                  <a:moveTo>
                    <a:pt x="8890" y="454660"/>
                  </a:moveTo>
                  <a:lnTo>
                    <a:pt x="5079" y="454660"/>
                  </a:lnTo>
                  <a:lnTo>
                    <a:pt x="5079" y="455930"/>
                  </a:lnTo>
                  <a:lnTo>
                    <a:pt x="7619" y="455930"/>
                  </a:lnTo>
                  <a:lnTo>
                    <a:pt x="8890" y="454660"/>
                  </a:lnTo>
                  <a:close/>
                </a:path>
                <a:path w="459739" h="455930">
                  <a:moveTo>
                    <a:pt x="11430" y="452120"/>
                  </a:moveTo>
                  <a:lnTo>
                    <a:pt x="1269" y="452120"/>
                  </a:lnTo>
                  <a:lnTo>
                    <a:pt x="0" y="453390"/>
                  </a:lnTo>
                  <a:lnTo>
                    <a:pt x="0" y="454660"/>
                  </a:lnTo>
                  <a:lnTo>
                    <a:pt x="2539" y="454660"/>
                  </a:lnTo>
                  <a:lnTo>
                    <a:pt x="2539" y="453390"/>
                  </a:lnTo>
                  <a:lnTo>
                    <a:pt x="10159" y="453390"/>
                  </a:lnTo>
                  <a:lnTo>
                    <a:pt x="11430" y="452120"/>
                  </a:lnTo>
                  <a:close/>
                </a:path>
                <a:path w="459739" h="455930">
                  <a:moveTo>
                    <a:pt x="15240" y="448310"/>
                  </a:moveTo>
                  <a:lnTo>
                    <a:pt x="5079" y="448310"/>
                  </a:lnTo>
                  <a:lnTo>
                    <a:pt x="2539" y="450850"/>
                  </a:lnTo>
                  <a:lnTo>
                    <a:pt x="12699" y="450850"/>
                  </a:lnTo>
                  <a:lnTo>
                    <a:pt x="15240" y="448310"/>
                  </a:lnTo>
                  <a:close/>
                </a:path>
                <a:path w="459739" h="455930">
                  <a:moveTo>
                    <a:pt x="17780" y="445770"/>
                  </a:moveTo>
                  <a:lnTo>
                    <a:pt x="7619" y="445770"/>
                  </a:lnTo>
                  <a:lnTo>
                    <a:pt x="6349" y="447040"/>
                  </a:lnTo>
                  <a:lnTo>
                    <a:pt x="16509" y="447040"/>
                  </a:lnTo>
                  <a:lnTo>
                    <a:pt x="17780" y="445770"/>
                  </a:lnTo>
                  <a:close/>
                </a:path>
                <a:path w="459739" h="455930">
                  <a:moveTo>
                    <a:pt x="21590" y="441960"/>
                  </a:moveTo>
                  <a:lnTo>
                    <a:pt x="11429" y="441960"/>
                  </a:lnTo>
                  <a:lnTo>
                    <a:pt x="8889" y="444500"/>
                  </a:lnTo>
                  <a:lnTo>
                    <a:pt x="19049" y="444500"/>
                  </a:lnTo>
                  <a:lnTo>
                    <a:pt x="21590" y="441960"/>
                  </a:lnTo>
                  <a:close/>
                </a:path>
                <a:path w="459739" h="455930">
                  <a:moveTo>
                    <a:pt x="24130" y="439420"/>
                  </a:moveTo>
                  <a:lnTo>
                    <a:pt x="13969" y="439420"/>
                  </a:lnTo>
                  <a:lnTo>
                    <a:pt x="12699" y="440690"/>
                  </a:lnTo>
                  <a:lnTo>
                    <a:pt x="22859" y="440690"/>
                  </a:lnTo>
                  <a:lnTo>
                    <a:pt x="24130" y="439420"/>
                  </a:lnTo>
                  <a:close/>
                </a:path>
                <a:path w="459739" h="455930">
                  <a:moveTo>
                    <a:pt x="27940" y="435610"/>
                  </a:moveTo>
                  <a:lnTo>
                    <a:pt x="17779" y="435610"/>
                  </a:lnTo>
                  <a:lnTo>
                    <a:pt x="15239" y="438150"/>
                  </a:lnTo>
                  <a:lnTo>
                    <a:pt x="25399" y="438150"/>
                  </a:lnTo>
                  <a:lnTo>
                    <a:pt x="27940" y="435610"/>
                  </a:lnTo>
                  <a:close/>
                </a:path>
                <a:path w="459739" h="455930">
                  <a:moveTo>
                    <a:pt x="30480" y="433070"/>
                  </a:moveTo>
                  <a:lnTo>
                    <a:pt x="20319" y="433070"/>
                  </a:lnTo>
                  <a:lnTo>
                    <a:pt x="19049" y="434340"/>
                  </a:lnTo>
                  <a:lnTo>
                    <a:pt x="29209" y="434340"/>
                  </a:lnTo>
                  <a:lnTo>
                    <a:pt x="30480" y="433070"/>
                  </a:lnTo>
                  <a:close/>
                </a:path>
                <a:path w="459739" h="455930">
                  <a:moveTo>
                    <a:pt x="34290" y="429260"/>
                  </a:moveTo>
                  <a:lnTo>
                    <a:pt x="24129" y="429260"/>
                  </a:lnTo>
                  <a:lnTo>
                    <a:pt x="21589" y="431800"/>
                  </a:lnTo>
                  <a:lnTo>
                    <a:pt x="31749" y="431800"/>
                  </a:lnTo>
                  <a:lnTo>
                    <a:pt x="34290" y="429260"/>
                  </a:lnTo>
                  <a:close/>
                </a:path>
                <a:path w="459739" h="455930">
                  <a:moveTo>
                    <a:pt x="36830" y="426720"/>
                  </a:moveTo>
                  <a:lnTo>
                    <a:pt x="26669" y="426720"/>
                  </a:lnTo>
                  <a:lnTo>
                    <a:pt x="25399" y="427990"/>
                  </a:lnTo>
                  <a:lnTo>
                    <a:pt x="35559" y="427990"/>
                  </a:lnTo>
                  <a:lnTo>
                    <a:pt x="36830" y="426720"/>
                  </a:lnTo>
                  <a:close/>
                </a:path>
                <a:path w="459739" h="455930">
                  <a:moveTo>
                    <a:pt x="40640" y="422910"/>
                  </a:moveTo>
                  <a:lnTo>
                    <a:pt x="30479" y="422910"/>
                  </a:lnTo>
                  <a:lnTo>
                    <a:pt x="27939" y="425450"/>
                  </a:lnTo>
                  <a:lnTo>
                    <a:pt x="38099" y="425450"/>
                  </a:lnTo>
                  <a:lnTo>
                    <a:pt x="40640" y="422910"/>
                  </a:lnTo>
                  <a:close/>
                </a:path>
                <a:path w="459739" h="455930">
                  <a:moveTo>
                    <a:pt x="43180" y="420370"/>
                  </a:moveTo>
                  <a:lnTo>
                    <a:pt x="33019" y="420370"/>
                  </a:lnTo>
                  <a:lnTo>
                    <a:pt x="31749" y="421640"/>
                  </a:lnTo>
                  <a:lnTo>
                    <a:pt x="41909" y="421640"/>
                  </a:lnTo>
                  <a:lnTo>
                    <a:pt x="43180" y="420370"/>
                  </a:lnTo>
                  <a:close/>
                </a:path>
                <a:path w="459739" h="455930">
                  <a:moveTo>
                    <a:pt x="46990" y="416560"/>
                  </a:moveTo>
                  <a:lnTo>
                    <a:pt x="36829" y="416560"/>
                  </a:lnTo>
                  <a:lnTo>
                    <a:pt x="34289" y="419100"/>
                  </a:lnTo>
                  <a:lnTo>
                    <a:pt x="44450" y="419100"/>
                  </a:lnTo>
                  <a:lnTo>
                    <a:pt x="46990" y="416560"/>
                  </a:lnTo>
                  <a:close/>
                </a:path>
                <a:path w="459739" h="455930">
                  <a:moveTo>
                    <a:pt x="49530" y="414020"/>
                  </a:moveTo>
                  <a:lnTo>
                    <a:pt x="39369" y="414020"/>
                  </a:lnTo>
                  <a:lnTo>
                    <a:pt x="38099" y="415290"/>
                  </a:lnTo>
                  <a:lnTo>
                    <a:pt x="48259" y="415290"/>
                  </a:lnTo>
                  <a:lnTo>
                    <a:pt x="49530" y="414020"/>
                  </a:lnTo>
                  <a:close/>
                </a:path>
                <a:path w="459739" h="455930">
                  <a:moveTo>
                    <a:pt x="53340" y="410210"/>
                  </a:moveTo>
                  <a:lnTo>
                    <a:pt x="43179" y="410210"/>
                  </a:lnTo>
                  <a:lnTo>
                    <a:pt x="40639" y="412750"/>
                  </a:lnTo>
                  <a:lnTo>
                    <a:pt x="50800" y="412750"/>
                  </a:lnTo>
                  <a:lnTo>
                    <a:pt x="53340" y="410210"/>
                  </a:lnTo>
                  <a:close/>
                </a:path>
                <a:path w="459739" h="455930">
                  <a:moveTo>
                    <a:pt x="55880" y="407670"/>
                  </a:moveTo>
                  <a:lnTo>
                    <a:pt x="45719" y="407670"/>
                  </a:lnTo>
                  <a:lnTo>
                    <a:pt x="44449" y="408940"/>
                  </a:lnTo>
                  <a:lnTo>
                    <a:pt x="54609" y="408940"/>
                  </a:lnTo>
                  <a:lnTo>
                    <a:pt x="55880" y="407670"/>
                  </a:lnTo>
                  <a:close/>
                </a:path>
                <a:path w="459739" h="455930">
                  <a:moveTo>
                    <a:pt x="59690" y="403860"/>
                  </a:moveTo>
                  <a:lnTo>
                    <a:pt x="49529" y="403860"/>
                  </a:lnTo>
                  <a:lnTo>
                    <a:pt x="46989" y="406400"/>
                  </a:lnTo>
                  <a:lnTo>
                    <a:pt x="57149" y="406400"/>
                  </a:lnTo>
                  <a:lnTo>
                    <a:pt x="59690" y="403860"/>
                  </a:lnTo>
                  <a:close/>
                </a:path>
                <a:path w="459739" h="455930">
                  <a:moveTo>
                    <a:pt x="62230" y="401320"/>
                  </a:moveTo>
                  <a:lnTo>
                    <a:pt x="52069" y="401320"/>
                  </a:lnTo>
                  <a:lnTo>
                    <a:pt x="50799" y="402590"/>
                  </a:lnTo>
                  <a:lnTo>
                    <a:pt x="60959" y="402590"/>
                  </a:lnTo>
                  <a:lnTo>
                    <a:pt x="62230" y="401320"/>
                  </a:lnTo>
                  <a:close/>
                </a:path>
                <a:path w="459739" h="455930">
                  <a:moveTo>
                    <a:pt x="66040" y="397510"/>
                  </a:moveTo>
                  <a:lnTo>
                    <a:pt x="55879" y="397510"/>
                  </a:lnTo>
                  <a:lnTo>
                    <a:pt x="53339" y="400050"/>
                  </a:lnTo>
                  <a:lnTo>
                    <a:pt x="63499" y="400050"/>
                  </a:lnTo>
                  <a:lnTo>
                    <a:pt x="66040" y="397510"/>
                  </a:lnTo>
                  <a:close/>
                </a:path>
                <a:path w="459739" h="455930">
                  <a:moveTo>
                    <a:pt x="68580" y="394970"/>
                  </a:moveTo>
                  <a:lnTo>
                    <a:pt x="58419" y="394970"/>
                  </a:lnTo>
                  <a:lnTo>
                    <a:pt x="57149" y="396240"/>
                  </a:lnTo>
                  <a:lnTo>
                    <a:pt x="67310" y="396240"/>
                  </a:lnTo>
                  <a:lnTo>
                    <a:pt x="68580" y="394970"/>
                  </a:lnTo>
                  <a:close/>
                </a:path>
                <a:path w="459739" h="455930">
                  <a:moveTo>
                    <a:pt x="72390" y="391160"/>
                  </a:moveTo>
                  <a:lnTo>
                    <a:pt x="62229" y="391160"/>
                  </a:lnTo>
                  <a:lnTo>
                    <a:pt x="59689" y="393700"/>
                  </a:lnTo>
                  <a:lnTo>
                    <a:pt x="69849" y="393700"/>
                  </a:lnTo>
                  <a:lnTo>
                    <a:pt x="72390" y="391160"/>
                  </a:lnTo>
                  <a:close/>
                </a:path>
                <a:path w="459739" h="455930">
                  <a:moveTo>
                    <a:pt x="74930" y="388620"/>
                  </a:moveTo>
                  <a:lnTo>
                    <a:pt x="64769" y="388620"/>
                  </a:lnTo>
                  <a:lnTo>
                    <a:pt x="63499" y="389890"/>
                  </a:lnTo>
                  <a:lnTo>
                    <a:pt x="73659" y="389890"/>
                  </a:lnTo>
                  <a:lnTo>
                    <a:pt x="74930" y="388620"/>
                  </a:lnTo>
                  <a:close/>
                </a:path>
                <a:path w="459739" h="455930">
                  <a:moveTo>
                    <a:pt x="78740" y="384810"/>
                  </a:moveTo>
                  <a:lnTo>
                    <a:pt x="68579" y="384810"/>
                  </a:lnTo>
                  <a:lnTo>
                    <a:pt x="66039" y="387350"/>
                  </a:lnTo>
                  <a:lnTo>
                    <a:pt x="76199" y="387350"/>
                  </a:lnTo>
                  <a:lnTo>
                    <a:pt x="78740" y="384810"/>
                  </a:lnTo>
                  <a:close/>
                </a:path>
                <a:path w="459739" h="455930">
                  <a:moveTo>
                    <a:pt x="81280" y="382270"/>
                  </a:moveTo>
                  <a:lnTo>
                    <a:pt x="71119" y="382270"/>
                  </a:lnTo>
                  <a:lnTo>
                    <a:pt x="69849" y="383540"/>
                  </a:lnTo>
                  <a:lnTo>
                    <a:pt x="80009" y="383540"/>
                  </a:lnTo>
                  <a:lnTo>
                    <a:pt x="81280" y="382270"/>
                  </a:lnTo>
                  <a:close/>
                </a:path>
                <a:path w="459739" h="455930">
                  <a:moveTo>
                    <a:pt x="85090" y="378460"/>
                  </a:moveTo>
                  <a:lnTo>
                    <a:pt x="74929" y="378460"/>
                  </a:lnTo>
                  <a:lnTo>
                    <a:pt x="72389" y="381000"/>
                  </a:lnTo>
                  <a:lnTo>
                    <a:pt x="82549" y="381000"/>
                  </a:lnTo>
                  <a:lnTo>
                    <a:pt x="85090" y="378460"/>
                  </a:lnTo>
                  <a:close/>
                </a:path>
                <a:path w="459739" h="455930">
                  <a:moveTo>
                    <a:pt x="87630" y="375920"/>
                  </a:moveTo>
                  <a:lnTo>
                    <a:pt x="77469" y="375920"/>
                  </a:lnTo>
                  <a:lnTo>
                    <a:pt x="76199" y="377190"/>
                  </a:lnTo>
                  <a:lnTo>
                    <a:pt x="86359" y="377190"/>
                  </a:lnTo>
                  <a:lnTo>
                    <a:pt x="87630" y="375920"/>
                  </a:lnTo>
                  <a:close/>
                </a:path>
                <a:path w="459739" h="455930">
                  <a:moveTo>
                    <a:pt x="91440" y="372110"/>
                  </a:moveTo>
                  <a:lnTo>
                    <a:pt x="81279" y="372110"/>
                  </a:lnTo>
                  <a:lnTo>
                    <a:pt x="78739" y="374650"/>
                  </a:lnTo>
                  <a:lnTo>
                    <a:pt x="88899" y="374650"/>
                  </a:lnTo>
                  <a:lnTo>
                    <a:pt x="91440" y="372110"/>
                  </a:lnTo>
                  <a:close/>
                </a:path>
                <a:path w="459739" h="455930">
                  <a:moveTo>
                    <a:pt x="93980" y="369570"/>
                  </a:moveTo>
                  <a:lnTo>
                    <a:pt x="83819" y="369570"/>
                  </a:lnTo>
                  <a:lnTo>
                    <a:pt x="82549" y="370840"/>
                  </a:lnTo>
                  <a:lnTo>
                    <a:pt x="92709" y="370840"/>
                  </a:lnTo>
                  <a:lnTo>
                    <a:pt x="93980" y="369570"/>
                  </a:lnTo>
                  <a:close/>
                </a:path>
                <a:path w="459739" h="455930">
                  <a:moveTo>
                    <a:pt x="97790" y="365760"/>
                  </a:moveTo>
                  <a:lnTo>
                    <a:pt x="87629" y="365760"/>
                  </a:lnTo>
                  <a:lnTo>
                    <a:pt x="85089" y="368300"/>
                  </a:lnTo>
                  <a:lnTo>
                    <a:pt x="95249" y="368300"/>
                  </a:lnTo>
                  <a:lnTo>
                    <a:pt x="97790" y="365760"/>
                  </a:lnTo>
                  <a:close/>
                </a:path>
                <a:path w="459739" h="455930">
                  <a:moveTo>
                    <a:pt x="100330" y="363220"/>
                  </a:moveTo>
                  <a:lnTo>
                    <a:pt x="90169" y="363220"/>
                  </a:lnTo>
                  <a:lnTo>
                    <a:pt x="88899" y="364490"/>
                  </a:lnTo>
                  <a:lnTo>
                    <a:pt x="99059" y="364490"/>
                  </a:lnTo>
                  <a:lnTo>
                    <a:pt x="100330" y="363220"/>
                  </a:lnTo>
                  <a:close/>
                </a:path>
                <a:path w="459739" h="455930">
                  <a:moveTo>
                    <a:pt x="104140" y="359410"/>
                  </a:moveTo>
                  <a:lnTo>
                    <a:pt x="93979" y="359410"/>
                  </a:lnTo>
                  <a:lnTo>
                    <a:pt x="91439" y="361950"/>
                  </a:lnTo>
                  <a:lnTo>
                    <a:pt x="101599" y="361950"/>
                  </a:lnTo>
                  <a:lnTo>
                    <a:pt x="104140" y="359410"/>
                  </a:lnTo>
                  <a:close/>
                </a:path>
                <a:path w="459739" h="455930">
                  <a:moveTo>
                    <a:pt x="106680" y="356870"/>
                  </a:moveTo>
                  <a:lnTo>
                    <a:pt x="96519" y="356870"/>
                  </a:lnTo>
                  <a:lnTo>
                    <a:pt x="95249" y="358140"/>
                  </a:lnTo>
                  <a:lnTo>
                    <a:pt x="105409" y="358140"/>
                  </a:lnTo>
                  <a:lnTo>
                    <a:pt x="106680" y="356870"/>
                  </a:lnTo>
                  <a:close/>
                </a:path>
                <a:path w="459739" h="455930">
                  <a:moveTo>
                    <a:pt x="110490" y="353060"/>
                  </a:moveTo>
                  <a:lnTo>
                    <a:pt x="100329" y="353060"/>
                  </a:lnTo>
                  <a:lnTo>
                    <a:pt x="97789" y="355600"/>
                  </a:lnTo>
                  <a:lnTo>
                    <a:pt x="107949" y="355600"/>
                  </a:lnTo>
                  <a:lnTo>
                    <a:pt x="110490" y="353060"/>
                  </a:lnTo>
                  <a:close/>
                </a:path>
                <a:path w="459739" h="455930">
                  <a:moveTo>
                    <a:pt x="113030" y="350520"/>
                  </a:moveTo>
                  <a:lnTo>
                    <a:pt x="102869" y="350520"/>
                  </a:lnTo>
                  <a:lnTo>
                    <a:pt x="101599" y="351790"/>
                  </a:lnTo>
                  <a:lnTo>
                    <a:pt x="111759" y="351790"/>
                  </a:lnTo>
                  <a:lnTo>
                    <a:pt x="113030" y="350520"/>
                  </a:lnTo>
                  <a:close/>
                </a:path>
                <a:path w="459739" h="455930">
                  <a:moveTo>
                    <a:pt x="116840" y="346710"/>
                  </a:moveTo>
                  <a:lnTo>
                    <a:pt x="106679" y="346710"/>
                  </a:lnTo>
                  <a:lnTo>
                    <a:pt x="104139" y="349250"/>
                  </a:lnTo>
                  <a:lnTo>
                    <a:pt x="114299" y="349250"/>
                  </a:lnTo>
                  <a:lnTo>
                    <a:pt x="116840" y="346710"/>
                  </a:lnTo>
                  <a:close/>
                </a:path>
                <a:path w="459739" h="455930">
                  <a:moveTo>
                    <a:pt x="119380" y="344170"/>
                  </a:moveTo>
                  <a:lnTo>
                    <a:pt x="109219" y="344170"/>
                  </a:lnTo>
                  <a:lnTo>
                    <a:pt x="107949" y="345440"/>
                  </a:lnTo>
                  <a:lnTo>
                    <a:pt x="118110" y="345440"/>
                  </a:lnTo>
                  <a:lnTo>
                    <a:pt x="119380" y="344170"/>
                  </a:lnTo>
                  <a:close/>
                </a:path>
                <a:path w="459739" h="455930">
                  <a:moveTo>
                    <a:pt x="132080" y="331470"/>
                  </a:moveTo>
                  <a:lnTo>
                    <a:pt x="121919" y="331470"/>
                  </a:lnTo>
                  <a:lnTo>
                    <a:pt x="110489" y="342900"/>
                  </a:lnTo>
                  <a:lnTo>
                    <a:pt x="120650" y="342900"/>
                  </a:lnTo>
                  <a:lnTo>
                    <a:pt x="132080" y="331470"/>
                  </a:lnTo>
                  <a:close/>
                </a:path>
                <a:path w="459739" h="455930">
                  <a:moveTo>
                    <a:pt x="144780" y="318770"/>
                  </a:moveTo>
                  <a:lnTo>
                    <a:pt x="134619" y="318770"/>
                  </a:lnTo>
                  <a:lnTo>
                    <a:pt x="123189" y="330200"/>
                  </a:lnTo>
                  <a:lnTo>
                    <a:pt x="133349" y="330200"/>
                  </a:lnTo>
                  <a:lnTo>
                    <a:pt x="144780" y="318770"/>
                  </a:lnTo>
                  <a:close/>
                </a:path>
                <a:path w="459739" h="455930">
                  <a:moveTo>
                    <a:pt x="148590" y="314960"/>
                  </a:moveTo>
                  <a:lnTo>
                    <a:pt x="138429" y="314960"/>
                  </a:lnTo>
                  <a:lnTo>
                    <a:pt x="135889" y="317500"/>
                  </a:lnTo>
                  <a:lnTo>
                    <a:pt x="146050" y="317500"/>
                  </a:lnTo>
                  <a:lnTo>
                    <a:pt x="148590" y="314960"/>
                  </a:lnTo>
                  <a:close/>
                </a:path>
                <a:path w="459739" h="455930">
                  <a:moveTo>
                    <a:pt x="151130" y="312420"/>
                  </a:moveTo>
                  <a:lnTo>
                    <a:pt x="140969" y="312420"/>
                  </a:lnTo>
                  <a:lnTo>
                    <a:pt x="139699" y="313690"/>
                  </a:lnTo>
                  <a:lnTo>
                    <a:pt x="149860" y="313690"/>
                  </a:lnTo>
                  <a:lnTo>
                    <a:pt x="151130" y="312420"/>
                  </a:lnTo>
                  <a:close/>
                </a:path>
                <a:path w="459739" h="455930">
                  <a:moveTo>
                    <a:pt x="154940" y="308610"/>
                  </a:moveTo>
                  <a:lnTo>
                    <a:pt x="144779" y="308610"/>
                  </a:lnTo>
                  <a:lnTo>
                    <a:pt x="142239" y="311150"/>
                  </a:lnTo>
                  <a:lnTo>
                    <a:pt x="152399" y="311150"/>
                  </a:lnTo>
                  <a:lnTo>
                    <a:pt x="154940" y="308610"/>
                  </a:lnTo>
                  <a:close/>
                </a:path>
                <a:path w="459739" h="455930">
                  <a:moveTo>
                    <a:pt x="167640" y="295910"/>
                  </a:moveTo>
                  <a:lnTo>
                    <a:pt x="157479" y="295910"/>
                  </a:lnTo>
                  <a:lnTo>
                    <a:pt x="146049" y="307340"/>
                  </a:lnTo>
                  <a:lnTo>
                    <a:pt x="156210" y="307340"/>
                  </a:lnTo>
                  <a:lnTo>
                    <a:pt x="167640" y="295910"/>
                  </a:lnTo>
                  <a:close/>
                </a:path>
                <a:path w="459739" h="455930">
                  <a:moveTo>
                    <a:pt x="176530" y="287020"/>
                  </a:moveTo>
                  <a:lnTo>
                    <a:pt x="166369" y="287020"/>
                  </a:lnTo>
                  <a:lnTo>
                    <a:pt x="158749" y="294640"/>
                  </a:lnTo>
                  <a:lnTo>
                    <a:pt x="168910" y="294640"/>
                  </a:lnTo>
                  <a:lnTo>
                    <a:pt x="176530" y="287020"/>
                  </a:lnTo>
                  <a:close/>
                </a:path>
                <a:path w="459739" h="455930">
                  <a:moveTo>
                    <a:pt x="193040" y="270510"/>
                  </a:moveTo>
                  <a:lnTo>
                    <a:pt x="182879" y="270510"/>
                  </a:lnTo>
                  <a:lnTo>
                    <a:pt x="167639" y="285750"/>
                  </a:lnTo>
                  <a:lnTo>
                    <a:pt x="177799" y="285750"/>
                  </a:lnTo>
                  <a:lnTo>
                    <a:pt x="193040" y="270510"/>
                  </a:lnTo>
                  <a:close/>
                </a:path>
                <a:path w="459739" h="455930">
                  <a:moveTo>
                    <a:pt x="198120" y="265430"/>
                  </a:moveTo>
                  <a:lnTo>
                    <a:pt x="187959" y="265430"/>
                  </a:lnTo>
                  <a:lnTo>
                    <a:pt x="184149" y="269240"/>
                  </a:lnTo>
                  <a:lnTo>
                    <a:pt x="194310" y="269240"/>
                  </a:lnTo>
                  <a:lnTo>
                    <a:pt x="198120" y="265430"/>
                  </a:lnTo>
                  <a:close/>
                </a:path>
              </a:pathLst>
            </a:custGeom>
            <a:solidFill>
              <a:srgbClr val="8E4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39">
              <a:extLst>
                <a:ext uri="{FF2B5EF4-FFF2-40B4-BE49-F238E27FC236}">
                  <a16:creationId xmlns:a16="http://schemas.microsoft.com/office/drawing/2014/main" id="{8F700D70-229E-E73C-DA26-E1DC58B65963}"/>
                </a:ext>
              </a:extLst>
            </p:cNvPr>
            <p:cNvSpPr/>
            <p:nvPr/>
          </p:nvSpPr>
          <p:spPr>
            <a:xfrm>
              <a:off x="2640330" y="2594609"/>
              <a:ext cx="463550" cy="455930"/>
            </a:xfrm>
            <a:custGeom>
              <a:avLst/>
              <a:gdLst/>
              <a:ahLst/>
              <a:cxnLst/>
              <a:rect l="l" t="t" r="r" b="b"/>
              <a:pathLst>
                <a:path w="463550" h="455930">
                  <a:moveTo>
                    <a:pt x="284480" y="179070"/>
                  </a:moveTo>
                  <a:lnTo>
                    <a:pt x="274320" y="179070"/>
                  </a:lnTo>
                  <a:lnTo>
                    <a:pt x="267970" y="185420"/>
                  </a:lnTo>
                  <a:lnTo>
                    <a:pt x="278130" y="185420"/>
                  </a:lnTo>
                  <a:lnTo>
                    <a:pt x="284480" y="179070"/>
                  </a:lnTo>
                  <a:close/>
                </a:path>
                <a:path w="463550" h="455930">
                  <a:moveTo>
                    <a:pt x="287019" y="176530"/>
                  </a:moveTo>
                  <a:lnTo>
                    <a:pt x="276860" y="176530"/>
                  </a:lnTo>
                  <a:lnTo>
                    <a:pt x="275590" y="177800"/>
                  </a:lnTo>
                  <a:lnTo>
                    <a:pt x="285750" y="177800"/>
                  </a:lnTo>
                  <a:lnTo>
                    <a:pt x="287019" y="176530"/>
                  </a:lnTo>
                  <a:close/>
                </a:path>
                <a:path w="463550" h="455930">
                  <a:moveTo>
                    <a:pt x="290830" y="172720"/>
                  </a:moveTo>
                  <a:lnTo>
                    <a:pt x="280670" y="172720"/>
                  </a:lnTo>
                  <a:lnTo>
                    <a:pt x="278130" y="175260"/>
                  </a:lnTo>
                  <a:lnTo>
                    <a:pt x="288290" y="175260"/>
                  </a:lnTo>
                  <a:lnTo>
                    <a:pt x="290830" y="172720"/>
                  </a:lnTo>
                  <a:close/>
                </a:path>
                <a:path w="463550" h="455930">
                  <a:moveTo>
                    <a:pt x="293369" y="170180"/>
                  </a:moveTo>
                  <a:lnTo>
                    <a:pt x="283210" y="170180"/>
                  </a:lnTo>
                  <a:lnTo>
                    <a:pt x="281940" y="171450"/>
                  </a:lnTo>
                  <a:lnTo>
                    <a:pt x="292100" y="171450"/>
                  </a:lnTo>
                  <a:lnTo>
                    <a:pt x="293369" y="170180"/>
                  </a:lnTo>
                  <a:close/>
                </a:path>
                <a:path w="463550" h="455930">
                  <a:moveTo>
                    <a:pt x="297180" y="166370"/>
                  </a:moveTo>
                  <a:lnTo>
                    <a:pt x="287020" y="166370"/>
                  </a:lnTo>
                  <a:lnTo>
                    <a:pt x="284480" y="168910"/>
                  </a:lnTo>
                  <a:lnTo>
                    <a:pt x="294640" y="168910"/>
                  </a:lnTo>
                  <a:lnTo>
                    <a:pt x="297180" y="166370"/>
                  </a:lnTo>
                  <a:close/>
                </a:path>
                <a:path w="463550" h="455930">
                  <a:moveTo>
                    <a:pt x="299719" y="163830"/>
                  </a:moveTo>
                  <a:lnTo>
                    <a:pt x="289560" y="163830"/>
                  </a:lnTo>
                  <a:lnTo>
                    <a:pt x="288290" y="165100"/>
                  </a:lnTo>
                  <a:lnTo>
                    <a:pt x="298450" y="165100"/>
                  </a:lnTo>
                  <a:lnTo>
                    <a:pt x="299719" y="163830"/>
                  </a:lnTo>
                  <a:close/>
                </a:path>
                <a:path w="463550" h="455930">
                  <a:moveTo>
                    <a:pt x="312419" y="151130"/>
                  </a:moveTo>
                  <a:lnTo>
                    <a:pt x="302260" y="151130"/>
                  </a:lnTo>
                  <a:lnTo>
                    <a:pt x="290830" y="162560"/>
                  </a:lnTo>
                  <a:lnTo>
                    <a:pt x="300990" y="162560"/>
                  </a:lnTo>
                  <a:lnTo>
                    <a:pt x="312419" y="151130"/>
                  </a:lnTo>
                  <a:close/>
                </a:path>
                <a:path w="463550" h="455930">
                  <a:moveTo>
                    <a:pt x="325119" y="138430"/>
                  </a:moveTo>
                  <a:lnTo>
                    <a:pt x="314960" y="138430"/>
                  </a:lnTo>
                  <a:lnTo>
                    <a:pt x="303530" y="149860"/>
                  </a:lnTo>
                  <a:lnTo>
                    <a:pt x="313690" y="149860"/>
                  </a:lnTo>
                  <a:lnTo>
                    <a:pt x="325119" y="138430"/>
                  </a:lnTo>
                  <a:close/>
                </a:path>
                <a:path w="463550" h="455930">
                  <a:moveTo>
                    <a:pt x="328930" y="134620"/>
                  </a:moveTo>
                  <a:lnTo>
                    <a:pt x="318770" y="134620"/>
                  </a:lnTo>
                  <a:lnTo>
                    <a:pt x="316230" y="137160"/>
                  </a:lnTo>
                  <a:lnTo>
                    <a:pt x="326390" y="137160"/>
                  </a:lnTo>
                  <a:lnTo>
                    <a:pt x="328930" y="134620"/>
                  </a:lnTo>
                  <a:close/>
                </a:path>
                <a:path w="463550" h="455930">
                  <a:moveTo>
                    <a:pt x="331469" y="132080"/>
                  </a:moveTo>
                  <a:lnTo>
                    <a:pt x="321310" y="132080"/>
                  </a:lnTo>
                  <a:lnTo>
                    <a:pt x="320040" y="133350"/>
                  </a:lnTo>
                  <a:lnTo>
                    <a:pt x="330200" y="133350"/>
                  </a:lnTo>
                  <a:lnTo>
                    <a:pt x="331469" y="132080"/>
                  </a:lnTo>
                  <a:close/>
                </a:path>
                <a:path w="463550" h="455930">
                  <a:moveTo>
                    <a:pt x="335280" y="128270"/>
                  </a:moveTo>
                  <a:lnTo>
                    <a:pt x="325120" y="128270"/>
                  </a:lnTo>
                  <a:lnTo>
                    <a:pt x="322580" y="130810"/>
                  </a:lnTo>
                  <a:lnTo>
                    <a:pt x="332740" y="130810"/>
                  </a:lnTo>
                  <a:lnTo>
                    <a:pt x="335280" y="128270"/>
                  </a:lnTo>
                  <a:close/>
                </a:path>
                <a:path w="463550" h="455930">
                  <a:moveTo>
                    <a:pt x="337819" y="125730"/>
                  </a:moveTo>
                  <a:lnTo>
                    <a:pt x="327660" y="125730"/>
                  </a:lnTo>
                  <a:lnTo>
                    <a:pt x="326390" y="127000"/>
                  </a:lnTo>
                  <a:lnTo>
                    <a:pt x="336550" y="127000"/>
                  </a:lnTo>
                  <a:lnTo>
                    <a:pt x="337819" y="125730"/>
                  </a:lnTo>
                  <a:close/>
                </a:path>
                <a:path w="463550" h="455930">
                  <a:moveTo>
                    <a:pt x="341630" y="121920"/>
                  </a:moveTo>
                  <a:lnTo>
                    <a:pt x="331470" y="121920"/>
                  </a:lnTo>
                  <a:lnTo>
                    <a:pt x="328930" y="124460"/>
                  </a:lnTo>
                  <a:lnTo>
                    <a:pt x="339090" y="124460"/>
                  </a:lnTo>
                  <a:lnTo>
                    <a:pt x="341630" y="121920"/>
                  </a:lnTo>
                  <a:close/>
                </a:path>
                <a:path w="463550" h="455930">
                  <a:moveTo>
                    <a:pt x="344169" y="119380"/>
                  </a:moveTo>
                  <a:lnTo>
                    <a:pt x="334010" y="119380"/>
                  </a:lnTo>
                  <a:lnTo>
                    <a:pt x="332740" y="120650"/>
                  </a:lnTo>
                  <a:lnTo>
                    <a:pt x="342900" y="120650"/>
                  </a:lnTo>
                  <a:lnTo>
                    <a:pt x="344169" y="119380"/>
                  </a:lnTo>
                  <a:close/>
                </a:path>
                <a:path w="463550" h="455930">
                  <a:moveTo>
                    <a:pt x="347980" y="115570"/>
                  </a:moveTo>
                  <a:lnTo>
                    <a:pt x="337820" y="115570"/>
                  </a:lnTo>
                  <a:lnTo>
                    <a:pt x="335280" y="118110"/>
                  </a:lnTo>
                  <a:lnTo>
                    <a:pt x="345440" y="118110"/>
                  </a:lnTo>
                  <a:lnTo>
                    <a:pt x="347980" y="115570"/>
                  </a:lnTo>
                  <a:close/>
                </a:path>
                <a:path w="463550" h="455930">
                  <a:moveTo>
                    <a:pt x="350519" y="113030"/>
                  </a:moveTo>
                  <a:lnTo>
                    <a:pt x="340360" y="113030"/>
                  </a:lnTo>
                  <a:lnTo>
                    <a:pt x="339090" y="114300"/>
                  </a:lnTo>
                  <a:lnTo>
                    <a:pt x="349250" y="114300"/>
                  </a:lnTo>
                  <a:lnTo>
                    <a:pt x="350519" y="113030"/>
                  </a:lnTo>
                  <a:close/>
                </a:path>
                <a:path w="463550" h="455930">
                  <a:moveTo>
                    <a:pt x="354330" y="109220"/>
                  </a:moveTo>
                  <a:lnTo>
                    <a:pt x="344170" y="109220"/>
                  </a:lnTo>
                  <a:lnTo>
                    <a:pt x="341630" y="111760"/>
                  </a:lnTo>
                  <a:lnTo>
                    <a:pt x="351790" y="111760"/>
                  </a:lnTo>
                  <a:lnTo>
                    <a:pt x="354330" y="109220"/>
                  </a:lnTo>
                  <a:close/>
                </a:path>
                <a:path w="463550" h="455930">
                  <a:moveTo>
                    <a:pt x="356869" y="106680"/>
                  </a:moveTo>
                  <a:lnTo>
                    <a:pt x="346710" y="106680"/>
                  </a:lnTo>
                  <a:lnTo>
                    <a:pt x="345440" y="107950"/>
                  </a:lnTo>
                  <a:lnTo>
                    <a:pt x="355600" y="107950"/>
                  </a:lnTo>
                  <a:lnTo>
                    <a:pt x="356869" y="106680"/>
                  </a:lnTo>
                  <a:close/>
                </a:path>
                <a:path w="463550" h="455930">
                  <a:moveTo>
                    <a:pt x="360680" y="102870"/>
                  </a:moveTo>
                  <a:lnTo>
                    <a:pt x="350520" y="102870"/>
                  </a:lnTo>
                  <a:lnTo>
                    <a:pt x="347980" y="105410"/>
                  </a:lnTo>
                  <a:lnTo>
                    <a:pt x="358140" y="105410"/>
                  </a:lnTo>
                  <a:lnTo>
                    <a:pt x="360680" y="102870"/>
                  </a:lnTo>
                  <a:close/>
                </a:path>
                <a:path w="463550" h="455930">
                  <a:moveTo>
                    <a:pt x="363219" y="100330"/>
                  </a:moveTo>
                  <a:lnTo>
                    <a:pt x="353060" y="100330"/>
                  </a:lnTo>
                  <a:lnTo>
                    <a:pt x="351790" y="101600"/>
                  </a:lnTo>
                  <a:lnTo>
                    <a:pt x="361950" y="101600"/>
                  </a:lnTo>
                  <a:lnTo>
                    <a:pt x="363219" y="100330"/>
                  </a:lnTo>
                  <a:close/>
                </a:path>
                <a:path w="463550" h="455930">
                  <a:moveTo>
                    <a:pt x="367030" y="96520"/>
                  </a:moveTo>
                  <a:lnTo>
                    <a:pt x="356870" y="96520"/>
                  </a:lnTo>
                  <a:lnTo>
                    <a:pt x="354330" y="99060"/>
                  </a:lnTo>
                  <a:lnTo>
                    <a:pt x="364490" y="99060"/>
                  </a:lnTo>
                  <a:lnTo>
                    <a:pt x="367030" y="96520"/>
                  </a:lnTo>
                  <a:close/>
                </a:path>
                <a:path w="463550" h="455930">
                  <a:moveTo>
                    <a:pt x="369569" y="93980"/>
                  </a:moveTo>
                  <a:lnTo>
                    <a:pt x="359410" y="93980"/>
                  </a:lnTo>
                  <a:lnTo>
                    <a:pt x="358140" y="95250"/>
                  </a:lnTo>
                  <a:lnTo>
                    <a:pt x="368300" y="95250"/>
                  </a:lnTo>
                  <a:lnTo>
                    <a:pt x="369569" y="93980"/>
                  </a:lnTo>
                  <a:close/>
                </a:path>
                <a:path w="463550" h="455930">
                  <a:moveTo>
                    <a:pt x="373380" y="90170"/>
                  </a:moveTo>
                  <a:lnTo>
                    <a:pt x="363220" y="90170"/>
                  </a:lnTo>
                  <a:lnTo>
                    <a:pt x="360680" y="92710"/>
                  </a:lnTo>
                  <a:lnTo>
                    <a:pt x="370840" y="92710"/>
                  </a:lnTo>
                  <a:lnTo>
                    <a:pt x="373380" y="90170"/>
                  </a:lnTo>
                  <a:close/>
                </a:path>
                <a:path w="463550" h="455930">
                  <a:moveTo>
                    <a:pt x="375919" y="87630"/>
                  </a:moveTo>
                  <a:lnTo>
                    <a:pt x="365760" y="87630"/>
                  </a:lnTo>
                  <a:lnTo>
                    <a:pt x="364490" y="88900"/>
                  </a:lnTo>
                  <a:lnTo>
                    <a:pt x="374650" y="88900"/>
                  </a:lnTo>
                  <a:lnTo>
                    <a:pt x="375919" y="87630"/>
                  </a:lnTo>
                  <a:close/>
                </a:path>
                <a:path w="463550" h="455930">
                  <a:moveTo>
                    <a:pt x="379730" y="83820"/>
                  </a:moveTo>
                  <a:lnTo>
                    <a:pt x="369570" y="83820"/>
                  </a:lnTo>
                  <a:lnTo>
                    <a:pt x="367030" y="86360"/>
                  </a:lnTo>
                  <a:lnTo>
                    <a:pt x="377190" y="86360"/>
                  </a:lnTo>
                  <a:lnTo>
                    <a:pt x="379730" y="83820"/>
                  </a:lnTo>
                  <a:close/>
                </a:path>
                <a:path w="463550" h="455930">
                  <a:moveTo>
                    <a:pt x="382269" y="81280"/>
                  </a:moveTo>
                  <a:lnTo>
                    <a:pt x="372110" y="81280"/>
                  </a:lnTo>
                  <a:lnTo>
                    <a:pt x="370840" y="82550"/>
                  </a:lnTo>
                  <a:lnTo>
                    <a:pt x="381000" y="82550"/>
                  </a:lnTo>
                  <a:lnTo>
                    <a:pt x="382269" y="81280"/>
                  </a:lnTo>
                  <a:close/>
                </a:path>
                <a:path w="463550" h="455930">
                  <a:moveTo>
                    <a:pt x="386080" y="77470"/>
                  </a:moveTo>
                  <a:lnTo>
                    <a:pt x="375920" y="77470"/>
                  </a:lnTo>
                  <a:lnTo>
                    <a:pt x="373380" y="80010"/>
                  </a:lnTo>
                  <a:lnTo>
                    <a:pt x="383540" y="80010"/>
                  </a:lnTo>
                  <a:lnTo>
                    <a:pt x="386080" y="77470"/>
                  </a:lnTo>
                  <a:close/>
                </a:path>
                <a:path w="463550" h="455930">
                  <a:moveTo>
                    <a:pt x="388619" y="74930"/>
                  </a:moveTo>
                  <a:lnTo>
                    <a:pt x="378460" y="74930"/>
                  </a:lnTo>
                  <a:lnTo>
                    <a:pt x="377190" y="76200"/>
                  </a:lnTo>
                  <a:lnTo>
                    <a:pt x="387350" y="76200"/>
                  </a:lnTo>
                  <a:lnTo>
                    <a:pt x="388619" y="74930"/>
                  </a:lnTo>
                  <a:close/>
                </a:path>
                <a:path w="463550" h="455930">
                  <a:moveTo>
                    <a:pt x="392430" y="71120"/>
                  </a:moveTo>
                  <a:lnTo>
                    <a:pt x="382270" y="71120"/>
                  </a:lnTo>
                  <a:lnTo>
                    <a:pt x="379730" y="73660"/>
                  </a:lnTo>
                  <a:lnTo>
                    <a:pt x="389890" y="73660"/>
                  </a:lnTo>
                  <a:lnTo>
                    <a:pt x="392430" y="71120"/>
                  </a:lnTo>
                  <a:close/>
                </a:path>
                <a:path w="463550" h="455930">
                  <a:moveTo>
                    <a:pt x="394969" y="68580"/>
                  </a:moveTo>
                  <a:lnTo>
                    <a:pt x="384810" y="68580"/>
                  </a:lnTo>
                  <a:lnTo>
                    <a:pt x="383540" y="69850"/>
                  </a:lnTo>
                  <a:lnTo>
                    <a:pt x="393700" y="69850"/>
                  </a:lnTo>
                  <a:lnTo>
                    <a:pt x="394969" y="68580"/>
                  </a:lnTo>
                  <a:close/>
                </a:path>
                <a:path w="463550" h="455930">
                  <a:moveTo>
                    <a:pt x="398780" y="64770"/>
                  </a:moveTo>
                  <a:lnTo>
                    <a:pt x="388620" y="64770"/>
                  </a:lnTo>
                  <a:lnTo>
                    <a:pt x="386080" y="67310"/>
                  </a:lnTo>
                  <a:lnTo>
                    <a:pt x="396240" y="67310"/>
                  </a:lnTo>
                  <a:lnTo>
                    <a:pt x="398780" y="64770"/>
                  </a:lnTo>
                  <a:close/>
                </a:path>
                <a:path w="463550" h="455930">
                  <a:moveTo>
                    <a:pt x="401319" y="62230"/>
                  </a:moveTo>
                  <a:lnTo>
                    <a:pt x="391160" y="62230"/>
                  </a:lnTo>
                  <a:lnTo>
                    <a:pt x="389890" y="63500"/>
                  </a:lnTo>
                  <a:lnTo>
                    <a:pt x="400050" y="63500"/>
                  </a:lnTo>
                  <a:lnTo>
                    <a:pt x="401319" y="62230"/>
                  </a:lnTo>
                  <a:close/>
                </a:path>
                <a:path w="463550" h="455930">
                  <a:moveTo>
                    <a:pt x="405130" y="58420"/>
                  </a:moveTo>
                  <a:lnTo>
                    <a:pt x="394970" y="58420"/>
                  </a:lnTo>
                  <a:lnTo>
                    <a:pt x="392430" y="60960"/>
                  </a:lnTo>
                  <a:lnTo>
                    <a:pt x="402590" y="60960"/>
                  </a:lnTo>
                  <a:lnTo>
                    <a:pt x="405130" y="58420"/>
                  </a:lnTo>
                  <a:close/>
                </a:path>
                <a:path w="463550" h="455930">
                  <a:moveTo>
                    <a:pt x="407669" y="55880"/>
                  </a:moveTo>
                  <a:lnTo>
                    <a:pt x="397510" y="55880"/>
                  </a:lnTo>
                  <a:lnTo>
                    <a:pt x="396240" y="57150"/>
                  </a:lnTo>
                  <a:lnTo>
                    <a:pt x="406400" y="57150"/>
                  </a:lnTo>
                  <a:lnTo>
                    <a:pt x="407669" y="55880"/>
                  </a:lnTo>
                  <a:close/>
                </a:path>
                <a:path w="463550" h="455930">
                  <a:moveTo>
                    <a:pt x="411480" y="52070"/>
                  </a:moveTo>
                  <a:lnTo>
                    <a:pt x="401320" y="52070"/>
                  </a:lnTo>
                  <a:lnTo>
                    <a:pt x="398780" y="54610"/>
                  </a:lnTo>
                  <a:lnTo>
                    <a:pt x="408940" y="54610"/>
                  </a:lnTo>
                  <a:lnTo>
                    <a:pt x="411480" y="52070"/>
                  </a:lnTo>
                  <a:close/>
                </a:path>
                <a:path w="463550" h="455930">
                  <a:moveTo>
                    <a:pt x="414019" y="49530"/>
                  </a:moveTo>
                  <a:lnTo>
                    <a:pt x="403860" y="49530"/>
                  </a:lnTo>
                  <a:lnTo>
                    <a:pt x="402590" y="50800"/>
                  </a:lnTo>
                  <a:lnTo>
                    <a:pt x="412750" y="50800"/>
                  </a:lnTo>
                  <a:lnTo>
                    <a:pt x="414019" y="49530"/>
                  </a:lnTo>
                  <a:close/>
                </a:path>
                <a:path w="463550" h="455930">
                  <a:moveTo>
                    <a:pt x="417830" y="45720"/>
                  </a:moveTo>
                  <a:lnTo>
                    <a:pt x="407670" y="45720"/>
                  </a:lnTo>
                  <a:lnTo>
                    <a:pt x="405130" y="48260"/>
                  </a:lnTo>
                  <a:lnTo>
                    <a:pt x="415290" y="48260"/>
                  </a:lnTo>
                  <a:lnTo>
                    <a:pt x="417830" y="45720"/>
                  </a:lnTo>
                  <a:close/>
                </a:path>
                <a:path w="463550" h="455930">
                  <a:moveTo>
                    <a:pt x="420369" y="43180"/>
                  </a:moveTo>
                  <a:lnTo>
                    <a:pt x="410210" y="43180"/>
                  </a:lnTo>
                  <a:lnTo>
                    <a:pt x="408940" y="44450"/>
                  </a:lnTo>
                  <a:lnTo>
                    <a:pt x="419100" y="44450"/>
                  </a:lnTo>
                  <a:lnTo>
                    <a:pt x="420369" y="43180"/>
                  </a:lnTo>
                  <a:close/>
                </a:path>
                <a:path w="463550" h="455930">
                  <a:moveTo>
                    <a:pt x="424180" y="39370"/>
                  </a:moveTo>
                  <a:lnTo>
                    <a:pt x="414020" y="39370"/>
                  </a:lnTo>
                  <a:lnTo>
                    <a:pt x="411480" y="41910"/>
                  </a:lnTo>
                  <a:lnTo>
                    <a:pt x="421640" y="41910"/>
                  </a:lnTo>
                  <a:lnTo>
                    <a:pt x="424180" y="39370"/>
                  </a:lnTo>
                  <a:close/>
                </a:path>
                <a:path w="463550" h="455930">
                  <a:moveTo>
                    <a:pt x="426719" y="36830"/>
                  </a:moveTo>
                  <a:lnTo>
                    <a:pt x="416560" y="36830"/>
                  </a:lnTo>
                  <a:lnTo>
                    <a:pt x="415290" y="38100"/>
                  </a:lnTo>
                  <a:lnTo>
                    <a:pt x="425450" y="38100"/>
                  </a:lnTo>
                  <a:lnTo>
                    <a:pt x="426719" y="36830"/>
                  </a:lnTo>
                  <a:close/>
                </a:path>
                <a:path w="463550" h="455930">
                  <a:moveTo>
                    <a:pt x="430530" y="33020"/>
                  </a:moveTo>
                  <a:lnTo>
                    <a:pt x="420370" y="33020"/>
                  </a:lnTo>
                  <a:lnTo>
                    <a:pt x="417830" y="35560"/>
                  </a:lnTo>
                  <a:lnTo>
                    <a:pt x="427990" y="35560"/>
                  </a:lnTo>
                  <a:lnTo>
                    <a:pt x="430530" y="33020"/>
                  </a:lnTo>
                  <a:close/>
                </a:path>
                <a:path w="463550" h="455930">
                  <a:moveTo>
                    <a:pt x="433069" y="30480"/>
                  </a:moveTo>
                  <a:lnTo>
                    <a:pt x="422910" y="30480"/>
                  </a:lnTo>
                  <a:lnTo>
                    <a:pt x="421640" y="31750"/>
                  </a:lnTo>
                  <a:lnTo>
                    <a:pt x="431800" y="31750"/>
                  </a:lnTo>
                  <a:lnTo>
                    <a:pt x="433069" y="30480"/>
                  </a:lnTo>
                  <a:close/>
                </a:path>
                <a:path w="463550" h="455930">
                  <a:moveTo>
                    <a:pt x="436880" y="26670"/>
                  </a:moveTo>
                  <a:lnTo>
                    <a:pt x="426720" y="26670"/>
                  </a:lnTo>
                  <a:lnTo>
                    <a:pt x="424180" y="29210"/>
                  </a:lnTo>
                  <a:lnTo>
                    <a:pt x="434340" y="29210"/>
                  </a:lnTo>
                  <a:lnTo>
                    <a:pt x="436880" y="26670"/>
                  </a:lnTo>
                  <a:close/>
                </a:path>
                <a:path w="463550" h="455930">
                  <a:moveTo>
                    <a:pt x="439419" y="24130"/>
                  </a:moveTo>
                  <a:lnTo>
                    <a:pt x="429260" y="24130"/>
                  </a:lnTo>
                  <a:lnTo>
                    <a:pt x="427990" y="25400"/>
                  </a:lnTo>
                  <a:lnTo>
                    <a:pt x="438150" y="25400"/>
                  </a:lnTo>
                  <a:lnTo>
                    <a:pt x="439419" y="24130"/>
                  </a:lnTo>
                  <a:close/>
                </a:path>
                <a:path w="463550" h="455930">
                  <a:moveTo>
                    <a:pt x="443230" y="20320"/>
                  </a:moveTo>
                  <a:lnTo>
                    <a:pt x="433070" y="20320"/>
                  </a:lnTo>
                  <a:lnTo>
                    <a:pt x="430530" y="22860"/>
                  </a:lnTo>
                  <a:lnTo>
                    <a:pt x="440690" y="22860"/>
                  </a:lnTo>
                  <a:lnTo>
                    <a:pt x="443230" y="20320"/>
                  </a:lnTo>
                  <a:close/>
                </a:path>
                <a:path w="463550" h="455930">
                  <a:moveTo>
                    <a:pt x="445769" y="17780"/>
                  </a:moveTo>
                  <a:lnTo>
                    <a:pt x="435610" y="17780"/>
                  </a:lnTo>
                  <a:lnTo>
                    <a:pt x="434340" y="19050"/>
                  </a:lnTo>
                  <a:lnTo>
                    <a:pt x="444500" y="19050"/>
                  </a:lnTo>
                  <a:lnTo>
                    <a:pt x="445769" y="17780"/>
                  </a:lnTo>
                  <a:close/>
                </a:path>
                <a:path w="463550" h="455930">
                  <a:moveTo>
                    <a:pt x="449580" y="13970"/>
                  </a:moveTo>
                  <a:lnTo>
                    <a:pt x="439420" y="13970"/>
                  </a:lnTo>
                  <a:lnTo>
                    <a:pt x="436880" y="16510"/>
                  </a:lnTo>
                  <a:lnTo>
                    <a:pt x="447040" y="16510"/>
                  </a:lnTo>
                  <a:lnTo>
                    <a:pt x="449580" y="13970"/>
                  </a:lnTo>
                  <a:close/>
                </a:path>
                <a:path w="463550" h="455930">
                  <a:moveTo>
                    <a:pt x="452119" y="11430"/>
                  </a:moveTo>
                  <a:lnTo>
                    <a:pt x="441960" y="11430"/>
                  </a:lnTo>
                  <a:lnTo>
                    <a:pt x="440690" y="12700"/>
                  </a:lnTo>
                  <a:lnTo>
                    <a:pt x="450850" y="12700"/>
                  </a:lnTo>
                  <a:lnTo>
                    <a:pt x="452119" y="11430"/>
                  </a:lnTo>
                  <a:close/>
                </a:path>
                <a:path w="463550" h="455930">
                  <a:moveTo>
                    <a:pt x="455930" y="7620"/>
                  </a:moveTo>
                  <a:lnTo>
                    <a:pt x="445770" y="7620"/>
                  </a:lnTo>
                  <a:lnTo>
                    <a:pt x="443230" y="10160"/>
                  </a:lnTo>
                  <a:lnTo>
                    <a:pt x="453390" y="10160"/>
                  </a:lnTo>
                  <a:lnTo>
                    <a:pt x="455930" y="7620"/>
                  </a:lnTo>
                  <a:close/>
                </a:path>
                <a:path w="463550" h="455930">
                  <a:moveTo>
                    <a:pt x="458469" y="5080"/>
                  </a:moveTo>
                  <a:lnTo>
                    <a:pt x="448310" y="5080"/>
                  </a:lnTo>
                  <a:lnTo>
                    <a:pt x="447040" y="6350"/>
                  </a:lnTo>
                  <a:lnTo>
                    <a:pt x="457200" y="6350"/>
                  </a:lnTo>
                  <a:lnTo>
                    <a:pt x="458469" y="5080"/>
                  </a:lnTo>
                  <a:close/>
                </a:path>
                <a:path w="463550" h="455930">
                  <a:moveTo>
                    <a:pt x="463550" y="0"/>
                  </a:moveTo>
                  <a:lnTo>
                    <a:pt x="454659" y="0"/>
                  </a:lnTo>
                  <a:lnTo>
                    <a:pt x="454659" y="1270"/>
                  </a:lnTo>
                  <a:lnTo>
                    <a:pt x="452120" y="1270"/>
                  </a:lnTo>
                  <a:lnTo>
                    <a:pt x="449580" y="3810"/>
                  </a:lnTo>
                  <a:lnTo>
                    <a:pt x="459740" y="3810"/>
                  </a:lnTo>
                  <a:lnTo>
                    <a:pt x="463550" y="0"/>
                  </a:lnTo>
                  <a:close/>
                </a:path>
                <a:path w="463550" h="455930">
                  <a:moveTo>
                    <a:pt x="278129" y="185420"/>
                  </a:moveTo>
                  <a:lnTo>
                    <a:pt x="267969" y="185420"/>
                  </a:lnTo>
                  <a:lnTo>
                    <a:pt x="242570" y="210820"/>
                  </a:lnTo>
                  <a:lnTo>
                    <a:pt x="252730" y="210820"/>
                  </a:lnTo>
                  <a:lnTo>
                    <a:pt x="278129" y="185420"/>
                  </a:lnTo>
                  <a:close/>
                </a:path>
                <a:path w="463550" h="455930">
                  <a:moveTo>
                    <a:pt x="252729" y="210820"/>
                  </a:moveTo>
                  <a:lnTo>
                    <a:pt x="242569" y="210820"/>
                  </a:lnTo>
                  <a:lnTo>
                    <a:pt x="191770" y="261620"/>
                  </a:lnTo>
                  <a:lnTo>
                    <a:pt x="201930" y="261620"/>
                  </a:lnTo>
                  <a:lnTo>
                    <a:pt x="252729" y="210820"/>
                  </a:lnTo>
                  <a:close/>
                </a:path>
                <a:path w="463550" h="455930">
                  <a:moveTo>
                    <a:pt x="11430" y="452120"/>
                  </a:moveTo>
                  <a:lnTo>
                    <a:pt x="1270" y="452120"/>
                  </a:lnTo>
                  <a:lnTo>
                    <a:pt x="0" y="453390"/>
                  </a:lnTo>
                  <a:lnTo>
                    <a:pt x="2539" y="453390"/>
                  </a:lnTo>
                  <a:lnTo>
                    <a:pt x="2539" y="455930"/>
                  </a:lnTo>
                  <a:lnTo>
                    <a:pt x="7619" y="455930"/>
                  </a:lnTo>
                  <a:lnTo>
                    <a:pt x="7619" y="454660"/>
                  </a:lnTo>
                  <a:lnTo>
                    <a:pt x="8889" y="454660"/>
                  </a:lnTo>
                  <a:lnTo>
                    <a:pt x="11430" y="452120"/>
                  </a:lnTo>
                  <a:close/>
                </a:path>
                <a:path w="463550" h="455930">
                  <a:moveTo>
                    <a:pt x="13969" y="449580"/>
                  </a:moveTo>
                  <a:lnTo>
                    <a:pt x="3810" y="449580"/>
                  </a:lnTo>
                  <a:lnTo>
                    <a:pt x="2539" y="450850"/>
                  </a:lnTo>
                  <a:lnTo>
                    <a:pt x="12699" y="450850"/>
                  </a:lnTo>
                  <a:lnTo>
                    <a:pt x="13969" y="449580"/>
                  </a:lnTo>
                  <a:close/>
                </a:path>
                <a:path w="463550" h="455930">
                  <a:moveTo>
                    <a:pt x="17780" y="445770"/>
                  </a:moveTo>
                  <a:lnTo>
                    <a:pt x="7620" y="445770"/>
                  </a:lnTo>
                  <a:lnTo>
                    <a:pt x="5079" y="448310"/>
                  </a:lnTo>
                  <a:lnTo>
                    <a:pt x="15239" y="448310"/>
                  </a:lnTo>
                  <a:lnTo>
                    <a:pt x="17780" y="445770"/>
                  </a:lnTo>
                  <a:close/>
                </a:path>
                <a:path w="463550" h="455930">
                  <a:moveTo>
                    <a:pt x="20319" y="443230"/>
                  </a:moveTo>
                  <a:lnTo>
                    <a:pt x="10160" y="443230"/>
                  </a:lnTo>
                  <a:lnTo>
                    <a:pt x="8889" y="444500"/>
                  </a:lnTo>
                  <a:lnTo>
                    <a:pt x="19049" y="444500"/>
                  </a:lnTo>
                  <a:lnTo>
                    <a:pt x="20319" y="443230"/>
                  </a:lnTo>
                  <a:close/>
                </a:path>
                <a:path w="463550" h="455930">
                  <a:moveTo>
                    <a:pt x="24130" y="439420"/>
                  </a:moveTo>
                  <a:lnTo>
                    <a:pt x="13970" y="439420"/>
                  </a:lnTo>
                  <a:lnTo>
                    <a:pt x="11429" y="441960"/>
                  </a:lnTo>
                  <a:lnTo>
                    <a:pt x="21589" y="441960"/>
                  </a:lnTo>
                  <a:lnTo>
                    <a:pt x="24130" y="439420"/>
                  </a:lnTo>
                  <a:close/>
                </a:path>
                <a:path w="463550" h="455930">
                  <a:moveTo>
                    <a:pt x="26669" y="436880"/>
                  </a:moveTo>
                  <a:lnTo>
                    <a:pt x="16510" y="436880"/>
                  </a:lnTo>
                  <a:lnTo>
                    <a:pt x="15239" y="438150"/>
                  </a:lnTo>
                  <a:lnTo>
                    <a:pt x="25399" y="438150"/>
                  </a:lnTo>
                  <a:lnTo>
                    <a:pt x="26669" y="436880"/>
                  </a:lnTo>
                  <a:close/>
                </a:path>
                <a:path w="463550" h="455930">
                  <a:moveTo>
                    <a:pt x="30480" y="433070"/>
                  </a:moveTo>
                  <a:lnTo>
                    <a:pt x="20320" y="433070"/>
                  </a:lnTo>
                  <a:lnTo>
                    <a:pt x="17779" y="435610"/>
                  </a:lnTo>
                  <a:lnTo>
                    <a:pt x="27939" y="435610"/>
                  </a:lnTo>
                  <a:lnTo>
                    <a:pt x="30480" y="433070"/>
                  </a:lnTo>
                  <a:close/>
                </a:path>
                <a:path w="463550" h="455930">
                  <a:moveTo>
                    <a:pt x="33019" y="430530"/>
                  </a:moveTo>
                  <a:lnTo>
                    <a:pt x="22860" y="430530"/>
                  </a:lnTo>
                  <a:lnTo>
                    <a:pt x="21589" y="431800"/>
                  </a:lnTo>
                  <a:lnTo>
                    <a:pt x="31749" y="431800"/>
                  </a:lnTo>
                  <a:lnTo>
                    <a:pt x="33019" y="430530"/>
                  </a:lnTo>
                  <a:close/>
                </a:path>
                <a:path w="463550" h="455930">
                  <a:moveTo>
                    <a:pt x="36830" y="426720"/>
                  </a:moveTo>
                  <a:lnTo>
                    <a:pt x="26670" y="426720"/>
                  </a:lnTo>
                  <a:lnTo>
                    <a:pt x="24129" y="429260"/>
                  </a:lnTo>
                  <a:lnTo>
                    <a:pt x="34289" y="429260"/>
                  </a:lnTo>
                  <a:lnTo>
                    <a:pt x="36830" y="426720"/>
                  </a:lnTo>
                  <a:close/>
                </a:path>
                <a:path w="463550" h="455930">
                  <a:moveTo>
                    <a:pt x="39369" y="424180"/>
                  </a:moveTo>
                  <a:lnTo>
                    <a:pt x="29210" y="424180"/>
                  </a:lnTo>
                  <a:lnTo>
                    <a:pt x="27939" y="425450"/>
                  </a:lnTo>
                  <a:lnTo>
                    <a:pt x="38099" y="425450"/>
                  </a:lnTo>
                  <a:lnTo>
                    <a:pt x="39369" y="424180"/>
                  </a:lnTo>
                  <a:close/>
                </a:path>
                <a:path w="463550" h="455930">
                  <a:moveTo>
                    <a:pt x="43180" y="420370"/>
                  </a:moveTo>
                  <a:lnTo>
                    <a:pt x="33020" y="420370"/>
                  </a:lnTo>
                  <a:lnTo>
                    <a:pt x="30479" y="422910"/>
                  </a:lnTo>
                  <a:lnTo>
                    <a:pt x="40639" y="422910"/>
                  </a:lnTo>
                  <a:lnTo>
                    <a:pt x="43180" y="420370"/>
                  </a:lnTo>
                  <a:close/>
                </a:path>
                <a:path w="463550" h="455930">
                  <a:moveTo>
                    <a:pt x="45719" y="417830"/>
                  </a:moveTo>
                  <a:lnTo>
                    <a:pt x="35560" y="417830"/>
                  </a:lnTo>
                  <a:lnTo>
                    <a:pt x="34289" y="419100"/>
                  </a:lnTo>
                  <a:lnTo>
                    <a:pt x="44449" y="419100"/>
                  </a:lnTo>
                  <a:lnTo>
                    <a:pt x="45719" y="417830"/>
                  </a:lnTo>
                  <a:close/>
                </a:path>
                <a:path w="463550" h="455930">
                  <a:moveTo>
                    <a:pt x="49530" y="414020"/>
                  </a:moveTo>
                  <a:lnTo>
                    <a:pt x="39370" y="414020"/>
                  </a:lnTo>
                  <a:lnTo>
                    <a:pt x="36829" y="416560"/>
                  </a:lnTo>
                  <a:lnTo>
                    <a:pt x="46989" y="416560"/>
                  </a:lnTo>
                  <a:lnTo>
                    <a:pt x="49530" y="414020"/>
                  </a:lnTo>
                  <a:close/>
                </a:path>
                <a:path w="463550" h="455930">
                  <a:moveTo>
                    <a:pt x="52069" y="411480"/>
                  </a:moveTo>
                  <a:lnTo>
                    <a:pt x="41910" y="411480"/>
                  </a:lnTo>
                  <a:lnTo>
                    <a:pt x="40639" y="412750"/>
                  </a:lnTo>
                  <a:lnTo>
                    <a:pt x="50799" y="412750"/>
                  </a:lnTo>
                  <a:lnTo>
                    <a:pt x="52069" y="411480"/>
                  </a:lnTo>
                  <a:close/>
                </a:path>
                <a:path w="463550" h="455930">
                  <a:moveTo>
                    <a:pt x="55880" y="407670"/>
                  </a:moveTo>
                  <a:lnTo>
                    <a:pt x="45720" y="407670"/>
                  </a:lnTo>
                  <a:lnTo>
                    <a:pt x="43179" y="410210"/>
                  </a:lnTo>
                  <a:lnTo>
                    <a:pt x="53339" y="410210"/>
                  </a:lnTo>
                  <a:lnTo>
                    <a:pt x="55880" y="407670"/>
                  </a:lnTo>
                  <a:close/>
                </a:path>
                <a:path w="463550" h="455930">
                  <a:moveTo>
                    <a:pt x="58419" y="405130"/>
                  </a:moveTo>
                  <a:lnTo>
                    <a:pt x="48260" y="405130"/>
                  </a:lnTo>
                  <a:lnTo>
                    <a:pt x="46989" y="406400"/>
                  </a:lnTo>
                  <a:lnTo>
                    <a:pt x="57149" y="406400"/>
                  </a:lnTo>
                  <a:lnTo>
                    <a:pt x="58419" y="405130"/>
                  </a:lnTo>
                  <a:close/>
                </a:path>
                <a:path w="463550" h="455930">
                  <a:moveTo>
                    <a:pt x="62230" y="401320"/>
                  </a:moveTo>
                  <a:lnTo>
                    <a:pt x="52070" y="401320"/>
                  </a:lnTo>
                  <a:lnTo>
                    <a:pt x="49529" y="403860"/>
                  </a:lnTo>
                  <a:lnTo>
                    <a:pt x="59689" y="403860"/>
                  </a:lnTo>
                  <a:lnTo>
                    <a:pt x="62230" y="401320"/>
                  </a:lnTo>
                  <a:close/>
                </a:path>
                <a:path w="463550" h="455930">
                  <a:moveTo>
                    <a:pt x="64769" y="398780"/>
                  </a:moveTo>
                  <a:lnTo>
                    <a:pt x="54610" y="398780"/>
                  </a:lnTo>
                  <a:lnTo>
                    <a:pt x="53339" y="400050"/>
                  </a:lnTo>
                  <a:lnTo>
                    <a:pt x="63499" y="400050"/>
                  </a:lnTo>
                  <a:lnTo>
                    <a:pt x="64769" y="398780"/>
                  </a:lnTo>
                  <a:close/>
                </a:path>
                <a:path w="463550" h="455930">
                  <a:moveTo>
                    <a:pt x="68580" y="394970"/>
                  </a:moveTo>
                  <a:lnTo>
                    <a:pt x="58420" y="394970"/>
                  </a:lnTo>
                  <a:lnTo>
                    <a:pt x="55879" y="397510"/>
                  </a:lnTo>
                  <a:lnTo>
                    <a:pt x="66039" y="397510"/>
                  </a:lnTo>
                  <a:lnTo>
                    <a:pt x="68580" y="394970"/>
                  </a:lnTo>
                  <a:close/>
                </a:path>
                <a:path w="463550" h="455930">
                  <a:moveTo>
                    <a:pt x="71119" y="392430"/>
                  </a:moveTo>
                  <a:lnTo>
                    <a:pt x="60960" y="392430"/>
                  </a:lnTo>
                  <a:lnTo>
                    <a:pt x="59689" y="393700"/>
                  </a:lnTo>
                  <a:lnTo>
                    <a:pt x="69849" y="393700"/>
                  </a:lnTo>
                  <a:lnTo>
                    <a:pt x="71119" y="392430"/>
                  </a:lnTo>
                  <a:close/>
                </a:path>
                <a:path w="463550" h="455930">
                  <a:moveTo>
                    <a:pt x="74930" y="388620"/>
                  </a:moveTo>
                  <a:lnTo>
                    <a:pt x="64770" y="388620"/>
                  </a:lnTo>
                  <a:lnTo>
                    <a:pt x="62229" y="391160"/>
                  </a:lnTo>
                  <a:lnTo>
                    <a:pt x="72389" y="391160"/>
                  </a:lnTo>
                  <a:lnTo>
                    <a:pt x="74930" y="388620"/>
                  </a:lnTo>
                  <a:close/>
                </a:path>
                <a:path w="463550" h="455930">
                  <a:moveTo>
                    <a:pt x="77469" y="386080"/>
                  </a:moveTo>
                  <a:lnTo>
                    <a:pt x="67310" y="386080"/>
                  </a:lnTo>
                  <a:lnTo>
                    <a:pt x="66039" y="387350"/>
                  </a:lnTo>
                  <a:lnTo>
                    <a:pt x="76199" y="387350"/>
                  </a:lnTo>
                  <a:lnTo>
                    <a:pt x="77469" y="386080"/>
                  </a:lnTo>
                  <a:close/>
                </a:path>
                <a:path w="463550" h="455930">
                  <a:moveTo>
                    <a:pt x="81280" y="382270"/>
                  </a:moveTo>
                  <a:lnTo>
                    <a:pt x="71120" y="382270"/>
                  </a:lnTo>
                  <a:lnTo>
                    <a:pt x="68579" y="384810"/>
                  </a:lnTo>
                  <a:lnTo>
                    <a:pt x="78739" y="384810"/>
                  </a:lnTo>
                  <a:lnTo>
                    <a:pt x="81280" y="382270"/>
                  </a:lnTo>
                  <a:close/>
                </a:path>
                <a:path w="463550" h="455930">
                  <a:moveTo>
                    <a:pt x="83819" y="379730"/>
                  </a:moveTo>
                  <a:lnTo>
                    <a:pt x="73660" y="379730"/>
                  </a:lnTo>
                  <a:lnTo>
                    <a:pt x="72389" y="381000"/>
                  </a:lnTo>
                  <a:lnTo>
                    <a:pt x="82549" y="381000"/>
                  </a:lnTo>
                  <a:lnTo>
                    <a:pt x="83819" y="379730"/>
                  </a:lnTo>
                  <a:close/>
                </a:path>
                <a:path w="463550" h="455930">
                  <a:moveTo>
                    <a:pt x="87630" y="375920"/>
                  </a:moveTo>
                  <a:lnTo>
                    <a:pt x="77470" y="375920"/>
                  </a:lnTo>
                  <a:lnTo>
                    <a:pt x="74929" y="378460"/>
                  </a:lnTo>
                  <a:lnTo>
                    <a:pt x="85089" y="378460"/>
                  </a:lnTo>
                  <a:lnTo>
                    <a:pt x="87630" y="375920"/>
                  </a:lnTo>
                  <a:close/>
                </a:path>
                <a:path w="463550" h="455930">
                  <a:moveTo>
                    <a:pt x="90169" y="373380"/>
                  </a:moveTo>
                  <a:lnTo>
                    <a:pt x="80010" y="373380"/>
                  </a:lnTo>
                  <a:lnTo>
                    <a:pt x="78739" y="374650"/>
                  </a:lnTo>
                  <a:lnTo>
                    <a:pt x="88899" y="374650"/>
                  </a:lnTo>
                  <a:lnTo>
                    <a:pt x="90169" y="373380"/>
                  </a:lnTo>
                  <a:close/>
                </a:path>
                <a:path w="463550" h="455930">
                  <a:moveTo>
                    <a:pt x="93980" y="369570"/>
                  </a:moveTo>
                  <a:lnTo>
                    <a:pt x="83820" y="369570"/>
                  </a:lnTo>
                  <a:lnTo>
                    <a:pt x="81279" y="372110"/>
                  </a:lnTo>
                  <a:lnTo>
                    <a:pt x="91439" y="372110"/>
                  </a:lnTo>
                  <a:lnTo>
                    <a:pt x="93980" y="369570"/>
                  </a:lnTo>
                  <a:close/>
                </a:path>
                <a:path w="463550" h="455930">
                  <a:moveTo>
                    <a:pt x="96519" y="367030"/>
                  </a:moveTo>
                  <a:lnTo>
                    <a:pt x="86360" y="367030"/>
                  </a:lnTo>
                  <a:lnTo>
                    <a:pt x="85089" y="368300"/>
                  </a:lnTo>
                  <a:lnTo>
                    <a:pt x="95249" y="368300"/>
                  </a:lnTo>
                  <a:lnTo>
                    <a:pt x="96519" y="367030"/>
                  </a:lnTo>
                  <a:close/>
                </a:path>
                <a:path w="463550" h="455930">
                  <a:moveTo>
                    <a:pt x="100330" y="363220"/>
                  </a:moveTo>
                  <a:lnTo>
                    <a:pt x="90170" y="363220"/>
                  </a:lnTo>
                  <a:lnTo>
                    <a:pt x="87629" y="365760"/>
                  </a:lnTo>
                  <a:lnTo>
                    <a:pt x="97789" y="365760"/>
                  </a:lnTo>
                  <a:lnTo>
                    <a:pt x="100330" y="363220"/>
                  </a:lnTo>
                  <a:close/>
                </a:path>
                <a:path w="463550" h="455930">
                  <a:moveTo>
                    <a:pt x="102869" y="360680"/>
                  </a:moveTo>
                  <a:lnTo>
                    <a:pt x="92710" y="360680"/>
                  </a:lnTo>
                  <a:lnTo>
                    <a:pt x="91439" y="361950"/>
                  </a:lnTo>
                  <a:lnTo>
                    <a:pt x="101599" y="361950"/>
                  </a:lnTo>
                  <a:lnTo>
                    <a:pt x="102869" y="360680"/>
                  </a:lnTo>
                  <a:close/>
                </a:path>
                <a:path w="463550" h="455930">
                  <a:moveTo>
                    <a:pt x="106680" y="356870"/>
                  </a:moveTo>
                  <a:lnTo>
                    <a:pt x="96520" y="356870"/>
                  </a:lnTo>
                  <a:lnTo>
                    <a:pt x="93979" y="359410"/>
                  </a:lnTo>
                  <a:lnTo>
                    <a:pt x="104139" y="359410"/>
                  </a:lnTo>
                  <a:lnTo>
                    <a:pt x="106680" y="356870"/>
                  </a:lnTo>
                  <a:close/>
                </a:path>
                <a:path w="463550" h="455930">
                  <a:moveTo>
                    <a:pt x="109219" y="354330"/>
                  </a:moveTo>
                  <a:lnTo>
                    <a:pt x="99060" y="354330"/>
                  </a:lnTo>
                  <a:lnTo>
                    <a:pt x="97789" y="355600"/>
                  </a:lnTo>
                  <a:lnTo>
                    <a:pt x="107949" y="355600"/>
                  </a:lnTo>
                  <a:lnTo>
                    <a:pt x="109219" y="354330"/>
                  </a:lnTo>
                  <a:close/>
                </a:path>
                <a:path w="463550" h="455930">
                  <a:moveTo>
                    <a:pt x="113030" y="350520"/>
                  </a:moveTo>
                  <a:lnTo>
                    <a:pt x="102870" y="350520"/>
                  </a:lnTo>
                  <a:lnTo>
                    <a:pt x="100329" y="353060"/>
                  </a:lnTo>
                  <a:lnTo>
                    <a:pt x="110489" y="353060"/>
                  </a:lnTo>
                  <a:lnTo>
                    <a:pt x="113030" y="350520"/>
                  </a:lnTo>
                  <a:close/>
                </a:path>
                <a:path w="463550" h="455930">
                  <a:moveTo>
                    <a:pt x="115569" y="347980"/>
                  </a:moveTo>
                  <a:lnTo>
                    <a:pt x="105410" y="347980"/>
                  </a:lnTo>
                  <a:lnTo>
                    <a:pt x="104139" y="349250"/>
                  </a:lnTo>
                  <a:lnTo>
                    <a:pt x="114299" y="349250"/>
                  </a:lnTo>
                  <a:lnTo>
                    <a:pt x="115569" y="347980"/>
                  </a:lnTo>
                  <a:close/>
                </a:path>
                <a:path w="463550" h="455930">
                  <a:moveTo>
                    <a:pt x="119380" y="344170"/>
                  </a:moveTo>
                  <a:lnTo>
                    <a:pt x="109220" y="344170"/>
                  </a:lnTo>
                  <a:lnTo>
                    <a:pt x="106679" y="346710"/>
                  </a:lnTo>
                  <a:lnTo>
                    <a:pt x="116839" y="346710"/>
                  </a:lnTo>
                  <a:lnTo>
                    <a:pt x="119380" y="344170"/>
                  </a:lnTo>
                  <a:close/>
                </a:path>
                <a:path w="463550" h="455930">
                  <a:moveTo>
                    <a:pt x="121919" y="341630"/>
                  </a:moveTo>
                  <a:lnTo>
                    <a:pt x="111760" y="341630"/>
                  </a:lnTo>
                  <a:lnTo>
                    <a:pt x="110489" y="342900"/>
                  </a:lnTo>
                  <a:lnTo>
                    <a:pt x="120649" y="342900"/>
                  </a:lnTo>
                  <a:lnTo>
                    <a:pt x="121919" y="341630"/>
                  </a:lnTo>
                  <a:close/>
                </a:path>
                <a:path w="463550" h="455930">
                  <a:moveTo>
                    <a:pt x="134619" y="328930"/>
                  </a:moveTo>
                  <a:lnTo>
                    <a:pt x="124460" y="328930"/>
                  </a:lnTo>
                  <a:lnTo>
                    <a:pt x="113029" y="340360"/>
                  </a:lnTo>
                  <a:lnTo>
                    <a:pt x="123189" y="340360"/>
                  </a:lnTo>
                  <a:lnTo>
                    <a:pt x="134619" y="328930"/>
                  </a:lnTo>
                  <a:close/>
                </a:path>
                <a:path w="463550" h="455930">
                  <a:moveTo>
                    <a:pt x="147319" y="316230"/>
                  </a:moveTo>
                  <a:lnTo>
                    <a:pt x="137160" y="316230"/>
                  </a:lnTo>
                  <a:lnTo>
                    <a:pt x="125729" y="327660"/>
                  </a:lnTo>
                  <a:lnTo>
                    <a:pt x="135889" y="327660"/>
                  </a:lnTo>
                  <a:lnTo>
                    <a:pt x="147319" y="316230"/>
                  </a:lnTo>
                  <a:close/>
                </a:path>
                <a:path w="463550" h="455930">
                  <a:moveTo>
                    <a:pt x="151130" y="312420"/>
                  </a:moveTo>
                  <a:lnTo>
                    <a:pt x="140970" y="312420"/>
                  </a:lnTo>
                  <a:lnTo>
                    <a:pt x="138429" y="314960"/>
                  </a:lnTo>
                  <a:lnTo>
                    <a:pt x="148589" y="314960"/>
                  </a:lnTo>
                  <a:lnTo>
                    <a:pt x="151130" y="312420"/>
                  </a:lnTo>
                  <a:close/>
                </a:path>
                <a:path w="463550" h="455930">
                  <a:moveTo>
                    <a:pt x="153669" y="309880"/>
                  </a:moveTo>
                  <a:lnTo>
                    <a:pt x="143510" y="309880"/>
                  </a:lnTo>
                  <a:lnTo>
                    <a:pt x="142239" y="311150"/>
                  </a:lnTo>
                  <a:lnTo>
                    <a:pt x="152399" y="311150"/>
                  </a:lnTo>
                  <a:lnTo>
                    <a:pt x="153669" y="309880"/>
                  </a:lnTo>
                  <a:close/>
                </a:path>
                <a:path w="463550" h="455930">
                  <a:moveTo>
                    <a:pt x="157480" y="306070"/>
                  </a:moveTo>
                  <a:lnTo>
                    <a:pt x="147320" y="306070"/>
                  </a:lnTo>
                  <a:lnTo>
                    <a:pt x="144779" y="308610"/>
                  </a:lnTo>
                  <a:lnTo>
                    <a:pt x="154939" y="308610"/>
                  </a:lnTo>
                  <a:lnTo>
                    <a:pt x="157480" y="306070"/>
                  </a:lnTo>
                  <a:close/>
                </a:path>
                <a:path w="463550" h="455930">
                  <a:moveTo>
                    <a:pt x="170180" y="293370"/>
                  </a:moveTo>
                  <a:lnTo>
                    <a:pt x="160020" y="293370"/>
                  </a:lnTo>
                  <a:lnTo>
                    <a:pt x="148589" y="304800"/>
                  </a:lnTo>
                  <a:lnTo>
                    <a:pt x="158749" y="304800"/>
                  </a:lnTo>
                  <a:lnTo>
                    <a:pt x="170180" y="293370"/>
                  </a:lnTo>
                  <a:close/>
                </a:path>
                <a:path w="463550" h="455930">
                  <a:moveTo>
                    <a:pt x="179069" y="284480"/>
                  </a:moveTo>
                  <a:lnTo>
                    <a:pt x="168910" y="284480"/>
                  </a:lnTo>
                  <a:lnTo>
                    <a:pt x="161289" y="292100"/>
                  </a:lnTo>
                  <a:lnTo>
                    <a:pt x="171449" y="292100"/>
                  </a:lnTo>
                  <a:lnTo>
                    <a:pt x="179069" y="284480"/>
                  </a:lnTo>
                  <a:close/>
                </a:path>
                <a:path w="463550" h="455930">
                  <a:moveTo>
                    <a:pt x="195580" y="267970"/>
                  </a:moveTo>
                  <a:lnTo>
                    <a:pt x="185420" y="267970"/>
                  </a:lnTo>
                  <a:lnTo>
                    <a:pt x="170180" y="283210"/>
                  </a:lnTo>
                  <a:lnTo>
                    <a:pt x="180339" y="283210"/>
                  </a:lnTo>
                  <a:lnTo>
                    <a:pt x="195580" y="267970"/>
                  </a:lnTo>
                  <a:close/>
                </a:path>
                <a:path w="463550" h="455930">
                  <a:moveTo>
                    <a:pt x="200659" y="262890"/>
                  </a:moveTo>
                  <a:lnTo>
                    <a:pt x="190500" y="262890"/>
                  </a:lnTo>
                  <a:lnTo>
                    <a:pt x="186690" y="266700"/>
                  </a:lnTo>
                  <a:lnTo>
                    <a:pt x="196849" y="266700"/>
                  </a:lnTo>
                  <a:lnTo>
                    <a:pt x="200659" y="262890"/>
                  </a:lnTo>
                  <a:close/>
                </a:path>
              </a:pathLst>
            </a:custGeom>
            <a:solidFill>
              <a:srgbClr val="8F4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0">
              <a:extLst>
                <a:ext uri="{FF2B5EF4-FFF2-40B4-BE49-F238E27FC236}">
                  <a16:creationId xmlns:a16="http://schemas.microsoft.com/office/drawing/2014/main" id="{CB603CD3-7C87-12AB-82CB-B28B2BF9533E}"/>
                </a:ext>
              </a:extLst>
            </p:cNvPr>
            <p:cNvSpPr/>
            <p:nvPr/>
          </p:nvSpPr>
          <p:spPr>
            <a:xfrm>
              <a:off x="2649220" y="2594609"/>
              <a:ext cx="459740" cy="458470"/>
            </a:xfrm>
            <a:custGeom>
              <a:avLst/>
              <a:gdLst/>
              <a:ahLst/>
              <a:cxnLst/>
              <a:rect l="l" t="t" r="r" b="b"/>
              <a:pathLst>
                <a:path w="459739" h="458469">
                  <a:moveTo>
                    <a:pt x="285750" y="179070"/>
                  </a:moveTo>
                  <a:lnTo>
                    <a:pt x="275590" y="179070"/>
                  </a:lnTo>
                  <a:lnTo>
                    <a:pt x="269240" y="185420"/>
                  </a:lnTo>
                  <a:lnTo>
                    <a:pt x="279400" y="185420"/>
                  </a:lnTo>
                  <a:lnTo>
                    <a:pt x="285750" y="179070"/>
                  </a:lnTo>
                  <a:close/>
                </a:path>
                <a:path w="459739" h="458469">
                  <a:moveTo>
                    <a:pt x="288290" y="176530"/>
                  </a:moveTo>
                  <a:lnTo>
                    <a:pt x="278130" y="176530"/>
                  </a:lnTo>
                  <a:lnTo>
                    <a:pt x="276860" y="177800"/>
                  </a:lnTo>
                  <a:lnTo>
                    <a:pt x="287020" y="177800"/>
                  </a:lnTo>
                  <a:lnTo>
                    <a:pt x="288290" y="176530"/>
                  </a:lnTo>
                  <a:close/>
                </a:path>
                <a:path w="459739" h="458469">
                  <a:moveTo>
                    <a:pt x="292100" y="172720"/>
                  </a:moveTo>
                  <a:lnTo>
                    <a:pt x="281940" y="172720"/>
                  </a:lnTo>
                  <a:lnTo>
                    <a:pt x="279400" y="175260"/>
                  </a:lnTo>
                  <a:lnTo>
                    <a:pt x="289560" y="175260"/>
                  </a:lnTo>
                  <a:lnTo>
                    <a:pt x="292100" y="172720"/>
                  </a:lnTo>
                  <a:close/>
                </a:path>
                <a:path w="459739" h="458469">
                  <a:moveTo>
                    <a:pt x="294640" y="170180"/>
                  </a:moveTo>
                  <a:lnTo>
                    <a:pt x="284480" y="170180"/>
                  </a:lnTo>
                  <a:lnTo>
                    <a:pt x="283210" y="171450"/>
                  </a:lnTo>
                  <a:lnTo>
                    <a:pt x="293370" y="171450"/>
                  </a:lnTo>
                  <a:lnTo>
                    <a:pt x="294640" y="170180"/>
                  </a:lnTo>
                  <a:close/>
                </a:path>
                <a:path w="459739" h="458469">
                  <a:moveTo>
                    <a:pt x="298450" y="166370"/>
                  </a:moveTo>
                  <a:lnTo>
                    <a:pt x="288290" y="166370"/>
                  </a:lnTo>
                  <a:lnTo>
                    <a:pt x="285750" y="168910"/>
                  </a:lnTo>
                  <a:lnTo>
                    <a:pt x="295910" y="168910"/>
                  </a:lnTo>
                  <a:lnTo>
                    <a:pt x="298450" y="166370"/>
                  </a:lnTo>
                  <a:close/>
                </a:path>
                <a:path w="459739" h="458469">
                  <a:moveTo>
                    <a:pt x="300990" y="163830"/>
                  </a:moveTo>
                  <a:lnTo>
                    <a:pt x="290830" y="163830"/>
                  </a:lnTo>
                  <a:lnTo>
                    <a:pt x="289560" y="165100"/>
                  </a:lnTo>
                  <a:lnTo>
                    <a:pt x="299720" y="165100"/>
                  </a:lnTo>
                  <a:lnTo>
                    <a:pt x="300990" y="163830"/>
                  </a:lnTo>
                  <a:close/>
                </a:path>
                <a:path w="459739" h="458469">
                  <a:moveTo>
                    <a:pt x="313690" y="151130"/>
                  </a:moveTo>
                  <a:lnTo>
                    <a:pt x="303530" y="151130"/>
                  </a:lnTo>
                  <a:lnTo>
                    <a:pt x="292100" y="162560"/>
                  </a:lnTo>
                  <a:lnTo>
                    <a:pt x="302260" y="162560"/>
                  </a:lnTo>
                  <a:lnTo>
                    <a:pt x="313690" y="151130"/>
                  </a:lnTo>
                  <a:close/>
                </a:path>
                <a:path w="459739" h="458469">
                  <a:moveTo>
                    <a:pt x="326390" y="138430"/>
                  </a:moveTo>
                  <a:lnTo>
                    <a:pt x="316230" y="138430"/>
                  </a:lnTo>
                  <a:lnTo>
                    <a:pt x="304800" y="149860"/>
                  </a:lnTo>
                  <a:lnTo>
                    <a:pt x="314960" y="149860"/>
                  </a:lnTo>
                  <a:lnTo>
                    <a:pt x="326390" y="138430"/>
                  </a:lnTo>
                  <a:close/>
                </a:path>
                <a:path w="459739" h="458469">
                  <a:moveTo>
                    <a:pt x="330200" y="134620"/>
                  </a:moveTo>
                  <a:lnTo>
                    <a:pt x="320040" y="134620"/>
                  </a:lnTo>
                  <a:lnTo>
                    <a:pt x="317500" y="137160"/>
                  </a:lnTo>
                  <a:lnTo>
                    <a:pt x="327660" y="137160"/>
                  </a:lnTo>
                  <a:lnTo>
                    <a:pt x="330200" y="134620"/>
                  </a:lnTo>
                  <a:close/>
                </a:path>
                <a:path w="459739" h="458469">
                  <a:moveTo>
                    <a:pt x="332740" y="132080"/>
                  </a:moveTo>
                  <a:lnTo>
                    <a:pt x="322580" y="132080"/>
                  </a:lnTo>
                  <a:lnTo>
                    <a:pt x="321310" y="133350"/>
                  </a:lnTo>
                  <a:lnTo>
                    <a:pt x="331470" y="133350"/>
                  </a:lnTo>
                  <a:lnTo>
                    <a:pt x="332740" y="132080"/>
                  </a:lnTo>
                  <a:close/>
                </a:path>
                <a:path w="459739" h="458469">
                  <a:moveTo>
                    <a:pt x="336550" y="128270"/>
                  </a:moveTo>
                  <a:lnTo>
                    <a:pt x="326390" y="128270"/>
                  </a:lnTo>
                  <a:lnTo>
                    <a:pt x="323850" y="130810"/>
                  </a:lnTo>
                  <a:lnTo>
                    <a:pt x="334010" y="130810"/>
                  </a:lnTo>
                  <a:lnTo>
                    <a:pt x="336550" y="128270"/>
                  </a:lnTo>
                  <a:close/>
                </a:path>
                <a:path w="459739" h="458469">
                  <a:moveTo>
                    <a:pt x="339090" y="125730"/>
                  </a:moveTo>
                  <a:lnTo>
                    <a:pt x="328930" y="125730"/>
                  </a:lnTo>
                  <a:lnTo>
                    <a:pt x="327660" y="127000"/>
                  </a:lnTo>
                  <a:lnTo>
                    <a:pt x="337820" y="127000"/>
                  </a:lnTo>
                  <a:lnTo>
                    <a:pt x="339090" y="125730"/>
                  </a:lnTo>
                  <a:close/>
                </a:path>
                <a:path w="459739" h="458469">
                  <a:moveTo>
                    <a:pt x="342900" y="121920"/>
                  </a:moveTo>
                  <a:lnTo>
                    <a:pt x="332740" y="121920"/>
                  </a:lnTo>
                  <a:lnTo>
                    <a:pt x="330200" y="124460"/>
                  </a:lnTo>
                  <a:lnTo>
                    <a:pt x="340360" y="124460"/>
                  </a:lnTo>
                  <a:lnTo>
                    <a:pt x="342900" y="121920"/>
                  </a:lnTo>
                  <a:close/>
                </a:path>
                <a:path w="459739" h="458469">
                  <a:moveTo>
                    <a:pt x="345440" y="119380"/>
                  </a:moveTo>
                  <a:lnTo>
                    <a:pt x="335280" y="119380"/>
                  </a:lnTo>
                  <a:lnTo>
                    <a:pt x="334010" y="120650"/>
                  </a:lnTo>
                  <a:lnTo>
                    <a:pt x="344170" y="120650"/>
                  </a:lnTo>
                  <a:lnTo>
                    <a:pt x="345440" y="119380"/>
                  </a:lnTo>
                  <a:close/>
                </a:path>
                <a:path w="459739" h="458469">
                  <a:moveTo>
                    <a:pt x="349250" y="115570"/>
                  </a:moveTo>
                  <a:lnTo>
                    <a:pt x="339090" y="115570"/>
                  </a:lnTo>
                  <a:lnTo>
                    <a:pt x="336550" y="118110"/>
                  </a:lnTo>
                  <a:lnTo>
                    <a:pt x="346710" y="118110"/>
                  </a:lnTo>
                  <a:lnTo>
                    <a:pt x="349250" y="115570"/>
                  </a:lnTo>
                  <a:close/>
                </a:path>
                <a:path w="459739" h="458469">
                  <a:moveTo>
                    <a:pt x="351790" y="113030"/>
                  </a:moveTo>
                  <a:lnTo>
                    <a:pt x="341630" y="113030"/>
                  </a:lnTo>
                  <a:lnTo>
                    <a:pt x="340360" y="114300"/>
                  </a:lnTo>
                  <a:lnTo>
                    <a:pt x="350520" y="114300"/>
                  </a:lnTo>
                  <a:lnTo>
                    <a:pt x="351790" y="113030"/>
                  </a:lnTo>
                  <a:close/>
                </a:path>
                <a:path w="459739" h="458469">
                  <a:moveTo>
                    <a:pt x="355600" y="109220"/>
                  </a:moveTo>
                  <a:lnTo>
                    <a:pt x="345440" y="109220"/>
                  </a:lnTo>
                  <a:lnTo>
                    <a:pt x="342900" y="111760"/>
                  </a:lnTo>
                  <a:lnTo>
                    <a:pt x="353060" y="111760"/>
                  </a:lnTo>
                  <a:lnTo>
                    <a:pt x="355600" y="109220"/>
                  </a:lnTo>
                  <a:close/>
                </a:path>
                <a:path w="459739" h="458469">
                  <a:moveTo>
                    <a:pt x="358140" y="106680"/>
                  </a:moveTo>
                  <a:lnTo>
                    <a:pt x="347980" y="106680"/>
                  </a:lnTo>
                  <a:lnTo>
                    <a:pt x="346710" y="107950"/>
                  </a:lnTo>
                  <a:lnTo>
                    <a:pt x="356870" y="107950"/>
                  </a:lnTo>
                  <a:lnTo>
                    <a:pt x="358140" y="106680"/>
                  </a:lnTo>
                  <a:close/>
                </a:path>
                <a:path w="459739" h="458469">
                  <a:moveTo>
                    <a:pt x="361950" y="102870"/>
                  </a:moveTo>
                  <a:lnTo>
                    <a:pt x="351790" y="102870"/>
                  </a:lnTo>
                  <a:lnTo>
                    <a:pt x="349250" y="105410"/>
                  </a:lnTo>
                  <a:lnTo>
                    <a:pt x="359410" y="105410"/>
                  </a:lnTo>
                  <a:lnTo>
                    <a:pt x="361950" y="102870"/>
                  </a:lnTo>
                  <a:close/>
                </a:path>
                <a:path w="459739" h="458469">
                  <a:moveTo>
                    <a:pt x="364490" y="100330"/>
                  </a:moveTo>
                  <a:lnTo>
                    <a:pt x="354330" y="100330"/>
                  </a:lnTo>
                  <a:lnTo>
                    <a:pt x="353060" y="101600"/>
                  </a:lnTo>
                  <a:lnTo>
                    <a:pt x="363220" y="101600"/>
                  </a:lnTo>
                  <a:lnTo>
                    <a:pt x="364490" y="100330"/>
                  </a:lnTo>
                  <a:close/>
                </a:path>
                <a:path w="459739" h="458469">
                  <a:moveTo>
                    <a:pt x="368300" y="96520"/>
                  </a:moveTo>
                  <a:lnTo>
                    <a:pt x="358140" y="96520"/>
                  </a:lnTo>
                  <a:lnTo>
                    <a:pt x="355600" y="99060"/>
                  </a:lnTo>
                  <a:lnTo>
                    <a:pt x="365760" y="99060"/>
                  </a:lnTo>
                  <a:lnTo>
                    <a:pt x="368300" y="96520"/>
                  </a:lnTo>
                  <a:close/>
                </a:path>
                <a:path w="459739" h="458469">
                  <a:moveTo>
                    <a:pt x="370840" y="93980"/>
                  </a:moveTo>
                  <a:lnTo>
                    <a:pt x="360680" y="93980"/>
                  </a:lnTo>
                  <a:lnTo>
                    <a:pt x="359410" y="95250"/>
                  </a:lnTo>
                  <a:lnTo>
                    <a:pt x="369570" y="95250"/>
                  </a:lnTo>
                  <a:lnTo>
                    <a:pt x="370840" y="93980"/>
                  </a:lnTo>
                  <a:close/>
                </a:path>
                <a:path w="459739" h="458469">
                  <a:moveTo>
                    <a:pt x="374650" y="90170"/>
                  </a:moveTo>
                  <a:lnTo>
                    <a:pt x="364490" y="90170"/>
                  </a:lnTo>
                  <a:lnTo>
                    <a:pt x="361950" y="92710"/>
                  </a:lnTo>
                  <a:lnTo>
                    <a:pt x="372110" y="92710"/>
                  </a:lnTo>
                  <a:lnTo>
                    <a:pt x="374650" y="90170"/>
                  </a:lnTo>
                  <a:close/>
                </a:path>
                <a:path w="459739" h="458469">
                  <a:moveTo>
                    <a:pt x="377190" y="87630"/>
                  </a:moveTo>
                  <a:lnTo>
                    <a:pt x="367030" y="87630"/>
                  </a:lnTo>
                  <a:lnTo>
                    <a:pt x="365760" y="88900"/>
                  </a:lnTo>
                  <a:lnTo>
                    <a:pt x="375920" y="88900"/>
                  </a:lnTo>
                  <a:lnTo>
                    <a:pt x="377190" y="87630"/>
                  </a:lnTo>
                  <a:close/>
                </a:path>
                <a:path w="459739" h="458469">
                  <a:moveTo>
                    <a:pt x="381000" y="83820"/>
                  </a:moveTo>
                  <a:lnTo>
                    <a:pt x="370840" y="83820"/>
                  </a:lnTo>
                  <a:lnTo>
                    <a:pt x="368300" y="86360"/>
                  </a:lnTo>
                  <a:lnTo>
                    <a:pt x="378460" y="86360"/>
                  </a:lnTo>
                  <a:lnTo>
                    <a:pt x="381000" y="83820"/>
                  </a:lnTo>
                  <a:close/>
                </a:path>
                <a:path w="459739" h="458469">
                  <a:moveTo>
                    <a:pt x="383540" y="81280"/>
                  </a:moveTo>
                  <a:lnTo>
                    <a:pt x="373380" y="81280"/>
                  </a:lnTo>
                  <a:lnTo>
                    <a:pt x="372110" y="82550"/>
                  </a:lnTo>
                  <a:lnTo>
                    <a:pt x="382270" y="82550"/>
                  </a:lnTo>
                  <a:lnTo>
                    <a:pt x="383540" y="81280"/>
                  </a:lnTo>
                  <a:close/>
                </a:path>
                <a:path w="459739" h="458469">
                  <a:moveTo>
                    <a:pt x="387350" y="77470"/>
                  </a:moveTo>
                  <a:lnTo>
                    <a:pt x="377190" y="77470"/>
                  </a:lnTo>
                  <a:lnTo>
                    <a:pt x="374650" y="80010"/>
                  </a:lnTo>
                  <a:lnTo>
                    <a:pt x="384810" y="80010"/>
                  </a:lnTo>
                  <a:lnTo>
                    <a:pt x="387350" y="77470"/>
                  </a:lnTo>
                  <a:close/>
                </a:path>
                <a:path w="459739" h="458469">
                  <a:moveTo>
                    <a:pt x="389890" y="74930"/>
                  </a:moveTo>
                  <a:lnTo>
                    <a:pt x="379730" y="74930"/>
                  </a:lnTo>
                  <a:lnTo>
                    <a:pt x="378460" y="76200"/>
                  </a:lnTo>
                  <a:lnTo>
                    <a:pt x="388620" y="76200"/>
                  </a:lnTo>
                  <a:lnTo>
                    <a:pt x="389890" y="74930"/>
                  </a:lnTo>
                  <a:close/>
                </a:path>
                <a:path w="459739" h="458469">
                  <a:moveTo>
                    <a:pt x="393700" y="71120"/>
                  </a:moveTo>
                  <a:lnTo>
                    <a:pt x="383540" y="71120"/>
                  </a:lnTo>
                  <a:lnTo>
                    <a:pt x="381000" y="73660"/>
                  </a:lnTo>
                  <a:lnTo>
                    <a:pt x="391160" y="73660"/>
                  </a:lnTo>
                  <a:lnTo>
                    <a:pt x="393700" y="71120"/>
                  </a:lnTo>
                  <a:close/>
                </a:path>
                <a:path w="459739" h="458469">
                  <a:moveTo>
                    <a:pt x="396240" y="68580"/>
                  </a:moveTo>
                  <a:lnTo>
                    <a:pt x="386080" y="68580"/>
                  </a:lnTo>
                  <a:lnTo>
                    <a:pt x="384810" y="69850"/>
                  </a:lnTo>
                  <a:lnTo>
                    <a:pt x="394970" y="69850"/>
                  </a:lnTo>
                  <a:lnTo>
                    <a:pt x="396240" y="68580"/>
                  </a:lnTo>
                  <a:close/>
                </a:path>
                <a:path w="459739" h="458469">
                  <a:moveTo>
                    <a:pt x="400050" y="64770"/>
                  </a:moveTo>
                  <a:lnTo>
                    <a:pt x="389890" y="64770"/>
                  </a:lnTo>
                  <a:lnTo>
                    <a:pt x="387350" y="67310"/>
                  </a:lnTo>
                  <a:lnTo>
                    <a:pt x="397510" y="67310"/>
                  </a:lnTo>
                  <a:lnTo>
                    <a:pt x="400050" y="64770"/>
                  </a:lnTo>
                  <a:close/>
                </a:path>
                <a:path w="459739" h="458469">
                  <a:moveTo>
                    <a:pt x="402590" y="62230"/>
                  </a:moveTo>
                  <a:lnTo>
                    <a:pt x="392430" y="62230"/>
                  </a:lnTo>
                  <a:lnTo>
                    <a:pt x="391160" y="63500"/>
                  </a:lnTo>
                  <a:lnTo>
                    <a:pt x="401320" y="63500"/>
                  </a:lnTo>
                  <a:lnTo>
                    <a:pt x="402590" y="62230"/>
                  </a:lnTo>
                  <a:close/>
                </a:path>
                <a:path w="459739" h="458469">
                  <a:moveTo>
                    <a:pt x="406400" y="58420"/>
                  </a:moveTo>
                  <a:lnTo>
                    <a:pt x="396240" y="58420"/>
                  </a:lnTo>
                  <a:lnTo>
                    <a:pt x="393700" y="60960"/>
                  </a:lnTo>
                  <a:lnTo>
                    <a:pt x="403860" y="60960"/>
                  </a:lnTo>
                  <a:lnTo>
                    <a:pt x="406400" y="58420"/>
                  </a:lnTo>
                  <a:close/>
                </a:path>
                <a:path w="459739" h="458469">
                  <a:moveTo>
                    <a:pt x="408940" y="55880"/>
                  </a:moveTo>
                  <a:lnTo>
                    <a:pt x="398780" y="55880"/>
                  </a:lnTo>
                  <a:lnTo>
                    <a:pt x="397510" y="57150"/>
                  </a:lnTo>
                  <a:lnTo>
                    <a:pt x="407670" y="57150"/>
                  </a:lnTo>
                  <a:lnTo>
                    <a:pt x="408940" y="55880"/>
                  </a:lnTo>
                  <a:close/>
                </a:path>
                <a:path w="459739" h="458469">
                  <a:moveTo>
                    <a:pt x="412750" y="52070"/>
                  </a:moveTo>
                  <a:lnTo>
                    <a:pt x="402590" y="52070"/>
                  </a:lnTo>
                  <a:lnTo>
                    <a:pt x="400050" y="54610"/>
                  </a:lnTo>
                  <a:lnTo>
                    <a:pt x="410210" y="54610"/>
                  </a:lnTo>
                  <a:lnTo>
                    <a:pt x="412750" y="52070"/>
                  </a:lnTo>
                  <a:close/>
                </a:path>
                <a:path w="459739" h="458469">
                  <a:moveTo>
                    <a:pt x="415290" y="49530"/>
                  </a:moveTo>
                  <a:lnTo>
                    <a:pt x="405130" y="49530"/>
                  </a:lnTo>
                  <a:lnTo>
                    <a:pt x="403860" y="50800"/>
                  </a:lnTo>
                  <a:lnTo>
                    <a:pt x="414020" y="50800"/>
                  </a:lnTo>
                  <a:lnTo>
                    <a:pt x="415290" y="49530"/>
                  </a:lnTo>
                  <a:close/>
                </a:path>
                <a:path w="459739" h="458469">
                  <a:moveTo>
                    <a:pt x="419100" y="45720"/>
                  </a:moveTo>
                  <a:lnTo>
                    <a:pt x="408940" y="45720"/>
                  </a:lnTo>
                  <a:lnTo>
                    <a:pt x="406400" y="48260"/>
                  </a:lnTo>
                  <a:lnTo>
                    <a:pt x="416560" y="48260"/>
                  </a:lnTo>
                  <a:lnTo>
                    <a:pt x="419100" y="45720"/>
                  </a:lnTo>
                  <a:close/>
                </a:path>
                <a:path w="459739" h="458469">
                  <a:moveTo>
                    <a:pt x="421640" y="43180"/>
                  </a:moveTo>
                  <a:lnTo>
                    <a:pt x="411480" y="43180"/>
                  </a:lnTo>
                  <a:lnTo>
                    <a:pt x="410210" y="44450"/>
                  </a:lnTo>
                  <a:lnTo>
                    <a:pt x="420370" y="44450"/>
                  </a:lnTo>
                  <a:lnTo>
                    <a:pt x="421640" y="43180"/>
                  </a:lnTo>
                  <a:close/>
                </a:path>
                <a:path w="459739" h="458469">
                  <a:moveTo>
                    <a:pt x="425450" y="39370"/>
                  </a:moveTo>
                  <a:lnTo>
                    <a:pt x="415290" y="39370"/>
                  </a:lnTo>
                  <a:lnTo>
                    <a:pt x="412750" y="41910"/>
                  </a:lnTo>
                  <a:lnTo>
                    <a:pt x="422910" y="41910"/>
                  </a:lnTo>
                  <a:lnTo>
                    <a:pt x="425450" y="39370"/>
                  </a:lnTo>
                  <a:close/>
                </a:path>
                <a:path w="459739" h="458469">
                  <a:moveTo>
                    <a:pt x="427990" y="36830"/>
                  </a:moveTo>
                  <a:lnTo>
                    <a:pt x="417830" y="36830"/>
                  </a:lnTo>
                  <a:lnTo>
                    <a:pt x="416560" y="38100"/>
                  </a:lnTo>
                  <a:lnTo>
                    <a:pt x="426720" y="38100"/>
                  </a:lnTo>
                  <a:lnTo>
                    <a:pt x="427990" y="36830"/>
                  </a:lnTo>
                  <a:close/>
                </a:path>
                <a:path w="459739" h="458469">
                  <a:moveTo>
                    <a:pt x="431800" y="33020"/>
                  </a:moveTo>
                  <a:lnTo>
                    <a:pt x="421640" y="33020"/>
                  </a:lnTo>
                  <a:lnTo>
                    <a:pt x="419100" y="35560"/>
                  </a:lnTo>
                  <a:lnTo>
                    <a:pt x="429260" y="35560"/>
                  </a:lnTo>
                  <a:lnTo>
                    <a:pt x="431800" y="33020"/>
                  </a:lnTo>
                  <a:close/>
                </a:path>
                <a:path w="459739" h="458469">
                  <a:moveTo>
                    <a:pt x="434340" y="30480"/>
                  </a:moveTo>
                  <a:lnTo>
                    <a:pt x="424180" y="30480"/>
                  </a:lnTo>
                  <a:lnTo>
                    <a:pt x="422910" y="31750"/>
                  </a:lnTo>
                  <a:lnTo>
                    <a:pt x="433070" y="31750"/>
                  </a:lnTo>
                  <a:lnTo>
                    <a:pt x="434340" y="30480"/>
                  </a:lnTo>
                  <a:close/>
                </a:path>
                <a:path w="459739" h="458469">
                  <a:moveTo>
                    <a:pt x="438150" y="26670"/>
                  </a:moveTo>
                  <a:lnTo>
                    <a:pt x="427990" y="26670"/>
                  </a:lnTo>
                  <a:lnTo>
                    <a:pt x="425450" y="29210"/>
                  </a:lnTo>
                  <a:lnTo>
                    <a:pt x="435610" y="29210"/>
                  </a:lnTo>
                  <a:lnTo>
                    <a:pt x="438150" y="26670"/>
                  </a:lnTo>
                  <a:close/>
                </a:path>
                <a:path w="459739" h="458469">
                  <a:moveTo>
                    <a:pt x="440690" y="24130"/>
                  </a:moveTo>
                  <a:lnTo>
                    <a:pt x="430530" y="24130"/>
                  </a:lnTo>
                  <a:lnTo>
                    <a:pt x="429260" y="25400"/>
                  </a:lnTo>
                  <a:lnTo>
                    <a:pt x="439420" y="25400"/>
                  </a:lnTo>
                  <a:lnTo>
                    <a:pt x="440690" y="24130"/>
                  </a:lnTo>
                  <a:close/>
                </a:path>
                <a:path w="459739" h="458469">
                  <a:moveTo>
                    <a:pt x="444500" y="20320"/>
                  </a:moveTo>
                  <a:lnTo>
                    <a:pt x="434340" y="20320"/>
                  </a:lnTo>
                  <a:lnTo>
                    <a:pt x="431800" y="22860"/>
                  </a:lnTo>
                  <a:lnTo>
                    <a:pt x="441960" y="22860"/>
                  </a:lnTo>
                  <a:lnTo>
                    <a:pt x="444500" y="20320"/>
                  </a:lnTo>
                  <a:close/>
                </a:path>
                <a:path w="459739" h="458469">
                  <a:moveTo>
                    <a:pt x="447040" y="17780"/>
                  </a:moveTo>
                  <a:lnTo>
                    <a:pt x="436880" y="17780"/>
                  </a:lnTo>
                  <a:lnTo>
                    <a:pt x="435610" y="19050"/>
                  </a:lnTo>
                  <a:lnTo>
                    <a:pt x="445770" y="19050"/>
                  </a:lnTo>
                  <a:lnTo>
                    <a:pt x="447040" y="17780"/>
                  </a:lnTo>
                  <a:close/>
                </a:path>
                <a:path w="459739" h="458469">
                  <a:moveTo>
                    <a:pt x="450850" y="13970"/>
                  </a:moveTo>
                  <a:lnTo>
                    <a:pt x="440690" y="13970"/>
                  </a:lnTo>
                  <a:lnTo>
                    <a:pt x="438150" y="16510"/>
                  </a:lnTo>
                  <a:lnTo>
                    <a:pt x="448310" y="16510"/>
                  </a:lnTo>
                  <a:lnTo>
                    <a:pt x="450850" y="13970"/>
                  </a:lnTo>
                  <a:close/>
                </a:path>
                <a:path w="459739" h="458469">
                  <a:moveTo>
                    <a:pt x="453390" y="11430"/>
                  </a:moveTo>
                  <a:lnTo>
                    <a:pt x="443230" y="11430"/>
                  </a:lnTo>
                  <a:lnTo>
                    <a:pt x="441960" y="12700"/>
                  </a:lnTo>
                  <a:lnTo>
                    <a:pt x="452120" y="12700"/>
                  </a:lnTo>
                  <a:lnTo>
                    <a:pt x="453390" y="11430"/>
                  </a:lnTo>
                  <a:close/>
                </a:path>
                <a:path w="459739" h="458469">
                  <a:moveTo>
                    <a:pt x="457200" y="7620"/>
                  </a:moveTo>
                  <a:lnTo>
                    <a:pt x="447040" y="7620"/>
                  </a:lnTo>
                  <a:lnTo>
                    <a:pt x="444500" y="10160"/>
                  </a:lnTo>
                  <a:lnTo>
                    <a:pt x="454660" y="10160"/>
                  </a:lnTo>
                  <a:lnTo>
                    <a:pt x="457200" y="7620"/>
                  </a:lnTo>
                  <a:close/>
                </a:path>
                <a:path w="459739" h="458469">
                  <a:moveTo>
                    <a:pt x="459740" y="5080"/>
                  </a:moveTo>
                  <a:lnTo>
                    <a:pt x="449580" y="5080"/>
                  </a:lnTo>
                  <a:lnTo>
                    <a:pt x="448310" y="6350"/>
                  </a:lnTo>
                  <a:lnTo>
                    <a:pt x="458470" y="6350"/>
                  </a:lnTo>
                  <a:lnTo>
                    <a:pt x="459740" y="5080"/>
                  </a:lnTo>
                  <a:close/>
                </a:path>
                <a:path w="459739" h="458469">
                  <a:moveTo>
                    <a:pt x="454660" y="0"/>
                  </a:moveTo>
                  <a:lnTo>
                    <a:pt x="450850" y="3810"/>
                  </a:lnTo>
                  <a:lnTo>
                    <a:pt x="457200" y="3810"/>
                  </a:lnTo>
                  <a:lnTo>
                    <a:pt x="457200" y="1270"/>
                  </a:lnTo>
                  <a:lnTo>
                    <a:pt x="454660" y="1270"/>
                  </a:lnTo>
                  <a:lnTo>
                    <a:pt x="454660" y="0"/>
                  </a:lnTo>
                  <a:close/>
                </a:path>
                <a:path w="459739" h="458469">
                  <a:moveTo>
                    <a:pt x="279400" y="185420"/>
                  </a:moveTo>
                  <a:lnTo>
                    <a:pt x="269239" y="185420"/>
                  </a:lnTo>
                  <a:lnTo>
                    <a:pt x="243840" y="210820"/>
                  </a:lnTo>
                  <a:lnTo>
                    <a:pt x="254000" y="210820"/>
                  </a:lnTo>
                  <a:lnTo>
                    <a:pt x="279400" y="185420"/>
                  </a:lnTo>
                  <a:close/>
                </a:path>
                <a:path w="459739" h="458469">
                  <a:moveTo>
                    <a:pt x="254000" y="210820"/>
                  </a:moveTo>
                  <a:lnTo>
                    <a:pt x="243839" y="210820"/>
                  </a:lnTo>
                  <a:lnTo>
                    <a:pt x="193040" y="261620"/>
                  </a:lnTo>
                  <a:lnTo>
                    <a:pt x="203200" y="261620"/>
                  </a:lnTo>
                  <a:lnTo>
                    <a:pt x="254000" y="210820"/>
                  </a:lnTo>
                  <a:close/>
                </a:path>
                <a:path w="459739" h="458469">
                  <a:moveTo>
                    <a:pt x="8890" y="455930"/>
                  </a:moveTo>
                  <a:lnTo>
                    <a:pt x="2540" y="455930"/>
                  </a:lnTo>
                  <a:lnTo>
                    <a:pt x="2540" y="458470"/>
                  </a:lnTo>
                  <a:lnTo>
                    <a:pt x="6350" y="458470"/>
                  </a:lnTo>
                  <a:lnTo>
                    <a:pt x="6350" y="457200"/>
                  </a:lnTo>
                  <a:lnTo>
                    <a:pt x="7620" y="457200"/>
                  </a:lnTo>
                  <a:lnTo>
                    <a:pt x="8890" y="455930"/>
                  </a:lnTo>
                  <a:close/>
                </a:path>
                <a:path w="459739" h="458469">
                  <a:moveTo>
                    <a:pt x="12700" y="452120"/>
                  </a:moveTo>
                  <a:lnTo>
                    <a:pt x="2540" y="452120"/>
                  </a:lnTo>
                  <a:lnTo>
                    <a:pt x="0" y="454660"/>
                  </a:lnTo>
                  <a:lnTo>
                    <a:pt x="10160" y="454660"/>
                  </a:lnTo>
                  <a:lnTo>
                    <a:pt x="12700" y="452120"/>
                  </a:lnTo>
                  <a:close/>
                </a:path>
                <a:path w="459739" h="458469">
                  <a:moveTo>
                    <a:pt x="15240" y="449580"/>
                  </a:moveTo>
                  <a:lnTo>
                    <a:pt x="5080" y="449580"/>
                  </a:lnTo>
                  <a:lnTo>
                    <a:pt x="3810" y="450850"/>
                  </a:lnTo>
                  <a:lnTo>
                    <a:pt x="13970" y="450850"/>
                  </a:lnTo>
                  <a:lnTo>
                    <a:pt x="15240" y="449580"/>
                  </a:lnTo>
                  <a:close/>
                </a:path>
                <a:path w="459739" h="458469">
                  <a:moveTo>
                    <a:pt x="19050" y="445770"/>
                  </a:moveTo>
                  <a:lnTo>
                    <a:pt x="8890" y="445770"/>
                  </a:lnTo>
                  <a:lnTo>
                    <a:pt x="6350" y="448310"/>
                  </a:lnTo>
                  <a:lnTo>
                    <a:pt x="16510" y="448310"/>
                  </a:lnTo>
                  <a:lnTo>
                    <a:pt x="19050" y="445770"/>
                  </a:lnTo>
                  <a:close/>
                </a:path>
                <a:path w="459739" h="458469">
                  <a:moveTo>
                    <a:pt x="21590" y="443230"/>
                  </a:moveTo>
                  <a:lnTo>
                    <a:pt x="11430" y="443230"/>
                  </a:lnTo>
                  <a:lnTo>
                    <a:pt x="10160" y="444500"/>
                  </a:lnTo>
                  <a:lnTo>
                    <a:pt x="20320" y="444500"/>
                  </a:lnTo>
                  <a:lnTo>
                    <a:pt x="21590" y="443230"/>
                  </a:lnTo>
                  <a:close/>
                </a:path>
                <a:path w="459739" h="458469">
                  <a:moveTo>
                    <a:pt x="25400" y="439420"/>
                  </a:moveTo>
                  <a:lnTo>
                    <a:pt x="15240" y="439420"/>
                  </a:lnTo>
                  <a:lnTo>
                    <a:pt x="12700" y="441960"/>
                  </a:lnTo>
                  <a:lnTo>
                    <a:pt x="22860" y="441960"/>
                  </a:lnTo>
                  <a:lnTo>
                    <a:pt x="25400" y="439420"/>
                  </a:lnTo>
                  <a:close/>
                </a:path>
                <a:path w="459739" h="458469">
                  <a:moveTo>
                    <a:pt x="27940" y="436880"/>
                  </a:moveTo>
                  <a:lnTo>
                    <a:pt x="17780" y="436880"/>
                  </a:lnTo>
                  <a:lnTo>
                    <a:pt x="16510" y="438150"/>
                  </a:lnTo>
                  <a:lnTo>
                    <a:pt x="26670" y="438150"/>
                  </a:lnTo>
                  <a:lnTo>
                    <a:pt x="27940" y="436880"/>
                  </a:lnTo>
                  <a:close/>
                </a:path>
                <a:path w="459739" h="458469">
                  <a:moveTo>
                    <a:pt x="31750" y="433070"/>
                  </a:moveTo>
                  <a:lnTo>
                    <a:pt x="21590" y="433070"/>
                  </a:lnTo>
                  <a:lnTo>
                    <a:pt x="19050" y="435610"/>
                  </a:lnTo>
                  <a:lnTo>
                    <a:pt x="29210" y="435610"/>
                  </a:lnTo>
                  <a:lnTo>
                    <a:pt x="31750" y="433070"/>
                  </a:lnTo>
                  <a:close/>
                </a:path>
                <a:path w="459739" h="458469">
                  <a:moveTo>
                    <a:pt x="34290" y="430530"/>
                  </a:moveTo>
                  <a:lnTo>
                    <a:pt x="24130" y="430530"/>
                  </a:lnTo>
                  <a:lnTo>
                    <a:pt x="22860" y="431800"/>
                  </a:lnTo>
                  <a:lnTo>
                    <a:pt x="33020" y="431800"/>
                  </a:lnTo>
                  <a:lnTo>
                    <a:pt x="34290" y="430530"/>
                  </a:lnTo>
                  <a:close/>
                </a:path>
                <a:path w="459739" h="458469">
                  <a:moveTo>
                    <a:pt x="38100" y="426720"/>
                  </a:moveTo>
                  <a:lnTo>
                    <a:pt x="27940" y="426720"/>
                  </a:lnTo>
                  <a:lnTo>
                    <a:pt x="25400" y="429260"/>
                  </a:lnTo>
                  <a:lnTo>
                    <a:pt x="35560" y="429260"/>
                  </a:lnTo>
                  <a:lnTo>
                    <a:pt x="38100" y="426720"/>
                  </a:lnTo>
                  <a:close/>
                </a:path>
                <a:path w="459739" h="458469">
                  <a:moveTo>
                    <a:pt x="40640" y="424180"/>
                  </a:moveTo>
                  <a:lnTo>
                    <a:pt x="30480" y="424180"/>
                  </a:lnTo>
                  <a:lnTo>
                    <a:pt x="29210" y="425450"/>
                  </a:lnTo>
                  <a:lnTo>
                    <a:pt x="39370" y="425450"/>
                  </a:lnTo>
                  <a:lnTo>
                    <a:pt x="40640" y="424180"/>
                  </a:lnTo>
                  <a:close/>
                </a:path>
                <a:path w="459739" h="458469">
                  <a:moveTo>
                    <a:pt x="44450" y="420370"/>
                  </a:moveTo>
                  <a:lnTo>
                    <a:pt x="34290" y="420370"/>
                  </a:lnTo>
                  <a:lnTo>
                    <a:pt x="31750" y="422910"/>
                  </a:lnTo>
                  <a:lnTo>
                    <a:pt x="41910" y="422910"/>
                  </a:lnTo>
                  <a:lnTo>
                    <a:pt x="44450" y="420370"/>
                  </a:lnTo>
                  <a:close/>
                </a:path>
                <a:path w="459739" h="458469">
                  <a:moveTo>
                    <a:pt x="46990" y="417830"/>
                  </a:moveTo>
                  <a:lnTo>
                    <a:pt x="36830" y="417830"/>
                  </a:lnTo>
                  <a:lnTo>
                    <a:pt x="35560" y="419100"/>
                  </a:lnTo>
                  <a:lnTo>
                    <a:pt x="45720" y="419100"/>
                  </a:lnTo>
                  <a:lnTo>
                    <a:pt x="46990" y="417830"/>
                  </a:lnTo>
                  <a:close/>
                </a:path>
                <a:path w="459739" h="458469">
                  <a:moveTo>
                    <a:pt x="50800" y="414020"/>
                  </a:moveTo>
                  <a:lnTo>
                    <a:pt x="40640" y="414020"/>
                  </a:lnTo>
                  <a:lnTo>
                    <a:pt x="38100" y="416560"/>
                  </a:lnTo>
                  <a:lnTo>
                    <a:pt x="48260" y="416560"/>
                  </a:lnTo>
                  <a:lnTo>
                    <a:pt x="50800" y="414020"/>
                  </a:lnTo>
                  <a:close/>
                </a:path>
                <a:path w="459739" h="458469">
                  <a:moveTo>
                    <a:pt x="53340" y="411480"/>
                  </a:moveTo>
                  <a:lnTo>
                    <a:pt x="43180" y="411480"/>
                  </a:lnTo>
                  <a:lnTo>
                    <a:pt x="41910" y="412750"/>
                  </a:lnTo>
                  <a:lnTo>
                    <a:pt x="52070" y="412750"/>
                  </a:lnTo>
                  <a:lnTo>
                    <a:pt x="53340" y="411480"/>
                  </a:lnTo>
                  <a:close/>
                </a:path>
                <a:path w="459739" h="458469">
                  <a:moveTo>
                    <a:pt x="57150" y="407670"/>
                  </a:moveTo>
                  <a:lnTo>
                    <a:pt x="46990" y="407670"/>
                  </a:lnTo>
                  <a:lnTo>
                    <a:pt x="44450" y="410210"/>
                  </a:lnTo>
                  <a:lnTo>
                    <a:pt x="54610" y="410210"/>
                  </a:lnTo>
                  <a:lnTo>
                    <a:pt x="57150" y="407670"/>
                  </a:lnTo>
                  <a:close/>
                </a:path>
                <a:path w="459739" h="458469">
                  <a:moveTo>
                    <a:pt x="59690" y="405130"/>
                  </a:moveTo>
                  <a:lnTo>
                    <a:pt x="49530" y="405130"/>
                  </a:lnTo>
                  <a:lnTo>
                    <a:pt x="48260" y="406400"/>
                  </a:lnTo>
                  <a:lnTo>
                    <a:pt x="58420" y="406400"/>
                  </a:lnTo>
                  <a:lnTo>
                    <a:pt x="59690" y="405130"/>
                  </a:lnTo>
                  <a:close/>
                </a:path>
                <a:path w="459739" h="458469">
                  <a:moveTo>
                    <a:pt x="63500" y="401320"/>
                  </a:moveTo>
                  <a:lnTo>
                    <a:pt x="53340" y="401320"/>
                  </a:lnTo>
                  <a:lnTo>
                    <a:pt x="50800" y="403860"/>
                  </a:lnTo>
                  <a:lnTo>
                    <a:pt x="60960" y="403860"/>
                  </a:lnTo>
                  <a:lnTo>
                    <a:pt x="63500" y="401320"/>
                  </a:lnTo>
                  <a:close/>
                </a:path>
                <a:path w="459739" h="458469">
                  <a:moveTo>
                    <a:pt x="66040" y="398780"/>
                  </a:moveTo>
                  <a:lnTo>
                    <a:pt x="55880" y="398780"/>
                  </a:lnTo>
                  <a:lnTo>
                    <a:pt x="54610" y="400050"/>
                  </a:lnTo>
                  <a:lnTo>
                    <a:pt x="64770" y="400050"/>
                  </a:lnTo>
                  <a:lnTo>
                    <a:pt x="66040" y="398780"/>
                  </a:lnTo>
                  <a:close/>
                </a:path>
                <a:path w="459739" h="458469">
                  <a:moveTo>
                    <a:pt x="69850" y="394970"/>
                  </a:moveTo>
                  <a:lnTo>
                    <a:pt x="59690" y="394970"/>
                  </a:lnTo>
                  <a:lnTo>
                    <a:pt x="57150" y="397510"/>
                  </a:lnTo>
                  <a:lnTo>
                    <a:pt x="67310" y="397510"/>
                  </a:lnTo>
                  <a:lnTo>
                    <a:pt x="69850" y="394970"/>
                  </a:lnTo>
                  <a:close/>
                </a:path>
                <a:path w="459739" h="458469">
                  <a:moveTo>
                    <a:pt x="72390" y="392430"/>
                  </a:moveTo>
                  <a:lnTo>
                    <a:pt x="62230" y="392430"/>
                  </a:lnTo>
                  <a:lnTo>
                    <a:pt x="60960" y="393700"/>
                  </a:lnTo>
                  <a:lnTo>
                    <a:pt x="71120" y="393700"/>
                  </a:lnTo>
                  <a:lnTo>
                    <a:pt x="72390" y="392430"/>
                  </a:lnTo>
                  <a:close/>
                </a:path>
                <a:path w="459739" h="458469">
                  <a:moveTo>
                    <a:pt x="76200" y="388620"/>
                  </a:moveTo>
                  <a:lnTo>
                    <a:pt x="66040" y="388620"/>
                  </a:lnTo>
                  <a:lnTo>
                    <a:pt x="63500" y="391160"/>
                  </a:lnTo>
                  <a:lnTo>
                    <a:pt x="73660" y="391160"/>
                  </a:lnTo>
                  <a:lnTo>
                    <a:pt x="76200" y="388620"/>
                  </a:lnTo>
                  <a:close/>
                </a:path>
                <a:path w="459739" h="458469">
                  <a:moveTo>
                    <a:pt x="78740" y="386080"/>
                  </a:moveTo>
                  <a:lnTo>
                    <a:pt x="68580" y="386080"/>
                  </a:lnTo>
                  <a:lnTo>
                    <a:pt x="67310" y="387350"/>
                  </a:lnTo>
                  <a:lnTo>
                    <a:pt x="77470" y="387350"/>
                  </a:lnTo>
                  <a:lnTo>
                    <a:pt x="78740" y="386080"/>
                  </a:lnTo>
                  <a:close/>
                </a:path>
                <a:path w="459739" h="458469">
                  <a:moveTo>
                    <a:pt x="82550" y="382270"/>
                  </a:moveTo>
                  <a:lnTo>
                    <a:pt x="72390" y="382270"/>
                  </a:lnTo>
                  <a:lnTo>
                    <a:pt x="69850" y="384810"/>
                  </a:lnTo>
                  <a:lnTo>
                    <a:pt x="80010" y="384810"/>
                  </a:lnTo>
                  <a:lnTo>
                    <a:pt x="82550" y="382270"/>
                  </a:lnTo>
                  <a:close/>
                </a:path>
                <a:path w="459739" h="458469">
                  <a:moveTo>
                    <a:pt x="85090" y="379730"/>
                  </a:moveTo>
                  <a:lnTo>
                    <a:pt x="74930" y="379730"/>
                  </a:lnTo>
                  <a:lnTo>
                    <a:pt x="73660" y="381000"/>
                  </a:lnTo>
                  <a:lnTo>
                    <a:pt x="83820" y="381000"/>
                  </a:lnTo>
                  <a:lnTo>
                    <a:pt x="85090" y="379730"/>
                  </a:lnTo>
                  <a:close/>
                </a:path>
                <a:path w="459739" h="458469">
                  <a:moveTo>
                    <a:pt x="88900" y="375920"/>
                  </a:moveTo>
                  <a:lnTo>
                    <a:pt x="78740" y="375920"/>
                  </a:lnTo>
                  <a:lnTo>
                    <a:pt x="76200" y="378460"/>
                  </a:lnTo>
                  <a:lnTo>
                    <a:pt x="86360" y="378460"/>
                  </a:lnTo>
                  <a:lnTo>
                    <a:pt x="88900" y="375920"/>
                  </a:lnTo>
                  <a:close/>
                </a:path>
                <a:path w="459739" h="458469">
                  <a:moveTo>
                    <a:pt x="91440" y="373380"/>
                  </a:moveTo>
                  <a:lnTo>
                    <a:pt x="81280" y="373380"/>
                  </a:lnTo>
                  <a:lnTo>
                    <a:pt x="80010" y="374650"/>
                  </a:lnTo>
                  <a:lnTo>
                    <a:pt x="90170" y="374650"/>
                  </a:lnTo>
                  <a:lnTo>
                    <a:pt x="91440" y="373380"/>
                  </a:lnTo>
                  <a:close/>
                </a:path>
                <a:path w="459739" h="458469">
                  <a:moveTo>
                    <a:pt x="95250" y="369570"/>
                  </a:moveTo>
                  <a:lnTo>
                    <a:pt x="85090" y="369570"/>
                  </a:lnTo>
                  <a:lnTo>
                    <a:pt x="82550" y="372110"/>
                  </a:lnTo>
                  <a:lnTo>
                    <a:pt x="92710" y="372110"/>
                  </a:lnTo>
                  <a:lnTo>
                    <a:pt x="95250" y="369570"/>
                  </a:lnTo>
                  <a:close/>
                </a:path>
                <a:path w="459739" h="458469">
                  <a:moveTo>
                    <a:pt x="97790" y="367030"/>
                  </a:moveTo>
                  <a:lnTo>
                    <a:pt x="87630" y="367030"/>
                  </a:lnTo>
                  <a:lnTo>
                    <a:pt x="86360" y="368300"/>
                  </a:lnTo>
                  <a:lnTo>
                    <a:pt x="96520" y="368300"/>
                  </a:lnTo>
                  <a:lnTo>
                    <a:pt x="97790" y="367030"/>
                  </a:lnTo>
                  <a:close/>
                </a:path>
                <a:path w="459739" h="458469">
                  <a:moveTo>
                    <a:pt x="101600" y="363220"/>
                  </a:moveTo>
                  <a:lnTo>
                    <a:pt x="91440" y="363220"/>
                  </a:lnTo>
                  <a:lnTo>
                    <a:pt x="88900" y="365760"/>
                  </a:lnTo>
                  <a:lnTo>
                    <a:pt x="99060" y="365760"/>
                  </a:lnTo>
                  <a:lnTo>
                    <a:pt x="101600" y="363220"/>
                  </a:lnTo>
                  <a:close/>
                </a:path>
                <a:path w="459739" h="458469">
                  <a:moveTo>
                    <a:pt x="104140" y="360680"/>
                  </a:moveTo>
                  <a:lnTo>
                    <a:pt x="93980" y="360680"/>
                  </a:lnTo>
                  <a:lnTo>
                    <a:pt x="92710" y="361950"/>
                  </a:lnTo>
                  <a:lnTo>
                    <a:pt x="102870" y="361950"/>
                  </a:lnTo>
                  <a:lnTo>
                    <a:pt x="104140" y="360680"/>
                  </a:lnTo>
                  <a:close/>
                </a:path>
                <a:path w="459739" h="458469">
                  <a:moveTo>
                    <a:pt x="107950" y="356870"/>
                  </a:moveTo>
                  <a:lnTo>
                    <a:pt x="97790" y="356870"/>
                  </a:lnTo>
                  <a:lnTo>
                    <a:pt x="95250" y="359410"/>
                  </a:lnTo>
                  <a:lnTo>
                    <a:pt x="105410" y="359410"/>
                  </a:lnTo>
                  <a:lnTo>
                    <a:pt x="107950" y="356870"/>
                  </a:lnTo>
                  <a:close/>
                </a:path>
                <a:path w="459739" h="458469">
                  <a:moveTo>
                    <a:pt x="110490" y="354330"/>
                  </a:moveTo>
                  <a:lnTo>
                    <a:pt x="100330" y="354330"/>
                  </a:lnTo>
                  <a:lnTo>
                    <a:pt x="99060" y="355600"/>
                  </a:lnTo>
                  <a:lnTo>
                    <a:pt x="109220" y="355600"/>
                  </a:lnTo>
                  <a:lnTo>
                    <a:pt x="110490" y="354330"/>
                  </a:lnTo>
                  <a:close/>
                </a:path>
                <a:path w="459739" h="458469">
                  <a:moveTo>
                    <a:pt x="114300" y="350520"/>
                  </a:moveTo>
                  <a:lnTo>
                    <a:pt x="104140" y="350520"/>
                  </a:lnTo>
                  <a:lnTo>
                    <a:pt x="101600" y="353060"/>
                  </a:lnTo>
                  <a:lnTo>
                    <a:pt x="111760" y="353060"/>
                  </a:lnTo>
                  <a:lnTo>
                    <a:pt x="114300" y="350520"/>
                  </a:lnTo>
                  <a:close/>
                </a:path>
                <a:path w="459739" h="458469">
                  <a:moveTo>
                    <a:pt x="116840" y="347980"/>
                  </a:moveTo>
                  <a:lnTo>
                    <a:pt x="106680" y="347980"/>
                  </a:lnTo>
                  <a:lnTo>
                    <a:pt x="105410" y="349250"/>
                  </a:lnTo>
                  <a:lnTo>
                    <a:pt x="115570" y="349250"/>
                  </a:lnTo>
                  <a:lnTo>
                    <a:pt x="116840" y="347980"/>
                  </a:lnTo>
                  <a:close/>
                </a:path>
                <a:path w="459739" h="458469">
                  <a:moveTo>
                    <a:pt x="120650" y="344170"/>
                  </a:moveTo>
                  <a:lnTo>
                    <a:pt x="110490" y="344170"/>
                  </a:lnTo>
                  <a:lnTo>
                    <a:pt x="107950" y="346710"/>
                  </a:lnTo>
                  <a:lnTo>
                    <a:pt x="118110" y="346710"/>
                  </a:lnTo>
                  <a:lnTo>
                    <a:pt x="120650" y="344170"/>
                  </a:lnTo>
                  <a:close/>
                </a:path>
                <a:path w="459739" h="458469">
                  <a:moveTo>
                    <a:pt x="123190" y="341630"/>
                  </a:moveTo>
                  <a:lnTo>
                    <a:pt x="113030" y="341630"/>
                  </a:lnTo>
                  <a:lnTo>
                    <a:pt x="111760" y="342900"/>
                  </a:lnTo>
                  <a:lnTo>
                    <a:pt x="121920" y="342900"/>
                  </a:lnTo>
                  <a:lnTo>
                    <a:pt x="123190" y="341630"/>
                  </a:lnTo>
                  <a:close/>
                </a:path>
                <a:path w="459739" h="458469">
                  <a:moveTo>
                    <a:pt x="135890" y="328930"/>
                  </a:moveTo>
                  <a:lnTo>
                    <a:pt x="125730" y="328930"/>
                  </a:lnTo>
                  <a:lnTo>
                    <a:pt x="114300" y="340360"/>
                  </a:lnTo>
                  <a:lnTo>
                    <a:pt x="124460" y="340360"/>
                  </a:lnTo>
                  <a:lnTo>
                    <a:pt x="135890" y="328930"/>
                  </a:lnTo>
                  <a:close/>
                </a:path>
                <a:path w="459739" h="458469">
                  <a:moveTo>
                    <a:pt x="148590" y="316230"/>
                  </a:moveTo>
                  <a:lnTo>
                    <a:pt x="138430" y="316230"/>
                  </a:lnTo>
                  <a:lnTo>
                    <a:pt x="127000" y="327660"/>
                  </a:lnTo>
                  <a:lnTo>
                    <a:pt x="137160" y="327660"/>
                  </a:lnTo>
                  <a:lnTo>
                    <a:pt x="148590" y="316230"/>
                  </a:lnTo>
                  <a:close/>
                </a:path>
                <a:path w="459739" h="458469">
                  <a:moveTo>
                    <a:pt x="152400" y="312420"/>
                  </a:moveTo>
                  <a:lnTo>
                    <a:pt x="142240" y="312420"/>
                  </a:lnTo>
                  <a:lnTo>
                    <a:pt x="139700" y="314960"/>
                  </a:lnTo>
                  <a:lnTo>
                    <a:pt x="149860" y="314960"/>
                  </a:lnTo>
                  <a:lnTo>
                    <a:pt x="152400" y="312420"/>
                  </a:lnTo>
                  <a:close/>
                </a:path>
                <a:path w="459739" h="458469">
                  <a:moveTo>
                    <a:pt x="154940" y="309880"/>
                  </a:moveTo>
                  <a:lnTo>
                    <a:pt x="144780" y="309880"/>
                  </a:lnTo>
                  <a:lnTo>
                    <a:pt x="143510" y="311150"/>
                  </a:lnTo>
                  <a:lnTo>
                    <a:pt x="153670" y="311150"/>
                  </a:lnTo>
                  <a:lnTo>
                    <a:pt x="154940" y="309880"/>
                  </a:lnTo>
                  <a:close/>
                </a:path>
                <a:path w="459739" h="458469">
                  <a:moveTo>
                    <a:pt x="158750" y="306070"/>
                  </a:moveTo>
                  <a:lnTo>
                    <a:pt x="148590" y="306070"/>
                  </a:lnTo>
                  <a:lnTo>
                    <a:pt x="146050" y="308610"/>
                  </a:lnTo>
                  <a:lnTo>
                    <a:pt x="156210" y="308610"/>
                  </a:lnTo>
                  <a:lnTo>
                    <a:pt x="158750" y="306070"/>
                  </a:lnTo>
                  <a:close/>
                </a:path>
                <a:path w="459739" h="458469">
                  <a:moveTo>
                    <a:pt x="171450" y="293370"/>
                  </a:moveTo>
                  <a:lnTo>
                    <a:pt x="161290" y="293370"/>
                  </a:lnTo>
                  <a:lnTo>
                    <a:pt x="149860" y="304800"/>
                  </a:lnTo>
                  <a:lnTo>
                    <a:pt x="160020" y="304800"/>
                  </a:lnTo>
                  <a:lnTo>
                    <a:pt x="171450" y="293370"/>
                  </a:lnTo>
                  <a:close/>
                </a:path>
                <a:path w="459739" h="458469">
                  <a:moveTo>
                    <a:pt x="180340" y="284480"/>
                  </a:moveTo>
                  <a:lnTo>
                    <a:pt x="170180" y="284480"/>
                  </a:lnTo>
                  <a:lnTo>
                    <a:pt x="162560" y="292100"/>
                  </a:lnTo>
                  <a:lnTo>
                    <a:pt x="172720" y="292100"/>
                  </a:lnTo>
                  <a:lnTo>
                    <a:pt x="180340" y="284480"/>
                  </a:lnTo>
                  <a:close/>
                </a:path>
                <a:path w="459739" h="458469">
                  <a:moveTo>
                    <a:pt x="196850" y="267970"/>
                  </a:moveTo>
                  <a:lnTo>
                    <a:pt x="186690" y="267970"/>
                  </a:lnTo>
                  <a:lnTo>
                    <a:pt x="171450" y="283210"/>
                  </a:lnTo>
                  <a:lnTo>
                    <a:pt x="181610" y="283210"/>
                  </a:lnTo>
                  <a:lnTo>
                    <a:pt x="196850" y="267970"/>
                  </a:lnTo>
                  <a:close/>
                </a:path>
                <a:path w="459739" h="458469">
                  <a:moveTo>
                    <a:pt x="201930" y="262890"/>
                  </a:moveTo>
                  <a:lnTo>
                    <a:pt x="191770" y="262890"/>
                  </a:lnTo>
                  <a:lnTo>
                    <a:pt x="187960" y="266700"/>
                  </a:lnTo>
                  <a:lnTo>
                    <a:pt x="198120" y="266700"/>
                  </a:lnTo>
                  <a:lnTo>
                    <a:pt x="201930" y="262890"/>
                  </a:lnTo>
                  <a:close/>
                </a:path>
              </a:pathLst>
            </a:custGeom>
            <a:solidFill>
              <a:srgbClr val="914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1">
              <a:extLst>
                <a:ext uri="{FF2B5EF4-FFF2-40B4-BE49-F238E27FC236}">
                  <a16:creationId xmlns:a16="http://schemas.microsoft.com/office/drawing/2014/main" id="{21D72D7E-42E4-9F21-2723-74AEC83EC67B}"/>
                </a:ext>
              </a:extLst>
            </p:cNvPr>
            <p:cNvSpPr/>
            <p:nvPr/>
          </p:nvSpPr>
          <p:spPr>
            <a:xfrm>
              <a:off x="2656840" y="2598419"/>
              <a:ext cx="459740" cy="457200"/>
            </a:xfrm>
            <a:custGeom>
              <a:avLst/>
              <a:gdLst/>
              <a:ahLst/>
              <a:cxnLst/>
              <a:rect l="l" t="t" r="r" b="b"/>
              <a:pathLst>
                <a:path w="459739" h="457200">
                  <a:moveTo>
                    <a:pt x="288290" y="175260"/>
                  </a:moveTo>
                  <a:lnTo>
                    <a:pt x="278130" y="175260"/>
                  </a:lnTo>
                  <a:lnTo>
                    <a:pt x="271780" y="181610"/>
                  </a:lnTo>
                  <a:lnTo>
                    <a:pt x="281940" y="181610"/>
                  </a:lnTo>
                  <a:lnTo>
                    <a:pt x="288290" y="175260"/>
                  </a:lnTo>
                  <a:close/>
                </a:path>
                <a:path w="459739" h="457200">
                  <a:moveTo>
                    <a:pt x="290830" y="172720"/>
                  </a:moveTo>
                  <a:lnTo>
                    <a:pt x="280669" y="172720"/>
                  </a:lnTo>
                  <a:lnTo>
                    <a:pt x="279400" y="173989"/>
                  </a:lnTo>
                  <a:lnTo>
                    <a:pt x="289560" y="173989"/>
                  </a:lnTo>
                  <a:lnTo>
                    <a:pt x="290830" y="172720"/>
                  </a:lnTo>
                  <a:close/>
                </a:path>
                <a:path w="459739" h="457200">
                  <a:moveTo>
                    <a:pt x="294640" y="168910"/>
                  </a:moveTo>
                  <a:lnTo>
                    <a:pt x="284480" y="168910"/>
                  </a:lnTo>
                  <a:lnTo>
                    <a:pt x="281940" y="171450"/>
                  </a:lnTo>
                  <a:lnTo>
                    <a:pt x="292100" y="171450"/>
                  </a:lnTo>
                  <a:lnTo>
                    <a:pt x="294640" y="168910"/>
                  </a:lnTo>
                  <a:close/>
                </a:path>
                <a:path w="459739" h="457200">
                  <a:moveTo>
                    <a:pt x="297180" y="166370"/>
                  </a:moveTo>
                  <a:lnTo>
                    <a:pt x="287019" y="166370"/>
                  </a:lnTo>
                  <a:lnTo>
                    <a:pt x="285750" y="167639"/>
                  </a:lnTo>
                  <a:lnTo>
                    <a:pt x="295910" y="167639"/>
                  </a:lnTo>
                  <a:lnTo>
                    <a:pt x="297180" y="166370"/>
                  </a:lnTo>
                  <a:close/>
                </a:path>
                <a:path w="459739" h="457200">
                  <a:moveTo>
                    <a:pt x="300990" y="162560"/>
                  </a:moveTo>
                  <a:lnTo>
                    <a:pt x="290830" y="162560"/>
                  </a:lnTo>
                  <a:lnTo>
                    <a:pt x="288290" y="165100"/>
                  </a:lnTo>
                  <a:lnTo>
                    <a:pt x="298450" y="165100"/>
                  </a:lnTo>
                  <a:lnTo>
                    <a:pt x="300990" y="162560"/>
                  </a:lnTo>
                  <a:close/>
                </a:path>
                <a:path w="459739" h="457200">
                  <a:moveTo>
                    <a:pt x="303530" y="160020"/>
                  </a:moveTo>
                  <a:lnTo>
                    <a:pt x="293369" y="160020"/>
                  </a:lnTo>
                  <a:lnTo>
                    <a:pt x="292100" y="161289"/>
                  </a:lnTo>
                  <a:lnTo>
                    <a:pt x="302260" y="161289"/>
                  </a:lnTo>
                  <a:lnTo>
                    <a:pt x="303530" y="160020"/>
                  </a:lnTo>
                  <a:close/>
                </a:path>
                <a:path w="459739" h="457200">
                  <a:moveTo>
                    <a:pt x="316230" y="147320"/>
                  </a:moveTo>
                  <a:lnTo>
                    <a:pt x="306069" y="147320"/>
                  </a:lnTo>
                  <a:lnTo>
                    <a:pt x="294640" y="158750"/>
                  </a:lnTo>
                  <a:lnTo>
                    <a:pt x="304800" y="158750"/>
                  </a:lnTo>
                  <a:lnTo>
                    <a:pt x="316230" y="147320"/>
                  </a:lnTo>
                  <a:close/>
                </a:path>
                <a:path w="459739" h="457200">
                  <a:moveTo>
                    <a:pt x="328930" y="134620"/>
                  </a:moveTo>
                  <a:lnTo>
                    <a:pt x="318769" y="134620"/>
                  </a:lnTo>
                  <a:lnTo>
                    <a:pt x="307340" y="146050"/>
                  </a:lnTo>
                  <a:lnTo>
                    <a:pt x="317500" y="146050"/>
                  </a:lnTo>
                  <a:lnTo>
                    <a:pt x="328930" y="134620"/>
                  </a:lnTo>
                  <a:close/>
                </a:path>
                <a:path w="459739" h="457200">
                  <a:moveTo>
                    <a:pt x="332740" y="130810"/>
                  </a:moveTo>
                  <a:lnTo>
                    <a:pt x="322580" y="130810"/>
                  </a:lnTo>
                  <a:lnTo>
                    <a:pt x="320040" y="133350"/>
                  </a:lnTo>
                  <a:lnTo>
                    <a:pt x="330200" y="133350"/>
                  </a:lnTo>
                  <a:lnTo>
                    <a:pt x="332740" y="130810"/>
                  </a:lnTo>
                  <a:close/>
                </a:path>
                <a:path w="459739" h="457200">
                  <a:moveTo>
                    <a:pt x="335280" y="128270"/>
                  </a:moveTo>
                  <a:lnTo>
                    <a:pt x="325119" y="128270"/>
                  </a:lnTo>
                  <a:lnTo>
                    <a:pt x="323850" y="129539"/>
                  </a:lnTo>
                  <a:lnTo>
                    <a:pt x="334010" y="129539"/>
                  </a:lnTo>
                  <a:lnTo>
                    <a:pt x="335280" y="128270"/>
                  </a:lnTo>
                  <a:close/>
                </a:path>
                <a:path w="459739" h="457200">
                  <a:moveTo>
                    <a:pt x="339090" y="124460"/>
                  </a:moveTo>
                  <a:lnTo>
                    <a:pt x="328930" y="124460"/>
                  </a:lnTo>
                  <a:lnTo>
                    <a:pt x="326390" y="127000"/>
                  </a:lnTo>
                  <a:lnTo>
                    <a:pt x="336550" y="127000"/>
                  </a:lnTo>
                  <a:lnTo>
                    <a:pt x="339090" y="124460"/>
                  </a:lnTo>
                  <a:close/>
                </a:path>
                <a:path w="459739" h="457200">
                  <a:moveTo>
                    <a:pt x="341630" y="121920"/>
                  </a:moveTo>
                  <a:lnTo>
                    <a:pt x="331469" y="121920"/>
                  </a:lnTo>
                  <a:lnTo>
                    <a:pt x="330200" y="123189"/>
                  </a:lnTo>
                  <a:lnTo>
                    <a:pt x="340360" y="123189"/>
                  </a:lnTo>
                  <a:lnTo>
                    <a:pt x="341630" y="121920"/>
                  </a:lnTo>
                  <a:close/>
                </a:path>
                <a:path w="459739" h="457200">
                  <a:moveTo>
                    <a:pt x="345440" y="118110"/>
                  </a:moveTo>
                  <a:lnTo>
                    <a:pt x="335280" y="118110"/>
                  </a:lnTo>
                  <a:lnTo>
                    <a:pt x="332740" y="120650"/>
                  </a:lnTo>
                  <a:lnTo>
                    <a:pt x="342900" y="120650"/>
                  </a:lnTo>
                  <a:lnTo>
                    <a:pt x="345440" y="118110"/>
                  </a:lnTo>
                  <a:close/>
                </a:path>
                <a:path w="459739" h="457200">
                  <a:moveTo>
                    <a:pt x="347980" y="115570"/>
                  </a:moveTo>
                  <a:lnTo>
                    <a:pt x="337819" y="115570"/>
                  </a:lnTo>
                  <a:lnTo>
                    <a:pt x="336550" y="116839"/>
                  </a:lnTo>
                  <a:lnTo>
                    <a:pt x="346710" y="116839"/>
                  </a:lnTo>
                  <a:lnTo>
                    <a:pt x="347980" y="115570"/>
                  </a:lnTo>
                  <a:close/>
                </a:path>
                <a:path w="459739" h="457200">
                  <a:moveTo>
                    <a:pt x="351790" y="111760"/>
                  </a:moveTo>
                  <a:lnTo>
                    <a:pt x="341630" y="111760"/>
                  </a:lnTo>
                  <a:lnTo>
                    <a:pt x="339090" y="114300"/>
                  </a:lnTo>
                  <a:lnTo>
                    <a:pt x="349250" y="114300"/>
                  </a:lnTo>
                  <a:lnTo>
                    <a:pt x="351790" y="111760"/>
                  </a:lnTo>
                  <a:close/>
                </a:path>
                <a:path w="459739" h="457200">
                  <a:moveTo>
                    <a:pt x="354330" y="109220"/>
                  </a:moveTo>
                  <a:lnTo>
                    <a:pt x="344169" y="109220"/>
                  </a:lnTo>
                  <a:lnTo>
                    <a:pt x="342900" y="110489"/>
                  </a:lnTo>
                  <a:lnTo>
                    <a:pt x="353060" y="110489"/>
                  </a:lnTo>
                  <a:lnTo>
                    <a:pt x="354330" y="109220"/>
                  </a:lnTo>
                  <a:close/>
                </a:path>
                <a:path w="459739" h="457200">
                  <a:moveTo>
                    <a:pt x="358140" y="105410"/>
                  </a:moveTo>
                  <a:lnTo>
                    <a:pt x="347980" y="105410"/>
                  </a:lnTo>
                  <a:lnTo>
                    <a:pt x="345440" y="107950"/>
                  </a:lnTo>
                  <a:lnTo>
                    <a:pt x="355600" y="107950"/>
                  </a:lnTo>
                  <a:lnTo>
                    <a:pt x="358140" y="105410"/>
                  </a:lnTo>
                  <a:close/>
                </a:path>
                <a:path w="459739" h="457200">
                  <a:moveTo>
                    <a:pt x="360680" y="102870"/>
                  </a:moveTo>
                  <a:lnTo>
                    <a:pt x="350519" y="102870"/>
                  </a:lnTo>
                  <a:lnTo>
                    <a:pt x="349250" y="104139"/>
                  </a:lnTo>
                  <a:lnTo>
                    <a:pt x="359410" y="104139"/>
                  </a:lnTo>
                  <a:lnTo>
                    <a:pt x="360680" y="102870"/>
                  </a:lnTo>
                  <a:close/>
                </a:path>
                <a:path w="459739" h="457200">
                  <a:moveTo>
                    <a:pt x="364490" y="99060"/>
                  </a:moveTo>
                  <a:lnTo>
                    <a:pt x="354330" y="99060"/>
                  </a:lnTo>
                  <a:lnTo>
                    <a:pt x="351790" y="101600"/>
                  </a:lnTo>
                  <a:lnTo>
                    <a:pt x="361950" y="101600"/>
                  </a:lnTo>
                  <a:lnTo>
                    <a:pt x="364490" y="99060"/>
                  </a:lnTo>
                  <a:close/>
                </a:path>
                <a:path w="459739" h="457200">
                  <a:moveTo>
                    <a:pt x="367030" y="96520"/>
                  </a:moveTo>
                  <a:lnTo>
                    <a:pt x="356869" y="96520"/>
                  </a:lnTo>
                  <a:lnTo>
                    <a:pt x="355600" y="97789"/>
                  </a:lnTo>
                  <a:lnTo>
                    <a:pt x="365760" y="97789"/>
                  </a:lnTo>
                  <a:lnTo>
                    <a:pt x="367030" y="96520"/>
                  </a:lnTo>
                  <a:close/>
                </a:path>
                <a:path w="459739" h="457200">
                  <a:moveTo>
                    <a:pt x="370840" y="92710"/>
                  </a:moveTo>
                  <a:lnTo>
                    <a:pt x="360680" y="92710"/>
                  </a:lnTo>
                  <a:lnTo>
                    <a:pt x="358140" y="95250"/>
                  </a:lnTo>
                  <a:lnTo>
                    <a:pt x="368300" y="95250"/>
                  </a:lnTo>
                  <a:lnTo>
                    <a:pt x="370840" y="92710"/>
                  </a:lnTo>
                  <a:close/>
                </a:path>
                <a:path w="459739" h="457200">
                  <a:moveTo>
                    <a:pt x="373380" y="90170"/>
                  </a:moveTo>
                  <a:lnTo>
                    <a:pt x="363219" y="90170"/>
                  </a:lnTo>
                  <a:lnTo>
                    <a:pt x="361950" y="91439"/>
                  </a:lnTo>
                  <a:lnTo>
                    <a:pt x="372110" y="91439"/>
                  </a:lnTo>
                  <a:lnTo>
                    <a:pt x="373380" y="90170"/>
                  </a:lnTo>
                  <a:close/>
                </a:path>
                <a:path w="459739" h="457200">
                  <a:moveTo>
                    <a:pt x="377190" y="86360"/>
                  </a:moveTo>
                  <a:lnTo>
                    <a:pt x="367030" y="86360"/>
                  </a:lnTo>
                  <a:lnTo>
                    <a:pt x="364490" y="88900"/>
                  </a:lnTo>
                  <a:lnTo>
                    <a:pt x="374650" y="88900"/>
                  </a:lnTo>
                  <a:lnTo>
                    <a:pt x="377190" y="86360"/>
                  </a:lnTo>
                  <a:close/>
                </a:path>
                <a:path w="459739" h="457200">
                  <a:moveTo>
                    <a:pt x="379730" y="83820"/>
                  </a:moveTo>
                  <a:lnTo>
                    <a:pt x="369569" y="83820"/>
                  </a:lnTo>
                  <a:lnTo>
                    <a:pt x="368300" y="85089"/>
                  </a:lnTo>
                  <a:lnTo>
                    <a:pt x="378460" y="85089"/>
                  </a:lnTo>
                  <a:lnTo>
                    <a:pt x="379730" y="83820"/>
                  </a:lnTo>
                  <a:close/>
                </a:path>
                <a:path w="459739" h="457200">
                  <a:moveTo>
                    <a:pt x="383540" y="80010"/>
                  </a:moveTo>
                  <a:lnTo>
                    <a:pt x="373380" y="80010"/>
                  </a:lnTo>
                  <a:lnTo>
                    <a:pt x="370840" y="82550"/>
                  </a:lnTo>
                  <a:lnTo>
                    <a:pt x="381000" y="82550"/>
                  </a:lnTo>
                  <a:lnTo>
                    <a:pt x="383540" y="80010"/>
                  </a:lnTo>
                  <a:close/>
                </a:path>
                <a:path w="459739" h="457200">
                  <a:moveTo>
                    <a:pt x="386080" y="77470"/>
                  </a:moveTo>
                  <a:lnTo>
                    <a:pt x="375919" y="77470"/>
                  </a:lnTo>
                  <a:lnTo>
                    <a:pt x="374650" y="78739"/>
                  </a:lnTo>
                  <a:lnTo>
                    <a:pt x="384810" y="78739"/>
                  </a:lnTo>
                  <a:lnTo>
                    <a:pt x="386080" y="77470"/>
                  </a:lnTo>
                  <a:close/>
                </a:path>
                <a:path w="459739" h="457200">
                  <a:moveTo>
                    <a:pt x="389890" y="73660"/>
                  </a:moveTo>
                  <a:lnTo>
                    <a:pt x="379730" y="73660"/>
                  </a:lnTo>
                  <a:lnTo>
                    <a:pt x="377190" y="76200"/>
                  </a:lnTo>
                  <a:lnTo>
                    <a:pt x="387350" y="76200"/>
                  </a:lnTo>
                  <a:lnTo>
                    <a:pt x="389890" y="73660"/>
                  </a:lnTo>
                  <a:close/>
                </a:path>
                <a:path w="459739" h="457200">
                  <a:moveTo>
                    <a:pt x="392430" y="71120"/>
                  </a:moveTo>
                  <a:lnTo>
                    <a:pt x="382269" y="71120"/>
                  </a:lnTo>
                  <a:lnTo>
                    <a:pt x="381000" y="72389"/>
                  </a:lnTo>
                  <a:lnTo>
                    <a:pt x="391160" y="72389"/>
                  </a:lnTo>
                  <a:lnTo>
                    <a:pt x="392430" y="71120"/>
                  </a:lnTo>
                  <a:close/>
                </a:path>
                <a:path w="459739" h="457200">
                  <a:moveTo>
                    <a:pt x="396240" y="67310"/>
                  </a:moveTo>
                  <a:lnTo>
                    <a:pt x="386080" y="67310"/>
                  </a:lnTo>
                  <a:lnTo>
                    <a:pt x="383540" y="69850"/>
                  </a:lnTo>
                  <a:lnTo>
                    <a:pt x="393700" y="69850"/>
                  </a:lnTo>
                  <a:lnTo>
                    <a:pt x="396240" y="67310"/>
                  </a:lnTo>
                  <a:close/>
                </a:path>
                <a:path w="459739" h="457200">
                  <a:moveTo>
                    <a:pt x="398780" y="64770"/>
                  </a:moveTo>
                  <a:lnTo>
                    <a:pt x="388619" y="64770"/>
                  </a:lnTo>
                  <a:lnTo>
                    <a:pt x="387350" y="66039"/>
                  </a:lnTo>
                  <a:lnTo>
                    <a:pt x="397510" y="66039"/>
                  </a:lnTo>
                  <a:lnTo>
                    <a:pt x="398780" y="64770"/>
                  </a:lnTo>
                  <a:close/>
                </a:path>
                <a:path w="459739" h="457200">
                  <a:moveTo>
                    <a:pt x="402590" y="60960"/>
                  </a:moveTo>
                  <a:lnTo>
                    <a:pt x="392430" y="60960"/>
                  </a:lnTo>
                  <a:lnTo>
                    <a:pt x="389890" y="63500"/>
                  </a:lnTo>
                  <a:lnTo>
                    <a:pt x="400050" y="63500"/>
                  </a:lnTo>
                  <a:lnTo>
                    <a:pt x="402590" y="60960"/>
                  </a:lnTo>
                  <a:close/>
                </a:path>
                <a:path w="459739" h="457200">
                  <a:moveTo>
                    <a:pt x="405130" y="58420"/>
                  </a:moveTo>
                  <a:lnTo>
                    <a:pt x="394969" y="58420"/>
                  </a:lnTo>
                  <a:lnTo>
                    <a:pt x="393700" y="59689"/>
                  </a:lnTo>
                  <a:lnTo>
                    <a:pt x="403860" y="59689"/>
                  </a:lnTo>
                  <a:lnTo>
                    <a:pt x="405130" y="58420"/>
                  </a:lnTo>
                  <a:close/>
                </a:path>
                <a:path w="459739" h="457200">
                  <a:moveTo>
                    <a:pt x="408940" y="54610"/>
                  </a:moveTo>
                  <a:lnTo>
                    <a:pt x="398780" y="54610"/>
                  </a:lnTo>
                  <a:lnTo>
                    <a:pt x="396240" y="57150"/>
                  </a:lnTo>
                  <a:lnTo>
                    <a:pt x="406400" y="57150"/>
                  </a:lnTo>
                  <a:lnTo>
                    <a:pt x="408940" y="54610"/>
                  </a:lnTo>
                  <a:close/>
                </a:path>
                <a:path w="459739" h="457200">
                  <a:moveTo>
                    <a:pt x="411480" y="52070"/>
                  </a:moveTo>
                  <a:lnTo>
                    <a:pt x="401319" y="52070"/>
                  </a:lnTo>
                  <a:lnTo>
                    <a:pt x="400050" y="53339"/>
                  </a:lnTo>
                  <a:lnTo>
                    <a:pt x="410210" y="53339"/>
                  </a:lnTo>
                  <a:lnTo>
                    <a:pt x="411480" y="52070"/>
                  </a:lnTo>
                  <a:close/>
                </a:path>
                <a:path w="459739" h="457200">
                  <a:moveTo>
                    <a:pt x="415290" y="48260"/>
                  </a:moveTo>
                  <a:lnTo>
                    <a:pt x="405130" y="48260"/>
                  </a:lnTo>
                  <a:lnTo>
                    <a:pt x="402590" y="50800"/>
                  </a:lnTo>
                  <a:lnTo>
                    <a:pt x="412750" y="50800"/>
                  </a:lnTo>
                  <a:lnTo>
                    <a:pt x="415290" y="48260"/>
                  </a:lnTo>
                  <a:close/>
                </a:path>
                <a:path w="459739" h="457200">
                  <a:moveTo>
                    <a:pt x="417830" y="45720"/>
                  </a:moveTo>
                  <a:lnTo>
                    <a:pt x="407669" y="45720"/>
                  </a:lnTo>
                  <a:lnTo>
                    <a:pt x="406400" y="46989"/>
                  </a:lnTo>
                  <a:lnTo>
                    <a:pt x="416560" y="46989"/>
                  </a:lnTo>
                  <a:lnTo>
                    <a:pt x="417830" y="45720"/>
                  </a:lnTo>
                  <a:close/>
                </a:path>
                <a:path w="459739" h="457200">
                  <a:moveTo>
                    <a:pt x="421640" y="41910"/>
                  </a:moveTo>
                  <a:lnTo>
                    <a:pt x="411480" y="41910"/>
                  </a:lnTo>
                  <a:lnTo>
                    <a:pt x="408940" y="44450"/>
                  </a:lnTo>
                  <a:lnTo>
                    <a:pt x="419100" y="44450"/>
                  </a:lnTo>
                  <a:lnTo>
                    <a:pt x="421640" y="41910"/>
                  </a:lnTo>
                  <a:close/>
                </a:path>
                <a:path w="459739" h="457200">
                  <a:moveTo>
                    <a:pt x="424180" y="39370"/>
                  </a:moveTo>
                  <a:lnTo>
                    <a:pt x="414019" y="39370"/>
                  </a:lnTo>
                  <a:lnTo>
                    <a:pt x="412750" y="40639"/>
                  </a:lnTo>
                  <a:lnTo>
                    <a:pt x="422910" y="40639"/>
                  </a:lnTo>
                  <a:lnTo>
                    <a:pt x="424180" y="39370"/>
                  </a:lnTo>
                  <a:close/>
                </a:path>
                <a:path w="459739" h="457200">
                  <a:moveTo>
                    <a:pt x="427990" y="35560"/>
                  </a:moveTo>
                  <a:lnTo>
                    <a:pt x="417830" y="35560"/>
                  </a:lnTo>
                  <a:lnTo>
                    <a:pt x="415290" y="38100"/>
                  </a:lnTo>
                  <a:lnTo>
                    <a:pt x="425450" y="38100"/>
                  </a:lnTo>
                  <a:lnTo>
                    <a:pt x="427990" y="35560"/>
                  </a:lnTo>
                  <a:close/>
                </a:path>
                <a:path w="459739" h="457200">
                  <a:moveTo>
                    <a:pt x="430530" y="33020"/>
                  </a:moveTo>
                  <a:lnTo>
                    <a:pt x="420369" y="33020"/>
                  </a:lnTo>
                  <a:lnTo>
                    <a:pt x="419100" y="34289"/>
                  </a:lnTo>
                  <a:lnTo>
                    <a:pt x="429260" y="34289"/>
                  </a:lnTo>
                  <a:lnTo>
                    <a:pt x="430530" y="33020"/>
                  </a:lnTo>
                  <a:close/>
                </a:path>
                <a:path w="459739" h="457200">
                  <a:moveTo>
                    <a:pt x="434340" y="29210"/>
                  </a:moveTo>
                  <a:lnTo>
                    <a:pt x="424180" y="29210"/>
                  </a:lnTo>
                  <a:lnTo>
                    <a:pt x="421640" y="31750"/>
                  </a:lnTo>
                  <a:lnTo>
                    <a:pt x="431800" y="31750"/>
                  </a:lnTo>
                  <a:lnTo>
                    <a:pt x="434340" y="29210"/>
                  </a:lnTo>
                  <a:close/>
                </a:path>
                <a:path w="459739" h="457200">
                  <a:moveTo>
                    <a:pt x="436880" y="26670"/>
                  </a:moveTo>
                  <a:lnTo>
                    <a:pt x="426719" y="26670"/>
                  </a:lnTo>
                  <a:lnTo>
                    <a:pt x="425450" y="27939"/>
                  </a:lnTo>
                  <a:lnTo>
                    <a:pt x="435610" y="27939"/>
                  </a:lnTo>
                  <a:lnTo>
                    <a:pt x="436880" y="26670"/>
                  </a:lnTo>
                  <a:close/>
                </a:path>
                <a:path w="459739" h="457200">
                  <a:moveTo>
                    <a:pt x="440690" y="22860"/>
                  </a:moveTo>
                  <a:lnTo>
                    <a:pt x="430530" y="22860"/>
                  </a:lnTo>
                  <a:lnTo>
                    <a:pt x="427990" y="25400"/>
                  </a:lnTo>
                  <a:lnTo>
                    <a:pt x="438150" y="25400"/>
                  </a:lnTo>
                  <a:lnTo>
                    <a:pt x="440690" y="22860"/>
                  </a:lnTo>
                  <a:close/>
                </a:path>
                <a:path w="459739" h="457200">
                  <a:moveTo>
                    <a:pt x="443230" y="20320"/>
                  </a:moveTo>
                  <a:lnTo>
                    <a:pt x="433069" y="20320"/>
                  </a:lnTo>
                  <a:lnTo>
                    <a:pt x="431800" y="21589"/>
                  </a:lnTo>
                  <a:lnTo>
                    <a:pt x="441960" y="21589"/>
                  </a:lnTo>
                  <a:lnTo>
                    <a:pt x="443230" y="20320"/>
                  </a:lnTo>
                  <a:close/>
                </a:path>
                <a:path w="459739" h="457200">
                  <a:moveTo>
                    <a:pt x="447040" y="16510"/>
                  </a:moveTo>
                  <a:lnTo>
                    <a:pt x="436880" y="16510"/>
                  </a:lnTo>
                  <a:lnTo>
                    <a:pt x="434340" y="19050"/>
                  </a:lnTo>
                  <a:lnTo>
                    <a:pt x="444500" y="19050"/>
                  </a:lnTo>
                  <a:lnTo>
                    <a:pt x="447040" y="16510"/>
                  </a:lnTo>
                  <a:close/>
                </a:path>
                <a:path w="459739" h="457200">
                  <a:moveTo>
                    <a:pt x="449580" y="13970"/>
                  </a:moveTo>
                  <a:lnTo>
                    <a:pt x="439419" y="13970"/>
                  </a:lnTo>
                  <a:lnTo>
                    <a:pt x="438150" y="15239"/>
                  </a:lnTo>
                  <a:lnTo>
                    <a:pt x="448310" y="15239"/>
                  </a:lnTo>
                  <a:lnTo>
                    <a:pt x="449580" y="13970"/>
                  </a:lnTo>
                  <a:close/>
                </a:path>
                <a:path w="459739" h="457200">
                  <a:moveTo>
                    <a:pt x="453390" y="10160"/>
                  </a:moveTo>
                  <a:lnTo>
                    <a:pt x="443230" y="10160"/>
                  </a:lnTo>
                  <a:lnTo>
                    <a:pt x="440690" y="12700"/>
                  </a:lnTo>
                  <a:lnTo>
                    <a:pt x="450850" y="12700"/>
                  </a:lnTo>
                  <a:lnTo>
                    <a:pt x="453390" y="10160"/>
                  </a:lnTo>
                  <a:close/>
                </a:path>
                <a:path w="459739" h="457200">
                  <a:moveTo>
                    <a:pt x="455930" y="7620"/>
                  </a:moveTo>
                  <a:lnTo>
                    <a:pt x="445769" y="7620"/>
                  </a:lnTo>
                  <a:lnTo>
                    <a:pt x="444500" y="8889"/>
                  </a:lnTo>
                  <a:lnTo>
                    <a:pt x="454660" y="8889"/>
                  </a:lnTo>
                  <a:lnTo>
                    <a:pt x="455930" y="7620"/>
                  </a:lnTo>
                  <a:close/>
                </a:path>
                <a:path w="459739" h="457200">
                  <a:moveTo>
                    <a:pt x="459740" y="3810"/>
                  </a:moveTo>
                  <a:lnTo>
                    <a:pt x="449580" y="3810"/>
                  </a:lnTo>
                  <a:lnTo>
                    <a:pt x="447040" y="6350"/>
                  </a:lnTo>
                  <a:lnTo>
                    <a:pt x="457200" y="6350"/>
                  </a:lnTo>
                  <a:lnTo>
                    <a:pt x="459740" y="3810"/>
                  </a:lnTo>
                  <a:close/>
                </a:path>
                <a:path w="459739" h="457200">
                  <a:moveTo>
                    <a:pt x="459739" y="0"/>
                  </a:moveTo>
                  <a:lnTo>
                    <a:pt x="454659" y="0"/>
                  </a:lnTo>
                  <a:lnTo>
                    <a:pt x="454659" y="1270"/>
                  </a:lnTo>
                  <a:lnTo>
                    <a:pt x="452119" y="1270"/>
                  </a:lnTo>
                  <a:lnTo>
                    <a:pt x="450850" y="2539"/>
                  </a:lnTo>
                  <a:lnTo>
                    <a:pt x="459739" y="2539"/>
                  </a:lnTo>
                  <a:lnTo>
                    <a:pt x="459739" y="0"/>
                  </a:lnTo>
                  <a:close/>
                </a:path>
                <a:path w="459739" h="457200">
                  <a:moveTo>
                    <a:pt x="281939" y="181610"/>
                  </a:moveTo>
                  <a:lnTo>
                    <a:pt x="271779" y="181610"/>
                  </a:lnTo>
                  <a:lnTo>
                    <a:pt x="246380" y="207010"/>
                  </a:lnTo>
                  <a:lnTo>
                    <a:pt x="256540" y="207010"/>
                  </a:lnTo>
                  <a:lnTo>
                    <a:pt x="281939" y="181610"/>
                  </a:lnTo>
                  <a:close/>
                </a:path>
                <a:path w="459739" h="457200">
                  <a:moveTo>
                    <a:pt x="256539" y="207010"/>
                  </a:moveTo>
                  <a:lnTo>
                    <a:pt x="246379" y="207010"/>
                  </a:lnTo>
                  <a:lnTo>
                    <a:pt x="195580" y="257810"/>
                  </a:lnTo>
                  <a:lnTo>
                    <a:pt x="205740" y="257810"/>
                  </a:lnTo>
                  <a:lnTo>
                    <a:pt x="256539" y="207010"/>
                  </a:lnTo>
                  <a:close/>
                </a:path>
                <a:path w="459739" h="457200">
                  <a:moveTo>
                    <a:pt x="8890" y="454660"/>
                  </a:moveTo>
                  <a:lnTo>
                    <a:pt x="2539" y="454660"/>
                  </a:lnTo>
                  <a:lnTo>
                    <a:pt x="2539" y="455930"/>
                  </a:lnTo>
                  <a:lnTo>
                    <a:pt x="6349" y="455930"/>
                  </a:lnTo>
                  <a:lnTo>
                    <a:pt x="6349" y="457200"/>
                  </a:lnTo>
                  <a:lnTo>
                    <a:pt x="8890" y="454660"/>
                  </a:lnTo>
                  <a:close/>
                </a:path>
                <a:path w="459739" h="457200">
                  <a:moveTo>
                    <a:pt x="11430" y="452120"/>
                  </a:moveTo>
                  <a:lnTo>
                    <a:pt x="1270" y="452120"/>
                  </a:lnTo>
                  <a:lnTo>
                    <a:pt x="0" y="453390"/>
                  </a:lnTo>
                  <a:lnTo>
                    <a:pt x="10159" y="453390"/>
                  </a:lnTo>
                  <a:lnTo>
                    <a:pt x="11430" y="452120"/>
                  </a:lnTo>
                  <a:close/>
                </a:path>
                <a:path w="459739" h="457200">
                  <a:moveTo>
                    <a:pt x="15240" y="448310"/>
                  </a:moveTo>
                  <a:lnTo>
                    <a:pt x="5080" y="448310"/>
                  </a:lnTo>
                  <a:lnTo>
                    <a:pt x="2539" y="450850"/>
                  </a:lnTo>
                  <a:lnTo>
                    <a:pt x="12699" y="450850"/>
                  </a:lnTo>
                  <a:lnTo>
                    <a:pt x="15240" y="448310"/>
                  </a:lnTo>
                  <a:close/>
                </a:path>
                <a:path w="459739" h="457200">
                  <a:moveTo>
                    <a:pt x="17780" y="445770"/>
                  </a:moveTo>
                  <a:lnTo>
                    <a:pt x="7620" y="445770"/>
                  </a:lnTo>
                  <a:lnTo>
                    <a:pt x="6350" y="447040"/>
                  </a:lnTo>
                  <a:lnTo>
                    <a:pt x="16509" y="447040"/>
                  </a:lnTo>
                  <a:lnTo>
                    <a:pt x="17780" y="445770"/>
                  </a:lnTo>
                  <a:close/>
                </a:path>
                <a:path w="459739" h="457200">
                  <a:moveTo>
                    <a:pt x="21590" y="441960"/>
                  </a:moveTo>
                  <a:lnTo>
                    <a:pt x="11430" y="441960"/>
                  </a:lnTo>
                  <a:lnTo>
                    <a:pt x="8889" y="444500"/>
                  </a:lnTo>
                  <a:lnTo>
                    <a:pt x="19049" y="444500"/>
                  </a:lnTo>
                  <a:lnTo>
                    <a:pt x="21590" y="441960"/>
                  </a:lnTo>
                  <a:close/>
                </a:path>
                <a:path w="459739" h="457200">
                  <a:moveTo>
                    <a:pt x="24130" y="439420"/>
                  </a:moveTo>
                  <a:lnTo>
                    <a:pt x="13970" y="439420"/>
                  </a:lnTo>
                  <a:lnTo>
                    <a:pt x="12700" y="440690"/>
                  </a:lnTo>
                  <a:lnTo>
                    <a:pt x="22859" y="440690"/>
                  </a:lnTo>
                  <a:lnTo>
                    <a:pt x="24130" y="439420"/>
                  </a:lnTo>
                  <a:close/>
                </a:path>
                <a:path w="459739" h="457200">
                  <a:moveTo>
                    <a:pt x="27940" y="435610"/>
                  </a:moveTo>
                  <a:lnTo>
                    <a:pt x="17780" y="435610"/>
                  </a:lnTo>
                  <a:lnTo>
                    <a:pt x="15239" y="438150"/>
                  </a:lnTo>
                  <a:lnTo>
                    <a:pt x="25399" y="438150"/>
                  </a:lnTo>
                  <a:lnTo>
                    <a:pt x="27940" y="435610"/>
                  </a:lnTo>
                  <a:close/>
                </a:path>
                <a:path w="459739" h="457200">
                  <a:moveTo>
                    <a:pt x="30480" y="433070"/>
                  </a:moveTo>
                  <a:lnTo>
                    <a:pt x="20320" y="433070"/>
                  </a:lnTo>
                  <a:lnTo>
                    <a:pt x="19050" y="434340"/>
                  </a:lnTo>
                  <a:lnTo>
                    <a:pt x="29209" y="434340"/>
                  </a:lnTo>
                  <a:lnTo>
                    <a:pt x="30480" y="433070"/>
                  </a:lnTo>
                  <a:close/>
                </a:path>
                <a:path w="459739" h="457200">
                  <a:moveTo>
                    <a:pt x="34290" y="429260"/>
                  </a:moveTo>
                  <a:lnTo>
                    <a:pt x="24130" y="429260"/>
                  </a:lnTo>
                  <a:lnTo>
                    <a:pt x="21589" y="431800"/>
                  </a:lnTo>
                  <a:lnTo>
                    <a:pt x="31749" y="431800"/>
                  </a:lnTo>
                  <a:lnTo>
                    <a:pt x="34290" y="429260"/>
                  </a:lnTo>
                  <a:close/>
                </a:path>
                <a:path w="459739" h="457200">
                  <a:moveTo>
                    <a:pt x="36830" y="426720"/>
                  </a:moveTo>
                  <a:lnTo>
                    <a:pt x="26670" y="426720"/>
                  </a:lnTo>
                  <a:lnTo>
                    <a:pt x="25400" y="427990"/>
                  </a:lnTo>
                  <a:lnTo>
                    <a:pt x="35559" y="427990"/>
                  </a:lnTo>
                  <a:lnTo>
                    <a:pt x="36830" y="426720"/>
                  </a:lnTo>
                  <a:close/>
                </a:path>
                <a:path w="459739" h="457200">
                  <a:moveTo>
                    <a:pt x="40640" y="422910"/>
                  </a:moveTo>
                  <a:lnTo>
                    <a:pt x="30480" y="422910"/>
                  </a:lnTo>
                  <a:lnTo>
                    <a:pt x="27939" y="425450"/>
                  </a:lnTo>
                  <a:lnTo>
                    <a:pt x="38099" y="425450"/>
                  </a:lnTo>
                  <a:lnTo>
                    <a:pt x="40640" y="422910"/>
                  </a:lnTo>
                  <a:close/>
                </a:path>
                <a:path w="459739" h="457200">
                  <a:moveTo>
                    <a:pt x="43180" y="420370"/>
                  </a:moveTo>
                  <a:lnTo>
                    <a:pt x="33020" y="420370"/>
                  </a:lnTo>
                  <a:lnTo>
                    <a:pt x="31750" y="421640"/>
                  </a:lnTo>
                  <a:lnTo>
                    <a:pt x="41909" y="421640"/>
                  </a:lnTo>
                  <a:lnTo>
                    <a:pt x="43180" y="420370"/>
                  </a:lnTo>
                  <a:close/>
                </a:path>
                <a:path w="459739" h="457200">
                  <a:moveTo>
                    <a:pt x="46990" y="416560"/>
                  </a:moveTo>
                  <a:lnTo>
                    <a:pt x="36830" y="416560"/>
                  </a:lnTo>
                  <a:lnTo>
                    <a:pt x="34289" y="419100"/>
                  </a:lnTo>
                  <a:lnTo>
                    <a:pt x="44449" y="419100"/>
                  </a:lnTo>
                  <a:lnTo>
                    <a:pt x="46990" y="416560"/>
                  </a:lnTo>
                  <a:close/>
                </a:path>
                <a:path w="459739" h="457200">
                  <a:moveTo>
                    <a:pt x="49530" y="414020"/>
                  </a:moveTo>
                  <a:lnTo>
                    <a:pt x="39370" y="414020"/>
                  </a:lnTo>
                  <a:lnTo>
                    <a:pt x="38100" y="415290"/>
                  </a:lnTo>
                  <a:lnTo>
                    <a:pt x="48259" y="415290"/>
                  </a:lnTo>
                  <a:lnTo>
                    <a:pt x="49530" y="414020"/>
                  </a:lnTo>
                  <a:close/>
                </a:path>
                <a:path w="459739" h="457200">
                  <a:moveTo>
                    <a:pt x="53340" y="410210"/>
                  </a:moveTo>
                  <a:lnTo>
                    <a:pt x="43180" y="410210"/>
                  </a:lnTo>
                  <a:lnTo>
                    <a:pt x="40639" y="412750"/>
                  </a:lnTo>
                  <a:lnTo>
                    <a:pt x="50799" y="412750"/>
                  </a:lnTo>
                  <a:lnTo>
                    <a:pt x="53340" y="410210"/>
                  </a:lnTo>
                  <a:close/>
                </a:path>
                <a:path w="459739" h="457200">
                  <a:moveTo>
                    <a:pt x="55880" y="407670"/>
                  </a:moveTo>
                  <a:lnTo>
                    <a:pt x="45720" y="407670"/>
                  </a:lnTo>
                  <a:lnTo>
                    <a:pt x="44450" y="408940"/>
                  </a:lnTo>
                  <a:lnTo>
                    <a:pt x="54609" y="408940"/>
                  </a:lnTo>
                  <a:lnTo>
                    <a:pt x="55880" y="407670"/>
                  </a:lnTo>
                  <a:close/>
                </a:path>
                <a:path w="459739" h="457200">
                  <a:moveTo>
                    <a:pt x="59690" y="403860"/>
                  </a:moveTo>
                  <a:lnTo>
                    <a:pt x="49530" y="403860"/>
                  </a:lnTo>
                  <a:lnTo>
                    <a:pt x="46989" y="406400"/>
                  </a:lnTo>
                  <a:lnTo>
                    <a:pt x="57149" y="406400"/>
                  </a:lnTo>
                  <a:lnTo>
                    <a:pt x="59690" y="403860"/>
                  </a:lnTo>
                  <a:close/>
                </a:path>
                <a:path w="459739" h="457200">
                  <a:moveTo>
                    <a:pt x="62230" y="401320"/>
                  </a:moveTo>
                  <a:lnTo>
                    <a:pt x="52070" y="401320"/>
                  </a:lnTo>
                  <a:lnTo>
                    <a:pt x="50800" y="402590"/>
                  </a:lnTo>
                  <a:lnTo>
                    <a:pt x="60959" y="402590"/>
                  </a:lnTo>
                  <a:lnTo>
                    <a:pt x="62230" y="401320"/>
                  </a:lnTo>
                  <a:close/>
                </a:path>
                <a:path w="459739" h="457200">
                  <a:moveTo>
                    <a:pt x="66040" y="397510"/>
                  </a:moveTo>
                  <a:lnTo>
                    <a:pt x="55880" y="397510"/>
                  </a:lnTo>
                  <a:lnTo>
                    <a:pt x="53339" y="400050"/>
                  </a:lnTo>
                  <a:lnTo>
                    <a:pt x="63499" y="400050"/>
                  </a:lnTo>
                  <a:lnTo>
                    <a:pt x="66040" y="397510"/>
                  </a:lnTo>
                  <a:close/>
                </a:path>
                <a:path w="459739" h="457200">
                  <a:moveTo>
                    <a:pt x="68580" y="394970"/>
                  </a:moveTo>
                  <a:lnTo>
                    <a:pt x="58420" y="394970"/>
                  </a:lnTo>
                  <a:lnTo>
                    <a:pt x="57150" y="396240"/>
                  </a:lnTo>
                  <a:lnTo>
                    <a:pt x="67309" y="396240"/>
                  </a:lnTo>
                  <a:lnTo>
                    <a:pt x="68580" y="394970"/>
                  </a:lnTo>
                  <a:close/>
                </a:path>
                <a:path w="459739" h="457200">
                  <a:moveTo>
                    <a:pt x="72390" y="391160"/>
                  </a:moveTo>
                  <a:lnTo>
                    <a:pt x="62230" y="391160"/>
                  </a:lnTo>
                  <a:lnTo>
                    <a:pt x="59689" y="393700"/>
                  </a:lnTo>
                  <a:lnTo>
                    <a:pt x="69849" y="393700"/>
                  </a:lnTo>
                  <a:lnTo>
                    <a:pt x="72390" y="391160"/>
                  </a:lnTo>
                  <a:close/>
                </a:path>
                <a:path w="459739" h="457200">
                  <a:moveTo>
                    <a:pt x="74930" y="388620"/>
                  </a:moveTo>
                  <a:lnTo>
                    <a:pt x="64770" y="388620"/>
                  </a:lnTo>
                  <a:lnTo>
                    <a:pt x="63500" y="389890"/>
                  </a:lnTo>
                  <a:lnTo>
                    <a:pt x="73659" y="389890"/>
                  </a:lnTo>
                  <a:lnTo>
                    <a:pt x="74930" y="388620"/>
                  </a:lnTo>
                  <a:close/>
                </a:path>
                <a:path w="459739" h="457200">
                  <a:moveTo>
                    <a:pt x="78740" y="384810"/>
                  </a:moveTo>
                  <a:lnTo>
                    <a:pt x="68580" y="384810"/>
                  </a:lnTo>
                  <a:lnTo>
                    <a:pt x="66039" y="387350"/>
                  </a:lnTo>
                  <a:lnTo>
                    <a:pt x="76199" y="387350"/>
                  </a:lnTo>
                  <a:lnTo>
                    <a:pt x="78740" y="384810"/>
                  </a:lnTo>
                  <a:close/>
                </a:path>
                <a:path w="459739" h="457200">
                  <a:moveTo>
                    <a:pt x="81280" y="382270"/>
                  </a:moveTo>
                  <a:lnTo>
                    <a:pt x="71120" y="382270"/>
                  </a:lnTo>
                  <a:lnTo>
                    <a:pt x="69850" y="383540"/>
                  </a:lnTo>
                  <a:lnTo>
                    <a:pt x="80009" y="383540"/>
                  </a:lnTo>
                  <a:lnTo>
                    <a:pt x="81280" y="382270"/>
                  </a:lnTo>
                  <a:close/>
                </a:path>
                <a:path w="459739" h="457200">
                  <a:moveTo>
                    <a:pt x="85090" y="378460"/>
                  </a:moveTo>
                  <a:lnTo>
                    <a:pt x="74930" y="378460"/>
                  </a:lnTo>
                  <a:lnTo>
                    <a:pt x="72389" y="381000"/>
                  </a:lnTo>
                  <a:lnTo>
                    <a:pt x="82549" y="381000"/>
                  </a:lnTo>
                  <a:lnTo>
                    <a:pt x="85090" y="378460"/>
                  </a:lnTo>
                  <a:close/>
                </a:path>
                <a:path w="459739" h="457200">
                  <a:moveTo>
                    <a:pt x="87630" y="375920"/>
                  </a:moveTo>
                  <a:lnTo>
                    <a:pt x="77470" y="375920"/>
                  </a:lnTo>
                  <a:lnTo>
                    <a:pt x="76200" y="377190"/>
                  </a:lnTo>
                  <a:lnTo>
                    <a:pt x="86359" y="377190"/>
                  </a:lnTo>
                  <a:lnTo>
                    <a:pt x="87630" y="375920"/>
                  </a:lnTo>
                  <a:close/>
                </a:path>
                <a:path w="459739" h="457200">
                  <a:moveTo>
                    <a:pt x="91440" y="372110"/>
                  </a:moveTo>
                  <a:lnTo>
                    <a:pt x="81280" y="372110"/>
                  </a:lnTo>
                  <a:lnTo>
                    <a:pt x="78739" y="374650"/>
                  </a:lnTo>
                  <a:lnTo>
                    <a:pt x="88899" y="374650"/>
                  </a:lnTo>
                  <a:lnTo>
                    <a:pt x="91440" y="372110"/>
                  </a:lnTo>
                  <a:close/>
                </a:path>
                <a:path w="459739" h="457200">
                  <a:moveTo>
                    <a:pt x="93980" y="369570"/>
                  </a:moveTo>
                  <a:lnTo>
                    <a:pt x="83820" y="369570"/>
                  </a:lnTo>
                  <a:lnTo>
                    <a:pt x="82550" y="370840"/>
                  </a:lnTo>
                  <a:lnTo>
                    <a:pt x="92709" y="370840"/>
                  </a:lnTo>
                  <a:lnTo>
                    <a:pt x="93980" y="369570"/>
                  </a:lnTo>
                  <a:close/>
                </a:path>
                <a:path w="459739" h="457200">
                  <a:moveTo>
                    <a:pt x="97790" y="365760"/>
                  </a:moveTo>
                  <a:lnTo>
                    <a:pt x="87630" y="365760"/>
                  </a:lnTo>
                  <a:lnTo>
                    <a:pt x="85089" y="368300"/>
                  </a:lnTo>
                  <a:lnTo>
                    <a:pt x="95249" y="368300"/>
                  </a:lnTo>
                  <a:lnTo>
                    <a:pt x="97790" y="365760"/>
                  </a:lnTo>
                  <a:close/>
                </a:path>
                <a:path w="459739" h="457200">
                  <a:moveTo>
                    <a:pt x="100330" y="363220"/>
                  </a:moveTo>
                  <a:lnTo>
                    <a:pt x="90170" y="363220"/>
                  </a:lnTo>
                  <a:lnTo>
                    <a:pt x="88900" y="364490"/>
                  </a:lnTo>
                  <a:lnTo>
                    <a:pt x="99059" y="364490"/>
                  </a:lnTo>
                  <a:lnTo>
                    <a:pt x="100330" y="363220"/>
                  </a:lnTo>
                  <a:close/>
                </a:path>
                <a:path w="459739" h="457200">
                  <a:moveTo>
                    <a:pt x="104140" y="359410"/>
                  </a:moveTo>
                  <a:lnTo>
                    <a:pt x="93980" y="359410"/>
                  </a:lnTo>
                  <a:lnTo>
                    <a:pt x="91439" y="361950"/>
                  </a:lnTo>
                  <a:lnTo>
                    <a:pt x="101599" y="361950"/>
                  </a:lnTo>
                  <a:lnTo>
                    <a:pt x="104140" y="359410"/>
                  </a:lnTo>
                  <a:close/>
                </a:path>
                <a:path w="459739" h="457200">
                  <a:moveTo>
                    <a:pt x="106680" y="356870"/>
                  </a:moveTo>
                  <a:lnTo>
                    <a:pt x="96520" y="356870"/>
                  </a:lnTo>
                  <a:lnTo>
                    <a:pt x="95250" y="358140"/>
                  </a:lnTo>
                  <a:lnTo>
                    <a:pt x="105409" y="358140"/>
                  </a:lnTo>
                  <a:lnTo>
                    <a:pt x="106680" y="356870"/>
                  </a:lnTo>
                  <a:close/>
                </a:path>
                <a:path w="459739" h="457200">
                  <a:moveTo>
                    <a:pt x="110490" y="353060"/>
                  </a:moveTo>
                  <a:lnTo>
                    <a:pt x="100330" y="353060"/>
                  </a:lnTo>
                  <a:lnTo>
                    <a:pt x="97789" y="355600"/>
                  </a:lnTo>
                  <a:lnTo>
                    <a:pt x="107949" y="355600"/>
                  </a:lnTo>
                  <a:lnTo>
                    <a:pt x="110490" y="353060"/>
                  </a:lnTo>
                  <a:close/>
                </a:path>
                <a:path w="459739" h="457200">
                  <a:moveTo>
                    <a:pt x="113030" y="350520"/>
                  </a:moveTo>
                  <a:lnTo>
                    <a:pt x="102870" y="350520"/>
                  </a:lnTo>
                  <a:lnTo>
                    <a:pt x="101600" y="351790"/>
                  </a:lnTo>
                  <a:lnTo>
                    <a:pt x="111759" y="351790"/>
                  </a:lnTo>
                  <a:lnTo>
                    <a:pt x="113030" y="350520"/>
                  </a:lnTo>
                  <a:close/>
                </a:path>
                <a:path w="459739" h="457200">
                  <a:moveTo>
                    <a:pt x="116840" y="346710"/>
                  </a:moveTo>
                  <a:lnTo>
                    <a:pt x="106680" y="346710"/>
                  </a:lnTo>
                  <a:lnTo>
                    <a:pt x="104139" y="349250"/>
                  </a:lnTo>
                  <a:lnTo>
                    <a:pt x="114299" y="349250"/>
                  </a:lnTo>
                  <a:lnTo>
                    <a:pt x="116840" y="346710"/>
                  </a:lnTo>
                  <a:close/>
                </a:path>
                <a:path w="459739" h="457200">
                  <a:moveTo>
                    <a:pt x="119380" y="344170"/>
                  </a:moveTo>
                  <a:lnTo>
                    <a:pt x="109220" y="344170"/>
                  </a:lnTo>
                  <a:lnTo>
                    <a:pt x="107950" y="345440"/>
                  </a:lnTo>
                  <a:lnTo>
                    <a:pt x="118109" y="345440"/>
                  </a:lnTo>
                  <a:lnTo>
                    <a:pt x="119380" y="344170"/>
                  </a:lnTo>
                  <a:close/>
                </a:path>
                <a:path w="459739" h="457200">
                  <a:moveTo>
                    <a:pt x="123190" y="340360"/>
                  </a:moveTo>
                  <a:lnTo>
                    <a:pt x="113030" y="340360"/>
                  </a:lnTo>
                  <a:lnTo>
                    <a:pt x="110489" y="342900"/>
                  </a:lnTo>
                  <a:lnTo>
                    <a:pt x="120649" y="342900"/>
                  </a:lnTo>
                  <a:lnTo>
                    <a:pt x="123190" y="340360"/>
                  </a:lnTo>
                  <a:close/>
                </a:path>
                <a:path w="459739" h="457200">
                  <a:moveTo>
                    <a:pt x="125730" y="337820"/>
                  </a:moveTo>
                  <a:lnTo>
                    <a:pt x="115570" y="337820"/>
                  </a:lnTo>
                  <a:lnTo>
                    <a:pt x="114300" y="339090"/>
                  </a:lnTo>
                  <a:lnTo>
                    <a:pt x="124459" y="339090"/>
                  </a:lnTo>
                  <a:lnTo>
                    <a:pt x="125730" y="337820"/>
                  </a:lnTo>
                  <a:close/>
                </a:path>
                <a:path w="459739" h="457200">
                  <a:moveTo>
                    <a:pt x="138430" y="325120"/>
                  </a:moveTo>
                  <a:lnTo>
                    <a:pt x="128270" y="325120"/>
                  </a:lnTo>
                  <a:lnTo>
                    <a:pt x="116839" y="336550"/>
                  </a:lnTo>
                  <a:lnTo>
                    <a:pt x="126999" y="336550"/>
                  </a:lnTo>
                  <a:lnTo>
                    <a:pt x="138430" y="325120"/>
                  </a:lnTo>
                  <a:close/>
                </a:path>
                <a:path w="459739" h="457200">
                  <a:moveTo>
                    <a:pt x="151130" y="312420"/>
                  </a:moveTo>
                  <a:lnTo>
                    <a:pt x="140970" y="312420"/>
                  </a:lnTo>
                  <a:lnTo>
                    <a:pt x="129539" y="323850"/>
                  </a:lnTo>
                  <a:lnTo>
                    <a:pt x="139699" y="323850"/>
                  </a:lnTo>
                  <a:lnTo>
                    <a:pt x="151130" y="312420"/>
                  </a:lnTo>
                  <a:close/>
                </a:path>
                <a:path w="459739" h="457200">
                  <a:moveTo>
                    <a:pt x="154940" y="308610"/>
                  </a:moveTo>
                  <a:lnTo>
                    <a:pt x="144780" y="308610"/>
                  </a:lnTo>
                  <a:lnTo>
                    <a:pt x="142239" y="311150"/>
                  </a:lnTo>
                  <a:lnTo>
                    <a:pt x="152399" y="311150"/>
                  </a:lnTo>
                  <a:lnTo>
                    <a:pt x="154940" y="308610"/>
                  </a:lnTo>
                  <a:close/>
                </a:path>
                <a:path w="459739" h="457200">
                  <a:moveTo>
                    <a:pt x="157480" y="306070"/>
                  </a:moveTo>
                  <a:lnTo>
                    <a:pt x="147320" y="306070"/>
                  </a:lnTo>
                  <a:lnTo>
                    <a:pt x="146050" y="307340"/>
                  </a:lnTo>
                  <a:lnTo>
                    <a:pt x="156209" y="307340"/>
                  </a:lnTo>
                  <a:lnTo>
                    <a:pt x="157480" y="306070"/>
                  </a:lnTo>
                  <a:close/>
                </a:path>
                <a:path w="459739" h="457200">
                  <a:moveTo>
                    <a:pt x="161290" y="302260"/>
                  </a:moveTo>
                  <a:lnTo>
                    <a:pt x="151130" y="302260"/>
                  </a:lnTo>
                  <a:lnTo>
                    <a:pt x="148589" y="304800"/>
                  </a:lnTo>
                  <a:lnTo>
                    <a:pt x="158749" y="304800"/>
                  </a:lnTo>
                  <a:lnTo>
                    <a:pt x="161290" y="302260"/>
                  </a:lnTo>
                  <a:close/>
                </a:path>
                <a:path w="459739" h="457200">
                  <a:moveTo>
                    <a:pt x="173990" y="289560"/>
                  </a:moveTo>
                  <a:lnTo>
                    <a:pt x="163830" y="289560"/>
                  </a:lnTo>
                  <a:lnTo>
                    <a:pt x="152400" y="300990"/>
                  </a:lnTo>
                  <a:lnTo>
                    <a:pt x="162559" y="300990"/>
                  </a:lnTo>
                  <a:lnTo>
                    <a:pt x="173990" y="289560"/>
                  </a:lnTo>
                  <a:close/>
                </a:path>
                <a:path w="459739" h="457200">
                  <a:moveTo>
                    <a:pt x="182880" y="280670"/>
                  </a:moveTo>
                  <a:lnTo>
                    <a:pt x="172720" y="280670"/>
                  </a:lnTo>
                  <a:lnTo>
                    <a:pt x="165099" y="288290"/>
                  </a:lnTo>
                  <a:lnTo>
                    <a:pt x="175259" y="288290"/>
                  </a:lnTo>
                  <a:lnTo>
                    <a:pt x="182880" y="280670"/>
                  </a:lnTo>
                  <a:close/>
                </a:path>
                <a:path w="459739" h="457200">
                  <a:moveTo>
                    <a:pt x="199390" y="264160"/>
                  </a:moveTo>
                  <a:lnTo>
                    <a:pt x="189230" y="264160"/>
                  </a:lnTo>
                  <a:lnTo>
                    <a:pt x="173989" y="279400"/>
                  </a:lnTo>
                  <a:lnTo>
                    <a:pt x="184149" y="279400"/>
                  </a:lnTo>
                  <a:lnTo>
                    <a:pt x="199390" y="264160"/>
                  </a:lnTo>
                  <a:close/>
                </a:path>
                <a:path w="459739" h="457200">
                  <a:moveTo>
                    <a:pt x="204469" y="259080"/>
                  </a:moveTo>
                  <a:lnTo>
                    <a:pt x="194310" y="259080"/>
                  </a:lnTo>
                  <a:lnTo>
                    <a:pt x="190500" y="262890"/>
                  </a:lnTo>
                  <a:lnTo>
                    <a:pt x="200659" y="262890"/>
                  </a:lnTo>
                  <a:lnTo>
                    <a:pt x="204469" y="259080"/>
                  </a:lnTo>
                  <a:close/>
                </a:path>
              </a:pathLst>
            </a:custGeom>
            <a:solidFill>
              <a:srgbClr val="924D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2">
              <a:extLst>
                <a:ext uri="{FF2B5EF4-FFF2-40B4-BE49-F238E27FC236}">
                  <a16:creationId xmlns:a16="http://schemas.microsoft.com/office/drawing/2014/main" id="{7B13DC9B-00A5-7CC0-5378-37939EDC09B8}"/>
                </a:ext>
              </a:extLst>
            </p:cNvPr>
            <p:cNvSpPr/>
            <p:nvPr/>
          </p:nvSpPr>
          <p:spPr>
            <a:xfrm>
              <a:off x="2663190" y="2600959"/>
              <a:ext cx="463550" cy="455930"/>
            </a:xfrm>
            <a:custGeom>
              <a:avLst/>
              <a:gdLst/>
              <a:ahLst/>
              <a:cxnLst/>
              <a:rect l="l" t="t" r="r" b="b"/>
              <a:pathLst>
                <a:path w="463550" h="455930">
                  <a:moveTo>
                    <a:pt x="292100" y="172720"/>
                  </a:moveTo>
                  <a:lnTo>
                    <a:pt x="281940" y="172720"/>
                  </a:lnTo>
                  <a:lnTo>
                    <a:pt x="275590" y="179070"/>
                  </a:lnTo>
                  <a:lnTo>
                    <a:pt x="285750" y="179070"/>
                  </a:lnTo>
                  <a:lnTo>
                    <a:pt x="292100" y="172720"/>
                  </a:lnTo>
                  <a:close/>
                </a:path>
                <a:path w="463550" h="455930">
                  <a:moveTo>
                    <a:pt x="294639" y="170180"/>
                  </a:moveTo>
                  <a:lnTo>
                    <a:pt x="284480" y="170180"/>
                  </a:lnTo>
                  <a:lnTo>
                    <a:pt x="283210" y="171450"/>
                  </a:lnTo>
                  <a:lnTo>
                    <a:pt x="293370" y="171450"/>
                  </a:lnTo>
                  <a:lnTo>
                    <a:pt x="294639" y="170180"/>
                  </a:lnTo>
                  <a:close/>
                </a:path>
                <a:path w="463550" h="455930">
                  <a:moveTo>
                    <a:pt x="298450" y="166370"/>
                  </a:moveTo>
                  <a:lnTo>
                    <a:pt x="288290" y="166370"/>
                  </a:lnTo>
                  <a:lnTo>
                    <a:pt x="285750" y="168910"/>
                  </a:lnTo>
                  <a:lnTo>
                    <a:pt x="295910" y="168910"/>
                  </a:lnTo>
                  <a:lnTo>
                    <a:pt x="298450" y="166370"/>
                  </a:lnTo>
                  <a:close/>
                </a:path>
                <a:path w="463550" h="455930">
                  <a:moveTo>
                    <a:pt x="300989" y="163830"/>
                  </a:moveTo>
                  <a:lnTo>
                    <a:pt x="290830" y="163830"/>
                  </a:lnTo>
                  <a:lnTo>
                    <a:pt x="289560" y="165100"/>
                  </a:lnTo>
                  <a:lnTo>
                    <a:pt x="299720" y="165100"/>
                  </a:lnTo>
                  <a:lnTo>
                    <a:pt x="300989" y="163830"/>
                  </a:lnTo>
                  <a:close/>
                </a:path>
                <a:path w="463550" h="455930">
                  <a:moveTo>
                    <a:pt x="304800" y="160020"/>
                  </a:moveTo>
                  <a:lnTo>
                    <a:pt x="294640" y="160020"/>
                  </a:lnTo>
                  <a:lnTo>
                    <a:pt x="292100" y="162560"/>
                  </a:lnTo>
                  <a:lnTo>
                    <a:pt x="302260" y="162560"/>
                  </a:lnTo>
                  <a:lnTo>
                    <a:pt x="304800" y="160020"/>
                  </a:lnTo>
                  <a:close/>
                </a:path>
                <a:path w="463550" h="455930">
                  <a:moveTo>
                    <a:pt x="307339" y="157480"/>
                  </a:moveTo>
                  <a:lnTo>
                    <a:pt x="297180" y="157480"/>
                  </a:lnTo>
                  <a:lnTo>
                    <a:pt x="295910" y="158750"/>
                  </a:lnTo>
                  <a:lnTo>
                    <a:pt x="306070" y="158750"/>
                  </a:lnTo>
                  <a:lnTo>
                    <a:pt x="307339" y="157480"/>
                  </a:lnTo>
                  <a:close/>
                </a:path>
                <a:path w="463550" h="455930">
                  <a:moveTo>
                    <a:pt x="320039" y="144780"/>
                  </a:moveTo>
                  <a:lnTo>
                    <a:pt x="309880" y="144780"/>
                  </a:lnTo>
                  <a:lnTo>
                    <a:pt x="298450" y="156210"/>
                  </a:lnTo>
                  <a:lnTo>
                    <a:pt x="308610" y="156210"/>
                  </a:lnTo>
                  <a:lnTo>
                    <a:pt x="320039" y="144780"/>
                  </a:lnTo>
                  <a:close/>
                </a:path>
                <a:path w="463550" h="455930">
                  <a:moveTo>
                    <a:pt x="332739" y="132080"/>
                  </a:moveTo>
                  <a:lnTo>
                    <a:pt x="322580" y="132080"/>
                  </a:lnTo>
                  <a:lnTo>
                    <a:pt x="311150" y="143510"/>
                  </a:lnTo>
                  <a:lnTo>
                    <a:pt x="321310" y="143510"/>
                  </a:lnTo>
                  <a:lnTo>
                    <a:pt x="332739" y="132080"/>
                  </a:lnTo>
                  <a:close/>
                </a:path>
                <a:path w="463550" h="455930">
                  <a:moveTo>
                    <a:pt x="336550" y="128270"/>
                  </a:moveTo>
                  <a:lnTo>
                    <a:pt x="326390" y="128270"/>
                  </a:lnTo>
                  <a:lnTo>
                    <a:pt x="323850" y="130810"/>
                  </a:lnTo>
                  <a:lnTo>
                    <a:pt x="334010" y="130810"/>
                  </a:lnTo>
                  <a:lnTo>
                    <a:pt x="336550" y="128270"/>
                  </a:lnTo>
                  <a:close/>
                </a:path>
                <a:path w="463550" h="455930">
                  <a:moveTo>
                    <a:pt x="339089" y="125730"/>
                  </a:moveTo>
                  <a:lnTo>
                    <a:pt x="328930" y="125730"/>
                  </a:lnTo>
                  <a:lnTo>
                    <a:pt x="327660" y="127000"/>
                  </a:lnTo>
                  <a:lnTo>
                    <a:pt x="337820" y="127000"/>
                  </a:lnTo>
                  <a:lnTo>
                    <a:pt x="339089" y="125730"/>
                  </a:lnTo>
                  <a:close/>
                </a:path>
                <a:path w="463550" h="455930">
                  <a:moveTo>
                    <a:pt x="342900" y="121920"/>
                  </a:moveTo>
                  <a:lnTo>
                    <a:pt x="332740" y="121920"/>
                  </a:lnTo>
                  <a:lnTo>
                    <a:pt x="330200" y="124460"/>
                  </a:lnTo>
                  <a:lnTo>
                    <a:pt x="340360" y="124460"/>
                  </a:lnTo>
                  <a:lnTo>
                    <a:pt x="342900" y="121920"/>
                  </a:lnTo>
                  <a:close/>
                </a:path>
                <a:path w="463550" h="455930">
                  <a:moveTo>
                    <a:pt x="345439" y="119380"/>
                  </a:moveTo>
                  <a:lnTo>
                    <a:pt x="335280" y="119380"/>
                  </a:lnTo>
                  <a:lnTo>
                    <a:pt x="334010" y="120650"/>
                  </a:lnTo>
                  <a:lnTo>
                    <a:pt x="344170" y="120650"/>
                  </a:lnTo>
                  <a:lnTo>
                    <a:pt x="345439" y="119380"/>
                  </a:lnTo>
                  <a:close/>
                </a:path>
                <a:path w="463550" h="455930">
                  <a:moveTo>
                    <a:pt x="349250" y="115570"/>
                  </a:moveTo>
                  <a:lnTo>
                    <a:pt x="339090" y="115570"/>
                  </a:lnTo>
                  <a:lnTo>
                    <a:pt x="336550" y="118110"/>
                  </a:lnTo>
                  <a:lnTo>
                    <a:pt x="346710" y="118110"/>
                  </a:lnTo>
                  <a:lnTo>
                    <a:pt x="349250" y="115570"/>
                  </a:lnTo>
                  <a:close/>
                </a:path>
                <a:path w="463550" h="455930">
                  <a:moveTo>
                    <a:pt x="351789" y="113030"/>
                  </a:moveTo>
                  <a:lnTo>
                    <a:pt x="341630" y="113030"/>
                  </a:lnTo>
                  <a:lnTo>
                    <a:pt x="340360" y="114300"/>
                  </a:lnTo>
                  <a:lnTo>
                    <a:pt x="350520" y="114300"/>
                  </a:lnTo>
                  <a:lnTo>
                    <a:pt x="351789" y="113030"/>
                  </a:lnTo>
                  <a:close/>
                </a:path>
                <a:path w="463550" h="455930">
                  <a:moveTo>
                    <a:pt x="355600" y="109220"/>
                  </a:moveTo>
                  <a:lnTo>
                    <a:pt x="345440" y="109220"/>
                  </a:lnTo>
                  <a:lnTo>
                    <a:pt x="342900" y="111760"/>
                  </a:lnTo>
                  <a:lnTo>
                    <a:pt x="353060" y="111760"/>
                  </a:lnTo>
                  <a:lnTo>
                    <a:pt x="355600" y="109220"/>
                  </a:lnTo>
                  <a:close/>
                </a:path>
                <a:path w="463550" h="455930">
                  <a:moveTo>
                    <a:pt x="358139" y="106680"/>
                  </a:moveTo>
                  <a:lnTo>
                    <a:pt x="347980" y="106680"/>
                  </a:lnTo>
                  <a:lnTo>
                    <a:pt x="346710" y="107950"/>
                  </a:lnTo>
                  <a:lnTo>
                    <a:pt x="356870" y="107950"/>
                  </a:lnTo>
                  <a:lnTo>
                    <a:pt x="358139" y="106680"/>
                  </a:lnTo>
                  <a:close/>
                </a:path>
                <a:path w="463550" h="455930">
                  <a:moveTo>
                    <a:pt x="361950" y="102870"/>
                  </a:moveTo>
                  <a:lnTo>
                    <a:pt x="351790" y="102870"/>
                  </a:lnTo>
                  <a:lnTo>
                    <a:pt x="349250" y="105410"/>
                  </a:lnTo>
                  <a:lnTo>
                    <a:pt x="359410" y="105410"/>
                  </a:lnTo>
                  <a:lnTo>
                    <a:pt x="361950" y="102870"/>
                  </a:lnTo>
                  <a:close/>
                </a:path>
                <a:path w="463550" h="455930">
                  <a:moveTo>
                    <a:pt x="364489" y="100330"/>
                  </a:moveTo>
                  <a:lnTo>
                    <a:pt x="354330" y="100330"/>
                  </a:lnTo>
                  <a:lnTo>
                    <a:pt x="353060" y="101600"/>
                  </a:lnTo>
                  <a:lnTo>
                    <a:pt x="363220" y="101600"/>
                  </a:lnTo>
                  <a:lnTo>
                    <a:pt x="364489" y="100330"/>
                  </a:lnTo>
                  <a:close/>
                </a:path>
                <a:path w="463550" h="455930">
                  <a:moveTo>
                    <a:pt x="368300" y="96520"/>
                  </a:moveTo>
                  <a:lnTo>
                    <a:pt x="358140" y="96520"/>
                  </a:lnTo>
                  <a:lnTo>
                    <a:pt x="355600" y="99060"/>
                  </a:lnTo>
                  <a:lnTo>
                    <a:pt x="365760" y="99060"/>
                  </a:lnTo>
                  <a:lnTo>
                    <a:pt x="368300" y="96520"/>
                  </a:lnTo>
                  <a:close/>
                </a:path>
                <a:path w="463550" h="455930">
                  <a:moveTo>
                    <a:pt x="370839" y="93980"/>
                  </a:moveTo>
                  <a:lnTo>
                    <a:pt x="360680" y="93980"/>
                  </a:lnTo>
                  <a:lnTo>
                    <a:pt x="359410" y="95250"/>
                  </a:lnTo>
                  <a:lnTo>
                    <a:pt x="369570" y="95250"/>
                  </a:lnTo>
                  <a:lnTo>
                    <a:pt x="370839" y="93980"/>
                  </a:lnTo>
                  <a:close/>
                </a:path>
                <a:path w="463550" h="455930">
                  <a:moveTo>
                    <a:pt x="374650" y="90170"/>
                  </a:moveTo>
                  <a:lnTo>
                    <a:pt x="364490" y="90170"/>
                  </a:lnTo>
                  <a:lnTo>
                    <a:pt x="361950" y="92710"/>
                  </a:lnTo>
                  <a:lnTo>
                    <a:pt x="372110" y="92710"/>
                  </a:lnTo>
                  <a:lnTo>
                    <a:pt x="374650" y="90170"/>
                  </a:lnTo>
                  <a:close/>
                </a:path>
                <a:path w="463550" h="455930">
                  <a:moveTo>
                    <a:pt x="377189" y="87630"/>
                  </a:moveTo>
                  <a:lnTo>
                    <a:pt x="367030" y="87630"/>
                  </a:lnTo>
                  <a:lnTo>
                    <a:pt x="365760" y="88900"/>
                  </a:lnTo>
                  <a:lnTo>
                    <a:pt x="375920" y="88900"/>
                  </a:lnTo>
                  <a:lnTo>
                    <a:pt x="377189" y="87630"/>
                  </a:lnTo>
                  <a:close/>
                </a:path>
                <a:path w="463550" h="455930">
                  <a:moveTo>
                    <a:pt x="381000" y="83820"/>
                  </a:moveTo>
                  <a:lnTo>
                    <a:pt x="370840" y="83820"/>
                  </a:lnTo>
                  <a:lnTo>
                    <a:pt x="368300" y="86360"/>
                  </a:lnTo>
                  <a:lnTo>
                    <a:pt x="378460" y="86360"/>
                  </a:lnTo>
                  <a:lnTo>
                    <a:pt x="381000" y="83820"/>
                  </a:lnTo>
                  <a:close/>
                </a:path>
                <a:path w="463550" h="455930">
                  <a:moveTo>
                    <a:pt x="383539" y="81280"/>
                  </a:moveTo>
                  <a:lnTo>
                    <a:pt x="373380" y="81280"/>
                  </a:lnTo>
                  <a:lnTo>
                    <a:pt x="372110" y="82550"/>
                  </a:lnTo>
                  <a:lnTo>
                    <a:pt x="382270" y="82550"/>
                  </a:lnTo>
                  <a:lnTo>
                    <a:pt x="383539" y="81280"/>
                  </a:lnTo>
                  <a:close/>
                </a:path>
                <a:path w="463550" h="455930">
                  <a:moveTo>
                    <a:pt x="387350" y="77470"/>
                  </a:moveTo>
                  <a:lnTo>
                    <a:pt x="377190" y="77470"/>
                  </a:lnTo>
                  <a:lnTo>
                    <a:pt x="374650" y="80010"/>
                  </a:lnTo>
                  <a:lnTo>
                    <a:pt x="384810" y="80010"/>
                  </a:lnTo>
                  <a:lnTo>
                    <a:pt x="387350" y="77470"/>
                  </a:lnTo>
                  <a:close/>
                </a:path>
                <a:path w="463550" h="455930">
                  <a:moveTo>
                    <a:pt x="389889" y="74930"/>
                  </a:moveTo>
                  <a:lnTo>
                    <a:pt x="379730" y="74930"/>
                  </a:lnTo>
                  <a:lnTo>
                    <a:pt x="378460" y="76200"/>
                  </a:lnTo>
                  <a:lnTo>
                    <a:pt x="388620" y="76200"/>
                  </a:lnTo>
                  <a:lnTo>
                    <a:pt x="389889" y="74930"/>
                  </a:lnTo>
                  <a:close/>
                </a:path>
                <a:path w="463550" h="455930">
                  <a:moveTo>
                    <a:pt x="393700" y="71120"/>
                  </a:moveTo>
                  <a:lnTo>
                    <a:pt x="383540" y="71120"/>
                  </a:lnTo>
                  <a:lnTo>
                    <a:pt x="381000" y="73660"/>
                  </a:lnTo>
                  <a:lnTo>
                    <a:pt x="391160" y="73660"/>
                  </a:lnTo>
                  <a:lnTo>
                    <a:pt x="393700" y="71120"/>
                  </a:lnTo>
                  <a:close/>
                </a:path>
                <a:path w="463550" h="455930">
                  <a:moveTo>
                    <a:pt x="396239" y="68580"/>
                  </a:moveTo>
                  <a:lnTo>
                    <a:pt x="386080" y="68580"/>
                  </a:lnTo>
                  <a:lnTo>
                    <a:pt x="384810" y="69850"/>
                  </a:lnTo>
                  <a:lnTo>
                    <a:pt x="394970" y="69850"/>
                  </a:lnTo>
                  <a:lnTo>
                    <a:pt x="396239" y="68580"/>
                  </a:lnTo>
                  <a:close/>
                </a:path>
                <a:path w="463550" h="455930">
                  <a:moveTo>
                    <a:pt x="400050" y="64770"/>
                  </a:moveTo>
                  <a:lnTo>
                    <a:pt x="389890" y="64770"/>
                  </a:lnTo>
                  <a:lnTo>
                    <a:pt x="387350" y="67310"/>
                  </a:lnTo>
                  <a:lnTo>
                    <a:pt x="397510" y="67310"/>
                  </a:lnTo>
                  <a:lnTo>
                    <a:pt x="400050" y="64770"/>
                  </a:lnTo>
                  <a:close/>
                </a:path>
                <a:path w="463550" h="455930">
                  <a:moveTo>
                    <a:pt x="402589" y="62230"/>
                  </a:moveTo>
                  <a:lnTo>
                    <a:pt x="392430" y="62230"/>
                  </a:lnTo>
                  <a:lnTo>
                    <a:pt x="391160" y="63500"/>
                  </a:lnTo>
                  <a:lnTo>
                    <a:pt x="401320" y="63500"/>
                  </a:lnTo>
                  <a:lnTo>
                    <a:pt x="402589" y="62230"/>
                  </a:lnTo>
                  <a:close/>
                </a:path>
                <a:path w="463550" h="455930">
                  <a:moveTo>
                    <a:pt x="406400" y="58420"/>
                  </a:moveTo>
                  <a:lnTo>
                    <a:pt x="396240" y="58420"/>
                  </a:lnTo>
                  <a:lnTo>
                    <a:pt x="393700" y="60960"/>
                  </a:lnTo>
                  <a:lnTo>
                    <a:pt x="403860" y="60960"/>
                  </a:lnTo>
                  <a:lnTo>
                    <a:pt x="406400" y="58420"/>
                  </a:lnTo>
                  <a:close/>
                </a:path>
                <a:path w="463550" h="455930">
                  <a:moveTo>
                    <a:pt x="408939" y="55880"/>
                  </a:moveTo>
                  <a:lnTo>
                    <a:pt x="398780" y="55880"/>
                  </a:lnTo>
                  <a:lnTo>
                    <a:pt x="397510" y="57150"/>
                  </a:lnTo>
                  <a:lnTo>
                    <a:pt x="407670" y="57150"/>
                  </a:lnTo>
                  <a:lnTo>
                    <a:pt x="408939" y="55880"/>
                  </a:lnTo>
                  <a:close/>
                </a:path>
                <a:path w="463550" h="455930">
                  <a:moveTo>
                    <a:pt x="412750" y="52070"/>
                  </a:moveTo>
                  <a:lnTo>
                    <a:pt x="402590" y="52070"/>
                  </a:lnTo>
                  <a:lnTo>
                    <a:pt x="400050" y="54610"/>
                  </a:lnTo>
                  <a:lnTo>
                    <a:pt x="410210" y="54610"/>
                  </a:lnTo>
                  <a:lnTo>
                    <a:pt x="412750" y="52070"/>
                  </a:lnTo>
                  <a:close/>
                </a:path>
                <a:path w="463550" h="455930">
                  <a:moveTo>
                    <a:pt x="415289" y="49530"/>
                  </a:moveTo>
                  <a:lnTo>
                    <a:pt x="405130" y="49530"/>
                  </a:lnTo>
                  <a:lnTo>
                    <a:pt x="403860" y="50800"/>
                  </a:lnTo>
                  <a:lnTo>
                    <a:pt x="414020" y="50800"/>
                  </a:lnTo>
                  <a:lnTo>
                    <a:pt x="415289" y="49530"/>
                  </a:lnTo>
                  <a:close/>
                </a:path>
                <a:path w="463550" h="455930">
                  <a:moveTo>
                    <a:pt x="419100" y="45720"/>
                  </a:moveTo>
                  <a:lnTo>
                    <a:pt x="408940" y="45720"/>
                  </a:lnTo>
                  <a:lnTo>
                    <a:pt x="406400" y="48260"/>
                  </a:lnTo>
                  <a:lnTo>
                    <a:pt x="416560" y="48260"/>
                  </a:lnTo>
                  <a:lnTo>
                    <a:pt x="419100" y="45720"/>
                  </a:lnTo>
                  <a:close/>
                </a:path>
                <a:path w="463550" h="455930">
                  <a:moveTo>
                    <a:pt x="421639" y="43180"/>
                  </a:moveTo>
                  <a:lnTo>
                    <a:pt x="411480" y="43180"/>
                  </a:lnTo>
                  <a:lnTo>
                    <a:pt x="410210" y="44450"/>
                  </a:lnTo>
                  <a:lnTo>
                    <a:pt x="420370" y="44450"/>
                  </a:lnTo>
                  <a:lnTo>
                    <a:pt x="421639" y="43180"/>
                  </a:lnTo>
                  <a:close/>
                </a:path>
                <a:path w="463550" h="455930">
                  <a:moveTo>
                    <a:pt x="425450" y="39370"/>
                  </a:moveTo>
                  <a:lnTo>
                    <a:pt x="415290" y="39370"/>
                  </a:lnTo>
                  <a:lnTo>
                    <a:pt x="412750" y="41910"/>
                  </a:lnTo>
                  <a:lnTo>
                    <a:pt x="422910" y="41910"/>
                  </a:lnTo>
                  <a:lnTo>
                    <a:pt x="425450" y="39370"/>
                  </a:lnTo>
                  <a:close/>
                </a:path>
                <a:path w="463550" h="455930">
                  <a:moveTo>
                    <a:pt x="427989" y="36830"/>
                  </a:moveTo>
                  <a:lnTo>
                    <a:pt x="417830" y="36830"/>
                  </a:lnTo>
                  <a:lnTo>
                    <a:pt x="416560" y="38100"/>
                  </a:lnTo>
                  <a:lnTo>
                    <a:pt x="426720" y="38100"/>
                  </a:lnTo>
                  <a:lnTo>
                    <a:pt x="427989" y="36830"/>
                  </a:lnTo>
                  <a:close/>
                </a:path>
                <a:path w="463550" h="455930">
                  <a:moveTo>
                    <a:pt x="431800" y="33020"/>
                  </a:moveTo>
                  <a:lnTo>
                    <a:pt x="421640" y="33020"/>
                  </a:lnTo>
                  <a:lnTo>
                    <a:pt x="419100" y="35560"/>
                  </a:lnTo>
                  <a:lnTo>
                    <a:pt x="429260" y="35560"/>
                  </a:lnTo>
                  <a:lnTo>
                    <a:pt x="431800" y="33020"/>
                  </a:lnTo>
                  <a:close/>
                </a:path>
                <a:path w="463550" h="455930">
                  <a:moveTo>
                    <a:pt x="434339" y="30480"/>
                  </a:moveTo>
                  <a:lnTo>
                    <a:pt x="424180" y="30480"/>
                  </a:lnTo>
                  <a:lnTo>
                    <a:pt x="422910" y="31750"/>
                  </a:lnTo>
                  <a:lnTo>
                    <a:pt x="433070" y="31750"/>
                  </a:lnTo>
                  <a:lnTo>
                    <a:pt x="434339" y="30480"/>
                  </a:lnTo>
                  <a:close/>
                </a:path>
                <a:path w="463550" h="455930">
                  <a:moveTo>
                    <a:pt x="438150" y="26670"/>
                  </a:moveTo>
                  <a:lnTo>
                    <a:pt x="427990" y="26670"/>
                  </a:lnTo>
                  <a:lnTo>
                    <a:pt x="425450" y="29210"/>
                  </a:lnTo>
                  <a:lnTo>
                    <a:pt x="435610" y="29210"/>
                  </a:lnTo>
                  <a:lnTo>
                    <a:pt x="438150" y="26670"/>
                  </a:lnTo>
                  <a:close/>
                </a:path>
                <a:path w="463550" h="455930">
                  <a:moveTo>
                    <a:pt x="440689" y="24130"/>
                  </a:moveTo>
                  <a:lnTo>
                    <a:pt x="430530" y="24130"/>
                  </a:lnTo>
                  <a:lnTo>
                    <a:pt x="429260" y="25400"/>
                  </a:lnTo>
                  <a:lnTo>
                    <a:pt x="439420" y="25400"/>
                  </a:lnTo>
                  <a:lnTo>
                    <a:pt x="440689" y="24130"/>
                  </a:lnTo>
                  <a:close/>
                </a:path>
                <a:path w="463550" h="455930">
                  <a:moveTo>
                    <a:pt x="444500" y="20320"/>
                  </a:moveTo>
                  <a:lnTo>
                    <a:pt x="434340" y="20320"/>
                  </a:lnTo>
                  <a:lnTo>
                    <a:pt x="431800" y="22860"/>
                  </a:lnTo>
                  <a:lnTo>
                    <a:pt x="441960" y="22860"/>
                  </a:lnTo>
                  <a:lnTo>
                    <a:pt x="444500" y="20320"/>
                  </a:lnTo>
                  <a:close/>
                </a:path>
                <a:path w="463550" h="455930">
                  <a:moveTo>
                    <a:pt x="447039" y="17780"/>
                  </a:moveTo>
                  <a:lnTo>
                    <a:pt x="436880" y="17780"/>
                  </a:lnTo>
                  <a:lnTo>
                    <a:pt x="435610" y="19050"/>
                  </a:lnTo>
                  <a:lnTo>
                    <a:pt x="445770" y="19050"/>
                  </a:lnTo>
                  <a:lnTo>
                    <a:pt x="447039" y="17780"/>
                  </a:lnTo>
                  <a:close/>
                </a:path>
                <a:path w="463550" h="455930">
                  <a:moveTo>
                    <a:pt x="450850" y="13970"/>
                  </a:moveTo>
                  <a:lnTo>
                    <a:pt x="440690" y="13970"/>
                  </a:lnTo>
                  <a:lnTo>
                    <a:pt x="438150" y="16510"/>
                  </a:lnTo>
                  <a:lnTo>
                    <a:pt x="448310" y="16510"/>
                  </a:lnTo>
                  <a:lnTo>
                    <a:pt x="450850" y="13970"/>
                  </a:lnTo>
                  <a:close/>
                </a:path>
                <a:path w="463550" h="455930">
                  <a:moveTo>
                    <a:pt x="453389" y="11430"/>
                  </a:moveTo>
                  <a:lnTo>
                    <a:pt x="443230" y="11430"/>
                  </a:lnTo>
                  <a:lnTo>
                    <a:pt x="441960" y="12700"/>
                  </a:lnTo>
                  <a:lnTo>
                    <a:pt x="452120" y="12700"/>
                  </a:lnTo>
                  <a:lnTo>
                    <a:pt x="453389" y="11430"/>
                  </a:lnTo>
                  <a:close/>
                </a:path>
                <a:path w="463550" h="455930">
                  <a:moveTo>
                    <a:pt x="457200" y="7620"/>
                  </a:moveTo>
                  <a:lnTo>
                    <a:pt x="447040" y="7620"/>
                  </a:lnTo>
                  <a:lnTo>
                    <a:pt x="444500" y="10160"/>
                  </a:lnTo>
                  <a:lnTo>
                    <a:pt x="454660" y="10160"/>
                  </a:lnTo>
                  <a:lnTo>
                    <a:pt x="457200" y="7620"/>
                  </a:lnTo>
                  <a:close/>
                </a:path>
                <a:path w="463550" h="455930">
                  <a:moveTo>
                    <a:pt x="459739" y="5080"/>
                  </a:moveTo>
                  <a:lnTo>
                    <a:pt x="449580" y="5080"/>
                  </a:lnTo>
                  <a:lnTo>
                    <a:pt x="448310" y="6350"/>
                  </a:lnTo>
                  <a:lnTo>
                    <a:pt x="458470" y="6350"/>
                  </a:lnTo>
                  <a:lnTo>
                    <a:pt x="459739" y="5080"/>
                  </a:lnTo>
                  <a:close/>
                </a:path>
                <a:path w="463550" h="455930">
                  <a:moveTo>
                    <a:pt x="463550" y="1270"/>
                  </a:moveTo>
                  <a:lnTo>
                    <a:pt x="453390" y="1270"/>
                  </a:lnTo>
                  <a:lnTo>
                    <a:pt x="450850" y="3810"/>
                  </a:lnTo>
                  <a:lnTo>
                    <a:pt x="461010" y="3810"/>
                  </a:lnTo>
                  <a:lnTo>
                    <a:pt x="463550" y="1270"/>
                  </a:lnTo>
                  <a:close/>
                </a:path>
                <a:path w="463550" h="455930">
                  <a:moveTo>
                    <a:pt x="462280" y="0"/>
                  </a:moveTo>
                  <a:lnTo>
                    <a:pt x="458470" y="0"/>
                  </a:lnTo>
                  <a:lnTo>
                    <a:pt x="458470" y="1270"/>
                  </a:lnTo>
                  <a:lnTo>
                    <a:pt x="462280" y="1270"/>
                  </a:lnTo>
                  <a:lnTo>
                    <a:pt x="462280" y="0"/>
                  </a:lnTo>
                  <a:close/>
                </a:path>
                <a:path w="463550" h="455930">
                  <a:moveTo>
                    <a:pt x="285749" y="179070"/>
                  </a:moveTo>
                  <a:lnTo>
                    <a:pt x="275589" y="179070"/>
                  </a:lnTo>
                  <a:lnTo>
                    <a:pt x="250190" y="204470"/>
                  </a:lnTo>
                  <a:lnTo>
                    <a:pt x="260350" y="204470"/>
                  </a:lnTo>
                  <a:lnTo>
                    <a:pt x="285749" y="179070"/>
                  </a:lnTo>
                  <a:close/>
                </a:path>
                <a:path w="463550" h="455930">
                  <a:moveTo>
                    <a:pt x="260349" y="204470"/>
                  </a:moveTo>
                  <a:lnTo>
                    <a:pt x="250189" y="204470"/>
                  </a:lnTo>
                  <a:lnTo>
                    <a:pt x="199390" y="255270"/>
                  </a:lnTo>
                  <a:lnTo>
                    <a:pt x="209550" y="255270"/>
                  </a:lnTo>
                  <a:lnTo>
                    <a:pt x="260349" y="204470"/>
                  </a:lnTo>
                  <a:close/>
                </a:path>
                <a:path w="463550" h="455930">
                  <a:moveTo>
                    <a:pt x="12700" y="452120"/>
                  </a:moveTo>
                  <a:lnTo>
                    <a:pt x="2540" y="452120"/>
                  </a:lnTo>
                  <a:lnTo>
                    <a:pt x="0" y="454660"/>
                  </a:lnTo>
                  <a:lnTo>
                    <a:pt x="0" y="455930"/>
                  </a:lnTo>
                  <a:lnTo>
                    <a:pt x="5080" y="455930"/>
                  </a:lnTo>
                  <a:lnTo>
                    <a:pt x="5080" y="454660"/>
                  </a:lnTo>
                  <a:lnTo>
                    <a:pt x="10159" y="454660"/>
                  </a:lnTo>
                  <a:lnTo>
                    <a:pt x="12700" y="452120"/>
                  </a:lnTo>
                  <a:close/>
                </a:path>
                <a:path w="463550" h="455930">
                  <a:moveTo>
                    <a:pt x="15239" y="449580"/>
                  </a:moveTo>
                  <a:lnTo>
                    <a:pt x="5080" y="449580"/>
                  </a:lnTo>
                  <a:lnTo>
                    <a:pt x="3810" y="450850"/>
                  </a:lnTo>
                  <a:lnTo>
                    <a:pt x="13969" y="450850"/>
                  </a:lnTo>
                  <a:lnTo>
                    <a:pt x="15239" y="449580"/>
                  </a:lnTo>
                  <a:close/>
                </a:path>
                <a:path w="463550" h="455930">
                  <a:moveTo>
                    <a:pt x="19050" y="445770"/>
                  </a:moveTo>
                  <a:lnTo>
                    <a:pt x="8890" y="445770"/>
                  </a:lnTo>
                  <a:lnTo>
                    <a:pt x="6350" y="448310"/>
                  </a:lnTo>
                  <a:lnTo>
                    <a:pt x="16509" y="448310"/>
                  </a:lnTo>
                  <a:lnTo>
                    <a:pt x="19050" y="445770"/>
                  </a:lnTo>
                  <a:close/>
                </a:path>
                <a:path w="463550" h="455930">
                  <a:moveTo>
                    <a:pt x="21589" y="443230"/>
                  </a:moveTo>
                  <a:lnTo>
                    <a:pt x="11430" y="443230"/>
                  </a:lnTo>
                  <a:lnTo>
                    <a:pt x="10160" y="444500"/>
                  </a:lnTo>
                  <a:lnTo>
                    <a:pt x="20319" y="444500"/>
                  </a:lnTo>
                  <a:lnTo>
                    <a:pt x="21589" y="443230"/>
                  </a:lnTo>
                  <a:close/>
                </a:path>
                <a:path w="463550" h="455930">
                  <a:moveTo>
                    <a:pt x="25400" y="439420"/>
                  </a:moveTo>
                  <a:lnTo>
                    <a:pt x="15240" y="439420"/>
                  </a:lnTo>
                  <a:lnTo>
                    <a:pt x="12700" y="441960"/>
                  </a:lnTo>
                  <a:lnTo>
                    <a:pt x="22859" y="441960"/>
                  </a:lnTo>
                  <a:lnTo>
                    <a:pt x="25400" y="439420"/>
                  </a:lnTo>
                  <a:close/>
                </a:path>
                <a:path w="463550" h="455930">
                  <a:moveTo>
                    <a:pt x="27939" y="436880"/>
                  </a:moveTo>
                  <a:lnTo>
                    <a:pt x="17780" y="436880"/>
                  </a:lnTo>
                  <a:lnTo>
                    <a:pt x="16510" y="438150"/>
                  </a:lnTo>
                  <a:lnTo>
                    <a:pt x="26669" y="438150"/>
                  </a:lnTo>
                  <a:lnTo>
                    <a:pt x="27939" y="436880"/>
                  </a:lnTo>
                  <a:close/>
                </a:path>
                <a:path w="463550" h="455930">
                  <a:moveTo>
                    <a:pt x="31750" y="433070"/>
                  </a:moveTo>
                  <a:lnTo>
                    <a:pt x="21590" y="433070"/>
                  </a:lnTo>
                  <a:lnTo>
                    <a:pt x="19050" y="435610"/>
                  </a:lnTo>
                  <a:lnTo>
                    <a:pt x="29209" y="435610"/>
                  </a:lnTo>
                  <a:lnTo>
                    <a:pt x="31750" y="433070"/>
                  </a:lnTo>
                  <a:close/>
                </a:path>
                <a:path w="463550" h="455930">
                  <a:moveTo>
                    <a:pt x="34289" y="430530"/>
                  </a:moveTo>
                  <a:lnTo>
                    <a:pt x="24130" y="430530"/>
                  </a:lnTo>
                  <a:lnTo>
                    <a:pt x="22860" y="431800"/>
                  </a:lnTo>
                  <a:lnTo>
                    <a:pt x="33019" y="431800"/>
                  </a:lnTo>
                  <a:lnTo>
                    <a:pt x="34289" y="430530"/>
                  </a:lnTo>
                  <a:close/>
                </a:path>
                <a:path w="463550" h="455930">
                  <a:moveTo>
                    <a:pt x="38100" y="426720"/>
                  </a:moveTo>
                  <a:lnTo>
                    <a:pt x="27940" y="426720"/>
                  </a:lnTo>
                  <a:lnTo>
                    <a:pt x="25400" y="429260"/>
                  </a:lnTo>
                  <a:lnTo>
                    <a:pt x="35559" y="429260"/>
                  </a:lnTo>
                  <a:lnTo>
                    <a:pt x="38100" y="426720"/>
                  </a:lnTo>
                  <a:close/>
                </a:path>
                <a:path w="463550" h="455930">
                  <a:moveTo>
                    <a:pt x="40639" y="424180"/>
                  </a:moveTo>
                  <a:lnTo>
                    <a:pt x="30480" y="424180"/>
                  </a:lnTo>
                  <a:lnTo>
                    <a:pt x="29210" y="425450"/>
                  </a:lnTo>
                  <a:lnTo>
                    <a:pt x="39369" y="425450"/>
                  </a:lnTo>
                  <a:lnTo>
                    <a:pt x="40639" y="424180"/>
                  </a:lnTo>
                  <a:close/>
                </a:path>
                <a:path w="463550" h="455930">
                  <a:moveTo>
                    <a:pt x="44450" y="420370"/>
                  </a:moveTo>
                  <a:lnTo>
                    <a:pt x="34290" y="420370"/>
                  </a:lnTo>
                  <a:lnTo>
                    <a:pt x="31750" y="422910"/>
                  </a:lnTo>
                  <a:lnTo>
                    <a:pt x="41909" y="422910"/>
                  </a:lnTo>
                  <a:lnTo>
                    <a:pt x="44450" y="420370"/>
                  </a:lnTo>
                  <a:close/>
                </a:path>
                <a:path w="463550" h="455930">
                  <a:moveTo>
                    <a:pt x="46989" y="417830"/>
                  </a:moveTo>
                  <a:lnTo>
                    <a:pt x="36830" y="417830"/>
                  </a:lnTo>
                  <a:lnTo>
                    <a:pt x="35560" y="419100"/>
                  </a:lnTo>
                  <a:lnTo>
                    <a:pt x="45719" y="419100"/>
                  </a:lnTo>
                  <a:lnTo>
                    <a:pt x="46989" y="417830"/>
                  </a:lnTo>
                  <a:close/>
                </a:path>
                <a:path w="463550" h="455930">
                  <a:moveTo>
                    <a:pt x="50800" y="414020"/>
                  </a:moveTo>
                  <a:lnTo>
                    <a:pt x="40640" y="414020"/>
                  </a:lnTo>
                  <a:lnTo>
                    <a:pt x="38100" y="416560"/>
                  </a:lnTo>
                  <a:lnTo>
                    <a:pt x="48259" y="416560"/>
                  </a:lnTo>
                  <a:lnTo>
                    <a:pt x="50800" y="414020"/>
                  </a:lnTo>
                  <a:close/>
                </a:path>
                <a:path w="463550" h="455930">
                  <a:moveTo>
                    <a:pt x="53339" y="411480"/>
                  </a:moveTo>
                  <a:lnTo>
                    <a:pt x="43180" y="411480"/>
                  </a:lnTo>
                  <a:lnTo>
                    <a:pt x="41910" y="412750"/>
                  </a:lnTo>
                  <a:lnTo>
                    <a:pt x="52069" y="412750"/>
                  </a:lnTo>
                  <a:lnTo>
                    <a:pt x="53339" y="411480"/>
                  </a:lnTo>
                  <a:close/>
                </a:path>
                <a:path w="463550" h="455930">
                  <a:moveTo>
                    <a:pt x="57150" y="407670"/>
                  </a:moveTo>
                  <a:lnTo>
                    <a:pt x="46990" y="407670"/>
                  </a:lnTo>
                  <a:lnTo>
                    <a:pt x="44450" y="410210"/>
                  </a:lnTo>
                  <a:lnTo>
                    <a:pt x="54609" y="410210"/>
                  </a:lnTo>
                  <a:lnTo>
                    <a:pt x="57150" y="407670"/>
                  </a:lnTo>
                  <a:close/>
                </a:path>
                <a:path w="463550" h="455930">
                  <a:moveTo>
                    <a:pt x="59689" y="405130"/>
                  </a:moveTo>
                  <a:lnTo>
                    <a:pt x="49530" y="405130"/>
                  </a:lnTo>
                  <a:lnTo>
                    <a:pt x="48260" y="406400"/>
                  </a:lnTo>
                  <a:lnTo>
                    <a:pt x="58419" y="406400"/>
                  </a:lnTo>
                  <a:lnTo>
                    <a:pt x="59689" y="405130"/>
                  </a:lnTo>
                  <a:close/>
                </a:path>
                <a:path w="463550" h="455930">
                  <a:moveTo>
                    <a:pt x="63500" y="401320"/>
                  </a:moveTo>
                  <a:lnTo>
                    <a:pt x="53340" y="401320"/>
                  </a:lnTo>
                  <a:lnTo>
                    <a:pt x="50800" y="403860"/>
                  </a:lnTo>
                  <a:lnTo>
                    <a:pt x="60959" y="403860"/>
                  </a:lnTo>
                  <a:lnTo>
                    <a:pt x="63500" y="401320"/>
                  </a:lnTo>
                  <a:close/>
                </a:path>
                <a:path w="463550" h="455930">
                  <a:moveTo>
                    <a:pt x="66039" y="398780"/>
                  </a:moveTo>
                  <a:lnTo>
                    <a:pt x="55880" y="398780"/>
                  </a:lnTo>
                  <a:lnTo>
                    <a:pt x="54610" y="400050"/>
                  </a:lnTo>
                  <a:lnTo>
                    <a:pt x="64769" y="400050"/>
                  </a:lnTo>
                  <a:lnTo>
                    <a:pt x="66039" y="398780"/>
                  </a:lnTo>
                  <a:close/>
                </a:path>
                <a:path w="463550" h="455930">
                  <a:moveTo>
                    <a:pt x="69850" y="394970"/>
                  </a:moveTo>
                  <a:lnTo>
                    <a:pt x="59690" y="394970"/>
                  </a:lnTo>
                  <a:lnTo>
                    <a:pt x="57150" y="397510"/>
                  </a:lnTo>
                  <a:lnTo>
                    <a:pt x="67309" y="397510"/>
                  </a:lnTo>
                  <a:lnTo>
                    <a:pt x="69850" y="394970"/>
                  </a:lnTo>
                  <a:close/>
                </a:path>
                <a:path w="463550" h="455930">
                  <a:moveTo>
                    <a:pt x="72389" y="392430"/>
                  </a:moveTo>
                  <a:lnTo>
                    <a:pt x="62230" y="392430"/>
                  </a:lnTo>
                  <a:lnTo>
                    <a:pt x="60960" y="393700"/>
                  </a:lnTo>
                  <a:lnTo>
                    <a:pt x="71119" y="393700"/>
                  </a:lnTo>
                  <a:lnTo>
                    <a:pt x="72389" y="392430"/>
                  </a:lnTo>
                  <a:close/>
                </a:path>
                <a:path w="463550" h="455930">
                  <a:moveTo>
                    <a:pt x="76200" y="388620"/>
                  </a:moveTo>
                  <a:lnTo>
                    <a:pt x="66040" y="388620"/>
                  </a:lnTo>
                  <a:lnTo>
                    <a:pt x="63500" y="391160"/>
                  </a:lnTo>
                  <a:lnTo>
                    <a:pt x="73659" y="391160"/>
                  </a:lnTo>
                  <a:lnTo>
                    <a:pt x="76200" y="388620"/>
                  </a:lnTo>
                  <a:close/>
                </a:path>
                <a:path w="463550" h="455930">
                  <a:moveTo>
                    <a:pt x="78739" y="386080"/>
                  </a:moveTo>
                  <a:lnTo>
                    <a:pt x="68580" y="386080"/>
                  </a:lnTo>
                  <a:lnTo>
                    <a:pt x="67310" y="387350"/>
                  </a:lnTo>
                  <a:lnTo>
                    <a:pt x="77469" y="387350"/>
                  </a:lnTo>
                  <a:lnTo>
                    <a:pt x="78739" y="386080"/>
                  </a:lnTo>
                  <a:close/>
                </a:path>
                <a:path w="463550" h="455930">
                  <a:moveTo>
                    <a:pt x="82550" y="382270"/>
                  </a:moveTo>
                  <a:lnTo>
                    <a:pt x="72390" y="382270"/>
                  </a:lnTo>
                  <a:lnTo>
                    <a:pt x="69850" y="384810"/>
                  </a:lnTo>
                  <a:lnTo>
                    <a:pt x="80009" y="384810"/>
                  </a:lnTo>
                  <a:lnTo>
                    <a:pt x="82550" y="382270"/>
                  </a:lnTo>
                  <a:close/>
                </a:path>
                <a:path w="463550" h="455930">
                  <a:moveTo>
                    <a:pt x="85089" y="379730"/>
                  </a:moveTo>
                  <a:lnTo>
                    <a:pt x="74930" y="379730"/>
                  </a:lnTo>
                  <a:lnTo>
                    <a:pt x="73660" y="381000"/>
                  </a:lnTo>
                  <a:lnTo>
                    <a:pt x="83819" y="381000"/>
                  </a:lnTo>
                  <a:lnTo>
                    <a:pt x="85089" y="379730"/>
                  </a:lnTo>
                  <a:close/>
                </a:path>
                <a:path w="463550" h="455930">
                  <a:moveTo>
                    <a:pt x="88900" y="375920"/>
                  </a:moveTo>
                  <a:lnTo>
                    <a:pt x="78740" y="375920"/>
                  </a:lnTo>
                  <a:lnTo>
                    <a:pt x="76200" y="378460"/>
                  </a:lnTo>
                  <a:lnTo>
                    <a:pt x="86359" y="378460"/>
                  </a:lnTo>
                  <a:lnTo>
                    <a:pt x="88900" y="375920"/>
                  </a:lnTo>
                  <a:close/>
                </a:path>
                <a:path w="463550" h="455930">
                  <a:moveTo>
                    <a:pt x="91439" y="373380"/>
                  </a:moveTo>
                  <a:lnTo>
                    <a:pt x="81280" y="373380"/>
                  </a:lnTo>
                  <a:lnTo>
                    <a:pt x="80010" y="374650"/>
                  </a:lnTo>
                  <a:lnTo>
                    <a:pt x="90169" y="374650"/>
                  </a:lnTo>
                  <a:lnTo>
                    <a:pt x="91439" y="373380"/>
                  </a:lnTo>
                  <a:close/>
                </a:path>
                <a:path w="463550" h="455930">
                  <a:moveTo>
                    <a:pt x="95250" y="369570"/>
                  </a:moveTo>
                  <a:lnTo>
                    <a:pt x="85090" y="369570"/>
                  </a:lnTo>
                  <a:lnTo>
                    <a:pt x="82550" y="372110"/>
                  </a:lnTo>
                  <a:lnTo>
                    <a:pt x="92709" y="372110"/>
                  </a:lnTo>
                  <a:lnTo>
                    <a:pt x="95250" y="369570"/>
                  </a:lnTo>
                  <a:close/>
                </a:path>
                <a:path w="463550" h="455930">
                  <a:moveTo>
                    <a:pt x="97789" y="367030"/>
                  </a:moveTo>
                  <a:lnTo>
                    <a:pt x="87630" y="367030"/>
                  </a:lnTo>
                  <a:lnTo>
                    <a:pt x="86360" y="368300"/>
                  </a:lnTo>
                  <a:lnTo>
                    <a:pt x="96519" y="368300"/>
                  </a:lnTo>
                  <a:lnTo>
                    <a:pt x="97789" y="367030"/>
                  </a:lnTo>
                  <a:close/>
                </a:path>
                <a:path w="463550" h="455930">
                  <a:moveTo>
                    <a:pt x="101600" y="363220"/>
                  </a:moveTo>
                  <a:lnTo>
                    <a:pt x="91440" y="363220"/>
                  </a:lnTo>
                  <a:lnTo>
                    <a:pt x="88900" y="365760"/>
                  </a:lnTo>
                  <a:lnTo>
                    <a:pt x="99059" y="365760"/>
                  </a:lnTo>
                  <a:lnTo>
                    <a:pt x="101600" y="363220"/>
                  </a:lnTo>
                  <a:close/>
                </a:path>
                <a:path w="463550" h="455930">
                  <a:moveTo>
                    <a:pt x="104139" y="360680"/>
                  </a:moveTo>
                  <a:lnTo>
                    <a:pt x="93980" y="360680"/>
                  </a:lnTo>
                  <a:lnTo>
                    <a:pt x="92710" y="361950"/>
                  </a:lnTo>
                  <a:lnTo>
                    <a:pt x="102869" y="361950"/>
                  </a:lnTo>
                  <a:lnTo>
                    <a:pt x="104139" y="360680"/>
                  </a:lnTo>
                  <a:close/>
                </a:path>
                <a:path w="463550" h="455930">
                  <a:moveTo>
                    <a:pt x="107950" y="356870"/>
                  </a:moveTo>
                  <a:lnTo>
                    <a:pt x="97790" y="356870"/>
                  </a:lnTo>
                  <a:lnTo>
                    <a:pt x="95250" y="359410"/>
                  </a:lnTo>
                  <a:lnTo>
                    <a:pt x="105409" y="359410"/>
                  </a:lnTo>
                  <a:lnTo>
                    <a:pt x="107950" y="356870"/>
                  </a:lnTo>
                  <a:close/>
                </a:path>
                <a:path w="463550" h="455930">
                  <a:moveTo>
                    <a:pt x="110489" y="354330"/>
                  </a:moveTo>
                  <a:lnTo>
                    <a:pt x="100330" y="354330"/>
                  </a:lnTo>
                  <a:lnTo>
                    <a:pt x="99060" y="355600"/>
                  </a:lnTo>
                  <a:lnTo>
                    <a:pt x="109219" y="355600"/>
                  </a:lnTo>
                  <a:lnTo>
                    <a:pt x="110489" y="354330"/>
                  </a:lnTo>
                  <a:close/>
                </a:path>
                <a:path w="463550" h="455930">
                  <a:moveTo>
                    <a:pt x="114300" y="350520"/>
                  </a:moveTo>
                  <a:lnTo>
                    <a:pt x="104140" y="350520"/>
                  </a:lnTo>
                  <a:lnTo>
                    <a:pt x="101600" y="353060"/>
                  </a:lnTo>
                  <a:lnTo>
                    <a:pt x="111759" y="353060"/>
                  </a:lnTo>
                  <a:lnTo>
                    <a:pt x="114300" y="350520"/>
                  </a:lnTo>
                  <a:close/>
                </a:path>
                <a:path w="463550" h="455930">
                  <a:moveTo>
                    <a:pt x="116839" y="347980"/>
                  </a:moveTo>
                  <a:lnTo>
                    <a:pt x="106680" y="347980"/>
                  </a:lnTo>
                  <a:lnTo>
                    <a:pt x="105410" y="349250"/>
                  </a:lnTo>
                  <a:lnTo>
                    <a:pt x="115569" y="349250"/>
                  </a:lnTo>
                  <a:lnTo>
                    <a:pt x="116839" y="347980"/>
                  </a:lnTo>
                  <a:close/>
                </a:path>
                <a:path w="463550" h="455930">
                  <a:moveTo>
                    <a:pt x="120650" y="344170"/>
                  </a:moveTo>
                  <a:lnTo>
                    <a:pt x="110490" y="344170"/>
                  </a:lnTo>
                  <a:lnTo>
                    <a:pt x="107950" y="346710"/>
                  </a:lnTo>
                  <a:lnTo>
                    <a:pt x="118109" y="346710"/>
                  </a:lnTo>
                  <a:lnTo>
                    <a:pt x="120650" y="344170"/>
                  </a:lnTo>
                  <a:close/>
                </a:path>
                <a:path w="463550" h="455930">
                  <a:moveTo>
                    <a:pt x="123189" y="341630"/>
                  </a:moveTo>
                  <a:lnTo>
                    <a:pt x="113030" y="341630"/>
                  </a:lnTo>
                  <a:lnTo>
                    <a:pt x="111760" y="342900"/>
                  </a:lnTo>
                  <a:lnTo>
                    <a:pt x="121919" y="342900"/>
                  </a:lnTo>
                  <a:lnTo>
                    <a:pt x="123189" y="341630"/>
                  </a:lnTo>
                  <a:close/>
                </a:path>
                <a:path w="463550" h="455930">
                  <a:moveTo>
                    <a:pt x="127000" y="337820"/>
                  </a:moveTo>
                  <a:lnTo>
                    <a:pt x="116840" y="337820"/>
                  </a:lnTo>
                  <a:lnTo>
                    <a:pt x="114300" y="340360"/>
                  </a:lnTo>
                  <a:lnTo>
                    <a:pt x="124459" y="340360"/>
                  </a:lnTo>
                  <a:lnTo>
                    <a:pt x="127000" y="337820"/>
                  </a:lnTo>
                  <a:close/>
                </a:path>
                <a:path w="463550" h="455930">
                  <a:moveTo>
                    <a:pt x="129539" y="335280"/>
                  </a:moveTo>
                  <a:lnTo>
                    <a:pt x="119380" y="335280"/>
                  </a:lnTo>
                  <a:lnTo>
                    <a:pt x="118110" y="336550"/>
                  </a:lnTo>
                  <a:lnTo>
                    <a:pt x="128269" y="336550"/>
                  </a:lnTo>
                  <a:lnTo>
                    <a:pt x="129539" y="335280"/>
                  </a:lnTo>
                  <a:close/>
                </a:path>
                <a:path w="463550" h="455930">
                  <a:moveTo>
                    <a:pt x="142239" y="322580"/>
                  </a:moveTo>
                  <a:lnTo>
                    <a:pt x="132080" y="322580"/>
                  </a:lnTo>
                  <a:lnTo>
                    <a:pt x="120650" y="334010"/>
                  </a:lnTo>
                  <a:lnTo>
                    <a:pt x="130809" y="334010"/>
                  </a:lnTo>
                  <a:lnTo>
                    <a:pt x="142239" y="322580"/>
                  </a:lnTo>
                  <a:close/>
                </a:path>
                <a:path w="463550" h="455930">
                  <a:moveTo>
                    <a:pt x="154939" y="309880"/>
                  </a:moveTo>
                  <a:lnTo>
                    <a:pt x="144780" y="309880"/>
                  </a:lnTo>
                  <a:lnTo>
                    <a:pt x="133350" y="321310"/>
                  </a:lnTo>
                  <a:lnTo>
                    <a:pt x="143509" y="321310"/>
                  </a:lnTo>
                  <a:lnTo>
                    <a:pt x="154939" y="309880"/>
                  </a:lnTo>
                  <a:close/>
                </a:path>
                <a:path w="463550" h="455930">
                  <a:moveTo>
                    <a:pt x="158750" y="306070"/>
                  </a:moveTo>
                  <a:lnTo>
                    <a:pt x="148590" y="306070"/>
                  </a:lnTo>
                  <a:lnTo>
                    <a:pt x="146050" y="308610"/>
                  </a:lnTo>
                  <a:lnTo>
                    <a:pt x="156209" y="308610"/>
                  </a:lnTo>
                  <a:lnTo>
                    <a:pt x="158750" y="306070"/>
                  </a:lnTo>
                  <a:close/>
                </a:path>
                <a:path w="463550" h="455930">
                  <a:moveTo>
                    <a:pt x="161289" y="303530"/>
                  </a:moveTo>
                  <a:lnTo>
                    <a:pt x="151130" y="303530"/>
                  </a:lnTo>
                  <a:lnTo>
                    <a:pt x="149860" y="304800"/>
                  </a:lnTo>
                  <a:lnTo>
                    <a:pt x="160019" y="304800"/>
                  </a:lnTo>
                  <a:lnTo>
                    <a:pt x="161289" y="303530"/>
                  </a:lnTo>
                  <a:close/>
                </a:path>
                <a:path w="463550" h="455930">
                  <a:moveTo>
                    <a:pt x="165100" y="299720"/>
                  </a:moveTo>
                  <a:lnTo>
                    <a:pt x="154940" y="299720"/>
                  </a:lnTo>
                  <a:lnTo>
                    <a:pt x="152400" y="302260"/>
                  </a:lnTo>
                  <a:lnTo>
                    <a:pt x="162559" y="302260"/>
                  </a:lnTo>
                  <a:lnTo>
                    <a:pt x="165100" y="299720"/>
                  </a:lnTo>
                  <a:close/>
                </a:path>
                <a:path w="463550" h="455930">
                  <a:moveTo>
                    <a:pt x="177800" y="287020"/>
                  </a:moveTo>
                  <a:lnTo>
                    <a:pt x="167640" y="287020"/>
                  </a:lnTo>
                  <a:lnTo>
                    <a:pt x="156210" y="298450"/>
                  </a:lnTo>
                  <a:lnTo>
                    <a:pt x="166369" y="298450"/>
                  </a:lnTo>
                  <a:lnTo>
                    <a:pt x="177800" y="287020"/>
                  </a:lnTo>
                  <a:close/>
                </a:path>
                <a:path w="463550" h="455930">
                  <a:moveTo>
                    <a:pt x="186689" y="278130"/>
                  </a:moveTo>
                  <a:lnTo>
                    <a:pt x="176530" y="278130"/>
                  </a:lnTo>
                  <a:lnTo>
                    <a:pt x="168910" y="285750"/>
                  </a:lnTo>
                  <a:lnTo>
                    <a:pt x="179069" y="285750"/>
                  </a:lnTo>
                  <a:lnTo>
                    <a:pt x="186689" y="278130"/>
                  </a:lnTo>
                  <a:close/>
                </a:path>
                <a:path w="463550" h="455930">
                  <a:moveTo>
                    <a:pt x="203200" y="261620"/>
                  </a:moveTo>
                  <a:lnTo>
                    <a:pt x="193040" y="261620"/>
                  </a:lnTo>
                  <a:lnTo>
                    <a:pt x="177800" y="276860"/>
                  </a:lnTo>
                  <a:lnTo>
                    <a:pt x="187959" y="276860"/>
                  </a:lnTo>
                  <a:lnTo>
                    <a:pt x="203200" y="261620"/>
                  </a:lnTo>
                  <a:close/>
                </a:path>
                <a:path w="463550" h="455930">
                  <a:moveTo>
                    <a:pt x="208279" y="256540"/>
                  </a:moveTo>
                  <a:lnTo>
                    <a:pt x="198120" y="256540"/>
                  </a:lnTo>
                  <a:lnTo>
                    <a:pt x="194310" y="260350"/>
                  </a:lnTo>
                  <a:lnTo>
                    <a:pt x="204469" y="260350"/>
                  </a:lnTo>
                  <a:lnTo>
                    <a:pt x="208279" y="256540"/>
                  </a:lnTo>
                  <a:close/>
                </a:path>
              </a:pathLst>
            </a:custGeom>
            <a:solidFill>
              <a:srgbClr val="934D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3">
              <a:extLst>
                <a:ext uri="{FF2B5EF4-FFF2-40B4-BE49-F238E27FC236}">
                  <a16:creationId xmlns:a16="http://schemas.microsoft.com/office/drawing/2014/main" id="{AAB1AA89-695B-BAF5-0514-66D1695E233B}"/>
                </a:ext>
              </a:extLst>
            </p:cNvPr>
            <p:cNvSpPr/>
            <p:nvPr/>
          </p:nvSpPr>
          <p:spPr>
            <a:xfrm>
              <a:off x="2672080" y="2602230"/>
              <a:ext cx="461009" cy="458470"/>
            </a:xfrm>
            <a:custGeom>
              <a:avLst/>
              <a:gdLst/>
              <a:ahLst/>
              <a:cxnLst/>
              <a:rect l="l" t="t" r="r" b="b"/>
              <a:pathLst>
                <a:path w="461010" h="458469">
                  <a:moveTo>
                    <a:pt x="293370" y="171450"/>
                  </a:moveTo>
                  <a:lnTo>
                    <a:pt x="283210" y="171450"/>
                  </a:lnTo>
                  <a:lnTo>
                    <a:pt x="276860" y="177800"/>
                  </a:lnTo>
                  <a:lnTo>
                    <a:pt x="287020" y="177800"/>
                  </a:lnTo>
                  <a:lnTo>
                    <a:pt x="293370" y="171450"/>
                  </a:lnTo>
                  <a:close/>
                </a:path>
                <a:path w="461010" h="458469">
                  <a:moveTo>
                    <a:pt x="295910" y="168910"/>
                  </a:moveTo>
                  <a:lnTo>
                    <a:pt x="285750" y="168910"/>
                  </a:lnTo>
                  <a:lnTo>
                    <a:pt x="284480" y="170179"/>
                  </a:lnTo>
                  <a:lnTo>
                    <a:pt x="294640" y="170179"/>
                  </a:lnTo>
                  <a:lnTo>
                    <a:pt x="295910" y="168910"/>
                  </a:lnTo>
                  <a:close/>
                </a:path>
                <a:path w="461010" h="458469">
                  <a:moveTo>
                    <a:pt x="299720" y="165100"/>
                  </a:moveTo>
                  <a:lnTo>
                    <a:pt x="289560" y="165100"/>
                  </a:lnTo>
                  <a:lnTo>
                    <a:pt x="287020" y="167639"/>
                  </a:lnTo>
                  <a:lnTo>
                    <a:pt x="297180" y="167639"/>
                  </a:lnTo>
                  <a:lnTo>
                    <a:pt x="299720" y="165100"/>
                  </a:lnTo>
                  <a:close/>
                </a:path>
                <a:path w="461010" h="458469">
                  <a:moveTo>
                    <a:pt x="302260" y="162560"/>
                  </a:moveTo>
                  <a:lnTo>
                    <a:pt x="292100" y="162560"/>
                  </a:lnTo>
                  <a:lnTo>
                    <a:pt x="290830" y="163829"/>
                  </a:lnTo>
                  <a:lnTo>
                    <a:pt x="300990" y="163829"/>
                  </a:lnTo>
                  <a:lnTo>
                    <a:pt x="302260" y="162560"/>
                  </a:lnTo>
                  <a:close/>
                </a:path>
                <a:path w="461010" h="458469">
                  <a:moveTo>
                    <a:pt x="306070" y="158750"/>
                  </a:moveTo>
                  <a:lnTo>
                    <a:pt x="295910" y="158750"/>
                  </a:lnTo>
                  <a:lnTo>
                    <a:pt x="293370" y="161289"/>
                  </a:lnTo>
                  <a:lnTo>
                    <a:pt x="303530" y="161289"/>
                  </a:lnTo>
                  <a:lnTo>
                    <a:pt x="306070" y="158750"/>
                  </a:lnTo>
                  <a:close/>
                </a:path>
                <a:path w="461010" h="458469">
                  <a:moveTo>
                    <a:pt x="308610" y="156210"/>
                  </a:moveTo>
                  <a:lnTo>
                    <a:pt x="298450" y="156210"/>
                  </a:lnTo>
                  <a:lnTo>
                    <a:pt x="297180" y="157479"/>
                  </a:lnTo>
                  <a:lnTo>
                    <a:pt x="307340" y="157479"/>
                  </a:lnTo>
                  <a:lnTo>
                    <a:pt x="308610" y="156210"/>
                  </a:lnTo>
                  <a:close/>
                </a:path>
                <a:path w="461010" h="458469">
                  <a:moveTo>
                    <a:pt x="321310" y="143510"/>
                  </a:moveTo>
                  <a:lnTo>
                    <a:pt x="311150" y="143510"/>
                  </a:lnTo>
                  <a:lnTo>
                    <a:pt x="299720" y="154939"/>
                  </a:lnTo>
                  <a:lnTo>
                    <a:pt x="309880" y="154939"/>
                  </a:lnTo>
                  <a:lnTo>
                    <a:pt x="321310" y="143510"/>
                  </a:lnTo>
                  <a:close/>
                </a:path>
                <a:path w="461010" h="458469">
                  <a:moveTo>
                    <a:pt x="334010" y="130810"/>
                  </a:moveTo>
                  <a:lnTo>
                    <a:pt x="323850" y="130810"/>
                  </a:lnTo>
                  <a:lnTo>
                    <a:pt x="312420" y="142239"/>
                  </a:lnTo>
                  <a:lnTo>
                    <a:pt x="322580" y="142239"/>
                  </a:lnTo>
                  <a:lnTo>
                    <a:pt x="334010" y="130810"/>
                  </a:lnTo>
                  <a:close/>
                </a:path>
                <a:path w="461010" h="458469">
                  <a:moveTo>
                    <a:pt x="337820" y="127000"/>
                  </a:moveTo>
                  <a:lnTo>
                    <a:pt x="327660" y="127000"/>
                  </a:lnTo>
                  <a:lnTo>
                    <a:pt x="325120" y="129539"/>
                  </a:lnTo>
                  <a:lnTo>
                    <a:pt x="335280" y="129539"/>
                  </a:lnTo>
                  <a:lnTo>
                    <a:pt x="337820" y="127000"/>
                  </a:lnTo>
                  <a:close/>
                </a:path>
                <a:path w="461010" h="458469">
                  <a:moveTo>
                    <a:pt x="340360" y="124460"/>
                  </a:moveTo>
                  <a:lnTo>
                    <a:pt x="330200" y="124460"/>
                  </a:lnTo>
                  <a:lnTo>
                    <a:pt x="328930" y="125729"/>
                  </a:lnTo>
                  <a:lnTo>
                    <a:pt x="339090" y="125729"/>
                  </a:lnTo>
                  <a:lnTo>
                    <a:pt x="340360" y="124460"/>
                  </a:lnTo>
                  <a:close/>
                </a:path>
                <a:path w="461010" h="458469">
                  <a:moveTo>
                    <a:pt x="344170" y="120650"/>
                  </a:moveTo>
                  <a:lnTo>
                    <a:pt x="334010" y="120650"/>
                  </a:lnTo>
                  <a:lnTo>
                    <a:pt x="331470" y="123189"/>
                  </a:lnTo>
                  <a:lnTo>
                    <a:pt x="341630" y="123189"/>
                  </a:lnTo>
                  <a:lnTo>
                    <a:pt x="344170" y="120650"/>
                  </a:lnTo>
                  <a:close/>
                </a:path>
                <a:path w="461010" h="458469">
                  <a:moveTo>
                    <a:pt x="346710" y="118110"/>
                  </a:moveTo>
                  <a:lnTo>
                    <a:pt x="336550" y="118110"/>
                  </a:lnTo>
                  <a:lnTo>
                    <a:pt x="335280" y="119379"/>
                  </a:lnTo>
                  <a:lnTo>
                    <a:pt x="345440" y="119379"/>
                  </a:lnTo>
                  <a:lnTo>
                    <a:pt x="346710" y="118110"/>
                  </a:lnTo>
                  <a:close/>
                </a:path>
                <a:path w="461010" h="458469">
                  <a:moveTo>
                    <a:pt x="350520" y="114300"/>
                  </a:moveTo>
                  <a:lnTo>
                    <a:pt x="340360" y="114300"/>
                  </a:lnTo>
                  <a:lnTo>
                    <a:pt x="337820" y="116839"/>
                  </a:lnTo>
                  <a:lnTo>
                    <a:pt x="347980" y="116839"/>
                  </a:lnTo>
                  <a:lnTo>
                    <a:pt x="350520" y="114300"/>
                  </a:lnTo>
                  <a:close/>
                </a:path>
                <a:path w="461010" h="458469">
                  <a:moveTo>
                    <a:pt x="353060" y="111760"/>
                  </a:moveTo>
                  <a:lnTo>
                    <a:pt x="342900" y="111760"/>
                  </a:lnTo>
                  <a:lnTo>
                    <a:pt x="341630" y="113029"/>
                  </a:lnTo>
                  <a:lnTo>
                    <a:pt x="351790" y="113029"/>
                  </a:lnTo>
                  <a:lnTo>
                    <a:pt x="353060" y="111760"/>
                  </a:lnTo>
                  <a:close/>
                </a:path>
                <a:path w="461010" h="458469">
                  <a:moveTo>
                    <a:pt x="356870" y="107950"/>
                  </a:moveTo>
                  <a:lnTo>
                    <a:pt x="346710" y="107950"/>
                  </a:lnTo>
                  <a:lnTo>
                    <a:pt x="344170" y="110489"/>
                  </a:lnTo>
                  <a:lnTo>
                    <a:pt x="354330" y="110489"/>
                  </a:lnTo>
                  <a:lnTo>
                    <a:pt x="356870" y="107950"/>
                  </a:lnTo>
                  <a:close/>
                </a:path>
                <a:path w="461010" h="458469">
                  <a:moveTo>
                    <a:pt x="359410" y="105410"/>
                  </a:moveTo>
                  <a:lnTo>
                    <a:pt x="349250" y="105410"/>
                  </a:lnTo>
                  <a:lnTo>
                    <a:pt x="347980" y="106679"/>
                  </a:lnTo>
                  <a:lnTo>
                    <a:pt x="358140" y="106679"/>
                  </a:lnTo>
                  <a:lnTo>
                    <a:pt x="359410" y="105410"/>
                  </a:lnTo>
                  <a:close/>
                </a:path>
                <a:path w="461010" h="458469">
                  <a:moveTo>
                    <a:pt x="363220" y="101600"/>
                  </a:moveTo>
                  <a:lnTo>
                    <a:pt x="353060" y="101600"/>
                  </a:lnTo>
                  <a:lnTo>
                    <a:pt x="350520" y="104139"/>
                  </a:lnTo>
                  <a:lnTo>
                    <a:pt x="360680" y="104139"/>
                  </a:lnTo>
                  <a:lnTo>
                    <a:pt x="363220" y="101600"/>
                  </a:lnTo>
                  <a:close/>
                </a:path>
                <a:path w="461010" h="458469">
                  <a:moveTo>
                    <a:pt x="365760" y="99060"/>
                  </a:moveTo>
                  <a:lnTo>
                    <a:pt x="355600" y="99060"/>
                  </a:lnTo>
                  <a:lnTo>
                    <a:pt x="354330" y="100329"/>
                  </a:lnTo>
                  <a:lnTo>
                    <a:pt x="364490" y="100329"/>
                  </a:lnTo>
                  <a:lnTo>
                    <a:pt x="365760" y="99060"/>
                  </a:lnTo>
                  <a:close/>
                </a:path>
                <a:path w="461010" h="458469">
                  <a:moveTo>
                    <a:pt x="369570" y="95250"/>
                  </a:moveTo>
                  <a:lnTo>
                    <a:pt x="359410" y="95250"/>
                  </a:lnTo>
                  <a:lnTo>
                    <a:pt x="356870" y="97789"/>
                  </a:lnTo>
                  <a:lnTo>
                    <a:pt x="367030" y="97789"/>
                  </a:lnTo>
                  <a:lnTo>
                    <a:pt x="369570" y="95250"/>
                  </a:lnTo>
                  <a:close/>
                </a:path>
                <a:path w="461010" h="458469">
                  <a:moveTo>
                    <a:pt x="372110" y="92710"/>
                  </a:moveTo>
                  <a:lnTo>
                    <a:pt x="361950" y="92710"/>
                  </a:lnTo>
                  <a:lnTo>
                    <a:pt x="360680" y="93979"/>
                  </a:lnTo>
                  <a:lnTo>
                    <a:pt x="370840" y="93979"/>
                  </a:lnTo>
                  <a:lnTo>
                    <a:pt x="372110" y="92710"/>
                  </a:lnTo>
                  <a:close/>
                </a:path>
                <a:path w="461010" h="458469">
                  <a:moveTo>
                    <a:pt x="375920" y="88900"/>
                  </a:moveTo>
                  <a:lnTo>
                    <a:pt x="365760" y="88900"/>
                  </a:lnTo>
                  <a:lnTo>
                    <a:pt x="363220" y="91439"/>
                  </a:lnTo>
                  <a:lnTo>
                    <a:pt x="373380" y="91439"/>
                  </a:lnTo>
                  <a:lnTo>
                    <a:pt x="375920" y="88900"/>
                  </a:lnTo>
                  <a:close/>
                </a:path>
                <a:path w="461010" h="458469">
                  <a:moveTo>
                    <a:pt x="378460" y="86360"/>
                  </a:moveTo>
                  <a:lnTo>
                    <a:pt x="368300" y="86360"/>
                  </a:lnTo>
                  <a:lnTo>
                    <a:pt x="367030" y="87629"/>
                  </a:lnTo>
                  <a:lnTo>
                    <a:pt x="377190" y="87629"/>
                  </a:lnTo>
                  <a:lnTo>
                    <a:pt x="378460" y="86360"/>
                  </a:lnTo>
                  <a:close/>
                </a:path>
                <a:path w="461010" h="458469">
                  <a:moveTo>
                    <a:pt x="382270" y="82550"/>
                  </a:moveTo>
                  <a:lnTo>
                    <a:pt x="372110" y="82550"/>
                  </a:lnTo>
                  <a:lnTo>
                    <a:pt x="369570" y="85089"/>
                  </a:lnTo>
                  <a:lnTo>
                    <a:pt x="379730" y="85089"/>
                  </a:lnTo>
                  <a:lnTo>
                    <a:pt x="382270" y="82550"/>
                  </a:lnTo>
                  <a:close/>
                </a:path>
                <a:path w="461010" h="458469">
                  <a:moveTo>
                    <a:pt x="384810" y="80010"/>
                  </a:moveTo>
                  <a:lnTo>
                    <a:pt x="374650" y="80010"/>
                  </a:lnTo>
                  <a:lnTo>
                    <a:pt x="373380" y="81279"/>
                  </a:lnTo>
                  <a:lnTo>
                    <a:pt x="383540" y="81279"/>
                  </a:lnTo>
                  <a:lnTo>
                    <a:pt x="384810" y="80010"/>
                  </a:lnTo>
                  <a:close/>
                </a:path>
                <a:path w="461010" h="458469">
                  <a:moveTo>
                    <a:pt x="388620" y="76200"/>
                  </a:moveTo>
                  <a:lnTo>
                    <a:pt x="378460" y="76200"/>
                  </a:lnTo>
                  <a:lnTo>
                    <a:pt x="375920" y="78739"/>
                  </a:lnTo>
                  <a:lnTo>
                    <a:pt x="386080" y="78739"/>
                  </a:lnTo>
                  <a:lnTo>
                    <a:pt x="388620" y="76200"/>
                  </a:lnTo>
                  <a:close/>
                </a:path>
                <a:path w="461010" h="458469">
                  <a:moveTo>
                    <a:pt x="391160" y="73660"/>
                  </a:moveTo>
                  <a:lnTo>
                    <a:pt x="381000" y="73660"/>
                  </a:lnTo>
                  <a:lnTo>
                    <a:pt x="379730" y="74929"/>
                  </a:lnTo>
                  <a:lnTo>
                    <a:pt x="389890" y="74929"/>
                  </a:lnTo>
                  <a:lnTo>
                    <a:pt x="391160" y="73660"/>
                  </a:lnTo>
                  <a:close/>
                </a:path>
                <a:path w="461010" h="458469">
                  <a:moveTo>
                    <a:pt x="394970" y="69850"/>
                  </a:moveTo>
                  <a:lnTo>
                    <a:pt x="384810" y="69850"/>
                  </a:lnTo>
                  <a:lnTo>
                    <a:pt x="382270" y="72389"/>
                  </a:lnTo>
                  <a:lnTo>
                    <a:pt x="392430" y="72389"/>
                  </a:lnTo>
                  <a:lnTo>
                    <a:pt x="394970" y="69850"/>
                  </a:lnTo>
                  <a:close/>
                </a:path>
                <a:path w="461010" h="458469">
                  <a:moveTo>
                    <a:pt x="397510" y="67310"/>
                  </a:moveTo>
                  <a:lnTo>
                    <a:pt x="387350" y="67310"/>
                  </a:lnTo>
                  <a:lnTo>
                    <a:pt x="386080" y="68579"/>
                  </a:lnTo>
                  <a:lnTo>
                    <a:pt x="396240" y="68579"/>
                  </a:lnTo>
                  <a:lnTo>
                    <a:pt x="397510" y="67310"/>
                  </a:lnTo>
                  <a:close/>
                </a:path>
                <a:path w="461010" h="458469">
                  <a:moveTo>
                    <a:pt x="401320" y="63500"/>
                  </a:moveTo>
                  <a:lnTo>
                    <a:pt x="391160" y="63500"/>
                  </a:lnTo>
                  <a:lnTo>
                    <a:pt x="388620" y="66039"/>
                  </a:lnTo>
                  <a:lnTo>
                    <a:pt x="398780" y="66039"/>
                  </a:lnTo>
                  <a:lnTo>
                    <a:pt x="401320" y="63500"/>
                  </a:lnTo>
                  <a:close/>
                </a:path>
                <a:path w="461010" h="458469">
                  <a:moveTo>
                    <a:pt x="403860" y="60960"/>
                  </a:moveTo>
                  <a:lnTo>
                    <a:pt x="393700" y="60960"/>
                  </a:lnTo>
                  <a:lnTo>
                    <a:pt x="392430" y="62229"/>
                  </a:lnTo>
                  <a:lnTo>
                    <a:pt x="402590" y="62229"/>
                  </a:lnTo>
                  <a:lnTo>
                    <a:pt x="403860" y="60960"/>
                  </a:lnTo>
                  <a:close/>
                </a:path>
                <a:path w="461010" h="458469">
                  <a:moveTo>
                    <a:pt x="407670" y="57150"/>
                  </a:moveTo>
                  <a:lnTo>
                    <a:pt x="397510" y="57150"/>
                  </a:lnTo>
                  <a:lnTo>
                    <a:pt x="394970" y="59689"/>
                  </a:lnTo>
                  <a:lnTo>
                    <a:pt x="405130" y="59689"/>
                  </a:lnTo>
                  <a:lnTo>
                    <a:pt x="407670" y="57150"/>
                  </a:lnTo>
                  <a:close/>
                </a:path>
                <a:path w="461010" h="458469">
                  <a:moveTo>
                    <a:pt x="410210" y="54610"/>
                  </a:moveTo>
                  <a:lnTo>
                    <a:pt x="400050" y="54610"/>
                  </a:lnTo>
                  <a:lnTo>
                    <a:pt x="398780" y="55879"/>
                  </a:lnTo>
                  <a:lnTo>
                    <a:pt x="408940" y="55879"/>
                  </a:lnTo>
                  <a:lnTo>
                    <a:pt x="410210" y="54610"/>
                  </a:lnTo>
                  <a:close/>
                </a:path>
                <a:path w="461010" h="458469">
                  <a:moveTo>
                    <a:pt x="414020" y="50800"/>
                  </a:moveTo>
                  <a:lnTo>
                    <a:pt x="403860" y="50800"/>
                  </a:lnTo>
                  <a:lnTo>
                    <a:pt x="401320" y="53339"/>
                  </a:lnTo>
                  <a:lnTo>
                    <a:pt x="411480" y="53339"/>
                  </a:lnTo>
                  <a:lnTo>
                    <a:pt x="414020" y="50800"/>
                  </a:lnTo>
                  <a:close/>
                </a:path>
                <a:path w="461010" h="458469">
                  <a:moveTo>
                    <a:pt x="416560" y="48260"/>
                  </a:moveTo>
                  <a:lnTo>
                    <a:pt x="406400" y="48260"/>
                  </a:lnTo>
                  <a:lnTo>
                    <a:pt x="405130" y="49529"/>
                  </a:lnTo>
                  <a:lnTo>
                    <a:pt x="415290" y="49529"/>
                  </a:lnTo>
                  <a:lnTo>
                    <a:pt x="416560" y="48260"/>
                  </a:lnTo>
                  <a:close/>
                </a:path>
                <a:path w="461010" h="458469">
                  <a:moveTo>
                    <a:pt x="420370" y="44450"/>
                  </a:moveTo>
                  <a:lnTo>
                    <a:pt x="410210" y="44450"/>
                  </a:lnTo>
                  <a:lnTo>
                    <a:pt x="407670" y="46989"/>
                  </a:lnTo>
                  <a:lnTo>
                    <a:pt x="417830" y="46989"/>
                  </a:lnTo>
                  <a:lnTo>
                    <a:pt x="420370" y="44450"/>
                  </a:lnTo>
                  <a:close/>
                </a:path>
                <a:path w="461010" h="458469">
                  <a:moveTo>
                    <a:pt x="422910" y="41910"/>
                  </a:moveTo>
                  <a:lnTo>
                    <a:pt x="412750" y="41910"/>
                  </a:lnTo>
                  <a:lnTo>
                    <a:pt x="411480" y="43179"/>
                  </a:lnTo>
                  <a:lnTo>
                    <a:pt x="421640" y="43179"/>
                  </a:lnTo>
                  <a:lnTo>
                    <a:pt x="422910" y="41910"/>
                  </a:lnTo>
                  <a:close/>
                </a:path>
                <a:path w="461010" h="458469">
                  <a:moveTo>
                    <a:pt x="426720" y="38100"/>
                  </a:moveTo>
                  <a:lnTo>
                    <a:pt x="416560" y="38100"/>
                  </a:lnTo>
                  <a:lnTo>
                    <a:pt x="414020" y="40639"/>
                  </a:lnTo>
                  <a:lnTo>
                    <a:pt x="424180" y="40639"/>
                  </a:lnTo>
                  <a:lnTo>
                    <a:pt x="426720" y="38100"/>
                  </a:lnTo>
                  <a:close/>
                </a:path>
                <a:path w="461010" h="458469">
                  <a:moveTo>
                    <a:pt x="429260" y="35560"/>
                  </a:moveTo>
                  <a:lnTo>
                    <a:pt x="419100" y="35560"/>
                  </a:lnTo>
                  <a:lnTo>
                    <a:pt x="417830" y="36829"/>
                  </a:lnTo>
                  <a:lnTo>
                    <a:pt x="427990" y="36829"/>
                  </a:lnTo>
                  <a:lnTo>
                    <a:pt x="429260" y="35560"/>
                  </a:lnTo>
                  <a:close/>
                </a:path>
                <a:path w="461010" h="458469">
                  <a:moveTo>
                    <a:pt x="433070" y="31750"/>
                  </a:moveTo>
                  <a:lnTo>
                    <a:pt x="422910" y="31750"/>
                  </a:lnTo>
                  <a:lnTo>
                    <a:pt x="420370" y="34289"/>
                  </a:lnTo>
                  <a:lnTo>
                    <a:pt x="430530" y="34289"/>
                  </a:lnTo>
                  <a:lnTo>
                    <a:pt x="433070" y="31750"/>
                  </a:lnTo>
                  <a:close/>
                </a:path>
                <a:path w="461010" h="458469">
                  <a:moveTo>
                    <a:pt x="435610" y="29210"/>
                  </a:moveTo>
                  <a:lnTo>
                    <a:pt x="425450" y="29210"/>
                  </a:lnTo>
                  <a:lnTo>
                    <a:pt x="424180" y="30479"/>
                  </a:lnTo>
                  <a:lnTo>
                    <a:pt x="434340" y="30479"/>
                  </a:lnTo>
                  <a:lnTo>
                    <a:pt x="435610" y="29210"/>
                  </a:lnTo>
                  <a:close/>
                </a:path>
                <a:path w="461010" h="458469">
                  <a:moveTo>
                    <a:pt x="439420" y="25400"/>
                  </a:moveTo>
                  <a:lnTo>
                    <a:pt x="429260" y="25400"/>
                  </a:lnTo>
                  <a:lnTo>
                    <a:pt x="426720" y="27939"/>
                  </a:lnTo>
                  <a:lnTo>
                    <a:pt x="436880" y="27939"/>
                  </a:lnTo>
                  <a:lnTo>
                    <a:pt x="439420" y="25400"/>
                  </a:lnTo>
                  <a:close/>
                </a:path>
                <a:path w="461010" h="458469">
                  <a:moveTo>
                    <a:pt x="441960" y="22860"/>
                  </a:moveTo>
                  <a:lnTo>
                    <a:pt x="431800" y="22860"/>
                  </a:lnTo>
                  <a:lnTo>
                    <a:pt x="430530" y="24129"/>
                  </a:lnTo>
                  <a:lnTo>
                    <a:pt x="440690" y="24129"/>
                  </a:lnTo>
                  <a:lnTo>
                    <a:pt x="441960" y="22860"/>
                  </a:lnTo>
                  <a:close/>
                </a:path>
                <a:path w="461010" h="458469">
                  <a:moveTo>
                    <a:pt x="445770" y="19050"/>
                  </a:moveTo>
                  <a:lnTo>
                    <a:pt x="435610" y="19050"/>
                  </a:lnTo>
                  <a:lnTo>
                    <a:pt x="433070" y="21589"/>
                  </a:lnTo>
                  <a:lnTo>
                    <a:pt x="443230" y="21589"/>
                  </a:lnTo>
                  <a:lnTo>
                    <a:pt x="445770" y="19050"/>
                  </a:lnTo>
                  <a:close/>
                </a:path>
                <a:path w="461010" h="458469">
                  <a:moveTo>
                    <a:pt x="448310" y="16510"/>
                  </a:moveTo>
                  <a:lnTo>
                    <a:pt x="438150" y="16510"/>
                  </a:lnTo>
                  <a:lnTo>
                    <a:pt x="436880" y="17779"/>
                  </a:lnTo>
                  <a:lnTo>
                    <a:pt x="447040" y="17779"/>
                  </a:lnTo>
                  <a:lnTo>
                    <a:pt x="448310" y="16510"/>
                  </a:lnTo>
                  <a:close/>
                </a:path>
                <a:path w="461010" h="458469">
                  <a:moveTo>
                    <a:pt x="452120" y="12700"/>
                  </a:moveTo>
                  <a:lnTo>
                    <a:pt x="441960" y="12700"/>
                  </a:lnTo>
                  <a:lnTo>
                    <a:pt x="439420" y="15239"/>
                  </a:lnTo>
                  <a:lnTo>
                    <a:pt x="449580" y="15239"/>
                  </a:lnTo>
                  <a:lnTo>
                    <a:pt x="452120" y="12700"/>
                  </a:lnTo>
                  <a:close/>
                </a:path>
                <a:path w="461010" h="458469">
                  <a:moveTo>
                    <a:pt x="454660" y="10160"/>
                  </a:moveTo>
                  <a:lnTo>
                    <a:pt x="444500" y="10160"/>
                  </a:lnTo>
                  <a:lnTo>
                    <a:pt x="443230" y="11429"/>
                  </a:lnTo>
                  <a:lnTo>
                    <a:pt x="453390" y="11429"/>
                  </a:lnTo>
                  <a:lnTo>
                    <a:pt x="454660" y="10160"/>
                  </a:lnTo>
                  <a:close/>
                </a:path>
                <a:path w="461010" h="458469">
                  <a:moveTo>
                    <a:pt x="458470" y="6350"/>
                  </a:moveTo>
                  <a:lnTo>
                    <a:pt x="448310" y="6350"/>
                  </a:lnTo>
                  <a:lnTo>
                    <a:pt x="445770" y="8889"/>
                  </a:lnTo>
                  <a:lnTo>
                    <a:pt x="455930" y="8889"/>
                  </a:lnTo>
                  <a:lnTo>
                    <a:pt x="458470" y="6350"/>
                  </a:lnTo>
                  <a:close/>
                </a:path>
                <a:path w="461010" h="458469">
                  <a:moveTo>
                    <a:pt x="461010" y="3810"/>
                  </a:moveTo>
                  <a:lnTo>
                    <a:pt x="450850" y="3810"/>
                  </a:lnTo>
                  <a:lnTo>
                    <a:pt x="449580" y="5079"/>
                  </a:lnTo>
                  <a:lnTo>
                    <a:pt x="459740" y="5079"/>
                  </a:lnTo>
                  <a:lnTo>
                    <a:pt x="461010" y="3810"/>
                  </a:lnTo>
                  <a:close/>
                </a:path>
                <a:path w="461010" h="458469">
                  <a:moveTo>
                    <a:pt x="458470" y="0"/>
                  </a:moveTo>
                  <a:lnTo>
                    <a:pt x="454660" y="0"/>
                  </a:lnTo>
                  <a:lnTo>
                    <a:pt x="452120" y="2539"/>
                  </a:lnTo>
                  <a:lnTo>
                    <a:pt x="458470" y="2539"/>
                  </a:lnTo>
                  <a:lnTo>
                    <a:pt x="458470" y="0"/>
                  </a:lnTo>
                  <a:close/>
                </a:path>
                <a:path w="461010" h="458469">
                  <a:moveTo>
                    <a:pt x="287020" y="177800"/>
                  </a:moveTo>
                  <a:lnTo>
                    <a:pt x="276859" y="177800"/>
                  </a:lnTo>
                  <a:lnTo>
                    <a:pt x="251460" y="203200"/>
                  </a:lnTo>
                  <a:lnTo>
                    <a:pt x="261620" y="203200"/>
                  </a:lnTo>
                  <a:lnTo>
                    <a:pt x="287020" y="177800"/>
                  </a:lnTo>
                  <a:close/>
                </a:path>
                <a:path w="461010" h="458469">
                  <a:moveTo>
                    <a:pt x="261620" y="203200"/>
                  </a:moveTo>
                  <a:lnTo>
                    <a:pt x="251459" y="203200"/>
                  </a:lnTo>
                  <a:lnTo>
                    <a:pt x="200660" y="254000"/>
                  </a:lnTo>
                  <a:lnTo>
                    <a:pt x="210820" y="254000"/>
                  </a:lnTo>
                  <a:lnTo>
                    <a:pt x="261620" y="203200"/>
                  </a:lnTo>
                  <a:close/>
                </a:path>
                <a:path w="461010" h="458469">
                  <a:moveTo>
                    <a:pt x="7620" y="457200"/>
                  </a:moveTo>
                  <a:lnTo>
                    <a:pt x="6350" y="457200"/>
                  </a:lnTo>
                  <a:lnTo>
                    <a:pt x="6350" y="458470"/>
                  </a:lnTo>
                  <a:lnTo>
                    <a:pt x="7620" y="457200"/>
                  </a:lnTo>
                  <a:close/>
                </a:path>
                <a:path w="461010" h="458469">
                  <a:moveTo>
                    <a:pt x="10160" y="454660"/>
                  </a:moveTo>
                  <a:lnTo>
                    <a:pt x="0" y="454660"/>
                  </a:lnTo>
                  <a:lnTo>
                    <a:pt x="0" y="457200"/>
                  </a:lnTo>
                  <a:lnTo>
                    <a:pt x="3810" y="457200"/>
                  </a:lnTo>
                  <a:lnTo>
                    <a:pt x="3810" y="455930"/>
                  </a:lnTo>
                  <a:lnTo>
                    <a:pt x="8890" y="455930"/>
                  </a:lnTo>
                  <a:lnTo>
                    <a:pt x="10160" y="454660"/>
                  </a:lnTo>
                  <a:close/>
                </a:path>
                <a:path w="461010" h="458469">
                  <a:moveTo>
                    <a:pt x="13970" y="450850"/>
                  </a:moveTo>
                  <a:lnTo>
                    <a:pt x="3810" y="450850"/>
                  </a:lnTo>
                  <a:lnTo>
                    <a:pt x="1269" y="453390"/>
                  </a:lnTo>
                  <a:lnTo>
                    <a:pt x="11430" y="453390"/>
                  </a:lnTo>
                  <a:lnTo>
                    <a:pt x="13970" y="450850"/>
                  </a:lnTo>
                  <a:close/>
                </a:path>
                <a:path w="461010" h="458469">
                  <a:moveTo>
                    <a:pt x="16510" y="448310"/>
                  </a:moveTo>
                  <a:lnTo>
                    <a:pt x="6350" y="448310"/>
                  </a:lnTo>
                  <a:lnTo>
                    <a:pt x="5079" y="449580"/>
                  </a:lnTo>
                  <a:lnTo>
                    <a:pt x="15240" y="449580"/>
                  </a:lnTo>
                  <a:lnTo>
                    <a:pt x="16510" y="448310"/>
                  </a:lnTo>
                  <a:close/>
                </a:path>
                <a:path w="461010" h="458469">
                  <a:moveTo>
                    <a:pt x="20320" y="444500"/>
                  </a:moveTo>
                  <a:lnTo>
                    <a:pt x="10160" y="444500"/>
                  </a:lnTo>
                  <a:lnTo>
                    <a:pt x="7619" y="447040"/>
                  </a:lnTo>
                  <a:lnTo>
                    <a:pt x="17780" y="447040"/>
                  </a:lnTo>
                  <a:lnTo>
                    <a:pt x="20320" y="444500"/>
                  </a:lnTo>
                  <a:close/>
                </a:path>
                <a:path w="461010" h="458469">
                  <a:moveTo>
                    <a:pt x="22860" y="441960"/>
                  </a:moveTo>
                  <a:lnTo>
                    <a:pt x="12700" y="441960"/>
                  </a:lnTo>
                  <a:lnTo>
                    <a:pt x="11429" y="443230"/>
                  </a:lnTo>
                  <a:lnTo>
                    <a:pt x="21590" y="443230"/>
                  </a:lnTo>
                  <a:lnTo>
                    <a:pt x="22860" y="441960"/>
                  </a:lnTo>
                  <a:close/>
                </a:path>
                <a:path w="461010" h="458469">
                  <a:moveTo>
                    <a:pt x="26670" y="438150"/>
                  </a:moveTo>
                  <a:lnTo>
                    <a:pt x="16510" y="438150"/>
                  </a:lnTo>
                  <a:lnTo>
                    <a:pt x="13969" y="440690"/>
                  </a:lnTo>
                  <a:lnTo>
                    <a:pt x="24130" y="440690"/>
                  </a:lnTo>
                  <a:lnTo>
                    <a:pt x="26670" y="438150"/>
                  </a:lnTo>
                  <a:close/>
                </a:path>
                <a:path w="461010" h="458469">
                  <a:moveTo>
                    <a:pt x="29210" y="435610"/>
                  </a:moveTo>
                  <a:lnTo>
                    <a:pt x="19050" y="435610"/>
                  </a:lnTo>
                  <a:lnTo>
                    <a:pt x="17779" y="436880"/>
                  </a:lnTo>
                  <a:lnTo>
                    <a:pt x="27940" y="436880"/>
                  </a:lnTo>
                  <a:lnTo>
                    <a:pt x="29210" y="435610"/>
                  </a:lnTo>
                  <a:close/>
                </a:path>
                <a:path w="461010" h="458469">
                  <a:moveTo>
                    <a:pt x="33020" y="431800"/>
                  </a:moveTo>
                  <a:lnTo>
                    <a:pt x="22860" y="431800"/>
                  </a:lnTo>
                  <a:lnTo>
                    <a:pt x="20319" y="434340"/>
                  </a:lnTo>
                  <a:lnTo>
                    <a:pt x="30480" y="434340"/>
                  </a:lnTo>
                  <a:lnTo>
                    <a:pt x="33020" y="431800"/>
                  </a:lnTo>
                  <a:close/>
                </a:path>
                <a:path w="461010" h="458469">
                  <a:moveTo>
                    <a:pt x="35560" y="429260"/>
                  </a:moveTo>
                  <a:lnTo>
                    <a:pt x="25400" y="429260"/>
                  </a:lnTo>
                  <a:lnTo>
                    <a:pt x="24129" y="430530"/>
                  </a:lnTo>
                  <a:lnTo>
                    <a:pt x="34290" y="430530"/>
                  </a:lnTo>
                  <a:lnTo>
                    <a:pt x="35560" y="429260"/>
                  </a:lnTo>
                  <a:close/>
                </a:path>
                <a:path w="461010" h="458469">
                  <a:moveTo>
                    <a:pt x="39370" y="425450"/>
                  </a:moveTo>
                  <a:lnTo>
                    <a:pt x="29210" y="425450"/>
                  </a:lnTo>
                  <a:lnTo>
                    <a:pt x="26669" y="427990"/>
                  </a:lnTo>
                  <a:lnTo>
                    <a:pt x="36830" y="427990"/>
                  </a:lnTo>
                  <a:lnTo>
                    <a:pt x="39370" y="425450"/>
                  </a:lnTo>
                  <a:close/>
                </a:path>
                <a:path w="461010" h="458469">
                  <a:moveTo>
                    <a:pt x="41910" y="422910"/>
                  </a:moveTo>
                  <a:lnTo>
                    <a:pt x="31750" y="422910"/>
                  </a:lnTo>
                  <a:lnTo>
                    <a:pt x="30479" y="424180"/>
                  </a:lnTo>
                  <a:lnTo>
                    <a:pt x="40640" y="424180"/>
                  </a:lnTo>
                  <a:lnTo>
                    <a:pt x="41910" y="422910"/>
                  </a:lnTo>
                  <a:close/>
                </a:path>
                <a:path w="461010" h="458469">
                  <a:moveTo>
                    <a:pt x="45720" y="419100"/>
                  </a:moveTo>
                  <a:lnTo>
                    <a:pt x="35560" y="419100"/>
                  </a:lnTo>
                  <a:lnTo>
                    <a:pt x="33019" y="421640"/>
                  </a:lnTo>
                  <a:lnTo>
                    <a:pt x="43180" y="421640"/>
                  </a:lnTo>
                  <a:lnTo>
                    <a:pt x="45720" y="419100"/>
                  </a:lnTo>
                  <a:close/>
                </a:path>
                <a:path w="461010" h="458469">
                  <a:moveTo>
                    <a:pt x="48260" y="416560"/>
                  </a:moveTo>
                  <a:lnTo>
                    <a:pt x="38100" y="416560"/>
                  </a:lnTo>
                  <a:lnTo>
                    <a:pt x="36829" y="417830"/>
                  </a:lnTo>
                  <a:lnTo>
                    <a:pt x="46990" y="417830"/>
                  </a:lnTo>
                  <a:lnTo>
                    <a:pt x="48260" y="416560"/>
                  </a:lnTo>
                  <a:close/>
                </a:path>
                <a:path w="461010" h="458469">
                  <a:moveTo>
                    <a:pt x="52070" y="412750"/>
                  </a:moveTo>
                  <a:lnTo>
                    <a:pt x="41910" y="412750"/>
                  </a:lnTo>
                  <a:lnTo>
                    <a:pt x="39369" y="415290"/>
                  </a:lnTo>
                  <a:lnTo>
                    <a:pt x="49530" y="415290"/>
                  </a:lnTo>
                  <a:lnTo>
                    <a:pt x="52070" y="412750"/>
                  </a:lnTo>
                  <a:close/>
                </a:path>
                <a:path w="461010" h="458469">
                  <a:moveTo>
                    <a:pt x="54610" y="410210"/>
                  </a:moveTo>
                  <a:lnTo>
                    <a:pt x="44450" y="410210"/>
                  </a:lnTo>
                  <a:lnTo>
                    <a:pt x="43179" y="411480"/>
                  </a:lnTo>
                  <a:lnTo>
                    <a:pt x="53340" y="411480"/>
                  </a:lnTo>
                  <a:lnTo>
                    <a:pt x="54610" y="410210"/>
                  </a:lnTo>
                  <a:close/>
                </a:path>
                <a:path w="461010" h="458469">
                  <a:moveTo>
                    <a:pt x="58420" y="406400"/>
                  </a:moveTo>
                  <a:lnTo>
                    <a:pt x="48260" y="406400"/>
                  </a:lnTo>
                  <a:lnTo>
                    <a:pt x="45719" y="408940"/>
                  </a:lnTo>
                  <a:lnTo>
                    <a:pt x="55880" y="408940"/>
                  </a:lnTo>
                  <a:lnTo>
                    <a:pt x="58420" y="406400"/>
                  </a:lnTo>
                  <a:close/>
                </a:path>
                <a:path w="461010" h="458469">
                  <a:moveTo>
                    <a:pt x="60960" y="403860"/>
                  </a:moveTo>
                  <a:lnTo>
                    <a:pt x="50800" y="403860"/>
                  </a:lnTo>
                  <a:lnTo>
                    <a:pt x="49529" y="405130"/>
                  </a:lnTo>
                  <a:lnTo>
                    <a:pt x="59690" y="405130"/>
                  </a:lnTo>
                  <a:lnTo>
                    <a:pt x="60960" y="403860"/>
                  </a:lnTo>
                  <a:close/>
                </a:path>
                <a:path w="461010" h="458469">
                  <a:moveTo>
                    <a:pt x="64770" y="400050"/>
                  </a:moveTo>
                  <a:lnTo>
                    <a:pt x="54610" y="400050"/>
                  </a:lnTo>
                  <a:lnTo>
                    <a:pt x="52069" y="402590"/>
                  </a:lnTo>
                  <a:lnTo>
                    <a:pt x="62230" y="402590"/>
                  </a:lnTo>
                  <a:lnTo>
                    <a:pt x="64770" y="400050"/>
                  </a:lnTo>
                  <a:close/>
                </a:path>
                <a:path w="461010" h="458469">
                  <a:moveTo>
                    <a:pt x="67310" y="397510"/>
                  </a:moveTo>
                  <a:lnTo>
                    <a:pt x="57150" y="397510"/>
                  </a:lnTo>
                  <a:lnTo>
                    <a:pt x="55879" y="398780"/>
                  </a:lnTo>
                  <a:lnTo>
                    <a:pt x="66040" y="398780"/>
                  </a:lnTo>
                  <a:lnTo>
                    <a:pt x="67310" y="397510"/>
                  </a:lnTo>
                  <a:close/>
                </a:path>
                <a:path w="461010" h="458469">
                  <a:moveTo>
                    <a:pt x="71120" y="393700"/>
                  </a:moveTo>
                  <a:lnTo>
                    <a:pt x="60960" y="393700"/>
                  </a:lnTo>
                  <a:lnTo>
                    <a:pt x="58419" y="396240"/>
                  </a:lnTo>
                  <a:lnTo>
                    <a:pt x="68580" y="396240"/>
                  </a:lnTo>
                  <a:lnTo>
                    <a:pt x="71120" y="393700"/>
                  </a:lnTo>
                  <a:close/>
                </a:path>
                <a:path w="461010" h="458469">
                  <a:moveTo>
                    <a:pt x="73660" y="391160"/>
                  </a:moveTo>
                  <a:lnTo>
                    <a:pt x="63500" y="391160"/>
                  </a:lnTo>
                  <a:lnTo>
                    <a:pt x="62229" y="392430"/>
                  </a:lnTo>
                  <a:lnTo>
                    <a:pt x="72390" y="392430"/>
                  </a:lnTo>
                  <a:lnTo>
                    <a:pt x="73660" y="391160"/>
                  </a:lnTo>
                  <a:close/>
                </a:path>
                <a:path w="461010" h="458469">
                  <a:moveTo>
                    <a:pt x="77470" y="387350"/>
                  </a:moveTo>
                  <a:lnTo>
                    <a:pt x="67310" y="387350"/>
                  </a:lnTo>
                  <a:lnTo>
                    <a:pt x="64769" y="389890"/>
                  </a:lnTo>
                  <a:lnTo>
                    <a:pt x="74930" y="389890"/>
                  </a:lnTo>
                  <a:lnTo>
                    <a:pt x="77470" y="387350"/>
                  </a:lnTo>
                  <a:close/>
                </a:path>
                <a:path w="461010" h="458469">
                  <a:moveTo>
                    <a:pt x="80010" y="384810"/>
                  </a:moveTo>
                  <a:lnTo>
                    <a:pt x="69850" y="384810"/>
                  </a:lnTo>
                  <a:lnTo>
                    <a:pt x="68579" y="386080"/>
                  </a:lnTo>
                  <a:lnTo>
                    <a:pt x="78740" y="386080"/>
                  </a:lnTo>
                  <a:lnTo>
                    <a:pt x="80010" y="384810"/>
                  </a:lnTo>
                  <a:close/>
                </a:path>
                <a:path w="461010" h="458469">
                  <a:moveTo>
                    <a:pt x="83820" y="381000"/>
                  </a:moveTo>
                  <a:lnTo>
                    <a:pt x="73660" y="381000"/>
                  </a:lnTo>
                  <a:lnTo>
                    <a:pt x="71119" y="383540"/>
                  </a:lnTo>
                  <a:lnTo>
                    <a:pt x="81280" y="383540"/>
                  </a:lnTo>
                  <a:lnTo>
                    <a:pt x="83820" y="381000"/>
                  </a:lnTo>
                  <a:close/>
                </a:path>
                <a:path w="461010" h="458469">
                  <a:moveTo>
                    <a:pt x="86360" y="378460"/>
                  </a:moveTo>
                  <a:lnTo>
                    <a:pt x="76200" y="378460"/>
                  </a:lnTo>
                  <a:lnTo>
                    <a:pt x="74929" y="379730"/>
                  </a:lnTo>
                  <a:lnTo>
                    <a:pt x="85090" y="379730"/>
                  </a:lnTo>
                  <a:lnTo>
                    <a:pt x="86360" y="378460"/>
                  </a:lnTo>
                  <a:close/>
                </a:path>
                <a:path w="461010" h="458469">
                  <a:moveTo>
                    <a:pt x="90170" y="374650"/>
                  </a:moveTo>
                  <a:lnTo>
                    <a:pt x="80010" y="374650"/>
                  </a:lnTo>
                  <a:lnTo>
                    <a:pt x="77469" y="377190"/>
                  </a:lnTo>
                  <a:lnTo>
                    <a:pt x="87630" y="377190"/>
                  </a:lnTo>
                  <a:lnTo>
                    <a:pt x="90170" y="374650"/>
                  </a:lnTo>
                  <a:close/>
                </a:path>
                <a:path w="461010" h="458469">
                  <a:moveTo>
                    <a:pt x="92710" y="372110"/>
                  </a:moveTo>
                  <a:lnTo>
                    <a:pt x="82550" y="372110"/>
                  </a:lnTo>
                  <a:lnTo>
                    <a:pt x="81279" y="373380"/>
                  </a:lnTo>
                  <a:lnTo>
                    <a:pt x="91440" y="373380"/>
                  </a:lnTo>
                  <a:lnTo>
                    <a:pt x="92710" y="372110"/>
                  </a:lnTo>
                  <a:close/>
                </a:path>
                <a:path w="461010" h="458469">
                  <a:moveTo>
                    <a:pt x="96520" y="368300"/>
                  </a:moveTo>
                  <a:lnTo>
                    <a:pt x="86360" y="368300"/>
                  </a:lnTo>
                  <a:lnTo>
                    <a:pt x="83819" y="370840"/>
                  </a:lnTo>
                  <a:lnTo>
                    <a:pt x="93980" y="370840"/>
                  </a:lnTo>
                  <a:lnTo>
                    <a:pt x="96520" y="368300"/>
                  </a:lnTo>
                  <a:close/>
                </a:path>
                <a:path w="461010" h="458469">
                  <a:moveTo>
                    <a:pt x="99060" y="365760"/>
                  </a:moveTo>
                  <a:lnTo>
                    <a:pt x="88900" y="365760"/>
                  </a:lnTo>
                  <a:lnTo>
                    <a:pt x="87629" y="367030"/>
                  </a:lnTo>
                  <a:lnTo>
                    <a:pt x="97790" y="367030"/>
                  </a:lnTo>
                  <a:lnTo>
                    <a:pt x="99060" y="365760"/>
                  </a:lnTo>
                  <a:close/>
                </a:path>
                <a:path w="461010" h="458469">
                  <a:moveTo>
                    <a:pt x="102870" y="361950"/>
                  </a:moveTo>
                  <a:lnTo>
                    <a:pt x="92710" y="361950"/>
                  </a:lnTo>
                  <a:lnTo>
                    <a:pt x="90169" y="364490"/>
                  </a:lnTo>
                  <a:lnTo>
                    <a:pt x="100330" y="364490"/>
                  </a:lnTo>
                  <a:lnTo>
                    <a:pt x="102870" y="361950"/>
                  </a:lnTo>
                  <a:close/>
                </a:path>
                <a:path w="461010" h="458469">
                  <a:moveTo>
                    <a:pt x="105410" y="359410"/>
                  </a:moveTo>
                  <a:lnTo>
                    <a:pt x="95250" y="359410"/>
                  </a:lnTo>
                  <a:lnTo>
                    <a:pt x="93979" y="360680"/>
                  </a:lnTo>
                  <a:lnTo>
                    <a:pt x="104140" y="360680"/>
                  </a:lnTo>
                  <a:lnTo>
                    <a:pt x="105410" y="359410"/>
                  </a:lnTo>
                  <a:close/>
                </a:path>
                <a:path w="461010" h="458469">
                  <a:moveTo>
                    <a:pt x="109220" y="355600"/>
                  </a:moveTo>
                  <a:lnTo>
                    <a:pt x="99060" y="355600"/>
                  </a:lnTo>
                  <a:lnTo>
                    <a:pt x="96519" y="358140"/>
                  </a:lnTo>
                  <a:lnTo>
                    <a:pt x="106680" y="358140"/>
                  </a:lnTo>
                  <a:lnTo>
                    <a:pt x="109220" y="355600"/>
                  </a:lnTo>
                  <a:close/>
                </a:path>
                <a:path w="461010" h="458469">
                  <a:moveTo>
                    <a:pt x="111760" y="353060"/>
                  </a:moveTo>
                  <a:lnTo>
                    <a:pt x="101600" y="353060"/>
                  </a:lnTo>
                  <a:lnTo>
                    <a:pt x="100329" y="354330"/>
                  </a:lnTo>
                  <a:lnTo>
                    <a:pt x="110490" y="354330"/>
                  </a:lnTo>
                  <a:lnTo>
                    <a:pt x="111760" y="353060"/>
                  </a:lnTo>
                  <a:close/>
                </a:path>
                <a:path w="461010" h="458469">
                  <a:moveTo>
                    <a:pt x="115570" y="349250"/>
                  </a:moveTo>
                  <a:lnTo>
                    <a:pt x="105410" y="349250"/>
                  </a:lnTo>
                  <a:lnTo>
                    <a:pt x="102869" y="351790"/>
                  </a:lnTo>
                  <a:lnTo>
                    <a:pt x="113030" y="351790"/>
                  </a:lnTo>
                  <a:lnTo>
                    <a:pt x="115570" y="349250"/>
                  </a:lnTo>
                  <a:close/>
                </a:path>
                <a:path w="461010" h="458469">
                  <a:moveTo>
                    <a:pt x="118110" y="346710"/>
                  </a:moveTo>
                  <a:lnTo>
                    <a:pt x="107950" y="346710"/>
                  </a:lnTo>
                  <a:lnTo>
                    <a:pt x="106679" y="347980"/>
                  </a:lnTo>
                  <a:lnTo>
                    <a:pt x="116840" y="347980"/>
                  </a:lnTo>
                  <a:lnTo>
                    <a:pt x="118110" y="346710"/>
                  </a:lnTo>
                  <a:close/>
                </a:path>
                <a:path w="461010" h="458469">
                  <a:moveTo>
                    <a:pt x="121920" y="342900"/>
                  </a:moveTo>
                  <a:lnTo>
                    <a:pt x="111760" y="342900"/>
                  </a:lnTo>
                  <a:lnTo>
                    <a:pt x="109219" y="345440"/>
                  </a:lnTo>
                  <a:lnTo>
                    <a:pt x="119380" y="345440"/>
                  </a:lnTo>
                  <a:lnTo>
                    <a:pt x="121920" y="342900"/>
                  </a:lnTo>
                  <a:close/>
                </a:path>
                <a:path w="461010" h="458469">
                  <a:moveTo>
                    <a:pt x="124460" y="340360"/>
                  </a:moveTo>
                  <a:lnTo>
                    <a:pt x="114300" y="340360"/>
                  </a:lnTo>
                  <a:lnTo>
                    <a:pt x="113029" y="341630"/>
                  </a:lnTo>
                  <a:lnTo>
                    <a:pt x="123190" y="341630"/>
                  </a:lnTo>
                  <a:lnTo>
                    <a:pt x="124460" y="340360"/>
                  </a:lnTo>
                  <a:close/>
                </a:path>
                <a:path w="461010" h="458469">
                  <a:moveTo>
                    <a:pt x="128270" y="336550"/>
                  </a:moveTo>
                  <a:lnTo>
                    <a:pt x="118110" y="336550"/>
                  </a:lnTo>
                  <a:lnTo>
                    <a:pt x="115569" y="339090"/>
                  </a:lnTo>
                  <a:lnTo>
                    <a:pt x="125730" y="339090"/>
                  </a:lnTo>
                  <a:lnTo>
                    <a:pt x="128270" y="336550"/>
                  </a:lnTo>
                  <a:close/>
                </a:path>
                <a:path w="461010" h="458469">
                  <a:moveTo>
                    <a:pt x="130810" y="334010"/>
                  </a:moveTo>
                  <a:lnTo>
                    <a:pt x="120650" y="334010"/>
                  </a:lnTo>
                  <a:lnTo>
                    <a:pt x="119379" y="335280"/>
                  </a:lnTo>
                  <a:lnTo>
                    <a:pt x="129540" y="335280"/>
                  </a:lnTo>
                  <a:lnTo>
                    <a:pt x="130810" y="334010"/>
                  </a:lnTo>
                  <a:close/>
                </a:path>
                <a:path w="461010" h="458469">
                  <a:moveTo>
                    <a:pt x="143510" y="321310"/>
                  </a:moveTo>
                  <a:lnTo>
                    <a:pt x="133350" y="321310"/>
                  </a:lnTo>
                  <a:lnTo>
                    <a:pt x="121919" y="332740"/>
                  </a:lnTo>
                  <a:lnTo>
                    <a:pt x="132080" y="332740"/>
                  </a:lnTo>
                  <a:lnTo>
                    <a:pt x="143510" y="321310"/>
                  </a:lnTo>
                  <a:close/>
                </a:path>
                <a:path w="461010" h="458469">
                  <a:moveTo>
                    <a:pt x="156210" y="308610"/>
                  </a:moveTo>
                  <a:lnTo>
                    <a:pt x="146050" y="308610"/>
                  </a:lnTo>
                  <a:lnTo>
                    <a:pt x="134619" y="320040"/>
                  </a:lnTo>
                  <a:lnTo>
                    <a:pt x="144780" y="320040"/>
                  </a:lnTo>
                  <a:lnTo>
                    <a:pt x="156210" y="308610"/>
                  </a:lnTo>
                  <a:close/>
                </a:path>
                <a:path w="461010" h="458469">
                  <a:moveTo>
                    <a:pt x="160020" y="304800"/>
                  </a:moveTo>
                  <a:lnTo>
                    <a:pt x="149860" y="304800"/>
                  </a:lnTo>
                  <a:lnTo>
                    <a:pt x="147319" y="307340"/>
                  </a:lnTo>
                  <a:lnTo>
                    <a:pt x="157480" y="307340"/>
                  </a:lnTo>
                  <a:lnTo>
                    <a:pt x="160020" y="304800"/>
                  </a:lnTo>
                  <a:close/>
                </a:path>
                <a:path w="461010" h="458469">
                  <a:moveTo>
                    <a:pt x="162560" y="302260"/>
                  </a:moveTo>
                  <a:lnTo>
                    <a:pt x="152400" y="302260"/>
                  </a:lnTo>
                  <a:lnTo>
                    <a:pt x="151129" y="303530"/>
                  </a:lnTo>
                  <a:lnTo>
                    <a:pt x="161290" y="303530"/>
                  </a:lnTo>
                  <a:lnTo>
                    <a:pt x="162560" y="302260"/>
                  </a:lnTo>
                  <a:close/>
                </a:path>
                <a:path w="461010" h="458469">
                  <a:moveTo>
                    <a:pt x="166370" y="298450"/>
                  </a:moveTo>
                  <a:lnTo>
                    <a:pt x="156210" y="298450"/>
                  </a:lnTo>
                  <a:lnTo>
                    <a:pt x="153669" y="300990"/>
                  </a:lnTo>
                  <a:lnTo>
                    <a:pt x="163830" y="300990"/>
                  </a:lnTo>
                  <a:lnTo>
                    <a:pt x="166370" y="298450"/>
                  </a:lnTo>
                  <a:close/>
                </a:path>
                <a:path w="461010" h="458469">
                  <a:moveTo>
                    <a:pt x="179070" y="285750"/>
                  </a:moveTo>
                  <a:lnTo>
                    <a:pt x="168910" y="285750"/>
                  </a:lnTo>
                  <a:lnTo>
                    <a:pt x="157479" y="297180"/>
                  </a:lnTo>
                  <a:lnTo>
                    <a:pt x="167640" y="297180"/>
                  </a:lnTo>
                  <a:lnTo>
                    <a:pt x="179070" y="285750"/>
                  </a:lnTo>
                  <a:close/>
                </a:path>
                <a:path w="461010" h="458469">
                  <a:moveTo>
                    <a:pt x="187960" y="276860"/>
                  </a:moveTo>
                  <a:lnTo>
                    <a:pt x="177800" y="276860"/>
                  </a:lnTo>
                  <a:lnTo>
                    <a:pt x="170179" y="284480"/>
                  </a:lnTo>
                  <a:lnTo>
                    <a:pt x="180340" y="284480"/>
                  </a:lnTo>
                  <a:lnTo>
                    <a:pt x="187960" y="276860"/>
                  </a:lnTo>
                  <a:close/>
                </a:path>
                <a:path w="461010" h="458469">
                  <a:moveTo>
                    <a:pt x="204470" y="260350"/>
                  </a:moveTo>
                  <a:lnTo>
                    <a:pt x="194310" y="260350"/>
                  </a:lnTo>
                  <a:lnTo>
                    <a:pt x="179069" y="275590"/>
                  </a:lnTo>
                  <a:lnTo>
                    <a:pt x="189230" y="275590"/>
                  </a:lnTo>
                  <a:lnTo>
                    <a:pt x="204470" y="260350"/>
                  </a:lnTo>
                  <a:close/>
                </a:path>
                <a:path w="461010" h="458469">
                  <a:moveTo>
                    <a:pt x="209550" y="255270"/>
                  </a:moveTo>
                  <a:lnTo>
                    <a:pt x="199389" y="255270"/>
                  </a:lnTo>
                  <a:lnTo>
                    <a:pt x="195579" y="259080"/>
                  </a:lnTo>
                  <a:lnTo>
                    <a:pt x="205740" y="259080"/>
                  </a:lnTo>
                  <a:lnTo>
                    <a:pt x="209550" y="255270"/>
                  </a:lnTo>
                  <a:close/>
                </a:path>
              </a:pathLst>
            </a:custGeom>
            <a:solidFill>
              <a:srgbClr val="954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4">
              <a:extLst>
                <a:ext uri="{FF2B5EF4-FFF2-40B4-BE49-F238E27FC236}">
                  <a16:creationId xmlns:a16="http://schemas.microsoft.com/office/drawing/2014/main" id="{AEB9D065-8337-901B-0B45-F6A484E94625}"/>
                </a:ext>
              </a:extLst>
            </p:cNvPr>
            <p:cNvSpPr/>
            <p:nvPr/>
          </p:nvSpPr>
          <p:spPr>
            <a:xfrm>
              <a:off x="2678430" y="2604769"/>
              <a:ext cx="462280" cy="458470"/>
            </a:xfrm>
            <a:custGeom>
              <a:avLst/>
              <a:gdLst/>
              <a:ahLst/>
              <a:cxnLst/>
              <a:rect l="l" t="t" r="r" b="b"/>
              <a:pathLst>
                <a:path w="462280" h="458469">
                  <a:moveTo>
                    <a:pt x="297180" y="168910"/>
                  </a:moveTo>
                  <a:lnTo>
                    <a:pt x="287020" y="168910"/>
                  </a:lnTo>
                  <a:lnTo>
                    <a:pt x="280670" y="175260"/>
                  </a:lnTo>
                  <a:lnTo>
                    <a:pt x="290830" y="175260"/>
                  </a:lnTo>
                  <a:lnTo>
                    <a:pt x="297180" y="168910"/>
                  </a:lnTo>
                  <a:close/>
                </a:path>
                <a:path w="462280" h="458469">
                  <a:moveTo>
                    <a:pt x="299719" y="166370"/>
                  </a:moveTo>
                  <a:lnTo>
                    <a:pt x="289560" y="166370"/>
                  </a:lnTo>
                  <a:lnTo>
                    <a:pt x="288290" y="167639"/>
                  </a:lnTo>
                  <a:lnTo>
                    <a:pt x="298450" y="167639"/>
                  </a:lnTo>
                  <a:lnTo>
                    <a:pt x="299719" y="166370"/>
                  </a:lnTo>
                  <a:close/>
                </a:path>
                <a:path w="462280" h="458469">
                  <a:moveTo>
                    <a:pt x="303530" y="162560"/>
                  </a:moveTo>
                  <a:lnTo>
                    <a:pt x="293370" y="162560"/>
                  </a:lnTo>
                  <a:lnTo>
                    <a:pt x="290830" y="165100"/>
                  </a:lnTo>
                  <a:lnTo>
                    <a:pt x="300990" y="165100"/>
                  </a:lnTo>
                  <a:lnTo>
                    <a:pt x="303530" y="162560"/>
                  </a:lnTo>
                  <a:close/>
                </a:path>
                <a:path w="462280" h="458469">
                  <a:moveTo>
                    <a:pt x="306069" y="160020"/>
                  </a:moveTo>
                  <a:lnTo>
                    <a:pt x="295910" y="160020"/>
                  </a:lnTo>
                  <a:lnTo>
                    <a:pt x="294640" y="161289"/>
                  </a:lnTo>
                  <a:lnTo>
                    <a:pt x="304800" y="161289"/>
                  </a:lnTo>
                  <a:lnTo>
                    <a:pt x="306069" y="160020"/>
                  </a:lnTo>
                  <a:close/>
                </a:path>
                <a:path w="462280" h="458469">
                  <a:moveTo>
                    <a:pt x="309880" y="156210"/>
                  </a:moveTo>
                  <a:lnTo>
                    <a:pt x="299720" y="156210"/>
                  </a:lnTo>
                  <a:lnTo>
                    <a:pt x="297180" y="158750"/>
                  </a:lnTo>
                  <a:lnTo>
                    <a:pt x="307340" y="158750"/>
                  </a:lnTo>
                  <a:lnTo>
                    <a:pt x="309880" y="156210"/>
                  </a:lnTo>
                  <a:close/>
                </a:path>
                <a:path w="462280" h="458469">
                  <a:moveTo>
                    <a:pt x="312419" y="153670"/>
                  </a:moveTo>
                  <a:lnTo>
                    <a:pt x="302260" y="153670"/>
                  </a:lnTo>
                  <a:lnTo>
                    <a:pt x="300990" y="154939"/>
                  </a:lnTo>
                  <a:lnTo>
                    <a:pt x="311150" y="154939"/>
                  </a:lnTo>
                  <a:lnTo>
                    <a:pt x="312419" y="153670"/>
                  </a:lnTo>
                  <a:close/>
                </a:path>
                <a:path w="462280" h="458469">
                  <a:moveTo>
                    <a:pt x="325119" y="140970"/>
                  </a:moveTo>
                  <a:lnTo>
                    <a:pt x="314960" y="140970"/>
                  </a:lnTo>
                  <a:lnTo>
                    <a:pt x="303530" y="152400"/>
                  </a:lnTo>
                  <a:lnTo>
                    <a:pt x="313690" y="152400"/>
                  </a:lnTo>
                  <a:lnTo>
                    <a:pt x="325119" y="140970"/>
                  </a:lnTo>
                  <a:close/>
                </a:path>
                <a:path w="462280" h="458469">
                  <a:moveTo>
                    <a:pt x="337819" y="128270"/>
                  </a:moveTo>
                  <a:lnTo>
                    <a:pt x="327660" y="128270"/>
                  </a:lnTo>
                  <a:lnTo>
                    <a:pt x="316230" y="139700"/>
                  </a:lnTo>
                  <a:lnTo>
                    <a:pt x="326390" y="139700"/>
                  </a:lnTo>
                  <a:lnTo>
                    <a:pt x="337819" y="128270"/>
                  </a:lnTo>
                  <a:close/>
                </a:path>
                <a:path w="462280" h="458469">
                  <a:moveTo>
                    <a:pt x="341630" y="124460"/>
                  </a:moveTo>
                  <a:lnTo>
                    <a:pt x="331470" y="124460"/>
                  </a:lnTo>
                  <a:lnTo>
                    <a:pt x="328930" y="127000"/>
                  </a:lnTo>
                  <a:lnTo>
                    <a:pt x="339090" y="127000"/>
                  </a:lnTo>
                  <a:lnTo>
                    <a:pt x="341630" y="124460"/>
                  </a:lnTo>
                  <a:close/>
                </a:path>
                <a:path w="462280" h="458469">
                  <a:moveTo>
                    <a:pt x="344169" y="121920"/>
                  </a:moveTo>
                  <a:lnTo>
                    <a:pt x="334010" y="121920"/>
                  </a:lnTo>
                  <a:lnTo>
                    <a:pt x="332740" y="123189"/>
                  </a:lnTo>
                  <a:lnTo>
                    <a:pt x="342900" y="123189"/>
                  </a:lnTo>
                  <a:lnTo>
                    <a:pt x="344169" y="121920"/>
                  </a:lnTo>
                  <a:close/>
                </a:path>
                <a:path w="462280" h="458469">
                  <a:moveTo>
                    <a:pt x="347980" y="118110"/>
                  </a:moveTo>
                  <a:lnTo>
                    <a:pt x="337820" y="118110"/>
                  </a:lnTo>
                  <a:lnTo>
                    <a:pt x="335280" y="120650"/>
                  </a:lnTo>
                  <a:lnTo>
                    <a:pt x="345440" y="120650"/>
                  </a:lnTo>
                  <a:lnTo>
                    <a:pt x="347980" y="118110"/>
                  </a:lnTo>
                  <a:close/>
                </a:path>
                <a:path w="462280" h="458469">
                  <a:moveTo>
                    <a:pt x="350519" y="115570"/>
                  </a:moveTo>
                  <a:lnTo>
                    <a:pt x="340360" y="115570"/>
                  </a:lnTo>
                  <a:lnTo>
                    <a:pt x="339090" y="116839"/>
                  </a:lnTo>
                  <a:lnTo>
                    <a:pt x="349250" y="116839"/>
                  </a:lnTo>
                  <a:lnTo>
                    <a:pt x="350519" y="115570"/>
                  </a:lnTo>
                  <a:close/>
                </a:path>
                <a:path w="462280" h="458469">
                  <a:moveTo>
                    <a:pt x="354330" y="111760"/>
                  </a:moveTo>
                  <a:lnTo>
                    <a:pt x="344170" y="111760"/>
                  </a:lnTo>
                  <a:lnTo>
                    <a:pt x="341630" y="114300"/>
                  </a:lnTo>
                  <a:lnTo>
                    <a:pt x="351790" y="114300"/>
                  </a:lnTo>
                  <a:lnTo>
                    <a:pt x="354330" y="111760"/>
                  </a:lnTo>
                  <a:close/>
                </a:path>
                <a:path w="462280" h="458469">
                  <a:moveTo>
                    <a:pt x="356869" y="109220"/>
                  </a:moveTo>
                  <a:lnTo>
                    <a:pt x="346710" y="109220"/>
                  </a:lnTo>
                  <a:lnTo>
                    <a:pt x="345440" y="110489"/>
                  </a:lnTo>
                  <a:lnTo>
                    <a:pt x="355600" y="110489"/>
                  </a:lnTo>
                  <a:lnTo>
                    <a:pt x="356869" y="109220"/>
                  </a:lnTo>
                  <a:close/>
                </a:path>
                <a:path w="462280" h="458469">
                  <a:moveTo>
                    <a:pt x="360680" y="105410"/>
                  </a:moveTo>
                  <a:lnTo>
                    <a:pt x="350520" y="105410"/>
                  </a:lnTo>
                  <a:lnTo>
                    <a:pt x="347980" y="107950"/>
                  </a:lnTo>
                  <a:lnTo>
                    <a:pt x="358140" y="107950"/>
                  </a:lnTo>
                  <a:lnTo>
                    <a:pt x="360680" y="105410"/>
                  </a:lnTo>
                  <a:close/>
                </a:path>
                <a:path w="462280" h="458469">
                  <a:moveTo>
                    <a:pt x="363219" y="102870"/>
                  </a:moveTo>
                  <a:lnTo>
                    <a:pt x="353060" y="102870"/>
                  </a:lnTo>
                  <a:lnTo>
                    <a:pt x="351790" y="104139"/>
                  </a:lnTo>
                  <a:lnTo>
                    <a:pt x="361950" y="104139"/>
                  </a:lnTo>
                  <a:lnTo>
                    <a:pt x="363219" y="102870"/>
                  </a:lnTo>
                  <a:close/>
                </a:path>
                <a:path w="462280" h="458469">
                  <a:moveTo>
                    <a:pt x="367030" y="99060"/>
                  </a:moveTo>
                  <a:lnTo>
                    <a:pt x="356870" y="99060"/>
                  </a:lnTo>
                  <a:lnTo>
                    <a:pt x="354330" y="101600"/>
                  </a:lnTo>
                  <a:lnTo>
                    <a:pt x="364490" y="101600"/>
                  </a:lnTo>
                  <a:lnTo>
                    <a:pt x="367030" y="99060"/>
                  </a:lnTo>
                  <a:close/>
                </a:path>
                <a:path w="462280" h="458469">
                  <a:moveTo>
                    <a:pt x="369569" y="96520"/>
                  </a:moveTo>
                  <a:lnTo>
                    <a:pt x="359410" y="96520"/>
                  </a:lnTo>
                  <a:lnTo>
                    <a:pt x="358140" y="97789"/>
                  </a:lnTo>
                  <a:lnTo>
                    <a:pt x="368300" y="97789"/>
                  </a:lnTo>
                  <a:lnTo>
                    <a:pt x="369569" y="96520"/>
                  </a:lnTo>
                  <a:close/>
                </a:path>
                <a:path w="462280" h="458469">
                  <a:moveTo>
                    <a:pt x="373380" y="92710"/>
                  </a:moveTo>
                  <a:lnTo>
                    <a:pt x="363220" y="92710"/>
                  </a:lnTo>
                  <a:lnTo>
                    <a:pt x="360680" y="95250"/>
                  </a:lnTo>
                  <a:lnTo>
                    <a:pt x="370840" y="95250"/>
                  </a:lnTo>
                  <a:lnTo>
                    <a:pt x="373380" y="92710"/>
                  </a:lnTo>
                  <a:close/>
                </a:path>
                <a:path w="462280" h="458469">
                  <a:moveTo>
                    <a:pt x="375919" y="90170"/>
                  </a:moveTo>
                  <a:lnTo>
                    <a:pt x="365760" y="90170"/>
                  </a:lnTo>
                  <a:lnTo>
                    <a:pt x="364490" y="91439"/>
                  </a:lnTo>
                  <a:lnTo>
                    <a:pt x="374650" y="91439"/>
                  </a:lnTo>
                  <a:lnTo>
                    <a:pt x="375919" y="90170"/>
                  </a:lnTo>
                  <a:close/>
                </a:path>
                <a:path w="462280" h="458469">
                  <a:moveTo>
                    <a:pt x="379730" y="86360"/>
                  </a:moveTo>
                  <a:lnTo>
                    <a:pt x="369570" y="86360"/>
                  </a:lnTo>
                  <a:lnTo>
                    <a:pt x="367030" y="88900"/>
                  </a:lnTo>
                  <a:lnTo>
                    <a:pt x="377190" y="88900"/>
                  </a:lnTo>
                  <a:lnTo>
                    <a:pt x="379730" y="86360"/>
                  </a:lnTo>
                  <a:close/>
                </a:path>
                <a:path w="462280" h="458469">
                  <a:moveTo>
                    <a:pt x="382269" y="83820"/>
                  </a:moveTo>
                  <a:lnTo>
                    <a:pt x="372110" y="83820"/>
                  </a:lnTo>
                  <a:lnTo>
                    <a:pt x="370840" y="85089"/>
                  </a:lnTo>
                  <a:lnTo>
                    <a:pt x="381000" y="85089"/>
                  </a:lnTo>
                  <a:lnTo>
                    <a:pt x="382269" y="83820"/>
                  </a:lnTo>
                  <a:close/>
                </a:path>
                <a:path w="462280" h="458469">
                  <a:moveTo>
                    <a:pt x="386080" y="80010"/>
                  </a:moveTo>
                  <a:lnTo>
                    <a:pt x="375920" y="80010"/>
                  </a:lnTo>
                  <a:lnTo>
                    <a:pt x="373380" y="82550"/>
                  </a:lnTo>
                  <a:lnTo>
                    <a:pt x="383540" y="82550"/>
                  </a:lnTo>
                  <a:lnTo>
                    <a:pt x="386080" y="80010"/>
                  </a:lnTo>
                  <a:close/>
                </a:path>
                <a:path w="462280" h="458469">
                  <a:moveTo>
                    <a:pt x="388619" y="77470"/>
                  </a:moveTo>
                  <a:lnTo>
                    <a:pt x="378460" y="77470"/>
                  </a:lnTo>
                  <a:lnTo>
                    <a:pt x="377190" y="78739"/>
                  </a:lnTo>
                  <a:lnTo>
                    <a:pt x="387350" y="78739"/>
                  </a:lnTo>
                  <a:lnTo>
                    <a:pt x="388619" y="77470"/>
                  </a:lnTo>
                  <a:close/>
                </a:path>
                <a:path w="462280" h="458469">
                  <a:moveTo>
                    <a:pt x="392430" y="73660"/>
                  </a:moveTo>
                  <a:lnTo>
                    <a:pt x="382270" y="73660"/>
                  </a:lnTo>
                  <a:lnTo>
                    <a:pt x="379730" y="76200"/>
                  </a:lnTo>
                  <a:lnTo>
                    <a:pt x="389890" y="76200"/>
                  </a:lnTo>
                  <a:lnTo>
                    <a:pt x="392430" y="73660"/>
                  </a:lnTo>
                  <a:close/>
                </a:path>
                <a:path w="462280" h="458469">
                  <a:moveTo>
                    <a:pt x="394969" y="71120"/>
                  </a:moveTo>
                  <a:lnTo>
                    <a:pt x="384810" y="71120"/>
                  </a:lnTo>
                  <a:lnTo>
                    <a:pt x="383540" y="72389"/>
                  </a:lnTo>
                  <a:lnTo>
                    <a:pt x="393700" y="72389"/>
                  </a:lnTo>
                  <a:lnTo>
                    <a:pt x="394969" y="71120"/>
                  </a:lnTo>
                  <a:close/>
                </a:path>
                <a:path w="462280" h="458469">
                  <a:moveTo>
                    <a:pt x="398780" y="67310"/>
                  </a:moveTo>
                  <a:lnTo>
                    <a:pt x="388620" y="67310"/>
                  </a:lnTo>
                  <a:lnTo>
                    <a:pt x="386080" y="69850"/>
                  </a:lnTo>
                  <a:lnTo>
                    <a:pt x="396240" y="69850"/>
                  </a:lnTo>
                  <a:lnTo>
                    <a:pt x="398780" y="67310"/>
                  </a:lnTo>
                  <a:close/>
                </a:path>
                <a:path w="462280" h="458469">
                  <a:moveTo>
                    <a:pt x="401319" y="64770"/>
                  </a:moveTo>
                  <a:lnTo>
                    <a:pt x="391160" y="64770"/>
                  </a:lnTo>
                  <a:lnTo>
                    <a:pt x="389890" y="66039"/>
                  </a:lnTo>
                  <a:lnTo>
                    <a:pt x="400050" y="66039"/>
                  </a:lnTo>
                  <a:lnTo>
                    <a:pt x="401319" y="64770"/>
                  </a:lnTo>
                  <a:close/>
                </a:path>
                <a:path w="462280" h="458469">
                  <a:moveTo>
                    <a:pt x="405130" y="60960"/>
                  </a:moveTo>
                  <a:lnTo>
                    <a:pt x="394970" y="60960"/>
                  </a:lnTo>
                  <a:lnTo>
                    <a:pt x="392430" y="63500"/>
                  </a:lnTo>
                  <a:lnTo>
                    <a:pt x="402590" y="63500"/>
                  </a:lnTo>
                  <a:lnTo>
                    <a:pt x="405130" y="60960"/>
                  </a:lnTo>
                  <a:close/>
                </a:path>
                <a:path w="462280" h="458469">
                  <a:moveTo>
                    <a:pt x="407669" y="58420"/>
                  </a:moveTo>
                  <a:lnTo>
                    <a:pt x="397510" y="58420"/>
                  </a:lnTo>
                  <a:lnTo>
                    <a:pt x="396240" y="59689"/>
                  </a:lnTo>
                  <a:lnTo>
                    <a:pt x="406400" y="59689"/>
                  </a:lnTo>
                  <a:lnTo>
                    <a:pt x="407669" y="58420"/>
                  </a:lnTo>
                  <a:close/>
                </a:path>
                <a:path w="462280" h="458469">
                  <a:moveTo>
                    <a:pt x="411480" y="54610"/>
                  </a:moveTo>
                  <a:lnTo>
                    <a:pt x="401320" y="54610"/>
                  </a:lnTo>
                  <a:lnTo>
                    <a:pt x="398780" y="57150"/>
                  </a:lnTo>
                  <a:lnTo>
                    <a:pt x="408940" y="57150"/>
                  </a:lnTo>
                  <a:lnTo>
                    <a:pt x="411480" y="54610"/>
                  </a:lnTo>
                  <a:close/>
                </a:path>
                <a:path w="462280" h="458469">
                  <a:moveTo>
                    <a:pt x="414019" y="52070"/>
                  </a:moveTo>
                  <a:lnTo>
                    <a:pt x="403860" y="52070"/>
                  </a:lnTo>
                  <a:lnTo>
                    <a:pt x="402590" y="53339"/>
                  </a:lnTo>
                  <a:lnTo>
                    <a:pt x="412750" y="53339"/>
                  </a:lnTo>
                  <a:lnTo>
                    <a:pt x="414019" y="52070"/>
                  </a:lnTo>
                  <a:close/>
                </a:path>
                <a:path w="462280" h="458469">
                  <a:moveTo>
                    <a:pt x="417830" y="48260"/>
                  </a:moveTo>
                  <a:lnTo>
                    <a:pt x="407670" y="48260"/>
                  </a:lnTo>
                  <a:lnTo>
                    <a:pt x="405130" y="50800"/>
                  </a:lnTo>
                  <a:lnTo>
                    <a:pt x="415290" y="50800"/>
                  </a:lnTo>
                  <a:lnTo>
                    <a:pt x="417830" y="48260"/>
                  </a:lnTo>
                  <a:close/>
                </a:path>
                <a:path w="462280" h="458469">
                  <a:moveTo>
                    <a:pt x="420369" y="45720"/>
                  </a:moveTo>
                  <a:lnTo>
                    <a:pt x="410210" y="45720"/>
                  </a:lnTo>
                  <a:lnTo>
                    <a:pt x="408940" y="46989"/>
                  </a:lnTo>
                  <a:lnTo>
                    <a:pt x="419100" y="46989"/>
                  </a:lnTo>
                  <a:lnTo>
                    <a:pt x="420369" y="45720"/>
                  </a:lnTo>
                  <a:close/>
                </a:path>
                <a:path w="462280" h="458469">
                  <a:moveTo>
                    <a:pt x="424180" y="41910"/>
                  </a:moveTo>
                  <a:lnTo>
                    <a:pt x="414020" y="41910"/>
                  </a:lnTo>
                  <a:lnTo>
                    <a:pt x="411480" y="44450"/>
                  </a:lnTo>
                  <a:lnTo>
                    <a:pt x="421640" y="44450"/>
                  </a:lnTo>
                  <a:lnTo>
                    <a:pt x="424180" y="41910"/>
                  </a:lnTo>
                  <a:close/>
                </a:path>
                <a:path w="462280" h="458469">
                  <a:moveTo>
                    <a:pt x="426719" y="39370"/>
                  </a:moveTo>
                  <a:lnTo>
                    <a:pt x="416560" y="39370"/>
                  </a:lnTo>
                  <a:lnTo>
                    <a:pt x="415290" y="40639"/>
                  </a:lnTo>
                  <a:lnTo>
                    <a:pt x="425450" y="40639"/>
                  </a:lnTo>
                  <a:lnTo>
                    <a:pt x="426719" y="39370"/>
                  </a:lnTo>
                  <a:close/>
                </a:path>
                <a:path w="462280" h="458469">
                  <a:moveTo>
                    <a:pt x="430530" y="35560"/>
                  </a:moveTo>
                  <a:lnTo>
                    <a:pt x="420370" y="35560"/>
                  </a:lnTo>
                  <a:lnTo>
                    <a:pt x="417830" y="38100"/>
                  </a:lnTo>
                  <a:lnTo>
                    <a:pt x="427990" y="38100"/>
                  </a:lnTo>
                  <a:lnTo>
                    <a:pt x="430530" y="35560"/>
                  </a:lnTo>
                  <a:close/>
                </a:path>
                <a:path w="462280" h="458469">
                  <a:moveTo>
                    <a:pt x="433069" y="33020"/>
                  </a:moveTo>
                  <a:lnTo>
                    <a:pt x="422910" y="33020"/>
                  </a:lnTo>
                  <a:lnTo>
                    <a:pt x="421640" y="34289"/>
                  </a:lnTo>
                  <a:lnTo>
                    <a:pt x="431800" y="34289"/>
                  </a:lnTo>
                  <a:lnTo>
                    <a:pt x="433069" y="33020"/>
                  </a:lnTo>
                  <a:close/>
                </a:path>
                <a:path w="462280" h="458469">
                  <a:moveTo>
                    <a:pt x="436880" y="29210"/>
                  </a:moveTo>
                  <a:lnTo>
                    <a:pt x="426720" y="29210"/>
                  </a:lnTo>
                  <a:lnTo>
                    <a:pt x="424180" y="31750"/>
                  </a:lnTo>
                  <a:lnTo>
                    <a:pt x="434340" y="31750"/>
                  </a:lnTo>
                  <a:lnTo>
                    <a:pt x="436880" y="29210"/>
                  </a:lnTo>
                  <a:close/>
                </a:path>
                <a:path w="462280" h="458469">
                  <a:moveTo>
                    <a:pt x="439419" y="26670"/>
                  </a:moveTo>
                  <a:lnTo>
                    <a:pt x="429260" y="26670"/>
                  </a:lnTo>
                  <a:lnTo>
                    <a:pt x="427990" y="27939"/>
                  </a:lnTo>
                  <a:lnTo>
                    <a:pt x="438150" y="27939"/>
                  </a:lnTo>
                  <a:lnTo>
                    <a:pt x="439419" y="26670"/>
                  </a:lnTo>
                  <a:close/>
                </a:path>
                <a:path w="462280" h="458469">
                  <a:moveTo>
                    <a:pt x="443230" y="22860"/>
                  </a:moveTo>
                  <a:lnTo>
                    <a:pt x="433070" y="22860"/>
                  </a:lnTo>
                  <a:lnTo>
                    <a:pt x="430530" y="25400"/>
                  </a:lnTo>
                  <a:lnTo>
                    <a:pt x="440690" y="25400"/>
                  </a:lnTo>
                  <a:lnTo>
                    <a:pt x="443230" y="22860"/>
                  </a:lnTo>
                  <a:close/>
                </a:path>
                <a:path w="462280" h="458469">
                  <a:moveTo>
                    <a:pt x="445769" y="20320"/>
                  </a:moveTo>
                  <a:lnTo>
                    <a:pt x="435610" y="20320"/>
                  </a:lnTo>
                  <a:lnTo>
                    <a:pt x="434340" y="21589"/>
                  </a:lnTo>
                  <a:lnTo>
                    <a:pt x="444500" y="21589"/>
                  </a:lnTo>
                  <a:lnTo>
                    <a:pt x="445769" y="20320"/>
                  </a:lnTo>
                  <a:close/>
                </a:path>
                <a:path w="462280" h="458469">
                  <a:moveTo>
                    <a:pt x="449580" y="16510"/>
                  </a:moveTo>
                  <a:lnTo>
                    <a:pt x="439420" y="16510"/>
                  </a:lnTo>
                  <a:lnTo>
                    <a:pt x="436880" y="19050"/>
                  </a:lnTo>
                  <a:lnTo>
                    <a:pt x="447040" y="19050"/>
                  </a:lnTo>
                  <a:lnTo>
                    <a:pt x="449580" y="16510"/>
                  </a:lnTo>
                  <a:close/>
                </a:path>
                <a:path w="462280" h="458469">
                  <a:moveTo>
                    <a:pt x="452119" y="13970"/>
                  </a:moveTo>
                  <a:lnTo>
                    <a:pt x="441960" y="13970"/>
                  </a:lnTo>
                  <a:lnTo>
                    <a:pt x="440690" y="15239"/>
                  </a:lnTo>
                  <a:lnTo>
                    <a:pt x="450850" y="15239"/>
                  </a:lnTo>
                  <a:lnTo>
                    <a:pt x="452119" y="13970"/>
                  </a:lnTo>
                  <a:close/>
                </a:path>
                <a:path w="462280" h="458469">
                  <a:moveTo>
                    <a:pt x="455930" y="10160"/>
                  </a:moveTo>
                  <a:lnTo>
                    <a:pt x="445770" y="10160"/>
                  </a:lnTo>
                  <a:lnTo>
                    <a:pt x="443230" y="12700"/>
                  </a:lnTo>
                  <a:lnTo>
                    <a:pt x="453390" y="12700"/>
                  </a:lnTo>
                  <a:lnTo>
                    <a:pt x="455930" y="10160"/>
                  </a:lnTo>
                  <a:close/>
                </a:path>
                <a:path w="462280" h="458469">
                  <a:moveTo>
                    <a:pt x="458469" y="7620"/>
                  </a:moveTo>
                  <a:lnTo>
                    <a:pt x="448310" y="7620"/>
                  </a:lnTo>
                  <a:lnTo>
                    <a:pt x="447040" y="8889"/>
                  </a:lnTo>
                  <a:lnTo>
                    <a:pt x="457200" y="8889"/>
                  </a:lnTo>
                  <a:lnTo>
                    <a:pt x="458469" y="7620"/>
                  </a:lnTo>
                  <a:close/>
                </a:path>
                <a:path w="462280" h="458469">
                  <a:moveTo>
                    <a:pt x="462280" y="3810"/>
                  </a:moveTo>
                  <a:lnTo>
                    <a:pt x="452120" y="3810"/>
                  </a:lnTo>
                  <a:lnTo>
                    <a:pt x="449580" y="6350"/>
                  </a:lnTo>
                  <a:lnTo>
                    <a:pt x="459740" y="6350"/>
                  </a:lnTo>
                  <a:lnTo>
                    <a:pt x="462280" y="3810"/>
                  </a:lnTo>
                  <a:close/>
                </a:path>
                <a:path w="462280" h="458469">
                  <a:moveTo>
                    <a:pt x="462280" y="0"/>
                  </a:moveTo>
                  <a:lnTo>
                    <a:pt x="457200" y="0"/>
                  </a:lnTo>
                  <a:lnTo>
                    <a:pt x="457200" y="1270"/>
                  </a:lnTo>
                  <a:lnTo>
                    <a:pt x="454660" y="1270"/>
                  </a:lnTo>
                  <a:lnTo>
                    <a:pt x="453390" y="2539"/>
                  </a:lnTo>
                  <a:lnTo>
                    <a:pt x="462280" y="2539"/>
                  </a:lnTo>
                  <a:lnTo>
                    <a:pt x="462280" y="0"/>
                  </a:lnTo>
                  <a:close/>
                </a:path>
                <a:path w="462280" h="458469">
                  <a:moveTo>
                    <a:pt x="290829" y="175260"/>
                  </a:moveTo>
                  <a:lnTo>
                    <a:pt x="280669" y="175260"/>
                  </a:lnTo>
                  <a:lnTo>
                    <a:pt x="255270" y="200660"/>
                  </a:lnTo>
                  <a:lnTo>
                    <a:pt x="265430" y="200660"/>
                  </a:lnTo>
                  <a:lnTo>
                    <a:pt x="290829" y="175260"/>
                  </a:lnTo>
                  <a:close/>
                </a:path>
                <a:path w="462280" h="458469">
                  <a:moveTo>
                    <a:pt x="265429" y="200660"/>
                  </a:moveTo>
                  <a:lnTo>
                    <a:pt x="255269" y="200660"/>
                  </a:lnTo>
                  <a:lnTo>
                    <a:pt x="204470" y="251460"/>
                  </a:lnTo>
                  <a:lnTo>
                    <a:pt x="214630" y="251460"/>
                  </a:lnTo>
                  <a:lnTo>
                    <a:pt x="265429" y="200660"/>
                  </a:lnTo>
                  <a:close/>
                </a:path>
                <a:path w="462280" h="458469">
                  <a:moveTo>
                    <a:pt x="11430" y="454660"/>
                  </a:moveTo>
                  <a:lnTo>
                    <a:pt x="1270" y="454660"/>
                  </a:lnTo>
                  <a:lnTo>
                    <a:pt x="0" y="455930"/>
                  </a:lnTo>
                  <a:lnTo>
                    <a:pt x="6350" y="455930"/>
                  </a:lnTo>
                  <a:lnTo>
                    <a:pt x="6350" y="458470"/>
                  </a:lnTo>
                  <a:lnTo>
                    <a:pt x="7619" y="458470"/>
                  </a:lnTo>
                  <a:lnTo>
                    <a:pt x="11430" y="454660"/>
                  </a:lnTo>
                  <a:close/>
                </a:path>
                <a:path w="462280" h="458469">
                  <a:moveTo>
                    <a:pt x="13969" y="452120"/>
                  </a:moveTo>
                  <a:lnTo>
                    <a:pt x="3810" y="452120"/>
                  </a:lnTo>
                  <a:lnTo>
                    <a:pt x="2539" y="453390"/>
                  </a:lnTo>
                  <a:lnTo>
                    <a:pt x="12699" y="453390"/>
                  </a:lnTo>
                  <a:lnTo>
                    <a:pt x="13969" y="452120"/>
                  </a:lnTo>
                  <a:close/>
                </a:path>
                <a:path w="462280" h="458469">
                  <a:moveTo>
                    <a:pt x="17780" y="448310"/>
                  </a:moveTo>
                  <a:lnTo>
                    <a:pt x="7620" y="448310"/>
                  </a:lnTo>
                  <a:lnTo>
                    <a:pt x="5079" y="450850"/>
                  </a:lnTo>
                  <a:lnTo>
                    <a:pt x="15239" y="450850"/>
                  </a:lnTo>
                  <a:lnTo>
                    <a:pt x="17780" y="448310"/>
                  </a:lnTo>
                  <a:close/>
                </a:path>
                <a:path w="462280" h="458469">
                  <a:moveTo>
                    <a:pt x="20319" y="445770"/>
                  </a:moveTo>
                  <a:lnTo>
                    <a:pt x="10160" y="445770"/>
                  </a:lnTo>
                  <a:lnTo>
                    <a:pt x="8889" y="447040"/>
                  </a:lnTo>
                  <a:lnTo>
                    <a:pt x="19049" y="447040"/>
                  </a:lnTo>
                  <a:lnTo>
                    <a:pt x="20319" y="445770"/>
                  </a:lnTo>
                  <a:close/>
                </a:path>
                <a:path w="462280" h="458469">
                  <a:moveTo>
                    <a:pt x="24130" y="441960"/>
                  </a:moveTo>
                  <a:lnTo>
                    <a:pt x="13970" y="441960"/>
                  </a:lnTo>
                  <a:lnTo>
                    <a:pt x="11429" y="444500"/>
                  </a:lnTo>
                  <a:lnTo>
                    <a:pt x="21589" y="444500"/>
                  </a:lnTo>
                  <a:lnTo>
                    <a:pt x="24130" y="441960"/>
                  </a:lnTo>
                  <a:close/>
                </a:path>
                <a:path w="462280" h="458469">
                  <a:moveTo>
                    <a:pt x="26669" y="439420"/>
                  </a:moveTo>
                  <a:lnTo>
                    <a:pt x="16510" y="439420"/>
                  </a:lnTo>
                  <a:lnTo>
                    <a:pt x="15239" y="440690"/>
                  </a:lnTo>
                  <a:lnTo>
                    <a:pt x="25399" y="440690"/>
                  </a:lnTo>
                  <a:lnTo>
                    <a:pt x="26669" y="439420"/>
                  </a:lnTo>
                  <a:close/>
                </a:path>
                <a:path w="462280" h="458469">
                  <a:moveTo>
                    <a:pt x="30480" y="435610"/>
                  </a:moveTo>
                  <a:lnTo>
                    <a:pt x="20320" y="435610"/>
                  </a:lnTo>
                  <a:lnTo>
                    <a:pt x="17779" y="438150"/>
                  </a:lnTo>
                  <a:lnTo>
                    <a:pt x="27939" y="438150"/>
                  </a:lnTo>
                  <a:lnTo>
                    <a:pt x="30480" y="435610"/>
                  </a:lnTo>
                  <a:close/>
                </a:path>
                <a:path w="462280" h="458469">
                  <a:moveTo>
                    <a:pt x="33019" y="433070"/>
                  </a:moveTo>
                  <a:lnTo>
                    <a:pt x="22860" y="433070"/>
                  </a:lnTo>
                  <a:lnTo>
                    <a:pt x="21589" y="434340"/>
                  </a:lnTo>
                  <a:lnTo>
                    <a:pt x="31749" y="434340"/>
                  </a:lnTo>
                  <a:lnTo>
                    <a:pt x="33019" y="433070"/>
                  </a:lnTo>
                  <a:close/>
                </a:path>
                <a:path w="462280" h="458469">
                  <a:moveTo>
                    <a:pt x="36830" y="429260"/>
                  </a:moveTo>
                  <a:lnTo>
                    <a:pt x="26670" y="429260"/>
                  </a:lnTo>
                  <a:lnTo>
                    <a:pt x="24129" y="431800"/>
                  </a:lnTo>
                  <a:lnTo>
                    <a:pt x="34289" y="431800"/>
                  </a:lnTo>
                  <a:lnTo>
                    <a:pt x="36830" y="429260"/>
                  </a:lnTo>
                  <a:close/>
                </a:path>
                <a:path w="462280" h="458469">
                  <a:moveTo>
                    <a:pt x="39369" y="426720"/>
                  </a:moveTo>
                  <a:lnTo>
                    <a:pt x="29210" y="426720"/>
                  </a:lnTo>
                  <a:lnTo>
                    <a:pt x="27939" y="427990"/>
                  </a:lnTo>
                  <a:lnTo>
                    <a:pt x="38099" y="427990"/>
                  </a:lnTo>
                  <a:lnTo>
                    <a:pt x="39369" y="426720"/>
                  </a:lnTo>
                  <a:close/>
                </a:path>
                <a:path w="462280" h="458469">
                  <a:moveTo>
                    <a:pt x="43180" y="422910"/>
                  </a:moveTo>
                  <a:lnTo>
                    <a:pt x="33020" y="422910"/>
                  </a:lnTo>
                  <a:lnTo>
                    <a:pt x="30479" y="425450"/>
                  </a:lnTo>
                  <a:lnTo>
                    <a:pt x="40639" y="425450"/>
                  </a:lnTo>
                  <a:lnTo>
                    <a:pt x="43180" y="422910"/>
                  </a:lnTo>
                  <a:close/>
                </a:path>
                <a:path w="462280" h="458469">
                  <a:moveTo>
                    <a:pt x="45719" y="420370"/>
                  </a:moveTo>
                  <a:lnTo>
                    <a:pt x="35560" y="420370"/>
                  </a:lnTo>
                  <a:lnTo>
                    <a:pt x="34289" y="421640"/>
                  </a:lnTo>
                  <a:lnTo>
                    <a:pt x="44449" y="421640"/>
                  </a:lnTo>
                  <a:lnTo>
                    <a:pt x="45719" y="420370"/>
                  </a:lnTo>
                  <a:close/>
                </a:path>
                <a:path w="462280" h="458469">
                  <a:moveTo>
                    <a:pt x="49530" y="416560"/>
                  </a:moveTo>
                  <a:lnTo>
                    <a:pt x="39370" y="416560"/>
                  </a:lnTo>
                  <a:lnTo>
                    <a:pt x="36829" y="419100"/>
                  </a:lnTo>
                  <a:lnTo>
                    <a:pt x="46989" y="419100"/>
                  </a:lnTo>
                  <a:lnTo>
                    <a:pt x="49530" y="416560"/>
                  </a:lnTo>
                  <a:close/>
                </a:path>
                <a:path w="462280" h="458469">
                  <a:moveTo>
                    <a:pt x="52069" y="414020"/>
                  </a:moveTo>
                  <a:lnTo>
                    <a:pt x="41910" y="414020"/>
                  </a:lnTo>
                  <a:lnTo>
                    <a:pt x="40639" y="415290"/>
                  </a:lnTo>
                  <a:lnTo>
                    <a:pt x="50799" y="415290"/>
                  </a:lnTo>
                  <a:lnTo>
                    <a:pt x="52069" y="414020"/>
                  </a:lnTo>
                  <a:close/>
                </a:path>
                <a:path w="462280" h="458469">
                  <a:moveTo>
                    <a:pt x="55880" y="410210"/>
                  </a:moveTo>
                  <a:lnTo>
                    <a:pt x="45720" y="410210"/>
                  </a:lnTo>
                  <a:lnTo>
                    <a:pt x="43179" y="412750"/>
                  </a:lnTo>
                  <a:lnTo>
                    <a:pt x="53339" y="412750"/>
                  </a:lnTo>
                  <a:lnTo>
                    <a:pt x="55880" y="410210"/>
                  </a:lnTo>
                  <a:close/>
                </a:path>
                <a:path w="462280" h="458469">
                  <a:moveTo>
                    <a:pt x="58419" y="407670"/>
                  </a:moveTo>
                  <a:lnTo>
                    <a:pt x="48260" y="407670"/>
                  </a:lnTo>
                  <a:lnTo>
                    <a:pt x="46989" y="408940"/>
                  </a:lnTo>
                  <a:lnTo>
                    <a:pt x="57149" y="408940"/>
                  </a:lnTo>
                  <a:lnTo>
                    <a:pt x="58419" y="407670"/>
                  </a:lnTo>
                  <a:close/>
                </a:path>
                <a:path w="462280" h="458469">
                  <a:moveTo>
                    <a:pt x="62230" y="403860"/>
                  </a:moveTo>
                  <a:lnTo>
                    <a:pt x="52070" y="403860"/>
                  </a:lnTo>
                  <a:lnTo>
                    <a:pt x="49529" y="406400"/>
                  </a:lnTo>
                  <a:lnTo>
                    <a:pt x="59689" y="406400"/>
                  </a:lnTo>
                  <a:lnTo>
                    <a:pt x="62230" y="403860"/>
                  </a:lnTo>
                  <a:close/>
                </a:path>
                <a:path w="462280" h="458469">
                  <a:moveTo>
                    <a:pt x="64769" y="401320"/>
                  </a:moveTo>
                  <a:lnTo>
                    <a:pt x="54610" y="401320"/>
                  </a:lnTo>
                  <a:lnTo>
                    <a:pt x="53339" y="402590"/>
                  </a:lnTo>
                  <a:lnTo>
                    <a:pt x="63499" y="402590"/>
                  </a:lnTo>
                  <a:lnTo>
                    <a:pt x="64769" y="401320"/>
                  </a:lnTo>
                  <a:close/>
                </a:path>
                <a:path w="462280" h="458469">
                  <a:moveTo>
                    <a:pt x="68580" y="397510"/>
                  </a:moveTo>
                  <a:lnTo>
                    <a:pt x="58420" y="397510"/>
                  </a:lnTo>
                  <a:lnTo>
                    <a:pt x="55879" y="400050"/>
                  </a:lnTo>
                  <a:lnTo>
                    <a:pt x="66039" y="400050"/>
                  </a:lnTo>
                  <a:lnTo>
                    <a:pt x="68580" y="397510"/>
                  </a:lnTo>
                  <a:close/>
                </a:path>
                <a:path w="462280" h="458469">
                  <a:moveTo>
                    <a:pt x="71119" y="394970"/>
                  </a:moveTo>
                  <a:lnTo>
                    <a:pt x="60960" y="394970"/>
                  </a:lnTo>
                  <a:lnTo>
                    <a:pt x="59689" y="396240"/>
                  </a:lnTo>
                  <a:lnTo>
                    <a:pt x="69849" y="396240"/>
                  </a:lnTo>
                  <a:lnTo>
                    <a:pt x="71119" y="394970"/>
                  </a:lnTo>
                  <a:close/>
                </a:path>
                <a:path w="462280" h="458469">
                  <a:moveTo>
                    <a:pt x="74930" y="391160"/>
                  </a:moveTo>
                  <a:lnTo>
                    <a:pt x="64770" y="391160"/>
                  </a:lnTo>
                  <a:lnTo>
                    <a:pt x="62229" y="393700"/>
                  </a:lnTo>
                  <a:lnTo>
                    <a:pt x="72389" y="393700"/>
                  </a:lnTo>
                  <a:lnTo>
                    <a:pt x="74930" y="391160"/>
                  </a:lnTo>
                  <a:close/>
                </a:path>
                <a:path w="462280" h="458469">
                  <a:moveTo>
                    <a:pt x="77469" y="388620"/>
                  </a:moveTo>
                  <a:lnTo>
                    <a:pt x="67310" y="388620"/>
                  </a:lnTo>
                  <a:lnTo>
                    <a:pt x="66039" y="389890"/>
                  </a:lnTo>
                  <a:lnTo>
                    <a:pt x="76199" y="389890"/>
                  </a:lnTo>
                  <a:lnTo>
                    <a:pt x="77469" y="388620"/>
                  </a:lnTo>
                  <a:close/>
                </a:path>
                <a:path w="462280" h="458469">
                  <a:moveTo>
                    <a:pt x="81280" y="384810"/>
                  </a:moveTo>
                  <a:lnTo>
                    <a:pt x="71120" y="384810"/>
                  </a:lnTo>
                  <a:lnTo>
                    <a:pt x="68579" y="387350"/>
                  </a:lnTo>
                  <a:lnTo>
                    <a:pt x="78739" y="387350"/>
                  </a:lnTo>
                  <a:lnTo>
                    <a:pt x="81280" y="384810"/>
                  </a:lnTo>
                  <a:close/>
                </a:path>
                <a:path w="462280" h="458469">
                  <a:moveTo>
                    <a:pt x="83819" y="382270"/>
                  </a:moveTo>
                  <a:lnTo>
                    <a:pt x="73660" y="382270"/>
                  </a:lnTo>
                  <a:lnTo>
                    <a:pt x="72389" y="383540"/>
                  </a:lnTo>
                  <a:lnTo>
                    <a:pt x="82549" y="383540"/>
                  </a:lnTo>
                  <a:lnTo>
                    <a:pt x="83819" y="382270"/>
                  </a:lnTo>
                  <a:close/>
                </a:path>
                <a:path w="462280" h="458469">
                  <a:moveTo>
                    <a:pt x="87630" y="378460"/>
                  </a:moveTo>
                  <a:lnTo>
                    <a:pt x="77470" y="378460"/>
                  </a:lnTo>
                  <a:lnTo>
                    <a:pt x="74929" y="381000"/>
                  </a:lnTo>
                  <a:lnTo>
                    <a:pt x="85089" y="381000"/>
                  </a:lnTo>
                  <a:lnTo>
                    <a:pt x="87630" y="378460"/>
                  </a:lnTo>
                  <a:close/>
                </a:path>
                <a:path w="462280" h="458469">
                  <a:moveTo>
                    <a:pt x="90169" y="375920"/>
                  </a:moveTo>
                  <a:lnTo>
                    <a:pt x="80010" y="375920"/>
                  </a:lnTo>
                  <a:lnTo>
                    <a:pt x="78739" y="377190"/>
                  </a:lnTo>
                  <a:lnTo>
                    <a:pt x="88899" y="377190"/>
                  </a:lnTo>
                  <a:lnTo>
                    <a:pt x="90169" y="375920"/>
                  </a:lnTo>
                  <a:close/>
                </a:path>
                <a:path w="462280" h="458469">
                  <a:moveTo>
                    <a:pt x="93980" y="372110"/>
                  </a:moveTo>
                  <a:lnTo>
                    <a:pt x="83820" y="372110"/>
                  </a:lnTo>
                  <a:lnTo>
                    <a:pt x="81279" y="374650"/>
                  </a:lnTo>
                  <a:lnTo>
                    <a:pt x="91439" y="374650"/>
                  </a:lnTo>
                  <a:lnTo>
                    <a:pt x="93980" y="372110"/>
                  </a:lnTo>
                  <a:close/>
                </a:path>
                <a:path w="462280" h="458469">
                  <a:moveTo>
                    <a:pt x="96519" y="369570"/>
                  </a:moveTo>
                  <a:lnTo>
                    <a:pt x="86360" y="369570"/>
                  </a:lnTo>
                  <a:lnTo>
                    <a:pt x="85089" y="370840"/>
                  </a:lnTo>
                  <a:lnTo>
                    <a:pt x="95249" y="370840"/>
                  </a:lnTo>
                  <a:lnTo>
                    <a:pt x="96519" y="369570"/>
                  </a:lnTo>
                  <a:close/>
                </a:path>
                <a:path w="462280" h="458469">
                  <a:moveTo>
                    <a:pt x="100330" y="365760"/>
                  </a:moveTo>
                  <a:lnTo>
                    <a:pt x="90170" y="365760"/>
                  </a:lnTo>
                  <a:lnTo>
                    <a:pt x="87629" y="368300"/>
                  </a:lnTo>
                  <a:lnTo>
                    <a:pt x="97789" y="368300"/>
                  </a:lnTo>
                  <a:lnTo>
                    <a:pt x="100330" y="365760"/>
                  </a:lnTo>
                  <a:close/>
                </a:path>
                <a:path w="462280" h="458469">
                  <a:moveTo>
                    <a:pt x="102869" y="363220"/>
                  </a:moveTo>
                  <a:lnTo>
                    <a:pt x="92710" y="363220"/>
                  </a:lnTo>
                  <a:lnTo>
                    <a:pt x="91439" y="364490"/>
                  </a:lnTo>
                  <a:lnTo>
                    <a:pt x="101599" y="364490"/>
                  </a:lnTo>
                  <a:lnTo>
                    <a:pt x="102869" y="363220"/>
                  </a:lnTo>
                  <a:close/>
                </a:path>
                <a:path w="462280" h="458469">
                  <a:moveTo>
                    <a:pt x="106680" y="359410"/>
                  </a:moveTo>
                  <a:lnTo>
                    <a:pt x="96520" y="359410"/>
                  </a:lnTo>
                  <a:lnTo>
                    <a:pt x="93979" y="361950"/>
                  </a:lnTo>
                  <a:lnTo>
                    <a:pt x="104139" y="361950"/>
                  </a:lnTo>
                  <a:lnTo>
                    <a:pt x="106680" y="359410"/>
                  </a:lnTo>
                  <a:close/>
                </a:path>
                <a:path w="462280" h="458469">
                  <a:moveTo>
                    <a:pt x="109219" y="356870"/>
                  </a:moveTo>
                  <a:lnTo>
                    <a:pt x="99060" y="356870"/>
                  </a:lnTo>
                  <a:lnTo>
                    <a:pt x="97789" y="358140"/>
                  </a:lnTo>
                  <a:lnTo>
                    <a:pt x="107949" y="358140"/>
                  </a:lnTo>
                  <a:lnTo>
                    <a:pt x="109219" y="356870"/>
                  </a:lnTo>
                  <a:close/>
                </a:path>
                <a:path w="462280" h="458469">
                  <a:moveTo>
                    <a:pt x="113030" y="353060"/>
                  </a:moveTo>
                  <a:lnTo>
                    <a:pt x="102870" y="353060"/>
                  </a:lnTo>
                  <a:lnTo>
                    <a:pt x="100329" y="355600"/>
                  </a:lnTo>
                  <a:lnTo>
                    <a:pt x="110489" y="355600"/>
                  </a:lnTo>
                  <a:lnTo>
                    <a:pt x="113030" y="353060"/>
                  </a:lnTo>
                  <a:close/>
                </a:path>
                <a:path w="462280" h="458469">
                  <a:moveTo>
                    <a:pt x="115569" y="350520"/>
                  </a:moveTo>
                  <a:lnTo>
                    <a:pt x="105410" y="350520"/>
                  </a:lnTo>
                  <a:lnTo>
                    <a:pt x="104139" y="351790"/>
                  </a:lnTo>
                  <a:lnTo>
                    <a:pt x="114299" y="351790"/>
                  </a:lnTo>
                  <a:lnTo>
                    <a:pt x="115569" y="350520"/>
                  </a:lnTo>
                  <a:close/>
                </a:path>
                <a:path w="462280" h="458469">
                  <a:moveTo>
                    <a:pt x="119380" y="346710"/>
                  </a:moveTo>
                  <a:lnTo>
                    <a:pt x="109220" y="346710"/>
                  </a:lnTo>
                  <a:lnTo>
                    <a:pt x="106679" y="349250"/>
                  </a:lnTo>
                  <a:lnTo>
                    <a:pt x="116839" y="349250"/>
                  </a:lnTo>
                  <a:lnTo>
                    <a:pt x="119380" y="346710"/>
                  </a:lnTo>
                  <a:close/>
                </a:path>
                <a:path w="462280" h="458469">
                  <a:moveTo>
                    <a:pt x="121919" y="344170"/>
                  </a:moveTo>
                  <a:lnTo>
                    <a:pt x="111760" y="344170"/>
                  </a:lnTo>
                  <a:lnTo>
                    <a:pt x="110489" y="345440"/>
                  </a:lnTo>
                  <a:lnTo>
                    <a:pt x="120649" y="345440"/>
                  </a:lnTo>
                  <a:lnTo>
                    <a:pt x="121919" y="344170"/>
                  </a:lnTo>
                  <a:close/>
                </a:path>
                <a:path w="462280" h="458469">
                  <a:moveTo>
                    <a:pt x="125730" y="340360"/>
                  </a:moveTo>
                  <a:lnTo>
                    <a:pt x="115570" y="340360"/>
                  </a:lnTo>
                  <a:lnTo>
                    <a:pt x="113029" y="342900"/>
                  </a:lnTo>
                  <a:lnTo>
                    <a:pt x="123189" y="342900"/>
                  </a:lnTo>
                  <a:lnTo>
                    <a:pt x="125730" y="340360"/>
                  </a:lnTo>
                  <a:close/>
                </a:path>
                <a:path w="462280" h="458469">
                  <a:moveTo>
                    <a:pt x="128269" y="337820"/>
                  </a:moveTo>
                  <a:lnTo>
                    <a:pt x="118110" y="337820"/>
                  </a:lnTo>
                  <a:lnTo>
                    <a:pt x="116839" y="339090"/>
                  </a:lnTo>
                  <a:lnTo>
                    <a:pt x="126999" y="339090"/>
                  </a:lnTo>
                  <a:lnTo>
                    <a:pt x="128269" y="337820"/>
                  </a:lnTo>
                  <a:close/>
                </a:path>
                <a:path w="462280" h="458469">
                  <a:moveTo>
                    <a:pt x="132080" y="334010"/>
                  </a:moveTo>
                  <a:lnTo>
                    <a:pt x="121920" y="334010"/>
                  </a:lnTo>
                  <a:lnTo>
                    <a:pt x="119379" y="336550"/>
                  </a:lnTo>
                  <a:lnTo>
                    <a:pt x="129539" y="336550"/>
                  </a:lnTo>
                  <a:lnTo>
                    <a:pt x="132080" y="334010"/>
                  </a:lnTo>
                  <a:close/>
                </a:path>
                <a:path w="462280" h="458469">
                  <a:moveTo>
                    <a:pt x="134619" y="331470"/>
                  </a:moveTo>
                  <a:lnTo>
                    <a:pt x="124460" y="331470"/>
                  </a:lnTo>
                  <a:lnTo>
                    <a:pt x="123189" y="332740"/>
                  </a:lnTo>
                  <a:lnTo>
                    <a:pt x="133349" y="332740"/>
                  </a:lnTo>
                  <a:lnTo>
                    <a:pt x="134619" y="331470"/>
                  </a:lnTo>
                  <a:close/>
                </a:path>
                <a:path w="462280" h="458469">
                  <a:moveTo>
                    <a:pt x="147319" y="318770"/>
                  </a:moveTo>
                  <a:lnTo>
                    <a:pt x="137160" y="318770"/>
                  </a:lnTo>
                  <a:lnTo>
                    <a:pt x="125729" y="330200"/>
                  </a:lnTo>
                  <a:lnTo>
                    <a:pt x="135889" y="330200"/>
                  </a:lnTo>
                  <a:lnTo>
                    <a:pt x="147319" y="318770"/>
                  </a:lnTo>
                  <a:close/>
                </a:path>
                <a:path w="462280" h="458469">
                  <a:moveTo>
                    <a:pt x="160019" y="306070"/>
                  </a:moveTo>
                  <a:lnTo>
                    <a:pt x="149860" y="306070"/>
                  </a:lnTo>
                  <a:lnTo>
                    <a:pt x="138429" y="317500"/>
                  </a:lnTo>
                  <a:lnTo>
                    <a:pt x="148589" y="317500"/>
                  </a:lnTo>
                  <a:lnTo>
                    <a:pt x="160019" y="306070"/>
                  </a:lnTo>
                  <a:close/>
                </a:path>
                <a:path w="462280" h="458469">
                  <a:moveTo>
                    <a:pt x="163830" y="302260"/>
                  </a:moveTo>
                  <a:lnTo>
                    <a:pt x="153670" y="302260"/>
                  </a:lnTo>
                  <a:lnTo>
                    <a:pt x="151129" y="304800"/>
                  </a:lnTo>
                  <a:lnTo>
                    <a:pt x="161289" y="304800"/>
                  </a:lnTo>
                  <a:lnTo>
                    <a:pt x="163830" y="302260"/>
                  </a:lnTo>
                  <a:close/>
                </a:path>
                <a:path w="462280" h="458469">
                  <a:moveTo>
                    <a:pt x="166369" y="299720"/>
                  </a:moveTo>
                  <a:lnTo>
                    <a:pt x="156210" y="299720"/>
                  </a:lnTo>
                  <a:lnTo>
                    <a:pt x="154940" y="300990"/>
                  </a:lnTo>
                  <a:lnTo>
                    <a:pt x="165099" y="300990"/>
                  </a:lnTo>
                  <a:lnTo>
                    <a:pt x="166369" y="299720"/>
                  </a:lnTo>
                  <a:close/>
                </a:path>
                <a:path w="462280" h="458469">
                  <a:moveTo>
                    <a:pt x="170180" y="295910"/>
                  </a:moveTo>
                  <a:lnTo>
                    <a:pt x="160020" y="295910"/>
                  </a:lnTo>
                  <a:lnTo>
                    <a:pt x="157480" y="298450"/>
                  </a:lnTo>
                  <a:lnTo>
                    <a:pt x="167639" y="298450"/>
                  </a:lnTo>
                  <a:lnTo>
                    <a:pt x="170180" y="295910"/>
                  </a:lnTo>
                  <a:close/>
                </a:path>
                <a:path w="462280" h="458469">
                  <a:moveTo>
                    <a:pt x="182880" y="283210"/>
                  </a:moveTo>
                  <a:lnTo>
                    <a:pt x="172720" y="283210"/>
                  </a:lnTo>
                  <a:lnTo>
                    <a:pt x="161289" y="294640"/>
                  </a:lnTo>
                  <a:lnTo>
                    <a:pt x="171449" y="294640"/>
                  </a:lnTo>
                  <a:lnTo>
                    <a:pt x="182880" y="283210"/>
                  </a:lnTo>
                  <a:close/>
                </a:path>
                <a:path w="462280" h="458469">
                  <a:moveTo>
                    <a:pt x="191769" y="274320"/>
                  </a:moveTo>
                  <a:lnTo>
                    <a:pt x="181610" y="274320"/>
                  </a:lnTo>
                  <a:lnTo>
                    <a:pt x="173989" y="281940"/>
                  </a:lnTo>
                  <a:lnTo>
                    <a:pt x="184149" y="281940"/>
                  </a:lnTo>
                  <a:lnTo>
                    <a:pt x="191769" y="274320"/>
                  </a:lnTo>
                  <a:close/>
                </a:path>
                <a:path w="462280" h="458469">
                  <a:moveTo>
                    <a:pt x="208280" y="257810"/>
                  </a:moveTo>
                  <a:lnTo>
                    <a:pt x="198120" y="257810"/>
                  </a:lnTo>
                  <a:lnTo>
                    <a:pt x="182879" y="273050"/>
                  </a:lnTo>
                  <a:lnTo>
                    <a:pt x="193039" y="273050"/>
                  </a:lnTo>
                  <a:lnTo>
                    <a:pt x="208280" y="257810"/>
                  </a:lnTo>
                  <a:close/>
                </a:path>
                <a:path w="462280" h="458469">
                  <a:moveTo>
                    <a:pt x="213359" y="252730"/>
                  </a:moveTo>
                  <a:lnTo>
                    <a:pt x="203200" y="252730"/>
                  </a:lnTo>
                  <a:lnTo>
                    <a:pt x="199390" y="256540"/>
                  </a:lnTo>
                  <a:lnTo>
                    <a:pt x="209549" y="256540"/>
                  </a:lnTo>
                  <a:lnTo>
                    <a:pt x="213359" y="252730"/>
                  </a:lnTo>
                  <a:close/>
                </a:path>
              </a:pathLst>
            </a:custGeom>
            <a:solidFill>
              <a:srgbClr val="964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5">
              <a:extLst>
                <a:ext uri="{FF2B5EF4-FFF2-40B4-BE49-F238E27FC236}">
                  <a16:creationId xmlns:a16="http://schemas.microsoft.com/office/drawing/2014/main" id="{CDAB8400-7714-5774-94A7-202096F9D259}"/>
                </a:ext>
              </a:extLst>
            </p:cNvPr>
            <p:cNvSpPr/>
            <p:nvPr/>
          </p:nvSpPr>
          <p:spPr>
            <a:xfrm>
              <a:off x="2686050" y="2607309"/>
              <a:ext cx="464820" cy="457200"/>
            </a:xfrm>
            <a:custGeom>
              <a:avLst/>
              <a:gdLst/>
              <a:ahLst/>
              <a:cxnLst/>
              <a:rect l="l" t="t" r="r" b="b"/>
              <a:pathLst>
                <a:path w="464819" h="457200">
                  <a:moveTo>
                    <a:pt x="299720" y="166370"/>
                  </a:moveTo>
                  <a:lnTo>
                    <a:pt x="289560" y="166370"/>
                  </a:lnTo>
                  <a:lnTo>
                    <a:pt x="283210" y="172720"/>
                  </a:lnTo>
                  <a:lnTo>
                    <a:pt x="293370" y="172720"/>
                  </a:lnTo>
                  <a:lnTo>
                    <a:pt x="299720" y="166370"/>
                  </a:lnTo>
                  <a:close/>
                </a:path>
                <a:path w="464819" h="457200">
                  <a:moveTo>
                    <a:pt x="302260" y="163830"/>
                  </a:moveTo>
                  <a:lnTo>
                    <a:pt x="292100" y="163830"/>
                  </a:lnTo>
                  <a:lnTo>
                    <a:pt x="290830" y="165100"/>
                  </a:lnTo>
                  <a:lnTo>
                    <a:pt x="300990" y="165100"/>
                  </a:lnTo>
                  <a:lnTo>
                    <a:pt x="302260" y="163830"/>
                  </a:lnTo>
                  <a:close/>
                </a:path>
                <a:path w="464819" h="457200">
                  <a:moveTo>
                    <a:pt x="306070" y="160020"/>
                  </a:moveTo>
                  <a:lnTo>
                    <a:pt x="295910" y="160020"/>
                  </a:lnTo>
                  <a:lnTo>
                    <a:pt x="293370" y="162560"/>
                  </a:lnTo>
                  <a:lnTo>
                    <a:pt x="303530" y="162560"/>
                  </a:lnTo>
                  <a:lnTo>
                    <a:pt x="306070" y="160020"/>
                  </a:lnTo>
                  <a:close/>
                </a:path>
                <a:path w="464819" h="457200">
                  <a:moveTo>
                    <a:pt x="308610" y="157480"/>
                  </a:moveTo>
                  <a:lnTo>
                    <a:pt x="298450" y="157480"/>
                  </a:lnTo>
                  <a:lnTo>
                    <a:pt x="297180" y="158750"/>
                  </a:lnTo>
                  <a:lnTo>
                    <a:pt x="307340" y="158750"/>
                  </a:lnTo>
                  <a:lnTo>
                    <a:pt x="308610" y="157480"/>
                  </a:lnTo>
                  <a:close/>
                </a:path>
                <a:path w="464819" h="457200">
                  <a:moveTo>
                    <a:pt x="312420" y="153670"/>
                  </a:moveTo>
                  <a:lnTo>
                    <a:pt x="302260" y="153670"/>
                  </a:lnTo>
                  <a:lnTo>
                    <a:pt x="299720" y="156210"/>
                  </a:lnTo>
                  <a:lnTo>
                    <a:pt x="309880" y="156210"/>
                  </a:lnTo>
                  <a:lnTo>
                    <a:pt x="312420" y="153670"/>
                  </a:lnTo>
                  <a:close/>
                </a:path>
                <a:path w="464819" h="457200">
                  <a:moveTo>
                    <a:pt x="314960" y="151130"/>
                  </a:moveTo>
                  <a:lnTo>
                    <a:pt x="304800" y="151130"/>
                  </a:lnTo>
                  <a:lnTo>
                    <a:pt x="303530" y="152400"/>
                  </a:lnTo>
                  <a:lnTo>
                    <a:pt x="313690" y="152400"/>
                  </a:lnTo>
                  <a:lnTo>
                    <a:pt x="314960" y="151130"/>
                  </a:lnTo>
                  <a:close/>
                </a:path>
                <a:path w="464819" h="457200">
                  <a:moveTo>
                    <a:pt x="327660" y="138430"/>
                  </a:moveTo>
                  <a:lnTo>
                    <a:pt x="317500" y="138430"/>
                  </a:lnTo>
                  <a:lnTo>
                    <a:pt x="306070" y="149860"/>
                  </a:lnTo>
                  <a:lnTo>
                    <a:pt x="316230" y="149860"/>
                  </a:lnTo>
                  <a:lnTo>
                    <a:pt x="327660" y="138430"/>
                  </a:lnTo>
                  <a:close/>
                </a:path>
                <a:path w="464819" h="457200">
                  <a:moveTo>
                    <a:pt x="340360" y="125730"/>
                  </a:moveTo>
                  <a:lnTo>
                    <a:pt x="330200" y="125730"/>
                  </a:lnTo>
                  <a:lnTo>
                    <a:pt x="318770" y="137160"/>
                  </a:lnTo>
                  <a:lnTo>
                    <a:pt x="328930" y="137160"/>
                  </a:lnTo>
                  <a:lnTo>
                    <a:pt x="340360" y="125730"/>
                  </a:lnTo>
                  <a:close/>
                </a:path>
                <a:path w="464819" h="457200">
                  <a:moveTo>
                    <a:pt x="344170" y="121920"/>
                  </a:moveTo>
                  <a:lnTo>
                    <a:pt x="334010" y="121920"/>
                  </a:lnTo>
                  <a:lnTo>
                    <a:pt x="331470" y="124460"/>
                  </a:lnTo>
                  <a:lnTo>
                    <a:pt x="341630" y="124460"/>
                  </a:lnTo>
                  <a:lnTo>
                    <a:pt x="344170" y="121920"/>
                  </a:lnTo>
                  <a:close/>
                </a:path>
                <a:path w="464819" h="457200">
                  <a:moveTo>
                    <a:pt x="346710" y="119380"/>
                  </a:moveTo>
                  <a:lnTo>
                    <a:pt x="336550" y="119380"/>
                  </a:lnTo>
                  <a:lnTo>
                    <a:pt x="335280" y="120650"/>
                  </a:lnTo>
                  <a:lnTo>
                    <a:pt x="345440" y="120650"/>
                  </a:lnTo>
                  <a:lnTo>
                    <a:pt x="346710" y="119380"/>
                  </a:lnTo>
                  <a:close/>
                </a:path>
                <a:path w="464819" h="457200">
                  <a:moveTo>
                    <a:pt x="350520" y="115570"/>
                  </a:moveTo>
                  <a:lnTo>
                    <a:pt x="340360" y="115570"/>
                  </a:lnTo>
                  <a:lnTo>
                    <a:pt x="337820" y="118110"/>
                  </a:lnTo>
                  <a:lnTo>
                    <a:pt x="347980" y="118110"/>
                  </a:lnTo>
                  <a:lnTo>
                    <a:pt x="350520" y="115570"/>
                  </a:lnTo>
                  <a:close/>
                </a:path>
                <a:path w="464819" h="457200">
                  <a:moveTo>
                    <a:pt x="353060" y="113030"/>
                  </a:moveTo>
                  <a:lnTo>
                    <a:pt x="342900" y="113030"/>
                  </a:lnTo>
                  <a:lnTo>
                    <a:pt x="341630" y="114300"/>
                  </a:lnTo>
                  <a:lnTo>
                    <a:pt x="351790" y="114300"/>
                  </a:lnTo>
                  <a:lnTo>
                    <a:pt x="353060" y="113030"/>
                  </a:lnTo>
                  <a:close/>
                </a:path>
                <a:path w="464819" h="457200">
                  <a:moveTo>
                    <a:pt x="356870" y="109220"/>
                  </a:moveTo>
                  <a:lnTo>
                    <a:pt x="346710" y="109220"/>
                  </a:lnTo>
                  <a:lnTo>
                    <a:pt x="344170" y="111760"/>
                  </a:lnTo>
                  <a:lnTo>
                    <a:pt x="354330" y="111760"/>
                  </a:lnTo>
                  <a:lnTo>
                    <a:pt x="356870" y="109220"/>
                  </a:lnTo>
                  <a:close/>
                </a:path>
                <a:path w="464819" h="457200">
                  <a:moveTo>
                    <a:pt x="359410" y="106680"/>
                  </a:moveTo>
                  <a:lnTo>
                    <a:pt x="349250" y="106680"/>
                  </a:lnTo>
                  <a:lnTo>
                    <a:pt x="347980" y="107950"/>
                  </a:lnTo>
                  <a:lnTo>
                    <a:pt x="358140" y="107950"/>
                  </a:lnTo>
                  <a:lnTo>
                    <a:pt x="359410" y="106680"/>
                  </a:lnTo>
                  <a:close/>
                </a:path>
                <a:path w="464819" h="457200">
                  <a:moveTo>
                    <a:pt x="363220" y="102870"/>
                  </a:moveTo>
                  <a:lnTo>
                    <a:pt x="353060" y="102870"/>
                  </a:lnTo>
                  <a:lnTo>
                    <a:pt x="350520" y="105410"/>
                  </a:lnTo>
                  <a:lnTo>
                    <a:pt x="360680" y="105410"/>
                  </a:lnTo>
                  <a:lnTo>
                    <a:pt x="363220" y="102870"/>
                  </a:lnTo>
                  <a:close/>
                </a:path>
                <a:path w="464819" h="457200">
                  <a:moveTo>
                    <a:pt x="365760" y="100330"/>
                  </a:moveTo>
                  <a:lnTo>
                    <a:pt x="355600" y="100330"/>
                  </a:lnTo>
                  <a:lnTo>
                    <a:pt x="354330" y="101600"/>
                  </a:lnTo>
                  <a:lnTo>
                    <a:pt x="364490" y="101600"/>
                  </a:lnTo>
                  <a:lnTo>
                    <a:pt x="365760" y="100330"/>
                  </a:lnTo>
                  <a:close/>
                </a:path>
                <a:path w="464819" h="457200">
                  <a:moveTo>
                    <a:pt x="369570" y="96520"/>
                  </a:moveTo>
                  <a:lnTo>
                    <a:pt x="359410" y="96520"/>
                  </a:lnTo>
                  <a:lnTo>
                    <a:pt x="356870" y="99060"/>
                  </a:lnTo>
                  <a:lnTo>
                    <a:pt x="367030" y="99060"/>
                  </a:lnTo>
                  <a:lnTo>
                    <a:pt x="369570" y="96520"/>
                  </a:lnTo>
                  <a:close/>
                </a:path>
                <a:path w="464819" h="457200">
                  <a:moveTo>
                    <a:pt x="372110" y="93980"/>
                  </a:moveTo>
                  <a:lnTo>
                    <a:pt x="361950" y="93980"/>
                  </a:lnTo>
                  <a:lnTo>
                    <a:pt x="360680" y="95250"/>
                  </a:lnTo>
                  <a:lnTo>
                    <a:pt x="370840" y="95250"/>
                  </a:lnTo>
                  <a:lnTo>
                    <a:pt x="372110" y="93980"/>
                  </a:lnTo>
                  <a:close/>
                </a:path>
                <a:path w="464819" h="457200">
                  <a:moveTo>
                    <a:pt x="375920" y="90170"/>
                  </a:moveTo>
                  <a:lnTo>
                    <a:pt x="365760" y="90170"/>
                  </a:lnTo>
                  <a:lnTo>
                    <a:pt x="363220" y="92710"/>
                  </a:lnTo>
                  <a:lnTo>
                    <a:pt x="373380" y="92710"/>
                  </a:lnTo>
                  <a:lnTo>
                    <a:pt x="375920" y="90170"/>
                  </a:lnTo>
                  <a:close/>
                </a:path>
                <a:path w="464819" h="457200">
                  <a:moveTo>
                    <a:pt x="378460" y="87630"/>
                  </a:moveTo>
                  <a:lnTo>
                    <a:pt x="368300" y="87630"/>
                  </a:lnTo>
                  <a:lnTo>
                    <a:pt x="367030" y="88900"/>
                  </a:lnTo>
                  <a:lnTo>
                    <a:pt x="377190" y="88900"/>
                  </a:lnTo>
                  <a:lnTo>
                    <a:pt x="378460" y="87630"/>
                  </a:lnTo>
                  <a:close/>
                </a:path>
                <a:path w="464819" h="457200">
                  <a:moveTo>
                    <a:pt x="382270" y="83820"/>
                  </a:moveTo>
                  <a:lnTo>
                    <a:pt x="372110" y="83820"/>
                  </a:lnTo>
                  <a:lnTo>
                    <a:pt x="369570" y="86360"/>
                  </a:lnTo>
                  <a:lnTo>
                    <a:pt x="379730" y="86360"/>
                  </a:lnTo>
                  <a:lnTo>
                    <a:pt x="382270" y="83820"/>
                  </a:lnTo>
                  <a:close/>
                </a:path>
                <a:path w="464819" h="457200">
                  <a:moveTo>
                    <a:pt x="384810" y="81280"/>
                  </a:moveTo>
                  <a:lnTo>
                    <a:pt x="374650" y="81280"/>
                  </a:lnTo>
                  <a:lnTo>
                    <a:pt x="373380" y="82550"/>
                  </a:lnTo>
                  <a:lnTo>
                    <a:pt x="383540" y="82550"/>
                  </a:lnTo>
                  <a:lnTo>
                    <a:pt x="384810" y="81280"/>
                  </a:lnTo>
                  <a:close/>
                </a:path>
                <a:path w="464819" h="457200">
                  <a:moveTo>
                    <a:pt x="388620" y="77470"/>
                  </a:moveTo>
                  <a:lnTo>
                    <a:pt x="378460" y="77470"/>
                  </a:lnTo>
                  <a:lnTo>
                    <a:pt x="375920" y="80010"/>
                  </a:lnTo>
                  <a:lnTo>
                    <a:pt x="386080" y="80010"/>
                  </a:lnTo>
                  <a:lnTo>
                    <a:pt x="388620" y="77470"/>
                  </a:lnTo>
                  <a:close/>
                </a:path>
                <a:path w="464819" h="457200">
                  <a:moveTo>
                    <a:pt x="391160" y="74930"/>
                  </a:moveTo>
                  <a:lnTo>
                    <a:pt x="381000" y="74930"/>
                  </a:lnTo>
                  <a:lnTo>
                    <a:pt x="379730" y="76200"/>
                  </a:lnTo>
                  <a:lnTo>
                    <a:pt x="389890" y="76200"/>
                  </a:lnTo>
                  <a:lnTo>
                    <a:pt x="391160" y="74930"/>
                  </a:lnTo>
                  <a:close/>
                </a:path>
                <a:path w="464819" h="457200">
                  <a:moveTo>
                    <a:pt x="394970" y="71120"/>
                  </a:moveTo>
                  <a:lnTo>
                    <a:pt x="384810" y="71120"/>
                  </a:lnTo>
                  <a:lnTo>
                    <a:pt x="382270" y="73660"/>
                  </a:lnTo>
                  <a:lnTo>
                    <a:pt x="392430" y="73660"/>
                  </a:lnTo>
                  <a:lnTo>
                    <a:pt x="394970" y="71120"/>
                  </a:lnTo>
                  <a:close/>
                </a:path>
                <a:path w="464819" h="457200">
                  <a:moveTo>
                    <a:pt x="397510" y="68580"/>
                  </a:moveTo>
                  <a:lnTo>
                    <a:pt x="387350" y="68580"/>
                  </a:lnTo>
                  <a:lnTo>
                    <a:pt x="386080" y="69850"/>
                  </a:lnTo>
                  <a:lnTo>
                    <a:pt x="396240" y="69850"/>
                  </a:lnTo>
                  <a:lnTo>
                    <a:pt x="397510" y="68580"/>
                  </a:lnTo>
                  <a:close/>
                </a:path>
                <a:path w="464819" h="457200">
                  <a:moveTo>
                    <a:pt x="401320" y="64770"/>
                  </a:moveTo>
                  <a:lnTo>
                    <a:pt x="391160" y="64770"/>
                  </a:lnTo>
                  <a:lnTo>
                    <a:pt x="388620" y="67310"/>
                  </a:lnTo>
                  <a:lnTo>
                    <a:pt x="398780" y="67310"/>
                  </a:lnTo>
                  <a:lnTo>
                    <a:pt x="401320" y="64770"/>
                  </a:lnTo>
                  <a:close/>
                </a:path>
                <a:path w="464819" h="457200">
                  <a:moveTo>
                    <a:pt x="403860" y="62230"/>
                  </a:moveTo>
                  <a:lnTo>
                    <a:pt x="393700" y="62230"/>
                  </a:lnTo>
                  <a:lnTo>
                    <a:pt x="392430" y="63500"/>
                  </a:lnTo>
                  <a:lnTo>
                    <a:pt x="402590" y="63500"/>
                  </a:lnTo>
                  <a:lnTo>
                    <a:pt x="403860" y="62230"/>
                  </a:lnTo>
                  <a:close/>
                </a:path>
                <a:path w="464819" h="457200">
                  <a:moveTo>
                    <a:pt x="407670" y="58420"/>
                  </a:moveTo>
                  <a:lnTo>
                    <a:pt x="397510" y="58420"/>
                  </a:lnTo>
                  <a:lnTo>
                    <a:pt x="394970" y="60960"/>
                  </a:lnTo>
                  <a:lnTo>
                    <a:pt x="405130" y="60960"/>
                  </a:lnTo>
                  <a:lnTo>
                    <a:pt x="407670" y="58420"/>
                  </a:lnTo>
                  <a:close/>
                </a:path>
                <a:path w="464819" h="457200">
                  <a:moveTo>
                    <a:pt x="410210" y="55880"/>
                  </a:moveTo>
                  <a:lnTo>
                    <a:pt x="400050" y="55880"/>
                  </a:lnTo>
                  <a:lnTo>
                    <a:pt x="398780" y="57150"/>
                  </a:lnTo>
                  <a:lnTo>
                    <a:pt x="408940" y="57150"/>
                  </a:lnTo>
                  <a:lnTo>
                    <a:pt x="410210" y="55880"/>
                  </a:lnTo>
                  <a:close/>
                </a:path>
                <a:path w="464819" h="457200">
                  <a:moveTo>
                    <a:pt x="414020" y="52070"/>
                  </a:moveTo>
                  <a:lnTo>
                    <a:pt x="403860" y="52070"/>
                  </a:lnTo>
                  <a:lnTo>
                    <a:pt x="401320" y="54610"/>
                  </a:lnTo>
                  <a:lnTo>
                    <a:pt x="411480" y="54610"/>
                  </a:lnTo>
                  <a:lnTo>
                    <a:pt x="414020" y="52070"/>
                  </a:lnTo>
                  <a:close/>
                </a:path>
                <a:path w="464819" h="457200">
                  <a:moveTo>
                    <a:pt x="416560" y="49530"/>
                  </a:moveTo>
                  <a:lnTo>
                    <a:pt x="406400" y="49530"/>
                  </a:lnTo>
                  <a:lnTo>
                    <a:pt x="405130" y="50800"/>
                  </a:lnTo>
                  <a:lnTo>
                    <a:pt x="415290" y="50800"/>
                  </a:lnTo>
                  <a:lnTo>
                    <a:pt x="416560" y="49530"/>
                  </a:lnTo>
                  <a:close/>
                </a:path>
                <a:path w="464819" h="457200">
                  <a:moveTo>
                    <a:pt x="420370" y="45720"/>
                  </a:moveTo>
                  <a:lnTo>
                    <a:pt x="410210" y="45720"/>
                  </a:lnTo>
                  <a:lnTo>
                    <a:pt x="407670" y="48260"/>
                  </a:lnTo>
                  <a:lnTo>
                    <a:pt x="417830" y="48260"/>
                  </a:lnTo>
                  <a:lnTo>
                    <a:pt x="420370" y="45720"/>
                  </a:lnTo>
                  <a:close/>
                </a:path>
                <a:path w="464819" h="457200">
                  <a:moveTo>
                    <a:pt x="422910" y="43180"/>
                  </a:moveTo>
                  <a:lnTo>
                    <a:pt x="412750" y="43180"/>
                  </a:lnTo>
                  <a:lnTo>
                    <a:pt x="411480" y="44450"/>
                  </a:lnTo>
                  <a:lnTo>
                    <a:pt x="421640" y="44450"/>
                  </a:lnTo>
                  <a:lnTo>
                    <a:pt x="422910" y="43180"/>
                  </a:lnTo>
                  <a:close/>
                </a:path>
                <a:path w="464819" h="457200">
                  <a:moveTo>
                    <a:pt x="426720" y="39370"/>
                  </a:moveTo>
                  <a:lnTo>
                    <a:pt x="416560" y="39370"/>
                  </a:lnTo>
                  <a:lnTo>
                    <a:pt x="414020" y="41910"/>
                  </a:lnTo>
                  <a:lnTo>
                    <a:pt x="424180" y="41910"/>
                  </a:lnTo>
                  <a:lnTo>
                    <a:pt x="426720" y="39370"/>
                  </a:lnTo>
                  <a:close/>
                </a:path>
                <a:path w="464819" h="457200">
                  <a:moveTo>
                    <a:pt x="429260" y="36830"/>
                  </a:moveTo>
                  <a:lnTo>
                    <a:pt x="419100" y="36830"/>
                  </a:lnTo>
                  <a:lnTo>
                    <a:pt x="417830" y="38100"/>
                  </a:lnTo>
                  <a:lnTo>
                    <a:pt x="427990" y="38100"/>
                  </a:lnTo>
                  <a:lnTo>
                    <a:pt x="429260" y="36830"/>
                  </a:lnTo>
                  <a:close/>
                </a:path>
                <a:path w="464819" h="457200">
                  <a:moveTo>
                    <a:pt x="433070" y="33020"/>
                  </a:moveTo>
                  <a:lnTo>
                    <a:pt x="422910" y="33020"/>
                  </a:lnTo>
                  <a:lnTo>
                    <a:pt x="420370" y="35560"/>
                  </a:lnTo>
                  <a:lnTo>
                    <a:pt x="430530" y="35560"/>
                  </a:lnTo>
                  <a:lnTo>
                    <a:pt x="433070" y="33020"/>
                  </a:lnTo>
                  <a:close/>
                </a:path>
                <a:path w="464819" h="457200">
                  <a:moveTo>
                    <a:pt x="435610" y="30480"/>
                  </a:moveTo>
                  <a:lnTo>
                    <a:pt x="425450" y="30480"/>
                  </a:lnTo>
                  <a:lnTo>
                    <a:pt x="424180" y="31750"/>
                  </a:lnTo>
                  <a:lnTo>
                    <a:pt x="434340" y="31750"/>
                  </a:lnTo>
                  <a:lnTo>
                    <a:pt x="435610" y="30480"/>
                  </a:lnTo>
                  <a:close/>
                </a:path>
                <a:path w="464819" h="457200">
                  <a:moveTo>
                    <a:pt x="439420" y="26670"/>
                  </a:moveTo>
                  <a:lnTo>
                    <a:pt x="429260" y="26670"/>
                  </a:lnTo>
                  <a:lnTo>
                    <a:pt x="426720" y="29210"/>
                  </a:lnTo>
                  <a:lnTo>
                    <a:pt x="436880" y="29210"/>
                  </a:lnTo>
                  <a:lnTo>
                    <a:pt x="439420" y="26670"/>
                  </a:lnTo>
                  <a:close/>
                </a:path>
                <a:path w="464819" h="457200">
                  <a:moveTo>
                    <a:pt x="441960" y="24130"/>
                  </a:moveTo>
                  <a:lnTo>
                    <a:pt x="431800" y="24130"/>
                  </a:lnTo>
                  <a:lnTo>
                    <a:pt x="430530" y="25400"/>
                  </a:lnTo>
                  <a:lnTo>
                    <a:pt x="440690" y="25400"/>
                  </a:lnTo>
                  <a:lnTo>
                    <a:pt x="441960" y="24130"/>
                  </a:lnTo>
                  <a:close/>
                </a:path>
                <a:path w="464819" h="457200">
                  <a:moveTo>
                    <a:pt x="445770" y="20320"/>
                  </a:moveTo>
                  <a:lnTo>
                    <a:pt x="435610" y="20320"/>
                  </a:lnTo>
                  <a:lnTo>
                    <a:pt x="433070" y="22860"/>
                  </a:lnTo>
                  <a:lnTo>
                    <a:pt x="443230" y="22860"/>
                  </a:lnTo>
                  <a:lnTo>
                    <a:pt x="445770" y="20320"/>
                  </a:lnTo>
                  <a:close/>
                </a:path>
                <a:path w="464819" h="457200">
                  <a:moveTo>
                    <a:pt x="448310" y="17780"/>
                  </a:moveTo>
                  <a:lnTo>
                    <a:pt x="438150" y="17780"/>
                  </a:lnTo>
                  <a:lnTo>
                    <a:pt x="436880" y="19050"/>
                  </a:lnTo>
                  <a:lnTo>
                    <a:pt x="447040" y="19050"/>
                  </a:lnTo>
                  <a:lnTo>
                    <a:pt x="448310" y="17780"/>
                  </a:lnTo>
                  <a:close/>
                </a:path>
                <a:path w="464819" h="457200">
                  <a:moveTo>
                    <a:pt x="452120" y="13970"/>
                  </a:moveTo>
                  <a:lnTo>
                    <a:pt x="441960" y="13970"/>
                  </a:lnTo>
                  <a:lnTo>
                    <a:pt x="439420" y="16510"/>
                  </a:lnTo>
                  <a:lnTo>
                    <a:pt x="449580" y="16510"/>
                  </a:lnTo>
                  <a:lnTo>
                    <a:pt x="452120" y="13970"/>
                  </a:lnTo>
                  <a:close/>
                </a:path>
                <a:path w="464819" h="457200">
                  <a:moveTo>
                    <a:pt x="454660" y="11430"/>
                  </a:moveTo>
                  <a:lnTo>
                    <a:pt x="444500" y="11430"/>
                  </a:lnTo>
                  <a:lnTo>
                    <a:pt x="443230" y="12700"/>
                  </a:lnTo>
                  <a:lnTo>
                    <a:pt x="453390" y="12700"/>
                  </a:lnTo>
                  <a:lnTo>
                    <a:pt x="454660" y="11430"/>
                  </a:lnTo>
                  <a:close/>
                </a:path>
                <a:path w="464819" h="457200">
                  <a:moveTo>
                    <a:pt x="458470" y="7620"/>
                  </a:moveTo>
                  <a:lnTo>
                    <a:pt x="448310" y="7620"/>
                  </a:lnTo>
                  <a:lnTo>
                    <a:pt x="445770" y="10160"/>
                  </a:lnTo>
                  <a:lnTo>
                    <a:pt x="455930" y="10160"/>
                  </a:lnTo>
                  <a:lnTo>
                    <a:pt x="458470" y="7620"/>
                  </a:lnTo>
                  <a:close/>
                </a:path>
                <a:path w="464819" h="457200">
                  <a:moveTo>
                    <a:pt x="461010" y="5080"/>
                  </a:moveTo>
                  <a:lnTo>
                    <a:pt x="450850" y="5080"/>
                  </a:lnTo>
                  <a:lnTo>
                    <a:pt x="449580" y="6350"/>
                  </a:lnTo>
                  <a:lnTo>
                    <a:pt x="459740" y="6350"/>
                  </a:lnTo>
                  <a:lnTo>
                    <a:pt x="461010" y="5080"/>
                  </a:lnTo>
                  <a:close/>
                </a:path>
                <a:path w="464819" h="457200">
                  <a:moveTo>
                    <a:pt x="464820" y="1270"/>
                  </a:moveTo>
                  <a:lnTo>
                    <a:pt x="454660" y="1270"/>
                  </a:lnTo>
                  <a:lnTo>
                    <a:pt x="452120" y="3810"/>
                  </a:lnTo>
                  <a:lnTo>
                    <a:pt x="462280" y="3810"/>
                  </a:lnTo>
                  <a:lnTo>
                    <a:pt x="464820" y="1270"/>
                  </a:lnTo>
                  <a:close/>
                </a:path>
                <a:path w="464819" h="457200">
                  <a:moveTo>
                    <a:pt x="463550" y="0"/>
                  </a:moveTo>
                  <a:lnTo>
                    <a:pt x="461010" y="0"/>
                  </a:lnTo>
                  <a:lnTo>
                    <a:pt x="461010" y="1270"/>
                  </a:lnTo>
                  <a:lnTo>
                    <a:pt x="463550" y="1270"/>
                  </a:lnTo>
                  <a:lnTo>
                    <a:pt x="463550" y="0"/>
                  </a:lnTo>
                  <a:close/>
                </a:path>
                <a:path w="464819" h="457200">
                  <a:moveTo>
                    <a:pt x="293369" y="172720"/>
                  </a:moveTo>
                  <a:lnTo>
                    <a:pt x="283209" y="172720"/>
                  </a:lnTo>
                  <a:lnTo>
                    <a:pt x="257810" y="198120"/>
                  </a:lnTo>
                  <a:lnTo>
                    <a:pt x="267970" y="198120"/>
                  </a:lnTo>
                  <a:lnTo>
                    <a:pt x="293369" y="172720"/>
                  </a:lnTo>
                  <a:close/>
                </a:path>
                <a:path w="464819" h="457200">
                  <a:moveTo>
                    <a:pt x="267969" y="198120"/>
                  </a:moveTo>
                  <a:lnTo>
                    <a:pt x="257809" y="198120"/>
                  </a:lnTo>
                  <a:lnTo>
                    <a:pt x="207010" y="248920"/>
                  </a:lnTo>
                  <a:lnTo>
                    <a:pt x="217170" y="248920"/>
                  </a:lnTo>
                  <a:lnTo>
                    <a:pt x="267969" y="198120"/>
                  </a:lnTo>
                  <a:close/>
                </a:path>
                <a:path w="464819" h="457200">
                  <a:moveTo>
                    <a:pt x="10160" y="455930"/>
                  </a:moveTo>
                  <a:lnTo>
                    <a:pt x="8889" y="455930"/>
                  </a:lnTo>
                  <a:lnTo>
                    <a:pt x="8889" y="457200"/>
                  </a:lnTo>
                  <a:lnTo>
                    <a:pt x="10160" y="455930"/>
                  </a:lnTo>
                  <a:close/>
                </a:path>
                <a:path w="464819" h="457200">
                  <a:moveTo>
                    <a:pt x="13970" y="452120"/>
                  </a:moveTo>
                  <a:lnTo>
                    <a:pt x="3810" y="452120"/>
                  </a:lnTo>
                  <a:lnTo>
                    <a:pt x="0" y="455930"/>
                  </a:lnTo>
                  <a:lnTo>
                    <a:pt x="3810" y="455930"/>
                  </a:lnTo>
                  <a:lnTo>
                    <a:pt x="3810" y="454660"/>
                  </a:lnTo>
                  <a:lnTo>
                    <a:pt x="11430" y="454660"/>
                  </a:lnTo>
                  <a:lnTo>
                    <a:pt x="13970" y="452120"/>
                  </a:lnTo>
                  <a:close/>
                </a:path>
                <a:path w="464819" h="457200">
                  <a:moveTo>
                    <a:pt x="16510" y="449580"/>
                  </a:moveTo>
                  <a:lnTo>
                    <a:pt x="6350" y="449580"/>
                  </a:lnTo>
                  <a:lnTo>
                    <a:pt x="5079" y="450850"/>
                  </a:lnTo>
                  <a:lnTo>
                    <a:pt x="15240" y="450850"/>
                  </a:lnTo>
                  <a:lnTo>
                    <a:pt x="16510" y="449580"/>
                  </a:lnTo>
                  <a:close/>
                </a:path>
                <a:path w="464819" h="457200">
                  <a:moveTo>
                    <a:pt x="20320" y="445770"/>
                  </a:moveTo>
                  <a:lnTo>
                    <a:pt x="10160" y="445770"/>
                  </a:lnTo>
                  <a:lnTo>
                    <a:pt x="7619" y="448310"/>
                  </a:lnTo>
                  <a:lnTo>
                    <a:pt x="17780" y="448310"/>
                  </a:lnTo>
                  <a:lnTo>
                    <a:pt x="20320" y="445770"/>
                  </a:lnTo>
                  <a:close/>
                </a:path>
                <a:path w="464819" h="457200">
                  <a:moveTo>
                    <a:pt x="22860" y="443230"/>
                  </a:moveTo>
                  <a:lnTo>
                    <a:pt x="12700" y="443230"/>
                  </a:lnTo>
                  <a:lnTo>
                    <a:pt x="11429" y="444500"/>
                  </a:lnTo>
                  <a:lnTo>
                    <a:pt x="21590" y="444500"/>
                  </a:lnTo>
                  <a:lnTo>
                    <a:pt x="22860" y="443230"/>
                  </a:lnTo>
                  <a:close/>
                </a:path>
                <a:path w="464819" h="457200">
                  <a:moveTo>
                    <a:pt x="26670" y="439420"/>
                  </a:moveTo>
                  <a:lnTo>
                    <a:pt x="16510" y="439420"/>
                  </a:lnTo>
                  <a:lnTo>
                    <a:pt x="13969" y="441960"/>
                  </a:lnTo>
                  <a:lnTo>
                    <a:pt x="24130" y="441960"/>
                  </a:lnTo>
                  <a:lnTo>
                    <a:pt x="26670" y="439420"/>
                  </a:lnTo>
                  <a:close/>
                </a:path>
                <a:path w="464819" h="457200">
                  <a:moveTo>
                    <a:pt x="29210" y="436880"/>
                  </a:moveTo>
                  <a:lnTo>
                    <a:pt x="19050" y="436880"/>
                  </a:lnTo>
                  <a:lnTo>
                    <a:pt x="17779" y="438150"/>
                  </a:lnTo>
                  <a:lnTo>
                    <a:pt x="27940" y="438150"/>
                  </a:lnTo>
                  <a:lnTo>
                    <a:pt x="29210" y="436880"/>
                  </a:lnTo>
                  <a:close/>
                </a:path>
                <a:path w="464819" h="457200">
                  <a:moveTo>
                    <a:pt x="33020" y="433070"/>
                  </a:moveTo>
                  <a:lnTo>
                    <a:pt x="22860" y="433070"/>
                  </a:lnTo>
                  <a:lnTo>
                    <a:pt x="20319" y="435610"/>
                  </a:lnTo>
                  <a:lnTo>
                    <a:pt x="30480" y="435610"/>
                  </a:lnTo>
                  <a:lnTo>
                    <a:pt x="33020" y="433070"/>
                  </a:lnTo>
                  <a:close/>
                </a:path>
                <a:path w="464819" h="457200">
                  <a:moveTo>
                    <a:pt x="35560" y="430530"/>
                  </a:moveTo>
                  <a:lnTo>
                    <a:pt x="25400" y="430530"/>
                  </a:lnTo>
                  <a:lnTo>
                    <a:pt x="24129" y="431800"/>
                  </a:lnTo>
                  <a:lnTo>
                    <a:pt x="34290" y="431800"/>
                  </a:lnTo>
                  <a:lnTo>
                    <a:pt x="35560" y="430530"/>
                  </a:lnTo>
                  <a:close/>
                </a:path>
                <a:path w="464819" h="457200">
                  <a:moveTo>
                    <a:pt x="39370" y="426720"/>
                  </a:moveTo>
                  <a:lnTo>
                    <a:pt x="29210" y="426720"/>
                  </a:lnTo>
                  <a:lnTo>
                    <a:pt x="26669" y="429260"/>
                  </a:lnTo>
                  <a:lnTo>
                    <a:pt x="36829" y="429260"/>
                  </a:lnTo>
                  <a:lnTo>
                    <a:pt x="39370" y="426720"/>
                  </a:lnTo>
                  <a:close/>
                </a:path>
                <a:path w="464819" h="457200">
                  <a:moveTo>
                    <a:pt x="41910" y="424180"/>
                  </a:moveTo>
                  <a:lnTo>
                    <a:pt x="31750" y="424180"/>
                  </a:lnTo>
                  <a:lnTo>
                    <a:pt x="30479" y="425450"/>
                  </a:lnTo>
                  <a:lnTo>
                    <a:pt x="40640" y="425450"/>
                  </a:lnTo>
                  <a:lnTo>
                    <a:pt x="41910" y="424180"/>
                  </a:lnTo>
                  <a:close/>
                </a:path>
                <a:path w="464819" h="457200">
                  <a:moveTo>
                    <a:pt x="45720" y="420370"/>
                  </a:moveTo>
                  <a:lnTo>
                    <a:pt x="35560" y="420370"/>
                  </a:lnTo>
                  <a:lnTo>
                    <a:pt x="33019" y="422910"/>
                  </a:lnTo>
                  <a:lnTo>
                    <a:pt x="43180" y="422910"/>
                  </a:lnTo>
                  <a:lnTo>
                    <a:pt x="45720" y="420370"/>
                  </a:lnTo>
                  <a:close/>
                </a:path>
                <a:path w="464819" h="457200">
                  <a:moveTo>
                    <a:pt x="48260" y="417830"/>
                  </a:moveTo>
                  <a:lnTo>
                    <a:pt x="38100" y="417830"/>
                  </a:lnTo>
                  <a:lnTo>
                    <a:pt x="36829" y="419100"/>
                  </a:lnTo>
                  <a:lnTo>
                    <a:pt x="46990" y="419100"/>
                  </a:lnTo>
                  <a:lnTo>
                    <a:pt x="48260" y="417830"/>
                  </a:lnTo>
                  <a:close/>
                </a:path>
                <a:path w="464819" h="457200">
                  <a:moveTo>
                    <a:pt x="52070" y="414020"/>
                  </a:moveTo>
                  <a:lnTo>
                    <a:pt x="41910" y="414020"/>
                  </a:lnTo>
                  <a:lnTo>
                    <a:pt x="39369" y="416560"/>
                  </a:lnTo>
                  <a:lnTo>
                    <a:pt x="49530" y="416560"/>
                  </a:lnTo>
                  <a:lnTo>
                    <a:pt x="52070" y="414020"/>
                  </a:lnTo>
                  <a:close/>
                </a:path>
                <a:path w="464819" h="457200">
                  <a:moveTo>
                    <a:pt x="54610" y="411480"/>
                  </a:moveTo>
                  <a:lnTo>
                    <a:pt x="44450" y="411480"/>
                  </a:lnTo>
                  <a:lnTo>
                    <a:pt x="43179" y="412750"/>
                  </a:lnTo>
                  <a:lnTo>
                    <a:pt x="53339" y="412750"/>
                  </a:lnTo>
                  <a:lnTo>
                    <a:pt x="54610" y="411480"/>
                  </a:lnTo>
                  <a:close/>
                </a:path>
                <a:path w="464819" h="457200">
                  <a:moveTo>
                    <a:pt x="58420" y="407670"/>
                  </a:moveTo>
                  <a:lnTo>
                    <a:pt x="48260" y="407670"/>
                  </a:lnTo>
                  <a:lnTo>
                    <a:pt x="45719" y="410210"/>
                  </a:lnTo>
                  <a:lnTo>
                    <a:pt x="55880" y="410210"/>
                  </a:lnTo>
                  <a:lnTo>
                    <a:pt x="58420" y="407670"/>
                  </a:lnTo>
                  <a:close/>
                </a:path>
                <a:path w="464819" h="457200">
                  <a:moveTo>
                    <a:pt x="60960" y="405130"/>
                  </a:moveTo>
                  <a:lnTo>
                    <a:pt x="50800" y="405130"/>
                  </a:lnTo>
                  <a:lnTo>
                    <a:pt x="49529" y="406400"/>
                  </a:lnTo>
                  <a:lnTo>
                    <a:pt x="59690" y="406400"/>
                  </a:lnTo>
                  <a:lnTo>
                    <a:pt x="60960" y="405130"/>
                  </a:lnTo>
                  <a:close/>
                </a:path>
                <a:path w="464819" h="457200">
                  <a:moveTo>
                    <a:pt x="64770" y="401320"/>
                  </a:moveTo>
                  <a:lnTo>
                    <a:pt x="54610" y="401320"/>
                  </a:lnTo>
                  <a:lnTo>
                    <a:pt x="52069" y="403860"/>
                  </a:lnTo>
                  <a:lnTo>
                    <a:pt x="62229" y="403860"/>
                  </a:lnTo>
                  <a:lnTo>
                    <a:pt x="64770" y="401320"/>
                  </a:lnTo>
                  <a:close/>
                </a:path>
                <a:path w="464819" h="457200">
                  <a:moveTo>
                    <a:pt x="67310" y="398780"/>
                  </a:moveTo>
                  <a:lnTo>
                    <a:pt x="57150" y="398780"/>
                  </a:lnTo>
                  <a:lnTo>
                    <a:pt x="55879" y="400050"/>
                  </a:lnTo>
                  <a:lnTo>
                    <a:pt x="66040" y="400050"/>
                  </a:lnTo>
                  <a:lnTo>
                    <a:pt x="67310" y="398780"/>
                  </a:lnTo>
                  <a:close/>
                </a:path>
                <a:path w="464819" h="457200">
                  <a:moveTo>
                    <a:pt x="71120" y="394970"/>
                  </a:moveTo>
                  <a:lnTo>
                    <a:pt x="60960" y="394970"/>
                  </a:lnTo>
                  <a:lnTo>
                    <a:pt x="58419" y="397510"/>
                  </a:lnTo>
                  <a:lnTo>
                    <a:pt x="68579" y="397510"/>
                  </a:lnTo>
                  <a:lnTo>
                    <a:pt x="71120" y="394970"/>
                  </a:lnTo>
                  <a:close/>
                </a:path>
                <a:path w="464819" h="457200">
                  <a:moveTo>
                    <a:pt x="73660" y="392430"/>
                  </a:moveTo>
                  <a:lnTo>
                    <a:pt x="63500" y="392430"/>
                  </a:lnTo>
                  <a:lnTo>
                    <a:pt x="62229" y="393700"/>
                  </a:lnTo>
                  <a:lnTo>
                    <a:pt x="72390" y="393700"/>
                  </a:lnTo>
                  <a:lnTo>
                    <a:pt x="73660" y="392430"/>
                  </a:lnTo>
                  <a:close/>
                </a:path>
                <a:path w="464819" h="457200">
                  <a:moveTo>
                    <a:pt x="77470" y="388620"/>
                  </a:moveTo>
                  <a:lnTo>
                    <a:pt x="67310" y="388620"/>
                  </a:lnTo>
                  <a:lnTo>
                    <a:pt x="64769" y="391160"/>
                  </a:lnTo>
                  <a:lnTo>
                    <a:pt x="74930" y="391160"/>
                  </a:lnTo>
                  <a:lnTo>
                    <a:pt x="77470" y="388620"/>
                  </a:lnTo>
                  <a:close/>
                </a:path>
                <a:path w="464819" h="457200">
                  <a:moveTo>
                    <a:pt x="80010" y="386080"/>
                  </a:moveTo>
                  <a:lnTo>
                    <a:pt x="69850" y="386080"/>
                  </a:lnTo>
                  <a:lnTo>
                    <a:pt x="68579" y="387350"/>
                  </a:lnTo>
                  <a:lnTo>
                    <a:pt x="78740" y="387350"/>
                  </a:lnTo>
                  <a:lnTo>
                    <a:pt x="80010" y="386080"/>
                  </a:lnTo>
                  <a:close/>
                </a:path>
                <a:path w="464819" h="457200">
                  <a:moveTo>
                    <a:pt x="83820" y="382270"/>
                  </a:moveTo>
                  <a:lnTo>
                    <a:pt x="73660" y="382270"/>
                  </a:lnTo>
                  <a:lnTo>
                    <a:pt x="71119" y="384810"/>
                  </a:lnTo>
                  <a:lnTo>
                    <a:pt x="81280" y="384810"/>
                  </a:lnTo>
                  <a:lnTo>
                    <a:pt x="83820" y="382270"/>
                  </a:lnTo>
                  <a:close/>
                </a:path>
                <a:path w="464819" h="457200">
                  <a:moveTo>
                    <a:pt x="86360" y="379730"/>
                  </a:moveTo>
                  <a:lnTo>
                    <a:pt x="76200" y="379730"/>
                  </a:lnTo>
                  <a:lnTo>
                    <a:pt x="74929" y="381000"/>
                  </a:lnTo>
                  <a:lnTo>
                    <a:pt x="85090" y="381000"/>
                  </a:lnTo>
                  <a:lnTo>
                    <a:pt x="86360" y="379730"/>
                  </a:lnTo>
                  <a:close/>
                </a:path>
                <a:path w="464819" h="457200">
                  <a:moveTo>
                    <a:pt x="90170" y="375920"/>
                  </a:moveTo>
                  <a:lnTo>
                    <a:pt x="80010" y="375920"/>
                  </a:lnTo>
                  <a:lnTo>
                    <a:pt x="77469" y="378460"/>
                  </a:lnTo>
                  <a:lnTo>
                    <a:pt x="87629" y="378460"/>
                  </a:lnTo>
                  <a:lnTo>
                    <a:pt x="90170" y="375920"/>
                  </a:lnTo>
                  <a:close/>
                </a:path>
                <a:path w="464819" h="457200">
                  <a:moveTo>
                    <a:pt x="92710" y="373380"/>
                  </a:moveTo>
                  <a:lnTo>
                    <a:pt x="82550" y="373380"/>
                  </a:lnTo>
                  <a:lnTo>
                    <a:pt x="81279" y="374650"/>
                  </a:lnTo>
                  <a:lnTo>
                    <a:pt x="91439" y="374650"/>
                  </a:lnTo>
                  <a:lnTo>
                    <a:pt x="92710" y="373380"/>
                  </a:lnTo>
                  <a:close/>
                </a:path>
                <a:path w="464819" h="457200">
                  <a:moveTo>
                    <a:pt x="96520" y="369570"/>
                  </a:moveTo>
                  <a:lnTo>
                    <a:pt x="86360" y="369570"/>
                  </a:lnTo>
                  <a:lnTo>
                    <a:pt x="83819" y="372110"/>
                  </a:lnTo>
                  <a:lnTo>
                    <a:pt x="93979" y="372110"/>
                  </a:lnTo>
                  <a:lnTo>
                    <a:pt x="96520" y="369570"/>
                  </a:lnTo>
                  <a:close/>
                </a:path>
                <a:path w="464819" h="457200">
                  <a:moveTo>
                    <a:pt x="99060" y="367030"/>
                  </a:moveTo>
                  <a:lnTo>
                    <a:pt x="88900" y="367030"/>
                  </a:lnTo>
                  <a:lnTo>
                    <a:pt x="87629" y="368300"/>
                  </a:lnTo>
                  <a:lnTo>
                    <a:pt x="97790" y="368300"/>
                  </a:lnTo>
                  <a:lnTo>
                    <a:pt x="99060" y="367030"/>
                  </a:lnTo>
                  <a:close/>
                </a:path>
                <a:path w="464819" h="457200">
                  <a:moveTo>
                    <a:pt x="102870" y="363220"/>
                  </a:moveTo>
                  <a:lnTo>
                    <a:pt x="92710" y="363220"/>
                  </a:lnTo>
                  <a:lnTo>
                    <a:pt x="90169" y="365760"/>
                  </a:lnTo>
                  <a:lnTo>
                    <a:pt x="100330" y="365760"/>
                  </a:lnTo>
                  <a:lnTo>
                    <a:pt x="102870" y="363220"/>
                  </a:lnTo>
                  <a:close/>
                </a:path>
                <a:path w="464819" h="457200">
                  <a:moveTo>
                    <a:pt x="105410" y="360680"/>
                  </a:moveTo>
                  <a:lnTo>
                    <a:pt x="95250" y="360680"/>
                  </a:lnTo>
                  <a:lnTo>
                    <a:pt x="93979" y="361950"/>
                  </a:lnTo>
                  <a:lnTo>
                    <a:pt x="104140" y="361950"/>
                  </a:lnTo>
                  <a:lnTo>
                    <a:pt x="105410" y="360680"/>
                  </a:lnTo>
                  <a:close/>
                </a:path>
                <a:path w="464819" h="457200">
                  <a:moveTo>
                    <a:pt x="109220" y="356870"/>
                  </a:moveTo>
                  <a:lnTo>
                    <a:pt x="99060" y="356870"/>
                  </a:lnTo>
                  <a:lnTo>
                    <a:pt x="96519" y="359410"/>
                  </a:lnTo>
                  <a:lnTo>
                    <a:pt x="106680" y="359410"/>
                  </a:lnTo>
                  <a:lnTo>
                    <a:pt x="109220" y="356870"/>
                  </a:lnTo>
                  <a:close/>
                </a:path>
                <a:path w="464819" h="457200">
                  <a:moveTo>
                    <a:pt x="111760" y="354330"/>
                  </a:moveTo>
                  <a:lnTo>
                    <a:pt x="101600" y="354330"/>
                  </a:lnTo>
                  <a:lnTo>
                    <a:pt x="100329" y="355600"/>
                  </a:lnTo>
                  <a:lnTo>
                    <a:pt x="110490" y="355600"/>
                  </a:lnTo>
                  <a:lnTo>
                    <a:pt x="111760" y="354330"/>
                  </a:lnTo>
                  <a:close/>
                </a:path>
                <a:path w="464819" h="457200">
                  <a:moveTo>
                    <a:pt x="115570" y="350520"/>
                  </a:moveTo>
                  <a:lnTo>
                    <a:pt x="105410" y="350520"/>
                  </a:lnTo>
                  <a:lnTo>
                    <a:pt x="102869" y="353060"/>
                  </a:lnTo>
                  <a:lnTo>
                    <a:pt x="113030" y="353060"/>
                  </a:lnTo>
                  <a:lnTo>
                    <a:pt x="115570" y="350520"/>
                  </a:lnTo>
                  <a:close/>
                </a:path>
                <a:path w="464819" h="457200">
                  <a:moveTo>
                    <a:pt x="118110" y="347980"/>
                  </a:moveTo>
                  <a:lnTo>
                    <a:pt x="107950" y="347980"/>
                  </a:lnTo>
                  <a:lnTo>
                    <a:pt x="106679" y="349250"/>
                  </a:lnTo>
                  <a:lnTo>
                    <a:pt x="116840" y="349250"/>
                  </a:lnTo>
                  <a:lnTo>
                    <a:pt x="118110" y="347980"/>
                  </a:lnTo>
                  <a:close/>
                </a:path>
                <a:path w="464819" h="457200">
                  <a:moveTo>
                    <a:pt x="121920" y="344170"/>
                  </a:moveTo>
                  <a:lnTo>
                    <a:pt x="111760" y="344170"/>
                  </a:lnTo>
                  <a:lnTo>
                    <a:pt x="109219" y="346710"/>
                  </a:lnTo>
                  <a:lnTo>
                    <a:pt x="119379" y="346710"/>
                  </a:lnTo>
                  <a:lnTo>
                    <a:pt x="121920" y="344170"/>
                  </a:lnTo>
                  <a:close/>
                </a:path>
                <a:path w="464819" h="457200">
                  <a:moveTo>
                    <a:pt x="124460" y="341630"/>
                  </a:moveTo>
                  <a:lnTo>
                    <a:pt x="114300" y="341630"/>
                  </a:lnTo>
                  <a:lnTo>
                    <a:pt x="113029" y="342900"/>
                  </a:lnTo>
                  <a:lnTo>
                    <a:pt x="123189" y="342900"/>
                  </a:lnTo>
                  <a:lnTo>
                    <a:pt x="124460" y="341630"/>
                  </a:lnTo>
                  <a:close/>
                </a:path>
                <a:path w="464819" h="457200">
                  <a:moveTo>
                    <a:pt x="128270" y="337820"/>
                  </a:moveTo>
                  <a:lnTo>
                    <a:pt x="118110" y="337820"/>
                  </a:lnTo>
                  <a:lnTo>
                    <a:pt x="115569" y="340360"/>
                  </a:lnTo>
                  <a:lnTo>
                    <a:pt x="125730" y="340360"/>
                  </a:lnTo>
                  <a:lnTo>
                    <a:pt x="128270" y="337820"/>
                  </a:lnTo>
                  <a:close/>
                </a:path>
                <a:path w="464819" h="457200">
                  <a:moveTo>
                    <a:pt x="130810" y="335280"/>
                  </a:moveTo>
                  <a:lnTo>
                    <a:pt x="120650" y="335280"/>
                  </a:lnTo>
                  <a:lnTo>
                    <a:pt x="119379" y="336550"/>
                  </a:lnTo>
                  <a:lnTo>
                    <a:pt x="129540" y="336550"/>
                  </a:lnTo>
                  <a:lnTo>
                    <a:pt x="130810" y="335280"/>
                  </a:lnTo>
                  <a:close/>
                </a:path>
                <a:path w="464819" h="457200">
                  <a:moveTo>
                    <a:pt x="134620" y="331470"/>
                  </a:moveTo>
                  <a:lnTo>
                    <a:pt x="124460" y="331470"/>
                  </a:lnTo>
                  <a:lnTo>
                    <a:pt x="121919" y="334010"/>
                  </a:lnTo>
                  <a:lnTo>
                    <a:pt x="132080" y="334010"/>
                  </a:lnTo>
                  <a:lnTo>
                    <a:pt x="134620" y="331470"/>
                  </a:lnTo>
                  <a:close/>
                </a:path>
                <a:path w="464819" h="457200">
                  <a:moveTo>
                    <a:pt x="137160" y="328930"/>
                  </a:moveTo>
                  <a:lnTo>
                    <a:pt x="127000" y="328930"/>
                  </a:lnTo>
                  <a:lnTo>
                    <a:pt x="125729" y="330200"/>
                  </a:lnTo>
                  <a:lnTo>
                    <a:pt x="135890" y="330200"/>
                  </a:lnTo>
                  <a:lnTo>
                    <a:pt x="137160" y="328930"/>
                  </a:lnTo>
                  <a:close/>
                </a:path>
                <a:path w="464819" h="457200">
                  <a:moveTo>
                    <a:pt x="149860" y="316230"/>
                  </a:moveTo>
                  <a:lnTo>
                    <a:pt x="139700" y="316230"/>
                  </a:lnTo>
                  <a:lnTo>
                    <a:pt x="128269" y="327660"/>
                  </a:lnTo>
                  <a:lnTo>
                    <a:pt x="138429" y="327660"/>
                  </a:lnTo>
                  <a:lnTo>
                    <a:pt x="149860" y="316230"/>
                  </a:lnTo>
                  <a:close/>
                </a:path>
                <a:path w="464819" h="457200">
                  <a:moveTo>
                    <a:pt x="162560" y="303530"/>
                  </a:moveTo>
                  <a:lnTo>
                    <a:pt x="152400" y="303530"/>
                  </a:lnTo>
                  <a:lnTo>
                    <a:pt x="140969" y="314960"/>
                  </a:lnTo>
                  <a:lnTo>
                    <a:pt x="151130" y="314960"/>
                  </a:lnTo>
                  <a:lnTo>
                    <a:pt x="162560" y="303530"/>
                  </a:lnTo>
                  <a:close/>
                </a:path>
                <a:path w="464819" h="457200">
                  <a:moveTo>
                    <a:pt x="166370" y="299720"/>
                  </a:moveTo>
                  <a:lnTo>
                    <a:pt x="156210" y="299720"/>
                  </a:lnTo>
                  <a:lnTo>
                    <a:pt x="153669" y="302260"/>
                  </a:lnTo>
                  <a:lnTo>
                    <a:pt x="163830" y="302260"/>
                  </a:lnTo>
                  <a:lnTo>
                    <a:pt x="166370" y="299720"/>
                  </a:lnTo>
                  <a:close/>
                </a:path>
                <a:path w="464819" h="457200">
                  <a:moveTo>
                    <a:pt x="168910" y="297180"/>
                  </a:moveTo>
                  <a:lnTo>
                    <a:pt x="158750" y="297180"/>
                  </a:lnTo>
                  <a:lnTo>
                    <a:pt x="157479" y="298450"/>
                  </a:lnTo>
                  <a:lnTo>
                    <a:pt x="167639" y="298450"/>
                  </a:lnTo>
                  <a:lnTo>
                    <a:pt x="168910" y="297180"/>
                  </a:lnTo>
                  <a:close/>
                </a:path>
                <a:path w="464819" h="457200">
                  <a:moveTo>
                    <a:pt x="172720" y="293370"/>
                  </a:moveTo>
                  <a:lnTo>
                    <a:pt x="162560" y="293370"/>
                  </a:lnTo>
                  <a:lnTo>
                    <a:pt x="160019" y="295910"/>
                  </a:lnTo>
                  <a:lnTo>
                    <a:pt x="170179" y="295910"/>
                  </a:lnTo>
                  <a:lnTo>
                    <a:pt x="172720" y="293370"/>
                  </a:lnTo>
                  <a:close/>
                </a:path>
                <a:path w="464819" h="457200">
                  <a:moveTo>
                    <a:pt x="185420" y="280670"/>
                  </a:moveTo>
                  <a:lnTo>
                    <a:pt x="175260" y="280670"/>
                  </a:lnTo>
                  <a:lnTo>
                    <a:pt x="163829" y="292100"/>
                  </a:lnTo>
                  <a:lnTo>
                    <a:pt x="173990" y="292100"/>
                  </a:lnTo>
                  <a:lnTo>
                    <a:pt x="185420" y="280670"/>
                  </a:lnTo>
                  <a:close/>
                </a:path>
                <a:path w="464819" h="457200">
                  <a:moveTo>
                    <a:pt x="194310" y="271780"/>
                  </a:moveTo>
                  <a:lnTo>
                    <a:pt x="184150" y="271780"/>
                  </a:lnTo>
                  <a:lnTo>
                    <a:pt x="176529" y="279400"/>
                  </a:lnTo>
                  <a:lnTo>
                    <a:pt x="186689" y="279400"/>
                  </a:lnTo>
                  <a:lnTo>
                    <a:pt x="194310" y="271780"/>
                  </a:lnTo>
                  <a:close/>
                </a:path>
                <a:path w="464819" h="457200">
                  <a:moveTo>
                    <a:pt x="210820" y="255270"/>
                  </a:moveTo>
                  <a:lnTo>
                    <a:pt x="200660" y="255270"/>
                  </a:lnTo>
                  <a:lnTo>
                    <a:pt x="185419" y="270510"/>
                  </a:lnTo>
                  <a:lnTo>
                    <a:pt x="195579" y="270510"/>
                  </a:lnTo>
                  <a:lnTo>
                    <a:pt x="210820" y="255270"/>
                  </a:lnTo>
                  <a:close/>
                </a:path>
                <a:path w="464819" h="457200">
                  <a:moveTo>
                    <a:pt x="215900" y="250190"/>
                  </a:moveTo>
                  <a:lnTo>
                    <a:pt x="205739" y="250190"/>
                  </a:lnTo>
                  <a:lnTo>
                    <a:pt x="201929" y="254000"/>
                  </a:lnTo>
                  <a:lnTo>
                    <a:pt x="212090" y="254000"/>
                  </a:lnTo>
                  <a:lnTo>
                    <a:pt x="215900" y="250190"/>
                  </a:lnTo>
                  <a:close/>
                </a:path>
              </a:pathLst>
            </a:custGeom>
            <a:solidFill>
              <a:srgbClr val="984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46">
              <a:extLst>
                <a:ext uri="{FF2B5EF4-FFF2-40B4-BE49-F238E27FC236}">
                  <a16:creationId xmlns:a16="http://schemas.microsoft.com/office/drawing/2014/main" id="{E410324E-0A5C-2B19-1371-F68839FD532A}"/>
                </a:ext>
              </a:extLst>
            </p:cNvPr>
            <p:cNvSpPr/>
            <p:nvPr/>
          </p:nvSpPr>
          <p:spPr>
            <a:xfrm>
              <a:off x="2694940" y="2608580"/>
              <a:ext cx="463550" cy="457200"/>
            </a:xfrm>
            <a:custGeom>
              <a:avLst/>
              <a:gdLst/>
              <a:ahLst/>
              <a:cxnLst/>
              <a:rect l="l" t="t" r="r" b="b"/>
              <a:pathLst>
                <a:path w="463550" h="457200">
                  <a:moveTo>
                    <a:pt x="300990" y="165100"/>
                  </a:moveTo>
                  <a:lnTo>
                    <a:pt x="290830" y="165100"/>
                  </a:lnTo>
                  <a:lnTo>
                    <a:pt x="284480" y="171450"/>
                  </a:lnTo>
                  <a:lnTo>
                    <a:pt x="294640" y="171450"/>
                  </a:lnTo>
                  <a:lnTo>
                    <a:pt x="300990" y="165100"/>
                  </a:lnTo>
                  <a:close/>
                </a:path>
                <a:path w="463550" h="457200">
                  <a:moveTo>
                    <a:pt x="303530" y="162560"/>
                  </a:moveTo>
                  <a:lnTo>
                    <a:pt x="293370" y="162560"/>
                  </a:lnTo>
                  <a:lnTo>
                    <a:pt x="292100" y="163829"/>
                  </a:lnTo>
                  <a:lnTo>
                    <a:pt x="302260" y="163829"/>
                  </a:lnTo>
                  <a:lnTo>
                    <a:pt x="303530" y="162560"/>
                  </a:lnTo>
                  <a:close/>
                </a:path>
                <a:path w="463550" h="457200">
                  <a:moveTo>
                    <a:pt x="307340" y="158750"/>
                  </a:moveTo>
                  <a:lnTo>
                    <a:pt x="297180" y="158750"/>
                  </a:lnTo>
                  <a:lnTo>
                    <a:pt x="294640" y="161289"/>
                  </a:lnTo>
                  <a:lnTo>
                    <a:pt x="304800" y="161289"/>
                  </a:lnTo>
                  <a:lnTo>
                    <a:pt x="307340" y="158750"/>
                  </a:lnTo>
                  <a:close/>
                </a:path>
                <a:path w="463550" h="457200">
                  <a:moveTo>
                    <a:pt x="309880" y="156210"/>
                  </a:moveTo>
                  <a:lnTo>
                    <a:pt x="299720" y="156210"/>
                  </a:lnTo>
                  <a:lnTo>
                    <a:pt x="298450" y="157479"/>
                  </a:lnTo>
                  <a:lnTo>
                    <a:pt x="308610" y="157479"/>
                  </a:lnTo>
                  <a:lnTo>
                    <a:pt x="309880" y="156210"/>
                  </a:lnTo>
                  <a:close/>
                </a:path>
                <a:path w="463550" h="457200">
                  <a:moveTo>
                    <a:pt x="313690" y="152400"/>
                  </a:moveTo>
                  <a:lnTo>
                    <a:pt x="303530" y="152400"/>
                  </a:lnTo>
                  <a:lnTo>
                    <a:pt x="300990" y="154939"/>
                  </a:lnTo>
                  <a:lnTo>
                    <a:pt x="311150" y="154939"/>
                  </a:lnTo>
                  <a:lnTo>
                    <a:pt x="313690" y="152400"/>
                  </a:lnTo>
                  <a:close/>
                </a:path>
                <a:path w="463550" h="457200">
                  <a:moveTo>
                    <a:pt x="316230" y="149860"/>
                  </a:moveTo>
                  <a:lnTo>
                    <a:pt x="306070" y="149860"/>
                  </a:lnTo>
                  <a:lnTo>
                    <a:pt x="304800" y="151129"/>
                  </a:lnTo>
                  <a:lnTo>
                    <a:pt x="314960" y="151129"/>
                  </a:lnTo>
                  <a:lnTo>
                    <a:pt x="316230" y="149860"/>
                  </a:lnTo>
                  <a:close/>
                </a:path>
                <a:path w="463550" h="457200">
                  <a:moveTo>
                    <a:pt x="328930" y="137160"/>
                  </a:moveTo>
                  <a:lnTo>
                    <a:pt x="318770" y="137160"/>
                  </a:lnTo>
                  <a:lnTo>
                    <a:pt x="307340" y="148589"/>
                  </a:lnTo>
                  <a:lnTo>
                    <a:pt x="317500" y="148589"/>
                  </a:lnTo>
                  <a:lnTo>
                    <a:pt x="328930" y="137160"/>
                  </a:lnTo>
                  <a:close/>
                </a:path>
                <a:path w="463550" h="457200">
                  <a:moveTo>
                    <a:pt x="341630" y="124460"/>
                  </a:moveTo>
                  <a:lnTo>
                    <a:pt x="331470" y="124460"/>
                  </a:lnTo>
                  <a:lnTo>
                    <a:pt x="320040" y="135889"/>
                  </a:lnTo>
                  <a:lnTo>
                    <a:pt x="330200" y="135889"/>
                  </a:lnTo>
                  <a:lnTo>
                    <a:pt x="341630" y="124460"/>
                  </a:lnTo>
                  <a:close/>
                </a:path>
                <a:path w="463550" h="457200">
                  <a:moveTo>
                    <a:pt x="345440" y="120650"/>
                  </a:moveTo>
                  <a:lnTo>
                    <a:pt x="335280" y="120650"/>
                  </a:lnTo>
                  <a:lnTo>
                    <a:pt x="332740" y="123189"/>
                  </a:lnTo>
                  <a:lnTo>
                    <a:pt x="342900" y="123189"/>
                  </a:lnTo>
                  <a:lnTo>
                    <a:pt x="345440" y="120650"/>
                  </a:lnTo>
                  <a:close/>
                </a:path>
                <a:path w="463550" h="457200">
                  <a:moveTo>
                    <a:pt x="347980" y="118110"/>
                  </a:moveTo>
                  <a:lnTo>
                    <a:pt x="337820" y="118110"/>
                  </a:lnTo>
                  <a:lnTo>
                    <a:pt x="336550" y="119379"/>
                  </a:lnTo>
                  <a:lnTo>
                    <a:pt x="346710" y="119379"/>
                  </a:lnTo>
                  <a:lnTo>
                    <a:pt x="347980" y="118110"/>
                  </a:lnTo>
                  <a:close/>
                </a:path>
                <a:path w="463550" h="457200">
                  <a:moveTo>
                    <a:pt x="351790" y="114300"/>
                  </a:moveTo>
                  <a:lnTo>
                    <a:pt x="341630" y="114300"/>
                  </a:lnTo>
                  <a:lnTo>
                    <a:pt x="339090" y="116839"/>
                  </a:lnTo>
                  <a:lnTo>
                    <a:pt x="349250" y="116839"/>
                  </a:lnTo>
                  <a:lnTo>
                    <a:pt x="351790" y="114300"/>
                  </a:lnTo>
                  <a:close/>
                </a:path>
                <a:path w="463550" h="457200">
                  <a:moveTo>
                    <a:pt x="354330" y="111760"/>
                  </a:moveTo>
                  <a:lnTo>
                    <a:pt x="344170" y="111760"/>
                  </a:lnTo>
                  <a:lnTo>
                    <a:pt x="342900" y="113029"/>
                  </a:lnTo>
                  <a:lnTo>
                    <a:pt x="353060" y="113029"/>
                  </a:lnTo>
                  <a:lnTo>
                    <a:pt x="354330" y="111760"/>
                  </a:lnTo>
                  <a:close/>
                </a:path>
                <a:path w="463550" h="457200">
                  <a:moveTo>
                    <a:pt x="358140" y="107950"/>
                  </a:moveTo>
                  <a:lnTo>
                    <a:pt x="347980" y="107950"/>
                  </a:lnTo>
                  <a:lnTo>
                    <a:pt x="345440" y="110489"/>
                  </a:lnTo>
                  <a:lnTo>
                    <a:pt x="355600" y="110489"/>
                  </a:lnTo>
                  <a:lnTo>
                    <a:pt x="358140" y="107950"/>
                  </a:lnTo>
                  <a:close/>
                </a:path>
                <a:path w="463550" h="457200">
                  <a:moveTo>
                    <a:pt x="360680" y="105410"/>
                  </a:moveTo>
                  <a:lnTo>
                    <a:pt x="350520" y="105410"/>
                  </a:lnTo>
                  <a:lnTo>
                    <a:pt x="349250" y="106679"/>
                  </a:lnTo>
                  <a:lnTo>
                    <a:pt x="359410" y="106679"/>
                  </a:lnTo>
                  <a:lnTo>
                    <a:pt x="360680" y="105410"/>
                  </a:lnTo>
                  <a:close/>
                </a:path>
                <a:path w="463550" h="457200">
                  <a:moveTo>
                    <a:pt x="364490" y="101600"/>
                  </a:moveTo>
                  <a:lnTo>
                    <a:pt x="354330" y="101600"/>
                  </a:lnTo>
                  <a:lnTo>
                    <a:pt x="351790" y="104139"/>
                  </a:lnTo>
                  <a:lnTo>
                    <a:pt x="361950" y="104139"/>
                  </a:lnTo>
                  <a:lnTo>
                    <a:pt x="364490" y="101600"/>
                  </a:lnTo>
                  <a:close/>
                </a:path>
                <a:path w="463550" h="457200">
                  <a:moveTo>
                    <a:pt x="367030" y="99060"/>
                  </a:moveTo>
                  <a:lnTo>
                    <a:pt x="356870" y="99060"/>
                  </a:lnTo>
                  <a:lnTo>
                    <a:pt x="355600" y="100329"/>
                  </a:lnTo>
                  <a:lnTo>
                    <a:pt x="365760" y="100329"/>
                  </a:lnTo>
                  <a:lnTo>
                    <a:pt x="367030" y="99060"/>
                  </a:lnTo>
                  <a:close/>
                </a:path>
                <a:path w="463550" h="457200">
                  <a:moveTo>
                    <a:pt x="370840" y="95250"/>
                  </a:moveTo>
                  <a:lnTo>
                    <a:pt x="360680" y="95250"/>
                  </a:lnTo>
                  <a:lnTo>
                    <a:pt x="358140" y="97789"/>
                  </a:lnTo>
                  <a:lnTo>
                    <a:pt x="368300" y="97789"/>
                  </a:lnTo>
                  <a:lnTo>
                    <a:pt x="370840" y="95250"/>
                  </a:lnTo>
                  <a:close/>
                </a:path>
                <a:path w="463550" h="457200">
                  <a:moveTo>
                    <a:pt x="373380" y="92710"/>
                  </a:moveTo>
                  <a:lnTo>
                    <a:pt x="363220" y="92710"/>
                  </a:lnTo>
                  <a:lnTo>
                    <a:pt x="361950" y="93979"/>
                  </a:lnTo>
                  <a:lnTo>
                    <a:pt x="372110" y="93979"/>
                  </a:lnTo>
                  <a:lnTo>
                    <a:pt x="373380" y="92710"/>
                  </a:lnTo>
                  <a:close/>
                </a:path>
                <a:path w="463550" h="457200">
                  <a:moveTo>
                    <a:pt x="377190" y="88900"/>
                  </a:moveTo>
                  <a:lnTo>
                    <a:pt x="367030" y="88900"/>
                  </a:lnTo>
                  <a:lnTo>
                    <a:pt x="364490" y="91439"/>
                  </a:lnTo>
                  <a:lnTo>
                    <a:pt x="374650" y="91439"/>
                  </a:lnTo>
                  <a:lnTo>
                    <a:pt x="377190" y="88900"/>
                  </a:lnTo>
                  <a:close/>
                </a:path>
                <a:path w="463550" h="457200">
                  <a:moveTo>
                    <a:pt x="379730" y="86360"/>
                  </a:moveTo>
                  <a:lnTo>
                    <a:pt x="369570" y="86360"/>
                  </a:lnTo>
                  <a:lnTo>
                    <a:pt x="368300" y="87629"/>
                  </a:lnTo>
                  <a:lnTo>
                    <a:pt x="378460" y="87629"/>
                  </a:lnTo>
                  <a:lnTo>
                    <a:pt x="379730" y="86360"/>
                  </a:lnTo>
                  <a:close/>
                </a:path>
                <a:path w="463550" h="457200">
                  <a:moveTo>
                    <a:pt x="383540" y="82550"/>
                  </a:moveTo>
                  <a:lnTo>
                    <a:pt x="373380" y="82550"/>
                  </a:lnTo>
                  <a:lnTo>
                    <a:pt x="370840" y="85089"/>
                  </a:lnTo>
                  <a:lnTo>
                    <a:pt x="381000" y="85089"/>
                  </a:lnTo>
                  <a:lnTo>
                    <a:pt x="383540" y="82550"/>
                  </a:lnTo>
                  <a:close/>
                </a:path>
                <a:path w="463550" h="457200">
                  <a:moveTo>
                    <a:pt x="386080" y="80010"/>
                  </a:moveTo>
                  <a:lnTo>
                    <a:pt x="375920" y="80010"/>
                  </a:lnTo>
                  <a:lnTo>
                    <a:pt x="374650" y="81279"/>
                  </a:lnTo>
                  <a:lnTo>
                    <a:pt x="384810" y="81279"/>
                  </a:lnTo>
                  <a:lnTo>
                    <a:pt x="386080" y="80010"/>
                  </a:lnTo>
                  <a:close/>
                </a:path>
                <a:path w="463550" h="457200">
                  <a:moveTo>
                    <a:pt x="389890" y="76200"/>
                  </a:moveTo>
                  <a:lnTo>
                    <a:pt x="379730" y="76200"/>
                  </a:lnTo>
                  <a:lnTo>
                    <a:pt x="377190" y="78739"/>
                  </a:lnTo>
                  <a:lnTo>
                    <a:pt x="387350" y="78739"/>
                  </a:lnTo>
                  <a:lnTo>
                    <a:pt x="389890" y="76200"/>
                  </a:lnTo>
                  <a:close/>
                </a:path>
                <a:path w="463550" h="457200">
                  <a:moveTo>
                    <a:pt x="392430" y="73660"/>
                  </a:moveTo>
                  <a:lnTo>
                    <a:pt x="382270" y="73660"/>
                  </a:lnTo>
                  <a:lnTo>
                    <a:pt x="381000" y="74929"/>
                  </a:lnTo>
                  <a:lnTo>
                    <a:pt x="391160" y="74929"/>
                  </a:lnTo>
                  <a:lnTo>
                    <a:pt x="392430" y="73660"/>
                  </a:lnTo>
                  <a:close/>
                </a:path>
                <a:path w="463550" h="457200">
                  <a:moveTo>
                    <a:pt x="396240" y="69850"/>
                  </a:moveTo>
                  <a:lnTo>
                    <a:pt x="386080" y="69850"/>
                  </a:lnTo>
                  <a:lnTo>
                    <a:pt x="383540" y="72389"/>
                  </a:lnTo>
                  <a:lnTo>
                    <a:pt x="393700" y="72389"/>
                  </a:lnTo>
                  <a:lnTo>
                    <a:pt x="396240" y="69850"/>
                  </a:lnTo>
                  <a:close/>
                </a:path>
                <a:path w="463550" h="457200">
                  <a:moveTo>
                    <a:pt x="398780" y="67310"/>
                  </a:moveTo>
                  <a:lnTo>
                    <a:pt x="388620" y="67310"/>
                  </a:lnTo>
                  <a:lnTo>
                    <a:pt x="387350" y="68579"/>
                  </a:lnTo>
                  <a:lnTo>
                    <a:pt x="397510" y="68579"/>
                  </a:lnTo>
                  <a:lnTo>
                    <a:pt x="398780" y="67310"/>
                  </a:lnTo>
                  <a:close/>
                </a:path>
                <a:path w="463550" h="457200">
                  <a:moveTo>
                    <a:pt x="402590" y="63500"/>
                  </a:moveTo>
                  <a:lnTo>
                    <a:pt x="392430" y="63500"/>
                  </a:lnTo>
                  <a:lnTo>
                    <a:pt x="389890" y="66039"/>
                  </a:lnTo>
                  <a:lnTo>
                    <a:pt x="400050" y="66039"/>
                  </a:lnTo>
                  <a:lnTo>
                    <a:pt x="402590" y="63500"/>
                  </a:lnTo>
                  <a:close/>
                </a:path>
                <a:path w="463550" h="457200">
                  <a:moveTo>
                    <a:pt x="405130" y="60960"/>
                  </a:moveTo>
                  <a:lnTo>
                    <a:pt x="394970" y="60960"/>
                  </a:lnTo>
                  <a:lnTo>
                    <a:pt x="393700" y="62229"/>
                  </a:lnTo>
                  <a:lnTo>
                    <a:pt x="403860" y="62229"/>
                  </a:lnTo>
                  <a:lnTo>
                    <a:pt x="405130" y="60960"/>
                  </a:lnTo>
                  <a:close/>
                </a:path>
                <a:path w="463550" h="457200">
                  <a:moveTo>
                    <a:pt x="408940" y="57150"/>
                  </a:moveTo>
                  <a:lnTo>
                    <a:pt x="398780" y="57150"/>
                  </a:lnTo>
                  <a:lnTo>
                    <a:pt x="396240" y="59689"/>
                  </a:lnTo>
                  <a:lnTo>
                    <a:pt x="406400" y="59689"/>
                  </a:lnTo>
                  <a:lnTo>
                    <a:pt x="408940" y="57150"/>
                  </a:lnTo>
                  <a:close/>
                </a:path>
                <a:path w="463550" h="457200">
                  <a:moveTo>
                    <a:pt x="411480" y="54610"/>
                  </a:moveTo>
                  <a:lnTo>
                    <a:pt x="401320" y="54610"/>
                  </a:lnTo>
                  <a:lnTo>
                    <a:pt x="400050" y="55879"/>
                  </a:lnTo>
                  <a:lnTo>
                    <a:pt x="410210" y="55879"/>
                  </a:lnTo>
                  <a:lnTo>
                    <a:pt x="411480" y="54610"/>
                  </a:lnTo>
                  <a:close/>
                </a:path>
                <a:path w="463550" h="457200">
                  <a:moveTo>
                    <a:pt x="415290" y="50800"/>
                  </a:moveTo>
                  <a:lnTo>
                    <a:pt x="405130" y="50800"/>
                  </a:lnTo>
                  <a:lnTo>
                    <a:pt x="402590" y="53339"/>
                  </a:lnTo>
                  <a:lnTo>
                    <a:pt x="412750" y="53339"/>
                  </a:lnTo>
                  <a:lnTo>
                    <a:pt x="415290" y="50800"/>
                  </a:lnTo>
                  <a:close/>
                </a:path>
                <a:path w="463550" h="457200">
                  <a:moveTo>
                    <a:pt x="417830" y="48260"/>
                  </a:moveTo>
                  <a:lnTo>
                    <a:pt x="407670" y="48260"/>
                  </a:lnTo>
                  <a:lnTo>
                    <a:pt x="406400" y="49529"/>
                  </a:lnTo>
                  <a:lnTo>
                    <a:pt x="416560" y="49529"/>
                  </a:lnTo>
                  <a:lnTo>
                    <a:pt x="417830" y="48260"/>
                  </a:lnTo>
                  <a:close/>
                </a:path>
                <a:path w="463550" h="457200">
                  <a:moveTo>
                    <a:pt x="421640" y="44450"/>
                  </a:moveTo>
                  <a:lnTo>
                    <a:pt x="411480" y="44450"/>
                  </a:lnTo>
                  <a:lnTo>
                    <a:pt x="408940" y="46989"/>
                  </a:lnTo>
                  <a:lnTo>
                    <a:pt x="419100" y="46989"/>
                  </a:lnTo>
                  <a:lnTo>
                    <a:pt x="421640" y="44450"/>
                  </a:lnTo>
                  <a:close/>
                </a:path>
                <a:path w="463550" h="457200">
                  <a:moveTo>
                    <a:pt x="424180" y="41910"/>
                  </a:moveTo>
                  <a:lnTo>
                    <a:pt x="414020" y="41910"/>
                  </a:lnTo>
                  <a:lnTo>
                    <a:pt x="412750" y="43179"/>
                  </a:lnTo>
                  <a:lnTo>
                    <a:pt x="422910" y="43179"/>
                  </a:lnTo>
                  <a:lnTo>
                    <a:pt x="424180" y="41910"/>
                  </a:lnTo>
                  <a:close/>
                </a:path>
                <a:path w="463550" h="457200">
                  <a:moveTo>
                    <a:pt x="427990" y="38100"/>
                  </a:moveTo>
                  <a:lnTo>
                    <a:pt x="417830" y="38100"/>
                  </a:lnTo>
                  <a:lnTo>
                    <a:pt x="415290" y="40639"/>
                  </a:lnTo>
                  <a:lnTo>
                    <a:pt x="425450" y="40639"/>
                  </a:lnTo>
                  <a:lnTo>
                    <a:pt x="427990" y="38100"/>
                  </a:lnTo>
                  <a:close/>
                </a:path>
                <a:path w="463550" h="457200">
                  <a:moveTo>
                    <a:pt x="430530" y="35560"/>
                  </a:moveTo>
                  <a:lnTo>
                    <a:pt x="420370" y="35560"/>
                  </a:lnTo>
                  <a:lnTo>
                    <a:pt x="419100" y="36829"/>
                  </a:lnTo>
                  <a:lnTo>
                    <a:pt x="429260" y="36829"/>
                  </a:lnTo>
                  <a:lnTo>
                    <a:pt x="430530" y="35560"/>
                  </a:lnTo>
                  <a:close/>
                </a:path>
                <a:path w="463550" h="457200">
                  <a:moveTo>
                    <a:pt x="434340" y="31750"/>
                  </a:moveTo>
                  <a:lnTo>
                    <a:pt x="424180" y="31750"/>
                  </a:lnTo>
                  <a:lnTo>
                    <a:pt x="421640" y="34289"/>
                  </a:lnTo>
                  <a:lnTo>
                    <a:pt x="431800" y="34289"/>
                  </a:lnTo>
                  <a:lnTo>
                    <a:pt x="434340" y="31750"/>
                  </a:lnTo>
                  <a:close/>
                </a:path>
                <a:path w="463550" h="457200">
                  <a:moveTo>
                    <a:pt x="436880" y="29210"/>
                  </a:moveTo>
                  <a:lnTo>
                    <a:pt x="426720" y="29210"/>
                  </a:lnTo>
                  <a:lnTo>
                    <a:pt x="425450" y="30479"/>
                  </a:lnTo>
                  <a:lnTo>
                    <a:pt x="435610" y="30479"/>
                  </a:lnTo>
                  <a:lnTo>
                    <a:pt x="436880" y="29210"/>
                  </a:lnTo>
                  <a:close/>
                </a:path>
                <a:path w="463550" h="457200">
                  <a:moveTo>
                    <a:pt x="440690" y="25400"/>
                  </a:moveTo>
                  <a:lnTo>
                    <a:pt x="430530" y="25400"/>
                  </a:lnTo>
                  <a:lnTo>
                    <a:pt x="427990" y="27939"/>
                  </a:lnTo>
                  <a:lnTo>
                    <a:pt x="438150" y="27939"/>
                  </a:lnTo>
                  <a:lnTo>
                    <a:pt x="440690" y="25400"/>
                  </a:lnTo>
                  <a:close/>
                </a:path>
                <a:path w="463550" h="457200">
                  <a:moveTo>
                    <a:pt x="443230" y="22860"/>
                  </a:moveTo>
                  <a:lnTo>
                    <a:pt x="433070" y="22860"/>
                  </a:lnTo>
                  <a:lnTo>
                    <a:pt x="431800" y="24129"/>
                  </a:lnTo>
                  <a:lnTo>
                    <a:pt x="441960" y="24129"/>
                  </a:lnTo>
                  <a:lnTo>
                    <a:pt x="443230" y="22860"/>
                  </a:lnTo>
                  <a:close/>
                </a:path>
                <a:path w="463550" h="457200">
                  <a:moveTo>
                    <a:pt x="447040" y="19050"/>
                  </a:moveTo>
                  <a:lnTo>
                    <a:pt x="436880" y="19050"/>
                  </a:lnTo>
                  <a:lnTo>
                    <a:pt x="434340" y="21589"/>
                  </a:lnTo>
                  <a:lnTo>
                    <a:pt x="444500" y="21589"/>
                  </a:lnTo>
                  <a:lnTo>
                    <a:pt x="447040" y="19050"/>
                  </a:lnTo>
                  <a:close/>
                </a:path>
                <a:path w="463550" h="457200">
                  <a:moveTo>
                    <a:pt x="449580" y="16510"/>
                  </a:moveTo>
                  <a:lnTo>
                    <a:pt x="439420" y="16510"/>
                  </a:lnTo>
                  <a:lnTo>
                    <a:pt x="438150" y="17779"/>
                  </a:lnTo>
                  <a:lnTo>
                    <a:pt x="448310" y="17779"/>
                  </a:lnTo>
                  <a:lnTo>
                    <a:pt x="449580" y="16510"/>
                  </a:lnTo>
                  <a:close/>
                </a:path>
                <a:path w="463550" h="457200">
                  <a:moveTo>
                    <a:pt x="453390" y="12700"/>
                  </a:moveTo>
                  <a:lnTo>
                    <a:pt x="443230" y="12700"/>
                  </a:lnTo>
                  <a:lnTo>
                    <a:pt x="440690" y="15239"/>
                  </a:lnTo>
                  <a:lnTo>
                    <a:pt x="450850" y="15239"/>
                  </a:lnTo>
                  <a:lnTo>
                    <a:pt x="453390" y="12700"/>
                  </a:lnTo>
                  <a:close/>
                </a:path>
                <a:path w="463550" h="457200">
                  <a:moveTo>
                    <a:pt x="455930" y="10160"/>
                  </a:moveTo>
                  <a:lnTo>
                    <a:pt x="445770" y="10160"/>
                  </a:lnTo>
                  <a:lnTo>
                    <a:pt x="444500" y="11429"/>
                  </a:lnTo>
                  <a:lnTo>
                    <a:pt x="454660" y="11429"/>
                  </a:lnTo>
                  <a:lnTo>
                    <a:pt x="455930" y="10160"/>
                  </a:lnTo>
                  <a:close/>
                </a:path>
                <a:path w="463550" h="457200">
                  <a:moveTo>
                    <a:pt x="459740" y="6350"/>
                  </a:moveTo>
                  <a:lnTo>
                    <a:pt x="449580" y="6350"/>
                  </a:lnTo>
                  <a:lnTo>
                    <a:pt x="447040" y="8889"/>
                  </a:lnTo>
                  <a:lnTo>
                    <a:pt x="457200" y="8889"/>
                  </a:lnTo>
                  <a:lnTo>
                    <a:pt x="459740" y="6350"/>
                  </a:lnTo>
                  <a:close/>
                </a:path>
                <a:path w="463550" h="457200">
                  <a:moveTo>
                    <a:pt x="462280" y="3810"/>
                  </a:moveTo>
                  <a:lnTo>
                    <a:pt x="452120" y="3810"/>
                  </a:lnTo>
                  <a:lnTo>
                    <a:pt x="450850" y="5079"/>
                  </a:lnTo>
                  <a:lnTo>
                    <a:pt x="461010" y="5079"/>
                  </a:lnTo>
                  <a:lnTo>
                    <a:pt x="462280" y="3810"/>
                  </a:lnTo>
                  <a:close/>
                </a:path>
                <a:path w="463550" h="457200">
                  <a:moveTo>
                    <a:pt x="463550" y="2539"/>
                  </a:moveTo>
                  <a:lnTo>
                    <a:pt x="462280" y="2539"/>
                  </a:lnTo>
                  <a:lnTo>
                    <a:pt x="462280" y="3810"/>
                  </a:lnTo>
                  <a:lnTo>
                    <a:pt x="463550" y="2539"/>
                  </a:lnTo>
                  <a:close/>
                </a:path>
                <a:path w="463550" h="457200">
                  <a:moveTo>
                    <a:pt x="458470" y="0"/>
                  </a:moveTo>
                  <a:lnTo>
                    <a:pt x="455930" y="0"/>
                  </a:lnTo>
                  <a:lnTo>
                    <a:pt x="453390" y="2539"/>
                  </a:lnTo>
                  <a:lnTo>
                    <a:pt x="458470" y="2539"/>
                  </a:lnTo>
                  <a:lnTo>
                    <a:pt x="458470" y="0"/>
                  </a:lnTo>
                  <a:close/>
                </a:path>
                <a:path w="463550" h="457200">
                  <a:moveTo>
                    <a:pt x="294639" y="171450"/>
                  </a:moveTo>
                  <a:lnTo>
                    <a:pt x="284479" y="171450"/>
                  </a:lnTo>
                  <a:lnTo>
                    <a:pt x="259080" y="196850"/>
                  </a:lnTo>
                  <a:lnTo>
                    <a:pt x="269240" y="196850"/>
                  </a:lnTo>
                  <a:lnTo>
                    <a:pt x="294639" y="171450"/>
                  </a:lnTo>
                  <a:close/>
                </a:path>
                <a:path w="463550" h="457200">
                  <a:moveTo>
                    <a:pt x="269239" y="196850"/>
                  </a:moveTo>
                  <a:lnTo>
                    <a:pt x="259079" y="196850"/>
                  </a:lnTo>
                  <a:lnTo>
                    <a:pt x="208280" y="247650"/>
                  </a:lnTo>
                  <a:lnTo>
                    <a:pt x="218440" y="247650"/>
                  </a:lnTo>
                  <a:lnTo>
                    <a:pt x="269239" y="196850"/>
                  </a:lnTo>
                  <a:close/>
                </a:path>
                <a:path w="463550" h="457200">
                  <a:moveTo>
                    <a:pt x="11430" y="454660"/>
                  </a:moveTo>
                  <a:lnTo>
                    <a:pt x="1270" y="454660"/>
                  </a:lnTo>
                  <a:lnTo>
                    <a:pt x="0" y="455930"/>
                  </a:lnTo>
                  <a:lnTo>
                    <a:pt x="0" y="457200"/>
                  </a:lnTo>
                  <a:lnTo>
                    <a:pt x="5080" y="457200"/>
                  </a:lnTo>
                  <a:lnTo>
                    <a:pt x="5080" y="455930"/>
                  </a:lnTo>
                  <a:lnTo>
                    <a:pt x="10160" y="455930"/>
                  </a:lnTo>
                  <a:lnTo>
                    <a:pt x="11430" y="454660"/>
                  </a:lnTo>
                  <a:close/>
                </a:path>
                <a:path w="463550" h="457200">
                  <a:moveTo>
                    <a:pt x="15240" y="450850"/>
                  </a:moveTo>
                  <a:lnTo>
                    <a:pt x="5080" y="450850"/>
                  </a:lnTo>
                  <a:lnTo>
                    <a:pt x="2540" y="453390"/>
                  </a:lnTo>
                  <a:lnTo>
                    <a:pt x="12700" y="453390"/>
                  </a:lnTo>
                  <a:lnTo>
                    <a:pt x="15240" y="450850"/>
                  </a:lnTo>
                  <a:close/>
                </a:path>
                <a:path w="463550" h="457200">
                  <a:moveTo>
                    <a:pt x="17780" y="448310"/>
                  </a:moveTo>
                  <a:lnTo>
                    <a:pt x="7620" y="448310"/>
                  </a:lnTo>
                  <a:lnTo>
                    <a:pt x="6350" y="449580"/>
                  </a:lnTo>
                  <a:lnTo>
                    <a:pt x="16510" y="449580"/>
                  </a:lnTo>
                  <a:lnTo>
                    <a:pt x="17780" y="448310"/>
                  </a:lnTo>
                  <a:close/>
                </a:path>
                <a:path w="463550" h="457200">
                  <a:moveTo>
                    <a:pt x="21590" y="444500"/>
                  </a:moveTo>
                  <a:lnTo>
                    <a:pt x="11430" y="444500"/>
                  </a:lnTo>
                  <a:lnTo>
                    <a:pt x="8890" y="447040"/>
                  </a:lnTo>
                  <a:lnTo>
                    <a:pt x="19050" y="447040"/>
                  </a:lnTo>
                  <a:lnTo>
                    <a:pt x="21590" y="444500"/>
                  </a:lnTo>
                  <a:close/>
                </a:path>
                <a:path w="463550" h="457200">
                  <a:moveTo>
                    <a:pt x="24130" y="441960"/>
                  </a:moveTo>
                  <a:lnTo>
                    <a:pt x="13970" y="441960"/>
                  </a:lnTo>
                  <a:lnTo>
                    <a:pt x="12700" y="443230"/>
                  </a:lnTo>
                  <a:lnTo>
                    <a:pt x="22860" y="443230"/>
                  </a:lnTo>
                  <a:lnTo>
                    <a:pt x="24130" y="441960"/>
                  </a:lnTo>
                  <a:close/>
                </a:path>
                <a:path w="463550" h="457200">
                  <a:moveTo>
                    <a:pt x="27940" y="438150"/>
                  </a:moveTo>
                  <a:lnTo>
                    <a:pt x="17780" y="438150"/>
                  </a:lnTo>
                  <a:lnTo>
                    <a:pt x="15240" y="440690"/>
                  </a:lnTo>
                  <a:lnTo>
                    <a:pt x="25400" y="440690"/>
                  </a:lnTo>
                  <a:lnTo>
                    <a:pt x="27940" y="438150"/>
                  </a:lnTo>
                  <a:close/>
                </a:path>
                <a:path w="463550" h="457200">
                  <a:moveTo>
                    <a:pt x="30480" y="435610"/>
                  </a:moveTo>
                  <a:lnTo>
                    <a:pt x="20320" y="435610"/>
                  </a:lnTo>
                  <a:lnTo>
                    <a:pt x="19050" y="436880"/>
                  </a:lnTo>
                  <a:lnTo>
                    <a:pt x="29210" y="436880"/>
                  </a:lnTo>
                  <a:lnTo>
                    <a:pt x="30480" y="435610"/>
                  </a:lnTo>
                  <a:close/>
                </a:path>
                <a:path w="463550" h="457200">
                  <a:moveTo>
                    <a:pt x="34290" y="431800"/>
                  </a:moveTo>
                  <a:lnTo>
                    <a:pt x="24130" y="431800"/>
                  </a:lnTo>
                  <a:lnTo>
                    <a:pt x="21590" y="434340"/>
                  </a:lnTo>
                  <a:lnTo>
                    <a:pt x="31750" y="434340"/>
                  </a:lnTo>
                  <a:lnTo>
                    <a:pt x="34290" y="431800"/>
                  </a:lnTo>
                  <a:close/>
                </a:path>
                <a:path w="463550" h="457200">
                  <a:moveTo>
                    <a:pt x="36830" y="429260"/>
                  </a:moveTo>
                  <a:lnTo>
                    <a:pt x="26670" y="429260"/>
                  </a:lnTo>
                  <a:lnTo>
                    <a:pt x="25400" y="430530"/>
                  </a:lnTo>
                  <a:lnTo>
                    <a:pt x="35560" y="430530"/>
                  </a:lnTo>
                  <a:lnTo>
                    <a:pt x="36830" y="429260"/>
                  </a:lnTo>
                  <a:close/>
                </a:path>
                <a:path w="463550" h="457200">
                  <a:moveTo>
                    <a:pt x="40640" y="425450"/>
                  </a:moveTo>
                  <a:lnTo>
                    <a:pt x="30480" y="425450"/>
                  </a:lnTo>
                  <a:lnTo>
                    <a:pt x="27940" y="427990"/>
                  </a:lnTo>
                  <a:lnTo>
                    <a:pt x="38100" y="427990"/>
                  </a:lnTo>
                  <a:lnTo>
                    <a:pt x="40640" y="425450"/>
                  </a:lnTo>
                  <a:close/>
                </a:path>
                <a:path w="463550" h="457200">
                  <a:moveTo>
                    <a:pt x="43180" y="422910"/>
                  </a:moveTo>
                  <a:lnTo>
                    <a:pt x="33020" y="422910"/>
                  </a:lnTo>
                  <a:lnTo>
                    <a:pt x="31750" y="424180"/>
                  </a:lnTo>
                  <a:lnTo>
                    <a:pt x="41910" y="424180"/>
                  </a:lnTo>
                  <a:lnTo>
                    <a:pt x="43180" y="422910"/>
                  </a:lnTo>
                  <a:close/>
                </a:path>
                <a:path w="463550" h="457200">
                  <a:moveTo>
                    <a:pt x="46990" y="419100"/>
                  </a:moveTo>
                  <a:lnTo>
                    <a:pt x="36830" y="419100"/>
                  </a:lnTo>
                  <a:lnTo>
                    <a:pt x="34290" y="421640"/>
                  </a:lnTo>
                  <a:lnTo>
                    <a:pt x="44450" y="421640"/>
                  </a:lnTo>
                  <a:lnTo>
                    <a:pt x="46990" y="419100"/>
                  </a:lnTo>
                  <a:close/>
                </a:path>
                <a:path w="463550" h="457200">
                  <a:moveTo>
                    <a:pt x="49530" y="416560"/>
                  </a:moveTo>
                  <a:lnTo>
                    <a:pt x="39370" y="416560"/>
                  </a:lnTo>
                  <a:lnTo>
                    <a:pt x="38100" y="417830"/>
                  </a:lnTo>
                  <a:lnTo>
                    <a:pt x="48260" y="417830"/>
                  </a:lnTo>
                  <a:lnTo>
                    <a:pt x="49530" y="416560"/>
                  </a:lnTo>
                  <a:close/>
                </a:path>
                <a:path w="463550" h="457200">
                  <a:moveTo>
                    <a:pt x="53340" y="412750"/>
                  </a:moveTo>
                  <a:lnTo>
                    <a:pt x="43180" y="412750"/>
                  </a:lnTo>
                  <a:lnTo>
                    <a:pt x="40640" y="415290"/>
                  </a:lnTo>
                  <a:lnTo>
                    <a:pt x="50800" y="415290"/>
                  </a:lnTo>
                  <a:lnTo>
                    <a:pt x="53340" y="412750"/>
                  </a:lnTo>
                  <a:close/>
                </a:path>
                <a:path w="463550" h="457200">
                  <a:moveTo>
                    <a:pt x="55880" y="410210"/>
                  </a:moveTo>
                  <a:lnTo>
                    <a:pt x="45720" y="410210"/>
                  </a:lnTo>
                  <a:lnTo>
                    <a:pt x="44450" y="411480"/>
                  </a:lnTo>
                  <a:lnTo>
                    <a:pt x="54610" y="411480"/>
                  </a:lnTo>
                  <a:lnTo>
                    <a:pt x="55880" y="410210"/>
                  </a:lnTo>
                  <a:close/>
                </a:path>
                <a:path w="463550" h="457200">
                  <a:moveTo>
                    <a:pt x="59690" y="406400"/>
                  </a:moveTo>
                  <a:lnTo>
                    <a:pt x="49530" y="406400"/>
                  </a:lnTo>
                  <a:lnTo>
                    <a:pt x="46990" y="408940"/>
                  </a:lnTo>
                  <a:lnTo>
                    <a:pt x="57150" y="408940"/>
                  </a:lnTo>
                  <a:lnTo>
                    <a:pt x="59690" y="406400"/>
                  </a:lnTo>
                  <a:close/>
                </a:path>
                <a:path w="463550" h="457200">
                  <a:moveTo>
                    <a:pt x="62230" y="403860"/>
                  </a:moveTo>
                  <a:lnTo>
                    <a:pt x="52070" y="403860"/>
                  </a:lnTo>
                  <a:lnTo>
                    <a:pt x="50800" y="405130"/>
                  </a:lnTo>
                  <a:lnTo>
                    <a:pt x="60960" y="405130"/>
                  </a:lnTo>
                  <a:lnTo>
                    <a:pt x="62230" y="403860"/>
                  </a:lnTo>
                  <a:close/>
                </a:path>
                <a:path w="463550" h="457200">
                  <a:moveTo>
                    <a:pt x="66040" y="400050"/>
                  </a:moveTo>
                  <a:lnTo>
                    <a:pt x="55880" y="400050"/>
                  </a:lnTo>
                  <a:lnTo>
                    <a:pt x="53340" y="402590"/>
                  </a:lnTo>
                  <a:lnTo>
                    <a:pt x="63500" y="402590"/>
                  </a:lnTo>
                  <a:lnTo>
                    <a:pt x="66040" y="400050"/>
                  </a:lnTo>
                  <a:close/>
                </a:path>
                <a:path w="463550" h="457200">
                  <a:moveTo>
                    <a:pt x="68580" y="397510"/>
                  </a:moveTo>
                  <a:lnTo>
                    <a:pt x="58420" y="397510"/>
                  </a:lnTo>
                  <a:lnTo>
                    <a:pt x="57150" y="398780"/>
                  </a:lnTo>
                  <a:lnTo>
                    <a:pt x="67310" y="398780"/>
                  </a:lnTo>
                  <a:lnTo>
                    <a:pt x="68580" y="397510"/>
                  </a:lnTo>
                  <a:close/>
                </a:path>
                <a:path w="463550" h="457200">
                  <a:moveTo>
                    <a:pt x="72390" y="393700"/>
                  </a:moveTo>
                  <a:lnTo>
                    <a:pt x="62230" y="393700"/>
                  </a:lnTo>
                  <a:lnTo>
                    <a:pt x="59690" y="396240"/>
                  </a:lnTo>
                  <a:lnTo>
                    <a:pt x="69850" y="396240"/>
                  </a:lnTo>
                  <a:lnTo>
                    <a:pt x="72390" y="393700"/>
                  </a:lnTo>
                  <a:close/>
                </a:path>
                <a:path w="463550" h="457200">
                  <a:moveTo>
                    <a:pt x="74930" y="391160"/>
                  </a:moveTo>
                  <a:lnTo>
                    <a:pt x="64770" y="391160"/>
                  </a:lnTo>
                  <a:lnTo>
                    <a:pt x="63500" y="392430"/>
                  </a:lnTo>
                  <a:lnTo>
                    <a:pt x="73660" y="392430"/>
                  </a:lnTo>
                  <a:lnTo>
                    <a:pt x="74930" y="391160"/>
                  </a:lnTo>
                  <a:close/>
                </a:path>
                <a:path w="463550" h="457200">
                  <a:moveTo>
                    <a:pt x="78740" y="387350"/>
                  </a:moveTo>
                  <a:lnTo>
                    <a:pt x="68580" y="387350"/>
                  </a:lnTo>
                  <a:lnTo>
                    <a:pt x="66040" y="389890"/>
                  </a:lnTo>
                  <a:lnTo>
                    <a:pt x="76200" y="389890"/>
                  </a:lnTo>
                  <a:lnTo>
                    <a:pt x="78740" y="387350"/>
                  </a:lnTo>
                  <a:close/>
                </a:path>
                <a:path w="463550" h="457200">
                  <a:moveTo>
                    <a:pt x="81280" y="384810"/>
                  </a:moveTo>
                  <a:lnTo>
                    <a:pt x="71120" y="384810"/>
                  </a:lnTo>
                  <a:lnTo>
                    <a:pt x="69850" y="386080"/>
                  </a:lnTo>
                  <a:lnTo>
                    <a:pt x="80010" y="386080"/>
                  </a:lnTo>
                  <a:lnTo>
                    <a:pt x="81280" y="384810"/>
                  </a:lnTo>
                  <a:close/>
                </a:path>
                <a:path w="463550" h="457200">
                  <a:moveTo>
                    <a:pt x="85090" y="381000"/>
                  </a:moveTo>
                  <a:lnTo>
                    <a:pt x="74930" y="381000"/>
                  </a:lnTo>
                  <a:lnTo>
                    <a:pt x="72390" y="383540"/>
                  </a:lnTo>
                  <a:lnTo>
                    <a:pt x="82550" y="383540"/>
                  </a:lnTo>
                  <a:lnTo>
                    <a:pt x="85090" y="381000"/>
                  </a:lnTo>
                  <a:close/>
                </a:path>
                <a:path w="463550" h="457200">
                  <a:moveTo>
                    <a:pt x="87630" y="378460"/>
                  </a:moveTo>
                  <a:lnTo>
                    <a:pt x="77470" y="378460"/>
                  </a:lnTo>
                  <a:lnTo>
                    <a:pt x="76200" y="379730"/>
                  </a:lnTo>
                  <a:lnTo>
                    <a:pt x="86360" y="379730"/>
                  </a:lnTo>
                  <a:lnTo>
                    <a:pt x="87630" y="378460"/>
                  </a:lnTo>
                  <a:close/>
                </a:path>
                <a:path w="463550" h="457200">
                  <a:moveTo>
                    <a:pt x="91440" y="374650"/>
                  </a:moveTo>
                  <a:lnTo>
                    <a:pt x="81280" y="374650"/>
                  </a:lnTo>
                  <a:lnTo>
                    <a:pt x="78740" y="377190"/>
                  </a:lnTo>
                  <a:lnTo>
                    <a:pt x="88900" y="377190"/>
                  </a:lnTo>
                  <a:lnTo>
                    <a:pt x="91440" y="374650"/>
                  </a:lnTo>
                  <a:close/>
                </a:path>
                <a:path w="463550" h="457200">
                  <a:moveTo>
                    <a:pt x="93980" y="372110"/>
                  </a:moveTo>
                  <a:lnTo>
                    <a:pt x="83820" y="372110"/>
                  </a:lnTo>
                  <a:lnTo>
                    <a:pt x="82550" y="373380"/>
                  </a:lnTo>
                  <a:lnTo>
                    <a:pt x="92710" y="373380"/>
                  </a:lnTo>
                  <a:lnTo>
                    <a:pt x="93980" y="372110"/>
                  </a:lnTo>
                  <a:close/>
                </a:path>
                <a:path w="463550" h="457200">
                  <a:moveTo>
                    <a:pt x="97790" y="368300"/>
                  </a:moveTo>
                  <a:lnTo>
                    <a:pt x="87630" y="368300"/>
                  </a:lnTo>
                  <a:lnTo>
                    <a:pt x="85090" y="370840"/>
                  </a:lnTo>
                  <a:lnTo>
                    <a:pt x="95250" y="370840"/>
                  </a:lnTo>
                  <a:lnTo>
                    <a:pt x="97790" y="368300"/>
                  </a:lnTo>
                  <a:close/>
                </a:path>
                <a:path w="463550" h="457200">
                  <a:moveTo>
                    <a:pt x="100330" y="365760"/>
                  </a:moveTo>
                  <a:lnTo>
                    <a:pt x="90170" y="365760"/>
                  </a:lnTo>
                  <a:lnTo>
                    <a:pt x="88900" y="367030"/>
                  </a:lnTo>
                  <a:lnTo>
                    <a:pt x="99060" y="367030"/>
                  </a:lnTo>
                  <a:lnTo>
                    <a:pt x="100330" y="365760"/>
                  </a:lnTo>
                  <a:close/>
                </a:path>
                <a:path w="463550" h="457200">
                  <a:moveTo>
                    <a:pt x="104140" y="361950"/>
                  </a:moveTo>
                  <a:lnTo>
                    <a:pt x="93980" y="361950"/>
                  </a:lnTo>
                  <a:lnTo>
                    <a:pt x="91440" y="364490"/>
                  </a:lnTo>
                  <a:lnTo>
                    <a:pt x="101600" y="364490"/>
                  </a:lnTo>
                  <a:lnTo>
                    <a:pt x="104140" y="361950"/>
                  </a:lnTo>
                  <a:close/>
                </a:path>
                <a:path w="463550" h="457200">
                  <a:moveTo>
                    <a:pt x="106680" y="359410"/>
                  </a:moveTo>
                  <a:lnTo>
                    <a:pt x="96520" y="359410"/>
                  </a:lnTo>
                  <a:lnTo>
                    <a:pt x="95250" y="360680"/>
                  </a:lnTo>
                  <a:lnTo>
                    <a:pt x="105410" y="360680"/>
                  </a:lnTo>
                  <a:lnTo>
                    <a:pt x="106680" y="359410"/>
                  </a:lnTo>
                  <a:close/>
                </a:path>
                <a:path w="463550" h="457200">
                  <a:moveTo>
                    <a:pt x="110490" y="355600"/>
                  </a:moveTo>
                  <a:lnTo>
                    <a:pt x="100330" y="355600"/>
                  </a:lnTo>
                  <a:lnTo>
                    <a:pt x="97790" y="358140"/>
                  </a:lnTo>
                  <a:lnTo>
                    <a:pt x="107950" y="358140"/>
                  </a:lnTo>
                  <a:lnTo>
                    <a:pt x="110490" y="355600"/>
                  </a:lnTo>
                  <a:close/>
                </a:path>
                <a:path w="463550" h="457200">
                  <a:moveTo>
                    <a:pt x="113030" y="353060"/>
                  </a:moveTo>
                  <a:lnTo>
                    <a:pt x="102870" y="353060"/>
                  </a:lnTo>
                  <a:lnTo>
                    <a:pt x="101600" y="354330"/>
                  </a:lnTo>
                  <a:lnTo>
                    <a:pt x="111760" y="354330"/>
                  </a:lnTo>
                  <a:lnTo>
                    <a:pt x="113030" y="353060"/>
                  </a:lnTo>
                  <a:close/>
                </a:path>
                <a:path w="463550" h="457200">
                  <a:moveTo>
                    <a:pt x="116840" y="349250"/>
                  </a:moveTo>
                  <a:lnTo>
                    <a:pt x="106680" y="349250"/>
                  </a:lnTo>
                  <a:lnTo>
                    <a:pt x="104140" y="351790"/>
                  </a:lnTo>
                  <a:lnTo>
                    <a:pt x="114300" y="351790"/>
                  </a:lnTo>
                  <a:lnTo>
                    <a:pt x="116840" y="349250"/>
                  </a:lnTo>
                  <a:close/>
                </a:path>
                <a:path w="463550" h="457200">
                  <a:moveTo>
                    <a:pt x="119380" y="346710"/>
                  </a:moveTo>
                  <a:lnTo>
                    <a:pt x="109220" y="346710"/>
                  </a:lnTo>
                  <a:lnTo>
                    <a:pt x="107950" y="347980"/>
                  </a:lnTo>
                  <a:lnTo>
                    <a:pt x="118110" y="347980"/>
                  </a:lnTo>
                  <a:lnTo>
                    <a:pt x="119380" y="346710"/>
                  </a:lnTo>
                  <a:close/>
                </a:path>
                <a:path w="463550" h="457200">
                  <a:moveTo>
                    <a:pt x="123190" y="342900"/>
                  </a:moveTo>
                  <a:lnTo>
                    <a:pt x="113030" y="342900"/>
                  </a:lnTo>
                  <a:lnTo>
                    <a:pt x="110490" y="345440"/>
                  </a:lnTo>
                  <a:lnTo>
                    <a:pt x="120650" y="345440"/>
                  </a:lnTo>
                  <a:lnTo>
                    <a:pt x="123190" y="342900"/>
                  </a:lnTo>
                  <a:close/>
                </a:path>
                <a:path w="463550" h="457200">
                  <a:moveTo>
                    <a:pt x="125730" y="340360"/>
                  </a:moveTo>
                  <a:lnTo>
                    <a:pt x="115570" y="340360"/>
                  </a:lnTo>
                  <a:lnTo>
                    <a:pt x="114300" y="341630"/>
                  </a:lnTo>
                  <a:lnTo>
                    <a:pt x="124460" y="341630"/>
                  </a:lnTo>
                  <a:lnTo>
                    <a:pt x="125730" y="340360"/>
                  </a:lnTo>
                  <a:close/>
                </a:path>
                <a:path w="463550" h="457200">
                  <a:moveTo>
                    <a:pt x="129540" y="336550"/>
                  </a:moveTo>
                  <a:lnTo>
                    <a:pt x="119380" y="336550"/>
                  </a:lnTo>
                  <a:lnTo>
                    <a:pt x="116840" y="339090"/>
                  </a:lnTo>
                  <a:lnTo>
                    <a:pt x="127000" y="339090"/>
                  </a:lnTo>
                  <a:lnTo>
                    <a:pt x="129540" y="336550"/>
                  </a:lnTo>
                  <a:close/>
                </a:path>
                <a:path w="463550" h="457200">
                  <a:moveTo>
                    <a:pt x="132080" y="334010"/>
                  </a:moveTo>
                  <a:lnTo>
                    <a:pt x="121920" y="334010"/>
                  </a:lnTo>
                  <a:lnTo>
                    <a:pt x="120650" y="335280"/>
                  </a:lnTo>
                  <a:lnTo>
                    <a:pt x="130810" y="335280"/>
                  </a:lnTo>
                  <a:lnTo>
                    <a:pt x="132080" y="334010"/>
                  </a:lnTo>
                  <a:close/>
                </a:path>
                <a:path w="463550" h="457200">
                  <a:moveTo>
                    <a:pt x="135890" y="330200"/>
                  </a:moveTo>
                  <a:lnTo>
                    <a:pt x="125730" y="330200"/>
                  </a:lnTo>
                  <a:lnTo>
                    <a:pt x="123190" y="332740"/>
                  </a:lnTo>
                  <a:lnTo>
                    <a:pt x="133350" y="332740"/>
                  </a:lnTo>
                  <a:lnTo>
                    <a:pt x="135890" y="330200"/>
                  </a:lnTo>
                  <a:close/>
                </a:path>
                <a:path w="463550" h="457200">
                  <a:moveTo>
                    <a:pt x="138430" y="327660"/>
                  </a:moveTo>
                  <a:lnTo>
                    <a:pt x="128270" y="327660"/>
                  </a:lnTo>
                  <a:lnTo>
                    <a:pt x="127000" y="328930"/>
                  </a:lnTo>
                  <a:lnTo>
                    <a:pt x="137160" y="328930"/>
                  </a:lnTo>
                  <a:lnTo>
                    <a:pt x="138430" y="327660"/>
                  </a:lnTo>
                  <a:close/>
                </a:path>
                <a:path w="463550" h="457200">
                  <a:moveTo>
                    <a:pt x="151130" y="314960"/>
                  </a:moveTo>
                  <a:lnTo>
                    <a:pt x="140970" y="314960"/>
                  </a:lnTo>
                  <a:lnTo>
                    <a:pt x="129540" y="326390"/>
                  </a:lnTo>
                  <a:lnTo>
                    <a:pt x="139700" y="326390"/>
                  </a:lnTo>
                  <a:lnTo>
                    <a:pt x="151130" y="314960"/>
                  </a:lnTo>
                  <a:close/>
                </a:path>
                <a:path w="463550" h="457200">
                  <a:moveTo>
                    <a:pt x="163830" y="302260"/>
                  </a:moveTo>
                  <a:lnTo>
                    <a:pt x="153670" y="302260"/>
                  </a:lnTo>
                  <a:lnTo>
                    <a:pt x="142240" y="313690"/>
                  </a:lnTo>
                  <a:lnTo>
                    <a:pt x="152400" y="313690"/>
                  </a:lnTo>
                  <a:lnTo>
                    <a:pt x="163830" y="302260"/>
                  </a:lnTo>
                  <a:close/>
                </a:path>
                <a:path w="463550" h="457200">
                  <a:moveTo>
                    <a:pt x="167640" y="298450"/>
                  </a:moveTo>
                  <a:lnTo>
                    <a:pt x="157480" y="298450"/>
                  </a:lnTo>
                  <a:lnTo>
                    <a:pt x="154939" y="300990"/>
                  </a:lnTo>
                  <a:lnTo>
                    <a:pt x="165100" y="300990"/>
                  </a:lnTo>
                  <a:lnTo>
                    <a:pt x="167640" y="298450"/>
                  </a:lnTo>
                  <a:close/>
                </a:path>
                <a:path w="463550" h="457200">
                  <a:moveTo>
                    <a:pt x="170180" y="295910"/>
                  </a:moveTo>
                  <a:lnTo>
                    <a:pt x="160020" y="295910"/>
                  </a:lnTo>
                  <a:lnTo>
                    <a:pt x="158750" y="297180"/>
                  </a:lnTo>
                  <a:lnTo>
                    <a:pt x="168910" y="297180"/>
                  </a:lnTo>
                  <a:lnTo>
                    <a:pt x="170180" y="295910"/>
                  </a:lnTo>
                  <a:close/>
                </a:path>
                <a:path w="463550" h="457200">
                  <a:moveTo>
                    <a:pt x="173990" y="292100"/>
                  </a:moveTo>
                  <a:lnTo>
                    <a:pt x="163830" y="292100"/>
                  </a:lnTo>
                  <a:lnTo>
                    <a:pt x="161290" y="294640"/>
                  </a:lnTo>
                  <a:lnTo>
                    <a:pt x="171450" y="294640"/>
                  </a:lnTo>
                  <a:lnTo>
                    <a:pt x="173990" y="292100"/>
                  </a:lnTo>
                  <a:close/>
                </a:path>
                <a:path w="463550" h="457200">
                  <a:moveTo>
                    <a:pt x="186690" y="279400"/>
                  </a:moveTo>
                  <a:lnTo>
                    <a:pt x="176530" y="279400"/>
                  </a:lnTo>
                  <a:lnTo>
                    <a:pt x="165100" y="290830"/>
                  </a:lnTo>
                  <a:lnTo>
                    <a:pt x="175260" y="290830"/>
                  </a:lnTo>
                  <a:lnTo>
                    <a:pt x="186690" y="279400"/>
                  </a:lnTo>
                  <a:close/>
                </a:path>
                <a:path w="463550" h="457200">
                  <a:moveTo>
                    <a:pt x="195580" y="270510"/>
                  </a:moveTo>
                  <a:lnTo>
                    <a:pt x="185420" y="270510"/>
                  </a:lnTo>
                  <a:lnTo>
                    <a:pt x="177800" y="278130"/>
                  </a:lnTo>
                  <a:lnTo>
                    <a:pt x="187960" y="278130"/>
                  </a:lnTo>
                  <a:lnTo>
                    <a:pt x="195580" y="270510"/>
                  </a:lnTo>
                  <a:close/>
                </a:path>
                <a:path w="463550" h="457200">
                  <a:moveTo>
                    <a:pt x="212090" y="254000"/>
                  </a:moveTo>
                  <a:lnTo>
                    <a:pt x="201930" y="254000"/>
                  </a:lnTo>
                  <a:lnTo>
                    <a:pt x="186690" y="269240"/>
                  </a:lnTo>
                  <a:lnTo>
                    <a:pt x="196850" y="269240"/>
                  </a:lnTo>
                  <a:lnTo>
                    <a:pt x="212090" y="254000"/>
                  </a:lnTo>
                  <a:close/>
                </a:path>
                <a:path w="463550" h="457200">
                  <a:moveTo>
                    <a:pt x="217170" y="248920"/>
                  </a:moveTo>
                  <a:lnTo>
                    <a:pt x="207010" y="248920"/>
                  </a:lnTo>
                  <a:lnTo>
                    <a:pt x="203200" y="252730"/>
                  </a:lnTo>
                  <a:lnTo>
                    <a:pt x="213360" y="252730"/>
                  </a:lnTo>
                  <a:lnTo>
                    <a:pt x="217170" y="248920"/>
                  </a:lnTo>
                  <a:close/>
                </a:path>
              </a:pathLst>
            </a:custGeom>
            <a:solidFill>
              <a:srgbClr val="994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47">
              <a:extLst>
                <a:ext uri="{FF2B5EF4-FFF2-40B4-BE49-F238E27FC236}">
                  <a16:creationId xmlns:a16="http://schemas.microsoft.com/office/drawing/2014/main" id="{D9D80F84-E51A-8C98-AF93-6F647F3953B7}"/>
                </a:ext>
              </a:extLst>
            </p:cNvPr>
            <p:cNvSpPr/>
            <p:nvPr/>
          </p:nvSpPr>
          <p:spPr>
            <a:xfrm>
              <a:off x="2703830" y="2611119"/>
              <a:ext cx="461009" cy="458470"/>
            </a:xfrm>
            <a:custGeom>
              <a:avLst/>
              <a:gdLst/>
              <a:ahLst/>
              <a:cxnLst/>
              <a:rect l="l" t="t" r="r" b="b"/>
              <a:pathLst>
                <a:path w="461010" h="458469">
                  <a:moveTo>
                    <a:pt x="302259" y="162560"/>
                  </a:moveTo>
                  <a:lnTo>
                    <a:pt x="292100" y="162560"/>
                  </a:lnTo>
                  <a:lnTo>
                    <a:pt x="285750" y="168910"/>
                  </a:lnTo>
                  <a:lnTo>
                    <a:pt x="295909" y="168910"/>
                  </a:lnTo>
                  <a:lnTo>
                    <a:pt x="302259" y="162560"/>
                  </a:lnTo>
                  <a:close/>
                </a:path>
                <a:path w="461010" h="458469">
                  <a:moveTo>
                    <a:pt x="304799" y="160020"/>
                  </a:moveTo>
                  <a:lnTo>
                    <a:pt x="294640" y="160020"/>
                  </a:lnTo>
                  <a:lnTo>
                    <a:pt x="293370" y="161289"/>
                  </a:lnTo>
                  <a:lnTo>
                    <a:pt x="303530" y="161289"/>
                  </a:lnTo>
                  <a:lnTo>
                    <a:pt x="304799" y="160020"/>
                  </a:lnTo>
                  <a:close/>
                </a:path>
                <a:path w="461010" h="458469">
                  <a:moveTo>
                    <a:pt x="308609" y="156210"/>
                  </a:moveTo>
                  <a:lnTo>
                    <a:pt x="298450" y="156210"/>
                  </a:lnTo>
                  <a:lnTo>
                    <a:pt x="295910" y="158750"/>
                  </a:lnTo>
                  <a:lnTo>
                    <a:pt x="306069" y="158750"/>
                  </a:lnTo>
                  <a:lnTo>
                    <a:pt x="308609" y="156210"/>
                  </a:lnTo>
                  <a:close/>
                </a:path>
                <a:path w="461010" h="458469">
                  <a:moveTo>
                    <a:pt x="311149" y="153670"/>
                  </a:moveTo>
                  <a:lnTo>
                    <a:pt x="300990" y="153670"/>
                  </a:lnTo>
                  <a:lnTo>
                    <a:pt x="299720" y="154939"/>
                  </a:lnTo>
                  <a:lnTo>
                    <a:pt x="309880" y="154939"/>
                  </a:lnTo>
                  <a:lnTo>
                    <a:pt x="311149" y="153670"/>
                  </a:lnTo>
                  <a:close/>
                </a:path>
                <a:path w="461010" h="458469">
                  <a:moveTo>
                    <a:pt x="314959" y="149860"/>
                  </a:moveTo>
                  <a:lnTo>
                    <a:pt x="304800" y="149860"/>
                  </a:lnTo>
                  <a:lnTo>
                    <a:pt x="302260" y="152400"/>
                  </a:lnTo>
                  <a:lnTo>
                    <a:pt x="312419" y="152400"/>
                  </a:lnTo>
                  <a:lnTo>
                    <a:pt x="314959" y="149860"/>
                  </a:lnTo>
                  <a:close/>
                </a:path>
                <a:path w="461010" h="458469">
                  <a:moveTo>
                    <a:pt x="317499" y="147320"/>
                  </a:moveTo>
                  <a:lnTo>
                    <a:pt x="307340" y="147320"/>
                  </a:lnTo>
                  <a:lnTo>
                    <a:pt x="306070" y="148589"/>
                  </a:lnTo>
                  <a:lnTo>
                    <a:pt x="316230" y="148589"/>
                  </a:lnTo>
                  <a:lnTo>
                    <a:pt x="317499" y="147320"/>
                  </a:lnTo>
                  <a:close/>
                </a:path>
                <a:path w="461010" h="458469">
                  <a:moveTo>
                    <a:pt x="330199" y="134620"/>
                  </a:moveTo>
                  <a:lnTo>
                    <a:pt x="320040" y="134620"/>
                  </a:lnTo>
                  <a:lnTo>
                    <a:pt x="308610" y="146050"/>
                  </a:lnTo>
                  <a:lnTo>
                    <a:pt x="318769" y="146050"/>
                  </a:lnTo>
                  <a:lnTo>
                    <a:pt x="330199" y="134620"/>
                  </a:lnTo>
                  <a:close/>
                </a:path>
                <a:path w="461010" h="458469">
                  <a:moveTo>
                    <a:pt x="342899" y="121920"/>
                  </a:moveTo>
                  <a:lnTo>
                    <a:pt x="332740" y="121920"/>
                  </a:lnTo>
                  <a:lnTo>
                    <a:pt x="321310" y="133350"/>
                  </a:lnTo>
                  <a:lnTo>
                    <a:pt x="331469" y="133350"/>
                  </a:lnTo>
                  <a:lnTo>
                    <a:pt x="342899" y="121920"/>
                  </a:lnTo>
                  <a:close/>
                </a:path>
                <a:path w="461010" h="458469">
                  <a:moveTo>
                    <a:pt x="346709" y="118110"/>
                  </a:moveTo>
                  <a:lnTo>
                    <a:pt x="336550" y="118110"/>
                  </a:lnTo>
                  <a:lnTo>
                    <a:pt x="334010" y="120650"/>
                  </a:lnTo>
                  <a:lnTo>
                    <a:pt x="344169" y="120650"/>
                  </a:lnTo>
                  <a:lnTo>
                    <a:pt x="346709" y="118110"/>
                  </a:lnTo>
                  <a:close/>
                </a:path>
                <a:path w="461010" h="458469">
                  <a:moveTo>
                    <a:pt x="349249" y="115570"/>
                  </a:moveTo>
                  <a:lnTo>
                    <a:pt x="339090" y="115570"/>
                  </a:lnTo>
                  <a:lnTo>
                    <a:pt x="337820" y="116839"/>
                  </a:lnTo>
                  <a:lnTo>
                    <a:pt x="347980" y="116839"/>
                  </a:lnTo>
                  <a:lnTo>
                    <a:pt x="349249" y="115570"/>
                  </a:lnTo>
                  <a:close/>
                </a:path>
                <a:path w="461010" h="458469">
                  <a:moveTo>
                    <a:pt x="353059" y="111760"/>
                  </a:moveTo>
                  <a:lnTo>
                    <a:pt x="342900" y="111760"/>
                  </a:lnTo>
                  <a:lnTo>
                    <a:pt x="340360" y="114300"/>
                  </a:lnTo>
                  <a:lnTo>
                    <a:pt x="350519" y="114300"/>
                  </a:lnTo>
                  <a:lnTo>
                    <a:pt x="353059" y="111760"/>
                  </a:lnTo>
                  <a:close/>
                </a:path>
                <a:path w="461010" h="458469">
                  <a:moveTo>
                    <a:pt x="355599" y="109220"/>
                  </a:moveTo>
                  <a:lnTo>
                    <a:pt x="345440" y="109220"/>
                  </a:lnTo>
                  <a:lnTo>
                    <a:pt x="344170" y="110489"/>
                  </a:lnTo>
                  <a:lnTo>
                    <a:pt x="354330" y="110489"/>
                  </a:lnTo>
                  <a:lnTo>
                    <a:pt x="355599" y="109220"/>
                  </a:lnTo>
                  <a:close/>
                </a:path>
                <a:path w="461010" h="458469">
                  <a:moveTo>
                    <a:pt x="359409" y="105410"/>
                  </a:moveTo>
                  <a:lnTo>
                    <a:pt x="349250" y="105410"/>
                  </a:lnTo>
                  <a:lnTo>
                    <a:pt x="346710" y="107950"/>
                  </a:lnTo>
                  <a:lnTo>
                    <a:pt x="356869" y="107950"/>
                  </a:lnTo>
                  <a:lnTo>
                    <a:pt x="359409" y="105410"/>
                  </a:lnTo>
                  <a:close/>
                </a:path>
                <a:path w="461010" h="458469">
                  <a:moveTo>
                    <a:pt x="361949" y="102870"/>
                  </a:moveTo>
                  <a:lnTo>
                    <a:pt x="351790" y="102870"/>
                  </a:lnTo>
                  <a:lnTo>
                    <a:pt x="350520" y="104139"/>
                  </a:lnTo>
                  <a:lnTo>
                    <a:pt x="360680" y="104139"/>
                  </a:lnTo>
                  <a:lnTo>
                    <a:pt x="361949" y="102870"/>
                  </a:lnTo>
                  <a:close/>
                </a:path>
                <a:path w="461010" h="458469">
                  <a:moveTo>
                    <a:pt x="365759" y="99060"/>
                  </a:moveTo>
                  <a:lnTo>
                    <a:pt x="355600" y="99060"/>
                  </a:lnTo>
                  <a:lnTo>
                    <a:pt x="353060" y="101600"/>
                  </a:lnTo>
                  <a:lnTo>
                    <a:pt x="363219" y="101600"/>
                  </a:lnTo>
                  <a:lnTo>
                    <a:pt x="365759" y="99060"/>
                  </a:lnTo>
                  <a:close/>
                </a:path>
                <a:path w="461010" h="458469">
                  <a:moveTo>
                    <a:pt x="368299" y="96520"/>
                  </a:moveTo>
                  <a:lnTo>
                    <a:pt x="358140" y="96520"/>
                  </a:lnTo>
                  <a:lnTo>
                    <a:pt x="356870" y="97789"/>
                  </a:lnTo>
                  <a:lnTo>
                    <a:pt x="367030" y="97789"/>
                  </a:lnTo>
                  <a:lnTo>
                    <a:pt x="368299" y="96520"/>
                  </a:lnTo>
                  <a:close/>
                </a:path>
                <a:path w="461010" h="458469">
                  <a:moveTo>
                    <a:pt x="372109" y="92710"/>
                  </a:moveTo>
                  <a:lnTo>
                    <a:pt x="361950" y="92710"/>
                  </a:lnTo>
                  <a:lnTo>
                    <a:pt x="359410" y="95250"/>
                  </a:lnTo>
                  <a:lnTo>
                    <a:pt x="369569" y="95250"/>
                  </a:lnTo>
                  <a:lnTo>
                    <a:pt x="372109" y="92710"/>
                  </a:lnTo>
                  <a:close/>
                </a:path>
                <a:path w="461010" h="458469">
                  <a:moveTo>
                    <a:pt x="374649" y="90170"/>
                  </a:moveTo>
                  <a:lnTo>
                    <a:pt x="364490" y="90170"/>
                  </a:lnTo>
                  <a:lnTo>
                    <a:pt x="363220" y="91439"/>
                  </a:lnTo>
                  <a:lnTo>
                    <a:pt x="373380" y="91439"/>
                  </a:lnTo>
                  <a:lnTo>
                    <a:pt x="374649" y="90170"/>
                  </a:lnTo>
                  <a:close/>
                </a:path>
                <a:path w="461010" h="458469">
                  <a:moveTo>
                    <a:pt x="378459" y="86360"/>
                  </a:moveTo>
                  <a:lnTo>
                    <a:pt x="368300" y="86360"/>
                  </a:lnTo>
                  <a:lnTo>
                    <a:pt x="365760" y="88900"/>
                  </a:lnTo>
                  <a:lnTo>
                    <a:pt x="375919" y="88900"/>
                  </a:lnTo>
                  <a:lnTo>
                    <a:pt x="378459" y="86360"/>
                  </a:lnTo>
                  <a:close/>
                </a:path>
                <a:path w="461010" h="458469">
                  <a:moveTo>
                    <a:pt x="380999" y="83820"/>
                  </a:moveTo>
                  <a:lnTo>
                    <a:pt x="370840" y="83820"/>
                  </a:lnTo>
                  <a:lnTo>
                    <a:pt x="369570" y="85089"/>
                  </a:lnTo>
                  <a:lnTo>
                    <a:pt x="379730" y="85089"/>
                  </a:lnTo>
                  <a:lnTo>
                    <a:pt x="380999" y="83820"/>
                  </a:lnTo>
                  <a:close/>
                </a:path>
                <a:path w="461010" h="458469">
                  <a:moveTo>
                    <a:pt x="384809" y="80010"/>
                  </a:moveTo>
                  <a:lnTo>
                    <a:pt x="374650" y="80010"/>
                  </a:lnTo>
                  <a:lnTo>
                    <a:pt x="372110" y="82550"/>
                  </a:lnTo>
                  <a:lnTo>
                    <a:pt x="382269" y="82550"/>
                  </a:lnTo>
                  <a:lnTo>
                    <a:pt x="384809" y="80010"/>
                  </a:lnTo>
                  <a:close/>
                </a:path>
                <a:path w="461010" h="458469">
                  <a:moveTo>
                    <a:pt x="387349" y="77470"/>
                  </a:moveTo>
                  <a:lnTo>
                    <a:pt x="377190" y="77470"/>
                  </a:lnTo>
                  <a:lnTo>
                    <a:pt x="375920" y="78739"/>
                  </a:lnTo>
                  <a:lnTo>
                    <a:pt x="386080" y="78739"/>
                  </a:lnTo>
                  <a:lnTo>
                    <a:pt x="387349" y="77470"/>
                  </a:lnTo>
                  <a:close/>
                </a:path>
                <a:path w="461010" h="458469">
                  <a:moveTo>
                    <a:pt x="391159" y="73660"/>
                  </a:moveTo>
                  <a:lnTo>
                    <a:pt x="381000" y="73660"/>
                  </a:lnTo>
                  <a:lnTo>
                    <a:pt x="378460" y="76200"/>
                  </a:lnTo>
                  <a:lnTo>
                    <a:pt x="388619" y="76200"/>
                  </a:lnTo>
                  <a:lnTo>
                    <a:pt x="391159" y="73660"/>
                  </a:lnTo>
                  <a:close/>
                </a:path>
                <a:path w="461010" h="458469">
                  <a:moveTo>
                    <a:pt x="393699" y="71120"/>
                  </a:moveTo>
                  <a:lnTo>
                    <a:pt x="383540" y="71120"/>
                  </a:lnTo>
                  <a:lnTo>
                    <a:pt x="382270" y="72389"/>
                  </a:lnTo>
                  <a:lnTo>
                    <a:pt x="392430" y="72389"/>
                  </a:lnTo>
                  <a:lnTo>
                    <a:pt x="393699" y="71120"/>
                  </a:lnTo>
                  <a:close/>
                </a:path>
                <a:path w="461010" h="458469">
                  <a:moveTo>
                    <a:pt x="397509" y="67310"/>
                  </a:moveTo>
                  <a:lnTo>
                    <a:pt x="387350" y="67310"/>
                  </a:lnTo>
                  <a:lnTo>
                    <a:pt x="384810" y="69850"/>
                  </a:lnTo>
                  <a:lnTo>
                    <a:pt x="394969" y="69850"/>
                  </a:lnTo>
                  <a:lnTo>
                    <a:pt x="397509" y="67310"/>
                  </a:lnTo>
                  <a:close/>
                </a:path>
                <a:path w="461010" h="458469">
                  <a:moveTo>
                    <a:pt x="400049" y="64770"/>
                  </a:moveTo>
                  <a:lnTo>
                    <a:pt x="389890" y="64770"/>
                  </a:lnTo>
                  <a:lnTo>
                    <a:pt x="388620" y="66039"/>
                  </a:lnTo>
                  <a:lnTo>
                    <a:pt x="398780" y="66039"/>
                  </a:lnTo>
                  <a:lnTo>
                    <a:pt x="400049" y="64770"/>
                  </a:lnTo>
                  <a:close/>
                </a:path>
                <a:path w="461010" h="458469">
                  <a:moveTo>
                    <a:pt x="403859" y="60960"/>
                  </a:moveTo>
                  <a:lnTo>
                    <a:pt x="393700" y="60960"/>
                  </a:lnTo>
                  <a:lnTo>
                    <a:pt x="391160" y="63500"/>
                  </a:lnTo>
                  <a:lnTo>
                    <a:pt x="401319" y="63500"/>
                  </a:lnTo>
                  <a:lnTo>
                    <a:pt x="403859" y="60960"/>
                  </a:lnTo>
                  <a:close/>
                </a:path>
                <a:path w="461010" h="458469">
                  <a:moveTo>
                    <a:pt x="406399" y="58420"/>
                  </a:moveTo>
                  <a:lnTo>
                    <a:pt x="396240" y="58420"/>
                  </a:lnTo>
                  <a:lnTo>
                    <a:pt x="394970" y="59689"/>
                  </a:lnTo>
                  <a:lnTo>
                    <a:pt x="405130" y="59689"/>
                  </a:lnTo>
                  <a:lnTo>
                    <a:pt x="406399" y="58420"/>
                  </a:lnTo>
                  <a:close/>
                </a:path>
                <a:path w="461010" h="458469">
                  <a:moveTo>
                    <a:pt x="410209" y="54610"/>
                  </a:moveTo>
                  <a:lnTo>
                    <a:pt x="400050" y="54610"/>
                  </a:lnTo>
                  <a:lnTo>
                    <a:pt x="397510" y="57150"/>
                  </a:lnTo>
                  <a:lnTo>
                    <a:pt x="407669" y="57150"/>
                  </a:lnTo>
                  <a:lnTo>
                    <a:pt x="410209" y="54610"/>
                  </a:lnTo>
                  <a:close/>
                </a:path>
                <a:path w="461010" h="458469">
                  <a:moveTo>
                    <a:pt x="412749" y="52070"/>
                  </a:moveTo>
                  <a:lnTo>
                    <a:pt x="402590" y="52070"/>
                  </a:lnTo>
                  <a:lnTo>
                    <a:pt x="401320" y="53339"/>
                  </a:lnTo>
                  <a:lnTo>
                    <a:pt x="411480" y="53339"/>
                  </a:lnTo>
                  <a:lnTo>
                    <a:pt x="412749" y="52070"/>
                  </a:lnTo>
                  <a:close/>
                </a:path>
                <a:path w="461010" h="458469">
                  <a:moveTo>
                    <a:pt x="416559" y="48260"/>
                  </a:moveTo>
                  <a:lnTo>
                    <a:pt x="406400" y="48260"/>
                  </a:lnTo>
                  <a:lnTo>
                    <a:pt x="403860" y="50800"/>
                  </a:lnTo>
                  <a:lnTo>
                    <a:pt x="414019" y="50800"/>
                  </a:lnTo>
                  <a:lnTo>
                    <a:pt x="416559" y="48260"/>
                  </a:lnTo>
                  <a:close/>
                </a:path>
                <a:path w="461010" h="458469">
                  <a:moveTo>
                    <a:pt x="419099" y="45720"/>
                  </a:moveTo>
                  <a:lnTo>
                    <a:pt x="408940" y="45720"/>
                  </a:lnTo>
                  <a:lnTo>
                    <a:pt x="407670" y="46989"/>
                  </a:lnTo>
                  <a:lnTo>
                    <a:pt x="417830" y="46989"/>
                  </a:lnTo>
                  <a:lnTo>
                    <a:pt x="419099" y="45720"/>
                  </a:lnTo>
                  <a:close/>
                </a:path>
                <a:path w="461010" h="458469">
                  <a:moveTo>
                    <a:pt x="422909" y="41910"/>
                  </a:moveTo>
                  <a:lnTo>
                    <a:pt x="412750" y="41910"/>
                  </a:lnTo>
                  <a:lnTo>
                    <a:pt x="410210" y="44450"/>
                  </a:lnTo>
                  <a:lnTo>
                    <a:pt x="420369" y="44450"/>
                  </a:lnTo>
                  <a:lnTo>
                    <a:pt x="422909" y="41910"/>
                  </a:lnTo>
                  <a:close/>
                </a:path>
                <a:path w="461010" h="458469">
                  <a:moveTo>
                    <a:pt x="425449" y="39370"/>
                  </a:moveTo>
                  <a:lnTo>
                    <a:pt x="415290" y="39370"/>
                  </a:lnTo>
                  <a:lnTo>
                    <a:pt x="414020" y="40639"/>
                  </a:lnTo>
                  <a:lnTo>
                    <a:pt x="424180" y="40639"/>
                  </a:lnTo>
                  <a:lnTo>
                    <a:pt x="425449" y="39370"/>
                  </a:lnTo>
                  <a:close/>
                </a:path>
                <a:path w="461010" h="458469">
                  <a:moveTo>
                    <a:pt x="429259" y="35560"/>
                  </a:moveTo>
                  <a:lnTo>
                    <a:pt x="419100" y="35560"/>
                  </a:lnTo>
                  <a:lnTo>
                    <a:pt x="416560" y="38100"/>
                  </a:lnTo>
                  <a:lnTo>
                    <a:pt x="426719" y="38100"/>
                  </a:lnTo>
                  <a:lnTo>
                    <a:pt x="429259" y="35560"/>
                  </a:lnTo>
                  <a:close/>
                </a:path>
                <a:path w="461010" h="458469">
                  <a:moveTo>
                    <a:pt x="431799" y="33020"/>
                  </a:moveTo>
                  <a:lnTo>
                    <a:pt x="421640" y="33020"/>
                  </a:lnTo>
                  <a:lnTo>
                    <a:pt x="420370" y="34289"/>
                  </a:lnTo>
                  <a:lnTo>
                    <a:pt x="430530" y="34289"/>
                  </a:lnTo>
                  <a:lnTo>
                    <a:pt x="431799" y="33020"/>
                  </a:lnTo>
                  <a:close/>
                </a:path>
                <a:path w="461010" h="458469">
                  <a:moveTo>
                    <a:pt x="435609" y="29210"/>
                  </a:moveTo>
                  <a:lnTo>
                    <a:pt x="425450" y="29210"/>
                  </a:lnTo>
                  <a:lnTo>
                    <a:pt x="422910" y="31750"/>
                  </a:lnTo>
                  <a:lnTo>
                    <a:pt x="433069" y="31750"/>
                  </a:lnTo>
                  <a:lnTo>
                    <a:pt x="435609" y="29210"/>
                  </a:lnTo>
                  <a:close/>
                </a:path>
                <a:path w="461010" h="458469">
                  <a:moveTo>
                    <a:pt x="438149" y="26670"/>
                  </a:moveTo>
                  <a:lnTo>
                    <a:pt x="427990" y="26670"/>
                  </a:lnTo>
                  <a:lnTo>
                    <a:pt x="426720" y="27939"/>
                  </a:lnTo>
                  <a:lnTo>
                    <a:pt x="436880" y="27939"/>
                  </a:lnTo>
                  <a:lnTo>
                    <a:pt x="438149" y="26670"/>
                  </a:lnTo>
                  <a:close/>
                </a:path>
                <a:path w="461010" h="458469">
                  <a:moveTo>
                    <a:pt x="441959" y="22860"/>
                  </a:moveTo>
                  <a:lnTo>
                    <a:pt x="431800" y="22860"/>
                  </a:lnTo>
                  <a:lnTo>
                    <a:pt x="429260" y="25400"/>
                  </a:lnTo>
                  <a:lnTo>
                    <a:pt x="439419" y="25400"/>
                  </a:lnTo>
                  <a:lnTo>
                    <a:pt x="441959" y="22860"/>
                  </a:lnTo>
                  <a:close/>
                </a:path>
                <a:path w="461010" h="458469">
                  <a:moveTo>
                    <a:pt x="444499" y="20320"/>
                  </a:moveTo>
                  <a:lnTo>
                    <a:pt x="434340" y="20320"/>
                  </a:lnTo>
                  <a:lnTo>
                    <a:pt x="433070" y="21589"/>
                  </a:lnTo>
                  <a:lnTo>
                    <a:pt x="443230" y="21589"/>
                  </a:lnTo>
                  <a:lnTo>
                    <a:pt x="444499" y="20320"/>
                  </a:lnTo>
                  <a:close/>
                </a:path>
                <a:path w="461010" h="458469">
                  <a:moveTo>
                    <a:pt x="448309" y="16510"/>
                  </a:moveTo>
                  <a:lnTo>
                    <a:pt x="438150" y="16510"/>
                  </a:lnTo>
                  <a:lnTo>
                    <a:pt x="435610" y="19050"/>
                  </a:lnTo>
                  <a:lnTo>
                    <a:pt x="445769" y="19050"/>
                  </a:lnTo>
                  <a:lnTo>
                    <a:pt x="448309" y="16510"/>
                  </a:lnTo>
                  <a:close/>
                </a:path>
                <a:path w="461010" h="458469">
                  <a:moveTo>
                    <a:pt x="450849" y="13970"/>
                  </a:moveTo>
                  <a:lnTo>
                    <a:pt x="440690" y="13970"/>
                  </a:lnTo>
                  <a:lnTo>
                    <a:pt x="439420" y="15239"/>
                  </a:lnTo>
                  <a:lnTo>
                    <a:pt x="449580" y="15239"/>
                  </a:lnTo>
                  <a:lnTo>
                    <a:pt x="450849" y="13970"/>
                  </a:lnTo>
                  <a:close/>
                </a:path>
                <a:path w="461010" h="458469">
                  <a:moveTo>
                    <a:pt x="454659" y="10160"/>
                  </a:moveTo>
                  <a:lnTo>
                    <a:pt x="444500" y="10160"/>
                  </a:lnTo>
                  <a:lnTo>
                    <a:pt x="441960" y="12700"/>
                  </a:lnTo>
                  <a:lnTo>
                    <a:pt x="452119" y="12700"/>
                  </a:lnTo>
                  <a:lnTo>
                    <a:pt x="454659" y="10160"/>
                  </a:lnTo>
                  <a:close/>
                </a:path>
                <a:path w="461010" h="458469">
                  <a:moveTo>
                    <a:pt x="457199" y="7620"/>
                  </a:moveTo>
                  <a:lnTo>
                    <a:pt x="447040" y="7620"/>
                  </a:lnTo>
                  <a:lnTo>
                    <a:pt x="445770" y="8889"/>
                  </a:lnTo>
                  <a:lnTo>
                    <a:pt x="455930" y="8889"/>
                  </a:lnTo>
                  <a:lnTo>
                    <a:pt x="457199" y="7620"/>
                  </a:lnTo>
                  <a:close/>
                </a:path>
                <a:path w="461010" h="458469">
                  <a:moveTo>
                    <a:pt x="461009" y="3810"/>
                  </a:moveTo>
                  <a:lnTo>
                    <a:pt x="450850" y="3810"/>
                  </a:lnTo>
                  <a:lnTo>
                    <a:pt x="448310" y="6350"/>
                  </a:lnTo>
                  <a:lnTo>
                    <a:pt x="458469" y="6350"/>
                  </a:lnTo>
                  <a:lnTo>
                    <a:pt x="461009" y="3810"/>
                  </a:lnTo>
                  <a:close/>
                </a:path>
                <a:path w="461010" h="458469">
                  <a:moveTo>
                    <a:pt x="458469" y="0"/>
                  </a:moveTo>
                  <a:lnTo>
                    <a:pt x="454660" y="0"/>
                  </a:lnTo>
                  <a:lnTo>
                    <a:pt x="452120" y="2539"/>
                  </a:lnTo>
                  <a:lnTo>
                    <a:pt x="458469" y="2539"/>
                  </a:lnTo>
                  <a:lnTo>
                    <a:pt x="458469" y="0"/>
                  </a:lnTo>
                  <a:close/>
                </a:path>
                <a:path w="461010" h="458469">
                  <a:moveTo>
                    <a:pt x="295909" y="168910"/>
                  </a:moveTo>
                  <a:lnTo>
                    <a:pt x="285749" y="168910"/>
                  </a:lnTo>
                  <a:lnTo>
                    <a:pt x="260350" y="194310"/>
                  </a:lnTo>
                  <a:lnTo>
                    <a:pt x="270509" y="194310"/>
                  </a:lnTo>
                  <a:lnTo>
                    <a:pt x="295909" y="168910"/>
                  </a:lnTo>
                  <a:close/>
                </a:path>
                <a:path w="461010" h="458469">
                  <a:moveTo>
                    <a:pt x="270509" y="194310"/>
                  </a:moveTo>
                  <a:lnTo>
                    <a:pt x="260349" y="194310"/>
                  </a:lnTo>
                  <a:lnTo>
                    <a:pt x="209550" y="245110"/>
                  </a:lnTo>
                  <a:lnTo>
                    <a:pt x="219709" y="245110"/>
                  </a:lnTo>
                  <a:lnTo>
                    <a:pt x="270509" y="194310"/>
                  </a:lnTo>
                  <a:close/>
                </a:path>
                <a:path w="461010" h="458469">
                  <a:moveTo>
                    <a:pt x="10159" y="454660"/>
                  </a:moveTo>
                  <a:lnTo>
                    <a:pt x="0" y="454660"/>
                  </a:lnTo>
                  <a:lnTo>
                    <a:pt x="0" y="455930"/>
                  </a:lnTo>
                  <a:lnTo>
                    <a:pt x="5080" y="455930"/>
                  </a:lnTo>
                  <a:lnTo>
                    <a:pt x="5080" y="458470"/>
                  </a:lnTo>
                  <a:lnTo>
                    <a:pt x="6349" y="458470"/>
                  </a:lnTo>
                  <a:lnTo>
                    <a:pt x="10159" y="454660"/>
                  </a:lnTo>
                  <a:close/>
                </a:path>
                <a:path w="461010" h="458469">
                  <a:moveTo>
                    <a:pt x="12699" y="452120"/>
                  </a:moveTo>
                  <a:lnTo>
                    <a:pt x="2540" y="452120"/>
                  </a:lnTo>
                  <a:lnTo>
                    <a:pt x="1269" y="453390"/>
                  </a:lnTo>
                  <a:lnTo>
                    <a:pt x="11429" y="453390"/>
                  </a:lnTo>
                  <a:lnTo>
                    <a:pt x="12699" y="452120"/>
                  </a:lnTo>
                  <a:close/>
                </a:path>
                <a:path w="461010" h="458469">
                  <a:moveTo>
                    <a:pt x="16509" y="448310"/>
                  </a:moveTo>
                  <a:lnTo>
                    <a:pt x="6350" y="448310"/>
                  </a:lnTo>
                  <a:lnTo>
                    <a:pt x="3809" y="450850"/>
                  </a:lnTo>
                  <a:lnTo>
                    <a:pt x="13969" y="450850"/>
                  </a:lnTo>
                  <a:lnTo>
                    <a:pt x="16509" y="448310"/>
                  </a:lnTo>
                  <a:close/>
                </a:path>
                <a:path w="461010" h="458469">
                  <a:moveTo>
                    <a:pt x="19049" y="445770"/>
                  </a:moveTo>
                  <a:lnTo>
                    <a:pt x="8890" y="445770"/>
                  </a:lnTo>
                  <a:lnTo>
                    <a:pt x="7619" y="447040"/>
                  </a:lnTo>
                  <a:lnTo>
                    <a:pt x="17779" y="447040"/>
                  </a:lnTo>
                  <a:lnTo>
                    <a:pt x="19049" y="445770"/>
                  </a:lnTo>
                  <a:close/>
                </a:path>
                <a:path w="461010" h="458469">
                  <a:moveTo>
                    <a:pt x="22859" y="441960"/>
                  </a:moveTo>
                  <a:lnTo>
                    <a:pt x="12700" y="441960"/>
                  </a:lnTo>
                  <a:lnTo>
                    <a:pt x="10159" y="444500"/>
                  </a:lnTo>
                  <a:lnTo>
                    <a:pt x="20319" y="444500"/>
                  </a:lnTo>
                  <a:lnTo>
                    <a:pt x="22859" y="441960"/>
                  </a:lnTo>
                  <a:close/>
                </a:path>
                <a:path w="461010" h="458469">
                  <a:moveTo>
                    <a:pt x="25399" y="439420"/>
                  </a:moveTo>
                  <a:lnTo>
                    <a:pt x="15240" y="439420"/>
                  </a:lnTo>
                  <a:lnTo>
                    <a:pt x="13969" y="440690"/>
                  </a:lnTo>
                  <a:lnTo>
                    <a:pt x="24129" y="440690"/>
                  </a:lnTo>
                  <a:lnTo>
                    <a:pt x="25399" y="439420"/>
                  </a:lnTo>
                  <a:close/>
                </a:path>
                <a:path w="461010" h="458469">
                  <a:moveTo>
                    <a:pt x="29209" y="435610"/>
                  </a:moveTo>
                  <a:lnTo>
                    <a:pt x="19050" y="435610"/>
                  </a:lnTo>
                  <a:lnTo>
                    <a:pt x="16509" y="438150"/>
                  </a:lnTo>
                  <a:lnTo>
                    <a:pt x="26669" y="438150"/>
                  </a:lnTo>
                  <a:lnTo>
                    <a:pt x="29209" y="435610"/>
                  </a:lnTo>
                  <a:close/>
                </a:path>
                <a:path w="461010" h="458469">
                  <a:moveTo>
                    <a:pt x="31749" y="433070"/>
                  </a:moveTo>
                  <a:lnTo>
                    <a:pt x="21590" y="433070"/>
                  </a:lnTo>
                  <a:lnTo>
                    <a:pt x="20319" y="434340"/>
                  </a:lnTo>
                  <a:lnTo>
                    <a:pt x="30479" y="434340"/>
                  </a:lnTo>
                  <a:lnTo>
                    <a:pt x="31749" y="433070"/>
                  </a:lnTo>
                  <a:close/>
                </a:path>
                <a:path w="461010" h="458469">
                  <a:moveTo>
                    <a:pt x="35559" y="429260"/>
                  </a:moveTo>
                  <a:lnTo>
                    <a:pt x="25400" y="429260"/>
                  </a:lnTo>
                  <a:lnTo>
                    <a:pt x="22859" y="431800"/>
                  </a:lnTo>
                  <a:lnTo>
                    <a:pt x="33019" y="431800"/>
                  </a:lnTo>
                  <a:lnTo>
                    <a:pt x="35559" y="429260"/>
                  </a:lnTo>
                  <a:close/>
                </a:path>
                <a:path w="461010" h="458469">
                  <a:moveTo>
                    <a:pt x="38099" y="426720"/>
                  </a:moveTo>
                  <a:lnTo>
                    <a:pt x="27940" y="426720"/>
                  </a:lnTo>
                  <a:lnTo>
                    <a:pt x="26669" y="427990"/>
                  </a:lnTo>
                  <a:lnTo>
                    <a:pt x="36829" y="427990"/>
                  </a:lnTo>
                  <a:lnTo>
                    <a:pt x="38099" y="426720"/>
                  </a:lnTo>
                  <a:close/>
                </a:path>
                <a:path w="461010" h="458469">
                  <a:moveTo>
                    <a:pt x="41909" y="422910"/>
                  </a:moveTo>
                  <a:lnTo>
                    <a:pt x="31750" y="422910"/>
                  </a:lnTo>
                  <a:lnTo>
                    <a:pt x="29209" y="425450"/>
                  </a:lnTo>
                  <a:lnTo>
                    <a:pt x="39369" y="425450"/>
                  </a:lnTo>
                  <a:lnTo>
                    <a:pt x="41909" y="422910"/>
                  </a:lnTo>
                  <a:close/>
                </a:path>
                <a:path w="461010" h="458469">
                  <a:moveTo>
                    <a:pt x="44449" y="420370"/>
                  </a:moveTo>
                  <a:lnTo>
                    <a:pt x="34290" y="420370"/>
                  </a:lnTo>
                  <a:lnTo>
                    <a:pt x="33019" y="421640"/>
                  </a:lnTo>
                  <a:lnTo>
                    <a:pt x="43179" y="421640"/>
                  </a:lnTo>
                  <a:lnTo>
                    <a:pt x="44449" y="420370"/>
                  </a:lnTo>
                  <a:close/>
                </a:path>
                <a:path w="461010" h="458469">
                  <a:moveTo>
                    <a:pt x="48259" y="416560"/>
                  </a:moveTo>
                  <a:lnTo>
                    <a:pt x="38100" y="416560"/>
                  </a:lnTo>
                  <a:lnTo>
                    <a:pt x="35559" y="419100"/>
                  </a:lnTo>
                  <a:lnTo>
                    <a:pt x="45719" y="419100"/>
                  </a:lnTo>
                  <a:lnTo>
                    <a:pt x="48259" y="416560"/>
                  </a:lnTo>
                  <a:close/>
                </a:path>
                <a:path w="461010" h="458469">
                  <a:moveTo>
                    <a:pt x="50799" y="414020"/>
                  </a:moveTo>
                  <a:lnTo>
                    <a:pt x="40640" y="414020"/>
                  </a:lnTo>
                  <a:lnTo>
                    <a:pt x="39369" y="415290"/>
                  </a:lnTo>
                  <a:lnTo>
                    <a:pt x="49529" y="415290"/>
                  </a:lnTo>
                  <a:lnTo>
                    <a:pt x="50799" y="414020"/>
                  </a:lnTo>
                  <a:close/>
                </a:path>
                <a:path w="461010" h="458469">
                  <a:moveTo>
                    <a:pt x="54609" y="410210"/>
                  </a:moveTo>
                  <a:lnTo>
                    <a:pt x="44450" y="410210"/>
                  </a:lnTo>
                  <a:lnTo>
                    <a:pt x="41909" y="412750"/>
                  </a:lnTo>
                  <a:lnTo>
                    <a:pt x="52069" y="412750"/>
                  </a:lnTo>
                  <a:lnTo>
                    <a:pt x="54609" y="410210"/>
                  </a:lnTo>
                  <a:close/>
                </a:path>
                <a:path w="461010" h="458469">
                  <a:moveTo>
                    <a:pt x="57149" y="407670"/>
                  </a:moveTo>
                  <a:lnTo>
                    <a:pt x="46990" y="407670"/>
                  </a:lnTo>
                  <a:lnTo>
                    <a:pt x="45719" y="408940"/>
                  </a:lnTo>
                  <a:lnTo>
                    <a:pt x="55879" y="408940"/>
                  </a:lnTo>
                  <a:lnTo>
                    <a:pt x="57149" y="407670"/>
                  </a:lnTo>
                  <a:close/>
                </a:path>
                <a:path w="461010" h="458469">
                  <a:moveTo>
                    <a:pt x="60959" y="403860"/>
                  </a:moveTo>
                  <a:lnTo>
                    <a:pt x="50800" y="403860"/>
                  </a:lnTo>
                  <a:lnTo>
                    <a:pt x="48259" y="406400"/>
                  </a:lnTo>
                  <a:lnTo>
                    <a:pt x="58419" y="406400"/>
                  </a:lnTo>
                  <a:lnTo>
                    <a:pt x="60959" y="403860"/>
                  </a:lnTo>
                  <a:close/>
                </a:path>
                <a:path w="461010" h="458469">
                  <a:moveTo>
                    <a:pt x="63499" y="401320"/>
                  </a:moveTo>
                  <a:lnTo>
                    <a:pt x="53340" y="401320"/>
                  </a:lnTo>
                  <a:lnTo>
                    <a:pt x="52069" y="402590"/>
                  </a:lnTo>
                  <a:lnTo>
                    <a:pt x="62229" y="402590"/>
                  </a:lnTo>
                  <a:lnTo>
                    <a:pt x="63499" y="401320"/>
                  </a:lnTo>
                  <a:close/>
                </a:path>
                <a:path w="461010" h="458469">
                  <a:moveTo>
                    <a:pt x="67309" y="397510"/>
                  </a:moveTo>
                  <a:lnTo>
                    <a:pt x="57150" y="397510"/>
                  </a:lnTo>
                  <a:lnTo>
                    <a:pt x="54609" y="400050"/>
                  </a:lnTo>
                  <a:lnTo>
                    <a:pt x="64769" y="400050"/>
                  </a:lnTo>
                  <a:lnTo>
                    <a:pt x="67309" y="397510"/>
                  </a:lnTo>
                  <a:close/>
                </a:path>
                <a:path w="461010" h="458469">
                  <a:moveTo>
                    <a:pt x="69849" y="394970"/>
                  </a:moveTo>
                  <a:lnTo>
                    <a:pt x="59690" y="394970"/>
                  </a:lnTo>
                  <a:lnTo>
                    <a:pt x="58419" y="396240"/>
                  </a:lnTo>
                  <a:lnTo>
                    <a:pt x="68579" y="396240"/>
                  </a:lnTo>
                  <a:lnTo>
                    <a:pt x="69849" y="394970"/>
                  </a:lnTo>
                  <a:close/>
                </a:path>
                <a:path w="461010" h="458469">
                  <a:moveTo>
                    <a:pt x="73659" y="391160"/>
                  </a:moveTo>
                  <a:lnTo>
                    <a:pt x="63500" y="391160"/>
                  </a:lnTo>
                  <a:lnTo>
                    <a:pt x="60959" y="393700"/>
                  </a:lnTo>
                  <a:lnTo>
                    <a:pt x="71119" y="393700"/>
                  </a:lnTo>
                  <a:lnTo>
                    <a:pt x="73659" y="391160"/>
                  </a:lnTo>
                  <a:close/>
                </a:path>
                <a:path w="461010" h="458469">
                  <a:moveTo>
                    <a:pt x="76199" y="388620"/>
                  </a:moveTo>
                  <a:lnTo>
                    <a:pt x="66040" y="388620"/>
                  </a:lnTo>
                  <a:lnTo>
                    <a:pt x="64769" y="389890"/>
                  </a:lnTo>
                  <a:lnTo>
                    <a:pt x="74929" y="389890"/>
                  </a:lnTo>
                  <a:lnTo>
                    <a:pt x="76199" y="388620"/>
                  </a:lnTo>
                  <a:close/>
                </a:path>
                <a:path w="461010" h="458469">
                  <a:moveTo>
                    <a:pt x="80009" y="384810"/>
                  </a:moveTo>
                  <a:lnTo>
                    <a:pt x="69850" y="384810"/>
                  </a:lnTo>
                  <a:lnTo>
                    <a:pt x="67309" y="387350"/>
                  </a:lnTo>
                  <a:lnTo>
                    <a:pt x="77469" y="387350"/>
                  </a:lnTo>
                  <a:lnTo>
                    <a:pt x="80009" y="384810"/>
                  </a:lnTo>
                  <a:close/>
                </a:path>
                <a:path w="461010" h="458469">
                  <a:moveTo>
                    <a:pt x="82549" y="382270"/>
                  </a:moveTo>
                  <a:lnTo>
                    <a:pt x="72390" y="382270"/>
                  </a:lnTo>
                  <a:lnTo>
                    <a:pt x="71119" y="383540"/>
                  </a:lnTo>
                  <a:lnTo>
                    <a:pt x="81279" y="383540"/>
                  </a:lnTo>
                  <a:lnTo>
                    <a:pt x="82549" y="382270"/>
                  </a:lnTo>
                  <a:close/>
                </a:path>
                <a:path w="461010" h="458469">
                  <a:moveTo>
                    <a:pt x="86359" y="378460"/>
                  </a:moveTo>
                  <a:lnTo>
                    <a:pt x="76200" y="378460"/>
                  </a:lnTo>
                  <a:lnTo>
                    <a:pt x="73659" y="381000"/>
                  </a:lnTo>
                  <a:lnTo>
                    <a:pt x="83819" y="381000"/>
                  </a:lnTo>
                  <a:lnTo>
                    <a:pt x="86359" y="378460"/>
                  </a:lnTo>
                  <a:close/>
                </a:path>
                <a:path w="461010" h="458469">
                  <a:moveTo>
                    <a:pt x="88899" y="375920"/>
                  </a:moveTo>
                  <a:lnTo>
                    <a:pt x="78740" y="375920"/>
                  </a:lnTo>
                  <a:lnTo>
                    <a:pt x="77469" y="377190"/>
                  </a:lnTo>
                  <a:lnTo>
                    <a:pt x="87629" y="377190"/>
                  </a:lnTo>
                  <a:lnTo>
                    <a:pt x="88899" y="375920"/>
                  </a:lnTo>
                  <a:close/>
                </a:path>
                <a:path w="461010" h="458469">
                  <a:moveTo>
                    <a:pt x="92709" y="372110"/>
                  </a:moveTo>
                  <a:lnTo>
                    <a:pt x="82550" y="372110"/>
                  </a:lnTo>
                  <a:lnTo>
                    <a:pt x="80009" y="374650"/>
                  </a:lnTo>
                  <a:lnTo>
                    <a:pt x="90169" y="374650"/>
                  </a:lnTo>
                  <a:lnTo>
                    <a:pt x="92709" y="372110"/>
                  </a:lnTo>
                  <a:close/>
                </a:path>
                <a:path w="461010" h="458469">
                  <a:moveTo>
                    <a:pt x="95249" y="369570"/>
                  </a:moveTo>
                  <a:lnTo>
                    <a:pt x="85090" y="369570"/>
                  </a:lnTo>
                  <a:lnTo>
                    <a:pt x="83819" y="370840"/>
                  </a:lnTo>
                  <a:lnTo>
                    <a:pt x="93979" y="370840"/>
                  </a:lnTo>
                  <a:lnTo>
                    <a:pt x="95249" y="369570"/>
                  </a:lnTo>
                  <a:close/>
                </a:path>
                <a:path w="461010" h="458469">
                  <a:moveTo>
                    <a:pt x="99059" y="365760"/>
                  </a:moveTo>
                  <a:lnTo>
                    <a:pt x="88900" y="365760"/>
                  </a:lnTo>
                  <a:lnTo>
                    <a:pt x="86359" y="368300"/>
                  </a:lnTo>
                  <a:lnTo>
                    <a:pt x="96519" y="368300"/>
                  </a:lnTo>
                  <a:lnTo>
                    <a:pt x="99059" y="365760"/>
                  </a:lnTo>
                  <a:close/>
                </a:path>
                <a:path w="461010" h="458469">
                  <a:moveTo>
                    <a:pt x="101599" y="363220"/>
                  </a:moveTo>
                  <a:lnTo>
                    <a:pt x="91440" y="363220"/>
                  </a:lnTo>
                  <a:lnTo>
                    <a:pt x="90169" y="364490"/>
                  </a:lnTo>
                  <a:lnTo>
                    <a:pt x="100329" y="364490"/>
                  </a:lnTo>
                  <a:lnTo>
                    <a:pt x="101599" y="363220"/>
                  </a:lnTo>
                  <a:close/>
                </a:path>
                <a:path w="461010" h="458469">
                  <a:moveTo>
                    <a:pt x="105409" y="359410"/>
                  </a:moveTo>
                  <a:lnTo>
                    <a:pt x="95250" y="359410"/>
                  </a:lnTo>
                  <a:lnTo>
                    <a:pt x="92709" y="361950"/>
                  </a:lnTo>
                  <a:lnTo>
                    <a:pt x="102869" y="361950"/>
                  </a:lnTo>
                  <a:lnTo>
                    <a:pt x="105409" y="359410"/>
                  </a:lnTo>
                  <a:close/>
                </a:path>
                <a:path w="461010" h="458469">
                  <a:moveTo>
                    <a:pt x="107949" y="356870"/>
                  </a:moveTo>
                  <a:lnTo>
                    <a:pt x="97790" y="356870"/>
                  </a:lnTo>
                  <a:lnTo>
                    <a:pt x="96519" y="358140"/>
                  </a:lnTo>
                  <a:lnTo>
                    <a:pt x="106679" y="358140"/>
                  </a:lnTo>
                  <a:lnTo>
                    <a:pt x="107949" y="356870"/>
                  </a:lnTo>
                  <a:close/>
                </a:path>
                <a:path w="461010" h="458469">
                  <a:moveTo>
                    <a:pt x="111759" y="353060"/>
                  </a:moveTo>
                  <a:lnTo>
                    <a:pt x="101600" y="353060"/>
                  </a:lnTo>
                  <a:lnTo>
                    <a:pt x="99059" y="355600"/>
                  </a:lnTo>
                  <a:lnTo>
                    <a:pt x="109219" y="355600"/>
                  </a:lnTo>
                  <a:lnTo>
                    <a:pt x="111759" y="353060"/>
                  </a:lnTo>
                  <a:close/>
                </a:path>
                <a:path w="461010" h="458469">
                  <a:moveTo>
                    <a:pt x="114299" y="350520"/>
                  </a:moveTo>
                  <a:lnTo>
                    <a:pt x="104140" y="350520"/>
                  </a:lnTo>
                  <a:lnTo>
                    <a:pt x="102869" y="351790"/>
                  </a:lnTo>
                  <a:lnTo>
                    <a:pt x="113029" y="351790"/>
                  </a:lnTo>
                  <a:lnTo>
                    <a:pt x="114299" y="350520"/>
                  </a:lnTo>
                  <a:close/>
                </a:path>
                <a:path w="461010" h="458469">
                  <a:moveTo>
                    <a:pt x="118109" y="346710"/>
                  </a:moveTo>
                  <a:lnTo>
                    <a:pt x="107950" y="346710"/>
                  </a:lnTo>
                  <a:lnTo>
                    <a:pt x="105409" y="349250"/>
                  </a:lnTo>
                  <a:lnTo>
                    <a:pt x="115569" y="349250"/>
                  </a:lnTo>
                  <a:lnTo>
                    <a:pt x="118109" y="346710"/>
                  </a:lnTo>
                  <a:close/>
                </a:path>
                <a:path w="461010" h="458469">
                  <a:moveTo>
                    <a:pt x="120649" y="344170"/>
                  </a:moveTo>
                  <a:lnTo>
                    <a:pt x="110490" y="344170"/>
                  </a:lnTo>
                  <a:lnTo>
                    <a:pt x="109219" y="345440"/>
                  </a:lnTo>
                  <a:lnTo>
                    <a:pt x="119379" y="345440"/>
                  </a:lnTo>
                  <a:lnTo>
                    <a:pt x="120649" y="344170"/>
                  </a:lnTo>
                  <a:close/>
                </a:path>
                <a:path w="461010" h="458469">
                  <a:moveTo>
                    <a:pt x="124459" y="340360"/>
                  </a:moveTo>
                  <a:lnTo>
                    <a:pt x="114300" y="340360"/>
                  </a:lnTo>
                  <a:lnTo>
                    <a:pt x="111759" y="342900"/>
                  </a:lnTo>
                  <a:lnTo>
                    <a:pt x="121919" y="342900"/>
                  </a:lnTo>
                  <a:lnTo>
                    <a:pt x="124459" y="340360"/>
                  </a:lnTo>
                  <a:close/>
                </a:path>
                <a:path w="461010" h="458469">
                  <a:moveTo>
                    <a:pt x="126999" y="337820"/>
                  </a:moveTo>
                  <a:lnTo>
                    <a:pt x="116840" y="337820"/>
                  </a:lnTo>
                  <a:lnTo>
                    <a:pt x="115569" y="339090"/>
                  </a:lnTo>
                  <a:lnTo>
                    <a:pt x="125729" y="339090"/>
                  </a:lnTo>
                  <a:lnTo>
                    <a:pt x="126999" y="337820"/>
                  </a:lnTo>
                  <a:close/>
                </a:path>
                <a:path w="461010" h="458469">
                  <a:moveTo>
                    <a:pt x="130809" y="334010"/>
                  </a:moveTo>
                  <a:lnTo>
                    <a:pt x="120650" y="334010"/>
                  </a:lnTo>
                  <a:lnTo>
                    <a:pt x="118109" y="336550"/>
                  </a:lnTo>
                  <a:lnTo>
                    <a:pt x="128269" y="336550"/>
                  </a:lnTo>
                  <a:lnTo>
                    <a:pt x="130809" y="334010"/>
                  </a:lnTo>
                  <a:close/>
                </a:path>
                <a:path w="461010" h="458469">
                  <a:moveTo>
                    <a:pt x="133349" y="331470"/>
                  </a:moveTo>
                  <a:lnTo>
                    <a:pt x="123190" y="331470"/>
                  </a:lnTo>
                  <a:lnTo>
                    <a:pt x="121919" y="332740"/>
                  </a:lnTo>
                  <a:lnTo>
                    <a:pt x="132079" y="332740"/>
                  </a:lnTo>
                  <a:lnTo>
                    <a:pt x="133349" y="331470"/>
                  </a:lnTo>
                  <a:close/>
                </a:path>
                <a:path w="461010" h="458469">
                  <a:moveTo>
                    <a:pt x="137159" y="327660"/>
                  </a:moveTo>
                  <a:lnTo>
                    <a:pt x="127000" y="327660"/>
                  </a:lnTo>
                  <a:lnTo>
                    <a:pt x="124459" y="330200"/>
                  </a:lnTo>
                  <a:lnTo>
                    <a:pt x="134619" y="330200"/>
                  </a:lnTo>
                  <a:lnTo>
                    <a:pt x="137159" y="327660"/>
                  </a:lnTo>
                  <a:close/>
                </a:path>
                <a:path w="461010" h="458469">
                  <a:moveTo>
                    <a:pt x="139699" y="325120"/>
                  </a:moveTo>
                  <a:lnTo>
                    <a:pt x="129540" y="325120"/>
                  </a:lnTo>
                  <a:lnTo>
                    <a:pt x="128269" y="326390"/>
                  </a:lnTo>
                  <a:lnTo>
                    <a:pt x="138429" y="326390"/>
                  </a:lnTo>
                  <a:lnTo>
                    <a:pt x="139699" y="325120"/>
                  </a:lnTo>
                  <a:close/>
                </a:path>
                <a:path w="461010" h="458469">
                  <a:moveTo>
                    <a:pt x="152399" y="312420"/>
                  </a:moveTo>
                  <a:lnTo>
                    <a:pt x="142240" y="312420"/>
                  </a:lnTo>
                  <a:lnTo>
                    <a:pt x="130809" y="323850"/>
                  </a:lnTo>
                  <a:lnTo>
                    <a:pt x="140969" y="323850"/>
                  </a:lnTo>
                  <a:lnTo>
                    <a:pt x="152399" y="312420"/>
                  </a:lnTo>
                  <a:close/>
                </a:path>
                <a:path w="461010" h="458469">
                  <a:moveTo>
                    <a:pt x="165099" y="299720"/>
                  </a:moveTo>
                  <a:lnTo>
                    <a:pt x="154940" y="299720"/>
                  </a:lnTo>
                  <a:lnTo>
                    <a:pt x="143509" y="311150"/>
                  </a:lnTo>
                  <a:lnTo>
                    <a:pt x="153669" y="311150"/>
                  </a:lnTo>
                  <a:lnTo>
                    <a:pt x="165099" y="299720"/>
                  </a:lnTo>
                  <a:close/>
                </a:path>
                <a:path w="461010" h="458469">
                  <a:moveTo>
                    <a:pt x="168909" y="295910"/>
                  </a:moveTo>
                  <a:lnTo>
                    <a:pt x="158750" y="295910"/>
                  </a:lnTo>
                  <a:lnTo>
                    <a:pt x="156209" y="298450"/>
                  </a:lnTo>
                  <a:lnTo>
                    <a:pt x="166369" y="298450"/>
                  </a:lnTo>
                  <a:lnTo>
                    <a:pt x="168909" y="295910"/>
                  </a:lnTo>
                  <a:close/>
                </a:path>
                <a:path w="461010" h="458469">
                  <a:moveTo>
                    <a:pt x="171449" y="293370"/>
                  </a:moveTo>
                  <a:lnTo>
                    <a:pt x="161290" y="293370"/>
                  </a:lnTo>
                  <a:lnTo>
                    <a:pt x="160019" y="294640"/>
                  </a:lnTo>
                  <a:lnTo>
                    <a:pt x="170179" y="294640"/>
                  </a:lnTo>
                  <a:lnTo>
                    <a:pt x="171449" y="293370"/>
                  </a:lnTo>
                  <a:close/>
                </a:path>
                <a:path w="461010" h="458469">
                  <a:moveTo>
                    <a:pt x="175259" y="289560"/>
                  </a:moveTo>
                  <a:lnTo>
                    <a:pt x="165100" y="289560"/>
                  </a:lnTo>
                  <a:lnTo>
                    <a:pt x="162559" y="292100"/>
                  </a:lnTo>
                  <a:lnTo>
                    <a:pt x="172719" y="292100"/>
                  </a:lnTo>
                  <a:lnTo>
                    <a:pt x="175259" y="289560"/>
                  </a:lnTo>
                  <a:close/>
                </a:path>
                <a:path w="461010" h="458469">
                  <a:moveTo>
                    <a:pt x="187959" y="276860"/>
                  </a:moveTo>
                  <a:lnTo>
                    <a:pt x="177800" y="276860"/>
                  </a:lnTo>
                  <a:lnTo>
                    <a:pt x="166369" y="288290"/>
                  </a:lnTo>
                  <a:lnTo>
                    <a:pt x="176529" y="288290"/>
                  </a:lnTo>
                  <a:lnTo>
                    <a:pt x="187959" y="276860"/>
                  </a:lnTo>
                  <a:close/>
                </a:path>
                <a:path w="461010" h="458469">
                  <a:moveTo>
                    <a:pt x="196849" y="267970"/>
                  </a:moveTo>
                  <a:lnTo>
                    <a:pt x="186690" y="267970"/>
                  </a:lnTo>
                  <a:lnTo>
                    <a:pt x="179069" y="275590"/>
                  </a:lnTo>
                  <a:lnTo>
                    <a:pt x="189229" y="275590"/>
                  </a:lnTo>
                  <a:lnTo>
                    <a:pt x="196849" y="267970"/>
                  </a:lnTo>
                  <a:close/>
                </a:path>
                <a:path w="461010" h="458469">
                  <a:moveTo>
                    <a:pt x="213359" y="251460"/>
                  </a:moveTo>
                  <a:lnTo>
                    <a:pt x="203200" y="251460"/>
                  </a:lnTo>
                  <a:lnTo>
                    <a:pt x="187959" y="266700"/>
                  </a:lnTo>
                  <a:lnTo>
                    <a:pt x="198119" y="266700"/>
                  </a:lnTo>
                  <a:lnTo>
                    <a:pt x="213359" y="251460"/>
                  </a:lnTo>
                  <a:close/>
                </a:path>
                <a:path w="461010" h="458469">
                  <a:moveTo>
                    <a:pt x="218439" y="246380"/>
                  </a:moveTo>
                  <a:lnTo>
                    <a:pt x="208280" y="246380"/>
                  </a:lnTo>
                  <a:lnTo>
                    <a:pt x="204469" y="250190"/>
                  </a:lnTo>
                  <a:lnTo>
                    <a:pt x="214629" y="250190"/>
                  </a:lnTo>
                  <a:lnTo>
                    <a:pt x="218439" y="246380"/>
                  </a:lnTo>
                  <a:close/>
                </a:path>
              </a:pathLst>
            </a:custGeom>
            <a:solidFill>
              <a:srgbClr val="9A4B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48">
              <a:extLst>
                <a:ext uri="{FF2B5EF4-FFF2-40B4-BE49-F238E27FC236}">
                  <a16:creationId xmlns:a16="http://schemas.microsoft.com/office/drawing/2014/main" id="{444EBA9E-D3E2-DD79-E95D-A5B7BE4ACDB5}"/>
                </a:ext>
              </a:extLst>
            </p:cNvPr>
            <p:cNvSpPr/>
            <p:nvPr/>
          </p:nvSpPr>
          <p:spPr>
            <a:xfrm>
              <a:off x="2710180" y="2613659"/>
              <a:ext cx="463550" cy="458470"/>
            </a:xfrm>
            <a:custGeom>
              <a:avLst/>
              <a:gdLst/>
              <a:ahLst/>
              <a:cxnLst/>
              <a:rect l="l" t="t" r="r" b="b"/>
              <a:pathLst>
                <a:path w="463550" h="458469">
                  <a:moveTo>
                    <a:pt x="306566" y="160020"/>
                  </a:moveTo>
                  <a:lnTo>
                    <a:pt x="295910" y="160020"/>
                  </a:lnTo>
                  <a:lnTo>
                    <a:pt x="289560" y="166370"/>
                  </a:lnTo>
                  <a:lnTo>
                    <a:pt x="300227" y="166370"/>
                  </a:lnTo>
                  <a:lnTo>
                    <a:pt x="306566" y="160020"/>
                  </a:lnTo>
                  <a:close/>
                </a:path>
                <a:path w="463550" h="458469">
                  <a:moveTo>
                    <a:pt x="309102" y="157480"/>
                  </a:moveTo>
                  <a:lnTo>
                    <a:pt x="298450" y="157480"/>
                  </a:lnTo>
                  <a:lnTo>
                    <a:pt x="297180" y="158750"/>
                  </a:lnTo>
                  <a:lnTo>
                    <a:pt x="307834" y="158750"/>
                  </a:lnTo>
                  <a:lnTo>
                    <a:pt x="309102" y="157480"/>
                  </a:lnTo>
                  <a:close/>
                </a:path>
                <a:path w="463550" h="458469">
                  <a:moveTo>
                    <a:pt x="312905" y="153670"/>
                  </a:moveTo>
                  <a:lnTo>
                    <a:pt x="302260" y="153670"/>
                  </a:lnTo>
                  <a:lnTo>
                    <a:pt x="299720" y="156210"/>
                  </a:lnTo>
                  <a:lnTo>
                    <a:pt x="310369" y="156210"/>
                  </a:lnTo>
                  <a:lnTo>
                    <a:pt x="312905" y="153670"/>
                  </a:lnTo>
                  <a:close/>
                </a:path>
                <a:path w="463550" h="458469">
                  <a:moveTo>
                    <a:pt x="315441" y="151130"/>
                  </a:moveTo>
                  <a:lnTo>
                    <a:pt x="304800" y="151130"/>
                  </a:lnTo>
                  <a:lnTo>
                    <a:pt x="303530" y="152400"/>
                  </a:lnTo>
                  <a:lnTo>
                    <a:pt x="314173" y="152400"/>
                  </a:lnTo>
                  <a:lnTo>
                    <a:pt x="315441" y="151130"/>
                  </a:lnTo>
                  <a:close/>
                </a:path>
                <a:path w="463550" h="458469">
                  <a:moveTo>
                    <a:pt x="319244" y="147320"/>
                  </a:moveTo>
                  <a:lnTo>
                    <a:pt x="308610" y="147320"/>
                  </a:lnTo>
                  <a:lnTo>
                    <a:pt x="306070" y="149860"/>
                  </a:lnTo>
                  <a:lnTo>
                    <a:pt x="316709" y="149860"/>
                  </a:lnTo>
                  <a:lnTo>
                    <a:pt x="319244" y="147320"/>
                  </a:lnTo>
                  <a:close/>
                </a:path>
                <a:path w="463550" h="458469">
                  <a:moveTo>
                    <a:pt x="321780" y="144780"/>
                  </a:moveTo>
                  <a:lnTo>
                    <a:pt x="311150" y="144780"/>
                  </a:lnTo>
                  <a:lnTo>
                    <a:pt x="309880" y="146050"/>
                  </a:lnTo>
                  <a:lnTo>
                    <a:pt x="320512" y="146050"/>
                  </a:lnTo>
                  <a:lnTo>
                    <a:pt x="321780" y="144780"/>
                  </a:lnTo>
                  <a:close/>
                </a:path>
                <a:path w="463550" h="458469">
                  <a:moveTo>
                    <a:pt x="334459" y="132080"/>
                  </a:moveTo>
                  <a:lnTo>
                    <a:pt x="323850" y="132080"/>
                  </a:lnTo>
                  <a:lnTo>
                    <a:pt x="312420" y="143510"/>
                  </a:lnTo>
                  <a:lnTo>
                    <a:pt x="323048" y="143510"/>
                  </a:lnTo>
                  <a:lnTo>
                    <a:pt x="334459" y="132080"/>
                  </a:lnTo>
                  <a:close/>
                </a:path>
                <a:path w="463550" h="458469">
                  <a:moveTo>
                    <a:pt x="347137" y="119380"/>
                  </a:moveTo>
                  <a:lnTo>
                    <a:pt x="336550" y="119380"/>
                  </a:lnTo>
                  <a:lnTo>
                    <a:pt x="325120" y="130810"/>
                  </a:lnTo>
                  <a:lnTo>
                    <a:pt x="335726" y="130810"/>
                  </a:lnTo>
                  <a:lnTo>
                    <a:pt x="347137" y="119380"/>
                  </a:lnTo>
                  <a:close/>
                </a:path>
                <a:path w="463550" h="458469">
                  <a:moveTo>
                    <a:pt x="350941" y="115570"/>
                  </a:moveTo>
                  <a:lnTo>
                    <a:pt x="340360" y="115570"/>
                  </a:lnTo>
                  <a:lnTo>
                    <a:pt x="337820" y="118110"/>
                  </a:lnTo>
                  <a:lnTo>
                    <a:pt x="348405" y="118110"/>
                  </a:lnTo>
                  <a:lnTo>
                    <a:pt x="350941" y="115570"/>
                  </a:lnTo>
                  <a:close/>
                </a:path>
                <a:path w="463550" h="458469">
                  <a:moveTo>
                    <a:pt x="353476" y="113030"/>
                  </a:moveTo>
                  <a:lnTo>
                    <a:pt x="342900" y="113030"/>
                  </a:lnTo>
                  <a:lnTo>
                    <a:pt x="341630" y="114300"/>
                  </a:lnTo>
                  <a:lnTo>
                    <a:pt x="352209" y="114300"/>
                  </a:lnTo>
                  <a:lnTo>
                    <a:pt x="353476" y="113030"/>
                  </a:lnTo>
                  <a:close/>
                </a:path>
                <a:path w="463550" h="458469">
                  <a:moveTo>
                    <a:pt x="357280" y="109220"/>
                  </a:moveTo>
                  <a:lnTo>
                    <a:pt x="346710" y="109220"/>
                  </a:lnTo>
                  <a:lnTo>
                    <a:pt x="344170" y="111760"/>
                  </a:lnTo>
                  <a:lnTo>
                    <a:pt x="354744" y="111760"/>
                  </a:lnTo>
                  <a:lnTo>
                    <a:pt x="357280" y="109220"/>
                  </a:lnTo>
                  <a:close/>
                </a:path>
                <a:path w="463550" h="458469">
                  <a:moveTo>
                    <a:pt x="359816" y="106680"/>
                  </a:moveTo>
                  <a:lnTo>
                    <a:pt x="349250" y="106680"/>
                  </a:lnTo>
                  <a:lnTo>
                    <a:pt x="347980" y="107950"/>
                  </a:lnTo>
                  <a:lnTo>
                    <a:pt x="358548" y="107950"/>
                  </a:lnTo>
                  <a:lnTo>
                    <a:pt x="359816" y="106680"/>
                  </a:lnTo>
                  <a:close/>
                </a:path>
                <a:path w="463550" h="458469">
                  <a:moveTo>
                    <a:pt x="363619" y="102870"/>
                  </a:moveTo>
                  <a:lnTo>
                    <a:pt x="353060" y="102870"/>
                  </a:lnTo>
                  <a:lnTo>
                    <a:pt x="350520" y="105410"/>
                  </a:lnTo>
                  <a:lnTo>
                    <a:pt x="361083" y="105410"/>
                  </a:lnTo>
                  <a:lnTo>
                    <a:pt x="363619" y="102870"/>
                  </a:lnTo>
                  <a:close/>
                </a:path>
                <a:path w="463550" h="458469">
                  <a:moveTo>
                    <a:pt x="366155" y="100330"/>
                  </a:moveTo>
                  <a:lnTo>
                    <a:pt x="355600" y="100330"/>
                  </a:lnTo>
                  <a:lnTo>
                    <a:pt x="354330" y="101600"/>
                  </a:lnTo>
                  <a:lnTo>
                    <a:pt x="364887" y="101600"/>
                  </a:lnTo>
                  <a:lnTo>
                    <a:pt x="366155" y="100330"/>
                  </a:lnTo>
                  <a:close/>
                </a:path>
                <a:path w="463550" h="458469">
                  <a:moveTo>
                    <a:pt x="369958" y="96520"/>
                  </a:moveTo>
                  <a:lnTo>
                    <a:pt x="359410" y="96520"/>
                  </a:lnTo>
                  <a:lnTo>
                    <a:pt x="356870" y="99060"/>
                  </a:lnTo>
                  <a:lnTo>
                    <a:pt x="367423" y="99060"/>
                  </a:lnTo>
                  <a:lnTo>
                    <a:pt x="369958" y="96520"/>
                  </a:lnTo>
                  <a:close/>
                </a:path>
                <a:path w="463550" h="458469">
                  <a:moveTo>
                    <a:pt x="372494" y="93980"/>
                  </a:moveTo>
                  <a:lnTo>
                    <a:pt x="361950" y="93980"/>
                  </a:lnTo>
                  <a:lnTo>
                    <a:pt x="360680" y="95250"/>
                  </a:lnTo>
                  <a:lnTo>
                    <a:pt x="371226" y="95250"/>
                  </a:lnTo>
                  <a:lnTo>
                    <a:pt x="372494" y="93980"/>
                  </a:lnTo>
                  <a:close/>
                </a:path>
                <a:path w="463550" h="458469">
                  <a:moveTo>
                    <a:pt x="376298" y="90170"/>
                  </a:moveTo>
                  <a:lnTo>
                    <a:pt x="365760" y="90170"/>
                  </a:lnTo>
                  <a:lnTo>
                    <a:pt x="363220" y="92710"/>
                  </a:lnTo>
                  <a:lnTo>
                    <a:pt x="373762" y="92710"/>
                  </a:lnTo>
                  <a:lnTo>
                    <a:pt x="376298" y="90170"/>
                  </a:lnTo>
                  <a:close/>
                </a:path>
                <a:path w="463550" h="458469">
                  <a:moveTo>
                    <a:pt x="378833" y="87630"/>
                  </a:moveTo>
                  <a:lnTo>
                    <a:pt x="368300" y="87630"/>
                  </a:lnTo>
                  <a:lnTo>
                    <a:pt x="367030" y="88900"/>
                  </a:lnTo>
                  <a:lnTo>
                    <a:pt x="377566" y="88900"/>
                  </a:lnTo>
                  <a:lnTo>
                    <a:pt x="378833" y="87630"/>
                  </a:lnTo>
                  <a:close/>
                </a:path>
                <a:path w="463550" h="458469">
                  <a:moveTo>
                    <a:pt x="382637" y="83820"/>
                  </a:moveTo>
                  <a:lnTo>
                    <a:pt x="372110" y="83820"/>
                  </a:lnTo>
                  <a:lnTo>
                    <a:pt x="369570" y="86360"/>
                  </a:lnTo>
                  <a:lnTo>
                    <a:pt x="380101" y="86360"/>
                  </a:lnTo>
                  <a:lnTo>
                    <a:pt x="382637" y="83820"/>
                  </a:lnTo>
                  <a:close/>
                </a:path>
                <a:path w="463550" h="458469">
                  <a:moveTo>
                    <a:pt x="385173" y="81280"/>
                  </a:moveTo>
                  <a:lnTo>
                    <a:pt x="374650" y="81280"/>
                  </a:lnTo>
                  <a:lnTo>
                    <a:pt x="373380" y="82550"/>
                  </a:lnTo>
                  <a:lnTo>
                    <a:pt x="383905" y="82550"/>
                  </a:lnTo>
                  <a:lnTo>
                    <a:pt x="385173" y="81280"/>
                  </a:lnTo>
                  <a:close/>
                </a:path>
                <a:path w="463550" h="458469">
                  <a:moveTo>
                    <a:pt x="388976" y="77470"/>
                  </a:moveTo>
                  <a:lnTo>
                    <a:pt x="378460" y="77470"/>
                  </a:lnTo>
                  <a:lnTo>
                    <a:pt x="375920" y="80010"/>
                  </a:lnTo>
                  <a:lnTo>
                    <a:pt x="386441" y="80010"/>
                  </a:lnTo>
                  <a:lnTo>
                    <a:pt x="388976" y="77470"/>
                  </a:lnTo>
                  <a:close/>
                </a:path>
                <a:path w="463550" h="458469">
                  <a:moveTo>
                    <a:pt x="391512" y="74930"/>
                  </a:moveTo>
                  <a:lnTo>
                    <a:pt x="381000" y="74930"/>
                  </a:lnTo>
                  <a:lnTo>
                    <a:pt x="379730" y="76200"/>
                  </a:lnTo>
                  <a:lnTo>
                    <a:pt x="390244" y="76200"/>
                  </a:lnTo>
                  <a:lnTo>
                    <a:pt x="391512" y="74930"/>
                  </a:lnTo>
                  <a:close/>
                </a:path>
                <a:path w="463550" h="458469">
                  <a:moveTo>
                    <a:pt x="395315" y="71120"/>
                  </a:moveTo>
                  <a:lnTo>
                    <a:pt x="384810" y="71120"/>
                  </a:lnTo>
                  <a:lnTo>
                    <a:pt x="382270" y="73660"/>
                  </a:lnTo>
                  <a:lnTo>
                    <a:pt x="392780" y="73660"/>
                  </a:lnTo>
                  <a:lnTo>
                    <a:pt x="395315" y="71120"/>
                  </a:lnTo>
                  <a:close/>
                </a:path>
                <a:path w="463550" h="458469">
                  <a:moveTo>
                    <a:pt x="397851" y="68580"/>
                  </a:moveTo>
                  <a:lnTo>
                    <a:pt x="387350" y="68580"/>
                  </a:lnTo>
                  <a:lnTo>
                    <a:pt x="386080" y="69850"/>
                  </a:lnTo>
                  <a:lnTo>
                    <a:pt x="396583" y="69850"/>
                  </a:lnTo>
                  <a:lnTo>
                    <a:pt x="397851" y="68580"/>
                  </a:lnTo>
                  <a:close/>
                </a:path>
                <a:path w="463550" h="458469">
                  <a:moveTo>
                    <a:pt x="401655" y="64770"/>
                  </a:moveTo>
                  <a:lnTo>
                    <a:pt x="391160" y="64770"/>
                  </a:lnTo>
                  <a:lnTo>
                    <a:pt x="388620" y="67310"/>
                  </a:lnTo>
                  <a:lnTo>
                    <a:pt x="399119" y="67310"/>
                  </a:lnTo>
                  <a:lnTo>
                    <a:pt x="401655" y="64770"/>
                  </a:lnTo>
                  <a:close/>
                </a:path>
                <a:path w="463550" h="458469">
                  <a:moveTo>
                    <a:pt x="404190" y="62230"/>
                  </a:moveTo>
                  <a:lnTo>
                    <a:pt x="393700" y="62230"/>
                  </a:lnTo>
                  <a:lnTo>
                    <a:pt x="392430" y="63500"/>
                  </a:lnTo>
                  <a:lnTo>
                    <a:pt x="402923" y="63500"/>
                  </a:lnTo>
                  <a:lnTo>
                    <a:pt x="404190" y="62230"/>
                  </a:lnTo>
                  <a:close/>
                </a:path>
                <a:path w="463550" h="458469">
                  <a:moveTo>
                    <a:pt x="407994" y="58420"/>
                  </a:moveTo>
                  <a:lnTo>
                    <a:pt x="397510" y="58420"/>
                  </a:lnTo>
                  <a:lnTo>
                    <a:pt x="394970" y="60960"/>
                  </a:lnTo>
                  <a:lnTo>
                    <a:pt x="405458" y="60960"/>
                  </a:lnTo>
                  <a:lnTo>
                    <a:pt x="407994" y="58420"/>
                  </a:lnTo>
                  <a:close/>
                </a:path>
                <a:path w="463550" h="458469">
                  <a:moveTo>
                    <a:pt x="410530" y="55880"/>
                  </a:moveTo>
                  <a:lnTo>
                    <a:pt x="400050" y="55880"/>
                  </a:lnTo>
                  <a:lnTo>
                    <a:pt x="398780" y="57150"/>
                  </a:lnTo>
                  <a:lnTo>
                    <a:pt x="409262" y="57150"/>
                  </a:lnTo>
                  <a:lnTo>
                    <a:pt x="410530" y="55880"/>
                  </a:lnTo>
                  <a:close/>
                </a:path>
                <a:path w="463550" h="458469">
                  <a:moveTo>
                    <a:pt x="414333" y="52070"/>
                  </a:moveTo>
                  <a:lnTo>
                    <a:pt x="403860" y="52070"/>
                  </a:lnTo>
                  <a:lnTo>
                    <a:pt x="401320" y="54610"/>
                  </a:lnTo>
                  <a:lnTo>
                    <a:pt x="411798" y="54610"/>
                  </a:lnTo>
                  <a:lnTo>
                    <a:pt x="414333" y="52070"/>
                  </a:lnTo>
                  <a:close/>
                </a:path>
                <a:path w="463550" h="458469">
                  <a:moveTo>
                    <a:pt x="416869" y="49530"/>
                  </a:moveTo>
                  <a:lnTo>
                    <a:pt x="406400" y="49530"/>
                  </a:lnTo>
                  <a:lnTo>
                    <a:pt x="405130" y="50800"/>
                  </a:lnTo>
                  <a:lnTo>
                    <a:pt x="415601" y="50800"/>
                  </a:lnTo>
                  <a:lnTo>
                    <a:pt x="416869" y="49530"/>
                  </a:lnTo>
                  <a:close/>
                </a:path>
                <a:path w="463550" h="458469">
                  <a:moveTo>
                    <a:pt x="420672" y="45720"/>
                  </a:moveTo>
                  <a:lnTo>
                    <a:pt x="410210" y="45720"/>
                  </a:lnTo>
                  <a:lnTo>
                    <a:pt x="407670" y="48260"/>
                  </a:lnTo>
                  <a:lnTo>
                    <a:pt x="418137" y="48260"/>
                  </a:lnTo>
                  <a:lnTo>
                    <a:pt x="420672" y="45720"/>
                  </a:lnTo>
                  <a:close/>
                </a:path>
                <a:path w="463550" h="458469">
                  <a:moveTo>
                    <a:pt x="423208" y="43180"/>
                  </a:moveTo>
                  <a:lnTo>
                    <a:pt x="412750" y="43180"/>
                  </a:lnTo>
                  <a:lnTo>
                    <a:pt x="411480" y="44450"/>
                  </a:lnTo>
                  <a:lnTo>
                    <a:pt x="421940" y="44450"/>
                  </a:lnTo>
                  <a:lnTo>
                    <a:pt x="423208" y="43180"/>
                  </a:lnTo>
                  <a:close/>
                </a:path>
                <a:path w="463550" h="458469">
                  <a:moveTo>
                    <a:pt x="427012" y="39370"/>
                  </a:moveTo>
                  <a:lnTo>
                    <a:pt x="416560" y="39370"/>
                  </a:lnTo>
                  <a:lnTo>
                    <a:pt x="414020" y="41910"/>
                  </a:lnTo>
                  <a:lnTo>
                    <a:pt x="424476" y="41910"/>
                  </a:lnTo>
                  <a:lnTo>
                    <a:pt x="427012" y="39370"/>
                  </a:lnTo>
                  <a:close/>
                </a:path>
                <a:path w="463550" h="458469">
                  <a:moveTo>
                    <a:pt x="429547" y="36830"/>
                  </a:moveTo>
                  <a:lnTo>
                    <a:pt x="419100" y="36830"/>
                  </a:lnTo>
                  <a:lnTo>
                    <a:pt x="417830" y="38100"/>
                  </a:lnTo>
                  <a:lnTo>
                    <a:pt x="428280" y="38100"/>
                  </a:lnTo>
                  <a:lnTo>
                    <a:pt x="429547" y="36830"/>
                  </a:lnTo>
                  <a:close/>
                </a:path>
                <a:path w="463550" h="458469">
                  <a:moveTo>
                    <a:pt x="433351" y="33020"/>
                  </a:moveTo>
                  <a:lnTo>
                    <a:pt x="422910" y="33020"/>
                  </a:lnTo>
                  <a:lnTo>
                    <a:pt x="420370" y="35560"/>
                  </a:lnTo>
                  <a:lnTo>
                    <a:pt x="430815" y="35560"/>
                  </a:lnTo>
                  <a:lnTo>
                    <a:pt x="433351" y="33020"/>
                  </a:lnTo>
                  <a:close/>
                </a:path>
                <a:path w="463550" h="458469">
                  <a:moveTo>
                    <a:pt x="435887" y="30480"/>
                  </a:moveTo>
                  <a:lnTo>
                    <a:pt x="425450" y="30480"/>
                  </a:lnTo>
                  <a:lnTo>
                    <a:pt x="424180" y="31750"/>
                  </a:lnTo>
                  <a:lnTo>
                    <a:pt x="434619" y="31750"/>
                  </a:lnTo>
                  <a:lnTo>
                    <a:pt x="435887" y="30480"/>
                  </a:lnTo>
                  <a:close/>
                </a:path>
                <a:path w="463550" h="458469">
                  <a:moveTo>
                    <a:pt x="439690" y="26670"/>
                  </a:moveTo>
                  <a:lnTo>
                    <a:pt x="429260" y="26670"/>
                  </a:lnTo>
                  <a:lnTo>
                    <a:pt x="426720" y="29210"/>
                  </a:lnTo>
                  <a:lnTo>
                    <a:pt x="437155" y="29210"/>
                  </a:lnTo>
                  <a:lnTo>
                    <a:pt x="439690" y="26670"/>
                  </a:lnTo>
                  <a:close/>
                </a:path>
                <a:path w="463550" h="458469">
                  <a:moveTo>
                    <a:pt x="442226" y="24130"/>
                  </a:moveTo>
                  <a:lnTo>
                    <a:pt x="431800" y="24130"/>
                  </a:lnTo>
                  <a:lnTo>
                    <a:pt x="430530" y="25400"/>
                  </a:lnTo>
                  <a:lnTo>
                    <a:pt x="440958" y="25400"/>
                  </a:lnTo>
                  <a:lnTo>
                    <a:pt x="442226" y="24130"/>
                  </a:lnTo>
                  <a:close/>
                </a:path>
                <a:path w="463550" h="458469">
                  <a:moveTo>
                    <a:pt x="446030" y="20320"/>
                  </a:moveTo>
                  <a:lnTo>
                    <a:pt x="435610" y="20320"/>
                  </a:lnTo>
                  <a:lnTo>
                    <a:pt x="433070" y="22860"/>
                  </a:lnTo>
                  <a:lnTo>
                    <a:pt x="443494" y="22860"/>
                  </a:lnTo>
                  <a:lnTo>
                    <a:pt x="446030" y="20320"/>
                  </a:lnTo>
                  <a:close/>
                </a:path>
                <a:path w="463550" h="458469">
                  <a:moveTo>
                    <a:pt x="448565" y="17780"/>
                  </a:moveTo>
                  <a:lnTo>
                    <a:pt x="438150" y="17780"/>
                  </a:lnTo>
                  <a:lnTo>
                    <a:pt x="436880" y="19050"/>
                  </a:lnTo>
                  <a:lnTo>
                    <a:pt x="447297" y="19050"/>
                  </a:lnTo>
                  <a:lnTo>
                    <a:pt x="448565" y="17780"/>
                  </a:lnTo>
                  <a:close/>
                </a:path>
                <a:path w="463550" h="458469">
                  <a:moveTo>
                    <a:pt x="452369" y="13970"/>
                  </a:moveTo>
                  <a:lnTo>
                    <a:pt x="441960" y="13970"/>
                  </a:lnTo>
                  <a:lnTo>
                    <a:pt x="439420" y="16510"/>
                  </a:lnTo>
                  <a:lnTo>
                    <a:pt x="449833" y="16510"/>
                  </a:lnTo>
                  <a:lnTo>
                    <a:pt x="452369" y="13970"/>
                  </a:lnTo>
                  <a:close/>
                </a:path>
                <a:path w="463550" h="458469">
                  <a:moveTo>
                    <a:pt x="454904" y="11430"/>
                  </a:moveTo>
                  <a:lnTo>
                    <a:pt x="444500" y="11430"/>
                  </a:lnTo>
                  <a:lnTo>
                    <a:pt x="443230" y="12700"/>
                  </a:lnTo>
                  <a:lnTo>
                    <a:pt x="453637" y="12700"/>
                  </a:lnTo>
                  <a:lnTo>
                    <a:pt x="454904" y="11430"/>
                  </a:lnTo>
                  <a:close/>
                </a:path>
                <a:path w="463550" h="458469">
                  <a:moveTo>
                    <a:pt x="458708" y="7620"/>
                  </a:moveTo>
                  <a:lnTo>
                    <a:pt x="448310" y="7620"/>
                  </a:lnTo>
                  <a:lnTo>
                    <a:pt x="445770" y="10160"/>
                  </a:lnTo>
                  <a:lnTo>
                    <a:pt x="456172" y="10160"/>
                  </a:lnTo>
                  <a:lnTo>
                    <a:pt x="458708" y="7620"/>
                  </a:lnTo>
                  <a:close/>
                </a:path>
                <a:path w="463550" h="458469">
                  <a:moveTo>
                    <a:pt x="461244" y="5080"/>
                  </a:moveTo>
                  <a:lnTo>
                    <a:pt x="450850" y="5080"/>
                  </a:lnTo>
                  <a:lnTo>
                    <a:pt x="449580" y="6350"/>
                  </a:lnTo>
                  <a:lnTo>
                    <a:pt x="459976" y="6350"/>
                  </a:lnTo>
                  <a:lnTo>
                    <a:pt x="461244" y="5080"/>
                  </a:lnTo>
                  <a:close/>
                </a:path>
                <a:path w="463550" h="458469">
                  <a:moveTo>
                    <a:pt x="463550" y="1270"/>
                  </a:moveTo>
                  <a:lnTo>
                    <a:pt x="454660" y="1270"/>
                  </a:lnTo>
                  <a:lnTo>
                    <a:pt x="452120" y="3810"/>
                  </a:lnTo>
                  <a:lnTo>
                    <a:pt x="462512" y="3810"/>
                  </a:lnTo>
                  <a:lnTo>
                    <a:pt x="463550" y="2770"/>
                  </a:lnTo>
                  <a:lnTo>
                    <a:pt x="463550" y="1270"/>
                  </a:lnTo>
                  <a:close/>
                </a:path>
                <a:path w="463550" h="458469">
                  <a:moveTo>
                    <a:pt x="459740" y="0"/>
                  </a:moveTo>
                  <a:lnTo>
                    <a:pt x="455930" y="0"/>
                  </a:lnTo>
                  <a:lnTo>
                    <a:pt x="455930" y="1270"/>
                  </a:lnTo>
                  <a:lnTo>
                    <a:pt x="459740" y="1270"/>
                  </a:lnTo>
                  <a:lnTo>
                    <a:pt x="459740" y="0"/>
                  </a:lnTo>
                  <a:close/>
                </a:path>
                <a:path w="463550" h="458469">
                  <a:moveTo>
                    <a:pt x="300227" y="166370"/>
                  </a:moveTo>
                  <a:lnTo>
                    <a:pt x="289559" y="166370"/>
                  </a:lnTo>
                  <a:lnTo>
                    <a:pt x="264160" y="191770"/>
                  </a:lnTo>
                  <a:lnTo>
                    <a:pt x="274870" y="191770"/>
                  </a:lnTo>
                  <a:lnTo>
                    <a:pt x="300227" y="166370"/>
                  </a:lnTo>
                  <a:close/>
                </a:path>
                <a:path w="463550" h="458469">
                  <a:moveTo>
                    <a:pt x="274870" y="191770"/>
                  </a:moveTo>
                  <a:lnTo>
                    <a:pt x="264159" y="191770"/>
                  </a:lnTo>
                  <a:lnTo>
                    <a:pt x="213360" y="242570"/>
                  </a:lnTo>
                  <a:lnTo>
                    <a:pt x="224156" y="242570"/>
                  </a:lnTo>
                  <a:lnTo>
                    <a:pt x="274870" y="191770"/>
                  </a:lnTo>
                  <a:close/>
                </a:path>
                <a:path w="463550" h="458469">
                  <a:moveTo>
                    <a:pt x="11157" y="455930"/>
                  </a:moveTo>
                  <a:lnTo>
                    <a:pt x="8890" y="455930"/>
                  </a:lnTo>
                  <a:lnTo>
                    <a:pt x="8890" y="458200"/>
                  </a:lnTo>
                  <a:lnTo>
                    <a:pt x="11157" y="455930"/>
                  </a:lnTo>
                  <a:close/>
                </a:path>
                <a:path w="463550" h="458469">
                  <a:moveTo>
                    <a:pt x="14960" y="452120"/>
                  </a:moveTo>
                  <a:lnTo>
                    <a:pt x="3810" y="452120"/>
                  </a:lnTo>
                  <a:lnTo>
                    <a:pt x="0" y="455930"/>
                  </a:lnTo>
                  <a:lnTo>
                    <a:pt x="3810" y="455930"/>
                  </a:lnTo>
                  <a:lnTo>
                    <a:pt x="3810" y="454660"/>
                  </a:lnTo>
                  <a:lnTo>
                    <a:pt x="12424" y="454660"/>
                  </a:lnTo>
                  <a:lnTo>
                    <a:pt x="14960" y="452120"/>
                  </a:lnTo>
                  <a:close/>
                </a:path>
                <a:path w="463550" h="458469">
                  <a:moveTo>
                    <a:pt x="17496" y="449580"/>
                  </a:moveTo>
                  <a:lnTo>
                    <a:pt x="6350" y="449580"/>
                  </a:lnTo>
                  <a:lnTo>
                    <a:pt x="5079" y="450850"/>
                  </a:lnTo>
                  <a:lnTo>
                    <a:pt x="16228" y="450850"/>
                  </a:lnTo>
                  <a:lnTo>
                    <a:pt x="17496" y="449580"/>
                  </a:lnTo>
                  <a:close/>
                </a:path>
                <a:path w="463550" h="458469">
                  <a:moveTo>
                    <a:pt x="21299" y="445770"/>
                  </a:moveTo>
                  <a:lnTo>
                    <a:pt x="10160" y="445770"/>
                  </a:lnTo>
                  <a:lnTo>
                    <a:pt x="7619" y="448310"/>
                  </a:lnTo>
                  <a:lnTo>
                    <a:pt x="18764" y="448310"/>
                  </a:lnTo>
                  <a:lnTo>
                    <a:pt x="21299" y="445770"/>
                  </a:lnTo>
                  <a:close/>
                </a:path>
                <a:path w="463550" h="458469">
                  <a:moveTo>
                    <a:pt x="23835" y="443230"/>
                  </a:moveTo>
                  <a:lnTo>
                    <a:pt x="12700" y="443230"/>
                  </a:lnTo>
                  <a:lnTo>
                    <a:pt x="11429" y="444500"/>
                  </a:lnTo>
                  <a:lnTo>
                    <a:pt x="22567" y="444500"/>
                  </a:lnTo>
                  <a:lnTo>
                    <a:pt x="23835" y="443230"/>
                  </a:lnTo>
                  <a:close/>
                </a:path>
                <a:path w="463550" h="458469">
                  <a:moveTo>
                    <a:pt x="27639" y="439420"/>
                  </a:moveTo>
                  <a:lnTo>
                    <a:pt x="16510" y="439420"/>
                  </a:lnTo>
                  <a:lnTo>
                    <a:pt x="13969" y="441960"/>
                  </a:lnTo>
                  <a:lnTo>
                    <a:pt x="25103" y="441960"/>
                  </a:lnTo>
                  <a:lnTo>
                    <a:pt x="27639" y="439420"/>
                  </a:lnTo>
                  <a:close/>
                </a:path>
                <a:path w="463550" h="458469">
                  <a:moveTo>
                    <a:pt x="30174" y="436880"/>
                  </a:moveTo>
                  <a:lnTo>
                    <a:pt x="19050" y="436880"/>
                  </a:lnTo>
                  <a:lnTo>
                    <a:pt x="17779" y="438150"/>
                  </a:lnTo>
                  <a:lnTo>
                    <a:pt x="28907" y="438150"/>
                  </a:lnTo>
                  <a:lnTo>
                    <a:pt x="30174" y="436880"/>
                  </a:lnTo>
                  <a:close/>
                </a:path>
                <a:path w="463550" h="458469">
                  <a:moveTo>
                    <a:pt x="33978" y="433070"/>
                  </a:moveTo>
                  <a:lnTo>
                    <a:pt x="22860" y="433070"/>
                  </a:lnTo>
                  <a:lnTo>
                    <a:pt x="20319" y="435610"/>
                  </a:lnTo>
                  <a:lnTo>
                    <a:pt x="31442" y="435610"/>
                  </a:lnTo>
                  <a:lnTo>
                    <a:pt x="33978" y="433070"/>
                  </a:lnTo>
                  <a:close/>
                </a:path>
                <a:path w="463550" h="458469">
                  <a:moveTo>
                    <a:pt x="36514" y="430530"/>
                  </a:moveTo>
                  <a:lnTo>
                    <a:pt x="25400" y="430530"/>
                  </a:lnTo>
                  <a:lnTo>
                    <a:pt x="24129" y="431800"/>
                  </a:lnTo>
                  <a:lnTo>
                    <a:pt x="35246" y="431800"/>
                  </a:lnTo>
                  <a:lnTo>
                    <a:pt x="36514" y="430530"/>
                  </a:lnTo>
                  <a:close/>
                </a:path>
                <a:path w="463550" h="458469">
                  <a:moveTo>
                    <a:pt x="40317" y="426720"/>
                  </a:moveTo>
                  <a:lnTo>
                    <a:pt x="29210" y="426720"/>
                  </a:lnTo>
                  <a:lnTo>
                    <a:pt x="26669" y="429260"/>
                  </a:lnTo>
                  <a:lnTo>
                    <a:pt x="37781" y="429260"/>
                  </a:lnTo>
                  <a:lnTo>
                    <a:pt x="40317" y="426720"/>
                  </a:lnTo>
                  <a:close/>
                </a:path>
                <a:path w="463550" h="458469">
                  <a:moveTo>
                    <a:pt x="42853" y="424180"/>
                  </a:moveTo>
                  <a:lnTo>
                    <a:pt x="31750" y="424180"/>
                  </a:lnTo>
                  <a:lnTo>
                    <a:pt x="30479" y="425450"/>
                  </a:lnTo>
                  <a:lnTo>
                    <a:pt x="41585" y="425450"/>
                  </a:lnTo>
                  <a:lnTo>
                    <a:pt x="42853" y="424180"/>
                  </a:lnTo>
                  <a:close/>
                </a:path>
                <a:path w="463550" h="458469">
                  <a:moveTo>
                    <a:pt x="46656" y="420370"/>
                  </a:moveTo>
                  <a:lnTo>
                    <a:pt x="35560" y="420370"/>
                  </a:lnTo>
                  <a:lnTo>
                    <a:pt x="33019" y="422910"/>
                  </a:lnTo>
                  <a:lnTo>
                    <a:pt x="44121" y="422910"/>
                  </a:lnTo>
                  <a:lnTo>
                    <a:pt x="46656" y="420370"/>
                  </a:lnTo>
                  <a:close/>
                </a:path>
                <a:path w="463550" h="458469">
                  <a:moveTo>
                    <a:pt x="49192" y="417830"/>
                  </a:moveTo>
                  <a:lnTo>
                    <a:pt x="38100" y="417830"/>
                  </a:lnTo>
                  <a:lnTo>
                    <a:pt x="36829" y="419100"/>
                  </a:lnTo>
                  <a:lnTo>
                    <a:pt x="47924" y="419100"/>
                  </a:lnTo>
                  <a:lnTo>
                    <a:pt x="49192" y="417830"/>
                  </a:lnTo>
                  <a:close/>
                </a:path>
                <a:path w="463550" h="458469">
                  <a:moveTo>
                    <a:pt x="52996" y="414020"/>
                  </a:moveTo>
                  <a:lnTo>
                    <a:pt x="41910" y="414020"/>
                  </a:lnTo>
                  <a:lnTo>
                    <a:pt x="39369" y="416560"/>
                  </a:lnTo>
                  <a:lnTo>
                    <a:pt x="50460" y="416560"/>
                  </a:lnTo>
                  <a:lnTo>
                    <a:pt x="52996" y="414020"/>
                  </a:lnTo>
                  <a:close/>
                </a:path>
                <a:path w="463550" h="458469">
                  <a:moveTo>
                    <a:pt x="55531" y="411480"/>
                  </a:moveTo>
                  <a:lnTo>
                    <a:pt x="44450" y="411480"/>
                  </a:lnTo>
                  <a:lnTo>
                    <a:pt x="43179" y="412750"/>
                  </a:lnTo>
                  <a:lnTo>
                    <a:pt x="54264" y="412750"/>
                  </a:lnTo>
                  <a:lnTo>
                    <a:pt x="55531" y="411480"/>
                  </a:lnTo>
                  <a:close/>
                </a:path>
                <a:path w="463550" h="458469">
                  <a:moveTo>
                    <a:pt x="59335" y="407670"/>
                  </a:moveTo>
                  <a:lnTo>
                    <a:pt x="48260" y="407670"/>
                  </a:lnTo>
                  <a:lnTo>
                    <a:pt x="45719" y="410210"/>
                  </a:lnTo>
                  <a:lnTo>
                    <a:pt x="56799" y="410210"/>
                  </a:lnTo>
                  <a:lnTo>
                    <a:pt x="59335" y="407670"/>
                  </a:lnTo>
                  <a:close/>
                </a:path>
                <a:path w="463550" h="458469">
                  <a:moveTo>
                    <a:pt x="61871" y="405130"/>
                  </a:moveTo>
                  <a:lnTo>
                    <a:pt x="50800" y="405130"/>
                  </a:lnTo>
                  <a:lnTo>
                    <a:pt x="49529" y="406400"/>
                  </a:lnTo>
                  <a:lnTo>
                    <a:pt x="60603" y="406400"/>
                  </a:lnTo>
                  <a:lnTo>
                    <a:pt x="61871" y="405130"/>
                  </a:lnTo>
                  <a:close/>
                </a:path>
                <a:path w="463550" h="458469">
                  <a:moveTo>
                    <a:pt x="65674" y="401320"/>
                  </a:moveTo>
                  <a:lnTo>
                    <a:pt x="54610" y="401320"/>
                  </a:lnTo>
                  <a:lnTo>
                    <a:pt x="52069" y="403860"/>
                  </a:lnTo>
                  <a:lnTo>
                    <a:pt x="63138" y="403860"/>
                  </a:lnTo>
                  <a:lnTo>
                    <a:pt x="65674" y="401320"/>
                  </a:lnTo>
                  <a:close/>
                </a:path>
                <a:path w="463550" h="458469">
                  <a:moveTo>
                    <a:pt x="68210" y="398780"/>
                  </a:moveTo>
                  <a:lnTo>
                    <a:pt x="57150" y="398780"/>
                  </a:lnTo>
                  <a:lnTo>
                    <a:pt x="55879" y="400050"/>
                  </a:lnTo>
                  <a:lnTo>
                    <a:pt x="66942" y="400050"/>
                  </a:lnTo>
                  <a:lnTo>
                    <a:pt x="68210" y="398780"/>
                  </a:lnTo>
                  <a:close/>
                </a:path>
                <a:path w="463550" h="458469">
                  <a:moveTo>
                    <a:pt x="72013" y="394970"/>
                  </a:moveTo>
                  <a:lnTo>
                    <a:pt x="60960" y="394970"/>
                  </a:lnTo>
                  <a:lnTo>
                    <a:pt x="58419" y="397510"/>
                  </a:lnTo>
                  <a:lnTo>
                    <a:pt x="69478" y="397510"/>
                  </a:lnTo>
                  <a:lnTo>
                    <a:pt x="72013" y="394970"/>
                  </a:lnTo>
                  <a:close/>
                </a:path>
                <a:path w="463550" h="458469">
                  <a:moveTo>
                    <a:pt x="74549" y="392430"/>
                  </a:moveTo>
                  <a:lnTo>
                    <a:pt x="63500" y="392430"/>
                  </a:lnTo>
                  <a:lnTo>
                    <a:pt x="62229" y="393700"/>
                  </a:lnTo>
                  <a:lnTo>
                    <a:pt x="73281" y="393700"/>
                  </a:lnTo>
                  <a:lnTo>
                    <a:pt x="74549" y="392430"/>
                  </a:lnTo>
                  <a:close/>
                </a:path>
                <a:path w="463550" h="458469">
                  <a:moveTo>
                    <a:pt x="78353" y="388620"/>
                  </a:moveTo>
                  <a:lnTo>
                    <a:pt x="67310" y="388620"/>
                  </a:lnTo>
                  <a:lnTo>
                    <a:pt x="64769" y="391160"/>
                  </a:lnTo>
                  <a:lnTo>
                    <a:pt x="75817" y="391160"/>
                  </a:lnTo>
                  <a:lnTo>
                    <a:pt x="78353" y="388620"/>
                  </a:lnTo>
                  <a:close/>
                </a:path>
                <a:path w="463550" h="458469">
                  <a:moveTo>
                    <a:pt x="80888" y="386080"/>
                  </a:moveTo>
                  <a:lnTo>
                    <a:pt x="69850" y="386080"/>
                  </a:lnTo>
                  <a:lnTo>
                    <a:pt x="68579" y="387350"/>
                  </a:lnTo>
                  <a:lnTo>
                    <a:pt x="79621" y="387350"/>
                  </a:lnTo>
                  <a:lnTo>
                    <a:pt x="80888" y="386080"/>
                  </a:lnTo>
                  <a:close/>
                </a:path>
                <a:path w="463550" h="458469">
                  <a:moveTo>
                    <a:pt x="84692" y="382270"/>
                  </a:moveTo>
                  <a:lnTo>
                    <a:pt x="73660" y="382270"/>
                  </a:lnTo>
                  <a:lnTo>
                    <a:pt x="71119" y="384810"/>
                  </a:lnTo>
                  <a:lnTo>
                    <a:pt x="82156" y="384810"/>
                  </a:lnTo>
                  <a:lnTo>
                    <a:pt x="84692" y="382270"/>
                  </a:lnTo>
                  <a:close/>
                </a:path>
                <a:path w="463550" h="458469">
                  <a:moveTo>
                    <a:pt x="87228" y="379730"/>
                  </a:moveTo>
                  <a:lnTo>
                    <a:pt x="76200" y="379730"/>
                  </a:lnTo>
                  <a:lnTo>
                    <a:pt x="74929" y="381000"/>
                  </a:lnTo>
                  <a:lnTo>
                    <a:pt x="85960" y="381000"/>
                  </a:lnTo>
                  <a:lnTo>
                    <a:pt x="87228" y="379730"/>
                  </a:lnTo>
                  <a:close/>
                </a:path>
                <a:path w="463550" h="458469">
                  <a:moveTo>
                    <a:pt x="91031" y="375920"/>
                  </a:moveTo>
                  <a:lnTo>
                    <a:pt x="80010" y="375920"/>
                  </a:lnTo>
                  <a:lnTo>
                    <a:pt x="77469" y="378460"/>
                  </a:lnTo>
                  <a:lnTo>
                    <a:pt x="88496" y="378460"/>
                  </a:lnTo>
                  <a:lnTo>
                    <a:pt x="91031" y="375920"/>
                  </a:lnTo>
                  <a:close/>
                </a:path>
                <a:path w="463550" h="458469">
                  <a:moveTo>
                    <a:pt x="93567" y="373380"/>
                  </a:moveTo>
                  <a:lnTo>
                    <a:pt x="82550" y="373380"/>
                  </a:lnTo>
                  <a:lnTo>
                    <a:pt x="81279" y="374650"/>
                  </a:lnTo>
                  <a:lnTo>
                    <a:pt x="92299" y="374650"/>
                  </a:lnTo>
                  <a:lnTo>
                    <a:pt x="93567" y="373380"/>
                  </a:lnTo>
                  <a:close/>
                </a:path>
                <a:path w="463550" h="458469">
                  <a:moveTo>
                    <a:pt x="97370" y="369570"/>
                  </a:moveTo>
                  <a:lnTo>
                    <a:pt x="86360" y="369570"/>
                  </a:lnTo>
                  <a:lnTo>
                    <a:pt x="83819" y="372110"/>
                  </a:lnTo>
                  <a:lnTo>
                    <a:pt x="94835" y="372110"/>
                  </a:lnTo>
                  <a:lnTo>
                    <a:pt x="97370" y="369570"/>
                  </a:lnTo>
                  <a:close/>
                </a:path>
                <a:path w="463550" h="458469">
                  <a:moveTo>
                    <a:pt x="99906" y="367030"/>
                  </a:moveTo>
                  <a:lnTo>
                    <a:pt x="88900" y="367030"/>
                  </a:lnTo>
                  <a:lnTo>
                    <a:pt x="87629" y="368300"/>
                  </a:lnTo>
                  <a:lnTo>
                    <a:pt x="98638" y="368300"/>
                  </a:lnTo>
                  <a:lnTo>
                    <a:pt x="99906" y="367030"/>
                  </a:lnTo>
                  <a:close/>
                </a:path>
                <a:path w="463550" h="458469">
                  <a:moveTo>
                    <a:pt x="103710" y="363220"/>
                  </a:moveTo>
                  <a:lnTo>
                    <a:pt x="92710" y="363220"/>
                  </a:lnTo>
                  <a:lnTo>
                    <a:pt x="90169" y="365760"/>
                  </a:lnTo>
                  <a:lnTo>
                    <a:pt x="101174" y="365760"/>
                  </a:lnTo>
                  <a:lnTo>
                    <a:pt x="103710" y="363220"/>
                  </a:lnTo>
                  <a:close/>
                </a:path>
                <a:path w="463550" h="458469">
                  <a:moveTo>
                    <a:pt x="106245" y="360680"/>
                  </a:moveTo>
                  <a:lnTo>
                    <a:pt x="95250" y="360680"/>
                  </a:lnTo>
                  <a:lnTo>
                    <a:pt x="93979" y="361950"/>
                  </a:lnTo>
                  <a:lnTo>
                    <a:pt x="104978" y="361950"/>
                  </a:lnTo>
                  <a:lnTo>
                    <a:pt x="106245" y="360680"/>
                  </a:lnTo>
                  <a:close/>
                </a:path>
                <a:path w="463550" h="458469">
                  <a:moveTo>
                    <a:pt x="110049" y="356870"/>
                  </a:moveTo>
                  <a:lnTo>
                    <a:pt x="99060" y="356870"/>
                  </a:lnTo>
                  <a:lnTo>
                    <a:pt x="96519" y="359410"/>
                  </a:lnTo>
                  <a:lnTo>
                    <a:pt x="107513" y="359410"/>
                  </a:lnTo>
                  <a:lnTo>
                    <a:pt x="110049" y="356870"/>
                  </a:lnTo>
                  <a:close/>
                </a:path>
                <a:path w="463550" h="458469">
                  <a:moveTo>
                    <a:pt x="112585" y="354330"/>
                  </a:moveTo>
                  <a:lnTo>
                    <a:pt x="101600" y="354330"/>
                  </a:lnTo>
                  <a:lnTo>
                    <a:pt x="100329" y="355600"/>
                  </a:lnTo>
                  <a:lnTo>
                    <a:pt x="111317" y="355600"/>
                  </a:lnTo>
                  <a:lnTo>
                    <a:pt x="112585" y="354330"/>
                  </a:lnTo>
                  <a:close/>
                </a:path>
                <a:path w="463550" h="458469">
                  <a:moveTo>
                    <a:pt x="116388" y="350520"/>
                  </a:moveTo>
                  <a:lnTo>
                    <a:pt x="105410" y="350520"/>
                  </a:lnTo>
                  <a:lnTo>
                    <a:pt x="102869" y="353060"/>
                  </a:lnTo>
                  <a:lnTo>
                    <a:pt x="113853" y="353060"/>
                  </a:lnTo>
                  <a:lnTo>
                    <a:pt x="116388" y="350520"/>
                  </a:lnTo>
                  <a:close/>
                </a:path>
                <a:path w="463550" h="458469">
                  <a:moveTo>
                    <a:pt x="118924" y="347980"/>
                  </a:moveTo>
                  <a:lnTo>
                    <a:pt x="107950" y="347980"/>
                  </a:lnTo>
                  <a:lnTo>
                    <a:pt x="106679" y="349250"/>
                  </a:lnTo>
                  <a:lnTo>
                    <a:pt x="117656" y="349250"/>
                  </a:lnTo>
                  <a:lnTo>
                    <a:pt x="118924" y="347980"/>
                  </a:lnTo>
                  <a:close/>
                </a:path>
                <a:path w="463550" h="458469">
                  <a:moveTo>
                    <a:pt x="122727" y="344170"/>
                  </a:moveTo>
                  <a:lnTo>
                    <a:pt x="111760" y="344170"/>
                  </a:lnTo>
                  <a:lnTo>
                    <a:pt x="109219" y="346710"/>
                  </a:lnTo>
                  <a:lnTo>
                    <a:pt x="120192" y="346710"/>
                  </a:lnTo>
                  <a:lnTo>
                    <a:pt x="122727" y="344170"/>
                  </a:lnTo>
                  <a:close/>
                </a:path>
                <a:path w="463550" h="458469">
                  <a:moveTo>
                    <a:pt x="125263" y="341630"/>
                  </a:moveTo>
                  <a:lnTo>
                    <a:pt x="114300" y="341630"/>
                  </a:lnTo>
                  <a:lnTo>
                    <a:pt x="113029" y="342900"/>
                  </a:lnTo>
                  <a:lnTo>
                    <a:pt x="123995" y="342900"/>
                  </a:lnTo>
                  <a:lnTo>
                    <a:pt x="125263" y="341630"/>
                  </a:lnTo>
                  <a:close/>
                </a:path>
                <a:path w="463550" h="458469">
                  <a:moveTo>
                    <a:pt x="129067" y="337820"/>
                  </a:moveTo>
                  <a:lnTo>
                    <a:pt x="118110" y="337820"/>
                  </a:lnTo>
                  <a:lnTo>
                    <a:pt x="115569" y="340360"/>
                  </a:lnTo>
                  <a:lnTo>
                    <a:pt x="126531" y="340360"/>
                  </a:lnTo>
                  <a:lnTo>
                    <a:pt x="129067" y="337820"/>
                  </a:lnTo>
                  <a:close/>
                </a:path>
                <a:path w="463550" h="458469">
                  <a:moveTo>
                    <a:pt x="131602" y="335280"/>
                  </a:moveTo>
                  <a:lnTo>
                    <a:pt x="120650" y="335280"/>
                  </a:lnTo>
                  <a:lnTo>
                    <a:pt x="119379" y="336550"/>
                  </a:lnTo>
                  <a:lnTo>
                    <a:pt x="130335" y="336550"/>
                  </a:lnTo>
                  <a:lnTo>
                    <a:pt x="131602" y="335280"/>
                  </a:lnTo>
                  <a:close/>
                </a:path>
                <a:path w="463550" h="458469">
                  <a:moveTo>
                    <a:pt x="135406" y="331470"/>
                  </a:moveTo>
                  <a:lnTo>
                    <a:pt x="124460" y="331470"/>
                  </a:lnTo>
                  <a:lnTo>
                    <a:pt x="121919" y="334010"/>
                  </a:lnTo>
                  <a:lnTo>
                    <a:pt x="132870" y="334010"/>
                  </a:lnTo>
                  <a:lnTo>
                    <a:pt x="135406" y="331470"/>
                  </a:lnTo>
                  <a:close/>
                </a:path>
                <a:path w="463550" h="458469">
                  <a:moveTo>
                    <a:pt x="137942" y="328930"/>
                  </a:moveTo>
                  <a:lnTo>
                    <a:pt x="127000" y="328930"/>
                  </a:lnTo>
                  <a:lnTo>
                    <a:pt x="125729" y="330200"/>
                  </a:lnTo>
                  <a:lnTo>
                    <a:pt x="136674" y="330200"/>
                  </a:lnTo>
                  <a:lnTo>
                    <a:pt x="137942" y="328930"/>
                  </a:lnTo>
                  <a:close/>
                </a:path>
                <a:path w="463550" h="458469">
                  <a:moveTo>
                    <a:pt x="141745" y="325120"/>
                  </a:moveTo>
                  <a:lnTo>
                    <a:pt x="130810" y="325120"/>
                  </a:lnTo>
                  <a:lnTo>
                    <a:pt x="128269" y="327660"/>
                  </a:lnTo>
                  <a:lnTo>
                    <a:pt x="139210" y="327660"/>
                  </a:lnTo>
                  <a:lnTo>
                    <a:pt x="141745" y="325120"/>
                  </a:lnTo>
                  <a:close/>
                </a:path>
                <a:path w="463550" h="458469">
                  <a:moveTo>
                    <a:pt x="144281" y="322580"/>
                  </a:moveTo>
                  <a:lnTo>
                    <a:pt x="133350" y="322580"/>
                  </a:lnTo>
                  <a:lnTo>
                    <a:pt x="132079" y="323850"/>
                  </a:lnTo>
                  <a:lnTo>
                    <a:pt x="143013" y="323850"/>
                  </a:lnTo>
                  <a:lnTo>
                    <a:pt x="144281" y="322580"/>
                  </a:lnTo>
                  <a:close/>
                </a:path>
                <a:path w="463550" h="458469">
                  <a:moveTo>
                    <a:pt x="156959" y="309880"/>
                  </a:moveTo>
                  <a:lnTo>
                    <a:pt x="146050" y="309880"/>
                  </a:lnTo>
                  <a:lnTo>
                    <a:pt x="134619" y="321310"/>
                  </a:lnTo>
                  <a:lnTo>
                    <a:pt x="145549" y="321310"/>
                  </a:lnTo>
                  <a:lnTo>
                    <a:pt x="156959" y="309880"/>
                  </a:lnTo>
                  <a:close/>
                </a:path>
                <a:path w="463550" h="458469">
                  <a:moveTo>
                    <a:pt x="169638" y="297180"/>
                  </a:moveTo>
                  <a:lnTo>
                    <a:pt x="158750" y="297180"/>
                  </a:lnTo>
                  <a:lnTo>
                    <a:pt x="147319" y="308610"/>
                  </a:lnTo>
                  <a:lnTo>
                    <a:pt x="158227" y="308610"/>
                  </a:lnTo>
                  <a:lnTo>
                    <a:pt x="169638" y="297180"/>
                  </a:lnTo>
                  <a:close/>
                </a:path>
                <a:path w="463550" h="458469">
                  <a:moveTo>
                    <a:pt x="173442" y="293370"/>
                  </a:moveTo>
                  <a:lnTo>
                    <a:pt x="162560" y="293370"/>
                  </a:lnTo>
                  <a:lnTo>
                    <a:pt x="160019" y="295910"/>
                  </a:lnTo>
                  <a:lnTo>
                    <a:pt x="170906" y="295910"/>
                  </a:lnTo>
                  <a:lnTo>
                    <a:pt x="173442" y="293370"/>
                  </a:lnTo>
                  <a:close/>
                </a:path>
                <a:path w="463550" h="458469">
                  <a:moveTo>
                    <a:pt x="175977" y="290830"/>
                  </a:moveTo>
                  <a:lnTo>
                    <a:pt x="165100" y="290830"/>
                  </a:lnTo>
                  <a:lnTo>
                    <a:pt x="163829" y="292100"/>
                  </a:lnTo>
                  <a:lnTo>
                    <a:pt x="174709" y="292100"/>
                  </a:lnTo>
                  <a:lnTo>
                    <a:pt x="175977" y="290830"/>
                  </a:lnTo>
                  <a:close/>
                </a:path>
                <a:path w="463550" h="458469">
                  <a:moveTo>
                    <a:pt x="179781" y="287020"/>
                  </a:moveTo>
                  <a:lnTo>
                    <a:pt x="168910" y="287020"/>
                  </a:lnTo>
                  <a:lnTo>
                    <a:pt x="166369" y="289560"/>
                  </a:lnTo>
                  <a:lnTo>
                    <a:pt x="177245" y="289560"/>
                  </a:lnTo>
                  <a:lnTo>
                    <a:pt x="179781" y="287020"/>
                  </a:lnTo>
                  <a:close/>
                </a:path>
                <a:path w="463550" h="458469">
                  <a:moveTo>
                    <a:pt x="192459" y="274320"/>
                  </a:moveTo>
                  <a:lnTo>
                    <a:pt x="181610" y="274320"/>
                  </a:lnTo>
                  <a:lnTo>
                    <a:pt x="170179" y="285750"/>
                  </a:lnTo>
                  <a:lnTo>
                    <a:pt x="181049" y="285750"/>
                  </a:lnTo>
                  <a:lnTo>
                    <a:pt x="192459" y="274320"/>
                  </a:lnTo>
                  <a:close/>
                </a:path>
                <a:path w="463550" h="458469">
                  <a:moveTo>
                    <a:pt x="201334" y="265430"/>
                  </a:moveTo>
                  <a:lnTo>
                    <a:pt x="190500" y="265430"/>
                  </a:lnTo>
                  <a:lnTo>
                    <a:pt x="182879" y="273050"/>
                  </a:lnTo>
                  <a:lnTo>
                    <a:pt x="193727" y="273050"/>
                  </a:lnTo>
                  <a:lnTo>
                    <a:pt x="201334" y="265430"/>
                  </a:lnTo>
                  <a:close/>
                </a:path>
                <a:path w="463550" h="458469">
                  <a:moveTo>
                    <a:pt x="217816" y="248920"/>
                  </a:moveTo>
                  <a:lnTo>
                    <a:pt x="207010" y="248920"/>
                  </a:lnTo>
                  <a:lnTo>
                    <a:pt x="191769" y="264160"/>
                  </a:lnTo>
                  <a:lnTo>
                    <a:pt x="202602" y="264160"/>
                  </a:lnTo>
                  <a:lnTo>
                    <a:pt x="217816" y="248920"/>
                  </a:lnTo>
                  <a:close/>
                </a:path>
                <a:path w="463550" h="458469">
                  <a:moveTo>
                    <a:pt x="222888" y="243840"/>
                  </a:moveTo>
                  <a:lnTo>
                    <a:pt x="212089" y="243840"/>
                  </a:lnTo>
                  <a:lnTo>
                    <a:pt x="208279" y="247650"/>
                  </a:lnTo>
                  <a:lnTo>
                    <a:pt x="219084" y="247650"/>
                  </a:lnTo>
                  <a:lnTo>
                    <a:pt x="222888" y="243840"/>
                  </a:lnTo>
                  <a:close/>
                </a:path>
              </a:pathLst>
            </a:custGeom>
            <a:solidFill>
              <a:srgbClr val="9C4B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49">
              <a:extLst>
                <a:ext uri="{FF2B5EF4-FFF2-40B4-BE49-F238E27FC236}">
                  <a16:creationId xmlns:a16="http://schemas.microsoft.com/office/drawing/2014/main" id="{5A947009-21A0-2E62-7053-C2E3273D4F91}"/>
                </a:ext>
              </a:extLst>
            </p:cNvPr>
            <p:cNvSpPr/>
            <p:nvPr/>
          </p:nvSpPr>
          <p:spPr>
            <a:xfrm>
              <a:off x="2719070" y="2616430"/>
              <a:ext cx="463550" cy="455930"/>
            </a:xfrm>
            <a:custGeom>
              <a:avLst/>
              <a:gdLst/>
              <a:ahLst/>
              <a:cxnLst/>
              <a:rect l="l" t="t" r="r" b="b"/>
              <a:pathLst>
                <a:path w="463550" h="455930">
                  <a:moveTo>
                    <a:pt x="308122" y="157249"/>
                  </a:moveTo>
                  <a:lnTo>
                    <a:pt x="297676" y="157249"/>
                  </a:lnTo>
                  <a:lnTo>
                    <a:pt x="291337" y="163599"/>
                  </a:lnTo>
                  <a:lnTo>
                    <a:pt x="301761" y="163599"/>
                  </a:lnTo>
                  <a:lnTo>
                    <a:pt x="308122" y="157249"/>
                  </a:lnTo>
                  <a:close/>
                </a:path>
                <a:path w="463550" h="455930">
                  <a:moveTo>
                    <a:pt x="310667" y="154709"/>
                  </a:moveTo>
                  <a:lnTo>
                    <a:pt x="300212" y="154709"/>
                  </a:lnTo>
                  <a:lnTo>
                    <a:pt x="298944" y="155979"/>
                  </a:lnTo>
                  <a:lnTo>
                    <a:pt x="309394" y="155979"/>
                  </a:lnTo>
                  <a:lnTo>
                    <a:pt x="310667" y="154709"/>
                  </a:lnTo>
                  <a:close/>
                </a:path>
                <a:path w="463550" h="455930">
                  <a:moveTo>
                    <a:pt x="314483" y="150899"/>
                  </a:moveTo>
                  <a:lnTo>
                    <a:pt x="304015" y="150899"/>
                  </a:lnTo>
                  <a:lnTo>
                    <a:pt x="301479" y="153439"/>
                  </a:lnTo>
                  <a:lnTo>
                    <a:pt x="311939" y="153439"/>
                  </a:lnTo>
                  <a:lnTo>
                    <a:pt x="314483" y="150899"/>
                  </a:lnTo>
                  <a:close/>
                </a:path>
                <a:path w="463550" h="455930">
                  <a:moveTo>
                    <a:pt x="317027" y="148359"/>
                  </a:moveTo>
                  <a:lnTo>
                    <a:pt x="306551" y="148359"/>
                  </a:lnTo>
                  <a:lnTo>
                    <a:pt x="305283" y="149629"/>
                  </a:lnTo>
                  <a:lnTo>
                    <a:pt x="315755" y="149629"/>
                  </a:lnTo>
                  <a:lnTo>
                    <a:pt x="317027" y="148359"/>
                  </a:lnTo>
                  <a:close/>
                </a:path>
                <a:path w="463550" h="455930">
                  <a:moveTo>
                    <a:pt x="320844" y="144549"/>
                  </a:moveTo>
                  <a:lnTo>
                    <a:pt x="310354" y="144549"/>
                  </a:lnTo>
                  <a:lnTo>
                    <a:pt x="307819" y="147089"/>
                  </a:lnTo>
                  <a:lnTo>
                    <a:pt x="318299" y="147089"/>
                  </a:lnTo>
                  <a:lnTo>
                    <a:pt x="320844" y="144549"/>
                  </a:lnTo>
                  <a:close/>
                </a:path>
                <a:path w="463550" h="455930">
                  <a:moveTo>
                    <a:pt x="323388" y="142009"/>
                  </a:moveTo>
                  <a:lnTo>
                    <a:pt x="312890" y="142009"/>
                  </a:lnTo>
                  <a:lnTo>
                    <a:pt x="311622" y="143279"/>
                  </a:lnTo>
                  <a:lnTo>
                    <a:pt x="322116" y="143279"/>
                  </a:lnTo>
                  <a:lnTo>
                    <a:pt x="323388" y="142009"/>
                  </a:lnTo>
                  <a:close/>
                </a:path>
                <a:path w="463550" h="455930">
                  <a:moveTo>
                    <a:pt x="336110" y="129309"/>
                  </a:moveTo>
                  <a:lnTo>
                    <a:pt x="325569" y="129309"/>
                  </a:lnTo>
                  <a:lnTo>
                    <a:pt x="314158" y="140739"/>
                  </a:lnTo>
                  <a:lnTo>
                    <a:pt x="324660" y="140739"/>
                  </a:lnTo>
                  <a:lnTo>
                    <a:pt x="336110" y="129309"/>
                  </a:lnTo>
                  <a:close/>
                </a:path>
                <a:path w="463550" h="455930">
                  <a:moveTo>
                    <a:pt x="348831" y="116609"/>
                  </a:moveTo>
                  <a:lnTo>
                    <a:pt x="338247" y="116609"/>
                  </a:lnTo>
                  <a:lnTo>
                    <a:pt x="326836" y="128039"/>
                  </a:lnTo>
                  <a:lnTo>
                    <a:pt x="337382" y="128039"/>
                  </a:lnTo>
                  <a:lnTo>
                    <a:pt x="348831" y="116609"/>
                  </a:lnTo>
                  <a:close/>
                </a:path>
                <a:path w="463550" h="455930">
                  <a:moveTo>
                    <a:pt x="352648" y="112799"/>
                  </a:moveTo>
                  <a:lnTo>
                    <a:pt x="342051" y="112799"/>
                  </a:lnTo>
                  <a:lnTo>
                    <a:pt x="339515" y="115339"/>
                  </a:lnTo>
                  <a:lnTo>
                    <a:pt x="350103" y="115339"/>
                  </a:lnTo>
                  <a:lnTo>
                    <a:pt x="352648" y="112799"/>
                  </a:lnTo>
                  <a:close/>
                </a:path>
                <a:path w="463550" h="455930">
                  <a:moveTo>
                    <a:pt x="355192" y="110259"/>
                  </a:moveTo>
                  <a:lnTo>
                    <a:pt x="344586" y="110259"/>
                  </a:lnTo>
                  <a:lnTo>
                    <a:pt x="343319" y="111529"/>
                  </a:lnTo>
                  <a:lnTo>
                    <a:pt x="353920" y="111529"/>
                  </a:lnTo>
                  <a:lnTo>
                    <a:pt x="355192" y="110259"/>
                  </a:lnTo>
                  <a:close/>
                </a:path>
                <a:path w="463550" h="455930">
                  <a:moveTo>
                    <a:pt x="359008" y="106449"/>
                  </a:moveTo>
                  <a:lnTo>
                    <a:pt x="348390" y="106449"/>
                  </a:lnTo>
                  <a:lnTo>
                    <a:pt x="345854" y="108989"/>
                  </a:lnTo>
                  <a:lnTo>
                    <a:pt x="356464" y="108989"/>
                  </a:lnTo>
                  <a:lnTo>
                    <a:pt x="359008" y="106449"/>
                  </a:lnTo>
                  <a:close/>
                </a:path>
                <a:path w="463550" h="455930">
                  <a:moveTo>
                    <a:pt x="361553" y="103909"/>
                  </a:moveTo>
                  <a:lnTo>
                    <a:pt x="350926" y="103909"/>
                  </a:lnTo>
                  <a:lnTo>
                    <a:pt x="349658" y="105179"/>
                  </a:lnTo>
                  <a:lnTo>
                    <a:pt x="360281" y="105179"/>
                  </a:lnTo>
                  <a:lnTo>
                    <a:pt x="361553" y="103909"/>
                  </a:lnTo>
                  <a:close/>
                </a:path>
                <a:path w="463550" h="455930">
                  <a:moveTo>
                    <a:pt x="365369" y="100099"/>
                  </a:moveTo>
                  <a:lnTo>
                    <a:pt x="354729" y="100099"/>
                  </a:lnTo>
                  <a:lnTo>
                    <a:pt x="352193" y="102639"/>
                  </a:lnTo>
                  <a:lnTo>
                    <a:pt x="362825" y="102639"/>
                  </a:lnTo>
                  <a:lnTo>
                    <a:pt x="365369" y="100099"/>
                  </a:lnTo>
                  <a:close/>
                </a:path>
                <a:path w="463550" h="455930">
                  <a:moveTo>
                    <a:pt x="367914" y="97559"/>
                  </a:moveTo>
                  <a:lnTo>
                    <a:pt x="357265" y="97559"/>
                  </a:lnTo>
                  <a:lnTo>
                    <a:pt x="355997" y="98829"/>
                  </a:lnTo>
                  <a:lnTo>
                    <a:pt x="366641" y="98829"/>
                  </a:lnTo>
                  <a:lnTo>
                    <a:pt x="367914" y="97559"/>
                  </a:lnTo>
                  <a:close/>
                </a:path>
                <a:path w="463550" h="455930">
                  <a:moveTo>
                    <a:pt x="371730" y="93749"/>
                  </a:moveTo>
                  <a:lnTo>
                    <a:pt x="361068" y="93749"/>
                  </a:lnTo>
                  <a:lnTo>
                    <a:pt x="358533" y="96289"/>
                  </a:lnTo>
                  <a:lnTo>
                    <a:pt x="369186" y="96289"/>
                  </a:lnTo>
                  <a:lnTo>
                    <a:pt x="371730" y="93749"/>
                  </a:lnTo>
                  <a:close/>
                </a:path>
                <a:path w="463550" h="455930">
                  <a:moveTo>
                    <a:pt x="374274" y="91209"/>
                  </a:moveTo>
                  <a:lnTo>
                    <a:pt x="363604" y="91209"/>
                  </a:lnTo>
                  <a:lnTo>
                    <a:pt x="362336" y="92479"/>
                  </a:lnTo>
                  <a:lnTo>
                    <a:pt x="373002" y="92479"/>
                  </a:lnTo>
                  <a:lnTo>
                    <a:pt x="374274" y="91209"/>
                  </a:lnTo>
                  <a:close/>
                </a:path>
                <a:path w="463550" h="455930">
                  <a:moveTo>
                    <a:pt x="378091" y="87399"/>
                  </a:moveTo>
                  <a:lnTo>
                    <a:pt x="367408" y="87399"/>
                  </a:lnTo>
                  <a:lnTo>
                    <a:pt x="364872" y="89939"/>
                  </a:lnTo>
                  <a:lnTo>
                    <a:pt x="375546" y="89939"/>
                  </a:lnTo>
                  <a:lnTo>
                    <a:pt x="378091" y="87399"/>
                  </a:lnTo>
                  <a:close/>
                </a:path>
                <a:path w="463550" h="455930">
                  <a:moveTo>
                    <a:pt x="380635" y="84859"/>
                  </a:moveTo>
                  <a:lnTo>
                    <a:pt x="369943" y="84859"/>
                  </a:lnTo>
                  <a:lnTo>
                    <a:pt x="368676" y="86129"/>
                  </a:lnTo>
                  <a:lnTo>
                    <a:pt x="379363" y="86129"/>
                  </a:lnTo>
                  <a:lnTo>
                    <a:pt x="380635" y="84859"/>
                  </a:lnTo>
                  <a:close/>
                </a:path>
                <a:path w="463550" h="455930">
                  <a:moveTo>
                    <a:pt x="384452" y="81049"/>
                  </a:moveTo>
                  <a:lnTo>
                    <a:pt x="373747" y="81049"/>
                  </a:lnTo>
                  <a:lnTo>
                    <a:pt x="371211" y="83589"/>
                  </a:lnTo>
                  <a:lnTo>
                    <a:pt x="381907" y="83589"/>
                  </a:lnTo>
                  <a:lnTo>
                    <a:pt x="384452" y="81049"/>
                  </a:lnTo>
                  <a:close/>
                </a:path>
                <a:path w="463550" h="455930">
                  <a:moveTo>
                    <a:pt x="386996" y="78509"/>
                  </a:moveTo>
                  <a:lnTo>
                    <a:pt x="376283" y="78509"/>
                  </a:lnTo>
                  <a:lnTo>
                    <a:pt x="375015" y="79779"/>
                  </a:lnTo>
                  <a:lnTo>
                    <a:pt x="385724" y="79779"/>
                  </a:lnTo>
                  <a:lnTo>
                    <a:pt x="386996" y="78509"/>
                  </a:lnTo>
                  <a:close/>
                </a:path>
                <a:path w="463550" h="455930">
                  <a:moveTo>
                    <a:pt x="390812" y="74699"/>
                  </a:moveTo>
                  <a:lnTo>
                    <a:pt x="380086" y="74699"/>
                  </a:lnTo>
                  <a:lnTo>
                    <a:pt x="377551" y="77239"/>
                  </a:lnTo>
                  <a:lnTo>
                    <a:pt x="388268" y="77239"/>
                  </a:lnTo>
                  <a:lnTo>
                    <a:pt x="390812" y="74699"/>
                  </a:lnTo>
                  <a:close/>
                </a:path>
                <a:path w="463550" h="455930">
                  <a:moveTo>
                    <a:pt x="393357" y="72159"/>
                  </a:moveTo>
                  <a:lnTo>
                    <a:pt x="382622" y="72159"/>
                  </a:lnTo>
                  <a:lnTo>
                    <a:pt x="381354" y="73429"/>
                  </a:lnTo>
                  <a:lnTo>
                    <a:pt x="392085" y="73429"/>
                  </a:lnTo>
                  <a:lnTo>
                    <a:pt x="393357" y="72159"/>
                  </a:lnTo>
                  <a:close/>
                </a:path>
                <a:path w="463550" h="455930">
                  <a:moveTo>
                    <a:pt x="397173" y="68349"/>
                  </a:moveTo>
                  <a:lnTo>
                    <a:pt x="386425" y="68349"/>
                  </a:lnTo>
                  <a:lnTo>
                    <a:pt x="383890" y="70889"/>
                  </a:lnTo>
                  <a:lnTo>
                    <a:pt x="394629" y="70889"/>
                  </a:lnTo>
                  <a:lnTo>
                    <a:pt x="397173" y="68349"/>
                  </a:lnTo>
                  <a:close/>
                </a:path>
                <a:path w="463550" h="455930">
                  <a:moveTo>
                    <a:pt x="399717" y="65809"/>
                  </a:moveTo>
                  <a:lnTo>
                    <a:pt x="388961" y="65809"/>
                  </a:lnTo>
                  <a:lnTo>
                    <a:pt x="387693" y="67079"/>
                  </a:lnTo>
                  <a:lnTo>
                    <a:pt x="398445" y="67079"/>
                  </a:lnTo>
                  <a:lnTo>
                    <a:pt x="399717" y="65809"/>
                  </a:lnTo>
                  <a:close/>
                </a:path>
                <a:path w="463550" h="455930">
                  <a:moveTo>
                    <a:pt x="403534" y="61999"/>
                  </a:moveTo>
                  <a:lnTo>
                    <a:pt x="392765" y="61999"/>
                  </a:lnTo>
                  <a:lnTo>
                    <a:pt x="390229" y="64539"/>
                  </a:lnTo>
                  <a:lnTo>
                    <a:pt x="400990" y="64539"/>
                  </a:lnTo>
                  <a:lnTo>
                    <a:pt x="403534" y="61999"/>
                  </a:lnTo>
                  <a:close/>
                </a:path>
                <a:path w="463550" h="455930">
                  <a:moveTo>
                    <a:pt x="406078" y="59459"/>
                  </a:moveTo>
                  <a:lnTo>
                    <a:pt x="395300" y="59459"/>
                  </a:lnTo>
                  <a:lnTo>
                    <a:pt x="394033" y="60729"/>
                  </a:lnTo>
                  <a:lnTo>
                    <a:pt x="404806" y="60729"/>
                  </a:lnTo>
                  <a:lnTo>
                    <a:pt x="406078" y="59459"/>
                  </a:lnTo>
                  <a:close/>
                </a:path>
                <a:path w="463550" h="455930">
                  <a:moveTo>
                    <a:pt x="409895" y="55649"/>
                  </a:moveTo>
                  <a:lnTo>
                    <a:pt x="399104" y="55649"/>
                  </a:lnTo>
                  <a:lnTo>
                    <a:pt x="396568" y="58189"/>
                  </a:lnTo>
                  <a:lnTo>
                    <a:pt x="407350" y="58189"/>
                  </a:lnTo>
                  <a:lnTo>
                    <a:pt x="409895" y="55649"/>
                  </a:lnTo>
                  <a:close/>
                </a:path>
                <a:path w="463550" h="455930">
                  <a:moveTo>
                    <a:pt x="412439" y="53109"/>
                  </a:moveTo>
                  <a:lnTo>
                    <a:pt x="401640" y="53109"/>
                  </a:lnTo>
                  <a:lnTo>
                    <a:pt x="400372" y="54379"/>
                  </a:lnTo>
                  <a:lnTo>
                    <a:pt x="411167" y="54379"/>
                  </a:lnTo>
                  <a:lnTo>
                    <a:pt x="412439" y="53109"/>
                  </a:lnTo>
                  <a:close/>
                </a:path>
                <a:path w="463550" h="455930">
                  <a:moveTo>
                    <a:pt x="416255" y="49299"/>
                  </a:moveTo>
                  <a:lnTo>
                    <a:pt x="405443" y="49299"/>
                  </a:lnTo>
                  <a:lnTo>
                    <a:pt x="402908" y="51839"/>
                  </a:lnTo>
                  <a:lnTo>
                    <a:pt x="413711" y="51839"/>
                  </a:lnTo>
                  <a:lnTo>
                    <a:pt x="416255" y="49299"/>
                  </a:lnTo>
                  <a:close/>
                </a:path>
                <a:path w="463550" h="455930">
                  <a:moveTo>
                    <a:pt x="418800" y="46759"/>
                  </a:moveTo>
                  <a:lnTo>
                    <a:pt x="407979" y="46759"/>
                  </a:lnTo>
                  <a:lnTo>
                    <a:pt x="406711" y="48029"/>
                  </a:lnTo>
                  <a:lnTo>
                    <a:pt x="417528" y="48029"/>
                  </a:lnTo>
                  <a:lnTo>
                    <a:pt x="418800" y="46759"/>
                  </a:lnTo>
                  <a:close/>
                </a:path>
                <a:path w="463550" h="455930">
                  <a:moveTo>
                    <a:pt x="422616" y="42949"/>
                  </a:moveTo>
                  <a:lnTo>
                    <a:pt x="411782" y="42949"/>
                  </a:lnTo>
                  <a:lnTo>
                    <a:pt x="409247" y="45489"/>
                  </a:lnTo>
                  <a:lnTo>
                    <a:pt x="420072" y="45489"/>
                  </a:lnTo>
                  <a:lnTo>
                    <a:pt x="422616" y="42949"/>
                  </a:lnTo>
                  <a:close/>
                </a:path>
                <a:path w="463550" h="455930">
                  <a:moveTo>
                    <a:pt x="425161" y="40409"/>
                  </a:moveTo>
                  <a:lnTo>
                    <a:pt x="414318" y="40409"/>
                  </a:lnTo>
                  <a:lnTo>
                    <a:pt x="413050" y="41679"/>
                  </a:lnTo>
                  <a:lnTo>
                    <a:pt x="423888" y="41679"/>
                  </a:lnTo>
                  <a:lnTo>
                    <a:pt x="425161" y="40409"/>
                  </a:lnTo>
                  <a:close/>
                </a:path>
                <a:path w="463550" h="455930">
                  <a:moveTo>
                    <a:pt x="428977" y="36599"/>
                  </a:moveTo>
                  <a:lnTo>
                    <a:pt x="418122" y="36599"/>
                  </a:lnTo>
                  <a:lnTo>
                    <a:pt x="415586" y="39139"/>
                  </a:lnTo>
                  <a:lnTo>
                    <a:pt x="426433" y="39139"/>
                  </a:lnTo>
                  <a:lnTo>
                    <a:pt x="428977" y="36599"/>
                  </a:lnTo>
                  <a:close/>
                </a:path>
                <a:path w="463550" h="455930">
                  <a:moveTo>
                    <a:pt x="431521" y="34059"/>
                  </a:moveTo>
                  <a:lnTo>
                    <a:pt x="420657" y="34059"/>
                  </a:lnTo>
                  <a:lnTo>
                    <a:pt x="419390" y="35329"/>
                  </a:lnTo>
                  <a:lnTo>
                    <a:pt x="430249" y="35329"/>
                  </a:lnTo>
                  <a:lnTo>
                    <a:pt x="431521" y="34059"/>
                  </a:lnTo>
                  <a:close/>
                </a:path>
                <a:path w="463550" h="455930">
                  <a:moveTo>
                    <a:pt x="435338" y="30249"/>
                  </a:moveTo>
                  <a:lnTo>
                    <a:pt x="424461" y="30249"/>
                  </a:lnTo>
                  <a:lnTo>
                    <a:pt x="421925" y="32789"/>
                  </a:lnTo>
                  <a:lnTo>
                    <a:pt x="432794" y="32789"/>
                  </a:lnTo>
                  <a:lnTo>
                    <a:pt x="435338" y="30249"/>
                  </a:lnTo>
                  <a:close/>
                </a:path>
                <a:path w="463550" h="455930">
                  <a:moveTo>
                    <a:pt x="437882" y="27709"/>
                  </a:moveTo>
                  <a:lnTo>
                    <a:pt x="426997" y="27709"/>
                  </a:lnTo>
                  <a:lnTo>
                    <a:pt x="425729" y="28979"/>
                  </a:lnTo>
                  <a:lnTo>
                    <a:pt x="436610" y="28979"/>
                  </a:lnTo>
                  <a:lnTo>
                    <a:pt x="437882" y="27709"/>
                  </a:lnTo>
                  <a:close/>
                </a:path>
                <a:path w="463550" h="455930">
                  <a:moveTo>
                    <a:pt x="441699" y="23899"/>
                  </a:moveTo>
                  <a:lnTo>
                    <a:pt x="430800" y="23899"/>
                  </a:lnTo>
                  <a:lnTo>
                    <a:pt x="428265" y="26439"/>
                  </a:lnTo>
                  <a:lnTo>
                    <a:pt x="439154" y="26439"/>
                  </a:lnTo>
                  <a:lnTo>
                    <a:pt x="441699" y="23899"/>
                  </a:lnTo>
                  <a:close/>
                </a:path>
                <a:path w="463550" h="455930">
                  <a:moveTo>
                    <a:pt x="444243" y="21359"/>
                  </a:moveTo>
                  <a:lnTo>
                    <a:pt x="433336" y="21359"/>
                  </a:lnTo>
                  <a:lnTo>
                    <a:pt x="432068" y="22629"/>
                  </a:lnTo>
                  <a:lnTo>
                    <a:pt x="442971" y="22629"/>
                  </a:lnTo>
                  <a:lnTo>
                    <a:pt x="444243" y="21359"/>
                  </a:lnTo>
                  <a:close/>
                </a:path>
                <a:path w="463550" h="455930">
                  <a:moveTo>
                    <a:pt x="448059" y="17549"/>
                  </a:moveTo>
                  <a:lnTo>
                    <a:pt x="437140" y="17549"/>
                  </a:lnTo>
                  <a:lnTo>
                    <a:pt x="434604" y="20089"/>
                  </a:lnTo>
                  <a:lnTo>
                    <a:pt x="445515" y="20089"/>
                  </a:lnTo>
                  <a:lnTo>
                    <a:pt x="448059" y="17549"/>
                  </a:lnTo>
                  <a:close/>
                </a:path>
                <a:path w="463550" h="455930">
                  <a:moveTo>
                    <a:pt x="450604" y="15009"/>
                  </a:moveTo>
                  <a:lnTo>
                    <a:pt x="439675" y="15009"/>
                  </a:lnTo>
                  <a:lnTo>
                    <a:pt x="438407" y="16279"/>
                  </a:lnTo>
                  <a:lnTo>
                    <a:pt x="449332" y="16279"/>
                  </a:lnTo>
                  <a:lnTo>
                    <a:pt x="450604" y="15009"/>
                  </a:lnTo>
                  <a:close/>
                </a:path>
                <a:path w="463550" h="455930">
                  <a:moveTo>
                    <a:pt x="454420" y="11199"/>
                  </a:moveTo>
                  <a:lnTo>
                    <a:pt x="443479" y="11199"/>
                  </a:lnTo>
                  <a:lnTo>
                    <a:pt x="440943" y="13739"/>
                  </a:lnTo>
                  <a:lnTo>
                    <a:pt x="451876" y="13739"/>
                  </a:lnTo>
                  <a:lnTo>
                    <a:pt x="454420" y="11199"/>
                  </a:lnTo>
                  <a:close/>
                </a:path>
                <a:path w="463550" h="455930">
                  <a:moveTo>
                    <a:pt x="456964" y="8659"/>
                  </a:moveTo>
                  <a:lnTo>
                    <a:pt x="446014" y="8659"/>
                  </a:lnTo>
                  <a:lnTo>
                    <a:pt x="444747" y="9929"/>
                  </a:lnTo>
                  <a:lnTo>
                    <a:pt x="455692" y="9929"/>
                  </a:lnTo>
                  <a:lnTo>
                    <a:pt x="456964" y="8659"/>
                  </a:lnTo>
                  <a:close/>
                </a:path>
                <a:path w="463550" h="455930">
                  <a:moveTo>
                    <a:pt x="460781" y="4849"/>
                  </a:moveTo>
                  <a:lnTo>
                    <a:pt x="449818" y="4849"/>
                  </a:lnTo>
                  <a:lnTo>
                    <a:pt x="447282" y="7389"/>
                  </a:lnTo>
                  <a:lnTo>
                    <a:pt x="458237" y="7389"/>
                  </a:lnTo>
                  <a:lnTo>
                    <a:pt x="460781" y="4849"/>
                  </a:lnTo>
                  <a:close/>
                </a:path>
                <a:path w="463550" h="455930">
                  <a:moveTo>
                    <a:pt x="463550" y="1039"/>
                  </a:moveTo>
                  <a:lnTo>
                    <a:pt x="458469" y="1039"/>
                  </a:lnTo>
                  <a:lnTo>
                    <a:pt x="458469" y="2309"/>
                  </a:lnTo>
                  <a:lnTo>
                    <a:pt x="452354" y="2309"/>
                  </a:lnTo>
                  <a:lnTo>
                    <a:pt x="451086" y="3579"/>
                  </a:lnTo>
                  <a:lnTo>
                    <a:pt x="462053" y="3579"/>
                  </a:lnTo>
                  <a:lnTo>
                    <a:pt x="463550" y="2085"/>
                  </a:lnTo>
                  <a:lnTo>
                    <a:pt x="463550" y="1039"/>
                  </a:lnTo>
                  <a:close/>
                </a:path>
                <a:path w="463550" h="455930">
                  <a:moveTo>
                    <a:pt x="454660" y="0"/>
                  </a:moveTo>
                  <a:lnTo>
                    <a:pt x="453622" y="1039"/>
                  </a:lnTo>
                  <a:lnTo>
                    <a:pt x="454660" y="1039"/>
                  </a:lnTo>
                  <a:lnTo>
                    <a:pt x="454660" y="0"/>
                  </a:lnTo>
                  <a:close/>
                </a:path>
                <a:path w="463550" h="455930">
                  <a:moveTo>
                    <a:pt x="301761" y="163599"/>
                  </a:moveTo>
                  <a:lnTo>
                    <a:pt x="291337" y="163599"/>
                  </a:lnTo>
                  <a:lnTo>
                    <a:pt x="265980" y="188999"/>
                  </a:lnTo>
                  <a:lnTo>
                    <a:pt x="276318" y="188999"/>
                  </a:lnTo>
                  <a:lnTo>
                    <a:pt x="301761" y="163599"/>
                  </a:lnTo>
                  <a:close/>
                </a:path>
                <a:path w="463550" h="455930">
                  <a:moveTo>
                    <a:pt x="276318" y="188999"/>
                  </a:moveTo>
                  <a:lnTo>
                    <a:pt x="265980" y="188999"/>
                  </a:lnTo>
                  <a:lnTo>
                    <a:pt x="215266" y="239799"/>
                  </a:lnTo>
                  <a:lnTo>
                    <a:pt x="225432" y="239799"/>
                  </a:lnTo>
                  <a:lnTo>
                    <a:pt x="276318" y="188999"/>
                  </a:lnTo>
                  <a:close/>
                </a:path>
                <a:path w="463550" h="455930">
                  <a:moveTo>
                    <a:pt x="11710" y="453159"/>
                  </a:moveTo>
                  <a:lnTo>
                    <a:pt x="2267" y="453159"/>
                  </a:lnTo>
                  <a:lnTo>
                    <a:pt x="0" y="455430"/>
                  </a:lnTo>
                  <a:lnTo>
                    <a:pt x="0" y="455699"/>
                  </a:lnTo>
                  <a:lnTo>
                    <a:pt x="2540" y="455699"/>
                  </a:lnTo>
                  <a:lnTo>
                    <a:pt x="2540" y="454429"/>
                  </a:lnTo>
                  <a:lnTo>
                    <a:pt x="10438" y="454429"/>
                  </a:lnTo>
                  <a:lnTo>
                    <a:pt x="11710" y="453159"/>
                  </a:lnTo>
                  <a:close/>
                </a:path>
                <a:path w="463550" h="455930">
                  <a:moveTo>
                    <a:pt x="15526" y="449349"/>
                  </a:moveTo>
                  <a:lnTo>
                    <a:pt x="6070" y="449349"/>
                  </a:lnTo>
                  <a:lnTo>
                    <a:pt x="3534" y="451889"/>
                  </a:lnTo>
                  <a:lnTo>
                    <a:pt x="12982" y="451889"/>
                  </a:lnTo>
                  <a:lnTo>
                    <a:pt x="15526" y="449349"/>
                  </a:lnTo>
                  <a:close/>
                </a:path>
                <a:path w="463550" h="455930">
                  <a:moveTo>
                    <a:pt x="18071" y="446809"/>
                  </a:moveTo>
                  <a:lnTo>
                    <a:pt x="8606" y="446809"/>
                  </a:lnTo>
                  <a:lnTo>
                    <a:pt x="7338" y="448079"/>
                  </a:lnTo>
                  <a:lnTo>
                    <a:pt x="16798" y="448079"/>
                  </a:lnTo>
                  <a:lnTo>
                    <a:pt x="18071" y="446809"/>
                  </a:lnTo>
                  <a:close/>
                </a:path>
                <a:path w="463550" h="455930">
                  <a:moveTo>
                    <a:pt x="21887" y="442999"/>
                  </a:moveTo>
                  <a:lnTo>
                    <a:pt x="12409" y="442999"/>
                  </a:lnTo>
                  <a:lnTo>
                    <a:pt x="9874" y="445539"/>
                  </a:lnTo>
                  <a:lnTo>
                    <a:pt x="19343" y="445539"/>
                  </a:lnTo>
                  <a:lnTo>
                    <a:pt x="21887" y="442999"/>
                  </a:lnTo>
                  <a:close/>
                </a:path>
                <a:path w="463550" h="455930">
                  <a:moveTo>
                    <a:pt x="24431" y="440459"/>
                  </a:moveTo>
                  <a:lnTo>
                    <a:pt x="14945" y="440459"/>
                  </a:lnTo>
                  <a:lnTo>
                    <a:pt x="13677" y="441729"/>
                  </a:lnTo>
                  <a:lnTo>
                    <a:pt x="23159" y="441729"/>
                  </a:lnTo>
                  <a:lnTo>
                    <a:pt x="24431" y="440459"/>
                  </a:lnTo>
                  <a:close/>
                </a:path>
                <a:path w="463550" h="455930">
                  <a:moveTo>
                    <a:pt x="28248" y="436649"/>
                  </a:moveTo>
                  <a:lnTo>
                    <a:pt x="18749" y="436649"/>
                  </a:lnTo>
                  <a:lnTo>
                    <a:pt x="16213" y="439189"/>
                  </a:lnTo>
                  <a:lnTo>
                    <a:pt x="25704" y="439189"/>
                  </a:lnTo>
                  <a:lnTo>
                    <a:pt x="28248" y="436649"/>
                  </a:lnTo>
                  <a:close/>
                </a:path>
                <a:path w="463550" h="455930">
                  <a:moveTo>
                    <a:pt x="30792" y="434109"/>
                  </a:moveTo>
                  <a:lnTo>
                    <a:pt x="21284" y="434109"/>
                  </a:lnTo>
                  <a:lnTo>
                    <a:pt x="20017" y="435379"/>
                  </a:lnTo>
                  <a:lnTo>
                    <a:pt x="29520" y="435379"/>
                  </a:lnTo>
                  <a:lnTo>
                    <a:pt x="30792" y="434109"/>
                  </a:lnTo>
                  <a:close/>
                </a:path>
                <a:path w="463550" h="455930">
                  <a:moveTo>
                    <a:pt x="34609" y="430299"/>
                  </a:moveTo>
                  <a:lnTo>
                    <a:pt x="25088" y="430299"/>
                  </a:lnTo>
                  <a:lnTo>
                    <a:pt x="22552" y="432839"/>
                  </a:lnTo>
                  <a:lnTo>
                    <a:pt x="32064" y="432839"/>
                  </a:lnTo>
                  <a:lnTo>
                    <a:pt x="34609" y="430299"/>
                  </a:lnTo>
                  <a:close/>
                </a:path>
                <a:path w="463550" h="455930">
                  <a:moveTo>
                    <a:pt x="37153" y="427759"/>
                  </a:moveTo>
                  <a:lnTo>
                    <a:pt x="27624" y="427759"/>
                  </a:lnTo>
                  <a:lnTo>
                    <a:pt x="26356" y="429029"/>
                  </a:lnTo>
                  <a:lnTo>
                    <a:pt x="35881" y="429029"/>
                  </a:lnTo>
                  <a:lnTo>
                    <a:pt x="37153" y="427759"/>
                  </a:lnTo>
                  <a:close/>
                </a:path>
                <a:path w="463550" h="455930">
                  <a:moveTo>
                    <a:pt x="40969" y="423949"/>
                  </a:moveTo>
                  <a:lnTo>
                    <a:pt x="31427" y="423949"/>
                  </a:lnTo>
                  <a:lnTo>
                    <a:pt x="28891" y="426489"/>
                  </a:lnTo>
                  <a:lnTo>
                    <a:pt x="38425" y="426489"/>
                  </a:lnTo>
                  <a:lnTo>
                    <a:pt x="40969" y="423949"/>
                  </a:lnTo>
                  <a:close/>
                </a:path>
                <a:path w="463550" h="455930">
                  <a:moveTo>
                    <a:pt x="43514" y="421409"/>
                  </a:moveTo>
                  <a:lnTo>
                    <a:pt x="33963" y="421409"/>
                  </a:lnTo>
                  <a:lnTo>
                    <a:pt x="32695" y="422679"/>
                  </a:lnTo>
                  <a:lnTo>
                    <a:pt x="42242" y="422679"/>
                  </a:lnTo>
                  <a:lnTo>
                    <a:pt x="43514" y="421409"/>
                  </a:lnTo>
                  <a:close/>
                </a:path>
                <a:path w="463550" h="455930">
                  <a:moveTo>
                    <a:pt x="47330" y="417599"/>
                  </a:moveTo>
                  <a:lnTo>
                    <a:pt x="37766" y="417599"/>
                  </a:lnTo>
                  <a:lnTo>
                    <a:pt x="35231" y="420139"/>
                  </a:lnTo>
                  <a:lnTo>
                    <a:pt x="44786" y="420139"/>
                  </a:lnTo>
                  <a:lnTo>
                    <a:pt x="47330" y="417599"/>
                  </a:lnTo>
                  <a:close/>
                </a:path>
                <a:path w="463550" h="455930">
                  <a:moveTo>
                    <a:pt x="49874" y="415059"/>
                  </a:moveTo>
                  <a:lnTo>
                    <a:pt x="40302" y="415059"/>
                  </a:lnTo>
                  <a:lnTo>
                    <a:pt x="39034" y="416329"/>
                  </a:lnTo>
                  <a:lnTo>
                    <a:pt x="48602" y="416329"/>
                  </a:lnTo>
                  <a:lnTo>
                    <a:pt x="49874" y="415059"/>
                  </a:lnTo>
                  <a:close/>
                </a:path>
                <a:path w="463550" h="455930">
                  <a:moveTo>
                    <a:pt x="53691" y="411249"/>
                  </a:moveTo>
                  <a:lnTo>
                    <a:pt x="44106" y="411249"/>
                  </a:lnTo>
                  <a:lnTo>
                    <a:pt x="41570" y="413789"/>
                  </a:lnTo>
                  <a:lnTo>
                    <a:pt x="51147" y="413789"/>
                  </a:lnTo>
                  <a:lnTo>
                    <a:pt x="53691" y="411249"/>
                  </a:lnTo>
                  <a:close/>
                </a:path>
                <a:path w="463550" h="455930">
                  <a:moveTo>
                    <a:pt x="56235" y="408709"/>
                  </a:moveTo>
                  <a:lnTo>
                    <a:pt x="46641" y="408709"/>
                  </a:lnTo>
                  <a:lnTo>
                    <a:pt x="45374" y="409979"/>
                  </a:lnTo>
                  <a:lnTo>
                    <a:pt x="54963" y="409979"/>
                  </a:lnTo>
                  <a:lnTo>
                    <a:pt x="56235" y="408709"/>
                  </a:lnTo>
                  <a:close/>
                </a:path>
                <a:path w="463550" h="455930">
                  <a:moveTo>
                    <a:pt x="60052" y="404899"/>
                  </a:moveTo>
                  <a:lnTo>
                    <a:pt x="50445" y="404899"/>
                  </a:lnTo>
                  <a:lnTo>
                    <a:pt x="47909" y="407439"/>
                  </a:lnTo>
                  <a:lnTo>
                    <a:pt x="57507" y="407439"/>
                  </a:lnTo>
                  <a:lnTo>
                    <a:pt x="60052" y="404899"/>
                  </a:lnTo>
                  <a:close/>
                </a:path>
                <a:path w="463550" h="455930">
                  <a:moveTo>
                    <a:pt x="62596" y="402359"/>
                  </a:moveTo>
                  <a:lnTo>
                    <a:pt x="52981" y="402359"/>
                  </a:lnTo>
                  <a:lnTo>
                    <a:pt x="51713" y="403629"/>
                  </a:lnTo>
                  <a:lnTo>
                    <a:pt x="61324" y="403629"/>
                  </a:lnTo>
                  <a:lnTo>
                    <a:pt x="62596" y="402359"/>
                  </a:lnTo>
                  <a:close/>
                </a:path>
                <a:path w="463550" h="455930">
                  <a:moveTo>
                    <a:pt x="66413" y="398549"/>
                  </a:moveTo>
                  <a:lnTo>
                    <a:pt x="56784" y="398549"/>
                  </a:lnTo>
                  <a:lnTo>
                    <a:pt x="54248" y="401089"/>
                  </a:lnTo>
                  <a:lnTo>
                    <a:pt x="63868" y="401089"/>
                  </a:lnTo>
                  <a:lnTo>
                    <a:pt x="66413" y="398549"/>
                  </a:lnTo>
                  <a:close/>
                </a:path>
                <a:path w="463550" h="455930">
                  <a:moveTo>
                    <a:pt x="68957" y="396009"/>
                  </a:moveTo>
                  <a:lnTo>
                    <a:pt x="59320" y="396009"/>
                  </a:lnTo>
                  <a:lnTo>
                    <a:pt x="58052" y="397279"/>
                  </a:lnTo>
                  <a:lnTo>
                    <a:pt x="67685" y="397279"/>
                  </a:lnTo>
                  <a:lnTo>
                    <a:pt x="68957" y="396009"/>
                  </a:lnTo>
                  <a:close/>
                </a:path>
                <a:path w="463550" h="455930">
                  <a:moveTo>
                    <a:pt x="72773" y="392199"/>
                  </a:moveTo>
                  <a:lnTo>
                    <a:pt x="63123" y="392199"/>
                  </a:lnTo>
                  <a:lnTo>
                    <a:pt x="60588" y="394739"/>
                  </a:lnTo>
                  <a:lnTo>
                    <a:pt x="70229" y="394739"/>
                  </a:lnTo>
                  <a:lnTo>
                    <a:pt x="72773" y="392199"/>
                  </a:lnTo>
                  <a:close/>
                </a:path>
                <a:path w="463550" h="455930">
                  <a:moveTo>
                    <a:pt x="75318" y="389659"/>
                  </a:moveTo>
                  <a:lnTo>
                    <a:pt x="65659" y="389659"/>
                  </a:lnTo>
                  <a:lnTo>
                    <a:pt x="64391" y="390929"/>
                  </a:lnTo>
                  <a:lnTo>
                    <a:pt x="74045" y="390929"/>
                  </a:lnTo>
                  <a:lnTo>
                    <a:pt x="75318" y="389659"/>
                  </a:lnTo>
                  <a:close/>
                </a:path>
                <a:path w="463550" h="455930">
                  <a:moveTo>
                    <a:pt x="79134" y="385849"/>
                  </a:moveTo>
                  <a:lnTo>
                    <a:pt x="69463" y="385849"/>
                  </a:lnTo>
                  <a:lnTo>
                    <a:pt x="66927" y="388389"/>
                  </a:lnTo>
                  <a:lnTo>
                    <a:pt x="76590" y="388389"/>
                  </a:lnTo>
                  <a:lnTo>
                    <a:pt x="79134" y="385849"/>
                  </a:lnTo>
                  <a:close/>
                </a:path>
                <a:path w="463550" h="455930">
                  <a:moveTo>
                    <a:pt x="81678" y="383309"/>
                  </a:moveTo>
                  <a:lnTo>
                    <a:pt x="71998" y="383309"/>
                  </a:lnTo>
                  <a:lnTo>
                    <a:pt x="70731" y="384579"/>
                  </a:lnTo>
                  <a:lnTo>
                    <a:pt x="80406" y="384579"/>
                  </a:lnTo>
                  <a:lnTo>
                    <a:pt x="81678" y="383309"/>
                  </a:lnTo>
                  <a:close/>
                </a:path>
                <a:path w="463550" h="455930">
                  <a:moveTo>
                    <a:pt x="85495" y="379499"/>
                  </a:moveTo>
                  <a:lnTo>
                    <a:pt x="75802" y="379499"/>
                  </a:lnTo>
                  <a:lnTo>
                    <a:pt x="73266" y="382039"/>
                  </a:lnTo>
                  <a:lnTo>
                    <a:pt x="82951" y="382039"/>
                  </a:lnTo>
                  <a:lnTo>
                    <a:pt x="85495" y="379499"/>
                  </a:lnTo>
                  <a:close/>
                </a:path>
                <a:path w="463550" h="455930">
                  <a:moveTo>
                    <a:pt x="88039" y="376959"/>
                  </a:moveTo>
                  <a:lnTo>
                    <a:pt x="78338" y="376959"/>
                  </a:lnTo>
                  <a:lnTo>
                    <a:pt x="77070" y="378229"/>
                  </a:lnTo>
                  <a:lnTo>
                    <a:pt x="86767" y="378229"/>
                  </a:lnTo>
                  <a:lnTo>
                    <a:pt x="88039" y="376959"/>
                  </a:lnTo>
                  <a:close/>
                </a:path>
                <a:path w="463550" h="455930">
                  <a:moveTo>
                    <a:pt x="91856" y="373149"/>
                  </a:moveTo>
                  <a:lnTo>
                    <a:pt x="82141" y="373149"/>
                  </a:lnTo>
                  <a:lnTo>
                    <a:pt x="79606" y="375689"/>
                  </a:lnTo>
                  <a:lnTo>
                    <a:pt x="89311" y="375689"/>
                  </a:lnTo>
                  <a:lnTo>
                    <a:pt x="91856" y="373149"/>
                  </a:lnTo>
                  <a:close/>
                </a:path>
                <a:path w="463550" h="455930">
                  <a:moveTo>
                    <a:pt x="94400" y="370609"/>
                  </a:moveTo>
                  <a:lnTo>
                    <a:pt x="84677" y="370609"/>
                  </a:lnTo>
                  <a:lnTo>
                    <a:pt x="83409" y="371879"/>
                  </a:lnTo>
                  <a:lnTo>
                    <a:pt x="93128" y="371879"/>
                  </a:lnTo>
                  <a:lnTo>
                    <a:pt x="94400" y="370609"/>
                  </a:lnTo>
                  <a:close/>
                </a:path>
                <a:path w="463550" h="455930">
                  <a:moveTo>
                    <a:pt x="98216" y="366799"/>
                  </a:moveTo>
                  <a:lnTo>
                    <a:pt x="88480" y="366799"/>
                  </a:lnTo>
                  <a:lnTo>
                    <a:pt x="85945" y="369339"/>
                  </a:lnTo>
                  <a:lnTo>
                    <a:pt x="95672" y="369339"/>
                  </a:lnTo>
                  <a:lnTo>
                    <a:pt x="98216" y="366799"/>
                  </a:lnTo>
                  <a:close/>
                </a:path>
                <a:path w="463550" h="455930">
                  <a:moveTo>
                    <a:pt x="100761" y="364259"/>
                  </a:moveTo>
                  <a:lnTo>
                    <a:pt x="91016" y="364259"/>
                  </a:lnTo>
                  <a:lnTo>
                    <a:pt x="89748" y="365529"/>
                  </a:lnTo>
                  <a:lnTo>
                    <a:pt x="99489" y="365529"/>
                  </a:lnTo>
                  <a:lnTo>
                    <a:pt x="100761" y="364259"/>
                  </a:lnTo>
                  <a:close/>
                </a:path>
                <a:path w="463550" h="455930">
                  <a:moveTo>
                    <a:pt x="104577" y="360449"/>
                  </a:moveTo>
                  <a:lnTo>
                    <a:pt x="94820" y="360449"/>
                  </a:lnTo>
                  <a:lnTo>
                    <a:pt x="92284" y="362989"/>
                  </a:lnTo>
                  <a:lnTo>
                    <a:pt x="102033" y="362989"/>
                  </a:lnTo>
                  <a:lnTo>
                    <a:pt x="104577" y="360449"/>
                  </a:lnTo>
                  <a:close/>
                </a:path>
                <a:path w="463550" h="455930">
                  <a:moveTo>
                    <a:pt x="107122" y="357909"/>
                  </a:moveTo>
                  <a:lnTo>
                    <a:pt x="97355" y="357909"/>
                  </a:lnTo>
                  <a:lnTo>
                    <a:pt x="96088" y="359179"/>
                  </a:lnTo>
                  <a:lnTo>
                    <a:pt x="105849" y="359179"/>
                  </a:lnTo>
                  <a:lnTo>
                    <a:pt x="107122" y="357909"/>
                  </a:lnTo>
                  <a:close/>
                </a:path>
                <a:path w="463550" h="455930">
                  <a:moveTo>
                    <a:pt x="110938" y="354099"/>
                  </a:moveTo>
                  <a:lnTo>
                    <a:pt x="101159" y="354099"/>
                  </a:lnTo>
                  <a:lnTo>
                    <a:pt x="98623" y="356639"/>
                  </a:lnTo>
                  <a:lnTo>
                    <a:pt x="108394" y="356639"/>
                  </a:lnTo>
                  <a:lnTo>
                    <a:pt x="110938" y="354099"/>
                  </a:lnTo>
                  <a:close/>
                </a:path>
                <a:path w="463550" h="455930">
                  <a:moveTo>
                    <a:pt x="113482" y="351559"/>
                  </a:moveTo>
                  <a:lnTo>
                    <a:pt x="103695" y="351559"/>
                  </a:lnTo>
                  <a:lnTo>
                    <a:pt x="102427" y="352829"/>
                  </a:lnTo>
                  <a:lnTo>
                    <a:pt x="112210" y="352829"/>
                  </a:lnTo>
                  <a:lnTo>
                    <a:pt x="113482" y="351559"/>
                  </a:lnTo>
                  <a:close/>
                </a:path>
                <a:path w="463550" h="455930">
                  <a:moveTo>
                    <a:pt x="117299" y="347749"/>
                  </a:moveTo>
                  <a:lnTo>
                    <a:pt x="107498" y="347749"/>
                  </a:lnTo>
                  <a:lnTo>
                    <a:pt x="104963" y="350289"/>
                  </a:lnTo>
                  <a:lnTo>
                    <a:pt x="114754" y="350289"/>
                  </a:lnTo>
                  <a:lnTo>
                    <a:pt x="117299" y="347749"/>
                  </a:lnTo>
                  <a:close/>
                </a:path>
                <a:path w="463550" h="455930">
                  <a:moveTo>
                    <a:pt x="119843" y="345209"/>
                  </a:moveTo>
                  <a:lnTo>
                    <a:pt x="110034" y="345209"/>
                  </a:lnTo>
                  <a:lnTo>
                    <a:pt x="108766" y="346479"/>
                  </a:lnTo>
                  <a:lnTo>
                    <a:pt x="118571" y="346479"/>
                  </a:lnTo>
                  <a:lnTo>
                    <a:pt x="119843" y="345209"/>
                  </a:lnTo>
                  <a:close/>
                </a:path>
                <a:path w="463550" h="455930">
                  <a:moveTo>
                    <a:pt x="123660" y="341399"/>
                  </a:moveTo>
                  <a:lnTo>
                    <a:pt x="113837" y="341399"/>
                  </a:lnTo>
                  <a:lnTo>
                    <a:pt x="111302" y="343939"/>
                  </a:lnTo>
                  <a:lnTo>
                    <a:pt x="121115" y="343939"/>
                  </a:lnTo>
                  <a:lnTo>
                    <a:pt x="123660" y="341399"/>
                  </a:lnTo>
                  <a:close/>
                </a:path>
                <a:path w="463550" h="455930">
                  <a:moveTo>
                    <a:pt x="126204" y="338859"/>
                  </a:moveTo>
                  <a:lnTo>
                    <a:pt x="116373" y="338859"/>
                  </a:lnTo>
                  <a:lnTo>
                    <a:pt x="115105" y="340129"/>
                  </a:lnTo>
                  <a:lnTo>
                    <a:pt x="124932" y="340129"/>
                  </a:lnTo>
                  <a:lnTo>
                    <a:pt x="126204" y="338859"/>
                  </a:lnTo>
                  <a:close/>
                </a:path>
                <a:path w="463550" h="455930">
                  <a:moveTo>
                    <a:pt x="130020" y="335049"/>
                  </a:moveTo>
                  <a:lnTo>
                    <a:pt x="120177" y="335049"/>
                  </a:lnTo>
                  <a:lnTo>
                    <a:pt x="117641" y="337589"/>
                  </a:lnTo>
                  <a:lnTo>
                    <a:pt x="127476" y="337589"/>
                  </a:lnTo>
                  <a:lnTo>
                    <a:pt x="130020" y="335049"/>
                  </a:lnTo>
                  <a:close/>
                </a:path>
                <a:path w="463550" h="455930">
                  <a:moveTo>
                    <a:pt x="132565" y="332509"/>
                  </a:moveTo>
                  <a:lnTo>
                    <a:pt x="122712" y="332509"/>
                  </a:lnTo>
                  <a:lnTo>
                    <a:pt x="121445" y="333779"/>
                  </a:lnTo>
                  <a:lnTo>
                    <a:pt x="131292" y="333779"/>
                  </a:lnTo>
                  <a:lnTo>
                    <a:pt x="132565" y="332509"/>
                  </a:lnTo>
                  <a:close/>
                </a:path>
                <a:path w="463550" h="455930">
                  <a:moveTo>
                    <a:pt x="136381" y="328699"/>
                  </a:moveTo>
                  <a:lnTo>
                    <a:pt x="126516" y="328699"/>
                  </a:lnTo>
                  <a:lnTo>
                    <a:pt x="123980" y="331239"/>
                  </a:lnTo>
                  <a:lnTo>
                    <a:pt x="133837" y="331239"/>
                  </a:lnTo>
                  <a:lnTo>
                    <a:pt x="136381" y="328699"/>
                  </a:lnTo>
                  <a:close/>
                </a:path>
                <a:path w="463550" h="455930">
                  <a:moveTo>
                    <a:pt x="138925" y="326159"/>
                  </a:moveTo>
                  <a:lnTo>
                    <a:pt x="129052" y="326159"/>
                  </a:lnTo>
                  <a:lnTo>
                    <a:pt x="127784" y="327429"/>
                  </a:lnTo>
                  <a:lnTo>
                    <a:pt x="137653" y="327429"/>
                  </a:lnTo>
                  <a:lnTo>
                    <a:pt x="138925" y="326159"/>
                  </a:lnTo>
                  <a:close/>
                </a:path>
                <a:path w="463550" h="455930">
                  <a:moveTo>
                    <a:pt x="142742" y="322349"/>
                  </a:moveTo>
                  <a:lnTo>
                    <a:pt x="132855" y="322349"/>
                  </a:lnTo>
                  <a:lnTo>
                    <a:pt x="130320" y="324889"/>
                  </a:lnTo>
                  <a:lnTo>
                    <a:pt x="140198" y="324889"/>
                  </a:lnTo>
                  <a:lnTo>
                    <a:pt x="142742" y="322349"/>
                  </a:lnTo>
                  <a:close/>
                </a:path>
                <a:path w="463550" h="455930">
                  <a:moveTo>
                    <a:pt x="145286" y="319809"/>
                  </a:moveTo>
                  <a:lnTo>
                    <a:pt x="135391" y="319809"/>
                  </a:lnTo>
                  <a:lnTo>
                    <a:pt x="134123" y="321079"/>
                  </a:lnTo>
                  <a:lnTo>
                    <a:pt x="144014" y="321079"/>
                  </a:lnTo>
                  <a:lnTo>
                    <a:pt x="145286" y="319809"/>
                  </a:lnTo>
                  <a:close/>
                </a:path>
                <a:path w="463550" h="455930">
                  <a:moveTo>
                    <a:pt x="158008" y="307109"/>
                  </a:moveTo>
                  <a:lnTo>
                    <a:pt x="148069" y="307109"/>
                  </a:lnTo>
                  <a:lnTo>
                    <a:pt x="136659" y="318539"/>
                  </a:lnTo>
                  <a:lnTo>
                    <a:pt x="146558" y="318539"/>
                  </a:lnTo>
                  <a:lnTo>
                    <a:pt x="158008" y="307109"/>
                  </a:lnTo>
                  <a:close/>
                </a:path>
                <a:path w="463550" h="455930">
                  <a:moveTo>
                    <a:pt x="170729" y="294409"/>
                  </a:moveTo>
                  <a:lnTo>
                    <a:pt x="160748" y="294409"/>
                  </a:lnTo>
                  <a:lnTo>
                    <a:pt x="149337" y="305839"/>
                  </a:lnTo>
                  <a:lnTo>
                    <a:pt x="159280" y="305839"/>
                  </a:lnTo>
                  <a:lnTo>
                    <a:pt x="170729" y="294409"/>
                  </a:lnTo>
                  <a:close/>
                </a:path>
                <a:path w="463550" h="455930">
                  <a:moveTo>
                    <a:pt x="174546" y="290599"/>
                  </a:moveTo>
                  <a:lnTo>
                    <a:pt x="164552" y="290599"/>
                  </a:lnTo>
                  <a:lnTo>
                    <a:pt x="162016" y="293139"/>
                  </a:lnTo>
                  <a:lnTo>
                    <a:pt x="172001" y="293139"/>
                  </a:lnTo>
                  <a:lnTo>
                    <a:pt x="174546" y="290599"/>
                  </a:lnTo>
                  <a:close/>
                </a:path>
                <a:path w="463550" h="455930">
                  <a:moveTo>
                    <a:pt x="177090" y="288059"/>
                  </a:moveTo>
                  <a:lnTo>
                    <a:pt x="167087" y="288059"/>
                  </a:lnTo>
                  <a:lnTo>
                    <a:pt x="165819" y="289329"/>
                  </a:lnTo>
                  <a:lnTo>
                    <a:pt x="175818" y="289329"/>
                  </a:lnTo>
                  <a:lnTo>
                    <a:pt x="177090" y="288059"/>
                  </a:lnTo>
                  <a:close/>
                </a:path>
                <a:path w="463550" h="455930">
                  <a:moveTo>
                    <a:pt x="180907" y="284249"/>
                  </a:moveTo>
                  <a:lnTo>
                    <a:pt x="170891" y="284249"/>
                  </a:lnTo>
                  <a:lnTo>
                    <a:pt x="168355" y="286789"/>
                  </a:lnTo>
                  <a:lnTo>
                    <a:pt x="178362" y="286789"/>
                  </a:lnTo>
                  <a:lnTo>
                    <a:pt x="180907" y="284249"/>
                  </a:lnTo>
                  <a:close/>
                </a:path>
                <a:path w="463550" h="455930">
                  <a:moveTo>
                    <a:pt x="193628" y="271549"/>
                  </a:moveTo>
                  <a:lnTo>
                    <a:pt x="183569" y="271549"/>
                  </a:lnTo>
                  <a:lnTo>
                    <a:pt x="172159" y="282979"/>
                  </a:lnTo>
                  <a:lnTo>
                    <a:pt x="182179" y="282979"/>
                  </a:lnTo>
                  <a:lnTo>
                    <a:pt x="193628" y="271549"/>
                  </a:lnTo>
                  <a:close/>
                </a:path>
                <a:path w="463550" h="455930">
                  <a:moveTo>
                    <a:pt x="202533" y="262659"/>
                  </a:moveTo>
                  <a:lnTo>
                    <a:pt x="192444" y="262659"/>
                  </a:lnTo>
                  <a:lnTo>
                    <a:pt x="184837" y="270279"/>
                  </a:lnTo>
                  <a:lnTo>
                    <a:pt x="194900" y="270279"/>
                  </a:lnTo>
                  <a:lnTo>
                    <a:pt x="202533" y="262659"/>
                  </a:lnTo>
                  <a:close/>
                </a:path>
                <a:path w="463550" h="455930">
                  <a:moveTo>
                    <a:pt x="219071" y="246149"/>
                  </a:moveTo>
                  <a:lnTo>
                    <a:pt x="208926" y="246149"/>
                  </a:lnTo>
                  <a:lnTo>
                    <a:pt x="193712" y="261389"/>
                  </a:lnTo>
                  <a:lnTo>
                    <a:pt x="203805" y="261389"/>
                  </a:lnTo>
                  <a:lnTo>
                    <a:pt x="219071" y="246149"/>
                  </a:lnTo>
                  <a:close/>
                </a:path>
                <a:path w="463550" h="455930">
                  <a:moveTo>
                    <a:pt x="224160" y="241069"/>
                  </a:moveTo>
                  <a:lnTo>
                    <a:pt x="213998" y="241069"/>
                  </a:lnTo>
                  <a:lnTo>
                    <a:pt x="210194" y="244879"/>
                  </a:lnTo>
                  <a:lnTo>
                    <a:pt x="220343" y="244879"/>
                  </a:lnTo>
                  <a:lnTo>
                    <a:pt x="224160" y="241069"/>
                  </a:lnTo>
                  <a:close/>
                </a:path>
              </a:pathLst>
            </a:custGeom>
            <a:solidFill>
              <a:srgbClr val="9D4B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0">
              <a:extLst>
                <a:ext uri="{FF2B5EF4-FFF2-40B4-BE49-F238E27FC236}">
                  <a16:creationId xmlns:a16="http://schemas.microsoft.com/office/drawing/2014/main" id="{07E7A7E0-0065-B292-3EA1-930F454242FC}"/>
                </a:ext>
              </a:extLst>
            </p:cNvPr>
            <p:cNvSpPr/>
            <p:nvPr/>
          </p:nvSpPr>
          <p:spPr>
            <a:xfrm>
              <a:off x="2729508" y="2618516"/>
              <a:ext cx="461009" cy="455295"/>
            </a:xfrm>
            <a:custGeom>
              <a:avLst/>
              <a:gdLst/>
              <a:ahLst/>
              <a:cxnLst/>
              <a:rect l="l" t="t" r="r" b="b"/>
              <a:pathLst>
                <a:path w="461010" h="455294">
                  <a:moveTo>
                    <a:pt x="307853" y="155163"/>
                  </a:moveTo>
                  <a:lnTo>
                    <a:pt x="297684" y="155163"/>
                  </a:lnTo>
                  <a:lnTo>
                    <a:pt x="291323" y="161513"/>
                  </a:lnTo>
                  <a:lnTo>
                    <a:pt x="301492" y="161513"/>
                  </a:lnTo>
                  <a:lnTo>
                    <a:pt x="307853" y="155163"/>
                  </a:lnTo>
                  <a:close/>
                </a:path>
                <a:path w="461010" h="455294">
                  <a:moveTo>
                    <a:pt x="310397" y="152623"/>
                  </a:moveTo>
                  <a:lnTo>
                    <a:pt x="300228" y="152623"/>
                  </a:lnTo>
                  <a:lnTo>
                    <a:pt x="298956" y="153893"/>
                  </a:lnTo>
                  <a:lnTo>
                    <a:pt x="309125" y="153893"/>
                  </a:lnTo>
                  <a:lnTo>
                    <a:pt x="310397" y="152623"/>
                  </a:lnTo>
                  <a:close/>
                </a:path>
                <a:path w="461010" h="455294">
                  <a:moveTo>
                    <a:pt x="314213" y="148813"/>
                  </a:moveTo>
                  <a:lnTo>
                    <a:pt x="304045" y="148813"/>
                  </a:lnTo>
                  <a:lnTo>
                    <a:pt x="301501" y="151353"/>
                  </a:lnTo>
                  <a:lnTo>
                    <a:pt x="311669" y="151353"/>
                  </a:lnTo>
                  <a:lnTo>
                    <a:pt x="314213" y="148813"/>
                  </a:lnTo>
                  <a:close/>
                </a:path>
                <a:path w="461010" h="455294">
                  <a:moveTo>
                    <a:pt x="316758" y="146273"/>
                  </a:moveTo>
                  <a:lnTo>
                    <a:pt x="306589" y="146273"/>
                  </a:lnTo>
                  <a:lnTo>
                    <a:pt x="305317" y="147543"/>
                  </a:lnTo>
                  <a:lnTo>
                    <a:pt x="315486" y="147543"/>
                  </a:lnTo>
                  <a:lnTo>
                    <a:pt x="316758" y="146273"/>
                  </a:lnTo>
                  <a:close/>
                </a:path>
                <a:path w="461010" h="455294">
                  <a:moveTo>
                    <a:pt x="320574" y="142463"/>
                  </a:moveTo>
                  <a:lnTo>
                    <a:pt x="310406" y="142463"/>
                  </a:lnTo>
                  <a:lnTo>
                    <a:pt x="307861" y="145003"/>
                  </a:lnTo>
                  <a:lnTo>
                    <a:pt x="318030" y="145003"/>
                  </a:lnTo>
                  <a:lnTo>
                    <a:pt x="320574" y="142463"/>
                  </a:lnTo>
                  <a:close/>
                </a:path>
                <a:path w="461010" h="455294">
                  <a:moveTo>
                    <a:pt x="323119" y="139923"/>
                  </a:moveTo>
                  <a:lnTo>
                    <a:pt x="312950" y="139923"/>
                  </a:lnTo>
                  <a:lnTo>
                    <a:pt x="311678" y="141193"/>
                  </a:lnTo>
                  <a:lnTo>
                    <a:pt x="321846" y="141193"/>
                  </a:lnTo>
                  <a:lnTo>
                    <a:pt x="323119" y="139923"/>
                  </a:lnTo>
                  <a:close/>
                </a:path>
                <a:path w="461010" h="455294">
                  <a:moveTo>
                    <a:pt x="335840" y="127223"/>
                  </a:moveTo>
                  <a:lnTo>
                    <a:pt x="325671" y="127223"/>
                  </a:lnTo>
                  <a:lnTo>
                    <a:pt x="314222" y="138653"/>
                  </a:lnTo>
                  <a:lnTo>
                    <a:pt x="324391" y="138653"/>
                  </a:lnTo>
                  <a:lnTo>
                    <a:pt x="335840" y="127223"/>
                  </a:lnTo>
                  <a:close/>
                </a:path>
                <a:path w="461010" h="455294">
                  <a:moveTo>
                    <a:pt x="348562" y="114523"/>
                  </a:moveTo>
                  <a:lnTo>
                    <a:pt x="338393" y="114523"/>
                  </a:lnTo>
                  <a:lnTo>
                    <a:pt x="326944" y="125953"/>
                  </a:lnTo>
                  <a:lnTo>
                    <a:pt x="337112" y="125953"/>
                  </a:lnTo>
                  <a:lnTo>
                    <a:pt x="348562" y="114523"/>
                  </a:lnTo>
                  <a:close/>
                </a:path>
                <a:path w="461010" h="455294">
                  <a:moveTo>
                    <a:pt x="352378" y="110713"/>
                  </a:moveTo>
                  <a:lnTo>
                    <a:pt x="342210" y="110713"/>
                  </a:lnTo>
                  <a:lnTo>
                    <a:pt x="339665" y="113253"/>
                  </a:lnTo>
                  <a:lnTo>
                    <a:pt x="349834" y="113253"/>
                  </a:lnTo>
                  <a:lnTo>
                    <a:pt x="352378" y="110713"/>
                  </a:lnTo>
                  <a:close/>
                </a:path>
                <a:path w="461010" h="455294">
                  <a:moveTo>
                    <a:pt x="354922" y="108173"/>
                  </a:moveTo>
                  <a:lnTo>
                    <a:pt x="344754" y="108173"/>
                  </a:lnTo>
                  <a:lnTo>
                    <a:pt x="343482" y="109443"/>
                  </a:lnTo>
                  <a:lnTo>
                    <a:pt x="353650" y="109443"/>
                  </a:lnTo>
                  <a:lnTo>
                    <a:pt x="354922" y="108173"/>
                  </a:lnTo>
                  <a:close/>
                </a:path>
                <a:path w="461010" h="455294">
                  <a:moveTo>
                    <a:pt x="358739" y="104363"/>
                  </a:moveTo>
                  <a:lnTo>
                    <a:pt x="348570" y="104363"/>
                  </a:lnTo>
                  <a:lnTo>
                    <a:pt x="346026" y="106903"/>
                  </a:lnTo>
                  <a:lnTo>
                    <a:pt x="356195" y="106903"/>
                  </a:lnTo>
                  <a:lnTo>
                    <a:pt x="358739" y="104363"/>
                  </a:lnTo>
                  <a:close/>
                </a:path>
                <a:path w="461010" h="455294">
                  <a:moveTo>
                    <a:pt x="361283" y="101823"/>
                  </a:moveTo>
                  <a:lnTo>
                    <a:pt x="351115" y="101823"/>
                  </a:lnTo>
                  <a:lnTo>
                    <a:pt x="349842" y="103093"/>
                  </a:lnTo>
                  <a:lnTo>
                    <a:pt x="360011" y="103093"/>
                  </a:lnTo>
                  <a:lnTo>
                    <a:pt x="361283" y="101823"/>
                  </a:lnTo>
                  <a:close/>
                </a:path>
                <a:path w="461010" h="455294">
                  <a:moveTo>
                    <a:pt x="365100" y="98013"/>
                  </a:moveTo>
                  <a:lnTo>
                    <a:pt x="354931" y="98013"/>
                  </a:lnTo>
                  <a:lnTo>
                    <a:pt x="352387" y="100553"/>
                  </a:lnTo>
                  <a:lnTo>
                    <a:pt x="362555" y="100553"/>
                  </a:lnTo>
                  <a:lnTo>
                    <a:pt x="365100" y="98013"/>
                  </a:lnTo>
                  <a:close/>
                </a:path>
                <a:path w="461010" h="455294">
                  <a:moveTo>
                    <a:pt x="367644" y="95473"/>
                  </a:moveTo>
                  <a:lnTo>
                    <a:pt x="357475" y="95473"/>
                  </a:lnTo>
                  <a:lnTo>
                    <a:pt x="356203" y="96743"/>
                  </a:lnTo>
                  <a:lnTo>
                    <a:pt x="366372" y="96743"/>
                  </a:lnTo>
                  <a:lnTo>
                    <a:pt x="367644" y="95473"/>
                  </a:lnTo>
                  <a:close/>
                </a:path>
                <a:path w="461010" h="455294">
                  <a:moveTo>
                    <a:pt x="371460" y="91663"/>
                  </a:moveTo>
                  <a:lnTo>
                    <a:pt x="361292" y="91663"/>
                  </a:lnTo>
                  <a:lnTo>
                    <a:pt x="358748" y="94203"/>
                  </a:lnTo>
                  <a:lnTo>
                    <a:pt x="368916" y="94203"/>
                  </a:lnTo>
                  <a:lnTo>
                    <a:pt x="371460" y="91663"/>
                  </a:lnTo>
                  <a:close/>
                </a:path>
                <a:path w="461010" h="455294">
                  <a:moveTo>
                    <a:pt x="374005" y="89123"/>
                  </a:moveTo>
                  <a:lnTo>
                    <a:pt x="363836" y="89123"/>
                  </a:lnTo>
                  <a:lnTo>
                    <a:pt x="362564" y="90393"/>
                  </a:lnTo>
                  <a:lnTo>
                    <a:pt x="372733" y="90393"/>
                  </a:lnTo>
                  <a:lnTo>
                    <a:pt x="374005" y="89123"/>
                  </a:lnTo>
                  <a:close/>
                </a:path>
                <a:path w="461010" h="455294">
                  <a:moveTo>
                    <a:pt x="377821" y="85313"/>
                  </a:moveTo>
                  <a:lnTo>
                    <a:pt x="367653" y="85313"/>
                  </a:lnTo>
                  <a:lnTo>
                    <a:pt x="365108" y="87853"/>
                  </a:lnTo>
                  <a:lnTo>
                    <a:pt x="375277" y="87853"/>
                  </a:lnTo>
                  <a:lnTo>
                    <a:pt x="377821" y="85313"/>
                  </a:lnTo>
                  <a:close/>
                </a:path>
                <a:path w="461010" h="455294">
                  <a:moveTo>
                    <a:pt x="380366" y="82773"/>
                  </a:moveTo>
                  <a:lnTo>
                    <a:pt x="370197" y="82773"/>
                  </a:lnTo>
                  <a:lnTo>
                    <a:pt x="368925" y="84043"/>
                  </a:lnTo>
                  <a:lnTo>
                    <a:pt x="379093" y="84043"/>
                  </a:lnTo>
                  <a:lnTo>
                    <a:pt x="380366" y="82773"/>
                  </a:lnTo>
                  <a:close/>
                </a:path>
                <a:path w="461010" h="455294">
                  <a:moveTo>
                    <a:pt x="384182" y="78963"/>
                  </a:moveTo>
                  <a:lnTo>
                    <a:pt x="374013" y="78963"/>
                  </a:lnTo>
                  <a:lnTo>
                    <a:pt x="371469" y="81503"/>
                  </a:lnTo>
                  <a:lnTo>
                    <a:pt x="381638" y="81503"/>
                  </a:lnTo>
                  <a:lnTo>
                    <a:pt x="384182" y="78963"/>
                  </a:lnTo>
                  <a:close/>
                </a:path>
                <a:path w="461010" h="455294">
                  <a:moveTo>
                    <a:pt x="386726" y="76423"/>
                  </a:moveTo>
                  <a:lnTo>
                    <a:pt x="376558" y="76423"/>
                  </a:lnTo>
                  <a:lnTo>
                    <a:pt x="375286" y="77693"/>
                  </a:lnTo>
                  <a:lnTo>
                    <a:pt x="385454" y="77693"/>
                  </a:lnTo>
                  <a:lnTo>
                    <a:pt x="386726" y="76423"/>
                  </a:lnTo>
                  <a:close/>
                </a:path>
                <a:path w="461010" h="455294">
                  <a:moveTo>
                    <a:pt x="390543" y="72613"/>
                  </a:moveTo>
                  <a:lnTo>
                    <a:pt x="380374" y="72613"/>
                  </a:lnTo>
                  <a:lnTo>
                    <a:pt x="377830" y="75153"/>
                  </a:lnTo>
                  <a:lnTo>
                    <a:pt x="387999" y="75153"/>
                  </a:lnTo>
                  <a:lnTo>
                    <a:pt x="390543" y="72613"/>
                  </a:lnTo>
                  <a:close/>
                </a:path>
                <a:path w="461010" h="455294">
                  <a:moveTo>
                    <a:pt x="393087" y="70073"/>
                  </a:moveTo>
                  <a:lnTo>
                    <a:pt x="382919" y="70073"/>
                  </a:lnTo>
                  <a:lnTo>
                    <a:pt x="381646" y="71343"/>
                  </a:lnTo>
                  <a:lnTo>
                    <a:pt x="391815" y="71343"/>
                  </a:lnTo>
                  <a:lnTo>
                    <a:pt x="393087" y="70073"/>
                  </a:lnTo>
                  <a:close/>
                </a:path>
                <a:path w="461010" h="455294">
                  <a:moveTo>
                    <a:pt x="396904" y="66263"/>
                  </a:moveTo>
                  <a:lnTo>
                    <a:pt x="386735" y="66263"/>
                  </a:lnTo>
                  <a:lnTo>
                    <a:pt x="384191" y="68803"/>
                  </a:lnTo>
                  <a:lnTo>
                    <a:pt x="394359" y="68803"/>
                  </a:lnTo>
                  <a:lnTo>
                    <a:pt x="396904" y="66263"/>
                  </a:lnTo>
                  <a:close/>
                </a:path>
                <a:path w="461010" h="455294">
                  <a:moveTo>
                    <a:pt x="399448" y="63723"/>
                  </a:moveTo>
                  <a:lnTo>
                    <a:pt x="389279" y="63723"/>
                  </a:lnTo>
                  <a:lnTo>
                    <a:pt x="388007" y="64993"/>
                  </a:lnTo>
                  <a:lnTo>
                    <a:pt x="398176" y="64993"/>
                  </a:lnTo>
                  <a:lnTo>
                    <a:pt x="399448" y="63723"/>
                  </a:lnTo>
                  <a:close/>
                </a:path>
                <a:path w="461010" h="455294">
                  <a:moveTo>
                    <a:pt x="403264" y="59913"/>
                  </a:moveTo>
                  <a:lnTo>
                    <a:pt x="393096" y="59913"/>
                  </a:lnTo>
                  <a:lnTo>
                    <a:pt x="390551" y="62453"/>
                  </a:lnTo>
                  <a:lnTo>
                    <a:pt x="400720" y="62453"/>
                  </a:lnTo>
                  <a:lnTo>
                    <a:pt x="403264" y="59913"/>
                  </a:lnTo>
                  <a:close/>
                </a:path>
                <a:path w="461010" h="455294">
                  <a:moveTo>
                    <a:pt x="405809" y="57373"/>
                  </a:moveTo>
                  <a:lnTo>
                    <a:pt x="395640" y="57373"/>
                  </a:lnTo>
                  <a:lnTo>
                    <a:pt x="394368" y="58643"/>
                  </a:lnTo>
                  <a:lnTo>
                    <a:pt x="404537" y="58643"/>
                  </a:lnTo>
                  <a:lnTo>
                    <a:pt x="405809" y="57373"/>
                  </a:lnTo>
                  <a:close/>
                </a:path>
                <a:path w="461010" h="455294">
                  <a:moveTo>
                    <a:pt x="409625" y="53563"/>
                  </a:moveTo>
                  <a:lnTo>
                    <a:pt x="399457" y="53563"/>
                  </a:lnTo>
                  <a:lnTo>
                    <a:pt x="396912" y="56103"/>
                  </a:lnTo>
                  <a:lnTo>
                    <a:pt x="407081" y="56103"/>
                  </a:lnTo>
                  <a:lnTo>
                    <a:pt x="409625" y="53563"/>
                  </a:lnTo>
                  <a:close/>
                </a:path>
                <a:path w="461010" h="455294">
                  <a:moveTo>
                    <a:pt x="412169" y="51023"/>
                  </a:moveTo>
                  <a:lnTo>
                    <a:pt x="402001" y="51023"/>
                  </a:lnTo>
                  <a:lnTo>
                    <a:pt x="400729" y="52293"/>
                  </a:lnTo>
                  <a:lnTo>
                    <a:pt x="410897" y="52293"/>
                  </a:lnTo>
                  <a:lnTo>
                    <a:pt x="412169" y="51023"/>
                  </a:lnTo>
                  <a:close/>
                </a:path>
                <a:path w="461010" h="455294">
                  <a:moveTo>
                    <a:pt x="415986" y="47213"/>
                  </a:moveTo>
                  <a:lnTo>
                    <a:pt x="405817" y="47213"/>
                  </a:lnTo>
                  <a:lnTo>
                    <a:pt x="403273" y="49753"/>
                  </a:lnTo>
                  <a:lnTo>
                    <a:pt x="413442" y="49753"/>
                  </a:lnTo>
                  <a:lnTo>
                    <a:pt x="415986" y="47213"/>
                  </a:lnTo>
                  <a:close/>
                </a:path>
                <a:path w="461010" h="455294">
                  <a:moveTo>
                    <a:pt x="418530" y="44673"/>
                  </a:moveTo>
                  <a:lnTo>
                    <a:pt x="408362" y="44673"/>
                  </a:lnTo>
                  <a:lnTo>
                    <a:pt x="407089" y="45943"/>
                  </a:lnTo>
                  <a:lnTo>
                    <a:pt x="417258" y="45943"/>
                  </a:lnTo>
                  <a:lnTo>
                    <a:pt x="418530" y="44673"/>
                  </a:lnTo>
                  <a:close/>
                </a:path>
                <a:path w="461010" h="455294">
                  <a:moveTo>
                    <a:pt x="422347" y="40863"/>
                  </a:moveTo>
                  <a:lnTo>
                    <a:pt x="412178" y="40863"/>
                  </a:lnTo>
                  <a:lnTo>
                    <a:pt x="409634" y="43403"/>
                  </a:lnTo>
                  <a:lnTo>
                    <a:pt x="419802" y="43403"/>
                  </a:lnTo>
                  <a:lnTo>
                    <a:pt x="422347" y="40863"/>
                  </a:lnTo>
                  <a:close/>
                </a:path>
                <a:path w="461010" h="455294">
                  <a:moveTo>
                    <a:pt x="424891" y="38323"/>
                  </a:moveTo>
                  <a:lnTo>
                    <a:pt x="414722" y="38323"/>
                  </a:lnTo>
                  <a:lnTo>
                    <a:pt x="413450" y="39593"/>
                  </a:lnTo>
                  <a:lnTo>
                    <a:pt x="423619" y="39593"/>
                  </a:lnTo>
                  <a:lnTo>
                    <a:pt x="424891" y="38323"/>
                  </a:lnTo>
                  <a:close/>
                </a:path>
                <a:path w="461010" h="455294">
                  <a:moveTo>
                    <a:pt x="428708" y="34513"/>
                  </a:moveTo>
                  <a:lnTo>
                    <a:pt x="418539" y="34513"/>
                  </a:lnTo>
                  <a:lnTo>
                    <a:pt x="415995" y="37053"/>
                  </a:lnTo>
                  <a:lnTo>
                    <a:pt x="426163" y="37053"/>
                  </a:lnTo>
                  <a:lnTo>
                    <a:pt x="428708" y="34513"/>
                  </a:lnTo>
                  <a:close/>
                </a:path>
                <a:path w="461010" h="455294">
                  <a:moveTo>
                    <a:pt x="431252" y="31973"/>
                  </a:moveTo>
                  <a:lnTo>
                    <a:pt x="421083" y="31973"/>
                  </a:lnTo>
                  <a:lnTo>
                    <a:pt x="419811" y="33243"/>
                  </a:lnTo>
                  <a:lnTo>
                    <a:pt x="429980" y="33243"/>
                  </a:lnTo>
                  <a:lnTo>
                    <a:pt x="431252" y="31973"/>
                  </a:lnTo>
                  <a:close/>
                </a:path>
                <a:path w="461010" h="455294">
                  <a:moveTo>
                    <a:pt x="435068" y="28163"/>
                  </a:moveTo>
                  <a:lnTo>
                    <a:pt x="424900" y="28163"/>
                  </a:lnTo>
                  <a:lnTo>
                    <a:pt x="422355" y="30703"/>
                  </a:lnTo>
                  <a:lnTo>
                    <a:pt x="432524" y="30703"/>
                  </a:lnTo>
                  <a:lnTo>
                    <a:pt x="435068" y="28163"/>
                  </a:lnTo>
                  <a:close/>
                </a:path>
                <a:path w="461010" h="455294">
                  <a:moveTo>
                    <a:pt x="437613" y="25623"/>
                  </a:moveTo>
                  <a:lnTo>
                    <a:pt x="427444" y="25623"/>
                  </a:lnTo>
                  <a:lnTo>
                    <a:pt x="426172" y="26893"/>
                  </a:lnTo>
                  <a:lnTo>
                    <a:pt x="436340" y="26893"/>
                  </a:lnTo>
                  <a:lnTo>
                    <a:pt x="437613" y="25623"/>
                  </a:lnTo>
                  <a:close/>
                </a:path>
                <a:path w="461010" h="455294">
                  <a:moveTo>
                    <a:pt x="441429" y="21813"/>
                  </a:moveTo>
                  <a:lnTo>
                    <a:pt x="431260" y="21813"/>
                  </a:lnTo>
                  <a:lnTo>
                    <a:pt x="428716" y="24353"/>
                  </a:lnTo>
                  <a:lnTo>
                    <a:pt x="438885" y="24353"/>
                  </a:lnTo>
                  <a:lnTo>
                    <a:pt x="441429" y="21813"/>
                  </a:lnTo>
                  <a:close/>
                </a:path>
                <a:path w="461010" h="455294">
                  <a:moveTo>
                    <a:pt x="443973" y="19273"/>
                  </a:moveTo>
                  <a:lnTo>
                    <a:pt x="433805" y="19273"/>
                  </a:lnTo>
                  <a:lnTo>
                    <a:pt x="432533" y="20543"/>
                  </a:lnTo>
                  <a:lnTo>
                    <a:pt x="442701" y="20543"/>
                  </a:lnTo>
                  <a:lnTo>
                    <a:pt x="443973" y="19273"/>
                  </a:lnTo>
                  <a:close/>
                </a:path>
                <a:path w="461010" h="455294">
                  <a:moveTo>
                    <a:pt x="447790" y="15463"/>
                  </a:moveTo>
                  <a:lnTo>
                    <a:pt x="437621" y="15463"/>
                  </a:lnTo>
                  <a:lnTo>
                    <a:pt x="435077" y="18003"/>
                  </a:lnTo>
                  <a:lnTo>
                    <a:pt x="445246" y="18003"/>
                  </a:lnTo>
                  <a:lnTo>
                    <a:pt x="447790" y="15463"/>
                  </a:lnTo>
                  <a:close/>
                </a:path>
                <a:path w="461010" h="455294">
                  <a:moveTo>
                    <a:pt x="450334" y="12923"/>
                  </a:moveTo>
                  <a:lnTo>
                    <a:pt x="440166" y="12923"/>
                  </a:lnTo>
                  <a:lnTo>
                    <a:pt x="438893" y="14193"/>
                  </a:lnTo>
                  <a:lnTo>
                    <a:pt x="449062" y="14193"/>
                  </a:lnTo>
                  <a:lnTo>
                    <a:pt x="450334" y="12923"/>
                  </a:lnTo>
                  <a:close/>
                </a:path>
                <a:path w="461010" h="455294">
                  <a:moveTo>
                    <a:pt x="454151" y="9113"/>
                  </a:moveTo>
                  <a:lnTo>
                    <a:pt x="443982" y="9113"/>
                  </a:lnTo>
                  <a:lnTo>
                    <a:pt x="441438" y="11653"/>
                  </a:lnTo>
                  <a:lnTo>
                    <a:pt x="451606" y="11653"/>
                  </a:lnTo>
                  <a:lnTo>
                    <a:pt x="454151" y="9113"/>
                  </a:lnTo>
                  <a:close/>
                </a:path>
                <a:path w="461010" h="455294">
                  <a:moveTo>
                    <a:pt x="456695" y="6573"/>
                  </a:moveTo>
                  <a:lnTo>
                    <a:pt x="446526" y="6573"/>
                  </a:lnTo>
                  <a:lnTo>
                    <a:pt x="445254" y="7843"/>
                  </a:lnTo>
                  <a:lnTo>
                    <a:pt x="455423" y="7843"/>
                  </a:lnTo>
                  <a:lnTo>
                    <a:pt x="456695" y="6573"/>
                  </a:lnTo>
                  <a:close/>
                </a:path>
                <a:path w="461010" h="455294">
                  <a:moveTo>
                    <a:pt x="460731" y="1493"/>
                  </a:moveTo>
                  <a:lnTo>
                    <a:pt x="458191" y="1493"/>
                  </a:lnTo>
                  <a:lnTo>
                    <a:pt x="458191" y="2763"/>
                  </a:lnTo>
                  <a:lnTo>
                    <a:pt x="450343" y="2763"/>
                  </a:lnTo>
                  <a:lnTo>
                    <a:pt x="447798" y="5303"/>
                  </a:lnTo>
                  <a:lnTo>
                    <a:pt x="457967" y="5303"/>
                  </a:lnTo>
                  <a:lnTo>
                    <a:pt x="460731" y="2544"/>
                  </a:lnTo>
                  <a:lnTo>
                    <a:pt x="460731" y="1493"/>
                  </a:lnTo>
                  <a:close/>
                </a:path>
                <a:path w="461010" h="455294">
                  <a:moveTo>
                    <a:pt x="453111" y="0"/>
                  </a:moveTo>
                  <a:lnTo>
                    <a:pt x="451615" y="1493"/>
                  </a:lnTo>
                  <a:lnTo>
                    <a:pt x="453111" y="1493"/>
                  </a:lnTo>
                  <a:lnTo>
                    <a:pt x="453111" y="0"/>
                  </a:lnTo>
                  <a:close/>
                </a:path>
                <a:path w="461010" h="455294">
                  <a:moveTo>
                    <a:pt x="301492" y="161513"/>
                  </a:moveTo>
                  <a:lnTo>
                    <a:pt x="291323" y="161513"/>
                  </a:lnTo>
                  <a:lnTo>
                    <a:pt x="265880" y="186913"/>
                  </a:lnTo>
                  <a:lnTo>
                    <a:pt x="276049" y="186913"/>
                  </a:lnTo>
                  <a:lnTo>
                    <a:pt x="301492" y="161513"/>
                  </a:lnTo>
                  <a:close/>
                </a:path>
                <a:path w="461010" h="455294">
                  <a:moveTo>
                    <a:pt x="276049" y="186913"/>
                  </a:moveTo>
                  <a:lnTo>
                    <a:pt x="265880" y="186913"/>
                  </a:lnTo>
                  <a:lnTo>
                    <a:pt x="214994" y="237713"/>
                  </a:lnTo>
                  <a:lnTo>
                    <a:pt x="225163" y="237713"/>
                  </a:lnTo>
                  <a:lnTo>
                    <a:pt x="276049" y="186913"/>
                  </a:lnTo>
                  <a:close/>
                </a:path>
                <a:path w="461010" h="455294">
                  <a:moveTo>
                    <a:pt x="8896" y="453613"/>
                  </a:moveTo>
                  <a:lnTo>
                    <a:pt x="2261" y="453613"/>
                  </a:lnTo>
                  <a:lnTo>
                    <a:pt x="2261" y="454883"/>
                  </a:lnTo>
                  <a:lnTo>
                    <a:pt x="7624" y="454883"/>
                  </a:lnTo>
                  <a:lnTo>
                    <a:pt x="8896" y="453613"/>
                  </a:lnTo>
                  <a:close/>
                </a:path>
                <a:path w="461010" h="455294">
                  <a:moveTo>
                    <a:pt x="11440" y="451073"/>
                  </a:moveTo>
                  <a:lnTo>
                    <a:pt x="1272" y="451073"/>
                  </a:lnTo>
                  <a:lnTo>
                    <a:pt x="0" y="452343"/>
                  </a:lnTo>
                  <a:lnTo>
                    <a:pt x="10168" y="452343"/>
                  </a:lnTo>
                  <a:lnTo>
                    <a:pt x="11440" y="451073"/>
                  </a:lnTo>
                  <a:close/>
                </a:path>
                <a:path w="461010" h="455294">
                  <a:moveTo>
                    <a:pt x="15257" y="447263"/>
                  </a:moveTo>
                  <a:lnTo>
                    <a:pt x="5088" y="447263"/>
                  </a:lnTo>
                  <a:lnTo>
                    <a:pt x="2544" y="449803"/>
                  </a:lnTo>
                  <a:lnTo>
                    <a:pt x="12712" y="449803"/>
                  </a:lnTo>
                  <a:lnTo>
                    <a:pt x="15257" y="447263"/>
                  </a:lnTo>
                  <a:close/>
                </a:path>
                <a:path w="461010" h="455294">
                  <a:moveTo>
                    <a:pt x="17801" y="444723"/>
                  </a:moveTo>
                  <a:lnTo>
                    <a:pt x="7632" y="444723"/>
                  </a:lnTo>
                  <a:lnTo>
                    <a:pt x="6360" y="445993"/>
                  </a:lnTo>
                  <a:lnTo>
                    <a:pt x="16529" y="445993"/>
                  </a:lnTo>
                  <a:lnTo>
                    <a:pt x="17801" y="444723"/>
                  </a:lnTo>
                  <a:close/>
                </a:path>
                <a:path w="461010" h="455294">
                  <a:moveTo>
                    <a:pt x="21618" y="440913"/>
                  </a:moveTo>
                  <a:lnTo>
                    <a:pt x="11449" y="440913"/>
                  </a:lnTo>
                  <a:lnTo>
                    <a:pt x="8905" y="443453"/>
                  </a:lnTo>
                  <a:lnTo>
                    <a:pt x="19073" y="443453"/>
                  </a:lnTo>
                  <a:lnTo>
                    <a:pt x="21618" y="440913"/>
                  </a:lnTo>
                  <a:close/>
                </a:path>
                <a:path w="461010" h="455294">
                  <a:moveTo>
                    <a:pt x="24162" y="438373"/>
                  </a:moveTo>
                  <a:lnTo>
                    <a:pt x="13993" y="438373"/>
                  </a:lnTo>
                  <a:lnTo>
                    <a:pt x="12721" y="439643"/>
                  </a:lnTo>
                  <a:lnTo>
                    <a:pt x="22890" y="439643"/>
                  </a:lnTo>
                  <a:lnTo>
                    <a:pt x="24162" y="438373"/>
                  </a:lnTo>
                  <a:close/>
                </a:path>
                <a:path w="461010" h="455294">
                  <a:moveTo>
                    <a:pt x="27978" y="434563"/>
                  </a:moveTo>
                  <a:lnTo>
                    <a:pt x="17810" y="434563"/>
                  </a:lnTo>
                  <a:lnTo>
                    <a:pt x="15265" y="437103"/>
                  </a:lnTo>
                  <a:lnTo>
                    <a:pt x="25434" y="437103"/>
                  </a:lnTo>
                  <a:lnTo>
                    <a:pt x="27978" y="434563"/>
                  </a:lnTo>
                  <a:close/>
                </a:path>
                <a:path w="461010" h="455294">
                  <a:moveTo>
                    <a:pt x="30523" y="432023"/>
                  </a:moveTo>
                  <a:lnTo>
                    <a:pt x="20354" y="432023"/>
                  </a:lnTo>
                  <a:lnTo>
                    <a:pt x="19082" y="433293"/>
                  </a:lnTo>
                  <a:lnTo>
                    <a:pt x="29250" y="433293"/>
                  </a:lnTo>
                  <a:lnTo>
                    <a:pt x="30523" y="432023"/>
                  </a:lnTo>
                  <a:close/>
                </a:path>
                <a:path w="461010" h="455294">
                  <a:moveTo>
                    <a:pt x="34339" y="428213"/>
                  </a:moveTo>
                  <a:lnTo>
                    <a:pt x="24170" y="428213"/>
                  </a:lnTo>
                  <a:lnTo>
                    <a:pt x="21626" y="430753"/>
                  </a:lnTo>
                  <a:lnTo>
                    <a:pt x="31795" y="430753"/>
                  </a:lnTo>
                  <a:lnTo>
                    <a:pt x="34339" y="428213"/>
                  </a:lnTo>
                  <a:close/>
                </a:path>
                <a:path w="461010" h="455294">
                  <a:moveTo>
                    <a:pt x="36883" y="425673"/>
                  </a:moveTo>
                  <a:lnTo>
                    <a:pt x="26715" y="425673"/>
                  </a:lnTo>
                  <a:lnTo>
                    <a:pt x="25443" y="426943"/>
                  </a:lnTo>
                  <a:lnTo>
                    <a:pt x="35611" y="426943"/>
                  </a:lnTo>
                  <a:lnTo>
                    <a:pt x="36883" y="425673"/>
                  </a:lnTo>
                  <a:close/>
                </a:path>
                <a:path w="461010" h="455294">
                  <a:moveTo>
                    <a:pt x="40700" y="421863"/>
                  </a:moveTo>
                  <a:lnTo>
                    <a:pt x="30531" y="421863"/>
                  </a:lnTo>
                  <a:lnTo>
                    <a:pt x="27987" y="424403"/>
                  </a:lnTo>
                  <a:lnTo>
                    <a:pt x="38156" y="424403"/>
                  </a:lnTo>
                  <a:lnTo>
                    <a:pt x="40700" y="421863"/>
                  </a:lnTo>
                  <a:close/>
                </a:path>
                <a:path w="461010" h="455294">
                  <a:moveTo>
                    <a:pt x="43244" y="419323"/>
                  </a:moveTo>
                  <a:lnTo>
                    <a:pt x="33076" y="419323"/>
                  </a:lnTo>
                  <a:lnTo>
                    <a:pt x="31803" y="420593"/>
                  </a:lnTo>
                  <a:lnTo>
                    <a:pt x="41972" y="420593"/>
                  </a:lnTo>
                  <a:lnTo>
                    <a:pt x="43244" y="419323"/>
                  </a:lnTo>
                  <a:close/>
                </a:path>
                <a:path w="461010" h="455294">
                  <a:moveTo>
                    <a:pt x="47061" y="415513"/>
                  </a:moveTo>
                  <a:lnTo>
                    <a:pt x="36892" y="415513"/>
                  </a:lnTo>
                  <a:lnTo>
                    <a:pt x="34348" y="418053"/>
                  </a:lnTo>
                  <a:lnTo>
                    <a:pt x="44516" y="418053"/>
                  </a:lnTo>
                  <a:lnTo>
                    <a:pt x="47061" y="415513"/>
                  </a:lnTo>
                  <a:close/>
                </a:path>
                <a:path w="461010" h="455294">
                  <a:moveTo>
                    <a:pt x="49605" y="412973"/>
                  </a:moveTo>
                  <a:lnTo>
                    <a:pt x="39436" y="412973"/>
                  </a:lnTo>
                  <a:lnTo>
                    <a:pt x="38164" y="414243"/>
                  </a:lnTo>
                  <a:lnTo>
                    <a:pt x="48333" y="414243"/>
                  </a:lnTo>
                  <a:lnTo>
                    <a:pt x="49605" y="412973"/>
                  </a:lnTo>
                  <a:close/>
                </a:path>
                <a:path w="461010" h="455294">
                  <a:moveTo>
                    <a:pt x="53421" y="409163"/>
                  </a:moveTo>
                  <a:lnTo>
                    <a:pt x="43253" y="409163"/>
                  </a:lnTo>
                  <a:lnTo>
                    <a:pt x="40708" y="411703"/>
                  </a:lnTo>
                  <a:lnTo>
                    <a:pt x="50877" y="411703"/>
                  </a:lnTo>
                  <a:lnTo>
                    <a:pt x="53421" y="409163"/>
                  </a:lnTo>
                  <a:close/>
                </a:path>
                <a:path w="461010" h="455294">
                  <a:moveTo>
                    <a:pt x="55966" y="406623"/>
                  </a:moveTo>
                  <a:lnTo>
                    <a:pt x="45797" y="406623"/>
                  </a:lnTo>
                  <a:lnTo>
                    <a:pt x="44525" y="407893"/>
                  </a:lnTo>
                  <a:lnTo>
                    <a:pt x="54694" y="407893"/>
                  </a:lnTo>
                  <a:lnTo>
                    <a:pt x="55966" y="406623"/>
                  </a:lnTo>
                  <a:close/>
                </a:path>
                <a:path w="461010" h="455294">
                  <a:moveTo>
                    <a:pt x="59782" y="402813"/>
                  </a:moveTo>
                  <a:lnTo>
                    <a:pt x="49614" y="402813"/>
                  </a:lnTo>
                  <a:lnTo>
                    <a:pt x="47069" y="405353"/>
                  </a:lnTo>
                  <a:lnTo>
                    <a:pt x="57238" y="405353"/>
                  </a:lnTo>
                  <a:lnTo>
                    <a:pt x="59782" y="402813"/>
                  </a:lnTo>
                  <a:close/>
                </a:path>
                <a:path w="461010" h="455294">
                  <a:moveTo>
                    <a:pt x="62327" y="400273"/>
                  </a:moveTo>
                  <a:lnTo>
                    <a:pt x="52158" y="400273"/>
                  </a:lnTo>
                  <a:lnTo>
                    <a:pt x="50886" y="401543"/>
                  </a:lnTo>
                  <a:lnTo>
                    <a:pt x="61054" y="401543"/>
                  </a:lnTo>
                  <a:lnTo>
                    <a:pt x="62327" y="400273"/>
                  </a:lnTo>
                  <a:close/>
                </a:path>
                <a:path w="461010" h="455294">
                  <a:moveTo>
                    <a:pt x="66143" y="396463"/>
                  </a:moveTo>
                  <a:lnTo>
                    <a:pt x="55974" y="396463"/>
                  </a:lnTo>
                  <a:lnTo>
                    <a:pt x="53430" y="399003"/>
                  </a:lnTo>
                  <a:lnTo>
                    <a:pt x="63599" y="399003"/>
                  </a:lnTo>
                  <a:lnTo>
                    <a:pt x="66143" y="396463"/>
                  </a:lnTo>
                  <a:close/>
                </a:path>
                <a:path w="461010" h="455294">
                  <a:moveTo>
                    <a:pt x="68687" y="393923"/>
                  </a:moveTo>
                  <a:lnTo>
                    <a:pt x="58519" y="393923"/>
                  </a:lnTo>
                  <a:lnTo>
                    <a:pt x="57247" y="395193"/>
                  </a:lnTo>
                  <a:lnTo>
                    <a:pt x="67415" y="395193"/>
                  </a:lnTo>
                  <a:lnTo>
                    <a:pt x="68687" y="393923"/>
                  </a:lnTo>
                  <a:close/>
                </a:path>
                <a:path w="461010" h="455294">
                  <a:moveTo>
                    <a:pt x="72504" y="390113"/>
                  </a:moveTo>
                  <a:lnTo>
                    <a:pt x="62335" y="390113"/>
                  </a:lnTo>
                  <a:lnTo>
                    <a:pt x="59791" y="392653"/>
                  </a:lnTo>
                  <a:lnTo>
                    <a:pt x="69959" y="392653"/>
                  </a:lnTo>
                  <a:lnTo>
                    <a:pt x="72504" y="390113"/>
                  </a:lnTo>
                  <a:close/>
                </a:path>
                <a:path w="461010" h="455294">
                  <a:moveTo>
                    <a:pt x="75048" y="387573"/>
                  </a:moveTo>
                  <a:lnTo>
                    <a:pt x="64879" y="387573"/>
                  </a:lnTo>
                  <a:lnTo>
                    <a:pt x="63607" y="388843"/>
                  </a:lnTo>
                  <a:lnTo>
                    <a:pt x="73776" y="388843"/>
                  </a:lnTo>
                  <a:lnTo>
                    <a:pt x="75048" y="387573"/>
                  </a:lnTo>
                  <a:close/>
                </a:path>
                <a:path w="461010" h="455294">
                  <a:moveTo>
                    <a:pt x="78865" y="383763"/>
                  </a:moveTo>
                  <a:lnTo>
                    <a:pt x="68696" y="383763"/>
                  </a:lnTo>
                  <a:lnTo>
                    <a:pt x="66152" y="386303"/>
                  </a:lnTo>
                  <a:lnTo>
                    <a:pt x="76320" y="386303"/>
                  </a:lnTo>
                  <a:lnTo>
                    <a:pt x="78865" y="383763"/>
                  </a:lnTo>
                  <a:close/>
                </a:path>
                <a:path w="461010" h="455294">
                  <a:moveTo>
                    <a:pt x="81409" y="381223"/>
                  </a:moveTo>
                  <a:lnTo>
                    <a:pt x="71240" y="381223"/>
                  </a:lnTo>
                  <a:lnTo>
                    <a:pt x="69968" y="382493"/>
                  </a:lnTo>
                  <a:lnTo>
                    <a:pt x="80137" y="382493"/>
                  </a:lnTo>
                  <a:lnTo>
                    <a:pt x="81409" y="381223"/>
                  </a:lnTo>
                  <a:close/>
                </a:path>
                <a:path w="461010" h="455294">
                  <a:moveTo>
                    <a:pt x="85225" y="377413"/>
                  </a:moveTo>
                  <a:lnTo>
                    <a:pt x="75057" y="377413"/>
                  </a:lnTo>
                  <a:lnTo>
                    <a:pt x="72512" y="379953"/>
                  </a:lnTo>
                  <a:lnTo>
                    <a:pt x="82681" y="379953"/>
                  </a:lnTo>
                  <a:lnTo>
                    <a:pt x="85225" y="377413"/>
                  </a:lnTo>
                  <a:close/>
                </a:path>
                <a:path w="461010" h="455294">
                  <a:moveTo>
                    <a:pt x="87770" y="374873"/>
                  </a:moveTo>
                  <a:lnTo>
                    <a:pt x="77601" y="374873"/>
                  </a:lnTo>
                  <a:lnTo>
                    <a:pt x="76329" y="376143"/>
                  </a:lnTo>
                  <a:lnTo>
                    <a:pt x="86497" y="376143"/>
                  </a:lnTo>
                  <a:lnTo>
                    <a:pt x="87770" y="374873"/>
                  </a:lnTo>
                  <a:close/>
                </a:path>
                <a:path w="461010" h="455294">
                  <a:moveTo>
                    <a:pt x="91586" y="371063"/>
                  </a:moveTo>
                  <a:lnTo>
                    <a:pt x="81417" y="371063"/>
                  </a:lnTo>
                  <a:lnTo>
                    <a:pt x="78873" y="373603"/>
                  </a:lnTo>
                  <a:lnTo>
                    <a:pt x="89042" y="373603"/>
                  </a:lnTo>
                  <a:lnTo>
                    <a:pt x="91586" y="371063"/>
                  </a:lnTo>
                  <a:close/>
                </a:path>
                <a:path w="461010" h="455294">
                  <a:moveTo>
                    <a:pt x="94130" y="368523"/>
                  </a:moveTo>
                  <a:lnTo>
                    <a:pt x="83962" y="368523"/>
                  </a:lnTo>
                  <a:lnTo>
                    <a:pt x="82690" y="369793"/>
                  </a:lnTo>
                  <a:lnTo>
                    <a:pt x="92858" y="369793"/>
                  </a:lnTo>
                  <a:lnTo>
                    <a:pt x="94130" y="368523"/>
                  </a:lnTo>
                  <a:close/>
                </a:path>
                <a:path w="461010" h="455294">
                  <a:moveTo>
                    <a:pt x="97947" y="364713"/>
                  </a:moveTo>
                  <a:lnTo>
                    <a:pt x="87778" y="364713"/>
                  </a:lnTo>
                  <a:lnTo>
                    <a:pt x="85234" y="367253"/>
                  </a:lnTo>
                  <a:lnTo>
                    <a:pt x="95403" y="367253"/>
                  </a:lnTo>
                  <a:lnTo>
                    <a:pt x="97947" y="364713"/>
                  </a:lnTo>
                  <a:close/>
                </a:path>
                <a:path w="461010" h="455294">
                  <a:moveTo>
                    <a:pt x="100491" y="362173"/>
                  </a:moveTo>
                  <a:lnTo>
                    <a:pt x="90323" y="362173"/>
                  </a:lnTo>
                  <a:lnTo>
                    <a:pt x="89050" y="363443"/>
                  </a:lnTo>
                  <a:lnTo>
                    <a:pt x="99219" y="363443"/>
                  </a:lnTo>
                  <a:lnTo>
                    <a:pt x="100491" y="362173"/>
                  </a:lnTo>
                  <a:close/>
                </a:path>
                <a:path w="461010" h="455294">
                  <a:moveTo>
                    <a:pt x="104308" y="358363"/>
                  </a:moveTo>
                  <a:lnTo>
                    <a:pt x="94139" y="358363"/>
                  </a:lnTo>
                  <a:lnTo>
                    <a:pt x="91595" y="360903"/>
                  </a:lnTo>
                  <a:lnTo>
                    <a:pt x="101763" y="360903"/>
                  </a:lnTo>
                  <a:lnTo>
                    <a:pt x="104308" y="358363"/>
                  </a:lnTo>
                  <a:close/>
                </a:path>
                <a:path w="461010" h="455294">
                  <a:moveTo>
                    <a:pt x="106852" y="355823"/>
                  </a:moveTo>
                  <a:lnTo>
                    <a:pt x="96683" y="355823"/>
                  </a:lnTo>
                  <a:lnTo>
                    <a:pt x="95411" y="357093"/>
                  </a:lnTo>
                  <a:lnTo>
                    <a:pt x="105580" y="357093"/>
                  </a:lnTo>
                  <a:lnTo>
                    <a:pt x="106852" y="355823"/>
                  </a:lnTo>
                  <a:close/>
                </a:path>
                <a:path w="461010" h="455294">
                  <a:moveTo>
                    <a:pt x="110668" y="352013"/>
                  </a:moveTo>
                  <a:lnTo>
                    <a:pt x="100500" y="352013"/>
                  </a:lnTo>
                  <a:lnTo>
                    <a:pt x="97956" y="354553"/>
                  </a:lnTo>
                  <a:lnTo>
                    <a:pt x="108124" y="354553"/>
                  </a:lnTo>
                  <a:lnTo>
                    <a:pt x="110668" y="352013"/>
                  </a:lnTo>
                  <a:close/>
                </a:path>
                <a:path w="461010" h="455294">
                  <a:moveTo>
                    <a:pt x="113213" y="349473"/>
                  </a:moveTo>
                  <a:lnTo>
                    <a:pt x="103044" y="349473"/>
                  </a:lnTo>
                  <a:lnTo>
                    <a:pt x="101772" y="350743"/>
                  </a:lnTo>
                  <a:lnTo>
                    <a:pt x="111941" y="350743"/>
                  </a:lnTo>
                  <a:lnTo>
                    <a:pt x="113213" y="349473"/>
                  </a:lnTo>
                  <a:close/>
                </a:path>
                <a:path w="461010" h="455294">
                  <a:moveTo>
                    <a:pt x="117029" y="345663"/>
                  </a:moveTo>
                  <a:lnTo>
                    <a:pt x="106861" y="345663"/>
                  </a:lnTo>
                  <a:lnTo>
                    <a:pt x="104316" y="348203"/>
                  </a:lnTo>
                  <a:lnTo>
                    <a:pt x="114485" y="348203"/>
                  </a:lnTo>
                  <a:lnTo>
                    <a:pt x="117029" y="345663"/>
                  </a:lnTo>
                  <a:close/>
                </a:path>
                <a:path w="461010" h="455294">
                  <a:moveTo>
                    <a:pt x="119574" y="343123"/>
                  </a:moveTo>
                  <a:lnTo>
                    <a:pt x="109405" y="343123"/>
                  </a:lnTo>
                  <a:lnTo>
                    <a:pt x="108133" y="344393"/>
                  </a:lnTo>
                  <a:lnTo>
                    <a:pt x="118301" y="344393"/>
                  </a:lnTo>
                  <a:lnTo>
                    <a:pt x="119574" y="343123"/>
                  </a:lnTo>
                  <a:close/>
                </a:path>
                <a:path w="461010" h="455294">
                  <a:moveTo>
                    <a:pt x="123390" y="339313"/>
                  </a:moveTo>
                  <a:lnTo>
                    <a:pt x="113221" y="339313"/>
                  </a:lnTo>
                  <a:lnTo>
                    <a:pt x="110677" y="341853"/>
                  </a:lnTo>
                  <a:lnTo>
                    <a:pt x="120846" y="341853"/>
                  </a:lnTo>
                  <a:lnTo>
                    <a:pt x="123390" y="339313"/>
                  </a:lnTo>
                  <a:close/>
                </a:path>
                <a:path w="461010" h="455294">
                  <a:moveTo>
                    <a:pt x="125934" y="336773"/>
                  </a:moveTo>
                  <a:lnTo>
                    <a:pt x="115766" y="336773"/>
                  </a:lnTo>
                  <a:lnTo>
                    <a:pt x="114494" y="338043"/>
                  </a:lnTo>
                  <a:lnTo>
                    <a:pt x="124662" y="338043"/>
                  </a:lnTo>
                  <a:lnTo>
                    <a:pt x="125934" y="336773"/>
                  </a:lnTo>
                  <a:close/>
                </a:path>
                <a:path w="461010" h="455294">
                  <a:moveTo>
                    <a:pt x="129751" y="332963"/>
                  </a:moveTo>
                  <a:lnTo>
                    <a:pt x="119582" y="332963"/>
                  </a:lnTo>
                  <a:lnTo>
                    <a:pt x="117038" y="335503"/>
                  </a:lnTo>
                  <a:lnTo>
                    <a:pt x="127206" y="335503"/>
                  </a:lnTo>
                  <a:lnTo>
                    <a:pt x="129751" y="332963"/>
                  </a:lnTo>
                  <a:close/>
                </a:path>
                <a:path w="461010" h="455294">
                  <a:moveTo>
                    <a:pt x="132295" y="330423"/>
                  </a:moveTo>
                  <a:lnTo>
                    <a:pt x="122126" y="330423"/>
                  </a:lnTo>
                  <a:lnTo>
                    <a:pt x="120854" y="331693"/>
                  </a:lnTo>
                  <a:lnTo>
                    <a:pt x="131023" y="331693"/>
                  </a:lnTo>
                  <a:lnTo>
                    <a:pt x="132295" y="330423"/>
                  </a:lnTo>
                  <a:close/>
                </a:path>
                <a:path w="461010" h="455294">
                  <a:moveTo>
                    <a:pt x="136112" y="326613"/>
                  </a:moveTo>
                  <a:lnTo>
                    <a:pt x="125943" y="326613"/>
                  </a:lnTo>
                  <a:lnTo>
                    <a:pt x="123399" y="329153"/>
                  </a:lnTo>
                  <a:lnTo>
                    <a:pt x="133567" y="329153"/>
                  </a:lnTo>
                  <a:lnTo>
                    <a:pt x="136112" y="326613"/>
                  </a:lnTo>
                  <a:close/>
                </a:path>
                <a:path w="461010" h="455294">
                  <a:moveTo>
                    <a:pt x="138656" y="324073"/>
                  </a:moveTo>
                  <a:lnTo>
                    <a:pt x="128487" y="324073"/>
                  </a:lnTo>
                  <a:lnTo>
                    <a:pt x="127215" y="325343"/>
                  </a:lnTo>
                  <a:lnTo>
                    <a:pt x="137384" y="325343"/>
                  </a:lnTo>
                  <a:lnTo>
                    <a:pt x="138656" y="324073"/>
                  </a:lnTo>
                  <a:close/>
                </a:path>
                <a:path w="461010" h="455294">
                  <a:moveTo>
                    <a:pt x="142472" y="320263"/>
                  </a:moveTo>
                  <a:lnTo>
                    <a:pt x="132304" y="320263"/>
                  </a:lnTo>
                  <a:lnTo>
                    <a:pt x="129759" y="322803"/>
                  </a:lnTo>
                  <a:lnTo>
                    <a:pt x="139928" y="322803"/>
                  </a:lnTo>
                  <a:lnTo>
                    <a:pt x="142472" y="320263"/>
                  </a:lnTo>
                  <a:close/>
                </a:path>
                <a:path w="461010" h="455294">
                  <a:moveTo>
                    <a:pt x="145017" y="317723"/>
                  </a:moveTo>
                  <a:lnTo>
                    <a:pt x="134848" y="317723"/>
                  </a:lnTo>
                  <a:lnTo>
                    <a:pt x="133576" y="318993"/>
                  </a:lnTo>
                  <a:lnTo>
                    <a:pt x="143745" y="318993"/>
                  </a:lnTo>
                  <a:lnTo>
                    <a:pt x="145017" y="317723"/>
                  </a:lnTo>
                  <a:close/>
                </a:path>
                <a:path w="461010" h="455294">
                  <a:moveTo>
                    <a:pt x="157738" y="305023"/>
                  </a:moveTo>
                  <a:lnTo>
                    <a:pt x="147570" y="305023"/>
                  </a:lnTo>
                  <a:lnTo>
                    <a:pt x="136120" y="316453"/>
                  </a:lnTo>
                  <a:lnTo>
                    <a:pt x="146289" y="316453"/>
                  </a:lnTo>
                  <a:lnTo>
                    <a:pt x="157738" y="305023"/>
                  </a:lnTo>
                  <a:close/>
                </a:path>
                <a:path w="461010" h="455294">
                  <a:moveTo>
                    <a:pt x="170460" y="292323"/>
                  </a:moveTo>
                  <a:lnTo>
                    <a:pt x="160291" y="292323"/>
                  </a:lnTo>
                  <a:lnTo>
                    <a:pt x="148842" y="303753"/>
                  </a:lnTo>
                  <a:lnTo>
                    <a:pt x="159010" y="303753"/>
                  </a:lnTo>
                  <a:lnTo>
                    <a:pt x="170460" y="292323"/>
                  </a:lnTo>
                  <a:close/>
                </a:path>
                <a:path w="461010" h="455294">
                  <a:moveTo>
                    <a:pt x="174276" y="288513"/>
                  </a:moveTo>
                  <a:lnTo>
                    <a:pt x="164108" y="288513"/>
                  </a:lnTo>
                  <a:lnTo>
                    <a:pt x="161563" y="291053"/>
                  </a:lnTo>
                  <a:lnTo>
                    <a:pt x="171732" y="291053"/>
                  </a:lnTo>
                  <a:lnTo>
                    <a:pt x="174276" y="288513"/>
                  </a:lnTo>
                  <a:close/>
                </a:path>
                <a:path w="461010" h="455294">
                  <a:moveTo>
                    <a:pt x="176821" y="285973"/>
                  </a:moveTo>
                  <a:lnTo>
                    <a:pt x="166652" y="285973"/>
                  </a:lnTo>
                  <a:lnTo>
                    <a:pt x="165380" y="287243"/>
                  </a:lnTo>
                  <a:lnTo>
                    <a:pt x="175548" y="287243"/>
                  </a:lnTo>
                  <a:lnTo>
                    <a:pt x="176821" y="285973"/>
                  </a:lnTo>
                  <a:close/>
                </a:path>
                <a:path w="461010" h="455294">
                  <a:moveTo>
                    <a:pt x="180637" y="282163"/>
                  </a:moveTo>
                  <a:lnTo>
                    <a:pt x="170468" y="282163"/>
                  </a:lnTo>
                  <a:lnTo>
                    <a:pt x="167924" y="284703"/>
                  </a:lnTo>
                  <a:lnTo>
                    <a:pt x="178093" y="284703"/>
                  </a:lnTo>
                  <a:lnTo>
                    <a:pt x="180637" y="282163"/>
                  </a:lnTo>
                  <a:close/>
                </a:path>
                <a:path w="461010" h="455294">
                  <a:moveTo>
                    <a:pt x="193359" y="269463"/>
                  </a:moveTo>
                  <a:lnTo>
                    <a:pt x="183190" y="269463"/>
                  </a:lnTo>
                  <a:lnTo>
                    <a:pt x="171741" y="280893"/>
                  </a:lnTo>
                  <a:lnTo>
                    <a:pt x="181909" y="280893"/>
                  </a:lnTo>
                  <a:lnTo>
                    <a:pt x="193359" y="269463"/>
                  </a:lnTo>
                  <a:close/>
                </a:path>
                <a:path w="461010" h="455294">
                  <a:moveTo>
                    <a:pt x="202264" y="260573"/>
                  </a:moveTo>
                  <a:lnTo>
                    <a:pt x="192095" y="260573"/>
                  </a:lnTo>
                  <a:lnTo>
                    <a:pt x="184462" y="268193"/>
                  </a:lnTo>
                  <a:lnTo>
                    <a:pt x="194631" y="268193"/>
                  </a:lnTo>
                  <a:lnTo>
                    <a:pt x="202264" y="260573"/>
                  </a:lnTo>
                  <a:close/>
                </a:path>
                <a:path w="461010" h="455294">
                  <a:moveTo>
                    <a:pt x="218802" y="244063"/>
                  </a:moveTo>
                  <a:lnTo>
                    <a:pt x="208633" y="244063"/>
                  </a:lnTo>
                  <a:lnTo>
                    <a:pt x="193367" y="259303"/>
                  </a:lnTo>
                  <a:lnTo>
                    <a:pt x="203536" y="259303"/>
                  </a:lnTo>
                  <a:lnTo>
                    <a:pt x="218802" y="244063"/>
                  </a:lnTo>
                  <a:close/>
                </a:path>
                <a:path w="461010" h="455294">
                  <a:moveTo>
                    <a:pt x="223890" y="238983"/>
                  </a:moveTo>
                  <a:lnTo>
                    <a:pt x="213722" y="238983"/>
                  </a:lnTo>
                  <a:lnTo>
                    <a:pt x="209905" y="242793"/>
                  </a:lnTo>
                  <a:lnTo>
                    <a:pt x="220074" y="242793"/>
                  </a:lnTo>
                  <a:lnTo>
                    <a:pt x="223890" y="238983"/>
                  </a:lnTo>
                  <a:close/>
                </a:path>
              </a:pathLst>
            </a:custGeom>
            <a:solidFill>
              <a:srgbClr val="9E4A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1">
              <a:extLst>
                <a:ext uri="{FF2B5EF4-FFF2-40B4-BE49-F238E27FC236}">
                  <a16:creationId xmlns:a16="http://schemas.microsoft.com/office/drawing/2014/main" id="{BFD7B993-7C17-0031-55E9-233FE3E63952}"/>
                </a:ext>
              </a:extLst>
            </p:cNvPr>
            <p:cNvSpPr/>
            <p:nvPr/>
          </p:nvSpPr>
          <p:spPr>
            <a:xfrm>
              <a:off x="2737132" y="2621060"/>
              <a:ext cx="461009" cy="455295"/>
            </a:xfrm>
            <a:custGeom>
              <a:avLst/>
              <a:gdLst/>
              <a:ahLst/>
              <a:cxnLst/>
              <a:rect l="l" t="t" r="r" b="b"/>
              <a:pathLst>
                <a:path w="461010" h="455294">
                  <a:moveTo>
                    <a:pt x="310397" y="152619"/>
                  </a:moveTo>
                  <a:lnTo>
                    <a:pt x="300228" y="152619"/>
                  </a:lnTo>
                  <a:lnTo>
                    <a:pt x="293868" y="158969"/>
                  </a:lnTo>
                  <a:lnTo>
                    <a:pt x="304036" y="158969"/>
                  </a:lnTo>
                  <a:lnTo>
                    <a:pt x="310397" y="152619"/>
                  </a:lnTo>
                  <a:close/>
                </a:path>
                <a:path w="461010" h="455294">
                  <a:moveTo>
                    <a:pt x="312941" y="150079"/>
                  </a:moveTo>
                  <a:lnTo>
                    <a:pt x="302773" y="150079"/>
                  </a:lnTo>
                  <a:lnTo>
                    <a:pt x="301501" y="151349"/>
                  </a:lnTo>
                  <a:lnTo>
                    <a:pt x="311669" y="151349"/>
                  </a:lnTo>
                  <a:lnTo>
                    <a:pt x="312941" y="150079"/>
                  </a:lnTo>
                  <a:close/>
                </a:path>
                <a:path w="461010" h="455294">
                  <a:moveTo>
                    <a:pt x="316758" y="146269"/>
                  </a:moveTo>
                  <a:lnTo>
                    <a:pt x="306589" y="146269"/>
                  </a:lnTo>
                  <a:lnTo>
                    <a:pt x="304045" y="148809"/>
                  </a:lnTo>
                  <a:lnTo>
                    <a:pt x="314213" y="148809"/>
                  </a:lnTo>
                  <a:lnTo>
                    <a:pt x="316758" y="146269"/>
                  </a:lnTo>
                  <a:close/>
                </a:path>
                <a:path w="461010" h="455294">
                  <a:moveTo>
                    <a:pt x="319302" y="143729"/>
                  </a:moveTo>
                  <a:lnTo>
                    <a:pt x="309133" y="143729"/>
                  </a:lnTo>
                  <a:lnTo>
                    <a:pt x="307861" y="144999"/>
                  </a:lnTo>
                  <a:lnTo>
                    <a:pt x="318030" y="144999"/>
                  </a:lnTo>
                  <a:lnTo>
                    <a:pt x="319302" y="143729"/>
                  </a:lnTo>
                  <a:close/>
                </a:path>
                <a:path w="461010" h="455294">
                  <a:moveTo>
                    <a:pt x="323119" y="139919"/>
                  </a:moveTo>
                  <a:lnTo>
                    <a:pt x="312950" y="139919"/>
                  </a:lnTo>
                  <a:lnTo>
                    <a:pt x="310406" y="142459"/>
                  </a:lnTo>
                  <a:lnTo>
                    <a:pt x="320574" y="142459"/>
                  </a:lnTo>
                  <a:lnTo>
                    <a:pt x="323119" y="139919"/>
                  </a:lnTo>
                  <a:close/>
                </a:path>
                <a:path w="461010" h="455294">
                  <a:moveTo>
                    <a:pt x="325663" y="137379"/>
                  </a:moveTo>
                  <a:lnTo>
                    <a:pt x="315494" y="137379"/>
                  </a:lnTo>
                  <a:lnTo>
                    <a:pt x="314222" y="138649"/>
                  </a:lnTo>
                  <a:lnTo>
                    <a:pt x="324391" y="138649"/>
                  </a:lnTo>
                  <a:lnTo>
                    <a:pt x="325663" y="137379"/>
                  </a:lnTo>
                  <a:close/>
                </a:path>
                <a:path w="461010" h="455294">
                  <a:moveTo>
                    <a:pt x="338384" y="124679"/>
                  </a:moveTo>
                  <a:lnTo>
                    <a:pt x="328216" y="124679"/>
                  </a:lnTo>
                  <a:lnTo>
                    <a:pt x="316766" y="136109"/>
                  </a:lnTo>
                  <a:lnTo>
                    <a:pt x="326935" y="136109"/>
                  </a:lnTo>
                  <a:lnTo>
                    <a:pt x="338384" y="124679"/>
                  </a:lnTo>
                  <a:close/>
                </a:path>
                <a:path w="461010" h="455294">
                  <a:moveTo>
                    <a:pt x="351106" y="111979"/>
                  </a:moveTo>
                  <a:lnTo>
                    <a:pt x="340937" y="111979"/>
                  </a:lnTo>
                  <a:lnTo>
                    <a:pt x="329488" y="123409"/>
                  </a:lnTo>
                  <a:lnTo>
                    <a:pt x="339657" y="123409"/>
                  </a:lnTo>
                  <a:lnTo>
                    <a:pt x="351106" y="111979"/>
                  </a:lnTo>
                  <a:close/>
                </a:path>
                <a:path w="461010" h="455294">
                  <a:moveTo>
                    <a:pt x="354922" y="108169"/>
                  </a:moveTo>
                  <a:lnTo>
                    <a:pt x="344754" y="108169"/>
                  </a:lnTo>
                  <a:lnTo>
                    <a:pt x="342210" y="110709"/>
                  </a:lnTo>
                  <a:lnTo>
                    <a:pt x="352378" y="110709"/>
                  </a:lnTo>
                  <a:lnTo>
                    <a:pt x="354922" y="108169"/>
                  </a:lnTo>
                  <a:close/>
                </a:path>
                <a:path w="461010" h="455294">
                  <a:moveTo>
                    <a:pt x="357467" y="105629"/>
                  </a:moveTo>
                  <a:lnTo>
                    <a:pt x="347298" y="105629"/>
                  </a:lnTo>
                  <a:lnTo>
                    <a:pt x="346026" y="106899"/>
                  </a:lnTo>
                  <a:lnTo>
                    <a:pt x="356195" y="106899"/>
                  </a:lnTo>
                  <a:lnTo>
                    <a:pt x="357467" y="105629"/>
                  </a:lnTo>
                  <a:close/>
                </a:path>
                <a:path w="461010" h="455294">
                  <a:moveTo>
                    <a:pt x="361283" y="101819"/>
                  </a:moveTo>
                  <a:lnTo>
                    <a:pt x="351115" y="101819"/>
                  </a:lnTo>
                  <a:lnTo>
                    <a:pt x="348570" y="104359"/>
                  </a:lnTo>
                  <a:lnTo>
                    <a:pt x="358739" y="104359"/>
                  </a:lnTo>
                  <a:lnTo>
                    <a:pt x="361283" y="101819"/>
                  </a:lnTo>
                  <a:close/>
                </a:path>
                <a:path w="461010" h="455294">
                  <a:moveTo>
                    <a:pt x="363828" y="99279"/>
                  </a:moveTo>
                  <a:lnTo>
                    <a:pt x="353659" y="99279"/>
                  </a:lnTo>
                  <a:lnTo>
                    <a:pt x="352387" y="100549"/>
                  </a:lnTo>
                  <a:lnTo>
                    <a:pt x="362555" y="100549"/>
                  </a:lnTo>
                  <a:lnTo>
                    <a:pt x="363828" y="99279"/>
                  </a:lnTo>
                  <a:close/>
                </a:path>
                <a:path w="461010" h="455294">
                  <a:moveTo>
                    <a:pt x="367644" y="95469"/>
                  </a:moveTo>
                  <a:lnTo>
                    <a:pt x="357475" y="95469"/>
                  </a:lnTo>
                  <a:lnTo>
                    <a:pt x="354931" y="98009"/>
                  </a:lnTo>
                  <a:lnTo>
                    <a:pt x="365100" y="98009"/>
                  </a:lnTo>
                  <a:lnTo>
                    <a:pt x="367644" y="95469"/>
                  </a:lnTo>
                  <a:close/>
                </a:path>
                <a:path w="461010" h="455294">
                  <a:moveTo>
                    <a:pt x="370188" y="92929"/>
                  </a:moveTo>
                  <a:lnTo>
                    <a:pt x="360020" y="92929"/>
                  </a:lnTo>
                  <a:lnTo>
                    <a:pt x="358748" y="94199"/>
                  </a:lnTo>
                  <a:lnTo>
                    <a:pt x="368916" y="94199"/>
                  </a:lnTo>
                  <a:lnTo>
                    <a:pt x="370188" y="92929"/>
                  </a:lnTo>
                  <a:close/>
                </a:path>
                <a:path w="461010" h="455294">
                  <a:moveTo>
                    <a:pt x="374005" y="89119"/>
                  </a:moveTo>
                  <a:lnTo>
                    <a:pt x="363836" y="89119"/>
                  </a:lnTo>
                  <a:lnTo>
                    <a:pt x="361292" y="91659"/>
                  </a:lnTo>
                  <a:lnTo>
                    <a:pt x="371460" y="91659"/>
                  </a:lnTo>
                  <a:lnTo>
                    <a:pt x="374005" y="89119"/>
                  </a:lnTo>
                  <a:close/>
                </a:path>
                <a:path w="461010" h="455294">
                  <a:moveTo>
                    <a:pt x="376549" y="86579"/>
                  </a:moveTo>
                  <a:lnTo>
                    <a:pt x="366380" y="86579"/>
                  </a:lnTo>
                  <a:lnTo>
                    <a:pt x="365108" y="87849"/>
                  </a:lnTo>
                  <a:lnTo>
                    <a:pt x="375277" y="87849"/>
                  </a:lnTo>
                  <a:lnTo>
                    <a:pt x="376549" y="86579"/>
                  </a:lnTo>
                  <a:close/>
                </a:path>
                <a:path w="461010" h="455294">
                  <a:moveTo>
                    <a:pt x="380366" y="82769"/>
                  </a:moveTo>
                  <a:lnTo>
                    <a:pt x="370197" y="82769"/>
                  </a:lnTo>
                  <a:lnTo>
                    <a:pt x="367653" y="85309"/>
                  </a:lnTo>
                  <a:lnTo>
                    <a:pt x="377821" y="85309"/>
                  </a:lnTo>
                  <a:lnTo>
                    <a:pt x="380366" y="82769"/>
                  </a:lnTo>
                  <a:close/>
                </a:path>
                <a:path w="461010" h="455294">
                  <a:moveTo>
                    <a:pt x="382910" y="80229"/>
                  </a:moveTo>
                  <a:lnTo>
                    <a:pt x="372741" y="80229"/>
                  </a:lnTo>
                  <a:lnTo>
                    <a:pt x="371469" y="81499"/>
                  </a:lnTo>
                  <a:lnTo>
                    <a:pt x="381638" y="81499"/>
                  </a:lnTo>
                  <a:lnTo>
                    <a:pt x="382910" y="80229"/>
                  </a:lnTo>
                  <a:close/>
                </a:path>
                <a:path w="461010" h="455294">
                  <a:moveTo>
                    <a:pt x="386726" y="76419"/>
                  </a:moveTo>
                  <a:lnTo>
                    <a:pt x="376558" y="76419"/>
                  </a:lnTo>
                  <a:lnTo>
                    <a:pt x="374013" y="78959"/>
                  </a:lnTo>
                  <a:lnTo>
                    <a:pt x="384182" y="78959"/>
                  </a:lnTo>
                  <a:lnTo>
                    <a:pt x="386726" y="76419"/>
                  </a:lnTo>
                  <a:close/>
                </a:path>
                <a:path w="461010" h="455294">
                  <a:moveTo>
                    <a:pt x="389271" y="73879"/>
                  </a:moveTo>
                  <a:lnTo>
                    <a:pt x="379102" y="73879"/>
                  </a:lnTo>
                  <a:lnTo>
                    <a:pt x="377830" y="75149"/>
                  </a:lnTo>
                  <a:lnTo>
                    <a:pt x="387999" y="75149"/>
                  </a:lnTo>
                  <a:lnTo>
                    <a:pt x="389271" y="73879"/>
                  </a:lnTo>
                  <a:close/>
                </a:path>
                <a:path w="461010" h="455294">
                  <a:moveTo>
                    <a:pt x="393087" y="70069"/>
                  </a:moveTo>
                  <a:lnTo>
                    <a:pt x="382919" y="70069"/>
                  </a:lnTo>
                  <a:lnTo>
                    <a:pt x="380374" y="72609"/>
                  </a:lnTo>
                  <a:lnTo>
                    <a:pt x="390543" y="72609"/>
                  </a:lnTo>
                  <a:lnTo>
                    <a:pt x="393087" y="70069"/>
                  </a:lnTo>
                  <a:close/>
                </a:path>
                <a:path w="461010" h="455294">
                  <a:moveTo>
                    <a:pt x="395631" y="67529"/>
                  </a:moveTo>
                  <a:lnTo>
                    <a:pt x="385463" y="67529"/>
                  </a:lnTo>
                  <a:lnTo>
                    <a:pt x="384191" y="68799"/>
                  </a:lnTo>
                  <a:lnTo>
                    <a:pt x="394359" y="68799"/>
                  </a:lnTo>
                  <a:lnTo>
                    <a:pt x="395631" y="67529"/>
                  </a:lnTo>
                  <a:close/>
                </a:path>
                <a:path w="461010" h="455294">
                  <a:moveTo>
                    <a:pt x="399448" y="63719"/>
                  </a:moveTo>
                  <a:lnTo>
                    <a:pt x="389279" y="63719"/>
                  </a:lnTo>
                  <a:lnTo>
                    <a:pt x="386735" y="66259"/>
                  </a:lnTo>
                  <a:lnTo>
                    <a:pt x="396904" y="66259"/>
                  </a:lnTo>
                  <a:lnTo>
                    <a:pt x="399448" y="63719"/>
                  </a:lnTo>
                  <a:close/>
                </a:path>
                <a:path w="461010" h="455294">
                  <a:moveTo>
                    <a:pt x="401992" y="61179"/>
                  </a:moveTo>
                  <a:lnTo>
                    <a:pt x="391824" y="61179"/>
                  </a:lnTo>
                  <a:lnTo>
                    <a:pt x="390551" y="62449"/>
                  </a:lnTo>
                  <a:lnTo>
                    <a:pt x="400720" y="62449"/>
                  </a:lnTo>
                  <a:lnTo>
                    <a:pt x="401992" y="61179"/>
                  </a:lnTo>
                  <a:close/>
                </a:path>
                <a:path w="461010" h="455294">
                  <a:moveTo>
                    <a:pt x="405809" y="57369"/>
                  </a:moveTo>
                  <a:lnTo>
                    <a:pt x="395640" y="57369"/>
                  </a:lnTo>
                  <a:lnTo>
                    <a:pt x="393096" y="59909"/>
                  </a:lnTo>
                  <a:lnTo>
                    <a:pt x="403264" y="59909"/>
                  </a:lnTo>
                  <a:lnTo>
                    <a:pt x="405809" y="57369"/>
                  </a:lnTo>
                  <a:close/>
                </a:path>
                <a:path w="461010" h="455294">
                  <a:moveTo>
                    <a:pt x="408353" y="54829"/>
                  </a:moveTo>
                  <a:lnTo>
                    <a:pt x="398184" y="54829"/>
                  </a:lnTo>
                  <a:lnTo>
                    <a:pt x="396912" y="56099"/>
                  </a:lnTo>
                  <a:lnTo>
                    <a:pt x="407081" y="56099"/>
                  </a:lnTo>
                  <a:lnTo>
                    <a:pt x="408353" y="54829"/>
                  </a:lnTo>
                  <a:close/>
                </a:path>
                <a:path w="461010" h="455294">
                  <a:moveTo>
                    <a:pt x="412169" y="51019"/>
                  </a:moveTo>
                  <a:lnTo>
                    <a:pt x="402001" y="51019"/>
                  </a:lnTo>
                  <a:lnTo>
                    <a:pt x="399457" y="53559"/>
                  </a:lnTo>
                  <a:lnTo>
                    <a:pt x="409625" y="53559"/>
                  </a:lnTo>
                  <a:lnTo>
                    <a:pt x="412169" y="51019"/>
                  </a:lnTo>
                  <a:close/>
                </a:path>
                <a:path w="461010" h="455294">
                  <a:moveTo>
                    <a:pt x="414714" y="48479"/>
                  </a:moveTo>
                  <a:lnTo>
                    <a:pt x="404545" y="48479"/>
                  </a:lnTo>
                  <a:lnTo>
                    <a:pt x="403273" y="49749"/>
                  </a:lnTo>
                  <a:lnTo>
                    <a:pt x="413442" y="49749"/>
                  </a:lnTo>
                  <a:lnTo>
                    <a:pt x="414714" y="48479"/>
                  </a:lnTo>
                  <a:close/>
                </a:path>
                <a:path w="461010" h="455294">
                  <a:moveTo>
                    <a:pt x="418530" y="44669"/>
                  </a:moveTo>
                  <a:lnTo>
                    <a:pt x="408362" y="44669"/>
                  </a:lnTo>
                  <a:lnTo>
                    <a:pt x="405817" y="47209"/>
                  </a:lnTo>
                  <a:lnTo>
                    <a:pt x="415986" y="47209"/>
                  </a:lnTo>
                  <a:lnTo>
                    <a:pt x="418530" y="44669"/>
                  </a:lnTo>
                  <a:close/>
                </a:path>
                <a:path w="461010" h="455294">
                  <a:moveTo>
                    <a:pt x="421075" y="42129"/>
                  </a:moveTo>
                  <a:lnTo>
                    <a:pt x="410906" y="42129"/>
                  </a:lnTo>
                  <a:lnTo>
                    <a:pt x="409634" y="43399"/>
                  </a:lnTo>
                  <a:lnTo>
                    <a:pt x="419802" y="43399"/>
                  </a:lnTo>
                  <a:lnTo>
                    <a:pt x="421075" y="42129"/>
                  </a:lnTo>
                  <a:close/>
                </a:path>
                <a:path w="461010" h="455294">
                  <a:moveTo>
                    <a:pt x="424891" y="38319"/>
                  </a:moveTo>
                  <a:lnTo>
                    <a:pt x="414722" y="38319"/>
                  </a:lnTo>
                  <a:lnTo>
                    <a:pt x="412178" y="40859"/>
                  </a:lnTo>
                  <a:lnTo>
                    <a:pt x="422347" y="40859"/>
                  </a:lnTo>
                  <a:lnTo>
                    <a:pt x="424891" y="38319"/>
                  </a:lnTo>
                  <a:close/>
                </a:path>
                <a:path w="461010" h="455294">
                  <a:moveTo>
                    <a:pt x="427435" y="35779"/>
                  </a:moveTo>
                  <a:lnTo>
                    <a:pt x="417267" y="35779"/>
                  </a:lnTo>
                  <a:lnTo>
                    <a:pt x="415995" y="37049"/>
                  </a:lnTo>
                  <a:lnTo>
                    <a:pt x="426163" y="37049"/>
                  </a:lnTo>
                  <a:lnTo>
                    <a:pt x="427435" y="35779"/>
                  </a:lnTo>
                  <a:close/>
                </a:path>
                <a:path w="461010" h="455294">
                  <a:moveTo>
                    <a:pt x="431252" y="31969"/>
                  </a:moveTo>
                  <a:lnTo>
                    <a:pt x="421083" y="31969"/>
                  </a:lnTo>
                  <a:lnTo>
                    <a:pt x="418539" y="34509"/>
                  </a:lnTo>
                  <a:lnTo>
                    <a:pt x="428708" y="34509"/>
                  </a:lnTo>
                  <a:lnTo>
                    <a:pt x="431252" y="31969"/>
                  </a:lnTo>
                  <a:close/>
                </a:path>
                <a:path w="461010" h="455294">
                  <a:moveTo>
                    <a:pt x="433796" y="29429"/>
                  </a:moveTo>
                  <a:lnTo>
                    <a:pt x="423628" y="29429"/>
                  </a:lnTo>
                  <a:lnTo>
                    <a:pt x="422355" y="30699"/>
                  </a:lnTo>
                  <a:lnTo>
                    <a:pt x="432524" y="30699"/>
                  </a:lnTo>
                  <a:lnTo>
                    <a:pt x="433796" y="29429"/>
                  </a:lnTo>
                  <a:close/>
                </a:path>
                <a:path w="461010" h="455294">
                  <a:moveTo>
                    <a:pt x="437613" y="25619"/>
                  </a:moveTo>
                  <a:lnTo>
                    <a:pt x="427444" y="25619"/>
                  </a:lnTo>
                  <a:lnTo>
                    <a:pt x="424900" y="28159"/>
                  </a:lnTo>
                  <a:lnTo>
                    <a:pt x="435068" y="28159"/>
                  </a:lnTo>
                  <a:lnTo>
                    <a:pt x="437613" y="25619"/>
                  </a:lnTo>
                  <a:close/>
                </a:path>
                <a:path w="461010" h="455294">
                  <a:moveTo>
                    <a:pt x="440157" y="23079"/>
                  </a:moveTo>
                  <a:lnTo>
                    <a:pt x="429988" y="23079"/>
                  </a:lnTo>
                  <a:lnTo>
                    <a:pt x="428716" y="24349"/>
                  </a:lnTo>
                  <a:lnTo>
                    <a:pt x="438885" y="24349"/>
                  </a:lnTo>
                  <a:lnTo>
                    <a:pt x="440157" y="23079"/>
                  </a:lnTo>
                  <a:close/>
                </a:path>
                <a:path w="461010" h="455294">
                  <a:moveTo>
                    <a:pt x="443973" y="19269"/>
                  </a:moveTo>
                  <a:lnTo>
                    <a:pt x="433805" y="19269"/>
                  </a:lnTo>
                  <a:lnTo>
                    <a:pt x="431260" y="21809"/>
                  </a:lnTo>
                  <a:lnTo>
                    <a:pt x="441429" y="21809"/>
                  </a:lnTo>
                  <a:lnTo>
                    <a:pt x="443973" y="19269"/>
                  </a:lnTo>
                  <a:close/>
                </a:path>
                <a:path w="461010" h="455294">
                  <a:moveTo>
                    <a:pt x="446518" y="16729"/>
                  </a:moveTo>
                  <a:lnTo>
                    <a:pt x="436349" y="16729"/>
                  </a:lnTo>
                  <a:lnTo>
                    <a:pt x="435077" y="17999"/>
                  </a:lnTo>
                  <a:lnTo>
                    <a:pt x="445246" y="17999"/>
                  </a:lnTo>
                  <a:lnTo>
                    <a:pt x="446518" y="16729"/>
                  </a:lnTo>
                  <a:close/>
                </a:path>
                <a:path w="461010" h="455294">
                  <a:moveTo>
                    <a:pt x="450334" y="12919"/>
                  </a:moveTo>
                  <a:lnTo>
                    <a:pt x="440166" y="12919"/>
                  </a:lnTo>
                  <a:lnTo>
                    <a:pt x="437621" y="15459"/>
                  </a:lnTo>
                  <a:lnTo>
                    <a:pt x="447790" y="15459"/>
                  </a:lnTo>
                  <a:lnTo>
                    <a:pt x="450334" y="12919"/>
                  </a:lnTo>
                  <a:close/>
                </a:path>
                <a:path w="461010" h="455294">
                  <a:moveTo>
                    <a:pt x="452878" y="10379"/>
                  </a:moveTo>
                  <a:lnTo>
                    <a:pt x="442710" y="10379"/>
                  </a:lnTo>
                  <a:lnTo>
                    <a:pt x="441438" y="11649"/>
                  </a:lnTo>
                  <a:lnTo>
                    <a:pt x="451606" y="11649"/>
                  </a:lnTo>
                  <a:lnTo>
                    <a:pt x="452878" y="10379"/>
                  </a:lnTo>
                  <a:close/>
                </a:path>
                <a:path w="461010" h="455294">
                  <a:moveTo>
                    <a:pt x="456695" y="6569"/>
                  </a:moveTo>
                  <a:lnTo>
                    <a:pt x="446526" y="6569"/>
                  </a:lnTo>
                  <a:lnTo>
                    <a:pt x="443982" y="9109"/>
                  </a:lnTo>
                  <a:lnTo>
                    <a:pt x="454151" y="9109"/>
                  </a:lnTo>
                  <a:lnTo>
                    <a:pt x="456695" y="6569"/>
                  </a:lnTo>
                  <a:close/>
                </a:path>
                <a:path w="461010" h="455294">
                  <a:moveTo>
                    <a:pt x="459239" y="4029"/>
                  </a:moveTo>
                  <a:lnTo>
                    <a:pt x="449071" y="4029"/>
                  </a:lnTo>
                  <a:lnTo>
                    <a:pt x="447798" y="5299"/>
                  </a:lnTo>
                  <a:lnTo>
                    <a:pt x="457967" y="5299"/>
                  </a:lnTo>
                  <a:lnTo>
                    <a:pt x="459239" y="4029"/>
                  </a:lnTo>
                  <a:close/>
                </a:path>
                <a:path w="461010" h="455294">
                  <a:moveTo>
                    <a:pt x="460511" y="2759"/>
                  </a:moveTo>
                  <a:lnTo>
                    <a:pt x="459457" y="2759"/>
                  </a:lnTo>
                  <a:lnTo>
                    <a:pt x="459457" y="3812"/>
                  </a:lnTo>
                  <a:lnTo>
                    <a:pt x="460511" y="2759"/>
                  </a:lnTo>
                  <a:close/>
                </a:path>
                <a:path w="461010" h="455294">
                  <a:moveTo>
                    <a:pt x="453107" y="0"/>
                  </a:moveTo>
                  <a:lnTo>
                    <a:pt x="450343" y="2759"/>
                  </a:lnTo>
                  <a:lnTo>
                    <a:pt x="455647" y="2759"/>
                  </a:lnTo>
                  <a:lnTo>
                    <a:pt x="455647" y="219"/>
                  </a:lnTo>
                  <a:lnTo>
                    <a:pt x="453107" y="219"/>
                  </a:lnTo>
                  <a:lnTo>
                    <a:pt x="453107" y="0"/>
                  </a:lnTo>
                  <a:close/>
                </a:path>
                <a:path w="461010" h="455294">
                  <a:moveTo>
                    <a:pt x="304036" y="158969"/>
                  </a:moveTo>
                  <a:lnTo>
                    <a:pt x="293868" y="158969"/>
                  </a:lnTo>
                  <a:lnTo>
                    <a:pt x="268424" y="184369"/>
                  </a:lnTo>
                  <a:lnTo>
                    <a:pt x="278593" y="184369"/>
                  </a:lnTo>
                  <a:lnTo>
                    <a:pt x="304036" y="158969"/>
                  </a:lnTo>
                  <a:close/>
                </a:path>
                <a:path w="461010" h="455294">
                  <a:moveTo>
                    <a:pt x="278593" y="184369"/>
                  </a:moveTo>
                  <a:lnTo>
                    <a:pt x="268424" y="184369"/>
                  </a:lnTo>
                  <a:lnTo>
                    <a:pt x="217538" y="235169"/>
                  </a:lnTo>
                  <a:lnTo>
                    <a:pt x="227707" y="235169"/>
                  </a:lnTo>
                  <a:lnTo>
                    <a:pt x="278593" y="184369"/>
                  </a:lnTo>
                  <a:close/>
                </a:path>
                <a:path w="461010" h="455294">
                  <a:moveTo>
                    <a:pt x="11440" y="451069"/>
                  </a:moveTo>
                  <a:lnTo>
                    <a:pt x="1272" y="451069"/>
                  </a:lnTo>
                  <a:lnTo>
                    <a:pt x="0" y="452339"/>
                  </a:lnTo>
                  <a:lnTo>
                    <a:pt x="2257" y="452339"/>
                  </a:lnTo>
                  <a:lnTo>
                    <a:pt x="2257" y="454879"/>
                  </a:lnTo>
                  <a:lnTo>
                    <a:pt x="7624" y="454879"/>
                  </a:lnTo>
                  <a:lnTo>
                    <a:pt x="11440" y="451069"/>
                  </a:lnTo>
                  <a:close/>
                </a:path>
                <a:path w="461010" h="455294">
                  <a:moveTo>
                    <a:pt x="13985" y="448529"/>
                  </a:moveTo>
                  <a:lnTo>
                    <a:pt x="3816" y="448529"/>
                  </a:lnTo>
                  <a:lnTo>
                    <a:pt x="2544" y="449799"/>
                  </a:lnTo>
                  <a:lnTo>
                    <a:pt x="12712" y="449799"/>
                  </a:lnTo>
                  <a:lnTo>
                    <a:pt x="13985" y="448529"/>
                  </a:lnTo>
                  <a:close/>
                </a:path>
                <a:path w="461010" h="455294">
                  <a:moveTo>
                    <a:pt x="17801" y="444719"/>
                  </a:moveTo>
                  <a:lnTo>
                    <a:pt x="7632" y="444719"/>
                  </a:lnTo>
                  <a:lnTo>
                    <a:pt x="5088" y="447259"/>
                  </a:lnTo>
                  <a:lnTo>
                    <a:pt x="15257" y="447259"/>
                  </a:lnTo>
                  <a:lnTo>
                    <a:pt x="17801" y="444719"/>
                  </a:lnTo>
                  <a:close/>
                </a:path>
                <a:path w="461010" h="455294">
                  <a:moveTo>
                    <a:pt x="20345" y="442179"/>
                  </a:moveTo>
                  <a:lnTo>
                    <a:pt x="10177" y="442179"/>
                  </a:lnTo>
                  <a:lnTo>
                    <a:pt x="8905" y="443449"/>
                  </a:lnTo>
                  <a:lnTo>
                    <a:pt x="19073" y="443449"/>
                  </a:lnTo>
                  <a:lnTo>
                    <a:pt x="20345" y="442179"/>
                  </a:lnTo>
                  <a:close/>
                </a:path>
                <a:path w="461010" h="455294">
                  <a:moveTo>
                    <a:pt x="24162" y="438369"/>
                  </a:moveTo>
                  <a:lnTo>
                    <a:pt x="13993" y="438369"/>
                  </a:lnTo>
                  <a:lnTo>
                    <a:pt x="11449" y="440909"/>
                  </a:lnTo>
                  <a:lnTo>
                    <a:pt x="21618" y="440909"/>
                  </a:lnTo>
                  <a:lnTo>
                    <a:pt x="24162" y="438369"/>
                  </a:lnTo>
                  <a:close/>
                </a:path>
                <a:path w="461010" h="455294">
                  <a:moveTo>
                    <a:pt x="26706" y="435829"/>
                  </a:moveTo>
                  <a:lnTo>
                    <a:pt x="16538" y="435829"/>
                  </a:lnTo>
                  <a:lnTo>
                    <a:pt x="15265" y="437099"/>
                  </a:lnTo>
                  <a:lnTo>
                    <a:pt x="25434" y="437099"/>
                  </a:lnTo>
                  <a:lnTo>
                    <a:pt x="26706" y="435829"/>
                  </a:lnTo>
                  <a:close/>
                </a:path>
                <a:path w="461010" h="455294">
                  <a:moveTo>
                    <a:pt x="30523" y="432019"/>
                  </a:moveTo>
                  <a:lnTo>
                    <a:pt x="20354" y="432019"/>
                  </a:lnTo>
                  <a:lnTo>
                    <a:pt x="17810" y="434559"/>
                  </a:lnTo>
                  <a:lnTo>
                    <a:pt x="27978" y="434559"/>
                  </a:lnTo>
                  <a:lnTo>
                    <a:pt x="30523" y="432019"/>
                  </a:lnTo>
                  <a:close/>
                </a:path>
                <a:path w="461010" h="455294">
                  <a:moveTo>
                    <a:pt x="33067" y="429479"/>
                  </a:moveTo>
                  <a:lnTo>
                    <a:pt x="22898" y="429479"/>
                  </a:lnTo>
                  <a:lnTo>
                    <a:pt x="21626" y="430749"/>
                  </a:lnTo>
                  <a:lnTo>
                    <a:pt x="31795" y="430749"/>
                  </a:lnTo>
                  <a:lnTo>
                    <a:pt x="33067" y="429479"/>
                  </a:lnTo>
                  <a:close/>
                </a:path>
                <a:path w="461010" h="455294">
                  <a:moveTo>
                    <a:pt x="36883" y="425669"/>
                  </a:moveTo>
                  <a:lnTo>
                    <a:pt x="26715" y="425669"/>
                  </a:lnTo>
                  <a:lnTo>
                    <a:pt x="24170" y="428209"/>
                  </a:lnTo>
                  <a:lnTo>
                    <a:pt x="34339" y="428209"/>
                  </a:lnTo>
                  <a:lnTo>
                    <a:pt x="36883" y="425669"/>
                  </a:lnTo>
                  <a:close/>
                </a:path>
                <a:path w="461010" h="455294">
                  <a:moveTo>
                    <a:pt x="39428" y="423129"/>
                  </a:moveTo>
                  <a:lnTo>
                    <a:pt x="29259" y="423129"/>
                  </a:lnTo>
                  <a:lnTo>
                    <a:pt x="27987" y="424399"/>
                  </a:lnTo>
                  <a:lnTo>
                    <a:pt x="38156" y="424399"/>
                  </a:lnTo>
                  <a:lnTo>
                    <a:pt x="39428" y="423129"/>
                  </a:lnTo>
                  <a:close/>
                </a:path>
                <a:path w="461010" h="455294">
                  <a:moveTo>
                    <a:pt x="43244" y="419319"/>
                  </a:moveTo>
                  <a:lnTo>
                    <a:pt x="33076" y="419319"/>
                  </a:lnTo>
                  <a:lnTo>
                    <a:pt x="30531" y="421859"/>
                  </a:lnTo>
                  <a:lnTo>
                    <a:pt x="40700" y="421859"/>
                  </a:lnTo>
                  <a:lnTo>
                    <a:pt x="43244" y="419319"/>
                  </a:lnTo>
                  <a:close/>
                </a:path>
                <a:path w="461010" h="455294">
                  <a:moveTo>
                    <a:pt x="45788" y="416779"/>
                  </a:moveTo>
                  <a:lnTo>
                    <a:pt x="35620" y="416779"/>
                  </a:lnTo>
                  <a:lnTo>
                    <a:pt x="34348" y="418049"/>
                  </a:lnTo>
                  <a:lnTo>
                    <a:pt x="44516" y="418049"/>
                  </a:lnTo>
                  <a:lnTo>
                    <a:pt x="45788" y="416779"/>
                  </a:lnTo>
                  <a:close/>
                </a:path>
                <a:path w="461010" h="455294">
                  <a:moveTo>
                    <a:pt x="49605" y="412969"/>
                  </a:moveTo>
                  <a:lnTo>
                    <a:pt x="39436" y="412969"/>
                  </a:lnTo>
                  <a:lnTo>
                    <a:pt x="36892" y="415509"/>
                  </a:lnTo>
                  <a:lnTo>
                    <a:pt x="47061" y="415509"/>
                  </a:lnTo>
                  <a:lnTo>
                    <a:pt x="49605" y="412969"/>
                  </a:lnTo>
                  <a:close/>
                </a:path>
                <a:path w="461010" h="455294">
                  <a:moveTo>
                    <a:pt x="52149" y="410429"/>
                  </a:moveTo>
                  <a:lnTo>
                    <a:pt x="41981" y="410429"/>
                  </a:lnTo>
                  <a:lnTo>
                    <a:pt x="40708" y="411699"/>
                  </a:lnTo>
                  <a:lnTo>
                    <a:pt x="50877" y="411699"/>
                  </a:lnTo>
                  <a:lnTo>
                    <a:pt x="52149" y="410429"/>
                  </a:lnTo>
                  <a:close/>
                </a:path>
                <a:path w="461010" h="455294">
                  <a:moveTo>
                    <a:pt x="55966" y="406619"/>
                  </a:moveTo>
                  <a:lnTo>
                    <a:pt x="45797" y="406619"/>
                  </a:lnTo>
                  <a:lnTo>
                    <a:pt x="43253" y="409159"/>
                  </a:lnTo>
                  <a:lnTo>
                    <a:pt x="53421" y="409159"/>
                  </a:lnTo>
                  <a:lnTo>
                    <a:pt x="55966" y="406619"/>
                  </a:lnTo>
                  <a:close/>
                </a:path>
                <a:path w="461010" h="455294">
                  <a:moveTo>
                    <a:pt x="58510" y="404079"/>
                  </a:moveTo>
                  <a:lnTo>
                    <a:pt x="48341" y="404079"/>
                  </a:lnTo>
                  <a:lnTo>
                    <a:pt x="47069" y="405349"/>
                  </a:lnTo>
                  <a:lnTo>
                    <a:pt x="57238" y="405349"/>
                  </a:lnTo>
                  <a:lnTo>
                    <a:pt x="58510" y="404079"/>
                  </a:lnTo>
                  <a:close/>
                </a:path>
                <a:path w="461010" h="455294">
                  <a:moveTo>
                    <a:pt x="62327" y="400269"/>
                  </a:moveTo>
                  <a:lnTo>
                    <a:pt x="52158" y="400269"/>
                  </a:lnTo>
                  <a:lnTo>
                    <a:pt x="49614" y="402809"/>
                  </a:lnTo>
                  <a:lnTo>
                    <a:pt x="59782" y="402809"/>
                  </a:lnTo>
                  <a:lnTo>
                    <a:pt x="62327" y="400269"/>
                  </a:lnTo>
                  <a:close/>
                </a:path>
                <a:path w="461010" h="455294">
                  <a:moveTo>
                    <a:pt x="64871" y="397729"/>
                  </a:moveTo>
                  <a:lnTo>
                    <a:pt x="54702" y="397729"/>
                  </a:lnTo>
                  <a:lnTo>
                    <a:pt x="53430" y="398999"/>
                  </a:lnTo>
                  <a:lnTo>
                    <a:pt x="63599" y="398999"/>
                  </a:lnTo>
                  <a:lnTo>
                    <a:pt x="64871" y="397729"/>
                  </a:lnTo>
                  <a:close/>
                </a:path>
                <a:path w="461010" h="455294">
                  <a:moveTo>
                    <a:pt x="68687" y="393919"/>
                  </a:moveTo>
                  <a:lnTo>
                    <a:pt x="58519" y="393919"/>
                  </a:lnTo>
                  <a:lnTo>
                    <a:pt x="55974" y="396459"/>
                  </a:lnTo>
                  <a:lnTo>
                    <a:pt x="66143" y="396459"/>
                  </a:lnTo>
                  <a:lnTo>
                    <a:pt x="68687" y="393919"/>
                  </a:lnTo>
                  <a:close/>
                </a:path>
                <a:path w="461010" h="455294">
                  <a:moveTo>
                    <a:pt x="71232" y="391379"/>
                  </a:moveTo>
                  <a:lnTo>
                    <a:pt x="61063" y="391379"/>
                  </a:lnTo>
                  <a:lnTo>
                    <a:pt x="59791" y="392649"/>
                  </a:lnTo>
                  <a:lnTo>
                    <a:pt x="69959" y="392649"/>
                  </a:lnTo>
                  <a:lnTo>
                    <a:pt x="71232" y="391379"/>
                  </a:lnTo>
                  <a:close/>
                </a:path>
                <a:path w="461010" h="455294">
                  <a:moveTo>
                    <a:pt x="75048" y="387569"/>
                  </a:moveTo>
                  <a:lnTo>
                    <a:pt x="64879" y="387569"/>
                  </a:lnTo>
                  <a:lnTo>
                    <a:pt x="62335" y="390109"/>
                  </a:lnTo>
                  <a:lnTo>
                    <a:pt x="72504" y="390109"/>
                  </a:lnTo>
                  <a:lnTo>
                    <a:pt x="75048" y="387569"/>
                  </a:lnTo>
                  <a:close/>
                </a:path>
                <a:path w="461010" h="455294">
                  <a:moveTo>
                    <a:pt x="77592" y="385029"/>
                  </a:moveTo>
                  <a:lnTo>
                    <a:pt x="67424" y="385029"/>
                  </a:lnTo>
                  <a:lnTo>
                    <a:pt x="66152" y="386299"/>
                  </a:lnTo>
                  <a:lnTo>
                    <a:pt x="76320" y="386299"/>
                  </a:lnTo>
                  <a:lnTo>
                    <a:pt x="77592" y="385029"/>
                  </a:lnTo>
                  <a:close/>
                </a:path>
                <a:path w="461010" h="455294">
                  <a:moveTo>
                    <a:pt x="81409" y="381219"/>
                  </a:moveTo>
                  <a:lnTo>
                    <a:pt x="71240" y="381219"/>
                  </a:lnTo>
                  <a:lnTo>
                    <a:pt x="68696" y="383759"/>
                  </a:lnTo>
                  <a:lnTo>
                    <a:pt x="78865" y="383759"/>
                  </a:lnTo>
                  <a:lnTo>
                    <a:pt x="81409" y="381219"/>
                  </a:lnTo>
                  <a:close/>
                </a:path>
                <a:path w="461010" h="455294">
                  <a:moveTo>
                    <a:pt x="83953" y="378679"/>
                  </a:moveTo>
                  <a:lnTo>
                    <a:pt x="73785" y="378679"/>
                  </a:lnTo>
                  <a:lnTo>
                    <a:pt x="72512" y="379949"/>
                  </a:lnTo>
                  <a:lnTo>
                    <a:pt x="82681" y="379949"/>
                  </a:lnTo>
                  <a:lnTo>
                    <a:pt x="83953" y="378679"/>
                  </a:lnTo>
                  <a:close/>
                </a:path>
                <a:path w="461010" h="455294">
                  <a:moveTo>
                    <a:pt x="87770" y="374869"/>
                  </a:moveTo>
                  <a:lnTo>
                    <a:pt x="77601" y="374869"/>
                  </a:lnTo>
                  <a:lnTo>
                    <a:pt x="75057" y="377409"/>
                  </a:lnTo>
                  <a:lnTo>
                    <a:pt x="85225" y="377409"/>
                  </a:lnTo>
                  <a:lnTo>
                    <a:pt x="87770" y="374869"/>
                  </a:lnTo>
                  <a:close/>
                </a:path>
                <a:path w="461010" h="455294">
                  <a:moveTo>
                    <a:pt x="90314" y="372329"/>
                  </a:moveTo>
                  <a:lnTo>
                    <a:pt x="80145" y="372329"/>
                  </a:lnTo>
                  <a:lnTo>
                    <a:pt x="78873" y="373599"/>
                  </a:lnTo>
                  <a:lnTo>
                    <a:pt x="89042" y="373599"/>
                  </a:lnTo>
                  <a:lnTo>
                    <a:pt x="90314" y="372329"/>
                  </a:lnTo>
                  <a:close/>
                </a:path>
                <a:path w="461010" h="455294">
                  <a:moveTo>
                    <a:pt x="94130" y="368519"/>
                  </a:moveTo>
                  <a:lnTo>
                    <a:pt x="83962" y="368519"/>
                  </a:lnTo>
                  <a:lnTo>
                    <a:pt x="81417" y="371059"/>
                  </a:lnTo>
                  <a:lnTo>
                    <a:pt x="91586" y="371059"/>
                  </a:lnTo>
                  <a:lnTo>
                    <a:pt x="94130" y="368519"/>
                  </a:lnTo>
                  <a:close/>
                </a:path>
                <a:path w="461010" h="455294">
                  <a:moveTo>
                    <a:pt x="96675" y="365979"/>
                  </a:moveTo>
                  <a:lnTo>
                    <a:pt x="86506" y="365979"/>
                  </a:lnTo>
                  <a:lnTo>
                    <a:pt x="85234" y="367249"/>
                  </a:lnTo>
                  <a:lnTo>
                    <a:pt x="95403" y="367249"/>
                  </a:lnTo>
                  <a:lnTo>
                    <a:pt x="96675" y="365979"/>
                  </a:lnTo>
                  <a:close/>
                </a:path>
                <a:path w="461010" h="455294">
                  <a:moveTo>
                    <a:pt x="100491" y="362169"/>
                  </a:moveTo>
                  <a:lnTo>
                    <a:pt x="90323" y="362169"/>
                  </a:lnTo>
                  <a:lnTo>
                    <a:pt x="87778" y="364709"/>
                  </a:lnTo>
                  <a:lnTo>
                    <a:pt x="97947" y="364709"/>
                  </a:lnTo>
                  <a:lnTo>
                    <a:pt x="100491" y="362169"/>
                  </a:lnTo>
                  <a:close/>
                </a:path>
                <a:path w="461010" h="455294">
                  <a:moveTo>
                    <a:pt x="103036" y="359629"/>
                  </a:moveTo>
                  <a:lnTo>
                    <a:pt x="92867" y="359629"/>
                  </a:lnTo>
                  <a:lnTo>
                    <a:pt x="91595" y="360899"/>
                  </a:lnTo>
                  <a:lnTo>
                    <a:pt x="101763" y="360899"/>
                  </a:lnTo>
                  <a:lnTo>
                    <a:pt x="103036" y="359629"/>
                  </a:lnTo>
                  <a:close/>
                </a:path>
                <a:path w="461010" h="455294">
                  <a:moveTo>
                    <a:pt x="106852" y="355819"/>
                  </a:moveTo>
                  <a:lnTo>
                    <a:pt x="96683" y="355819"/>
                  </a:lnTo>
                  <a:lnTo>
                    <a:pt x="94139" y="358359"/>
                  </a:lnTo>
                  <a:lnTo>
                    <a:pt x="104308" y="358359"/>
                  </a:lnTo>
                  <a:lnTo>
                    <a:pt x="106852" y="355819"/>
                  </a:lnTo>
                  <a:close/>
                </a:path>
                <a:path w="461010" h="455294">
                  <a:moveTo>
                    <a:pt x="109396" y="353279"/>
                  </a:moveTo>
                  <a:lnTo>
                    <a:pt x="99228" y="353279"/>
                  </a:lnTo>
                  <a:lnTo>
                    <a:pt x="97956" y="354549"/>
                  </a:lnTo>
                  <a:lnTo>
                    <a:pt x="108124" y="354549"/>
                  </a:lnTo>
                  <a:lnTo>
                    <a:pt x="109396" y="353279"/>
                  </a:lnTo>
                  <a:close/>
                </a:path>
                <a:path w="461010" h="455294">
                  <a:moveTo>
                    <a:pt x="113213" y="349469"/>
                  </a:moveTo>
                  <a:lnTo>
                    <a:pt x="103044" y="349469"/>
                  </a:lnTo>
                  <a:lnTo>
                    <a:pt x="100500" y="352009"/>
                  </a:lnTo>
                  <a:lnTo>
                    <a:pt x="110668" y="352009"/>
                  </a:lnTo>
                  <a:lnTo>
                    <a:pt x="113213" y="349469"/>
                  </a:lnTo>
                  <a:close/>
                </a:path>
                <a:path w="461010" h="455294">
                  <a:moveTo>
                    <a:pt x="115757" y="346929"/>
                  </a:moveTo>
                  <a:lnTo>
                    <a:pt x="105588" y="346929"/>
                  </a:lnTo>
                  <a:lnTo>
                    <a:pt x="104316" y="348199"/>
                  </a:lnTo>
                  <a:lnTo>
                    <a:pt x="114485" y="348199"/>
                  </a:lnTo>
                  <a:lnTo>
                    <a:pt x="115757" y="346929"/>
                  </a:lnTo>
                  <a:close/>
                </a:path>
                <a:path w="461010" h="455294">
                  <a:moveTo>
                    <a:pt x="119574" y="343119"/>
                  </a:moveTo>
                  <a:lnTo>
                    <a:pt x="109405" y="343119"/>
                  </a:lnTo>
                  <a:lnTo>
                    <a:pt x="106861" y="345659"/>
                  </a:lnTo>
                  <a:lnTo>
                    <a:pt x="117029" y="345659"/>
                  </a:lnTo>
                  <a:lnTo>
                    <a:pt x="119574" y="343119"/>
                  </a:lnTo>
                  <a:close/>
                </a:path>
                <a:path w="461010" h="455294">
                  <a:moveTo>
                    <a:pt x="122118" y="340579"/>
                  </a:moveTo>
                  <a:lnTo>
                    <a:pt x="111949" y="340579"/>
                  </a:lnTo>
                  <a:lnTo>
                    <a:pt x="110677" y="341849"/>
                  </a:lnTo>
                  <a:lnTo>
                    <a:pt x="120846" y="341849"/>
                  </a:lnTo>
                  <a:lnTo>
                    <a:pt x="122118" y="340579"/>
                  </a:lnTo>
                  <a:close/>
                </a:path>
                <a:path w="461010" h="455294">
                  <a:moveTo>
                    <a:pt x="125934" y="336769"/>
                  </a:moveTo>
                  <a:lnTo>
                    <a:pt x="115766" y="336769"/>
                  </a:lnTo>
                  <a:lnTo>
                    <a:pt x="113221" y="339309"/>
                  </a:lnTo>
                  <a:lnTo>
                    <a:pt x="123390" y="339309"/>
                  </a:lnTo>
                  <a:lnTo>
                    <a:pt x="125934" y="336769"/>
                  </a:lnTo>
                  <a:close/>
                </a:path>
                <a:path w="461010" h="455294">
                  <a:moveTo>
                    <a:pt x="128479" y="334229"/>
                  </a:moveTo>
                  <a:lnTo>
                    <a:pt x="118310" y="334229"/>
                  </a:lnTo>
                  <a:lnTo>
                    <a:pt x="117038" y="335499"/>
                  </a:lnTo>
                  <a:lnTo>
                    <a:pt x="127206" y="335499"/>
                  </a:lnTo>
                  <a:lnTo>
                    <a:pt x="128479" y="334229"/>
                  </a:lnTo>
                  <a:close/>
                </a:path>
                <a:path w="461010" h="455294">
                  <a:moveTo>
                    <a:pt x="132295" y="330419"/>
                  </a:moveTo>
                  <a:lnTo>
                    <a:pt x="122126" y="330419"/>
                  </a:lnTo>
                  <a:lnTo>
                    <a:pt x="119582" y="332959"/>
                  </a:lnTo>
                  <a:lnTo>
                    <a:pt x="129751" y="332959"/>
                  </a:lnTo>
                  <a:lnTo>
                    <a:pt x="132295" y="330419"/>
                  </a:lnTo>
                  <a:close/>
                </a:path>
                <a:path w="461010" h="455294">
                  <a:moveTo>
                    <a:pt x="134839" y="327879"/>
                  </a:moveTo>
                  <a:lnTo>
                    <a:pt x="124671" y="327879"/>
                  </a:lnTo>
                  <a:lnTo>
                    <a:pt x="123399" y="329149"/>
                  </a:lnTo>
                  <a:lnTo>
                    <a:pt x="133567" y="329149"/>
                  </a:lnTo>
                  <a:lnTo>
                    <a:pt x="134839" y="327879"/>
                  </a:lnTo>
                  <a:close/>
                </a:path>
                <a:path w="461010" h="455294">
                  <a:moveTo>
                    <a:pt x="138656" y="324069"/>
                  </a:moveTo>
                  <a:lnTo>
                    <a:pt x="128487" y="324069"/>
                  </a:lnTo>
                  <a:lnTo>
                    <a:pt x="125943" y="326609"/>
                  </a:lnTo>
                  <a:lnTo>
                    <a:pt x="136112" y="326609"/>
                  </a:lnTo>
                  <a:lnTo>
                    <a:pt x="138656" y="324069"/>
                  </a:lnTo>
                  <a:close/>
                </a:path>
                <a:path w="461010" h="455294">
                  <a:moveTo>
                    <a:pt x="141200" y="321529"/>
                  </a:moveTo>
                  <a:lnTo>
                    <a:pt x="131032" y="321529"/>
                  </a:lnTo>
                  <a:lnTo>
                    <a:pt x="129759" y="322799"/>
                  </a:lnTo>
                  <a:lnTo>
                    <a:pt x="139928" y="322799"/>
                  </a:lnTo>
                  <a:lnTo>
                    <a:pt x="141200" y="321529"/>
                  </a:lnTo>
                  <a:close/>
                </a:path>
                <a:path w="461010" h="455294">
                  <a:moveTo>
                    <a:pt x="145017" y="317719"/>
                  </a:moveTo>
                  <a:lnTo>
                    <a:pt x="134848" y="317719"/>
                  </a:lnTo>
                  <a:lnTo>
                    <a:pt x="132304" y="320259"/>
                  </a:lnTo>
                  <a:lnTo>
                    <a:pt x="142472" y="320259"/>
                  </a:lnTo>
                  <a:lnTo>
                    <a:pt x="145017" y="317719"/>
                  </a:lnTo>
                  <a:close/>
                </a:path>
                <a:path w="461010" h="455294">
                  <a:moveTo>
                    <a:pt x="147561" y="315179"/>
                  </a:moveTo>
                  <a:lnTo>
                    <a:pt x="137392" y="315179"/>
                  </a:lnTo>
                  <a:lnTo>
                    <a:pt x="136120" y="316449"/>
                  </a:lnTo>
                  <a:lnTo>
                    <a:pt x="146289" y="316449"/>
                  </a:lnTo>
                  <a:lnTo>
                    <a:pt x="147561" y="315179"/>
                  </a:lnTo>
                  <a:close/>
                </a:path>
                <a:path w="461010" h="455294">
                  <a:moveTo>
                    <a:pt x="160283" y="302479"/>
                  </a:moveTo>
                  <a:lnTo>
                    <a:pt x="150114" y="302479"/>
                  </a:lnTo>
                  <a:lnTo>
                    <a:pt x="138665" y="313909"/>
                  </a:lnTo>
                  <a:lnTo>
                    <a:pt x="148833" y="313909"/>
                  </a:lnTo>
                  <a:lnTo>
                    <a:pt x="160283" y="302479"/>
                  </a:lnTo>
                  <a:close/>
                </a:path>
                <a:path w="461010" h="455294">
                  <a:moveTo>
                    <a:pt x="173004" y="289779"/>
                  </a:moveTo>
                  <a:lnTo>
                    <a:pt x="162835" y="289779"/>
                  </a:lnTo>
                  <a:lnTo>
                    <a:pt x="151386" y="301209"/>
                  </a:lnTo>
                  <a:lnTo>
                    <a:pt x="161555" y="301209"/>
                  </a:lnTo>
                  <a:lnTo>
                    <a:pt x="173004" y="289779"/>
                  </a:lnTo>
                  <a:close/>
                </a:path>
                <a:path w="461010" h="455294">
                  <a:moveTo>
                    <a:pt x="176821" y="285969"/>
                  </a:moveTo>
                  <a:lnTo>
                    <a:pt x="166652" y="285969"/>
                  </a:lnTo>
                  <a:lnTo>
                    <a:pt x="164108" y="288509"/>
                  </a:lnTo>
                  <a:lnTo>
                    <a:pt x="174276" y="288509"/>
                  </a:lnTo>
                  <a:lnTo>
                    <a:pt x="176821" y="285969"/>
                  </a:lnTo>
                  <a:close/>
                </a:path>
                <a:path w="461010" h="455294">
                  <a:moveTo>
                    <a:pt x="179365" y="283429"/>
                  </a:moveTo>
                  <a:lnTo>
                    <a:pt x="169196" y="283429"/>
                  </a:lnTo>
                  <a:lnTo>
                    <a:pt x="167924" y="284699"/>
                  </a:lnTo>
                  <a:lnTo>
                    <a:pt x="178093" y="284699"/>
                  </a:lnTo>
                  <a:lnTo>
                    <a:pt x="179365" y="283429"/>
                  </a:lnTo>
                  <a:close/>
                </a:path>
                <a:path w="461010" h="455294">
                  <a:moveTo>
                    <a:pt x="183181" y="279619"/>
                  </a:moveTo>
                  <a:lnTo>
                    <a:pt x="173013" y="279619"/>
                  </a:lnTo>
                  <a:lnTo>
                    <a:pt x="170468" y="282159"/>
                  </a:lnTo>
                  <a:lnTo>
                    <a:pt x="180637" y="282159"/>
                  </a:lnTo>
                  <a:lnTo>
                    <a:pt x="183181" y="279619"/>
                  </a:lnTo>
                  <a:close/>
                </a:path>
                <a:path w="461010" h="455294">
                  <a:moveTo>
                    <a:pt x="195903" y="266919"/>
                  </a:moveTo>
                  <a:lnTo>
                    <a:pt x="185734" y="266919"/>
                  </a:lnTo>
                  <a:lnTo>
                    <a:pt x="174285" y="278349"/>
                  </a:lnTo>
                  <a:lnTo>
                    <a:pt x="184454" y="278349"/>
                  </a:lnTo>
                  <a:lnTo>
                    <a:pt x="195903" y="266919"/>
                  </a:lnTo>
                  <a:close/>
                </a:path>
                <a:path w="461010" h="455294">
                  <a:moveTo>
                    <a:pt x="204808" y="258029"/>
                  </a:moveTo>
                  <a:lnTo>
                    <a:pt x="194639" y="258029"/>
                  </a:lnTo>
                  <a:lnTo>
                    <a:pt x="187006" y="265649"/>
                  </a:lnTo>
                  <a:lnTo>
                    <a:pt x="197175" y="265649"/>
                  </a:lnTo>
                  <a:lnTo>
                    <a:pt x="204808" y="258029"/>
                  </a:lnTo>
                  <a:close/>
                </a:path>
                <a:path w="461010" h="455294">
                  <a:moveTo>
                    <a:pt x="221346" y="241519"/>
                  </a:moveTo>
                  <a:lnTo>
                    <a:pt x="211177" y="241519"/>
                  </a:lnTo>
                  <a:lnTo>
                    <a:pt x="195912" y="256759"/>
                  </a:lnTo>
                  <a:lnTo>
                    <a:pt x="206080" y="256759"/>
                  </a:lnTo>
                  <a:lnTo>
                    <a:pt x="221346" y="241519"/>
                  </a:lnTo>
                  <a:close/>
                </a:path>
                <a:path w="461010" h="455294">
                  <a:moveTo>
                    <a:pt x="226435" y="236439"/>
                  </a:moveTo>
                  <a:lnTo>
                    <a:pt x="216266" y="236439"/>
                  </a:lnTo>
                  <a:lnTo>
                    <a:pt x="212450" y="240249"/>
                  </a:lnTo>
                  <a:lnTo>
                    <a:pt x="222618" y="240249"/>
                  </a:lnTo>
                  <a:lnTo>
                    <a:pt x="226435" y="236439"/>
                  </a:lnTo>
                  <a:close/>
                </a:path>
              </a:pathLst>
            </a:custGeom>
            <a:solidFill>
              <a:srgbClr val="A04A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2">
              <a:extLst>
                <a:ext uri="{FF2B5EF4-FFF2-40B4-BE49-F238E27FC236}">
                  <a16:creationId xmlns:a16="http://schemas.microsoft.com/office/drawing/2014/main" id="{AFAA8C61-F926-735C-70D4-0718D98EE4CB}"/>
                </a:ext>
              </a:extLst>
            </p:cNvPr>
            <p:cNvSpPr/>
            <p:nvPr/>
          </p:nvSpPr>
          <p:spPr>
            <a:xfrm>
              <a:off x="2744756" y="2623819"/>
              <a:ext cx="461009" cy="452755"/>
            </a:xfrm>
            <a:custGeom>
              <a:avLst/>
              <a:gdLst/>
              <a:ahLst/>
              <a:cxnLst/>
              <a:rect l="l" t="t" r="r" b="b"/>
              <a:pathLst>
                <a:path w="461010" h="452755">
                  <a:moveTo>
                    <a:pt x="312941" y="149860"/>
                  </a:moveTo>
                  <a:lnTo>
                    <a:pt x="302773" y="149860"/>
                  </a:lnTo>
                  <a:lnTo>
                    <a:pt x="296412" y="156210"/>
                  </a:lnTo>
                  <a:lnTo>
                    <a:pt x="306581" y="156210"/>
                  </a:lnTo>
                  <a:lnTo>
                    <a:pt x="312941" y="149860"/>
                  </a:lnTo>
                  <a:close/>
                </a:path>
                <a:path w="461010" h="452755">
                  <a:moveTo>
                    <a:pt x="315486" y="147320"/>
                  </a:moveTo>
                  <a:lnTo>
                    <a:pt x="305317" y="147320"/>
                  </a:lnTo>
                  <a:lnTo>
                    <a:pt x="304045" y="148589"/>
                  </a:lnTo>
                  <a:lnTo>
                    <a:pt x="314213" y="148589"/>
                  </a:lnTo>
                  <a:lnTo>
                    <a:pt x="315486" y="147320"/>
                  </a:lnTo>
                  <a:close/>
                </a:path>
                <a:path w="461010" h="452755">
                  <a:moveTo>
                    <a:pt x="319302" y="143510"/>
                  </a:moveTo>
                  <a:lnTo>
                    <a:pt x="309133" y="143510"/>
                  </a:lnTo>
                  <a:lnTo>
                    <a:pt x="306589" y="146050"/>
                  </a:lnTo>
                  <a:lnTo>
                    <a:pt x="316758" y="146050"/>
                  </a:lnTo>
                  <a:lnTo>
                    <a:pt x="319302" y="143510"/>
                  </a:lnTo>
                  <a:close/>
                </a:path>
                <a:path w="461010" h="452755">
                  <a:moveTo>
                    <a:pt x="321846" y="140970"/>
                  </a:moveTo>
                  <a:lnTo>
                    <a:pt x="311678" y="140970"/>
                  </a:lnTo>
                  <a:lnTo>
                    <a:pt x="310406" y="142239"/>
                  </a:lnTo>
                  <a:lnTo>
                    <a:pt x="320574" y="142239"/>
                  </a:lnTo>
                  <a:lnTo>
                    <a:pt x="321846" y="140970"/>
                  </a:lnTo>
                  <a:close/>
                </a:path>
                <a:path w="461010" h="452755">
                  <a:moveTo>
                    <a:pt x="325663" y="137160"/>
                  </a:moveTo>
                  <a:lnTo>
                    <a:pt x="315494" y="137160"/>
                  </a:lnTo>
                  <a:lnTo>
                    <a:pt x="312950" y="139700"/>
                  </a:lnTo>
                  <a:lnTo>
                    <a:pt x="323119" y="139700"/>
                  </a:lnTo>
                  <a:lnTo>
                    <a:pt x="325663" y="137160"/>
                  </a:lnTo>
                  <a:close/>
                </a:path>
                <a:path w="461010" h="452755">
                  <a:moveTo>
                    <a:pt x="328207" y="134620"/>
                  </a:moveTo>
                  <a:lnTo>
                    <a:pt x="318039" y="134620"/>
                  </a:lnTo>
                  <a:lnTo>
                    <a:pt x="316766" y="135889"/>
                  </a:lnTo>
                  <a:lnTo>
                    <a:pt x="326935" y="135889"/>
                  </a:lnTo>
                  <a:lnTo>
                    <a:pt x="328207" y="134620"/>
                  </a:lnTo>
                  <a:close/>
                </a:path>
                <a:path w="461010" h="452755">
                  <a:moveTo>
                    <a:pt x="340929" y="121920"/>
                  </a:moveTo>
                  <a:lnTo>
                    <a:pt x="330760" y="121920"/>
                  </a:lnTo>
                  <a:lnTo>
                    <a:pt x="319311" y="133350"/>
                  </a:lnTo>
                  <a:lnTo>
                    <a:pt x="329479" y="133350"/>
                  </a:lnTo>
                  <a:lnTo>
                    <a:pt x="340929" y="121920"/>
                  </a:lnTo>
                  <a:close/>
                </a:path>
                <a:path w="461010" h="452755">
                  <a:moveTo>
                    <a:pt x="353650" y="109220"/>
                  </a:moveTo>
                  <a:lnTo>
                    <a:pt x="343482" y="109220"/>
                  </a:lnTo>
                  <a:lnTo>
                    <a:pt x="332032" y="120650"/>
                  </a:lnTo>
                  <a:lnTo>
                    <a:pt x="342201" y="120650"/>
                  </a:lnTo>
                  <a:lnTo>
                    <a:pt x="353650" y="109220"/>
                  </a:lnTo>
                  <a:close/>
                </a:path>
                <a:path w="461010" h="452755">
                  <a:moveTo>
                    <a:pt x="357467" y="105410"/>
                  </a:moveTo>
                  <a:lnTo>
                    <a:pt x="347298" y="105410"/>
                  </a:lnTo>
                  <a:lnTo>
                    <a:pt x="344754" y="107950"/>
                  </a:lnTo>
                  <a:lnTo>
                    <a:pt x="354922" y="107950"/>
                  </a:lnTo>
                  <a:lnTo>
                    <a:pt x="357467" y="105410"/>
                  </a:lnTo>
                  <a:close/>
                </a:path>
                <a:path w="461010" h="452755">
                  <a:moveTo>
                    <a:pt x="360011" y="102870"/>
                  </a:moveTo>
                  <a:lnTo>
                    <a:pt x="349842" y="102870"/>
                  </a:lnTo>
                  <a:lnTo>
                    <a:pt x="348570" y="104139"/>
                  </a:lnTo>
                  <a:lnTo>
                    <a:pt x="358739" y="104139"/>
                  </a:lnTo>
                  <a:lnTo>
                    <a:pt x="360011" y="102870"/>
                  </a:lnTo>
                  <a:close/>
                </a:path>
                <a:path w="461010" h="452755">
                  <a:moveTo>
                    <a:pt x="363828" y="99060"/>
                  </a:moveTo>
                  <a:lnTo>
                    <a:pt x="353659" y="99060"/>
                  </a:lnTo>
                  <a:lnTo>
                    <a:pt x="351115" y="101600"/>
                  </a:lnTo>
                  <a:lnTo>
                    <a:pt x="361283" y="101600"/>
                  </a:lnTo>
                  <a:lnTo>
                    <a:pt x="363828" y="99060"/>
                  </a:lnTo>
                  <a:close/>
                </a:path>
                <a:path w="461010" h="452755">
                  <a:moveTo>
                    <a:pt x="366372" y="96520"/>
                  </a:moveTo>
                  <a:lnTo>
                    <a:pt x="356203" y="96520"/>
                  </a:lnTo>
                  <a:lnTo>
                    <a:pt x="354931" y="97789"/>
                  </a:lnTo>
                  <a:lnTo>
                    <a:pt x="365100" y="97789"/>
                  </a:lnTo>
                  <a:lnTo>
                    <a:pt x="366372" y="96520"/>
                  </a:lnTo>
                  <a:close/>
                </a:path>
                <a:path w="461010" h="452755">
                  <a:moveTo>
                    <a:pt x="370188" y="92710"/>
                  </a:moveTo>
                  <a:lnTo>
                    <a:pt x="360020" y="92710"/>
                  </a:lnTo>
                  <a:lnTo>
                    <a:pt x="357475" y="95250"/>
                  </a:lnTo>
                  <a:lnTo>
                    <a:pt x="367644" y="95250"/>
                  </a:lnTo>
                  <a:lnTo>
                    <a:pt x="370188" y="92710"/>
                  </a:lnTo>
                  <a:close/>
                </a:path>
                <a:path w="461010" h="452755">
                  <a:moveTo>
                    <a:pt x="372733" y="90170"/>
                  </a:moveTo>
                  <a:lnTo>
                    <a:pt x="362564" y="90170"/>
                  </a:lnTo>
                  <a:lnTo>
                    <a:pt x="361292" y="91439"/>
                  </a:lnTo>
                  <a:lnTo>
                    <a:pt x="371460" y="91439"/>
                  </a:lnTo>
                  <a:lnTo>
                    <a:pt x="372733" y="90170"/>
                  </a:lnTo>
                  <a:close/>
                </a:path>
                <a:path w="461010" h="452755">
                  <a:moveTo>
                    <a:pt x="376549" y="86360"/>
                  </a:moveTo>
                  <a:lnTo>
                    <a:pt x="366380" y="86360"/>
                  </a:lnTo>
                  <a:lnTo>
                    <a:pt x="363836" y="88900"/>
                  </a:lnTo>
                  <a:lnTo>
                    <a:pt x="374005" y="88900"/>
                  </a:lnTo>
                  <a:lnTo>
                    <a:pt x="376549" y="86360"/>
                  </a:lnTo>
                  <a:close/>
                </a:path>
                <a:path w="461010" h="452755">
                  <a:moveTo>
                    <a:pt x="379093" y="83820"/>
                  </a:moveTo>
                  <a:lnTo>
                    <a:pt x="368925" y="83820"/>
                  </a:lnTo>
                  <a:lnTo>
                    <a:pt x="367653" y="85089"/>
                  </a:lnTo>
                  <a:lnTo>
                    <a:pt x="377821" y="85089"/>
                  </a:lnTo>
                  <a:lnTo>
                    <a:pt x="379093" y="83820"/>
                  </a:lnTo>
                  <a:close/>
                </a:path>
                <a:path w="461010" h="452755">
                  <a:moveTo>
                    <a:pt x="382910" y="80010"/>
                  </a:moveTo>
                  <a:lnTo>
                    <a:pt x="372741" y="80010"/>
                  </a:lnTo>
                  <a:lnTo>
                    <a:pt x="370197" y="82550"/>
                  </a:lnTo>
                  <a:lnTo>
                    <a:pt x="380366" y="82550"/>
                  </a:lnTo>
                  <a:lnTo>
                    <a:pt x="382910" y="80010"/>
                  </a:lnTo>
                  <a:close/>
                </a:path>
                <a:path w="461010" h="452755">
                  <a:moveTo>
                    <a:pt x="385454" y="77470"/>
                  </a:moveTo>
                  <a:lnTo>
                    <a:pt x="375286" y="77470"/>
                  </a:lnTo>
                  <a:lnTo>
                    <a:pt x="374013" y="78739"/>
                  </a:lnTo>
                  <a:lnTo>
                    <a:pt x="384182" y="78739"/>
                  </a:lnTo>
                  <a:lnTo>
                    <a:pt x="385454" y="77470"/>
                  </a:lnTo>
                  <a:close/>
                </a:path>
                <a:path w="461010" h="452755">
                  <a:moveTo>
                    <a:pt x="389271" y="73660"/>
                  </a:moveTo>
                  <a:lnTo>
                    <a:pt x="379102" y="73660"/>
                  </a:lnTo>
                  <a:lnTo>
                    <a:pt x="376558" y="76200"/>
                  </a:lnTo>
                  <a:lnTo>
                    <a:pt x="386726" y="76200"/>
                  </a:lnTo>
                  <a:lnTo>
                    <a:pt x="389271" y="73660"/>
                  </a:lnTo>
                  <a:close/>
                </a:path>
                <a:path w="461010" h="452755">
                  <a:moveTo>
                    <a:pt x="391815" y="71120"/>
                  </a:moveTo>
                  <a:lnTo>
                    <a:pt x="381646" y="71120"/>
                  </a:lnTo>
                  <a:lnTo>
                    <a:pt x="380374" y="72389"/>
                  </a:lnTo>
                  <a:lnTo>
                    <a:pt x="390543" y="72389"/>
                  </a:lnTo>
                  <a:lnTo>
                    <a:pt x="391815" y="71120"/>
                  </a:lnTo>
                  <a:close/>
                </a:path>
                <a:path w="461010" h="452755">
                  <a:moveTo>
                    <a:pt x="395631" y="67310"/>
                  </a:moveTo>
                  <a:lnTo>
                    <a:pt x="385463" y="67310"/>
                  </a:lnTo>
                  <a:lnTo>
                    <a:pt x="382919" y="69850"/>
                  </a:lnTo>
                  <a:lnTo>
                    <a:pt x="393087" y="69850"/>
                  </a:lnTo>
                  <a:lnTo>
                    <a:pt x="395631" y="67310"/>
                  </a:lnTo>
                  <a:close/>
                </a:path>
                <a:path w="461010" h="452755">
                  <a:moveTo>
                    <a:pt x="398176" y="64770"/>
                  </a:moveTo>
                  <a:lnTo>
                    <a:pt x="388007" y="64770"/>
                  </a:lnTo>
                  <a:lnTo>
                    <a:pt x="386735" y="66039"/>
                  </a:lnTo>
                  <a:lnTo>
                    <a:pt x="396904" y="66039"/>
                  </a:lnTo>
                  <a:lnTo>
                    <a:pt x="398176" y="64770"/>
                  </a:lnTo>
                  <a:close/>
                </a:path>
                <a:path w="461010" h="452755">
                  <a:moveTo>
                    <a:pt x="401992" y="60960"/>
                  </a:moveTo>
                  <a:lnTo>
                    <a:pt x="391824" y="60960"/>
                  </a:lnTo>
                  <a:lnTo>
                    <a:pt x="389279" y="63500"/>
                  </a:lnTo>
                  <a:lnTo>
                    <a:pt x="399448" y="63500"/>
                  </a:lnTo>
                  <a:lnTo>
                    <a:pt x="401992" y="60960"/>
                  </a:lnTo>
                  <a:close/>
                </a:path>
                <a:path w="461010" h="452755">
                  <a:moveTo>
                    <a:pt x="404537" y="58420"/>
                  </a:moveTo>
                  <a:lnTo>
                    <a:pt x="394368" y="58420"/>
                  </a:lnTo>
                  <a:lnTo>
                    <a:pt x="393096" y="59689"/>
                  </a:lnTo>
                  <a:lnTo>
                    <a:pt x="403264" y="59689"/>
                  </a:lnTo>
                  <a:lnTo>
                    <a:pt x="404537" y="58420"/>
                  </a:lnTo>
                  <a:close/>
                </a:path>
                <a:path w="461010" h="452755">
                  <a:moveTo>
                    <a:pt x="408353" y="54610"/>
                  </a:moveTo>
                  <a:lnTo>
                    <a:pt x="398184" y="54610"/>
                  </a:lnTo>
                  <a:lnTo>
                    <a:pt x="395640" y="57150"/>
                  </a:lnTo>
                  <a:lnTo>
                    <a:pt x="405809" y="57150"/>
                  </a:lnTo>
                  <a:lnTo>
                    <a:pt x="408353" y="54610"/>
                  </a:lnTo>
                  <a:close/>
                </a:path>
                <a:path w="461010" h="452755">
                  <a:moveTo>
                    <a:pt x="410897" y="52070"/>
                  </a:moveTo>
                  <a:lnTo>
                    <a:pt x="400729" y="52070"/>
                  </a:lnTo>
                  <a:lnTo>
                    <a:pt x="399457" y="53339"/>
                  </a:lnTo>
                  <a:lnTo>
                    <a:pt x="409625" y="53339"/>
                  </a:lnTo>
                  <a:lnTo>
                    <a:pt x="410897" y="52070"/>
                  </a:lnTo>
                  <a:close/>
                </a:path>
                <a:path w="461010" h="452755">
                  <a:moveTo>
                    <a:pt x="414714" y="48260"/>
                  </a:moveTo>
                  <a:lnTo>
                    <a:pt x="404545" y="48260"/>
                  </a:lnTo>
                  <a:lnTo>
                    <a:pt x="402001" y="50800"/>
                  </a:lnTo>
                  <a:lnTo>
                    <a:pt x="412169" y="50800"/>
                  </a:lnTo>
                  <a:lnTo>
                    <a:pt x="414714" y="48260"/>
                  </a:lnTo>
                  <a:close/>
                </a:path>
                <a:path w="461010" h="452755">
                  <a:moveTo>
                    <a:pt x="417258" y="45720"/>
                  </a:moveTo>
                  <a:lnTo>
                    <a:pt x="407089" y="45720"/>
                  </a:lnTo>
                  <a:lnTo>
                    <a:pt x="405817" y="46989"/>
                  </a:lnTo>
                  <a:lnTo>
                    <a:pt x="415986" y="46989"/>
                  </a:lnTo>
                  <a:lnTo>
                    <a:pt x="417258" y="45720"/>
                  </a:lnTo>
                  <a:close/>
                </a:path>
                <a:path w="461010" h="452755">
                  <a:moveTo>
                    <a:pt x="421075" y="41910"/>
                  </a:moveTo>
                  <a:lnTo>
                    <a:pt x="410906" y="41910"/>
                  </a:lnTo>
                  <a:lnTo>
                    <a:pt x="408362" y="44450"/>
                  </a:lnTo>
                  <a:lnTo>
                    <a:pt x="418530" y="44450"/>
                  </a:lnTo>
                  <a:lnTo>
                    <a:pt x="421075" y="41910"/>
                  </a:lnTo>
                  <a:close/>
                </a:path>
                <a:path w="461010" h="452755">
                  <a:moveTo>
                    <a:pt x="423619" y="39370"/>
                  </a:moveTo>
                  <a:lnTo>
                    <a:pt x="413450" y="39370"/>
                  </a:lnTo>
                  <a:lnTo>
                    <a:pt x="412178" y="40639"/>
                  </a:lnTo>
                  <a:lnTo>
                    <a:pt x="422347" y="40639"/>
                  </a:lnTo>
                  <a:lnTo>
                    <a:pt x="423619" y="39370"/>
                  </a:lnTo>
                  <a:close/>
                </a:path>
                <a:path w="461010" h="452755">
                  <a:moveTo>
                    <a:pt x="427435" y="35560"/>
                  </a:moveTo>
                  <a:lnTo>
                    <a:pt x="417267" y="35560"/>
                  </a:lnTo>
                  <a:lnTo>
                    <a:pt x="414722" y="38100"/>
                  </a:lnTo>
                  <a:lnTo>
                    <a:pt x="424891" y="38100"/>
                  </a:lnTo>
                  <a:lnTo>
                    <a:pt x="427435" y="35560"/>
                  </a:lnTo>
                  <a:close/>
                </a:path>
                <a:path w="461010" h="452755">
                  <a:moveTo>
                    <a:pt x="429980" y="33020"/>
                  </a:moveTo>
                  <a:lnTo>
                    <a:pt x="419811" y="33020"/>
                  </a:lnTo>
                  <a:lnTo>
                    <a:pt x="418539" y="34289"/>
                  </a:lnTo>
                  <a:lnTo>
                    <a:pt x="428708" y="34289"/>
                  </a:lnTo>
                  <a:lnTo>
                    <a:pt x="429980" y="33020"/>
                  </a:lnTo>
                  <a:close/>
                </a:path>
                <a:path w="461010" h="452755">
                  <a:moveTo>
                    <a:pt x="433796" y="29210"/>
                  </a:moveTo>
                  <a:lnTo>
                    <a:pt x="423628" y="29210"/>
                  </a:lnTo>
                  <a:lnTo>
                    <a:pt x="421083" y="31750"/>
                  </a:lnTo>
                  <a:lnTo>
                    <a:pt x="431252" y="31750"/>
                  </a:lnTo>
                  <a:lnTo>
                    <a:pt x="433796" y="29210"/>
                  </a:lnTo>
                  <a:close/>
                </a:path>
                <a:path w="461010" h="452755">
                  <a:moveTo>
                    <a:pt x="436340" y="26670"/>
                  </a:moveTo>
                  <a:lnTo>
                    <a:pt x="426172" y="26670"/>
                  </a:lnTo>
                  <a:lnTo>
                    <a:pt x="424900" y="27939"/>
                  </a:lnTo>
                  <a:lnTo>
                    <a:pt x="435068" y="27939"/>
                  </a:lnTo>
                  <a:lnTo>
                    <a:pt x="436340" y="26670"/>
                  </a:lnTo>
                  <a:close/>
                </a:path>
                <a:path w="461010" h="452755">
                  <a:moveTo>
                    <a:pt x="440157" y="22860"/>
                  </a:moveTo>
                  <a:lnTo>
                    <a:pt x="429988" y="22860"/>
                  </a:lnTo>
                  <a:lnTo>
                    <a:pt x="427444" y="25400"/>
                  </a:lnTo>
                  <a:lnTo>
                    <a:pt x="437613" y="25400"/>
                  </a:lnTo>
                  <a:lnTo>
                    <a:pt x="440157" y="22860"/>
                  </a:lnTo>
                  <a:close/>
                </a:path>
                <a:path w="461010" h="452755">
                  <a:moveTo>
                    <a:pt x="442701" y="20320"/>
                  </a:moveTo>
                  <a:lnTo>
                    <a:pt x="432533" y="20320"/>
                  </a:lnTo>
                  <a:lnTo>
                    <a:pt x="431260" y="21589"/>
                  </a:lnTo>
                  <a:lnTo>
                    <a:pt x="441429" y="21589"/>
                  </a:lnTo>
                  <a:lnTo>
                    <a:pt x="442701" y="20320"/>
                  </a:lnTo>
                  <a:close/>
                </a:path>
                <a:path w="461010" h="452755">
                  <a:moveTo>
                    <a:pt x="446518" y="16510"/>
                  </a:moveTo>
                  <a:lnTo>
                    <a:pt x="436349" y="16510"/>
                  </a:lnTo>
                  <a:lnTo>
                    <a:pt x="433805" y="19050"/>
                  </a:lnTo>
                  <a:lnTo>
                    <a:pt x="443973" y="19050"/>
                  </a:lnTo>
                  <a:lnTo>
                    <a:pt x="446518" y="16510"/>
                  </a:lnTo>
                  <a:close/>
                </a:path>
                <a:path w="461010" h="452755">
                  <a:moveTo>
                    <a:pt x="449062" y="13970"/>
                  </a:moveTo>
                  <a:lnTo>
                    <a:pt x="438893" y="13970"/>
                  </a:lnTo>
                  <a:lnTo>
                    <a:pt x="437621" y="15239"/>
                  </a:lnTo>
                  <a:lnTo>
                    <a:pt x="447790" y="15239"/>
                  </a:lnTo>
                  <a:lnTo>
                    <a:pt x="449062" y="13970"/>
                  </a:lnTo>
                  <a:close/>
                </a:path>
                <a:path w="461010" h="452755">
                  <a:moveTo>
                    <a:pt x="452878" y="10160"/>
                  </a:moveTo>
                  <a:lnTo>
                    <a:pt x="442710" y="10160"/>
                  </a:lnTo>
                  <a:lnTo>
                    <a:pt x="440166" y="12700"/>
                  </a:lnTo>
                  <a:lnTo>
                    <a:pt x="450334" y="12700"/>
                  </a:lnTo>
                  <a:lnTo>
                    <a:pt x="452878" y="10160"/>
                  </a:lnTo>
                  <a:close/>
                </a:path>
                <a:path w="461010" h="452755">
                  <a:moveTo>
                    <a:pt x="455423" y="7620"/>
                  </a:moveTo>
                  <a:lnTo>
                    <a:pt x="445254" y="7620"/>
                  </a:lnTo>
                  <a:lnTo>
                    <a:pt x="443982" y="8889"/>
                  </a:lnTo>
                  <a:lnTo>
                    <a:pt x="454151" y="8889"/>
                  </a:lnTo>
                  <a:lnTo>
                    <a:pt x="455423" y="7620"/>
                  </a:lnTo>
                  <a:close/>
                </a:path>
                <a:path w="461010" h="452755">
                  <a:moveTo>
                    <a:pt x="460511" y="2539"/>
                  </a:moveTo>
                  <a:lnTo>
                    <a:pt x="456913" y="2539"/>
                  </a:lnTo>
                  <a:lnTo>
                    <a:pt x="456913" y="3810"/>
                  </a:lnTo>
                  <a:lnTo>
                    <a:pt x="449071" y="3810"/>
                  </a:lnTo>
                  <a:lnTo>
                    <a:pt x="446526" y="6350"/>
                  </a:lnTo>
                  <a:lnTo>
                    <a:pt x="456695" y="6350"/>
                  </a:lnTo>
                  <a:lnTo>
                    <a:pt x="460511" y="2539"/>
                  </a:lnTo>
                  <a:close/>
                </a:path>
                <a:path w="461010" h="452755">
                  <a:moveTo>
                    <a:pt x="454373" y="0"/>
                  </a:moveTo>
                  <a:lnTo>
                    <a:pt x="452887" y="0"/>
                  </a:lnTo>
                  <a:lnTo>
                    <a:pt x="451833" y="1052"/>
                  </a:lnTo>
                  <a:lnTo>
                    <a:pt x="451833" y="1270"/>
                  </a:lnTo>
                  <a:lnTo>
                    <a:pt x="451615" y="1270"/>
                  </a:lnTo>
                  <a:lnTo>
                    <a:pt x="450343" y="2539"/>
                  </a:lnTo>
                  <a:lnTo>
                    <a:pt x="454373" y="2539"/>
                  </a:lnTo>
                  <a:lnTo>
                    <a:pt x="454373" y="0"/>
                  </a:lnTo>
                  <a:close/>
                </a:path>
                <a:path w="461010" h="452755">
                  <a:moveTo>
                    <a:pt x="306581" y="156210"/>
                  </a:moveTo>
                  <a:lnTo>
                    <a:pt x="296412" y="156210"/>
                  </a:lnTo>
                  <a:lnTo>
                    <a:pt x="270969" y="181610"/>
                  </a:lnTo>
                  <a:lnTo>
                    <a:pt x="281137" y="181610"/>
                  </a:lnTo>
                  <a:lnTo>
                    <a:pt x="306581" y="156210"/>
                  </a:lnTo>
                  <a:close/>
                </a:path>
                <a:path w="461010" h="452755">
                  <a:moveTo>
                    <a:pt x="281137" y="181610"/>
                  </a:moveTo>
                  <a:lnTo>
                    <a:pt x="270969" y="181610"/>
                  </a:lnTo>
                  <a:lnTo>
                    <a:pt x="220083" y="232410"/>
                  </a:lnTo>
                  <a:lnTo>
                    <a:pt x="230251" y="232410"/>
                  </a:lnTo>
                  <a:lnTo>
                    <a:pt x="281137" y="181610"/>
                  </a:lnTo>
                  <a:close/>
                </a:path>
                <a:path w="461010" h="452755">
                  <a:moveTo>
                    <a:pt x="10168" y="452120"/>
                  </a:moveTo>
                  <a:lnTo>
                    <a:pt x="9873" y="452120"/>
                  </a:lnTo>
                  <a:lnTo>
                    <a:pt x="9873" y="452414"/>
                  </a:lnTo>
                  <a:lnTo>
                    <a:pt x="10168" y="452120"/>
                  </a:lnTo>
                  <a:close/>
                </a:path>
                <a:path w="461010" h="452755">
                  <a:moveTo>
                    <a:pt x="13985" y="448310"/>
                  </a:moveTo>
                  <a:lnTo>
                    <a:pt x="3816" y="448310"/>
                  </a:lnTo>
                  <a:lnTo>
                    <a:pt x="0" y="452120"/>
                  </a:lnTo>
                  <a:lnTo>
                    <a:pt x="2253" y="452120"/>
                  </a:lnTo>
                  <a:lnTo>
                    <a:pt x="2253" y="450850"/>
                  </a:lnTo>
                  <a:lnTo>
                    <a:pt x="11440" y="450850"/>
                  </a:lnTo>
                  <a:lnTo>
                    <a:pt x="13985" y="448310"/>
                  </a:lnTo>
                  <a:close/>
                </a:path>
                <a:path w="461010" h="452755">
                  <a:moveTo>
                    <a:pt x="16529" y="445770"/>
                  </a:moveTo>
                  <a:lnTo>
                    <a:pt x="6360" y="445770"/>
                  </a:lnTo>
                  <a:lnTo>
                    <a:pt x="5088" y="447040"/>
                  </a:lnTo>
                  <a:lnTo>
                    <a:pt x="15257" y="447040"/>
                  </a:lnTo>
                  <a:lnTo>
                    <a:pt x="16529" y="445770"/>
                  </a:lnTo>
                  <a:close/>
                </a:path>
                <a:path w="461010" h="452755">
                  <a:moveTo>
                    <a:pt x="20345" y="441960"/>
                  </a:moveTo>
                  <a:lnTo>
                    <a:pt x="10177" y="441960"/>
                  </a:lnTo>
                  <a:lnTo>
                    <a:pt x="7632" y="444500"/>
                  </a:lnTo>
                  <a:lnTo>
                    <a:pt x="17801" y="444500"/>
                  </a:lnTo>
                  <a:lnTo>
                    <a:pt x="20345" y="441960"/>
                  </a:lnTo>
                  <a:close/>
                </a:path>
                <a:path w="461010" h="452755">
                  <a:moveTo>
                    <a:pt x="22890" y="439420"/>
                  </a:moveTo>
                  <a:lnTo>
                    <a:pt x="12721" y="439420"/>
                  </a:lnTo>
                  <a:lnTo>
                    <a:pt x="11449" y="440690"/>
                  </a:lnTo>
                  <a:lnTo>
                    <a:pt x="21618" y="440690"/>
                  </a:lnTo>
                  <a:lnTo>
                    <a:pt x="22890" y="439420"/>
                  </a:lnTo>
                  <a:close/>
                </a:path>
                <a:path w="461010" h="452755">
                  <a:moveTo>
                    <a:pt x="26706" y="435610"/>
                  </a:moveTo>
                  <a:lnTo>
                    <a:pt x="16538" y="435610"/>
                  </a:lnTo>
                  <a:lnTo>
                    <a:pt x="13993" y="438150"/>
                  </a:lnTo>
                  <a:lnTo>
                    <a:pt x="24162" y="438150"/>
                  </a:lnTo>
                  <a:lnTo>
                    <a:pt x="26706" y="435610"/>
                  </a:lnTo>
                  <a:close/>
                </a:path>
                <a:path w="461010" h="452755">
                  <a:moveTo>
                    <a:pt x="29250" y="433070"/>
                  </a:moveTo>
                  <a:lnTo>
                    <a:pt x="19082" y="433070"/>
                  </a:lnTo>
                  <a:lnTo>
                    <a:pt x="17810" y="434340"/>
                  </a:lnTo>
                  <a:lnTo>
                    <a:pt x="27978" y="434340"/>
                  </a:lnTo>
                  <a:lnTo>
                    <a:pt x="29250" y="433070"/>
                  </a:lnTo>
                  <a:close/>
                </a:path>
                <a:path w="461010" h="452755">
                  <a:moveTo>
                    <a:pt x="33067" y="429260"/>
                  </a:moveTo>
                  <a:lnTo>
                    <a:pt x="22898" y="429260"/>
                  </a:lnTo>
                  <a:lnTo>
                    <a:pt x="20354" y="431800"/>
                  </a:lnTo>
                  <a:lnTo>
                    <a:pt x="30523" y="431800"/>
                  </a:lnTo>
                  <a:lnTo>
                    <a:pt x="33067" y="429260"/>
                  </a:lnTo>
                  <a:close/>
                </a:path>
                <a:path w="461010" h="452755">
                  <a:moveTo>
                    <a:pt x="35611" y="426720"/>
                  </a:moveTo>
                  <a:lnTo>
                    <a:pt x="25443" y="426720"/>
                  </a:lnTo>
                  <a:lnTo>
                    <a:pt x="24170" y="427990"/>
                  </a:lnTo>
                  <a:lnTo>
                    <a:pt x="34339" y="427990"/>
                  </a:lnTo>
                  <a:lnTo>
                    <a:pt x="35611" y="426720"/>
                  </a:lnTo>
                  <a:close/>
                </a:path>
                <a:path w="461010" h="452755">
                  <a:moveTo>
                    <a:pt x="39428" y="422910"/>
                  </a:moveTo>
                  <a:lnTo>
                    <a:pt x="29259" y="422910"/>
                  </a:lnTo>
                  <a:lnTo>
                    <a:pt x="26715" y="425450"/>
                  </a:lnTo>
                  <a:lnTo>
                    <a:pt x="36883" y="425450"/>
                  </a:lnTo>
                  <a:lnTo>
                    <a:pt x="39428" y="422910"/>
                  </a:lnTo>
                  <a:close/>
                </a:path>
                <a:path w="461010" h="452755">
                  <a:moveTo>
                    <a:pt x="41972" y="420370"/>
                  </a:moveTo>
                  <a:lnTo>
                    <a:pt x="31803" y="420370"/>
                  </a:lnTo>
                  <a:lnTo>
                    <a:pt x="30531" y="421640"/>
                  </a:lnTo>
                  <a:lnTo>
                    <a:pt x="40700" y="421640"/>
                  </a:lnTo>
                  <a:lnTo>
                    <a:pt x="41972" y="420370"/>
                  </a:lnTo>
                  <a:close/>
                </a:path>
                <a:path w="461010" h="452755">
                  <a:moveTo>
                    <a:pt x="45788" y="416560"/>
                  </a:moveTo>
                  <a:lnTo>
                    <a:pt x="35620" y="416560"/>
                  </a:lnTo>
                  <a:lnTo>
                    <a:pt x="33076" y="419100"/>
                  </a:lnTo>
                  <a:lnTo>
                    <a:pt x="43244" y="419100"/>
                  </a:lnTo>
                  <a:lnTo>
                    <a:pt x="45788" y="416560"/>
                  </a:lnTo>
                  <a:close/>
                </a:path>
                <a:path w="461010" h="452755">
                  <a:moveTo>
                    <a:pt x="48333" y="414020"/>
                  </a:moveTo>
                  <a:lnTo>
                    <a:pt x="38164" y="414020"/>
                  </a:lnTo>
                  <a:lnTo>
                    <a:pt x="36892" y="415290"/>
                  </a:lnTo>
                  <a:lnTo>
                    <a:pt x="47061" y="415290"/>
                  </a:lnTo>
                  <a:lnTo>
                    <a:pt x="48333" y="414020"/>
                  </a:lnTo>
                  <a:close/>
                </a:path>
                <a:path w="461010" h="452755">
                  <a:moveTo>
                    <a:pt x="52149" y="410210"/>
                  </a:moveTo>
                  <a:lnTo>
                    <a:pt x="41981" y="410210"/>
                  </a:lnTo>
                  <a:lnTo>
                    <a:pt x="39436" y="412750"/>
                  </a:lnTo>
                  <a:lnTo>
                    <a:pt x="49605" y="412750"/>
                  </a:lnTo>
                  <a:lnTo>
                    <a:pt x="52149" y="410210"/>
                  </a:lnTo>
                  <a:close/>
                </a:path>
                <a:path w="461010" h="452755">
                  <a:moveTo>
                    <a:pt x="54694" y="407670"/>
                  </a:moveTo>
                  <a:lnTo>
                    <a:pt x="44525" y="407670"/>
                  </a:lnTo>
                  <a:lnTo>
                    <a:pt x="43253" y="408940"/>
                  </a:lnTo>
                  <a:lnTo>
                    <a:pt x="53421" y="408940"/>
                  </a:lnTo>
                  <a:lnTo>
                    <a:pt x="54694" y="407670"/>
                  </a:lnTo>
                  <a:close/>
                </a:path>
                <a:path w="461010" h="452755">
                  <a:moveTo>
                    <a:pt x="58510" y="403860"/>
                  </a:moveTo>
                  <a:lnTo>
                    <a:pt x="48341" y="403860"/>
                  </a:lnTo>
                  <a:lnTo>
                    <a:pt x="45797" y="406400"/>
                  </a:lnTo>
                  <a:lnTo>
                    <a:pt x="55966" y="406400"/>
                  </a:lnTo>
                  <a:lnTo>
                    <a:pt x="58510" y="403860"/>
                  </a:lnTo>
                  <a:close/>
                </a:path>
                <a:path w="461010" h="452755">
                  <a:moveTo>
                    <a:pt x="61054" y="401320"/>
                  </a:moveTo>
                  <a:lnTo>
                    <a:pt x="50886" y="401320"/>
                  </a:lnTo>
                  <a:lnTo>
                    <a:pt x="49614" y="402590"/>
                  </a:lnTo>
                  <a:lnTo>
                    <a:pt x="59782" y="402590"/>
                  </a:lnTo>
                  <a:lnTo>
                    <a:pt x="61054" y="401320"/>
                  </a:lnTo>
                  <a:close/>
                </a:path>
                <a:path w="461010" h="452755">
                  <a:moveTo>
                    <a:pt x="64871" y="397510"/>
                  </a:moveTo>
                  <a:lnTo>
                    <a:pt x="54702" y="397510"/>
                  </a:lnTo>
                  <a:lnTo>
                    <a:pt x="52158" y="400050"/>
                  </a:lnTo>
                  <a:lnTo>
                    <a:pt x="62327" y="400050"/>
                  </a:lnTo>
                  <a:lnTo>
                    <a:pt x="64871" y="397510"/>
                  </a:lnTo>
                  <a:close/>
                </a:path>
                <a:path w="461010" h="452755">
                  <a:moveTo>
                    <a:pt x="67415" y="394970"/>
                  </a:moveTo>
                  <a:lnTo>
                    <a:pt x="57247" y="394970"/>
                  </a:lnTo>
                  <a:lnTo>
                    <a:pt x="55974" y="396240"/>
                  </a:lnTo>
                  <a:lnTo>
                    <a:pt x="66143" y="396240"/>
                  </a:lnTo>
                  <a:lnTo>
                    <a:pt x="67415" y="394970"/>
                  </a:lnTo>
                  <a:close/>
                </a:path>
                <a:path w="461010" h="452755">
                  <a:moveTo>
                    <a:pt x="71232" y="391160"/>
                  </a:moveTo>
                  <a:lnTo>
                    <a:pt x="61063" y="391160"/>
                  </a:lnTo>
                  <a:lnTo>
                    <a:pt x="58519" y="393700"/>
                  </a:lnTo>
                  <a:lnTo>
                    <a:pt x="68687" y="393700"/>
                  </a:lnTo>
                  <a:lnTo>
                    <a:pt x="71232" y="391160"/>
                  </a:lnTo>
                  <a:close/>
                </a:path>
                <a:path w="461010" h="452755">
                  <a:moveTo>
                    <a:pt x="73776" y="388620"/>
                  </a:moveTo>
                  <a:lnTo>
                    <a:pt x="63607" y="388620"/>
                  </a:lnTo>
                  <a:lnTo>
                    <a:pt x="62335" y="389890"/>
                  </a:lnTo>
                  <a:lnTo>
                    <a:pt x="72504" y="389890"/>
                  </a:lnTo>
                  <a:lnTo>
                    <a:pt x="73776" y="388620"/>
                  </a:lnTo>
                  <a:close/>
                </a:path>
                <a:path w="461010" h="452755">
                  <a:moveTo>
                    <a:pt x="77592" y="384810"/>
                  </a:moveTo>
                  <a:lnTo>
                    <a:pt x="67424" y="384810"/>
                  </a:lnTo>
                  <a:lnTo>
                    <a:pt x="64879" y="387350"/>
                  </a:lnTo>
                  <a:lnTo>
                    <a:pt x="75048" y="387350"/>
                  </a:lnTo>
                  <a:lnTo>
                    <a:pt x="77592" y="384810"/>
                  </a:lnTo>
                  <a:close/>
                </a:path>
                <a:path w="461010" h="452755">
                  <a:moveTo>
                    <a:pt x="80137" y="382270"/>
                  </a:moveTo>
                  <a:lnTo>
                    <a:pt x="69968" y="382270"/>
                  </a:lnTo>
                  <a:lnTo>
                    <a:pt x="68696" y="383540"/>
                  </a:lnTo>
                  <a:lnTo>
                    <a:pt x="78865" y="383540"/>
                  </a:lnTo>
                  <a:lnTo>
                    <a:pt x="80137" y="382270"/>
                  </a:lnTo>
                  <a:close/>
                </a:path>
                <a:path w="461010" h="452755">
                  <a:moveTo>
                    <a:pt x="83953" y="378460"/>
                  </a:moveTo>
                  <a:lnTo>
                    <a:pt x="73785" y="378460"/>
                  </a:lnTo>
                  <a:lnTo>
                    <a:pt x="71240" y="381000"/>
                  </a:lnTo>
                  <a:lnTo>
                    <a:pt x="81409" y="381000"/>
                  </a:lnTo>
                  <a:lnTo>
                    <a:pt x="83953" y="378460"/>
                  </a:lnTo>
                  <a:close/>
                </a:path>
                <a:path w="461010" h="452755">
                  <a:moveTo>
                    <a:pt x="86497" y="375920"/>
                  </a:moveTo>
                  <a:lnTo>
                    <a:pt x="76329" y="375920"/>
                  </a:lnTo>
                  <a:lnTo>
                    <a:pt x="75057" y="377190"/>
                  </a:lnTo>
                  <a:lnTo>
                    <a:pt x="85225" y="377190"/>
                  </a:lnTo>
                  <a:lnTo>
                    <a:pt x="86497" y="375920"/>
                  </a:lnTo>
                  <a:close/>
                </a:path>
                <a:path w="461010" h="452755">
                  <a:moveTo>
                    <a:pt x="90314" y="372110"/>
                  </a:moveTo>
                  <a:lnTo>
                    <a:pt x="80145" y="372110"/>
                  </a:lnTo>
                  <a:lnTo>
                    <a:pt x="77601" y="374650"/>
                  </a:lnTo>
                  <a:lnTo>
                    <a:pt x="87770" y="374650"/>
                  </a:lnTo>
                  <a:lnTo>
                    <a:pt x="90314" y="372110"/>
                  </a:lnTo>
                  <a:close/>
                </a:path>
                <a:path w="461010" h="452755">
                  <a:moveTo>
                    <a:pt x="92858" y="369570"/>
                  </a:moveTo>
                  <a:lnTo>
                    <a:pt x="82690" y="369570"/>
                  </a:lnTo>
                  <a:lnTo>
                    <a:pt x="81417" y="370840"/>
                  </a:lnTo>
                  <a:lnTo>
                    <a:pt x="91586" y="370840"/>
                  </a:lnTo>
                  <a:lnTo>
                    <a:pt x="92858" y="369570"/>
                  </a:lnTo>
                  <a:close/>
                </a:path>
                <a:path w="461010" h="452755">
                  <a:moveTo>
                    <a:pt x="96675" y="365760"/>
                  </a:moveTo>
                  <a:lnTo>
                    <a:pt x="86506" y="365760"/>
                  </a:lnTo>
                  <a:lnTo>
                    <a:pt x="83962" y="368300"/>
                  </a:lnTo>
                  <a:lnTo>
                    <a:pt x="94130" y="368300"/>
                  </a:lnTo>
                  <a:lnTo>
                    <a:pt x="96675" y="365760"/>
                  </a:lnTo>
                  <a:close/>
                </a:path>
                <a:path w="461010" h="452755">
                  <a:moveTo>
                    <a:pt x="99219" y="363220"/>
                  </a:moveTo>
                  <a:lnTo>
                    <a:pt x="89050" y="363220"/>
                  </a:lnTo>
                  <a:lnTo>
                    <a:pt x="87778" y="364490"/>
                  </a:lnTo>
                  <a:lnTo>
                    <a:pt x="97947" y="364490"/>
                  </a:lnTo>
                  <a:lnTo>
                    <a:pt x="99219" y="363220"/>
                  </a:lnTo>
                  <a:close/>
                </a:path>
                <a:path w="461010" h="452755">
                  <a:moveTo>
                    <a:pt x="103036" y="359410"/>
                  </a:moveTo>
                  <a:lnTo>
                    <a:pt x="92867" y="359410"/>
                  </a:lnTo>
                  <a:lnTo>
                    <a:pt x="90323" y="361950"/>
                  </a:lnTo>
                  <a:lnTo>
                    <a:pt x="100491" y="361950"/>
                  </a:lnTo>
                  <a:lnTo>
                    <a:pt x="103036" y="359410"/>
                  </a:lnTo>
                  <a:close/>
                </a:path>
                <a:path w="461010" h="452755">
                  <a:moveTo>
                    <a:pt x="105580" y="356870"/>
                  </a:moveTo>
                  <a:lnTo>
                    <a:pt x="95411" y="356870"/>
                  </a:lnTo>
                  <a:lnTo>
                    <a:pt x="94139" y="358140"/>
                  </a:lnTo>
                  <a:lnTo>
                    <a:pt x="104308" y="358140"/>
                  </a:lnTo>
                  <a:lnTo>
                    <a:pt x="105580" y="356870"/>
                  </a:lnTo>
                  <a:close/>
                </a:path>
                <a:path w="461010" h="452755">
                  <a:moveTo>
                    <a:pt x="109396" y="353060"/>
                  </a:moveTo>
                  <a:lnTo>
                    <a:pt x="99228" y="353060"/>
                  </a:lnTo>
                  <a:lnTo>
                    <a:pt x="96683" y="355600"/>
                  </a:lnTo>
                  <a:lnTo>
                    <a:pt x="106852" y="355600"/>
                  </a:lnTo>
                  <a:lnTo>
                    <a:pt x="109396" y="353060"/>
                  </a:lnTo>
                  <a:close/>
                </a:path>
                <a:path w="461010" h="452755">
                  <a:moveTo>
                    <a:pt x="111941" y="350520"/>
                  </a:moveTo>
                  <a:lnTo>
                    <a:pt x="101772" y="350520"/>
                  </a:lnTo>
                  <a:lnTo>
                    <a:pt x="100500" y="351790"/>
                  </a:lnTo>
                  <a:lnTo>
                    <a:pt x="110668" y="351790"/>
                  </a:lnTo>
                  <a:lnTo>
                    <a:pt x="111941" y="350520"/>
                  </a:lnTo>
                  <a:close/>
                </a:path>
                <a:path w="461010" h="452755">
                  <a:moveTo>
                    <a:pt x="115757" y="346710"/>
                  </a:moveTo>
                  <a:lnTo>
                    <a:pt x="105588" y="346710"/>
                  </a:lnTo>
                  <a:lnTo>
                    <a:pt x="103044" y="349250"/>
                  </a:lnTo>
                  <a:lnTo>
                    <a:pt x="113213" y="349250"/>
                  </a:lnTo>
                  <a:lnTo>
                    <a:pt x="115757" y="346710"/>
                  </a:lnTo>
                  <a:close/>
                </a:path>
                <a:path w="461010" h="452755">
                  <a:moveTo>
                    <a:pt x="118301" y="344170"/>
                  </a:moveTo>
                  <a:lnTo>
                    <a:pt x="108133" y="344170"/>
                  </a:lnTo>
                  <a:lnTo>
                    <a:pt x="106861" y="345440"/>
                  </a:lnTo>
                  <a:lnTo>
                    <a:pt x="117029" y="345440"/>
                  </a:lnTo>
                  <a:lnTo>
                    <a:pt x="118301" y="344170"/>
                  </a:lnTo>
                  <a:close/>
                </a:path>
                <a:path w="461010" h="452755">
                  <a:moveTo>
                    <a:pt x="122118" y="340360"/>
                  </a:moveTo>
                  <a:lnTo>
                    <a:pt x="111949" y="340360"/>
                  </a:lnTo>
                  <a:lnTo>
                    <a:pt x="109405" y="342900"/>
                  </a:lnTo>
                  <a:lnTo>
                    <a:pt x="119574" y="342900"/>
                  </a:lnTo>
                  <a:lnTo>
                    <a:pt x="122118" y="340360"/>
                  </a:lnTo>
                  <a:close/>
                </a:path>
                <a:path w="461010" h="452755">
                  <a:moveTo>
                    <a:pt x="124662" y="337820"/>
                  </a:moveTo>
                  <a:lnTo>
                    <a:pt x="114494" y="337820"/>
                  </a:lnTo>
                  <a:lnTo>
                    <a:pt x="113221" y="339090"/>
                  </a:lnTo>
                  <a:lnTo>
                    <a:pt x="123390" y="339090"/>
                  </a:lnTo>
                  <a:lnTo>
                    <a:pt x="124662" y="337820"/>
                  </a:lnTo>
                  <a:close/>
                </a:path>
                <a:path w="461010" h="452755">
                  <a:moveTo>
                    <a:pt x="128479" y="334010"/>
                  </a:moveTo>
                  <a:lnTo>
                    <a:pt x="118310" y="334010"/>
                  </a:lnTo>
                  <a:lnTo>
                    <a:pt x="115766" y="336550"/>
                  </a:lnTo>
                  <a:lnTo>
                    <a:pt x="125934" y="336550"/>
                  </a:lnTo>
                  <a:lnTo>
                    <a:pt x="128479" y="334010"/>
                  </a:lnTo>
                  <a:close/>
                </a:path>
                <a:path w="461010" h="452755">
                  <a:moveTo>
                    <a:pt x="131023" y="331470"/>
                  </a:moveTo>
                  <a:lnTo>
                    <a:pt x="120854" y="331470"/>
                  </a:lnTo>
                  <a:lnTo>
                    <a:pt x="119582" y="332740"/>
                  </a:lnTo>
                  <a:lnTo>
                    <a:pt x="129751" y="332740"/>
                  </a:lnTo>
                  <a:lnTo>
                    <a:pt x="131023" y="331470"/>
                  </a:lnTo>
                  <a:close/>
                </a:path>
                <a:path w="461010" h="452755">
                  <a:moveTo>
                    <a:pt x="134839" y="327660"/>
                  </a:moveTo>
                  <a:lnTo>
                    <a:pt x="124671" y="327660"/>
                  </a:lnTo>
                  <a:lnTo>
                    <a:pt x="122126" y="330200"/>
                  </a:lnTo>
                  <a:lnTo>
                    <a:pt x="132295" y="330200"/>
                  </a:lnTo>
                  <a:lnTo>
                    <a:pt x="134839" y="327660"/>
                  </a:lnTo>
                  <a:close/>
                </a:path>
                <a:path w="461010" h="452755">
                  <a:moveTo>
                    <a:pt x="137384" y="325120"/>
                  </a:moveTo>
                  <a:lnTo>
                    <a:pt x="127215" y="325120"/>
                  </a:lnTo>
                  <a:lnTo>
                    <a:pt x="125943" y="326390"/>
                  </a:lnTo>
                  <a:lnTo>
                    <a:pt x="136112" y="326390"/>
                  </a:lnTo>
                  <a:lnTo>
                    <a:pt x="137384" y="325120"/>
                  </a:lnTo>
                  <a:close/>
                </a:path>
                <a:path w="461010" h="452755">
                  <a:moveTo>
                    <a:pt x="141200" y="321310"/>
                  </a:moveTo>
                  <a:lnTo>
                    <a:pt x="131032" y="321310"/>
                  </a:lnTo>
                  <a:lnTo>
                    <a:pt x="128487" y="323850"/>
                  </a:lnTo>
                  <a:lnTo>
                    <a:pt x="138656" y="323850"/>
                  </a:lnTo>
                  <a:lnTo>
                    <a:pt x="141200" y="321310"/>
                  </a:lnTo>
                  <a:close/>
                </a:path>
                <a:path w="461010" h="452755">
                  <a:moveTo>
                    <a:pt x="143745" y="318770"/>
                  </a:moveTo>
                  <a:lnTo>
                    <a:pt x="133576" y="318770"/>
                  </a:lnTo>
                  <a:lnTo>
                    <a:pt x="132304" y="320040"/>
                  </a:lnTo>
                  <a:lnTo>
                    <a:pt x="142472" y="320040"/>
                  </a:lnTo>
                  <a:lnTo>
                    <a:pt x="143745" y="318770"/>
                  </a:lnTo>
                  <a:close/>
                </a:path>
                <a:path w="461010" h="452755">
                  <a:moveTo>
                    <a:pt x="147561" y="314960"/>
                  </a:moveTo>
                  <a:lnTo>
                    <a:pt x="137392" y="314960"/>
                  </a:lnTo>
                  <a:lnTo>
                    <a:pt x="134848" y="317500"/>
                  </a:lnTo>
                  <a:lnTo>
                    <a:pt x="145017" y="317500"/>
                  </a:lnTo>
                  <a:lnTo>
                    <a:pt x="147561" y="314960"/>
                  </a:lnTo>
                  <a:close/>
                </a:path>
                <a:path w="461010" h="452755">
                  <a:moveTo>
                    <a:pt x="150105" y="312420"/>
                  </a:moveTo>
                  <a:lnTo>
                    <a:pt x="139937" y="312420"/>
                  </a:lnTo>
                  <a:lnTo>
                    <a:pt x="138665" y="313690"/>
                  </a:lnTo>
                  <a:lnTo>
                    <a:pt x="148833" y="313690"/>
                  </a:lnTo>
                  <a:lnTo>
                    <a:pt x="150105" y="312420"/>
                  </a:lnTo>
                  <a:close/>
                </a:path>
                <a:path w="461010" h="452755">
                  <a:moveTo>
                    <a:pt x="162827" y="299720"/>
                  </a:moveTo>
                  <a:lnTo>
                    <a:pt x="152658" y="299720"/>
                  </a:lnTo>
                  <a:lnTo>
                    <a:pt x="141209" y="311150"/>
                  </a:lnTo>
                  <a:lnTo>
                    <a:pt x="151377" y="311150"/>
                  </a:lnTo>
                  <a:lnTo>
                    <a:pt x="162827" y="299720"/>
                  </a:lnTo>
                  <a:close/>
                </a:path>
                <a:path w="461010" h="452755">
                  <a:moveTo>
                    <a:pt x="175548" y="287020"/>
                  </a:moveTo>
                  <a:lnTo>
                    <a:pt x="165380" y="287020"/>
                  </a:lnTo>
                  <a:lnTo>
                    <a:pt x="153930" y="298450"/>
                  </a:lnTo>
                  <a:lnTo>
                    <a:pt x="164099" y="298450"/>
                  </a:lnTo>
                  <a:lnTo>
                    <a:pt x="175548" y="287020"/>
                  </a:lnTo>
                  <a:close/>
                </a:path>
                <a:path w="461010" h="452755">
                  <a:moveTo>
                    <a:pt x="179365" y="283210"/>
                  </a:moveTo>
                  <a:lnTo>
                    <a:pt x="169196" y="283210"/>
                  </a:lnTo>
                  <a:lnTo>
                    <a:pt x="166652" y="285750"/>
                  </a:lnTo>
                  <a:lnTo>
                    <a:pt x="176821" y="285750"/>
                  </a:lnTo>
                  <a:lnTo>
                    <a:pt x="179365" y="283210"/>
                  </a:lnTo>
                  <a:close/>
                </a:path>
                <a:path w="461010" h="452755">
                  <a:moveTo>
                    <a:pt x="181909" y="280670"/>
                  </a:moveTo>
                  <a:lnTo>
                    <a:pt x="171741" y="280670"/>
                  </a:lnTo>
                  <a:lnTo>
                    <a:pt x="170468" y="281940"/>
                  </a:lnTo>
                  <a:lnTo>
                    <a:pt x="180637" y="281940"/>
                  </a:lnTo>
                  <a:lnTo>
                    <a:pt x="181909" y="280670"/>
                  </a:lnTo>
                  <a:close/>
                </a:path>
                <a:path w="461010" h="452755">
                  <a:moveTo>
                    <a:pt x="185726" y="276860"/>
                  </a:moveTo>
                  <a:lnTo>
                    <a:pt x="175557" y="276860"/>
                  </a:lnTo>
                  <a:lnTo>
                    <a:pt x="173013" y="279400"/>
                  </a:lnTo>
                  <a:lnTo>
                    <a:pt x="183181" y="279400"/>
                  </a:lnTo>
                  <a:lnTo>
                    <a:pt x="185726" y="276860"/>
                  </a:lnTo>
                  <a:close/>
                </a:path>
                <a:path w="461010" h="452755">
                  <a:moveTo>
                    <a:pt x="198447" y="264160"/>
                  </a:moveTo>
                  <a:lnTo>
                    <a:pt x="188279" y="264160"/>
                  </a:lnTo>
                  <a:lnTo>
                    <a:pt x="176829" y="275590"/>
                  </a:lnTo>
                  <a:lnTo>
                    <a:pt x="186998" y="275590"/>
                  </a:lnTo>
                  <a:lnTo>
                    <a:pt x="198447" y="264160"/>
                  </a:lnTo>
                  <a:close/>
                </a:path>
                <a:path w="461010" h="452755">
                  <a:moveTo>
                    <a:pt x="207352" y="255270"/>
                  </a:moveTo>
                  <a:lnTo>
                    <a:pt x="197184" y="255270"/>
                  </a:lnTo>
                  <a:lnTo>
                    <a:pt x="189551" y="262890"/>
                  </a:lnTo>
                  <a:lnTo>
                    <a:pt x="199719" y="262890"/>
                  </a:lnTo>
                  <a:lnTo>
                    <a:pt x="207352" y="255270"/>
                  </a:lnTo>
                  <a:close/>
                </a:path>
                <a:path w="461010" h="452755">
                  <a:moveTo>
                    <a:pt x="223890" y="238760"/>
                  </a:moveTo>
                  <a:lnTo>
                    <a:pt x="213722" y="238760"/>
                  </a:lnTo>
                  <a:lnTo>
                    <a:pt x="198456" y="254000"/>
                  </a:lnTo>
                  <a:lnTo>
                    <a:pt x="208624" y="254000"/>
                  </a:lnTo>
                  <a:lnTo>
                    <a:pt x="223890" y="238760"/>
                  </a:lnTo>
                  <a:close/>
                </a:path>
                <a:path w="461010" h="452755">
                  <a:moveTo>
                    <a:pt x="228979" y="233680"/>
                  </a:moveTo>
                  <a:lnTo>
                    <a:pt x="218810" y="233680"/>
                  </a:lnTo>
                  <a:lnTo>
                    <a:pt x="214994" y="237490"/>
                  </a:lnTo>
                  <a:lnTo>
                    <a:pt x="225163" y="237490"/>
                  </a:lnTo>
                  <a:lnTo>
                    <a:pt x="228979" y="233680"/>
                  </a:lnTo>
                  <a:close/>
                </a:path>
              </a:pathLst>
            </a:custGeom>
            <a:solidFill>
              <a:srgbClr val="A14A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3">
              <a:extLst>
                <a:ext uri="{FF2B5EF4-FFF2-40B4-BE49-F238E27FC236}">
                  <a16:creationId xmlns:a16="http://schemas.microsoft.com/office/drawing/2014/main" id="{15259973-739D-DADC-6BCF-A724401F2119}"/>
                </a:ext>
              </a:extLst>
            </p:cNvPr>
            <p:cNvSpPr/>
            <p:nvPr/>
          </p:nvSpPr>
          <p:spPr>
            <a:xfrm>
              <a:off x="2754630" y="2626359"/>
              <a:ext cx="454659" cy="452120"/>
            </a:xfrm>
            <a:custGeom>
              <a:avLst/>
              <a:gdLst/>
              <a:ahLst/>
              <a:cxnLst/>
              <a:rect l="l" t="t" r="r" b="b"/>
              <a:pathLst>
                <a:path w="454660" h="452119">
                  <a:moveTo>
                    <a:pt x="312420" y="147320"/>
                  </a:moveTo>
                  <a:lnTo>
                    <a:pt x="303068" y="147320"/>
                  </a:lnTo>
                  <a:lnTo>
                    <a:pt x="296707" y="153670"/>
                  </a:lnTo>
                  <a:lnTo>
                    <a:pt x="306070" y="153670"/>
                  </a:lnTo>
                  <a:lnTo>
                    <a:pt x="312420" y="147320"/>
                  </a:lnTo>
                  <a:close/>
                </a:path>
                <a:path w="454660" h="452119">
                  <a:moveTo>
                    <a:pt x="314960" y="144780"/>
                  </a:moveTo>
                  <a:lnTo>
                    <a:pt x="305612" y="144780"/>
                  </a:lnTo>
                  <a:lnTo>
                    <a:pt x="304340" y="146050"/>
                  </a:lnTo>
                  <a:lnTo>
                    <a:pt x="313690" y="146050"/>
                  </a:lnTo>
                  <a:lnTo>
                    <a:pt x="314960" y="144780"/>
                  </a:lnTo>
                  <a:close/>
                </a:path>
                <a:path w="454660" h="452119">
                  <a:moveTo>
                    <a:pt x="318770" y="140970"/>
                  </a:moveTo>
                  <a:lnTo>
                    <a:pt x="309429" y="140970"/>
                  </a:lnTo>
                  <a:lnTo>
                    <a:pt x="306885" y="143510"/>
                  </a:lnTo>
                  <a:lnTo>
                    <a:pt x="316230" y="143510"/>
                  </a:lnTo>
                  <a:lnTo>
                    <a:pt x="318770" y="140970"/>
                  </a:lnTo>
                  <a:close/>
                </a:path>
                <a:path w="454660" h="452119">
                  <a:moveTo>
                    <a:pt x="321310" y="138430"/>
                  </a:moveTo>
                  <a:lnTo>
                    <a:pt x="311973" y="138430"/>
                  </a:lnTo>
                  <a:lnTo>
                    <a:pt x="310701" y="139700"/>
                  </a:lnTo>
                  <a:lnTo>
                    <a:pt x="320040" y="139700"/>
                  </a:lnTo>
                  <a:lnTo>
                    <a:pt x="321310" y="138430"/>
                  </a:lnTo>
                  <a:close/>
                </a:path>
                <a:path w="454660" h="452119">
                  <a:moveTo>
                    <a:pt x="325120" y="134620"/>
                  </a:moveTo>
                  <a:lnTo>
                    <a:pt x="315790" y="134620"/>
                  </a:lnTo>
                  <a:lnTo>
                    <a:pt x="313245" y="137160"/>
                  </a:lnTo>
                  <a:lnTo>
                    <a:pt x="322580" y="137160"/>
                  </a:lnTo>
                  <a:lnTo>
                    <a:pt x="325120" y="134620"/>
                  </a:lnTo>
                  <a:close/>
                </a:path>
                <a:path w="454660" h="452119">
                  <a:moveTo>
                    <a:pt x="327660" y="132080"/>
                  </a:moveTo>
                  <a:lnTo>
                    <a:pt x="318334" y="132080"/>
                  </a:lnTo>
                  <a:lnTo>
                    <a:pt x="317062" y="133350"/>
                  </a:lnTo>
                  <a:lnTo>
                    <a:pt x="326390" y="133350"/>
                  </a:lnTo>
                  <a:lnTo>
                    <a:pt x="327660" y="132080"/>
                  </a:lnTo>
                  <a:close/>
                </a:path>
                <a:path w="454660" h="452119">
                  <a:moveTo>
                    <a:pt x="340360" y="119380"/>
                  </a:moveTo>
                  <a:lnTo>
                    <a:pt x="331056" y="119380"/>
                  </a:lnTo>
                  <a:lnTo>
                    <a:pt x="319606" y="130810"/>
                  </a:lnTo>
                  <a:lnTo>
                    <a:pt x="328930" y="130810"/>
                  </a:lnTo>
                  <a:lnTo>
                    <a:pt x="340360" y="119380"/>
                  </a:lnTo>
                  <a:close/>
                </a:path>
                <a:path w="454660" h="452119">
                  <a:moveTo>
                    <a:pt x="353060" y="106680"/>
                  </a:moveTo>
                  <a:lnTo>
                    <a:pt x="343777" y="106680"/>
                  </a:lnTo>
                  <a:lnTo>
                    <a:pt x="332328" y="118110"/>
                  </a:lnTo>
                  <a:lnTo>
                    <a:pt x="341630" y="118110"/>
                  </a:lnTo>
                  <a:lnTo>
                    <a:pt x="353060" y="106680"/>
                  </a:lnTo>
                  <a:close/>
                </a:path>
                <a:path w="454660" h="452119">
                  <a:moveTo>
                    <a:pt x="356870" y="102870"/>
                  </a:moveTo>
                  <a:lnTo>
                    <a:pt x="347594" y="102870"/>
                  </a:lnTo>
                  <a:lnTo>
                    <a:pt x="345049" y="105410"/>
                  </a:lnTo>
                  <a:lnTo>
                    <a:pt x="354330" y="105410"/>
                  </a:lnTo>
                  <a:lnTo>
                    <a:pt x="356870" y="102870"/>
                  </a:lnTo>
                  <a:close/>
                </a:path>
                <a:path w="454660" h="452119">
                  <a:moveTo>
                    <a:pt x="359410" y="100330"/>
                  </a:moveTo>
                  <a:lnTo>
                    <a:pt x="350138" y="100330"/>
                  </a:lnTo>
                  <a:lnTo>
                    <a:pt x="348866" y="101600"/>
                  </a:lnTo>
                  <a:lnTo>
                    <a:pt x="358140" y="101600"/>
                  </a:lnTo>
                  <a:lnTo>
                    <a:pt x="359410" y="100330"/>
                  </a:lnTo>
                  <a:close/>
                </a:path>
                <a:path w="454660" h="452119">
                  <a:moveTo>
                    <a:pt x="363220" y="96520"/>
                  </a:moveTo>
                  <a:lnTo>
                    <a:pt x="353954" y="96520"/>
                  </a:lnTo>
                  <a:lnTo>
                    <a:pt x="351410" y="99060"/>
                  </a:lnTo>
                  <a:lnTo>
                    <a:pt x="360680" y="99060"/>
                  </a:lnTo>
                  <a:lnTo>
                    <a:pt x="363220" y="96520"/>
                  </a:lnTo>
                  <a:close/>
                </a:path>
                <a:path w="454660" h="452119">
                  <a:moveTo>
                    <a:pt x="365760" y="93980"/>
                  </a:moveTo>
                  <a:lnTo>
                    <a:pt x="356499" y="93980"/>
                  </a:lnTo>
                  <a:lnTo>
                    <a:pt x="355226" y="95250"/>
                  </a:lnTo>
                  <a:lnTo>
                    <a:pt x="364490" y="95250"/>
                  </a:lnTo>
                  <a:lnTo>
                    <a:pt x="365760" y="93980"/>
                  </a:lnTo>
                  <a:close/>
                </a:path>
                <a:path w="454660" h="452119">
                  <a:moveTo>
                    <a:pt x="369570" y="90170"/>
                  </a:moveTo>
                  <a:lnTo>
                    <a:pt x="360315" y="90170"/>
                  </a:lnTo>
                  <a:lnTo>
                    <a:pt x="357771" y="92710"/>
                  </a:lnTo>
                  <a:lnTo>
                    <a:pt x="367030" y="92710"/>
                  </a:lnTo>
                  <a:lnTo>
                    <a:pt x="369570" y="90170"/>
                  </a:lnTo>
                  <a:close/>
                </a:path>
                <a:path w="454660" h="452119">
                  <a:moveTo>
                    <a:pt x="372110" y="87630"/>
                  </a:moveTo>
                  <a:lnTo>
                    <a:pt x="362859" y="87630"/>
                  </a:lnTo>
                  <a:lnTo>
                    <a:pt x="361587" y="88900"/>
                  </a:lnTo>
                  <a:lnTo>
                    <a:pt x="370840" y="88900"/>
                  </a:lnTo>
                  <a:lnTo>
                    <a:pt x="372110" y="87630"/>
                  </a:lnTo>
                  <a:close/>
                </a:path>
                <a:path w="454660" h="452119">
                  <a:moveTo>
                    <a:pt x="375920" y="83820"/>
                  </a:moveTo>
                  <a:lnTo>
                    <a:pt x="366676" y="83820"/>
                  </a:lnTo>
                  <a:lnTo>
                    <a:pt x="364132" y="86360"/>
                  </a:lnTo>
                  <a:lnTo>
                    <a:pt x="373380" y="86360"/>
                  </a:lnTo>
                  <a:lnTo>
                    <a:pt x="375920" y="83820"/>
                  </a:lnTo>
                  <a:close/>
                </a:path>
                <a:path w="454660" h="452119">
                  <a:moveTo>
                    <a:pt x="378460" y="81280"/>
                  </a:moveTo>
                  <a:lnTo>
                    <a:pt x="369220" y="81280"/>
                  </a:lnTo>
                  <a:lnTo>
                    <a:pt x="367948" y="82550"/>
                  </a:lnTo>
                  <a:lnTo>
                    <a:pt x="377190" y="82550"/>
                  </a:lnTo>
                  <a:lnTo>
                    <a:pt x="378460" y="81280"/>
                  </a:lnTo>
                  <a:close/>
                </a:path>
                <a:path w="454660" h="452119">
                  <a:moveTo>
                    <a:pt x="382270" y="77470"/>
                  </a:moveTo>
                  <a:lnTo>
                    <a:pt x="373037" y="77470"/>
                  </a:lnTo>
                  <a:lnTo>
                    <a:pt x="370492" y="80010"/>
                  </a:lnTo>
                  <a:lnTo>
                    <a:pt x="379730" y="80010"/>
                  </a:lnTo>
                  <a:lnTo>
                    <a:pt x="382270" y="77470"/>
                  </a:lnTo>
                  <a:close/>
                </a:path>
                <a:path w="454660" h="452119">
                  <a:moveTo>
                    <a:pt x="384810" y="74930"/>
                  </a:moveTo>
                  <a:lnTo>
                    <a:pt x="375581" y="74930"/>
                  </a:lnTo>
                  <a:lnTo>
                    <a:pt x="374309" y="76200"/>
                  </a:lnTo>
                  <a:lnTo>
                    <a:pt x="383540" y="76200"/>
                  </a:lnTo>
                  <a:lnTo>
                    <a:pt x="384810" y="74930"/>
                  </a:lnTo>
                  <a:close/>
                </a:path>
                <a:path w="454660" h="452119">
                  <a:moveTo>
                    <a:pt x="388620" y="71120"/>
                  </a:moveTo>
                  <a:lnTo>
                    <a:pt x="379397" y="71120"/>
                  </a:lnTo>
                  <a:lnTo>
                    <a:pt x="376853" y="73660"/>
                  </a:lnTo>
                  <a:lnTo>
                    <a:pt x="386080" y="73660"/>
                  </a:lnTo>
                  <a:lnTo>
                    <a:pt x="388620" y="71120"/>
                  </a:lnTo>
                  <a:close/>
                </a:path>
                <a:path w="454660" h="452119">
                  <a:moveTo>
                    <a:pt x="391160" y="68580"/>
                  </a:moveTo>
                  <a:lnTo>
                    <a:pt x="381942" y="68580"/>
                  </a:lnTo>
                  <a:lnTo>
                    <a:pt x="380670" y="69850"/>
                  </a:lnTo>
                  <a:lnTo>
                    <a:pt x="389890" y="69850"/>
                  </a:lnTo>
                  <a:lnTo>
                    <a:pt x="391160" y="68580"/>
                  </a:lnTo>
                  <a:close/>
                </a:path>
                <a:path w="454660" h="452119">
                  <a:moveTo>
                    <a:pt x="394970" y="64770"/>
                  </a:moveTo>
                  <a:lnTo>
                    <a:pt x="385758" y="64770"/>
                  </a:lnTo>
                  <a:lnTo>
                    <a:pt x="383214" y="67310"/>
                  </a:lnTo>
                  <a:lnTo>
                    <a:pt x="392430" y="67310"/>
                  </a:lnTo>
                  <a:lnTo>
                    <a:pt x="394970" y="64770"/>
                  </a:lnTo>
                  <a:close/>
                </a:path>
                <a:path w="454660" h="452119">
                  <a:moveTo>
                    <a:pt x="397510" y="62230"/>
                  </a:moveTo>
                  <a:lnTo>
                    <a:pt x="388303" y="62230"/>
                  </a:lnTo>
                  <a:lnTo>
                    <a:pt x="387030" y="63500"/>
                  </a:lnTo>
                  <a:lnTo>
                    <a:pt x="396240" y="63500"/>
                  </a:lnTo>
                  <a:lnTo>
                    <a:pt x="397510" y="62230"/>
                  </a:lnTo>
                  <a:close/>
                </a:path>
                <a:path w="454660" h="452119">
                  <a:moveTo>
                    <a:pt x="401320" y="58420"/>
                  </a:moveTo>
                  <a:lnTo>
                    <a:pt x="392119" y="58420"/>
                  </a:lnTo>
                  <a:lnTo>
                    <a:pt x="389575" y="60960"/>
                  </a:lnTo>
                  <a:lnTo>
                    <a:pt x="398780" y="60960"/>
                  </a:lnTo>
                  <a:lnTo>
                    <a:pt x="401320" y="58420"/>
                  </a:lnTo>
                  <a:close/>
                </a:path>
                <a:path w="454660" h="452119">
                  <a:moveTo>
                    <a:pt x="403860" y="55880"/>
                  </a:moveTo>
                  <a:lnTo>
                    <a:pt x="394663" y="55880"/>
                  </a:lnTo>
                  <a:lnTo>
                    <a:pt x="393391" y="57150"/>
                  </a:lnTo>
                  <a:lnTo>
                    <a:pt x="402590" y="57150"/>
                  </a:lnTo>
                  <a:lnTo>
                    <a:pt x="403860" y="55880"/>
                  </a:lnTo>
                  <a:close/>
                </a:path>
                <a:path w="454660" h="452119">
                  <a:moveTo>
                    <a:pt x="407670" y="52070"/>
                  </a:moveTo>
                  <a:lnTo>
                    <a:pt x="398480" y="52070"/>
                  </a:lnTo>
                  <a:lnTo>
                    <a:pt x="395935" y="54610"/>
                  </a:lnTo>
                  <a:lnTo>
                    <a:pt x="405130" y="54610"/>
                  </a:lnTo>
                  <a:lnTo>
                    <a:pt x="407670" y="52070"/>
                  </a:lnTo>
                  <a:close/>
                </a:path>
                <a:path w="454660" h="452119">
                  <a:moveTo>
                    <a:pt x="410210" y="49530"/>
                  </a:moveTo>
                  <a:lnTo>
                    <a:pt x="401024" y="49530"/>
                  </a:lnTo>
                  <a:lnTo>
                    <a:pt x="399752" y="50800"/>
                  </a:lnTo>
                  <a:lnTo>
                    <a:pt x="408940" y="50800"/>
                  </a:lnTo>
                  <a:lnTo>
                    <a:pt x="410210" y="49530"/>
                  </a:lnTo>
                  <a:close/>
                </a:path>
                <a:path w="454660" h="452119">
                  <a:moveTo>
                    <a:pt x="414020" y="45720"/>
                  </a:moveTo>
                  <a:lnTo>
                    <a:pt x="404841" y="45720"/>
                  </a:lnTo>
                  <a:lnTo>
                    <a:pt x="402296" y="48260"/>
                  </a:lnTo>
                  <a:lnTo>
                    <a:pt x="411480" y="48260"/>
                  </a:lnTo>
                  <a:lnTo>
                    <a:pt x="414020" y="45720"/>
                  </a:lnTo>
                  <a:close/>
                </a:path>
                <a:path w="454660" h="452119">
                  <a:moveTo>
                    <a:pt x="416560" y="43180"/>
                  </a:moveTo>
                  <a:lnTo>
                    <a:pt x="407385" y="43180"/>
                  </a:lnTo>
                  <a:lnTo>
                    <a:pt x="406113" y="44450"/>
                  </a:lnTo>
                  <a:lnTo>
                    <a:pt x="415290" y="44450"/>
                  </a:lnTo>
                  <a:lnTo>
                    <a:pt x="416560" y="43180"/>
                  </a:lnTo>
                  <a:close/>
                </a:path>
                <a:path w="454660" h="452119">
                  <a:moveTo>
                    <a:pt x="420370" y="39370"/>
                  </a:moveTo>
                  <a:lnTo>
                    <a:pt x="411201" y="39370"/>
                  </a:lnTo>
                  <a:lnTo>
                    <a:pt x="408657" y="41910"/>
                  </a:lnTo>
                  <a:lnTo>
                    <a:pt x="417830" y="41910"/>
                  </a:lnTo>
                  <a:lnTo>
                    <a:pt x="420370" y="39370"/>
                  </a:lnTo>
                  <a:close/>
                </a:path>
                <a:path w="454660" h="452119">
                  <a:moveTo>
                    <a:pt x="422910" y="36830"/>
                  </a:moveTo>
                  <a:lnTo>
                    <a:pt x="413746" y="36830"/>
                  </a:lnTo>
                  <a:lnTo>
                    <a:pt x="412474" y="38100"/>
                  </a:lnTo>
                  <a:lnTo>
                    <a:pt x="421640" y="38100"/>
                  </a:lnTo>
                  <a:lnTo>
                    <a:pt x="422910" y="36830"/>
                  </a:lnTo>
                  <a:close/>
                </a:path>
                <a:path w="454660" h="452119">
                  <a:moveTo>
                    <a:pt x="426720" y="33020"/>
                  </a:moveTo>
                  <a:lnTo>
                    <a:pt x="417562" y="33020"/>
                  </a:lnTo>
                  <a:lnTo>
                    <a:pt x="415018" y="35560"/>
                  </a:lnTo>
                  <a:lnTo>
                    <a:pt x="424180" y="35560"/>
                  </a:lnTo>
                  <a:lnTo>
                    <a:pt x="426720" y="33020"/>
                  </a:lnTo>
                  <a:close/>
                </a:path>
                <a:path w="454660" h="452119">
                  <a:moveTo>
                    <a:pt x="429260" y="30480"/>
                  </a:moveTo>
                  <a:lnTo>
                    <a:pt x="420106" y="30480"/>
                  </a:lnTo>
                  <a:lnTo>
                    <a:pt x="418834" y="31750"/>
                  </a:lnTo>
                  <a:lnTo>
                    <a:pt x="427990" y="31750"/>
                  </a:lnTo>
                  <a:lnTo>
                    <a:pt x="429260" y="30480"/>
                  </a:lnTo>
                  <a:close/>
                </a:path>
                <a:path w="454660" h="452119">
                  <a:moveTo>
                    <a:pt x="433070" y="26670"/>
                  </a:moveTo>
                  <a:lnTo>
                    <a:pt x="423923" y="26670"/>
                  </a:lnTo>
                  <a:lnTo>
                    <a:pt x="421379" y="29210"/>
                  </a:lnTo>
                  <a:lnTo>
                    <a:pt x="430530" y="29210"/>
                  </a:lnTo>
                  <a:lnTo>
                    <a:pt x="433070" y="26670"/>
                  </a:lnTo>
                  <a:close/>
                </a:path>
                <a:path w="454660" h="452119">
                  <a:moveTo>
                    <a:pt x="435610" y="24130"/>
                  </a:moveTo>
                  <a:lnTo>
                    <a:pt x="426467" y="24130"/>
                  </a:lnTo>
                  <a:lnTo>
                    <a:pt x="425195" y="25400"/>
                  </a:lnTo>
                  <a:lnTo>
                    <a:pt x="434340" y="25400"/>
                  </a:lnTo>
                  <a:lnTo>
                    <a:pt x="435610" y="24130"/>
                  </a:lnTo>
                  <a:close/>
                </a:path>
                <a:path w="454660" h="452119">
                  <a:moveTo>
                    <a:pt x="439420" y="20320"/>
                  </a:moveTo>
                  <a:lnTo>
                    <a:pt x="430284" y="20320"/>
                  </a:lnTo>
                  <a:lnTo>
                    <a:pt x="427739" y="22860"/>
                  </a:lnTo>
                  <a:lnTo>
                    <a:pt x="436880" y="22860"/>
                  </a:lnTo>
                  <a:lnTo>
                    <a:pt x="439420" y="20320"/>
                  </a:lnTo>
                  <a:close/>
                </a:path>
                <a:path w="454660" h="452119">
                  <a:moveTo>
                    <a:pt x="441960" y="17780"/>
                  </a:moveTo>
                  <a:lnTo>
                    <a:pt x="432828" y="17780"/>
                  </a:lnTo>
                  <a:lnTo>
                    <a:pt x="431556" y="19050"/>
                  </a:lnTo>
                  <a:lnTo>
                    <a:pt x="440690" y="19050"/>
                  </a:lnTo>
                  <a:lnTo>
                    <a:pt x="441960" y="17780"/>
                  </a:lnTo>
                  <a:close/>
                </a:path>
                <a:path w="454660" h="452119">
                  <a:moveTo>
                    <a:pt x="445770" y="13970"/>
                  </a:moveTo>
                  <a:lnTo>
                    <a:pt x="436644" y="13970"/>
                  </a:lnTo>
                  <a:lnTo>
                    <a:pt x="434100" y="16510"/>
                  </a:lnTo>
                  <a:lnTo>
                    <a:pt x="443230" y="16510"/>
                  </a:lnTo>
                  <a:lnTo>
                    <a:pt x="445770" y="13970"/>
                  </a:lnTo>
                  <a:close/>
                </a:path>
                <a:path w="454660" h="452119">
                  <a:moveTo>
                    <a:pt x="448310" y="11430"/>
                  </a:moveTo>
                  <a:lnTo>
                    <a:pt x="439189" y="11430"/>
                  </a:lnTo>
                  <a:lnTo>
                    <a:pt x="437917" y="12700"/>
                  </a:lnTo>
                  <a:lnTo>
                    <a:pt x="447040" y="12700"/>
                  </a:lnTo>
                  <a:lnTo>
                    <a:pt x="448310" y="11430"/>
                  </a:lnTo>
                  <a:close/>
                </a:path>
                <a:path w="454660" h="452119">
                  <a:moveTo>
                    <a:pt x="452120" y="7620"/>
                  </a:moveTo>
                  <a:lnTo>
                    <a:pt x="443005" y="7620"/>
                  </a:lnTo>
                  <a:lnTo>
                    <a:pt x="440461" y="10160"/>
                  </a:lnTo>
                  <a:lnTo>
                    <a:pt x="449580" y="10160"/>
                  </a:lnTo>
                  <a:lnTo>
                    <a:pt x="452120" y="7620"/>
                  </a:lnTo>
                  <a:close/>
                </a:path>
                <a:path w="454660" h="452119">
                  <a:moveTo>
                    <a:pt x="454660" y="5080"/>
                  </a:moveTo>
                  <a:lnTo>
                    <a:pt x="445550" y="5080"/>
                  </a:lnTo>
                  <a:lnTo>
                    <a:pt x="444277" y="6350"/>
                  </a:lnTo>
                  <a:lnTo>
                    <a:pt x="453390" y="6350"/>
                  </a:lnTo>
                  <a:lnTo>
                    <a:pt x="454660" y="5080"/>
                  </a:lnTo>
                  <a:close/>
                </a:path>
                <a:path w="454660" h="452119">
                  <a:moveTo>
                    <a:pt x="450849" y="0"/>
                  </a:moveTo>
                  <a:lnTo>
                    <a:pt x="450638" y="0"/>
                  </a:lnTo>
                  <a:lnTo>
                    <a:pt x="446822" y="3810"/>
                  </a:lnTo>
                  <a:lnTo>
                    <a:pt x="453390" y="3810"/>
                  </a:lnTo>
                  <a:lnTo>
                    <a:pt x="453390" y="1270"/>
                  </a:lnTo>
                  <a:lnTo>
                    <a:pt x="450849" y="1270"/>
                  </a:lnTo>
                  <a:lnTo>
                    <a:pt x="450849" y="0"/>
                  </a:lnTo>
                  <a:close/>
                </a:path>
                <a:path w="454660" h="452119">
                  <a:moveTo>
                    <a:pt x="306069" y="153670"/>
                  </a:moveTo>
                  <a:lnTo>
                    <a:pt x="296707" y="153670"/>
                  </a:lnTo>
                  <a:lnTo>
                    <a:pt x="271264" y="179070"/>
                  </a:lnTo>
                  <a:lnTo>
                    <a:pt x="280670" y="179070"/>
                  </a:lnTo>
                  <a:lnTo>
                    <a:pt x="306069" y="153670"/>
                  </a:lnTo>
                  <a:close/>
                </a:path>
                <a:path w="454660" h="452119">
                  <a:moveTo>
                    <a:pt x="280669" y="179070"/>
                  </a:moveTo>
                  <a:lnTo>
                    <a:pt x="271264" y="179070"/>
                  </a:lnTo>
                  <a:lnTo>
                    <a:pt x="220378" y="229870"/>
                  </a:lnTo>
                  <a:lnTo>
                    <a:pt x="229870" y="229870"/>
                  </a:lnTo>
                  <a:lnTo>
                    <a:pt x="280669" y="179070"/>
                  </a:lnTo>
                  <a:close/>
                </a:path>
                <a:path w="454660" h="452119">
                  <a:moveTo>
                    <a:pt x="10160" y="449580"/>
                  </a:moveTo>
                  <a:lnTo>
                    <a:pt x="295" y="449580"/>
                  </a:lnTo>
                  <a:lnTo>
                    <a:pt x="0" y="449874"/>
                  </a:lnTo>
                  <a:lnTo>
                    <a:pt x="0" y="452120"/>
                  </a:lnTo>
                  <a:lnTo>
                    <a:pt x="7620" y="452120"/>
                  </a:lnTo>
                  <a:lnTo>
                    <a:pt x="7619" y="450850"/>
                  </a:lnTo>
                  <a:lnTo>
                    <a:pt x="8889" y="450850"/>
                  </a:lnTo>
                  <a:lnTo>
                    <a:pt x="10160" y="449580"/>
                  </a:lnTo>
                  <a:close/>
                </a:path>
                <a:path w="454660" h="452119">
                  <a:moveTo>
                    <a:pt x="13970" y="445770"/>
                  </a:moveTo>
                  <a:lnTo>
                    <a:pt x="4111" y="445770"/>
                  </a:lnTo>
                  <a:lnTo>
                    <a:pt x="1567" y="448310"/>
                  </a:lnTo>
                  <a:lnTo>
                    <a:pt x="11429" y="448310"/>
                  </a:lnTo>
                  <a:lnTo>
                    <a:pt x="13970" y="445770"/>
                  </a:lnTo>
                  <a:close/>
                </a:path>
                <a:path w="454660" h="452119">
                  <a:moveTo>
                    <a:pt x="16510" y="443230"/>
                  </a:moveTo>
                  <a:lnTo>
                    <a:pt x="6656" y="443230"/>
                  </a:lnTo>
                  <a:lnTo>
                    <a:pt x="5384" y="444500"/>
                  </a:lnTo>
                  <a:lnTo>
                    <a:pt x="15239" y="444500"/>
                  </a:lnTo>
                  <a:lnTo>
                    <a:pt x="16510" y="443230"/>
                  </a:lnTo>
                  <a:close/>
                </a:path>
                <a:path w="454660" h="452119">
                  <a:moveTo>
                    <a:pt x="20320" y="439420"/>
                  </a:moveTo>
                  <a:lnTo>
                    <a:pt x="10472" y="439420"/>
                  </a:lnTo>
                  <a:lnTo>
                    <a:pt x="7928" y="441960"/>
                  </a:lnTo>
                  <a:lnTo>
                    <a:pt x="17779" y="441960"/>
                  </a:lnTo>
                  <a:lnTo>
                    <a:pt x="20320" y="439420"/>
                  </a:lnTo>
                  <a:close/>
                </a:path>
                <a:path w="454660" h="452119">
                  <a:moveTo>
                    <a:pt x="22860" y="436880"/>
                  </a:moveTo>
                  <a:lnTo>
                    <a:pt x="13016" y="436880"/>
                  </a:lnTo>
                  <a:lnTo>
                    <a:pt x="11744" y="438150"/>
                  </a:lnTo>
                  <a:lnTo>
                    <a:pt x="21589" y="438150"/>
                  </a:lnTo>
                  <a:lnTo>
                    <a:pt x="22860" y="436880"/>
                  </a:lnTo>
                  <a:close/>
                </a:path>
                <a:path w="454660" h="452119">
                  <a:moveTo>
                    <a:pt x="26670" y="433070"/>
                  </a:moveTo>
                  <a:lnTo>
                    <a:pt x="16833" y="433070"/>
                  </a:lnTo>
                  <a:lnTo>
                    <a:pt x="14289" y="435610"/>
                  </a:lnTo>
                  <a:lnTo>
                    <a:pt x="24129" y="435610"/>
                  </a:lnTo>
                  <a:lnTo>
                    <a:pt x="26670" y="433070"/>
                  </a:lnTo>
                  <a:close/>
                </a:path>
                <a:path w="454660" h="452119">
                  <a:moveTo>
                    <a:pt x="29210" y="430530"/>
                  </a:moveTo>
                  <a:lnTo>
                    <a:pt x="19377" y="430530"/>
                  </a:lnTo>
                  <a:lnTo>
                    <a:pt x="18105" y="431800"/>
                  </a:lnTo>
                  <a:lnTo>
                    <a:pt x="27940" y="431800"/>
                  </a:lnTo>
                  <a:lnTo>
                    <a:pt x="29210" y="430530"/>
                  </a:lnTo>
                  <a:close/>
                </a:path>
                <a:path w="454660" h="452119">
                  <a:moveTo>
                    <a:pt x="33020" y="426720"/>
                  </a:moveTo>
                  <a:lnTo>
                    <a:pt x="23194" y="426720"/>
                  </a:lnTo>
                  <a:lnTo>
                    <a:pt x="20649" y="429260"/>
                  </a:lnTo>
                  <a:lnTo>
                    <a:pt x="30479" y="429260"/>
                  </a:lnTo>
                  <a:lnTo>
                    <a:pt x="33020" y="426720"/>
                  </a:lnTo>
                  <a:close/>
                </a:path>
                <a:path w="454660" h="452119">
                  <a:moveTo>
                    <a:pt x="35560" y="424180"/>
                  </a:moveTo>
                  <a:lnTo>
                    <a:pt x="25738" y="424180"/>
                  </a:lnTo>
                  <a:lnTo>
                    <a:pt x="24466" y="425450"/>
                  </a:lnTo>
                  <a:lnTo>
                    <a:pt x="34290" y="425450"/>
                  </a:lnTo>
                  <a:lnTo>
                    <a:pt x="35560" y="424180"/>
                  </a:lnTo>
                  <a:close/>
                </a:path>
                <a:path w="454660" h="452119">
                  <a:moveTo>
                    <a:pt x="39370" y="420370"/>
                  </a:moveTo>
                  <a:lnTo>
                    <a:pt x="29554" y="420370"/>
                  </a:lnTo>
                  <a:lnTo>
                    <a:pt x="27010" y="422910"/>
                  </a:lnTo>
                  <a:lnTo>
                    <a:pt x="36829" y="422910"/>
                  </a:lnTo>
                  <a:lnTo>
                    <a:pt x="39370" y="420370"/>
                  </a:lnTo>
                  <a:close/>
                </a:path>
                <a:path w="454660" h="452119">
                  <a:moveTo>
                    <a:pt x="41910" y="417830"/>
                  </a:moveTo>
                  <a:lnTo>
                    <a:pt x="32099" y="417830"/>
                  </a:lnTo>
                  <a:lnTo>
                    <a:pt x="30827" y="419100"/>
                  </a:lnTo>
                  <a:lnTo>
                    <a:pt x="40639" y="419100"/>
                  </a:lnTo>
                  <a:lnTo>
                    <a:pt x="41910" y="417830"/>
                  </a:lnTo>
                  <a:close/>
                </a:path>
                <a:path w="454660" h="452119">
                  <a:moveTo>
                    <a:pt x="45720" y="414020"/>
                  </a:moveTo>
                  <a:lnTo>
                    <a:pt x="35915" y="414020"/>
                  </a:lnTo>
                  <a:lnTo>
                    <a:pt x="33371" y="416560"/>
                  </a:lnTo>
                  <a:lnTo>
                    <a:pt x="43180" y="416560"/>
                  </a:lnTo>
                  <a:lnTo>
                    <a:pt x="45720" y="414020"/>
                  </a:lnTo>
                  <a:close/>
                </a:path>
                <a:path w="454660" h="452119">
                  <a:moveTo>
                    <a:pt x="48260" y="411480"/>
                  </a:moveTo>
                  <a:lnTo>
                    <a:pt x="38460" y="411480"/>
                  </a:lnTo>
                  <a:lnTo>
                    <a:pt x="37187" y="412750"/>
                  </a:lnTo>
                  <a:lnTo>
                    <a:pt x="46989" y="412750"/>
                  </a:lnTo>
                  <a:lnTo>
                    <a:pt x="48260" y="411480"/>
                  </a:lnTo>
                  <a:close/>
                </a:path>
                <a:path w="454660" h="452119">
                  <a:moveTo>
                    <a:pt x="52070" y="407670"/>
                  </a:moveTo>
                  <a:lnTo>
                    <a:pt x="42276" y="407670"/>
                  </a:lnTo>
                  <a:lnTo>
                    <a:pt x="39732" y="410210"/>
                  </a:lnTo>
                  <a:lnTo>
                    <a:pt x="49529" y="410210"/>
                  </a:lnTo>
                  <a:lnTo>
                    <a:pt x="52070" y="407670"/>
                  </a:lnTo>
                  <a:close/>
                </a:path>
                <a:path w="454660" h="452119">
                  <a:moveTo>
                    <a:pt x="54610" y="405130"/>
                  </a:moveTo>
                  <a:lnTo>
                    <a:pt x="44820" y="405130"/>
                  </a:lnTo>
                  <a:lnTo>
                    <a:pt x="43548" y="406400"/>
                  </a:lnTo>
                  <a:lnTo>
                    <a:pt x="53339" y="406400"/>
                  </a:lnTo>
                  <a:lnTo>
                    <a:pt x="54610" y="405130"/>
                  </a:lnTo>
                  <a:close/>
                </a:path>
                <a:path w="454660" h="452119">
                  <a:moveTo>
                    <a:pt x="58420" y="401320"/>
                  </a:moveTo>
                  <a:lnTo>
                    <a:pt x="48637" y="401320"/>
                  </a:lnTo>
                  <a:lnTo>
                    <a:pt x="46093" y="403860"/>
                  </a:lnTo>
                  <a:lnTo>
                    <a:pt x="55879" y="403860"/>
                  </a:lnTo>
                  <a:lnTo>
                    <a:pt x="58420" y="401320"/>
                  </a:lnTo>
                  <a:close/>
                </a:path>
                <a:path w="454660" h="452119">
                  <a:moveTo>
                    <a:pt x="60960" y="398780"/>
                  </a:moveTo>
                  <a:lnTo>
                    <a:pt x="51181" y="398780"/>
                  </a:lnTo>
                  <a:lnTo>
                    <a:pt x="49909" y="400050"/>
                  </a:lnTo>
                  <a:lnTo>
                    <a:pt x="59689" y="400050"/>
                  </a:lnTo>
                  <a:lnTo>
                    <a:pt x="60960" y="398780"/>
                  </a:lnTo>
                  <a:close/>
                </a:path>
                <a:path w="454660" h="452119">
                  <a:moveTo>
                    <a:pt x="64770" y="394970"/>
                  </a:moveTo>
                  <a:lnTo>
                    <a:pt x="54998" y="394970"/>
                  </a:lnTo>
                  <a:lnTo>
                    <a:pt x="52453" y="397510"/>
                  </a:lnTo>
                  <a:lnTo>
                    <a:pt x="62229" y="397510"/>
                  </a:lnTo>
                  <a:lnTo>
                    <a:pt x="64770" y="394970"/>
                  </a:lnTo>
                  <a:close/>
                </a:path>
                <a:path w="454660" h="452119">
                  <a:moveTo>
                    <a:pt x="67310" y="392430"/>
                  </a:moveTo>
                  <a:lnTo>
                    <a:pt x="57542" y="392430"/>
                  </a:lnTo>
                  <a:lnTo>
                    <a:pt x="56270" y="393700"/>
                  </a:lnTo>
                  <a:lnTo>
                    <a:pt x="66039" y="393700"/>
                  </a:lnTo>
                  <a:lnTo>
                    <a:pt x="67310" y="392430"/>
                  </a:lnTo>
                  <a:close/>
                </a:path>
                <a:path w="454660" h="452119">
                  <a:moveTo>
                    <a:pt x="71120" y="388620"/>
                  </a:moveTo>
                  <a:lnTo>
                    <a:pt x="61358" y="388620"/>
                  </a:lnTo>
                  <a:lnTo>
                    <a:pt x="58814" y="391160"/>
                  </a:lnTo>
                  <a:lnTo>
                    <a:pt x="68579" y="391160"/>
                  </a:lnTo>
                  <a:lnTo>
                    <a:pt x="71120" y="388620"/>
                  </a:lnTo>
                  <a:close/>
                </a:path>
                <a:path w="454660" h="452119">
                  <a:moveTo>
                    <a:pt x="73660" y="386080"/>
                  </a:moveTo>
                  <a:lnTo>
                    <a:pt x="63903" y="386080"/>
                  </a:lnTo>
                  <a:lnTo>
                    <a:pt x="62631" y="387350"/>
                  </a:lnTo>
                  <a:lnTo>
                    <a:pt x="72390" y="387350"/>
                  </a:lnTo>
                  <a:lnTo>
                    <a:pt x="73660" y="386080"/>
                  </a:lnTo>
                  <a:close/>
                </a:path>
                <a:path w="454660" h="452119">
                  <a:moveTo>
                    <a:pt x="77470" y="382270"/>
                  </a:moveTo>
                  <a:lnTo>
                    <a:pt x="67719" y="382270"/>
                  </a:lnTo>
                  <a:lnTo>
                    <a:pt x="65175" y="384810"/>
                  </a:lnTo>
                  <a:lnTo>
                    <a:pt x="74930" y="384810"/>
                  </a:lnTo>
                  <a:lnTo>
                    <a:pt x="77470" y="382270"/>
                  </a:lnTo>
                  <a:close/>
                </a:path>
                <a:path w="454660" h="452119">
                  <a:moveTo>
                    <a:pt x="80010" y="379730"/>
                  </a:moveTo>
                  <a:lnTo>
                    <a:pt x="70263" y="379730"/>
                  </a:lnTo>
                  <a:lnTo>
                    <a:pt x="68991" y="381000"/>
                  </a:lnTo>
                  <a:lnTo>
                    <a:pt x="78739" y="381000"/>
                  </a:lnTo>
                  <a:lnTo>
                    <a:pt x="80010" y="379730"/>
                  </a:lnTo>
                  <a:close/>
                </a:path>
                <a:path w="454660" h="452119">
                  <a:moveTo>
                    <a:pt x="83820" y="375920"/>
                  </a:moveTo>
                  <a:lnTo>
                    <a:pt x="74080" y="375920"/>
                  </a:lnTo>
                  <a:lnTo>
                    <a:pt x="71536" y="378460"/>
                  </a:lnTo>
                  <a:lnTo>
                    <a:pt x="81279" y="378460"/>
                  </a:lnTo>
                  <a:lnTo>
                    <a:pt x="83820" y="375920"/>
                  </a:lnTo>
                  <a:close/>
                </a:path>
                <a:path w="454660" h="452119">
                  <a:moveTo>
                    <a:pt x="86360" y="373380"/>
                  </a:moveTo>
                  <a:lnTo>
                    <a:pt x="76624" y="373380"/>
                  </a:lnTo>
                  <a:lnTo>
                    <a:pt x="75352" y="374650"/>
                  </a:lnTo>
                  <a:lnTo>
                    <a:pt x="85089" y="374650"/>
                  </a:lnTo>
                  <a:lnTo>
                    <a:pt x="86360" y="373380"/>
                  </a:lnTo>
                  <a:close/>
                </a:path>
                <a:path w="454660" h="452119">
                  <a:moveTo>
                    <a:pt x="90170" y="369570"/>
                  </a:moveTo>
                  <a:lnTo>
                    <a:pt x="80441" y="369570"/>
                  </a:lnTo>
                  <a:lnTo>
                    <a:pt x="77896" y="372110"/>
                  </a:lnTo>
                  <a:lnTo>
                    <a:pt x="87629" y="372110"/>
                  </a:lnTo>
                  <a:lnTo>
                    <a:pt x="90170" y="369570"/>
                  </a:lnTo>
                  <a:close/>
                </a:path>
                <a:path w="454660" h="452119">
                  <a:moveTo>
                    <a:pt x="92710" y="367030"/>
                  </a:moveTo>
                  <a:lnTo>
                    <a:pt x="82985" y="367030"/>
                  </a:lnTo>
                  <a:lnTo>
                    <a:pt x="81713" y="368300"/>
                  </a:lnTo>
                  <a:lnTo>
                    <a:pt x="91439" y="368300"/>
                  </a:lnTo>
                  <a:lnTo>
                    <a:pt x="92710" y="367030"/>
                  </a:lnTo>
                  <a:close/>
                </a:path>
                <a:path w="454660" h="452119">
                  <a:moveTo>
                    <a:pt x="96520" y="363220"/>
                  </a:moveTo>
                  <a:lnTo>
                    <a:pt x="86802" y="363220"/>
                  </a:lnTo>
                  <a:lnTo>
                    <a:pt x="84257" y="365760"/>
                  </a:lnTo>
                  <a:lnTo>
                    <a:pt x="93979" y="365760"/>
                  </a:lnTo>
                  <a:lnTo>
                    <a:pt x="96520" y="363220"/>
                  </a:lnTo>
                  <a:close/>
                </a:path>
                <a:path w="454660" h="452119">
                  <a:moveTo>
                    <a:pt x="99060" y="360680"/>
                  </a:moveTo>
                  <a:lnTo>
                    <a:pt x="89346" y="360680"/>
                  </a:lnTo>
                  <a:lnTo>
                    <a:pt x="88074" y="361950"/>
                  </a:lnTo>
                  <a:lnTo>
                    <a:pt x="97789" y="361950"/>
                  </a:lnTo>
                  <a:lnTo>
                    <a:pt x="99060" y="360680"/>
                  </a:lnTo>
                  <a:close/>
                </a:path>
                <a:path w="454660" h="452119">
                  <a:moveTo>
                    <a:pt x="102870" y="356870"/>
                  </a:moveTo>
                  <a:lnTo>
                    <a:pt x="93162" y="356870"/>
                  </a:lnTo>
                  <a:lnTo>
                    <a:pt x="90618" y="359410"/>
                  </a:lnTo>
                  <a:lnTo>
                    <a:pt x="100330" y="359410"/>
                  </a:lnTo>
                  <a:lnTo>
                    <a:pt x="102870" y="356870"/>
                  </a:lnTo>
                  <a:close/>
                </a:path>
                <a:path w="454660" h="452119">
                  <a:moveTo>
                    <a:pt x="105410" y="354330"/>
                  </a:moveTo>
                  <a:lnTo>
                    <a:pt x="95707" y="354330"/>
                  </a:lnTo>
                  <a:lnTo>
                    <a:pt x="94434" y="355600"/>
                  </a:lnTo>
                  <a:lnTo>
                    <a:pt x="104139" y="355600"/>
                  </a:lnTo>
                  <a:lnTo>
                    <a:pt x="105410" y="354330"/>
                  </a:lnTo>
                  <a:close/>
                </a:path>
                <a:path w="454660" h="452119">
                  <a:moveTo>
                    <a:pt x="109220" y="350520"/>
                  </a:moveTo>
                  <a:lnTo>
                    <a:pt x="99523" y="350520"/>
                  </a:lnTo>
                  <a:lnTo>
                    <a:pt x="96979" y="353060"/>
                  </a:lnTo>
                  <a:lnTo>
                    <a:pt x="106679" y="353060"/>
                  </a:lnTo>
                  <a:lnTo>
                    <a:pt x="109220" y="350520"/>
                  </a:lnTo>
                  <a:close/>
                </a:path>
                <a:path w="454660" h="452119">
                  <a:moveTo>
                    <a:pt x="111760" y="347980"/>
                  </a:moveTo>
                  <a:lnTo>
                    <a:pt x="102067" y="347980"/>
                  </a:lnTo>
                  <a:lnTo>
                    <a:pt x="100795" y="349250"/>
                  </a:lnTo>
                  <a:lnTo>
                    <a:pt x="110490" y="349250"/>
                  </a:lnTo>
                  <a:lnTo>
                    <a:pt x="111760" y="347980"/>
                  </a:lnTo>
                  <a:close/>
                </a:path>
                <a:path w="454660" h="452119">
                  <a:moveTo>
                    <a:pt x="115570" y="344170"/>
                  </a:moveTo>
                  <a:lnTo>
                    <a:pt x="105884" y="344170"/>
                  </a:lnTo>
                  <a:lnTo>
                    <a:pt x="103340" y="346710"/>
                  </a:lnTo>
                  <a:lnTo>
                    <a:pt x="113030" y="346710"/>
                  </a:lnTo>
                  <a:lnTo>
                    <a:pt x="115570" y="344170"/>
                  </a:lnTo>
                  <a:close/>
                </a:path>
                <a:path w="454660" h="452119">
                  <a:moveTo>
                    <a:pt x="118110" y="341630"/>
                  </a:moveTo>
                  <a:lnTo>
                    <a:pt x="108428" y="341630"/>
                  </a:lnTo>
                  <a:lnTo>
                    <a:pt x="107156" y="342900"/>
                  </a:lnTo>
                  <a:lnTo>
                    <a:pt x="116839" y="342900"/>
                  </a:lnTo>
                  <a:lnTo>
                    <a:pt x="118110" y="341630"/>
                  </a:lnTo>
                  <a:close/>
                </a:path>
                <a:path w="454660" h="452119">
                  <a:moveTo>
                    <a:pt x="121920" y="337820"/>
                  </a:moveTo>
                  <a:lnTo>
                    <a:pt x="112245" y="337820"/>
                  </a:lnTo>
                  <a:lnTo>
                    <a:pt x="109700" y="340360"/>
                  </a:lnTo>
                  <a:lnTo>
                    <a:pt x="119379" y="340360"/>
                  </a:lnTo>
                  <a:lnTo>
                    <a:pt x="121920" y="337820"/>
                  </a:lnTo>
                  <a:close/>
                </a:path>
                <a:path w="454660" h="452119">
                  <a:moveTo>
                    <a:pt x="124460" y="335280"/>
                  </a:moveTo>
                  <a:lnTo>
                    <a:pt x="114789" y="335280"/>
                  </a:lnTo>
                  <a:lnTo>
                    <a:pt x="113517" y="336550"/>
                  </a:lnTo>
                  <a:lnTo>
                    <a:pt x="123189" y="336550"/>
                  </a:lnTo>
                  <a:lnTo>
                    <a:pt x="124460" y="335280"/>
                  </a:lnTo>
                  <a:close/>
                </a:path>
                <a:path w="454660" h="452119">
                  <a:moveTo>
                    <a:pt x="128270" y="331470"/>
                  </a:moveTo>
                  <a:lnTo>
                    <a:pt x="118605" y="331470"/>
                  </a:lnTo>
                  <a:lnTo>
                    <a:pt x="116061" y="334010"/>
                  </a:lnTo>
                  <a:lnTo>
                    <a:pt x="125729" y="334010"/>
                  </a:lnTo>
                  <a:lnTo>
                    <a:pt x="128270" y="331470"/>
                  </a:lnTo>
                  <a:close/>
                </a:path>
                <a:path w="454660" h="452119">
                  <a:moveTo>
                    <a:pt x="130810" y="328930"/>
                  </a:moveTo>
                  <a:lnTo>
                    <a:pt x="121150" y="328930"/>
                  </a:lnTo>
                  <a:lnTo>
                    <a:pt x="119878" y="330200"/>
                  </a:lnTo>
                  <a:lnTo>
                    <a:pt x="129539" y="330200"/>
                  </a:lnTo>
                  <a:lnTo>
                    <a:pt x="130810" y="328930"/>
                  </a:lnTo>
                  <a:close/>
                </a:path>
                <a:path w="454660" h="452119">
                  <a:moveTo>
                    <a:pt x="134620" y="325120"/>
                  </a:moveTo>
                  <a:lnTo>
                    <a:pt x="124966" y="325120"/>
                  </a:lnTo>
                  <a:lnTo>
                    <a:pt x="122422" y="327660"/>
                  </a:lnTo>
                  <a:lnTo>
                    <a:pt x="132079" y="327660"/>
                  </a:lnTo>
                  <a:lnTo>
                    <a:pt x="134620" y="325120"/>
                  </a:lnTo>
                  <a:close/>
                </a:path>
                <a:path w="454660" h="452119">
                  <a:moveTo>
                    <a:pt x="137160" y="322580"/>
                  </a:moveTo>
                  <a:lnTo>
                    <a:pt x="127511" y="322580"/>
                  </a:lnTo>
                  <a:lnTo>
                    <a:pt x="126238" y="323850"/>
                  </a:lnTo>
                  <a:lnTo>
                    <a:pt x="135890" y="323850"/>
                  </a:lnTo>
                  <a:lnTo>
                    <a:pt x="137160" y="322580"/>
                  </a:lnTo>
                  <a:close/>
                </a:path>
                <a:path w="454660" h="452119">
                  <a:moveTo>
                    <a:pt x="140970" y="318770"/>
                  </a:moveTo>
                  <a:lnTo>
                    <a:pt x="131327" y="318770"/>
                  </a:lnTo>
                  <a:lnTo>
                    <a:pt x="128783" y="321310"/>
                  </a:lnTo>
                  <a:lnTo>
                    <a:pt x="138430" y="321310"/>
                  </a:lnTo>
                  <a:lnTo>
                    <a:pt x="140970" y="318770"/>
                  </a:lnTo>
                  <a:close/>
                </a:path>
                <a:path w="454660" h="452119">
                  <a:moveTo>
                    <a:pt x="143510" y="316230"/>
                  </a:moveTo>
                  <a:lnTo>
                    <a:pt x="133871" y="316230"/>
                  </a:lnTo>
                  <a:lnTo>
                    <a:pt x="132599" y="317500"/>
                  </a:lnTo>
                  <a:lnTo>
                    <a:pt x="142240" y="317500"/>
                  </a:lnTo>
                  <a:lnTo>
                    <a:pt x="143510" y="316230"/>
                  </a:lnTo>
                  <a:close/>
                </a:path>
                <a:path w="454660" h="452119">
                  <a:moveTo>
                    <a:pt x="147320" y="312420"/>
                  </a:moveTo>
                  <a:lnTo>
                    <a:pt x="137688" y="312420"/>
                  </a:lnTo>
                  <a:lnTo>
                    <a:pt x="135143" y="314960"/>
                  </a:lnTo>
                  <a:lnTo>
                    <a:pt x="144779" y="314960"/>
                  </a:lnTo>
                  <a:lnTo>
                    <a:pt x="147320" y="312420"/>
                  </a:lnTo>
                  <a:close/>
                </a:path>
                <a:path w="454660" h="452119">
                  <a:moveTo>
                    <a:pt x="149860" y="309880"/>
                  </a:moveTo>
                  <a:lnTo>
                    <a:pt x="140232" y="309880"/>
                  </a:lnTo>
                  <a:lnTo>
                    <a:pt x="138960" y="311150"/>
                  </a:lnTo>
                  <a:lnTo>
                    <a:pt x="148590" y="311150"/>
                  </a:lnTo>
                  <a:lnTo>
                    <a:pt x="149860" y="309880"/>
                  </a:lnTo>
                  <a:close/>
                </a:path>
                <a:path w="454660" h="452119">
                  <a:moveTo>
                    <a:pt x="162560" y="297180"/>
                  </a:moveTo>
                  <a:lnTo>
                    <a:pt x="152954" y="297180"/>
                  </a:lnTo>
                  <a:lnTo>
                    <a:pt x="141504" y="308610"/>
                  </a:lnTo>
                  <a:lnTo>
                    <a:pt x="151129" y="308610"/>
                  </a:lnTo>
                  <a:lnTo>
                    <a:pt x="162560" y="297180"/>
                  </a:lnTo>
                  <a:close/>
                </a:path>
                <a:path w="454660" h="452119">
                  <a:moveTo>
                    <a:pt x="175260" y="284480"/>
                  </a:moveTo>
                  <a:lnTo>
                    <a:pt x="165675" y="284480"/>
                  </a:lnTo>
                  <a:lnTo>
                    <a:pt x="154226" y="295910"/>
                  </a:lnTo>
                  <a:lnTo>
                    <a:pt x="163829" y="295910"/>
                  </a:lnTo>
                  <a:lnTo>
                    <a:pt x="175260" y="284480"/>
                  </a:lnTo>
                  <a:close/>
                </a:path>
                <a:path w="454660" h="452119">
                  <a:moveTo>
                    <a:pt x="179070" y="280670"/>
                  </a:moveTo>
                  <a:lnTo>
                    <a:pt x="169492" y="280670"/>
                  </a:lnTo>
                  <a:lnTo>
                    <a:pt x="166947" y="283210"/>
                  </a:lnTo>
                  <a:lnTo>
                    <a:pt x="176530" y="283210"/>
                  </a:lnTo>
                  <a:lnTo>
                    <a:pt x="179070" y="280670"/>
                  </a:lnTo>
                  <a:close/>
                </a:path>
                <a:path w="454660" h="452119">
                  <a:moveTo>
                    <a:pt x="181610" y="278130"/>
                  </a:moveTo>
                  <a:lnTo>
                    <a:pt x="172036" y="278130"/>
                  </a:lnTo>
                  <a:lnTo>
                    <a:pt x="170764" y="279400"/>
                  </a:lnTo>
                  <a:lnTo>
                    <a:pt x="180339" y="279400"/>
                  </a:lnTo>
                  <a:lnTo>
                    <a:pt x="181610" y="278130"/>
                  </a:lnTo>
                  <a:close/>
                </a:path>
                <a:path w="454660" h="452119">
                  <a:moveTo>
                    <a:pt x="185420" y="274320"/>
                  </a:moveTo>
                  <a:lnTo>
                    <a:pt x="175852" y="274320"/>
                  </a:lnTo>
                  <a:lnTo>
                    <a:pt x="173308" y="276860"/>
                  </a:lnTo>
                  <a:lnTo>
                    <a:pt x="182880" y="276860"/>
                  </a:lnTo>
                  <a:lnTo>
                    <a:pt x="185420" y="274320"/>
                  </a:lnTo>
                  <a:close/>
                </a:path>
                <a:path w="454660" h="452119">
                  <a:moveTo>
                    <a:pt x="198120" y="261620"/>
                  </a:moveTo>
                  <a:lnTo>
                    <a:pt x="188574" y="261620"/>
                  </a:lnTo>
                  <a:lnTo>
                    <a:pt x="177125" y="273050"/>
                  </a:lnTo>
                  <a:lnTo>
                    <a:pt x="186689" y="273050"/>
                  </a:lnTo>
                  <a:lnTo>
                    <a:pt x="198120" y="261620"/>
                  </a:lnTo>
                  <a:close/>
                </a:path>
                <a:path w="454660" h="452119">
                  <a:moveTo>
                    <a:pt x="207010" y="252730"/>
                  </a:moveTo>
                  <a:lnTo>
                    <a:pt x="197479" y="252730"/>
                  </a:lnTo>
                  <a:lnTo>
                    <a:pt x="189846" y="260350"/>
                  </a:lnTo>
                  <a:lnTo>
                    <a:pt x="199390" y="260350"/>
                  </a:lnTo>
                  <a:lnTo>
                    <a:pt x="207010" y="252730"/>
                  </a:lnTo>
                  <a:close/>
                </a:path>
                <a:path w="454660" h="452119">
                  <a:moveTo>
                    <a:pt x="223520" y="236220"/>
                  </a:moveTo>
                  <a:lnTo>
                    <a:pt x="214017" y="236220"/>
                  </a:lnTo>
                  <a:lnTo>
                    <a:pt x="198751" y="251460"/>
                  </a:lnTo>
                  <a:lnTo>
                    <a:pt x="208280" y="251460"/>
                  </a:lnTo>
                  <a:lnTo>
                    <a:pt x="223520" y="236220"/>
                  </a:lnTo>
                  <a:close/>
                </a:path>
                <a:path w="454660" h="452119">
                  <a:moveTo>
                    <a:pt x="228600" y="231140"/>
                  </a:moveTo>
                  <a:lnTo>
                    <a:pt x="219106" y="231140"/>
                  </a:lnTo>
                  <a:lnTo>
                    <a:pt x="215289" y="234950"/>
                  </a:lnTo>
                  <a:lnTo>
                    <a:pt x="224790" y="234950"/>
                  </a:lnTo>
                  <a:lnTo>
                    <a:pt x="228600" y="231140"/>
                  </a:lnTo>
                  <a:close/>
                </a:path>
              </a:pathLst>
            </a:custGeom>
            <a:solidFill>
              <a:srgbClr val="A349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4">
              <a:extLst>
                <a:ext uri="{FF2B5EF4-FFF2-40B4-BE49-F238E27FC236}">
                  <a16:creationId xmlns:a16="http://schemas.microsoft.com/office/drawing/2014/main" id="{3EF9DD6D-DB1E-4CF3-B44C-201E4CED26CE}"/>
                </a:ext>
              </a:extLst>
            </p:cNvPr>
            <p:cNvSpPr/>
            <p:nvPr/>
          </p:nvSpPr>
          <p:spPr>
            <a:xfrm>
              <a:off x="2763520" y="2630169"/>
              <a:ext cx="454659" cy="449580"/>
            </a:xfrm>
            <a:custGeom>
              <a:avLst/>
              <a:gdLst/>
              <a:ahLst/>
              <a:cxnLst/>
              <a:rect l="l" t="t" r="r" b="b"/>
              <a:pathLst>
                <a:path w="454660" h="449580">
                  <a:moveTo>
                    <a:pt x="313690" y="143510"/>
                  </a:moveTo>
                  <a:lnTo>
                    <a:pt x="303530" y="143510"/>
                  </a:lnTo>
                  <a:lnTo>
                    <a:pt x="297180" y="149860"/>
                  </a:lnTo>
                  <a:lnTo>
                    <a:pt x="307340" y="149860"/>
                  </a:lnTo>
                  <a:lnTo>
                    <a:pt x="313690" y="143510"/>
                  </a:lnTo>
                  <a:close/>
                </a:path>
                <a:path w="454660" h="449580">
                  <a:moveTo>
                    <a:pt x="316230" y="140970"/>
                  </a:moveTo>
                  <a:lnTo>
                    <a:pt x="306070" y="140970"/>
                  </a:lnTo>
                  <a:lnTo>
                    <a:pt x="304800" y="142239"/>
                  </a:lnTo>
                  <a:lnTo>
                    <a:pt x="314960" y="142239"/>
                  </a:lnTo>
                  <a:lnTo>
                    <a:pt x="316230" y="140970"/>
                  </a:lnTo>
                  <a:close/>
                </a:path>
                <a:path w="454660" h="449580">
                  <a:moveTo>
                    <a:pt x="320040" y="137160"/>
                  </a:moveTo>
                  <a:lnTo>
                    <a:pt x="309880" y="137160"/>
                  </a:lnTo>
                  <a:lnTo>
                    <a:pt x="307340" y="139700"/>
                  </a:lnTo>
                  <a:lnTo>
                    <a:pt x="317500" y="139700"/>
                  </a:lnTo>
                  <a:lnTo>
                    <a:pt x="320040" y="137160"/>
                  </a:lnTo>
                  <a:close/>
                </a:path>
                <a:path w="454660" h="449580">
                  <a:moveTo>
                    <a:pt x="322580" y="134620"/>
                  </a:moveTo>
                  <a:lnTo>
                    <a:pt x="312420" y="134620"/>
                  </a:lnTo>
                  <a:lnTo>
                    <a:pt x="311150" y="135889"/>
                  </a:lnTo>
                  <a:lnTo>
                    <a:pt x="321310" y="135889"/>
                  </a:lnTo>
                  <a:lnTo>
                    <a:pt x="322580" y="134620"/>
                  </a:lnTo>
                  <a:close/>
                </a:path>
                <a:path w="454660" h="449580">
                  <a:moveTo>
                    <a:pt x="326390" y="130810"/>
                  </a:moveTo>
                  <a:lnTo>
                    <a:pt x="316230" y="130810"/>
                  </a:lnTo>
                  <a:lnTo>
                    <a:pt x="313690" y="133350"/>
                  </a:lnTo>
                  <a:lnTo>
                    <a:pt x="323850" y="133350"/>
                  </a:lnTo>
                  <a:lnTo>
                    <a:pt x="326390" y="130810"/>
                  </a:lnTo>
                  <a:close/>
                </a:path>
                <a:path w="454660" h="449580">
                  <a:moveTo>
                    <a:pt x="328930" y="128270"/>
                  </a:moveTo>
                  <a:lnTo>
                    <a:pt x="318770" y="128270"/>
                  </a:lnTo>
                  <a:lnTo>
                    <a:pt x="317500" y="129539"/>
                  </a:lnTo>
                  <a:lnTo>
                    <a:pt x="327660" y="129539"/>
                  </a:lnTo>
                  <a:lnTo>
                    <a:pt x="328930" y="128270"/>
                  </a:lnTo>
                  <a:close/>
                </a:path>
                <a:path w="454660" h="449580">
                  <a:moveTo>
                    <a:pt x="341630" y="115570"/>
                  </a:moveTo>
                  <a:lnTo>
                    <a:pt x="331470" y="115570"/>
                  </a:lnTo>
                  <a:lnTo>
                    <a:pt x="320040" y="127000"/>
                  </a:lnTo>
                  <a:lnTo>
                    <a:pt x="330200" y="127000"/>
                  </a:lnTo>
                  <a:lnTo>
                    <a:pt x="341630" y="115570"/>
                  </a:lnTo>
                  <a:close/>
                </a:path>
                <a:path w="454660" h="449580">
                  <a:moveTo>
                    <a:pt x="354330" y="102870"/>
                  </a:moveTo>
                  <a:lnTo>
                    <a:pt x="344170" y="102870"/>
                  </a:lnTo>
                  <a:lnTo>
                    <a:pt x="332740" y="114300"/>
                  </a:lnTo>
                  <a:lnTo>
                    <a:pt x="342900" y="114300"/>
                  </a:lnTo>
                  <a:lnTo>
                    <a:pt x="354330" y="102870"/>
                  </a:lnTo>
                  <a:close/>
                </a:path>
                <a:path w="454660" h="449580">
                  <a:moveTo>
                    <a:pt x="358140" y="99060"/>
                  </a:moveTo>
                  <a:lnTo>
                    <a:pt x="347980" y="99060"/>
                  </a:lnTo>
                  <a:lnTo>
                    <a:pt x="345440" y="101600"/>
                  </a:lnTo>
                  <a:lnTo>
                    <a:pt x="355600" y="101600"/>
                  </a:lnTo>
                  <a:lnTo>
                    <a:pt x="358140" y="99060"/>
                  </a:lnTo>
                  <a:close/>
                </a:path>
                <a:path w="454660" h="449580">
                  <a:moveTo>
                    <a:pt x="360680" y="96520"/>
                  </a:moveTo>
                  <a:lnTo>
                    <a:pt x="350520" y="96520"/>
                  </a:lnTo>
                  <a:lnTo>
                    <a:pt x="349250" y="97789"/>
                  </a:lnTo>
                  <a:lnTo>
                    <a:pt x="359410" y="97789"/>
                  </a:lnTo>
                  <a:lnTo>
                    <a:pt x="360680" y="96520"/>
                  </a:lnTo>
                  <a:close/>
                </a:path>
                <a:path w="454660" h="449580">
                  <a:moveTo>
                    <a:pt x="364490" y="92710"/>
                  </a:moveTo>
                  <a:lnTo>
                    <a:pt x="354330" y="92710"/>
                  </a:lnTo>
                  <a:lnTo>
                    <a:pt x="351790" y="95250"/>
                  </a:lnTo>
                  <a:lnTo>
                    <a:pt x="361950" y="95250"/>
                  </a:lnTo>
                  <a:lnTo>
                    <a:pt x="364490" y="92710"/>
                  </a:lnTo>
                  <a:close/>
                </a:path>
                <a:path w="454660" h="449580">
                  <a:moveTo>
                    <a:pt x="367030" y="90170"/>
                  </a:moveTo>
                  <a:lnTo>
                    <a:pt x="356870" y="90170"/>
                  </a:lnTo>
                  <a:lnTo>
                    <a:pt x="355600" y="91439"/>
                  </a:lnTo>
                  <a:lnTo>
                    <a:pt x="365760" y="91439"/>
                  </a:lnTo>
                  <a:lnTo>
                    <a:pt x="367030" y="90170"/>
                  </a:lnTo>
                  <a:close/>
                </a:path>
                <a:path w="454660" h="449580">
                  <a:moveTo>
                    <a:pt x="370840" y="86360"/>
                  </a:moveTo>
                  <a:lnTo>
                    <a:pt x="360680" y="86360"/>
                  </a:lnTo>
                  <a:lnTo>
                    <a:pt x="358140" y="88900"/>
                  </a:lnTo>
                  <a:lnTo>
                    <a:pt x="368300" y="88900"/>
                  </a:lnTo>
                  <a:lnTo>
                    <a:pt x="370840" y="86360"/>
                  </a:lnTo>
                  <a:close/>
                </a:path>
                <a:path w="454660" h="449580">
                  <a:moveTo>
                    <a:pt x="373380" y="83820"/>
                  </a:moveTo>
                  <a:lnTo>
                    <a:pt x="363220" y="83820"/>
                  </a:lnTo>
                  <a:lnTo>
                    <a:pt x="361950" y="85089"/>
                  </a:lnTo>
                  <a:lnTo>
                    <a:pt x="372110" y="85089"/>
                  </a:lnTo>
                  <a:lnTo>
                    <a:pt x="373380" y="83820"/>
                  </a:lnTo>
                  <a:close/>
                </a:path>
                <a:path w="454660" h="449580">
                  <a:moveTo>
                    <a:pt x="377190" y="80010"/>
                  </a:moveTo>
                  <a:lnTo>
                    <a:pt x="367030" y="80010"/>
                  </a:lnTo>
                  <a:lnTo>
                    <a:pt x="364490" y="82550"/>
                  </a:lnTo>
                  <a:lnTo>
                    <a:pt x="374650" y="82550"/>
                  </a:lnTo>
                  <a:lnTo>
                    <a:pt x="377190" y="80010"/>
                  </a:lnTo>
                  <a:close/>
                </a:path>
                <a:path w="454660" h="449580">
                  <a:moveTo>
                    <a:pt x="379730" y="77470"/>
                  </a:moveTo>
                  <a:lnTo>
                    <a:pt x="369570" y="77470"/>
                  </a:lnTo>
                  <a:lnTo>
                    <a:pt x="368300" y="78739"/>
                  </a:lnTo>
                  <a:lnTo>
                    <a:pt x="378460" y="78739"/>
                  </a:lnTo>
                  <a:lnTo>
                    <a:pt x="379730" y="77470"/>
                  </a:lnTo>
                  <a:close/>
                </a:path>
                <a:path w="454660" h="449580">
                  <a:moveTo>
                    <a:pt x="383540" y="73660"/>
                  </a:moveTo>
                  <a:lnTo>
                    <a:pt x="373380" y="73660"/>
                  </a:lnTo>
                  <a:lnTo>
                    <a:pt x="370840" y="76200"/>
                  </a:lnTo>
                  <a:lnTo>
                    <a:pt x="381000" y="76200"/>
                  </a:lnTo>
                  <a:lnTo>
                    <a:pt x="383540" y="73660"/>
                  </a:lnTo>
                  <a:close/>
                </a:path>
                <a:path w="454660" h="449580">
                  <a:moveTo>
                    <a:pt x="386080" y="71120"/>
                  </a:moveTo>
                  <a:lnTo>
                    <a:pt x="375920" y="71120"/>
                  </a:lnTo>
                  <a:lnTo>
                    <a:pt x="374650" y="72389"/>
                  </a:lnTo>
                  <a:lnTo>
                    <a:pt x="384810" y="72389"/>
                  </a:lnTo>
                  <a:lnTo>
                    <a:pt x="386080" y="71120"/>
                  </a:lnTo>
                  <a:close/>
                </a:path>
                <a:path w="454660" h="449580">
                  <a:moveTo>
                    <a:pt x="389890" y="67310"/>
                  </a:moveTo>
                  <a:lnTo>
                    <a:pt x="379730" y="67310"/>
                  </a:lnTo>
                  <a:lnTo>
                    <a:pt x="377190" y="69850"/>
                  </a:lnTo>
                  <a:lnTo>
                    <a:pt x="387350" y="69850"/>
                  </a:lnTo>
                  <a:lnTo>
                    <a:pt x="389890" y="67310"/>
                  </a:lnTo>
                  <a:close/>
                </a:path>
                <a:path w="454660" h="449580">
                  <a:moveTo>
                    <a:pt x="392430" y="64770"/>
                  </a:moveTo>
                  <a:lnTo>
                    <a:pt x="382270" y="64770"/>
                  </a:lnTo>
                  <a:lnTo>
                    <a:pt x="381000" y="66039"/>
                  </a:lnTo>
                  <a:lnTo>
                    <a:pt x="391160" y="66039"/>
                  </a:lnTo>
                  <a:lnTo>
                    <a:pt x="392430" y="64770"/>
                  </a:lnTo>
                  <a:close/>
                </a:path>
                <a:path w="454660" h="449580">
                  <a:moveTo>
                    <a:pt x="396240" y="60960"/>
                  </a:moveTo>
                  <a:lnTo>
                    <a:pt x="386080" y="60960"/>
                  </a:lnTo>
                  <a:lnTo>
                    <a:pt x="383540" y="63500"/>
                  </a:lnTo>
                  <a:lnTo>
                    <a:pt x="393700" y="63500"/>
                  </a:lnTo>
                  <a:lnTo>
                    <a:pt x="396240" y="60960"/>
                  </a:lnTo>
                  <a:close/>
                </a:path>
                <a:path w="454660" h="449580">
                  <a:moveTo>
                    <a:pt x="398780" y="58420"/>
                  </a:moveTo>
                  <a:lnTo>
                    <a:pt x="388620" y="58420"/>
                  </a:lnTo>
                  <a:lnTo>
                    <a:pt x="387350" y="59689"/>
                  </a:lnTo>
                  <a:lnTo>
                    <a:pt x="397510" y="59689"/>
                  </a:lnTo>
                  <a:lnTo>
                    <a:pt x="398780" y="58420"/>
                  </a:lnTo>
                  <a:close/>
                </a:path>
                <a:path w="454660" h="449580">
                  <a:moveTo>
                    <a:pt x="402590" y="54610"/>
                  </a:moveTo>
                  <a:lnTo>
                    <a:pt x="392430" y="54610"/>
                  </a:lnTo>
                  <a:lnTo>
                    <a:pt x="389890" y="57150"/>
                  </a:lnTo>
                  <a:lnTo>
                    <a:pt x="400050" y="57150"/>
                  </a:lnTo>
                  <a:lnTo>
                    <a:pt x="402590" y="54610"/>
                  </a:lnTo>
                  <a:close/>
                </a:path>
                <a:path w="454660" h="449580">
                  <a:moveTo>
                    <a:pt x="405130" y="52070"/>
                  </a:moveTo>
                  <a:lnTo>
                    <a:pt x="394970" y="52070"/>
                  </a:lnTo>
                  <a:lnTo>
                    <a:pt x="393700" y="53339"/>
                  </a:lnTo>
                  <a:lnTo>
                    <a:pt x="403860" y="53339"/>
                  </a:lnTo>
                  <a:lnTo>
                    <a:pt x="405130" y="52070"/>
                  </a:lnTo>
                  <a:close/>
                </a:path>
                <a:path w="454660" h="449580">
                  <a:moveTo>
                    <a:pt x="408940" y="48260"/>
                  </a:moveTo>
                  <a:lnTo>
                    <a:pt x="398780" y="48260"/>
                  </a:lnTo>
                  <a:lnTo>
                    <a:pt x="396240" y="50800"/>
                  </a:lnTo>
                  <a:lnTo>
                    <a:pt x="406400" y="50800"/>
                  </a:lnTo>
                  <a:lnTo>
                    <a:pt x="408940" y="48260"/>
                  </a:lnTo>
                  <a:close/>
                </a:path>
                <a:path w="454660" h="449580">
                  <a:moveTo>
                    <a:pt x="411480" y="45720"/>
                  </a:moveTo>
                  <a:lnTo>
                    <a:pt x="401320" y="45720"/>
                  </a:lnTo>
                  <a:lnTo>
                    <a:pt x="400050" y="46989"/>
                  </a:lnTo>
                  <a:lnTo>
                    <a:pt x="410210" y="46989"/>
                  </a:lnTo>
                  <a:lnTo>
                    <a:pt x="411480" y="45720"/>
                  </a:lnTo>
                  <a:close/>
                </a:path>
                <a:path w="454660" h="449580">
                  <a:moveTo>
                    <a:pt x="415290" y="41910"/>
                  </a:moveTo>
                  <a:lnTo>
                    <a:pt x="405130" y="41910"/>
                  </a:lnTo>
                  <a:lnTo>
                    <a:pt x="402590" y="44450"/>
                  </a:lnTo>
                  <a:lnTo>
                    <a:pt x="412750" y="44450"/>
                  </a:lnTo>
                  <a:lnTo>
                    <a:pt x="415290" y="41910"/>
                  </a:lnTo>
                  <a:close/>
                </a:path>
                <a:path w="454660" h="449580">
                  <a:moveTo>
                    <a:pt x="417830" y="39370"/>
                  </a:moveTo>
                  <a:lnTo>
                    <a:pt x="407670" y="39370"/>
                  </a:lnTo>
                  <a:lnTo>
                    <a:pt x="406400" y="40639"/>
                  </a:lnTo>
                  <a:lnTo>
                    <a:pt x="416560" y="40639"/>
                  </a:lnTo>
                  <a:lnTo>
                    <a:pt x="417830" y="39370"/>
                  </a:lnTo>
                  <a:close/>
                </a:path>
                <a:path w="454660" h="449580">
                  <a:moveTo>
                    <a:pt x="421640" y="35560"/>
                  </a:moveTo>
                  <a:lnTo>
                    <a:pt x="411480" y="35560"/>
                  </a:lnTo>
                  <a:lnTo>
                    <a:pt x="408940" y="38100"/>
                  </a:lnTo>
                  <a:lnTo>
                    <a:pt x="419100" y="38100"/>
                  </a:lnTo>
                  <a:lnTo>
                    <a:pt x="421640" y="35560"/>
                  </a:lnTo>
                  <a:close/>
                </a:path>
                <a:path w="454660" h="449580">
                  <a:moveTo>
                    <a:pt x="424180" y="33020"/>
                  </a:moveTo>
                  <a:lnTo>
                    <a:pt x="414020" y="33020"/>
                  </a:lnTo>
                  <a:lnTo>
                    <a:pt x="412750" y="34289"/>
                  </a:lnTo>
                  <a:lnTo>
                    <a:pt x="422910" y="34289"/>
                  </a:lnTo>
                  <a:lnTo>
                    <a:pt x="424180" y="33020"/>
                  </a:lnTo>
                  <a:close/>
                </a:path>
                <a:path w="454660" h="449580">
                  <a:moveTo>
                    <a:pt x="427990" y="29210"/>
                  </a:moveTo>
                  <a:lnTo>
                    <a:pt x="417830" y="29210"/>
                  </a:lnTo>
                  <a:lnTo>
                    <a:pt x="415290" y="31750"/>
                  </a:lnTo>
                  <a:lnTo>
                    <a:pt x="425450" y="31750"/>
                  </a:lnTo>
                  <a:lnTo>
                    <a:pt x="427990" y="29210"/>
                  </a:lnTo>
                  <a:close/>
                </a:path>
                <a:path w="454660" h="449580">
                  <a:moveTo>
                    <a:pt x="430530" y="26670"/>
                  </a:moveTo>
                  <a:lnTo>
                    <a:pt x="420370" y="26670"/>
                  </a:lnTo>
                  <a:lnTo>
                    <a:pt x="419100" y="27939"/>
                  </a:lnTo>
                  <a:lnTo>
                    <a:pt x="429260" y="27939"/>
                  </a:lnTo>
                  <a:lnTo>
                    <a:pt x="430530" y="26670"/>
                  </a:lnTo>
                  <a:close/>
                </a:path>
                <a:path w="454660" h="449580">
                  <a:moveTo>
                    <a:pt x="434340" y="22860"/>
                  </a:moveTo>
                  <a:lnTo>
                    <a:pt x="424180" y="22860"/>
                  </a:lnTo>
                  <a:lnTo>
                    <a:pt x="421640" y="25400"/>
                  </a:lnTo>
                  <a:lnTo>
                    <a:pt x="431800" y="25400"/>
                  </a:lnTo>
                  <a:lnTo>
                    <a:pt x="434340" y="22860"/>
                  </a:lnTo>
                  <a:close/>
                </a:path>
                <a:path w="454660" h="449580">
                  <a:moveTo>
                    <a:pt x="436880" y="20320"/>
                  </a:moveTo>
                  <a:lnTo>
                    <a:pt x="426720" y="20320"/>
                  </a:lnTo>
                  <a:lnTo>
                    <a:pt x="425450" y="21589"/>
                  </a:lnTo>
                  <a:lnTo>
                    <a:pt x="435610" y="21589"/>
                  </a:lnTo>
                  <a:lnTo>
                    <a:pt x="436880" y="20320"/>
                  </a:lnTo>
                  <a:close/>
                </a:path>
                <a:path w="454660" h="449580">
                  <a:moveTo>
                    <a:pt x="440690" y="16510"/>
                  </a:moveTo>
                  <a:lnTo>
                    <a:pt x="430530" y="16510"/>
                  </a:lnTo>
                  <a:lnTo>
                    <a:pt x="427990" y="19050"/>
                  </a:lnTo>
                  <a:lnTo>
                    <a:pt x="438150" y="19050"/>
                  </a:lnTo>
                  <a:lnTo>
                    <a:pt x="440690" y="16510"/>
                  </a:lnTo>
                  <a:close/>
                </a:path>
                <a:path w="454660" h="449580">
                  <a:moveTo>
                    <a:pt x="443230" y="13970"/>
                  </a:moveTo>
                  <a:lnTo>
                    <a:pt x="433070" y="13970"/>
                  </a:lnTo>
                  <a:lnTo>
                    <a:pt x="431800" y="15239"/>
                  </a:lnTo>
                  <a:lnTo>
                    <a:pt x="441960" y="15239"/>
                  </a:lnTo>
                  <a:lnTo>
                    <a:pt x="443230" y="13970"/>
                  </a:lnTo>
                  <a:close/>
                </a:path>
                <a:path w="454660" h="449580">
                  <a:moveTo>
                    <a:pt x="447040" y="10160"/>
                  </a:moveTo>
                  <a:lnTo>
                    <a:pt x="436880" y="10160"/>
                  </a:lnTo>
                  <a:lnTo>
                    <a:pt x="434340" y="12700"/>
                  </a:lnTo>
                  <a:lnTo>
                    <a:pt x="444500" y="12700"/>
                  </a:lnTo>
                  <a:lnTo>
                    <a:pt x="447040" y="10160"/>
                  </a:lnTo>
                  <a:close/>
                </a:path>
                <a:path w="454660" h="449580">
                  <a:moveTo>
                    <a:pt x="449580" y="7620"/>
                  </a:moveTo>
                  <a:lnTo>
                    <a:pt x="439420" y="7620"/>
                  </a:lnTo>
                  <a:lnTo>
                    <a:pt x="438150" y="8889"/>
                  </a:lnTo>
                  <a:lnTo>
                    <a:pt x="448310" y="8889"/>
                  </a:lnTo>
                  <a:lnTo>
                    <a:pt x="449580" y="7620"/>
                  </a:lnTo>
                  <a:close/>
                </a:path>
                <a:path w="454660" h="449580">
                  <a:moveTo>
                    <a:pt x="453390" y="3810"/>
                  </a:moveTo>
                  <a:lnTo>
                    <a:pt x="443230" y="3810"/>
                  </a:lnTo>
                  <a:lnTo>
                    <a:pt x="440690" y="6350"/>
                  </a:lnTo>
                  <a:lnTo>
                    <a:pt x="450850" y="6350"/>
                  </a:lnTo>
                  <a:lnTo>
                    <a:pt x="453390" y="3810"/>
                  </a:lnTo>
                  <a:close/>
                </a:path>
                <a:path w="454660" h="449580">
                  <a:moveTo>
                    <a:pt x="454660" y="2539"/>
                  </a:moveTo>
                  <a:lnTo>
                    <a:pt x="453390" y="2539"/>
                  </a:lnTo>
                  <a:lnTo>
                    <a:pt x="453390" y="3810"/>
                  </a:lnTo>
                  <a:lnTo>
                    <a:pt x="454660" y="2539"/>
                  </a:lnTo>
                  <a:close/>
                </a:path>
                <a:path w="454660" h="449580">
                  <a:moveTo>
                    <a:pt x="450850" y="0"/>
                  </a:moveTo>
                  <a:lnTo>
                    <a:pt x="448309" y="0"/>
                  </a:lnTo>
                  <a:lnTo>
                    <a:pt x="448309" y="1270"/>
                  </a:lnTo>
                  <a:lnTo>
                    <a:pt x="445770" y="1270"/>
                  </a:lnTo>
                  <a:lnTo>
                    <a:pt x="444500" y="2539"/>
                  </a:lnTo>
                  <a:lnTo>
                    <a:pt x="450850" y="2539"/>
                  </a:lnTo>
                  <a:lnTo>
                    <a:pt x="450850" y="0"/>
                  </a:lnTo>
                  <a:close/>
                </a:path>
                <a:path w="454660" h="449580">
                  <a:moveTo>
                    <a:pt x="307339" y="149860"/>
                  </a:moveTo>
                  <a:lnTo>
                    <a:pt x="297180" y="149860"/>
                  </a:lnTo>
                  <a:lnTo>
                    <a:pt x="271780" y="175260"/>
                  </a:lnTo>
                  <a:lnTo>
                    <a:pt x="281940" y="175260"/>
                  </a:lnTo>
                  <a:lnTo>
                    <a:pt x="307339" y="149860"/>
                  </a:lnTo>
                  <a:close/>
                </a:path>
                <a:path w="454660" h="449580">
                  <a:moveTo>
                    <a:pt x="281939" y="175260"/>
                  </a:moveTo>
                  <a:lnTo>
                    <a:pt x="271780" y="175260"/>
                  </a:lnTo>
                  <a:lnTo>
                    <a:pt x="220980" y="226060"/>
                  </a:lnTo>
                  <a:lnTo>
                    <a:pt x="231140" y="226060"/>
                  </a:lnTo>
                  <a:lnTo>
                    <a:pt x="281939" y="175260"/>
                  </a:lnTo>
                  <a:close/>
                </a:path>
                <a:path w="454660" h="449580">
                  <a:moveTo>
                    <a:pt x="8890" y="448310"/>
                  </a:moveTo>
                  <a:lnTo>
                    <a:pt x="2540" y="448310"/>
                  </a:lnTo>
                  <a:lnTo>
                    <a:pt x="2540" y="449580"/>
                  </a:lnTo>
                  <a:lnTo>
                    <a:pt x="7619" y="449580"/>
                  </a:lnTo>
                  <a:lnTo>
                    <a:pt x="8890" y="448310"/>
                  </a:lnTo>
                  <a:close/>
                </a:path>
                <a:path w="454660" h="449580">
                  <a:moveTo>
                    <a:pt x="11430" y="445770"/>
                  </a:moveTo>
                  <a:lnTo>
                    <a:pt x="1270" y="445770"/>
                  </a:lnTo>
                  <a:lnTo>
                    <a:pt x="0" y="447040"/>
                  </a:lnTo>
                  <a:lnTo>
                    <a:pt x="10159" y="447040"/>
                  </a:lnTo>
                  <a:lnTo>
                    <a:pt x="11430" y="445770"/>
                  </a:lnTo>
                  <a:close/>
                </a:path>
                <a:path w="454660" h="449580">
                  <a:moveTo>
                    <a:pt x="15240" y="441960"/>
                  </a:moveTo>
                  <a:lnTo>
                    <a:pt x="5080" y="441960"/>
                  </a:lnTo>
                  <a:lnTo>
                    <a:pt x="2539" y="444500"/>
                  </a:lnTo>
                  <a:lnTo>
                    <a:pt x="12699" y="444500"/>
                  </a:lnTo>
                  <a:lnTo>
                    <a:pt x="15240" y="441960"/>
                  </a:lnTo>
                  <a:close/>
                </a:path>
                <a:path w="454660" h="449580">
                  <a:moveTo>
                    <a:pt x="17780" y="439420"/>
                  </a:moveTo>
                  <a:lnTo>
                    <a:pt x="7620" y="439420"/>
                  </a:lnTo>
                  <a:lnTo>
                    <a:pt x="6350" y="440690"/>
                  </a:lnTo>
                  <a:lnTo>
                    <a:pt x="16509" y="440690"/>
                  </a:lnTo>
                  <a:lnTo>
                    <a:pt x="17780" y="439420"/>
                  </a:lnTo>
                  <a:close/>
                </a:path>
                <a:path w="454660" h="449580">
                  <a:moveTo>
                    <a:pt x="21590" y="435610"/>
                  </a:moveTo>
                  <a:lnTo>
                    <a:pt x="11430" y="435610"/>
                  </a:lnTo>
                  <a:lnTo>
                    <a:pt x="8889" y="438150"/>
                  </a:lnTo>
                  <a:lnTo>
                    <a:pt x="19049" y="438150"/>
                  </a:lnTo>
                  <a:lnTo>
                    <a:pt x="21590" y="435610"/>
                  </a:lnTo>
                  <a:close/>
                </a:path>
                <a:path w="454660" h="449580">
                  <a:moveTo>
                    <a:pt x="24130" y="433070"/>
                  </a:moveTo>
                  <a:lnTo>
                    <a:pt x="13970" y="433070"/>
                  </a:lnTo>
                  <a:lnTo>
                    <a:pt x="12700" y="434340"/>
                  </a:lnTo>
                  <a:lnTo>
                    <a:pt x="22859" y="434340"/>
                  </a:lnTo>
                  <a:lnTo>
                    <a:pt x="24130" y="433070"/>
                  </a:lnTo>
                  <a:close/>
                </a:path>
                <a:path w="454660" h="449580">
                  <a:moveTo>
                    <a:pt x="27940" y="429260"/>
                  </a:moveTo>
                  <a:lnTo>
                    <a:pt x="17780" y="429260"/>
                  </a:lnTo>
                  <a:lnTo>
                    <a:pt x="15239" y="431800"/>
                  </a:lnTo>
                  <a:lnTo>
                    <a:pt x="25399" y="431800"/>
                  </a:lnTo>
                  <a:lnTo>
                    <a:pt x="27940" y="429260"/>
                  </a:lnTo>
                  <a:close/>
                </a:path>
                <a:path w="454660" h="449580">
                  <a:moveTo>
                    <a:pt x="30480" y="426720"/>
                  </a:moveTo>
                  <a:lnTo>
                    <a:pt x="20320" y="426720"/>
                  </a:lnTo>
                  <a:lnTo>
                    <a:pt x="19050" y="427990"/>
                  </a:lnTo>
                  <a:lnTo>
                    <a:pt x="29209" y="427990"/>
                  </a:lnTo>
                  <a:lnTo>
                    <a:pt x="30480" y="426720"/>
                  </a:lnTo>
                  <a:close/>
                </a:path>
                <a:path w="454660" h="449580">
                  <a:moveTo>
                    <a:pt x="34290" y="422910"/>
                  </a:moveTo>
                  <a:lnTo>
                    <a:pt x="24130" y="422910"/>
                  </a:lnTo>
                  <a:lnTo>
                    <a:pt x="21589" y="425450"/>
                  </a:lnTo>
                  <a:lnTo>
                    <a:pt x="31749" y="425450"/>
                  </a:lnTo>
                  <a:lnTo>
                    <a:pt x="34290" y="422910"/>
                  </a:lnTo>
                  <a:close/>
                </a:path>
                <a:path w="454660" h="449580">
                  <a:moveTo>
                    <a:pt x="36830" y="420370"/>
                  </a:moveTo>
                  <a:lnTo>
                    <a:pt x="26670" y="420370"/>
                  </a:lnTo>
                  <a:lnTo>
                    <a:pt x="25400" y="421640"/>
                  </a:lnTo>
                  <a:lnTo>
                    <a:pt x="35559" y="421640"/>
                  </a:lnTo>
                  <a:lnTo>
                    <a:pt x="36830" y="420370"/>
                  </a:lnTo>
                  <a:close/>
                </a:path>
                <a:path w="454660" h="449580">
                  <a:moveTo>
                    <a:pt x="40640" y="416560"/>
                  </a:moveTo>
                  <a:lnTo>
                    <a:pt x="30480" y="416560"/>
                  </a:lnTo>
                  <a:lnTo>
                    <a:pt x="27939" y="419100"/>
                  </a:lnTo>
                  <a:lnTo>
                    <a:pt x="38099" y="419100"/>
                  </a:lnTo>
                  <a:lnTo>
                    <a:pt x="40640" y="416560"/>
                  </a:lnTo>
                  <a:close/>
                </a:path>
                <a:path w="454660" h="449580">
                  <a:moveTo>
                    <a:pt x="43180" y="414020"/>
                  </a:moveTo>
                  <a:lnTo>
                    <a:pt x="33020" y="414020"/>
                  </a:lnTo>
                  <a:lnTo>
                    <a:pt x="31750" y="415290"/>
                  </a:lnTo>
                  <a:lnTo>
                    <a:pt x="41909" y="415290"/>
                  </a:lnTo>
                  <a:lnTo>
                    <a:pt x="43180" y="414020"/>
                  </a:lnTo>
                  <a:close/>
                </a:path>
                <a:path w="454660" h="449580">
                  <a:moveTo>
                    <a:pt x="46990" y="410210"/>
                  </a:moveTo>
                  <a:lnTo>
                    <a:pt x="36830" y="410210"/>
                  </a:lnTo>
                  <a:lnTo>
                    <a:pt x="34289" y="412750"/>
                  </a:lnTo>
                  <a:lnTo>
                    <a:pt x="44449" y="412750"/>
                  </a:lnTo>
                  <a:lnTo>
                    <a:pt x="46990" y="410210"/>
                  </a:lnTo>
                  <a:close/>
                </a:path>
                <a:path w="454660" h="449580">
                  <a:moveTo>
                    <a:pt x="49530" y="407670"/>
                  </a:moveTo>
                  <a:lnTo>
                    <a:pt x="39370" y="407670"/>
                  </a:lnTo>
                  <a:lnTo>
                    <a:pt x="38100" y="408940"/>
                  </a:lnTo>
                  <a:lnTo>
                    <a:pt x="48259" y="408940"/>
                  </a:lnTo>
                  <a:lnTo>
                    <a:pt x="49530" y="407670"/>
                  </a:lnTo>
                  <a:close/>
                </a:path>
                <a:path w="454660" h="449580">
                  <a:moveTo>
                    <a:pt x="53340" y="403860"/>
                  </a:moveTo>
                  <a:lnTo>
                    <a:pt x="43180" y="403860"/>
                  </a:lnTo>
                  <a:lnTo>
                    <a:pt x="40639" y="406400"/>
                  </a:lnTo>
                  <a:lnTo>
                    <a:pt x="50799" y="406400"/>
                  </a:lnTo>
                  <a:lnTo>
                    <a:pt x="53340" y="403860"/>
                  </a:lnTo>
                  <a:close/>
                </a:path>
                <a:path w="454660" h="449580">
                  <a:moveTo>
                    <a:pt x="55880" y="401320"/>
                  </a:moveTo>
                  <a:lnTo>
                    <a:pt x="45720" y="401320"/>
                  </a:lnTo>
                  <a:lnTo>
                    <a:pt x="44450" y="402590"/>
                  </a:lnTo>
                  <a:lnTo>
                    <a:pt x="54609" y="402590"/>
                  </a:lnTo>
                  <a:lnTo>
                    <a:pt x="55880" y="401320"/>
                  </a:lnTo>
                  <a:close/>
                </a:path>
                <a:path w="454660" h="449580">
                  <a:moveTo>
                    <a:pt x="59690" y="397510"/>
                  </a:moveTo>
                  <a:lnTo>
                    <a:pt x="49530" y="397510"/>
                  </a:lnTo>
                  <a:lnTo>
                    <a:pt x="46989" y="400050"/>
                  </a:lnTo>
                  <a:lnTo>
                    <a:pt x="57149" y="400050"/>
                  </a:lnTo>
                  <a:lnTo>
                    <a:pt x="59690" y="397510"/>
                  </a:lnTo>
                  <a:close/>
                </a:path>
                <a:path w="454660" h="449580">
                  <a:moveTo>
                    <a:pt x="62230" y="394970"/>
                  </a:moveTo>
                  <a:lnTo>
                    <a:pt x="52070" y="394970"/>
                  </a:lnTo>
                  <a:lnTo>
                    <a:pt x="50800" y="396240"/>
                  </a:lnTo>
                  <a:lnTo>
                    <a:pt x="60959" y="396240"/>
                  </a:lnTo>
                  <a:lnTo>
                    <a:pt x="62230" y="394970"/>
                  </a:lnTo>
                  <a:close/>
                </a:path>
                <a:path w="454660" h="449580">
                  <a:moveTo>
                    <a:pt x="66040" y="391160"/>
                  </a:moveTo>
                  <a:lnTo>
                    <a:pt x="55880" y="391160"/>
                  </a:lnTo>
                  <a:lnTo>
                    <a:pt x="53339" y="393700"/>
                  </a:lnTo>
                  <a:lnTo>
                    <a:pt x="63499" y="393700"/>
                  </a:lnTo>
                  <a:lnTo>
                    <a:pt x="66040" y="391160"/>
                  </a:lnTo>
                  <a:close/>
                </a:path>
                <a:path w="454660" h="449580">
                  <a:moveTo>
                    <a:pt x="68580" y="388620"/>
                  </a:moveTo>
                  <a:lnTo>
                    <a:pt x="58420" y="388620"/>
                  </a:lnTo>
                  <a:lnTo>
                    <a:pt x="57150" y="389890"/>
                  </a:lnTo>
                  <a:lnTo>
                    <a:pt x="67309" y="389890"/>
                  </a:lnTo>
                  <a:lnTo>
                    <a:pt x="68580" y="388620"/>
                  </a:lnTo>
                  <a:close/>
                </a:path>
                <a:path w="454660" h="449580">
                  <a:moveTo>
                    <a:pt x="72390" y="384810"/>
                  </a:moveTo>
                  <a:lnTo>
                    <a:pt x="62230" y="384810"/>
                  </a:lnTo>
                  <a:lnTo>
                    <a:pt x="59689" y="387350"/>
                  </a:lnTo>
                  <a:lnTo>
                    <a:pt x="69849" y="387350"/>
                  </a:lnTo>
                  <a:lnTo>
                    <a:pt x="72390" y="384810"/>
                  </a:lnTo>
                  <a:close/>
                </a:path>
                <a:path w="454660" h="449580">
                  <a:moveTo>
                    <a:pt x="74930" y="382270"/>
                  </a:moveTo>
                  <a:lnTo>
                    <a:pt x="64770" y="382270"/>
                  </a:lnTo>
                  <a:lnTo>
                    <a:pt x="63500" y="383540"/>
                  </a:lnTo>
                  <a:lnTo>
                    <a:pt x="73659" y="383540"/>
                  </a:lnTo>
                  <a:lnTo>
                    <a:pt x="74930" y="382270"/>
                  </a:lnTo>
                  <a:close/>
                </a:path>
                <a:path w="454660" h="449580">
                  <a:moveTo>
                    <a:pt x="78740" y="378460"/>
                  </a:moveTo>
                  <a:lnTo>
                    <a:pt x="68580" y="378460"/>
                  </a:lnTo>
                  <a:lnTo>
                    <a:pt x="66039" y="381000"/>
                  </a:lnTo>
                  <a:lnTo>
                    <a:pt x="76199" y="381000"/>
                  </a:lnTo>
                  <a:lnTo>
                    <a:pt x="78740" y="378460"/>
                  </a:lnTo>
                  <a:close/>
                </a:path>
                <a:path w="454660" h="449580">
                  <a:moveTo>
                    <a:pt x="81280" y="375920"/>
                  </a:moveTo>
                  <a:lnTo>
                    <a:pt x="71120" y="375920"/>
                  </a:lnTo>
                  <a:lnTo>
                    <a:pt x="69850" y="377190"/>
                  </a:lnTo>
                  <a:lnTo>
                    <a:pt x="80009" y="377190"/>
                  </a:lnTo>
                  <a:lnTo>
                    <a:pt x="81280" y="375920"/>
                  </a:lnTo>
                  <a:close/>
                </a:path>
                <a:path w="454660" h="449580">
                  <a:moveTo>
                    <a:pt x="85090" y="372110"/>
                  </a:moveTo>
                  <a:lnTo>
                    <a:pt x="74930" y="372110"/>
                  </a:lnTo>
                  <a:lnTo>
                    <a:pt x="72389" y="374650"/>
                  </a:lnTo>
                  <a:lnTo>
                    <a:pt x="82549" y="374650"/>
                  </a:lnTo>
                  <a:lnTo>
                    <a:pt x="85090" y="372110"/>
                  </a:lnTo>
                  <a:close/>
                </a:path>
                <a:path w="454660" h="449580">
                  <a:moveTo>
                    <a:pt x="87630" y="369570"/>
                  </a:moveTo>
                  <a:lnTo>
                    <a:pt x="77470" y="369570"/>
                  </a:lnTo>
                  <a:lnTo>
                    <a:pt x="76200" y="370840"/>
                  </a:lnTo>
                  <a:lnTo>
                    <a:pt x="86359" y="370840"/>
                  </a:lnTo>
                  <a:lnTo>
                    <a:pt x="87630" y="369570"/>
                  </a:lnTo>
                  <a:close/>
                </a:path>
                <a:path w="454660" h="449580">
                  <a:moveTo>
                    <a:pt x="91440" y="365760"/>
                  </a:moveTo>
                  <a:lnTo>
                    <a:pt x="81280" y="365760"/>
                  </a:lnTo>
                  <a:lnTo>
                    <a:pt x="78739" y="368300"/>
                  </a:lnTo>
                  <a:lnTo>
                    <a:pt x="88899" y="368300"/>
                  </a:lnTo>
                  <a:lnTo>
                    <a:pt x="91440" y="365760"/>
                  </a:lnTo>
                  <a:close/>
                </a:path>
                <a:path w="454660" h="449580">
                  <a:moveTo>
                    <a:pt x="93980" y="363220"/>
                  </a:moveTo>
                  <a:lnTo>
                    <a:pt x="83820" y="363220"/>
                  </a:lnTo>
                  <a:lnTo>
                    <a:pt x="82550" y="364490"/>
                  </a:lnTo>
                  <a:lnTo>
                    <a:pt x="92709" y="364490"/>
                  </a:lnTo>
                  <a:lnTo>
                    <a:pt x="93980" y="363220"/>
                  </a:lnTo>
                  <a:close/>
                </a:path>
                <a:path w="454660" h="449580">
                  <a:moveTo>
                    <a:pt x="97790" y="359410"/>
                  </a:moveTo>
                  <a:lnTo>
                    <a:pt x="87630" y="359410"/>
                  </a:lnTo>
                  <a:lnTo>
                    <a:pt x="85089" y="361950"/>
                  </a:lnTo>
                  <a:lnTo>
                    <a:pt x="95249" y="361950"/>
                  </a:lnTo>
                  <a:lnTo>
                    <a:pt x="97790" y="359410"/>
                  </a:lnTo>
                  <a:close/>
                </a:path>
                <a:path w="454660" h="449580">
                  <a:moveTo>
                    <a:pt x="100330" y="356870"/>
                  </a:moveTo>
                  <a:lnTo>
                    <a:pt x="90170" y="356870"/>
                  </a:lnTo>
                  <a:lnTo>
                    <a:pt x="88900" y="358140"/>
                  </a:lnTo>
                  <a:lnTo>
                    <a:pt x="99059" y="358140"/>
                  </a:lnTo>
                  <a:lnTo>
                    <a:pt x="100330" y="356870"/>
                  </a:lnTo>
                  <a:close/>
                </a:path>
                <a:path w="454660" h="449580">
                  <a:moveTo>
                    <a:pt x="104140" y="353060"/>
                  </a:moveTo>
                  <a:lnTo>
                    <a:pt x="93980" y="353060"/>
                  </a:lnTo>
                  <a:lnTo>
                    <a:pt x="91439" y="355600"/>
                  </a:lnTo>
                  <a:lnTo>
                    <a:pt x="101599" y="355600"/>
                  </a:lnTo>
                  <a:lnTo>
                    <a:pt x="104140" y="353060"/>
                  </a:lnTo>
                  <a:close/>
                </a:path>
                <a:path w="454660" h="449580">
                  <a:moveTo>
                    <a:pt x="106680" y="350520"/>
                  </a:moveTo>
                  <a:lnTo>
                    <a:pt x="96520" y="350520"/>
                  </a:lnTo>
                  <a:lnTo>
                    <a:pt x="95250" y="351790"/>
                  </a:lnTo>
                  <a:lnTo>
                    <a:pt x="105409" y="351790"/>
                  </a:lnTo>
                  <a:lnTo>
                    <a:pt x="106680" y="350520"/>
                  </a:lnTo>
                  <a:close/>
                </a:path>
                <a:path w="454660" h="449580">
                  <a:moveTo>
                    <a:pt x="110490" y="346710"/>
                  </a:moveTo>
                  <a:lnTo>
                    <a:pt x="100330" y="346710"/>
                  </a:lnTo>
                  <a:lnTo>
                    <a:pt x="97789" y="349250"/>
                  </a:lnTo>
                  <a:lnTo>
                    <a:pt x="107949" y="349250"/>
                  </a:lnTo>
                  <a:lnTo>
                    <a:pt x="110490" y="346710"/>
                  </a:lnTo>
                  <a:close/>
                </a:path>
                <a:path w="454660" h="449580">
                  <a:moveTo>
                    <a:pt x="113030" y="344170"/>
                  </a:moveTo>
                  <a:lnTo>
                    <a:pt x="102870" y="344170"/>
                  </a:lnTo>
                  <a:lnTo>
                    <a:pt x="101600" y="345440"/>
                  </a:lnTo>
                  <a:lnTo>
                    <a:pt x="111759" y="345440"/>
                  </a:lnTo>
                  <a:lnTo>
                    <a:pt x="113030" y="344170"/>
                  </a:lnTo>
                  <a:close/>
                </a:path>
                <a:path w="454660" h="449580">
                  <a:moveTo>
                    <a:pt x="116840" y="340360"/>
                  </a:moveTo>
                  <a:lnTo>
                    <a:pt x="106680" y="340360"/>
                  </a:lnTo>
                  <a:lnTo>
                    <a:pt x="104140" y="342900"/>
                  </a:lnTo>
                  <a:lnTo>
                    <a:pt x="114299" y="342900"/>
                  </a:lnTo>
                  <a:lnTo>
                    <a:pt x="116840" y="340360"/>
                  </a:lnTo>
                  <a:close/>
                </a:path>
                <a:path w="454660" h="449580">
                  <a:moveTo>
                    <a:pt x="119380" y="337820"/>
                  </a:moveTo>
                  <a:lnTo>
                    <a:pt x="109220" y="337820"/>
                  </a:lnTo>
                  <a:lnTo>
                    <a:pt x="107950" y="339090"/>
                  </a:lnTo>
                  <a:lnTo>
                    <a:pt x="118109" y="339090"/>
                  </a:lnTo>
                  <a:lnTo>
                    <a:pt x="119380" y="337820"/>
                  </a:lnTo>
                  <a:close/>
                </a:path>
                <a:path w="454660" h="449580">
                  <a:moveTo>
                    <a:pt x="123190" y="334010"/>
                  </a:moveTo>
                  <a:lnTo>
                    <a:pt x="113030" y="334010"/>
                  </a:lnTo>
                  <a:lnTo>
                    <a:pt x="110489" y="336550"/>
                  </a:lnTo>
                  <a:lnTo>
                    <a:pt x="120649" y="336550"/>
                  </a:lnTo>
                  <a:lnTo>
                    <a:pt x="123190" y="334010"/>
                  </a:lnTo>
                  <a:close/>
                </a:path>
                <a:path w="454660" h="449580">
                  <a:moveTo>
                    <a:pt x="125730" y="331470"/>
                  </a:moveTo>
                  <a:lnTo>
                    <a:pt x="115570" y="331470"/>
                  </a:lnTo>
                  <a:lnTo>
                    <a:pt x="114300" y="332740"/>
                  </a:lnTo>
                  <a:lnTo>
                    <a:pt x="124459" y="332740"/>
                  </a:lnTo>
                  <a:lnTo>
                    <a:pt x="125730" y="331470"/>
                  </a:lnTo>
                  <a:close/>
                </a:path>
                <a:path w="454660" h="449580">
                  <a:moveTo>
                    <a:pt x="129540" y="327660"/>
                  </a:moveTo>
                  <a:lnTo>
                    <a:pt x="119380" y="327660"/>
                  </a:lnTo>
                  <a:lnTo>
                    <a:pt x="116840" y="330200"/>
                  </a:lnTo>
                  <a:lnTo>
                    <a:pt x="126999" y="330200"/>
                  </a:lnTo>
                  <a:lnTo>
                    <a:pt x="129540" y="327660"/>
                  </a:lnTo>
                  <a:close/>
                </a:path>
                <a:path w="454660" h="449580">
                  <a:moveTo>
                    <a:pt x="132080" y="325120"/>
                  </a:moveTo>
                  <a:lnTo>
                    <a:pt x="121920" y="325120"/>
                  </a:lnTo>
                  <a:lnTo>
                    <a:pt x="120650" y="326390"/>
                  </a:lnTo>
                  <a:lnTo>
                    <a:pt x="130809" y="326390"/>
                  </a:lnTo>
                  <a:lnTo>
                    <a:pt x="132080" y="325120"/>
                  </a:lnTo>
                  <a:close/>
                </a:path>
                <a:path w="454660" h="449580">
                  <a:moveTo>
                    <a:pt x="135890" y="321310"/>
                  </a:moveTo>
                  <a:lnTo>
                    <a:pt x="125730" y="321310"/>
                  </a:lnTo>
                  <a:lnTo>
                    <a:pt x="123190" y="323850"/>
                  </a:lnTo>
                  <a:lnTo>
                    <a:pt x="133349" y="323850"/>
                  </a:lnTo>
                  <a:lnTo>
                    <a:pt x="135890" y="321310"/>
                  </a:lnTo>
                  <a:close/>
                </a:path>
                <a:path w="454660" h="449580">
                  <a:moveTo>
                    <a:pt x="138430" y="318770"/>
                  </a:moveTo>
                  <a:lnTo>
                    <a:pt x="128270" y="318770"/>
                  </a:lnTo>
                  <a:lnTo>
                    <a:pt x="127000" y="320040"/>
                  </a:lnTo>
                  <a:lnTo>
                    <a:pt x="137159" y="320040"/>
                  </a:lnTo>
                  <a:lnTo>
                    <a:pt x="138430" y="318770"/>
                  </a:lnTo>
                  <a:close/>
                </a:path>
                <a:path w="454660" h="449580">
                  <a:moveTo>
                    <a:pt x="142240" y="314960"/>
                  </a:moveTo>
                  <a:lnTo>
                    <a:pt x="132080" y="314960"/>
                  </a:lnTo>
                  <a:lnTo>
                    <a:pt x="129539" y="317500"/>
                  </a:lnTo>
                  <a:lnTo>
                    <a:pt x="139699" y="317500"/>
                  </a:lnTo>
                  <a:lnTo>
                    <a:pt x="142240" y="314960"/>
                  </a:lnTo>
                  <a:close/>
                </a:path>
                <a:path w="454660" h="449580">
                  <a:moveTo>
                    <a:pt x="144780" y="312420"/>
                  </a:moveTo>
                  <a:lnTo>
                    <a:pt x="134620" y="312420"/>
                  </a:lnTo>
                  <a:lnTo>
                    <a:pt x="133350" y="313690"/>
                  </a:lnTo>
                  <a:lnTo>
                    <a:pt x="143509" y="313690"/>
                  </a:lnTo>
                  <a:lnTo>
                    <a:pt x="144780" y="312420"/>
                  </a:lnTo>
                  <a:close/>
                </a:path>
                <a:path w="454660" h="449580">
                  <a:moveTo>
                    <a:pt x="148590" y="308610"/>
                  </a:moveTo>
                  <a:lnTo>
                    <a:pt x="138430" y="308610"/>
                  </a:lnTo>
                  <a:lnTo>
                    <a:pt x="135890" y="311150"/>
                  </a:lnTo>
                  <a:lnTo>
                    <a:pt x="146049" y="311150"/>
                  </a:lnTo>
                  <a:lnTo>
                    <a:pt x="148590" y="308610"/>
                  </a:lnTo>
                  <a:close/>
                </a:path>
                <a:path w="454660" h="449580">
                  <a:moveTo>
                    <a:pt x="151130" y="306070"/>
                  </a:moveTo>
                  <a:lnTo>
                    <a:pt x="140970" y="306070"/>
                  </a:lnTo>
                  <a:lnTo>
                    <a:pt x="139700" y="307340"/>
                  </a:lnTo>
                  <a:lnTo>
                    <a:pt x="149859" y="307340"/>
                  </a:lnTo>
                  <a:lnTo>
                    <a:pt x="151130" y="306070"/>
                  </a:lnTo>
                  <a:close/>
                </a:path>
                <a:path w="454660" h="449580">
                  <a:moveTo>
                    <a:pt x="163830" y="293370"/>
                  </a:moveTo>
                  <a:lnTo>
                    <a:pt x="153670" y="293370"/>
                  </a:lnTo>
                  <a:lnTo>
                    <a:pt x="142240" y="304800"/>
                  </a:lnTo>
                  <a:lnTo>
                    <a:pt x="152399" y="304800"/>
                  </a:lnTo>
                  <a:lnTo>
                    <a:pt x="163830" y="293370"/>
                  </a:lnTo>
                  <a:close/>
                </a:path>
                <a:path w="454660" h="449580">
                  <a:moveTo>
                    <a:pt x="176530" y="280670"/>
                  </a:moveTo>
                  <a:lnTo>
                    <a:pt x="166370" y="280670"/>
                  </a:lnTo>
                  <a:lnTo>
                    <a:pt x="154940" y="292100"/>
                  </a:lnTo>
                  <a:lnTo>
                    <a:pt x="165099" y="292100"/>
                  </a:lnTo>
                  <a:lnTo>
                    <a:pt x="176530" y="280670"/>
                  </a:lnTo>
                  <a:close/>
                </a:path>
                <a:path w="454660" h="449580">
                  <a:moveTo>
                    <a:pt x="180340" y="276860"/>
                  </a:moveTo>
                  <a:lnTo>
                    <a:pt x="170180" y="276860"/>
                  </a:lnTo>
                  <a:lnTo>
                    <a:pt x="167640" y="279400"/>
                  </a:lnTo>
                  <a:lnTo>
                    <a:pt x="177799" y="279400"/>
                  </a:lnTo>
                  <a:lnTo>
                    <a:pt x="180340" y="276860"/>
                  </a:lnTo>
                  <a:close/>
                </a:path>
                <a:path w="454660" h="449580">
                  <a:moveTo>
                    <a:pt x="182880" y="274320"/>
                  </a:moveTo>
                  <a:lnTo>
                    <a:pt x="172720" y="274320"/>
                  </a:lnTo>
                  <a:lnTo>
                    <a:pt x="171450" y="275590"/>
                  </a:lnTo>
                  <a:lnTo>
                    <a:pt x="181609" y="275590"/>
                  </a:lnTo>
                  <a:lnTo>
                    <a:pt x="182880" y="274320"/>
                  </a:lnTo>
                  <a:close/>
                </a:path>
                <a:path w="454660" h="449580">
                  <a:moveTo>
                    <a:pt x="186690" y="270510"/>
                  </a:moveTo>
                  <a:lnTo>
                    <a:pt x="176530" y="270510"/>
                  </a:lnTo>
                  <a:lnTo>
                    <a:pt x="173990" y="273050"/>
                  </a:lnTo>
                  <a:lnTo>
                    <a:pt x="184149" y="273050"/>
                  </a:lnTo>
                  <a:lnTo>
                    <a:pt x="186690" y="270510"/>
                  </a:lnTo>
                  <a:close/>
                </a:path>
                <a:path w="454660" h="449580">
                  <a:moveTo>
                    <a:pt x="199390" y="257810"/>
                  </a:moveTo>
                  <a:lnTo>
                    <a:pt x="189230" y="257810"/>
                  </a:lnTo>
                  <a:lnTo>
                    <a:pt x="177800" y="269240"/>
                  </a:lnTo>
                  <a:lnTo>
                    <a:pt x="187959" y="269240"/>
                  </a:lnTo>
                  <a:lnTo>
                    <a:pt x="199390" y="257810"/>
                  </a:lnTo>
                  <a:close/>
                </a:path>
                <a:path w="454660" h="449580">
                  <a:moveTo>
                    <a:pt x="208280" y="248920"/>
                  </a:moveTo>
                  <a:lnTo>
                    <a:pt x="198120" y="248920"/>
                  </a:lnTo>
                  <a:lnTo>
                    <a:pt x="190500" y="256540"/>
                  </a:lnTo>
                  <a:lnTo>
                    <a:pt x="200659" y="256540"/>
                  </a:lnTo>
                  <a:lnTo>
                    <a:pt x="208280" y="248920"/>
                  </a:lnTo>
                  <a:close/>
                </a:path>
                <a:path w="454660" h="449580">
                  <a:moveTo>
                    <a:pt x="224790" y="232410"/>
                  </a:moveTo>
                  <a:lnTo>
                    <a:pt x="214630" y="232410"/>
                  </a:lnTo>
                  <a:lnTo>
                    <a:pt x="199389" y="247650"/>
                  </a:lnTo>
                  <a:lnTo>
                    <a:pt x="209549" y="247650"/>
                  </a:lnTo>
                  <a:lnTo>
                    <a:pt x="224790" y="232410"/>
                  </a:lnTo>
                  <a:close/>
                </a:path>
                <a:path w="454660" h="449580">
                  <a:moveTo>
                    <a:pt x="229869" y="227330"/>
                  </a:moveTo>
                  <a:lnTo>
                    <a:pt x="219710" y="227330"/>
                  </a:lnTo>
                  <a:lnTo>
                    <a:pt x="215900" y="231140"/>
                  </a:lnTo>
                  <a:lnTo>
                    <a:pt x="226059" y="231140"/>
                  </a:lnTo>
                  <a:lnTo>
                    <a:pt x="229869" y="227330"/>
                  </a:lnTo>
                  <a:close/>
                </a:path>
              </a:pathLst>
            </a:custGeom>
            <a:solidFill>
              <a:srgbClr val="A44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5">
              <a:extLst>
                <a:ext uri="{FF2B5EF4-FFF2-40B4-BE49-F238E27FC236}">
                  <a16:creationId xmlns:a16="http://schemas.microsoft.com/office/drawing/2014/main" id="{66462AB8-B59A-A861-8906-27793C98B548}"/>
                </a:ext>
              </a:extLst>
            </p:cNvPr>
            <p:cNvSpPr/>
            <p:nvPr/>
          </p:nvSpPr>
          <p:spPr>
            <a:xfrm>
              <a:off x="2771140" y="2632709"/>
              <a:ext cx="453390" cy="448309"/>
            </a:xfrm>
            <a:custGeom>
              <a:avLst/>
              <a:gdLst/>
              <a:ahLst/>
              <a:cxnLst/>
              <a:rect l="l" t="t" r="r" b="b"/>
              <a:pathLst>
                <a:path w="453389" h="448310">
                  <a:moveTo>
                    <a:pt x="316230" y="140970"/>
                  </a:moveTo>
                  <a:lnTo>
                    <a:pt x="306070" y="140970"/>
                  </a:lnTo>
                  <a:lnTo>
                    <a:pt x="299720" y="147320"/>
                  </a:lnTo>
                  <a:lnTo>
                    <a:pt x="309880" y="147320"/>
                  </a:lnTo>
                  <a:lnTo>
                    <a:pt x="316230" y="140970"/>
                  </a:lnTo>
                  <a:close/>
                </a:path>
                <a:path w="453389" h="448310">
                  <a:moveTo>
                    <a:pt x="318770" y="138430"/>
                  </a:moveTo>
                  <a:lnTo>
                    <a:pt x="308610" y="138430"/>
                  </a:lnTo>
                  <a:lnTo>
                    <a:pt x="307340" y="139700"/>
                  </a:lnTo>
                  <a:lnTo>
                    <a:pt x="317500" y="139700"/>
                  </a:lnTo>
                  <a:lnTo>
                    <a:pt x="318770" y="138430"/>
                  </a:lnTo>
                  <a:close/>
                </a:path>
                <a:path w="453389" h="448310">
                  <a:moveTo>
                    <a:pt x="322580" y="134620"/>
                  </a:moveTo>
                  <a:lnTo>
                    <a:pt x="312420" y="134620"/>
                  </a:lnTo>
                  <a:lnTo>
                    <a:pt x="309880" y="137160"/>
                  </a:lnTo>
                  <a:lnTo>
                    <a:pt x="320040" y="137160"/>
                  </a:lnTo>
                  <a:lnTo>
                    <a:pt x="322580" y="134620"/>
                  </a:lnTo>
                  <a:close/>
                </a:path>
                <a:path w="453389" h="448310">
                  <a:moveTo>
                    <a:pt x="325120" y="132080"/>
                  </a:moveTo>
                  <a:lnTo>
                    <a:pt x="314960" y="132080"/>
                  </a:lnTo>
                  <a:lnTo>
                    <a:pt x="313690" y="133350"/>
                  </a:lnTo>
                  <a:lnTo>
                    <a:pt x="323850" y="133350"/>
                  </a:lnTo>
                  <a:lnTo>
                    <a:pt x="325120" y="132080"/>
                  </a:lnTo>
                  <a:close/>
                </a:path>
                <a:path w="453389" h="448310">
                  <a:moveTo>
                    <a:pt x="328930" y="128270"/>
                  </a:moveTo>
                  <a:lnTo>
                    <a:pt x="318770" y="128270"/>
                  </a:lnTo>
                  <a:lnTo>
                    <a:pt x="316230" y="130810"/>
                  </a:lnTo>
                  <a:lnTo>
                    <a:pt x="326390" y="130810"/>
                  </a:lnTo>
                  <a:lnTo>
                    <a:pt x="328930" y="128270"/>
                  </a:lnTo>
                  <a:close/>
                </a:path>
                <a:path w="453389" h="448310">
                  <a:moveTo>
                    <a:pt x="331470" y="125730"/>
                  </a:moveTo>
                  <a:lnTo>
                    <a:pt x="321310" y="125730"/>
                  </a:lnTo>
                  <a:lnTo>
                    <a:pt x="320040" y="127000"/>
                  </a:lnTo>
                  <a:lnTo>
                    <a:pt x="330200" y="127000"/>
                  </a:lnTo>
                  <a:lnTo>
                    <a:pt x="331470" y="125730"/>
                  </a:lnTo>
                  <a:close/>
                </a:path>
                <a:path w="453389" h="448310">
                  <a:moveTo>
                    <a:pt x="344170" y="113030"/>
                  </a:moveTo>
                  <a:lnTo>
                    <a:pt x="334010" y="113030"/>
                  </a:lnTo>
                  <a:lnTo>
                    <a:pt x="322580" y="124460"/>
                  </a:lnTo>
                  <a:lnTo>
                    <a:pt x="332740" y="124460"/>
                  </a:lnTo>
                  <a:lnTo>
                    <a:pt x="344170" y="113030"/>
                  </a:lnTo>
                  <a:close/>
                </a:path>
                <a:path w="453389" h="448310">
                  <a:moveTo>
                    <a:pt x="356870" y="100330"/>
                  </a:moveTo>
                  <a:lnTo>
                    <a:pt x="346710" y="100330"/>
                  </a:lnTo>
                  <a:lnTo>
                    <a:pt x="335280" y="111760"/>
                  </a:lnTo>
                  <a:lnTo>
                    <a:pt x="345440" y="111760"/>
                  </a:lnTo>
                  <a:lnTo>
                    <a:pt x="356870" y="100330"/>
                  </a:lnTo>
                  <a:close/>
                </a:path>
                <a:path w="453389" h="448310">
                  <a:moveTo>
                    <a:pt x="360680" y="96520"/>
                  </a:moveTo>
                  <a:lnTo>
                    <a:pt x="350520" y="96520"/>
                  </a:lnTo>
                  <a:lnTo>
                    <a:pt x="347980" y="99060"/>
                  </a:lnTo>
                  <a:lnTo>
                    <a:pt x="358140" y="99060"/>
                  </a:lnTo>
                  <a:lnTo>
                    <a:pt x="360680" y="96520"/>
                  </a:lnTo>
                  <a:close/>
                </a:path>
                <a:path w="453389" h="448310">
                  <a:moveTo>
                    <a:pt x="363220" y="93980"/>
                  </a:moveTo>
                  <a:lnTo>
                    <a:pt x="353060" y="93980"/>
                  </a:lnTo>
                  <a:lnTo>
                    <a:pt x="351790" y="95250"/>
                  </a:lnTo>
                  <a:lnTo>
                    <a:pt x="361950" y="95250"/>
                  </a:lnTo>
                  <a:lnTo>
                    <a:pt x="363220" y="93980"/>
                  </a:lnTo>
                  <a:close/>
                </a:path>
                <a:path w="453389" h="448310">
                  <a:moveTo>
                    <a:pt x="367030" y="90170"/>
                  </a:moveTo>
                  <a:lnTo>
                    <a:pt x="356870" y="90170"/>
                  </a:lnTo>
                  <a:lnTo>
                    <a:pt x="354330" y="92710"/>
                  </a:lnTo>
                  <a:lnTo>
                    <a:pt x="364490" y="92710"/>
                  </a:lnTo>
                  <a:lnTo>
                    <a:pt x="367030" y="90170"/>
                  </a:lnTo>
                  <a:close/>
                </a:path>
                <a:path w="453389" h="448310">
                  <a:moveTo>
                    <a:pt x="369570" y="87630"/>
                  </a:moveTo>
                  <a:lnTo>
                    <a:pt x="359410" y="87630"/>
                  </a:lnTo>
                  <a:lnTo>
                    <a:pt x="358140" y="88900"/>
                  </a:lnTo>
                  <a:lnTo>
                    <a:pt x="368300" y="88900"/>
                  </a:lnTo>
                  <a:lnTo>
                    <a:pt x="369570" y="87630"/>
                  </a:lnTo>
                  <a:close/>
                </a:path>
                <a:path w="453389" h="448310">
                  <a:moveTo>
                    <a:pt x="373380" y="83820"/>
                  </a:moveTo>
                  <a:lnTo>
                    <a:pt x="363220" y="83820"/>
                  </a:lnTo>
                  <a:lnTo>
                    <a:pt x="360680" y="86360"/>
                  </a:lnTo>
                  <a:lnTo>
                    <a:pt x="370840" y="86360"/>
                  </a:lnTo>
                  <a:lnTo>
                    <a:pt x="373380" y="83820"/>
                  </a:lnTo>
                  <a:close/>
                </a:path>
                <a:path w="453389" h="448310">
                  <a:moveTo>
                    <a:pt x="375920" y="81280"/>
                  </a:moveTo>
                  <a:lnTo>
                    <a:pt x="365760" y="81280"/>
                  </a:lnTo>
                  <a:lnTo>
                    <a:pt x="364490" y="82550"/>
                  </a:lnTo>
                  <a:lnTo>
                    <a:pt x="374650" y="82550"/>
                  </a:lnTo>
                  <a:lnTo>
                    <a:pt x="375920" y="81280"/>
                  </a:lnTo>
                  <a:close/>
                </a:path>
                <a:path w="453389" h="448310">
                  <a:moveTo>
                    <a:pt x="379730" y="77470"/>
                  </a:moveTo>
                  <a:lnTo>
                    <a:pt x="369570" y="77470"/>
                  </a:lnTo>
                  <a:lnTo>
                    <a:pt x="367030" y="80010"/>
                  </a:lnTo>
                  <a:lnTo>
                    <a:pt x="377190" y="80010"/>
                  </a:lnTo>
                  <a:lnTo>
                    <a:pt x="379730" y="77470"/>
                  </a:lnTo>
                  <a:close/>
                </a:path>
                <a:path w="453389" h="448310">
                  <a:moveTo>
                    <a:pt x="382270" y="74930"/>
                  </a:moveTo>
                  <a:lnTo>
                    <a:pt x="372110" y="74930"/>
                  </a:lnTo>
                  <a:lnTo>
                    <a:pt x="370840" y="76200"/>
                  </a:lnTo>
                  <a:lnTo>
                    <a:pt x="381000" y="76200"/>
                  </a:lnTo>
                  <a:lnTo>
                    <a:pt x="382270" y="74930"/>
                  </a:lnTo>
                  <a:close/>
                </a:path>
                <a:path w="453389" h="448310">
                  <a:moveTo>
                    <a:pt x="386080" y="71120"/>
                  </a:moveTo>
                  <a:lnTo>
                    <a:pt x="375920" y="71120"/>
                  </a:lnTo>
                  <a:lnTo>
                    <a:pt x="373380" y="73660"/>
                  </a:lnTo>
                  <a:lnTo>
                    <a:pt x="383540" y="73660"/>
                  </a:lnTo>
                  <a:lnTo>
                    <a:pt x="386080" y="71120"/>
                  </a:lnTo>
                  <a:close/>
                </a:path>
                <a:path w="453389" h="448310">
                  <a:moveTo>
                    <a:pt x="388620" y="68580"/>
                  </a:moveTo>
                  <a:lnTo>
                    <a:pt x="378460" y="68580"/>
                  </a:lnTo>
                  <a:lnTo>
                    <a:pt x="377190" y="69850"/>
                  </a:lnTo>
                  <a:lnTo>
                    <a:pt x="387350" y="69850"/>
                  </a:lnTo>
                  <a:lnTo>
                    <a:pt x="388620" y="68580"/>
                  </a:lnTo>
                  <a:close/>
                </a:path>
                <a:path w="453389" h="448310">
                  <a:moveTo>
                    <a:pt x="392430" y="64770"/>
                  </a:moveTo>
                  <a:lnTo>
                    <a:pt x="382270" y="64770"/>
                  </a:lnTo>
                  <a:lnTo>
                    <a:pt x="379730" y="67310"/>
                  </a:lnTo>
                  <a:lnTo>
                    <a:pt x="389890" y="67310"/>
                  </a:lnTo>
                  <a:lnTo>
                    <a:pt x="392430" y="64770"/>
                  </a:lnTo>
                  <a:close/>
                </a:path>
                <a:path w="453389" h="448310">
                  <a:moveTo>
                    <a:pt x="394970" y="62230"/>
                  </a:moveTo>
                  <a:lnTo>
                    <a:pt x="384810" y="62230"/>
                  </a:lnTo>
                  <a:lnTo>
                    <a:pt x="383540" y="63500"/>
                  </a:lnTo>
                  <a:lnTo>
                    <a:pt x="393700" y="63500"/>
                  </a:lnTo>
                  <a:lnTo>
                    <a:pt x="394970" y="62230"/>
                  </a:lnTo>
                  <a:close/>
                </a:path>
                <a:path w="453389" h="448310">
                  <a:moveTo>
                    <a:pt x="398780" y="58420"/>
                  </a:moveTo>
                  <a:lnTo>
                    <a:pt x="388620" y="58420"/>
                  </a:lnTo>
                  <a:lnTo>
                    <a:pt x="386080" y="60960"/>
                  </a:lnTo>
                  <a:lnTo>
                    <a:pt x="396240" y="60960"/>
                  </a:lnTo>
                  <a:lnTo>
                    <a:pt x="398780" y="58420"/>
                  </a:lnTo>
                  <a:close/>
                </a:path>
                <a:path w="453389" h="448310">
                  <a:moveTo>
                    <a:pt x="401320" y="55880"/>
                  </a:moveTo>
                  <a:lnTo>
                    <a:pt x="391160" y="55880"/>
                  </a:lnTo>
                  <a:lnTo>
                    <a:pt x="389890" y="57150"/>
                  </a:lnTo>
                  <a:lnTo>
                    <a:pt x="400050" y="57150"/>
                  </a:lnTo>
                  <a:lnTo>
                    <a:pt x="401320" y="55880"/>
                  </a:lnTo>
                  <a:close/>
                </a:path>
                <a:path w="453389" h="448310">
                  <a:moveTo>
                    <a:pt x="405130" y="52070"/>
                  </a:moveTo>
                  <a:lnTo>
                    <a:pt x="394970" y="52070"/>
                  </a:lnTo>
                  <a:lnTo>
                    <a:pt x="392430" y="54610"/>
                  </a:lnTo>
                  <a:lnTo>
                    <a:pt x="402590" y="54610"/>
                  </a:lnTo>
                  <a:lnTo>
                    <a:pt x="405130" y="52070"/>
                  </a:lnTo>
                  <a:close/>
                </a:path>
                <a:path w="453389" h="448310">
                  <a:moveTo>
                    <a:pt x="407670" y="49530"/>
                  </a:moveTo>
                  <a:lnTo>
                    <a:pt x="397510" y="49530"/>
                  </a:lnTo>
                  <a:lnTo>
                    <a:pt x="396240" y="50800"/>
                  </a:lnTo>
                  <a:lnTo>
                    <a:pt x="406400" y="50800"/>
                  </a:lnTo>
                  <a:lnTo>
                    <a:pt x="407670" y="49530"/>
                  </a:lnTo>
                  <a:close/>
                </a:path>
                <a:path w="453389" h="448310">
                  <a:moveTo>
                    <a:pt x="411480" y="45720"/>
                  </a:moveTo>
                  <a:lnTo>
                    <a:pt x="401320" y="45720"/>
                  </a:lnTo>
                  <a:lnTo>
                    <a:pt x="398780" y="48260"/>
                  </a:lnTo>
                  <a:lnTo>
                    <a:pt x="408940" y="48260"/>
                  </a:lnTo>
                  <a:lnTo>
                    <a:pt x="411480" y="45720"/>
                  </a:lnTo>
                  <a:close/>
                </a:path>
                <a:path w="453389" h="448310">
                  <a:moveTo>
                    <a:pt x="414020" y="43180"/>
                  </a:moveTo>
                  <a:lnTo>
                    <a:pt x="403860" y="43180"/>
                  </a:lnTo>
                  <a:lnTo>
                    <a:pt x="402590" y="44450"/>
                  </a:lnTo>
                  <a:lnTo>
                    <a:pt x="412750" y="44450"/>
                  </a:lnTo>
                  <a:lnTo>
                    <a:pt x="414020" y="43180"/>
                  </a:lnTo>
                  <a:close/>
                </a:path>
                <a:path w="453389" h="448310">
                  <a:moveTo>
                    <a:pt x="417830" y="39370"/>
                  </a:moveTo>
                  <a:lnTo>
                    <a:pt x="407670" y="39370"/>
                  </a:lnTo>
                  <a:lnTo>
                    <a:pt x="405130" y="41910"/>
                  </a:lnTo>
                  <a:lnTo>
                    <a:pt x="415290" y="41910"/>
                  </a:lnTo>
                  <a:lnTo>
                    <a:pt x="417830" y="39370"/>
                  </a:lnTo>
                  <a:close/>
                </a:path>
                <a:path w="453389" h="448310">
                  <a:moveTo>
                    <a:pt x="420370" y="36830"/>
                  </a:moveTo>
                  <a:lnTo>
                    <a:pt x="410210" y="36830"/>
                  </a:lnTo>
                  <a:lnTo>
                    <a:pt x="408940" y="38100"/>
                  </a:lnTo>
                  <a:lnTo>
                    <a:pt x="419100" y="38100"/>
                  </a:lnTo>
                  <a:lnTo>
                    <a:pt x="420370" y="36830"/>
                  </a:lnTo>
                  <a:close/>
                </a:path>
                <a:path w="453389" h="448310">
                  <a:moveTo>
                    <a:pt x="424180" y="33020"/>
                  </a:moveTo>
                  <a:lnTo>
                    <a:pt x="414020" y="33020"/>
                  </a:lnTo>
                  <a:lnTo>
                    <a:pt x="411480" y="35560"/>
                  </a:lnTo>
                  <a:lnTo>
                    <a:pt x="421640" y="35560"/>
                  </a:lnTo>
                  <a:lnTo>
                    <a:pt x="424180" y="33020"/>
                  </a:lnTo>
                  <a:close/>
                </a:path>
                <a:path w="453389" h="448310">
                  <a:moveTo>
                    <a:pt x="426720" y="30480"/>
                  </a:moveTo>
                  <a:lnTo>
                    <a:pt x="416560" y="30480"/>
                  </a:lnTo>
                  <a:lnTo>
                    <a:pt x="415290" y="31750"/>
                  </a:lnTo>
                  <a:lnTo>
                    <a:pt x="425450" y="31750"/>
                  </a:lnTo>
                  <a:lnTo>
                    <a:pt x="426720" y="30480"/>
                  </a:lnTo>
                  <a:close/>
                </a:path>
                <a:path w="453389" h="448310">
                  <a:moveTo>
                    <a:pt x="430530" y="26670"/>
                  </a:moveTo>
                  <a:lnTo>
                    <a:pt x="420370" y="26670"/>
                  </a:lnTo>
                  <a:lnTo>
                    <a:pt x="417830" y="29210"/>
                  </a:lnTo>
                  <a:lnTo>
                    <a:pt x="427990" y="29210"/>
                  </a:lnTo>
                  <a:lnTo>
                    <a:pt x="430530" y="26670"/>
                  </a:lnTo>
                  <a:close/>
                </a:path>
                <a:path w="453389" h="448310">
                  <a:moveTo>
                    <a:pt x="433070" y="24130"/>
                  </a:moveTo>
                  <a:lnTo>
                    <a:pt x="422910" y="24130"/>
                  </a:lnTo>
                  <a:lnTo>
                    <a:pt x="421640" y="25400"/>
                  </a:lnTo>
                  <a:lnTo>
                    <a:pt x="431800" y="25400"/>
                  </a:lnTo>
                  <a:lnTo>
                    <a:pt x="433070" y="24130"/>
                  </a:lnTo>
                  <a:close/>
                </a:path>
                <a:path w="453389" h="448310">
                  <a:moveTo>
                    <a:pt x="436880" y="20320"/>
                  </a:moveTo>
                  <a:lnTo>
                    <a:pt x="426720" y="20320"/>
                  </a:lnTo>
                  <a:lnTo>
                    <a:pt x="424180" y="22860"/>
                  </a:lnTo>
                  <a:lnTo>
                    <a:pt x="434340" y="22860"/>
                  </a:lnTo>
                  <a:lnTo>
                    <a:pt x="436880" y="20320"/>
                  </a:lnTo>
                  <a:close/>
                </a:path>
                <a:path w="453389" h="448310">
                  <a:moveTo>
                    <a:pt x="439420" y="17780"/>
                  </a:moveTo>
                  <a:lnTo>
                    <a:pt x="429260" y="17780"/>
                  </a:lnTo>
                  <a:lnTo>
                    <a:pt x="427990" y="19050"/>
                  </a:lnTo>
                  <a:lnTo>
                    <a:pt x="438150" y="19050"/>
                  </a:lnTo>
                  <a:lnTo>
                    <a:pt x="439420" y="17780"/>
                  </a:lnTo>
                  <a:close/>
                </a:path>
                <a:path w="453389" h="448310">
                  <a:moveTo>
                    <a:pt x="443230" y="13970"/>
                  </a:moveTo>
                  <a:lnTo>
                    <a:pt x="433070" y="13970"/>
                  </a:lnTo>
                  <a:lnTo>
                    <a:pt x="430530" y="16510"/>
                  </a:lnTo>
                  <a:lnTo>
                    <a:pt x="440690" y="16510"/>
                  </a:lnTo>
                  <a:lnTo>
                    <a:pt x="443230" y="13970"/>
                  </a:lnTo>
                  <a:close/>
                </a:path>
                <a:path w="453389" h="448310">
                  <a:moveTo>
                    <a:pt x="445770" y="11430"/>
                  </a:moveTo>
                  <a:lnTo>
                    <a:pt x="435610" y="11430"/>
                  </a:lnTo>
                  <a:lnTo>
                    <a:pt x="434340" y="12700"/>
                  </a:lnTo>
                  <a:lnTo>
                    <a:pt x="444500" y="12700"/>
                  </a:lnTo>
                  <a:lnTo>
                    <a:pt x="445770" y="11430"/>
                  </a:lnTo>
                  <a:close/>
                </a:path>
                <a:path w="453389" h="448310">
                  <a:moveTo>
                    <a:pt x="449580" y="7620"/>
                  </a:moveTo>
                  <a:lnTo>
                    <a:pt x="439420" y="7620"/>
                  </a:lnTo>
                  <a:lnTo>
                    <a:pt x="436880" y="10160"/>
                  </a:lnTo>
                  <a:lnTo>
                    <a:pt x="447040" y="10160"/>
                  </a:lnTo>
                  <a:lnTo>
                    <a:pt x="449580" y="7620"/>
                  </a:lnTo>
                  <a:close/>
                </a:path>
                <a:path w="453389" h="448310">
                  <a:moveTo>
                    <a:pt x="452120" y="5080"/>
                  </a:moveTo>
                  <a:lnTo>
                    <a:pt x="441960" y="5080"/>
                  </a:lnTo>
                  <a:lnTo>
                    <a:pt x="440690" y="6350"/>
                  </a:lnTo>
                  <a:lnTo>
                    <a:pt x="450850" y="6350"/>
                  </a:lnTo>
                  <a:lnTo>
                    <a:pt x="452120" y="5080"/>
                  </a:lnTo>
                  <a:close/>
                </a:path>
                <a:path w="453389" h="448310">
                  <a:moveTo>
                    <a:pt x="449580" y="0"/>
                  </a:moveTo>
                  <a:lnTo>
                    <a:pt x="447040" y="0"/>
                  </a:lnTo>
                  <a:lnTo>
                    <a:pt x="443230" y="3810"/>
                  </a:lnTo>
                  <a:lnTo>
                    <a:pt x="453390" y="3810"/>
                  </a:lnTo>
                  <a:lnTo>
                    <a:pt x="453389" y="1270"/>
                  </a:lnTo>
                  <a:lnTo>
                    <a:pt x="449580" y="1270"/>
                  </a:lnTo>
                  <a:lnTo>
                    <a:pt x="449580" y="0"/>
                  </a:lnTo>
                  <a:close/>
                </a:path>
                <a:path w="453389" h="448310">
                  <a:moveTo>
                    <a:pt x="309879" y="147320"/>
                  </a:moveTo>
                  <a:lnTo>
                    <a:pt x="299719" y="147320"/>
                  </a:lnTo>
                  <a:lnTo>
                    <a:pt x="274320" y="172720"/>
                  </a:lnTo>
                  <a:lnTo>
                    <a:pt x="284480" y="172720"/>
                  </a:lnTo>
                  <a:lnTo>
                    <a:pt x="309879" y="147320"/>
                  </a:lnTo>
                  <a:close/>
                </a:path>
                <a:path w="453389" h="448310">
                  <a:moveTo>
                    <a:pt x="284479" y="172720"/>
                  </a:moveTo>
                  <a:lnTo>
                    <a:pt x="274319" y="172720"/>
                  </a:lnTo>
                  <a:lnTo>
                    <a:pt x="223520" y="223520"/>
                  </a:lnTo>
                  <a:lnTo>
                    <a:pt x="233680" y="223520"/>
                  </a:lnTo>
                  <a:lnTo>
                    <a:pt x="284479" y="172720"/>
                  </a:lnTo>
                  <a:close/>
                </a:path>
                <a:path w="453389" h="448310">
                  <a:moveTo>
                    <a:pt x="11430" y="445770"/>
                  </a:moveTo>
                  <a:lnTo>
                    <a:pt x="1270" y="445770"/>
                  </a:lnTo>
                  <a:lnTo>
                    <a:pt x="0" y="447040"/>
                  </a:lnTo>
                  <a:lnTo>
                    <a:pt x="8890" y="447040"/>
                  </a:lnTo>
                  <a:lnTo>
                    <a:pt x="8890" y="448310"/>
                  </a:lnTo>
                  <a:lnTo>
                    <a:pt x="11430" y="445770"/>
                  </a:lnTo>
                  <a:close/>
                </a:path>
                <a:path w="453389" h="448310">
                  <a:moveTo>
                    <a:pt x="13970" y="443230"/>
                  </a:moveTo>
                  <a:lnTo>
                    <a:pt x="3810" y="443230"/>
                  </a:lnTo>
                  <a:lnTo>
                    <a:pt x="2539" y="444500"/>
                  </a:lnTo>
                  <a:lnTo>
                    <a:pt x="12700" y="444500"/>
                  </a:lnTo>
                  <a:lnTo>
                    <a:pt x="13970" y="443230"/>
                  </a:lnTo>
                  <a:close/>
                </a:path>
                <a:path w="453389" h="448310">
                  <a:moveTo>
                    <a:pt x="17780" y="439420"/>
                  </a:moveTo>
                  <a:lnTo>
                    <a:pt x="7620" y="439420"/>
                  </a:lnTo>
                  <a:lnTo>
                    <a:pt x="5079" y="441960"/>
                  </a:lnTo>
                  <a:lnTo>
                    <a:pt x="15240" y="441960"/>
                  </a:lnTo>
                  <a:lnTo>
                    <a:pt x="17780" y="439420"/>
                  </a:lnTo>
                  <a:close/>
                </a:path>
                <a:path w="453389" h="448310">
                  <a:moveTo>
                    <a:pt x="20320" y="436880"/>
                  </a:moveTo>
                  <a:lnTo>
                    <a:pt x="10160" y="436880"/>
                  </a:lnTo>
                  <a:lnTo>
                    <a:pt x="8889" y="438150"/>
                  </a:lnTo>
                  <a:lnTo>
                    <a:pt x="19050" y="438150"/>
                  </a:lnTo>
                  <a:lnTo>
                    <a:pt x="20320" y="436880"/>
                  </a:lnTo>
                  <a:close/>
                </a:path>
                <a:path w="453389" h="448310">
                  <a:moveTo>
                    <a:pt x="24130" y="433070"/>
                  </a:moveTo>
                  <a:lnTo>
                    <a:pt x="13970" y="433070"/>
                  </a:lnTo>
                  <a:lnTo>
                    <a:pt x="11429" y="435610"/>
                  </a:lnTo>
                  <a:lnTo>
                    <a:pt x="21590" y="435610"/>
                  </a:lnTo>
                  <a:lnTo>
                    <a:pt x="24130" y="433070"/>
                  </a:lnTo>
                  <a:close/>
                </a:path>
                <a:path w="453389" h="448310">
                  <a:moveTo>
                    <a:pt x="26670" y="430530"/>
                  </a:moveTo>
                  <a:lnTo>
                    <a:pt x="16510" y="430530"/>
                  </a:lnTo>
                  <a:lnTo>
                    <a:pt x="15239" y="431800"/>
                  </a:lnTo>
                  <a:lnTo>
                    <a:pt x="25400" y="431800"/>
                  </a:lnTo>
                  <a:lnTo>
                    <a:pt x="26670" y="430530"/>
                  </a:lnTo>
                  <a:close/>
                </a:path>
                <a:path w="453389" h="448310">
                  <a:moveTo>
                    <a:pt x="30480" y="426720"/>
                  </a:moveTo>
                  <a:lnTo>
                    <a:pt x="20320" y="426720"/>
                  </a:lnTo>
                  <a:lnTo>
                    <a:pt x="17779" y="429260"/>
                  </a:lnTo>
                  <a:lnTo>
                    <a:pt x="27939" y="429260"/>
                  </a:lnTo>
                  <a:lnTo>
                    <a:pt x="30480" y="426720"/>
                  </a:lnTo>
                  <a:close/>
                </a:path>
                <a:path w="453389" h="448310">
                  <a:moveTo>
                    <a:pt x="33020" y="424180"/>
                  </a:moveTo>
                  <a:lnTo>
                    <a:pt x="22860" y="424180"/>
                  </a:lnTo>
                  <a:lnTo>
                    <a:pt x="21589" y="425450"/>
                  </a:lnTo>
                  <a:lnTo>
                    <a:pt x="31750" y="425450"/>
                  </a:lnTo>
                  <a:lnTo>
                    <a:pt x="33020" y="424180"/>
                  </a:lnTo>
                  <a:close/>
                </a:path>
                <a:path w="453389" h="448310">
                  <a:moveTo>
                    <a:pt x="36830" y="420370"/>
                  </a:moveTo>
                  <a:lnTo>
                    <a:pt x="26670" y="420370"/>
                  </a:lnTo>
                  <a:lnTo>
                    <a:pt x="24129" y="422910"/>
                  </a:lnTo>
                  <a:lnTo>
                    <a:pt x="34290" y="422910"/>
                  </a:lnTo>
                  <a:lnTo>
                    <a:pt x="36830" y="420370"/>
                  </a:lnTo>
                  <a:close/>
                </a:path>
                <a:path w="453389" h="448310">
                  <a:moveTo>
                    <a:pt x="39370" y="417830"/>
                  </a:moveTo>
                  <a:lnTo>
                    <a:pt x="29210" y="417830"/>
                  </a:lnTo>
                  <a:lnTo>
                    <a:pt x="27939" y="419100"/>
                  </a:lnTo>
                  <a:lnTo>
                    <a:pt x="38100" y="419100"/>
                  </a:lnTo>
                  <a:lnTo>
                    <a:pt x="39370" y="417830"/>
                  </a:lnTo>
                  <a:close/>
                </a:path>
                <a:path w="453389" h="448310">
                  <a:moveTo>
                    <a:pt x="43180" y="414020"/>
                  </a:moveTo>
                  <a:lnTo>
                    <a:pt x="33020" y="414020"/>
                  </a:lnTo>
                  <a:lnTo>
                    <a:pt x="30479" y="416560"/>
                  </a:lnTo>
                  <a:lnTo>
                    <a:pt x="40639" y="416560"/>
                  </a:lnTo>
                  <a:lnTo>
                    <a:pt x="43180" y="414020"/>
                  </a:lnTo>
                  <a:close/>
                </a:path>
                <a:path w="453389" h="448310">
                  <a:moveTo>
                    <a:pt x="45720" y="411480"/>
                  </a:moveTo>
                  <a:lnTo>
                    <a:pt x="35560" y="411480"/>
                  </a:lnTo>
                  <a:lnTo>
                    <a:pt x="34289" y="412750"/>
                  </a:lnTo>
                  <a:lnTo>
                    <a:pt x="44450" y="412750"/>
                  </a:lnTo>
                  <a:lnTo>
                    <a:pt x="45720" y="411480"/>
                  </a:lnTo>
                  <a:close/>
                </a:path>
                <a:path w="453389" h="448310">
                  <a:moveTo>
                    <a:pt x="49530" y="407670"/>
                  </a:moveTo>
                  <a:lnTo>
                    <a:pt x="39370" y="407670"/>
                  </a:lnTo>
                  <a:lnTo>
                    <a:pt x="36829" y="410210"/>
                  </a:lnTo>
                  <a:lnTo>
                    <a:pt x="46990" y="410210"/>
                  </a:lnTo>
                  <a:lnTo>
                    <a:pt x="49530" y="407670"/>
                  </a:lnTo>
                  <a:close/>
                </a:path>
                <a:path w="453389" h="448310">
                  <a:moveTo>
                    <a:pt x="52070" y="405130"/>
                  </a:moveTo>
                  <a:lnTo>
                    <a:pt x="41910" y="405130"/>
                  </a:lnTo>
                  <a:lnTo>
                    <a:pt x="40639" y="406400"/>
                  </a:lnTo>
                  <a:lnTo>
                    <a:pt x="50800" y="406400"/>
                  </a:lnTo>
                  <a:lnTo>
                    <a:pt x="52070" y="405130"/>
                  </a:lnTo>
                  <a:close/>
                </a:path>
                <a:path w="453389" h="448310">
                  <a:moveTo>
                    <a:pt x="55880" y="401320"/>
                  </a:moveTo>
                  <a:lnTo>
                    <a:pt x="45720" y="401320"/>
                  </a:lnTo>
                  <a:lnTo>
                    <a:pt x="43179" y="403860"/>
                  </a:lnTo>
                  <a:lnTo>
                    <a:pt x="53339" y="403860"/>
                  </a:lnTo>
                  <a:lnTo>
                    <a:pt x="55880" y="401320"/>
                  </a:lnTo>
                  <a:close/>
                </a:path>
                <a:path w="453389" h="448310">
                  <a:moveTo>
                    <a:pt x="58420" y="398780"/>
                  </a:moveTo>
                  <a:lnTo>
                    <a:pt x="48260" y="398780"/>
                  </a:lnTo>
                  <a:lnTo>
                    <a:pt x="46989" y="400050"/>
                  </a:lnTo>
                  <a:lnTo>
                    <a:pt x="57150" y="400050"/>
                  </a:lnTo>
                  <a:lnTo>
                    <a:pt x="58420" y="398780"/>
                  </a:lnTo>
                  <a:close/>
                </a:path>
                <a:path w="453389" h="448310">
                  <a:moveTo>
                    <a:pt x="62230" y="394970"/>
                  </a:moveTo>
                  <a:lnTo>
                    <a:pt x="52070" y="394970"/>
                  </a:lnTo>
                  <a:lnTo>
                    <a:pt x="49529" y="397510"/>
                  </a:lnTo>
                  <a:lnTo>
                    <a:pt x="59689" y="397510"/>
                  </a:lnTo>
                  <a:lnTo>
                    <a:pt x="62230" y="394970"/>
                  </a:lnTo>
                  <a:close/>
                </a:path>
                <a:path w="453389" h="448310">
                  <a:moveTo>
                    <a:pt x="64770" y="392430"/>
                  </a:moveTo>
                  <a:lnTo>
                    <a:pt x="54610" y="392430"/>
                  </a:lnTo>
                  <a:lnTo>
                    <a:pt x="53339" y="393700"/>
                  </a:lnTo>
                  <a:lnTo>
                    <a:pt x="63500" y="393700"/>
                  </a:lnTo>
                  <a:lnTo>
                    <a:pt x="64770" y="392430"/>
                  </a:lnTo>
                  <a:close/>
                </a:path>
                <a:path w="453389" h="448310">
                  <a:moveTo>
                    <a:pt x="68580" y="388620"/>
                  </a:moveTo>
                  <a:lnTo>
                    <a:pt x="58420" y="388620"/>
                  </a:lnTo>
                  <a:lnTo>
                    <a:pt x="55879" y="391160"/>
                  </a:lnTo>
                  <a:lnTo>
                    <a:pt x="66040" y="391160"/>
                  </a:lnTo>
                  <a:lnTo>
                    <a:pt x="68580" y="388620"/>
                  </a:lnTo>
                  <a:close/>
                </a:path>
                <a:path w="453389" h="448310">
                  <a:moveTo>
                    <a:pt x="71120" y="386080"/>
                  </a:moveTo>
                  <a:lnTo>
                    <a:pt x="60960" y="386080"/>
                  </a:lnTo>
                  <a:lnTo>
                    <a:pt x="59689" y="387350"/>
                  </a:lnTo>
                  <a:lnTo>
                    <a:pt x="69850" y="387350"/>
                  </a:lnTo>
                  <a:lnTo>
                    <a:pt x="71120" y="386080"/>
                  </a:lnTo>
                  <a:close/>
                </a:path>
                <a:path w="453389" h="448310">
                  <a:moveTo>
                    <a:pt x="74930" y="382270"/>
                  </a:moveTo>
                  <a:lnTo>
                    <a:pt x="64770" y="382270"/>
                  </a:lnTo>
                  <a:lnTo>
                    <a:pt x="62229" y="384810"/>
                  </a:lnTo>
                  <a:lnTo>
                    <a:pt x="72390" y="384810"/>
                  </a:lnTo>
                  <a:lnTo>
                    <a:pt x="74930" y="382270"/>
                  </a:lnTo>
                  <a:close/>
                </a:path>
                <a:path w="453389" h="448310">
                  <a:moveTo>
                    <a:pt x="77470" y="379730"/>
                  </a:moveTo>
                  <a:lnTo>
                    <a:pt x="67310" y="379730"/>
                  </a:lnTo>
                  <a:lnTo>
                    <a:pt x="66039" y="381000"/>
                  </a:lnTo>
                  <a:lnTo>
                    <a:pt x="76200" y="381000"/>
                  </a:lnTo>
                  <a:lnTo>
                    <a:pt x="77470" y="379730"/>
                  </a:lnTo>
                  <a:close/>
                </a:path>
                <a:path w="453389" h="448310">
                  <a:moveTo>
                    <a:pt x="81280" y="375920"/>
                  </a:moveTo>
                  <a:lnTo>
                    <a:pt x="71120" y="375920"/>
                  </a:lnTo>
                  <a:lnTo>
                    <a:pt x="68579" y="378460"/>
                  </a:lnTo>
                  <a:lnTo>
                    <a:pt x="78740" y="378460"/>
                  </a:lnTo>
                  <a:lnTo>
                    <a:pt x="81280" y="375920"/>
                  </a:lnTo>
                  <a:close/>
                </a:path>
                <a:path w="453389" h="448310">
                  <a:moveTo>
                    <a:pt x="83820" y="373380"/>
                  </a:moveTo>
                  <a:lnTo>
                    <a:pt x="73660" y="373380"/>
                  </a:lnTo>
                  <a:lnTo>
                    <a:pt x="72389" y="374650"/>
                  </a:lnTo>
                  <a:lnTo>
                    <a:pt x="82550" y="374650"/>
                  </a:lnTo>
                  <a:lnTo>
                    <a:pt x="83820" y="373380"/>
                  </a:lnTo>
                  <a:close/>
                </a:path>
                <a:path w="453389" h="448310">
                  <a:moveTo>
                    <a:pt x="87630" y="369570"/>
                  </a:moveTo>
                  <a:lnTo>
                    <a:pt x="77470" y="369570"/>
                  </a:lnTo>
                  <a:lnTo>
                    <a:pt x="74929" y="372110"/>
                  </a:lnTo>
                  <a:lnTo>
                    <a:pt x="85089" y="372110"/>
                  </a:lnTo>
                  <a:lnTo>
                    <a:pt x="87630" y="369570"/>
                  </a:lnTo>
                  <a:close/>
                </a:path>
                <a:path w="453389" h="448310">
                  <a:moveTo>
                    <a:pt x="90170" y="367030"/>
                  </a:moveTo>
                  <a:lnTo>
                    <a:pt x="80010" y="367030"/>
                  </a:lnTo>
                  <a:lnTo>
                    <a:pt x="78739" y="368300"/>
                  </a:lnTo>
                  <a:lnTo>
                    <a:pt x="88900" y="368300"/>
                  </a:lnTo>
                  <a:lnTo>
                    <a:pt x="90170" y="367030"/>
                  </a:lnTo>
                  <a:close/>
                </a:path>
                <a:path w="453389" h="448310">
                  <a:moveTo>
                    <a:pt x="93980" y="363220"/>
                  </a:moveTo>
                  <a:lnTo>
                    <a:pt x="83820" y="363220"/>
                  </a:lnTo>
                  <a:lnTo>
                    <a:pt x="81279" y="365760"/>
                  </a:lnTo>
                  <a:lnTo>
                    <a:pt x="91440" y="365760"/>
                  </a:lnTo>
                  <a:lnTo>
                    <a:pt x="93980" y="363220"/>
                  </a:lnTo>
                  <a:close/>
                </a:path>
                <a:path w="453389" h="448310">
                  <a:moveTo>
                    <a:pt x="96520" y="360680"/>
                  </a:moveTo>
                  <a:lnTo>
                    <a:pt x="86360" y="360680"/>
                  </a:lnTo>
                  <a:lnTo>
                    <a:pt x="85089" y="361950"/>
                  </a:lnTo>
                  <a:lnTo>
                    <a:pt x="95250" y="361950"/>
                  </a:lnTo>
                  <a:lnTo>
                    <a:pt x="96520" y="360680"/>
                  </a:lnTo>
                  <a:close/>
                </a:path>
                <a:path w="453389" h="448310">
                  <a:moveTo>
                    <a:pt x="100330" y="356870"/>
                  </a:moveTo>
                  <a:lnTo>
                    <a:pt x="90170" y="356870"/>
                  </a:lnTo>
                  <a:lnTo>
                    <a:pt x="87629" y="359410"/>
                  </a:lnTo>
                  <a:lnTo>
                    <a:pt x="97790" y="359410"/>
                  </a:lnTo>
                  <a:lnTo>
                    <a:pt x="100330" y="356870"/>
                  </a:lnTo>
                  <a:close/>
                </a:path>
                <a:path w="453389" h="448310">
                  <a:moveTo>
                    <a:pt x="102870" y="354330"/>
                  </a:moveTo>
                  <a:lnTo>
                    <a:pt x="92710" y="354330"/>
                  </a:lnTo>
                  <a:lnTo>
                    <a:pt x="91439" y="355600"/>
                  </a:lnTo>
                  <a:lnTo>
                    <a:pt x="101600" y="355600"/>
                  </a:lnTo>
                  <a:lnTo>
                    <a:pt x="102870" y="354330"/>
                  </a:lnTo>
                  <a:close/>
                </a:path>
                <a:path w="453389" h="448310">
                  <a:moveTo>
                    <a:pt x="106680" y="350520"/>
                  </a:moveTo>
                  <a:lnTo>
                    <a:pt x="96520" y="350520"/>
                  </a:lnTo>
                  <a:lnTo>
                    <a:pt x="93979" y="353060"/>
                  </a:lnTo>
                  <a:lnTo>
                    <a:pt x="104140" y="353060"/>
                  </a:lnTo>
                  <a:lnTo>
                    <a:pt x="106680" y="350520"/>
                  </a:lnTo>
                  <a:close/>
                </a:path>
                <a:path w="453389" h="448310">
                  <a:moveTo>
                    <a:pt x="109220" y="347980"/>
                  </a:moveTo>
                  <a:lnTo>
                    <a:pt x="99060" y="347980"/>
                  </a:lnTo>
                  <a:lnTo>
                    <a:pt x="97789" y="349250"/>
                  </a:lnTo>
                  <a:lnTo>
                    <a:pt x="107950" y="349250"/>
                  </a:lnTo>
                  <a:lnTo>
                    <a:pt x="109220" y="347980"/>
                  </a:lnTo>
                  <a:close/>
                </a:path>
                <a:path w="453389" h="448310">
                  <a:moveTo>
                    <a:pt x="113030" y="344170"/>
                  </a:moveTo>
                  <a:lnTo>
                    <a:pt x="102870" y="344170"/>
                  </a:lnTo>
                  <a:lnTo>
                    <a:pt x="100329" y="346710"/>
                  </a:lnTo>
                  <a:lnTo>
                    <a:pt x="110489" y="346710"/>
                  </a:lnTo>
                  <a:lnTo>
                    <a:pt x="113030" y="344170"/>
                  </a:lnTo>
                  <a:close/>
                </a:path>
                <a:path w="453389" h="448310">
                  <a:moveTo>
                    <a:pt x="115570" y="341630"/>
                  </a:moveTo>
                  <a:lnTo>
                    <a:pt x="105410" y="341630"/>
                  </a:lnTo>
                  <a:lnTo>
                    <a:pt x="104139" y="342900"/>
                  </a:lnTo>
                  <a:lnTo>
                    <a:pt x="114300" y="342900"/>
                  </a:lnTo>
                  <a:lnTo>
                    <a:pt x="115570" y="341630"/>
                  </a:lnTo>
                  <a:close/>
                </a:path>
                <a:path w="453389" h="448310">
                  <a:moveTo>
                    <a:pt x="119380" y="337820"/>
                  </a:moveTo>
                  <a:lnTo>
                    <a:pt x="109220" y="337820"/>
                  </a:lnTo>
                  <a:lnTo>
                    <a:pt x="106679" y="340360"/>
                  </a:lnTo>
                  <a:lnTo>
                    <a:pt x="116839" y="340360"/>
                  </a:lnTo>
                  <a:lnTo>
                    <a:pt x="119380" y="337820"/>
                  </a:lnTo>
                  <a:close/>
                </a:path>
                <a:path w="453389" h="448310">
                  <a:moveTo>
                    <a:pt x="121920" y="335280"/>
                  </a:moveTo>
                  <a:lnTo>
                    <a:pt x="111760" y="335280"/>
                  </a:lnTo>
                  <a:lnTo>
                    <a:pt x="110489" y="336550"/>
                  </a:lnTo>
                  <a:lnTo>
                    <a:pt x="120650" y="336550"/>
                  </a:lnTo>
                  <a:lnTo>
                    <a:pt x="121920" y="335280"/>
                  </a:lnTo>
                  <a:close/>
                </a:path>
                <a:path w="453389" h="448310">
                  <a:moveTo>
                    <a:pt x="125730" y="331470"/>
                  </a:moveTo>
                  <a:lnTo>
                    <a:pt x="115570" y="331470"/>
                  </a:lnTo>
                  <a:lnTo>
                    <a:pt x="113029" y="334010"/>
                  </a:lnTo>
                  <a:lnTo>
                    <a:pt x="123190" y="334010"/>
                  </a:lnTo>
                  <a:lnTo>
                    <a:pt x="125730" y="331470"/>
                  </a:lnTo>
                  <a:close/>
                </a:path>
                <a:path w="453389" h="448310">
                  <a:moveTo>
                    <a:pt x="128270" y="328930"/>
                  </a:moveTo>
                  <a:lnTo>
                    <a:pt x="118110" y="328930"/>
                  </a:lnTo>
                  <a:lnTo>
                    <a:pt x="116839" y="330200"/>
                  </a:lnTo>
                  <a:lnTo>
                    <a:pt x="127000" y="330200"/>
                  </a:lnTo>
                  <a:lnTo>
                    <a:pt x="128270" y="328930"/>
                  </a:lnTo>
                  <a:close/>
                </a:path>
                <a:path w="453389" h="448310">
                  <a:moveTo>
                    <a:pt x="132080" y="325120"/>
                  </a:moveTo>
                  <a:lnTo>
                    <a:pt x="121920" y="325120"/>
                  </a:lnTo>
                  <a:lnTo>
                    <a:pt x="119379" y="327660"/>
                  </a:lnTo>
                  <a:lnTo>
                    <a:pt x="129540" y="327660"/>
                  </a:lnTo>
                  <a:lnTo>
                    <a:pt x="132080" y="325120"/>
                  </a:lnTo>
                  <a:close/>
                </a:path>
                <a:path w="453389" h="448310">
                  <a:moveTo>
                    <a:pt x="134620" y="322580"/>
                  </a:moveTo>
                  <a:lnTo>
                    <a:pt x="124460" y="322580"/>
                  </a:lnTo>
                  <a:lnTo>
                    <a:pt x="123189" y="323850"/>
                  </a:lnTo>
                  <a:lnTo>
                    <a:pt x="133350" y="323850"/>
                  </a:lnTo>
                  <a:lnTo>
                    <a:pt x="134620" y="322580"/>
                  </a:lnTo>
                  <a:close/>
                </a:path>
                <a:path w="453389" h="448310">
                  <a:moveTo>
                    <a:pt x="138430" y="318770"/>
                  </a:moveTo>
                  <a:lnTo>
                    <a:pt x="128270" y="318770"/>
                  </a:lnTo>
                  <a:lnTo>
                    <a:pt x="125729" y="321310"/>
                  </a:lnTo>
                  <a:lnTo>
                    <a:pt x="135889" y="321310"/>
                  </a:lnTo>
                  <a:lnTo>
                    <a:pt x="138430" y="318770"/>
                  </a:lnTo>
                  <a:close/>
                </a:path>
                <a:path w="453389" h="448310">
                  <a:moveTo>
                    <a:pt x="140970" y="316230"/>
                  </a:moveTo>
                  <a:lnTo>
                    <a:pt x="130810" y="316230"/>
                  </a:lnTo>
                  <a:lnTo>
                    <a:pt x="129539" y="317500"/>
                  </a:lnTo>
                  <a:lnTo>
                    <a:pt x="139700" y="317500"/>
                  </a:lnTo>
                  <a:lnTo>
                    <a:pt x="140970" y="316230"/>
                  </a:lnTo>
                  <a:close/>
                </a:path>
                <a:path w="453389" h="448310">
                  <a:moveTo>
                    <a:pt x="144780" y="312420"/>
                  </a:moveTo>
                  <a:lnTo>
                    <a:pt x="134620" y="312420"/>
                  </a:lnTo>
                  <a:lnTo>
                    <a:pt x="132079" y="314960"/>
                  </a:lnTo>
                  <a:lnTo>
                    <a:pt x="142239" y="314960"/>
                  </a:lnTo>
                  <a:lnTo>
                    <a:pt x="144780" y="312420"/>
                  </a:lnTo>
                  <a:close/>
                </a:path>
                <a:path w="453389" h="448310">
                  <a:moveTo>
                    <a:pt x="147320" y="309880"/>
                  </a:moveTo>
                  <a:lnTo>
                    <a:pt x="137160" y="309880"/>
                  </a:lnTo>
                  <a:lnTo>
                    <a:pt x="135889" y="311150"/>
                  </a:lnTo>
                  <a:lnTo>
                    <a:pt x="146050" y="311150"/>
                  </a:lnTo>
                  <a:lnTo>
                    <a:pt x="147320" y="309880"/>
                  </a:lnTo>
                  <a:close/>
                </a:path>
                <a:path w="453389" h="448310">
                  <a:moveTo>
                    <a:pt x="151130" y="306070"/>
                  </a:moveTo>
                  <a:lnTo>
                    <a:pt x="140970" y="306070"/>
                  </a:lnTo>
                  <a:lnTo>
                    <a:pt x="138429" y="308610"/>
                  </a:lnTo>
                  <a:lnTo>
                    <a:pt x="148589" y="308610"/>
                  </a:lnTo>
                  <a:lnTo>
                    <a:pt x="151130" y="306070"/>
                  </a:lnTo>
                  <a:close/>
                </a:path>
                <a:path w="453389" h="448310">
                  <a:moveTo>
                    <a:pt x="153670" y="303530"/>
                  </a:moveTo>
                  <a:lnTo>
                    <a:pt x="143510" y="303530"/>
                  </a:lnTo>
                  <a:lnTo>
                    <a:pt x="142239" y="304800"/>
                  </a:lnTo>
                  <a:lnTo>
                    <a:pt x="152400" y="304800"/>
                  </a:lnTo>
                  <a:lnTo>
                    <a:pt x="153670" y="303530"/>
                  </a:lnTo>
                  <a:close/>
                </a:path>
                <a:path w="453389" h="448310">
                  <a:moveTo>
                    <a:pt x="166370" y="290830"/>
                  </a:moveTo>
                  <a:lnTo>
                    <a:pt x="156210" y="290830"/>
                  </a:lnTo>
                  <a:lnTo>
                    <a:pt x="144779" y="302260"/>
                  </a:lnTo>
                  <a:lnTo>
                    <a:pt x="154939" y="302260"/>
                  </a:lnTo>
                  <a:lnTo>
                    <a:pt x="166370" y="290830"/>
                  </a:lnTo>
                  <a:close/>
                </a:path>
                <a:path w="453389" h="448310">
                  <a:moveTo>
                    <a:pt x="179070" y="278130"/>
                  </a:moveTo>
                  <a:lnTo>
                    <a:pt x="168910" y="278130"/>
                  </a:lnTo>
                  <a:lnTo>
                    <a:pt x="157479" y="289560"/>
                  </a:lnTo>
                  <a:lnTo>
                    <a:pt x="167639" y="289560"/>
                  </a:lnTo>
                  <a:lnTo>
                    <a:pt x="179070" y="278130"/>
                  </a:lnTo>
                  <a:close/>
                </a:path>
                <a:path w="453389" h="448310">
                  <a:moveTo>
                    <a:pt x="182880" y="274320"/>
                  </a:moveTo>
                  <a:lnTo>
                    <a:pt x="172720" y="274320"/>
                  </a:lnTo>
                  <a:lnTo>
                    <a:pt x="170179" y="276860"/>
                  </a:lnTo>
                  <a:lnTo>
                    <a:pt x="180340" y="276860"/>
                  </a:lnTo>
                  <a:lnTo>
                    <a:pt x="182880" y="274320"/>
                  </a:lnTo>
                  <a:close/>
                </a:path>
                <a:path w="453389" h="448310">
                  <a:moveTo>
                    <a:pt x="185420" y="271780"/>
                  </a:moveTo>
                  <a:lnTo>
                    <a:pt x="175260" y="271780"/>
                  </a:lnTo>
                  <a:lnTo>
                    <a:pt x="173989" y="273050"/>
                  </a:lnTo>
                  <a:lnTo>
                    <a:pt x="184150" y="273050"/>
                  </a:lnTo>
                  <a:lnTo>
                    <a:pt x="185420" y="271780"/>
                  </a:lnTo>
                  <a:close/>
                </a:path>
                <a:path w="453389" h="448310">
                  <a:moveTo>
                    <a:pt x="189230" y="267970"/>
                  </a:moveTo>
                  <a:lnTo>
                    <a:pt x="179070" y="267970"/>
                  </a:lnTo>
                  <a:lnTo>
                    <a:pt x="176529" y="270510"/>
                  </a:lnTo>
                  <a:lnTo>
                    <a:pt x="186689" y="270510"/>
                  </a:lnTo>
                  <a:lnTo>
                    <a:pt x="189230" y="267970"/>
                  </a:lnTo>
                  <a:close/>
                </a:path>
                <a:path w="453389" h="448310">
                  <a:moveTo>
                    <a:pt x="201930" y="255270"/>
                  </a:moveTo>
                  <a:lnTo>
                    <a:pt x="191770" y="255270"/>
                  </a:lnTo>
                  <a:lnTo>
                    <a:pt x="180339" y="266700"/>
                  </a:lnTo>
                  <a:lnTo>
                    <a:pt x="190500" y="266700"/>
                  </a:lnTo>
                  <a:lnTo>
                    <a:pt x="201930" y="255270"/>
                  </a:lnTo>
                  <a:close/>
                </a:path>
                <a:path w="453389" h="448310">
                  <a:moveTo>
                    <a:pt x="210820" y="246380"/>
                  </a:moveTo>
                  <a:lnTo>
                    <a:pt x="200660" y="246380"/>
                  </a:lnTo>
                  <a:lnTo>
                    <a:pt x="193039" y="254000"/>
                  </a:lnTo>
                  <a:lnTo>
                    <a:pt x="203200" y="254000"/>
                  </a:lnTo>
                  <a:lnTo>
                    <a:pt x="210820" y="246380"/>
                  </a:lnTo>
                  <a:close/>
                </a:path>
                <a:path w="453389" h="448310">
                  <a:moveTo>
                    <a:pt x="227330" y="229870"/>
                  </a:moveTo>
                  <a:lnTo>
                    <a:pt x="217170" y="229870"/>
                  </a:lnTo>
                  <a:lnTo>
                    <a:pt x="201929" y="245110"/>
                  </a:lnTo>
                  <a:lnTo>
                    <a:pt x="212089" y="245110"/>
                  </a:lnTo>
                  <a:lnTo>
                    <a:pt x="227330" y="229870"/>
                  </a:lnTo>
                  <a:close/>
                </a:path>
                <a:path w="453389" h="448310">
                  <a:moveTo>
                    <a:pt x="232410" y="224790"/>
                  </a:moveTo>
                  <a:lnTo>
                    <a:pt x="222250" y="224790"/>
                  </a:lnTo>
                  <a:lnTo>
                    <a:pt x="218439" y="228600"/>
                  </a:lnTo>
                  <a:lnTo>
                    <a:pt x="228600" y="228600"/>
                  </a:lnTo>
                  <a:lnTo>
                    <a:pt x="232410" y="224790"/>
                  </a:lnTo>
                  <a:close/>
                </a:path>
              </a:pathLst>
            </a:custGeom>
            <a:solidFill>
              <a:srgbClr val="A54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56">
              <a:extLst>
                <a:ext uri="{FF2B5EF4-FFF2-40B4-BE49-F238E27FC236}">
                  <a16:creationId xmlns:a16="http://schemas.microsoft.com/office/drawing/2014/main" id="{D524B52B-75AE-C23C-EBA9-B0ABB901B5B0}"/>
                </a:ext>
              </a:extLst>
            </p:cNvPr>
            <p:cNvSpPr/>
            <p:nvPr/>
          </p:nvSpPr>
          <p:spPr>
            <a:xfrm>
              <a:off x="2780030" y="2636519"/>
              <a:ext cx="453390" cy="445770"/>
            </a:xfrm>
            <a:custGeom>
              <a:avLst/>
              <a:gdLst/>
              <a:ahLst/>
              <a:cxnLst/>
              <a:rect l="l" t="t" r="r" b="b"/>
              <a:pathLst>
                <a:path w="453389" h="445769">
                  <a:moveTo>
                    <a:pt x="318770" y="137160"/>
                  </a:moveTo>
                  <a:lnTo>
                    <a:pt x="307340" y="137160"/>
                  </a:lnTo>
                  <a:lnTo>
                    <a:pt x="300990" y="143510"/>
                  </a:lnTo>
                  <a:lnTo>
                    <a:pt x="312420" y="143510"/>
                  </a:lnTo>
                  <a:lnTo>
                    <a:pt x="318770" y="137160"/>
                  </a:lnTo>
                  <a:close/>
                </a:path>
                <a:path w="453389" h="445769">
                  <a:moveTo>
                    <a:pt x="321310" y="134620"/>
                  </a:moveTo>
                  <a:lnTo>
                    <a:pt x="309880" y="134620"/>
                  </a:lnTo>
                  <a:lnTo>
                    <a:pt x="308610" y="135889"/>
                  </a:lnTo>
                  <a:lnTo>
                    <a:pt x="320040" y="135889"/>
                  </a:lnTo>
                  <a:lnTo>
                    <a:pt x="321310" y="134620"/>
                  </a:lnTo>
                  <a:close/>
                </a:path>
                <a:path w="453389" h="445769">
                  <a:moveTo>
                    <a:pt x="325120" y="130810"/>
                  </a:moveTo>
                  <a:lnTo>
                    <a:pt x="313690" y="130810"/>
                  </a:lnTo>
                  <a:lnTo>
                    <a:pt x="311150" y="133350"/>
                  </a:lnTo>
                  <a:lnTo>
                    <a:pt x="322580" y="133350"/>
                  </a:lnTo>
                  <a:lnTo>
                    <a:pt x="325120" y="130810"/>
                  </a:lnTo>
                  <a:close/>
                </a:path>
                <a:path w="453389" h="445769">
                  <a:moveTo>
                    <a:pt x="327660" y="128270"/>
                  </a:moveTo>
                  <a:lnTo>
                    <a:pt x="316230" y="128270"/>
                  </a:lnTo>
                  <a:lnTo>
                    <a:pt x="314960" y="129539"/>
                  </a:lnTo>
                  <a:lnTo>
                    <a:pt x="326390" y="129539"/>
                  </a:lnTo>
                  <a:lnTo>
                    <a:pt x="327660" y="128270"/>
                  </a:lnTo>
                  <a:close/>
                </a:path>
                <a:path w="453389" h="445769">
                  <a:moveTo>
                    <a:pt x="331470" y="124460"/>
                  </a:moveTo>
                  <a:lnTo>
                    <a:pt x="320040" y="124460"/>
                  </a:lnTo>
                  <a:lnTo>
                    <a:pt x="317500" y="127000"/>
                  </a:lnTo>
                  <a:lnTo>
                    <a:pt x="328930" y="127000"/>
                  </a:lnTo>
                  <a:lnTo>
                    <a:pt x="331470" y="124460"/>
                  </a:lnTo>
                  <a:close/>
                </a:path>
                <a:path w="453389" h="445769">
                  <a:moveTo>
                    <a:pt x="334010" y="121920"/>
                  </a:moveTo>
                  <a:lnTo>
                    <a:pt x="322580" y="121920"/>
                  </a:lnTo>
                  <a:lnTo>
                    <a:pt x="321310" y="123189"/>
                  </a:lnTo>
                  <a:lnTo>
                    <a:pt x="332740" y="123189"/>
                  </a:lnTo>
                  <a:lnTo>
                    <a:pt x="334010" y="121920"/>
                  </a:lnTo>
                  <a:close/>
                </a:path>
                <a:path w="453389" h="445769">
                  <a:moveTo>
                    <a:pt x="346710" y="109220"/>
                  </a:moveTo>
                  <a:lnTo>
                    <a:pt x="335280" y="109220"/>
                  </a:lnTo>
                  <a:lnTo>
                    <a:pt x="323850" y="120650"/>
                  </a:lnTo>
                  <a:lnTo>
                    <a:pt x="335280" y="120650"/>
                  </a:lnTo>
                  <a:lnTo>
                    <a:pt x="346710" y="109220"/>
                  </a:lnTo>
                  <a:close/>
                </a:path>
                <a:path w="453389" h="445769">
                  <a:moveTo>
                    <a:pt x="359410" y="96520"/>
                  </a:moveTo>
                  <a:lnTo>
                    <a:pt x="347980" y="96520"/>
                  </a:lnTo>
                  <a:lnTo>
                    <a:pt x="336550" y="107950"/>
                  </a:lnTo>
                  <a:lnTo>
                    <a:pt x="347980" y="107950"/>
                  </a:lnTo>
                  <a:lnTo>
                    <a:pt x="359410" y="96520"/>
                  </a:lnTo>
                  <a:close/>
                </a:path>
                <a:path w="453389" h="445769">
                  <a:moveTo>
                    <a:pt x="363220" y="92710"/>
                  </a:moveTo>
                  <a:lnTo>
                    <a:pt x="351790" y="92710"/>
                  </a:lnTo>
                  <a:lnTo>
                    <a:pt x="349250" y="95250"/>
                  </a:lnTo>
                  <a:lnTo>
                    <a:pt x="360680" y="95250"/>
                  </a:lnTo>
                  <a:lnTo>
                    <a:pt x="363220" y="92710"/>
                  </a:lnTo>
                  <a:close/>
                </a:path>
                <a:path w="453389" h="445769">
                  <a:moveTo>
                    <a:pt x="365760" y="90170"/>
                  </a:moveTo>
                  <a:lnTo>
                    <a:pt x="354330" y="90170"/>
                  </a:lnTo>
                  <a:lnTo>
                    <a:pt x="353060" y="91439"/>
                  </a:lnTo>
                  <a:lnTo>
                    <a:pt x="364490" y="91439"/>
                  </a:lnTo>
                  <a:lnTo>
                    <a:pt x="365760" y="90170"/>
                  </a:lnTo>
                  <a:close/>
                </a:path>
                <a:path w="453389" h="445769">
                  <a:moveTo>
                    <a:pt x="369570" y="86360"/>
                  </a:moveTo>
                  <a:lnTo>
                    <a:pt x="358140" y="86360"/>
                  </a:lnTo>
                  <a:lnTo>
                    <a:pt x="355600" y="88900"/>
                  </a:lnTo>
                  <a:lnTo>
                    <a:pt x="367030" y="88900"/>
                  </a:lnTo>
                  <a:lnTo>
                    <a:pt x="369570" y="86360"/>
                  </a:lnTo>
                  <a:close/>
                </a:path>
                <a:path w="453389" h="445769">
                  <a:moveTo>
                    <a:pt x="372110" y="83820"/>
                  </a:moveTo>
                  <a:lnTo>
                    <a:pt x="360680" y="83820"/>
                  </a:lnTo>
                  <a:lnTo>
                    <a:pt x="359410" y="85089"/>
                  </a:lnTo>
                  <a:lnTo>
                    <a:pt x="370840" y="85089"/>
                  </a:lnTo>
                  <a:lnTo>
                    <a:pt x="372110" y="83820"/>
                  </a:lnTo>
                  <a:close/>
                </a:path>
                <a:path w="453389" h="445769">
                  <a:moveTo>
                    <a:pt x="375920" y="80010"/>
                  </a:moveTo>
                  <a:lnTo>
                    <a:pt x="364490" y="80010"/>
                  </a:lnTo>
                  <a:lnTo>
                    <a:pt x="361950" y="82550"/>
                  </a:lnTo>
                  <a:lnTo>
                    <a:pt x="373380" y="82550"/>
                  </a:lnTo>
                  <a:lnTo>
                    <a:pt x="375920" y="80010"/>
                  </a:lnTo>
                  <a:close/>
                </a:path>
                <a:path w="453389" h="445769">
                  <a:moveTo>
                    <a:pt x="378460" y="77470"/>
                  </a:moveTo>
                  <a:lnTo>
                    <a:pt x="367030" y="77470"/>
                  </a:lnTo>
                  <a:lnTo>
                    <a:pt x="365760" y="78739"/>
                  </a:lnTo>
                  <a:lnTo>
                    <a:pt x="377190" y="78739"/>
                  </a:lnTo>
                  <a:lnTo>
                    <a:pt x="378460" y="77470"/>
                  </a:lnTo>
                  <a:close/>
                </a:path>
                <a:path w="453389" h="445769">
                  <a:moveTo>
                    <a:pt x="382270" y="73660"/>
                  </a:moveTo>
                  <a:lnTo>
                    <a:pt x="370840" y="73660"/>
                  </a:lnTo>
                  <a:lnTo>
                    <a:pt x="368300" y="76200"/>
                  </a:lnTo>
                  <a:lnTo>
                    <a:pt x="379730" y="76200"/>
                  </a:lnTo>
                  <a:lnTo>
                    <a:pt x="382270" y="73660"/>
                  </a:lnTo>
                  <a:close/>
                </a:path>
                <a:path w="453389" h="445769">
                  <a:moveTo>
                    <a:pt x="384810" y="71120"/>
                  </a:moveTo>
                  <a:lnTo>
                    <a:pt x="373380" y="71120"/>
                  </a:lnTo>
                  <a:lnTo>
                    <a:pt x="372110" y="72389"/>
                  </a:lnTo>
                  <a:lnTo>
                    <a:pt x="383540" y="72389"/>
                  </a:lnTo>
                  <a:lnTo>
                    <a:pt x="384810" y="71120"/>
                  </a:lnTo>
                  <a:close/>
                </a:path>
                <a:path w="453389" h="445769">
                  <a:moveTo>
                    <a:pt x="388620" y="67310"/>
                  </a:moveTo>
                  <a:lnTo>
                    <a:pt x="377190" y="67310"/>
                  </a:lnTo>
                  <a:lnTo>
                    <a:pt x="374650" y="69850"/>
                  </a:lnTo>
                  <a:lnTo>
                    <a:pt x="386080" y="69850"/>
                  </a:lnTo>
                  <a:lnTo>
                    <a:pt x="388620" y="67310"/>
                  </a:lnTo>
                  <a:close/>
                </a:path>
                <a:path w="453389" h="445769">
                  <a:moveTo>
                    <a:pt x="391160" y="64770"/>
                  </a:moveTo>
                  <a:lnTo>
                    <a:pt x="379730" y="64770"/>
                  </a:lnTo>
                  <a:lnTo>
                    <a:pt x="378460" y="66039"/>
                  </a:lnTo>
                  <a:lnTo>
                    <a:pt x="389890" y="66039"/>
                  </a:lnTo>
                  <a:lnTo>
                    <a:pt x="391160" y="64770"/>
                  </a:lnTo>
                  <a:close/>
                </a:path>
                <a:path w="453389" h="445769">
                  <a:moveTo>
                    <a:pt x="394970" y="60960"/>
                  </a:moveTo>
                  <a:lnTo>
                    <a:pt x="383540" y="60960"/>
                  </a:lnTo>
                  <a:lnTo>
                    <a:pt x="381000" y="63500"/>
                  </a:lnTo>
                  <a:lnTo>
                    <a:pt x="392430" y="63500"/>
                  </a:lnTo>
                  <a:lnTo>
                    <a:pt x="394970" y="60960"/>
                  </a:lnTo>
                  <a:close/>
                </a:path>
                <a:path w="453389" h="445769">
                  <a:moveTo>
                    <a:pt x="397510" y="58420"/>
                  </a:moveTo>
                  <a:lnTo>
                    <a:pt x="386080" y="58420"/>
                  </a:lnTo>
                  <a:lnTo>
                    <a:pt x="384810" y="59689"/>
                  </a:lnTo>
                  <a:lnTo>
                    <a:pt x="396240" y="59689"/>
                  </a:lnTo>
                  <a:lnTo>
                    <a:pt x="397510" y="58420"/>
                  </a:lnTo>
                  <a:close/>
                </a:path>
                <a:path w="453389" h="445769">
                  <a:moveTo>
                    <a:pt x="401320" y="54610"/>
                  </a:moveTo>
                  <a:lnTo>
                    <a:pt x="389890" y="54610"/>
                  </a:lnTo>
                  <a:lnTo>
                    <a:pt x="387350" y="57150"/>
                  </a:lnTo>
                  <a:lnTo>
                    <a:pt x="398780" y="57150"/>
                  </a:lnTo>
                  <a:lnTo>
                    <a:pt x="401320" y="54610"/>
                  </a:lnTo>
                  <a:close/>
                </a:path>
                <a:path w="453389" h="445769">
                  <a:moveTo>
                    <a:pt x="403860" y="52070"/>
                  </a:moveTo>
                  <a:lnTo>
                    <a:pt x="392430" y="52070"/>
                  </a:lnTo>
                  <a:lnTo>
                    <a:pt x="391160" y="53339"/>
                  </a:lnTo>
                  <a:lnTo>
                    <a:pt x="402590" y="53339"/>
                  </a:lnTo>
                  <a:lnTo>
                    <a:pt x="403860" y="52070"/>
                  </a:lnTo>
                  <a:close/>
                </a:path>
                <a:path w="453389" h="445769">
                  <a:moveTo>
                    <a:pt x="407670" y="48260"/>
                  </a:moveTo>
                  <a:lnTo>
                    <a:pt x="396240" y="48260"/>
                  </a:lnTo>
                  <a:lnTo>
                    <a:pt x="393700" y="50800"/>
                  </a:lnTo>
                  <a:lnTo>
                    <a:pt x="405130" y="50800"/>
                  </a:lnTo>
                  <a:lnTo>
                    <a:pt x="407670" y="48260"/>
                  </a:lnTo>
                  <a:close/>
                </a:path>
                <a:path w="453389" h="445769">
                  <a:moveTo>
                    <a:pt x="410210" y="45720"/>
                  </a:moveTo>
                  <a:lnTo>
                    <a:pt x="398780" y="45720"/>
                  </a:lnTo>
                  <a:lnTo>
                    <a:pt x="397510" y="46989"/>
                  </a:lnTo>
                  <a:lnTo>
                    <a:pt x="408940" y="46989"/>
                  </a:lnTo>
                  <a:lnTo>
                    <a:pt x="410210" y="45720"/>
                  </a:lnTo>
                  <a:close/>
                </a:path>
                <a:path w="453389" h="445769">
                  <a:moveTo>
                    <a:pt x="414020" y="41910"/>
                  </a:moveTo>
                  <a:lnTo>
                    <a:pt x="402590" y="41910"/>
                  </a:lnTo>
                  <a:lnTo>
                    <a:pt x="400050" y="44450"/>
                  </a:lnTo>
                  <a:lnTo>
                    <a:pt x="411480" y="44450"/>
                  </a:lnTo>
                  <a:lnTo>
                    <a:pt x="414020" y="41910"/>
                  </a:lnTo>
                  <a:close/>
                </a:path>
                <a:path w="453389" h="445769">
                  <a:moveTo>
                    <a:pt x="416560" y="39370"/>
                  </a:moveTo>
                  <a:lnTo>
                    <a:pt x="405130" y="39370"/>
                  </a:lnTo>
                  <a:lnTo>
                    <a:pt x="403860" y="40639"/>
                  </a:lnTo>
                  <a:lnTo>
                    <a:pt x="415290" y="40639"/>
                  </a:lnTo>
                  <a:lnTo>
                    <a:pt x="416560" y="39370"/>
                  </a:lnTo>
                  <a:close/>
                </a:path>
                <a:path w="453389" h="445769">
                  <a:moveTo>
                    <a:pt x="420370" y="35560"/>
                  </a:moveTo>
                  <a:lnTo>
                    <a:pt x="408940" y="35560"/>
                  </a:lnTo>
                  <a:lnTo>
                    <a:pt x="406400" y="38100"/>
                  </a:lnTo>
                  <a:lnTo>
                    <a:pt x="417830" y="38100"/>
                  </a:lnTo>
                  <a:lnTo>
                    <a:pt x="420370" y="35560"/>
                  </a:lnTo>
                  <a:close/>
                </a:path>
                <a:path w="453389" h="445769">
                  <a:moveTo>
                    <a:pt x="422910" y="33020"/>
                  </a:moveTo>
                  <a:lnTo>
                    <a:pt x="411480" y="33020"/>
                  </a:lnTo>
                  <a:lnTo>
                    <a:pt x="410210" y="34289"/>
                  </a:lnTo>
                  <a:lnTo>
                    <a:pt x="421640" y="34289"/>
                  </a:lnTo>
                  <a:lnTo>
                    <a:pt x="422910" y="33020"/>
                  </a:lnTo>
                  <a:close/>
                </a:path>
                <a:path w="453389" h="445769">
                  <a:moveTo>
                    <a:pt x="426720" y="29210"/>
                  </a:moveTo>
                  <a:lnTo>
                    <a:pt x="415290" y="29210"/>
                  </a:lnTo>
                  <a:lnTo>
                    <a:pt x="412750" y="31750"/>
                  </a:lnTo>
                  <a:lnTo>
                    <a:pt x="424180" y="31750"/>
                  </a:lnTo>
                  <a:lnTo>
                    <a:pt x="426720" y="29210"/>
                  </a:lnTo>
                  <a:close/>
                </a:path>
                <a:path w="453389" h="445769">
                  <a:moveTo>
                    <a:pt x="429260" y="26670"/>
                  </a:moveTo>
                  <a:lnTo>
                    <a:pt x="417830" y="26670"/>
                  </a:lnTo>
                  <a:lnTo>
                    <a:pt x="416560" y="27939"/>
                  </a:lnTo>
                  <a:lnTo>
                    <a:pt x="427990" y="27939"/>
                  </a:lnTo>
                  <a:lnTo>
                    <a:pt x="429260" y="26670"/>
                  </a:lnTo>
                  <a:close/>
                </a:path>
                <a:path w="453389" h="445769">
                  <a:moveTo>
                    <a:pt x="433070" y="22860"/>
                  </a:moveTo>
                  <a:lnTo>
                    <a:pt x="421640" y="22860"/>
                  </a:lnTo>
                  <a:lnTo>
                    <a:pt x="419100" y="25400"/>
                  </a:lnTo>
                  <a:lnTo>
                    <a:pt x="430530" y="25400"/>
                  </a:lnTo>
                  <a:lnTo>
                    <a:pt x="433070" y="22860"/>
                  </a:lnTo>
                  <a:close/>
                </a:path>
                <a:path w="453389" h="445769">
                  <a:moveTo>
                    <a:pt x="435610" y="20320"/>
                  </a:moveTo>
                  <a:lnTo>
                    <a:pt x="424180" y="20320"/>
                  </a:lnTo>
                  <a:lnTo>
                    <a:pt x="422910" y="21589"/>
                  </a:lnTo>
                  <a:lnTo>
                    <a:pt x="434340" y="21589"/>
                  </a:lnTo>
                  <a:lnTo>
                    <a:pt x="435610" y="20320"/>
                  </a:lnTo>
                  <a:close/>
                </a:path>
                <a:path w="453389" h="445769">
                  <a:moveTo>
                    <a:pt x="439420" y="16510"/>
                  </a:moveTo>
                  <a:lnTo>
                    <a:pt x="427990" y="16510"/>
                  </a:lnTo>
                  <a:lnTo>
                    <a:pt x="425450" y="19050"/>
                  </a:lnTo>
                  <a:lnTo>
                    <a:pt x="436880" y="19050"/>
                  </a:lnTo>
                  <a:lnTo>
                    <a:pt x="439420" y="16510"/>
                  </a:lnTo>
                  <a:close/>
                </a:path>
                <a:path w="453389" h="445769">
                  <a:moveTo>
                    <a:pt x="441960" y="13970"/>
                  </a:moveTo>
                  <a:lnTo>
                    <a:pt x="430530" y="13970"/>
                  </a:lnTo>
                  <a:lnTo>
                    <a:pt x="429260" y="15239"/>
                  </a:lnTo>
                  <a:lnTo>
                    <a:pt x="440690" y="15239"/>
                  </a:lnTo>
                  <a:lnTo>
                    <a:pt x="441960" y="13970"/>
                  </a:lnTo>
                  <a:close/>
                </a:path>
                <a:path w="453389" h="445769">
                  <a:moveTo>
                    <a:pt x="445770" y="10160"/>
                  </a:moveTo>
                  <a:lnTo>
                    <a:pt x="434340" y="10160"/>
                  </a:lnTo>
                  <a:lnTo>
                    <a:pt x="431800" y="12700"/>
                  </a:lnTo>
                  <a:lnTo>
                    <a:pt x="443230" y="12700"/>
                  </a:lnTo>
                  <a:lnTo>
                    <a:pt x="445770" y="10160"/>
                  </a:lnTo>
                  <a:close/>
                </a:path>
                <a:path w="453389" h="445769">
                  <a:moveTo>
                    <a:pt x="448310" y="7620"/>
                  </a:moveTo>
                  <a:lnTo>
                    <a:pt x="436880" y="7620"/>
                  </a:lnTo>
                  <a:lnTo>
                    <a:pt x="435610" y="8889"/>
                  </a:lnTo>
                  <a:lnTo>
                    <a:pt x="447040" y="8889"/>
                  </a:lnTo>
                  <a:lnTo>
                    <a:pt x="448310" y="7620"/>
                  </a:lnTo>
                  <a:close/>
                </a:path>
                <a:path w="453389" h="445769">
                  <a:moveTo>
                    <a:pt x="452119" y="3810"/>
                  </a:moveTo>
                  <a:lnTo>
                    <a:pt x="440689" y="3810"/>
                  </a:lnTo>
                  <a:lnTo>
                    <a:pt x="438150" y="6350"/>
                  </a:lnTo>
                  <a:lnTo>
                    <a:pt x="449580" y="6350"/>
                  </a:lnTo>
                  <a:lnTo>
                    <a:pt x="452119" y="3810"/>
                  </a:lnTo>
                  <a:close/>
                </a:path>
                <a:path w="453389" h="445769">
                  <a:moveTo>
                    <a:pt x="453390" y="2539"/>
                  </a:moveTo>
                  <a:lnTo>
                    <a:pt x="452119" y="2539"/>
                  </a:lnTo>
                  <a:lnTo>
                    <a:pt x="452119" y="3810"/>
                  </a:lnTo>
                  <a:lnTo>
                    <a:pt x="453390" y="2539"/>
                  </a:lnTo>
                  <a:close/>
                </a:path>
                <a:path w="453389" h="445769">
                  <a:moveTo>
                    <a:pt x="449579" y="0"/>
                  </a:moveTo>
                  <a:lnTo>
                    <a:pt x="447040" y="0"/>
                  </a:lnTo>
                  <a:lnTo>
                    <a:pt x="447040" y="1270"/>
                  </a:lnTo>
                  <a:lnTo>
                    <a:pt x="443230" y="1270"/>
                  </a:lnTo>
                  <a:lnTo>
                    <a:pt x="441960" y="2539"/>
                  </a:lnTo>
                  <a:lnTo>
                    <a:pt x="449579" y="2539"/>
                  </a:lnTo>
                  <a:lnTo>
                    <a:pt x="449579" y="0"/>
                  </a:lnTo>
                  <a:close/>
                </a:path>
                <a:path w="453389" h="445769">
                  <a:moveTo>
                    <a:pt x="312419" y="143510"/>
                  </a:moveTo>
                  <a:lnTo>
                    <a:pt x="300989" y="143510"/>
                  </a:lnTo>
                  <a:lnTo>
                    <a:pt x="275590" y="168910"/>
                  </a:lnTo>
                  <a:lnTo>
                    <a:pt x="287020" y="168910"/>
                  </a:lnTo>
                  <a:lnTo>
                    <a:pt x="312419" y="143510"/>
                  </a:lnTo>
                  <a:close/>
                </a:path>
                <a:path w="453389" h="445769">
                  <a:moveTo>
                    <a:pt x="287019" y="168910"/>
                  </a:moveTo>
                  <a:lnTo>
                    <a:pt x="275589" y="168910"/>
                  </a:lnTo>
                  <a:lnTo>
                    <a:pt x="224790" y="219710"/>
                  </a:lnTo>
                  <a:lnTo>
                    <a:pt x="236220" y="219710"/>
                  </a:lnTo>
                  <a:lnTo>
                    <a:pt x="287019" y="168910"/>
                  </a:lnTo>
                  <a:close/>
                </a:path>
                <a:path w="453389" h="445769">
                  <a:moveTo>
                    <a:pt x="13970" y="441960"/>
                  </a:moveTo>
                  <a:lnTo>
                    <a:pt x="2540" y="441960"/>
                  </a:lnTo>
                  <a:lnTo>
                    <a:pt x="0" y="444500"/>
                  </a:lnTo>
                  <a:lnTo>
                    <a:pt x="0" y="445770"/>
                  </a:lnTo>
                  <a:lnTo>
                    <a:pt x="8889" y="445770"/>
                  </a:lnTo>
                  <a:lnTo>
                    <a:pt x="8889" y="444500"/>
                  </a:lnTo>
                  <a:lnTo>
                    <a:pt x="11430" y="444500"/>
                  </a:lnTo>
                  <a:lnTo>
                    <a:pt x="13970" y="441960"/>
                  </a:lnTo>
                  <a:close/>
                </a:path>
                <a:path w="453389" h="445769">
                  <a:moveTo>
                    <a:pt x="16510" y="439420"/>
                  </a:moveTo>
                  <a:lnTo>
                    <a:pt x="5080" y="439420"/>
                  </a:lnTo>
                  <a:lnTo>
                    <a:pt x="3810" y="440690"/>
                  </a:lnTo>
                  <a:lnTo>
                    <a:pt x="15240" y="440690"/>
                  </a:lnTo>
                  <a:lnTo>
                    <a:pt x="16510" y="439420"/>
                  </a:lnTo>
                  <a:close/>
                </a:path>
                <a:path w="453389" h="445769">
                  <a:moveTo>
                    <a:pt x="20320" y="435610"/>
                  </a:moveTo>
                  <a:lnTo>
                    <a:pt x="8890" y="435610"/>
                  </a:lnTo>
                  <a:lnTo>
                    <a:pt x="6350" y="438150"/>
                  </a:lnTo>
                  <a:lnTo>
                    <a:pt x="17780" y="438150"/>
                  </a:lnTo>
                  <a:lnTo>
                    <a:pt x="20320" y="435610"/>
                  </a:lnTo>
                  <a:close/>
                </a:path>
                <a:path w="453389" h="445769">
                  <a:moveTo>
                    <a:pt x="22860" y="433070"/>
                  </a:moveTo>
                  <a:lnTo>
                    <a:pt x="11430" y="433070"/>
                  </a:lnTo>
                  <a:lnTo>
                    <a:pt x="10160" y="434340"/>
                  </a:lnTo>
                  <a:lnTo>
                    <a:pt x="21590" y="434340"/>
                  </a:lnTo>
                  <a:lnTo>
                    <a:pt x="22860" y="433070"/>
                  </a:lnTo>
                  <a:close/>
                </a:path>
                <a:path w="453389" h="445769">
                  <a:moveTo>
                    <a:pt x="26670" y="429260"/>
                  </a:moveTo>
                  <a:lnTo>
                    <a:pt x="15240" y="429260"/>
                  </a:lnTo>
                  <a:lnTo>
                    <a:pt x="12700" y="431800"/>
                  </a:lnTo>
                  <a:lnTo>
                    <a:pt x="24130" y="431800"/>
                  </a:lnTo>
                  <a:lnTo>
                    <a:pt x="26670" y="429260"/>
                  </a:lnTo>
                  <a:close/>
                </a:path>
                <a:path w="453389" h="445769">
                  <a:moveTo>
                    <a:pt x="29210" y="426720"/>
                  </a:moveTo>
                  <a:lnTo>
                    <a:pt x="17780" y="426720"/>
                  </a:lnTo>
                  <a:lnTo>
                    <a:pt x="16510" y="427990"/>
                  </a:lnTo>
                  <a:lnTo>
                    <a:pt x="27940" y="427990"/>
                  </a:lnTo>
                  <a:lnTo>
                    <a:pt x="29210" y="426720"/>
                  </a:lnTo>
                  <a:close/>
                </a:path>
                <a:path w="453389" h="445769">
                  <a:moveTo>
                    <a:pt x="33020" y="422910"/>
                  </a:moveTo>
                  <a:lnTo>
                    <a:pt x="21590" y="422910"/>
                  </a:lnTo>
                  <a:lnTo>
                    <a:pt x="19050" y="425450"/>
                  </a:lnTo>
                  <a:lnTo>
                    <a:pt x="30480" y="425450"/>
                  </a:lnTo>
                  <a:lnTo>
                    <a:pt x="33020" y="422910"/>
                  </a:lnTo>
                  <a:close/>
                </a:path>
                <a:path w="453389" h="445769">
                  <a:moveTo>
                    <a:pt x="35560" y="420370"/>
                  </a:moveTo>
                  <a:lnTo>
                    <a:pt x="24130" y="420370"/>
                  </a:lnTo>
                  <a:lnTo>
                    <a:pt x="22860" y="421640"/>
                  </a:lnTo>
                  <a:lnTo>
                    <a:pt x="34290" y="421640"/>
                  </a:lnTo>
                  <a:lnTo>
                    <a:pt x="35560" y="420370"/>
                  </a:lnTo>
                  <a:close/>
                </a:path>
                <a:path w="453389" h="445769">
                  <a:moveTo>
                    <a:pt x="39370" y="416560"/>
                  </a:moveTo>
                  <a:lnTo>
                    <a:pt x="27940" y="416560"/>
                  </a:lnTo>
                  <a:lnTo>
                    <a:pt x="25400" y="419100"/>
                  </a:lnTo>
                  <a:lnTo>
                    <a:pt x="36830" y="419100"/>
                  </a:lnTo>
                  <a:lnTo>
                    <a:pt x="39370" y="416560"/>
                  </a:lnTo>
                  <a:close/>
                </a:path>
                <a:path w="453389" h="445769">
                  <a:moveTo>
                    <a:pt x="41910" y="414020"/>
                  </a:moveTo>
                  <a:lnTo>
                    <a:pt x="30480" y="414020"/>
                  </a:lnTo>
                  <a:lnTo>
                    <a:pt x="29210" y="415290"/>
                  </a:lnTo>
                  <a:lnTo>
                    <a:pt x="40640" y="415290"/>
                  </a:lnTo>
                  <a:lnTo>
                    <a:pt x="41910" y="414020"/>
                  </a:lnTo>
                  <a:close/>
                </a:path>
                <a:path w="453389" h="445769">
                  <a:moveTo>
                    <a:pt x="45720" y="410210"/>
                  </a:moveTo>
                  <a:lnTo>
                    <a:pt x="34290" y="410210"/>
                  </a:lnTo>
                  <a:lnTo>
                    <a:pt x="31750" y="412750"/>
                  </a:lnTo>
                  <a:lnTo>
                    <a:pt x="43180" y="412750"/>
                  </a:lnTo>
                  <a:lnTo>
                    <a:pt x="45720" y="410210"/>
                  </a:lnTo>
                  <a:close/>
                </a:path>
                <a:path w="453389" h="445769">
                  <a:moveTo>
                    <a:pt x="48260" y="407670"/>
                  </a:moveTo>
                  <a:lnTo>
                    <a:pt x="36830" y="407670"/>
                  </a:lnTo>
                  <a:lnTo>
                    <a:pt x="35560" y="408940"/>
                  </a:lnTo>
                  <a:lnTo>
                    <a:pt x="46990" y="408940"/>
                  </a:lnTo>
                  <a:lnTo>
                    <a:pt x="48260" y="407670"/>
                  </a:lnTo>
                  <a:close/>
                </a:path>
                <a:path w="453389" h="445769">
                  <a:moveTo>
                    <a:pt x="52070" y="403860"/>
                  </a:moveTo>
                  <a:lnTo>
                    <a:pt x="40640" y="403860"/>
                  </a:lnTo>
                  <a:lnTo>
                    <a:pt x="38100" y="406400"/>
                  </a:lnTo>
                  <a:lnTo>
                    <a:pt x="49530" y="406400"/>
                  </a:lnTo>
                  <a:lnTo>
                    <a:pt x="52070" y="403860"/>
                  </a:lnTo>
                  <a:close/>
                </a:path>
                <a:path w="453389" h="445769">
                  <a:moveTo>
                    <a:pt x="54610" y="401320"/>
                  </a:moveTo>
                  <a:lnTo>
                    <a:pt x="43180" y="401320"/>
                  </a:lnTo>
                  <a:lnTo>
                    <a:pt x="41910" y="402590"/>
                  </a:lnTo>
                  <a:lnTo>
                    <a:pt x="53340" y="402590"/>
                  </a:lnTo>
                  <a:lnTo>
                    <a:pt x="54610" y="401320"/>
                  </a:lnTo>
                  <a:close/>
                </a:path>
                <a:path w="453389" h="445769">
                  <a:moveTo>
                    <a:pt x="58420" y="397510"/>
                  </a:moveTo>
                  <a:lnTo>
                    <a:pt x="46990" y="397510"/>
                  </a:lnTo>
                  <a:lnTo>
                    <a:pt x="44450" y="400050"/>
                  </a:lnTo>
                  <a:lnTo>
                    <a:pt x="55880" y="400050"/>
                  </a:lnTo>
                  <a:lnTo>
                    <a:pt x="58420" y="397510"/>
                  </a:lnTo>
                  <a:close/>
                </a:path>
                <a:path w="453389" h="445769">
                  <a:moveTo>
                    <a:pt x="60960" y="394970"/>
                  </a:moveTo>
                  <a:lnTo>
                    <a:pt x="49530" y="394970"/>
                  </a:lnTo>
                  <a:lnTo>
                    <a:pt x="48260" y="396240"/>
                  </a:lnTo>
                  <a:lnTo>
                    <a:pt x="59690" y="396240"/>
                  </a:lnTo>
                  <a:lnTo>
                    <a:pt x="60960" y="394970"/>
                  </a:lnTo>
                  <a:close/>
                </a:path>
                <a:path w="453389" h="445769">
                  <a:moveTo>
                    <a:pt x="64770" y="391160"/>
                  </a:moveTo>
                  <a:lnTo>
                    <a:pt x="53340" y="391160"/>
                  </a:lnTo>
                  <a:lnTo>
                    <a:pt x="50800" y="393700"/>
                  </a:lnTo>
                  <a:lnTo>
                    <a:pt x="62230" y="393700"/>
                  </a:lnTo>
                  <a:lnTo>
                    <a:pt x="64770" y="391160"/>
                  </a:lnTo>
                  <a:close/>
                </a:path>
                <a:path w="453389" h="445769">
                  <a:moveTo>
                    <a:pt x="67310" y="388620"/>
                  </a:moveTo>
                  <a:lnTo>
                    <a:pt x="55880" y="388620"/>
                  </a:lnTo>
                  <a:lnTo>
                    <a:pt x="54610" y="389890"/>
                  </a:lnTo>
                  <a:lnTo>
                    <a:pt x="66040" y="389890"/>
                  </a:lnTo>
                  <a:lnTo>
                    <a:pt x="67310" y="388620"/>
                  </a:lnTo>
                  <a:close/>
                </a:path>
                <a:path w="453389" h="445769">
                  <a:moveTo>
                    <a:pt x="71120" y="384810"/>
                  </a:moveTo>
                  <a:lnTo>
                    <a:pt x="59690" y="384810"/>
                  </a:lnTo>
                  <a:lnTo>
                    <a:pt x="57150" y="387350"/>
                  </a:lnTo>
                  <a:lnTo>
                    <a:pt x="68580" y="387350"/>
                  </a:lnTo>
                  <a:lnTo>
                    <a:pt x="71120" y="384810"/>
                  </a:lnTo>
                  <a:close/>
                </a:path>
                <a:path w="453389" h="445769">
                  <a:moveTo>
                    <a:pt x="73660" y="382270"/>
                  </a:moveTo>
                  <a:lnTo>
                    <a:pt x="62230" y="382270"/>
                  </a:lnTo>
                  <a:lnTo>
                    <a:pt x="60960" y="383540"/>
                  </a:lnTo>
                  <a:lnTo>
                    <a:pt x="72390" y="383540"/>
                  </a:lnTo>
                  <a:lnTo>
                    <a:pt x="73660" y="382270"/>
                  </a:lnTo>
                  <a:close/>
                </a:path>
                <a:path w="453389" h="445769">
                  <a:moveTo>
                    <a:pt x="77470" y="378460"/>
                  </a:moveTo>
                  <a:lnTo>
                    <a:pt x="66040" y="378460"/>
                  </a:lnTo>
                  <a:lnTo>
                    <a:pt x="63500" y="381000"/>
                  </a:lnTo>
                  <a:lnTo>
                    <a:pt x="74930" y="381000"/>
                  </a:lnTo>
                  <a:lnTo>
                    <a:pt x="77470" y="378460"/>
                  </a:lnTo>
                  <a:close/>
                </a:path>
                <a:path w="453389" h="445769">
                  <a:moveTo>
                    <a:pt x="80010" y="375920"/>
                  </a:moveTo>
                  <a:lnTo>
                    <a:pt x="68580" y="375920"/>
                  </a:lnTo>
                  <a:lnTo>
                    <a:pt x="67310" y="377190"/>
                  </a:lnTo>
                  <a:lnTo>
                    <a:pt x="78740" y="377190"/>
                  </a:lnTo>
                  <a:lnTo>
                    <a:pt x="80010" y="375920"/>
                  </a:lnTo>
                  <a:close/>
                </a:path>
                <a:path w="453389" h="445769">
                  <a:moveTo>
                    <a:pt x="83820" y="372110"/>
                  </a:moveTo>
                  <a:lnTo>
                    <a:pt x="72390" y="372110"/>
                  </a:lnTo>
                  <a:lnTo>
                    <a:pt x="69850" y="374650"/>
                  </a:lnTo>
                  <a:lnTo>
                    <a:pt x="81280" y="374650"/>
                  </a:lnTo>
                  <a:lnTo>
                    <a:pt x="83820" y="372110"/>
                  </a:lnTo>
                  <a:close/>
                </a:path>
                <a:path w="453389" h="445769">
                  <a:moveTo>
                    <a:pt x="86360" y="369570"/>
                  </a:moveTo>
                  <a:lnTo>
                    <a:pt x="74930" y="369570"/>
                  </a:lnTo>
                  <a:lnTo>
                    <a:pt x="73660" y="370840"/>
                  </a:lnTo>
                  <a:lnTo>
                    <a:pt x="85090" y="370840"/>
                  </a:lnTo>
                  <a:lnTo>
                    <a:pt x="86360" y="369570"/>
                  </a:lnTo>
                  <a:close/>
                </a:path>
                <a:path w="453389" h="445769">
                  <a:moveTo>
                    <a:pt x="90170" y="365760"/>
                  </a:moveTo>
                  <a:lnTo>
                    <a:pt x="78740" y="365760"/>
                  </a:lnTo>
                  <a:lnTo>
                    <a:pt x="76200" y="368300"/>
                  </a:lnTo>
                  <a:lnTo>
                    <a:pt x="87630" y="368300"/>
                  </a:lnTo>
                  <a:lnTo>
                    <a:pt x="90170" y="365760"/>
                  </a:lnTo>
                  <a:close/>
                </a:path>
                <a:path w="453389" h="445769">
                  <a:moveTo>
                    <a:pt x="92710" y="363220"/>
                  </a:moveTo>
                  <a:lnTo>
                    <a:pt x="81280" y="363220"/>
                  </a:lnTo>
                  <a:lnTo>
                    <a:pt x="80010" y="364490"/>
                  </a:lnTo>
                  <a:lnTo>
                    <a:pt x="91440" y="364490"/>
                  </a:lnTo>
                  <a:lnTo>
                    <a:pt x="92710" y="363220"/>
                  </a:lnTo>
                  <a:close/>
                </a:path>
                <a:path w="453389" h="445769">
                  <a:moveTo>
                    <a:pt x="96520" y="359410"/>
                  </a:moveTo>
                  <a:lnTo>
                    <a:pt x="85090" y="359410"/>
                  </a:lnTo>
                  <a:lnTo>
                    <a:pt x="82550" y="361950"/>
                  </a:lnTo>
                  <a:lnTo>
                    <a:pt x="93980" y="361950"/>
                  </a:lnTo>
                  <a:lnTo>
                    <a:pt x="96520" y="359410"/>
                  </a:lnTo>
                  <a:close/>
                </a:path>
                <a:path w="453389" h="445769">
                  <a:moveTo>
                    <a:pt x="99060" y="356870"/>
                  </a:moveTo>
                  <a:lnTo>
                    <a:pt x="87630" y="356870"/>
                  </a:lnTo>
                  <a:lnTo>
                    <a:pt x="86359" y="358140"/>
                  </a:lnTo>
                  <a:lnTo>
                    <a:pt x="97790" y="358140"/>
                  </a:lnTo>
                  <a:lnTo>
                    <a:pt x="99060" y="356870"/>
                  </a:lnTo>
                  <a:close/>
                </a:path>
                <a:path w="453389" h="445769">
                  <a:moveTo>
                    <a:pt x="102870" y="353060"/>
                  </a:moveTo>
                  <a:lnTo>
                    <a:pt x="91440" y="353060"/>
                  </a:lnTo>
                  <a:lnTo>
                    <a:pt x="88900" y="355600"/>
                  </a:lnTo>
                  <a:lnTo>
                    <a:pt x="100330" y="355600"/>
                  </a:lnTo>
                  <a:lnTo>
                    <a:pt x="102870" y="353060"/>
                  </a:lnTo>
                  <a:close/>
                </a:path>
                <a:path w="453389" h="445769">
                  <a:moveTo>
                    <a:pt x="105410" y="350520"/>
                  </a:moveTo>
                  <a:lnTo>
                    <a:pt x="93980" y="350520"/>
                  </a:lnTo>
                  <a:lnTo>
                    <a:pt x="92710" y="351790"/>
                  </a:lnTo>
                  <a:lnTo>
                    <a:pt x="104140" y="351790"/>
                  </a:lnTo>
                  <a:lnTo>
                    <a:pt x="105410" y="350520"/>
                  </a:lnTo>
                  <a:close/>
                </a:path>
                <a:path w="453389" h="445769">
                  <a:moveTo>
                    <a:pt x="109220" y="346710"/>
                  </a:moveTo>
                  <a:lnTo>
                    <a:pt x="97790" y="346710"/>
                  </a:lnTo>
                  <a:lnTo>
                    <a:pt x="95250" y="349250"/>
                  </a:lnTo>
                  <a:lnTo>
                    <a:pt x="106680" y="349250"/>
                  </a:lnTo>
                  <a:lnTo>
                    <a:pt x="109220" y="346710"/>
                  </a:lnTo>
                  <a:close/>
                </a:path>
                <a:path w="453389" h="445769">
                  <a:moveTo>
                    <a:pt x="111760" y="344170"/>
                  </a:moveTo>
                  <a:lnTo>
                    <a:pt x="100330" y="344170"/>
                  </a:lnTo>
                  <a:lnTo>
                    <a:pt x="99060" y="345440"/>
                  </a:lnTo>
                  <a:lnTo>
                    <a:pt x="110490" y="345440"/>
                  </a:lnTo>
                  <a:lnTo>
                    <a:pt x="111760" y="344170"/>
                  </a:lnTo>
                  <a:close/>
                </a:path>
                <a:path w="453389" h="445769">
                  <a:moveTo>
                    <a:pt x="115570" y="340360"/>
                  </a:moveTo>
                  <a:lnTo>
                    <a:pt x="104140" y="340360"/>
                  </a:lnTo>
                  <a:lnTo>
                    <a:pt x="101600" y="342900"/>
                  </a:lnTo>
                  <a:lnTo>
                    <a:pt x="113030" y="342900"/>
                  </a:lnTo>
                  <a:lnTo>
                    <a:pt x="115570" y="340360"/>
                  </a:lnTo>
                  <a:close/>
                </a:path>
                <a:path w="453389" h="445769">
                  <a:moveTo>
                    <a:pt x="118110" y="337820"/>
                  </a:moveTo>
                  <a:lnTo>
                    <a:pt x="106680" y="337820"/>
                  </a:lnTo>
                  <a:lnTo>
                    <a:pt x="105410" y="339090"/>
                  </a:lnTo>
                  <a:lnTo>
                    <a:pt x="116840" y="339090"/>
                  </a:lnTo>
                  <a:lnTo>
                    <a:pt x="118110" y="337820"/>
                  </a:lnTo>
                  <a:close/>
                </a:path>
                <a:path w="453389" h="445769">
                  <a:moveTo>
                    <a:pt x="121920" y="334010"/>
                  </a:moveTo>
                  <a:lnTo>
                    <a:pt x="110490" y="334010"/>
                  </a:lnTo>
                  <a:lnTo>
                    <a:pt x="107949" y="336550"/>
                  </a:lnTo>
                  <a:lnTo>
                    <a:pt x="119380" y="336550"/>
                  </a:lnTo>
                  <a:lnTo>
                    <a:pt x="121920" y="334010"/>
                  </a:lnTo>
                  <a:close/>
                </a:path>
                <a:path w="453389" h="445769">
                  <a:moveTo>
                    <a:pt x="124460" y="331470"/>
                  </a:moveTo>
                  <a:lnTo>
                    <a:pt x="113030" y="331470"/>
                  </a:lnTo>
                  <a:lnTo>
                    <a:pt x="111760" y="332740"/>
                  </a:lnTo>
                  <a:lnTo>
                    <a:pt x="123190" y="332740"/>
                  </a:lnTo>
                  <a:lnTo>
                    <a:pt x="124460" y="331470"/>
                  </a:lnTo>
                  <a:close/>
                </a:path>
                <a:path w="453389" h="445769">
                  <a:moveTo>
                    <a:pt x="128270" y="327660"/>
                  </a:moveTo>
                  <a:lnTo>
                    <a:pt x="116840" y="327660"/>
                  </a:lnTo>
                  <a:lnTo>
                    <a:pt x="114300" y="330200"/>
                  </a:lnTo>
                  <a:lnTo>
                    <a:pt x="125730" y="330200"/>
                  </a:lnTo>
                  <a:lnTo>
                    <a:pt x="128270" y="327660"/>
                  </a:lnTo>
                  <a:close/>
                </a:path>
                <a:path w="453389" h="445769">
                  <a:moveTo>
                    <a:pt x="130810" y="325120"/>
                  </a:moveTo>
                  <a:lnTo>
                    <a:pt x="119380" y="325120"/>
                  </a:lnTo>
                  <a:lnTo>
                    <a:pt x="118110" y="326390"/>
                  </a:lnTo>
                  <a:lnTo>
                    <a:pt x="129540" y="326390"/>
                  </a:lnTo>
                  <a:lnTo>
                    <a:pt x="130810" y="325120"/>
                  </a:lnTo>
                  <a:close/>
                </a:path>
                <a:path w="453389" h="445769">
                  <a:moveTo>
                    <a:pt x="134620" y="321310"/>
                  </a:moveTo>
                  <a:lnTo>
                    <a:pt x="123190" y="321310"/>
                  </a:lnTo>
                  <a:lnTo>
                    <a:pt x="120649" y="323850"/>
                  </a:lnTo>
                  <a:lnTo>
                    <a:pt x="132080" y="323850"/>
                  </a:lnTo>
                  <a:lnTo>
                    <a:pt x="134620" y="321310"/>
                  </a:lnTo>
                  <a:close/>
                </a:path>
                <a:path w="453389" h="445769">
                  <a:moveTo>
                    <a:pt x="137160" y="318770"/>
                  </a:moveTo>
                  <a:lnTo>
                    <a:pt x="125730" y="318770"/>
                  </a:lnTo>
                  <a:lnTo>
                    <a:pt x="124460" y="320040"/>
                  </a:lnTo>
                  <a:lnTo>
                    <a:pt x="135890" y="320040"/>
                  </a:lnTo>
                  <a:lnTo>
                    <a:pt x="137160" y="318770"/>
                  </a:lnTo>
                  <a:close/>
                </a:path>
                <a:path w="453389" h="445769">
                  <a:moveTo>
                    <a:pt x="140970" y="314960"/>
                  </a:moveTo>
                  <a:lnTo>
                    <a:pt x="129540" y="314960"/>
                  </a:lnTo>
                  <a:lnTo>
                    <a:pt x="127000" y="317500"/>
                  </a:lnTo>
                  <a:lnTo>
                    <a:pt x="138430" y="317500"/>
                  </a:lnTo>
                  <a:lnTo>
                    <a:pt x="140970" y="314960"/>
                  </a:lnTo>
                  <a:close/>
                </a:path>
                <a:path w="453389" h="445769">
                  <a:moveTo>
                    <a:pt x="143510" y="312420"/>
                  </a:moveTo>
                  <a:lnTo>
                    <a:pt x="132080" y="312420"/>
                  </a:lnTo>
                  <a:lnTo>
                    <a:pt x="130810" y="313690"/>
                  </a:lnTo>
                  <a:lnTo>
                    <a:pt x="142240" y="313690"/>
                  </a:lnTo>
                  <a:lnTo>
                    <a:pt x="143510" y="312420"/>
                  </a:lnTo>
                  <a:close/>
                </a:path>
                <a:path w="453389" h="445769">
                  <a:moveTo>
                    <a:pt x="147320" y="308610"/>
                  </a:moveTo>
                  <a:lnTo>
                    <a:pt x="135890" y="308610"/>
                  </a:lnTo>
                  <a:lnTo>
                    <a:pt x="133350" y="311150"/>
                  </a:lnTo>
                  <a:lnTo>
                    <a:pt x="144780" y="311150"/>
                  </a:lnTo>
                  <a:lnTo>
                    <a:pt x="147320" y="308610"/>
                  </a:lnTo>
                  <a:close/>
                </a:path>
                <a:path w="453389" h="445769">
                  <a:moveTo>
                    <a:pt x="149860" y="306070"/>
                  </a:moveTo>
                  <a:lnTo>
                    <a:pt x="138430" y="306070"/>
                  </a:lnTo>
                  <a:lnTo>
                    <a:pt x="137160" y="307340"/>
                  </a:lnTo>
                  <a:lnTo>
                    <a:pt x="148590" y="307340"/>
                  </a:lnTo>
                  <a:lnTo>
                    <a:pt x="149860" y="306070"/>
                  </a:lnTo>
                  <a:close/>
                </a:path>
                <a:path w="453389" h="445769">
                  <a:moveTo>
                    <a:pt x="153670" y="302260"/>
                  </a:moveTo>
                  <a:lnTo>
                    <a:pt x="142240" y="302260"/>
                  </a:lnTo>
                  <a:lnTo>
                    <a:pt x="139700" y="304800"/>
                  </a:lnTo>
                  <a:lnTo>
                    <a:pt x="151130" y="304800"/>
                  </a:lnTo>
                  <a:lnTo>
                    <a:pt x="153670" y="302260"/>
                  </a:lnTo>
                  <a:close/>
                </a:path>
                <a:path w="453389" h="445769">
                  <a:moveTo>
                    <a:pt x="156210" y="299720"/>
                  </a:moveTo>
                  <a:lnTo>
                    <a:pt x="144780" y="299720"/>
                  </a:lnTo>
                  <a:lnTo>
                    <a:pt x="143509" y="300990"/>
                  </a:lnTo>
                  <a:lnTo>
                    <a:pt x="154940" y="300990"/>
                  </a:lnTo>
                  <a:lnTo>
                    <a:pt x="156210" y="299720"/>
                  </a:lnTo>
                  <a:close/>
                </a:path>
                <a:path w="453389" h="445769">
                  <a:moveTo>
                    <a:pt x="168910" y="287020"/>
                  </a:moveTo>
                  <a:lnTo>
                    <a:pt x="157480" y="287020"/>
                  </a:lnTo>
                  <a:lnTo>
                    <a:pt x="146049" y="298450"/>
                  </a:lnTo>
                  <a:lnTo>
                    <a:pt x="157480" y="298450"/>
                  </a:lnTo>
                  <a:lnTo>
                    <a:pt x="168910" y="287020"/>
                  </a:lnTo>
                  <a:close/>
                </a:path>
                <a:path w="453389" h="445769">
                  <a:moveTo>
                    <a:pt x="181610" y="274320"/>
                  </a:moveTo>
                  <a:lnTo>
                    <a:pt x="170180" y="274320"/>
                  </a:lnTo>
                  <a:lnTo>
                    <a:pt x="158749" y="285750"/>
                  </a:lnTo>
                  <a:lnTo>
                    <a:pt x="170180" y="285750"/>
                  </a:lnTo>
                  <a:lnTo>
                    <a:pt x="181610" y="274320"/>
                  </a:lnTo>
                  <a:close/>
                </a:path>
                <a:path w="453389" h="445769">
                  <a:moveTo>
                    <a:pt x="185420" y="270510"/>
                  </a:moveTo>
                  <a:lnTo>
                    <a:pt x="173990" y="270510"/>
                  </a:lnTo>
                  <a:lnTo>
                    <a:pt x="171449" y="273050"/>
                  </a:lnTo>
                  <a:lnTo>
                    <a:pt x="182880" y="273050"/>
                  </a:lnTo>
                  <a:lnTo>
                    <a:pt x="185420" y="270510"/>
                  </a:lnTo>
                  <a:close/>
                </a:path>
                <a:path w="453389" h="445769">
                  <a:moveTo>
                    <a:pt x="187960" y="267970"/>
                  </a:moveTo>
                  <a:lnTo>
                    <a:pt x="176530" y="267970"/>
                  </a:lnTo>
                  <a:lnTo>
                    <a:pt x="175259" y="269240"/>
                  </a:lnTo>
                  <a:lnTo>
                    <a:pt x="186690" y="269240"/>
                  </a:lnTo>
                  <a:lnTo>
                    <a:pt x="187960" y="267970"/>
                  </a:lnTo>
                  <a:close/>
                </a:path>
                <a:path w="453389" h="445769">
                  <a:moveTo>
                    <a:pt x="191770" y="264160"/>
                  </a:moveTo>
                  <a:lnTo>
                    <a:pt x="180340" y="264160"/>
                  </a:lnTo>
                  <a:lnTo>
                    <a:pt x="177800" y="266700"/>
                  </a:lnTo>
                  <a:lnTo>
                    <a:pt x="189230" y="266700"/>
                  </a:lnTo>
                  <a:lnTo>
                    <a:pt x="191770" y="264160"/>
                  </a:lnTo>
                  <a:close/>
                </a:path>
                <a:path w="453389" h="445769">
                  <a:moveTo>
                    <a:pt x="204470" y="251460"/>
                  </a:moveTo>
                  <a:lnTo>
                    <a:pt x="193040" y="251460"/>
                  </a:lnTo>
                  <a:lnTo>
                    <a:pt x="181609" y="262890"/>
                  </a:lnTo>
                  <a:lnTo>
                    <a:pt x="193040" y="262890"/>
                  </a:lnTo>
                  <a:lnTo>
                    <a:pt x="204470" y="251460"/>
                  </a:lnTo>
                  <a:close/>
                </a:path>
                <a:path w="453389" h="445769">
                  <a:moveTo>
                    <a:pt x="213360" y="242570"/>
                  </a:moveTo>
                  <a:lnTo>
                    <a:pt x="201930" y="242570"/>
                  </a:lnTo>
                  <a:lnTo>
                    <a:pt x="194310" y="250190"/>
                  </a:lnTo>
                  <a:lnTo>
                    <a:pt x="205740" y="250190"/>
                  </a:lnTo>
                  <a:lnTo>
                    <a:pt x="213360" y="242570"/>
                  </a:lnTo>
                  <a:close/>
                </a:path>
                <a:path w="453389" h="445769">
                  <a:moveTo>
                    <a:pt x="229870" y="226060"/>
                  </a:moveTo>
                  <a:lnTo>
                    <a:pt x="218440" y="226060"/>
                  </a:lnTo>
                  <a:lnTo>
                    <a:pt x="203199" y="241300"/>
                  </a:lnTo>
                  <a:lnTo>
                    <a:pt x="214630" y="241300"/>
                  </a:lnTo>
                  <a:lnTo>
                    <a:pt x="229870" y="226060"/>
                  </a:lnTo>
                  <a:close/>
                </a:path>
                <a:path w="453389" h="445769">
                  <a:moveTo>
                    <a:pt x="234950" y="220980"/>
                  </a:moveTo>
                  <a:lnTo>
                    <a:pt x="223519" y="220980"/>
                  </a:lnTo>
                  <a:lnTo>
                    <a:pt x="219709" y="224790"/>
                  </a:lnTo>
                  <a:lnTo>
                    <a:pt x="231140" y="224790"/>
                  </a:lnTo>
                  <a:lnTo>
                    <a:pt x="234950" y="220980"/>
                  </a:lnTo>
                  <a:close/>
                </a:path>
              </a:pathLst>
            </a:custGeom>
            <a:solidFill>
              <a:srgbClr val="A74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57">
              <a:extLst>
                <a:ext uri="{FF2B5EF4-FFF2-40B4-BE49-F238E27FC236}">
                  <a16:creationId xmlns:a16="http://schemas.microsoft.com/office/drawing/2014/main" id="{20DF514A-B97F-BAF9-89CA-2657E7A2AAF6}"/>
                </a:ext>
              </a:extLst>
            </p:cNvPr>
            <p:cNvSpPr/>
            <p:nvPr/>
          </p:nvSpPr>
          <p:spPr>
            <a:xfrm>
              <a:off x="2791460" y="2639059"/>
              <a:ext cx="447040" cy="445770"/>
            </a:xfrm>
            <a:custGeom>
              <a:avLst/>
              <a:gdLst/>
              <a:ahLst/>
              <a:cxnLst/>
              <a:rect l="l" t="t" r="r" b="b"/>
              <a:pathLst>
                <a:path w="447039" h="445769">
                  <a:moveTo>
                    <a:pt x="317500" y="134620"/>
                  </a:moveTo>
                  <a:lnTo>
                    <a:pt x="307340" y="134620"/>
                  </a:lnTo>
                  <a:lnTo>
                    <a:pt x="300990" y="140970"/>
                  </a:lnTo>
                  <a:lnTo>
                    <a:pt x="311150" y="140970"/>
                  </a:lnTo>
                  <a:lnTo>
                    <a:pt x="317500" y="134620"/>
                  </a:lnTo>
                  <a:close/>
                </a:path>
                <a:path w="447039" h="445769">
                  <a:moveTo>
                    <a:pt x="320039" y="132080"/>
                  </a:moveTo>
                  <a:lnTo>
                    <a:pt x="309880" y="132080"/>
                  </a:lnTo>
                  <a:lnTo>
                    <a:pt x="308610" y="133350"/>
                  </a:lnTo>
                  <a:lnTo>
                    <a:pt x="318770" y="133350"/>
                  </a:lnTo>
                  <a:lnTo>
                    <a:pt x="320039" y="132080"/>
                  </a:lnTo>
                  <a:close/>
                </a:path>
                <a:path w="447039" h="445769">
                  <a:moveTo>
                    <a:pt x="323850" y="128270"/>
                  </a:moveTo>
                  <a:lnTo>
                    <a:pt x="313690" y="128270"/>
                  </a:lnTo>
                  <a:lnTo>
                    <a:pt x="311150" y="130810"/>
                  </a:lnTo>
                  <a:lnTo>
                    <a:pt x="321310" y="130810"/>
                  </a:lnTo>
                  <a:lnTo>
                    <a:pt x="323850" y="128270"/>
                  </a:lnTo>
                  <a:close/>
                </a:path>
                <a:path w="447039" h="445769">
                  <a:moveTo>
                    <a:pt x="326389" y="125730"/>
                  </a:moveTo>
                  <a:lnTo>
                    <a:pt x="316230" y="125730"/>
                  </a:lnTo>
                  <a:lnTo>
                    <a:pt x="314960" y="127000"/>
                  </a:lnTo>
                  <a:lnTo>
                    <a:pt x="325120" y="127000"/>
                  </a:lnTo>
                  <a:lnTo>
                    <a:pt x="326389" y="125730"/>
                  </a:lnTo>
                  <a:close/>
                </a:path>
                <a:path w="447039" h="445769">
                  <a:moveTo>
                    <a:pt x="330200" y="121920"/>
                  </a:moveTo>
                  <a:lnTo>
                    <a:pt x="320040" y="121920"/>
                  </a:lnTo>
                  <a:lnTo>
                    <a:pt x="317500" y="124460"/>
                  </a:lnTo>
                  <a:lnTo>
                    <a:pt x="327660" y="124460"/>
                  </a:lnTo>
                  <a:lnTo>
                    <a:pt x="330200" y="121920"/>
                  </a:lnTo>
                  <a:close/>
                </a:path>
                <a:path w="447039" h="445769">
                  <a:moveTo>
                    <a:pt x="332739" y="119380"/>
                  </a:moveTo>
                  <a:lnTo>
                    <a:pt x="322580" y="119380"/>
                  </a:lnTo>
                  <a:lnTo>
                    <a:pt x="321310" y="120650"/>
                  </a:lnTo>
                  <a:lnTo>
                    <a:pt x="331470" y="120650"/>
                  </a:lnTo>
                  <a:lnTo>
                    <a:pt x="332739" y="119380"/>
                  </a:lnTo>
                  <a:close/>
                </a:path>
                <a:path w="447039" h="445769">
                  <a:moveTo>
                    <a:pt x="345439" y="106680"/>
                  </a:moveTo>
                  <a:lnTo>
                    <a:pt x="335280" y="106680"/>
                  </a:lnTo>
                  <a:lnTo>
                    <a:pt x="323850" y="118110"/>
                  </a:lnTo>
                  <a:lnTo>
                    <a:pt x="334010" y="118110"/>
                  </a:lnTo>
                  <a:lnTo>
                    <a:pt x="345439" y="106680"/>
                  </a:lnTo>
                  <a:close/>
                </a:path>
                <a:path w="447039" h="445769">
                  <a:moveTo>
                    <a:pt x="358139" y="93980"/>
                  </a:moveTo>
                  <a:lnTo>
                    <a:pt x="347980" y="93980"/>
                  </a:lnTo>
                  <a:lnTo>
                    <a:pt x="336550" y="105410"/>
                  </a:lnTo>
                  <a:lnTo>
                    <a:pt x="346710" y="105410"/>
                  </a:lnTo>
                  <a:lnTo>
                    <a:pt x="358139" y="93980"/>
                  </a:lnTo>
                  <a:close/>
                </a:path>
                <a:path w="447039" h="445769">
                  <a:moveTo>
                    <a:pt x="361950" y="90170"/>
                  </a:moveTo>
                  <a:lnTo>
                    <a:pt x="351790" y="90170"/>
                  </a:lnTo>
                  <a:lnTo>
                    <a:pt x="349250" y="92710"/>
                  </a:lnTo>
                  <a:lnTo>
                    <a:pt x="359410" y="92710"/>
                  </a:lnTo>
                  <a:lnTo>
                    <a:pt x="361950" y="90170"/>
                  </a:lnTo>
                  <a:close/>
                </a:path>
                <a:path w="447039" h="445769">
                  <a:moveTo>
                    <a:pt x="364489" y="87630"/>
                  </a:moveTo>
                  <a:lnTo>
                    <a:pt x="354330" y="87630"/>
                  </a:lnTo>
                  <a:lnTo>
                    <a:pt x="353060" y="88900"/>
                  </a:lnTo>
                  <a:lnTo>
                    <a:pt x="363220" y="88900"/>
                  </a:lnTo>
                  <a:lnTo>
                    <a:pt x="364489" y="87630"/>
                  </a:lnTo>
                  <a:close/>
                </a:path>
                <a:path w="447039" h="445769">
                  <a:moveTo>
                    <a:pt x="368300" y="83820"/>
                  </a:moveTo>
                  <a:lnTo>
                    <a:pt x="358140" y="83820"/>
                  </a:lnTo>
                  <a:lnTo>
                    <a:pt x="355600" y="86360"/>
                  </a:lnTo>
                  <a:lnTo>
                    <a:pt x="365760" y="86360"/>
                  </a:lnTo>
                  <a:lnTo>
                    <a:pt x="368300" y="83820"/>
                  </a:lnTo>
                  <a:close/>
                </a:path>
                <a:path w="447039" h="445769">
                  <a:moveTo>
                    <a:pt x="370839" y="81280"/>
                  </a:moveTo>
                  <a:lnTo>
                    <a:pt x="360680" y="81280"/>
                  </a:lnTo>
                  <a:lnTo>
                    <a:pt x="359410" y="82550"/>
                  </a:lnTo>
                  <a:lnTo>
                    <a:pt x="369570" y="82550"/>
                  </a:lnTo>
                  <a:lnTo>
                    <a:pt x="370839" y="81280"/>
                  </a:lnTo>
                  <a:close/>
                </a:path>
                <a:path w="447039" h="445769">
                  <a:moveTo>
                    <a:pt x="374650" y="77470"/>
                  </a:moveTo>
                  <a:lnTo>
                    <a:pt x="364490" y="77470"/>
                  </a:lnTo>
                  <a:lnTo>
                    <a:pt x="361950" y="80010"/>
                  </a:lnTo>
                  <a:lnTo>
                    <a:pt x="372110" y="80010"/>
                  </a:lnTo>
                  <a:lnTo>
                    <a:pt x="374650" y="77470"/>
                  </a:lnTo>
                  <a:close/>
                </a:path>
                <a:path w="447039" h="445769">
                  <a:moveTo>
                    <a:pt x="377189" y="74930"/>
                  </a:moveTo>
                  <a:lnTo>
                    <a:pt x="367030" y="74930"/>
                  </a:lnTo>
                  <a:lnTo>
                    <a:pt x="365760" y="76200"/>
                  </a:lnTo>
                  <a:lnTo>
                    <a:pt x="375920" y="76200"/>
                  </a:lnTo>
                  <a:lnTo>
                    <a:pt x="377189" y="74930"/>
                  </a:lnTo>
                  <a:close/>
                </a:path>
                <a:path w="447039" h="445769">
                  <a:moveTo>
                    <a:pt x="381000" y="71120"/>
                  </a:moveTo>
                  <a:lnTo>
                    <a:pt x="370840" y="71120"/>
                  </a:lnTo>
                  <a:lnTo>
                    <a:pt x="368300" y="73660"/>
                  </a:lnTo>
                  <a:lnTo>
                    <a:pt x="378460" y="73660"/>
                  </a:lnTo>
                  <a:lnTo>
                    <a:pt x="381000" y="71120"/>
                  </a:lnTo>
                  <a:close/>
                </a:path>
                <a:path w="447039" h="445769">
                  <a:moveTo>
                    <a:pt x="383539" y="68580"/>
                  </a:moveTo>
                  <a:lnTo>
                    <a:pt x="373380" y="68580"/>
                  </a:lnTo>
                  <a:lnTo>
                    <a:pt x="372110" y="69850"/>
                  </a:lnTo>
                  <a:lnTo>
                    <a:pt x="382270" y="69850"/>
                  </a:lnTo>
                  <a:lnTo>
                    <a:pt x="383539" y="68580"/>
                  </a:lnTo>
                  <a:close/>
                </a:path>
                <a:path w="447039" h="445769">
                  <a:moveTo>
                    <a:pt x="387350" y="64770"/>
                  </a:moveTo>
                  <a:lnTo>
                    <a:pt x="377190" y="64770"/>
                  </a:lnTo>
                  <a:lnTo>
                    <a:pt x="374650" y="67310"/>
                  </a:lnTo>
                  <a:lnTo>
                    <a:pt x="384810" y="67310"/>
                  </a:lnTo>
                  <a:lnTo>
                    <a:pt x="387350" y="64770"/>
                  </a:lnTo>
                  <a:close/>
                </a:path>
                <a:path w="447039" h="445769">
                  <a:moveTo>
                    <a:pt x="389889" y="62230"/>
                  </a:moveTo>
                  <a:lnTo>
                    <a:pt x="379730" y="62230"/>
                  </a:lnTo>
                  <a:lnTo>
                    <a:pt x="378460" y="63500"/>
                  </a:lnTo>
                  <a:lnTo>
                    <a:pt x="388620" y="63500"/>
                  </a:lnTo>
                  <a:lnTo>
                    <a:pt x="389889" y="62230"/>
                  </a:lnTo>
                  <a:close/>
                </a:path>
                <a:path w="447039" h="445769">
                  <a:moveTo>
                    <a:pt x="393700" y="58420"/>
                  </a:moveTo>
                  <a:lnTo>
                    <a:pt x="383540" y="58420"/>
                  </a:lnTo>
                  <a:lnTo>
                    <a:pt x="381000" y="60960"/>
                  </a:lnTo>
                  <a:lnTo>
                    <a:pt x="391160" y="60960"/>
                  </a:lnTo>
                  <a:lnTo>
                    <a:pt x="393700" y="58420"/>
                  </a:lnTo>
                  <a:close/>
                </a:path>
                <a:path w="447039" h="445769">
                  <a:moveTo>
                    <a:pt x="396239" y="55880"/>
                  </a:moveTo>
                  <a:lnTo>
                    <a:pt x="386080" y="55880"/>
                  </a:lnTo>
                  <a:lnTo>
                    <a:pt x="384810" y="57150"/>
                  </a:lnTo>
                  <a:lnTo>
                    <a:pt x="394970" y="57150"/>
                  </a:lnTo>
                  <a:lnTo>
                    <a:pt x="396239" y="55880"/>
                  </a:lnTo>
                  <a:close/>
                </a:path>
                <a:path w="447039" h="445769">
                  <a:moveTo>
                    <a:pt x="400050" y="52070"/>
                  </a:moveTo>
                  <a:lnTo>
                    <a:pt x="389890" y="52070"/>
                  </a:lnTo>
                  <a:lnTo>
                    <a:pt x="387350" y="54610"/>
                  </a:lnTo>
                  <a:lnTo>
                    <a:pt x="397510" y="54610"/>
                  </a:lnTo>
                  <a:lnTo>
                    <a:pt x="400050" y="52070"/>
                  </a:lnTo>
                  <a:close/>
                </a:path>
                <a:path w="447039" h="445769">
                  <a:moveTo>
                    <a:pt x="402589" y="49530"/>
                  </a:moveTo>
                  <a:lnTo>
                    <a:pt x="392430" y="49530"/>
                  </a:lnTo>
                  <a:lnTo>
                    <a:pt x="391160" y="50800"/>
                  </a:lnTo>
                  <a:lnTo>
                    <a:pt x="401320" y="50800"/>
                  </a:lnTo>
                  <a:lnTo>
                    <a:pt x="402589" y="49530"/>
                  </a:lnTo>
                  <a:close/>
                </a:path>
                <a:path w="447039" h="445769">
                  <a:moveTo>
                    <a:pt x="406400" y="45720"/>
                  </a:moveTo>
                  <a:lnTo>
                    <a:pt x="396240" y="45720"/>
                  </a:lnTo>
                  <a:lnTo>
                    <a:pt x="393700" y="48260"/>
                  </a:lnTo>
                  <a:lnTo>
                    <a:pt x="403860" y="48260"/>
                  </a:lnTo>
                  <a:lnTo>
                    <a:pt x="406400" y="45720"/>
                  </a:lnTo>
                  <a:close/>
                </a:path>
                <a:path w="447039" h="445769">
                  <a:moveTo>
                    <a:pt x="408939" y="43180"/>
                  </a:moveTo>
                  <a:lnTo>
                    <a:pt x="398780" y="43180"/>
                  </a:lnTo>
                  <a:lnTo>
                    <a:pt x="397510" y="44450"/>
                  </a:lnTo>
                  <a:lnTo>
                    <a:pt x="407670" y="44450"/>
                  </a:lnTo>
                  <a:lnTo>
                    <a:pt x="408939" y="43180"/>
                  </a:lnTo>
                  <a:close/>
                </a:path>
                <a:path w="447039" h="445769">
                  <a:moveTo>
                    <a:pt x="412750" y="39370"/>
                  </a:moveTo>
                  <a:lnTo>
                    <a:pt x="402590" y="39370"/>
                  </a:lnTo>
                  <a:lnTo>
                    <a:pt x="400050" y="41910"/>
                  </a:lnTo>
                  <a:lnTo>
                    <a:pt x="410210" y="41910"/>
                  </a:lnTo>
                  <a:lnTo>
                    <a:pt x="412750" y="39370"/>
                  </a:lnTo>
                  <a:close/>
                </a:path>
                <a:path w="447039" h="445769">
                  <a:moveTo>
                    <a:pt x="415289" y="36830"/>
                  </a:moveTo>
                  <a:lnTo>
                    <a:pt x="405130" y="36830"/>
                  </a:lnTo>
                  <a:lnTo>
                    <a:pt x="403860" y="38100"/>
                  </a:lnTo>
                  <a:lnTo>
                    <a:pt x="414020" y="38100"/>
                  </a:lnTo>
                  <a:lnTo>
                    <a:pt x="415289" y="36830"/>
                  </a:lnTo>
                  <a:close/>
                </a:path>
                <a:path w="447039" h="445769">
                  <a:moveTo>
                    <a:pt x="419100" y="33020"/>
                  </a:moveTo>
                  <a:lnTo>
                    <a:pt x="408940" y="33020"/>
                  </a:lnTo>
                  <a:lnTo>
                    <a:pt x="406400" y="35560"/>
                  </a:lnTo>
                  <a:lnTo>
                    <a:pt x="416560" y="35560"/>
                  </a:lnTo>
                  <a:lnTo>
                    <a:pt x="419100" y="33020"/>
                  </a:lnTo>
                  <a:close/>
                </a:path>
                <a:path w="447039" h="445769">
                  <a:moveTo>
                    <a:pt x="421639" y="30480"/>
                  </a:moveTo>
                  <a:lnTo>
                    <a:pt x="411480" y="30480"/>
                  </a:lnTo>
                  <a:lnTo>
                    <a:pt x="410210" y="31750"/>
                  </a:lnTo>
                  <a:lnTo>
                    <a:pt x="420370" y="31750"/>
                  </a:lnTo>
                  <a:lnTo>
                    <a:pt x="421639" y="30480"/>
                  </a:lnTo>
                  <a:close/>
                </a:path>
                <a:path w="447039" h="445769">
                  <a:moveTo>
                    <a:pt x="425450" y="26670"/>
                  </a:moveTo>
                  <a:lnTo>
                    <a:pt x="415290" y="26670"/>
                  </a:lnTo>
                  <a:lnTo>
                    <a:pt x="412750" y="29210"/>
                  </a:lnTo>
                  <a:lnTo>
                    <a:pt x="422910" y="29210"/>
                  </a:lnTo>
                  <a:lnTo>
                    <a:pt x="425450" y="26670"/>
                  </a:lnTo>
                  <a:close/>
                </a:path>
                <a:path w="447039" h="445769">
                  <a:moveTo>
                    <a:pt x="427989" y="24130"/>
                  </a:moveTo>
                  <a:lnTo>
                    <a:pt x="417830" y="24130"/>
                  </a:lnTo>
                  <a:lnTo>
                    <a:pt x="416560" y="25400"/>
                  </a:lnTo>
                  <a:lnTo>
                    <a:pt x="426720" y="25400"/>
                  </a:lnTo>
                  <a:lnTo>
                    <a:pt x="427989" y="24130"/>
                  </a:lnTo>
                  <a:close/>
                </a:path>
                <a:path w="447039" h="445769">
                  <a:moveTo>
                    <a:pt x="431800" y="20320"/>
                  </a:moveTo>
                  <a:lnTo>
                    <a:pt x="421640" y="20320"/>
                  </a:lnTo>
                  <a:lnTo>
                    <a:pt x="419100" y="22860"/>
                  </a:lnTo>
                  <a:lnTo>
                    <a:pt x="429260" y="22860"/>
                  </a:lnTo>
                  <a:lnTo>
                    <a:pt x="431800" y="20320"/>
                  </a:lnTo>
                  <a:close/>
                </a:path>
                <a:path w="447039" h="445769">
                  <a:moveTo>
                    <a:pt x="434339" y="17780"/>
                  </a:moveTo>
                  <a:lnTo>
                    <a:pt x="424180" y="17780"/>
                  </a:lnTo>
                  <a:lnTo>
                    <a:pt x="422910" y="19050"/>
                  </a:lnTo>
                  <a:lnTo>
                    <a:pt x="433070" y="19050"/>
                  </a:lnTo>
                  <a:lnTo>
                    <a:pt x="434339" y="17780"/>
                  </a:lnTo>
                  <a:close/>
                </a:path>
                <a:path w="447039" h="445769">
                  <a:moveTo>
                    <a:pt x="438150" y="13970"/>
                  </a:moveTo>
                  <a:lnTo>
                    <a:pt x="427990" y="13970"/>
                  </a:lnTo>
                  <a:lnTo>
                    <a:pt x="425450" y="16510"/>
                  </a:lnTo>
                  <a:lnTo>
                    <a:pt x="435610" y="16510"/>
                  </a:lnTo>
                  <a:lnTo>
                    <a:pt x="438150" y="13970"/>
                  </a:lnTo>
                  <a:close/>
                </a:path>
                <a:path w="447039" h="445769">
                  <a:moveTo>
                    <a:pt x="440689" y="11430"/>
                  </a:moveTo>
                  <a:lnTo>
                    <a:pt x="430530" y="11430"/>
                  </a:lnTo>
                  <a:lnTo>
                    <a:pt x="429260" y="12700"/>
                  </a:lnTo>
                  <a:lnTo>
                    <a:pt x="439420" y="12700"/>
                  </a:lnTo>
                  <a:lnTo>
                    <a:pt x="440689" y="11430"/>
                  </a:lnTo>
                  <a:close/>
                </a:path>
                <a:path w="447039" h="445769">
                  <a:moveTo>
                    <a:pt x="444500" y="7620"/>
                  </a:moveTo>
                  <a:lnTo>
                    <a:pt x="434340" y="7620"/>
                  </a:lnTo>
                  <a:lnTo>
                    <a:pt x="431800" y="10160"/>
                  </a:lnTo>
                  <a:lnTo>
                    <a:pt x="441960" y="10160"/>
                  </a:lnTo>
                  <a:lnTo>
                    <a:pt x="444500" y="7620"/>
                  </a:lnTo>
                  <a:close/>
                </a:path>
                <a:path w="447039" h="445769">
                  <a:moveTo>
                    <a:pt x="447039" y="5080"/>
                  </a:moveTo>
                  <a:lnTo>
                    <a:pt x="436880" y="5080"/>
                  </a:lnTo>
                  <a:lnTo>
                    <a:pt x="435610" y="6350"/>
                  </a:lnTo>
                  <a:lnTo>
                    <a:pt x="445770" y="6350"/>
                  </a:lnTo>
                  <a:lnTo>
                    <a:pt x="447039" y="5080"/>
                  </a:lnTo>
                  <a:close/>
                </a:path>
                <a:path w="447039" h="445769">
                  <a:moveTo>
                    <a:pt x="443230" y="0"/>
                  </a:moveTo>
                  <a:lnTo>
                    <a:pt x="441960" y="0"/>
                  </a:lnTo>
                  <a:lnTo>
                    <a:pt x="438150" y="3810"/>
                  </a:lnTo>
                  <a:lnTo>
                    <a:pt x="445769" y="3810"/>
                  </a:lnTo>
                  <a:lnTo>
                    <a:pt x="445769" y="1270"/>
                  </a:lnTo>
                  <a:lnTo>
                    <a:pt x="443230" y="1270"/>
                  </a:lnTo>
                  <a:lnTo>
                    <a:pt x="443230" y="0"/>
                  </a:lnTo>
                  <a:close/>
                </a:path>
                <a:path w="447039" h="445769">
                  <a:moveTo>
                    <a:pt x="311149" y="140970"/>
                  </a:moveTo>
                  <a:lnTo>
                    <a:pt x="300989" y="140970"/>
                  </a:lnTo>
                  <a:lnTo>
                    <a:pt x="275590" y="166370"/>
                  </a:lnTo>
                  <a:lnTo>
                    <a:pt x="285750" y="166370"/>
                  </a:lnTo>
                  <a:lnTo>
                    <a:pt x="311149" y="140970"/>
                  </a:lnTo>
                  <a:close/>
                </a:path>
                <a:path w="447039" h="445769">
                  <a:moveTo>
                    <a:pt x="285749" y="166370"/>
                  </a:moveTo>
                  <a:lnTo>
                    <a:pt x="275589" y="166370"/>
                  </a:lnTo>
                  <a:lnTo>
                    <a:pt x="224790" y="217170"/>
                  </a:lnTo>
                  <a:lnTo>
                    <a:pt x="234950" y="217170"/>
                  </a:lnTo>
                  <a:lnTo>
                    <a:pt x="285749" y="166370"/>
                  </a:lnTo>
                  <a:close/>
                </a:path>
                <a:path w="447039" h="445769">
                  <a:moveTo>
                    <a:pt x="8889" y="443230"/>
                  </a:moveTo>
                  <a:lnTo>
                    <a:pt x="6350" y="443230"/>
                  </a:lnTo>
                  <a:lnTo>
                    <a:pt x="6350" y="445770"/>
                  </a:lnTo>
                  <a:lnTo>
                    <a:pt x="8889" y="443230"/>
                  </a:lnTo>
                  <a:close/>
                </a:path>
                <a:path w="447039" h="445769">
                  <a:moveTo>
                    <a:pt x="12700" y="439420"/>
                  </a:moveTo>
                  <a:lnTo>
                    <a:pt x="2540" y="439420"/>
                  </a:lnTo>
                  <a:lnTo>
                    <a:pt x="0" y="441960"/>
                  </a:lnTo>
                  <a:lnTo>
                    <a:pt x="10159" y="441960"/>
                  </a:lnTo>
                  <a:lnTo>
                    <a:pt x="12700" y="439420"/>
                  </a:lnTo>
                  <a:close/>
                </a:path>
                <a:path w="447039" h="445769">
                  <a:moveTo>
                    <a:pt x="15239" y="436880"/>
                  </a:moveTo>
                  <a:lnTo>
                    <a:pt x="5080" y="436880"/>
                  </a:lnTo>
                  <a:lnTo>
                    <a:pt x="3810" y="438150"/>
                  </a:lnTo>
                  <a:lnTo>
                    <a:pt x="13969" y="438150"/>
                  </a:lnTo>
                  <a:lnTo>
                    <a:pt x="15239" y="436880"/>
                  </a:lnTo>
                  <a:close/>
                </a:path>
                <a:path w="447039" h="445769">
                  <a:moveTo>
                    <a:pt x="19050" y="433070"/>
                  </a:moveTo>
                  <a:lnTo>
                    <a:pt x="8890" y="433070"/>
                  </a:lnTo>
                  <a:lnTo>
                    <a:pt x="6350" y="435610"/>
                  </a:lnTo>
                  <a:lnTo>
                    <a:pt x="16509" y="435610"/>
                  </a:lnTo>
                  <a:lnTo>
                    <a:pt x="19050" y="433070"/>
                  </a:lnTo>
                  <a:close/>
                </a:path>
                <a:path w="447039" h="445769">
                  <a:moveTo>
                    <a:pt x="21589" y="430530"/>
                  </a:moveTo>
                  <a:lnTo>
                    <a:pt x="11430" y="430530"/>
                  </a:lnTo>
                  <a:lnTo>
                    <a:pt x="10160" y="431800"/>
                  </a:lnTo>
                  <a:lnTo>
                    <a:pt x="20319" y="431800"/>
                  </a:lnTo>
                  <a:lnTo>
                    <a:pt x="21589" y="430530"/>
                  </a:lnTo>
                  <a:close/>
                </a:path>
                <a:path w="447039" h="445769">
                  <a:moveTo>
                    <a:pt x="25400" y="426720"/>
                  </a:moveTo>
                  <a:lnTo>
                    <a:pt x="15240" y="426720"/>
                  </a:lnTo>
                  <a:lnTo>
                    <a:pt x="12700" y="429260"/>
                  </a:lnTo>
                  <a:lnTo>
                    <a:pt x="22859" y="429260"/>
                  </a:lnTo>
                  <a:lnTo>
                    <a:pt x="25400" y="426720"/>
                  </a:lnTo>
                  <a:close/>
                </a:path>
                <a:path w="447039" h="445769">
                  <a:moveTo>
                    <a:pt x="27939" y="424180"/>
                  </a:moveTo>
                  <a:lnTo>
                    <a:pt x="17780" y="424180"/>
                  </a:lnTo>
                  <a:lnTo>
                    <a:pt x="16510" y="425450"/>
                  </a:lnTo>
                  <a:lnTo>
                    <a:pt x="26669" y="425450"/>
                  </a:lnTo>
                  <a:lnTo>
                    <a:pt x="27939" y="424180"/>
                  </a:lnTo>
                  <a:close/>
                </a:path>
                <a:path w="447039" h="445769">
                  <a:moveTo>
                    <a:pt x="31750" y="420370"/>
                  </a:moveTo>
                  <a:lnTo>
                    <a:pt x="21590" y="420370"/>
                  </a:lnTo>
                  <a:lnTo>
                    <a:pt x="19050" y="422910"/>
                  </a:lnTo>
                  <a:lnTo>
                    <a:pt x="29209" y="422910"/>
                  </a:lnTo>
                  <a:lnTo>
                    <a:pt x="31750" y="420370"/>
                  </a:lnTo>
                  <a:close/>
                </a:path>
                <a:path w="447039" h="445769">
                  <a:moveTo>
                    <a:pt x="34289" y="417830"/>
                  </a:moveTo>
                  <a:lnTo>
                    <a:pt x="24130" y="417830"/>
                  </a:lnTo>
                  <a:lnTo>
                    <a:pt x="22860" y="419100"/>
                  </a:lnTo>
                  <a:lnTo>
                    <a:pt x="33019" y="419100"/>
                  </a:lnTo>
                  <a:lnTo>
                    <a:pt x="34289" y="417830"/>
                  </a:lnTo>
                  <a:close/>
                </a:path>
                <a:path w="447039" h="445769">
                  <a:moveTo>
                    <a:pt x="38100" y="414020"/>
                  </a:moveTo>
                  <a:lnTo>
                    <a:pt x="27940" y="414020"/>
                  </a:lnTo>
                  <a:lnTo>
                    <a:pt x="25400" y="416560"/>
                  </a:lnTo>
                  <a:lnTo>
                    <a:pt x="35559" y="416560"/>
                  </a:lnTo>
                  <a:lnTo>
                    <a:pt x="38100" y="414020"/>
                  </a:lnTo>
                  <a:close/>
                </a:path>
                <a:path w="447039" h="445769">
                  <a:moveTo>
                    <a:pt x="40639" y="411480"/>
                  </a:moveTo>
                  <a:lnTo>
                    <a:pt x="30480" y="411480"/>
                  </a:lnTo>
                  <a:lnTo>
                    <a:pt x="29210" y="412750"/>
                  </a:lnTo>
                  <a:lnTo>
                    <a:pt x="39369" y="412750"/>
                  </a:lnTo>
                  <a:lnTo>
                    <a:pt x="40639" y="411480"/>
                  </a:lnTo>
                  <a:close/>
                </a:path>
                <a:path w="447039" h="445769">
                  <a:moveTo>
                    <a:pt x="44450" y="407670"/>
                  </a:moveTo>
                  <a:lnTo>
                    <a:pt x="34290" y="407670"/>
                  </a:lnTo>
                  <a:lnTo>
                    <a:pt x="31750" y="410210"/>
                  </a:lnTo>
                  <a:lnTo>
                    <a:pt x="41909" y="410210"/>
                  </a:lnTo>
                  <a:lnTo>
                    <a:pt x="44450" y="407670"/>
                  </a:lnTo>
                  <a:close/>
                </a:path>
                <a:path w="447039" h="445769">
                  <a:moveTo>
                    <a:pt x="46989" y="405130"/>
                  </a:moveTo>
                  <a:lnTo>
                    <a:pt x="36830" y="405130"/>
                  </a:lnTo>
                  <a:lnTo>
                    <a:pt x="35560" y="406400"/>
                  </a:lnTo>
                  <a:lnTo>
                    <a:pt x="45719" y="406400"/>
                  </a:lnTo>
                  <a:lnTo>
                    <a:pt x="46989" y="405130"/>
                  </a:lnTo>
                  <a:close/>
                </a:path>
                <a:path w="447039" h="445769">
                  <a:moveTo>
                    <a:pt x="50800" y="401320"/>
                  </a:moveTo>
                  <a:lnTo>
                    <a:pt x="40640" y="401320"/>
                  </a:lnTo>
                  <a:lnTo>
                    <a:pt x="38100" y="403860"/>
                  </a:lnTo>
                  <a:lnTo>
                    <a:pt x="48259" y="403860"/>
                  </a:lnTo>
                  <a:lnTo>
                    <a:pt x="50800" y="401320"/>
                  </a:lnTo>
                  <a:close/>
                </a:path>
                <a:path w="447039" h="445769">
                  <a:moveTo>
                    <a:pt x="53339" y="398780"/>
                  </a:moveTo>
                  <a:lnTo>
                    <a:pt x="43180" y="398780"/>
                  </a:lnTo>
                  <a:lnTo>
                    <a:pt x="41910" y="400050"/>
                  </a:lnTo>
                  <a:lnTo>
                    <a:pt x="52069" y="400050"/>
                  </a:lnTo>
                  <a:lnTo>
                    <a:pt x="53339" y="398780"/>
                  </a:lnTo>
                  <a:close/>
                </a:path>
                <a:path w="447039" h="445769">
                  <a:moveTo>
                    <a:pt x="57150" y="394970"/>
                  </a:moveTo>
                  <a:lnTo>
                    <a:pt x="46990" y="394970"/>
                  </a:lnTo>
                  <a:lnTo>
                    <a:pt x="44450" y="397510"/>
                  </a:lnTo>
                  <a:lnTo>
                    <a:pt x="54609" y="397510"/>
                  </a:lnTo>
                  <a:lnTo>
                    <a:pt x="57150" y="394970"/>
                  </a:lnTo>
                  <a:close/>
                </a:path>
                <a:path w="447039" h="445769">
                  <a:moveTo>
                    <a:pt x="59689" y="392430"/>
                  </a:moveTo>
                  <a:lnTo>
                    <a:pt x="49530" y="392430"/>
                  </a:lnTo>
                  <a:lnTo>
                    <a:pt x="48260" y="393700"/>
                  </a:lnTo>
                  <a:lnTo>
                    <a:pt x="58419" y="393700"/>
                  </a:lnTo>
                  <a:lnTo>
                    <a:pt x="59689" y="392430"/>
                  </a:lnTo>
                  <a:close/>
                </a:path>
                <a:path w="447039" h="445769">
                  <a:moveTo>
                    <a:pt x="63500" y="388620"/>
                  </a:moveTo>
                  <a:lnTo>
                    <a:pt x="53340" y="388620"/>
                  </a:lnTo>
                  <a:lnTo>
                    <a:pt x="50800" y="391160"/>
                  </a:lnTo>
                  <a:lnTo>
                    <a:pt x="60959" y="391160"/>
                  </a:lnTo>
                  <a:lnTo>
                    <a:pt x="63500" y="388620"/>
                  </a:lnTo>
                  <a:close/>
                </a:path>
                <a:path w="447039" h="445769">
                  <a:moveTo>
                    <a:pt x="66039" y="386080"/>
                  </a:moveTo>
                  <a:lnTo>
                    <a:pt x="55880" y="386080"/>
                  </a:lnTo>
                  <a:lnTo>
                    <a:pt x="54610" y="387350"/>
                  </a:lnTo>
                  <a:lnTo>
                    <a:pt x="64769" y="387350"/>
                  </a:lnTo>
                  <a:lnTo>
                    <a:pt x="66039" y="386080"/>
                  </a:lnTo>
                  <a:close/>
                </a:path>
                <a:path w="447039" h="445769">
                  <a:moveTo>
                    <a:pt x="69850" y="382270"/>
                  </a:moveTo>
                  <a:lnTo>
                    <a:pt x="59690" y="382270"/>
                  </a:lnTo>
                  <a:lnTo>
                    <a:pt x="57150" y="384810"/>
                  </a:lnTo>
                  <a:lnTo>
                    <a:pt x="67309" y="384810"/>
                  </a:lnTo>
                  <a:lnTo>
                    <a:pt x="69850" y="382270"/>
                  </a:lnTo>
                  <a:close/>
                </a:path>
                <a:path w="447039" h="445769">
                  <a:moveTo>
                    <a:pt x="72389" y="379730"/>
                  </a:moveTo>
                  <a:lnTo>
                    <a:pt x="62230" y="379730"/>
                  </a:lnTo>
                  <a:lnTo>
                    <a:pt x="60960" y="381000"/>
                  </a:lnTo>
                  <a:lnTo>
                    <a:pt x="71119" y="381000"/>
                  </a:lnTo>
                  <a:lnTo>
                    <a:pt x="72389" y="379730"/>
                  </a:lnTo>
                  <a:close/>
                </a:path>
                <a:path w="447039" h="445769">
                  <a:moveTo>
                    <a:pt x="76200" y="375920"/>
                  </a:moveTo>
                  <a:lnTo>
                    <a:pt x="66040" y="375920"/>
                  </a:lnTo>
                  <a:lnTo>
                    <a:pt x="63500" y="378460"/>
                  </a:lnTo>
                  <a:lnTo>
                    <a:pt x="73659" y="378460"/>
                  </a:lnTo>
                  <a:lnTo>
                    <a:pt x="76200" y="375920"/>
                  </a:lnTo>
                  <a:close/>
                </a:path>
                <a:path w="447039" h="445769">
                  <a:moveTo>
                    <a:pt x="78739" y="373380"/>
                  </a:moveTo>
                  <a:lnTo>
                    <a:pt x="68580" y="373380"/>
                  </a:lnTo>
                  <a:lnTo>
                    <a:pt x="67310" y="374650"/>
                  </a:lnTo>
                  <a:lnTo>
                    <a:pt x="77469" y="374650"/>
                  </a:lnTo>
                  <a:lnTo>
                    <a:pt x="78739" y="373380"/>
                  </a:lnTo>
                  <a:close/>
                </a:path>
                <a:path w="447039" h="445769">
                  <a:moveTo>
                    <a:pt x="82550" y="369570"/>
                  </a:moveTo>
                  <a:lnTo>
                    <a:pt x="72390" y="369570"/>
                  </a:lnTo>
                  <a:lnTo>
                    <a:pt x="69850" y="372110"/>
                  </a:lnTo>
                  <a:lnTo>
                    <a:pt x="80009" y="372110"/>
                  </a:lnTo>
                  <a:lnTo>
                    <a:pt x="82550" y="369570"/>
                  </a:lnTo>
                  <a:close/>
                </a:path>
                <a:path w="447039" h="445769">
                  <a:moveTo>
                    <a:pt x="85089" y="367030"/>
                  </a:moveTo>
                  <a:lnTo>
                    <a:pt x="74930" y="367030"/>
                  </a:lnTo>
                  <a:lnTo>
                    <a:pt x="73660" y="368300"/>
                  </a:lnTo>
                  <a:lnTo>
                    <a:pt x="83819" y="368300"/>
                  </a:lnTo>
                  <a:lnTo>
                    <a:pt x="85089" y="367030"/>
                  </a:lnTo>
                  <a:close/>
                </a:path>
                <a:path w="447039" h="445769">
                  <a:moveTo>
                    <a:pt x="88900" y="363220"/>
                  </a:moveTo>
                  <a:lnTo>
                    <a:pt x="78740" y="363220"/>
                  </a:lnTo>
                  <a:lnTo>
                    <a:pt x="76200" y="365760"/>
                  </a:lnTo>
                  <a:lnTo>
                    <a:pt x="86359" y="365760"/>
                  </a:lnTo>
                  <a:lnTo>
                    <a:pt x="88900" y="363220"/>
                  </a:lnTo>
                  <a:close/>
                </a:path>
                <a:path w="447039" h="445769">
                  <a:moveTo>
                    <a:pt x="91439" y="360680"/>
                  </a:moveTo>
                  <a:lnTo>
                    <a:pt x="81280" y="360680"/>
                  </a:lnTo>
                  <a:lnTo>
                    <a:pt x="80010" y="361950"/>
                  </a:lnTo>
                  <a:lnTo>
                    <a:pt x="90169" y="361950"/>
                  </a:lnTo>
                  <a:lnTo>
                    <a:pt x="91439" y="360680"/>
                  </a:lnTo>
                  <a:close/>
                </a:path>
                <a:path w="447039" h="445769">
                  <a:moveTo>
                    <a:pt x="95250" y="356870"/>
                  </a:moveTo>
                  <a:lnTo>
                    <a:pt x="85090" y="356870"/>
                  </a:lnTo>
                  <a:lnTo>
                    <a:pt x="82550" y="359410"/>
                  </a:lnTo>
                  <a:lnTo>
                    <a:pt x="92709" y="359410"/>
                  </a:lnTo>
                  <a:lnTo>
                    <a:pt x="95250" y="356870"/>
                  </a:lnTo>
                  <a:close/>
                </a:path>
                <a:path w="447039" h="445769">
                  <a:moveTo>
                    <a:pt x="97789" y="354330"/>
                  </a:moveTo>
                  <a:lnTo>
                    <a:pt x="87630" y="354330"/>
                  </a:lnTo>
                  <a:lnTo>
                    <a:pt x="86360" y="355600"/>
                  </a:lnTo>
                  <a:lnTo>
                    <a:pt x="96519" y="355600"/>
                  </a:lnTo>
                  <a:lnTo>
                    <a:pt x="97789" y="354330"/>
                  </a:lnTo>
                  <a:close/>
                </a:path>
                <a:path w="447039" h="445769">
                  <a:moveTo>
                    <a:pt x="101600" y="350520"/>
                  </a:moveTo>
                  <a:lnTo>
                    <a:pt x="91440" y="350520"/>
                  </a:lnTo>
                  <a:lnTo>
                    <a:pt x="88900" y="353060"/>
                  </a:lnTo>
                  <a:lnTo>
                    <a:pt x="99059" y="353060"/>
                  </a:lnTo>
                  <a:lnTo>
                    <a:pt x="101600" y="350520"/>
                  </a:lnTo>
                  <a:close/>
                </a:path>
                <a:path w="447039" h="445769">
                  <a:moveTo>
                    <a:pt x="104139" y="347980"/>
                  </a:moveTo>
                  <a:lnTo>
                    <a:pt x="93980" y="347980"/>
                  </a:lnTo>
                  <a:lnTo>
                    <a:pt x="92710" y="349250"/>
                  </a:lnTo>
                  <a:lnTo>
                    <a:pt x="102869" y="349250"/>
                  </a:lnTo>
                  <a:lnTo>
                    <a:pt x="104139" y="347980"/>
                  </a:lnTo>
                  <a:close/>
                </a:path>
                <a:path w="447039" h="445769">
                  <a:moveTo>
                    <a:pt x="107950" y="344170"/>
                  </a:moveTo>
                  <a:lnTo>
                    <a:pt x="97790" y="344170"/>
                  </a:lnTo>
                  <a:lnTo>
                    <a:pt x="95250" y="346710"/>
                  </a:lnTo>
                  <a:lnTo>
                    <a:pt x="105409" y="346710"/>
                  </a:lnTo>
                  <a:lnTo>
                    <a:pt x="107950" y="344170"/>
                  </a:lnTo>
                  <a:close/>
                </a:path>
                <a:path w="447039" h="445769">
                  <a:moveTo>
                    <a:pt x="110489" y="341630"/>
                  </a:moveTo>
                  <a:lnTo>
                    <a:pt x="100330" y="341630"/>
                  </a:lnTo>
                  <a:lnTo>
                    <a:pt x="99060" y="342900"/>
                  </a:lnTo>
                  <a:lnTo>
                    <a:pt x="109219" y="342900"/>
                  </a:lnTo>
                  <a:lnTo>
                    <a:pt x="110489" y="341630"/>
                  </a:lnTo>
                  <a:close/>
                </a:path>
                <a:path w="447039" h="445769">
                  <a:moveTo>
                    <a:pt x="114300" y="337820"/>
                  </a:moveTo>
                  <a:lnTo>
                    <a:pt x="104140" y="337820"/>
                  </a:lnTo>
                  <a:lnTo>
                    <a:pt x="101600" y="340360"/>
                  </a:lnTo>
                  <a:lnTo>
                    <a:pt x="111759" y="340360"/>
                  </a:lnTo>
                  <a:lnTo>
                    <a:pt x="114300" y="337820"/>
                  </a:lnTo>
                  <a:close/>
                </a:path>
                <a:path w="447039" h="445769">
                  <a:moveTo>
                    <a:pt x="116839" y="335280"/>
                  </a:moveTo>
                  <a:lnTo>
                    <a:pt x="106680" y="335280"/>
                  </a:lnTo>
                  <a:lnTo>
                    <a:pt x="105410" y="336550"/>
                  </a:lnTo>
                  <a:lnTo>
                    <a:pt x="115569" y="336550"/>
                  </a:lnTo>
                  <a:lnTo>
                    <a:pt x="116839" y="335280"/>
                  </a:lnTo>
                  <a:close/>
                </a:path>
                <a:path w="447039" h="445769">
                  <a:moveTo>
                    <a:pt x="120650" y="331470"/>
                  </a:moveTo>
                  <a:lnTo>
                    <a:pt x="110490" y="331470"/>
                  </a:lnTo>
                  <a:lnTo>
                    <a:pt x="107950" y="334010"/>
                  </a:lnTo>
                  <a:lnTo>
                    <a:pt x="118109" y="334010"/>
                  </a:lnTo>
                  <a:lnTo>
                    <a:pt x="120650" y="331470"/>
                  </a:lnTo>
                  <a:close/>
                </a:path>
                <a:path w="447039" h="445769">
                  <a:moveTo>
                    <a:pt x="123189" y="328930"/>
                  </a:moveTo>
                  <a:lnTo>
                    <a:pt x="113030" y="328930"/>
                  </a:lnTo>
                  <a:lnTo>
                    <a:pt x="111760" y="330200"/>
                  </a:lnTo>
                  <a:lnTo>
                    <a:pt x="121919" y="330200"/>
                  </a:lnTo>
                  <a:lnTo>
                    <a:pt x="123189" y="328930"/>
                  </a:lnTo>
                  <a:close/>
                </a:path>
                <a:path w="447039" h="445769">
                  <a:moveTo>
                    <a:pt x="127000" y="325120"/>
                  </a:moveTo>
                  <a:lnTo>
                    <a:pt x="116840" y="325120"/>
                  </a:lnTo>
                  <a:lnTo>
                    <a:pt x="114300" y="327660"/>
                  </a:lnTo>
                  <a:lnTo>
                    <a:pt x="124459" y="327660"/>
                  </a:lnTo>
                  <a:lnTo>
                    <a:pt x="127000" y="325120"/>
                  </a:lnTo>
                  <a:close/>
                </a:path>
                <a:path w="447039" h="445769">
                  <a:moveTo>
                    <a:pt x="129539" y="322580"/>
                  </a:moveTo>
                  <a:lnTo>
                    <a:pt x="119380" y="322580"/>
                  </a:lnTo>
                  <a:lnTo>
                    <a:pt x="118110" y="323850"/>
                  </a:lnTo>
                  <a:lnTo>
                    <a:pt x="128269" y="323850"/>
                  </a:lnTo>
                  <a:lnTo>
                    <a:pt x="129539" y="322580"/>
                  </a:lnTo>
                  <a:close/>
                </a:path>
                <a:path w="447039" h="445769">
                  <a:moveTo>
                    <a:pt x="133350" y="318770"/>
                  </a:moveTo>
                  <a:lnTo>
                    <a:pt x="123190" y="318770"/>
                  </a:lnTo>
                  <a:lnTo>
                    <a:pt x="120650" y="321310"/>
                  </a:lnTo>
                  <a:lnTo>
                    <a:pt x="130809" y="321310"/>
                  </a:lnTo>
                  <a:lnTo>
                    <a:pt x="133350" y="318770"/>
                  </a:lnTo>
                  <a:close/>
                </a:path>
                <a:path w="447039" h="445769">
                  <a:moveTo>
                    <a:pt x="135889" y="316230"/>
                  </a:moveTo>
                  <a:lnTo>
                    <a:pt x="125730" y="316230"/>
                  </a:lnTo>
                  <a:lnTo>
                    <a:pt x="124460" y="317500"/>
                  </a:lnTo>
                  <a:lnTo>
                    <a:pt x="134619" y="317500"/>
                  </a:lnTo>
                  <a:lnTo>
                    <a:pt x="135889" y="316230"/>
                  </a:lnTo>
                  <a:close/>
                </a:path>
                <a:path w="447039" h="445769">
                  <a:moveTo>
                    <a:pt x="139700" y="312420"/>
                  </a:moveTo>
                  <a:lnTo>
                    <a:pt x="129540" y="312420"/>
                  </a:lnTo>
                  <a:lnTo>
                    <a:pt x="127000" y="314960"/>
                  </a:lnTo>
                  <a:lnTo>
                    <a:pt x="137159" y="314960"/>
                  </a:lnTo>
                  <a:lnTo>
                    <a:pt x="139700" y="312420"/>
                  </a:lnTo>
                  <a:close/>
                </a:path>
                <a:path w="447039" h="445769">
                  <a:moveTo>
                    <a:pt x="142239" y="309880"/>
                  </a:moveTo>
                  <a:lnTo>
                    <a:pt x="132080" y="309880"/>
                  </a:lnTo>
                  <a:lnTo>
                    <a:pt x="130810" y="311150"/>
                  </a:lnTo>
                  <a:lnTo>
                    <a:pt x="140969" y="311150"/>
                  </a:lnTo>
                  <a:lnTo>
                    <a:pt x="142239" y="309880"/>
                  </a:lnTo>
                  <a:close/>
                </a:path>
                <a:path w="447039" h="445769">
                  <a:moveTo>
                    <a:pt x="146050" y="306070"/>
                  </a:moveTo>
                  <a:lnTo>
                    <a:pt x="135890" y="306070"/>
                  </a:lnTo>
                  <a:lnTo>
                    <a:pt x="133350" y="308610"/>
                  </a:lnTo>
                  <a:lnTo>
                    <a:pt x="143509" y="308610"/>
                  </a:lnTo>
                  <a:lnTo>
                    <a:pt x="146050" y="306070"/>
                  </a:lnTo>
                  <a:close/>
                </a:path>
                <a:path w="447039" h="445769">
                  <a:moveTo>
                    <a:pt x="148589" y="303530"/>
                  </a:moveTo>
                  <a:lnTo>
                    <a:pt x="138430" y="303530"/>
                  </a:lnTo>
                  <a:lnTo>
                    <a:pt x="137160" y="304800"/>
                  </a:lnTo>
                  <a:lnTo>
                    <a:pt x="147319" y="304800"/>
                  </a:lnTo>
                  <a:lnTo>
                    <a:pt x="148589" y="303530"/>
                  </a:lnTo>
                  <a:close/>
                </a:path>
                <a:path w="447039" h="445769">
                  <a:moveTo>
                    <a:pt x="152400" y="299720"/>
                  </a:moveTo>
                  <a:lnTo>
                    <a:pt x="142240" y="299720"/>
                  </a:lnTo>
                  <a:lnTo>
                    <a:pt x="139700" y="302260"/>
                  </a:lnTo>
                  <a:lnTo>
                    <a:pt x="149859" y="302260"/>
                  </a:lnTo>
                  <a:lnTo>
                    <a:pt x="152400" y="299720"/>
                  </a:lnTo>
                  <a:close/>
                </a:path>
                <a:path w="447039" h="445769">
                  <a:moveTo>
                    <a:pt x="154939" y="297180"/>
                  </a:moveTo>
                  <a:lnTo>
                    <a:pt x="144780" y="297180"/>
                  </a:lnTo>
                  <a:lnTo>
                    <a:pt x="143510" y="298450"/>
                  </a:lnTo>
                  <a:lnTo>
                    <a:pt x="153669" y="298450"/>
                  </a:lnTo>
                  <a:lnTo>
                    <a:pt x="154939" y="297180"/>
                  </a:lnTo>
                  <a:close/>
                </a:path>
                <a:path w="447039" h="445769">
                  <a:moveTo>
                    <a:pt x="167639" y="284480"/>
                  </a:moveTo>
                  <a:lnTo>
                    <a:pt x="157480" y="284480"/>
                  </a:lnTo>
                  <a:lnTo>
                    <a:pt x="146050" y="295910"/>
                  </a:lnTo>
                  <a:lnTo>
                    <a:pt x="156209" y="295910"/>
                  </a:lnTo>
                  <a:lnTo>
                    <a:pt x="167639" y="284480"/>
                  </a:lnTo>
                  <a:close/>
                </a:path>
                <a:path w="447039" h="445769">
                  <a:moveTo>
                    <a:pt x="180339" y="271780"/>
                  </a:moveTo>
                  <a:lnTo>
                    <a:pt x="170180" y="271780"/>
                  </a:lnTo>
                  <a:lnTo>
                    <a:pt x="158750" y="283210"/>
                  </a:lnTo>
                  <a:lnTo>
                    <a:pt x="168909" y="283210"/>
                  </a:lnTo>
                  <a:lnTo>
                    <a:pt x="180339" y="271780"/>
                  </a:lnTo>
                  <a:close/>
                </a:path>
                <a:path w="447039" h="445769">
                  <a:moveTo>
                    <a:pt x="184150" y="267970"/>
                  </a:moveTo>
                  <a:lnTo>
                    <a:pt x="173990" y="267970"/>
                  </a:lnTo>
                  <a:lnTo>
                    <a:pt x="171450" y="270510"/>
                  </a:lnTo>
                  <a:lnTo>
                    <a:pt x="181609" y="270510"/>
                  </a:lnTo>
                  <a:lnTo>
                    <a:pt x="184150" y="267970"/>
                  </a:lnTo>
                  <a:close/>
                </a:path>
                <a:path w="447039" h="445769">
                  <a:moveTo>
                    <a:pt x="186689" y="265430"/>
                  </a:moveTo>
                  <a:lnTo>
                    <a:pt x="176530" y="265430"/>
                  </a:lnTo>
                  <a:lnTo>
                    <a:pt x="175260" y="266700"/>
                  </a:lnTo>
                  <a:lnTo>
                    <a:pt x="185419" y="266700"/>
                  </a:lnTo>
                  <a:lnTo>
                    <a:pt x="186689" y="265430"/>
                  </a:lnTo>
                  <a:close/>
                </a:path>
                <a:path w="447039" h="445769">
                  <a:moveTo>
                    <a:pt x="190500" y="261620"/>
                  </a:moveTo>
                  <a:lnTo>
                    <a:pt x="180340" y="261620"/>
                  </a:lnTo>
                  <a:lnTo>
                    <a:pt x="177800" y="264160"/>
                  </a:lnTo>
                  <a:lnTo>
                    <a:pt x="187959" y="264160"/>
                  </a:lnTo>
                  <a:lnTo>
                    <a:pt x="190500" y="261620"/>
                  </a:lnTo>
                  <a:close/>
                </a:path>
                <a:path w="447039" h="445769">
                  <a:moveTo>
                    <a:pt x="203200" y="248920"/>
                  </a:moveTo>
                  <a:lnTo>
                    <a:pt x="193040" y="248920"/>
                  </a:lnTo>
                  <a:lnTo>
                    <a:pt x="181610" y="260350"/>
                  </a:lnTo>
                  <a:lnTo>
                    <a:pt x="191769" y="260350"/>
                  </a:lnTo>
                  <a:lnTo>
                    <a:pt x="203200" y="248920"/>
                  </a:lnTo>
                  <a:close/>
                </a:path>
                <a:path w="447039" h="445769">
                  <a:moveTo>
                    <a:pt x="212089" y="240030"/>
                  </a:moveTo>
                  <a:lnTo>
                    <a:pt x="201930" y="240030"/>
                  </a:lnTo>
                  <a:lnTo>
                    <a:pt x="194310" y="247650"/>
                  </a:lnTo>
                  <a:lnTo>
                    <a:pt x="204469" y="247650"/>
                  </a:lnTo>
                  <a:lnTo>
                    <a:pt x="212089" y="240030"/>
                  </a:lnTo>
                  <a:close/>
                </a:path>
                <a:path w="447039" h="445769">
                  <a:moveTo>
                    <a:pt x="228600" y="223520"/>
                  </a:moveTo>
                  <a:lnTo>
                    <a:pt x="218440" y="223520"/>
                  </a:lnTo>
                  <a:lnTo>
                    <a:pt x="203200" y="238760"/>
                  </a:lnTo>
                  <a:lnTo>
                    <a:pt x="213359" y="238760"/>
                  </a:lnTo>
                  <a:lnTo>
                    <a:pt x="228600" y="223520"/>
                  </a:lnTo>
                  <a:close/>
                </a:path>
                <a:path w="447039" h="445769">
                  <a:moveTo>
                    <a:pt x="233679" y="218440"/>
                  </a:moveTo>
                  <a:lnTo>
                    <a:pt x="223520" y="218440"/>
                  </a:lnTo>
                  <a:lnTo>
                    <a:pt x="219710" y="222250"/>
                  </a:lnTo>
                  <a:lnTo>
                    <a:pt x="229869" y="222250"/>
                  </a:lnTo>
                  <a:lnTo>
                    <a:pt x="233679" y="218440"/>
                  </a:lnTo>
                  <a:close/>
                </a:path>
              </a:pathLst>
            </a:custGeom>
            <a:solidFill>
              <a:srgbClr val="A84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58">
              <a:extLst>
                <a:ext uri="{FF2B5EF4-FFF2-40B4-BE49-F238E27FC236}">
                  <a16:creationId xmlns:a16="http://schemas.microsoft.com/office/drawing/2014/main" id="{70CBE716-DF86-0BAD-4C4C-3E70A762EAF4}"/>
                </a:ext>
              </a:extLst>
            </p:cNvPr>
            <p:cNvSpPr/>
            <p:nvPr/>
          </p:nvSpPr>
          <p:spPr>
            <a:xfrm>
              <a:off x="2797810" y="2642869"/>
              <a:ext cx="449580" cy="441959"/>
            </a:xfrm>
            <a:custGeom>
              <a:avLst/>
              <a:gdLst/>
              <a:ahLst/>
              <a:cxnLst/>
              <a:rect l="l" t="t" r="r" b="b"/>
              <a:pathLst>
                <a:path w="449580" h="441960">
                  <a:moveTo>
                    <a:pt x="320900" y="130810"/>
                  </a:moveTo>
                  <a:lnTo>
                    <a:pt x="311150" y="130810"/>
                  </a:lnTo>
                  <a:lnTo>
                    <a:pt x="304800" y="137160"/>
                  </a:lnTo>
                  <a:lnTo>
                    <a:pt x="314539" y="137160"/>
                  </a:lnTo>
                  <a:lnTo>
                    <a:pt x="320900" y="130810"/>
                  </a:lnTo>
                  <a:close/>
                </a:path>
                <a:path w="449580" h="441960">
                  <a:moveTo>
                    <a:pt x="323444" y="128270"/>
                  </a:moveTo>
                  <a:lnTo>
                    <a:pt x="313689" y="128270"/>
                  </a:lnTo>
                  <a:lnTo>
                    <a:pt x="312420" y="129539"/>
                  </a:lnTo>
                  <a:lnTo>
                    <a:pt x="322172" y="129539"/>
                  </a:lnTo>
                  <a:lnTo>
                    <a:pt x="323444" y="128270"/>
                  </a:lnTo>
                  <a:close/>
                </a:path>
                <a:path w="449580" h="441960">
                  <a:moveTo>
                    <a:pt x="327261" y="124460"/>
                  </a:moveTo>
                  <a:lnTo>
                    <a:pt x="317500" y="124460"/>
                  </a:lnTo>
                  <a:lnTo>
                    <a:pt x="314960" y="127000"/>
                  </a:lnTo>
                  <a:lnTo>
                    <a:pt x="324716" y="127000"/>
                  </a:lnTo>
                  <a:lnTo>
                    <a:pt x="327261" y="124460"/>
                  </a:lnTo>
                  <a:close/>
                </a:path>
                <a:path w="449580" h="441960">
                  <a:moveTo>
                    <a:pt x="329805" y="121920"/>
                  </a:moveTo>
                  <a:lnTo>
                    <a:pt x="320039" y="121920"/>
                  </a:lnTo>
                  <a:lnTo>
                    <a:pt x="318770" y="123189"/>
                  </a:lnTo>
                  <a:lnTo>
                    <a:pt x="328533" y="123189"/>
                  </a:lnTo>
                  <a:lnTo>
                    <a:pt x="329805" y="121920"/>
                  </a:lnTo>
                  <a:close/>
                </a:path>
                <a:path w="449580" h="441960">
                  <a:moveTo>
                    <a:pt x="333621" y="118110"/>
                  </a:moveTo>
                  <a:lnTo>
                    <a:pt x="323850" y="118110"/>
                  </a:lnTo>
                  <a:lnTo>
                    <a:pt x="321310" y="120650"/>
                  </a:lnTo>
                  <a:lnTo>
                    <a:pt x="331077" y="120650"/>
                  </a:lnTo>
                  <a:lnTo>
                    <a:pt x="333621" y="118110"/>
                  </a:lnTo>
                  <a:close/>
                </a:path>
                <a:path w="449580" h="441960">
                  <a:moveTo>
                    <a:pt x="336166" y="115570"/>
                  </a:moveTo>
                  <a:lnTo>
                    <a:pt x="326389" y="115570"/>
                  </a:lnTo>
                  <a:lnTo>
                    <a:pt x="325120" y="116839"/>
                  </a:lnTo>
                  <a:lnTo>
                    <a:pt x="334894" y="116839"/>
                  </a:lnTo>
                  <a:lnTo>
                    <a:pt x="336166" y="115570"/>
                  </a:lnTo>
                  <a:close/>
                </a:path>
                <a:path w="449580" h="441960">
                  <a:moveTo>
                    <a:pt x="348887" y="102870"/>
                  </a:moveTo>
                  <a:lnTo>
                    <a:pt x="339089" y="102870"/>
                  </a:lnTo>
                  <a:lnTo>
                    <a:pt x="327660" y="114300"/>
                  </a:lnTo>
                  <a:lnTo>
                    <a:pt x="337438" y="114300"/>
                  </a:lnTo>
                  <a:lnTo>
                    <a:pt x="348887" y="102870"/>
                  </a:lnTo>
                  <a:close/>
                </a:path>
                <a:path w="449580" h="441960">
                  <a:moveTo>
                    <a:pt x="361609" y="90170"/>
                  </a:moveTo>
                  <a:lnTo>
                    <a:pt x="351789" y="90170"/>
                  </a:lnTo>
                  <a:lnTo>
                    <a:pt x="340360" y="101600"/>
                  </a:lnTo>
                  <a:lnTo>
                    <a:pt x="350159" y="101600"/>
                  </a:lnTo>
                  <a:lnTo>
                    <a:pt x="361609" y="90170"/>
                  </a:lnTo>
                  <a:close/>
                </a:path>
                <a:path w="449580" h="441960">
                  <a:moveTo>
                    <a:pt x="365425" y="86360"/>
                  </a:moveTo>
                  <a:lnTo>
                    <a:pt x="355600" y="86360"/>
                  </a:lnTo>
                  <a:lnTo>
                    <a:pt x="353060" y="88900"/>
                  </a:lnTo>
                  <a:lnTo>
                    <a:pt x="362881" y="88900"/>
                  </a:lnTo>
                  <a:lnTo>
                    <a:pt x="365425" y="86360"/>
                  </a:lnTo>
                  <a:close/>
                </a:path>
                <a:path w="449580" h="441960">
                  <a:moveTo>
                    <a:pt x="367970" y="83820"/>
                  </a:moveTo>
                  <a:lnTo>
                    <a:pt x="358139" y="83820"/>
                  </a:lnTo>
                  <a:lnTo>
                    <a:pt x="356870" y="85089"/>
                  </a:lnTo>
                  <a:lnTo>
                    <a:pt x="366697" y="85089"/>
                  </a:lnTo>
                  <a:lnTo>
                    <a:pt x="367970" y="83820"/>
                  </a:lnTo>
                  <a:close/>
                </a:path>
                <a:path w="449580" h="441960">
                  <a:moveTo>
                    <a:pt x="371786" y="80010"/>
                  </a:moveTo>
                  <a:lnTo>
                    <a:pt x="361950" y="80010"/>
                  </a:lnTo>
                  <a:lnTo>
                    <a:pt x="359410" y="82550"/>
                  </a:lnTo>
                  <a:lnTo>
                    <a:pt x="369242" y="82550"/>
                  </a:lnTo>
                  <a:lnTo>
                    <a:pt x="371786" y="80010"/>
                  </a:lnTo>
                  <a:close/>
                </a:path>
                <a:path w="449580" h="441960">
                  <a:moveTo>
                    <a:pt x="374330" y="77470"/>
                  </a:moveTo>
                  <a:lnTo>
                    <a:pt x="364489" y="77470"/>
                  </a:lnTo>
                  <a:lnTo>
                    <a:pt x="363220" y="78739"/>
                  </a:lnTo>
                  <a:lnTo>
                    <a:pt x="373058" y="78739"/>
                  </a:lnTo>
                  <a:lnTo>
                    <a:pt x="374330" y="77470"/>
                  </a:lnTo>
                  <a:close/>
                </a:path>
                <a:path w="449580" h="441960">
                  <a:moveTo>
                    <a:pt x="378147" y="73660"/>
                  </a:moveTo>
                  <a:lnTo>
                    <a:pt x="368300" y="73660"/>
                  </a:lnTo>
                  <a:lnTo>
                    <a:pt x="365760" y="76200"/>
                  </a:lnTo>
                  <a:lnTo>
                    <a:pt x="375603" y="76200"/>
                  </a:lnTo>
                  <a:lnTo>
                    <a:pt x="378147" y="73660"/>
                  </a:lnTo>
                  <a:close/>
                </a:path>
                <a:path w="449580" h="441960">
                  <a:moveTo>
                    <a:pt x="380691" y="71120"/>
                  </a:moveTo>
                  <a:lnTo>
                    <a:pt x="370839" y="71120"/>
                  </a:lnTo>
                  <a:lnTo>
                    <a:pt x="369570" y="72389"/>
                  </a:lnTo>
                  <a:lnTo>
                    <a:pt x="379419" y="72389"/>
                  </a:lnTo>
                  <a:lnTo>
                    <a:pt x="380691" y="71120"/>
                  </a:lnTo>
                  <a:close/>
                </a:path>
                <a:path w="449580" h="441960">
                  <a:moveTo>
                    <a:pt x="384508" y="67310"/>
                  </a:moveTo>
                  <a:lnTo>
                    <a:pt x="374650" y="67310"/>
                  </a:lnTo>
                  <a:lnTo>
                    <a:pt x="372110" y="69850"/>
                  </a:lnTo>
                  <a:lnTo>
                    <a:pt x="381963" y="69850"/>
                  </a:lnTo>
                  <a:lnTo>
                    <a:pt x="384508" y="67310"/>
                  </a:lnTo>
                  <a:close/>
                </a:path>
                <a:path w="449580" h="441960">
                  <a:moveTo>
                    <a:pt x="387052" y="64770"/>
                  </a:moveTo>
                  <a:lnTo>
                    <a:pt x="377189" y="64770"/>
                  </a:lnTo>
                  <a:lnTo>
                    <a:pt x="375920" y="66039"/>
                  </a:lnTo>
                  <a:lnTo>
                    <a:pt x="385780" y="66039"/>
                  </a:lnTo>
                  <a:lnTo>
                    <a:pt x="387052" y="64770"/>
                  </a:lnTo>
                  <a:close/>
                </a:path>
                <a:path w="449580" h="441960">
                  <a:moveTo>
                    <a:pt x="390868" y="60960"/>
                  </a:moveTo>
                  <a:lnTo>
                    <a:pt x="381000" y="60960"/>
                  </a:lnTo>
                  <a:lnTo>
                    <a:pt x="378460" y="63500"/>
                  </a:lnTo>
                  <a:lnTo>
                    <a:pt x="388324" y="63500"/>
                  </a:lnTo>
                  <a:lnTo>
                    <a:pt x="390868" y="60960"/>
                  </a:lnTo>
                  <a:close/>
                </a:path>
                <a:path w="449580" h="441960">
                  <a:moveTo>
                    <a:pt x="393413" y="58420"/>
                  </a:moveTo>
                  <a:lnTo>
                    <a:pt x="383539" y="58420"/>
                  </a:lnTo>
                  <a:lnTo>
                    <a:pt x="382270" y="59689"/>
                  </a:lnTo>
                  <a:lnTo>
                    <a:pt x="392141" y="59689"/>
                  </a:lnTo>
                  <a:lnTo>
                    <a:pt x="393413" y="58420"/>
                  </a:lnTo>
                  <a:close/>
                </a:path>
                <a:path w="449580" h="441960">
                  <a:moveTo>
                    <a:pt x="397229" y="54610"/>
                  </a:moveTo>
                  <a:lnTo>
                    <a:pt x="387350" y="54610"/>
                  </a:lnTo>
                  <a:lnTo>
                    <a:pt x="384810" y="57150"/>
                  </a:lnTo>
                  <a:lnTo>
                    <a:pt x="394685" y="57150"/>
                  </a:lnTo>
                  <a:lnTo>
                    <a:pt x="397229" y="54610"/>
                  </a:lnTo>
                  <a:close/>
                </a:path>
                <a:path w="449580" h="441960">
                  <a:moveTo>
                    <a:pt x="399774" y="52070"/>
                  </a:moveTo>
                  <a:lnTo>
                    <a:pt x="389889" y="52070"/>
                  </a:lnTo>
                  <a:lnTo>
                    <a:pt x="388620" y="53339"/>
                  </a:lnTo>
                  <a:lnTo>
                    <a:pt x="398501" y="53339"/>
                  </a:lnTo>
                  <a:lnTo>
                    <a:pt x="399774" y="52070"/>
                  </a:lnTo>
                  <a:close/>
                </a:path>
                <a:path w="449580" h="441960">
                  <a:moveTo>
                    <a:pt x="403590" y="48260"/>
                  </a:moveTo>
                  <a:lnTo>
                    <a:pt x="393700" y="48260"/>
                  </a:lnTo>
                  <a:lnTo>
                    <a:pt x="391160" y="50800"/>
                  </a:lnTo>
                  <a:lnTo>
                    <a:pt x="401046" y="50800"/>
                  </a:lnTo>
                  <a:lnTo>
                    <a:pt x="403590" y="48260"/>
                  </a:lnTo>
                  <a:close/>
                </a:path>
                <a:path w="449580" h="441960">
                  <a:moveTo>
                    <a:pt x="406134" y="45720"/>
                  </a:moveTo>
                  <a:lnTo>
                    <a:pt x="396239" y="45720"/>
                  </a:lnTo>
                  <a:lnTo>
                    <a:pt x="394970" y="46989"/>
                  </a:lnTo>
                  <a:lnTo>
                    <a:pt x="404862" y="46989"/>
                  </a:lnTo>
                  <a:lnTo>
                    <a:pt x="406134" y="45720"/>
                  </a:lnTo>
                  <a:close/>
                </a:path>
                <a:path w="449580" h="441960">
                  <a:moveTo>
                    <a:pt x="409951" y="41910"/>
                  </a:moveTo>
                  <a:lnTo>
                    <a:pt x="400050" y="41910"/>
                  </a:lnTo>
                  <a:lnTo>
                    <a:pt x="397510" y="44450"/>
                  </a:lnTo>
                  <a:lnTo>
                    <a:pt x="407406" y="44450"/>
                  </a:lnTo>
                  <a:lnTo>
                    <a:pt x="409951" y="41910"/>
                  </a:lnTo>
                  <a:close/>
                </a:path>
                <a:path w="449580" h="441960">
                  <a:moveTo>
                    <a:pt x="412495" y="39370"/>
                  </a:moveTo>
                  <a:lnTo>
                    <a:pt x="402589" y="39370"/>
                  </a:lnTo>
                  <a:lnTo>
                    <a:pt x="401320" y="40639"/>
                  </a:lnTo>
                  <a:lnTo>
                    <a:pt x="411223" y="40639"/>
                  </a:lnTo>
                  <a:lnTo>
                    <a:pt x="412495" y="39370"/>
                  </a:lnTo>
                  <a:close/>
                </a:path>
                <a:path w="449580" h="441960">
                  <a:moveTo>
                    <a:pt x="416312" y="35560"/>
                  </a:moveTo>
                  <a:lnTo>
                    <a:pt x="406400" y="35560"/>
                  </a:lnTo>
                  <a:lnTo>
                    <a:pt x="403860" y="38100"/>
                  </a:lnTo>
                  <a:lnTo>
                    <a:pt x="413767" y="38100"/>
                  </a:lnTo>
                  <a:lnTo>
                    <a:pt x="416312" y="35560"/>
                  </a:lnTo>
                  <a:close/>
                </a:path>
                <a:path w="449580" h="441960">
                  <a:moveTo>
                    <a:pt x="418856" y="33020"/>
                  </a:moveTo>
                  <a:lnTo>
                    <a:pt x="408939" y="33020"/>
                  </a:lnTo>
                  <a:lnTo>
                    <a:pt x="407670" y="34289"/>
                  </a:lnTo>
                  <a:lnTo>
                    <a:pt x="417584" y="34289"/>
                  </a:lnTo>
                  <a:lnTo>
                    <a:pt x="418856" y="33020"/>
                  </a:lnTo>
                  <a:close/>
                </a:path>
                <a:path w="449580" h="441960">
                  <a:moveTo>
                    <a:pt x="422672" y="29210"/>
                  </a:moveTo>
                  <a:lnTo>
                    <a:pt x="412750" y="29210"/>
                  </a:lnTo>
                  <a:lnTo>
                    <a:pt x="410210" y="31750"/>
                  </a:lnTo>
                  <a:lnTo>
                    <a:pt x="420128" y="31750"/>
                  </a:lnTo>
                  <a:lnTo>
                    <a:pt x="422672" y="29210"/>
                  </a:lnTo>
                  <a:close/>
                </a:path>
                <a:path w="449580" h="441960">
                  <a:moveTo>
                    <a:pt x="425217" y="26670"/>
                  </a:moveTo>
                  <a:lnTo>
                    <a:pt x="415289" y="26670"/>
                  </a:lnTo>
                  <a:lnTo>
                    <a:pt x="414020" y="27939"/>
                  </a:lnTo>
                  <a:lnTo>
                    <a:pt x="423944" y="27939"/>
                  </a:lnTo>
                  <a:lnTo>
                    <a:pt x="425217" y="26670"/>
                  </a:lnTo>
                  <a:close/>
                </a:path>
                <a:path w="449580" h="441960">
                  <a:moveTo>
                    <a:pt x="429033" y="22860"/>
                  </a:moveTo>
                  <a:lnTo>
                    <a:pt x="419100" y="22860"/>
                  </a:lnTo>
                  <a:lnTo>
                    <a:pt x="416560" y="25400"/>
                  </a:lnTo>
                  <a:lnTo>
                    <a:pt x="426489" y="25400"/>
                  </a:lnTo>
                  <a:lnTo>
                    <a:pt x="429033" y="22860"/>
                  </a:lnTo>
                  <a:close/>
                </a:path>
                <a:path w="449580" h="441960">
                  <a:moveTo>
                    <a:pt x="431577" y="20320"/>
                  </a:moveTo>
                  <a:lnTo>
                    <a:pt x="421639" y="20320"/>
                  </a:lnTo>
                  <a:lnTo>
                    <a:pt x="420370" y="21589"/>
                  </a:lnTo>
                  <a:lnTo>
                    <a:pt x="430305" y="21589"/>
                  </a:lnTo>
                  <a:lnTo>
                    <a:pt x="431577" y="20320"/>
                  </a:lnTo>
                  <a:close/>
                </a:path>
                <a:path w="449580" h="441960">
                  <a:moveTo>
                    <a:pt x="435394" y="16510"/>
                  </a:moveTo>
                  <a:lnTo>
                    <a:pt x="425450" y="16510"/>
                  </a:lnTo>
                  <a:lnTo>
                    <a:pt x="422910" y="19050"/>
                  </a:lnTo>
                  <a:lnTo>
                    <a:pt x="432850" y="19050"/>
                  </a:lnTo>
                  <a:lnTo>
                    <a:pt x="435394" y="16510"/>
                  </a:lnTo>
                  <a:close/>
                </a:path>
                <a:path w="449580" h="441960">
                  <a:moveTo>
                    <a:pt x="437938" y="13970"/>
                  </a:moveTo>
                  <a:lnTo>
                    <a:pt x="427989" y="13970"/>
                  </a:lnTo>
                  <a:lnTo>
                    <a:pt x="426720" y="15239"/>
                  </a:lnTo>
                  <a:lnTo>
                    <a:pt x="436666" y="15239"/>
                  </a:lnTo>
                  <a:lnTo>
                    <a:pt x="437938" y="13970"/>
                  </a:lnTo>
                  <a:close/>
                </a:path>
                <a:path w="449580" h="441960">
                  <a:moveTo>
                    <a:pt x="441755" y="10160"/>
                  </a:moveTo>
                  <a:lnTo>
                    <a:pt x="431800" y="10160"/>
                  </a:lnTo>
                  <a:lnTo>
                    <a:pt x="429260" y="12700"/>
                  </a:lnTo>
                  <a:lnTo>
                    <a:pt x="439210" y="12700"/>
                  </a:lnTo>
                  <a:lnTo>
                    <a:pt x="441755" y="10160"/>
                  </a:lnTo>
                  <a:close/>
                </a:path>
                <a:path w="449580" h="441960">
                  <a:moveTo>
                    <a:pt x="444299" y="7620"/>
                  </a:moveTo>
                  <a:lnTo>
                    <a:pt x="434339" y="7620"/>
                  </a:lnTo>
                  <a:lnTo>
                    <a:pt x="433070" y="8889"/>
                  </a:lnTo>
                  <a:lnTo>
                    <a:pt x="443027" y="8889"/>
                  </a:lnTo>
                  <a:lnTo>
                    <a:pt x="444299" y="7620"/>
                  </a:lnTo>
                  <a:close/>
                </a:path>
                <a:path w="449580" h="441960">
                  <a:moveTo>
                    <a:pt x="448115" y="3810"/>
                  </a:moveTo>
                  <a:lnTo>
                    <a:pt x="438150" y="3810"/>
                  </a:lnTo>
                  <a:lnTo>
                    <a:pt x="435610" y="6350"/>
                  </a:lnTo>
                  <a:lnTo>
                    <a:pt x="445571" y="6350"/>
                  </a:lnTo>
                  <a:lnTo>
                    <a:pt x="448115" y="3810"/>
                  </a:lnTo>
                  <a:close/>
                </a:path>
                <a:path w="449580" h="441960">
                  <a:moveTo>
                    <a:pt x="449388" y="2539"/>
                  </a:moveTo>
                  <a:lnTo>
                    <a:pt x="448309" y="2539"/>
                  </a:lnTo>
                  <a:lnTo>
                    <a:pt x="448309" y="3616"/>
                  </a:lnTo>
                  <a:lnTo>
                    <a:pt x="449388" y="2539"/>
                  </a:lnTo>
                  <a:close/>
                </a:path>
                <a:path w="449580" h="441960">
                  <a:moveTo>
                    <a:pt x="444499" y="0"/>
                  </a:moveTo>
                  <a:lnTo>
                    <a:pt x="441960" y="0"/>
                  </a:lnTo>
                  <a:lnTo>
                    <a:pt x="441960" y="1270"/>
                  </a:lnTo>
                  <a:lnTo>
                    <a:pt x="440689" y="1270"/>
                  </a:lnTo>
                  <a:lnTo>
                    <a:pt x="439420" y="2539"/>
                  </a:lnTo>
                  <a:lnTo>
                    <a:pt x="444499" y="2539"/>
                  </a:lnTo>
                  <a:lnTo>
                    <a:pt x="444499" y="0"/>
                  </a:lnTo>
                  <a:close/>
                </a:path>
                <a:path w="449580" h="441960">
                  <a:moveTo>
                    <a:pt x="314539" y="137160"/>
                  </a:moveTo>
                  <a:lnTo>
                    <a:pt x="304799" y="137160"/>
                  </a:lnTo>
                  <a:lnTo>
                    <a:pt x="279400" y="162560"/>
                  </a:lnTo>
                  <a:lnTo>
                    <a:pt x="289096" y="162560"/>
                  </a:lnTo>
                  <a:lnTo>
                    <a:pt x="314539" y="137160"/>
                  </a:lnTo>
                  <a:close/>
                </a:path>
                <a:path w="449580" h="441960">
                  <a:moveTo>
                    <a:pt x="289096" y="162560"/>
                  </a:moveTo>
                  <a:lnTo>
                    <a:pt x="279399" y="162560"/>
                  </a:lnTo>
                  <a:lnTo>
                    <a:pt x="228600" y="213360"/>
                  </a:lnTo>
                  <a:lnTo>
                    <a:pt x="238210" y="213360"/>
                  </a:lnTo>
                  <a:lnTo>
                    <a:pt x="289096" y="162560"/>
                  </a:lnTo>
                  <a:close/>
                </a:path>
                <a:path w="449580" h="441960">
                  <a:moveTo>
                    <a:pt x="11766" y="439420"/>
                  </a:moveTo>
                  <a:lnTo>
                    <a:pt x="2539" y="439420"/>
                  </a:lnTo>
                  <a:lnTo>
                    <a:pt x="0" y="441960"/>
                  </a:lnTo>
                  <a:lnTo>
                    <a:pt x="9222" y="441960"/>
                  </a:lnTo>
                  <a:lnTo>
                    <a:pt x="10159" y="441023"/>
                  </a:lnTo>
                  <a:lnTo>
                    <a:pt x="10159" y="440690"/>
                  </a:lnTo>
                  <a:lnTo>
                    <a:pt x="10494" y="440690"/>
                  </a:lnTo>
                  <a:lnTo>
                    <a:pt x="11766" y="439420"/>
                  </a:lnTo>
                  <a:close/>
                </a:path>
                <a:path w="449580" h="441960">
                  <a:moveTo>
                    <a:pt x="15582" y="435610"/>
                  </a:moveTo>
                  <a:lnTo>
                    <a:pt x="6350" y="435610"/>
                  </a:lnTo>
                  <a:lnTo>
                    <a:pt x="3809" y="438150"/>
                  </a:lnTo>
                  <a:lnTo>
                    <a:pt x="13038" y="438150"/>
                  </a:lnTo>
                  <a:lnTo>
                    <a:pt x="15582" y="435610"/>
                  </a:lnTo>
                  <a:close/>
                </a:path>
                <a:path w="449580" h="441960">
                  <a:moveTo>
                    <a:pt x="18127" y="433070"/>
                  </a:moveTo>
                  <a:lnTo>
                    <a:pt x="8889" y="433070"/>
                  </a:lnTo>
                  <a:lnTo>
                    <a:pt x="7619" y="434340"/>
                  </a:lnTo>
                  <a:lnTo>
                    <a:pt x="16854" y="434340"/>
                  </a:lnTo>
                  <a:lnTo>
                    <a:pt x="18127" y="433070"/>
                  </a:lnTo>
                  <a:close/>
                </a:path>
                <a:path w="449580" h="441960">
                  <a:moveTo>
                    <a:pt x="21943" y="429260"/>
                  </a:moveTo>
                  <a:lnTo>
                    <a:pt x="12700" y="429260"/>
                  </a:lnTo>
                  <a:lnTo>
                    <a:pt x="10159" y="431800"/>
                  </a:lnTo>
                  <a:lnTo>
                    <a:pt x="19399" y="431800"/>
                  </a:lnTo>
                  <a:lnTo>
                    <a:pt x="21943" y="429260"/>
                  </a:lnTo>
                  <a:close/>
                </a:path>
                <a:path w="449580" h="441960">
                  <a:moveTo>
                    <a:pt x="24487" y="426720"/>
                  </a:moveTo>
                  <a:lnTo>
                    <a:pt x="15239" y="426720"/>
                  </a:lnTo>
                  <a:lnTo>
                    <a:pt x="13969" y="427990"/>
                  </a:lnTo>
                  <a:lnTo>
                    <a:pt x="23215" y="427990"/>
                  </a:lnTo>
                  <a:lnTo>
                    <a:pt x="24487" y="426720"/>
                  </a:lnTo>
                  <a:close/>
                </a:path>
                <a:path w="449580" h="441960">
                  <a:moveTo>
                    <a:pt x="28304" y="422910"/>
                  </a:moveTo>
                  <a:lnTo>
                    <a:pt x="19050" y="422910"/>
                  </a:lnTo>
                  <a:lnTo>
                    <a:pt x="16509" y="425450"/>
                  </a:lnTo>
                  <a:lnTo>
                    <a:pt x="25760" y="425450"/>
                  </a:lnTo>
                  <a:lnTo>
                    <a:pt x="28304" y="422910"/>
                  </a:lnTo>
                  <a:close/>
                </a:path>
                <a:path w="449580" h="441960">
                  <a:moveTo>
                    <a:pt x="30848" y="420370"/>
                  </a:moveTo>
                  <a:lnTo>
                    <a:pt x="21589" y="420370"/>
                  </a:lnTo>
                  <a:lnTo>
                    <a:pt x="20319" y="421640"/>
                  </a:lnTo>
                  <a:lnTo>
                    <a:pt x="29576" y="421640"/>
                  </a:lnTo>
                  <a:lnTo>
                    <a:pt x="30848" y="420370"/>
                  </a:lnTo>
                  <a:close/>
                </a:path>
                <a:path w="449580" h="441960">
                  <a:moveTo>
                    <a:pt x="34665" y="416560"/>
                  </a:moveTo>
                  <a:lnTo>
                    <a:pt x="25400" y="416560"/>
                  </a:lnTo>
                  <a:lnTo>
                    <a:pt x="22859" y="419100"/>
                  </a:lnTo>
                  <a:lnTo>
                    <a:pt x="32120" y="419100"/>
                  </a:lnTo>
                  <a:lnTo>
                    <a:pt x="34665" y="416560"/>
                  </a:lnTo>
                  <a:close/>
                </a:path>
                <a:path w="449580" h="441960">
                  <a:moveTo>
                    <a:pt x="37209" y="414020"/>
                  </a:moveTo>
                  <a:lnTo>
                    <a:pt x="27939" y="414020"/>
                  </a:lnTo>
                  <a:lnTo>
                    <a:pt x="26669" y="415290"/>
                  </a:lnTo>
                  <a:lnTo>
                    <a:pt x="35937" y="415290"/>
                  </a:lnTo>
                  <a:lnTo>
                    <a:pt x="37209" y="414020"/>
                  </a:lnTo>
                  <a:close/>
                </a:path>
                <a:path w="449580" h="441960">
                  <a:moveTo>
                    <a:pt x="41025" y="410210"/>
                  </a:moveTo>
                  <a:lnTo>
                    <a:pt x="31750" y="410210"/>
                  </a:lnTo>
                  <a:lnTo>
                    <a:pt x="29209" y="412750"/>
                  </a:lnTo>
                  <a:lnTo>
                    <a:pt x="38481" y="412750"/>
                  </a:lnTo>
                  <a:lnTo>
                    <a:pt x="41025" y="410210"/>
                  </a:lnTo>
                  <a:close/>
                </a:path>
                <a:path w="449580" h="441960">
                  <a:moveTo>
                    <a:pt x="43570" y="407670"/>
                  </a:moveTo>
                  <a:lnTo>
                    <a:pt x="34289" y="407670"/>
                  </a:lnTo>
                  <a:lnTo>
                    <a:pt x="33019" y="408940"/>
                  </a:lnTo>
                  <a:lnTo>
                    <a:pt x="42298" y="408940"/>
                  </a:lnTo>
                  <a:lnTo>
                    <a:pt x="43570" y="407670"/>
                  </a:lnTo>
                  <a:close/>
                </a:path>
                <a:path w="449580" h="441960">
                  <a:moveTo>
                    <a:pt x="47386" y="403860"/>
                  </a:moveTo>
                  <a:lnTo>
                    <a:pt x="38100" y="403860"/>
                  </a:lnTo>
                  <a:lnTo>
                    <a:pt x="35559" y="406400"/>
                  </a:lnTo>
                  <a:lnTo>
                    <a:pt x="44842" y="406400"/>
                  </a:lnTo>
                  <a:lnTo>
                    <a:pt x="47386" y="403860"/>
                  </a:lnTo>
                  <a:close/>
                </a:path>
                <a:path w="449580" h="441960">
                  <a:moveTo>
                    <a:pt x="49931" y="401320"/>
                  </a:moveTo>
                  <a:lnTo>
                    <a:pt x="40639" y="401320"/>
                  </a:lnTo>
                  <a:lnTo>
                    <a:pt x="39369" y="402590"/>
                  </a:lnTo>
                  <a:lnTo>
                    <a:pt x="48658" y="402590"/>
                  </a:lnTo>
                  <a:lnTo>
                    <a:pt x="49931" y="401320"/>
                  </a:lnTo>
                  <a:close/>
                </a:path>
                <a:path w="449580" h="441960">
                  <a:moveTo>
                    <a:pt x="53747" y="397510"/>
                  </a:moveTo>
                  <a:lnTo>
                    <a:pt x="44450" y="397510"/>
                  </a:lnTo>
                  <a:lnTo>
                    <a:pt x="41909" y="400050"/>
                  </a:lnTo>
                  <a:lnTo>
                    <a:pt x="51203" y="400050"/>
                  </a:lnTo>
                  <a:lnTo>
                    <a:pt x="53747" y="397510"/>
                  </a:lnTo>
                  <a:close/>
                </a:path>
                <a:path w="449580" h="441960">
                  <a:moveTo>
                    <a:pt x="56291" y="394970"/>
                  </a:moveTo>
                  <a:lnTo>
                    <a:pt x="46989" y="394970"/>
                  </a:lnTo>
                  <a:lnTo>
                    <a:pt x="45719" y="396240"/>
                  </a:lnTo>
                  <a:lnTo>
                    <a:pt x="55019" y="396240"/>
                  </a:lnTo>
                  <a:lnTo>
                    <a:pt x="56291" y="394970"/>
                  </a:lnTo>
                  <a:close/>
                </a:path>
                <a:path w="449580" h="441960">
                  <a:moveTo>
                    <a:pt x="60108" y="391160"/>
                  </a:moveTo>
                  <a:lnTo>
                    <a:pt x="50800" y="391160"/>
                  </a:lnTo>
                  <a:lnTo>
                    <a:pt x="48259" y="393700"/>
                  </a:lnTo>
                  <a:lnTo>
                    <a:pt x="57563" y="393700"/>
                  </a:lnTo>
                  <a:lnTo>
                    <a:pt x="60108" y="391160"/>
                  </a:lnTo>
                  <a:close/>
                </a:path>
                <a:path w="449580" h="441960">
                  <a:moveTo>
                    <a:pt x="62652" y="388620"/>
                  </a:moveTo>
                  <a:lnTo>
                    <a:pt x="53339" y="388620"/>
                  </a:lnTo>
                  <a:lnTo>
                    <a:pt x="52069" y="389890"/>
                  </a:lnTo>
                  <a:lnTo>
                    <a:pt x="61380" y="389890"/>
                  </a:lnTo>
                  <a:lnTo>
                    <a:pt x="62652" y="388620"/>
                  </a:lnTo>
                  <a:close/>
                </a:path>
                <a:path w="449580" h="441960">
                  <a:moveTo>
                    <a:pt x="66469" y="384810"/>
                  </a:moveTo>
                  <a:lnTo>
                    <a:pt x="57150" y="384810"/>
                  </a:lnTo>
                  <a:lnTo>
                    <a:pt x="54609" y="387350"/>
                  </a:lnTo>
                  <a:lnTo>
                    <a:pt x="63924" y="387350"/>
                  </a:lnTo>
                  <a:lnTo>
                    <a:pt x="66469" y="384810"/>
                  </a:lnTo>
                  <a:close/>
                </a:path>
                <a:path w="449580" h="441960">
                  <a:moveTo>
                    <a:pt x="69013" y="382270"/>
                  </a:moveTo>
                  <a:lnTo>
                    <a:pt x="59689" y="382270"/>
                  </a:lnTo>
                  <a:lnTo>
                    <a:pt x="58419" y="383540"/>
                  </a:lnTo>
                  <a:lnTo>
                    <a:pt x="67741" y="383540"/>
                  </a:lnTo>
                  <a:lnTo>
                    <a:pt x="69013" y="382270"/>
                  </a:lnTo>
                  <a:close/>
                </a:path>
                <a:path w="449580" h="441960">
                  <a:moveTo>
                    <a:pt x="72829" y="378460"/>
                  </a:moveTo>
                  <a:lnTo>
                    <a:pt x="63500" y="378460"/>
                  </a:lnTo>
                  <a:lnTo>
                    <a:pt x="60959" y="381000"/>
                  </a:lnTo>
                  <a:lnTo>
                    <a:pt x="70285" y="381000"/>
                  </a:lnTo>
                  <a:lnTo>
                    <a:pt x="72829" y="378460"/>
                  </a:lnTo>
                  <a:close/>
                </a:path>
                <a:path w="449580" h="441960">
                  <a:moveTo>
                    <a:pt x="75374" y="375920"/>
                  </a:moveTo>
                  <a:lnTo>
                    <a:pt x="66039" y="375920"/>
                  </a:lnTo>
                  <a:lnTo>
                    <a:pt x="64769" y="377190"/>
                  </a:lnTo>
                  <a:lnTo>
                    <a:pt x="74102" y="377190"/>
                  </a:lnTo>
                  <a:lnTo>
                    <a:pt x="75374" y="375920"/>
                  </a:lnTo>
                  <a:close/>
                </a:path>
                <a:path w="449580" h="441960">
                  <a:moveTo>
                    <a:pt x="79190" y="372110"/>
                  </a:moveTo>
                  <a:lnTo>
                    <a:pt x="69850" y="372110"/>
                  </a:lnTo>
                  <a:lnTo>
                    <a:pt x="67309" y="374650"/>
                  </a:lnTo>
                  <a:lnTo>
                    <a:pt x="76646" y="374650"/>
                  </a:lnTo>
                  <a:lnTo>
                    <a:pt x="79190" y="372110"/>
                  </a:lnTo>
                  <a:close/>
                </a:path>
                <a:path w="449580" h="441960">
                  <a:moveTo>
                    <a:pt x="81734" y="369570"/>
                  </a:moveTo>
                  <a:lnTo>
                    <a:pt x="72389" y="369570"/>
                  </a:lnTo>
                  <a:lnTo>
                    <a:pt x="71119" y="370840"/>
                  </a:lnTo>
                  <a:lnTo>
                    <a:pt x="80462" y="370840"/>
                  </a:lnTo>
                  <a:lnTo>
                    <a:pt x="81734" y="369570"/>
                  </a:lnTo>
                  <a:close/>
                </a:path>
                <a:path w="449580" h="441960">
                  <a:moveTo>
                    <a:pt x="85551" y="365760"/>
                  </a:moveTo>
                  <a:lnTo>
                    <a:pt x="76200" y="365760"/>
                  </a:lnTo>
                  <a:lnTo>
                    <a:pt x="73659" y="368300"/>
                  </a:lnTo>
                  <a:lnTo>
                    <a:pt x="83007" y="368300"/>
                  </a:lnTo>
                  <a:lnTo>
                    <a:pt x="85551" y="365760"/>
                  </a:lnTo>
                  <a:close/>
                </a:path>
                <a:path w="449580" h="441960">
                  <a:moveTo>
                    <a:pt x="88095" y="363220"/>
                  </a:moveTo>
                  <a:lnTo>
                    <a:pt x="78739" y="363220"/>
                  </a:lnTo>
                  <a:lnTo>
                    <a:pt x="77469" y="364490"/>
                  </a:lnTo>
                  <a:lnTo>
                    <a:pt x="86823" y="364490"/>
                  </a:lnTo>
                  <a:lnTo>
                    <a:pt x="88095" y="363220"/>
                  </a:lnTo>
                  <a:close/>
                </a:path>
                <a:path w="449580" h="441960">
                  <a:moveTo>
                    <a:pt x="91912" y="359410"/>
                  </a:moveTo>
                  <a:lnTo>
                    <a:pt x="82550" y="359410"/>
                  </a:lnTo>
                  <a:lnTo>
                    <a:pt x="80009" y="361950"/>
                  </a:lnTo>
                  <a:lnTo>
                    <a:pt x="89367" y="361950"/>
                  </a:lnTo>
                  <a:lnTo>
                    <a:pt x="91912" y="359410"/>
                  </a:lnTo>
                  <a:close/>
                </a:path>
                <a:path w="449580" h="441960">
                  <a:moveTo>
                    <a:pt x="94456" y="356870"/>
                  </a:moveTo>
                  <a:lnTo>
                    <a:pt x="85089" y="356870"/>
                  </a:lnTo>
                  <a:lnTo>
                    <a:pt x="83819" y="358140"/>
                  </a:lnTo>
                  <a:lnTo>
                    <a:pt x="93184" y="358140"/>
                  </a:lnTo>
                  <a:lnTo>
                    <a:pt x="94456" y="356870"/>
                  </a:lnTo>
                  <a:close/>
                </a:path>
                <a:path w="449580" h="441960">
                  <a:moveTo>
                    <a:pt x="98272" y="353060"/>
                  </a:moveTo>
                  <a:lnTo>
                    <a:pt x="88900" y="353060"/>
                  </a:lnTo>
                  <a:lnTo>
                    <a:pt x="86359" y="355600"/>
                  </a:lnTo>
                  <a:lnTo>
                    <a:pt x="95728" y="355600"/>
                  </a:lnTo>
                  <a:lnTo>
                    <a:pt x="98272" y="353060"/>
                  </a:lnTo>
                  <a:close/>
                </a:path>
                <a:path w="449580" h="441960">
                  <a:moveTo>
                    <a:pt x="100817" y="350520"/>
                  </a:moveTo>
                  <a:lnTo>
                    <a:pt x="91439" y="350520"/>
                  </a:lnTo>
                  <a:lnTo>
                    <a:pt x="90169" y="351790"/>
                  </a:lnTo>
                  <a:lnTo>
                    <a:pt x="99545" y="351790"/>
                  </a:lnTo>
                  <a:lnTo>
                    <a:pt x="100817" y="350520"/>
                  </a:lnTo>
                  <a:close/>
                </a:path>
                <a:path w="449580" h="441960">
                  <a:moveTo>
                    <a:pt x="104633" y="346710"/>
                  </a:moveTo>
                  <a:lnTo>
                    <a:pt x="95250" y="346710"/>
                  </a:lnTo>
                  <a:lnTo>
                    <a:pt x="92709" y="349250"/>
                  </a:lnTo>
                  <a:lnTo>
                    <a:pt x="102089" y="349250"/>
                  </a:lnTo>
                  <a:lnTo>
                    <a:pt x="104633" y="346710"/>
                  </a:lnTo>
                  <a:close/>
                </a:path>
                <a:path w="449580" h="441960">
                  <a:moveTo>
                    <a:pt x="107178" y="344170"/>
                  </a:moveTo>
                  <a:lnTo>
                    <a:pt x="97789" y="344170"/>
                  </a:lnTo>
                  <a:lnTo>
                    <a:pt x="96519" y="345440"/>
                  </a:lnTo>
                  <a:lnTo>
                    <a:pt x="105905" y="345440"/>
                  </a:lnTo>
                  <a:lnTo>
                    <a:pt x="107178" y="344170"/>
                  </a:lnTo>
                  <a:close/>
                </a:path>
                <a:path w="449580" h="441960">
                  <a:moveTo>
                    <a:pt x="110994" y="340360"/>
                  </a:moveTo>
                  <a:lnTo>
                    <a:pt x="101600" y="340360"/>
                  </a:lnTo>
                  <a:lnTo>
                    <a:pt x="99059" y="342900"/>
                  </a:lnTo>
                  <a:lnTo>
                    <a:pt x="108450" y="342900"/>
                  </a:lnTo>
                  <a:lnTo>
                    <a:pt x="110994" y="340360"/>
                  </a:lnTo>
                  <a:close/>
                </a:path>
                <a:path w="449580" h="441960">
                  <a:moveTo>
                    <a:pt x="113538" y="337820"/>
                  </a:moveTo>
                  <a:lnTo>
                    <a:pt x="104139" y="337820"/>
                  </a:lnTo>
                  <a:lnTo>
                    <a:pt x="102869" y="339090"/>
                  </a:lnTo>
                  <a:lnTo>
                    <a:pt x="112266" y="339090"/>
                  </a:lnTo>
                  <a:lnTo>
                    <a:pt x="113538" y="337820"/>
                  </a:lnTo>
                  <a:close/>
                </a:path>
                <a:path w="449580" h="441960">
                  <a:moveTo>
                    <a:pt x="117355" y="334010"/>
                  </a:moveTo>
                  <a:lnTo>
                    <a:pt x="107950" y="334010"/>
                  </a:lnTo>
                  <a:lnTo>
                    <a:pt x="105409" y="336550"/>
                  </a:lnTo>
                  <a:lnTo>
                    <a:pt x="114811" y="336550"/>
                  </a:lnTo>
                  <a:lnTo>
                    <a:pt x="117355" y="334010"/>
                  </a:lnTo>
                  <a:close/>
                </a:path>
                <a:path w="449580" h="441960">
                  <a:moveTo>
                    <a:pt x="119899" y="331470"/>
                  </a:moveTo>
                  <a:lnTo>
                    <a:pt x="110489" y="331470"/>
                  </a:lnTo>
                  <a:lnTo>
                    <a:pt x="109219" y="332740"/>
                  </a:lnTo>
                  <a:lnTo>
                    <a:pt x="118627" y="332740"/>
                  </a:lnTo>
                  <a:lnTo>
                    <a:pt x="119899" y="331470"/>
                  </a:lnTo>
                  <a:close/>
                </a:path>
                <a:path w="449580" h="441960">
                  <a:moveTo>
                    <a:pt x="123716" y="327660"/>
                  </a:moveTo>
                  <a:lnTo>
                    <a:pt x="114300" y="327660"/>
                  </a:lnTo>
                  <a:lnTo>
                    <a:pt x="111759" y="330200"/>
                  </a:lnTo>
                  <a:lnTo>
                    <a:pt x="121171" y="330200"/>
                  </a:lnTo>
                  <a:lnTo>
                    <a:pt x="123716" y="327660"/>
                  </a:lnTo>
                  <a:close/>
                </a:path>
                <a:path w="449580" h="441960">
                  <a:moveTo>
                    <a:pt x="126260" y="325120"/>
                  </a:moveTo>
                  <a:lnTo>
                    <a:pt x="116839" y="325120"/>
                  </a:lnTo>
                  <a:lnTo>
                    <a:pt x="115569" y="326390"/>
                  </a:lnTo>
                  <a:lnTo>
                    <a:pt x="124988" y="326390"/>
                  </a:lnTo>
                  <a:lnTo>
                    <a:pt x="126260" y="325120"/>
                  </a:lnTo>
                  <a:close/>
                </a:path>
                <a:path w="449580" h="441960">
                  <a:moveTo>
                    <a:pt x="130076" y="321310"/>
                  </a:moveTo>
                  <a:lnTo>
                    <a:pt x="120650" y="321310"/>
                  </a:lnTo>
                  <a:lnTo>
                    <a:pt x="118109" y="323850"/>
                  </a:lnTo>
                  <a:lnTo>
                    <a:pt x="127532" y="323850"/>
                  </a:lnTo>
                  <a:lnTo>
                    <a:pt x="130076" y="321310"/>
                  </a:lnTo>
                  <a:close/>
                </a:path>
                <a:path w="449580" h="441960">
                  <a:moveTo>
                    <a:pt x="132621" y="318770"/>
                  </a:moveTo>
                  <a:lnTo>
                    <a:pt x="123189" y="318770"/>
                  </a:lnTo>
                  <a:lnTo>
                    <a:pt x="121919" y="320040"/>
                  </a:lnTo>
                  <a:lnTo>
                    <a:pt x="131349" y="320040"/>
                  </a:lnTo>
                  <a:lnTo>
                    <a:pt x="132621" y="318770"/>
                  </a:lnTo>
                  <a:close/>
                </a:path>
                <a:path w="449580" h="441960">
                  <a:moveTo>
                    <a:pt x="136437" y="314960"/>
                  </a:moveTo>
                  <a:lnTo>
                    <a:pt x="127000" y="314960"/>
                  </a:lnTo>
                  <a:lnTo>
                    <a:pt x="124459" y="317500"/>
                  </a:lnTo>
                  <a:lnTo>
                    <a:pt x="133893" y="317500"/>
                  </a:lnTo>
                  <a:lnTo>
                    <a:pt x="136437" y="314960"/>
                  </a:lnTo>
                  <a:close/>
                </a:path>
                <a:path w="449580" h="441960">
                  <a:moveTo>
                    <a:pt x="138981" y="312420"/>
                  </a:moveTo>
                  <a:lnTo>
                    <a:pt x="129539" y="312420"/>
                  </a:lnTo>
                  <a:lnTo>
                    <a:pt x="128269" y="313690"/>
                  </a:lnTo>
                  <a:lnTo>
                    <a:pt x="137709" y="313690"/>
                  </a:lnTo>
                  <a:lnTo>
                    <a:pt x="138981" y="312420"/>
                  </a:lnTo>
                  <a:close/>
                </a:path>
                <a:path w="449580" h="441960">
                  <a:moveTo>
                    <a:pt x="142798" y="308610"/>
                  </a:moveTo>
                  <a:lnTo>
                    <a:pt x="133350" y="308610"/>
                  </a:lnTo>
                  <a:lnTo>
                    <a:pt x="130809" y="311150"/>
                  </a:lnTo>
                  <a:lnTo>
                    <a:pt x="140254" y="311150"/>
                  </a:lnTo>
                  <a:lnTo>
                    <a:pt x="142798" y="308610"/>
                  </a:lnTo>
                  <a:close/>
                </a:path>
                <a:path w="449580" h="441960">
                  <a:moveTo>
                    <a:pt x="145342" y="306070"/>
                  </a:moveTo>
                  <a:lnTo>
                    <a:pt x="135889" y="306070"/>
                  </a:lnTo>
                  <a:lnTo>
                    <a:pt x="134619" y="307340"/>
                  </a:lnTo>
                  <a:lnTo>
                    <a:pt x="144070" y="307340"/>
                  </a:lnTo>
                  <a:lnTo>
                    <a:pt x="145342" y="306070"/>
                  </a:lnTo>
                  <a:close/>
                </a:path>
                <a:path w="449580" h="441960">
                  <a:moveTo>
                    <a:pt x="149159" y="302260"/>
                  </a:moveTo>
                  <a:lnTo>
                    <a:pt x="139700" y="302260"/>
                  </a:lnTo>
                  <a:lnTo>
                    <a:pt x="137159" y="304800"/>
                  </a:lnTo>
                  <a:lnTo>
                    <a:pt x="146614" y="304800"/>
                  </a:lnTo>
                  <a:lnTo>
                    <a:pt x="149159" y="302260"/>
                  </a:lnTo>
                  <a:close/>
                </a:path>
                <a:path w="449580" h="441960">
                  <a:moveTo>
                    <a:pt x="151703" y="299720"/>
                  </a:moveTo>
                  <a:lnTo>
                    <a:pt x="142239" y="299720"/>
                  </a:lnTo>
                  <a:lnTo>
                    <a:pt x="140969" y="300990"/>
                  </a:lnTo>
                  <a:lnTo>
                    <a:pt x="150431" y="300990"/>
                  </a:lnTo>
                  <a:lnTo>
                    <a:pt x="151703" y="299720"/>
                  </a:lnTo>
                  <a:close/>
                </a:path>
                <a:path w="449580" h="441960">
                  <a:moveTo>
                    <a:pt x="155520" y="295910"/>
                  </a:moveTo>
                  <a:lnTo>
                    <a:pt x="146050" y="295910"/>
                  </a:lnTo>
                  <a:lnTo>
                    <a:pt x="143509" y="298450"/>
                  </a:lnTo>
                  <a:lnTo>
                    <a:pt x="152975" y="298450"/>
                  </a:lnTo>
                  <a:lnTo>
                    <a:pt x="155520" y="295910"/>
                  </a:lnTo>
                  <a:close/>
                </a:path>
                <a:path w="449580" h="441960">
                  <a:moveTo>
                    <a:pt x="158064" y="293370"/>
                  </a:moveTo>
                  <a:lnTo>
                    <a:pt x="148589" y="293370"/>
                  </a:lnTo>
                  <a:lnTo>
                    <a:pt x="147319" y="294640"/>
                  </a:lnTo>
                  <a:lnTo>
                    <a:pt x="156792" y="294640"/>
                  </a:lnTo>
                  <a:lnTo>
                    <a:pt x="158064" y="293370"/>
                  </a:lnTo>
                  <a:close/>
                </a:path>
                <a:path w="449580" h="441960">
                  <a:moveTo>
                    <a:pt x="170785" y="280670"/>
                  </a:moveTo>
                  <a:lnTo>
                    <a:pt x="161289" y="280670"/>
                  </a:lnTo>
                  <a:lnTo>
                    <a:pt x="149859" y="292100"/>
                  </a:lnTo>
                  <a:lnTo>
                    <a:pt x="159336" y="292100"/>
                  </a:lnTo>
                  <a:lnTo>
                    <a:pt x="170785" y="280670"/>
                  </a:lnTo>
                  <a:close/>
                </a:path>
                <a:path w="449580" h="441960">
                  <a:moveTo>
                    <a:pt x="183507" y="267970"/>
                  </a:moveTo>
                  <a:lnTo>
                    <a:pt x="173989" y="267970"/>
                  </a:lnTo>
                  <a:lnTo>
                    <a:pt x="162559" y="279400"/>
                  </a:lnTo>
                  <a:lnTo>
                    <a:pt x="172058" y="279400"/>
                  </a:lnTo>
                  <a:lnTo>
                    <a:pt x="183507" y="267970"/>
                  </a:lnTo>
                  <a:close/>
                </a:path>
                <a:path w="449580" h="441960">
                  <a:moveTo>
                    <a:pt x="187323" y="264160"/>
                  </a:moveTo>
                  <a:lnTo>
                    <a:pt x="177800" y="264160"/>
                  </a:lnTo>
                  <a:lnTo>
                    <a:pt x="175259" y="266700"/>
                  </a:lnTo>
                  <a:lnTo>
                    <a:pt x="184779" y="266700"/>
                  </a:lnTo>
                  <a:lnTo>
                    <a:pt x="187323" y="264160"/>
                  </a:lnTo>
                  <a:close/>
                </a:path>
                <a:path w="449580" h="441960">
                  <a:moveTo>
                    <a:pt x="189868" y="261620"/>
                  </a:moveTo>
                  <a:lnTo>
                    <a:pt x="180339" y="261620"/>
                  </a:lnTo>
                  <a:lnTo>
                    <a:pt x="179069" y="262890"/>
                  </a:lnTo>
                  <a:lnTo>
                    <a:pt x="188596" y="262890"/>
                  </a:lnTo>
                  <a:lnTo>
                    <a:pt x="189868" y="261620"/>
                  </a:lnTo>
                  <a:close/>
                </a:path>
                <a:path w="449580" h="441960">
                  <a:moveTo>
                    <a:pt x="193684" y="257810"/>
                  </a:moveTo>
                  <a:lnTo>
                    <a:pt x="184150" y="257810"/>
                  </a:lnTo>
                  <a:lnTo>
                    <a:pt x="181609" y="260350"/>
                  </a:lnTo>
                  <a:lnTo>
                    <a:pt x="191140" y="260350"/>
                  </a:lnTo>
                  <a:lnTo>
                    <a:pt x="193684" y="257810"/>
                  </a:lnTo>
                  <a:close/>
                </a:path>
                <a:path w="449580" h="441960">
                  <a:moveTo>
                    <a:pt x="206406" y="245110"/>
                  </a:moveTo>
                  <a:lnTo>
                    <a:pt x="196850" y="245110"/>
                  </a:lnTo>
                  <a:lnTo>
                    <a:pt x="185419" y="256540"/>
                  </a:lnTo>
                  <a:lnTo>
                    <a:pt x="194956" y="256540"/>
                  </a:lnTo>
                  <a:lnTo>
                    <a:pt x="206406" y="245110"/>
                  </a:lnTo>
                  <a:close/>
                </a:path>
                <a:path w="449580" h="441960">
                  <a:moveTo>
                    <a:pt x="215311" y="236220"/>
                  </a:moveTo>
                  <a:lnTo>
                    <a:pt x="205739" y="236220"/>
                  </a:lnTo>
                  <a:lnTo>
                    <a:pt x="198119" y="243840"/>
                  </a:lnTo>
                  <a:lnTo>
                    <a:pt x="207678" y="243840"/>
                  </a:lnTo>
                  <a:lnTo>
                    <a:pt x="215311" y="236220"/>
                  </a:lnTo>
                  <a:close/>
                </a:path>
                <a:path w="449580" h="441960">
                  <a:moveTo>
                    <a:pt x="231849" y="219710"/>
                  </a:moveTo>
                  <a:lnTo>
                    <a:pt x="222250" y="219710"/>
                  </a:lnTo>
                  <a:lnTo>
                    <a:pt x="207009" y="234950"/>
                  </a:lnTo>
                  <a:lnTo>
                    <a:pt x="216583" y="234950"/>
                  </a:lnTo>
                  <a:lnTo>
                    <a:pt x="231849" y="219710"/>
                  </a:lnTo>
                  <a:close/>
                </a:path>
                <a:path w="449580" h="441960">
                  <a:moveTo>
                    <a:pt x="236938" y="214630"/>
                  </a:moveTo>
                  <a:lnTo>
                    <a:pt x="227329" y="214630"/>
                  </a:lnTo>
                  <a:lnTo>
                    <a:pt x="223519" y="218440"/>
                  </a:lnTo>
                  <a:lnTo>
                    <a:pt x="233121" y="218440"/>
                  </a:lnTo>
                  <a:lnTo>
                    <a:pt x="236938" y="214630"/>
                  </a:lnTo>
                  <a:close/>
                </a:path>
              </a:pathLst>
            </a:custGeom>
            <a:solidFill>
              <a:srgbClr val="A948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59">
              <a:extLst>
                <a:ext uri="{FF2B5EF4-FFF2-40B4-BE49-F238E27FC236}">
                  <a16:creationId xmlns:a16="http://schemas.microsoft.com/office/drawing/2014/main" id="{A36522B3-2D4B-8DA4-C86F-90000D3FC707}"/>
                </a:ext>
              </a:extLst>
            </p:cNvPr>
            <p:cNvSpPr/>
            <p:nvPr/>
          </p:nvSpPr>
          <p:spPr>
            <a:xfrm>
              <a:off x="2807032" y="2645409"/>
              <a:ext cx="445770" cy="440690"/>
            </a:xfrm>
            <a:custGeom>
              <a:avLst/>
              <a:gdLst/>
              <a:ahLst/>
              <a:cxnLst/>
              <a:rect l="l" t="t" r="r" b="b"/>
              <a:pathLst>
                <a:path w="445770" h="440689">
                  <a:moveTo>
                    <a:pt x="321846" y="128270"/>
                  </a:moveTo>
                  <a:lnTo>
                    <a:pt x="311678" y="128270"/>
                  </a:lnTo>
                  <a:lnTo>
                    <a:pt x="305317" y="134620"/>
                  </a:lnTo>
                  <a:lnTo>
                    <a:pt x="315486" y="134620"/>
                  </a:lnTo>
                  <a:lnTo>
                    <a:pt x="321846" y="128270"/>
                  </a:lnTo>
                  <a:close/>
                </a:path>
                <a:path w="445770" h="440689">
                  <a:moveTo>
                    <a:pt x="324391" y="125730"/>
                  </a:moveTo>
                  <a:lnTo>
                    <a:pt x="314222" y="125730"/>
                  </a:lnTo>
                  <a:lnTo>
                    <a:pt x="312950" y="127000"/>
                  </a:lnTo>
                  <a:lnTo>
                    <a:pt x="323119" y="127000"/>
                  </a:lnTo>
                  <a:lnTo>
                    <a:pt x="324391" y="125730"/>
                  </a:lnTo>
                  <a:close/>
                </a:path>
                <a:path w="445770" h="440689">
                  <a:moveTo>
                    <a:pt x="328207" y="121920"/>
                  </a:moveTo>
                  <a:lnTo>
                    <a:pt x="318039" y="121920"/>
                  </a:lnTo>
                  <a:lnTo>
                    <a:pt x="315494" y="124460"/>
                  </a:lnTo>
                  <a:lnTo>
                    <a:pt x="325663" y="124460"/>
                  </a:lnTo>
                  <a:lnTo>
                    <a:pt x="328207" y="121920"/>
                  </a:lnTo>
                  <a:close/>
                </a:path>
                <a:path w="445770" h="440689">
                  <a:moveTo>
                    <a:pt x="330751" y="119380"/>
                  </a:moveTo>
                  <a:lnTo>
                    <a:pt x="320583" y="119380"/>
                  </a:lnTo>
                  <a:lnTo>
                    <a:pt x="319311" y="120650"/>
                  </a:lnTo>
                  <a:lnTo>
                    <a:pt x="329479" y="120650"/>
                  </a:lnTo>
                  <a:lnTo>
                    <a:pt x="330751" y="119380"/>
                  </a:lnTo>
                  <a:close/>
                </a:path>
                <a:path w="445770" h="440689">
                  <a:moveTo>
                    <a:pt x="334568" y="115570"/>
                  </a:moveTo>
                  <a:lnTo>
                    <a:pt x="324399" y="115570"/>
                  </a:lnTo>
                  <a:lnTo>
                    <a:pt x="321855" y="118110"/>
                  </a:lnTo>
                  <a:lnTo>
                    <a:pt x="332024" y="118110"/>
                  </a:lnTo>
                  <a:lnTo>
                    <a:pt x="334568" y="115570"/>
                  </a:lnTo>
                  <a:close/>
                </a:path>
                <a:path w="445770" h="440689">
                  <a:moveTo>
                    <a:pt x="337112" y="113030"/>
                  </a:moveTo>
                  <a:lnTo>
                    <a:pt x="326944" y="113030"/>
                  </a:lnTo>
                  <a:lnTo>
                    <a:pt x="325671" y="114300"/>
                  </a:lnTo>
                  <a:lnTo>
                    <a:pt x="335840" y="114300"/>
                  </a:lnTo>
                  <a:lnTo>
                    <a:pt x="337112" y="113030"/>
                  </a:lnTo>
                  <a:close/>
                </a:path>
                <a:path w="445770" h="440689">
                  <a:moveTo>
                    <a:pt x="349834" y="100330"/>
                  </a:moveTo>
                  <a:lnTo>
                    <a:pt x="339665" y="100330"/>
                  </a:lnTo>
                  <a:lnTo>
                    <a:pt x="328216" y="111760"/>
                  </a:lnTo>
                  <a:lnTo>
                    <a:pt x="338384" y="111760"/>
                  </a:lnTo>
                  <a:lnTo>
                    <a:pt x="349834" y="100330"/>
                  </a:lnTo>
                  <a:close/>
                </a:path>
                <a:path w="445770" h="440689">
                  <a:moveTo>
                    <a:pt x="362555" y="87630"/>
                  </a:moveTo>
                  <a:lnTo>
                    <a:pt x="352387" y="87630"/>
                  </a:lnTo>
                  <a:lnTo>
                    <a:pt x="340937" y="99060"/>
                  </a:lnTo>
                  <a:lnTo>
                    <a:pt x="351106" y="99060"/>
                  </a:lnTo>
                  <a:lnTo>
                    <a:pt x="362555" y="87630"/>
                  </a:lnTo>
                  <a:close/>
                </a:path>
                <a:path w="445770" h="440689">
                  <a:moveTo>
                    <a:pt x="366372" y="83820"/>
                  </a:moveTo>
                  <a:lnTo>
                    <a:pt x="356203" y="83820"/>
                  </a:lnTo>
                  <a:lnTo>
                    <a:pt x="353659" y="86360"/>
                  </a:lnTo>
                  <a:lnTo>
                    <a:pt x="363828" y="86360"/>
                  </a:lnTo>
                  <a:lnTo>
                    <a:pt x="366372" y="83820"/>
                  </a:lnTo>
                  <a:close/>
                </a:path>
                <a:path w="445770" h="440689">
                  <a:moveTo>
                    <a:pt x="368916" y="81280"/>
                  </a:moveTo>
                  <a:lnTo>
                    <a:pt x="358748" y="81280"/>
                  </a:lnTo>
                  <a:lnTo>
                    <a:pt x="357475" y="82550"/>
                  </a:lnTo>
                  <a:lnTo>
                    <a:pt x="367644" y="82550"/>
                  </a:lnTo>
                  <a:lnTo>
                    <a:pt x="368916" y="81280"/>
                  </a:lnTo>
                  <a:close/>
                </a:path>
                <a:path w="445770" h="440689">
                  <a:moveTo>
                    <a:pt x="372733" y="77470"/>
                  </a:moveTo>
                  <a:lnTo>
                    <a:pt x="362564" y="77470"/>
                  </a:lnTo>
                  <a:lnTo>
                    <a:pt x="360020" y="80010"/>
                  </a:lnTo>
                  <a:lnTo>
                    <a:pt x="370188" y="80010"/>
                  </a:lnTo>
                  <a:lnTo>
                    <a:pt x="372733" y="77470"/>
                  </a:lnTo>
                  <a:close/>
                </a:path>
                <a:path w="445770" h="440689">
                  <a:moveTo>
                    <a:pt x="375277" y="74930"/>
                  </a:moveTo>
                  <a:lnTo>
                    <a:pt x="365108" y="74930"/>
                  </a:lnTo>
                  <a:lnTo>
                    <a:pt x="363836" y="76200"/>
                  </a:lnTo>
                  <a:lnTo>
                    <a:pt x="374005" y="76200"/>
                  </a:lnTo>
                  <a:lnTo>
                    <a:pt x="375277" y="74930"/>
                  </a:lnTo>
                  <a:close/>
                </a:path>
                <a:path w="445770" h="440689">
                  <a:moveTo>
                    <a:pt x="379093" y="71120"/>
                  </a:moveTo>
                  <a:lnTo>
                    <a:pt x="368925" y="71120"/>
                  </a:lnTo>
                  <a:lnTo>
                    <a:pt x="366380" y="73660"/>
                  </a:lnTo>
                  <a:lnTo>
                    <a:pt x="376549" y="73660"/>
                  </a:lnTo>
                  <a:lnTo>
                    <a:pt x="379093" y="71120"/>
                  </a:lnTo>
                  <a:close/>
                </a:path>
                <a:path w="445770" h="440689">
                  <a:moveTo>
                    <a:pt x="381638" y="68580"/>
                  </a:moveTo>
                  <a:lnTo>
                    <a:pt x="371469" y="68580"/>
                  </a:lnTo>
                  <a:lnTo>
                    <a:pt x="370197" y="69850"/>
                  </a:lnTo>
                  <a:lnTo>
                    <a:pt x="380366" y="69850"/>
                  </a:lnTo>
                  <a:lnTo>
                    <a:pt x="381638" y="68580"/>
                  </a:lnTo>
                  <a:close/>
                </a:path>
                <a:path w="445770" h="440689">
                  <a:moveTo>
                    <a:pt x="385454" y="64770"/>
                  </a:moveTo>
                  <a:lnTo>
                    <a:pt x="375286" y="64770"/>
                  </a:lnTo>
                  <a:lnTo>
                    <a:pt x="372741" y="67310"/>
                  </a:lnTo>
                  <a:lnTo>
                    <a:pt x="382910" y="67310"/>
                  </a:lnTo>
                  <a:lnTo>
                    <a:pt x="385454" y="64770"/>
                  </a:lnTo>
                  <a:close/>
                </a:path>
                <a:path w="445770" h="440689">
                  <a:moveTo>
                    <a:pt x="387999" y="62230"/>
                  </a:moveTo>
                  <a:lnTo>
                    <a:pt x="377830" y="62230"/>
                  </a:lnTo>
                  <a:lnTo>
                    <a:pt x="376558" y="63500"/>
                  </a:lnTo>
                  <a:lnTo>
                    <a:pt x="386726" y="63500"/>
                  </a:lnTo>
                  <a:lnTo>
                    <a:pt x="387999" y="62230"/>
                  </a:lnTo>
                  <a:close/>
                </a:path>
                <a:path w="445770" h="440689">
                  <a:moveTo>
                    <a:pt x="391815" y="58420"/>
                  </a:moveTo>
                  <a:lnTo>
                    <a:pt x="381646" y="58420"/>
                  </a:lnTo>
                  <a:lnTo>
                    <a:pt x="379102" y="60960"/>
                  </a:lnTo>
                  <a:lnTo>
                    <a:pt x="389271" y="60960"/>
                  </a:lnTo>
                  <a:lnTo>
                    <a:pt x="391815" y="58420"/>
                  </a:lnTo>
                  <a:close/>
                </a:path>
                <a:path w="445770" h="440689">
                  <a:moveTo>
                    <a:pt x="394359" y="55880"/>
                  </a:moveTo>
                  <a:lnTo>
                    <a:pt x="384191" y="55880"/>
                  </a:lnTo>
                  <a:lnTo>
                    <a:pt x="382919" y="57150"/>
                  </a:lnTo>
                  <a:lnTo>
                    <a:pt x="393087" y="57150"/>
                  </a:lnTo>
                  <a:lnTo>
                    <a:pt x="394359" y="55880"/>
                  </a:lnTo>
                  <a:close/>
                </a:path>
                <a:path w="445770" h="440689">
                  <a:moveTo>
                    <a:pt x="398176" y="52070"/>
                  </a:moveTo>
                  <a:lnTo>
                    <a:pt x="388007" y="52070"/>
                  </a:lnTo>
                  <a:lnTo>
                    <a:pt x="385463" y="54610"/>
                  </a:lnTo>
                  <a:lnTo>
                    <a:pt x="395631" y="54610"/>
                  </a:lnTo>
                  <a:lnTo>
                    <a:pt x="398176" y="52070"/>
                  </a:lnTo>
                  <a:close/>
                </a:path>
                <a:path w="445770" h="440689">
                  <a:moveTo>
                    <a:pt x="400720" y="49530"/>
                  </a:moveTo>
                  <a:lnTo>
                    <a:pt x="390551" y="49530"/>
                  </a:lnTo>
                  <a:lnTo>
                    <a:pt x="389279" y="50800"/>
                  </a:lnTo>
                  <a:lnTo>
                    <a:pt x="399448" y="50800"/>
                  </a:lnTo>
                  <a:lnTo>
                    <a:pt x="400720" y="49530"/>
                  </a:lnTo>
                  <a:close/>
                </a:path>
                <a:path w="445770" h="440689">
                  <a:moveTo>
                    <a:pt x="404537" y="45720"/>
                  </a:moveTo>
                  <a:lnTo>
                    <a:pt x="394368" y="45720"/>
                  </a:lnTo>
                  <a:lnTo>
                    <a:pt x="391824" y="48260"/>
                  </a:lnTo>
                  <a:lnTo>
                    <a:pt x="401992" y="48260"/>
                  </a:lnTo>
                  <a:lnTo>
                    <a:pt x="404537" y="45720"/>
                  </a:lnTo>
                  <a:close/>
                </a:path>
                <a:path w="445770" h="440689">
                  <a:moveTo>
                    <a:pt x="407081" y="43180"/>
                  </a:moveTo>
                  <a:lnTo>
                    <a:pt x="396912" y="43180"/>
                  </a:lnTo>
                  <a:lnTo>
                    <a:pt x="395640" y="44450"/>
                  </a:lnTo>
                  <a:lnTo>
                    <a:pt x="405809" y="44450"/>
                  </a:lnTo>
                  <a:lnTo>
                    <a:pt x="407081" y="43180"/>
                  </a:lnTo>
                  <a:close/>
                </a:path>
                <a:path w="445770" h="440689">
                  <a:moveTo>
                    <a:pt x="410897" y="39370"/>
                  </a:moveTo>
                  <a:lnTo>
                    <a:pt x="400729" y="39370"/>
                  </a:lnTo>
                  <a:lnTo>
                    <a:pt x="398184" y="41910"/>
                  </a:lnTo>
                  <a:lnTo>
                    <a:pt x="408353" y="41910"/>
                  </a:lnTo>
                  <a:lnTo>
                    <a:pt x="410897" y="39370"/>
                  </a:lnTo>
                  <a:close/>
                </a:path>
                <a:path w="445770" h="440689">
                  <a:moveTo>
                    <a:pt x="413442" y="36830"/>
                  </a:moveTo>
                  <a:lnTo>
                    <a:pt x="403273" y="36830"/>
                  </a:lnTo>
                  <a:lnTo>
                    <a:pt x="402001" y="38100"/>
                  </a:lnTo>
                  <a:lnTo>
                    <a:pt x="412169" y="38100"/>
                  </a:lnTo>
                  <a:lnTo>
                    <a:pt x="413442" y="36830"/>
                  </a:lnTo>
                  <a:close/>
                </a:path>
                <a:path w="445770" h="440689">
                  <a:moveTo>
                    <a:pt x="417258" y="33020"/>
                  </a:moveTo>
                  <a:lnTo>
                    <a:pt x="407089" y="33020"/>
                  </a:lnTo>
                  <a:lnTo>
                    <a:pt x="404545" y="35560"/>
                  </a:lnTo>
                  <a:lnTo>
                    <a:pt x="414714" y="35560"/>
                  </a:lnTo>
                  <a:lnTo>
                    <a:pt x="417258" y="33020"/>
                  </a:lnTo>
                  <a:close/>
                </a:path>
                <a:path w="445770" h="440689">
                  <a:moveTo>
                    <a:pt x="419802" y="30480"/>
                  </a:moveTo>
                  <a:lnTo>
                    <a:pt x="409634" y="30480"/>
                  </a:lnTo>
                  <a:lnTo>
                    <a:pt x="408362" y="31750"/>
                  </a:lnTo>
                  <a:lnTo>
                    <a:pt x="418530" y="31750"/>
                  </a:lnTo>
                  <a:lnTo>
                    <a:pt x="419802" y="30480"/>
                  </a:lnTo>
                  <a:close/>
                </a:path>
                <a:path w="445770" h="440689">
                  <a:moveTo>
                    <a:pt x="423619" y="26670"/>
                  </a:moveTo>
                  <a:lnTo>
                    <a:pt x="413450" y="26670"/>
                  </a:lnTo>
                  <a:lnTo>
                    <a:pt x="410906" y="29210"/>
                  </a:lnTo>
                  <a:lnTo>
                    <a:pt x="421075" y="29210"/>
                  </a:lnTo>
                  <a:lnTo>
                    <a:pt x="423619" y="26670"/>
                  </a:lnTo>
                  <a:close/>
                </a:path>
                <a:path w="445770" h="440689">
                  <a:moveTo>
                    <a:pt x="426163" y="24130"/>
                  </a:moveTo>
                  <a:lnTo>
                    <a:pt x="415995" y="24130"/>
                  </a:lnTo>
                  <a:lnTo>
                    <a:pt x="414722" y="25400"/>
                  </a:lnTo>
                  <a:lnTo>
                    <a:pt x="424891" y="25400"/>
                  </a:lnTo>
                  <a:lnTo>
                    <a:pt x="426163" y="24130"/>
                  </a:lnTo>
                  <a:close/>
                </a:path>
                <a:path w="445770" h="440689">
                  <a:moveTo>
                    <a:pt x="429980" y="20320"/>
                  </a:moveTo>
                  <a:lnTo>
                    <a:pt x="419811" y="20320"/>
                  </a:lnTo>
                  <a:lnTo>
                    <a:pt x="417267" y="22860"/>
                  </a:lnTo>
                  <a:lnTo>
                    <a:pt x="427435" y="22860"/>
                  </a:lnTo>
                  <a:lnTo>
                    <a:pt x="429980" y="20320"/>
                  </a:lnTo>
                  <a:close/>
                </a:path>
                <a:path w="445770" h="440689">
                  <a:moveTo>
                    <a:pt x="432524" y="17780"/>
                  </a:moveTo>
                  <a:lnTo>
                    <a:pt x="422355" y="17780"/>
                  </a:lnTo>
                  <a:lnTo>
                    <a:pt x="421083" y="19050"/>
                  </a:lnTo>
                  <a:lnTo>
                    <a:pt x="431252" y="19050"/>
                  </a:lnTo>
                  <a:lnTo>
                    <a:pt x="432524" y="17780"/>
                  </a:lnTo>
                  <a:close/>
                </a:path>
                <a:path w="445770" h="440689">
                  <a:moveTo>
                    <a:pt x="436340" y="13970"/>
                  </a:moveTo>
                  <a:lnTo>
                    <a:pt x="426172" y="13970"/>
                  </a:lnTo>
                  <a:lnTo>
                    <a:pt x="423628" y="16510"/>
                  </a:lnTo>
                  <a:lnTo>
                    <a:pt x="433796" y="16510"/>
                  </a:lnTo>
                  <a:lnTo>
                    <a:pt x="436340" y="13970"/>
                  </a:lnTo>
                  <a:close/>
                </a:path>
                <a:path w="445770" h="440689">
                  <a:moveTo>
                    <a:pt x="438885" y="11430"/>
                  </a:moveTo>
                  <a:lnTo>
                    <a:pt x="428716" y="11430"/>
                  </a:lnTo>
                  <a:lnTo>
                    <a:pt x="427444" y="12700"/>
                  </a:lnTo>
                  <a:lnTo>
                    <a:pt x="437613" y="12700"/>
                  </a:lnTo>
                  <a:lnTo>
                    <a:pt x="438885" y="11430"/>
                  </a:lnTo>
                  <a:close/>
                </a:path>
                <a:path w="445770" h="440689">
                  <a:moveTo>
                    <a:pt x="442701" y="7620"/>
                  </a:moveTo>
                  <a:lnTo>
                    <a:pt x="432533" y="7620"/>
                  </a:lnTo>
                  <a:lnTo>
                    <a:pt x="429988" y="10160"/>
                  </a:lnTo>
                  <a:lnTo>
                    <a:pt x="440157" y="10160"/>
                  </a:lnTo>
                  <a:lnTo>
                    <a:pt x="442701" y="7620"/>
                  </a:lnTo>
                  <a:close/>
                </a:path>
                <a:path w="445770" h="440689">
                  <a:moveTo>
                    <a:pt x="445246" y="5080"/>
                  </a:moveTo>
                  <a:lnTo>
                    <a:pt x="435077" y="5080"/>
                  </a:lnTo>
                  <a:lnTo>
                    <a:pt x="433805" y="6350"/>
                  </a:lnTo>
                  <a:lnTo>
                    <a:pt x="443973" y="6350"/>
                  </a:lnTo>
                  <a:lnTo>
                    <a:pt x="445246" y="5080"/>
                  </a:lnTo>
                  <a:close/>
                </a:path>
                <a:path w="445770" h="440689">
                  <a:moveTo>
                    <a:pt x="444167" y="1270"/>
                  </a:moveTo>
                  <a:lnTo>
                    <a:pt x="438893" y="1270"/>
                  </a:lnTo>
                  <a:lnTo>
                    <a:pt x="436349" y="3810"/>
                  </a:lnTo>
                  <a:lnTo>
                    <a:pt x="444167" y="3810"/>
                  </a:lnTo>
                  <a:lnTo>
                    <a:pt x="444167" y="1270"/>
                  </a:lnTo>
                  <a:close/>
                </a:path>
                <a:path w="445770" h="440689">
                  <a:moveTo>
                    <a:pt x="441627" y="0"/>
                  </a:moveTo>
                  <a:lnTo>
                    <a:pt x="440166" y="0"/>
                  </a:lnTo>
                  <a:lnTo>
                    <a:pt x="439087" y="1076"/>
                  </a:lnTo>
                  <a:lnTo>
                    <a:pt x="439087" y="1270"/>
                  </a:lnTo>
                  <a:lnTo>
                    <a:pt x="441627" y="1270"/>
                  </a:lnTo>
                  <a:lnTo>
                    <a:pt x="441627" y="0"/>
                  </a:lnTo>
                  <a:close/>
                </a:path>
                <a:path w="445770" h="440689">
                  <a:moveTo>
                    <a:pt x="315486" y="134620"/>
                  </a:moveTo>
                  <a:lnTo>
                    <a:pt x="305317" y="134620"/>
                  </a:lnTo>
                  <a:lnTo>
                    <a:pt x="279874" y="160020"/>
                  </a:lnTo>
                  <a:lnTo>
                    <a:pt x="290042" y="160020"/>
                  </a:lnTo>
                  <a:lnTo>
                    <a:pt x="315486" y="134620"/>
                  </a:lnTo>
                  <a:close/>
                </a:path>
                <a:path w="445770" h="440689">
                  <a:moveTo>
                    <a:pt x="290042" y="160020"/>
                  </a:moveTo>
                  <a:lnTo>
                    <a:pt x="279874" y="160020"/>
                  </a:lnTo>
                  <a:lnTo>
                    <a:pt x="228988" y="210820"/>
                  </a:lnTo>
                  <a:lnTo>
                    <a:pt x="239156" y="210820"/>
                  </a:lnTo>
                  <a:lnTo>
                    <a:pt x="290042" y="160020"/>
                  </a:lnTo>
                  <a:close/>
                </a:path>
                <a:path w="445770" h="440689">
                  <a:moveTo>
                    <a:pt x="10168" y="439420"/>
                  </a:moveTo>
                  <a:lnTo>
                    <a:pt x="6017" y="439420"/>
                  </a:lnTo>
                  <a:lnTo>
                    <a:pt x="6017" y="440690"/>
                  </a:lnTo>
                  <a:lnTo>
                    <a:pt x="8896" y="440690"/>
                  </a:lnTo>
                  <a:lnTo>
                    <a:pt x="10168" y="439420"/>
                  </a:lnTo>
                  <a:close/>
                </a:path>
                <a:path w="445770" h="440689">
                  <a:moveTo>
                    <a:pt x="937" y="438483"/>
                  </a:moveTo>
                  <a:lnTo>
                    <a:pt x="0" y="439420"/>
                  </a:lnTo>
                  <a:lnTo>
                    <a:pt x="937" y="439420"/>
                  </a:lnTo>
                  <a:lnTo>
                    <a:pt x="937" y="438483"/>
                  </a:lnTo>
                  <a:close/>
                </a:path>
                <a:path w="445770" h="440689">
                  <a:moveTo>
                    <a:pt x="12712" y="436880"/>
                  </a:moveTo>
                  <a:lnTo>
                    <a:pt x="2544" y="436880"/>
                  </a:lnTo>
                  <a:lnTo>
                    <a:pt x="1272" y="438150"/>
                  </a:lnTo>
                  <a:lnTo>
                    <a:pt x="11440" y="438150"/>
                  </a:lnTo>
                  <a:lnTo>
                    <a:pt x="12712" y="436880"/>
                  </a:lnTo>
                  <a:close/>
                </a:path>
                <a:path w="445770" h="440689">
                  <a:moveTo>
                    <a:pt x="16529" y="433070"/>
                  </a:moveTo>
                  <a:lnTo>
                    <a:pt x="6360" y="433070"/>
                  </a:lnTo>
                  <a:lnTo>
                    <a:pt x="3816" y="435610"/>
                  </a:lnTo>
                  <a:lnTo>
                    <a:pt x="13985" y="435610"/>
                  </a:lnTo>
                  <a:lnTo>
                    <a:pt x="16529" y="433070"/>
                  </a:lnTo>
                  <a:close/>
                </a:path>
                <a:path w="445770" h="440689">
                  <a:moveTo>
                    <a:pt x="19073" y="430530"/>
                  </a:moveTo>
                  <a:lnTo>
                    <a:pt x="8905" y="430530"/>
                  </a:lnTo>
                  <a:lnTo>
                    <a:pt x="7632" y="431800"/>
                  </a:lnTo>
                  <a:lnTo>
                    <a:pt x="17801" y="431800"/>
                  </a:lnTo>
                  <a:lnTo>
                    <a:pt x="19073" y="430530"/>
                  </a:lnTo>
                  <a:close/>
                </a:path>
                <a:path w="445770" h="440689">
                  <a:moveTo>
                    <a:pt x="22890" y="426720"/>
                  </a:moveTo>
                  <a:lnTo>
                    <a:pt x="12721" y="426720"/>
                  </a:lnTo>
                  <a:lnTo>
                    <a:pt x="10177" y="429260"/>
                  </a:lnTo>
                  <a:lnTo>
                    <a:pt x="20345" y="429260"/>
                  </a:lnTo>
                  <a:lnTo>
                    <a:pt x="22890" y="426720"/>
                  </a:lnTo>
                  <a:close/>
                </a:path>
                <a:path w="445770" h="440689">
                  <a:moveTo>
                    <a:pt x="25434" y="424180"/>
                  </a:moveTo>
                  <a:lnTo>
                    <a:pt x="15265" y="424180"/>
                  </a:lnTo>
                  <a:lnTo>
                    <a:pt x="13993" y="425450"/>
                  </a:lnTo>
                  <a:lnTo>
                    <a:pt x="24162" y="425450"/>
                  </a:lnTo>
                  <a:lnTo>
                    <a:pt x="25434" y="424180"/>
                  </a:lnTo>
                  <a:close/>
                </a:path>
                <a:path w="445770" h="440689">
                  <a:moveTo>
                    <a:pt x="29250" y="420370"/>
                  </a:moveTo>
                  <a:lnTo>
                    <a:pt x="19082" y="420370"/>
                  </a:lnTo>
                  <a:lnTo>
                    <a:pt x="16538" y="422910"/>
                  </a:lnTo>
                  <a:lnTo>
                    <a:pt x="26706" y="422910"/>
                  </a:lnTo>
                  <a:lnTo>
                    <a:pt x="29250" y="420370"/>
                  </a:lnTo>
                  <a:close/>
                </a:path>
                <a:path w="445770" h="440689">
                  <a:moveTo>
                    <a:pt x="31795" y="417830"/>
                  </a:moveTo>
                  <a:lnTo>
                    <a:pt x="21626" y="417830"/>
                  </a:lnTo>
                  <a:lnTo>
                    <a:pt x="20354" y="419100"/>
                  </a:lnTo>
                  <a:lnTo>
                    <a:pt x="30523" y="419100"/>
                  </a:lnTo>
                  <a:lnTo>
                    <a:pt x="31795" y="417830"/>
                  </a:lnTo>
                  <a:close/>
                </a:path>
                <a:path w="445770" h="440689">
                  <a:moveTo>
                    <a:pt x="35611" y="414020"/>
                  </a:moveTo>
                  <a:lnTo>
                    <a:pt x="25443" y="414020"/>
                  </a:lnTo>
                  <a:lnTo>
                    <a:pt x="22898" y="416560"/>
                  </a:lnTo>
                  <a:lnTo>
                    <a:pt x="33067" y="416560"/>
                  </a:lnTo>
                  <a:lnTo>
                    <a:pt x="35611" y="414020"/>
                  </a:lnTo>
                  <a:close/>
                </a:path>
                <a:path w="445770" h="440689">
                  <a:moveTo>
                    <a:pt x="38156" y="411480"/>
                  </a:moveTo>
                  <a:lnTo>
                    <a:pt x="27987" y="411480"/>
                  </a:lnTo>
                  <a:lnTo>
                    <a:pt x="26715" y="412750"/>
                  </a:lnTo>
                  <a:lnTo>
                    <a:pt x="36883" y="412750"/>
                  </a:lnTo>
                  <a:lnTo>
                    <a:pt x="38156" y="411480"/>
                  </a:lnTo>
                  <a:close/>
                </a:path>
                <a:path w="445770" h="440689">
                  <a:moveTo>
                    <a:pt x="41972" y="407670"/>
                  </a:moveTo>
                  <a:lnTo>
                    <a:pt x="31803" y="407670"/>
                  </a:lnTo>
                  <a:lnTo>
                    <a:pt x="29259" y="410210"/>
                  </a:lnTo>
                  <a:lnTo>
                    <a:pt x="39428" y="410210"/>
                  </a:lnTo>
                  <a:lnTo>
                    <a:pt x="41972" y="407670"/>
                  </a:lnTo>
                  <a:close/>
                </a:path>
                <a:path w="445770" h="440689">
                  <a:moveTo>
                    <a:pt x="44516" y="405130"/>
                  </a:moveTo>
                  <a:lnTo>
                    <a:pt x="34348" y="405130"/>
                  </a:lnTo>
                  <a:lnTo>
                    <a:pt x="33076" y="406400"/>
                  </a:lnTo>
                  <a:lnTo>
                    <a:pt x="43244" y="406400"/>
                  </a:lnTo>
                  <a:lnTo>
                    <a:pt x="44516" y="405130"/>
                  </a:lnTo>
                  <a:close/>
                </a:path>
                <a:path w="445770" h="440689">
                  <a:moveTo>
                    <a:pt x="48333" y="401320"/>
                  </a:moveTo>
                  <a:lnTo>
                    <a:pt x="38164" y="401320"/>
                  </a:lnTo>
                  <a:lnTo>
                    <a:pt x="35620" y="403860"/>
                  </a:lnTo>
                  <a:lnTo>
                    <a:pt x="45788" y="403860"/>
                  </a:lnTo>
                  <a:lnTo>
                    <a:pt x="48333" y="401320"/>
                  </a:lnTo>
                  <a:close/>
                </a:path>
                <a:path w="445770" h="440689">
                  <a:moveTo>
                    <a:pt x="50877" y="398780"/>
                  </a:moveTo>
                  <a:lnTo>
                    <a:pt x="40708" y="398780"/>
                  </a:lnTo>
                  <a:lnTo>
                    <a:pt x="39436" y="400050"/>
                  </a:lnTo>
                  <a:lnTo>
                    <a:pt x="49605" y="400050"/>
                  </a:lnTo>
                  <a:lnTo>
                    <a:pt x="50877" y="398780"/>
                  </a:lnTo>
                  <a:close/>
                </a:path>
                <a:path w="445770" h="440689">
                  <a:moveTo>
                    <a:pt x="54694" y="394970"/>
                  </a:moveTo>
                  <a:lnTo>
                    <a:pt x="44525" y="394970"/>
                  </a:lnTo>
                  <a:lnTo>
                    <a:pt x="41981" y="397510"/>
                  </a:lnTo>
                  <a:lnTo>
                    <a:pt x="52149" y="397510"/>
                  </a:lnTo>
                  <a:lnTo>
                    <a:pt x="54694" y="394970"/>
                  </a:lnTo>
                  <a:close/>
                </a:path>
                <a:path w="445770" h="440689">
                  <a:moveTo>
                    <a:pt x="57238" y="392430"/>
                  </a:moveTo>
                  <a:lnTo>
                    <a:pt x="47069" y="392430"/>
                  </a:lnTo>
                  <a:lnTo>
                    <a:pt x="45797" y="393700"/>
                  </a:lnTo>
                  <a:lnTo>
                    <a:pt x="55966" y="393700"/>
                  </a:lnTo>
                  <a:lnTo>
                    <a:pt x="57238" y="392430"/>
                  </a:lnTo>
                  <a:close/>
                </a:path>
                <a:path w="445770" h="440689">
                  <a:moveTo>
                    <a:pt x="61054" y="388620"/>
                  </a:moveTo>
                  <a:lnTo>
                    <a:pt x="50886" y="388620"/>
                  </a:lnTo>
                  <a:lnTo>
                    <a:pt x="48341" y="391160"/>
                  </a:lnTo>
                  <a:lnTo>
                    <a:pt x="58510" y="391160"/>
                  </a:lnTo>
                  <a:lnTo>
                    <a:pt x="61054" y="388620"/>
                  </a:lnTo>
                  <a:close/>
                </a:path>
                <a:path w="445770" h="440689">
                  <a:moveTo>
                    <a:pt x="63599" y="386080"/>
                  </a:moveTo>
                  <a:lnTo>
                    <a:pt x="53430" y="386080"/>
                  </a:lnTo>
                  <a:lnTo>
                    <a:pt x="52158" y="387350"/>
                  </a:lnTo>
                  <a:lnTo>
                    <a:pt x="62327" y="387350"/>
                  </a:lnTo>
                  <a:lnTo>
                    <a:pt x="63599" y="386080"/>
                  </a:lnTo>
                  <a:close/>
                </a:path>
                <a:path w="445770" h="440689">
                  <a:moveTo>
                    <a:pt x="67415" y="382270"/>
                  </a:moveTo>
                  <a:lnTo>
                    <a:pt x="57247" y="382270"/>
                  </a:lnTo>
                  <a:lnTo>
                    <a:pt x="54702" y="384810"/>
                  </a:lnTo>
                  <a:lnTo>
                    <a:pt x="64871" y="384810"/>
                  </a:lnTo>
                  <a:lnTo>
                    <a:pt x="67415" y="382270"/>
                  </a:lnTo>
                  <a:close/>
                </a:path>
                <a:path w="445770" h="440689">
                  <a:moveTo>
                    <a:pt x="69959" y="379730"/>
                  </a:moveTo>
                  <a:lnTo>
                    <a:pt x="59791" y="379730"/>
                  </a:lnTo>
                  <a:lnTo>
                    <a:pt x="58519" y="381000"/>
                  </a:lnTo>
                  <a:lnTo>
                    <a:pt x="68687" y="381000"/>
                  </a:lnTo>
                  <a:lnTo>
                    <a:pt x="69959" y="379730"/>
                  </a:lnTo>
                  <a:close/>
                </a:path>
                <a:path w="445770" h="440689">
                  <a:moveTo>
                    <a:pt x="73776" y="375920"/>
                  </a:moveTo>
                  <a:lnTo>
                    <a:pt x="63607" y="375920"/>
                  </a:lnTo>
                  <a:lnTo>
                    <a:pt x="61063" y="378460"/>
                  </a:lnTo>
                  <a:lnTo>
                    <a:pt x="71232" y="378460"/>
                  </a:lnTo>
                  <a:lnTo>
                    <a:pt x="73776" y="375920"/>
                  </a:lnTo>
                  <a:close/>
                </a:path>
                <a:path w="445770" h="440689">
                  <a:moveTo>
                    <a:pt x="76320" y="373380"/>
                  </a:moveTo>
                  <a:lnTo>
                    <a:pt x="66152" y="373380"/>
                  </a:lnTo>
                  <a:lnTo>
                    <a:pt x="64879" y="374650"/>
                  </a:lnTo>
                  <a:lnTo>
                    <a:pt x="75048" y="374650"/>
                  </a:lnTo>
                  <a:lnTo>
                    <a:pt x="76320" y="373380"/>
                  </a:lnTo>
                  <a:close/>
                </a:path>
                <a:path w="445770" h="440689">
                  <a:moveTo>
                    <a:pt x="80137" y="369570"/>
                  </a:moveTo>
                  <a:lnTo>
                    <a:pt x="69968" y="369570"/>
                  </a:lnTo>
                  <a:lnTo>
                    <a:pt x="67424" y="372110"/>
                  </a:lnTo>
                  <a:lnTo>
                    <a:pt x="77592" y="372110"/>
                  </a:lnTo>
                  <a:lnTo>
                    <a:pt x="80137" y="369570"/>
                  </a:lnTo>
                  <a:close/>
                </a:path>
                <a:path w="445770" h="440689">
                  <a:moveTo>
                    <a:pt x="82681" y="367030"/>
                  </a:moveTo>
                  <a:lnTo>
                    <a:pt x="72512" y="367030"/>
                  </a:lnTo>
                  <a:lnTo>
                    <a:pt x="71240" y="368300"/>
                  </a:lnTo>
                  <a:lnTo>
                    <a:pt x="81409" y="368300"/>
                  </a:lnTo>
                  <a:lnTo>
                    <a:pt x="82681" y="367030"/>
                  </a:lnTo>
                  <a:close/>
                </a:path>
                <a:path w="445770" h="440689">
                  <a:moveTo>
                    <a:pt x="86497" y="363220"/>
                  </a:moveTo>
                  <a:lnTo>
                    <a:pt x="76329" y="363220"/>
                  </a:lnTo>
                  <a:lnTo>
                    <a:pt x="73785" y="365760"/>
                  </a:lnTo>
                  <a:lnTo>
                    <a:pt x="83953" y="365760"/>
                  </a:lnTo>
                  <a:lnTo>
                    <a:pt x="86497" y="363220"/>
                  </a:lnTo>
                  <a:close/>
                </a:path>
                <a:path w="445770" h="440689">
                  <a:moveTo>
                    <a:pt x="89042" y="360680"/>
                  </a:moveTo>
                  <a:lnTo>
                    <a:pt x="78873" y="360680"/>
                  </a:lnTo>
                  <a:lnTo>
                    <a:pt x="77601" y="361950"/>
                  </a:lnTo>
                  <a:lnTo>
                    <a:pt x="87770" y="361950"/>
                  </a:lnTo>
                  <a:lnTo>
                    <a:pt x="89042" y="360680"/>
                  </a:lnTo>
                  <a:close/>
                </a:path>
                <a:path w="445770" h="440689">
                  <a:moveTo>
                    <a:pt x="92858" y="356870"/>
                  </a:moveTo>
                  <a:lnTo>
                    <a:pt x="82690" y="356870"/>
                  </a:lnTo>
                  <a:lnTo>
                    <a:pt x="80145" y="359410"/>
                  </a:lnTo>
                  <a:lnTo>
                    <a:pt x="90314" y="359410"/>
                  </a:lnTo>
                  <a:lnTo>
                    <a:pt x="92858" y="356870"/>
                  </a:lnTo>
                  <a:close/>
                </a:path>
                <a:path w="445770" h="440689">
                  <a:moveTo>
                    <a:pt x="95403" y="354330"/>
                  </a:moveTo>
                  <a:lnTo>
                    <a:pt x="85234" y="354330"/>
                  </a:lnTo>
                  <a:lnTo>
                    <a:pt x="83962" y="355600"/>
                  </a:lnTo>
                  <a:lnTo>
                    <a:pt x="94130" y="355600"/>
                  </a:lnTo>
                  <a:lnTo>
                    <a:pt x="95403" y="354330"/>
                  </a:lnTo>
                  <a:close/>
                </a:path>
                <a:path w="445770" h="440689">
                  <a:moveTo>
                    <a:pt x="99219" y="350520"/>
                  </a:moveTo>
                  <a:lnTo>
                    <a:pt x="89050" y="350520"/>
                  </a:lnTo>
                  <a:lnTo>
                    <a:pt x="86506" y="353060"/>
                  </a:lnTo>
                  <a:lnTo>
                    <a:pt x="96675" y="353060"/>
                  </a:lnTo>
                  <a:lnTo>
                    <a:pt x="99219" y="350520"/>
                  </a:lnTo>
                  <a:close/>
                </a:path>
                <a:path w="445770" h="440689">
                  <a:moveTo>
                    <a:pt x="101763" y="347980"/>
                  </a:moveTo>
                  <a:lnTo>
                    <a:pt x="91595" y="347980"/>
                  </a:lnTo>
                  <a:lnTo>
                    <a:pt x="90323" y="349250"/>
                  </a:lnTo>
                  <a:lnTo>
                    <a:pt x="100491" y="349250"/>
                  </a:lnTo>
                  <a:lnTo>
                    <a:pt x="101763" y="347980"/>
                  </a:lnTo>
                  <a:close/>
                </a:path>
                <a:path w="445770" h="440689">
                  <a:moveTo>
                    <a:pt x="105580" y="344170"/>
                  </a:moveTo>
                  <a:lnTo>
                    <a:pt x="95411" y="344170"/>
                  </a:lnTo>
                  <a:lnTo>
                    <a:pt x="92867" y="346710"/>
                  </a:lnTo>
                  <a:lnTo>
                    <a:pt x="103036" y="346710"/>
                  </a:lnTo>
                  <a:lnTo>
                    <a:pt x="105580" y="344170"/>
                  </a:lnTo>
                  <a:close/>
                </a:path>
                <a:path w="445770" h="440689">
                  <a:moveTo>
                    <a:pt x="108124" y="341630"/>
                  </a:moveTo>
                  <a:lnTo>
                    <a:pt x="97956" y="341630"/>
                  </a:lnTo>
                  <a:lnTo>
                    <a:pt x="96683" y="342900"/>
                  </a:lnTo>
                  <a:lnTo>
                    <a:pt x="106852" y="342900"/>
                  </a:lnTo>
                  <a:lnTo>
                    <a:pt x="108124" y="341630"/>
                  </a:lnTo>
                  <a:close/>
                </a:path>
                <a:path w="445770" h="440689">
                  <a:moveTo>
                    <a:pt x="111941" y="337820"/>
                  </a:moveTo>
                  <a:lnTo>
                    <a:pt x="101772" y="337820"/>
                  </a:lnTo>
                  <a:lnTo>
                    <a:pt x="99228" y="340360"/>
                  </a:lnTo>
                  <a:lnTo>
                    <a:pt x="109396" y="340360"/>
                  </a:lnTo>
                  <a:lnTo>
                    <a:pt x="111941" y="337820"/>
                  </a:lnTo>
                  <a:close/>
                </a:path>
                <a:path w="445770" h="440689">
                  <a:moveTo>
                    <a:pt x="114485" y="335280"/>
                  </a:moveTo>
                  <a:lnTo>
                    <a:pt x="104316" y="335280"/>
                  </a:lnTo>
                  <a:lnTo>
                    <a:pt x="103044" y="336550"/>
                  </a:lnTo>
                  <a:lnTo>
                    <a:pt x="113213" y="336550"/>
                  </a:lnTo>
                  <a:lnTo>
                    <a:pt x="114485" y="335280"/>
                  </a:lnTo>
                  <a:close/>
                </a:path>
                <a:path w="445770" h="440689">
                  <a:moveTo>
                    <a:pt x="118301" y="331470"/>
                  </a:moveTo>
                  <a:lnTo>
                    <a:pt x="108133" y="331470"/>
                  </a:lnTo>
                  <a:lnTo>
                    <a:pt x="105588" y="334010"/>
                  </a:lnTo>
                  <a:lnTo>
                    <a:pt x="115757" y="334010"/>
                  </a:lnTo>
                  <a:lnTo>
                    <a:pt x="118301" y="331470"/>
                  </a:lnTo>
                  <a:close/>
                </a:path>
                <a:path w="445770" h="440689">
                  <a:moveTo>
                    <a:pt x="120846" y="328930"/>
                  </a:moveTo>
                  <a:lnTo>
                    <a:pt x="110677" y="328930"/>
                  </a:lnTo>
                  <a:lnTo>
                    <a:pt x="109405" y="330200"/>
                  </a:lnTo>
                  <a:lnTo>
                    <a:pt x="119574" y="330200"/>
                  </a:lnTo>
                  <a:lnTo>
                    <a:pt x="120846" y="328930"/>
                  </a:lnTo>
                  <a:close/>
                </a:path>
                <a:path w="445770" h="440689">
                  <a:moveTo>
                    <a:pt x="124662" y="325120"/>
                  </a:moveTo>
                  <a:lnTo>
                    <a:pt x="114494" y="325120"/>
                  </a:lnTo>
                  <a:lnTo>
                    <a:pt x="111949" y="327660"/>
                  </a:lnTo>
                  <a:lnTo>
                    <a:pt x="122118" y="327660"/>
                  </a:lnTo>
                  <a:lnTo>
                    <a:pt x="124662" y="325120"/>
                  </a:lnTo>
                  <a:close/>
                </a:path>
                <a:path w="445770" h="440689">
                  <a:moveTo>
                    <a:pt x="127206" y="322580"/>
                  </a:moveTo>
                  <a:lnTo>
                    <a:pt x="117038" y="322580"/>
                  </a:lnTo>
                  <a:lnTo>
                    <a:pt x="115766" y="323850"/>
                  </a:lnTo>
                  <a:lnTo>
                    <a:pt x="125934" y="323850"/>
                  </a:lnTo>
                  <a:lnTo>
                    <a:pt x="127206" y="322580"/>
                  </a:lnTo>
                  <a:close/>
                </a:path>
                <a:path w="445770" h="440689">
                  <a:moveTo>
                    <a:pt x="131023" y="318770"/>
                  </a:moveTo>
                  <a:lnTo>
                    <a:pt x="120854" y="318770"/>
                  </a:lnTo>
                  <a:lnTo>
                    <a:pt x="118310" y="321310"/>
                  </a:lnTo>
                  <a:lnTo>
                    <a:pt x="128479" y="321310"/>
                  </a:lnTo>
                  <a:lnTo>
                    <a:pt x="131023" y="318770"/>
                  </a:lnTo>
                  <a:close/>
                </a:path>
                <a:path w="445770" h="440689">
                  <a:moveTo>
                    <a:pt x="133567" y="316230"/>
                  </a:moveTo>
                  <a:lnTo>
                    <a:pt x="123399" y="316230"/>
                  </a:lnTo>
                  <a:lnTo>
                    <a:pt x="122126" y="317500"/>
                  </a:lnTo>
                  <a:lnTo>
                    <a:pt x="132295" y="317500"/>
                  </a:lnTo>
                  <a:lnTo>
                    <a:pt x="133567" y="316230"/>
                  </a:lnTo>
                  <a:close/>
                </a:path>
                <a:path w="445770" h="440689">
                  <a:moveTo>
                    <a:pt x="137384" y="312420"/>
                  </a:moveTo>
                  <a:lnTo>
                    <a:pt x="127215" y="312420"/>
                  </a:lnTo>
                  <a:lnTo>
                    <a:pt x="124671" y="314960"/>
                  </a:lnTo>
                  <a:lnTo>
                    <a:pt x="134839" y="314960"/>
                  </a:lnTo>
                  <a:lnTo>
                    <a:pt x="137384" y="312420"/>
                  </a:lnTo>
                  <a:close/>
                </a:path>
                <a:path w="445770" h="440689">
                  <a:moveTo>
                    <a:pt x="139928" y="309880"/>
                  </a:moveTo>
                  <a:lnTo>
                    <a:pt x="129759" y="309880"/>
                  </a:lnTo>
                  <a:lnTo>
                    <a:pt x="128487" y="311150"/>
                  </a:lnTo>
                  <a:lnTo>
                    <a:pt x="138656" y="311150"/>
                  </a:lnTo>
                  <a:lnTo>
                    <a:pt x="139928" y="309880"/>
                  </a:lnTo>
                  <a:close/>
                </a:path>
                <a:path w="445770" h="440689">
                  <a:moveTo>
                    <a:pt x="143745" y="306070"/>
                  </a:moveTo>
                  <a:lnTo>
                    <a:pt x="133576" y="306070"/>
                  </a:lnTo>
                  <a:lnTo>
                    <a:pt x="131032" y="308610"/>
                  </a:lnTo>
                  <a:lnTo>
                    <a:pt x="141200" y="308610"/>
                  </a:lnTo>
                  <a:lnTo>
                    <a:pt x="143745" y="306070"/>
                  </a:lnTo>
                  <a:close/>
                </a:path>
                <a:path w="445770" h="440689">
                  <a:moveTo>
                    <a:pt x="146289" y="303530"/>
                  </a:moveTo>
                  <a:lnTo>
                    <a:pt x="136120" y="303530"/>
                  </a:lnTo>
                  <a:lnTo>
                    <a:pt x="134848" y="304800"/>
                  </a:lnTo>
                  <a:lnTo>
                    <a:pt x="145017" y="304800"/>
                  </a:lnTo>
                  <a:lnTo>
                    <a:pt x="146289" y="303530"/>
                  </a:lnTo>
                  <a:close/>
                </a:path>
                <a:path w="445770" h="440689">
                  <a:moveTo>
                    <a:pt x="150105" y="299720"/>
                  </a:moveTo>
                  <a:lnTo>
                    <a:pt x="139937" y="299720"/>
                  </a:lnTo>
                  <a:lnTo>
                    <a:pt x="137392" y="302260"/>
                  </a:lnTo>
                  <a:lnTo>
                    <a:pt x="147561" y="302260"/>
                  </a:lnTo>
                  <a:lnTo>
                    <a:pt x="150105" y="299720"/>
                  </a:lnTo>
                  <a:close/>
                </a:path>
                <a:path w="445770" h="440689">
                  <a:moveTo>
                    <a:pt x="152650" y="297180"/>
                  </a:moveTo>
                  <a:lnTo>
                    <a:pt x="142481" y="297180"/>
                  </a:lnTo>
                  <a:lnTo>
                    <a:pt x="141209" y="298450"/>
                  </a:lnTo>
                  <a:lnTo>
                    <a:pt x="151377" y="298450"/>
                  </a:lnTo>
                  <a:lnTo>
                    <a:pt x="152650" y="297180"/>
                  </a:lnTo>
                  <a:close/>
                </a:path>
                <a:path w="445770" h="440689">
                  <a:moveTo>
                    <a:pt x="156466" y="293370"/>
                  </a:moveTo>
                  <a:lnTo>
                    <a:pt x="146297" y="293370"/>
                  </a:lnTo>
                  <a:lnTo>
                    <a:pt x="143753" y="295910"/>
                  </a:lnTo>
                  <a:lnTo>
                    <a:pt x="153922" y="295910"/>
                  </a:lnTo>
                  <a:lnTo>
                    <a:pt x="156466" y="293370"/>
                  </a:lnTo>
                  <a:close/>
                </a:path>
                <a:path w="445770" h="440689">
                  <a:moveTo>
                    <a:pt x="159010" y="290830"/>
                  </a:moveTo>
                  <a:lnTo>
                    <a:pt x="148842" y="290830"/>
                  </a:lnTo>
                  <a:lnTo>
                    <a:pt x="147570" y="292100"/>
                  </a:lnTo>
                  <a:lnTo>
                    <a:pt x="157738" y="292100"/>
                  </a:lnTo>
                  <a:lnTo>
                    <a:pt x="159010" y="290830"/>
                  </a:lnTo>
                  <a:close/>
                </a:path>
                <a:path w="445770" h="440689">
                  <a:moveTo>
                    <a:pt x="171732" y="278130"/>
                  </a:moveTo>
                  <a:lnTo>
                    <a:pt x="161563" y="278130"/>
                  </a:lnTo>
                  <a:lnTo>
                    <a:pt x="150114" y="289560"/>
                  </a:lnTo>
                  <a:lnTo>
                    <a:pt x="160283" y="289560"/>
                  </a:lnTo>
                  <a:lnTo>
                    <a:pt x="171732" y="278130"/>
                  </a:lnTo>
                  <a:close/>
                </a:path>
                <a:path w="445770" h="440689">
                  <a:moveTo>
                    <a:pt x="184454" y="265430"/>
                  </a:moveTo>
                  <a:lnTo>
                    <a:pt x="174285" y="265430"/>
                  </a:lnTo>
                  <a:lnTo>
                    <a:pt x="162835" y="276860"/>
                  </a:lnTo>
                  <a:lnTo>
                    <a:pt x="173004" y="276860"/>
                  </a:lnTo>
                  <a:lnTo>
                    <a:pt x="184454" y="265430"/>
                  </a:lnTo>
                  <a:close/>
                </a:path>
                <a:path w="445770" h="440689">
                  <a:moveTo>
                    <a:pt x="188270" y="261620"/>
                  </a:moveTo>
                  <a:lnTo>
                    <a:pt x="178101" y="261620"/>
                  </a:lnTo>
                  <a:lnTo>
                    <a:pt x="175557" y="264160"/>
                  </a:lnTo>
                  <a:lnTo>
                    <a:pt x="185726" y="264160"/>
                  </a:lnTo>
                  <a:lnTo>
                    <a:pt x="188270" y="261620"/>
                  </a:lnTo>
                  <a:close/>
                </a:path>
                <a:path w="445770" h="440689">
                  <a:moveTo>
                    <a:pt x="190814" y="259080"/>
                  </a:moveTo>
                  <a:lnTo>
                    <a:pt x="180646" y="259080"/>
                  </a:lnTo>
                  <a:lnTo>
                    <a:pt x="179374" y="260350"/>
                  </a:lnTo>
                  <a:lnTo>
                    <a:pt x="189542" y="260350"/>
                  </a:lnTo>
                  <a:lnTo>
                    <a:pt x="190814" y="259080"/>
                  </a:lnTo>
                  <a:close/>
                </a:path>
                <a:path w="445770" h="440689">
                  <a:moveTo>
                    <a:pt x="194631" y="255270"/>
                  </a:moveTo>
                  <a:lnTo>
                    <a:pt x="184462" y="255270"/>
                  </a:lnTo>
                  <a:lnTo>
                    <a:pt x="181918" y="257810"/>
                  </a:lnTo>
                  <a:lnTo>
                    <a:pt x="192086" y="257810"/>
                  </a:lnTo>
                  <a:lnTo>
                    <a:pt x="194631" y="255270"/>
                  </a:lnTo>
                  <a:close/>
                </a:path>
                <a:path w="445770" h="440689">
                  <a:moveTo>
                    <a:pt x="207352" y="242570"/>
                  </a:moveTo>
                  <a:lnTo>
                    <a:pt x="197184" y="242570"/>
                  </a:lnTo>
                  <a:lnTo>
                    <a:pt x="185734" y="254000"/>
                  </a:lnTo>
                  <a:lnTo>
                    <a:pt x="195903" y="254000"/>
                  </a:lnTo>
                  <a:lnTo>
                    <a:pt x="207352" y="242570"/>
                  </a:lnTo>
                  <a:close/>
                </a:path>
                <a:path w="445770" h="440689">
                  <a:moveTo>
                    <a:pt x="216257" y="233680"/>
                  </a:moveTo>
                  <a:lnTo>
                    <a:pt x="206089" y="233680"/>
                  </a:lnTo>
                  <a:lnTo>
                    <a:pt x="198456" y="241300"/>
                  </a:lnTo>
                  <a:lnTo>
                    <a:pt x="208624" y="241300"/>
                  </a:lnTo>
                  <a:lnTo>
                    <a:pt x="216257" y="233680"/>
                  </a:lnTo>
                  <a:close/>
                </a:path>
                <a:path w="445770" h="440689">
                  <a:moveTo>
                    <a:pt x="232795" y="217170"/>
                  </a:moveTo>
                  <a:lnTo>
                    <a:pt x="222627" y="217170"/>
                  </a:lnTo>
                  <a:lnTo>
                    <a:pt x="207361" y="232410"/>
                  </a:lnTo>
                  <a:lnTo>
                    <a:pt x="217530" y="232410"/>
                  </a:lnTo>
                  <a:lnTo>
                    <a:pt x="232795" y="217170"/>
                  </a:lnTo>
                  <a:close/>
                </a:path>
                <a:path w="445770" h="440689">
                  <a:moveTo>
                    <a:pt x="237884" y="212090"/>
                  </a:moveTo>
                  <a:lnTo>
                    <a:pt x="227715" y="212090"/>
                  </a:lnTo>
                  <a:lnTo>
                    <a:pt x="223899" y="215900"/>
                  </a:lnTo>
                  <a:lnTo>
                    <a:pt x="234068" y="215900"/>
                  </a:lnTo>
                  <a:lnTo>
                    <a:pt x="237884" y="212090"/>
                  </a:lnTo>
                  <a:close/>
                </a:path>
              </a:pathLst>
            </a:custGeom>
            <a:solidFill>
              <a:srgbClr val="AB47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0">
              <a:extLst>
                <a:ext uri="{FF2B5EF4-FFF2-40B4-BE49-F238E27FC236}">
                  <a16:creationId xmlns:a16="http://schemas.microsoft.com/office/drawing/2014/main" id="{5C74BBCC-0F76-93A5-3EBE-204E1656ABF1}"/>
                </a:ext>
              </a:extLst>
            </p:cNvPr>
            <p:cNvSpPr/>
            <p:nvPr/>
          </p:nvSpPr>
          <p:spPr>
            <a:xfrm>
              <a:off x="2815928" y="2649219"/>
              <a:ext cx="445770" cy="436880"/>
            </a:xfrm>
            <a:custGeom>
              <a:avLst/>
              <a:gdLst/>
              <a:ahLst/>
              <a:cxnLst/>
              <a:rect l="l" t="t" r="r" b="b"/>
              <a:pathLst>
                <a:path w="445770" h="436880">
                  <a:moveTo>
                    <a:pt x="323119" y="124460"/>
                  </a:moveTo>
                  <a:lnTo>
                    <a:pt x="312950" y="124460"/>
                  </a:lnTo>
                  <a:lnTo>
                    <a:pt x="306589" y="130810"/>
                  </a:lnTo>
                  <a:lnTo>
                    <a:pt x="316758" y="130810"/>
                  </a:lnTo>
                  <a:lnTo>
                    <a:pt x="323119" y="124460"/>
                  </a:lnTo>
                  <a:close/>
                </a:path>
                <a:path w="445770" h="436880">
                  <a:moveTo>
                    <a:pt x="325663" y="121920"/>
                  </a:moveTo>
                  <a:lnTo>
                    <a:pt x="315494" y="121920"/>
                  </a:lnTo>
                  <a:lnTo>
                    <a:pt x="314222" y="123189"/>
                  </a:lnTo>
                  <a:lnTo>
                    <a:pt x="324391" y="123189"/>
                  </a:lnTo>
                  <a:lnTo>
                    <a:pt x="325663" y="121920"/>
                  </a:lnTo>
                  <a:close/>
                </a:path>
                <a:path w="445770" h="436880">
                  <a:moveTo>
                    <a:pt x="329479" y="118110"/>
                  </a:moveTo>
                  <a:lnTo>
                    <a:pt x="319311" y="118110"/>
                  </a:lnTo>
                  <a:lnTo>
                    <a:pt x="316766" y="120650"/>
                  </a:lnTo>
                  <a:lnTo>
                    <a:pt x="326935" y="120650"/>
                  </a:lnTo>
                  <a:lnTo>
                    <a:pt x="329479" y="118110"/>
                  </a:lnTo>
                  <a:close/>
                </a:path>
                <a:path w="445770" h="436880">
                  <a:moveTo>
                    <a:pt x="332024" y="115570"/>
                  </a:moveTo>
                  <a:lnTo>
                    <a:pt x="321855" y="115570"/>
                  </a:lnTo>
                  <a:lnTo>
                    <a:pt x="320583" y="116839"/>
                  </a:lnTo>
                  <a:lnTo>
                    <a:pt x="330751" y="116839"/>
                  </a:lnTo>
                  <a:lnTo>
                    <a:pt x="332024" y="115570"/>
                  </a:lnTo>
                  <a:close/>
                </a:path>
                <a:path w="445770" h="436880">
                  <a:moveTo>
                    <a:pt x="335840" y="111760"/>
                  </a:moveTo>
                  <a:lnTo>
                    <a:pt x="325671" y="111760"/>
                  </a:lnTo>
                  <a:lnTo>
                    <a:pt x="323127" y="114300"/>
                  </a:lnTo>
                  <a:lnTo>
                    <a:pt x="333296" y="114300"/>
                  </a:lnTo>
                  <a:lnTo>
                    <a:pt x="335840" y="111760"/>
                  </a:lnTo>
                  <a:close/>
                </a:path>
                <a:path w="445770" h="436880">
                  <a:moveTo>
                    <a:pt x="338384" y="109220"/>
                  </a:moveTo>
                  <a:lnTo>
                    <a:pt x="328216" y="109220"/>
                  </a:lnTo>
                  <a:lnTo>
                    <a:pt x="326944" y="110489"/>
                  </a:lnTo>
                  <a:lnTo>
                    <a:pt x="337112" y="110489"/>
                  </a:lnTo>
                  <a:lnTo>
                    <a:pt x="338384" y="109220"/>
                  </a:lnTo>
                  <a:close/>
                </a:path>
                <a:path w="445770" h="436880">
                  <a:moveTo>
                    <a:pt x="351106" y="96520"/>
                  </a:moveTo>
                  <a:lnTo>
                    <a:pt x="340937" y="96520"/>
                  </a:lnTo>
                  <a:lnTo>
                    <a:pt x="329488" y="107950"/>
                  </a:lnTo>
                  <a:lnTo>
                    <a:pt x="339657" y="107950"/>
                  </a:lnTo>
                  <a:lnTo>
                    <a:pt x="351106" y="96520"/>
                  </a:lnTo>
                  <a:close/>
                </a:path>
                <a:path w="445770" h="436880">
                  <a:moveTo>
                    <a:pt x="363828" y="83820"/>
                  </a:moveTo>
                  <a:lnTo>
                    <a:pt x="353659" y="83820"/>
                  </a:lnTo>
                  <a:lnTo>
                    <a:pt x="342210" y="95250"/>
                  </a:lnTo>
                  <a:lnTo>
                    <a:pt x="352378" y="95250"/>
                  </a:lnTo>
                  <a:lnTo>
                    <a:pt x="363828" y="83820"/>
                  </a:lnTo>
                  <a:close/>
                </a:path>
                <a:path w="445770" h="436880">
                  <a:moveTo>
                    <a:pt x="367644" y="80010"/>
                  </a:moveTo>
                  <a:lnTo>
                    <a:pt x="357475" y="80010"/>
                  </a:lnTo>
                  <a:lnTo>
                    <a:pt x="354931" y="82550"/>
                  </a:lnTo>
                  <a:lnTo>
                    <a:pt x="365100" y="82550"/>
                  </a:lnTo>
                  <a:lnTo>
                    <a:pt x="367644" y="80010"/>
                  </a:lnTo>
                  <a:close/>
                </a:path>
                <a:path w="445770" h="436880">
                  <a:moveTo>
                    <a:pt x="370188" y="77470"/>
                  </a:moveTo>
                  <a:lnTo>
                    <a:pt x="360020" y="77470"/>
                  </a:lnTo>
                  <a:lnTo>
                    <a:pt x="358748" y="78739"/>
                  </a:lnTo>
                  <a:lnTo>
                    <a:pt x="368916" y="78739"/>
                  </a:lnTo>
                  <a:lnTo>
                    <a:pt x="370188" y="77470"/>
                  </a:lnTo>
                  <a:close/>
                </a:path>
                <a:path w="445770" h="436880">
                  <a:moveTo>
                    <a:pt x="374005" y="73660"/>
                  </a:moveTo>
                  <a:lnTo>
                    <a:pt x="363836" y="73660"/>
                  </a:lnTo>
                  <a:lnTo>
                    <a:pt x="361292" y="76200"/>
                  </a:lnTo>
                  <a:lnTo>
                    <a:pt x="371460" y="76200"/>
                  </a:lnTo>
                  <a:lnTo>
                    <a:pt x="374005" y="73660"/>
                  </a:lnTo>
                  <a:close/>
                </a:path>
                <a:path w="445770" h="436880">
                  <a:moveTo>
                    <a:pt x="376549" y="71120"/>
                  </a:moveTo>
                  <a:lnTo>
                    <a:pt x="366380" y="71120"/>
                  </a:lnTo>
                  <a:lnTo>
                    <a:pt x="365108" y="72389"/>
                  </a:lnTo>
                  <a:lnTo>
                    <a:pt x="375277" y="72389"/>
                  </a:lnTo>
                  <a:lnTo>
                    <a:pt x="376549" y="71120"/>
                  </a:lnTo>
                  <a:close/>
                </a:path>
                <a:path w="445770" h="436880">
                  <a:moveTo>
                    <a:pt x="380366" y="67310"/>
                  </a:moveTo>
                  <a:lnTo>
                    <a:pt x="370197" y="67310"/>
                  </a:lnTo>
                  <a:lnTo>
                    <a:pt x="367653" y="69850"/>
                  </a:lnTo>
                  <a:lnTo>
                    <a:pt x="377821" y="69850"/>
                  </a:lnTo>
                  <a:lnTo>
                    <a:pt x="380366" y="67310"/>
                  </a:lnTo>
                  <a:close/>
                </a:path>
                <a:path w="445770" h="436880">
                  <a:moveTo>
                    <a:pt x="382910" y="64770"/>
                  </a:moveTo>
                  <a:lnTo>
                    <a:pt x="372741" y="64770"/>
                  </a:lnTo>
                  <a:lnTo>
                    <a:pt x="371469" y="66039"/>
                  </a:lnTo>
                  <a:lnTo>
                    <a:pt x="381638" y="66039"/>
                  </a:lnTo>
                  <a:lnTo>
                    <a:pt x="382910" y="64770"/>
                  </a:lnTo>
                  <a:close/>
                </a:path>
                <a:path w="445770" h="436880">
                  <a:moveTo>
                    <a:pt x="386726" y="60960"/>
                  </a:moveTo>
                  <a:lnTo>
                    <a:pt x="376558" y="60960"/>
                  </a:lnTo>
                  <a:lnTo>
                    <a:pt x="374013" y="63500"/>
                  </a:lnTo>
                  <a:lnTo>
                    <a:pt x="384182" y="63500"/>
                  </a:lnTo>
                  <a:lnTo>
                    <a:pt x="386726" y="60960"/>
                  </a:lnTo>
                  <a:close/>
                </a:path>
                <a:path w="445770" h="436880">
                  <a:moveTo>
                    <a:pt x="389271" y="58420"/>
                  </a:moveTo>
                  <a:lnTo>
                    <a:pt x="379102" y="58420"/>
                  </a:lnTo>
                  <a:lnTo>
                    <a:pt x="377830" y="59689"/>
                  </a:lnTo>
                  <a:lnTo>
                    <a:pt x="387999" y="59689"/>
                  </a:lnTo>
                  <a:lnTo>
                    <a:pt x="389271" y="58420"/>
                  </a:lnTo>
                  <a:close/>
                </a:path>
                <a:path w="445770" h="436880">
                  <a:moveTo>
                    <a:pt x="393087" y="54610"/>
                  </a:moveTo>
                  <a:lnTo>
                    <a:pt x="382919" y="54610"/>
                  </a:lnTo>
                  <a:lnTo>
                    <a:pt x="380374" y="57150"/>
                  </a:lnTo>
                  <a:lnTo>
                    <a:pt x="390543" y="57150"/>
                  </a:lnTo>
                  <a:lnTo>
                    <a:pt x="393087" y="54610"/>
                  </a:lnTo>
                  <a:close/>
                </a:path>
                <a:path w="445770" h="436880">
                  <a:moveTo>
                    <a:pt x="395631" y="52070"/>
                  </a:moveTo>
                  <a:lnTo>
                    <a:pt x="385463" y="52070"/>
                  </a:lnTo>
                  <a:lnTo>
                    <a:pt x="384191" y="53339"/>
                  </a:lnTo>
                  <a:lnTo>
                    <a:pt x="394359" y="53339"/>
                  </a:lnTo>
                  <a:lnTo>
                    <a:pt x="395631" y="52070"/>
                  </a:lnTo>
                  <a:close/>
                </a:path>
                <a:path w="445770" h="436880">
                  <a:moveTo>
                    <a:pt x="399448" y="48260"/>
                  </a:moveTo>
                  <a:lnTo>
                    <a:pt x="389279" y="48260"/>
                  </a:lnTo>
                  <a:lnTo>
                    <a:pt x="386735" y="50800"/>
                  </a:lnTo>
                  <a:lnTo>
                    <a:pt x="396904" y="50800"/>
                  </a:lnTo>
                  <a:lnTo>
                    <a:pt x="399448" y="48260"/>
                  </a:lnTo>
                  <a:close/>
                </a:path>
                <a:path w="445770" h="436880">
                  <a:moveTo>
                    <a:pt x="401992" y="45720"/>
                  </a:moveTo>
                  <a:lnTo>
                    <a:pt x="391824" y="45720"/>
                  </a:lnTo>
                  <a:lnTo>
                    <a:pt x="390551" y="46989"/>
                  </a:lnTo>
                  <a:lnTo>
                    <a:pt x="400720" y="46989"/>
                  </a:lnTo>
                  <a:lnTo>
                    <a:pt x="401992" y="45720"/>
                  </a:lnTo>
                  <a:close/>
                </a:path>
                <a:path w="445770" h="436880">
                  <a:moveTo>
                    <a:pt x="405809" y="41910"/>
                  </a:moveTo>
                  <a:lnTo>
                    <a:pt x="395640" y="41910"/>
                  </a:lnTo>
                  <a:lnTo>
                    <a:pt x="393096" y="44450"/>
                  </a:lnTo>
                  <a:lnTo>
                    <a:pt x="403264" y="44450"/>
                  </a:lnTo>
                  <a:lnTo>
                    <a:pt x="405809" y="41910"/>
                  </a:lnTo>
                  <a:close/>
                </a:path>
                <a:path w="445770" h="436880">
                  <a:moveTo>
                    <a:pt x="408353" y="39370"/>
                  </a:moveTo>
                  <a:lnTo>
                    <a:pt x="398184" y="39370"/>
                  </a:lnTo>
                  <a:lnTo>
                    <a:pt x="396912" y="40639"/>
                  </a:lnTo>
                  <a:lnTo>
                    <a:pt x="407081" y="40639"/>
                  </a:lnTo>
                  <a:lnTo>
                    <a:pt x="408353" y="39370"/>
                  </a:lnTo>
                  <a:close/>
                </a:path>
                <a:path w="445770" h="436880">
                  <a:moveTo>
                    <a:pt x="412169" y="35560"/>
                  </a:moveTo>
                  <a:lnTo>
                    <a:pt x="402001" y="35560"/>
                  </a:lnTo>
                  <a:lnTo>
                    <a:pt x="399457" y="38100"/>
                  </a:lnTo>
                  <a:lnTo>
                    <a:pt x="409625" y="38100"/>
                  </a:lnTo>
                  <a:lnTo>
                    <a:pt x="412169" y="35560"/>
                  </a:lnTo>
                  <a:close/>
                </a:path>
                <a:path w="445770" h="436880">
                  <a:moveTo>
                    <a:pt x="414714" y="33020"/>
                  </a:moveTo>
                  <a:lnTo>
                    <a:pt x="404545" y="33020"/>
                  </a:lnTo>
                  <a:lnTo>
                    <a:pt x="403273" y="34289"/>
                  </a:lnTo>
                  <a:lnTo>
                    <a:pt x="413442" y="34289"/>
                  </a:lnTo>
                  <a:lnTo>
                    <a:pt x="414714" y="33020"/>
                  </a:lnTo>
                  <a:close/>
                </a:path>
                <a:path w="445770" h="436880">
                  <a:moveTo>
                    <a:pt x="418530" y="29210"/>
                  </a:moveTo>
                  <a:lnTo>
                    <a:pt x="408362" y="29210"/>
                  </a:lnTo>
                  <a:lnTo>
                    <a:pt x="405817" y="31750"/>
                  </a:lnTo>
                  <a:lnTo>
                    <a:pt x="415986" y="31750"/>
                  </a:lnTo>
                  <a:lnTo>
                    <a:pt x="418530" y="29210"/>
                  </a:lnTo>
                  <a:close/>
                </a:path>
                <a:path w="445770" h="436880">
                  <a:moveTo>
                    <a:pt x="421075" y="26670"/>
                  </a:moveTo>
                  <a:lnTo>
                    <a:pt x="410906" y="26670"/>
                  </a:lnTo>
                  <a:lnTo>
                    <a:pt x="409634" y="27939"/>
                  </a:lnTo>
                  <a:lnTo>
                    <a:pt x="419802" y="27939"/>
                  </a:lnTo>
                  <a:lnTo>
                    <a:pt x="421075" y="26670"/>
                  </a:lnTo>
                  <a:close/>
                </a:path>
                <a:path w="445770" h="436880">
                  <a:moveTo>
                    <a:pt x="424891" y="22860"/>
                  </a:moveTo>
                  <a:lnTo>
                    <a:pt x="414722" y="22860"/>
                  </a:lnTo>
                  <a:lnTo>
                    <a:pt x="412178" y="25400"/>
                  </a:lnTo>
                  <a:lnTo>
                    <a:pt x="422347" y="25400"/>
                  </a:lnTo>
                  <a:lnTo>
                    <a:pt x="424891" y="22860"/>
                  </a:lnTo>
                  <a:close/>
                </a:path>
                <a:path w="445770" h="436880">
                  <a:moveTo>
                    <a:pt x="427435" y="20320"/>
                  </a:moveTo>
                  <a:lnTo>
                    <a:pt x="417267" y="20320"/>
                  </a:lnTo>
                  <a:lnTo>
                    <a:pt x="415995" y="21589"/>
                  </a:lnTo>
                  <a:lnTo>
                    <a:pt x="426163" y="21589"/>
                  </a:lnTo>
                  <a:lnTo>
                    <a:pt x="427435" y="20320"/>
                  </a:lnTo>
                  <a:close/>
                </a:path>
                <a:path w="445770" h="436880">
                  <a:moveTo>
                    <a:pt x="431252" y="16510"/>
                  </a:moveTo>
                  <a:lnTo>
                    <a:pt x="421083" y="16510"/>
                  </a:lnTo>
                  <a:lnTo>
                    <a:pt x="418539" y="19050"/>
                  </a:lnTo>
                  <a:lnTo>
                    <a:pt x="428708" y="19050"/>
                  </a:lnTo>
                  <a:lnTo>
                    <a:pt x="431252" y="16510"/>
                  </a:lnTo>
                  <a:close/>
                </a:path>
                <a:path w="445770" h="436880">
                  <a:moveTo>
                    <a:pt x="433796" y="13970"/>
                  </a:moveTo>
                  <a:lnTo>
                    <a:pt x="423628" y="13970"/>
                  </a:lnTo>
                  <a:lnTo>
                    <a:pt x="422355" y="15239"/>
                  </a:lnTo>
                  <a:lnTo>
                    <a:pt x="432524" y="15239"/>
                  </a:lnTo>
                  <a:lnTo>
                    <a:pt x="433796" y="13970"/>
                  </a:lnTo>
                  <a:close/>
                </a:path>
                <a:path w="445770" h="436880">
                  <a:moveTo>
                    <a:pt x="437613" y="10160"/>
                  </a:moveTo>
                  <a:lnTo>
                    <a:pt x="427444" y="10160"/>
                  </a:lnTo>
                  <a:lnTo>
                    <a:pt x="424900" y="12700"/>
                  </a:lnTo>
                  <a:lnTo>
                    <a:pt x="435068" y="12700"/>
                  </a:lnTo>
                  <a:lnTo>
                    <a:pt x="437613" y="10160"/>
                  </a:lnTo>
                  <a:close/>
                </a:path>
                <a:path w="445770" h="436880">
                  <a:moveTo>
                    <a:pt x="440157" y="7620"/>
                  </a:moveTo>
                  <a:lnTo>
                    <a:pt x="429988" y="7620"/>
                  </a:lnTo>
                  <a:lnTo>
                    <a:pt x="428716" y="8889"/>
                  </a:lnTo>
                  <a:lnTo>
                    <a:pt x="438885" y="8889"/>
                  </a:lnTo>
                  <a:lnTo>
                    <a:pt x="440157" y="7620"/>
                  </a:lnTo>
                  <a:close/>
                </a:path>
                <a:path w="445770" h="436880">
                  <a:moveTo>
                    <a:pt x="443973" y="3810"/>
                  </a:moveTo>
                  <a:lnTo>
                    <a:pt x="433805" y="3810"/>
                  </a:lnTo>
                  <a:lnTo>
                    <a:pt x="431260" y="6350"/>
                  </a:lnTo>
                  <a:lnTo>
                    <a:pt x="441429" y="6350"/>
                  </a:lnTo>
                  <a:lnTo>
                    <a:pt x="443973" y="3810"/>
                  </a:lnTo>
                  <a:close/>
                </a:path>
                <a:path w="445770" h="436880">
                  <a:moveTo>
                    <a:pt x="445246" y="2539"/>
                  </a:moveTo>
                  <a:lnTo>
                    <a:pt x="444161" y="2539"/>
                  </a:lnTo>
                  <a:lnTo>
                    <a:pt x="444161" y="3622"/>
                  </a:lnTo>
                  <a:lnTo>
                    <a:pt x="445246" y="2539"/>
                  </a:lnTo>
                  <a:close/>
                </a:path>
                <a:path w="445770" h="436880">
                  <a:moveTo>
                    <a:pt x="440351" y="0"/>
                  </a:moveTo>
                  <a:lnTo>
                    <a:pt x="437811" y="0"/>
                  </a:lnTo>
                  <a:lnTo>
                    <a:pt x="437811" y="1270"/>
                  </a:lnTo>
                  <a:lnTo>
                    <a:pt x="436349" y="1270"/>
                  </a:lnTo>
                  <a:lnTo>
                    <a:pt x="435077" y="2539"/>
                  </a:lnTo>
                  <a:lnTo>
                    <a:pt x="440351" y="2539"/>
                  </a:lnTo>
                  <a:lnTo>
                    <a:pt x="440351" y="0"/>
                  </a:lnTo>
                  <a:close/>
                </a:path>
                <a:path w="445770" h="436880">
                  <a:moveTo>
                    <a:pt x="316758" y="130810"/>
                  </a:moveTo>
                  <a:lnTo>
                    <a:pt x="306589" y="130810"/>
                  </a:lnTo>
                  <a:lnTo>
                    <a:pt x="281146" y="156210"/>
                  </a:lnTo>
                  <a:lnTo>
                    <a:pt x="291315" y="156210"/>
                  </a:lnTo>
                  <a:lnTo>
                    <a:pt x="316758" y="130810"/>
                  </a:lnTo>
                  <a:close/>
                </a:path>
                <a:path w="445770" h="436880">
                  <a:moveTo>
                    <a:pt x="291315" y="156210"/>
                  </a:moveTo>
                  <a:lnTo>
                    <a:pt x="281146" y="156210"/>
                  </a:lnTo>
                  <a:lnTo>
                    <a:pt x="230260" y="207010"/>
                  </a:lnTo>
                  <a:lnTo>
                    <a:pt x="240428" y="207010"/>
                  </a:lnTo>
                  <a:lnTo>
                    <a:pt x="291315" y="156210"/>
                  </a:lnTo>
                  <a:close/>
                </a:path>
                <a:path w="445770" h="436880">
                  <a:moveTo>
                    <a:pt x="11440" y="435610"/>
                  </a:moveTo>
                  <a:lnTo>
                    <a:pt x="1272" y="435610"/>
                  </a:lnTo>
                  <a:lnTo>
                    <a:pt x="0" y="436880"/>
                  </a:lnTo>
                  <a:lnTo>
                    <a:pt x="10168" y="436880"/>
                  </a:lnTo>
                  <a:lnTo>
                    <a:pt x="11440" y="435610"/>
                  </a:lnTo>
                  <a:close/>
                </a:path>
                <a:path w="445770" h="436880">
                  <a:moveTo>
                    <a:pt x="13985" y="433070"/>
                  </a:moveTo>
                  <a:lnTo>
                    <a:pt x="3816" y="433070"/>
                  </a:lnTo>
                  <a:lnTo>
                    <a:pt x="2544" y="434340"/>
                  </a:lnTo>
                  <a:lnTo>
                    <a:pt x="12712" y="434340"/>
                  </a:lnTo>
                  <a:lnTo>
                    <a:pt x="13985" y="433070"/>
                  </a:lnTo>
                  <a:close/>
                </a:path>
                <a:path w="445770" h="436880">
                  <a:moveTo>
                    <a:pt x="17801" y="429260"/>
                  </a:moveTo>
                  <a:lnTo>
                    <a:pt x="7632" y="429260"/>
                  </a:lnTo>
                  <a:lnTo>
                    <a:pt x="5088" y="431800"/>
                  </a:lnTo>
                  <a:lnTo>
                    <a:pt x="15257" y="431800"/>
                  </a:lnTo>
                  <a:lnTo>
                    <a:pt x="17801" y="429260"/>
                  </a:lnTo>
                  <a:close/>
                </a:path>
                <a:path w="445770" h="436880">
                  <a:moveTo>
                    <a:pt x="20345" y="426720"/>
                  </a:moveTo>
                  <a:lnTo>
                    <a:pt x="10177" y="426720"/>
                  </a:lnTo>
                  <a:lnTo>
                    <a:pt x="8905" y="427990"/>
                  </a:lnTo>
                  <a:lnTo>
                    <a:pt x="19073" y="427990"/>
                  </a:lnTo>
                  <a:lnTo>
                    <a:pt x="20345" y="426720"/>
                  </a:lnTo>
                  <a:close/>
                </a:path>
                <a:path w="445770" h="436880">
                  <a:moveTo>
                    <a:pt x="24162" y="422910"/>
                  </a:moveTo>
                  <a:lnTo>
                    <a:pt x="13993" y="422910"/>
                  </a:lnTo>
                  <a:lnTo>
                    <a:pt x="11449" y="425450"/>
                  </a:lnTo>
                  <a:lnTo>
                    <a:pt x="21618" y="425450"/>
                  </a:lnTo>
                  <a:lnTo>
                    <a:pt x="24162" y="422910"/>
                  </a:lnTo>
                  <a:close/>
                </a:path>
                <a:path w="445770" h="436880">
                  <a:moveTo>
                    <a:pt x="26706" y="420370"/>
                  </a:moveTo>
                  <a:lnTo>
                    <a:pt x="16538" y="420370"/>
                  </a:lnTo>
                  <a:lnTo>
                    <a:pt x="15265" y="421640"/>
                  </a:lnTo>
                  <a:lnTo>
                    <a:pt x="25434" y="421640"/>
                  </a:lnTo>
                  <a:lnTo>
                    <a:pt x="26706" y="420370"/>
                  </a:lnTo>
                  <a:close/>
                </a:path>
                <a:path w="445770" h="436880">
                  <a:moveTo>
                    <a:pt x="30523" y="416560"/>
                  </a:moveTo>
                  <a:lnTo>
                    <a:pt x="20354" y="416560"/>
                  </a:lnTo>
                  <a:lnTo>
                    <a:pt x="17810" y="419100"/>
                  </a:lnTo>
                  <a:lnTo>
                    <a:pt x="27978" y="419100"/>
                  </a:lnTo>
                  <a:lnTo>
                    <a:pt x="30523" y="416560"/>
                  </a:lnTo>
                  <a:close/>
                </a:path>
                <a:path w="445770" h="436880">
                  <a:moveTo>
                    <a:pt x="33067" y="414020"/>
                  </a:moveTo>
                  <a:lnTo>
                    <a:pt x="22898" y="414020"/>
                  </a:lnTo>
                  <a:lnTo>
                    <a:pt x="21626" y="415290"/>
                  </a:lnTo>
                  <a:lnTo>
                    <a:pt x="31795" y="415290"/>
                  </a:lnTo>
                  <a:lnTo>
                    <a:pt x="33067" y="414020"/>
                  </a:lnTo>
                  <a:close/>
                </a:path>
                <a:path w="445770" h="436880">
                  <a:moveTo>
                    <a:pt x="36883" y="410210"/>
                  </a:moveTo>
                  <a:lnTo>
                    <a:pt x="26715" y="410210"/>
                  </a:lnTo>
                  <a:lnTo>
                    <a:pt x="24170" y="412750"/>
                  </a:lnTo>
                  <a:lnTo>
                    <a:pt x="34339" y="412750"/>
                  </a:lnTo>
                  <a:lnTo>
                    <a:pt x="36883" y="410210"/>
                  </a:lnTo>
                  <a:close/>
                </a:path>
                <a:path w="445770" h="436880">
                  <a:moveTo>
                    <a:pt x="39428" y="407670"/>
                  </a:moveTo>
                  <a:lnTo>
                    <a:pt x="29259" y="407670"/>
                  </a:lnTo>
                  <a:lnTo>
                    <a:pt x="27987" y="408940"/>
                  </a:lnTo>
                  <a:lnTo>
                    <a:pt x="38156" y="408940"/>
                  </a:lnTo>
                  <a:lnTo>
                    <a:pt x="39428" y="407670"/>
                  </a:lnTo>
                  <a:close/>
                </a:path>
                <a:path w="445770" h="436880">
                  <a:moveTo>
                    <a:pt x="43244" y="403860"/>
                  </a:moveTo>
                  <a:lnTo>
                    <a:pt x="33076" y="403860"/>
                  </a:lnTo>
                  <a:lnTo>
                    <a:pt x="30531" y="406400"/>
                  </a:lnTo>
                  <a:lnTo>
                    <a:pt x="40700" y="406400"/>
                  </a:lnTo>
                  <a:lnTo>
                    <a:pt x="43244" y="403860"/>
                  </a:lnTo>
                  <a:close/>
                </a:path>
                <a:path w="445770" h="436880">
                  <a:moveTo>
                    <a:pt x="45788" y="401320"/>
                  </a:moveTo>
                  <a:lnTo>
                    <a:pt x="35620" y="401320"/>
                  </a:lnTo>
                  <a:lnTo>
                    <a:pt x="34348" y="402590"/>
                  </a:lnTo>
                  <a:lnTo>
                    <a:pt x="44516" y="402590"/>
                  </a:lnTo>
                  <a:lnTo>
                    <a:pt x="45788" y="401320"/>
                  </a:lnTo>
                  <a:close/>
                </a:path>
                <a:path w="445770" h="436880">
                  <a:moveTo>
                    <a:pt x="49605" y="397510"/>
                  </a:moveTo>
                  <a:lnTo>
                    <a:pt x="39436" y="397510"/>
                  </a:lnTo>
                  <a:lnTo>
                    <a:pt x="36892" y="400050"/>
                  </a:lnTo>
                  <a:lnTo>
                    <a:pt x="47061" y="400050"/>
                  </a:lnTo>
                  <a:lnTo>
                    <a:pt x="49605" y="397510"/>
                  </a:lnTo>
                  <a:close/>
                </a:path>
                <a:path w="445770" h="436880">
                  <a:moveTo>
                    <a:pt x="52149" y="394970"/>
                  </a:moveTo>
                  <a:lnTo>
                    <a:pt x="41981" y="394970"/>
                  </a:lnTo>
                  <a:lnTo>
                    <a:pt x="40708" y="396240"/>
                  </a:lnTo>
                  <a:lnTo>
                    <a:pt x="50877" y="396240"/>
                  </a:lnTo>
                  <a:lnTo>
                    <a:pt x="52149" y="394970"/>
                  </a:lnTo>
                  <a:close/>
                </a:path>
                <a:path w="445770" h="436880">
                  <a:moveTo>
                    <a:pt x="55966" y="391160"/>
                  </a:moveTo>
                  <a:lnTo>
                    <a:pt x="45797" y="391160"/>
                  </a:lnTo>
                  <a:lnTo>
                    <a:pt x="43253" y="393700"/>
                  </a:lnTo>
                  <a:lnTo>
                    <a:pt x="53421" y="393700"/>
                  </a:lnTo>
                  <a:lnTo>
                    <a:pt x="55966" y="391160"/>
                  </a:lnTo>
                  <a:close/>
                </a:path>
                <a:path w="445770" h="436880">
                  <a:moveTo>
                    <a:pt x="58510" y="388620"/>
                  </a:moveTo>
                  <a:lnTo>
                    <a:pt x="48341" y="388620"/>
                  </a:lnTo>
                  <a:lnTo>
                    <a:pt x="47069" y="389890"/>
                  </a:lnTo>
                  <a:lnTo>
                    <a:pt x="57238" y="389890"/>
                  </a:lnTo>
                  <a:lnTo>
                    <a:pt x="58510" y="388620"/>
                  </a:lnTo>
                  <a:close/>
                </a:path>
                <a:path w="445770" h="436880">
                  <a:moveTo>
                    <a:pt x="62327" y="384810"/>
                  </a:moveTo>
                  <a:lnTo>
                    <a:pt x="52158" y="384810"/>
                  </a:lnTo>
                  <a:lnTo>
                    <a:pt x="49614" y="387350"/>
                  </a:lnTo>
                  <a:lnTo>
                    <a:pt x="59782" y="387350"/>
                  </a:lnTo>
                  <a:lnTo>
                    <a:pt x="62327" y="384810"/>
                  </a:lnTo>
                  <a:close/>
                </a:path>
                <a:path w="445770" h="436880">
                  <a:moveTo>
                    <a:pt x="64871" y="382270"/>
                  </a:moveTo>
                  <a:lnTo>
                    <a:pt x="54702" y="382270"/>
                  </a:lnTo>
                  <a:lnTo>
                    <a:pt x="53430" y="383540"/>
                  </a:lnTo>
                  <a:lnTo>
                    <a:pt x="63599" y="383540"/>
                  </a:lnTo>
                  <a:lnTo>
                    <a:pt x="64871" y="382270"/>
                  </a:lnTo>
                  <a:close/>
                </a:path>
                <a:path w="445770" h="436880">
                  <a:moveTo>
                    <a:pt x="68687" y="378460"/>
                  </a:moveTo>
                  <a:lnTo>
                    <a:pt x="58519" y="378460"/>
                  </a:lnTo>
                  <a:lnTo>
                    <a:pt x="55974" y="381000"/>
                  </a:lnTo>
                  <a:lnTo>
                    <a:pt x="66143" y="381000"/>
                  </a:lnTo>
                  <a:lnTo>
                    <a:pt x="68687" y="378460"/>
                  </a:lnTo>
                  <a:close/>
                </a:path>
                <a:path w="445770" h="436880">
                  <a:moveTo>
                    <a:pt x="71232" y="375920"/>
                  </a:moveTo>
                  <a:lnTo>
                    <a:pt x="61063" y="375920"/>
                  </a:lnTo>
                  <a:lnTo>
                    <a:pt x="59791" y="377190"/>
                  </a:lnTo>
                  <a:lnTo>
                    <a:pt x="69959" y="377190"/>
                  </a:lnTo>
                  <a:lnTo>
                    <a:pt x="71232" y="375920"/>
                  </a:lnTo>
                  <a:close/>
                </a:path>
                <a:path w="445770" h="436880">
                  <a:moveTo>
                    <a:pt x="75048" y="372110"/>
                  </a:moveTo>
                  <a:lnTo>
                    <a:pt x="64879" y="372110"/>
                  </a:lnTo>
                  <a:lnTo>
                    <a:pt x="62335" y="374650"/>
                  </a:lnTo>
                  <a:lnTo>
                    <a:pt x="72504" y="374650"/>
                  </a:lnTo>
                  <a:lnTo>
                    <a:pt x="75048" y="372110"/>
                  </a:lnTo>
                  <a:close/>
                </a:path>
                <a:path w="445770" h="436880">
                  <a:moveTo>
                    <a:pt x="77592" y="369570"/>
                  </a:moveTo>
                  <a:lnTo>
                    <a:pt x="67424" y="369570"/>
                  </a:lnTo>
                  <a:lnTo>
                    <a:pt x="66152" y="370840"/>
                  </a:lnTo>
                  <a:lnTo>
                    <a:pt x="76320" y="370840"/>
                  </a:lnTo>
                  <a:lnTo>
                    <a:pt x="77592" y="369570"/>
                  </a:lnTo>
                  <a:close/>
                </a:path>
                <a:path w="445770" h="436880">
                  <a:moveTo>
                    <a:pt x="81409" y="365760"/>
                  </a:moveTo>
                  <a:lnTo>
                    <a:pt x="71240" y="365760"/>
                  </a:lnTo>
                  <a:lnTo>
                    <a:pt x="68696" y="368300"/>
                  </a:lnTo>
                  <a:lnTo>
                    <a:pt x="78865" y="368300"/>
                  </a:lnTo>
                  <a:lnTo>
                    <a:pt x="81409" y="365760"/>
                  </a:lnTo>
                  <a:close/>
                </a:path>
                <a:path w="445770" h="436880">
                  <a:moveTo>
                    <a:pt x="83953" y="363220"/>
                  </a:moveTo>
                  <a:lnTo>
                    <a:pt x="73785" y="363220"/>
                  </a:lnTo>
                  <a:lnTo>
                    <a:pt x="72512" y="364490"/>
                  </a:lnTo>
                  <a:lnTo>
                    <a:pt x="82681" y="364490"/>
                  </a:lnTo>
                  <a:lnTo>
                    <a:pt x="83953" y="363220"/>
                  </a:lnTo>
                  <a:close/>
                </a:path>
                <a:path w="445770" h="436880">
                  <a:moveTo>
                    <a:pt x="87770" y="359410"/>
                  </a:moveTo>
                  <a:lnTo>
                    <a:pt x="77601" y="359410"/>
                  </a:lnTo>
                  <a:lnTo>
                    <a:pt x="75057" y="361950"/>
                  </a:lnTo>
                  <a:lnTo>
                    <a:pt x="85225" y="361950"/>
                  </a:lnTo>
                  <a:lnTo>
                    <a:pt x="87770" y="359410"/>
                  </a:lnTo>
                  <a:close/>
                </a:path>
                <a:path w="445770" h="436880">
                  <a:moveTo>
                    <a:pt x="90314" y="356870"/>
                  </a:moveTo>
                  <a:lnTo>
                    <a:pt x="80145" y="356870"/>
                  </a:lnTo>
                  <a:lnTo>
                    <a:pt x="78873" y="358140"/>
                  </a:lnTo>
                  <a:lnTo>
                    <a:pt x="89042" y="358140"/>
                  </a:lnTo>
                  <a:lnTo>
                    <a:pt x="90314" y="356870"/>
                  </a:lnTo>
                  <a:close/>
                </a:path>
                <a:path w="445770" h="436880">
                  <a:moveTo>
                    <a:pt x="94130" y="353060"/>
                  </a:moveTo>
                  <a:lnTo>
                    <a:pt x="83962" y="353060"/>
                  </a:lnTo>
                  <a:lnTo>
                    <a:pt x="81417" y="355600"/>
                  </a:lnTo>
                  <a:lnTo>
                    <a:pt x="91586" y="355600"/>
                  </a:lnTo>
                  <a:lnTo>
                    <a:pt x="94130" y="353060"/>
                  </a:lnTo>
                  <a:close/>
                </a:path>
                <a:path w="445770" h="436880">
                  <a:moveTo>
                    <a:pt x="96675" y="350520"/>
                  </a:moveTo>
                  <a:lnTo>
                    <a:pt x="86506" y="350520"/>
                  </a:lnTo>
                  <a:lnTo>
                    <a:pt x="85234" y="351790"/>
                  </a:lnTo>
                  <a:lnTo>
                    <a:pt x="95403" y="351790"/>
                  </a:lnTo>
                  <a:lnTo>
                    <a:pt x="96675" y="350520"/>
                  </a:lnTo>
                  <a:close/>
                </a:path>
                <a:path w="445770" h="436880">
                  <a:moveTo>
                    <a:pt x="100491" y="346710"/>
                  </a:moveTo>
                  <a:lnTo>
                    <a:pt x="90323" y="346710"/>
                  </a:lnTo>
                  <a:lnTo>
                    <a:pt x="87778" y="349250"/>
                  </a:lnTo>
                  <a:lnTo>
                    <a:pt x="97947" y="349250"/>
                  </a:lnTo>
                  <a:lnTo>
                    <a:pt x="100491" y="346710"/>
                  </a:lnTo>
                  <a:close/>
                </a:path>
                <a:path w="445770" h="436880">
                  <a:moveTo>
                    <a:pt x="103036" y="344170"/>
                  </a:moveTo>
                  <a:lnTo>
                    <a:pt x="92867" y="344170"/>
                  </a:lnTo>
                  <a:lnTo>
                    <a:pt x="91595" y="345440"/>
                  </a:lnTo>
                  <a:lnTo>
                    <a:pt x="101763" y="345440"/>
                  </a:lnTo>
                  <a:lnTo>
                    <a:pt x="103036" y="344170"/>
                  </a:lnTo>
                  <a:close/>
                </a:path>
                <a:path w="445770" h="436880">
                  <a:moveTo>
                    <a:pt x="106852" y="340360"/>
                  </a:moveTo>
                  <a:lnTo>
                    <a:pt x="96683" y="340360"/>
                  </a:lnTo>
                  <a:lnTo>
                    <a:pt x="94139" y="342900"/>
                  </a:lnTo>
                  <a:lnTo>
                    <a:pt x="104308" y="342900"/>
                  </a:lnTo>
                  <a:lnTo>
                    <a:pt x="106852" y="340360"/>
                  </a:lnTo>
                  <a:close/>
                </a:path>
                <a:path w="445770" h="436880">
                  <a:moveTo>
                    <a:pt x="109396" y="337820"/>
                  </a:moveTo>
                  <a:lnTo>
                    <a:pt x="99228" y="337820"/>
                  </a:lnTo>
                  <a:lnTo>
                    <a:pt x="97956" y="339090"/>
                  </a:lnTo>
                  <a:lnTo>
                    <a:pt x="108124" y="339090"/>
                  </a:lnTo>
                  <a:lnTo>
                    <a:pt x="109396" y="337820"/>
                  </a:lnTo>
                  <a:close/>
                </a:path>
                <a:path w="445770" h="436880">
                  <a:moveTo>
                    <a:pt x="113213" y="334010"/>
                  </a:moveTo>
                  <a:lnTo>
                    <a:pt x="103044" y="334010"/>
                  </a:lnTo>
                  <a:lnTo>
                    <a:pt x="100500" y="336550"/>
                  </a:lnTo>
                  <a:lnTo>
                    <a:pt x="110668" y="336550"/>
                  </a:lnTo>
                  <a:lnTo>
                    <a:pt x="113213" y="334010"/>
                  </a:lnTo>
                  <a:close/>
                </a:path>
                <a:path w="445770" h="436880">
                  <a:moveTo>
                    <a:pt x="115757" y="331470"/>
                  </a:moveTo>
                  <a:lnTo>
                    <a:pt x="105588" y="331470"/>
                  </a:lnTo>
                  <a:lnTo>
                    <a:pt x="104316" y="332740"/>
                  </a:lnTo>
                  <a:lnTo>
                    <a:pt x="114485" y="332740"/>
                  </a:lnTo>
                  <a:lnTo>
                    <a:pt x="115757" y="331470"/>
                  </a:lnTo>
                  <a:close/>
                </a:path>
                <a:path w="445770" h="436880">
                  <a:moveTo>
                    <a:pt x="119574" y="327660"/>
                  </a:moveTo>
                  <a:lnTo>
                    <a:pt x="109405" y="327660"/>
                  </a:lnTo>
                  <a:lnTo>
                    <a:pt x="106861" y="330200"/>
                  </a:lnTo>
                  <a:lnTo>
                    <a:pt x="117029" y="330200"/>
                  </a:lnTo>
                  <a:lnTo>
                    <a:pt x="119574" y="327660"/>
                  </a:lnTo>
                  <a:close/>
                </a:path>
                <a:path w="445770" h="436880">
                  <a:moveTo>
                    <a:pt x="122118" y="325120"/>
                  </a:moveTo>
                  <a:lnTo>
                    <a:pt x="111949" y="325120"/>
                  </a:lnTo>
                  <a:lnTo>
                    <a:pt x="110677" y="326390"/>
                  </a:lnTo>
                  <a:lnTo>
                    <a:pt x="120846" y="326390"/>
                  </a:lnTo>
                  <a:lnTo>
                    <a:pt x="122118" y="325120"/>
                  </a:lnTo>
                  <a:close/>
                </a:path>
                <a:path w="445770" h="436880">
                  <a:moveTo>
                    <a:pt x="125934" y="321310"/>
                  </a:moveTo>
                  <a:lnTo>
                    <a:pt x="115766" y="321310"/>
                  </a:lnTo>
                  <a:lnTo>
                    <a:pt x="113221" y="323850"/>
                  </a:lnTo>
                  <a:lnTo>
                    <a:pt x="123390" y="323850"/>
                  </a:lnTo>
                  <a:lnTo>
                    <a:pt x="125934" y="321310"/>
                  </a:lnTo>
                  <a:close/>
                </a:path>
                <a:path w="445770" h="436880">
                  <a:moveTo>
                    <a:pt x="128479" y="318770"/>
                  </a:moveTo>
                  <a:lnTo>
                    <a:pt x="118310" y="318770"/>
                  </a:lnTo>
                  <a:lnTo>
                    <a:pt x="117038" y="320040"/>
                  </a:lnTo>
                  <a:lnTo>
                    <a:pt x="127206" y="320040"/>
                  </a:lnTo>
                  <a:lnTo>
                    <a:pt x="128479" y="318770"/>
                  </a:lnTo>
                  <a:close/>
                </a:path>
                <a:path w="445770" h="436880">
                  <a:moveTo>
                    <a:pt x="132295" y="314960"/>
                  </a:moveTo>
                  <a:lnTo>
                    <a:pt x="122126" y="314960"/>
                  </a:lnTo>
                  <a:lnTo>
                    <a:pt x="119582" y="317500"/>
                  </a:lnTo>
                  <a:lnTo>
                    <a:pt x="129751" y="317500"/>
                  </a:lnTo>
                  <a:lnTo>
                    <a:pt x="132295" y="314960"/>
                  </a:lnTo>
                  <a:close/>
                </a:path>
                <a:path w="445770" h="436880">
                  <a:moveTo>
                    <a:pt x="134839" y="312420"/>
                  </a:moveTo>
                  <a:lnTo>
                    <a:pt x="124671" y="312420"/>
                  </a:lnTo>
                  <a:lnTo>
                    <a:pt x="123399" y="313690"/>
                  </a:lnTo>
                  <a:lnTo>
                    <a:pt x="133567" y="313690"/>
                  </a:lnTo>
                  <a:lnTo>
                    <a:pt x="134839" y="312420"/>
                  </a:lnTo>
                  <a:close/>
                </a:path>
                <a:path w="445770" h="436880">
                  <a:moveTo>
                    <a:pt x="138656" y="308610"/>
                  </a:moveTo>
                  <a:lnTo>
                    <a:pt x="128487" y="308610"/>
                  </a:lnTo>
                  <a:lnTo>
                    <a:pt x="125943" y="311150"/>
                  </a:lnTo>
                  <a:lnTo>
                    <a:pt x="136112" y="311150"/>
                  </a:lnTo>
                  <a:lnTo>
                    <a:pt x="138656" y="308610"/>
                  </a:lnTo>
                  <a:close/>
                </a:path>
                <a:path w="445770" h="436880">
                  <a:moveTo>
                    <a:pt x="141200" y="306070"/>
                  </a:moveTo>
                  <a:lnTo>
                    <a:pt x="131032" y="306070"/>
                  </a:lnTo>
                  <a:lnTo>
                    <a:pt x="129759" y="307340"/>
                  </a:lnTo>
                  <a:lnTo>
                    <a:pt x="139928" y="307340"/>
                  </a:lnTo>
                  <a:lnTo>
                    <a:pt x="141200" y="306070"/>
                  </a:lnTo>
                  <a:close/>
                </a:path>
                <a:path w="445770" h="436880">
                  <a:moveTo>
                    <a:pt x="145017" y="302260"/>
                  </a:moveTo>
                  <a:lnTo>
                    <a:pt x="134848" y="302260"/>
                  </a:lnTo>
                  <a:lnTo>
                    <a:pt x="132304" y="304800"/>
                  </a:lnTo>
                  <a:lnTo>
                    <a:pt x="142472" y="304800"/>
                  </a:lnTo>
                  <a:lnTo>
                    <a:pt x="145017" y="302260"/>
                  </a:lnTo>
                  <a:close/>
                </a:path>
                <a:path w="445770" h="436880">
                  <a:moveTo>
                    <a:pt x="147561" y="299720"/>
                  </a:moveTo>
                  <a:lnTo>
                    <a:pt x="137392" y="299720"/>
                  </a:lnTo>
                  <a:lnTo>
                    <a:pt x="136120" y="300990"/>
                  </a:lnTo>
                  <a:lnTo>
                    <a:pt x="146289" y="300990"/>
                  </a:lnTo>
                  <a:lnTo>
                    <a:pt x="147561" y="299720"/>
                  </a:lnTo>
                  <a:close/>
                </a:path>
                <a:path w="445770" h="436880">
                  <a:moveTo>
                    <a:pt x="151377" y="295910"/>
                  </a:moveTo>
                  <a:lnTo>
                    <a:pt x="141209" y="295910"/>
                  </a:lnTo>
                  <a:lnTo>
                    <a:pt x="138665" y="298450"/>
                  </a:lnTo>
                  <a:lnTo>
                    <a:pt x="148833" y="298450"/>
                  </a:lnTo>
                  <a:lnTo>
                    <a:pt x="151377" y="295910"/>
                  </a:lnTo>
                  <a:close/>
                </a:path>
                <a:path w="445770" h="436880">
                  <a:moveTo>
                    <a:pt x="153922" y="293370"/>
                  </a:moveTo>
                  <a:lnTo>
                    <a:pt x="143753" y="293370"/>
                  </a:lnTo>
                  <a:lnTo>
                    <a:pt x="142481" y="294640"/>
                  </a:lnTo>
                  <a:lnTo>
                    <a:pt x="152650" y="294640"/>
                  </a:lnTo>
                  <a:lnTo>
                    <a:pt x="153922" y="293370"/>
                  </a:lnTo>
                  <a:close/>
                </a:path>
                <a:path w="445770" h="436880">
                  <a:moveTo>
                    <a:pt x="157738" y="289560"/>
                  </a:moveTo>
                  <a:lnTo>
                    <a:pt x="147570" y="289560"/>
                  </a:lnTo>
                  <a:lnTo>
                    <a:pt x="145025" y="292100"/>
                  </a:lnTo>
                  <a:lnTo>
                    <a:pt x="155194" y="292100"/>
                  </a:lnTo>
                  <a:lnTo>
                    <a:pt x="157738" y="289560"/>
                  </a:lnTo>
                  <a:close/>
                </a:path>
                <a:path w="445770" h="436880">
                  <a:moveTo>
                    <a:pt x="160283" y="287020"/>
                  </a:moveTo>
                  <a:lnTo>
                    <a:pt x="150114" y="287020"/>
                  </a:lnTo>
                  <a:lnTo>
                    <a:pt x="148842" y="288290"/>
                  </a:lnTo>
                  <a:lnTo>
                    <a:pt x="159010" y="288290"/>
                  </a:lnTo>
                  <a:lnTo>
                    <a:pt x="160283" y="287020"/>
                  </a:lnTo>
                  <a:close/>
                </a:path>
                <a:path w="445770" h="436880">
                  <a:moveTo>
                    <a:pt x="173004" y="274320"/>
                  </a:moveTo>
                  <a:lnTo>
                    <a:pt x="162835" y="274320"/>
                  </a:lnTo>
                  <a:lnTo>
                    <a:pt x="151386" y="285750"/>
                  </a:lnTo>
                  <a:lnTo>
                    <a:pt x="161555" y="285750"/>
                  </a:lnTo>
                  <a:lnTo>
                    <a:pt x="173004" y="274320"/>
                  </a:lnTo>
                  <a:close/>
                </a:path>
                <a:path w="445770" h="436880">
                  <a:moveTo>
                    <a:pt x="185726" y="261620"/>
                  </a:moveTo>
                  <a:lnTo>
                    <a:pt x="175557" y="261620"/>
                  </a:lnTo>
                  <a:lnTo>
                    <a:pt x="164108" y="273050"/>
                  </a:lnTo>
                  <a:lnTo>
                    <a:pt x="174276" y="273050"/>
                  </a:lnTo>
                  <a:lnTo>
                    <a:pt x="185726" y="261620"/>
                  </a:lnTo>
                  <a:close/>
                </a:path>
                <a:path w="445770" h="436880">
                  <a:moveTo>
                    <a:pt x="189542" y="257810"/>
                  </a:moveTo>
                  <a:lnTo>
                    <a:pt x="179374" y="257810"/>
                  </a:lnTo>
                  <a:lnTo>
                    <a:pt x="176829" y="260350"/>
                  </a:lnTo>
                  <a:lnTo>
                    <a:pt x="186998" y="260350"/>
                  </a:lnTo>
                  <a:lnTo>
                    <a:pt x="189542" y="257810"/>
                  </a:lnTo>
                  <a:close/>
                </a:path>
                <a:path w="445770" h="436880">
                  <a:moveTo>
                    <a:pt x="192086" y="255270"/>
                  </a:moveTo>
                  <a:lnTo>
                    <a:pt x="181918" y="255270"/>
                  </a:lnTo>
                  <a:lnTo>
                    <a:pt x="180646" y="256540"/>
                  </a:lnTo>
                  <a:lnTo>
                    <a:pt x="190814" y="256540"/>
                  </a:lnTo>
                  <a:lnTo>
                    <a:pt x="192086" y="255270"/>
                  </a:lnTo>
                  <a:close/>
                </a:path>
                <a:path w="445770" h="436880">
                  <a:moveTo>
                    <a:pt x="195903" y="251460"/>
                  </a:moveTo>
                  <a:lnTo>
                    <a:pt x="185734" y="251460"/>
                  </a:lnTo>
                  <a:lnTo>
                    <a:pt x="183190" y="254000"/>
                  </a:lnTo>
                  <a:lnTo>
                    <a:pt x="193359" y="254000"/>
                  </a:lnTo>
                  <a:lnTo>
                    <a:pt x="195903" y="251460"/>
                  </a:lnTo>
                  <a:close/>
                </a:path>
                <a:path w="445770" h="436880">
                  <a:moveTo>
                    <a:pt x="208624" y="238760"/>
                  </a:moveTo>
                  <a:lnTo>
                    <a:pt x="198456" y="238760"/>
                  </a:lnTo>
                  <a:lnTo>
                    <a:pt x="187006" y="250190"/>
                  </a:lnTo>
                  <a:lnTo>
                    <a:pt x="197175" y="250190"/>
                  </a:lnTo>
                  <a:lnTo>
                    <a:pt x="208624" y="238760"/>
                  </a:lnTo>
                  <a:close/>
                </a:path>
                <a:path w="445770" h="436880">
                  <a:moveTo>
                    <a:pt x="217530" y="229870"/>
                  </a:moveTo>
                  <a:lnTo>
                    <a:pt x="207361" y="229870"/>
                  </a:lnTo>
                  <a:lnTo>
                    <a:pt x="199728" y="237490"/>
                  </a:lnTo>
                  <a:lnTo>
                    <a:pt x="209897" y="237490"/>
                  </a:lnTo>
                  <a:lnTo>
                    <a:pt x="217530" y="229870"/>
                  </a:lnTo>
                  <a:close/>
                </a:path>
                <a:path w="445770" h="436880">
                  <a:moveTo>
                    <a:pt x="234068" y="213360"/>
                  </a:moveTo>
                  <a:lnTo>
                    <a:pt x="223899" y="213360"/>
                  </a:lnTo>
                  <a:lnTo>
                    <a:pt x="208633" y="228600"/>
                  </a:lnTo>
                  <a:lnTo>
                    <a:pt x="218802" y="228600"/>
                  </a:lnTo>
                  <a:lnTo>
                    <a:pt x="234068" y="213360"/>
                  </a:lnTo>
                  <a:close/>
                </a:path>
                <a:path w="445770" h="436880">
                  <a:moveTo>
                    <a:pt x="239156" y="208280"/>
                  </a:moveTo>
                  <a:lnTo>
                    <a:pt x="228988" y="208280"/>
                  </a:lnTo>
                  <a:lnTo>
                    <a:pt x="225171" y="212090"/>
                  </a:lnTo>
                  <a:lnTo>
                    <a:pt x="235340" y="212090"/>
                  </a:lnTo>
                  <a:lnTo>
                    <a:pt x="239156" y="208280"/>
                  </a:lnTo>
                  <a:close/>
                </a:path>
              </a:pathLst>
            </a:custGeom>
            <a:solidFill>
              <a:srgbClr val="AC47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1">
              <a:extLst>
                <a:ext uri="{FF2B5EF4-FFF2-40B4-BE49-F238E27FC236}">
                  <a16:creationId xmlns:a16="http://schemas.microsoft.com/office/drawing/2014/main" id="{26FCFA57-3E3B-C735-4D1D-A51DE96C2831}"/>
                </a:ext>
              </a:extLst>
            </p:cNvPr>
            <p:cNvSpPr/>
            <p:nvPr/>
          </p:nvSpPr>
          <p:spPr>
            <a:xfrm>
              <a:off x="2826097" y="2651759"/>
              <a:ext cx="441959" cy="434340"/>
            </a:xfrm>
            <a:custGeom>
              <a:avLst/>
              <a:gdLst/>
              <a:ahLst/>
              <a:cxnLst/>
              <a:rect l="l" t="t" r="r" b="b"/>
              <a:pathLst>
                <a:path w="441960" h="434339">
                  <a:moveTo>
                    <a:pt x="323119" y="121920"/>
                  </a:moveTo>
                  <a:lnTo>
                    <a:pt x="312950" y="121920"/>
                  </a:lnTo>
                  <a:lnTo>
                    <a:pt x="306589" y="128270"/>
                  </a:lnTo>
                  <a:lnTo>
                    <a:pt x="316758" y="128270"/>
                  </a:lnTo>
                  <a:lnTo>
                    <a:pt x="323119" y="121920"/>
                  </a:lnTo>
                  <a:close/>
                </a:path>
                <a:path w="441960" h="434339">
                  <a:moveTo>
                    <a:pt x="325663" y="119380"/>
                  </a:moveTo>
                  <a:lnTo>
                    <a:pt x="315494" y="119380"/>
                  </a:lnTo>
                  <a:lnTo>
                    <a:pt x="314222" y="120650"/>
                  </a:lnTo>
                  <a:lnTo>
                    <a:pt x="324391" y="120650"/>
                  </a:lnTo>
                  <a:lnTo>
                    <a:pt x="325663" y="119380"/>
                  </a:lnTo>
                  <a:close/>
                </a:path>
                <a:path w="441960" h="434339">
                  <a:moveTo>
                    <a:pt x="329479" y="115570"/>
                  </a:moveTo>
                  <a:lnTo>
                    <a:pt x="319311" y="115570"/>
                  </a:lnTo>
                  <a:lnTo>
                    <a:pt x="316766" y="118110"/>
                  </a:lnTo>
                  <a:lnTo>
                    <a:pt x="326935" y="118110"/>
                  </a:lnTo>
                  <a:lnTo>
                    <a:pt x="329479" y="115570"/>
                  </a:lnTo>
                  <a:close/>
                </a:path>
                <a:path w="441960" h="434339">
                  <a:moveTo>
                    <a:pt x="332024" y="113030"/>
                  </a:moveTo>
                  <a:lnTo>
                    <a:pt x="321855" y="113030"/>
                  </a:lnTo>
                  <a:lnTo>
                    <a:pt x="320583" y="114300"/>
                  </a:lnTo>
                  <a:lnTo>
                    <a:pt x="330751" y="114300"/>
                  </a:lnTo>
                  <a:lnTo>
                    <a:pt x="332024" y="113030"/>
                  </a:lnTo>
                  <a:close/>
                </a:path>
                <a:path w="441960" h="434339">
                  <a:moveTo>
                    <a:pt x="335840" y="109220"/>
                  </a:moveTo>
                  <a:lnTo>
                    <a:pt x="325671" y="109220"/>
                  </a:lnTo>
                  <a:lnTo>
                    <a:pt x="323127" y="111760"/>
                  </a:lnTo>
                  <a:lnTo>
                    <a:pt x="333296" y="111760"/>
                  </a:lnTo>
                  <a:lnTo>
                    <a:pt x="335840" y="109220"/>
                  </a:lnTo>
                  <a:close/>
                </a:path>
                <a:path w="441960" h="434339">
                  <a:moveTo>
                    <a:pt x="338384" y="106680"/>
                  </a:moveTo>
                  <a:lnTo>
                    <a:pt x="328216" y="106680"/>
                  </a:lnTo>
                  <a:lnTo>
                    <a:pt x="326944" y="107950"/>
                  </a:lnTo>
                  <a:lnTo>
                    <a:pt x="337112" y="107950"/>
                  </a:lnTo>
                  <a:lnTo>
                    <a:pt x="338384" y="106680"/>
                  </a:lnTo>
                  <a:close/>
                </a:path>
                <a:path w="441960" h="434339">
                  <a:moveTo>
                    <a:pt x="351106" y="93980"/>
                  </a:moveTo>
                  <a:lnTo>
                    <a:pt x="340937" y="93980"/>
                  </a:lnTo>
                  <a:lnTo>
                    <a:pt x="329488" y="105410"/>
                  </a:lnTo>
                  <a:lnTo>
                    <a:pt x="339657" y="105410"/>
                  </a:lnTo>
                  <a:lnTo>
                    <a:pt x="351106" y="93980"/>
                  </a:lnTo>
                  <a:close/>
                </a:path>
                <a:path w="441960" h="434339">
                  <a:moveTo>
                    <a:pt x="363828" y="81280"/>
                  </a:moveTo>
                  <a:lnTo>
                    <a:pt x="353659" y="81280"/>
                  </a:lnTo>
                  <a:lnTo>
                    <a:pt x="342210" y="92710"/>
                  </a:lnTo>
                  <a:lnTo>
                    <a:pt x="352378" y="92710"/>
                  </a:lnTo>
                  <a:lnTo>
                    <a:pt x="363828" y="81280"/>
                  </a:lnTo>
                  <a:close/>
                </a:path>
                <a:path w="441960" h="434339">
                  <a:moveTo>
                    <a:pt x="367644" y="77470"/>
                  </a:moveTo>
                  <a:lnTo>
                    <a:pt x="357475" y="77470"/>
                  </a:lnTo>
                  <a:lnTo>
                    <a:pt x="354931" y="80010"/>
                  </a:lnTo>
                  <a:lnTo>
                    <a:pt x="365100" y="80010"/>
                  </a:lnTo>
                  <a:lnTo>
                    <a:pt x="367644" y="77470"/>
                  </a:lnTo>
                  <a:close/>
                </a:path>
                <a:path w="441960" h="434339">
                  <a:moveTo>
                    <a:pt x="370188" y="74930"/>
                  </a:moveTo>
                  <a:lnTo>
                    <a:pt x="360020" y="74930"/>
                  </a:lnTo>
                  <a:lnTo>
                    <a:pt x="358748" y="76200"/>
                  </a:lnTo>
                  <a:lnTo>
                    <a:pt x="368916" y="76200"/>
                  </a:lnTo>
                  <a:lnTo>
                    <a:pt x="370188" y="74930"/>
                  </a:lnTo>
                  <a:close/>
                </a:path>
                <a:path w="441960" h="434339">
                  <a:moveTo>
                    <a:pt x="374005" y="71120"/>
                  </a:moveTo>
                  <a:lnTo>
                    <a:pt x="363836" y="71120"/>
                  </a:lnTo>
                  <a:lnTo>
                    <a:pt x="361292" y="73660"/>
                  </a:lnTo>
                  <a:lnTo>
                    <a:pt x="371460" y="73660"/>
                  </a:lnTo>
                  <a:lnTo>
                    <a:pt x="374005" y="71120"/>
                  </a:lnTo>
                  <a:close/>
                </a:path>
                <a:path w="441960" h="434339">
                  <a:moveTo>
                    <a:pt x="376549" y="68580"/>
                  </a:moveTo>
                  <a:lnTo>
                    <a:pt x="366380" y="68580"/>
                  </a:lnTo>
                  <a:lnTo>
                    <a:pt x="365108" y="69850"/>
                  </a:lnTo>
                  <a:lnTo>
                    <a:pt x="375277" y="69850"/>
                  </a:lnTo>
                  <a:lnTo>
                    <a:pt x="376549" y="68580"/>
                  </a:lnTo>
                  <a:close/>
                </a:path>
                <a:path w="441960" h="434339">
                  <a:moveTo>
                    <a:pt x="380366" y="64770"/>
                  </a:moveTo>
                  <a:lnTo>
                    <a:pt x="370197" y="64770"/>
                  </a:lnTo>
                  <a:lnTo>
                    <a:pt x="367653" y="67310"/>
                  </a:lnTo>
                  <a:lnTo>
                    <a:pt x="377821" y="67310"/>
                  </a:lnTo>
                  <a:lnTo>
                    <a:pt x="380366" y="64770"/>
                  </a:lnTo>
                  <a:close/>
                </a:path>
                <a:path w="441960" h="434339">
                  <a:moveTo>
                    <a:pt x="382910" y="62230"/>
                  </a:moveTo>
                  <a:lnTo>
                    <a:pt x="372741" y="62230"/>
                  </a:lnTo>
                  <a:lnTo>
                    <a:pt x="371469" y="63500"/>
                  </a:lnTo>
                  <a:lnTo>
                    <a:pt x="381638" y="63500"/>
                  </a:lnTo>
                  <a:lnTo>
                    <a:pt x="382910" y="62230"/>
                  </a:lnTo>
                  <a:close/>
                </a:path>
                <a:path w="441960" h="434339">
                  <a:moveTo>
                    <a:pt x="386726" y="58420"/>
                  </a:moveTo>
                  <a:lnTo>
                    <a:pt x="376558" y="58420"/>
                  </a:lnTo>
                  <a:lnTo>
                    <a:pt x="374013" y="60960"/>
                  </a:lnTo>
                  <a:lnTo>
                    <a:pt x="384182" y="60960"/>
                  </a:lnTo>
                  <a:lnTo>
                    <a:pt x="386726" y="58420"/>
                  </a:lnTo>
                  <a:close/>
                </a:path>
                <a:path w="441960" h="434339">
                  <a:moveTo>
                    <a:pt x="389271" y="55880"/>
                  </a:moveTo>
                  <a:lnTo>
                    <a:pt x="379102" y="55880"/>
                  </a:lnTo>
                  <a:lnTo>
                    <a:pt x="377830" y="57150"/>
                  </a:lnTo>
                  <a:lnTo>
                    <a:pt x="387999" y="57150"/>
                  </a:lnTo>
                  <a:lnTo>
                    <a:pt x="389271" y="55880"/>
                  </a:lnTo>
                  <a:close/>
                </a:path>
                <a:path w="441960" h="434339">
                  <a:moveTo>
                    <a:pt x="393087" y="52070"/>
                  </a:moveTo>
                  <a:lnTo>
                    <a:pt x="382919" y="52070"/>
                  </a:lnTo>
                  <a:lnTo>
                    <a:pt x="380374" y="54610"/>
                  </a:lnTo>
                  <a:lnTo>
                    <a:pt x="390543" y="54610"/>
                  </a:lnTo>
                  <a:lnTo>
                    <a:pt x="393087" y="52070"/>
                  </a:lnTo>
                  <a:close/>
                </a:path>
                <a:path w="441960" h="434339">
                  <a:moveTo>
                    <a:pt x="395631" y="49530"/>
                  </a:moveTo>
                  <a:lnTo>
                    <a:pt x="385463" y="49530"/>
                  </a:lnTo>
                  <a:lnTo>
                    <a:pt x="384191" y="50800"/>
                  </a:lnTo>
                  <a:lnTo>
                    <a:pt x="394359" y="50800"/>
                  </a:lnTo>
                  <a:lnTo>
                    <a:pt x="395631" y="49530"/>
                  </a:lnTo>
                  <a:close/>
                </a:path>
                <a:path w="441960" h="434339">
                  <a:moveTo>
                    <a:pt x="399448" y="45720"/>
                  </a:moveTo>
                  <a:lnTo>
                    <a:pt x="389279" y="45720"/>
                  </a:lnTo>
                  <a:lnTo>
                    <a:pt x="386735" y="48260"/>
                  </a:lnTo>
                  <a:lnTo>
                    <a:pt x="396904" y="48260"/>
                  </a:lnTo>
                  <a:lnTo>
                    <a:pt x="399448" y="45720"/>
                  </a:lnTo>
                  <a:close/>
                </a:path>
                <a:path w="441960" h="434339">
                  <a:moveTo>
                    <a:pt x="401992" y="43180"/>
                  </a:moveTo>
                  <a:lnTo>
                    <a:pt x="391824" y="43180"/>
                  </a:lnTo>
                  <a:lnTo>
                    <a:pt x="390551" y="44450"/>
                  </a:lnTo>
                  <a:lnTo>
                    <a:pt x="400720" y="44450"/>
                  </a:lnTo>
                  <a:lnTo>
                    <a:pt x="401992" y="43180"/>
                  </a:lnTo>
                  <a:close/>
                </a:path>
                <a:path w="441960" h="434339">
                  <a:moveTo>
                    <a:pt x="405809" y="39370"/>
                  </a:moveTo>
                  <a:lnTo>
                    <a:pt x="395640" y="39370"/>
                  </a:lnTo>
                  <a:lnTo>
                    <a:pt x="393096" y="41910"/>
                  </a:lnTo>
                  <a:lnTo>
                    <a:pt x="403264" y="41910"/>
                  </a:lnTo>
                  <a:lnTo>
                    <a:pt x="405809" y="39370"/>
                  </a:lnTo>
                  <a:close/>
                </a:path>
                <a:path w="441960" h="434339">
                  <a:moveTo>
                    <a:pt x="408353" y="36830"/>
                  </a:moveTo>
                  <a:lnTo>
                    <a:pt x="398184" y="36830"/>
                  </a:lnTo>
                  <a:lnTo>
                    <a:pt x="396912" y="38100"/>
                  </a:lnTo>
                  <a:lnTo>
                    <a:pt x="407081" y="38100"/>
                  </a:lnTo>
                  <a:lnTo>
                    <a:pt x="408353" y="36830"/>
                  </a:lnTo>
                  <a:close/>
                </a:path>
                <a:path w="441960" h="434339">
                  <a:moveTo>
                    <a:pt x="412169" y="33020"/>
                  </a:moveTo>
                  <a:lnTo>
                    <a:pt x="402001" y="33020"/>
                  </a:lnTo>
                  <a:lnTo>
                    <a:pt x="399457" y="35560"/>
                  </a:lnTo>
                  <a:lnTo>
                    <a:pt x="409625" y="35560"/>
                  </a:lnTo>
                  <a:lnTo>
                    <a:pt x="412169" y="33020"/>
                  </a:lnTo>
                  <a:close/>
                </a:path>
                <a:path w="441960" h="434339">
                  <a:moveTo>
                    <a:pt x="414714" y="30480"/>
                  </a:moveTo>
                  <a:lnTo>
                    <a:pt x="404545" y="30480"/>
                  </a:lnTo>
                  <a:lnTo>
                    <a:pt x="403273" y="31750"/>
                  </a:lnTo>
                  <a:lnTo>
                    <a:pt x="413442" y="31750"/>
                  </a:lnTo>
                  <a:lnTo>
                    <a:pt x="414714" y="30480"/>
                  </a:lnTo>
                  <a:close/>
                </a:path>
                <a:path w="441960" h="434339">
                  <a:moveTo>
                    <a:pt x="418530" y="26670"/>
                  </a:moveTo>
                  <a:lnTo>
                    <a:pt x="408362" y="26670"/>
                  </a:lnTo>
                  <a:lnTo>
                    <a:pt x="405817" y="29210"/>
                  </a:lnTo>
                  <a:lnTo>
                    <a:pt x="415986" y="29210"/>
                  </a:lnTo>
                  <a:lnTo>
                    <a:pt x="418530" y="26670"/>
                  </a:lnTo>
                  <a:close/>
                </a:path>
                <a:path w="441960" h="434339">
                  <a:moveTo>
                    <a:pt x="421075" y="24130"/>
                  </a:moveTo>
                  <a:lnTo>
                    <a:pt x="410906" y="24130"/>
                  </a:lnTo>
                  <a:lnTo>
                    <a:pt x="409634" y="25400"/>
                  </a:lnTo>
                  <a:lnTo>
                    <a:pt x="419802" y="25400"/>
                  </a:lnTo>
                  <a:lnTo>
                    <a:pt x="421075" y="24130"/>
                  </a:lnTo>
                  <a:close/>
                </a:path>
                <a:path w="441960" h="434339">
                  <a:moveTo>
                    <a:pt x="424891" y="20320"/>
                  </a:moveTo>
                  <a:lnTo>
                    <a:pt x="414722" y="20320"/>
                  </a:lnTo>
                  <a:lnTo>
                    <a:pt x="412178" y="22860"/>
                  </a:lnTo>
                  <a:lnTo>
                    <a:pt x="422347" y="22860"/>
                  </a:lnTo>
                  <a:lnTo>
                    <a:pt x="424891" y="20320"/>
                  </a:lnTo>
                  <a:close/>
                </a:path>
                <a:path w="441960" h="434339">
                  <a:moveTo>
                    <a:pt x="427435" y="17780"/>
                  </a:moveTo>
                  <a:lnTo>
                    <a:pt x="417267" y="17780"/>
                  </a:lnTo>
                  <a:lnTo>
                    <a:pt x="415995" y="19050"/>
                  </a:lnTo>
                  <a:lnTo>
                    <a:pt x="426163" y="19050"/>
                  </a:lnTo>
                  <a:lnTo>
                    <a:pt x="427435" y="17780"/>
                  </a:lnTo>
                  <a:close/>
                </a:path>
                <a:path w="441960" h="434339">
                  <a:moveTo>
                    <a:pt x="431252" y="13970"/>
                  </a:moveTo>
                  <a:lnTo>
                    <a:pt x="421083" y="13970"/>
                  </a:lnTo>
                  <a:lnTo>
                    <a:pt x="418539" y="16510"/>
                  </a:lnTo>
                  <a:lnTo>
                    <a:pt x="428708" y="16510"/>
                  </a:lnTo>
                  <a:lnTo>
                    <a:pt x="431252" y="13970"/>
                  </a:lnTo>
                  <a:close/>
                </a:path>
                <a:path w="441960" h="434339">
                  <a:moveTo>
                    <a:pt x="433796" y="11430"/>
                  </a:moveTo>
                  <a:lnTo>
                    <a:pt x="423628" y="11430"/>
                  </a:lnTo>
                  <a:lnTo>
                    <a:pt x="422355" y="12700"/>
                  </a:lnTo>
                  <a:lnTo>
                    <a:pt x="432524" y="12700"/>
                  </a:lnTo>
                  <a:lnTo>
                    <a:pt x="433796" y="11430"/>
                  </a:lnTo>
                  <a:close/>
                </a:path>
                <a:path w="441960" h="434339">
                  <a:moveTo>
                    <a:pt x="437613" y="7620"/>
                  </a:moveTo>
                  <a:lnTo>
                    <a:pt x="427444" y="7620"/>
                  </a:lnTo>
                  <a:lnTo>
                    <a:pt x="424900" y="10160"/>
                  </a:lnTo>
                  <a:lnTo>
                    <a:pt x="435068" y="10160"/>
                  </a:lnTo>
                  <a:lnTo>
                    <a:pt x="437613" y="7620"/>
                  </a:lnTo>
                  <a:close/>
                </a:path>
                <a:path w="441960" h="434339">
                  <a:moveTo>
                    <a:pt x="440157" y="5080"/>
                  </a:moveTo>
                  <a:lnTo>
                    <a:pt x="429988" y="5080"/>
                  </a:lnTo>
                  <a:lnTo>
                    <a:pt x="428716" y="6350"/>
                  </a:lnTo>
                  <a:lnTo>
                    <a:pt x="438885" y="6350"/>
                  </a:lnTo>
                  <a:lnTo>
                    <a:pt x="440157" y="5080"/>
                  </a:lnTo>
                  <a:close/>
                </a:path>
                <a:path w="441960" h="434339">
                  <a:moveTo>
                    <a:pt x="441429" y="3810"/>
                  </a:moveTo>
                  <a:lnTo>
                    <a:pt x="440342" y="3810"/>
                  </a:lnTo>
                  <a:lnTo>
                    <a:pt x="440342" y="4894"/>
                  </a:lnTo>
                  <a:lnTo>
                    <a:pt x="441429" y="3810"/>
                  </a:lnTo>
                  <a:close/>
                </a:path>
                <a:path w="441960" h="434339">
                  <a:moveTo>
                    <a:pt x="437802" y="1270"/>
                  </a:moveTo>
                  <a:lnTo>
                    <a:pt x="433805" y="1270"/>
                  </a:lnTo>
                  <a:lnTo>
                    <a:pt x="431260" y="3810"/>
                  </a:lnTo>
                  <a:lnTo>
                    <a:pt x="437802" y="3810"/>
                  </a:lnTo>
                  <a:lnTo>
                    <a:pt x="437802" y="1270"/>
                  </a:lnTo>
                  <a:close/>
                </a:path>
                <a:path w="441960" h="434339">
                  <a:moveTo>
                    <a:pt x="435262" y="0"/>
                  </a:moveTo>
                  <a:lnTo>
                    <a:pt x="435077" y="0"/>
                  </a:lnTo>
                  <a:lnTo>
                    <a:pt x="433992" y="1082"/>
                  </a:lnTo>
                  <a:lnTo>
                    <a:pt x="433992" y="1270"/>
                  </a:lnTo>
                  <a:lnTo>
                    <a:pt x="435262" y="1270"/>
                  </a:lnTo>
                  <a:lnTo>
                    <a:pt x="435262" y="0"/>
                  </a:lnTo>
                  <a:close/>
                </a:path>
                <a:path w="441960" h="434339">
                  <a:moveTo>
                    <a:pt x="316758" y="128270"/>
                  </a:moveTo>
                  <a:lnTo>
                    <a:pt x="306589" y="128270"/>
                  </a:lnTo>
                  <a:lnTo>
                    <a:pt x="281146" y="153670"/>
                  </a:lnTo>
                  <a:lnTo>
                    <a:pt x="291315" y="153670"/>
                  </a:lnTo>
                  <a:lnTo>
                    <a:pt x="316758" y="128270"/>
                  </a:lnTo>
                  <a:close/>
                </a:path>
                <a:path w="441960" h="434339">
                  <a:moveTo>
                    <a:pt x="291315" y="153670"/>
                  </a:moveTo>
                  <a:lnTo>
                    <a:pt x="281146" y="153670"/>
                  </a:lnTo>
                  <a:lnTo>
                    <a:pt x="230260" y="204470"/>
                  </a:lnTo>
                  <a:lnTo>
                    <a:pt x="240428" y="204470"/>
                  </a:lnTo>
                  <a:lnTo>
                    <a:pt x="291315" y="153670"/>
                  </a:lnTo>
                  <a:close/>
                </a:path>
                <a:path w="441960" h="434339">
                  <a:moveTo>
                    <a:pt x="11440" y="433070"/>
                  </a:moveTo>
                  <a:lnTo>
                    <a:pt x="1272" y="433070"/>
                  </a:lnTo>
                  <a:lnTo>
                    <a:pt x="0" y="434340"/>
                  </a:lnTo>
                  <a:lnTo>
                    <a:pt x="10168" y="434340"/>
                  </a:lnTo>
                  <a:lnTo>
                    <a:pt x="11440" y="433070"/>
                  </a:lnTo>
                  <a:close/>
                </a:path>
                <a:path w="441960" h="434339">
                  <a:moveTo>
                    <a:pt x="13985" y="430530"/>
                  </a:moveTo>
                  <a:lnTo>
                    <a:pt x="3816" y="430530"/>
                  </a:lnTo>
                  <a:lnTo>
                    <a:pt x="2544" y="431800"/>
                  </a:lnTo>
                  <a:lnTo>
                    <a:pt x="12712" y="431800"/>
                  </a:lnTo>
                  <a:lnTo>
                    <a:pt x="13985" y="430530"/>
                  </a:lnTo>
                  <a:close/>
                </a:path>
                <a:path w="441960" h="434339">
                  <a:moveTo>
                    <a:pt x="17801" y="426720"/>
                  </a:moveTo>
                  <a:lnTo>
                    <a:pt x="7632" y="426720"/>
                  </a:lnTo>
                  <a:lnTo>
                    <a:pt x="5088" y="429260"/>
                  </a:lnTo>
                  <a:lnTo>
                    <a:pt x="15257" y="429260"/>
                  </a:lnTo>
                  <a:lnTo>
                    <a:pt x="17801" y="426720"/>
                  </a:lnTo>
                  <a:close/>
                </a:path>
                <a:path w="441960" h="434339">
                  <a:moveTo>
                    <a:pt x="20345" y="424180"/>
                  </a:moveTo>
                  <a:lnTo>
                    <a:pt x="10177" y="424180"/>
                  </a:lnTo>
                  <a:lnTo>
                    <a:pt x="8905" y="425450"/>
                  </a:lnTo>
                  <a:lnTo>
                    <a:pt x="19073" y="425450"/>
                  </a:lnTo>
                  <a:lnTo>
                    <a:pt x="20345" y="424180"/>
                  </a:lnTo>
                  <a:close/>
                </a:path>
                <a:path w="441960" h="434339">
                  <a:moveTo>
                    <a:pt x="24162" y="420370"/>
                  </a:moveTo>
                  <a:lnTo>
                    <a:pt x="13993" y="420370"/>
                  </a:lnTo>
                  <a:lnTo>
                    <a:pt x="11449" y="422910"/>
                  </a:lnTo>
                  <a:lnTo>
                    <a:pt x="21618" y="422910"/>
                  </a:lnTo>
                  <a:lnTo>
                    <a:pt x="24162" y="420370"/>
                  </a:lnTo>
                  <a:close/>
                </a:path>
                <a:path w="441960" h="434339">
                  <a:moveTo>
                    <a:pt x="26706" y="417830"/>
                  </a:moveTo>
                  <a:lnTo>
                    <a:pt x="16538" y="417830"/>
                  </a:lnTo>
                  <a:lnTo>
                    <a:pt x="15265" y="419100"/>
                  </a:lnTo>
                  <a:lnTo>
                    <a:pt x="25434" y="419100"/>
                  </a:lnTo>
                  <a:lnTo>
                    <a:pt x="26706" y="417830"/>
                  </a:lnTo>
                  <a:close/>
                </a:path>
                <a:path w="441960" h="434339">
                  <a:moveTo>
                    <a:pt x="30523" y="414020"/>
                  </a:moveTo>
                  <a:lnTo>
                    <a:pt x="20354" y="414020"/>
                  </a:lnTo>
                  <a:lnTo>
                    <a:pt x="17810" y="416560"/>
                  </a:lnTo>
                  <a:lnTo>
                    <a:pt x="27978" y="416560"/>
                  </a:lnTo>
                  <a:lnTo>
                    <a:pt x="30523" y="414020"/>
                  </a:lnTo>
                  <a:close/>
                </a:path>
                <a:path w="441960" h="434339">
                  <a:moveTo>
                    <a:pt x="33067" y="411480"/>
                  </a:moveTo>
                  <a:lnTo>
                    <a:pt x="22898" y="411480"/>
                  </a:lnTo>
                  <a:lnTo>
                    <a:pt x="21626" y="412750"/>
                  </a:lnTo>
                  <a:lnTo>
                    <a:pt x="31795" y="412750"/>
                  </a:lnTo>
                  <a:lnTo>
                    <a:pt x="33067" y="411480"/>
                  </a:lnTo>
                  <a:close/>
                </a:path>
                <a:path w="441960" h="434339">
                  <a:moveTo>
                    <a:pt x="36883" y="407670"/>
                  </a:moveTo>
                  <a:lnTo>
                    <a:pt x="26715" y="407670"/>
                  </a:lnTo>
                  <a:lnTo>
                    <a:pt x="24170" y="410210"/>
                  </a:lnTo>
                  <a:lnTo>
                    <a:pt x="34339" y="410210"/>
                  </a:lnTo>
                  <a:lnTo>
                    <a:pt x="36883" y="407670"/>
                  </a:lnTo>
                  <a:close/>
                </a:path>
                <a:path w="441960" h="434339">
                  <a:moveTo>
                    <a:pt x="39428" y="405130"/>
                  </a:moveTo>
                  <a:lnTo>
                    <a:pt x="29259" y="405130"/>
                  </a:lnTo>
                  <a:lnTo>
                    <a:pt x="27987" y="406400"/>
                  </a:lnTo>
                  <a:lnTo>
                    <a:pt x="38156" y="406400"/>
                  </a:lnTo>
                  <a:lnTo>
                    <a:pt x="39428" y="405130"/>
                  </a:lnTo>
                  <a:close/>
                </a:path>
                <a:path w="441960" h="434339">
                  <a:moveTo>
                    <a:pt x="43244" y="401320"/>
                  </a:moveTo>
                  <a:lnTo>
                    <a:pt x="33076" y="401320"/>
                  </a:lnTo>
                  <a:lnTo>
                    <a:pt x="30531" y="403860"/>
                  </a:lnTo>
                  <a:lnTo>
                    <a:pt x="40700" y="403860"/>
                  </a:lnTo>
                  <a:lnTo>
                    <a:pt x="43244" y="401320"/>
                  </a:lnTo>
                  <a:close/>
                </a:path>
                <a:path w="441960" h="434339">
                  <a:moveTo>
                    <a:pt x="45788" y="398780"/>
                  </a:moveTo>
                  <a:lnTo>
                    <a:pt x="35620" y="398780"/>
                  </a:lnTo>
                  <a:lnTo>
                    <a:pt x="34348" y="400050"/>
                  </a:lnTo>
                  <a:lnTo>
                    <a:pt x="44516" y="400050"/>
                  </a:lnTo>
                  <a:lnTo>
                    <a:pt x="45788" y="398780"/>
                  </a:lnTo>
                  <a:close/>
                </a:path>
                <a:path w="441960" h="434339">
                  <a:moveTo>
                    <a:pt x="49605" y="394970"/>
                  </a:moveTo>
                  <a:lnTo>
                    <a:pt x="39436" y="394970"/>
                  </a:lnTo>
                  <a:lnTo>
                    <a:pt x="36892" y="397510"/>
                  </a:lnTo>
                  <a:lnTo>
                    <a:pt x="47061" y="397510"/>
                  </a:lnTo>
                  <a:lnTo>
                    <a:pt x="49605" y="394970"/>
                  </a:lnTo>
                  <a:close/>
                </a:path>
                <a:path w="441960" h="434339">
                  <a:moveTo>
                    <a:pt x="52149" y="392430"/>
                  </a:moveTo>
                  <a:lnTo>
                    <a:pt x="41981" y="392430"/>
                  </a:lnTo>
                  <a:lnTo>
                    <a:pt x="40708" y="393700"/>
                  </a:lnTo>
                  <a:lnTo>
                    <a:pt x="50877" y="393700"/>
                  </a:lnTo>
                  <a:lnTo>
                    <a:pt x="52149" y="392430"/>
                  </a:lnTo>
                  <a:close/>
                </a:path>
                <a:path w="441960" h="434339">
                  <a:moveTo>
                    <a:pt x="55966" y="388620"/>
                  </a:moveTo>
                  <a:lnTo>
                    <a:pt x="45797" y="388620"/>
                  </a:lnTo>
                  <a:lnTo>
                    <a:pt x="43253" y="391160"/>
                  </a:lnTo>
                  <a:lnTo>
                    <a:pt x="53421" y="391160"/>
                  </a:lnTo>
                  <a:lnTo>
                    <a:pt x="55966" y="388620"/>
                  </a:lnTo>
                  <a:close/>
                </a:path>
                <a:path w="441960" h="434339">
                  <a:moveTo>
                    <a:pt x="58510" y="386080"/>
                  </a:moveTo>
                  <a:lnTo>
                    <a:pt x="48341" y="386080"/>
                  </a:lnTo>
                  <a:lnTo>
                    <a:pt x="47069" y="387350"/>
                  </a:lnTo>
                  <a:lnTo>
                    <a:pt x="57238" y="387350"/>
                  </a:lnTo>
                  <a:lnTo>
                    <a:pt x="58510" y="386080"/>
                  </a:lnTo>
                  <a:close/>
                </a:path>
                <a:path w="441960" h="434339">
                  <a:moveTo>
                    <a:pt x="62327" y="382270"/>
                  </a:moveTo>
                  <a:lnTo>
                    <a:pt x="52158" y="382270"/>
                  </a:lnTo>
                  <a:lnTo>
                    <a:pt x="49614" y="384810"/>
                  </a:lnTo>
                  <a:lnTo>
                    <a:pt x="59782" y="384810"/>
                  </a:lnTo>
                  <a:lnTo>
                    <a:pt x="62327" y="382270"/>
                  </a:lnTo>
                  <a:close/>
                </a:path>
                <a:path w="441960" h="434339">
                  <a:moveTo>
                    <a:pt x="64871" y="379730"/>
                  </a:moveTo>
                  <a:lnTo>
                    <a:pt x="54702" y="379730"/>
                  </a:lnTo>
                  <a:lnTo>
                    <a:pt x="53430" y="381000"/>
                  </a:lnTo>
                  <a:lnTo>
                    <a:pt x="63599" y="381000"/>
                  </a:lnTo>
                  <a:lnTo>
                    <a:pt x="64871" y="379730"/>
                  </a:lnTo>
                  <a:close/>
                </a:path>
                <a:path w="441960" h="434339">
                  <a:moveTo>
                    <a:pt x="68687" y="375920"/>
                  </a:moveTo>
                  <a:lnTo>
                    <a:pt x="58519" y="375920"/>
                  </a:lnTo>
                  <a:lnTo>
                    <a:pt x="55974" y="378460"/>
                  </a:lnTo>
                  <a:lnTo>
                    <a:pt x="66143" y="378460"/>
                  </a:lnTo>
                  <a:lnTo>
                    <a:pt x="68687" y="375920"/>
                  </a:lnTo>
                  <a:close/>
                </a:path>
                <a:path w="441960" h="434339">
                  <a:moveTo>
                    <a:pt x="71232" y="373380"/>
                  </a:moveTo>
                  <a:lnTo>
                    <a:pt x="61063" y="373380"/>
                  </a:lnTo>
                  <a:lnTo>
                    <a:pt x="59791" y="374650"/>
                  </a:lnTo>
                  <a:lnTo>
                    <a:pt x="69959" y="374650"/>
                  </a:lnTo>
                  <a:lnTo>
                    <a:pt x="71232" y="373380"/>
                  </a:lnTo>
                  <a:close/>
                </a:path>
                <a:path w="441960" h="434339">
                  <a:moveTo>
                    <a:pt x="75048" y="369570"/>
                  </a:moveTo>
                  <a:lnTo>
                    <a:pt x="64879" y="369570"/>
                  </a:lnTo>
                  <a:lnTo>
                    <a:pt x="62335" y="372110"/>
                  </a:lnTo>
                  <a:lnTo>
                    <a:pt x="72504" y="372110"/>
                  </a:lnTo>
                  <a:lnTo>
                    <a:pt x="75048" y="369570"/>
                  </a:lnTo>
                  <a:close/>
                </a:path>
                <a:path w="441960" h="434339">
                  <a:moveTo>
                    <a:pt x="77592" y="367030"/>
                  </a:moveTo>
                  <a:lnTo>
                    <a:pt x="67424" y="367030"/>
                  </a:lnTo>
                  <a:lnTo>
                    <a:pt x="66152" y="368300"/>
                  </a:lnTo>
                  <a:lnTo>
                    <a:pt x="76320" y="368300"/>
                  </a:lnTo>
                  <a:lnTo>
                    <a:pt x="77592" y="367030"/>
                  </a:lnTo>
                  <a:close/>
                </a:path>
                <a:path w="441960" h="434339">
                  <a:moveTo>
                    <a:pt x="81409" y="363220"/>
                  </a:moveTo>
                  <a:lnTo>
                    <a:pt x="71240" y="363220"/>
                  </a:lnTo>
                  <a:lnTo>
                    <a:pt x="68696" y="365760"/>
                  </a:lnTo>
                  <a:lnTo>
                    <a:pt x="78865" y="365760"/>
                  </a:lnTo>
                  <a:lnTo>
                    <a:pt x="81409" y="363220"/>
                  </a:lnTo>
                  <a:close/>
                </a:path>
                <a:path w="441960" h="434339">
                  <a:moveTo>
                    <a:pt x="83953" y="360680"/>
                  </a:moveTo>
                  <a:lnTo>
                    <a:pt x="73785" y="360680"/>
                  </a:lnTo>
                  <a:lnTo>
                    <a:pt x="72512" y="361950"/>
                  </a:lnTo>
                  <a:lnTo>
                    <a:pt x="82681" y="361950"/>
                  </a:lnTo>
                  <a:lnTo>
                    <a:pt x="83953" y="360680"/>
                  </a:lnTo>
                  <a:close/>
                </a:path>
                <a:path w="441960" h="434339">
                  <a:moveTo>
                    <a:pt x="87770" y="356870"/>
                  </a:moveTo>
                  <a:lnTo>
                    <a:pt x="77601" y="356870"/>
                  </a:lnTo>
                  <a:lnTo>
                    <a:pt x="75057" y="359410"/>
                  </a:lnTo>
                  <a:lnTo>
                    <a:pt x="85225" y="359410"/>
                  </a:lnTo>
                  <a:lnTo>
                    <a:pt x="87770" y="356870"/>
                  </a:lnTo>
                  <a:close/>
                </a:path>
                <a:path w="441960" h="434339">
                  <a:moveTo>
                    <a:pt x="90314" y="354330"/>
                  </a:moveTo>
                  <a:lnTo>
                    <a:pt x="80145" y="354330"/>
                  </a:lnTo>
                  <a:lnTo>
                    <a:pt x="78873" y="355600"/>
                  </a:lnTo>
                  <a:lnTo>
                    <a:pt x="89042" y="355600"/>
                  </a:lnTo>
                  <a:lnTo>
                    <a:pt x="90314" y="354330"/>
                  </a:lnTo>
                  <a:close/>
                </a:path>
                <a:path w="441960" h="434339">
                  <a:moveTo>
                    <a:pt x="94130" y="350520"/>
                  </a:moveTo>
                  <a:lnTo>
                    <a:pt x="83962" y="350520"/>
                  </a:lnTo>
                  <a:lnTo>
                    <a:pt x="81417" y="353060"/>
                  </a:lnTo>
                  <a:lnTo>
                    <a:pt x="91586" y="353060"/>
                  </a:lnTo>
                  <a:lnTo>
                    <a:pt x="94130" y="350520"/>
                  </a:lnTo>
                  <a:close/>
                </a:path>
                <a:path w="441960" h="434339">
                  <a:moveTo>
                    <a:pt x="96675" y="347980"/>
                  </a:moveTo>
                  <a:lnTo>
                    <a:pt x="86506" y="347980"/>
                  </a:lnTo>
                  <a:lnTo>
                    <a:pt x="85234" y="349250"/>
                  </a:lnTo>
                  <a:lnTo>
                    <a:pt x="95403" y="349250"/>
                  </a:lnTo>
                  <a:lnTo>
                    <a:pt x="96675" y="347980"/>
                  </a:lnTo>
                  <a:close/>
                </a:path>
                <a:path w="441960" h="434339">
                  <a:moveTo>
                    <a:pt x="100491" y="344170"/>
                  </a:moveTo>
                  <a:lnTo>
                    <a:pt x="90323" y="344170"/>
                  </a:lnTo>
                  <a:lnTo>
                    <a:pt x="87778" y="346710"/>
                  </a:lnTo>
                  <a:lnTo>
                    <a:pt x="97947" y="346710"/>
                  </a:lnTo>
                  <a:lnTo>
                    <a:pt x="100491" y="344170"/>
                  </a:lnTo>
                  <a:close/>
                </a:path>
                <a:path w="441960" h="434339">
                  <a:moveTo>
                    <a:pt x="103036" y="341630"/>
                  </a:moveTo>
                  <a:lnTo>
                    <a:pt x="92867" y="341630"/>
                  </a:lnTo>
                  <a:lnTo>
                    <a:pt x="91595" y="342900"/>
                  </a:lnTo>
                  <a:lnTo>
                    <a:pt x="101763" y="342900"/>
                  </a:lnTo>
                  <a:lnTo>
                    <a:pt x="103036" y="341630"/>
                  </a:lnTo>
                  <a:close/>
                </a:path>
                <a:path w="441960" h="434339">
                  <a:moveTo>
                    <a:pt x="106852" y="337820"/>
                  </a:moveTo>
                  <a:lnTo>
                    <a:pt x="96683" y="337820"/>
                  </a:lnTo>
                  <a:lnTo>
                    <a:pt x="94139" y="340360"/>
                  </a:lnTo>
                  <a:lnTo>
                    <a:pt x="104308" y="340360"/>
                  </a:lnTo>
                  <a:lnTo>
                    <a:pt x="106852" y="337820"/>
                  </a:lnTo>
                  <a:close/>
                </a:path>
                <a:path w="441960" h="434339">
                  <a:moveTo>
                    <a:pt x="109396" y="335280"/>
                  </a:moveTo>
                  <a:lnTo>
                    <a:pt x="99228" y="335280"/>
                  </a:lnTo>
                  <a:lnTo>
                    <a:pt x="97956" y="336550"/>
                  </a:lnTo>
                  <a:lnTo>
                    <a:pt x="108124" y="336550"/>
                  </a:lnTo>
                  <a:lnTo>
                    <a:pt x="109396" y="335280"/>
                  </a:lnTo>
                  <a:close/>
                </a:path>
                <a:path w="441960" h="434339">
                  <a:moveTo>
                    <a:pt x="113213" y="331470"/>
                  </a:moveTo>
                  <a:lnTo>
                    <a:pt x="103044" y="331470"/>
                  </a:lnTo>
                  <a:lnTo>
                    <a:pt x="100500" y="334010"/>
                  </a:lnTo>
                  <a:lnTo>
                    <a:pt x="110668" y="334010"/>
                  </a:lnTo>
                  <a:lnTo>
                    <a:pt x="113213" y="331470"/>
                  </a:lnTo>
                  <a:close/>
                </a:path>
                <a:path w="441960" h="434339">
                  <a:moveTo>
                    <a:pt x="115757" y="328930"/>
                  </a:moveTo>
                  <a:lnTo>
                    <a:pt x="105588" y="328930"/>
                  </a:lnTo>
                  <a:lnTo>
                    <a:pt x="104316" y="330200"/>
                  </a:lnTo>
                  <a:lnTo>
                    <a:pt x="114485" y="330200"/>
                  </a:lnTo>
                  <a:lnTo>
                    <a:pt x="115757" y="328930"/>
                  </a:lnTo>
                  <a:close/>
                </a:path>
                <a:path w="441960" h="434339">
                  <a:moveTo>
                    <a:pt x="119574" y="325120"/>
                  </a:moveTo>
                  <a:lnTo>
                    <a:pt x="109405" y="325120"/>
                  </a:lnTo>
                  <a:lnTo>
                    <a:pt x="106861" y="327660"/>
                  </a:lnTo>
                  <a:lnTo>
                    <a:pt x="117029" y="327660"/>
                  </a:lnTo>
                  <a:lnTo>
                    <a:pt x="119574" y="325120"/>
                  </a:lnTo>
                  <a:close/>
                </a:path>
                <a:path w="441960" h="434339">
                  <a:moveTo>
                    <a:pt x="122118" y="322580"/>
                  </a:moveTo>
                  <a:lnTo>
                    <a:pt x="111949" y="322580"/>
                  </a:lnTo>
                  <a:lnTo>
                    <a:pt x="110677" y="323850"/>
                  </a:lnTo>
                  <a:lnTo>
                    <a:pt x="120846" y="323850"/>
                  </a:lnTo>
                  <a:lnTo>
                    <a:pt x="122118" y="322580"/>
                  </a:lnTo>
                  <a:close/>
                </a:path>
                <a:path w="441960" h="434339">
                  <a:moveTo>
                    <a:pt x="125934" y="318770"/>
                  </a:moveTo>
                  <a:lnTo>
                    <a:pt x="115766" y="318770"/>
                  </a:lnTo>
                  <a:lnTo>
                    <a:pt x="113221" y="321310"/>
                  </a:lnTo>
                  <a:lnTo>
                    <a:pt x="123390" y="321310"/>
                  </a:lnTo>
                  <a:lnTo>
                    <a:pt x="125934" y="318770"/>
                  </a:lnTo>
                  <a:close/>
                </a:path>
                <a:path w="441960" h="434339">
                  <a:moveTo>
                    <a:pt x="128479" y="316230"/>
                  </a:moveTo>
                  <a:lnTo>
                    <a:pt x="118310" y="316230"/>
                  </a:lnTo>
                  <a:lnTo>
                    <a:pt x="117038" y="317500"/>
                  </a:lnTo>
                  <a:lnTo>
                    <a:pt x="127206" y="317500"/>
                  </a:lnTo>
                  <a:lnTo>
                    <a:pt x="128479" y="316230"/>
                  </a:lnTo>
                  <a:close/>
                </a:path>
                <a:path w="441960" h="434339">
                  <a:moveTo>
                    <a:pt x="132295" y="312420"/>
                  </a:moveTo>
                  <a:lnTo>
                    <a:pt x="122126" y="312420"/>
                  </a:lnTo>
                  <a:lnTo>
                    <a:pt x="119582" y="314960"/>
                  </a:lnTo>
                  <a:lnTo>
                    <a:pt x="129751" y="314960"/>
                  </a:lnTo>
                  <a:lnTo>
                    <a:pt x="132295" y="312420"/>
                  </a:lnTo>
                  <a:close/>
                </a:path>
                <a:path w="441960" h="434339">
                  <a:moveTo>
                    <a:pt x="134839" y="309880"/>
                  </a:moveTo>
                  <a:lnTo>
                    <a:pt x="124671" y="309880"/>
                  </a:lnTo>
                  <a:lnTo>
                    <a:pt x="123399" y="311150"/>
                  </a:lnTo>
                  <a:lnTo>
                    <a:pt x="133567" y="311150"/>
                  </a:lnTo>
                  <a:lnTo>
                    <a:pt x="134839" y="309880"/>
                  </a:lnTo>
                  <a:close/>
                </a:path>
                <a:path w="441960" h="434339">
                  <a:moveTo>
                    <a:pt x="138656" y="306070"/>
                  </a:moveTo>
                  <a:lnTo>
                    <a:pt x="128487" y="306070"/>
                  </a:lnTo>
                  <a:lnTo>
                    <a:pt x="125943" y="308610"/>
                  </a:lnTo>
                  <a:lnTo>
                    <a:pt x="136112" y="308610"/>
                  </a:lnTo>
                  <a:lnTo>
                    <a:pt x="138656" y="306070"/>
                  </a:lnTo>
                  <a:close/>
                </a:path>
                <a:path w="441960" h="434339">
                  <a:moveTo>
                    <a:pt x="141200" y="303530"/>
                  </a:moveTo>
                  <a:lnTo>
                    <a:pt x="131032" y="303530"/>
                  </a:lnTo>
                  <a:lnTo>
                    <a:pt x="129759" y="304800"/>
                  </a:lnTo>
                  <a:lnTo>
                    <a:pt x="139928" y="304800"/>
                  </a:lnTo>
                  <a:lnTo>
                    <a:pt x="141200" y="303530"/>
                  </a:lnTo>
                  <a:close/>
                </a:path>
                <a:path w="441960" h="434339">
                  <a:moveTo>
                    <a:pt x="145017" y="299720"/>
                  </a:moveTo>
                  <a:lnTo>
                    <a:pt x="134848" y="299720"/>
                  </a:lnTo>
                  <a:lnTo>
                    <a:pt x="132304" y="302260"/>
                  </a:lnTo>
                  <a:lnTo>
                    <a:pt x="142472" y="302260"/>
                  </a:lnTo>
                  <a:lnTo>
                    <a:pt x="145017" y="299720"/>
                  </a:lnTo>
                  <a:close/>
                </a:path>
                <a:path w="441960" h="434339">
                  <a:moveTo>
                    <a:pt x="147561" y="297180"/>
                  </a:moveTo>
                  <a:lnTo>
                    <a:pt x="137392" y="297180"/>
                  </a:lnTo>
                  <a:lnTo>
                    <a:pt x="136120" y="298450"/>
                  </a:lnTo>
                  <a:lnTo>
                    <a:pt x="146289" y="298450"/>
                  </a:lnTo>
                  <a:lnTo>
                    <a:pt x="147561" y="297180"/>
                  </a:lnTo>
                  <a:close/>
                </a:path>
                <a:path w="441960" h="434339">
                  <a:moveTo>
                    <a:pt x="151377" y="293370"/>
                  </a:moveTo>
                  <a:lnTo>
                    <a:pt x="141209" y="293370"/>
                  </a:lnTo>
                  <a:lnTo>
                    <a:pt x="138665" y="295910"/>
                  </a:lnTo>
                  <a:lnTo>
                    <a:pt x="148833" y="295910"/>
                  </a:lnTo>
                  <a:lnTo>
                    <a:pt x="151377" y="293370"/>
                  </a:lnTo>
                  <a:close/>
                </a:path>
                <a:path w="441960" h="434339">
                  <a:moveTo>
                    <a:pt x="153922" y="290830"/>
                  </a:moveTo>
                  <a:lnTo>
                    <a:pt x="143753" y="290830"/>
                  </a:lnTo>
                  <a:lnTo>
                    <a:pt x="142481" y="292100"/>
                  </a:lnTo>
                  <a:lnTo>
                    <a:pt x="152650" y="292100"/>
                  </a:lnTo>
                  <a:lnTo>
                    <a:pt x="153922" y="290830"/>
                  </a:lnTo>
                  <a:close/>
                </a:path>
                <a:path w="441960" h="434339">
                  <a:moveTo>
                    <a:pt x="157738" y="287020"/>
                  </a:moveTo>
                  <a:lnTo>
                    <a:pt x="147570" y="287020"/>
                  </a:lnTo>
                  <a:lnTo>
                    <a:pt x="145025" y="289560"/>
                  </a:lnTo>
                  <a:lnTo>
                    <a:pt x="155194" y="289560"/>
                  </a:lnTo>
                  <a:lnTo>
                    <a:pt x="157738" y="287020"/>
                  </a:lnTo>
                  <a:close/>
                </a:path>
                <a:path w="441960" h="434339">
                  <a:moveTo>
                    <a:pt x="160283" y="284480"/>
                  </a:moveTo>
                  <a:lnTo>
                    <a:pt x="150114" y="284480"/>
                  </a:lnTo>
                  <a:lnTo>
                    <a:pt x="148842" y="285750"/>
                  </a:lnTo>
                  <a:lnTo>
                    <a:pt x="159010" y="285750"/>
                  </a:lnTo>
                  <a:lnTo>
                    <a:pt x="160283" y="284480"/>
                  </a:lnTo>
                  <a:close/>
                </a:path>
                <a:path w="441960" h="434339">
                  <a:moveTo>
                    <a:pt x="173004" y="271780"/>
                  </a:moveTo>
                  <a:lnTo>
                    <a:pt x="162835" y="271780"/>
                  </a:lnTo>
                  <a:lnTo>
                    <a:pt x="151386" y="283210"/>
                  </a:lnTo>
                  <a:lnTo>
                    <a:pt x="161555" y="283210"/>
                  </a:lnTo>
                  <a:lnTo>
                    <a:pt x="173004" y="271780"/>
                  </a:lnTo>
                  <a:close/>
                </a:path>
                <a:path w="441960" h="434339">
                  <a:moveTo>
                    <a:pt x="185726" y="259080"/>
                  </a:moveTo>
                  <a:lnTo>
                    <a:pt x="175557" y="259080"/>
                  </a:lnTo>
                  <a:lnTo>
                    <a:pt x="164108" y="270510"/>
                  </a:lnTo>
                  <a:lnTo>
                    <a:pt x="174276" y="270510"/>
                  </a:lnTo>
                  <a:lnTo>
                    <a:pt x="185726" y="259080"/>
                  </a:lnTo>
                  <a:close/>
                </a:path>
                <a:path w="441960" h="434339">
                  <a:moveTo>
                    <a:pt x="189542" y="255270"/>
                  </a:moveTo>
                  <a:lnTo>
                    <a:pt x="179374" y="255270"/>
                  </a:lnTo>
                  <a:lnTo>
                    <a:pt x="176829" y="257810"/>
                  </a:lnTo>
                  <a:lnTo>
                    <a:pt x="186998" y="257810"/>
                  </a:lnTo>
                  <a:lnTo>
                    <a:pt x="189542" y="255270"/>
                  </a:lnTo>
                  <a:close/>
                </a:path>
                <a:path w="441960" h="434339">
                  <a:moveTo>
                    <a:pt x="192086" y="252730"/>
                  </a:moveTo>
                  <a:lnTo>
                    <a:pt x="181918" y="252730"/>
                  </a:lnTo>
                  <a:lnTo>
                    <a:pt x="180646" y="254000"/>
                  </a:lnTo>
                  <a:lnTo>
                    <a:pt x="190814" y="254000"/>
                  </a:lnTo>
                  <a:lnTo>
                    <a:pt x="192086" y="252730"/>
                  </a:lnTo>
                  <a:close/>
                </a:path>
                <a:path w="441960" h="434339">
                  <a:moveTo>
                    <a:pt x="195903" y="248920"/>
                  </a:moveTo>
                  <a:lnTo>
                    <a:pt x="185734" y="248920"/>
                  </a:lnTo>
                  <a:lnTo>
                    <a:pt x="183190" y="251460"/>
                  </a:lnTo>
                  <a:lnTo>
                    <a:pt x="193359" y="251460"/>
                  </a:lnTo>
                  <a:lnTo>
                    <a:pt x="195903" y="248920"/>
                  </a:lnTo>
                  <a:close/>
                </a:path>
                <a:path w="441960" h="434339">
                  <a:moveTo>
                    <a:pt x="208624" y="236220"/>
                  </a:moveTo>
                  <a:lnTo>
                    <a:pt x="198456" y="236220"/>
                  </a:lnTo>
                  <a:lnTo>
                    <a:pt x="187006" y="247650"/>
                  </a:lnTo>
                  <a:lnTo>
                    <a:pt x="197175" y="247650"/>
                  </a:lnTo>
                  <a:lnTo>
                    <a:pt x="208624" y="236220"/>
                  </a:lnTo>
                  <a:close/>
                </a:path>
                <a:path w="441960" h="434339">
                  <a:moveTo>
                    <a:pt x="217530" y="227330"/>
                  </a:moveTo>
                  <a:lnTo>
                    <a:pt x="207361" y="227330"/>
                  </a:lnTo>
                  <a:lnTo>
                    <a:pt x="199728" y="234950"/>
                  </a:lnTo>
                  <a:lnTo>
                    <a:pt x="209897" y="234950"/>
                  </a:lnTo>
                  <a:lnTo>
                    <a:pt x="217530" y="227330"/>
                  </a:lnTo>
                  <a:close/>
                </a:path>
                <a:path w="441960" h="434339">
                  <a:moveTo>
                    <a:pt x="234068" y="210820"/>
                  </a:moveTo>
                  <a:lnTo>
                    <a:pt x="223899" y="210820"/>
                  </a:lnTo>
                  <a:lnTo>
                    <a:pt x="208633" y="226060"/>
                  </a:lnTo>
                  <a:lnTo>
                    <a:pt x="218802" y="226060"/>
                  </a:lnTo>
                  <a:lnTo>
                    <a:pt x="234068" y="210820"/>
                  </a:lnTo>
                  <a:close/>
                </a:path>
                <a:path w="441960" h="434339">
                  <a:moveTo>
                    <a:pt x="239156" y="205740"/>
                  </a:moveTo>
                  <a:lnTo>
                    <a:pt x="228988" y="205740"/>
                  </a:lnTo>
                  <a:lnTo>
                    <a:pt x="225171" y="209550"/>
                  </a:lnTo>
                  <a:lnTo>
                    <a:pt x="235340" y="209550"/>
                  </a:lnTo>
                  <a:lnTo>
                    <a:pt x="239156" y="205740"/>
                  </a:lnTo>
                  <a:close/>
                </a:path>
              </a:pathLst>
            </a:custGeom>
            <a:solidFill>
              <a:srgbClr val="AE46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2">
              <a:extLst>
                <a:ext uri="{FF2B5EF4-FFF2-40B4-BE49-F238E27FC236}">
                  <a16:creationId xmlns:a16="http://schemas.microsoft.com/office/drawing/2014/main" id="{C4D6A63B-1DC0-1C67-9AE5-F599DF9E8FE6}"/>
                </a:ext>
              </a:extLst>
            </p:cNvPr>
            <p:cNvSpPr/>
            <p:nvPr/>
          </p:nvSpPr>
          <p:spPr>
            <a:xfrm>
              <a:off x="2836265" y="2655569"/>
              <a:ext cx="436880" cy="433070"/>
            </a:xfrm>
            <a:custGeom>
              <a:avLst/>
              <a:gdLst/>
              <a:ahLst/>
              <a:cxnLst/>
              <a:rect l="l" t="t" r="r" b="b"/>
              <a:pathLst>
                <a:path w="436879" h="433069">
                  <a:moveTo>
                    <a:pt x="322224" y="118110"/>
                  </a:moveTo>
                  <a:lnTo>
                    <a:pt x="312950" y="118110"/>
                  </a:lnTo>
                  <a:lnTo>
                    <a:pt x="306589" y="124460"/>
                  </a:lnTo>
                  <a:lnTo>
                    <a:pt x="315874" y="124460"/>
                  </a:lnTo>
                  <a:lnTo>
                    <a:pt x="322224" y="118110"/>
                  </a:lnTo>
                  <a:close/>
                </a:path>
                <a:path w="436879" h="433069">
                  <a:moveTo>
                    <a:pt x="324764" y="115570"/>
                  </a:moveTo>
                  <a:lnTo>
                    <a:pt x="315494" y="115570"/>
                  </a:lnTo>
                  <a:lnTo>
                    <a:pt x="314222" y="116839"/>
                  </a:lnTo>
                  <a:lnTo>
                    <a:pt x="323494" y="116839"/>
                  </a:lnTo>
                  <a:lnTo>
                    <a:pt x="324764" y="115570"/>
                  </a:lnTo>
                  <a:close/>
                </a:path>
                <a:path w="436879" h="433069">
                  <a:moveTo>
                    <a:pt x="328574" y="111760"/>
                  </a:moveTo>
                  <a:lnTo>
                    <a:pt x="319311" y="111760"/>
                  </a:lnTo>
                  <a:lnTo>
                    <a:pt x="316766" y="114300"/>
                  </a:lnTo>
                  <a:lnTo>
                    <a:pt x="326034" y="114300"/>
                  </a:lnTo>
                  <a:lnTo>
                    <a:pt x="328574" y="111760"/>
                  </a:lnTo>
                  <a:close/>
                </a:path>
                <a:path w="436879" h="433069">
                  <a:moveTo>
                    <a:pt x="331114" y="109220"/>
                  </a:moveTo>
                  <a:lnTo>
                    <a:pt x="321855" y="109220"/>
                  </a:lnTo>
                  <a:lnTo>
                    <a:pt x="320583" y="110489"/>
                  </a:lnTo>
                  <a:lnTo>
                    <a:pt x="329844" y="110489"/>
                  </a:lnTo>
                  <a:lnTo>
                    <a:pt x="331114" y="109220"/>
                  </a:lnTo>
                  <a:close/>
                </a:path>
                <a:path w="436879" h="433069">
                  <a:moveTo>
                    <a:pt x="334924" y="105410"/>
                  </a:moveTo>
                  <a:lnTo>
                    <a:pt x="325671" y="105410"/>
                  </a:lnTo>
                  <a:lnTo>
                    <a:pt x="323127" y="107950"/>
                  </a:lnTo>
                  <a:lnTo>
                    <a:pt x="332384" y="107950"/>
                  </a:lnTo>
                  <a:lnTo>
                    <a:pt x="334924" y="105410"/>
                  </a:lnTo>
                  <a:close/>
                </a:path>
                <a:path w="436879" h="433069">
                  <a:moveTo>
                    <a:pt x="337464" y="102870"/>
                  </a:moveTo>
                  <a:lnTo>
                    <a:pt x="328216" y="102870"/>
                  </a:lnTo>
                  <a:lnTo>
                    <a:pt x="326944" y="104139"/>
                  </a:lnTo>
                  <a:lnTo>
                    <a:pt x="336194" y="104139"/>
                  </a:lnTo>
                  <a:lnTo>
                    <a:pt x="337464" y="102870"/>
                  </a:lnTo>
                  <a:close/>
                </a:path>
                <a:path w="436879" h="433069">
                  <a:moveTo>
                    <a:pt x="350164" y="90170"/>
                  </a:moveTo>
                  <a:lnTo>
                    <a:pt x="340937" y="90170"/>
                  </a:lnTo>
                  <a:lnTo>
                    <a:pt x="329488" y="101600"/>
                  </a:lnTo>
                  <a:lnTo>
                    <a:pt x="338734" y="101600"/>
                  </a:lnTo>
                  <a:lnTo>
                    <a:pt x="350164" y="90170"/>
                  </a:lnTo>
                  <a:close/>
                </a:path>
                <a:path w="436879" h="433069">
                  <a:moveTo>
                    <a:pt x="362864" y="77470"/>
                  </a:moveTo>
                  <a:lnTo>
                    <a:pt x="353659" y="77470"/>
                  </a:lnTo>
                  <a:lnTo>
                    <a:pt x="342210" y="88900"/>
                  </a:lnTo>
                  <a:lnTo>
                    <a:pt x="351434" y="88900"/>
                  </a:lnTo>
                  <a:lnTo>
                    <a:pt x="362864" y="77470"/>
                  </a:lnTo>
                  <a:close/>
                </a:path>
                <a:path w="436879" h="433069">
                  <a:moveTo>
                    <a:pt x="366674" y="73660"/>
                  </a:moveTo>
                  <a:lnTo>
                    <a:pt x="357475" y="73660"/>
                  </a:lnTo>
                  <a:lnTo>
                    <a:pt x="354931" y="76200"/>
                  </a:lnTo>
                  <a:lnTo>
                    <a:pt x="364134" y="76200"/>
                  </a:lnTo>
                  <a:lnTo>
                    <a:pt x="366674" y="73660"/>
                  </a:lnTo>
                  <a:close/>
                </a:path>
                <a:path w="436879" h="433069">
                  <a:moveTo>
                    <a:pt x="369214" y="71120"/>
                  </a:moveTo>
                  <a:lnTo>
                    <a:pt x="360020" y="71120"/>
                  </a:lnTo>
                  <a:lnTo>
                    <a:pt x="358748" y="72389"/>
                  </a:lnTo>
                  <a:lnTo>
                    <a:pt x="367944" y="72389"/>
                  </a:lnTo>
                  <a:lnTo>
                    <a:pt x="369214" y="71120"/>
                  </a:lnTo>
                  <a:close/>
                </a:path>
                <a:path w="436879" h="433069">
                  <a:moveTo>
                    <a:pt x="373024" y="67310"/>
                  </a:moveTo>
                  <a:lnTo>
                    <a:pt x="363836" y="67310"/>
                  </a:lnTo>
                  <a:lnTo>
                    <a:pt x="361292" y="69850"/>
                  </a:lnTo>
                  <a:lnTo>
                    <a:pt x="370484" y="69850"/>
                  </a:lnTo>
                  <a:lnTo>
                    <a:pt x="373024" y="67310"/>
                  </a:lnTo>
                  <a:close/>
                </a:path>
                <a:path w="436879" h="433069">
                  <a:moveTo>
                    <a:pt x="375564" y="64770"/>
                  </a:moveTo>
                  <a:lnTo>
                    <a:pt x="366380" y="64770"/>
                  </a:lnTo>
                  <a:lnTo>
                    <a:pt x="365108" y="66039"/>
                  </a:lnTo>
                  <a:lnTo>
                    <a:pt x="374294" y="66039"/>
                  </a:lnTo>
                  <a:lnTo>
                    <a:pt x="375564" y="64770"/>
                  </a:lnTo>
                  <a:close/>
                </a:path>
                <a:path w="436879" h="433069">
                  <a:moveTo>
                    <a:pt x="379374" y="60960"/>
                  </a:moveTo>
                  <a:lnTo>
                    <a:pt x="370197" y="60960"/>
                  </a:lnTo>
                  <a:lnTo>
                    <a:pt x="367653" y="63500"/>
                  </a:lnTo>
                  <a:lnTo>
                    <a:pt x="376834" y="63500"/>
                  </a:lnTo>
                  <a:lnTo>
                    <a:pt x="379374" y="60960"/>
                  </a:lnTo>
                  <a:close/>
                </a:path>
                <a:path w="436879" h="433069">
                  <a:moveTo>
                    <a:pt x="381914" y="58420"/>
                  </a:moveTo>
                  <a:lnTo>
                    <a:pt x="372741" y="58420"/>
                  </a:lnTo>
                  <a:lnTo>
                    <a:pt x="371469" y="59689"/>
                  </a:lnTo>
                  <a:lnTo>
                    <a:pt x="380644" y="59689"/>
                  </a:lnTo>
                  <a:lnTo>
                    <a:pt x="381914" y="58420"/>
                  </a:lnTo>
                  <a:close/>
                </a:path>
                <a:path w="436879" h="433069">
                  <a:moveTo>
                    <a:pt x="385724" y="54610"/>
                  </a:moveTo>
                  <a:lnTo>
                    <a:pt x="376558" y="54610"/>
                  </a:lnTo>
                  <a:lnTo>
                    <a:pt x="374013" y="57150"/>
                  </a:lnTo>
                  <a:lnTo>
                    <a:pt x="383184" y="57150"/>
                  </a:lnTo>
                  <a:lnTo>
                    <a:pt x="385724" y="54610"/>
                  </a:lnTo>
                  <a:close/>
                </a:path>
                <a:path w="436879" h="433069">
                  <a:moveTo>
                    <a:pt x="388264" y="52070"/>
                  </a:moveTo>
                  <a:lnTo>
                    <a:pt x="379102" y="52070"/>
                  </a:lnTo>
                  <a:lnTo>
                    <a:pt x="377830" y="53339"/>
                  </a:lnTo>
                  <a:lnTo>
                    <a:pt x="386994" y="53339"/>
                  </a:lnTo>
                  <a:lnTo>
                    <a:pt x="388264" y="52070"/>
                  </a:lnTo>
                  <a:close/>
                </a:path>
                <a:path w="436879" h="433069">
                  <a:moveTo>
                    <a:pt x="392074" y="48260"/>
                  </a:moveTo>
                  <a:lnTo>
                    <a:pt x="382919" y="48260"/>
                  </a:lnTo>
                  <a:lnTo>
                    <a:pt x="380374" y="50800"/>
                  </a:lnTo>
                  <a:lnTo>
                    <a:pt x="389534" y="50800"/>
                  </a:lnTo>
                  <a:lnTo>
                    <a:pt x="392074" y="48260"/>
                  </a:lnTo>
                  <a:close/>
                </a:path>
                <a:path w="436879" h="433069">
                  <a:moveTo>
                    <a:pt x="394614" y="45720"/>
                  </a:moveTo>
                  <a:lnTo>
                    <a:pt x="385463" y="45720"/>
                  </a:lnTo>
                  <a:lnTo>
                    <a:pt x="384191" y="46989"/>
                  </a:lnTo>
                  <a:lnTo>
                    <a:pt x="393344" y="46989"/>
                  </a:lnTo>
                  <a:lnTo>
                    <a:pt x="394614" y="45720"/>
                  </a:lnTo>
                  <a:close/>
                </a:path>
                <a:path w="436879" h="433069">
                  <a:moveTo>
                    <a:pt x="398424" y="41910"/>
                  </a:moveTo>
                  <a:lnTo>
                    <a:pt x="389279" y="41910"/>
                  </a:lnTo>
                  <a:lnTo>
                    <a:pt x="386735" y="44450"/>
                  </a:lnTo>
                  <a:lnTo>
                    <a:pt x="395884" y="44450"/>
                  </a:lnTo>
                  <a:lnTo>
                    <a:pt x="398424" y="41910"/>
                  </a:lnTo>
                  <a:close/>
                </a:path>
                <a:path w="436879" h="433069">
                  <a:moveTo>
                    <a:pt x="400964" y="39370"/>
                  </a:moveTo>
                  <a:lnTo>
                    <a:pt x="391824" y="39370"/>
                  </a:lnTo>
                  <a:lnTo>
                    <a:pt x="390551" y="40639"/>
                  </a:lnTo>
                  <a:lnTo>
                    <a:pt x="399694" y="40639"/>
                  </a:lnTo>
                  <a:lnTo>
                    <a:pt x="400964" y="39370"/>
                  </a:lnTo>
                  <a:close/>
                </a:path>
                <a:path w="436879" h="433069">
                  <a:moveTo>
                    <a:pt x="404774" y="35560"/>
                  </a:moveTo>
                  <a:lnTo>
                    <a:pt x="395640" y="35560"/>
                  </a:lnTo>
                  <a:lnTo>
                    <a:pt x="393096" y="38100"/>
                  </a:lnTo>
                  <a:lnTo>
                    <a:pt x="402234" y="38100"/>
                  </a:lnTo>
                  <a:lnTo>
                    <a:pt x="404774" y="35560"/>
                  </a:lnTo>
                  <a:close/>
                </a:path>
                <a:path w="436879" h="433069">
                  <a:moveTo>
                    <a:pt x="407314" y="33020"/>
                  </a:moveTo>
                  <a:lnTo>
                    <a:pt x="398184" y="33020"/>
                  </a:lnTo>
                  <a:lnTo>
                    <a:pt x="396912" y="34289"/>
                  </a:lnTo>
                  <a:lnTo>
                    <a:pt x="406044" y="34289"/>
                  </a:lnTo>
                  <a:lnTo>
                    <a:pt x="407314" y="33020"/>
                  </a:lnTo>
                  <a:close/>
                </a:path>
                <a:path w="436879" h="433069">
                  <a:moveTo>
                    <a:pt x="411124" y="29210"/>
                  </a:moveTo>
                  <a:lnTo>
                    <a:pt x="402001" y="29210"/>
                  </a:lnTo>
                  <a:lnTo>
                    <a:pt x="399457" y="31750"/>
                  </a:lnTo>
                  <a:lnTo>
                    <a:pt x="408584" y="31750"/>
                  </a:lnTo>
                  <a:lnTo>
                    <a:pt x="411124" y="29210"/>
                  </a:lnTo>
                  <a:close/>
                </a:path>
                <a:path w="436879" h="433069">
                  <a:moveTo>
                    <a:pt x="413664" y="26670"/>
                  </a:moveTo>
                  <a:lnTo>
                    <a:pt x="404545" y="26670"/>
                  </a:lnTo>
                  <a:lnTo>
                    <a:pt x="403273" y="27939"/>
                  </a:lnTo>
                  <a:lnTo>
                    <a:pt x="412394" y="27939"/>
                  </a:lnTo>
                  <a:lnTo>
                    <a:pt x="413664" y="26670"/>
                  </a:lnTo>
                  <a:close/>
                </a:path>
                <a:path w="436879" h="433069">
                  <a:moveTo>
                    <a:pt x="417474" y="22860"/>
                  </a:moveTo>
                  <a:lnTo>
                    <a:pt x="408362" y="22860"/>
                  </a:lnTo>
                  <a:lnTo>
                    <a:pt x="405817" y="25400"/>
                  </a:lnTo>
                  <a:lnTo>
                    <a:pt x="414934" y="25400"/>
                  </a:lnTo>
                  <a:lnTo>
                    <a:pt x="417474" y="22860"/>
                  </a:lnTo>
                  <a:close/>
                </a:path>
                <a:path w="436879" h="433069">
                  <a:moveTo>
                    <a:pt x="420014" y="20320"/>
                  </a:moveTo>
                  <a:lnTo>
                    <a:pt x="410906" y="20320"/>
                  </a:lnTo>
                  <a:lnTo>
                    <a:pt x="409634" y="21589"/>
                  </a:lnTo>
                  <a:lnTo>
                    <a:pt x="418744" y="21589"/>
                  </a:lnTo>
                  <a:lnTo>
                    <a:pt x="420014" y="20320"/>
                  </a:lnTo>
                  <a:close/>
                </a:path>
                <a:path w="436879" h="433069">
                  <a:moveTo>
                    <a:pt x="423824" y="16510"/>
                  </a:moveTo>
                  <a:lnTo>
                    <a:pt x="414722" y="16510"/>
                  </a:lnTo>
                  <a:lnTo>
                    <a:pt x="412178" y="19050"/>
                  </a:lnTo>
                  <a:lnTo>
                    <a:pt x="421284" y="19050"/>
                  </a:lnTo>
                  <a:lnTo>
                    <a:pt x="423824" y="16510"/>
                  </a:lnTo>
                  <a:close/>
                </a:path>
                <a:path w="436879" h="433069">
                  <a:moveTo>
                    <a:pt x="426364" y="13970"/>
                  </a:moveTo>
                  <a:lnTo>
                    <a:pt x="417267" y="13970"/>
                  </a:lnTo>
                  <a:lnTo>
                    <a:pt x="415995" y="15239"/>
                  </a:lnTo>
                  <a:lnTo>
                    <a:pt x="425094" y="15239"/>
                  </a:lnTo>
                  <a:lnTo>
                    <a:pt x="426364" y="13970"/>
                  </a:lnTo>
                  <a:close/>
                </a:path>
                <a:path w="436879" h="433069">
                  <a:moveTo>
                    <a:pt x="430174" y="10160"/>
                  </a:moveTo>
                  <a:lnTo>
                    <a:pt x="421083" y="10160"/>
                  </a:lnTo>
                  <a:lnTo>
                    <a:pt x="418539" y="12700"/>
                  </a:lnTo>
                  <a:lnTo>
                    <a:pt x="427634" y="12700"/>
                  </a:lnTo>
                  <a:lnTo>
                    <a:pt x="430174" y="10160"/>
                  </a:lnTo>
                  <a:close/>
                </a:path>
                <a:path w="436879" h="433069">
                  <a:moveTo>
                    <a:pt x="432714" y="7620"/>
                  </a:moveTo>
                  <a:lnTo>
                    <a:pt x="423628" y="7620"/>
                  </a:lnTo>
                  <a:lnTo>
                    <a:pt x="422355" y="8889"/>
                  </a:lnTo>
                  <a:lnTo>
                    <a:pt x="431444" y="8889"/>
                  </a:lnTo>
                  <a:lnTo>
                    <a:pt x="432714" y="7620"/>
                  </a:lnTo>
                  <a:close/>
                </a:path>
                <a:path w="436879" h="433069">
                  <a:moveTo>
                    <a:pt x="436524" y="2539"/>
                  </a:moveTo>
                  <a:lnTo>
                    <a:pt x="435254" y="2539"/>
                  </a:lnTo>
                  <a:lnTo>
                    <a:pt x="435254" y="3810"/>
                  </a:lnTo>
                  <a:lnTo>
                    <a:pt x="427444" y="3810"/>
                  </a:lnTo>
                  <a:lnTo>
                    <a:pt x="424900" y="6350"/>
                  </a:lnTo>
                  <a:lnTo>
                    <a:pt x="433984" y="6350"/>
                  </a:lnTo>
                  <a:lnTo>
                    <a:pt x="436524" y="3810"/>
                  </a:lnTo>
                  <a:lnTo>
                    <a:pt x="436524" y="2539"/>
                  </a:lnTo>
                  <a:close/>
                </a:path>
                <a:path w="436879" h="433069">
                  <a:moveTo>
                    <a:pt x="432714" y="0"/>
                  </a:moveTo>
                  <a:lnTo>
                    <a:pt x="431260" y="0"/>
                  </a:lnTo>
                  <a:lnTo>
                    <a:pt x="430174" y="1084"/>
                  </a:lnTo>
                  <a:lnTo>
                    <a:pt x="430174" y="1270"/>
                  </a:lnTo>
                  <a:lnTo>
                    <a:pt x="429988" y="1270"/>
                  </a:lnTo>
                  <a:lnTo>
                    <a:pt x="428716" y="2539"/>
                  </a:lnTo>
                  <a:lnTo>
                    <a:pt x="432714" y="2539"/>
                  </a:lnTo>
                  <a:lnTo>
                    <a:pt x="432714" y="0"/>
                  </a:lnTo>
                  <a:close/>
                </a:path>
                <a:path w="436879" h="433069">
                  <a:moveTo>
                    <a:pt x="315874" y="124460"/>
                  </a:moveTo>
                  <a:lnTo>
                    <a:pt x="306589" y="124460"/>
                  </a:lnTo>
                  <a:lnTo>
                    <a:pt x="281146" y="149860"/>
                  </a:lnTo>
                  <a:lnTo>
                    <a:pt x="290474" y="149860"/>
                  </a:lnTo>
                  <a:lnTo>
                    <a:pt x="315874" y="124460"/>
                  </a:lnTo>
                  <a:close/>
                </a:path>
                <a:path w="436879" h="433069">
                  <a:moveTo>
                    <a:pt x="290474" y="149860"/>
                  </a:moveTo>
                  <a:lnTo>
                    <a:pt x="281146" y="149860"/>
                  </a:lnTo>
                  <a:lnTo>
                    <a:pt x="230260" y="200660"/>
                  </a:lnTo>
                  <a:lnTo>
                    <a:pt x="239674" y="200660"/>
                  </a:lnTo>
                  <a:lnTo>
                    <a:pt x="290474" y="149860"/>
                  </a:lnTo>
                  <a:close/>
                </a:path>
                <a:path w="436879" h="433069">
                  <a:moveTo>
                    <a:pt x="11074" y="429260"/>
                  </a:moveTo>
                  <a:lnTo>
                    <a:pt x="1272" y="429260"/>
                  </a:lnTo>
                  <a:lnTo>
                    <a:pt x="0" y="430530"/>
                  </a:lnTo>
                  <a:lnTo>
                    <a:pt x="914" y="430530"/>
                  </a:lnTo>
                  <a:lnTo>
                    <a:pt x="914" y="433070"/>
                  </a:lnTo>
                  <a:lnTo>
                    <a:pt x="7264" y="433070"/>
                  </a:lnTo>
                  <a:lnTo>
                    <a:pt x="11074" y="429260"/>
                  </a:lnTo>
                  <a:close/>
                </a:path>
                <a:path w="436879" h="433069">
                  <a:moveTo>
                    <a:pt x="13614" y="426720"/>
                  </a:moveTo>
                  <a:lnTo>
                    <a:pt x="3816" y="426720"/>
                  </a:lnTo>
                  <a:lnTo>
                    <a:pt x="2544" y="427990"/>
                  </a:lnTo>
                  <a:lnTo>
                    <a:pt x="12344" y="427990"/>
                  </a:lnTo>
                  <a:lnTo>
                    <a:pt x="13614" y="426720"/>
                  </a:lnTo>
                  <a:close/>
                </a:path>
                <a:path w="436879" h="433069">
                  <a:moveTo>
                    <a:pt x="17424" y="422910"/>
                  </a:moveTo>
                  <a:lnTo>
                    <a:pt x="7632" y="422910"/>
                  </a:lnTo>
                  <a:lnTo>
                    <a:pt x="5088" y="425450"/>
                  </a:lnTo>
                  <a:lnTo>
                    <a:pt x="14884" y="425450"/>
                  </a:lnTo>
                  <a:lnTo>
                    <a:pt x="17424" y="422910"/>
                  </a:lnTo>
                  <a:close/>
                </a:path>
                <a:path w="436879" h="433069">
                  <a:moveTo>
                    <a:pt x="19964" y="420370"/>
                  </a:moveTo>
                  <a:lnTo>
                    <a:pt x="10177" y="420370"/>
                  </a:lnTo>
                  <a:lnTo>
                    <a:pt x="8905" y="421640"/>
                  </a:lnTo>
                  <a:lnTo>
                    <a:pt x="18694" y="421640"/>
                  </a:lnTo>
                  <a:lnTo>
                    <a:pt x="19964" y="420370"/>
                  </a:lnTo>
                  <a:close/>
                </a:path>
                <a:path w="436879" h="433069">
                  <a:moveTo>
                    <a:pt x="23774" y="416560"/>
                  </a:moveTo>
                  <a:lnTo>
                    <a:pt x="13993" y="416560"/>
                  </a:lnTo>
                  <a:lnTo>
                    <a:pt x="11449" y="419100"/>
                  </a:lnTo>
                  <a:lnTo>
                    <a:pt x="21234" y="419100"/>
                  </a:lnTo>
                  <a:lnTo>
                    <a:pt x="23774" y="416560"/>
                  </a:lnTo>
                  <a:close/>
                </a:path>
                <a:path w="436879" h="433069">
                  <a:moveTo>
                    <a:pt x="26314" y="414020"/>
                  </a:moveTo>
                  <a:lnTo>
                    <a:pt x="16538" y="414020"/>
                  </a:lnTo>
                  <a:lnTo>
                    <a:pt x="15265" y="415290"/>
                  </a:lnTo>
                  <a:lnTo>
                    <a:pt x="25044" y="415290"/>
                  </a:lnTo>
                  <a:lnTo>
                    <a:pt x="26314" y="414020"/>
                  </a:lnTo>
                  <a:close/>
                </a:path>
                <a:path w="436879" h="433069">
                  <a:moveTo>
                    <a:pt x="30124" y="410210"/>
                  </a:moveTo>
                  <a:lnTo>
                    <a:pt x="20354" y="410210"/>
                  </a:lnTo>
                  <a:lnTo>
                    <a:pt x="17810" y="412750"/>
                  </a:lnTo>
                  <a:lnTo>
                    <a:pt x="27584" y="412750"/>
                  </a:lnTo>
                  <a:lnTo>
                    <a:pt x="30124" y="410210"/>
                  </a:lnTo>
                  <a:close/>
                </a:path>
                <a:path w="436879" h="433069">
                  <a:moveTo>
                    <a:pt x="32664" y="407670"/>
                  </a:moveTo>
                  <a:lnTo>
                    <a:pt x="22898" y="407670"/>
                  </a:lnTo>
                  <a:lnTo>
                    <a:pt x="21626" y="408940"/>
                  </a:lnTo>
                  <a:lnTo>
                    <a:pt x="31394" y="408940"/>
                  </a:lnTo>
                  <a:lnTo>
                    <a:pt x="32664" y="407670"/>
                  </a:lnTo>
                  <a:close/>
                </a:path>
                <a:path w="436879" h="433069">
                  <a:moveTo>
                    <a:pt x="36474" y="403860"/>
                  </a:moveTo>
                  <a:lnTo>
                    <a:pt x="26715" y="403860"/>
                  </a:lnTo>
                  <a:lnTo>
                    <a:pt x="24170" y="406400"/>
                  </a:lnTo>
                  <a:lnTo>
                    <a:pt x="33934" y="406400"/>
                  </a:lnTo>
                  <a:lnTo>
                    <a:pt x="36474" y="403860"/>
                  </a:lnTo>
                  <a:close/>
                </a:path>
                <a:path w="436879" h="433069">
                  <a:moveTo>
                    <a:pt x="39014" y="401320"/>
                  </a:moveTo>
                  <a:lnTo>
                    <a:pt x="29259" y="401320"/>
                  </a:lnTo>
                  <a:lnTo>
                    <a:pt x="27987" y="402590"/>
                  </a:lnTo>
                  <a:lnTo>
                    <a:pt x="37744" y="402590"/>
                  </a:lnTo>
                  <a:lnTo>
                    <a:pt x="39014" y="401320"/>
                  </a:lnTo>
                  <a:close/>
                </a:path>
                <a:path w="436879" h="433069">
                  <a:moveTo>
                    <a:pt x="42824" y="397510"/>
                  </a:moveTo>
                  <a:lnTo>
                    <a:pt x="33076" y="397510"/>
                  </a:lnTo>
                  <a:lnTo>
                    <a:pt x="30531" y="400050"/>
                  </a:lnTo>
                  <a:lnTo>
                    <a:pt x="40284" y="400050"/>
                  </a:lnTo>
                  <a:lnTo>
                    <a:pt x="42824" y="397510"/>
                  </a:lnTo>
                  <a:close/>
                </a:path>
                <a:path w="436879" h="433069">
                  <a:moveTo>
                    <a:pt x="45364" y="394970"/>
                  </a:moveTo>
                  <a:lnTo>
                    <a:pt x="35620" y="394970"/>
                  </a:lnTo>
                  <a:lnTo>
                    <a:pt x="34348" y="396240"/>
                  </a:lnTo>
                  <a:lnTo>
                    <a:pt x="44094" y="396240"/>
                  </a:lnTo>
                  <a:lnTo>
                    <a:pt x="45364" y="394970"/>
                  </a:lnTo>
                  <a:close/>
                </a:path>
                <a:path w="436879" h="433069">
                  <a:moveTo>
                    <a:pt x="49174" y="391160"/>
                  </a:moveTo>
                  <a:lnTo>
                    <a:pt x="39436" y="391160"/>
                  </a:lnTo>
                  <a:lnTo>
                    <a:pt x="36892" y="393700"/>
                  </a:lnTo>
                  <a:lnTo>
                    <a:pt x="46634" y="393700"/>
                  </a:lnTo>
                  <a:lnTo>
                    <a:pt x="49174" y="391160"/>
                  </a:lnTo>
                  <a:close/>
                </a:path>
                <a:path w="436879" h="433069">
                  <a:moveTo>
                    <a:pt x="51714" y="388620"/>
                  </a:moveTo>
                  <a:lnTo>
                    <a:pt x="41981" y="388620"/>
                  </a:lnTo>
                  <a:lnTo>
                    <a:pt x="40708" y="389890"/>
                  </a:lnTo>
                  <a:lnTo>
                    <a:pt x="50444" y="389890"/>
                  </a:lnTo>
                  <a:lnTo>
                    <a:pt x="51714" y="388620"/>
                  </a:lnTo>
                  <a:close/>
                </a:path>
                <a:path w="436879" h="433069">
                  <a:moveTo>
                    <a:pt x="55524" y="384810"/>
                  </a:moveTo>
                  <a:lnTo>
                    <a:pt x="45797" y="384810"/>
                  </a:lnTo>
                  <a:lnTo>
                    <a:pt x="43253" y="387350"/>
                  </a:lnTo>
                  <a:lnTo>
                    <a:pt x="52984" y="387350"/>
                  </a:lnTo>
                  <a:lnTo>
                    <a:pt x="55524" y="384810"/>
                  </a:lnTo>
                  <a:close/>
                </a:path>
                <a:path w="436879" h="433069">
                  <a:moveTo>
                    <a:pt x="58064" y="382270"/>
                  </a:moveTo>
                  <a:lnTo>
                    <a:pt x="48341" y="382270"/>
                  </a:lnTo>
                  <a:lnTo>
                    <a:pt x="47069" y="383540"/>
                  </a:lnTo>
                  <a:lnTo>
                    <a:pt x="56794" y="383540"/>
                  </a:lnTo>
                  <a:lnTo>
                    <a:pt x="58064" y="382270"/>
                  </a:lnTo>
                  <a:close/>
                </a:path>
                <a:path w="436879" h="433069">
                  <a:moveTo>
                    <a:pt x="61874" y="378460"/>
                  </a:moveTo>
                  <a:lnTo>
                    <a:pt x="52158" y="378460"/>
                  </a:lnTo>
                  <a:lnTo>
                    <a:pt x="49614" y="381000"/>
                  </a:lnTo>
                  <a:lnTo>
                    <a:pt x="59334" y="381000"/>
                  </a:lnTo>
                  <a:lnTo>
                    <a:pt x="61874" y="378460"/>
                  </a:lnTo>
                  <a:close/>
                </a:path>
                <a:path w="436879" h="433069">
                  <a:moveTo>
                    <a:pt x="64414" y="375920"/>
                  </a:moveTo>
                  <a:lnTo>
                    <a:pt x="54702" y="375920"/>
                  </a:lnTo>
                  <a:lnTo>
                    <a:pt x="53430" y="377190"/>
                  </a:lnTo>
                  <a:lnTo>
                    <a:pt x="63144" y="377190"/>
                  </a:lnTo>
                  <a:lnTo>
                    <a:pt x="64414" y="375920"/>
                  </a:lnTo>
                  <a:close/>
                </a:path>
                <a:path w="436879" h="433069">
                  <a:moveTo>
                    <a:pt x="68224" y="372110"/>
                  </a:moveTo>
                  <a:lnTo>
                    <a:pt x="58519" y="372110"/>
                  </a:lnTo>
                  <a:lnTo>
                    <a:pt x="55974" y="374650"/>
                  </a:lnTo>
                  <a:lnTo>
                    <a:pt x="65684" y="374650"/>
                  </a:lnTo>
                  <a:lnTo>
                    <a:pt x="68224" y="372110"/>
                  </a:lnTo>
                  <a:close/>
                </a:path>
                <a:path w="436879" h="433069">
                  <a:moveTo>
                    <a:pt x="70764" y="369570"/>
                  </a:moveTo>
                  <a:lnTo>
                    <a:pt x="61063" y="369570"/>
                  </a:lnTo>
                  <a:lnTo>
                    <a:pt x="59791" y="370840"/>
                  </a:lnTo>
                  <a:lnTo>
                    <a:pt x="69494" y="370840"/>
                  </a:lnTo>
                  <a:lnTo>
                    <a:pt x="70764" y="369570"/>
                  </a:lnTo>
                  <a:close/>
                </a:path>
                <a:path w="436879" h="433069">
                  <a:moveTo>
                    <a:pt x="74574" y="365760"/>
                  </a:moveTo>
                  <a:lnTo>
                    <a:pt x="64879" y="365760"/>
                  </a:lnTo>
                  <a:lnTo>
                    <a:pt x="62335" y="368300"/>
                  </a:lnTo>
                  <a:lnTo>
                    <a:pt x="72034" y="368300"/>
                  </a:lnTo>
                  <a:lnTo>
                    <a:pt x="74574" y="365760"/>
                  </a:lnTo>
                  <a:close/>
                </a:path>
                <a:path w="436879" h="433069">
                  <a:moveTo>
                    <a:pt x="77114" y="363220"/>
                  </a:moveTo>
                  <a:lnTo>
                    <a:pt x="67424" y="363220"/>
                  </a:lnTo>
                  <a:lnTo>
                    <a:pt x="66152" y="364490"/>
                  </a:lnTo>
                  <a:lnTo>
                    <a:pt x="75844" y="364490"/>
                  </a:lnTo>
                  <a:lnTo>
                    <a:pt x="77114" y="363220"/>
                  </a:lnTo>
                  <a:close/>
                </a:path>
                <a:path w="436879" h="433069">
                  <a:moveTo>
                    <a:pt x="80924" y="359410"/>
                  </a:moveTo>
                  <a:lnTo>
                    <a:pt x="71240" y="359410"/>
                  </a:lnTo>
                  <a:lnTo>
                    <a:pt x="68696" y="361950"/>
                  </a:lnTo>
                  <a:lnTo>
                    <a:pt x="78384" y="361950"/>
                  </a:lnTo>
                  <a:lnTo>
                    <a:pt x="80924" y="359410"/>
                  </a:lnTo>
                  <a:close/>
                </a:path>
                <a:path w="436879" h="433069">
                  <a:moveTo>
                    <a:pt x="83464" y="356870"/>
                  </a:moveTo>
                  <a:lnTo>
                    <a:pt x="73785" y="356870"/>
                  </a:lnTo>
                  <a:lnTo>
                    <a:pt x="72512" y="358140"/>
                  </a:lnTo>
                  <a:lnTo>
                    <a:pt x="82194" y="358140"/>
                  </a:lnTo>
                  <a:lnTo>
                    <a:pt x="83464" y="356870"/>
                  </a:lnTo>
                  <a:close/>
                </a:path>
                <a:path w="436879" h="433069">
                  <a:moveTo>
                    <a:pt x="87274" y="353060"/>
                  </a:moveTo>
                  <a:lnTo>
                    <a:pt x="77601" y="353060"/>
                  </a:lnTo>
                  <a:lnTo>
                    <a:pt x="75057" y="355600"/>
                  </a:lnTo>
                  <a:lnTo>
                    <a:pt x="84734" y="355600"/>
                  </a:lnTo>
                  <a:lnTo>
                    <a:pt x="87274" y="353060"/>
                  </a:lnTo>
                  <a:close/>
                </a:path>
                <a:path w="436879" h="433069">
                  <a:moveTo>
                    <a:pt x="89814" y="350520"/>
                  </a:moveTo>
                  <a:lnTo>
                    <a:pt x="80145" y="350520"/>
                  </a:lnTo>
                  <a:lnTo>
                    <a:pt x="78873" y="351790"/>
                  </a:lnTo>
                  <a:lnTo>
                    <a:pt x="88544" y="351790"/>
                  </a:lnTo>
                  <a:lnTo>
                    <a:pt x="89814" y="350520"/>
                  </a:lnTo>
                  <a:close/>
                </a:path>
                <a:path w="436879" h="433069">
                  <a:moveTo>
                    <a:pt x="93624" y="346710"/>
                  </a:moveTo>
                  <a:lnTo>
                    <a:pt x="83962" y="346710"/>
                  </a:lnTo>
                  <a:lnTo>
                    <a:pt x="81417" y="349250"/>
                  </a:lnTo>
                  <a:lnTo>
                    <a:pt x="91084" y="349250"/>
                  </a:lnTo>
                  <a:lnTo>
                    <a:pt x="93624" y="346710"/>
                  </a:lnTo>
                  <a:close/>
                </a:path>
                <a:path w="436879" h="433069">
                  <a:moveTo>
                    <a:pt x="96164" y="344170"/>
                  </a:moveTo>
                  <a:lnTo>
                    <a:pt x="86506" y="344170"/>
                  </a:lnTo>
                  <a:lnTo>
                    <a:pt x="85234" y="345440"/>
                  </a:lnTo>
                  <a:lnTo>
                    <a:pt x="94894" y="345440"/>
                  </a:lnTo>
                  <a:lnTo>
                    <a:pt x="96164" y="344170"/>
                  </a:lnTo>
                  <a:close/>
                </a:path>
                <a:path w="436879" h="433069">
                  <a:moveTo>
                    <a:pt x="99974" y="340360"/>
                  </a:moveTo>
                  <a:lnTo>
                    <a:pt x="90323" y="340360"/>
                  </a:lnTo>
                  <a:lnTo>
                    <a:pt x="87778" y="342900"/>
                  </a:lnTo>
                  <a:lnTo>
                    <a:pt x="97434" y="342900"/>
                  </a:lnTo>
                  <a:lnTo>
                    <a:pt x="99974" y="340360"/>
                  </a:lnTo>
                  <a:close/>
                </a:path>
                <a:path w="436879" h="433069">
                  <a:moveTo>
                    <a:pt x="102514" y="337820"/>
                  </a:moveTo>
                  <a:lnTo>
                    <a:pt x="92867" y="337820"/>
                  </a:lnTo>
                  <a:lnTo>
                    <a:pt x="91595" y="339090"/>
                  </a:lnTo>
                  <a:lnTo>
                    <a:pt x="101244" y="339090"/>
                  </a:lnTo>
                  <a:lnTo>
                    <a:pt x="102514" y="337820"/>
                  </a:lnTo>
                  <a:close/>
                </a:path>
                <a:path w="436879" h="433069">
                  <a:moveTo>
                    <a:pt x="106324" y="334010"/>
                  </a:moveTo>
                  <a:lnTo>
                    <a:pt x="96683" y="334010"/>
                  </a:lnTo>
                  <a:lnTo>
                    <a:pt x="94139" y="336550"/>
                  </a:lnTo>
                  <a:lnTo>
                    <a:pt x="103784" y="336550"/>
                  </a:lnTo>
                  <a:lnTo>
                    <a:pt x="106324" y="334010"/>
                  </a:lnTo>
                  <a:close/>
                </a:path>
                <a:path w="436879" h="433069">
                  <a:moveTo>
                    <a:pt x="108864" y="331470"/>
                  </a:moveTo>
                  <a:lnTo>
                    <a:pt x="99228" y="331470"/>
                  </a:lnTo>
                  <a:lnTo>
                    <a:pt x="97956" y="332740"/>
                  </a:lnTo>
                  <a:lnTo>
                    <a:pt x="107594" y="332740"/>
                  </a:lnTo>
                  <a:lnTo>
                    <a:pt x="108864" y="331470"/>
                  </a:lnTo>
                  <a:close/>
                </a:path>
                <a:path w="436879" h="433069">
                  <a:moveTo>
                    <a:pt x="112674" y="327660"/>
                  </a:moveTo>
                  <a:lnTo>
                    <a:pt x="103044" y="327660"/>
                  </a:lnTo>
                  <a:lnTo>
                    <a:pt x="100500" y="330200"/>
                  </a:lnTo>
                  <a:lnTo>
                    <a:pt x="110134" y="330200"/>
                  </a:lnTo>
                  <a:lnTo>
                    <a:pt x="112674" y="327660"/>
                  </a:lnTo>
                  <a:close/>
                </a:path>
                <a:path w="436879" h="433069">
                  <a:moveTo>
                    <a:pt x="115214" y="325120"/>
                  </a:moveTo>
                  <a:lnTo>
                    <a:pt x="105588" y="325120"/>
                  </a:lnTo>
                  <a:lnTo>
                    <a:pt x="104316" y="326390"/>
                  </a:lnTo>
                  <a:lnTo>
                    <a:pt x="113944" y="326390"/>
                  </a:lnTo>
                  <a:lnTo>
                    <a:pt x="115214" y="325120"/>
                  </a:lnTo>
                  <a:close/>
                </a:path>
                <a:path w="436879" h="433069">
                  <a:moveTo>
                    <a:pt x="119024" y="321310"/>
                  </a:moveTo>
                  <a:lnTo>
                    <a:pt x="109405" y="321310"/>
                  </a:lnTo>
                  <a:lnTo>
                    <a:pt x="106861" y="323850"/>
                  </a:lnTo>
                  <a:lnTo>
                    <a:pt x="116484" y="323850"/>
                  </a:lnTo>
                  <a:lnTo>
                    <a:pt x="119024" y="321310"/>
                  </a:lnTo>
                  <a:close/>
                </a:path>
                <a:path w="436879" h="433069">
                  <a:moveTo>
                    <a:pt x="121564" y="318770"/>
                  </a:moveTo>
                  <a:lnTo>
                    <a:pt x="111949" y="318770"/>
                  </a:lnTo>
                  <a:lnTo>
                    <a:pt x="110677" y="320040"/>
                  </a:lnTo>
                  <a:lnTo>
                    <a:pt x="120294" y="320040"/>
                  </a:lnTo>
                  <a:lnTo>
                    <a:pt x="121564" y="318770"/>
                  </a:lnTo>
                  <a:close/>
                </a:path>
                <a:path w="436879" h="433069">
                  <a:moveTo>
                    <a:pt x="125374" y="314960"/>
                  </a:moveTo>
                  <a:lnTo>
                    <a:pt x="115766" y="314960"/>
                  </a:lnTo>
                  <a:lnTo>
                    <a:pt x="113221" y="317500"/>
                  </a:lnTo>
                  <a:lnTo>
                    <a:pt x="122834" y="317500"/>
                  </a:lnTo>
                  <a:lnTo>
                    <a:pt x="125374" y="314960"/>
                  </a:lnTo>
                  <a:close/>
                </a:path>
                <a:path w="436879" h="433069">
                  <a:moveTo>
                    <a:pt x="127914" y="312420"/>
                  </a:moveTo>
                  <a:lnTo>
                    <a:pt x="118310" y="312420"/>
                  </a:lnTo>
                  <a:lnTo>
                    <a:pt x="117038" y="313690"/>
                  </a:lnTo>
                  <a:lnTo>
                    <a:pt x="126644" y="313690"/>
                  </a:lnTo>
                  <a:lnTo>
                    <a:pt x="127914" y="312420"/>
                  </a:lnTo>
                  <a:close/>
                </a:path>
                <a:path w="436879" h="433069">
                  <a:moveTo>
                    <a:pt x="131724" y="308610"/>
                  </a:moveTo>
                  <a:lnTo>
                    <a:pt x="122126" y="308610"/>
                  </a:lnTo>
                  <a:lnTo>
                    <a:pt x="119582" y="311150"/>
                  </a:lnTo>
                  <a:lnTo>
                    <a:pt x="129184" y="311150"/>
                  </a:lnTo>
                  <a:lnTo>
                    <a:pt x="131724" y="308610"/>
                  </a:lnTo>
                  <a:close/>
                </a:path>
                <a:path w="436879" h="433069">
                  <a:moveTo>
                    <a:pt x="134264" y="306070"/>
                  </a:moveTo>
                  <a:lnTo>
                    <a:pt x="124671" y="306070"/>
                  </a:lnTo>
                  <a:lnTo>
                    <a:pt x="123399" y="307340"/>
                  </a:lnTo>
                  <a:lnTo>
                    <a:pt x="132994" y="307340"/>
                  </a:lnTo>
                  <a:lnTo>
                    <a:pt x="134264" y="306070"/>
                  </a:lnTo>
                  <a:close/>
                </a:path>
                <a:path w="436879" h="433069">
                  <a:moveTo>
                    <a:pt x="138074" y="302260"/>
                  </a:moveTo>
                  <a:lnTo>
                    <a:pt x="128487" y="302260"/>
                  </a:lnTo>
                  <a:lnTo>
                    <a:pt x="125943" y="304800"/>
                  </a:lnTo>
                  <a:lnTo>
                    <a:pt x="135534" y="304800"/>
                  </a:lnTo>
                  <a:lnTo>
                    <a:pt x="138074" y="302260"/>
                  </a:lnTo>
                  <a:close/>
                </a:path>
                <a:path w="436879" h="433069">
                  <a:moveTo>
                    <a:pt x="140614" y="299720"/>
                  </a:moveTo>
                  <a:lnTo>
                    <a:pt x="131032" y="299720"/>
                  </a:lnTo>
                  <a:lnTo>
                    <a:pt x="129759" y="300990"/>
                  </a:lnTo>
                  <a:lnTo>
                    <a:pt x="139344" y="300990"/>
                  </a:lnTo>
                  <a:lnTo>
                    <a:pt x="140614" y="299720"/>
                  </a:lnTo>
                  <a:close/>
                </a:path>
                <a:path w="436879" h="433069">
                  <a:moveTo>
                    <a:pt x="144424" y="295910"/>
                  </a:moveTo>
                  <a:lnTo>
                    <a:pt x="134848" y="295910"/>
                  </a:lnTo>
                  <a:lnTo>
                    <a:pt x="132304" y="298450"/>
                  </a:lnTo>
                  <a:lnTo>
                    <a:pt x="141884" y="298450"/>
                  </a:lnTo>
                  <a:lnTo>
                    <a:pt x="144424" y="295910"/>
                  </a:lnTo>
                  <a:close/>
                </a:path>
                <a:path w="436879" h="433069">
                  <a:moveTo>
                    <a:pt x="146964" y="293370"/>
                  </a:moveTo>
                  <a:lnTo>
                    <a:pt x="137392" y="293370"/>
                  </a:lnTo>
                  <a:lnTo>
                    <a:pt x="136120" y="294640"/>
                  </a:lnTo>
                  <a:lnTo>
                    <a:pt x="145694" y="294640"/>
                  </a:lnTo>
                  <a:lnTo>
                    <a:pt x="146964" y="293370"/>
                  </a:lnTo>
                  <a:close/>
                </a:path>
                <a:path w="436879" h="433069">
                  <a:moveTo>
                    <a:pt x="150774" y="289560"/>
                  </a:moveTo>
                  <a:lnTo>
                    <a:pt x="141209" y="289560"/>
                  </a:lnTo>
                  <a:lnTo>
                    <a:pt x="138665" y="292100"/>
                  </a:lnTo>
                  <a:lnTo>
                    <a:pt x="148234" y="292100"/>
                  </a:lnTo>
                  <a:lnTo>
                    <a:pt x="150774" y="289560"/>
                  </a:lnTo>
                  <a:close/>
                </a:path>
                <a:path w="436879" h="433069">
                  <a:moveTo>
                    <a:pt x="153314" y="287020"/>
                  </a:moveTo>
                  <a:lnTo>
                    <a:pt x="143753" y="287020"/>
                  </a:lnTo>
                  <a:lnTo>
                    <a:pt x="142481" y="288290"/>
                  </a:lnTo>
                  <a:lnTo>
                    <a:pt x="152044" y="288290"/>
                  </a:lnTo>
                  <a:lnTo>
                    <a:pt x="153314" y="287020"/>
                  </a:lnTo>
                  <a:close/>
                </a:path>
                <a:path w="436879" h="433069">
                  <a:moveTo>
                    <a:pt x="157124" y="283210"/>
                  </a:moveTo>
                  <a:lnTo>
                    <a:pt x="147570" y="283210"/>
                  </a:lnTo>
                  <a:lnTo>
                    <a:pt x="145025" y="285750"/>
                  </a:lnTo>
                  <a:lnTo>
                    <a:pt x="154584" y="285750"/>
                  </a:lnTo>
                  <a:lnTo>
                    <a:pt x="157124" y="283210"/>
                  </a:lnTo>
                  <a:close/>
                </a:path>
                <a:path w="436879" h="433069">
                  <a:moveTo>
                    <a:pt x="159664" y="280670"/>
                  </a:moveTo>
                  <a:lnTo>
                    <a:pt x="150114" y="280670"/>
                  </a:lnTo>
                  <a:lnTo>
                    <a:pt x="148842" y="281940"/>
                  </a:lnTo>
                  <a:lnTo>
                    <a:pt x="158394" y="281940"/>
                  </a:lnTo>
                  <a:lnTo>
                    <a:pt x="159664" y="280670"/>
                  </a:lnTo>
                  <a:close/>
                </a:path>
                <a:path w="436879" h="433069">
                  <a:moveTo>
                    <a:pt x="172364" y="267970"/>
                  </a:moveTo>
                  <a:lnTo>
                    <a:pt x="162835" y="267970"/>
                  </a:lnTo>
                  <a:lnTo>
                    <a:pt x="151386" y="279400"/>
                  </a:lnTo>
                  <a:lnTo>
                    <a:pt x="160934" y="279400"/>
                  </a:lnTo>
                  <a:lnTo>
                    <a:pt x="172364" y="267970"/>
                  </a:lnTo>
                  <a:close/>
                </a:path>
                <a:path w="436879" h="433069">
                  <a:moveTo>
                    <a:pt x="185064" y="255270"/>
                  </a:moveTo>
                  <a:lnTo>
                    <a:pt x="175557" y="255270"/>
                  </a:lnTo>
                  <a:lnTo>
                    <a:pt x="164108" y="266700"/>
                  </a:lnTo>
                  <a:lnTo>
                    <a:pt x="173634" y="266700"/>
                  </a:lnTo>
                  <a:lnTo>
                    <a:pt x="185064" y="255270"/>
                  </a:lnTo>
                  <a:close/>
                </a:path>
                <a:path w="436879" h="433069">
                  <a:moveTo>
                    <a:pt x="188874" y="251460"/>
                  </a:moveTo>
                  <a:lnTo>
                    <a:pt x="179374" y="251460"/>
                  </a:lnTo>
                  <a:lnTo>
                    <a:pt x="176829" y="254000"/>
                  </a:lnTo>
                  <a:lnTo>
                    <a:pt x="186334" y="254000"/>
                  </a:lnTo>
                  <a:lnTo>
                    <a:pt x="188874" y="251460"/>
                  </a:lnTo>
                  <a:close/>
                </a:path>
                <a:path w="436879" h="433069">
                  <a:moveTo>
                    <a:pt x="191414" y="248920"/>
                  </a:moveTo>
                  <a:lnTo>
                    <a:pt x="181918" y="248920"/>
                  </a:lnTo>
                  <a:lnTo>
                    <a:pt x="180646" y="250190"/>
                  </a:lnTo>
                  <a:lnTo>
                    <a:pt x="190144" y="250190"/>
                  </a:lnTo>
                  <a:lnTo>
                    <a:pt x="191414" y="248920"/>
                  </a:lnTo>
                  <a:close/>
                </a:path>
                <a:path w="436879" h="433069">
                  <a:moveTo>
                    <a:pt x="195224" y="245110"/>
                  </a:moveTo>
                  <a:lnTo>
                    <a:pt x="185734" y="245110"/>
                  </a:lnTo>
                  <a:lnTo>
                    <a:pt x="183190" y="247650"/>
                  </a:lnTo>
                  <a:lnTo>
                    <a:pt x="192684" y="247650"/>
                  </a:lnTo>
                  <a:lnTo>
                    <a:pt x="195224" y="245110"/>
                  </a:lnTo>
                  <a:close/>
                </a:path>
                <a:path w="436879" h="433069">
                  <a:moveTo>
                    <a:pt x="207924" y="232410"/>
                  </a:moveTo>
                  <a:lnTo>
                    <a:pt x="198456" y="232410"/>
                  </a:lnTo>
                  <a:lnTo>
                    <a:pt x="187006" y="243840"/>
                  </a:lnTo>
                  <a:lnTo>
                    <a:pt x="196494" y="243840"/>
                  </a:lnTo>
                  <a:lnTo>
                    <a:pt x="207924" y="232410"/>
                  </a:lnTo>
                  <a:close/>
                </a:path>
                <a:path w="436879" h="433069">
                  <a:moveTo>
                    <a:pt x="216814" y="223520"/>
                  </a:moveTo>
                  <a:lnTo>
                    <a:pt x="207361" y="223520"/>
                  </a:lnTo>
                  <a:lnTo>
                    <a:pt x="199728" y="231140"/>
                  </a:lnTo>
                  <a:lnTo>
                    <a:pt x="209194" y="231140"/>
                  </a:lnTo>
                  <a:lnTo>
                    <a:pt x="216814" y="223520"/>
                  </a:lnTo>
                  <a:close/>
                </a:path>
                <a:path w="436879" h="433069">
                  <a:moveTo>
                    <a:pt x="233324" y="207010"/>
                  </a:moveTo>
                  <a:lnTo>
                    <a:pt x="223899" y="207010"/>
                  </a:lnTo>
                  <a:lnTo>
                    <a:pt x="208633" y="222250"/>
                  </a:lnTo>
                  <a:lnTo>
                    <a:pt x="218084" y="222250"/>
                  </a:lnTo>
                  <a:lnTo>
                    <a:pt x="233324" y="207010"/>
                  </a:lnTo>
                  <a:close/>
                </a:path>
                <a:path w="436879" h="433069">
                  <a:moveTo>
                    <a:pt x="238404" y="201930"/>
                  </a:moveTo>
                  <a:lnTo>
                    <a:pt x="228988" y="201930"/>
                  </a:lnTo>
                  <a:lnTo>
                    <a:pt x="225171" y="205740"/>
                  </a:lnTo>
                  <a:lnTo>
                    <a:pt x="234594" y="205740"/>
                  </a:lnTo>
                  <a:lnTo>
                    <a:pt x="238404" y="201930"/>
                  </a:lnTo>
                  <a:close/>
                </a:path>
              </a:pathLst>
            </a:custGeom>
            <a:solidFill>
              <a:srgbClr val="AF46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3">
              <a:extLst>
                <a:ext uri="{FF2B5EF4-FFF2-40B4-BE49-F238E27FC236}">
                  <a16:creationId xmlns:a16="http://schemas.microsoft.com/office/drawing/2014/main" id="{CBDF7D39-A97E-5EA2-8605-1B9F3E5C3A6A}"/>
                </a:ext>
              </a:extLst>
            </p:cNvPr>
            <p:cNvSpPr/>
            <p:nvPr/>
          </p:nvSpPr>
          <p:spPr>
            <a:xfrm>
              <a:off x="2843530" y="2659380"/>
              <a:ext cx="436880" cy="429259"/>
            </a:xfrm>
            <a:custGeom>
              <a:avLst/>
              <a:gdLst/>
              <a:ahLst/>
              <a:cxnLst/>
              <a:rect l="l" t="t" r="r" b="b"/>
              <a:pathLst>
                <a:path w="436879" h="429260">
                  <a:moveTo>
                    <a:pt x="326390" y="114300"/>
                  </a:moveTo>
                  <a:lnTo>
                    <a:pt x="314960" y="114300"/>
                  </a:lnTo>
                  <a:lnTo>
                    <a:pt x="308610" y="120650"/>
                  </a:lnTo>
                  <a:lnTo>
                    <a:pt x="320040" y="120650"/>
                  </a:lnTo>
                  <a:lnTo>
                    <a:pt x="326390" y="114300"/>
                  </a:lnTo>
                  <a:close/>
                </a:path>
                <a:path w="436879" h="429260">
                  <a:moveTo>
                    <a:pt x="328930" y="111760"/>
                  </a:moveTo>
                  <a:lnTo>
                    <a:pt x="317500" y="111760"/>
                  </a:lnTo>
                  <a:lnTo>
                    <a:pt x="316230" y="113029"/>
                  </a:lnTo>
                  <a:lnTo>
                    <a:pt x="327660" y="113029"/>
                  </a:lnTo>
                  <a:lnTo>
                    <a:pt x="328930" y="111760"/>
                  </a:lnTo>
                  <a:close/>
                </a:path>
                <a:path w="436879" h="429260">
                  <a:moveTo>
                    <a:pt x="332740" y="107950"/>
                  </a:moveTo>
                  <a:lnTo>
                    <a:pt x="321310" y="107950"/>
                  </a:lnTo>
                  <a:lnTo>
                    <a:pt x="318770" y="110489"/>
                  </a:lnTo>
                  <a:lnTo>
                    <a:pt x="330200" y="110489"/>
                  </a:lnTo>
                  <a:lnTo>
                    <a:pt x="332740" y="107950"/>
                  </a:lnTo>
                  <a:close/>
                </a:path>
                <a:path w="436879" h="429260">
                  <a:moveTo>
                    <a:pt x="335280" y="105410"/>
                  </a:moveTo>
                  <a:lnTo>
                    <a:pt x="323850" y="105410"/>
                  </a:lnTo>
                  <a:lnTo>
                    <a:pt x="322580" y="106679"/>
                  </a:lnTo>
                  <a:lnTo>
                    <a:pt x="334010" y="106679"/>
                  </a:lnTo>
                  <a:lnTo>
                    <a:pt x="335280" y="105410"/>
                  </a:lnTo>
                  <a:close/>
                </a:path>
                <a:path w="436879" h="429260">
                  <a:moveTo>
                    <a:pt x="339090" y="101600"/>
                  </a:moveTo>
                  <a:lnTo>
                    <a:pt x="327660" y="101600"/>
                  </a:lnTo>
                  <a:lnTo>
                    <a:pt x="325120" y="104139"/>
                  </a:lnTo>
                  <a:lnTo>
                    <a:pt x="336550" y="104139"/>
                  </a:lnTo>
                  <a:lnTo>
                    <a:pt x="339090" y="101600"/>
                  </a:lnTo>
                  <a:close/>
                </a:path>
                <a:path w="436879" h="429260">
                  <a:moveTo>
                    <a:pt x="341630" y="99060"/>
                  </a:moveTo>
                  <a:lnTo>
                    <a:pt x="330200" y="99060"/>
                  </a:lnTo>
                  <a:lnTo>
                    <a:pt x="328930" y="100329"/>
                  </a:lnTo>
                  <a:lnTo>
                    <a:pt x="340360" y="100329"/>
                  </a:lnTo>
                  <a:lnTo>
                    <a:pt x="341630" y="99060"/>
                  </a:lnTo>
                  <a:close/>
                </a:path>
                <a:path w="436879" h="429260">
                  <a:moveTo>
                    <a:pt x="354330" y="86360"/>
                  </a:moveTo>
                  <a:lnTo>
                    <a:pt x="342900" y="86360"/>
                  </a:lnTo>
                  <a:lnTo>
                    <a:pt x="331470" y="97789"/>
                  </a:lnTo>
                  <a:lnTo>
                    <a:pt x="342900" y="97789"/>
                  </a:lnTo>
                  <a:lnTo>
                    <a:pt x="354330" y="86360"/>
                  </a:lnTo>
                  <a:close/>
                </a:path>
                <a:path w="436879" h="429260">
                  <a:moveTo>
                    <a:pt x="367030" y="73660"/>
                  </a:moveTo>
                  <a:lnTo>
                    <a:pt x="355600" y="73660"/>
                  </a:lnTo>
                  <a:lnTo>
                    <a:pt x="344170" y="85089"/>
                  </a:lnTo>
                  <a:lnTo>
                    <a:pt x="355600" y="85089"/>
                  </a:lnTo>
                  <a:lnTo>
                    <a:pt x="367030" y="73660"/>
                  </a:lnTo>
                  <a:close/>
                </a:path>
                <a:path w="436879" h="429260">
                  <a:moveTo>
                    <a:pt x="370840" y="69850"/>
                  </a:moveTo>
                  <a:lnTo>
                    <a:pt x="359410" y="69850"/>
                  </a:lnTo>
                  <a:lnTo>
                    <a:pt x="356870" y="72389"/>
                  </a:lnTo>
                  <a:lnTo>
                    <a:pt x="368300" y="72389"/>
                  </a:lnTo>
                  <a:lnTo>
                    <a:pt x="370840" y="69850"/>
                  </a:lnTo>
                  <a:close/>
                </a:path>
                <a:path w="436879" h="429260">
                  <a:moveTo>
                    <a:pt x="373380" y="67310"/>
                  </a:moveTo>
                  <a:lnTo>
                    <a:pt x="361950" y="67310"/>
                  </a:lnTo>
                  <a:lnTo>
                    <a:pt x="360680" y="68579"/>
                  </a:lnTo>
                  <a:lnTo>
                    <a:pt x="372110" y="68579"/>
                  </a:lnTo>
                  <a:lnTo>
                    <a:pt x="373380" y="67310"/>
                  </a:lnTo>
                  <a:close/>
                </a:path>
                <a:path w="436879" h="429260">
                  <a:moveTo>
                    <a:pt x="377190" y="63500"/>
                  </a:moveTo>
                  <a:lnTo>
                    <a:pt x="365760" y="63500"/>
                  </a:lnTo>
                  <a:lnTo>
                    <a:pt x="363220" y="66039"/>
                  </a:lnTo>
                  <a:lnTo>
                    <a:pt x="374650" y="66039"/>
                  </a:lnTo>
                  <a:lnTo>
                    <a:pt x="377190" y="63500"/>
                  </a:lnTo>
                  <a:close/>
                </a:path>
                <a:path w="436879" h="429260">
                  <a:moveTo>
                    <a:pt x="379730" y="60960"/>
                  </a:moveTo>
                  <a:lnTo>
                    <a:pt x="368300" y="60960"/>
                  </a:lnTo>
                  <a:lnTo>
                    <a:pt x="367030" y="62229"/>
                  </a:lnTo>
                  <a:lnTo>
                    <a:pt x="378460" y="62229"/>
                  </a:lnTo>
                  <a:lnTo>
                    <a:pt x="379730" y="60960"/>
                  </a:lnTo>
                  <a:close/>
                </a:path>
                <a:path w="436879" h="429260">
                  <a:moveTo>
                    <a:pt x="383540" y="57150"/>
                  </a:moveTo>
                  <a:lnTo>
                    <a:pt x="372110" y="57150"/>
                  </a:lnTo>
                  <a:lnTo>
                    <a:pt x="369570" y="59689"/>
                  </a:lnTo>
                  <a:lnTo>
                    <a:pt x="381000" y="59689"/>
                  </a:lnTo>
                  <a:lnTo>
                    <a:pt x="383540" y="57150"/>
                  </a:lnTo>
                  <a:close/>
                </a:path>
                <a:path w="436879" h="429260">
                  <a:moveTo>
                    <a:pt x="386080" y="54610"/>
                  </a:moveTo>
                  <a:lnTo>
                    <a:pt x="374650" y="54610"/>
                  </a:lnTo>
                  <a:lnTo>
                    <a:pt x="373380" y="55879"/>
                  </a:lnTo>
                  <a:lnTo>
                    <a:pt x="384810" y="55879"/>
                  </a:lnTo>
                  <a:lnTo>
                    <a:pt x="386080" y="54610"/>
                  </a:lnTo>
                  <a:close/>
                </a:path>
                <a:path w="436879" h="429260">
                  <a:moveTo>
                    <a:pt x="389890" y="50800"/>
                  </a:moveTo>
                  <a:lnTo>
                    <a:pt x="378460" y="50800"/>
                  </a:lnTo>
                  <a:lnTo>
                    <a:pt x="375920" y="53339"/>
                  </a:lnTo>
                  <a:lnTo>
                    <a:pt x="387350" y="53339"/>
                  </a:lnTo>
                  <a:lnTo>
                    <a:pt x="389890" y="50800"/>
                  </a:lnTo>
                  <a:close/>
                </a:path>
                <a:path w="436879" h="429260">
                  <a:moveTo>
                    <a:pt x="392430" y="48260"/>
                  </a:moveTo>
                  <a:lnTo>
                    <a:pt x="381000" y="48260"/>
                  </a:lnTo>
                  <a:lnTo>
                    <a:pt x="379730" y="49529"/>
                  </a:lnTo>
                  <a:lnTo>
                    <a:pt x="391160" y="49529"/>
                  </a:lnTo>
                  <a:lnTo>
                    <a:pt x="392430" y="48260"/>
                  </a:lnTo>
                  <a:close/>
                </a:path>
                <a:path w="436879" h="429260">
                  <a:moveTo>
                    <a:pt x="396240" y="44450"/>
                  </a:moveTo>
                  <a:lnTo>
                    <a:pt x="384810" y="44450"/>
                  </a:lnTo>
                  <a:lnTo>
                    <a:pt x="382270" y="46989"/>
                  </a:lnTo>
                  <a:lnTo>
                    <a:pt x="393700" y="46989"/>
                  </a:lnTo>
                  <a:lnTo>
                    <a:pt x="396240" y="44450"/>
                  </a:lnTo>
                  <a:close/>
                </a:path>
                <a:path w="436879" h="429260">
                  <a:moveTo>
                    <a:pt x="398780" y="41910"/>
                  </a:moveTo>
                  <a:lnTo>
                    <a:pt x="387350" y="41910"/>
                  </a:lnTo>
                  <a:lnTo>
                    <a:pt x="386080" y="43179"/>
                  </a:lnTo>
                  <a:lnTo>
                    <a:pt x="397510" y="43179"/>
                  </a:lnTo>
                  <a:lnTo>
                    <a:pt x="398780" y="41910"/>
                  </a:lnTo>
                  <a:close/>
                </a:path>
                <a:path w="436879" h="429260">
                  <a:moveTo>
                    <a:pt x="402590" y="38100"/>
                  </a:moveTo>
                  <a:lnTo>
                    <a:pt x="391160" y="38100"/>
                  </a:lnTo>
                  <a:lnTo>
                    <a:pt x="388620" y="40639"/>
                  </a:lnTo>
                  <a:lnTo>
                    <a:pt x="400050" y="40639"/>
                  </a:lnTo>
                  <a:lnTo>
                    <a:pt x="402590" y="38100"/>
                  </a:lnTo>
                  <a:close/>
                </a:path>
                <a:path w="436879" h="429260">
                  <a:moveTo>
                    <a:pt x="405130" y="35560"/>
                  </a:moveTo>
                  <a:lnTo>
                    <a:pt x="393700" y="35560"/>
                  </a:lnTo>
                  <a:lnTo>
                    <a:pt x="392430" y="36829"/>
                  </a:lnTo>
                  <a:lnTo>
                    <a:pt x="403860" y="36829"/>
                  </a:lnTo>
                  <a:lnTo>
                    <a:pt x="405130" y="35560"/>
                  </a:lnTo>
                  <a:close/>
                </a:path>
                <a:path w="436879" h="429260">
                  <a:moveTo>
                    <a:pt x="408940" y="31750"/>
                  </a:moveTo>
                  <a:lnTo>
                    <a:pt x="397510" y="31750"/>
                  </a:lnTo>
                  <a:lnTo>
                    <a:pt x="394970" y="34289"/>
                  </a:lnTo>
                  <a:lnTo>
                    <a:pt x="406400" y="34289"/>
                  </a:lnTo>
                  <a:lnTo>
                    <a:pt x="408940" y="31750"/>
                  </a:lnTo>
                  <a:close/>
                </a:path>
                <a:path w="436879" h="429260">
                  <a:moveTo>
                    <a:pt x="411480" y="29210"/>
                  </a:moveTo>
                  <a:lnTo>
                    <a:pt x="400050" y="29210"/>
                  </a:lnTo>
                  <a:lnTo>
                    <a:pt x="398780" y="30479"/>
                  </a:lnTo>
                  <a:lnTo>
                    <a:pt x="410210" y="30479"/>
                  </a:lnTo>
                  <a:lnTo>
                    <a:pt x="411480" y="29210"/>
                  </a:lnTo>
                  <a:close/>
                </a:path>
                <a:path w="436879" h="429260">
                  <a:moveTo>
                    <a:pt x="415290" y="25400"/>
                  </a:moveTo>
                  <a:lnTo>
                    <a:pt x="403860" y="25400"/>
                  </a:lnTo>
                  <a:lnTo>
                    <a:pt x="401320" y="27939"/>
                  </a:lnTo>
                  <a:lnTo>
                    <a:pt x="412750" y="27939"/>
                  </a:lnTo>
                  <a:lnTo>
                    <a:pt x="415290" y="25400"/>
                  </a:lnTo>
                  <a:close/>
                </a:path>
                <a:path w="436879" h="429260">
                  <a:moveTo>
                    <a:pt x="417830" y="22860"/>
                  </a:moveTo>
                  <a:lnTo>
                    <a:pt x="406400" y="22860"/>
                  </a:lnTo>
                  <a:lnTo>
                    <a:pt x="405130" y="24129"/>
                  </a:lnTo>
                  <a:lnTo>
                    <a:pt x="416560" y="24129"/>
                  </a:lnTo>
                  <a:lnTo>
                    <a:pt x="417830" y="22860"/>
                  </a:lnTo>
                  <a:close/>
                </a:path>
                <a:path w="436879" h="429260">
                  <a:moveTo>
                    <a:pt x="421640" y="19050"/>
                  </a:moveTo>
                  <a:lnTo>
                    <a:pt x="410210" y="19050"/>
                  </a:lnTo>
                  <a:lnTo>
                    <a:pt x="407670" y="21589"/>
                  </a:lnTo>
                  <a:lnTo>
                    <a:pt x="419100" y="21589"/>
                  </a:lnTo>
                  <a:lnTo>
                    <a:pt x="421640" y="19050"/>
                  </a:lnTo>
                  <a:close/>
                </a:path>
                <a:path w="436879" h="429260">
                  <a:moveTo>
                    <a:pt x="424180" y="16510"/>
                  </a:moveTo>
                  <a:lnTo>
                    <a:pt x="412750" y="16510"/>
                  </a:lnTo>
                  <a:lnTo>
                    <a:pt x="411480" y="17779"/>
                  </a:lnTo>
                  <a:lnTo>
                    <a:pt x="422910" y="17779"/>
                  </a:lnTo>
                  <a:lnTo>
                    <a:pt x="424180" y="16510"/>
                  </a:lnTo>
                  <a:close/>
                </a:path>
                <a:path w="436879" h="429260">
                  <a:moveTo>
                    <a:pt x="427990" y="12700"/>
                  </a:moveTo>
                  <a:lnTo>
                    <a:pt x="416560" y="12700"/>
                  </a:lnTo>
                  <a:lnTo>
                    <a:pt x="414020" y="15239"/>
                  </a:lnTo>
                  <a:lnTo>
                    <a:pt x="425450" y="15239"/>
                  </a:lnTo>
                  <a:lnTo>
                    <a:pt x="427990" y="12700"/>
                  </a:lnTo>
                  <a:close/>
                </a:path>
                <a:path w="436879" h="429260">
                  <a:moveTo>
                    <a:pt x="430530" y="10160"/>
                  </a:moveTo>
                  <a:lnTo>
                    <a:pt x="419100" y="10160"/>
                  </a:lnTo>
                  <a:lnTo>
                    <a:pt x="417830" y="11429"/>
                  </a:lnTo>
                  <a:lnTo>
                    <a:pt x="429260" y="11429"/>
                  </a:lnTo>
                  <a:lnTo>
                    <a:pt x="430530" y="10160"/>
                  </a:lnTo>
                  <a:close/>
                </a:path>
                <a:path w="436879" h="429260">
                  <a:moveTo>
                    <a:pt x="434340" y="6350"/>
                  </a:moveTo>
                  <a:lnTo>
                    <a:pt x="422910" y="6350"/>
                  </a:lnTo>
                  <a:lnTo>
                    <a:pt x="420370" y="8889"/>
                  </a:lnTo>
                  <a:lnTo>
                    <a:pt x="431800" y="8889"/>
                  </a:lnTo>
                  <a:lnTo>
                    <a:pt x="434340" y="6350"/>
                  </a:lnTo>
                  <a:close/>
                </a:path>
                <a:path w="436879" h="429260">
                  <a:moveTo>
                    <a:pt x="436880" y="2539"/>
                  </a:moveTo>
                  <a:lnTo>
                    <a:pt x="434340" y="2539"/>
                  </a:lnTo>
                  <a:lnTo>
                    <a:pt x="434340" y="3810"/>
                  </a:lnTo>
                  <a:lnTo>
                    <a:pt x="425450" y="3810"/>
                  </a:lnTo>
                  <a:lnTo>
                    <a:pt x="424180" y="5079"/>
                  </a:lnTo>
                  <a:lnTo>
                    <a:pt x="435610" y="5079"/>
                  </a:lnTo>
                  <a:lnTo>
                    <a:pt x="436880" y="3810"/>
                  </a:lnTo>
                  <a:lnTo>
                    <a:pt x="436880" y="2539"/>
                  </a:lnTo>
                  <a:close/>
                </a:path>
                <a:path w="436879" h="429260">
                  <a:moveTo>
                    <a:pt x="431800" y="0"/>
                  </a:moveTo>
                  <a:lnTo>
                    <a:pt x="429260" y="0"/>
                  </a:lnTo>
                  <a:lnTo>
                    <a:pt x="426720" y="2539"/>
                  </a:lnTo>
                  <a:lnTo>
                    <a:pt x="431800" y="2539"/>
                  </a:lnTo>
                  <a:lnTo>
                    <a:pt x="431800" y="0"/>
                  </a:lnTo>
                  <a:close/>
                </a:path>
                <a:path w="436879" h="429260">
                  <a:moveTo>
                    <a:pt x="320039" y="120650"/>
                  </a:moveTo>
                  <a:lnTo>
                    <a:pt x="308609" y="120650"/>
                  </a:lnTo>
                  <a:lnTo>
                    <a:pt x="283210" y="146050"/>
                  </a:lnTo>
                  <a:lnTo>
                    <a:pt x="294640" y="146050"/>
                  </a:lnTo>
                  <a:lnTo>
                    <a:pt x="320039" y="120650"/>
                  </a:lnTo>
                  <a:close/>
                </a:path>
                <a:path w="436879" h="429260">
                  <a:moveTo>
                    <a:pt x="294639" y="146050"/>
                  </a:moveTo>
                  <a:lnTo>
                    <a:pt x="283209" y="146050"/>
                  </a:lnTo>
                  <a:lnTo>
                    <a:pt x="232410" y="196850"/>
                  </a:lnTo>
                  <a:lnTo>
                    <a:pt x="243840" y="196850"/>
                  </a:lnTo>
                  <a:lnTo>
                    <a:pt x="294639" y="146050"/>
                  </a:lnTo>
                  <a:close/>
                </a:path>
                <a:path w="436879" h="429260">
                  <a:moveTo>
                    <a:pt x="15240" y="425450"/>
                  </a:moveTo>
                  <a:lnTo>
                    <a:pt x="3810" y="425450"/>
                  </a:lnTo>
                  <a:lnTo>
                    <a:pt x="0" y="429260"/>
                  </a:lnTo>
                  <a:lnTo>
                    <a:pt x="10160" y="429260"/>
                  </a:lnTo>
                  <a:lnTo>
                    <a:pt x="10160" y="427990"/>
                  </a:lnTo>
                  <a:lnTo>
                    <a:pt x="12699" y="427990"/>
                  </a:lnTo>
                  <a:lnTo>
                    <a:pt x="15240" y="425450"/>
                  </a:lnTo>
                  <a:close/>
                </a:path>
                <a:path w="436879" h="429260">
                  <a:moveTo>
                    <a:pt x="17780" y="422910"/>
                  </a:moveTo>
                  <a:lnTo>
                    <a:pt x="6350" y="422910"/>
                  </a:lnTo>
                  <a:lnTo>
                    <a:pt x="5079" y="424180"/>
                  </a:lnTo>
                  <a:lnTo>
                    <a:pt x="16509" y="424180"/>
                  </a:lnTo>
                  <a:lnTo>
                    <a:pt x="17780" y="422910"/>
                  </a:lnTo>
                  <a:close/>
                </a:path>
                <a:path w="436879" h="429260">
                  <a:moveTo>
                    <a:pt x="21590" y="419100"/>
                  </a:moveTo>
                  <a:lnTo>
                    <a:pt x="10160" y="419100"/>
                  </a:lnTo>
                  <a:lnTo>
                    <a:pt x="7619" y="421640"/>
                  </a:lnTo>
                  <a:lnTo>
                    <a:pt x="19049" y="421640"/>
                  </a:lnTo>
                  <a:lnTo>
                    <a:pt x="21590" y="419100"/>
                  </a:lnTo>
                  <a:close/>
                </a:path>
                <a:path w="436879" h="429260">
                  <a:moveTo>
                    <a:pt x="24130" y="416560"/>
                  </a:moveTo>
                  <a:lnTo>
                    <a:pt x="12700" y="416560"/>
                  </a:lnTo>
                  <a:lnTo>
                    <a:pt x="11429" y="417830"/>
                  </a:lnTo>
                  <a:lnTo>
                    <a:pt x="22860" y="417830"/>
                  </a:lnTo>
                  <a:lnTo>
                    <a:pt x="24130" y="416560"/>
                  </a:lnTo>
                  <a:close/>
                </a:path>
                <a:path w="436879" h="429260">
                  <a:moveTo>
                    <a:pt x="27940" y="412750"/>
                  </a:moveTo>
                  <a:lnTo>
                    <a:pt x="16510" y="412750"/>
                  </a:lnTo>
                  <a:lnTo>
                    <a:pt x="13969" y="415290"/>
                  </a:lnTo>
                  <a:lnTo>
                    <a:pt x="25399" y="415290"/>
                  </a:lnTo>
                  <a:lnTo>
                    <a:pt x="27940" y="412750"/>
                  </a:lnTo>
                  <a:close/>
                </a:path>
                <a:path w="436879" h="429260">
                  <a:moveTo>
                    <a:pt x="30480" y="410210"/>
                  </a:moveTo>
                  <a:lnTo>
                    <a:pt x="19050" y="410210"/>
                  </a:lnTo>
                  <a:lnTo>
                    <a:pt x="17779" y="411480"/>
                  </a:lnTo>
                  <a:lnTo>
                    <a:pt x="29209" y="411480"/>
                  </a:lnTo>
                  <a:lnTo>
                    <a:pt x="30480" y="410210"/>
                  </a:lnTo>
                  <a:close/>
                </a:path>
                <a:path w="436879" h="429260">
                  <a:moveTo>
                    <a:pt x="34290" y="406400"/>
                  </a:moveTo>
                  <a:lnTo>
                    <a:pt x="22860" y="406400"/>
                  </a:lnTo>
                  <a:lnTo>
                    <a:pt x="20319" y="408940"/>
                  </a:lnTo>
                  <a:lnTo>
                    <a:pt x="31749" y="408940"/>
                  </a:lnTo>
                  <a:lnTo>
                    <a:pt x="34290" y="406400"/>
                  </a:lnTo>
                  <a:close/>
                </a:path>
                <a:path w="436879" h="429260">
                  <a:moveTo>
                    <a:pt x="36830" y="403860"/>
                  </a:moveTo>
                  <a:lnTo>
                    <a:pt x="25400" y="403860"/>
                  </a:lnTo>
                  <a:lnTo>
                    <a:pt x="24129" y="405130"/>
                  </a:lnTo>
                  <a:lnTo>
                    <a:pt x="35560" y="405130"/>
                  </a:lnTo>
                  <a:lnTo>
                    <a:pt x="36830" y="403860"/>
                  </a:lnTo>
                  <a:close/>
                </a:path>
                <a:path w="436879" h="429260">
                  <a:moveTo>
                    <a:pt x="40640" y="400050"/>
                  </a:moveTo>
                  <a:lnTo>
                    <a:pt x="29210" y="400050"/>
                  </a:lnTo>
                  <a:lnTo>
                    <a:pt x="26669" y="402590"/>
                  </a:lnTo>
                  <a:lnTo>
                    <a:pt x="38100" y="402590"/>
                  </a:lnTo>
                  <a:lnTo>
                    <a:pt x="40640" y="400050"/>
                  </a:lnTo>
                  <a:close/>
                </a:path>
                <a:path w="436879" h="429260">
                  <a:moveTo>
                    <a:pt x="43180" y="397510"/>
                  </a:moveTo>
                  <a:lnTo>
                    <a:pt x="31750" y="397510"/>
                  </a:lnTo>
                  <a:lnTo>
                    <a:pt x="30479" y="398780"/>
                  </a:lnTo>
                  <a:lnTo>
                    <a:pt x="41909" y="398780"/>
                  </a:lnTo>
                  <a:lnTo>
                    <a:pt x="43180" y="397510"/>
                  </a:lnTo>
                  <a:close/>
                </a:path>
                <a:path w="436879" h="429260">
                  <a:moveTo>
                    <a:pt x="46990" y="393700"/>
                  </a:moveTo>
                  <a:lnTo>
                    <a:pt x="35560" y="393700"/>
                  </a:lnTo>
                  <a:lnTo>
                    <a:pt x="33019" y="396240"/>
                  </a:lnTo>
                  <a:lnTo>
                    <a:pt x="44450" y="396240"/>
                  </a:lnTo>
                  <a:lnTo>
                    <a:pt x="46990" y="393700"/>
                  </a:lnTo>
                  <a:close/>
                </a:path>
                <a:path w="436879" h="429260">
                  <a:moveTo>
                    <a:pt x="49530" y="391160"/>
                  </a:moveTo>
                  <a:lnTo>
                    <a:pt x="38100" y="391160"/>
                  </a:lnTo>
                  <a:lnTo>
                    <a:pt x="36829" y="392430"/>
                  </a:lnTo>
                  <a:lnTo>
                    <a:pt x="48259" y="392430"/>
                  </a:lnTo>
                  <a:lnTo>
                    <a:pt x="49530" y="391160"/>
                  </a:lnTo>
                  <a:close/>
                </a:path>
                <a:path w="436879" h="429260">
                  <a:moveTo>
                    <a:pt x="53340" y="387350"/>
                  </a:moveTo>
                  <a:lnTo>
                    <a:pt x="41910" y="387350"/>
                  </a:lnTo>
                  <a:lnTo>
                    <a:pt x="39369" y="389890"/>
                  </a:lnTo>
                  <a:lnTo>
                    <a:pt x="50799" y="389890"/>
                  </a:lnTo>
                  <a:lnTo>
                    <a:pt x="53340" y="387350"/>
                  </a:lnTo>
                  <a:close/>
                </a:path>
                <a:path w="436879" h="429260">
                  <a:moveTo>
                    <a:pt x="55880" y="384810"/>
                  </a:moveTo>
                  <a:lnTo>
                    <a:pt x="44450" y="384810"/>
                  </a:lnTo>
                  <a:lnTo>
                    <a:pt x="43179" y="386080"/>
                  </a:lnTo>
                  <a:lnTo>
                    <a:pt x="54609" y="386080"/>
                  </a:lnTo>
                  <a:lnTo>
                    <a:pt x="55880" y="384810"/>
                  </a:lnTo>
                  <a:close/>
                </a:path>
                <a:path w="436879" h="429260">
                  <a:moveTo>
                    <a:pt x="59690" y="381000"/>
                  </a:moveTo>
                  <a:lnTo>
                    <a:pt x="48260" y="381000"/>
                  </a:lnTo>
                  <a:lnTo>
                    <a:pt x="45719" y="383540"/>
                  </a:lnTo>
                  <a:lnTo>
                    <a:pt x="57149" y="383540"/>
                  </a:lnTo>
                  <a:lnTo>
                    <a:pt x="59690" y="381000"/>
                  </a:lnTo>
                  <a:close/>
                </a:path>
                <a:path w="436879" h="429260">
                  <a:moveTo>
                    <a:pt x="62230" y="378460"/>
                  </a:moveTo>
                  <a:lnTo>
                    <a:pt x="50800" y="378460"/>
                  </a:lnTo>
                  <a:lnTo>
                    <a:pt x="49529" y="379730"/>
                  </a:lnTo>
                  <a:lnTo>
                    <a:pt x="60960" y="379730"/>
                  </a:lnTo>
                  <a:lnTo>
                    <a:pt x="62230" y="378460"/>
                  </a:lnTo>
                  <a:close/>
                </a:path>
                <a:path w="436879" h="429260">
                  <a:moveTo>
                    <a:pt x="66040" y="374650"/>
                  </a:moveTo>
                  <a:lnTo>
                    <a:pt x="54610" y="374650"/>
                  </a:lnTo>
                  <a:lnTo>
                    <a:pt x="52069" y="377190"/>
                  </a:lnTo>
                  <a:lnTo>
                    <a:pt x="63499" y="377190"/>
                  </a:lnTo>
                  <a:lnTo>
                    <a:pt x="66040" y="374650"/>
                  </a:lnTo>
                  <a:close/>
                </a:path>
                <a:path w="436879" h="429260">
                  <a:moveTo>
                    <a:pt x="68580" y="372110"/>
                  </a:moveTo>
                  <a:lnTo>
                    <a:pt x="57150" y="372110"/>
                  </a:lnTo>
                  <a:lnTo>
                    <a:pt x="55879" y="373380"/>
                  </a:lnTo>
                  <a:lnTo>
                    <a:pt x="67310" y="373380"/>
                  </a:lnTo>
                  <a:lnTo>
                    <a:pt x="68580" y="372110"/>
                  </a:lnTo>
                  <a:close/>
                </a:path>
                <a:path w="436879" h="429260">
                  <a:moveTo>
                    <a:pt x="72390" y="368300"/>
                  </a:moveTo>
                  <a:lnTo>
                    <a:pt x="60960" y="368300"/>
                  </a:lnTo>
                  <a:lnTo>
                    <a:pt x="58419" y="370840"/>
                  </a:lnTo>
                  <a:lnTo>
                    <a:pt x="69850" y="370840"/>
                  </a:lnTo>
                  <a:lnTo>
                    <a:pt x="72390" y="368300"/>
                  </a:lnTo>
                  <a:close/>
                </a:path>
                <a:path w="436879" h="429260">
                  <a:moveTo>
                    <a:pt x="74930" y="365760"/>
                  </a:moveTo>
                  <a:lnTo>
                    <a:pt x="63500" y="365760"/>
                  </a:lnTo>
                  <a:lnTo>
                    <a:pt x="62229" y="367030"/>
                  </a:lnTo>
                  <a:lnTo>
                    <a:pt x="73660" y="367030"/>
                  </a:lnTo>
                  <a:lnTo>
                    <a:pt x="74930" y="365760"/>
                  </a:lnTo>
                  <a:close/>
                </a:path>
                <a:path w="436879" h="429260">
                  <a:moveTo>
                    <a:pt x="78740" y="361950"/>
                  </a:moveTo>
                  <a:lnTo>
                    <a:pt x="67310" y="361950"/>
                  </a:lnTo>
                  <a:lnTo>
                    <a:pt x="64769" y="364490"/>
                  </a:lnTo>
                  <a:lnTo>
                    <a:pt x="76200" y="364490"/>
                  </a:lnTo>
                  <a:lnTo>
                    <a:pt x="78740" y="361950"/>
                  </a:lnTo>
                  <a:close/>
                </a:path>
                <a:path w="436879" h="429260">
                  <a:moveTo>
                    <a:pt x="81280" y="359410"/>
                  </a:moveTo>
                  <a:lnTo>
                    <a:pt x="69850" y="359410"/>
                  </a:lnTo>
                  <a:lnTo>
                    <a:pt x="68579" y="360680"/>
                  </a:lnTo>
                  <a:lnTo>
                    <a:pt x="80009" y="360680"/>
                  </a:lnTo>
                  <a:lnTo>
                    <a:pt x="81280" y="359410"/>
                  </a:lnTo>
                  <a:close/>
                </a:path>
                <a:path w="436879" h="429260">
                  <a:moveTo>
                    <a:pt x="85090" y="355600"/>
                  </a:moveTo>
                  <a:lnTo>
                    <a:pt x="73660" y="355600"/>
                  </a:lnTo>
                  <a:lnTo>
                    <a:pt x="71119" y="358140"/>
                  </a:lnTo>
                  <a:lnTo>
                    <a:pt x="82550" y="358140"/>
                  </a:lnTo>
                  <a:lnTo>
                    <a:pt x="85090" y="355600"/>
                  </a:lnTo>
                  <a:close/>
                </a:path>
                <a:path w="436879" h="429260">
                  <a:moveTo>
                    <a:pt x="87630" y="353060"/>
                  </a:moveTo>
                  <a:lnTo>
                    <a:pt x="76200" y="353060"/>
                  </a:lnTo>
                  <a:lnTo>
                    <a:pt x="74929" y="354330"/>
                  </a:lnTo>
                  <a:lnTo>
                    <a:pt x="86359" y="354330"/>
                  </a:lnTo>
                  <a:lnTo>
                    <a:pt x="87630" y="353060"/>
                  </a:lnTo>
                  <a:close/>
                </a:path>
                <a:path w="436879" h="429260">
                  <a:moveTo>
                    <a:pt x="91440" y="349250"/>
                  </a:moveTo>
                  <a:lnTo>
                    <a:pt x="80010" y="349250"/>
                  </a:lnTo>
                  <a:lnTo>
                    <a:pt x="77469" y="351790"/>
                  </a:lnTo>
                  <a:lnTo>
                    <a:pt x="88899" y="351790"/>
                  </a:lnTo>
                  <a:lnTo>
                    <a:pt x="91440" y="349250"/>
                  </a:lnTo>
                  <a:close/>
                </a:path>
                <a:path w="436879" h="429260">
                  <a:moveTo>
                    <a:pt x="93980" y="346710"/>
                  </a:moveTo>
                  <a:lnTo>
                    <a:pt x="82550" y="346710"/>
                  </a:lnTo>
                  <a:lnTo>
                    <a:pt x="81279" y="347980"/>
                  </a:lnTo>
                  <a:lnTo>
                    <a:pt x="92710" y="347980"/>
                  </a:lnTo>
                  <a:lnTo>
                    <a:pt x="93980" y="346710"/>
                  </a:lnTo>
                  <a:close/>
                </a:path>
                <a:path w="436879" h="429260">
                  <a:moveTo>
                    <a:pt x="97790" y="342900"/>
                  </a:moveTo>
                  <a:lnTo>
                    <a:pt x="86360" y="342900"/>
                  </a:lnTo>
                  <a:lnTo>
                    <a:pt x="83819" y="345440"/>
                  </a:lnTo>
                  <a:lnTo>
                    <a:pt x="95250" y="345440"/>
                  </a:lnTo>
                  <a:lnTo>
                    <a:pt x="97790" y="342900"/>
                  </a:lnTo>
                  <a:close/>
                </a:path>
                <a:path w="436879" h="429260">
                  <a:moveTo>
                    <a:pt x="100330" y="340360"/>
                  </a:moveTo>
                  <a:lnTo>
                    <a:pt x="88900" y="340360"/>
                  </a:lnTo>
                  <a:lnTo>
                    <a:pt x="87629" y="341630"/>
                  </a:lnTo>
                  <a:lnTo>
                    <a:pt x="99060" y="341630"/>
                  </a:lnTo>
                  <a:lnTo>
                    <a:pt x="100330" y="340360"/>
                  </a:lnTo>
                  <a:close/>
                </a:path>
                <a:path w="436879" h="429260">
                  <a:moveTo>
                    <a:pt x="104140" y="336550"/>
                  </a:moveTo>
                  <a:lnTo>
                    <a:pt x="92710" y="336550"/>
                  </a:lnTo>
                  <a:lnTo>
                    <a:pt x="90169" y="339090"/>
                  </a:lnTo>
                  <a:lnTo>
                    <a:pt x="101600" y="339090"/>
                  </a:lnTo>
                  <a:lnTo>
                    <a:pt x="104140" y="336550"/>
                  </a:lnTo>
                  <a:close/>
                </a:path>
                <a:path w="436879" h="429260">
                  <a:moveTo>
                    <a:pt x="106680" y="334010"/>
                  </a:moveTo>
                  <a:lnTo>
                    <a:pt x="95250" y="334010"/>
                  </a:lnTo>
                  <a:lnTo>
                    <a:pt x="93979" y="335280"/>
                  </a:lnTo>
                  <a:lnTo>
                    <a:pt x="105410" y="335280"/>
                  </a:lnTo>
                  <a:lnTo>
                    <a:pt x="106680" y="334010"/>
                  </a:lnTo>
                  <a:close/>
                </a:path>
                <a:path w="436879" h="429260">
                  <a:moveTo>
                    <a:pt x="110490" y="330200"/>
                  </a:moveTo>
                  <a:lnTo>
                    <a:pt x="99060" y="330200"/>
                  </a:lnTo>
                  <a:lnTo>
                    <a:pt x="96519" y="332740"/>
                  </a:lnTo>
                  <a:lnTo>
                    <a:pt x="107949" y="332740"/>
                  </a:lnTo>
                  <a:lnTo>
                    <a:pt x="110490" y="330200"/>
                  </a:lnTo>
                  <a:close/>
                </a:path>
                <a:path w="436879" h="429260">
                  <a:moveTo>
                    <a:pt x="113030" y="327660"/>
                  </a:moveTo>
                  <a:lnTo>
                    <a:pt x="101600" y="327660"/>
                  </a:lnTo>
                  <a:lnTo>
                    <a:pt x="100329" y="328930"/>
                  </a:lnTo>
                  <a:lnTo>
                    <a:pt x="111760" y="328930"/>
                  </a:lnTo>
                  <a:lnTo>
                    <a:pt x="113030" y="327660"/>
                  </a:lnTo>
                  <a:close/>
                </a:path>
                <a:path w="436879" h="429260">
                  <a:moveTo>
                    <a:pt x="116840" y="323850"/>
                  </a:moveTo>
                  <a:lnTo>
                    <a:pt x="105410" y="323850"/>
                  </a:lnTo>
                  <a:lnTo>
                    <a:pt x="102869" y="326390"/>
                  </a:lnTo>
                  <a:lnTo>
                    <a:pt x="114300" y="326390"/>
                  </a:lnTo>
                  <a:lnTo>
                    <a:pt x="116840" y="323850"/>
                  </a:lnTo>
                  <a:close/>
                </a:path>
                <a:path w="436879" h="429260">
                  <a:moveTo>
                    <a:pt x="119380" y="321310"/>
                  </a:moveTo>
                  <a:lnTo>
                    <a:pt x="107950" y="321310"/>
                  </a:lnTo>
                  <a:lnTo>
                    <a:pt x="106679" y="322580"/>
                  </a:lnTo>
                  <a:lnTo>
                    <a:pt x="118110" y="322580"/>
                  </a:lnTo>
                  <a:lnTo>
                    <a:pt x="119380" y="321310"/>
                  </a:lnTo>
                  <a:close/>
                </a:path>
                <a:path w="436879" h="429260">
                  <a:moveTo>
                    <a:pt x="123190" y="317500"/>
                  </a:moveTo>
                  <a:lnTo>
                    <a:pt x="111760" y="317500"/>
                  </a:lnTo>
                  <a:lnTo>
                    <a:pt x="109219" y="320040"/>
                  </a:lnTo>
                  <a:lnTo>
                    <a:pt x="120650" y="320040"/>
                  </a:lnTo>
                  <a:lnTo>
                    <a:pt x="123190" y="317500"/>
                  </a:lnTo>
                  <a:close/>
                </a:path>
                <a:path w="436879" h="429260">
                  <a:moveTo>
                    <a:pt x="125730" y="314960"/>
                  </a:moveTo>
                  <a:lnTo>
                    <a:pt x="114300" y="314960"/>
                  </a:lnTo>
                  <a:lnTo>
                    <a:pt x="113029" y="316230"/>
                  </a:lnTo>
                  <a:lnTo>
                    <a:pt x="124460" y="316230"/>
                  </a:lnTo>
                  <a:lnTo>
                    <a:pt x="125730" y="314960"/>
                  </a:lnTo>
                  <a:close/>
                </a:path>
                <a:path w="436879" h="429260">
                  <a:moveTo>
                    <a:pt x="129540" y="311150"/>
                  </a:moveTo>
                  <a:lnTo>
                    <a:pt x="118110" y="311150"/>
                  </a:lnTo>
                  <a:lnTo>
                    <a:pt x="115569" y="313690"/>
                  </a:lnTo>
                  <a:lnTo>
                    <a:pt x="126999" y="313690"/>
                  </a:lnTo>
                  <a:lnTo>
                    <a:pt x="129540" y="311150"/>
                  </a:lnTo>
                  <a:close/>
                </a:path>
                <a:path w="436879" h="429260">
                  <a:moveTo>
                    <a:pt x="132080" y="308610"/>
                  </a:moveTo>
                  <a:lnTo>
                    <a:pt x="120650" y="308610"/>
                  </a:lnTo>
                  <a:lnTo>
                    <a:pt x="119379" y="309880"/>
                  </a:lnTo>
                  <a:lnTo>
                    <a:pt x="130810" y="309880"/>
                  </a:lnTo>
                  <a:lnTo>
                    <a:pt x="132080" y="308610"/>
                  </a:lnTo>
                  <a:close/>
                </a:path>
                <a:path w="436879" h="429260">
                  <a:moveTo>
                    <a:pt x="135890" y="304800"/>
                  </a:moveTo>
                  <a:lnTo>
                    <a:pt x="124460" y="304800"/>
                  </a:lnTo>
                  <a:lnTo>
                    <a:pt x="121919" y="307340"/>
                  </a:lnTo>
                  <a:lnTo>
                    <a:pt x="133350" y="307340"/>
                  </a:lnTo>
                  <a:lnTo>
                    <a:pt x="135890" y="304800"/>
                  </a:lnTo>
                  <a:close/>
                </a:path>
                <a:path w="436879" h="429260">
                  <a:moveTo>
                    <a:pt x="138430" y="302260"/>
                  </a:moveTo>
                  <a:lnTo>
                    <a:pt x="127000" y="302260"/>
                  </a:lnTo>
                  <a:lnTo>
                    <a:pt x="125729" y="303530"/>
                  </a:lnTo>
                  <a:lnTo>
                    <a:pt x="137160" y="303530"/>
                  </a:lnTo>
                  <a:lnTo>
                    <a:pt x="138430" y="302260"/>
                  </a:lnTo>
                  <a:close/>
                </a:path>
                <a:path w="436879" h="429260">
                  <a:moveTo>
                    <a:pt x="142240" y="298450"/>
                  </a:moveTo>
                  <a:lnTo>
                    <a:pt x="130810" y="298450"/>
                  </a:lnTo>
                  <a:lnTo>
                    <a:pt x="128269" y="300990"/>
                  </a:lnTo>
                  <a:lnTo>
                    <a:pt x="139700" y="300990"/>
                  </a:lnTo>
                  <a:lnTo>
                    <a:pt x="142240" y="298450"/>
                  </a:lnTo>
                  <a:close/>
                </a:path>
                <a:path w="436879" h="429260">
                  <a:moveTo>
                    <a:pt x="144780" y="295910"/>
                  </a:moveTo>
                  <a:lnTo>
                    <a:pt x="133350" y="295910"/>
                  </a:lnTo>
                  <a:lnTo>
                    <a:pt x="132079" y="297180"/>
                  </a:lnTo>
                  <a:lnTo>
                    <a:pt x="143509" y="297180"/>
                  </a:lnTo>
                  <a:lnTo>
                    <a:pt x="144780" y="295910"/>
                  </a:lnTo>
                  <a:close/>
                </a:path>
                <a:path w="436879" h="429260">
                  <a:moveTo>
                    <a:pt x="148590" y="292100"/>
                  </a:moveTo>
                  <a:lnTo>
                    <a:pt x="137160" y="292100"/>
                  </a:lnTo>
                  <a:lnTo>
                    <a:pt x="134619" y="294640"/>
                  </a:lnTo>
                  <a:lnTo>
                    <a:pt x="146050" y="294640"/>
                  </a:lnTo>
                  <a:lnTo>
                    <a:pt x="148590" y="292100"/>
                  </a:lnTo>
                  <a:close/>
                </a:path>
                <a:path w="436879" h="429260">
                  <a:moveTo>
                    <a:pt x="151130" y="289560"/>
                  </a:moveTo>
                  <a:lnTo>
                    <a:pt x="139700" y="289560"/>
                  </a:lnTo>
                  <a:lnTo>
                    <a:pt x="138429" y="290830"/>
                  </a:lnTo>
                  <a:lnTo>
                    <a:pt x="149859" y="290830"/>
                  </a:lnTo>
                  <a:lnTo>
                    <a:pt x="151130" y="289560"/>
                  </a:lnTo>
                  <a:close/>
                </a:path>
                <a:path w="436879" h="429260">
                  <a:moveTo>
                    <a:pt x="154940" y="285750"/>
                  </a:moveTo>
                  <a:lnTo>
                    <a:pt x="143510" y="285750"/>
                  </a:lnTo>
                  <a:lnTo>
                    <a:pt x="140969" y="288290"/>
                  </a:lnTo>
                  <a:lnTo>
                    <a:pt x="152400" y="288290"/>
                  </a:lnTo>
                  <a:lnTo>
                    <a:pt x="154940" y="285750"/>
                  </a:lnTo>
                  <a:close/>
                </a:path>
                <a:path w="436879" h="429260">
                  <a:moveTo>
                    <a:pt x="157480" y="283210"/>
                  </a:moveTo>
                  <a:lnTo>
                    <a:pt x="146050" y="283210"/>
                  </a:lnTo>
                  <a:lnTo>
                    <a:pt x="144779" y="284480"/>
                  </a:lnTo>
                  <a:lnTo>
                    <a:pt x="156210" y="284480"/>
                  </a:lnTo>
                  <a:lnTo>
                    <a:pt x="157480" y="283210"/>
                  </a:lnTo>
                  <a:close/>
                </a:path>
                <a:path w="436879" h="429260">
                  <a:moveTo>
                    <a:pt x="161290" y="279400"/>
                  </a:moveTo>
                  <a:lnTo>
                    <a:pt x="149860" y="279400"/>
                  </a:lnTo>
                  <a:lnTo>
                    <a:pt x="147319" y="281940"/>
                  </a:lnTo>
                  <a:lnTo>
                    <a:pt x="158750" y="281940"/>
                  </a:lnTo>
                  <a:lnTo>
                    <a:pt x="161290" y="279400"/>
                  </a:lnTo>
                  <a:close/>
                </a:path>
                <a:path w="436879" h="429260">
                  <a:moveTo>
                    <a:pt x="163830" y="276860"/>
                  </a:moveTo>
                  <a:lnTo>
                    <a:pt x="152400" y="276860"/>
                  </a:lnTo>
                  <a:lnTo>
                    <a:pt x="151129" y="278130"/>
                  </a:lnTo>
                  <a:lnTo>
                    <a:pt x="162560" y="278130"/>
                  </a:lnTo>
                  <a:lnTo>
                    <a:pt x="163830" y="276860"/>
                  </a:lnTo>
                  <a:close/>
                </a:path>
                <a:path w="436879" h="429260">
                  <a:moveTo>
                    <a:pt x="176530" y="264160"/>
                  </a:moveTo>
                  <a:lnTo>
                    <a:pt x="165100" y="264160"/>
                  </a:lnTo>
                  <a:lnTo>
                    <a:pt x="153669" y="275590"/>
                  </a:lnTo>
                  <a:lnTo>
                    <a:pt x="165099" y="275590"/>
                  </a:lnTo>
                  <a:lnTo>
                    <a:pt x="176530" y="264160"/>
                  </a:lnTo>
                  <a:close/>
                </a:path>
                <a:path w="436879" h="429260">
                  <a:moveTo>
                    <a:pt x="189230" y="251460"/>
                  </a:moveTo>
                  <a:lnTo>
                    <a:pt x="177800" y="251460"/>
                  </a:lnTo>
                  <a:lnTo>
                    <a:pt x="166369" y="262890"/>
                  </a:lnTo>
                  <a:lnTo>
                    <a:pt x="177800" y="262890"/>
                  </a:lnTo>
                  <a:lnTo>
                    <a:pt x="189230" y="251460"/>
                  </a:lnTo>
                  <a:close/>
                </a:path>
                <a:path w="436879" h="429260">
                  <a:moveTo>
                    <a:pt x="193040" y="247650"/>
                  </a:moveTo>
                  <a:lnTo>
                    <a:pt x="181610" y="247650"/>
                  </a:lnTo>
                  <a:lnTo>
                    <a:pt x="179069" y="250190"/>
                  </a:lnTo>
                  <a:lnTo>
                    <a:pt x="190500" y="250190"/>
                  </a:lnTo>
                  <a:lnTo>
                    <a:pt x="193040" y="247650"/>
                  </a:lnTo>
                  <a:close/>
                </a:path>
                <a:path w="436879" h="429260">
                  <a:moveTo>
                    <a:pt x="195580" y="245110"/>
                  </a:moveTo>
                  <a:lnTo>
                    <a:pt x="184150" y="245110"/>
                  </a:lnTo>
                  <a:lnTo>
                    <a:pt x="182879" y="246380"/>
                  </a:lnTo>
                  <a:lnTo>
                    <a:pt x="194310" y="246380"/>
                  </a:lnTo>
                  <a:lnTo>
                    <a:pt x="195580" y="245110"/>
                  </a:lnTo>
                  <a:close/>
                </a:path>
                <a:path w="436879" h="429260">
                  <a:moveTo>
                    <a:pt x="199390" y="241300"/>
                  </a:moveTo>
                  <a:lnTo>
                    <a:pt x="187960" y="241300"/>
                  </a:lnTo>
                  <a:lnTo>
                    <a:pt x="185419" y="243840"/>
                  </a:lnTo>
                  <a:lnTo>
                    <a:pt x="196850" y="243840"/>
                  </a:lnTo>
                  <a:lnTo>
                    <a:pt x="199390" y="241300"/>
                  </a:lnTo>
                  <a:close/>
                </a:path>
                <a:path w="436879" h="429260">
                  <a:moveTo>
                    <a:pt x="212090" y="228600"/>
                  </a:moveTo>
                  <a:lnTo>
                    <a:pt x="200660" y="228600"/>
                  </a:lnTo>
                  <a:lnTo>
                    <a:pt x="189229" y="240030"/>
                  </a:lnTo>
                  <a:lnTo>
                    <a:pt x="200660" y="240030"/>
                  </a:lnTo>
                  <a:lnTo>
                    <a:pt x="212090" y="228600"/>
                  </a:lnTo>
                  <a:close/>
                </a:path>
                <a:path w="436879" h="429260">
                  <a:moveTo>
                    <a:pt x="220980" y="219710"/>
                  </a:moveTo>
                  <a:lnTo>
                    <a:pt x="209550" y="219710"/>
                  </a:lnTo>
                  <a:lnTo>
                    <a:pt x="201929" y="227330"/>
                  </a:lnTo>
                  <a:lnTo>
                    <a:pt x="213360" y="227330"/>
                  </a:lnTo>
                  <a:lnTo>
                    <a:pt x="220980" y="219710"/>
                  </a:lnTo>
                  <a:close/>
                </a:path>
                <a:path w="436879" h="429260">
                  <a:moveTo>
                    <a:pt x="237490" y="203200"/>
                  </a:moveTo>
                  <a:lnTo>
                    <a:pt x="226060" y="203200"/>
                  </a:lnTo>
                  <a:lnTo>
                    <a:pt x="210819" y="218440"/>
                  </a:lnTo>
                  <a:lnTo>
                    <a:pt x="222250" y="218440"/>
                  </a:lnTo>
                  <a:lnTo>
                    <a:pt x="237490" y="203200"/>
                  </a:lnTo>
                  <a:close/>
                </a:path>
                <a:path w="436879" h="429260">
                  <a:moveTo>
                    <a:pt x="242570" y="198120"/>
                  </a:moveTo>
                  <a:lnTo>
                    <a:pt x="231139" y="198120"/>
                  </a:lnTo>
                  <a:lnTo>
                    <a:pt x="227329" y="201930"/>
                  </a:lnTo>
                  <a:lnTo>
                    <a:pt x="238760" y="201930"/>
                  </a:lnTo>
                  <a:lnTo>
                    <a:pt x="242570" y="198120"/>
                  </a:lnTo>
                  <a:close/>
                </a:path>
              </a:pathLst>
            </a:custGeom>
            <a:solidFill>
              <a:srgbClr val="B046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4">
              <a:extLst>
                <a:ext uri="{FF2B5EF4-FFF2-40B4-BE49-F238E27FC236}">
                  <a16:creationId xmlns:a16="http://schemas.microsoft.com/office/drawing/2014/main" id="{2236B8BD-0CBC-6D6C-59E8-BC83FFAC79EF}"/>
                </a:ext>
              </a:extLst>
            </p:cNvPr>
            <p:cNvSpPr/>
            <p:nvPr/>
          </p:nvSpPr>
          <p:spPr>
            <a:xfrm>
              <a:off x="2856230" y="2663190"/>
              <a:ext cx="430530" cy="427990"/>
            </a:xfrm>
            <a:custGeom>
              <a:avLst/>
              <a:gdLst/>
              <a:ahLst/>
              <a:cxnLst/>
              <a:rect l="l" t="t" r="r" b="b"/>
              <a:pathLst>
                <a:path w="430529" h="427989">
                  <a:moveTo>
                    <a:pt x="323850" y="110489"/>
                  </a:moveTo>
                  <a:lnTo>
                    <a:pt x="313690" y="110489"/>
                  </a:lnTo>
                  <a:lnTo>
                    <a:pt x="307340" y="116839"/>
                  </a:lnTo>
                  <a:lnTo>
                    <a:pt x="317500" y="116839"/>
                  </a:lnTo>
                  <a:lnTo>
                    <a:pt x="323850" y="110489"/>
                  </a:lnTo>
                  <a:close/>
                </a:path>
                <a:path w="430529" h="427989">
                  <a:moveTo>
                    <a:pt x="326390" y="107950"/>
                  </a:moveTo>
                  <a:lnTo>
                    <a:pt x="316230" y="107950"/>
                  </a:lnTo>
                  <a:lnTo>
                    <a:pt x="314960" y="109219"/>
                  </a:lnTo>
                  <a:lnTo>
                    <a:pt x="325120" y="109219"/>
                  </a:lnTo>
                  <a:lnTo>
                    <a:pt x="326390" y="107950"/>
                  </a:lnTo>
                  <a:close/>
                </a:path>
                <a:path w="430529" h="427989">
                  <a:moveTo>
                    <a:pt x="330200" y="104139"/>
                  </a:moveTo>
                  <a:lnTo>
                    <a:pt x="320040" y="104139"/>
                  </a:lnTo>
                  <a:lnTo>
                    <a:pt x="317500" y="106679"/>
                  </a:lnTo>
                  <a:lnTo>
                    <a:pt x="327660" y="106679"/>
                  </a:lnTo>
                  <a:lnTo>
                    <a:pt x="330200" y="104139"/>
                  </a:lnTo>
                  <a:close/>
                </a:path>
                <a:path w="430529" h="427989">
                  <a:moveTo>
                    <a:pt x="332740" y="101600"/>
                  </a:moveTo>
                  <a:lnTo>
                    <a:pt x="322580" y="101600"/>
                  </a:lnTo>
                  <a:lnTo>
                    <a:pt x="321310" y="102869"/>
                  </a:lnTo>
                  <a:lnTo>
                    <a:pt x="331470" y="102869"/>
                  </a:lnTo>
                  <a:lnTo>
                    <a:pt x="332740" y="101600"/>
                  </a:lnTo>
                  <a:close/>
                </a:path>
                <a:path w="430529" h="427989">
                  <a:moveTo>
                    <a:pt x="336550" y="97789"/>
                  </a:moveTo>
                  <a:lnTo>
                    <a:pt x="326390" y="97789"/>
                  </a:lnTo>
                  <a:lnTo>
                    <a:pt x="323850" y="100329"/>
                  </a:lnTo>
                  <a:lnTo>
                    <a:pt x="334010" y="100329"/>
                  </a:lnTo>
                  <a:lnTo>
                    <a:pt x="336550" y="97789"/>
                  </a:lnTo>
                  <a:close/>
                </a:path>
                <a:path w="430529" h="427989">
                  <a:moveTo>
                    <a:pt x="339090" y="95250"/>
                  </a:moveTo>
                  <a:lnTo>
                    <a:pt x="328930" y="95250"/>
                  </a:lnTo>
                  <a:lnTo>
                    <a:pt x="327660" y="96519"/>
                  </a:lnTo>
                  <a:lnTo>
                    <a:pt x="337820" y="96519"/>
                  </a:lnTo>
                  <a:lnTo>
                    <a:pt x="339090" y="95250"/>
                  </a:lnTo>
                  <a:close/>
                </a:path>
                <a:path w="430529" h="427989">
                  <a:moveTo>
                    <a:pt x="351790" y="82550"/>
                  </a:moveTo>
                  <a:lnTo>
                    <a:pt x="341630" y="82550"/>
                  </a:lnTo>
                  <a:lnTo>
                    <a:pt x="330200" y="93979"/>
                  </a:lnTo>
                  <a:lnTo>
                    <a:pt x="340360" y="93979"/>
                  </a:lnTo>
                  <a:lnTo>
                    <a:pt x="351790" y="82550"/>
                  </a:lnTo>
                  <a:close/>
                </a:path>
                <a:path w="430529" h="427989">
                  <a:moveTo>
                    <a:pt x="364490" y="69850"/>
                  </a:moveTo>
                  <a:lnTo>
                    <a:pt x="354330" y="69850"/>
                  </a:lnTo>
                  <a:lnTo>
                    <a:pt x="342900" y="81279"/>
                  </a:lnTo>
                  <a:lnTo>
                    <a:pt x="353060" y="81279"/>
                  </a:lnTo>
                  <a:lnTo>
                    <a:pt x="364490" y="69850"/>
                  </a:lnTo>
                  <a:close/>
                </a:path>
                <a:path w="430529" h="427989">
                  <a:moveTo>
                    <a:pt x="368300" y="66039"/>
                  </a:moveTo>
                  <a:lnTo>
                    <a:pt x="358140" y="66039"/>
                  </a:lnTo>
                  <a:lnTo>
                    <a:pt x="355600" y="68579"/>
                  </a:lnTo>
                  <a:lnTo>
                    <a:pt x="365760" y="68579"/>
                  </a:lnTo>
                  <a:lnTo>
                    <a:pt x="368300" y="66039"/>
                  </a:lnTo>
                  <a:close/>
                </a:path>
                <a:path w="430529" h="427989">
                  <a:moveTo>
                    <a:pt x="370840" y="63500"/>
                  </a:moveTo>
                  <a:lnTo>
                    <a:pt x="360680" y="63500"/>
                  </a:lnTo>
                  <a:lnTo>
                    <a:pt x="359410" y="64769"/>
                  </a:lnTo>
                  <a:lnTo>
                    <a:pt x="369570" y="64769"/>
                  </a:lnTo>
                  <a:lnTo>
                    <a:pt x="370840" y="63500"/>
                  </a:lnTo>
                  <a:close/>
                </a:path>
                <a:path w="430529" h="427989">
                  <a:moveTo>
                    <a:pt x="374650" y="59689"/>
                  </a:moveTo>
                  <a:lnTo>
                    <a:pt x="364490" y="59689"/>
                  </a:lnTo>
                  <a:lnTo>
                    <a:pt x="361950" y="62229"/>
                  </a:lnTo>
                  <a:lnTo>
                    <a:pt x="372110" y="62229"/>
                  </a:lnTo>
                  <a:lnTo>
                    <a:pt x="374650" y="59689"/>
                  </a:lnTo>
                  <a:close/>
                </a:path>
                <a:path w="430529" h="427989">
                  <a:moveTo>
                    <a:pt x="377190" y="57150"/>
                  </a:moveTo>
                  <a:lnTo>
                    <a:pt x="367030" y="57150"/>
                  </a:lnTo>
                  <a:lnTo>
                    <a:pt x="365760" y="58419"/>
                  </a:lnTo>
                  <a:lnTo>
                    <a:pt x="375920" y="58419"/>
                  </a:lnTo>
                  <a:lnTo>
                    <a:pt x="377190" y="57150"/>
                  </a:lnTo>
                  <a:close/>
                </a:path>
                <a:path w="430529" h="427989">
                  <a:moveTo>
                    <a:pt x="381000" y="53339"/>
                  </a:moveTo>
                  <a:lnTo>
                    <a:pt x="370840" y="53339"/>
                  </a:lnTo>
                  <a:lnTo>
                    <a:pt x="368300" y="55879"/>
                  </a:lnTo>
                  <a:lnTo>
                    <a:pt x="378460" y="55879"/>
                  </a:lnTo>
                  <a:lnTo>
                    <a:pt x="381000" y="53339"/>
                  </a:lnTo>
                  <a:close/>
                </a:path>
                <a:path w="430529" h="427989">
                  <a:moveTo>
                    <a:pt x="383540" y="50800"/>
                  </a:moveTo>
                  <a:lnTo>
                    <a:pt x="373380" y="50800"/>
                  </a:lnTo>
                  <a:lnTo>
                    <a:pt x="372110" y="52069"/>
                  </a:lnTo>
                  <a:lnTo>
                    <a:pt x="382270" y="52069"/>
                  </a:lnTo>
                  <a:lnTo>
                    <a:pt x="383540" y="50800"/>
                  </a:lnTo>
                  <a:close/>
                </a:path>
                <a:path w="430529" h="427989">
                  <a:moveTo>
                    <a:pt x="387350" y="46989"/>
                  </a:moveTo>
                  <a:lnTo>
                    <a:pt x="377190" y="46989"/>
                  </a:lnTo>
                  <a:lnTo>
                    <a:pt x="374650" y="49529"/>
                  </a:lnTo>
                  <a:lnTo>
                    <a:pt x="384810" y="49529"/>
                  </a:lnTo>
                  <a:lnTo>
                    <a:pt x="387350" y="46989"/>
                  </a:lnTo>
                  <a:close/>
                </a:path>
                <a:path w="430529" h="427989">
                  <a:moveTo>
                    <a:pt x="389890" y="44450"/>
                  </a:moveTo>
                  <a:lnTo>
                    <a:pt x="379730" y="44450"/>
                  </a:lnTo>
                  <a:lnTo>
                    <a:pt x="378460" y="45719"/>
                  </a:lnTo>
                  <a:lnTo>
                    <a:pt x="388620" y="45719"/>
                  </a:lnTo>
                  <a:lnTo>
                    <a:pt x="389890" y="44450"/>
                  </a:lnTo>
                  <a:close/>
                </a:path>
                <a:path w="430529" h="427989">
                  <a:moveTo>
                    <a:pt x="393700" y="40639"/>
                  </a:moveTo>
                  <a:lnTo>
                    <a:pt x="383540" y="40639"/>
                  </a:lnTo>
                  <a:lnTo>
                    <a:pt x="381000" y="43179"/>
                  </a:lnTo>
                  <a:lnTo>
                    <a:pt x="391160" y="43179"/>
                  </a:lnTo>
                  <a:lnTo>
                    <a:pt x="393700" y="40639"/>
                  </a:lnTo>
                  <a:close/>
                </a:path>
                <a:path w="430529" h="427989">
                  <a:moveTo>
                    <a:pt x="396240" y="38100"/>
                  </a:moveTo>
                  <a:lnTo>
                    <a:pt x="386080" y="38100"/>
                  </a:lnTo>
                  <a:lnTo>
                    <a:pt x="384810" y="39369"/>
                  </a:lnTo>
                  <a:lnTo>
                    <a:pt x="394970" y="39369"/>
                  </a:lnTo>
                  <a:lnTo>
                    <a:pt x="396240" y="38100"/>
                  </a:lnTo>
                  <a:close/>
                </a:path>
                <a:path w="430529" h="427989">
                  <a:moveTo>
                    <a:pt x="400050" y="34289"/>
                  </a:moveTo>
                  <a:lnTo>
                    <a:pt x="389890" y="34289"/>
                  </a:lnTo>
                  <a:lnTo>
                    <a:pt x="387350" y="36829"/>
                  </a:lnTo>
                  <a:lnTo>
                    <a:pt x="397510" y="36829"/>
                  </a:lnTo>
                  <a:lnTo>
                    <a:pt x="400050" y="34289"/>
                  </a:lnTo>
                  <a:close/>
                </a:path>
                <a:path w="430529" h="427989">
                  <a:moveTo>
                    <a:pt x="402590" y="31750"/>
                  </a:moveTo>
                  <a:lnTo>
                    <a:pt x="392430" y="31750"/>
                  </a:lnTo>
                  <a:lnTo>
                    <a:pt x="391160" y="33019"/>
                  </a:lnTo>
                  <a:lnTo>
                    <a:pt x="401320" y="33019"/>
                  </a:lnTo>
                  <a:lnTo>
                    <a:pt x="402590" y="31750"/>
                  </a:lnTo>
                  <a:close/>
                </a:path>
                <a:path w="430529" h="427989">
                  <a:moveTo>
                    <a:pt x="406400" y="27939"/>
                  </a:moveTo>
                  <a:lnTo>
                    <a:pt x="396240" y="27939"/>
                  </a:lnTo>
                  <a:lnTo>
                    <a:pt x="393700" y="30479"/>
                  </a:lnTo>
                  <a:lnTo>
                    <a:pt x="403860" y="30479"/>
                  </a:lnTo>
                  <a:lnTo>
                    <a:pt x="406400" y="27939"/>
                  </a:lnTo>
                  <a:close/>
                </a:path>
                <a:path w="430529" h="427989">
                  <a:moveTo>
                    <a:pt x="408940" y="25400"/>
                  </a:moveTo>
                  <a:lnTo>
                    <a:pt x="398780" y="25400"/>
                  </a:lnTo>
                  <a:lnTo>
                    <a:pt x="397510" y="26669"/>
                  </a:lnTo>
                  <a:lnTo>
                    <a:pt x="407670" y="26669"/>
                  </a:lnTo>
                  <a:lnTo>
                    <a:pt x="408940" y="25400"/>
                  </a:lnTo>
                  <a:close/>
                </a:path>
                <a:path w="430529" h="427989">
                  <a:moveTo>
                    <a:pt x="412750" y="21589"/>
                  </a:moveTo>
                  <a:lnTo>
                    <a:pt x="402590" y="21589"/>
                  </a:lnTo>
                  <a:lnTo>
                    <a:pt x="400050" y="24129"/>
                  </a:lnTo>
                  <a:lnTo>
                    <a:pt x="410210" y="24129"/>
                  </a:lnTo>
                  <a:lnTo>
                    <a:pt x="412750" y="21589"/>
                  </a:lnTo>
                  <a:close/>
                </a:path>
                <a:path w="430529" h="427989">
                  <a:moveTo>
                    <a:pt x="415290" y="19050"/>
                  </a:moveTo>
                  <a:lnTo>
                    <a:pt x="405130" y="19050"/>
                  </a:lnTo>
                  <a:lnTo>
                    <a:pt x="403860" y="20319"/>
                  </a:lnTo>
                  <a:lnTo>
                    <a:pt x="414020" y="20319"/>
                  </a:lnTo>
                  <a:lnTo>
                    <a:pt x="415290" y="19050"/>
                  </a:lnTo>
                  <a:close/>
                </a:path>
                <a:path w="430529" h="427989">
                  <a:moveTo>
                    <a:pt x="419100" y="15239"/>
                  </a:moveTo>
                  <a:lnTo>
                    <a:pt x="408940" y="15239"/>
                  </a:lnTo>
                  <a:lnTo>
                    <a:pt x="406400" y="17779"/>
                  </a:lnTo>
                  <a:lnTo>
                    <a:pt x="416560" y="17779"/>
                  </a:lnTo>
                  <a:lnTo>
                    <a:pt x="419100" y="15239"/>
                  </a:lnTo>
                  <a:close/>
                </a:path>
                <a:path w="430529" h="427989">
                  <a:moveTo>
                    <a:pt x="421640" y="12700"/>
                  </a:moveTo>
                  <a:lnTo>
                    <a:pt x="411480" y="12700"/>
                  </a:lnTo>
                  <a:lnTo>
                    <a:pt x="410210" y="13969"/>
                  </a:lnTo>
                  <a:lnTo>
                    <a:pt x="420370" y="13969"/>
                  </a:lnTo>
                  <a:lnTo>
                    <a:pt x="421640" y="12700"/>
                  </a:lnTo>
                  <a:close/>
                </a:path>
                <a:path w="430529" h="427989">
                  <a:moveTo>
                    <a:pt x="425450" y="8889"/>
                  </a:moveTo>
                  <a:lnTo>
                    <a:pt x="415290" y="8889"/>
                  </a:lnTo>
                  <a:lnTo>
                    <a:pt x="412750" y="11429"/>
                  </a:lnTo>
                  <a:lnTo>
                    <a:pt x="422910" y="11429"/>
                  </a:lnTo>
                  <a:lnTo>
                    <a:pt x="425450" y="8889"/>
                  </a:lnTo>
                  <a:close/>
                </a:path>
                <a:path w="430529" h="427989">
                  <a:moveTo>
                    <a:pt x="427990" y="6350"/>
                  </a:moveTo>
                  <a:lnTo>
                    <a:pt x="417830" y="6350"/>
                  </a:lnTo>
                  <a:lnTo>
                    <a:pt x="416560" y="7619"/>
                  </a:lnTo>
                  <a:lnTo>
                    <a:pt x="426720" y="7619"/>
                  </a:lnTo>
                  <a:lnTo>
                    <a:pt x="427990" y="6350"/>
                  </a:lnTo>
                  <a:close/>
                </a:path>
                <a:path w="430529" h="427989">
                  <a:moveTo>
                    <a:pt x="430530" y="2539"/>
                  </a:moveTo>
                  <a:lnTo>
                    <a:pt x="421640" y="2539"/>
                  </a:lnTo>
                  <a:lnTo>
                    <a:pt x="419100" y="5079"/>
                  </a:lnTo>
                  <a:lnTo>
                    <a:pt x="429260" y="5079"/>
                  </a:lnTo>
                  <a:lnTo>
                    <a:pt x="430530" y="3810"/>
                  </a:lnTo>
                  <a:lnTo>
                    <a:pt x="430530" y="2539"/>
                  </a:lnTo>
                  <a:close/>
                </a:path>
                <a:path w="430529" h="427989">
                  <a:moveTo>
                    <a:pt x="427990" y="1269"/>
                  </a:moveTo>
                  <a:lnTo>
                    <a:pt x="425450" y="1269"/>
                  </a:lnTo>
                  <a:lnTo>
                    <a:pt x="425450" y="2539"/>
                  </a:lnTo>
                  <a:lnTo>
                    <a:pt x="427990" y="2539"/>
                  </a:lnTo>
                  <a:lnTo>
                    <a:pt x="427990" y="1269"/>
                  </a:lnTo>
                  <a:close/>
                </a:path>
                <a:path w="430529" h="427989">
                  <a:moveTo>
                    <a:pt x="424180" y="0"/>
                  </a:moveTo>
                  <a:lnTo>
                    <a:pt x="422910" y="1269"/>
                  </a:lnTo>
                  <a:lnTo>
                    <a:pt x="424180" y="1269"/>
                  </a:lnTo>
                  <a:lnTo>
                    <a:pt x="424180" y="0"/>
                  </a:lnTo>
                  <a:close/>
                </a:path>
                <a:path w="430529" h="427989">
                  <a:moveTo>
                    <a:pt x="317500" y="116840"/>
                  </a:moveTo>
                  <a:lnTo>
                    <a:pt x="307340" y="116840"/>
                  </a:lnTo>
                  <a:lnTo>
                    <a:pt x="281940" y="142239"/>
                  </a:lnTo>
                  <a:lnTo>
                    <a:pt x="292100" y="142239"/>
                  </a:lnTo>
                  <a:lnTo>
                    <a:pt x="317500" y="116840"/>
                  </a:lnTo>
                  <a:close/>
                </a:path>
                <a:path w="430529" h="427989">
                  <a:moveTo>
                    <a:pt x="292100" y="142240"/>
                  </a:moveTo>
                  <a:lnTo>
                    <a:pt x="281940" y="142240"/>
                  </a:lnTo>
                  <a:lnTo>
                    <a:pt x="231140" y="193039"/>
                  </a:lnTo>
                  <a:lnTo>
                    <a:pt x="241300" y="193039"/>
                  </a:lnTo>
                  <a:lnTo>
                    <a:pt x="292100" y="142240"/>
                  </a:lnTo>
                  <a:close/>
                </a:path>
                <a:path w="430529" h="427989">
                  <a:moveTo>
                    <a:pt x="8890" y="425450"/>
                  </a:moveTo>
                  <a:lnTo>
                    <a:pt x="6350" y="425450"/>
                  </a:lnTo>
                  <a:lnTo>
                    <a:pt x="6350" y="427989"/>
                  </a:lnTo>
                  <a:lnTo>
                    <a:pt x="8890" y="425450"/>
                  </a:lnTo>
                  <a:close/>
                </a:path>
                <a:path w="430529" h="427989">
                  <a:moveTo>
                    <a:pt x="12700" y="421639"/>
                  </a:moveTo>
                  <a:lnTo>
                    <a:pt x="2540" y="421639"/>
                  </a:lnTo>
                  <a:lnTo>
                    <a:pt x="0" y="424180"/>
                  </a:lnTo>
                  <a:lnTo>
                    <a:pt x="10160" y="424180"/>
                  </a:lnTo>
                  <a:lnTo>
                    <a:pt x="12700" y="421639"/>
                  </a:lnTo>
                  <a:close/>
                </a:path>
                <a:path w="430529" h="427989">
                  <a:moveTo>
                    <a:pt x="15240" y="419100"/>
                  </a:moveTo>
                  <a:lnTo>
                    <a:pt x="5080" y="419100"/>
                  </a:lnTo>
                  <a:lnTo>
                    <a:pt x="3810" y="420370"/>
                  </a:lnTo>
                  <a:lnTo>
                    <a:pt x="13970" y="420370"/>
                  </a:lnTo>
                  <a:lnTo>
                    <a:pt x="15240" y="419100"/>
                  </a:lnTo>
                  <a:close/>
                </a:path>
                <a:path w="430529" h="427989">
                  <a:moveTo>
                    <a:pt x="19050" y="415289"/>
                  </a:moveTo>
                  <a:lnTo>
                    <a:pt x="8890" y="415289"/>
                  </a:lnTo>
                  <a:lnTo>
                    <a:pt x="6350" y="417830"/>
                  </a:lnTo>
                  <a:lnTo>
                    <a:pt x="16510" y="417830"/>
                  </a:lnTo>
                  <a:lnTo>
                    <a:pt x="19050" y="415289"/>
                  </a:lnTo>
                  <a:close/>
                </a:path>
                <a:path w="430529" h="427989">
                  <a:moveTo>
                    <a:pt x="21590" y="412750"/>
                  </a:moveTo>
                  <a:lnTo>
                    <a:pt x="11430" y="412750"/>
                  </a:lnTo>
                  <a:lnTo>
                    <a:pt x="10160" y="414020"/>
                  </a:lnTo>
                  <a:lnTo>
                    <a:pt x="20320" y="414020"/>
                  </a:lnTo>
                  <a:lnTo>
                    <a:pt x="21590" y="412750"/>
                  </a:lnTo>
                  <a:close/>
                </a:path>
                <a:path w="430529" h="427989">
                  <a:moveTo>
                    <a:pt x="25400" y="408939"/>
                  </a:moveTo>
                  <a:lnTo>
                    <a:pt x="15240" y="408939"/>
                  </a:lnTo>
                  <a:lnTo>
                    <a:pt x="12700" y="411480"/>
                  </a:lnTo>
                  <a:lnTo>
                    <a:pt x="22860" y="411480"/>
                  </a:lnTo>
                  <a:lnTo>
                    <a:pt x="25400" y="408939"/>
                  </a:lnTo>
                  <a:close/>
                </a:path>
                <a:path w="430529" h="427989">
                  <a:moveTo>
                    <a:pt x="27940" y="406400"/>
                  </a:moveTo>
                  <a:lnTo>
                    <a:pt x="17780" y="406400"/>
                  </a:lnTo>
                  <a:lnTo>
                    <a:pt x="16510" y="407670"/>
                  </a:lnTo>
                  <a:lnTo>
                    <a:pt x="26670" y="407670"/>
                  </a:lnTo>
                  <a:lnTo>
                    <a:pt x="27940" y="406400"/>
                  </a:lnTo>
                  <a:close/>
                </a:path>
                <a:path w="430529" h="427989">
                  <a:moveTo>
                    <a:pt x="31750" y="402589"/>
                  </a:moveTo>
                  <a:lnTo>
                    <a:pt x="21590" y="402589"/>
                  </a:lnTo>
                  <a:lnTo>
                    <a:pt x="19050" y="405130"/>
                  </a:lnTo>
                  <a:lnTo>
                    <a:pt x="29210" y="405130"/>
                  </a:lnTo>
                  <a:lnTo>
                    <a:pt x="31750" y="402589"/>
                  </a:lnTo>
                  <a:close/>
                </a:path>
                <a:path w="430529" h="427989">
                  <a:moveTo>
                    <a:pt x="34290" y="400050"/>
                  </a:moveTo>
                  <a:lnTo>
                    <a:pt x="24130" y="400050"/>
                  </a:lnTo>
                  <a:lnTo>
                    <a:pt x="22860" y="401320"/>
                  </a:lnTo>
                  <a:lnTo>
                    <a:pt x="33020" y="401320"/>
                  </a:lnTo>
                  <a:lnTo>
                    <a:pt x="34290" y="400050"/>
                  </a:lnTo>
                  <a:close/>
                </a:path>
                <a:path w="430529" h="427989">
                  <a:moveTo>
                    <a:pt x="38100" y="396239"/>
                  </a:moveTo>
                  <a:lnTo>
                    <a:pt x="27940" y="396239"/>
                  </a:lnTo>
                  <a:lnTo>
                    <a:pt x="25400" y="398780"/>
                  </a:lnTo>
                  <a:lnTo>
                    <a:pt x="35560" y="398780"/>
                  </a:lnTo>
                  <a:lnTo>
                    <a:pt x="38100" y="396239"/>
                  </a:lnTo>
                  <a:close/>
                </a:path>
                <a:path w="430529" h="427989">
                  <a:moveTo>
                    <a:pt x="40640" y="393700"/>
                  </a:moveTo>
                  <a:lnTo>
                    <a:pt x="30480" y="393700"/>
                  </a:lnTo>
                  <a:lnTo>
                    <a:pt x="29210" y="394970"/>
                  </a:lnTo>
                  <a:lnTo>
                    <a:pt x="39370" y="394970"/>
                  </a:lnTo>
                  <a:lnTo>
                    <a:pt x="40640" y="393700"/>
                  </a:lnTo>
                  <a:close/>
                </a:path>
                <a:path w="430529" h="427989">
                  <a:moveTo>
                    <a:pt x="44450" y="389889"/>
                  </a:moveTo>
                  <a:lnTo>
                    <a:pt x="34290" y="389889"/>
                  </a:lnTo>
                  <a:lnTo>
                    <a:pt x="31750" y="392430"/>
                  </a:lnTo>
                  <a:lnTo>
                    <a:pt x="41910" y="392430"/>
                  </a:lnTo>
                  <a:lnTo>
                    <a:pt x="44450" y="389889"/>
                  </a:lnTo>
                  <a:close/>
                </a:path>
                <a:path w="430529" h="427989">
                  <a:moveTo>
                    <a:pt x="46990" y="387350"/>
                  </a:moveTo>
                  <a:lnTo>
                    <a:pt x="36830" y="387350"/>
                  </a:lnTo>
                  <a:lnTo>
                    <a:pt x="35560" y="388620"/>
                  </a:lnTo>
                  <a:lnTo>
                    <a:pt x="45720" y="388620"/>
                  </a:lnTo>
                  <a:lnTo>
                    <a:pt x="46990" y="387350"/>
                  </a:lnTo>
                  <a:close/>
                </a:path>
                <a:path w="430529" h="427989">
                  <a:moveTo>
                    <a:pt x="50800" y="383539"/>
                  </a:moveTo>
                  <a:lnTo>
                    <a:pt x="40640" y="383539"/>
                  </a:lnTo>
                  <a:lnTo>
                    <a:pt x="38100" y="386080"/>
                  </a:lnTo>
                  <a:lnTo>
                    <a:pt x="48260" y="386080"/>
                  </a:lnTo>
                  <a:lnTo>
                    <a:pt x="50800" y="383539"/>
                  </a:lnTo>
                  <a:close/>
                </a:path>
                <a:path w="430529" h="427989">
                  <a:moveTo>
                    <a:pt x="53340" y="381000"/>
                  </a:moveTo>
                  <a:lnTo>
                    <a:pt x="43180" y="381000"/>
                  </a:lnTo>
                  <a:lnTo>
                    <a:pt x="41910" y="382270"/>
                  </a:lnTo>
                  <a:lnTo>
                    <a:pt x="52070" y="382270"/>
                  </a:lnTo>
                  <a:lnTo>
                    <a:pt x="53340" y="381000"/>
                  </a:lnTo>
                  <a:close/>
                </a:path>
                <a:path w="430529" h="427989">
                  <a:moveTo>
                    <a:pt x="57150" y="377189"/>
                  </a:moveTo>
                  <a:lnTo>
                    <a:pt x="46990" y="377189"/>
                  </a:lnTo>
                  <a:lnTo>
                    <a:pt x="44450" y="379730"/>
                  </a:lnTo>
                  <a:lnTo>
                    <a:pt x="54610" y="379730"/>
                  </a:lnTo>
                  <a:lnTo>
                    <a:pt x="57150" y="377189"/>
                  </a:lnTo>
                  <a:close/>
                </a:path>
                <a:path w="430529" h="427989">
                  <a:moveTo>
                    <a:pt x="59690" y="374650"/>
                  </a:moveTo>
                  <a:lnTo>
                    <a:pt x="49530" y="374650"/>
                  </a:lnTo>
                  <a:lnTo>
                    <a:pt x="48260" y="375920"/>
                  </a:lnTo>
                  <a:lnTo>
                    <a:pt x="58420" y="375920"/>
                  </a:lnTo>
                  <a:lnTo>
                    <a:pt x="59690" y="374650"/>
                  </a:lnTo>
                  <a:close/>
                </a:path>
                <a:path w="430529" h="427989">
                  <a:moveTo>
                    <a:pt x="63500" y="370839"/>
                  </a:moveTo>
                  <a:lnTo>
                    <a:pt x="53340" y="370839"/>
                  </a:lnTo>
                  <a:lnTo>
                    <a:pt x="50800" y="373380"/>
                  </a:lnTo>
                  <a:lnTo>
                    <a:pt x="60960" y="373380"/>
                  </a:lnTo>
                  <a:lnTo>
                    <a:pt x="63500" y="370839"/>
                  </a:lnTo>
                  <a:close/>
                </a:path>
                <a:path w="430529" h="427989">
                  <a:moveTo>
                    <a:pt x="66040" y="368300"/>
                  </a:moveTo>
                  <a:lnTo>
                    <a:pt x="55880" y="368300"/>
                  </a:lnTo>
                  <a:lnTo>
                    <a:pt x="54610" y="369570"/>
                  </a:lnTo>
                  <a:lnTo>
                    <a:pt x="64770" y="369570"/>
                  </a:lnTo>
                  <a:lnTo>
                    <a:pt x="66040" y="368300"/>
                  </a:lnTo>
                  <a:close/>
                </a:path>
                <a:path w="430529" h="427989">
                  <a:moveTo>
                    <a:pt x="69850" y="364489"/>
                  </a:moveTo>
                  <a:lnTo>
                    <a:pt x="59690" y="364489"/>
                  </a:lnTo>
                  <a:lnTo>
                    <a:pt x="57150" y="367030"/>
                  </a:lnTo>
                  <a:lnTo>
                    <a:pt x="67310" y="367030"/>
                  </a:lnTo>
                  <a:lnTo>
                    <a:pt x="69850" y="364489"/>
                  </a:lnTo>
                  <a:close/>
                </a:path>
                <a:path w="430529" h="427989">
                  <a:moveTo>
                    <a:pt x="72390" y="361950"/>
                  </a:moveTo>
                  <a:lnTo>
                    <a:pt x="62230" y="361950"/>
                  </a:lnTo>
                  <a:lnTo>
                    <a:pt x="60960" y="363220"/>
                  </a:lnTo>
                  <a:lnTo>
                    <a:pt x="71120" y="363220"/>
                  </a:lnTo>
                  <a:lnTo>
                    <a:pt x="72390" y="361950"/>
                  </a:lnTo>
                  <a:close/>
                </a:path>
                <a:path w="430529" h="427989">
                  <a:moveTo>
                    <a:pt x="76200" y="358139"/>
                  </a:moveTo>
                  <a:lnTo>
                    <a:pt x="66040" y="358139"/>
                  </a:lnTo>
                  <a:lnTo>
                    <a:pt x="63500" y="360680"/>
                  </a:lnTo>
                  <a:lnTo>
                    <a:pt x="73660" y="360680"/>
                  </a:lnTo>
                  <a:lnTo>
                    <a:pt x="76200" y="358139"/>
                  </a:lnTo>
                  <a:close/>
                </a:path>
                <a:path w="430529" h="427989">
                  <a:moveTo>
                    <a:pt x="78740" y="355600"/>
                  </a:moveTo>
                  <a:lnTo>
                    <a:pt x="68580" y="355600"/>
                  </a:lnTo>
                  <a:lnTo>
                    <a:pt x="67310" y="356870"/>
                  </a:lnTo>
                  <a:lnTo>
                    <a:pt x="77470" y="356870"/>
                  </a:lnTo>
                  <a:lnTo>
                    <a:pt x="78740" y="355600"/>
                  </a:lnTo>
                  <a:close/>
                </a:path>
                <a:path w="430529" h="427989">
                  <a:moveTo>
                    <a:pt x="82550" y="351789"/>
                  </a:moveTo>
                  <a:lnTo>
                    <a:pt x="72390" y="351789"/>
                  </a:lnTo>
                  <a:lnTo>
                    <a:pt x="69850" y="354330"/>
                  </a:lnTo>
                  <a:lnTo>
                    <a:pt x="80010" y="354330"/>
                  </a:lnTo>
                  <a:lnTo>
                    <a:pt x="82550" y="351789"/>
                  </a:lnTo>
                  <a:close/>
                </a:path>
                <a:path w="430529" h="427989">
                  <a:moveTo>
                    <a:pt x="85090" y="349250"/>
                  </a:moveTo>
                  <a:lnTo>
                    <a:pt x="74930" y="349250"/>
                  </a:lnTo>
                  <a:lnTo>
                    <a:pt x="73660" y="350520"/>
                  </a:lnTo>
                  <a:lnTo>
                    <a:pt x="83820" y="350520"/>
                  </a:lnTo>
                  <a:lnTo>
                    <a:pt x="85090" y="349250"/>
                  </a:lnTo>
                  <a:close/>
                </a:path>
                <a:path w="430529" h="427989">
                  <a:moveTo>
                    <a:pt x="88900" y="345439"/>
                  </a:moveTo>
                  <a:lnTo>
                    <a:pt x="78740" y="345439"/>
                  </a:lnTo>
                  <a:lnTo>
                    <a:pt x="76200" y="347980"/>
                  </a:lnTo>
                  <a:lnTo>
                    <a:pt x="86360" y="347980"/>
                  </a:lnTo>
                  <a:lnTo>
                    <a:pt x="88900" y="345439"/>
                  </a:lnTo>
                  <a:close/>
                </a:path>
                <a:path w="430529" h="427989">
                  <a:moveTo>
                    <a:pt x="91440" y="342900"/>
                  </a:moveTo>
                  <a:lnTo>
                    <a:pt x="81280" y="342900"/>
                  </a:lnTo>
                  <a:lnTo>
                    <a:pt x="80010" y="344170"/>
                  </a:lnTo>
                  <a:lnTo>
                    <a:pt x="90170" y="344170"/>
                  </a:lnTo>
                  <a:lnTo>
                    <a:pt x="91440" y="342900"/>
                  </a:lnTo>
                  <a:close/>
                </a:path>
                <a:path w="430529" h="427989">
                  <a:moveTo>
                    <a:pt x="95250" y="339089"/>
                  </a:moveTo>
                  <a:lnTo>
                    <a:pt x="85090" y="339089"/>
                  </a:lnTo>
                  <a:lnTo>
                    <a:pt x="82550" y="341630"/>
                  </a:lnTo>
                  <a:lnTo>
                    <a:pt x="92710" y="341630"/>
                  </a:lnTo>
                  <a:lnTo>
                    <a:pt x="95250" y="339089"/>
                  </a:lnTo>
                  <a:close/>
                </a:path>
                <a:path w="430529" h="427989">
                  <a:moveTo>
                    <a:pt x="97790" y="336550"/>
                  </a:moveTo>
                  <a:lnTo>
                    <a:pt x="87630" y="336550"/>
                  </a:lnTo>
                  <a:lnTo>
                    <a:pt x="86360" y="337820"/>
                  </a:lnTo>
                  <a:lnTo>
                    <a:pt x="96520" y="337820"/>
                  </a:lnTo>
                  <a:lnTo>
                    <a:pt x="97790" y="336550"/>
                  </a:lnTo>
                  <a:close/>
                </a:path>
                <a:path w="430529" h="427989">
                  <a:moveTo>
                    <a:pt x="101600" y="332739"/>
                  </a:moveTo>
                  <a:lnTo>
                    <a:pt x="91440" y="332739"/>
                  </a:lnTo>
                  <a:lnTo>
                    <a:pt x="88900" y="335280"/>
                  </a:lnTo>
                  <a:lnTo>
                    <a:pt x="99060" y="335280"/>
                  </a:lnTo>
                  <a:lnTo>
                    <a:pt x="101600" y="332739"/>
                  </a:lnTo>
                  <a:close/>
                </a:path>
                <a:path w="430529" h="427989">
                  <a:moveTo>
                    <a:pt x="104140" y="330200"/>
                  </a:moveTo>
                  <a:lnTo>
                    <a:pt x="93980" y="330200"/>
                  </a:lnTo>
                  <a:lnTo>
                    <a:pt x="92710" y="331470"/>
                  </a:lnTo>
                  <a:lnTo>
                    <a:pt x="102870" y="331470"/>
                  </a:lnTo>
                  <a:lnTo>
                    <a:pt x="104140" y="330200"/>
                  </a:lnTo>
                  <a:close/>
                </a:path>
                <a:path w="430529" h="427989">
                  <a:moveTo>
                    <a:pt x="107950" y="326389"/>
                  </a:moveTo>
                  <a:lnTo>
                    <a:pt x="97790" y="326389"/>
                  </a:lnTo>
                  <a:lnTo>
                    <a:pt x="95250" y="328930"/>
                  </a:lnTo>
                  <a:lnTo>
                    <a:pt x="105410" y="328930"/>
                  </a:lnTo>
                  <a:lnTo>
                    <a:pt x="107950" y="326389"/>
                  </a:lnTo>
                  <a:close/>
                </a:path>
                <a:path w="430529" h="427989">
                  <a:moveTo>
                    <a:pt x="110490" y="323850"/>
                  </a:moveTo>
                  <a:lnTo>
                    <a:pt x="100330" y="323850"/>
                  </a:lnTo>
                  <a:lnTo>
                    <a:pt x="99060" y="325120"/>
                  </a:lnTo>
                  <a:lnTo>
                    <a:pt x="109220" y="325120"/>
                  </a:lnTo>
                  <a:lnTo>
                    <a:pt x="110490" y="323850"/>
                  </a:lnTo>
                  <a:close/>
                </a:path>
                <a:path w="430529" h="427989">
                  <a:moveTo>
                    <a:pt x="114300" y="320039"/>
                  </a:moveTo>
                  <a:lnTo>
                    <a:pt x="104140" y="320039"/>
                  </a:lnTo>
                  <a:lnTo>
                    <a:pt x="101600" y="322580"/>
                  </a:lnTo>
                  <a:lnTo>
                    <a:pt x="111760" y="322580"/>
                  </a:lnTo>
                  <a:lnTo>
                    <a:pt x="114300" y="320039"/>
                  </a:lnTo>
                  <a:close/>
                </a:path>
                <a:path w="430529" h="427989">
                  <a:moveTo>
                    <a:pt x="116840" y="317500"/>
                  </a:moveTo>
                  <a:lnTo>
                    <a:pt x="106680" y="317500"/>
                  </a:lnTo>
                  <a:lnTo>
                    <a:pt x="105410" y="318770"/>
                  </a:lnTo>
                  <a:lnTo>
                    <a:pt x="115570" y="318770"/>
                  </a:lnTo>
                  <a:lnTo>
                    <a:pt x="116840" y="317500"/>
                  </a:lnTo>
                  <a:close/>
                </a:path>
                <a:path w="430529" h="427989">
                  <a:moveTo>
                    <a:pt x="120650" y="313689"/>
                  </a:moveTo>
                  <a:lnTo>
                    <a:pt x="110490" y="313689"/>
                  </a:lnTo>
                  <a:lnTo>
                    <a:pt x="107950" y="316230"/>
                  </a:lnTo>
                  <a:lnTo>
                    <a:pt x="118110" y="316230"/>
                  </a:lnTo>
                  <a:lnTo>
                    <a:pt x="120650" y="313689"/>
                  </a:lnTo>
                  <a:close/>
                </a:path>
                <a:path w="430529" h="427989">
                  <a:moveTo>
                    <a:pt x="123190" y="311150"/>
                  </a:moveTo>
                  <a:lnTo>
                    <a:pt x="113030" y="311150"/>
                  </a:lnTo>
                  <a:lnTo>
                    <a:pt x="111760" y="312420"/>
                  </a:lnTo>
                  <a:lnTo>
                    <a:pt x="121920" y="312420"/>
                  </a:lnTo>
                  <a:lnTo>
                    <a:pt x="123190" y="311150"/>
                  </a:lnTo>
                  <a:close/>
                </a:path>
                <a:path w="430529" h="427989">
                  <a:moveTo>
                    <a:pt x="127000" y="307339"/>
                  </a:moveTo>
                  <a:lnTo>
                    <a:pt x="116840" y="307339"/>
                  </a:lnTo>
                  <a:lnTo>
                    <a:pt x="114300" y="309880"/>
                  </a:lnTo>
                  <a:lnTo>
                    <a:pt x="124460" y="309880"/>
                  </a:lnTo>
                  <a:lnTo>
                    <a:pt x="127000" y="307339"/>
                  </a:lnTo>
                  <a:close/>
                </a:path>
                <a:path w="430529" h="427989">
                  <a:moveTo>
                    <a:pt x="129540" y="304800"/>
                  </a:moveTo>
                  <a:lnTo>
                    <a:pt x="119380" y="304800"/>
                  </a:lnTo>
                  <a:lnTo>
                    <a:pt x="118110" y="306070"/>
                  </a:lnTo>
                  <a:lnTo>
                    <a:pt x="128270" y="306070"/>
                  </a:lnTo>
                  <a:lnTo>
                    <a:pt x="129540" y="304800"/>
                  </a:lnTo>
                  <a:close/>
                </a:path>
                <a:path w="430529" h="427989">
                  <a:moveTo>
                    <a:pt x="133350" y="300989"/>
                  </a:moveTo>
                  <a:lnTo>
                    <a:pt x="123190" y="300989"/>
                  </a:lnTo>
                  <a:lnTo>
                    <a:pt x="120650" y="303530"/>
                  </a:lnTo>
                  <a:lnTo>
                    <a:pt x="130810" y="303530"/>
                  </a:lnTo>
                  <a:lnTo>
                    <a:pt x="133350" y="300989"/>
                  </a:lnTo>
                  <a:close/>
                </a:path>
                <a:path w="430529" h="427989">
                  <a:moveTo>
                    <a:pt x="135890" y="298450"/>
                  </a:moveTo>
                  <a:lnTo>
                    <a:pt x="125730" y="298450"/>
                  </a:lnTo>
                  <a:lnTo>
                    <a:pt x="124460" y="299720"/>
                  </a:lnTo>
                  <a:lnTo>
                    <a:pt x="134620" y="299720"/>
                  </a:lnTo>
                  <a:lnTo>
                    <a:pt x="135890" y="298450"/>
                  </a:lnTo>
                  <a:close/>
                </a:path>
                <a:path w="430529" h="427989">
                  <a:moveTo>
                    <a:pt x="139700" y="294639"/>
                  </a:moveTo>
                  <a:lnTo>
                    <a:pt x="129540" y="294639"/>
                  </a:lnTo>
                  <a:lnTo>
                    <a:pt x="127000" y="297180"/>
                  </a:lnTo>
                  <a:lnTo>
                    <a:pt x="137160" y="297180"/>
                  </a:lnTo>
                  <a:lnTo>
                    <a:pt x="139700" y="294639"/>
                  </a:lnTo>
                  <a:close/>
                </a:path>
                <a:path w="430529" h="427989">
                  <a:moveTo>
                    <a:pt x="142240" y="292100"/>
                  </a:moveTo>
                  <a:lnTo>
                    <a:pt x="132080" y="292100"/>
                  </a:lnTo>
                  <a:lnTo>
                    <a:pt x="130810" y="293370"/>
                  </a:lnTo>
                  <a:lnTo>
                    <a:pt x="140970" y="293370"/>
                  </a:lnTo>
                  <a:lnTo>
                    <a:pt x="142240" y="292100"/>
                  </a:lnTo>
                  <a:close/>
                </a:path>
                <a:path w="430529" h="427989">
                  <a:moveTo>
                    <a:pt x="146050" y="288289"/>
                  </a:moveTo>
                  <a:lnTo>
                    <a:pt x="135890" y="288289"/>
                  </a:lnTo>
                  <a:lnTo>
                    <a:pt x="133350" y="290830"/>
                  </a:lnTo>
                  <a:lnTo>
                    <a:pt x="143510" y="290830"/>
                  </a:lnTo>
                  <a:lnTo>
                    <a:pt x="146050" y="288289"/>
                  </a:lnTo>
                  <a:close/>
                </a:path>
                <a:path w="430529" h="427989">
                  <a:moveTo>
                    <a:pt x="148590" y="285750"/>
                  </a:moveTo>
                  <a:lnTo>
                    <a:pt x="138430" y="285750"/>
                  </a:lnTo>
                  <a:lnTo>
                    <a:pt x="137160" y="287020"/>
                  </a:lnTo>
                  <a:lnTo>
                    <a:pt x="147320" y="287020"/>
                  </a:lnTo>
                  <a:lnTo>
                    <a:pt x="148590" y="285750"/>
                  </a:lnTo>
                  <a:close/>
                </a:path>
                <a:path w="430529" h="427989">
                  <a:moveTo>
                    <a:pt x="152400" y="281939"/>
                  </a:moveTo>
                  <a:lnTo>
                    <a:pt x="142240" y="281939"/>
                  </a:lnTo>
                  <a:lnTo>
                    <a:pt x="139700" y="284480"/>
                  </a:lnTo>
                  <a:lnTo>
                    <a:pt x="149860" y="284480"/>
                  </a:lnTo>
                  <a:lnTo>
                    <a:pt x="152400" y="281939"/>
                  </a:lnTo>
                  <a:close/>
                </a:path>
                <a:path w="430529" h="427989">
                  <a:moveTo>
                    <a:pt x="154940" y="279400"/>
                  </a:moveTo>
                  <a:lnTo>
                    <a:pt x="144780" y="279400"/>
                  </a:lnTo>
                  <a:lnTo>
                    <a:pt x="143510" y="280670"/>
                  </a:lnTo>
                  <a:lnTo>
                    <a:pt x="153670" y="280670"/>
                  </a:lnTo>
                  <a:lnTo>
                    <a:pt x="154940" y="279400"/>
                  </a:lnTo>
                  <a:close/>
                </a:path>
                <a:path w="430529" h="427989">
                  <a:moveTo>
                    <a:pt x="158750" y="275589"/>
                  </a:moveTo>
                  <a:lnTo>
                    <a:pt x="148590" y="275589"/>
                  </a:lnTo>
                  <a:lnTo>
                    <a:pt x="146050" y="278130"/>
                  </a:lnTo>
                  <a:lnTo>
                    <a:pt x="156210" y="278130"/>
                  </a:lnTo>
                  <a:lnTo>
                    <a:pt x="158750" y="275589"/>
                  </a:lnTo>
                  <a:close/>
                </a:path>
                <a:path w="430529" h="427989">
                  <a:moveTo>
                    <a:pt x="161290" y="273050"/>
                  </a:moveTo>
                  <a:lnTo>
                    <a:pt x="151130" y="273050"/>
                  </a:lnTo>
                  <a:lnTo>
                    <a:pt x="149860" y="274320"/>
                  </a:lnTo>
                  <a:lnTo>
                    <a:pt x="160020" y="274320"/>
                  </a:lnTo>
                  <a:lnTo>
                    <a:pt x="161290" y="273050"/>
                  </a:lnTo>
                  <a:close/>
                </a:path>
                <a:path w="430529" h="427989">
                  <a:moveTo>
                    <a:pt x="173990" y="260350"/>
                  </a:moveTo>
                  <a:lnTo>
                    <a:pt x="163830" y="260350"/>
                  </a:lnTo>
                  <a:lnTo>
                    <a:pt x="152400" y="271780"/>
                  </a:lnTo>
                  <a:lnTo>
                    <a:pt x="162560" y="271780"/>
                  </a:lnTo>
                  <a:lnTo>
                    <a:pt x="173990" y="260350"/>
                  </a:lnTo>
                  <a:close/>
                </a:path>
                <a:path w="430529" h="427989">
                  <a:moveTo>
                    <a:pt x="186690" y="247650"/>
                  </a:moveTo>
                  <a:lnTo>
                    <a:pt x="176530" y="247650"/>
                  </a:lnTo>
                  <a:lnTo>
                    <a:pt x="165100" y="259080"/>
                  </a:lnTo>
                  <a:lnTo>
                    <a:pt x="175260" y="259080"/>
                  </a:lnTo>
                  <a:lnTo>
                    <a:pt x="186690" y="247650"/>
                  </a:lnTo>
                  <a:close/>
                </a:path>
                <a:path w="430529" h="427989">
                  <a:moveTo>
                    <a:pt x="190500" y="243839"/>
                  </a:moveTo>
                  <a:lnTo>
                    <a:pt x="180340" y="243839"/>
                  </a:lnTo>
                  <a:lnTo>
                    <a:pt x="177800" y="246380"/>
                  </a:lnTo>
                  <a:lnTo>
                    <a:pt x="187960" y="246380"/>
                  </a:lnTo>
                  <a:lnTo>
                    <a:pt x="190500" y="243839"/>
                  </a:lnTo>
                  <a:close/>
                </a:path>
                <a:path w="430529" h="427989">
                  <a:moveTo>
                    <a:pt x="193040" y="241300"/>
                  </a:moveTo>
                  <a:lnTo>
                    <a:pt x="182880" y="241300"/>
                  </a:lnTo>
                  <a:lnTo>
                    <a:pt x="181610" y="242570"/>
                  </a:lnTo>
                  <a:lnTo>
                    <a:pt x="191770" y="242570"/>
                  </a:lnTo>
                  <a:lnTo>
                    <a:pt x="193040" y="241300"/>
                  </a:lnTo>
                  <a:close/>
                </a:path>
                <a:path w="430529" h="427989">
                  <a:moveTo>
                    <a:pt x="196850" y="237489"/>
                  </a:moveTo>
                  <a:lnTo>
                    <a:pt x="186690" y="237489"/>
                  </a:lnTo>
                  <a:lnTo>
                    <a:pt x="184150" y="240030"/>
                  </a:lnTo>
                  <a:lnTo>
                    <a:pt x="194310" y="240030"/>
                  </a:lnTo>
                  <a:lnTo>
                    <a:pt x="196850" y="237489"/>
                  </a:lnTo>
                  <a:close/>
                </a:path>
                <a:path w="430529" h="427989">
                  <a:moveTo>
                    <a:pt x="209550" y="224789"/>
                  </a:moveTo>
                  <a:lnTo>
                    <a:pt x="199390" y="224789"/>
                  </a:lnTo>
                  <a:lnTo>
                    <a:pt x="187960" y="236220"/>
                  </a:lnTo>
                  <a:lnTo>
                    <a:pt x="198120" y="236220"/>
                  </a:lnTo>
                  <a:lnTo>
                    <a:pt x="209550" y="224789"/>
                  </a:lnTo>
                  <a:close/>
                </a:path>
                <a:path w="430529" h="427989">
                  <a:moveTo>
                    <a:pt x="218440" y="215900"/>
                  </a:moveTo>
                  <a:lnTo>
                    <a:pt x="208280" y="215900"/>
                  </a:lnTo>
                  <a:lnTo>
                    <a:pt x="200660" y="223520"/>
                  </a:lnTo>
                  <a:lnTo>
                    <a:pt x="210820" y="223520"/>
                  </a:lnTo>
                  <a:lnTo>
                    <a:pt x="218440" y="215900"/>
                  </a:lnTo>
                  <a:close/>
                </a:path>
                <a:path w="430529" h="427989">
                  <a:moveTo>
                    <a:pt x="234950" y="199389"/>
                  </a:moveTo>
                  <a:lnTo>
                    <a:pt x="224790" y="199389"/>
                  </a:lnTo>
                  <a:lnTo>
                    <a:pt x="209550" y="214630"/>
                  </a:lnTo>
                  <a:lnTo>
                    <a:pt x="219710" y="214630"/>
                  </a:lnTo>
                  <a:lnTo>
                    <a:pt x="234950" y="199389"/>
                  </a:lnTo>
                  <a:close/>
                </a:path>
                <a:path w="430529" h="427989">
                  <a:moveTo>
                    <a:pt x="240030" y="194310"/>
                  </a:moveTo>
                  <a:lnTo>
                    <a:pt x="229870" y="194310"/>
                  </a:lnTo>
                  <a:lnTo>
                    <a:pt x="226060" y="198120"/>
                  </a:lnTo>
                  <a:lnTo>
                    <a:pt x="236220" y="198120"/>
                  </a:lnTo>
                  <a:lnTo>
                    <a:pt x="240030" y="194310"/>
                  </a:lnTo>
                  <a:close/>
                </a:path>
              </a:pathLst>
            </a:custGeom>
            <a:solidFill>
              <a:srgbClr val="B245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5">
              <a:extLst>
                <a:ext uri="{FF2B5EF4-FFF2-40B4-BE49-F238E27FC236}">
                  <a16:creationId xmlns:a16="http://schemas.microsoft.com/office/drawing/2014/main" id="{9E15B33E-5C7C-0BDA-7DA5-F51DD884AE9E}"/>
                </a:ext>
              </a:extLst>
            </p:cNvPr>
            <p:cNvSpPr/>
            <p:nvPr/>
          </p:nvSpPr>
          <p:spPr>
            <a:xfrm>
              <a:off x="2862580" y="2667000"/>
              <a:ext cx="429259" cy="424180"/>
            </a:xfrm>
            <a:custGeom>
              <a:avLst/>
              <a:gdLst/>
              <a:ahLst/>
              <a:cxnLst/>
              <a:rect l="l" t="t" r="r" b="b"/>
              <a:pathLst>
                <a:path w="429260" h="424180">
                  <a:moveTo>
                    <a:pt x="327659" y="106679"/>
                  </a:moveTo>
                  <a:lnTo>
                    <a:pt x="317500" y="106679"/>
                  </a:lnTo>
                  <a:lnTo>
                    <a:pt x="311150" y="113029"/>
                  </a:lnTo>
                  <a:lnTo>
                    <a:pt x="321309" y="113029"/>
                  </a:lnTo>
                  <a:lnTo>
                    <a:pt x="327659" y="106679"/>
                  </a:lnTo>
                  <a:close/>
                </a:path>
                <a:path w="429260" h="424180">
                  <a:moveTo>
                    <a:pt x="330199" y="104139"/>
                  </a:moveTo>
                  <a:lnTo>
                    <a:pt x="320040" y="104139"/>
                  </a:lnTo>
                  <a:lnTo>
                    <a:pt x="318770" y="105409"/>
                  </a:lnTo>
                  <a:lnTo>
                    <a:pt x="328930" y="105409"/>
                  </a:lnTo>
                  <a:lnTo>
                    <a:pt x="330199" y="104139"/>
                  </a:lnTo>
                  <a:close/>
                </a:path>
                <a:path w="429260" h="424180">
                  <a:moveTo>
                    <a:pt x="334009" y="100329"/>
                  </a:moveTo>
                  <a:lnTo>
                    <a:pt x="323850" y="100329"/>
                  </a:lnTo>
                  <a:lnTo>
                    <a:pt x="321310" y="102869"/>
                  </a:lnTo>
                  <a:lnTo>
                    <a:pt x="331469" y="102869"/>
                  </a:lnTo>
                  <a:lnTo>
                    <a:pt x="334009" y="100329"/>
                  </a:lnTo>
                  <a:close/>
                </a:path>
                <a:path w="429260" h="424180">
                  <a:moveTo>
                    <a:pt x="336549" y="97789"/>
                  </a:moveTo>
                  <a:lnTo>
                    <a:pt x="326390" y="97789"/>
                  </a:lnTo>
                  <a:lnTo>
                    <a:pt x="325120" y="99059"/>
                  </a:lnTo>
                  <a:lnTo>
                    <a:pt x="335280" y="99059"/>
                  </a:lnTo>
                  <a:lnTo>
                    <a:pt x="336549" y="97789"/>
                  </a:lnTo>
                  <a:close/>
                </a:path>
                <a:path w="429260" h="424180">
                  <a:moveTo>
                    <a:pt x="340359" y="93979"/>
                  </a:moveTo>
                  <a:lnTo>
                    <a:pt x="330200" y="93979"/>
                  </a:lnTo>
                  <a:lnTo>
                    <a:pt x="327660" y="96519"/>
                  </a:lnTo>
                  <a:lnTo>
                    <a:pt x="337819" y="96519"/>
                  </a:lnTo>
                  <a:lnTo>
                    <a:pt x="340359" y="93979"/>
                  </a:lnTo>
                  <a:close/>
                </a:path>
                <a:path w="429260" h="424180">
                  <a:moveTo>
                    <a:pt x="342899" y="91439"/>
                  </a:moveTo>
                  <a:lnTo>
                    <a:pt x="332740" y="91439"/>
                  </a:lnTo>
                  <a:lnTo>
                    <a:pt x="331470" y="92709"/>
                  </a:lnTo>
                  <a:lnTo>
                    <a:pt x="341630" y="92709"/>
                  </a:lnTo>
                  <a:lnTo>
                    <a:pt x="342899" y="91439"/>
                  </a:lnTo>
                  <a:close/>
                </a:path>
                <a:path w="429260" h="424180">
                  <a:moveTo>
                    <a:pt x="355599" y="78739"/>
                  </a:moveTo>
                  <a:lnTo>
                    <a:pt x="345440" y="78739"/>
                  </a:lnTo>
                  <a:lnTo>
                    <a:pt x="334010" y="90169"/>
                  </a:lnTo>
                  <a:lnTo>
                    <a:pt x="344169" y="90169"/>
                  </a:lnTo>
                  <a:lnTo>
                    <a:pt x="355599" y="78739"/>
                  </a:lnTo>
                  <a:close/>
                </a:path>
                <a:path w="429260" h="424180">
                  <a:moveTo>
                    <a:pt x="368299" y="66039"/>
                  </a:moveTo>
                  <a:lnTo>
                    <a:pt x="358140" y="66039"/>
                  </a:lnTo>
                  <a:lnTo>
                    <a:pt x="346710" y="77469"/>
                  </a:lnTo>
                  <a:lnTo>
                    <a:pt x="356869" y="77469"/>
                  </a:lnTo>
                  <a:lnTo>
                    <a:pt x="368299" y="66039"/>
                  </a:lnTo>
                  <a:close/>
                </a:path>
                <a:path w="429260" h="424180">
                  <a:moveTo>
                    <a:pt x="372109" y="62229"/>
                  </a:moveTo>
                  <a:lnTo>
                    <a:pt x="361950" y="62229"/>
                  </a:lnTo>
                  <a:lnTo>
                    <a:pt x="359410" y="64769"/>
                  </a:lnTo>
                  <a:lnTo>
                    <a:pt x="369569" y="64769"/>
                  </a:lnTo>
                  <a:lnTo>
                    <a:pt x="372109" y="62229"/>
                  </a:lnTo>
                  <a:close/>
                </a:path>
                <a:path w="429260" h="424180">
                  <a:moveTo>
                    <a:pt x="374649" y="59689"/>
                  </a:moveTo>
                  <a:lnTo>
                    <a:pt x="364490" y="59689"/>
                  </a:lnTo>
                  <a:lnTo>
                    <a:pt x="363220" y="60959"/>
                  </a:lnTo>
                  <a:lnTo>
                    <a:pt x="373380" y="60959"/>
                  </a:lnTo>
                  <a:lnTo>
                    <a:pt x="374649" y="59689"/>
                  </a:lnTo>
                  <a:close/>
                </a:path>
                <a:path w="429260" h="424180">
                  <a:moveTo>
                    <a:pt x="378459" y="55879"/>
                  </a:moveTo>
                  <a:lnTo>
                    <a:pt x="368300" y="55879"/>
                  </a:lnTo>
                  <a:lnTo>
                    <a:pt x="365760" y="58419"/>
                  </a:lnTo>
                  <a:lnTo>
                    <a:pt x="375919" y="58419"/>
                  </a:lnTo>
                  <a:lnTo>
                    <a:pt x="378459" y="55879"/>
                  </a:lnTo>
                  <a:close/>
                </a:path>
                <a:path w="429260" h="424180">
                  <a:moveTo>
                    <a:pt x="380999" y="53339"/>
                  </a:moveTo>
                  <a:lnTo>
                    <a:pt x="370840" y="53339"/>
                  </a:lnTo>
                  <a:lnTo>
                    <a:pt x="369570" y="54609"/>
                  </a:lnTo>
                  <a:lnTo>
                    <a:pt x="379730" y="54609"/>
                  </a:lnTo>
                  <a:lnTo>
                    <a:pt x="380999" y="53339"/>
                  </a:lnTo>
                  <a:close/>
                </a:path>
                <a:path w="429260" h="424180">
                  <a:moveTo>
                    <a:pt x="384809" y="49529"/>
                  </a:moveTo>
                  <a:lnTo>
                    <a:pt x="374650" y="49529"/>
                  </a:lnTo>
                  <a:lnTo>
                    <a:pt x="372110" y="52069"/>
                  </a:lnTo>
                  <a:lnTo>
                    <a:pt x="382269" y="52069"/>
                  </a:lnTo>
                  <a:lnTo>
                    <a:pt x="384809" y="49529"/>
                  </a:lnTo>
                  <a:close/>
                </a:path>
                <a:path w="429260" h="424180">
                  <a:moveTo>
                    <a:pt x="387349" y="46989"/>
                  </a:moveTo>
                  <a:lnTo>
                    <a:pt x="377190" y="46989"/>
                  </a:lnTo>
                  <a:lnTo>
                    <a:pt x="375920" y="48259"/>
                  </a:lnTo>
                  <a:lnTo>
                    <a:pt x="386080" y="48259"/>
                  </a:lnTo>
                  <a:lnTo>
                    <a:pt x="387349" y="46989"/>
                  </a:lnTo>
                  <a:close/>
                </a:path>
                <a:path w="429260" h="424180">
                  <a:moveTo>
                    <a:pt x="391159" y="43179"/>
                  </a:moveTo>
                  <a:lnTo>
                    <a:pt x="381000" y="43179"/>
                  </a:lnTo>
                  <a:lnTo>
                    <a:pt x="378460" y="45719"/>
                  </a:lnTo>
                  <a:lnTo>
                    <a:pt x="388619" y="45719"/>
                  </a:lnTo>
                  <a:lnTo>
                    <a:pt x="391159" y="43179"/>
                  </a:lnTo>
                  <a:close/>
                </a:path>
                <a:path w="429260" h="424180">
                  <a:moveTo>
                    <a:pt x="393699" y="40639"/>
                  </a:moveTo>
                  <a:lnTo>
                    <a:pt x="383540" y="40639"/>
                  </a:lnTo>
                  <a:lnTo>
                    <a:pt x="382270" y="41909"/>
                  </a:lnTo>
                  <a:lnTo>
                    <a:pt x="392430" y="41909"/>
                  </a:lnTo>
                  <a:lnTo>
                    <a:pt x="393699" y="40639"/>
                  </a:lnTo>
                  <a:close/>
                </a:path>
                <a:path w="429260" h="424180">
                  <a:moveTo>
                    <a:pt x="397509" y="36829"/>
                  </a:moveTo>
                  <a:lnTo>
                    <a:pt x="387350" y="36829"/>
                  </a:lnTo>
                  <a:lnTo>
                    <a:pt x="384810" y="39369"/>
                  </a:lnTo>
                  <a:lnTo>
                    <a:pt x="394969" y="39369"/>
                  </a:lnTo>
                  <a:lnTo>
                    <a:pt x="397509" y="36829"/>
                  </a:lnTo>
                  <a:close/>
                </a:path>
                <a:path w="429260" h="424180">
                  <a:moveTo>
                    <a:pt x="400049" y="34289"/>
                  </a:moveTo>
                  <a:lnTo>
                    <a:pt x="389890" y="34289"/>
                  </a:lnTo>
                  <a:lnTo>
                    <a:pt x="388620" y="35559"/>
                  </a:lnTo>
                  <a:lnTo>
                    <a:pt x="398780" y="35559"/>
                  </a:lnTo>
                  <a:lnTo>
                    <a:pt x="400049" y="34289"/>
                  </a:lnTo>
                  <a:close/>
                </a:path>
                <a:path w="429260" h="424180">
                  <a:moveTo>
                    <a:pt x="403859" y="30479"/>
                  </a:moveTo>
                  <a:lnTo>
                    <a:pt x="393700" y="30479"/>
                  </a:lnTo>
                  <a:lnTo>
                    <a:pt x="391160" y="33019"/>
                  </a:lnTo>
                  <a:lnTo>
                    <a:pt x="401319" y="33019"/>
                  </a:lnTo>
                  <a:lnTo>
                    <a:pt x="403859" y="30479"/>
                  </a:lnTo>
                  <a:close/>
                </a:path>
                <a:path w="429260" h="424180">
                  <a:moveTo>
                    <a:pt x="406399" y="27939"/>
                  </a:moveTo>
                  <a:lnTo>
                    <a:pt x="396240" y="27939"/>
                  </a:lnTo>
                  <a:lnTo>
                    <a:pt x="394970" y="29209"/>
                  </a:lnTo>
                  <a:lnTo>
                    <a:pt x="405130" y="29209"/>
                  </a:lnTo>
                  <a:lnTo>
                    <a:pt x="406399" y="27939"/>
                  </a:lnTo>
                  <a:close/>
                </a:path>
                <a:path w="429260" h="424180">
                  <a:moveTo>
                    <a:pt x="410209" y="24129"/>
                  </a:moveTo>
                  <a:lnTo>
                    <a:pt x="400050" y="24129"/>
                  </a:lnTo>
                  <a:lnTo>
                    <a:pt x="397510" y="26669"/>
                  </a:lnTo>
                  <a:lnTo>
                    <a:pt x="407669" y="26669"/>
                  </a:lnTo>
                  <a:lnTo>
                    <a:pt x="410209" y="24129"/>
                  </a:lnTo>
                  <a:close/>
                </a:path>
                <a:path w="429260" h="424180">
                  <a:moveTo>
                    <a:pt x="412749" y="21589"/>
                  </a:moveTo>
                  <a:lnTo>
                    <a:pt x="402590" y="21589"/>
                  </a:lnTo>
                  <a:lnTo>
                    <a:pt x="401320" y="22859"/>
                  </a:lnTo>
                  <a:lnTo>
                    <a:pt x="411480" y="22859"/>
                  </a:lnTo>
                  <a:lnTo>
                    <a:pt x="412749" y="21589"/>
                  </a:lnTo>
                  <a:close/>
                </a:path>
                <a:path w="429260" h="424180">
                  <a:moveTo>
                    <a:pt x="416559" y="17779"/>
                  </a:moveTo>
                  <a:lnTo>
                    <a:pt x="406400" y="17779"/>
                  </a:lnTo>
                  <a:lnTo>
                    <a:pt x="403860" y="20319"/>
                  </a:lnTo>
                  <a:lnTo>
                    <a:pt x="414019" y="20319"/>
                  </a:lnTo>
                  <a:lnTo>
                    <a:pt x="416559" y="17779"/>
                  </a:lnTo>
                  <a:close/>
                </a:path>
                <a:path w="429260" h="424180">
                  <a:moveTo>
                    <a:pt x="419099" y="15239"/>
                  </a:moveTo>
                  <a:lnTo>
                    <a:pt x="408940" y="15239"/>
                  </a:lnTo>
                  <a:lnTo>
                    <a:pt x="407670" y="16509"/>
                  </a:lnTo>
                  <a:lnTo>
                    <a:pt x="417830" y="16509"/>
                  </a:lnTo>
                  <a:lnTo>
                    <a:pt x="419099" y="15239"/>
                  </a:lnTo>
                  <a:close/>
                </a:path>
                <a:path w="429260" h="424180">
                  <a:moveTo>
                    <a:pt x="422909" y="11429"/>
                  </a:moveTo>
                  <a:lnTo>
                    <a:pt x="412750" y="11429"/>
                  </a:lnTo>
                  <a:lnTo>
                    <a:pt x="410210" y="13969"/>
                  </a:lnTo>
                  <a:lnTo>
                    <a:pt x="420369" y="13969"/>
                  </a:lnTo>
                  <a:lnTo>
                    <a:pt x="422909" y="11429"/>
                  </a:lnTo>
                  <a:close/>
                </a:path>
                <a:path w="429260" h="424180">
                  <a:moveTo>
                    <a:pt x="425449" y="8889"/>
                  </a:moveTo>
                  <a:lnTo>
                    <a:pt x="415290" y="8889"/>
                  </a:lnTo>
                  <a:lnTo>
                    <a:pt x="414020" y="10159"/>
                  </a:lnTo>
                  <a:lnTo>
                    <a:pt x="424180" y="10159"/>
                  </a:lnTo>
                  <a:lnTo>
                    <a:pt x="425449" y="8889"/>
                  </a:lnTo>
                  <a:close/>
                </a:path>
                <a:path w="429260" h="424180">
                  <a:moveTo>
                    <a:pt x="429259" y="5079"/>
                  </a:moveTo>
                  <a:lnTo>
                    <a:pt x="419100" y="5079"/>
                  </a:lnTo>
                  <a:lnTo>
                    <a:pt x="416560" y="7619"/>
                  </a:lnTo>
                  <a:lnTo>
                    <a:pt x="426719" y="7619"/>
                  </a:lnTo>
                  <a:lnTo>
                    <a:pt x="429259" y="5079"/>
                  </a:lnTo>
                  <a:close/>
                </a:path>
                <a:path w="429260" h="424180">
                  <a:moveTo>
                    <a:pt x="429259" y="1269"/>
                  </a:moveTo>
                  <a:lnTo>
                    <a:pt x="426719" y="1269"/>
                  </a:lnTo>
                  <a:lnTo>
                    <a:pt x="426719" y="2539"/>
                  </a:lnTo>
                  <a:lnTo>
                    <a:pt x="421640" y="2539"/>
                  </a:lnTo>
                  <a:lnTo>
                    <a:pt x="420370" y="3809"/>
                  </a:lnTo>
                  <a:lnTo>
                    <a:pt x="429259" y="3809"/>
                  </a:lnTo>
                  <a:lnTo>
                    <a:pt x="429259" y="1269"/>
                  </a:lnTo>
                  <a:close/>
                </a:path>
                <a:path w="429260" h="424180">
                  <a:moveTo>
                    <a:pt x="424180" y="0"/>
                  </a:moveTo>
                  <a:lnTo>
                    <a:pt x="422910" y="1269"/>
                  </a:lnTo>
                  <a:lnTo>
                    <a:pt x="424180" y="1269"/>
                  </a:lnTo>
                  <a:lnTo>
                    <a:pt x="424180" y="0"/>
                  </a:lnTo>
                  <a:close/>
                </a:path>
                <a:path w="429260" h="424180">
                  <a:moveTo>
                    <a:pt x="321309" y="113030"/>
                  </a:moveTo>
                  <a:lnTo>
                    <a:pt x="311149" y="113030"/>
                  </a:lnTo>
                  <a:lnTo>
                    <a:pt x="285750" y="138429"/>
                  </a:lnTo>
                  <a:lnTo>
                    <a:pt x="295909" y="138429"/>
                  </a:lnTo>
                  <a:lnTo>
                    <a:pt x="321309" y="113030"/>
                  </a:lnTo>
                  <a:close/>
                </a:path>
                <a:path w="429260" h="424180">
                  <a:moveTo>
                    <a:pt x="295909" y="138430"/>
                  </a:moveTo>
                  <a:lnTo>
                    <a:pt x="285749" y="138430"/>
                  </a:lnTo>
                  <a:lnTo>
                    <a:pt x="234950" y="189229"/>
                  </a:lnTo>
                  <a:lnTo>
                    <a:pt x="245109" y="189229"/>
                  </a:lnTo>
                  <a:lnTo>
                    <a:pt x="295909" y="138430"/>
                  </a:lnTo>
                  <a:close/>
                </a:path>
                <a:path w="429260" h="424180">
                  <a:moveTo>
                    <a:pt x="12700" y="421639"/>
                  </a:moveTo>
                  <a:lnTo>
                    <a:pt x="2540" y="421639"/>
                  </a:lnTo>
                  <a:lnTo>
                    <a:pt x="0" y="424179"/>
                  </a:lnTo>
                  <a:lnTo>
                    <a:pt x="10159" y="424179"/>
                  </a:lnTo>
                  <a:lnTo>
                    <a:pt x="12700" y="421639"/>
                  </a:lnTo>
                  <a:close/>
                </a:path>
                <a:path w="429260" h="424180">
                  <a:moveTo>
                    <a:pt x="16510" y="417829"/>
                  </a:moveTo>
                  <a:lnTo>
                    <a:pt x="6350" y="417829"/>
                  </a:lnTo>
                  <a:lnTo>
                    <a:pt x="3809" y="420370"/>
                  </a:lnTo>
                  <a:lnTo>
                    <a:pt x="13969" y="420370"/>
                  </a:lnTo>
                  <a:lnTo>
                    <a:pt x="16510" y="417829"/>
                  </a:lnTo>
                  <a:close/>
                </a:path>
                <a:path w="429260" h="424180">
                  <a:moveTo>
                    <a:pt x="19049" y="415289"/>
                  </a:moveTo>
                  <a:lnTo>
                    <a:pt x="8890" y="415289"/>
                  </a:lnTo>
                  <a:lnTo>
                    <a:pt x="7619" y="416560"/>
                  </a:lnTo>
                  <a:lnTo>
                    <a:pt x="17779" y="416560"/>
                  </a:lnTo>
                  <a:lnTo>
                    <a:pt x="19049" y="415289"/>
                  </a:lnTo>
                  <a:close/>
                </a:path>
                <a:path w="429260" h="424180">
                  <a:moveTo>
                    <a:pt x="22860" y="411479"/>
                  </a:moveTo>
                  <a:lnTo>
                    <a:pt x="12700" y="411479"/>
                  </a:lnTo>
                  <a:lnTo>
                    <a:pt x="10159" y="414020"/>
                  </a:lnTo>
                  <a:lnTo>
                    <a:pt x="20319" y="414020"/>
                  </a:lnTo>
                  <a:lnTo>
                    <a:pt x="22860" y="411479"/>
                  </a:lnTo>
                  <a:close/>
                </a:path>
                <a:path w="429260" h="424180">
                  <a:moveTo>
                    <a:pt x="25400" y="408939"/>
                  </a:moveTo>
                  <a:lnTo>
                    <a:pt x="15240" y="408939"/>
                  </a:lnTo>
                  <a:lnTo>
                    <a:pt x="13969" y="410210"/>
                  </a:lnTo>
                  <a:lnTo>
                    <a:pt x="24129" y="410210"/>
                  </a:lnTo>
                  <a:lnTo>
                    <a:pt x="25400" y="408939"/>
                  </a:lnTo>
                  <a:close/>
                </a:path>
                <a:path w="429260" h="424180">
                  <a:moveTo>
                    <a:pt x="29210" y="405129"/>
                  </a:moveTo>
                  <a:lnTo>
                    <a:pt x="19050" y="405129"/>
                  </a:lnTo>
                  <a:lnTo>
                    <a:pt x="16509" y="407670"/>
                  </a:lnTo>
                  <a:lnTo>
                    <a:pt x="26669" y="407670"/>
                  </a:lnTo>
                  <a:lnTo>
                    <a:pt x="29210" y="405129"/>
                  </a:lnTo>
                  <a:close/>
                </a:path>
                <a:path w="429260" h="424180">
                  <a:moveTo>
                    <a:pt x="31750" y="402589"/>
                  </a:moveTo>
                  <a:lnTo>
                    <a:pt x="21590" y="402589"/>
                  </a:lnTo>
                  <a:lnTo>
                    <a:pt x="20319" y="403860"/>
                  </a:lnTo>
                  <a:lnTo>
                    <a:pt x="30479" y="403860"/>
                  </a:lnTo>
                  <a:lnTo>
                    <a:pt x="31750" y="402589"/>
                  </a:lnTo>
                  <a:close/>
                </a:path>
                <a:path w="429260" h="424180">
                  <a:moveTo>
                    <a:pt x="35560" y="398779"/>
                  </a:moveTo>
                  <a:lnTo>
                    <a:pt x="25400" y="398779"/>
                  </a:lnTo>
                  <a:lnTo>
                    <a:pt x="22859" y="401320"/>
                  </a:lnTo>
                  <a:lnTo>
                    <a:pt x="33019" y="401320"/>
                  </a:lnTo>
                  <a:lnTo>
                    <a:pt x="35560" y="398779"/>
                  </a:lnTo>
                  <a:close/>
                </a:path>
                <a:path w="429260" h="424180">
                  <a:moveTo>
                    <a:pt x="38100" y="396239"/>
                  </a:moveTo>
                  <a:lnTo>
                    <a:pt x="27940" y="396239"/>
                  </a:lnTo>
                  <a:lnTo>
                    <a:pt x="26669" y="397510"/>
                  </a:lnTo>
                  <a:lnTo>
                    <a:pt x="36829" y="397510"/>
                  </a:lnTo>
                  <a:lnTo>
                    <a:pt x="38100" y="396239"/>
                  </a:lnTo>
                  <a:close/>
                </a:path>
                <a:path w="429260" h="424180">
                  <a:moveTo>
                    <a:pt x="41910" y="392429"/>
                  </a:moveTo>
                  <a:lnTo>
                    <a:pt x="31750" y="392429"/>
                  </a:lnTo>
                  <a:lnTo>
                    <a:pt x="29209" y="394970"/>
                  </a:lnTo>
                  <a:lnTo>
                    <a:pt x="39369" y="394970"/>
                  </a:lnTo>
                  <a:lnTo>
                    <a:pt x="41910" y="392429"/>
                  </a:lnTo>
                  <a:close/>
                </a:path>
                <a:path w="429260" h="424180">
                  <a:moveTo>
                    <a:pt x="44450" y="389889"/>
                  </a:moveTo>
                  <a:lnTo>
                    <a:pt x="34290" y="389889"/>
                  </a:lnTo>
                  <a:lnTo>
                    <a:pt x="33019" y="391160"/>
                  </a:lnTo>
                  <a:lnTo>
                    <a:pt x="43179" y="391160"/>
                  </a:lnTo>
                  <a:lnTo>
                    <a:pt x="44450" y="389889"/>
                  </a:lnTo>
                  <a:close/>
                </a:path>
                <a:path w="429260" h="424180">
                  <a:moveTo>
                    <a:pt x="48260" y="386079"/>
                  </a:moveTo>
                  <a:lnTo>
                    <a:pt x="38100" y="386079"/>
                  </a:lnTo>
                  <a:lnTo>
                    <a:pt x="35559" y="388620"/>
                  </a:lnTo>
                  <a:lnTo>
                    <a:pt x="45719" y="388620"/>
                  </a:lnTo>
                  <a:lnTo>
                    <a:pt x="48260" y="386079"/>
                  </a:lnTo>
                  <a:close/>
                </a:path>
                <a:path w="429260" h="424180">
                  <a:moveTo>
                    <a:pt x="50799" y="383539"/>
                  </a:moveTo>
                  <a:lnTo>
                    <a:pt x="40640" y="383539"/>
                  </a:lnTo>
                  <a:lnTo>
                    <a:pt x="39369" y="384810"/>
                  </a:lnTo>
                  <a:lnTo>
                    <a:pt x="49529" y="384810"/>
                  </a:lnTo>
                  <a:lnTo>
                    <a:pt x="50799" y="383539"/>
                  </a:lnTo>
                  <a:close/>
                </a:path>
                <a:path w="429260" h="424180">
                  <a:moveTo>
                    <a:pt x="54609" y="379729"/>
                  </a:moveTo>
                  <a:lnTo>
                    <a:pt x="44450" y="379729"/>
                  </a:lnTo>
                  <a:lnTo>
                    <a:pt x="41909" y="382270"/>
                  </a:lnTo>
                  <a:lnTo>
                    <a:pt x="52069" y="382270"/>
                  </a:lnTo>
                  <a:lnTo>
                    <a:pt x="54609" y="379729"/>
                  </a:lnTo>
                  <a:close/>
                </a:path>
                <a:path w="429260" h="424180">
                  <a:moveTo>
                    <a:pt x="57150" y="377189"/>
                  </a:moveTo>
                  <a:lnTo>
                    <a:pt x="46990" y="377189"/>
                  </a:lnTo>
                  <a:lnTo>
                    <a:pt x="45719" y="378460"/>
                  </a:lnTo>
                  <a:lnTo>
                    <a:pt x="55879" y="378460"/>
                  </a:lnTo>
                  <a:lnTo>
                    <a:pt x="57150" y="377189"/>
                  </a:lnTo>
                  <a:close/>
                </a:path>
                <a:path w="429260" h="424180">
                  <a:moveTo>
                    <a:pt x="60959" y="373379"/>
                  </a:moveTo>
                  <a:lnTo>
                    <a:pt x="50800" y="373379"/>
                  </a:lnTo>
                  <a:lnTo>
                    <a:pt x="48259" y="375920"/>
                  </a:lnTo>
                  <a:lnTo>
                    <a:pt x="58419" y="375920"/>
                  </a:lnTo>
                  <a:lnTo>
                    <a:pt x="60959" y="373379"/>
                  </a:lnTo>
                  <a:close/>
                </a:path>
                <a:path w="429260" h="424180">
                  <a:moveTo>
                    <a:pt x="63500" y="370839"/>
                  </a:moveTo>
                  <a:lnTo>
                    <a:pt x="53340" y="370839"/>
                  </a:lnTo>
                  <a:lnTo>
                    <a:pt x="52069" y="372110"/>
                  </a:lnTo>
                  <a:lnTo>
                    <a:pt x="62229" y="372110"/>
                  </a:lnTo>
                  <a:lnTo>
                    <a:pt x="63500" y="370839"/>
                  </a:lnTo>
                  <a:close/>
                </a:path>
                <a:path w="429260" h="424180">
                  <a:moveTo>
                    <a:pt x="67309" y="367029"/>
                  </a:moveTo>
                  <a:lnTo>
                    <a:pt x="57150" y="367029"/>
                  </a:lnTo>
                  <a:lnTo>
                    <a:pt x="54609" y="369570"/>
                  </a:lnTo>
                  <a:lnTo>
                    <a:pt x="64769" y="369570"/>
                  </a:lnTo>
                  <a:lnTo>
                    <a:pt x="67309" y="367029"/>
                  </a:lnTo>
                  <a:close/>
                </a:path>
                <a:path w="429260" h="424180">
                  <a:moveTo>
                    <a:pt x="69849" y="364489"/>
                  </a:moveTo>
                  <a:lnTo>
                    <a:pt x="59690" y="364489"/>
                  </a:lnTo>
                  <a:lnTo>
                    <a:pt x="58419" y="365760"/>
                  </a:lnTo>
                  <a:lnTo>
                    <a:pt x="68579" y="365760"/>
                  </a:lnTo>
                  <a:lnTo>
                    <a:pt x="69849" y="364489"/>
                  </a:lnTo>
                  <a:close/>
                </a:path>
                <a:path w="429260" h="424180">
                  <a:moveTo>
                    <a:pt x="73660" y="360679"/>
                  </a:moveTo>
                  <a:lnTo>
                    <a:pt x="63500" y="360679"/>
                  </a:lnTo>
                  <a:lnTo>
                    <a:pt x="60959" y="363220"/>
                  </a:lnTo>
                  <a:lnTo>
                    <a:pt x="71119" y="363220"/>
                  </a:lnTo>
                  <a:lnTo>
                    <a:pt x="73660" y="360679"/>
                  </a:lnTo>
                  <a:close/>
                </a:path>
                <a:path w="429260" h="424180">
                  <a:moveTo>
                    <a:pt x="76199" y="358139"/>
                  </a:moveTo>
                  <a:lnTo>
                    <a:pt x="66040" y="358139"/>
                  </a:lnTo>
                  <a:lnTo>
                    <a:pt x="64769" y="359410"/>
                  </a:lnTo>
                  <a:lnTo>
                    <a:pt x="74929" y="359410"/>
                  </a:lnTo>
                  <a:lnTo>
                    <a:pt x="76199" y="358139"/>
                  </a:lnTo>
                  <a:close/>
                </a:path>
                <a:path w="429260" h="424180">
                  <a:moveTo>
                    <a:pt x="80010" y="354329"/>
                  </a:moveTo>
                  <a:lnTo>
                    <a:pt x="69850" y="354329"/>
                  </a:lnTo>
                  <a:lnTo>
                    <a:pt x="67309" y="356870"/>
                  </a:lnTo>
                  <a:lnTo>
                    <a:pt x="77469" y="356870"/>
                  </a:lnTo>
                  <a:lnTo>
                    <a:pt x="80010" y="354329"/>
                  </a:lnTo>
                  <a:close/>
                </a:path>
                <a:path w="429260" h="424180">
                  <a:moveTo>
                    <a:pt x="82550" y="351789"/>
                  </a:moveTo>
                  <a:lnTo>
                    <a:pt x="72390" y="351789"/>
                  </a:lnTo>
                  <a:lnTo>
                    <a:pt x="71119" y="353060"/>
                  </a:lnTo>
                  <a:lnTo>
                    <a:pt x="81279" y="353060"/>
                  </a:lnTo>
                  <a:lnTo>
                    <a:pt x="82550" y="351789"/>
                  </a:lnTo>
                  <a:close/>
                </a:path>
                <a:path w="429260" h="424180">
                  <a:moveTo>
                    <a:pt x="86359" y="347979"/>
                  </a:moveTo>
                  <a:lnTo>
                    <a:pt x="76200" y="347979"/>
                  </a:lnTo>
                  <a:lnTo>
                    <a:pt x="73659" y="350520"/>
                  </a:lnTo>
                  <a:lnTo>
                    <a:pt x="83819" y="350520"/>
                  </a:lnTo>
                  <a:lnTo>
                    <a:pt x="86359" y="347979"/>
                  </a:lnTo>
                  <a:close/>
                </a:path>
                <a:path w="429260" h="424180">
                  <a:moveTo>
                    <a:pt x="88900" y="345439"/>
                  </a:moveTo>
                  <a:lnTo>
                    <a:pt x="78740" y="345439"/>
                  </a:lnTo>
                  <a:lnTo>
                    <a:pt x="77469" y="346710"/>
                  </a:lnTo>
                  <a:lnTo>
                    <a:pt x="87629" y="346710"/>
                  </a:lnTo>
                  <a:lnTo>
                    <a:pt x="88900" y="345439"/>
                  </a:lnTo>
                  <a:close/>
                </a:path>
                <a:path w="429260" h="424180">
                  <a:moveTo>
                    <a:pt x="92709" y="341629"/>
                  </a:moveTo>
                  <a:lnTo>
                    <a:pt x="82550" y="341629"/>
                  </a:lnTo>
                  <a:lnTo>
                    <a:pt x="80009" y="344170"/>
                  </a:lnTo>
                  <a:lnTo>
                    <a:pt x="90169" y="344170"/>
                  </a:lnTo>
                  <a:lnTo>
                    <a:pt x="92709" y="341629"/>
                  </a:lnTo>
                  <a:close/>
                </a:path>
                <a:path w="429260" h="424180">
                  <a:moveTo>
                    <a:pt x="95249" y="339089"/>
                  </a:moveTo>
                  <a:lnTo>
                    <a:pt x="85090" y="339089"/>
                  </a:lnTo>
                  <a:lnTo>
                    <a:pt x="83819" y="340360"/>
                  </a:lnTo>
                  <a:lnTo>
                    <a:pt x="93979" y="340360"/>
                  </a:lnTo>
                  <a:lnTo>
                    <a:pt x="95249" y="339089"/>
                  </a:lnTo>
                  <a:close/>
                </a:path>
                <a:path w="429260" h="424180">
                  <a:moveTo>
                    <a:pt x="99059" y="335279"/>
                  </a:moveTo>
                  <a:lnTo>
                    <a:pt x="88900" y="335279"/>
                  </a:lnTo>
                  <a:lnTo>
                    <a:pt x="86359" y="337820"/>
                  </a:lnTo>
                  <a:lnTo>
                    <a:pt x="96519" y="337820"/>
                  </a:lnTo>
                  <a:lnTo>
                    <a:pt x="99059" y="335279"/>
                  </a:lnTo>
                  <a:close/>
                </a:path>
                <a:path w="429260" h="424180">
                  <a:moveTo>
                    <a:pt x="101599" y="332739"/>
                  </a:moveTo>
                  <a:lnTo>
                    <a:pt x="91440" y="332739"/>
                  </a:lnTo>
                  <a:lnTo>
                    <a:pt x="90169" y="334010"/>
                  </a:lnTo>
                  <a:lnTo>
                    <a:pt x="100329" y="334010"/>
                  </a:lnTo>
                  <a:lnTo>
                    <a:pt x="101599" y="332739"/>
                  </a:lnTo>
                  <a:close/>
                </a:path>
                <a:path w="429260" h="424180">
                  <a:moveTo>
                    <a:pt x="105410" y="328929"/>
                  </a:moveTo>
                  <a:lnTo>
                    <a:pt x="95250" y="328929"/>
                  </a:lnTo>
                  <a:lnTo>
                    <a:pt x="92709" y="331470"/>
                  </a:lnTo>
                  <a:lnTo>
                    <a:pt x="102869" y="331470"/>
                  </a:lnTo>
                  <a:lnTo>
                    <a:pt x="105410" y="328929"/>
                  </a:lnTo>
                  <a:close/>
                </a:path>
                <a:path w="429260" h="424180">
                  <a:moveTo>
                    <a:pt x="107950" y="326389"/>
                  </a:moveTo>
                  <a:lnTo>
                    <a:pt x="97790" y="326389"/>
                  </a:lnTo>
                  <a:lnTo>
                    <a:pt x="96519" y="327660"/>
                  </a:lnTo>
                  <a:lnTo>
                    <a:pt x="106679" y="327660"/>
                  </a:lnTo>
                  <a:lnTo>
                    <a:pt x="107950" y="326389"/>
                  </a:lnTo>
                  <a:close/>
                </a:path>
                <a:path w="429260" h="424180">
                  <a:moveTo>
                    <a:pt x="111759" y="322579"/>
                  </a:moveTo>
                  <a:lnTo>
                    <a:pt x="101600" y="322579"/>
                  </a:lnTo>
                  <a:lnTo>
                    <a:pt x="99059" y="325120"/>
                  </a:lnTo>
                  <a:lnTo>
                    <a:pt x="109219" y="325120"/>
                  </a:lnTo>
                  <a:lnTo>
                    <a:pt x="111759" y="322579"/>
                  </a:lnTo>
                  <a:close/>
                </a:path>
                <a:path w="429260" h="424180">
                  <a:moveTo>
                    <a:pt x="114299" y="320039"/>
                  </a:moveTo>
                  <a:lnTo>
                    <a:pt x="104140" y="320039"/>
                  </a:lnTo>
                  <a:lnTo>
                    <a:pt x="102869" y="321310"/>
                  </a:lnTo>
                  <a:lnTo>
                    <a:pt x="113029" y="321310"/>
                  </a:lnTo>
                  <a:lnTo>
                    <a:pt x="114299" y="320039"/>
                  </a:lnTo>
                  <a:close/>
                </a:path>
                <a:path w="429260" h="424180">
                  <a:moveTo>
                    <a:pt x="118109" y="316229"/>
                  </a:moveTo>
                  <a:lnTo>
                    <a:pt x="107950" y="316229"/>
                  </a:lnTo>
                  <a:lnTo>
                    <a:pt x="105409" y="318770"/>
                  </a:lnTo>
                  <a:lnTo>
                    <a:pt x="115569" y="318770"/>
                  </a:lnTo>
                  <a:lnTo>
                    <a:pt x="118109" y="316229"/>
                  </a:lnTo>
                  <a:close/>
                </a:path>
                <a:path w="429260" h="424180">
                  <a:moveTo>
                    <a:pt x="120649" y="313689"/>
                  </a:moveTo>
                  <a:lnTo>
                    <a:pt x="110490" y="313689"/>
                  </a:lnTo>
                  <a:lnTo>
                    <a:pt x="109219" y="314960"/>
                  </a:lnTo>
                  <a:lnTo>
                    <a:pt x="119379" y="314960"/>
                  </a:lnTo>
                  <a:lnTo>
                    <a:pt x="120649" y="313689"/>
                  </a:lnTo>
                  <a:close/>
                </a:path>
                <a:path w="429260" h="424180">
                  <a:moveTo>
                    <a:pt x="124459" y="309879"/>
                  </a:moveTo>
                  <a:lnTo>
                    <a:pt x="114300" y="309879"/>
                  </a:lnTo>
                  <a:lnTo>
                    <a:pt x="111759" y="312420"/>
                  </a:lnTo>
                  <a:lnTo>
                    <a:pt x="121919" y="312420"/>
                  </a:lnTo>
                  <a:lnTo>
                    <a:pt x="124459" y="309879"/>
                  </a:lnTo>
                  <a:close/>
                </a:path>
                <a:path w="429260" h="424180">
                  <a:moveTo>
                    <a:pt x="126999" y="307339"/>
                  </a:moveTo>
                  <a:lnTo>
                    <a:pt x="116840" y="307339"/>
                  </a:lnTo>
                  <a:lnTo>
                    <a:pt x="115569" y="308610"/>
                  </a:lnTo>
                  <a:lnTo>
                    <a:pt x="125729" y="308610"/>
                  </a:lnTo>
                  <a:lnTo>
                    <a:pt x="126999" y="307339"/>
                  </a:lnTo>
                  <a:close/>
                </a:path>
                <a:path w="429260" h="424180">
                  <a:moveTo>
                    <a:pt x="130809" y="303529"/>
                  </a:moveTo>
                  <a:lnTo>
                    <a:pt x="120650" y="303529"/>
                  </a:lnTo>
                  <a:lnTo>
                    <a:pt x="118109" y="306070"/>
                  </a:lnTo>
                  <a:lnTo>
                    <a:pt x="128269" y="306070"/>
                  </a:lnTo>
                  <a:lnTo>
                    <a:pt x="130809" y="303529"/>
                  </a:lnTo>
                  <a:close/>
                </a:path>
                <a:path w="429260" h="424180">
                  <a:moveTo>
                    <a:pt x="133349" y="300989"/>
                  </a:moveTo>
                  <a:lnTo>
                    <a:pt x="123190" y="300989"/>
                  </a:lnTo>
                  <a:lnTo>
                    <a:pt x="121919" y="302260"/>
                  </a:lnTo>
                  <a:lnTo>
                    <a:pt x="132079" y="302260"/>
                  </a:lnTo>
                  <a:lnTo>
                    <a:pt x="133349" y="300989"/>
                  </a:lnTo>
                  <a:close/>
                </a:path>
                <a:path w="429260" h="424180">
                  <a:moveTo>
                    <a:pt x="137160" y="297179"/>
                  </a:moveTo>
                  <a:lnTo>
                    <a:pt x="127000" y="297179"/>
                  </a:lnTo>
                  <a:lnTo>
                    <a:pt x="124459" y="299720"/>
                  </a:lnTo>
                  <a:lnTo>
                    <a:pt x="134619" y="299720"/>
                  </a:lnTo>
                  <a:lnTo>
                    <a:pt x="137160" y="297179"/>
                  </a:lnTo>
                  <a:close/>
                </a:path>
                <a:path w="429260" h="424180">
                  <a:moveTo>
                    <a:pt x="139700" y="294639"/>
                  </a:moveTo>
                  <a:lnTo>
                    <a:pt x="129540" y="294639"/>
                  </a:lnTo>
                  <a:lnTo>
                    <a:pt x="128269" y="295910"/>
                  </a:lnTo>
                  <a:lnTo>
                    <a:pt x="138429" y="295910"/>
                  </a:lnTo>
                  <a:lnTo>
                    <a:pt x="139700" y="294639"/>
                  </a:lnTo>
                  <a:close/>
                </a:path>
                <a:path w="429260" h="424180">
                  <a:moveTo>
                    <a:pt x="143509" y="290829"/>
                  </a:moveTo>
                  <a:lnTo>
                    <a:pt x="133350" y="290829"/>
                  </a:lnTo>
                  <a:lnTo>
                    <a:pt x="130809" y="293370"/>
                  </a:lnTo>
                  <a:lnTo>
                    <a:pt x="140969" y="293370"/>
                  </a:lnTo>
                  <a:lnTo>
                    <a:pt x="143509" y="290829"/>
                  </a:lnTo>
                  <a:close/>
                </a:path>
                <a:path w="429260" h="424180">
                  <a:moveTo>
                    <a:pt x="146050" y="288289"/>
                  </a:moveTo>
                  <a:lnTo>
                    <a:pt x="135890" y="288289"/>
                  </a:lnTo>
                  <a:lnTo>
                    <a:pt x="134619" y="289560"/>
                  </a:lnTo>
                  <a:lnTo>
                    <a:pt x="144779" y="289560"/>
                  </a:lnTo>
                  <a:lnTo>
                    <a:pt x="146050" y="288289"/>
                  </a:lnTo>
                  <a:close/>
                </a:path>
                <a:path w="429260" h="424180">
                  <a:moveTo>
                    <a:pt x="149859" y="284479"/>
                  </a:moveTo>
                  <a:lnTo>
                    <a:pt x="139700" y="284479"/>
                  </a:lnTo>
                  <a:lnTo>
                    <a:pt x="137159" y="287020"/>
                  </a:lnTo>
                  <a:lnTo>
                    <a:pt x="147319" y="287020"/>
                  </a:lnTo>
                  <a:lnTo>
                    <a:pt x="149859" y="284479"/>
                  </a:lnTo>
                  <a:close/>
                </a:path>
                <a:path w="429260" h="424180">
                  <a:moveTo>
                    <a:pt x="152399" y="281939"/>
                  </a:moveTo>
                  <a:lnTo>
                    <a:pt x="142240" y="281939"/>
                  </a:lnTo>
                  <a:lnTo>
                    <a:pt x="140969" y="283210"/>
                  </a:lnTo>
                  <a:lnTo>
                    <a:pt x="151129" y="283210"/>
                  </a:lnTo>
                  <a:lnTo>
                    <a:pt x="152399" y="281939"/>
                  </a:lnTo>
                  <a:close/>
                </a:path>
                <a:path w="429260" h="424180">
                  <a:moveTo>
                    <a:pt x="156209" y="278129"/>
                  </a:moveTo>
                  <a:lnTo>
                    <a:pt x="146050" y="278129"/>
                  </a:lnTo>
                  <a:lnTo>
                    <a:pt x="143509" y="280670"/>
                  </a:lnTo>
                  <a:lnTo>
                    <a:pt x="153669" y="280670"/>
                  </a:lnTo>
                  <a:lnTo>
                    <a:pt x="156209" y="278129"/>
                  </a:lnTo>
                  <a:close/>
                </a:path>
                <a:path w="429260" h="424180">
                  <a:moveTo>
                    <a:pt x="158749" y="275589"/>
                  </a:moveTo>
                  <a:lnTo>
                    <a:pt x="148590" y="275589"/>
                  </a:lnTo>
                  <a:lnTo>
                    <a:pt x="147319" y="276860"/>
                  </a:lnTo>
                  <a:lnTo>
                    <a:pt x="157479" y="276860"/>
                  </a:lnTo>
                  <a:lnTo>
                    <a:pt x="158749" y="275589"/>
                  </a:lnTo>
                  <a:close/>
                </a:path>
                <a:path w="429260" h="424180">
                  <a:moveTo>
                    <a:pt x="162559" y="271779"/>
                  </a:moveTo>
                  <a:lnTo>
                    <a:pt x="152400" y="271779"/>
                  </a:lnTo>
                  <a:lnTo>
                    <a:pt x="149859" y="274320"/>
                  </a:lnTo>
                  <a:lnTo>
                    <a:pt x="160019" y="274320"/>
                  </a:lnTo>
                  <a:lnTo>
                    <a:pt x="162559" y="271779"/>
                  </a:lnTo>
                  <a:close/>
                </a:path>
                <a:path w="429260" h="424180">
                  <a:moveTo>
                    <a:pt x="165099" y="269239"/>
                  </a:moveTo>
                  <a:lnTo>
                    <a:pt x="154940" y="269239"/>
                  </a:lnTo>
                  <a:lnTo>
                    <a:pt x="153669" y="270510"/>
                  </a:lnTo>
                  <a:lnTo>
                    <a:pt x="163829" y="270510"/>
                  </a:lnTo>
                  <a:lnTo>
                    <a:pt x="165099" y="269239"/>
                  </a:lnTo>
                  <a:close/>
                </a:path>
                <a:path w="429260" h="424180">
                  <a:moveTo>
                    <a:pt x="177799" y="256539"/>
                  </a:moveTo>
                  <a:lnTo>
                    <a:pt x="167640" y="256539"/>
                  </a:lnTo>
                  <a:lnTo>
                    <a:pt x="156209" y="267970"/>
                  </a:lnTo>
                  <a:lnTo>
                    <a:pt x="166369" y="267970"/>
                  </a:lnTo>
                  <a:lnTo>
                    <a:pt x="177799" y="256539"/>
                  </a:lnTo>
                  <a:close/>
                </a:path>
                <a:path w="429260" h="424180">
                  <a:moveTo>
                    <a:pt x="190499" y="243839"/>
                  </a:moveTo>
                  <a:lnTo>
                    <a:pt x="180340" y="243839"/>
                  </a:lnTo>
                  <a:lnTo>
                    <a:pt x="168909" y="255270"/>
                  </a:lnTo>
                  <a:lnTo>
                    <a:pt x="179069" y="255270"/>
                  </a:lnTo>
                  <a:lnTo>
                    <a:pt x="190499" y="243839"/>
                  </a:lnTo>
                  <a:close/>
                </a:path>
                <a:path w="429260" h="424180">
                  <a:moveTo>
                    <a:pt x="194309" y="240029"/>
                  </a:moveTo>
                  <a:lnTo>
                    <a:pt x="184150" y="240029"/>
                  </a:lnTo>
                  <a:lnTo>
                    <a:pt x="181609" y="242570"/>
                  </a:lnTo>
                  <a:lnTo>
                    <a:pt x="191769" y="242570"/>
                  </a:lnTo>
                  <a:lnTo>
                    <a:pt x="194309" y="240029"/>
                  </a:lnTo>
                  <a:close/>
                </a:path>
                <a:path w="429260" h="424180">
                  <a:moveTo>
                    <a:pt x="196849" y="237489"/>
                  </a:moveTo>
                  <a:lnTo>
                    <a:pt x="186690" y="237489"/>
                  </a:lnTo>
                  <a:lnTo>
                    <a:pt x="185419" y="238760"/>
                  </a:lnTo>
                  <a:lnTo>
                    <a:pt x="195579" y="238760"/>
                  </a:lnTo>
                  <a:lnTo>
                    <a:pt x="196849" y="237489"/>
                  </a:lnTo>
                  <a:close/>
                </a:path>
                <a:path w="429260" h="424180">
                  <a:moveTo>
                    <a:pt x="200659" y="233679"/>
                  </a:moveTo>
                  <a:lnTo>
                    <a:pt x="190500" y="233679"/>
                  </a:lnTo>
                  <a:lnTo>
                    <a:pt x="187959" y="236220"/>
                  </a:lnTo>
                  <a:lnTo>
                    <a:pt x="198119" y="236220"/>
                  </a:lnTo>
                  <a:lnTo>
                    <a:pt x="200659" y="233679"/>
                  </a:lnTo>
                  <a:close/>
                </a:path>
                <a:path w="429260" h="424180">
                  <a:moveTo>
                    <a:pt x="213359" y="220979"/>
                  </a:moveTo>
                  <a:lnTo>
                    <a:pt x="203200" y="220979"/>
                  </a:lnTo>
                  <a:lnTo>
                    <a:pt x="191769" y="232410"/>
                  </a:lnTo>
                  <a:lnTo>
                    <a:pt x="201929" y="232410"/>
                  </a:lnTo>
                  <a:lnTo>
                    <a:pt x="213359" y="220979"/>
                  </a:lnTo>
                  <a:close/>
                </a:path>
                <a:path w="429260" h="424180">
                  <a:moveTo>
                    <a:pt x="222249" y="212089"/>
                  </a:moveTo>
                  <a:lnTo>
                    <a:pt x="212090" y="212089"/>
                  </a:lnTo>
                  <a:lnTo>
                    <a:pt x="204469" y="219710"/>
                  </a:lnTo>
                  <a:lnTo>
                    <a:pt x="214629" y="219710"/>
                  </a:lnTo>
                  <a:lnTo>
                    <a:pt x="222249" y="212089"/>
                  </a:lnTo>
                  <a:close/>
                </a:path>
                <a:path w="429260" h="424180">
                  <a:moveTo>
                    <a:pt x="238759" y="195579"/>
                  </a:moveTo>
                  <a:lnTo>
                    <a:pt x="228600" y="195579"/>
                  </a:lnTo>
                  <a:lnTo>
                    <a:pt x="213359" y="210820"/>
                  </a:lnTo>
                  <a:lnTo>
                    <a:pt x="223519" y="210820"/>
                  </a:lnTo>
                  <a:lnTo>
                    <a:pt x="238759" y="195579"/>
                  </a:lnTo>
                  <a:close/>
                </a:path>
                <a:path w="429260" h="424180">
                  <a:moveTo>
                    <a:pt x="243839" y="190500"/>
                  </a:moveTo>
                  <a:lnTo>
                    <a:pt x="233680" y="190500"/>
                  </a:lnTo>
                  <a:lnTo>
                    <a:pt x="229869" y="194310"/>
                  </a:lnTo>
                  <a:lnTo>
                    <a:pt x="240029" y="194310"/>
                  </a:lnTo>
                  <a:lnTo>
                    <a:pt x="243839" y="190500"/>
                  </a:lnTo>
                  <a:close/>
                </a:path>
              </a:pathLst>
            </a:custGeom>
            <a:solidFill>
              <a:srgbClr val="B345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66">
              <a:extLst>
                <a:ext uri="{FF2B5EF4-FFF2-40B4-BE49-F238E27FC236}">
                  <a16:creationId xmlns:a16="http://schemas.microsoft.com/office/drawing/2014/main" id="{5226637C-FCEB-298B-85A7-B6A390D9CB2C}"/>
                </a:ext>
              </a:extLst>
            </p:cNvPr>
            <p:cNvSpPr/>
            <p:nvPr/>
          </p:nvSpPr>
          <p:spPr>
            <a:xfrm>
              <a:off x="2872740" y="2670809"/>
              <a:ext cx="426720" cy="420370"/>
            </a:xfrm>
            <a:custGeom>
              <a:avLst/>
              <a:gdLst/>
              <a:ahLst/>
              <a:cxnLst/>
              <a:rect l="l" t="t" r="r" b="b"/>
              <a:pathLst>
                <a:path w="426720" h="420369">
                  <a:moveTo>
                    <a:pt x="327660" y="102870"/>
                  </a:moveTo>
                  <a:lnTo>
                    <a:pt x="317499" y="102870"/>
                  </a:lnTo>
                  <a:lnTo>
                    <a:pt x="311149" y="109220"/>
                  </a:lnTo>
                  <a:lnTo>
                    <a:pt x="321310" y="109220"/>
                  </a:lnTo>
                  <a:lnTo>
                    <a:pt x="327660" y="102870"/>
                  </a:lnTo>
                  <a:close/>
                </a:path>
                <a:path w="426720" h="420369">
                  <a:moveTo>
                    <a:pt x="330200" y="100330"/>
                  </a:moveTo>
                  <a:lnTo>
                    <a:pt x="320039" y="100330"/>
                  </a:lnTo>
                  <a:lnTo>
                    <a:pt x="318769" y="101600"/>
                  </a:lnTo>
                  <a:lnTo>
                    <a:pt x="328930" y="101600"/>
                  </a:lnTo>
                  <a:lnTo>
                    <a:pt x="330200" y="100330"/>
                  </a:lnTo>
                  <a:close/>
                </a:path>
                <a:path w="426720" h="420369">
                  <a:moveTo>
                    <a:pt x="334010" y="96520"/>
                  </a:moveTo>
                  <a:lnTo>
                    <a:pt x="323849" y="96520"/>
                  </a:lnTo>
                  <a:lnTo>
                    <a:pt x="321309" y="99060"/>
                  </a:lnTo>
                  <a:lnTo>
                    <a:pt x="331470" y="99060"/>
                  </a:lnTo>
                  <a:lnTo>
                    <a:pt x="334010" y="96520"/>
                  </a:lnTo>
                  <a:close/>
                </a:path>
                <a:path w="426720" h="420369">
                  <a:moveTo>
                    <a:pt x="336550" y="93980"/>
                  </a:moveTo>
                  <a:lnTo>
                    <a:pt x="326389" y="93980"/>
                  </a:lnTo>
                  <a:lnTo>
                    <a:pt x="325119" y="95250"/>
                  </a:lnTo>
                  <a:lnTo>
                    <a:pt x="335280" y="95250"/>
                  </a:lnTo>
                  <a:lnTo>
                    <a:pt x="336550" y="93980"/>
                  </a:lnTo>
                  <a:close/>
                </a:path>
                <a:path w="426720" h="420369">
                  <a:moveTo>
                    <a:pt x="340360" y="90170"/>
                  </a:moveTo>
                  <a:lnTo>
                    <a:pt x="330199" y="90170"/>
                  </a:lnTo>
                  <a:lnTo>
                    <a:pt x="327659" y="92710"/>
                  </a:lnTo>
                  <a:lnTo>
                    <a:pt x="337820" y="92710"/>
                  </a:lnTo>
                  <a:lnTo>
                    <a:pt x="340360" y="90170"/>
                  </a:lnTo>
                  <a:close/>
                </a:path>
                <a:path w="426720" h="420369">
                  <a:moveTo>
                    <a:pt x="342900" y="87630"/>
                  </a:moveTo>
                  <a:lnTo>
                    <a:pt x="332739" y="87630"/>
                  </a:lnTo>
                  <a:lnTo>
                    <a:pt x="331469" y="88900"/>
                  </a:lnTo>
                  <a:lnTo>
                    <a:pt x="341630" y="88900"/>
                  </a:lnTo>
                  <a:lnTo>
                    <a:pt x="342900" y="87630"/>
                  </a:lnTo>
                  <a:close/>
                </a:path>
                <a:path w="426720" h="420369">
                  <a:moveTo>
                    <a:pt x="355600" y="74930"/>
                  </a:moveTo>
                  <a:lnTo>
                    <a:pt x="345439" y="74930"/>
                  </a:lnTo>
                  <a:lnTo>
                    <a:pt x="334009" y="86360"/>
                  </a:lnTo>
                  <a:lnTo>
                    <a:pt x="344170" y="86360"/>
                  </a:lnTo>
                  <a:lnTo>
                    <a:pt x="355600" y="74930"/>
                  </a:lnTo>
                  <a:close/>
                </a:path>
                <a:path w="426720" h="420369">
                  <a:moveTo>
                    <a:pt x="368300" y="62230"/>
                  </a:moveTo>
                  <a:lnTo>
                    <a:pt x="358139" y="62230"/>
                  </a:lnTo>
                  <a:lnTo>
                    <a:pt x="346709" y="73660"/>
                  </a:lnTo>
                  <a:lnTo>
                    <a:pt x="356870" y="73660"/>
                  </a:lnTo>
                  <a:lnTo>
                    <a:pt x="368300" y="62230"/>
                  </a:lnTo>
                  <a:close/>
                </a:path>
                <a:path w="426720" h="420369">
                  <a:moveTo>
                    <a:pt x="372110" y="58420"/>
                  </a:moveTo>
                  <a:lnTo>
                    <a:pt x="361949" y="58420"/>
                  </a:lnTo>
                  <a:lnTo>
                    <a:pt x="359409" y="60960"/>
                  </a:lnTo>
                  <a:lnTo>
                    <a:pt x="369570" y="60960"/>
                  </a:lnTo>
                  <a:lnTo>
                    <a:pt x="372110" y="58420"/>
                  </a:lnTo>
                  <a:close/>
                </a:path>
                <a:path w="426720" h="420369">
                  <a:moveTo>
                    <a:pt x="374650" y="55880"/>
                  </a:moveTo>
                  <a:lnTo>
                    <a:pt x="364489" y="55880"/>
                  </a:lnTo>
                  <a:lnTo>
                    <a:pt x="363219" y="57150"/>
                  </a:lnTo>
                  <a:lnTo>
                    <a:pt x="373380" y="57150"/>
                  </a:lnTo>
                  <a:lnTo>
                    <a:pt x="374650" y="55880"/>
                  </a:lnTo>
                  <a:close/>
                </a:path>
                <a:path w="426720" h="420369">
                  <a:moveTo>
                    <a:pt x="378460" y="52070"/>
                  </a:moveTo>
                  <a:lnTo>
                    <a:pt x="368299" y="52070"/>
                  </a:lnTo>
                  <a:lnTo>
                    <a:pt x="365759" y="54610"/>
                  </a:lnTo>
                  <a:lnTo>
                    <a:pt x="375920" y="54610"/>
                  </a:lnTo>
                  <a:lnTo>
                    <a:pt x="378460" y="52070"/>
                  </a:lnTo>
                  <a:close/>
                </a:path>
                <a:path w="426720" h="420369">
                  <a:moveTo>
                    <a:pt x="381000" y="49530"/>
                  </a:moveTo>
                  <a:lnTo>
                    <a:pt x="370839" y="49530"/>
                  </a:lnTo>
                  <a:lnTo>
                    <a:pt x="369569" y="50800"/>
                  </a:lnTo>
                  <a:lnTo>
                    <a:pt x="379730" y="50800"/>
                  </a:lnTo>
                  <a:lnTo>
                    <a:pt x="381000" y="49530"/>
                  </a:lnTo>
                  <a:close/>
                </a:path>
                <a:path w="426720" h="420369">
                  <a:moveTo>
                    <a:pt x="384810" y="45720"/>
                  </a:moveTo>
                  <a:lnTo>
                    <a:pt x="374649" y="45720"/>
                  </a:lnTo>
                  <a:lnTo>
                    <a:pt x="372109" y="48260"/>
                  </a:lnTo>
                  <a:lnTo>
                    <a:pt x="382270" y="48260"/>
                  </a:lnTo>
                  <a:lnTo>
                    <a:pt x="384810" y="45720"/>
                  </a:lnTo>
                  <a:close/>
                </a:path>
                <a:path w="426720" h="420369">
                  <a:moveTo>
                    <a:pt x="387350" y="43180"/>
                  </a:moveTo>
                  <a:lnTo>
                    <a:pt x="377189" y="43180"/>
                  </a:lnTo>
                  <a:lnTo>
                    <a:pt x="375919" y="44450"/>
                  </a:lnTo>
                  <a:lnTo>
                    <a:pt x="386080" y="44450"/>
                  </a:lnTo>
                  <a:lnTo>
                    <a:pt x="387350" y="43180"/>
                  </a:lnTo>
                  <a:close/>
                </a:path>
                <a:path w="426720" h="420369">
                  <a:moveTo>
                    <a:pt x="391160" y="39370"/>
                  </a:moveTo>
                  <a:lnTo>
                    <a:pt x="380999" y="39370"/>
                  </a:lnTo>
                  <a:lnTo>
                    <a:pt x="378459" y="41910"/>
                  </a:lnTo>
                  <a:lnTo>
                    <a:pt x="388620" y="41910"/>
                  </a:lnTo>
                  <a:lnTo>
                    <a:pt x="391160" y="39370"/>
                  </a:lnTo>
                  <a:close/>
                </a:path>
                <a:path w="426720" h="420369">
                  <a:moveTo>
                    <a:pt x="393700" y="36830"/>
                  </a:moveTo>
                  <a:lnTo>
                    <a:pt x="383539" y="36830"/>
                  </a:lnTo>
                  <a:lnTo>
                    <a:pt x="382269" y="38100"/>
                  </a:lnTo>
                  <a:lnTo>
                    <a:pt x="392430" y="38100"/>
                  </a:lnTo>
                  <a:lnTo>
                    <a:pt x="393700" y="36830"/>
                  </a:lnTo>
                  <a:close/>
                </a:path>
                <a:path w="426720" h="420369">
                  <a:moveTo>
                    <a:pt x="397510" y="33020"/>
                  </a:moveTo>
                  <a:lnTo>
                    <a:pt x="387349" y="33020"/>
                  </a:lnTo>
                  <a:lnTo>
                    <a:pt x="384809" y="35560"/>
                  </a:lnTo>
                  <a:lnTo>
                    <a:pt x="394970" y="35560"/>
                  </a:lnTo>
                  <a:lnTo>
                    <a:pt x="397510" y="33020"/>
                  </a:lnTo>
                  <a:close/>
                </a:path>
                <a:path w="426720" h="420369">
                  <a:moveTo>
                    <a:pt x="400050" y="30480"/>
                  </a:moveTo>
                  <a:lnTo>
                    <a:pt x="389889" y="30480"/>
                  </a:lnTo>
                  <a:lnTo>
                    <a:pt x="388619" y="31750"/>
                  </a:lnTo>
                  <a:lnTo>
                    <a:pt x="398780" y="31750"/>
                  </a:lnTo>
                  <a:lnTo>
                    <a:pt x="400050" y="30480"/>
                  </a:lnTo>
                  <a:close/>
                </a:path>
                <a:path w="426720" h="420369">
                  <a:moveTo>
                    <a:pt x="403860" y="26670"/>
                  </a:moveTo>
                  <a:lnTo>
                    <a:pt x="393699" y="26670"/>
                  </a:lnTo>
                  <a:lnTo>
                    <a:pt x="391159" y="29210"/>
                  </a:lnTo>
                  <a:lnTo>
                    <a:pt x="401320" y="29210"/>
                  </a:lnTo>
                  <a:lnTo>
                    <a:pt x="403860" y="26670"/>
                  </a:lnTo>
                  <a:close/>
                </a:path>
                <a:path w="426720" h="420369">
                  <a:moveTo>
                    <a:pt x="406400" y="24130"/>
                  </a:moveTo>
                  <a:lnTo>
                    <a:pt x="396239" y="24130"/>
                  </a:lnTo>
                  <a:lnTo>
                    <a:pt x="394969" y="25400"/>
                  </a:lnTo>
                  <a:lnTo>
                    <a:pt x="405130" y="25400"/>
                  </a:lnTo>
                  <a:lnTo>
                    <a:pt x="406400" y="24130"/>
                  </a:lnTo>
                  <a:close/>
                </a:path>
                <a:path w="426720" h="420369">
                  <a:moveTo>
                    <a:pt x="410210" y="20320"/>
                  </a:moveTo>
                  <a:lnTo>
                    <a:pt x="400049" y="20320"/>
                  </a:lnTo>
                  <a:lnTo>
                    <a:pt x="397509" y="22860"/>
                  </a:lnTo>
                  <a:lnTo>
                    <a:pt x="407670" y="22860"/>
                  </a:lnTo>
                  <a:lnTo>
                    <a:pt x="410210" y="20320"/>
                  </a:lnTo>
                  <a:close/>
                </a:path>
                <a:path w="426720" h="420369">
                  <a:moveTo>
                    <a:pt x="412750" y="17780"/>
                  </a:moveTo>
                  <a:lnTo>
                    <a:pt x="402589" y="17780"/>
                  </a:lnTo>
                  <a:lnTo>
                    <a:pt x="401319" y="19050"/>
                  </a:lnTo>
                  <a:lnTo>
                    <a:pt x="411480" y="19050"/>
                  </a:lnTo>
                  <a:lnTo>
                    <a:pt x="412750" y="17780"/>
                  </a:lnTo>
                  <a:close/>
                </a:path>
                <a:path w="426720" h="420369">
                  <a:moveTo>
                    <a:pt x="416560" y="13970"/>
                  </a:moveTo>
                  <a:lnTo>
                    <a:pt x="406399" y="13970"/>
                  </a:lnTo>
                  <a:lnTo>
                    <a:pt x="403859" y="16510"/>
                  </a:lnTo>
                  <a:lnTo>
                    <a:pt x="414020" y="16510"/>
                  </a:lnTo>
                  <a:lnTo>
                    <a:pt x="416560" y="13970"/>
                  </a:lnTo>
                  <a:close/>
                </a:path>
                <a:path w="426720" h="420369">
                  <a:moveTo>
                    <a:pt x="419100" y="11430"/>
                  </a:moveTo>
                  <a:lnTo>
                    <a:pt x="408939" y="11430"/>
                  </a:lnTo>
                  <a:lnTo>
                    <a:pt x="407669" y="12700"/>
                  </a:lnTo>
                  <a:lnTo>
                    <a:pt x="417830" y="12700"/>
                  </a:lnTo>
                  <a:lnTo>
                    <a:pt x="419100" y="11430"/>
                  </a:lnTo>
                  <a:close/>
                </a:path>
                <a:path w="426720" h="420369">
                  <a:moveTo>
                    <a:pt x="422910" y="7620"/>
                  </a:moveTo>
                  <a:lnTo>
                    <a:pt x="412749" y="7620"/>
                  </a:lnTo>
                  <a:lnTo>
                    <a:pt x="410209" y="10160"/>
                  </a:lnTo>
                  <a:lnTo>
                    <a:pt x="420370" y="10160"/>
                  </a:lnTo>
                  <a:lnTo>
                    <a:pt x="422910" y="7620"/>
                  </a:lnTo>
                  <a:close/>
                </a:path>
                <a:path w="426720" h="420369">
                  <a:moveTo>
                    <a:pt x="425449" y="5080"/>
                  </a:moveTo>
                  <a:lnTo>
                    <a:pt x="415289" y="5080"/>
                  </a:lnTo>
                  <a:lnTo>
                    <a:pt x="414019" y="6350"/>
                  </a:lnTo>
                  <a:lnTo>
                    <a:pt x="424180" y="6350"/>
                  </a:lnTo>
                  <a:lnTo>
                    <a:pt x="425449" y="5080"/>
                  </a:lnTo>
                  <a:close/>
                </a:path>
                <a:path w="426720" h="420369">
                  <a:moveTo>
                    <a:pt x="426720" y="3810"/>
                  </a:moveTo>
                  <a:lnTo>
                    <a:pt x="425449" y="3810"/>
                  </a:lnTo>
                  <a:lnTo>
                    <a:pt x="425449" y="5080"/>
                  </a:lnTo>
                  <a:lnTo>
                    <a:pt x="426720" y="3810"/>
                  </a:lnTo>
                  <a:close/>
                </a:path>
                <a:path w="426720" h="420369">
                  <a:moveTo>
                    <a:pt x="424180" y="1270"/>
                  </a:moveTo>
                  <a:lnTo>
                    <a:pt x="419099" y="1270"/>
                  </a:lnTo>
                  <a:lnTo>
                    <a:pt x="416559" y="3810"/>
                  </a:lnTo>
                  <a:lnTo>
                    <a:pt x="424180" y="3810"/>
                  </a:lnTo>
                  <a:lnTo>
                    <a:pt x="424180" y="1270"/>
                  </a:lnTo>
                  <a:close/>
                </a:path>
                <a:path w="426720" h="420369">
                  <a:moveTo>
                    <a:pt x="422909" y="0"/>
                  </a:moveTo>
                  <a:lnTo>
                    <a:pt x="420369" y="0"/>
                  </a:lnTo>
                  <a:lnTo>
                    <a:pt x="420369" y="1270"/>
                  </a:lnTo>
                  <a:lnTo>
                    <a:pt x="422909" y="1270"/>
                  </a:lnTo>
                  <a:lnTo>
                    <a:pt x="422909" y="0"/>
                  </a:lnTo>
                  <a:close/>
                </a:path>
                <a:path w="426720" h="420369">
                  <a:moveTo>
                    <a:pt x="321309" y="109220"/>
                  </a:moveTo>
                  <a:lnTo>
                    <a:pt x="311149" y="109220"/>
                  </a:lnTo>
                  <a:lnTo>
                    <a:pt x="285749" y="134620"/>
                  </a:lnTo>
                  <a:lnTo>
                    <a:pt x="295910" y="134620"/>
                  </a:lnTo>
                  <a:lnTo>
                    <a:pt x="321309" y="109220"/>
                  </a:lnTo>
                  <a:close/>
                </a:path>
                <a:path w="426720" h="420369">
                  <a:moveTo>
                    <a:pt x="295909" y="134620"/>
                  </a:moveTo>
                  <a:lnTo>
                    <a:pt x="285749" y="134620"/>
                  </a:lnTo>
                  <a:lnTo>
                    <a:pt x="234949" y="185420"/>
                  </a:lnTo>
                  <a:lnTo>
                    <a:pt x="245110" y="185420"/>
                  </a:lnTo>
                  <a:lnTo>
                    <a:pt x="295909" y="134620"/>
                  </a:lnTo>
                  <a:close/>
                </a:path>
                <a:path w="426720" h="420369">
                  <a:moveTo>
                    <a:pt x="12700" y="417830"/>
                  </a:moveTo>
                  <a:lnTo>
                    <a:pt x="2539" y="417830"/>
                  </a:lnTo>
                  <a:lnTo>
                    <a:pt x="0" y="420370"/>
                  </a:lnTo>
                  <a:lnTo>
                    <a:pt x="10160" y="420370"/>
                  </a:lnTo>
                  <a:lnTo>
                    <a:pt x="12700" y="417830"/>
                  </a:lnTo>
                  <a:close/>
                </a:path>
                <a:path w="426720" h="420369">
                  <a:moveTo>
                    <a:pt x="16510" y="414020"/>
                  </a:moveTo>
                  <a:lnTo>
                    <a:pt x="6350" y="414020"/>
                  </a:lnTo>
                  <a:lnTo>
                    <a:pt x="3809" y="416560"/>
                  </a:lnTo>
                  <a:lnTo>
                    <a:pt x="13969" y="416560"/>
                  </a:lnTo>
                  <a:lnTo>
                    <a:pt x="16510" y="414020"/>
                  </a:lnTo>
                  <a:close/>
                </a:path>
                <a:path w="426720" h="420369">
                  <a:moveTo>
                    <a:pt x="19050" y="411480"/>
                  </a:moveTo>
                  <a:lnTo>
                    <a:pt x="8889" y="411480"/>
                  </a:lnTo>
                  <a:lnTo>
                    <a:pt x="7619" y="412750"/>
                  </a:lnTo>
                  <a:lnTo>
                    <a:pt x="17780" y="412750"/>
                  </a:lnTo>
                  <a:lnTo>
                    <a:pt x="19050" y="411480"/>
                  </a:lnTo>
                  <a:close/>
                </a:path>
                <a:path w="426720" h="420369">
                  <a:moveTo>
                    <a:pt x="22860" y="407670"/>
                  </a:moveTo>
                  <a:lnTo>
                    <a:pt x="12700" y="407670"/>
                  </a:lnTo>
                  <a:lnTo>
                    <a:pt x="10159" y="410210"/>
                  </a:lnTo>
                  <a:lnTo>
                    <a:pt x="20319" y="410210"/>
                  </a:lnTo>
                  <a:lnTo>
                    <a:pt x="22860" y="407670"/>
                  </a:lnTo>
                  <a:close/>
                </a:path>
                <a:path w="426720" h="420369">
                  <a:moveTo>
                    <a:pt x="25400" y="405130"/>
                  </a:moveTo>
                  <a:lnTo>
                    <a:pt x="15239" y="405130"/>
                  </a:lnTo>
                  <a:lnTo>
                    <a:pt x="13969" y="406400"/>
                  </a:lnTo>
                  <a:lnTo>
                    <a:pt x="24130" y="406400"/>
                  </a:lnTo>
                  <a:lnTo>
                    <a:pt x="25400" y="405130"/>
                  </a:lnTo>
                  <a:close/>
                </a:path>
                <a:path w="426720" h="420369">
                  <a:moveTo>
                    <a:pt x="29210" y="401320"/>
                  </a:moveTo>
                  <a:lnTo>
                    <a:pt x="19050" y="401320"/>
                  </a:lnTo>
                  <a:lnTo>
                    <a:pt x="16509" y="403860"/>
                  </a:lnTo>
                  <a:lnTo>
                    <a:pt x="26669" y="403860"/>
                  </a:lnTo>
                  <a:lnTo>
                    <a:pt x="29210" y="401320"/>
                  </a:lnTo>
                  <a:close/>
                </a:path>
                <a:path w="426720" h="420369">
                  <a:moveTo>
                    <a:pt x="31750" y="398780"/>
                  </a:moveTo>
                  <a:lnTo>
                    <a:pt x="21589" y="398780"/>
                  </a:lnTo>
                  <a:lnTo>
                    <a:pt x="20319" y="400050"/>
                  </a:lnTo>
                  <a:lnTo>
                    <a:pt x="30480" y="400050"/>
                  </a:lnTo>
                  <a:lnTo>
                    <a:pt x="31750" y="398780"/>
                  </a:lnTo>
                  <a:close/>
                </a:path>
                <a:path w="426720" h="420369">
                  <a:moveTo>
                    <a:pt x="35560" y="394970"/>
                  </a:moveTo>
                  <a:lnTo>
                    <a:pt x="25400" y="394970"/>
                  </a:lnTo>
                  <a:lnTo>
                    <a:pt x="22859" y="397510"/>
                  </a:lnTo>
                  <a:lnTo>
                    <a:pt x="33019" y="397510"/>
                  </a:lnTo>
                  <a:lnTo>
                    <a:pt x="35560" y="394970"/>
                  </a:lnTo>
                  <a:close/>
                </a:path>
                <a:path w="426720" h="420369">
                  <a:moveTo>
                    <a:pt x="38100" y="392430"/>
                  </a:moveTo>
                  <a:lnTo>
                    <a:pt x="27939" y="392430"/>
                  </a:lnTo>
                  <a:lnTo>
                    <a:pt x="26669" y="393700"/>
                  </a:lnTo>
                  <a:lnTo>
                    <a:pt x="36830" y="393700"/>
                  </a:lnTo>
                  <a:lnTo>
                    <a:pt x="38100" y="392430"/>
                  </a:lnTo>
                  <a:close/>
                </a:path>
                <a:path w="426720" h="420369">
                  <a:moveTo>
                    <a:pt x="41910" y="388620"/>
                  </a:moveTo>
                  <a:lnTo>
                    <a:pt x="31750" y="388620"/>
                  </a:lnTo>
                  <a:lnTo>
                    <a:pt x="29209" y="391160"/>
                  </a:lnTo>
                  <a:lnTo>
                    <a:pt x="39369" y="391160"/>
                  </a:lnTo>
                  <a:lnTo>
                    <a:pt x="41910" y="388620"/>
                  </a:lnTo>
                  <a:close/>
                </a:path>
                <a:path w="426720" h="420369">
                  <a:moveTo>
                    <a:pt x="44450" y="386080"/>
                  </a:moveTo>
                  <a:lnTo>
                    <a:pt x="34289" y="386080"/>
                  </a:lnTo>
                  <a:lnTo>
                    <a:pt x="33019" y="387350"/>
                  </a:lnTo>
                  <a:lnTo>
                    <a:pt x="43180" y="387350"/>
                  </a:lnTo>
                  <a:lnTo>
                    <a:pt x="44450" y="386080"/>
                  </a:lnTo>
                  <a:close/>
                </a:path>
                <a:path w="426720" h="420369">
                  <a:moveTo>
                    <a:pt x="48260" y="382270"/>
                  </a:moveTo>
                  <a:lnTo>
                    <a:pt x="38100" y="382270"/>
                  </a:lnTo>
                  <a:lnTo>
                    <a:pt x="35559" y="384810"/>
                  </a:lnTo>
                  <a:lnTo>
                    <a:pt x="45719" y="384810"/>
                  </a:lnTo>
                  <a:lnTo>
                    <a:pt x="48260" y="382270"/>
                  </a:lnTo>
                  <a:close/>
                </a:path>
                <a:path w="426720" h="420369">
                  <a:moveTo>
                    <a:pt x="50800" y="379730"/>
                  </a:moveTo>
                  <a:lnTo>
                    <a:pt x="40639" y="379730"/>
                  </a:lnTo>
                  <a:lnTo>
                    <a:pt x="39369" y="381000"/>
                  </a:lnTo>
                  <a:lnTo>
                    <a:pt x="49530" y="381000"/>
                  </a:lnTo>
                  <a:lnTo>
                    <a:pt x="50800" y="379730"/>
                  </a:lnTo>
                  <a:close/>
                </a:path>
                <a:path w="426720" h="420369">
                  <a:moveTo>
                    <a:pt x="54610" y="375920"/>
                  </a:moveTo>
                  <a:lnTo>
                    <a:pt x="44450" y="375920"/>
                  </a:lnTo>
                  <a:lnTo>
                    <a:pt x="41909" y="378460"/>
                  </a:lnTo>
                  <a:lnTo>
                    <a:pt x="52069" y="378460"/>
                  </a:lnTo>
                  <a:lnTo>
                    <a:pt x="54610" y="375920"/>
                  </a:lnTo>
                  <a:close/>
                </a:path>
                <a:path w="426720" h="420369">
                  <a:moveTo>
                    <a:pt x="57150" y="373380"/>
                  </a:moveTo>
                  <a:lnTo>
                    <a:pt x="46989" y="373380"/>
                  </a:lnTo>
                  <a:lnTo>
                    <a:pt x="45719" y="374650"/>
                  </a:lnTo>
                  <a:lnTo>
                    <a:pt x="55880" y="374650"/>
                  </a:lnTo>
                  <a:lnTo>
                    <a:pt x="57150" y="373380"/>
                  </a:lnTo>
                  <a:close/>
                </a:path>
                <a:path w="426720" h="420369">
                  <a:moveTo>
                    <a:pt x="60960" y="369570"/>
                  </a:moveTo>
                  <a:lnTo>
                    <a:pt x="50800" y="369570"/>
                  </a:lnTo>
                  <a:lnTo>
                    <a:pt x="48259" y="372110"/>
                  </a:lnTo>
                  <a:lnTo>
                    <a:pt x="58419" y="372110"/>
                  </a:lnTo>
                  <a:lnTo>
                    <a:pt x="60960" y="369570"/>
                  </a:lnTo>
                  <a:close/>
                </a:path>
                <a:path w="426720" h="420369">
                  <a:moveTo>
                    <a:pt x="63500" y="367030"/>
                  </a:moveTo>
                  <a:lnTo>
                    <a:pt x="53339" y="367030"/>
                  </a:lnTo>
                  <a:lnTo>
                    <a:pt x="52069" y="368300"/>
                  </a:lnTo>
                  <a:lnTo>
                    <a:pt x="62230" y="368300"/>
                  </a:lnTo>
                  <a:lnTo>
                    <a:pt x="63500" y="367030"/>
                  </a:lnTo>
                  <a:close/>
                </a:path>
                <a:path w="426720" h="420369">
                  <a:moveTo>
                    <a:pt x="67310" y="363220"/>
                  </a:moveTo>
                  <a:lnTo>
                    <a:pt x="57149" y="363220"/>
                  </a:lnTo>
                  <a:lnTo>
                    <a:pt x="54609" y="365760"/>
                  </a:lnTo>
                  <a:lnTo>
                    <a:pt x="64769" y="365760"/>
                  </a:lnTo>
                  <a:lnTo>
                    <a:pt x="67310" y="363220"/>
                  </a:lnTo>
                  <a:close/>
                </a:path>
                <a:path w="426720" h="420369">
                  <a:moveTo>
                    <a:pt x="69850" y="360680"/>
                  </a:moveTo>
                  <a:lnTo>
                    <a:pt x="59689" y="360680"/>
                  </a:lnTo>
                  <a:lnTo>
                    <a:pt x="58419" y="361950"/>
                  </a:lnTo>
                  <a:lnTo>
                    <a:pt x="68580" y="361950"/>
                  </a:lnTo>
                  <a:lnTo>
                    <a:pt x="69850" y="360680"/>
                  </a:lnTo>
                  <a:close/>
                </a:path>
                <a:path w="426720" h="420369">
                  <a:moveTo>
                    <a:pt x="73660" y="356870"/>
                  </a:moveTo>
                  <a:lnTo>
                    <a:pt x="63500" y="356870"/>
                  </a:lnTo>
                  <a:lnTo>
                    <a:pt x="60959" y="359410"/>
                  </a:lnTo>
                  <a:lnTo>
                    <a:pt x="71119" y="359410"/>
                  </a:lnTo>
                  <a:lnTo>
                    <a:pt x="73660" y="356870"/>
                  </a:lnTo>
                  <a:close/>
                </a:path>
                <a:path w="426720" h="420369">
                  <a:moveTo>
                    <a:pt x="76200" y="354330"/>
                  </a:moveTo>
                  <a:lnTo>
                    <a:pt x="66039" y="354330"/>
                  </a:lnTo>
                  <a:lnTo>
                    <a:pt x="64769" y="355600"/>
                  </a:lnTo>
                  <a:lnTo>
                    <a:pt x="74930" y="355600"/>
                  </a:lnTo>
                  <a:lnTo>
                    <a:pt x="76200" y="354330"/>
                  </a:lnTo>
                  <a:close/>
                </a:path>
                <a:path w="426720" h="420369">
                  <a:moveTo>
                    <a:pt x="80010" y="350520"/>
                  </a:moveTo>
                  <a:lnTo>
                    <a:pt x="69849" y="350520"/>
                  </a:lnTo>
                  <a:lnTo>
                    <a:pt x="67309" y="353060"/>
                  </a:lnTo>
                  <a:lnTo>
                    <a:pt x="77469" y="353060"/>
                  </a:lnTo>
                  <a:lnTo>
                    <a:pt x="80010" y="350520"/>
                  </a:lnTo>
                  <a:close/>
                </a:path>
                <a:path w="426720" h="420369">
                  <a:moveTo>
                    <a:pt x="82550" y="347980"/>
                  </a:moveTo>
                  <a:lnTo>
                    <a:pt x="72389" y="347980"/>
                  </a:lnTo>
                  <a:lnTo>
                    <a:pt x="71119" y="349250"/>
                  </a:lnTo>
                  <a:lnTo>
                    <a:pt x="81280" y="349250"/>
                  </a:lnTo>
                  <a:lnTo>
                    <a:pt x="82550" y="347980"/>
                  </a:lnTo>
                  <a:close/>
                </a:path>
                <a:path w="426720" h="420369">
                  <a:moveTo>
                    <a:pt x="86360" y="344170"/>
                  </a:moveTo>
                  <a:lnTo>
                    <a:pt x="76200" y="344170"/>
                  </a:lnTo>
                  <a:lnTo>
                    <a:pt x="73659" y="346710"/>
                  </a:lnTo>
                  <a:lnTo>
                    <a:pt x="83819" y="346710"/>
                  </a:lnTo>
                  <a:lnTo>
                    <a:pt x="86360" y="344170"/>
                  </a:lnTo>
                  <a:close/>
                </a:path>
                <a:path w="426720" h="420369">
                  <a:moveTo>
                    <a:pt x="88900" y="341630"/>
                  </a:moveTo>
                  <a:lnTo>
                    <a:pt x="78739" y="341630"/>
                  </a:lnTo>
                  <a:lnTo>
                    <a:pt x="77469" y="342900"/>
                  </a:lnTo>
                  <a:lnTo>
                    <a:pt x="87630" y="342900"/>
                  </a:lnTo>
                  <a:lnTo>
                    <a:pt x="88900" y="341630"/>
                  </a:lnTo>
                  <a:close/>
                </a:path>
                <a:path w="426720" h="420369">
                  <a:moveTo>
                    <a:pt x="92710" y="337820"/>
                  </a:moveTo>
                  <a:lnTo>
                    <a:pt x="82550" y="337820"/>
                  </a:lnTo>
                  <a:lnTo>
                    <a:pt x="80009" y="340360"/>
                  </a:lnTo>
                  <a:lnTo>
                    <a:pt x="90169" y="340360"/>
                  </a:lnTo>
                  <a:lnTo>
                    <a:pt x="92710" y="337820"/>
                  </a:lnTo>
                  <a:close/>
                </a:path>
                <a:path w="426720" h="420369">
                  <a:moveTo>
                    <a:pt x="95250" y="335280"/>
                  </a:moveTo>
                  <a:lnTo>
                    <a:pt x="85089" y="335280"/>
                  </a:lnTo>
                  <a:lnTo>
                    <a:pt x="83819" y="336550"/>
                  </a:lnTo>
                  <a:lnTo>
                    <a:pt x="93980" y="336550"/>
                  </a:lnTo>
                  <a:lnTo>
                    <a:pt x="95250" y="335280"/>
                  </a:lnTo>
                  <a:close/>
                </a:path>
                <a:path w="426720" h="420369">
                  <a:moveTo>
                    <a:pt x="99060" y="331470"/>
                  </a:moveTo>
                  <a:lnTo>
                    <a:pt x="88900" y="331470"/>
                  </a:lnTo>
                  <a:lnTo>
                    <a:pt x="86359" y="334010"/>
                  </a:lnTo>
                  <a:lnTo>
                    <a:pt x="96519" y="334010"/>
                  </a:lnTo>
                  <a:lnTo>
                    <a:pt x="99060" y="331470"/>
                  </a:lnTo>
                  <a:close/>
                </a:path>
                <a:path w="426720" h="420369">
                  <a:moveTo>
                    <a:pt x="101600" y="328930"/>
                  </a:moveTo>
                  <a:lnTo>
                    <a:pt x="91439" y="328930"/>
                  </a:lnTo>
                  <a:lnTo>
                    <a:pt x="90169" y="330200"/>
                  </a:lnTo>
                  <a:lnTo>
                    <a:pt x="100330" y="330200"/>
                  </a:lnTo>
                  <a:lnTo>
                    <a:pt x="101600" y="328930"/>
                  </a:lnTo>
                  <a:close/>
                </a:path>
                <a:path w="426720" h="420369">
                  <a:moveTo>
                    <a:pt x="105410" y="325120"/>
                  </a:moveTo>
                  <a:lnTo>
                    <a:pt x="95250" y="325120"/>
                  </a:lnTo>
                  <a:lnTo>
                    <a:pt x="92709" y="327660"/>
                  </a:lnTo>
                  <a:lnTo>
                    <a:pt x="102869" y="327660"/>
                  </a:lnTo>
                  <a:lnTo>
                    <a:pt x="105410" y="325120"/>
                  </a:lnTo>
                  <a:close/>
                </a:path>
                <a:path w="426720" h="420369">
                  <a:moveTo>
                    <a:pt x="107950" y="322580"/>
                  </a:moveTo>
                  <a:lnTo>
                    <a:pt x="97789" y="322580"/>
                  </a:lnTo>
                  <a:lnTo>
                    <a:pt x="96519" y="323850"/>
                  </a:lnTo>
                  <a:lnTo>
                    <a:pt x="106680" y="323850"/>
                  </a:lnTo>
                  <a:lnTo>
                    <a:pt x="107950" y="322580"/>
                  </a:lnTo>
                  <a:close/>
                </a:path>
                <a:path w="426720" h="420369">
                  <a:moveTo>
                    <a:pt x="111760" y="318770"/>
                  </a:moveTo>
                  <a:lnTo>
                    <a:pt x="101600" y="318770"/>
                  </a:lnTo>
                  <a:lnTo>
                    <a:pt x="99059" y="321310"/>
                  </a:lnTo>
                  <a:lnTo>
                    <a:pt x="109219" y="321310"/>
                  </a:lnTo>
                  <a:lnTo>
                    <a:pt x="111760" y="318770"/>
                  </a:lnTo>
                  <a:close/>
                </a:path>
                <a:path w="426720" h="420369">
                  <a:moveTo>
                    <a:pt x="114300" y="316230"/>
                  </a:moveTo>
                  <a:lnTo>
                    <a:pt x="104139" y="316230"/>
                  </a:lnTo>
                  <a:lnTo>
                    <a:pt x="102869" y="317500"/>
                  </a:lnTo>
                  <a:lnTo>
                    <a:pt x="113030" y="317500"/>
                  </a:lnTo>
                  <a:lnTo>
                    <a:pt x="114300" y="316230"/>
                  </a:lnTo>
                  <a:close/>
                </a:path>
                <a:path w="426720" h="420369">
                  <a:moveTo>
                    <a:pt x="118110" y="312420"/>
                  </a:moveTo>
                  <a:lnTo>
                    <a:pt x="107949" y="312420"/>
                  </a:lnTo>
                  <a:lnTo>
                    <a:pt x="105409" y="314960"/>
                  </a:lnTo>
                  <a:lnTo>
                    <a:pt x="115569" y="314960"/>
                  </a:lnTo>
                  <a:lnTo>
                    <a:pt x="118110" y="312420"/>
                  </a:lnTo>
                  <a:close/>
                </a:path>
                <a:path w="426720" h="420369">
                  <a:moveTo>
                    <a:pt x="120650" y="309880"/>
                  </a:moveTo>
                  <a:lnTo>
                    <a:pt x="110489" y="309880"/>
                  </a:lnTo>
                  <a:lnTo>
                    <a:pt x="109219" y="311150"/>
                  </a:lnTo>
                  <a:lnTo>
                    <a:pt x="119380" y="311150"/>
                  </a:lnTo>
                  <a:lnTo>
                    <a:pt x="120650" y="309880"/>
                  </a:lnTo>
                  <a:close/>
                </a:path>
                <a:path w="426720" h="420369">
                  <a:moveTo>
                    <a:pt x="124460" y="306070"/>
                  </a:moveTo>
                  <a:lnTo>
                    <a:pt x="114300" y="306070"/>
                  </a:lnTo>
                  <a:lnTo>
                    <a:pt x="111759" y="308610"/>
                  </a:lnTo>
                  <a:lnTo>
                    <a:pt x="121919" y="308610"/>
                  </a:lnTo>
                  <a:lnTo>
                    <a:pt x="124460" y="306070"/>
                  </a:lnTo>
                  <a:close/>
                </a:path>
                <a:path w="426720" h="420369">
                  <a:moveTo>
                    <a:pt x="127000" y="303530"/>
                  </a:moveTo>
                  <a:lnTo>
                    <a:pt x="116839" y="303530"/>
                  </a:lnTo>
                  <a:lnTo>
                    <a:pt x="115569" y="304800"/>
                  </a:lnTo>
                  <a:lnTo>
                    <a:pt x="125730" y="304800"/>
                  </a:lnTo>
                  <a:lnTo>
                    <a:pt x="127000" y="303530"/>
                  </a:lnTo>
                  <a:close/>
                </a:path>
                <a:path w="426720" h="420369">
                  <a:moveTo>
                    <a:pt x="130810" y="299720"/>
                  </a:moveTo>
                  <a:lnTo>
                    <a:pt x="120649" y="299720"/>
                  </a:lnTo>
                  <a:lnTo>
                    <a:pt x="118109" y="302260"/>
                  </a:lnTo>
                  <a:lnTo>
                    <a:pt x="128269" y="302260"/>
                  </a:lnTo>
                  <a:lnTo>
                    <a:pt x="130810" y="299720"/>
                  </a:lnTo>
                  <a:close/>
                </a:path>
                <a:path w="426720" h="420369">
                  <a:moveTo>
                    <a:pt x="133350" y="297180"/>
                  </a:moveTo>
                  <a:lnTo>
                    <a:pt x="123189" y="297180"/>
                  </a:lnTo>
                  <a:lnTo>
                    <a:pt x="121919" y="298450"/>
                  </a:lnTo>
                  <a:lnTo>
                    <a:pt x="132080" y="298450"/>
                  </a:lnTo>
                  <a:lnTo>
                    <a:pt x="133350" y="297180"/>
                  </a:lnTo>
                  <a:close/>
                </a:path>
                <a:path w="426720" h="420369">
                  <a:moveTo>
                    <a:pt x="137160" y="293370"/>
                  </a:moveTo>
                  <a:lnTo>
                    <a:pt x="126999" y="293370"/>
                  </a:lnTo>
                  <a:lnTo>
                    <a:pt x="124459" y="295910"/>
                  </a:lnTo>
                  <a:lnTo>
                    <a:pt x="134619" y="295910"/>
                  </a:lnTo>
                  <a:lnTo>
                    <a:pt x="137160" y="293370"/>
                  </a:lnTo>
                  <a:close/>
                </a:path>
                <a:path w="426720" h="420369">
                  <a:moveTo>
                    <a:pt x="139700" y="290830"/>
                  </a:moveTo>
                  <a:lnTo>
                    <a:pt x="129539" y="290830"/>
                  </a:lnTo>
                  <a:lnTo>
                    <a:pt x="128269" y="292100"/>
                  </a:lnTo>
                  <a:lnTo>
                    <a:pt x="138430" y="292100"/>
                  </a:lnTo>
                  <a:lnTo>
                    <a:pt x="139700" y="290830"/>
                  </a:lnTo>
                  <a:close/>
                </a:path>
                <a:path w="426720" h="420369">
                  <a:moveTo>
                    <a:pt x="143510" y="287020"/>
                  </a:moveTo>
                  <a:lnTo>
                    <a:pt x="133349" y="287020"/>
                  </a:lnTo>
                  <a:lnTo>
                    <a:pt x="130809" y="289560"/>
                  </a:lnTo>
                  <a:lnTo>
                    <a:pt x="140969" y="289560"/>
                  </a:lnTo>
                  <a:lnTo>
                    <a:pt x="143510" y="287020"/>
                  </a:lnTo>
                  <a:close/>
                </a:path>
                <a:path w="426720" h="420369">
                  <a:moveTo>
                    <a:pt x="146050" y="284480"/>
                  </a:moveTo>
                  <a:lnTo>
                    <a:pt x="135889" y="284480"/>
                  </a:lnTo>
                  <a:lnTo>
                    <a:pt x="134619" y="285750"/>
                  </a:lnTo>
                  <a:lnTo>
                    <a:pt x="144780" y="285750"/>
                  </a:lnTo>
                  <a:lnTo>
                    <a:pt x="146050" y="284480"/>
                  </a:lnTo>
                  <a:close/>
                </a:path>
                <a:path w="426720" h="420369">
                  <a:moveTo>
                    <a:pt x="149860" y="280670"/>
                  </a:moveTo>
                  <a:lnTo>
                    <a:pt x="139699" y="280670"/>
                  </a:lnTo>
                  <a:lnTo>
                    <a:pt x="137159" y="283210"/>
                  </a:lnTo>
                  <a:lnTo>
                    <a:pt x="147319" y="283210"/>
                  </a:lnTo>
                  <a:lnTo>
                    <a:pt x="149860" y="280670"/>
                  </a:lnTo>
                  <a:close/>
                </a:path>
                <a:path w="426720" h="420369">
                  <a:moveTo>
                    <a:pt x="152400" y="278130"/>
                  </a:moveTo>
                  <a:lnTo>
                    <a:pt x="142239" y="278130"/>
                  </a:lnTo>
                  <a:lnTo>
                    <a:pt x="140969" y="279400"/>
                  </a:lnTo>
                  <a:lnTo>
                    <a:pt x="151130" y="279400"/>
                  </a:lnTo>
                  <a:lnTo>
                    <a:pt x="152400" y="278130"/>
                  </a:lnTo>
                  <a:close/>
                </a:path>
                <a:path w="426720" h="420369">
                  <a:moveTo>
                    <a:pt x="156210" y="274320"/>
                  </a:moveTo>
                  <a:lnTo>
                    <a:pt x="146049" y="274320"/>
                  </a:lnTo>
                  <a:lnTo>
                    <a:pt x="143509" y="276860"/>
                  </a:lnTo>
                  <a:lnTo>
                    <a:pt x="153669" y="276860"/>
                  </a:lnTo>
                  <a:lnTo>
                    <a:pt x="156210" y="274320"/>
                  </a:lnTo>
                  <a:close/>
                </a:path>
                <a:path w="426720" h="420369">
                  <a:moveTo>
                    <a:pt x="158750" y="271780"/>
                  </a:moveTo>
                  <a:lnTo>
                    <a:pt x="148589" y="271780"/>
                  </a:lnTo>
                  <a:lnTo>
                    <a:pt x="147319" y="273050"/>
                  </a:lnTo>
                  <a:lnTo>
                    <a:pt x="157480" y="273050"/>
                  </a:lnTo>
                  <a:lnTo>
                    <a:pt x="158750" y="271780"/>
                  </a:lnTo>
                  <a:close/>
                </a:path>
                <a:path w="426720" h="420369">
                  <a:moveTo>
                    <a:pt x="162560" y="267970"/>
                  </a:moveTo>
                  <a:lnTo>
                    <a:pt x="152399" y="267970"/>
                  </a:lnTo>
                  <a:lnTo>
                    <a:pt x="149859" y="270510"/>
                  </a:lnTo>
                  <a:lnTo>
                    <a:pt x="160019" y="270510"/>
                  </a:lnTo>
                  <a:lnTo>
                    <a:pt x="162560" y="267970"/>
                  </a:lnTo>
                  <a:close/>
                </a:path>
                <a:path w="426720" h="420369">
                  <a:moveTo>
                    <a:pt x="165100" y="265430"/>
                  </a:moveTo>
                  <a:lnTo>
                    <a:pt x="154939" y="265430"/>
                  </a:lnTo>
                  <a:lnTo>
                    <a:pt x="153669" y="266700"/>
                  </a:lnTo>
                  <a:lnTo>
                    <a:pt x="163830" y="266700"/>
                  </a:lnTo>
                  <a:lnTo>
                    <a:pt x="165100" y="265430"/>
                  </a:lnTo>
                  <a:close/>
                </a:path>
                <a:path w="426720" h="420369">
                  <a:moveTo>
                    <a:pt x="177800" y="252730"/>
                  </a:moveTo>
                  <a:lnTo>
                    <a:pt x="167639" y="252730"/>
                  </a:lnTo>
                  <a:lnTo>
                    <a:pt x="156209" y="264160"/>
                  </a:lnTo>
                  <a:lnTo>
                    <a:pt x="166369" y="264160"/>
                  </a:lnTo>
                  <a:lnTo>
                    <a:pt x="177800" y="252730"/>
                  </a:lnTo>
                  <a:close/>
                </a:path>
                <a:path w="426720" h="420369">
                  <a:moveTo>
                    <a:pt x="190500" y="240030"/>
                  </a:moveTo>
                  <a:lnTo>
                    <a:pt x="180339" y="240030"/>
                  </a:lnTo>
                  <a:lnTo>
                    <a:pt x="168909" y="251460"/>
                  </a:lnTo>
                  <a:lnTo>
                    <a:pt x="179069" y="251460"/>
                  </a:lnTo>
                  <a:lnTo>
                    <a:pt x="190500" y="240030"/>
                  </a:lnTo>
                  <a:close/>
                </a:path>
                <a:path w="426720" h="420369">
                  <a:moveTo>
                    <a:pt x="194310" y="236220"/>
                  </a:moveTo>
                  <a:lnTo>
                    <a:pt x="184149" y="236220"/>
                  </a:lnTo>
                  <a:lnTo>
                    <a:pt x="181609" y="238760"/>
                  </a:lnTo>
                  <a:lnTo>
                    <a:pt x="191769" y="238760"/>
                  </a:lnTo>
                  <a:lnTo>
                    <a:pt x="194310" y="236220"/>
                  </a:lnTo>
                  <a:close/>
                </a:path>
                <a:path w="426720" h="420369">
                  <a:moveTo>
                    <a:pt x="196850" y="233680"/>
                  </a:moveTo>
                  <a:lnTo>
                    <a:pt x="186689" y="233680"/>
                  </a:lnTo>
                  <a:lnTo>
                    <a:pt x="185419" y="234950"/>
                  </a:lnTo>
                  <a:lnTo>
                    <a:pt x="195580" y="234950"/>
                  </a:lnTo>
                  <a:lnTo>
                    <a:pt x="196850" y="233680"/>
                  </a:lnTo>
                  <a:close/>
                </a:path>
                <a:path w="426720" h="420369">
                  <a:moveTo>
                    <a:pt x="200660" y="229870"/>
                  </a:moveTo>
                  <a:lnTo>
                    <a:pt x="190499" y="229870"/>
                  </a:lnTo>
                  <a:lnTo>
                    <a:pt x="187959" y="232410"/>
                  </a:lnTo>
                  <a:lnTo>
                    <a:pt x="198119" y="232410"/>
                  </a:lnTo>
                  <a:lnTo>
                    <a:pt x="200660" y="229870"/>
                  </a:lnTo>
                  <a:close/>
                </a:path>
                <a:path w="426720" h="420369">
                  <a:moveTo>
                    <a:pt x="213360" y="217170"/>
                  </a:moveTo>
                  <a:lnTo>
                    <a:pt x="203199" y="217170"/>
                  </a:lnTo>
                  <a:lnTo>
                    <a:pt x="191769" y="228600"/>
                  </a:lnTo>
                  <a:lnTo>
                    <a:pt x="201930" y="228600"/>
                  </a:lnTo>
                  <a:lnTo>
                    <a:pt x="213360" y="217170"/>
                  </a:lnTo>
                  <a:close/>
                </a:path>
                <a:path w="426720" h="420369">
                  <a:moveTo>
                    <a:pt x="222250" y="208280"/>
                  </a:moveTo>
                  <a:lnTo>
                    <a:pt x="212089" y="208280"/>
                  </a:lnTo>
                  <a:lnTo>
                    <a:pt x="204469" y="215900"/>
                  </a:lnTo>
                  <a:lnTo>
                    <a:pt x="214630" y="215900"/>
                  </a:lnTo>
                  <a:lnTo>
                    <a:pt x="222250" y="208280"/>
                  </a:lnTo>
                  <a:close/>
                </a:path>
                <a:path w="426720" h="420369">
                  <a:moveTo>
                    <a:pt x="238760" y="191770"/>
                  </a:moveTo>
                  <a:lnTo>
                    <a:pt x="228599" y="191770"/>
                  </a:lnTo>
                  <a:lnTo>
                    <a:pt x="213359" y="207010"/>
                  </a:lnTo>
                  <a:lnTo>
                    <a:pt x="223519" y="207010"/>
                  </a:lnTo>
                  <a:lnTo>
                    <a:pt x="238760" y="191770"/>
                  </a:lnTo>
                  <a:close/>
                </a:path>
                <a:path w="426720" h="420369">
                  <a:moveTo>
                    <a:pt x="243840" y="186690"/>
                  </a:moveTo>
                  <a:lnTo>
                    <a:pt x="233679" y="186690"/>
                  </a:lnTo>
                  <a:lnTo>
                    <a:pt x="229869" y="190500"/>
                  </a:lnTo>
                  <a:lnTo>
                    <a:pt x="240030" y="190500"/>
                  </a:lnTo>
                  <a:lnTo>
                    <a:pt x="243840" y="186690"/>
                  </a:lnTo>
                  <a:close/>
                </a:path>
              </a:pathLst>
            </a:custGeom>
            <a:solidFill>
              <a:srgbClr val="B445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67">
              <a:extLst>
                <a:ext uri="{FF2B5EF4-FFF2-40B4-BE49-F238E27FC236}">
                  <a16:creationId xmlns:a16="http://schemas.microsoft.com/office/drawing/2014/main" id="{E01BCCB3-06EB-F289-C905-90BE80F5B7A5}"/>
                </a:ext>
              </a:extLst>
            </p:cNvPr>
            <p:cNvSpPr/>
            <p:nvPr/>
          </p:nvSpPr>
          <p:spPr>
            <a:xfrm>
              <a:off x="2882900" y="2674619"/>
              <a:ext cx="422909" cy="416559"/>
            </a:xfrm>
            <a:custGeom>
              <a:avLst/>
              <a:gdLst/>
              <a:ahLst/>
              <a:cxnLst/>
              <a:rect l="l" t="t" r="r" b="b"/>
              <a:pathLst>
                <a:path w="422910" h="416560">
                  <a:moveTo>
                    <a:pt x="327327" y="99060"/>
                  </a:moveTo>
                  <a:lnTo>
                    <a:pt x="317500" y="99060"/>
                  </a:lnTo>
                  <a:lnTo>
                    <a:pt x="311150" y="105410"/>
                  </a:lnTo>
                  <a:lnTo>
                    <a:pt x="320967" y="105410"/>
                  </a:lnTo>
                  <a:lnTo>
                    <a:pt x="327327" y="99060"/>
                  </a:lnTo>
                  <a:close/>
                </a:path>
                <a:path w="422910" h="416560">
                  <a:moveTo>
                    <a:pt x="329872" y="96520"/>
                  </a:moveTo>
                  <a:lnTo>
                    <a:pt x="320039" y="96520"/>
                  </a:lnTo>
                  <a:lnTo>
                    <a:pt x="318770" y="97789"/>
                  </a:lnTo>
                  <a:lnTo>
                    <a:pt x="328600" y="97789"/>
                  </a:lnTo>
                  <a:lnTo>
                    <a:pt x="329872" y="96520"/>
                  </a:lnTo>
                  <a:close/>
                </a:path>
                <a:path w="422910" h="416560">
                  <a:moveTo>
                    <a:pt x="333688" y="92710"/>
                  </a:moveTo>
                  <a:lnTo>
                    <a:pt x="323850" y="92710"/>
                  </a:lnTo>
                  <a:lnTo>
                    <a:pt x="321310" y="95250"/>
                  </a:lnTo>
                  <a:lnTo>
                    <a:pt x="331144" y="95250"/>
                  </a:lnTo>
                  <a:lnTo>
                    <a:pt x="333688" y="92710"/>
                  </a:lnTo>
                  <a:close/>
                </a:path>
                <a:path w="422910" h="416560">
                  <a:moveTo>
                    <a:pt x="336233" y="90170"/>
                  </a:moveTo>
                  <a:lnTo>
                    <a:pt x="326389" y="90170"/>
                  </a:lnTo>
                  <a:lnTo>
                    <a:pt x="325120" y="91439"/>
                  </a:lnTo>
                  <a:lnTo>
                    <a:pt x="334960" y="91439"/>
                  </a:lnTo>
                  <a:lnTo>
                    <a:pt x="336233" y="90170"/>
                  </a:lnTo>
                  <a:close/>
                </a:path>
                <a:path w="422910" h="416560">
                  <a:moveTo>
                    <a:pt x="340049" y="86360"/>
                  </a:moveTo>
                  <a:lnTo>
                    <a:pt x="330200" y="86360"/>
                  </a:lnTo>
                  <a:lnTo>
                    <a:pt x="327660" y="88900"/>
                  </a:lnTo>
                  <a:lnTo>
                    <a:pt x="337505" y="88900"/>
                  </a:lnTo>
                  <a:lnTo>
                    <a:pt x="340049" y="86360"/>
                  </a:lnTo>
                  <a:close/>
                </a:path>
                <a:path w="422910" h="416560">
                  <a:moveTo>
                    <a:pt x="342593" y="83820"/>
                  </a:moveTo>
                  <a:lnTo>
                    <a:pt x="332739" y="83820"/>
                  </a:lnTo>
                  <a:lnTo>
                    <a:pt x="331470" y="85089"/>
                  </a:lnTo>
                  <a:lnTo>
                    <a:pt x="341321" y="85089"/>
                  </a:lnTo>
                  <a:lnTo>
                    <a:pt x="342593" y="83820"/>
                  </a:lnTo>
                  <a:close/>
                </a:path>
                <a:path w="422910" h="416560">
                  <a:moveTo>
                    <a:pt x="355315" y="71120"/>
                  </a:moveTo>
                  <a:lnTo>
                    <a:pt x="345439" y="71120"/>
                  </a:lnTo>
                  <a:lnTo>
                    <a:pt x="334010" y="82550"/>
                  </a:lnTo>
                  <a:lnTo>
                    <a:pt x="343865" y="82550"/>
                  </a:lnTo>
                  <a:lnTo>
                    <a:pt x="355315" y="71120"/>
                  </a:lnTo>
                  <a:close/>
                </a:path>
                <a:path w="422910" h="416560">
                  <a:moveTo>
                    <a:pt x="368036" y="58420"/>
                  </a:moveTo>
                  <a:lnTo>
                    <a:pt x="358139" y="58420"/>
                  </a:lnTo>
                  <a:lnTo>
                    <a:pt x="346710" y="69850"/>
                  </a:lnTo>
                  <a:lnTo>
                    <a:pt x="356587" y="69850"/>
                  </a:lnTo>
                  <a:lnTo>
                    <a:pt x="368036" y="58420"/>
                  </a:lnTo>
                  <a:close/>
                </a:path>
                <a:path w="422910" h="416560">
                  <a:moveTo>
                    <a:pt x="371853" y="54610"/>
                  </a:moveTo>
                  <a:lnTo>
                    <a:pt x="361950" y="54610"/>
                  </a:lnTo>
                  <a:lnTo>
                    <a:pt x="359410" y="57150"/>
                  </a:lnTo>
                  <a:lnTo>
                    <a:pt x="369309" y="57150"/>
                  </a:lnTo>
                  <a:lnTo>
                    <a:pt x="371853" y="54610"/>
                  </a:lnTo>
                  <a:close/>
                </a:path>
                <a:path w="422910" h="416560">
                  <a:moveTo>
                    <a:pt x="374397" y="52070"/>
                  </a:moveTo>
                  <a:lnTo>
                    <a:pt x="364489" y="52070"/>
                  </a:lnTo>
                  <a:lnTo>
                    <a:pt x="363220" y="53339"/>
                  </a:lnTo>
                  <a:lnTo>
                    <a:pt x="373125" y="53339"/>
                  </a:lnTo>
                  <a:lnTo>
                    <a:pt x="374397" y="52070"/>
                  </a:lnTo>
                  <a:close/>
                </a:path>
                <a:path w="422910" h="416560">
                  <a:moveTo>
                    <a:pt x="378214" y="48260"/>
                  </a:moveTo>
                  <a:lnTo>
                    <a:pt x="368300" y="48260"/>
                  </a:lnTo>
                  <a:lnTo>
                    <a:pt x="365760" y="50800"/>
                  </a:lnTo>
                  <a:lnTo>
                    <a:pt x="375669" y="50800"/>
                  </a:lnTo>
                  <a:lnTo>
                    <a:pt x="378214" y="48260"/>
                  </a:lnTo>
                  <a:close/>
                </a:path>
                <a:path w="422910" h="416560">
                  <a:moveTo>
                    <a:pt x="380758" y="45720"/>
                  </a:moveTo>
                  <a:lnTo>
                    <a:pt x="370839" y="45720"/>
                  </a:lnTo>
                  <a:lnTo>
                    <a:pt x="369570" y="46989"/>
                  </a:lnTo>
                  <a:lnTo>
                    <a:pt x="379486" y="46989"/>
                  </a:lnTo>
                  <a:lnTo>
                    <a:pt x="380758" y="45720"/>
                  </a:lnTo>
                  <a:close/>
                </a:path>
                <a:path w="422910" h="416560">
                  <a:moveTo>
                    <a:pt x="384574" y="41910"/>
                  </a:moveTo>
                  <a:lnTo>
                    <a:pt x="374650" y="41910"/>
                  </a:lnTo>
                  <a:lnTo>
                    <a:pt x="372110" y="44450"/>
                  </a:lnTo>
                  <a:lnTo>
                    <a:pt x="382030" y="44450"/>
                  </a:lnTo>
                  <a:lnTo>
                    <a:pt x="384574" y="41910"/>
                  </a:lnTo>
                  <a:close/>
                </a:path>
                <a:path w="422910" h="416560">
                  <a:moveTo>
                    <a:pt x="387119" y="39370"/>
                  </a:moveTo>
                  <a:lnTo>
                    <a:pt x="377189" y="39370"/>
                  </a:lnTo>
                  <a:lnTo>
                    <a:pt x="375920" y="40639"/>
                  </a:lnTo>
                  <a:lnTo>
                    <a:pt x="385847" y="40639"/>
                  </a:lnTo>
                  <a:lnTo>
                    <a:pt x="387119" y="39370"/>
                  </a:lnTo>
                  <a:close/>
                </a:path>
                <a:path w="422910" h="416560">
                  <a:moveTo>
                    <a:pt x="390935" y="35560"/>
                  </a:moveTo>
                  <a:lnTo>
                    <a:pt x="381000" y="35560"/>
                  </a:lnTo>
                  <a:lnTo>
                    <a:pt x="378460" y="38100"/>
                  </a:lnTo>
                  <a:lnTo>
                    <a:pt x="388391" y="38100"/>
                  </a:lnTo>
                  <a:lnTo>
                    <a:pt x="390935" y="35560"/>
                  </a:lnTo>
                  <a:close/>
                </a:path>
                <a:path w="422910" h="416560">
                  <a:moveTo>
                    <a:pt x="393480" y="33020"/>
                  </a:moveTo>
                  <a:lnTo>
                    <a:pt x="383539" y="33020"/>
                  </a:lnTo>
                  <a:lnTo>
                    <a:pt x="382270" y="34289"/>
                  </a:lnTo>
                  <a:lnTo>
                    <a:pt x="392207" y="34289"/>
                  </a:lnTo>
                  <a:lnTo>
                    <a:pt x="393480" y="33020"/>
                  </a:lnTo>
                  <a:close/>
                </a:path>
                <a:path w="422910" h="416560">
                  <a:moveTo>
                    <a:pt x="397296" y="29210"/>
                  </a:moveTo>
                  <a:lnTo>
                    <a:pt x="387350" y="29210"/>
                  </a:lnTo>
                  <a:lnTo>
                    <a:pt x="384810" y="31750"/>
                  </a:lnTo>
                  <a:lnTo>
                    <a:pt x="394752" y="31750"/>
                  </a:lnTo>
                  <a:lnTo>
                    <a:pt x="397296" y="29210"/>
                  </a:lnTo>
                  <a:close/>
                </a:path>
                <a:path w="422910" h="416560">
                  <a:moveTo>
                    <a:pt x="399840" y="26670"/>
                  </a:moveTo>
                  <a:lnTo>
                    <a:pt x="389889" y="26670"/>
                  </a:lnTo>
                  <a:lnTo>
                    <a:pt x="388620" y="27939"/>
                  </a:lnTo>
                  <a:lnTo>
                    <a:pt x="398568" y="27939"/>
                  </a:lnTo>
                  <a:lnTo>
                    <a:pt x="399840" y="26670"/>
                  </a:lnTo>
                  <a:close/>
                </a:path>
                <a:path w="422910" h="416560">
                  <a:moveTo>
                    <a:pt x="403657" y="22860"/>
                  </a:moveTo>
                  <a:lnTo>
                    <a:pt x="393700" y="22860"/>
                  </a:lnTo>
                  <a:lnTo>
                    <a:pt x="391160" y="25400"/>
                  </a:lnTo>
                  <a:lnTo>
                    <a:pt x="401113" y="25400"/>
                  </a:lnTo>
                  <a:lnTo>
                    <a:pt x="403657" y="22860"/>
                  </a:lnTo>
                  <a:close/>
                </a:path>
                <a:path w="422910" h="416560">
                  <a:moveTo>
                    <a:pt x="406201" y="20320"/>
                  </a:moveTo>
                  <a:lnTo>
                    <a:pt x="396239" y="20320"/>
                  </a:lnTo>
                  <a:lnTo>
                    <a:pt x="394970" y="21589"/>
                  </a:lnTo>
                  <a:lnTo>
                    <a:pt x="404929" y="21589"/>
                  </a:lnTo>
                  <a:lnTo>
                    <a:pt x="406201" y="20320"/>
                  </a:lnTo>
                  <a:close/>
                </a:path>
                <a:path w="422910" h="416560">
                  <a:moveTo>
                    <a:pt x="410018" y="16510"/>
                  </a:moveTo>
                  <a:lnTo>
                    <a:pt x="400050" y="16510"/>
                  </a:lnTo>
                  <a:lnTo>
                    <a:pt x="397510" y="19050"/>
                  </a:lnTo>
                  <a:lnTo>
                    <a:pt x="407473" y="19050"/>
                  </a:lnTo>
                  <a:lnTo>
                    <a:pt x="410018" y="16510"/>
                  </a:lnTo>
                  <a:close/>
                </a:path>
                <a:path w="422910" h="416560">
                  <a:moveTo>
                    <a:pt x="412562" y="13970"/>
                  </a:moveTo>
                  <a:lnTo>
                    <a:pt x="402589" y="13970"/>
                  </a:lnTo>
                  <a:lnTo>
                    <a:pt x="401320" y="15239"/>
                  </a:lnTo>
                  <a:lnTo>
                    <a:pt x="411290" y="15239"/>
                  </a:lnTo>
                  <a:lnTo>
                    <a:pt x="412562" y="13970"/>
                  </a:lnTo>
                  <a:close/>
                </a:path>
                <a:path w="422910" h="416560">
                  <a:moveTo>
                    <a:pt x="416378" y="10160"/>
                  </a:moveTo>
                  <a:lnTo>
                    <a:pt x="406400" y="10160"/>
                  </a:lnTo>
                  <a:lnTo>
                    <a:pt x="403860" y="12700"/>
                  </a:lnTo>
                  <a:lnTo>
                    <a:pt x="413834" y="12700"/>
                  </a:lnTo>
                  <a:lnTo>
                    <a:pt x="416378" y="10160"/>
                  </a:lnTo>
                  <a:close/>
                </a:path>
                <a:path w="422910" h="416560">
                  <a:moveTo>
                    <a:pt x="418923" y="7620"/>
                  </a:moveTo>
                  <a:lnTo>
                    <a:pt x="408939" y="7620"/>
                  </a:lnTo>
                  <a:lnTo>
                    <a:pt x="407670" y="8889"/>
                  </a:lnTo>
                  <a:lnTo>
                    <a:pt x="417651" y="8889"/>
                  </a:lnTo>
                  <a:lnTo>
                    <a:pt x="418923" y="7620"/>
                  </a:lnTo>
                  <a:close/>
                </a:path>
                <a:path w="422910" h="416560">
                  <a:moveTo>
                    <a:pt x="422739" y="3810"/>
                  </a:moveTo>
                  <a:lnTo>
                    <a:pt x="412750" y="3810"/>
                  </a:lnTo>
                  <a:lnTo>
                    <a:pt x="410210" y="6350"/>
                  </a:lnTo>
                  <a:lnTo>
                    <a:pt x="420195" y="6350"/>
                  </a:lnTo>
                  <a:lnTo>
                    <a:pt x="422739" y="3810"/>
                  </a:lnTo>
                  <a:close/>
                </a:path>
                <a:path w="422910" h="416560">
                  <a:moveTo>
                    <a:pt x="420369" y="2539"/>
                  </a:moveTo>
                  <a:lnTo>
                    <a:pt x="419099" y="2539"/>
                  </a:lnTo>
                  <a:lnTo>
                    <a:pt x="419099" y="3810"/>
                  </a:lnTo>
                  <a:lnTo>
                    <a:pt x="420369" y="3810"/>
                  </a:lnTo>
                  <a:lnTo>
                    <a:pt x="420369" y="2539"/>
                  </a:lnTo>
                  <a:close/>
                </a:path>
                <a:path w="422910" h="416560">
                  <a:moveTo>
                    <a:pt x="417829" y="0"/>
                  </a:moveTo>
                  <a:lnTo>
                    <a:pt x="416560" y="0"/>
                  </a:lnTo>
                  <a:lnTo>
                    <a:pt x="414020" y="2539"/>
                  </a:lnTo>
                  <a:lnTo>
                    <a:pt x="417829" y="2539"/>
                  </a:lnTo>
                  <a:lnTo>
                    <a:pt x="417829" y="0"/>
                  </a:lnTo>
                  <a:close/>
                </a:path>
                <a:path w="422910" h="416560">
                  <a:moveTo>
                    <a:pt x="320967" y="105410"/>
                  </a:moveTo>
                  <a:lnTo>
                    <a:pt x="311149" y="105410"/>
                  </a:lnTo>
                  <a:lnTo>
                    <a:pt x="285750" y="130810"/>
                  </a:lnTo>
                  <a:lnTo>
                    <a:pt x="295524" y="130810"/>
                  </a:lnTo>
                  <a:lnTo>
                    <a:pt x="320967" y="105410"/>
                  </a:lnTo>
                  <a:close/>
                </a:path>
                <a:path w="422910" h="416560">
                  <a:moveTo>
                    <a:pt x="295524" y="130810"/>
                  </a:moveTo>
                  <a:lnTo>
                    <a:pt x="285749" y="130810"/>
                  </a:lnTo>
                  <a:lnTo>
                    <a:pt x="234950" y="181610"/>
                  </a:lnTo>
                  <a:lnTo>
                    <a:pt x="244637" y="181610"/>
                  </a:lnTo>
                  <a:lnTo>
                    <a:pt x="295524" y="130810"/>
                  </a:lnTo>
                  <a:close/>
                </a:path>
                <a:path w="422910" h="416560">
                  <a:moveTo>
                    <a:pt x="11833" y="414020"/>
                  </a:moveTo>
                  <a:lnTo>
                    <a:pt x="2539" y="414020"/>
                  </a:lnTo>
                  <a:lnTo>
                    <a:pt x="0" y="416560"/>
                  </a:lnTo>
                  <a:lnTo>
                    <a:pt x="9288" y="416560"/>
                  </a:lnTo>
                  <a:lnTo>
                    <a:pt x="11833" y="414020"/>
                  </a:lnTo>
                  <a:close/>
                </a:path>
                <a:path w="422910" h="416560">
                  <a:moveTo>
                    <a:pt x="15649" y="410210"/>
                  </a:moveTo>
                  <a:lnTo>
                    <a:pt x="6350" y="410210"/>
                  </a:lnTo>
                  <a:lnTo>
                    <a:pt x="3809" y="412750"/>
                  </a:lnTo>
                  <a:lnTo>
                    <a:pt x="13105" y="412750"/>
                  </a:lnTo>
                  <a:lnTo>
                    <a:pt x="15649" y="410210"/>
                  </a:lnTo>
                  <a:close/>
                </a:path>
                <a:path w="422910" h="416560">
                  <a:moveTo>
                    <a:pt x="18193" y="407670"/>
                  </a:moveTo>
                  <a:lnTo>
                    <a:pt x="8889" y="407670"/>
                  </a:lnTo>
                  <a:lnTo>
                    <a:pt x="7619" y="408940"/>
                  </a:lnTo>
                  <a:lnTo>
                    <a:pt x="16921" y="408940"/>
                  </a:lnTo>
                  <a:lnTo>
                    <a:pt x="18193" y="407670"/>
                  </a:lnTo>
                  <a:close/>
                </a:path>
                <a:path w="422910" h="416560">
                  <a:moveTo>
                    <a:pt x="22010" y="403860"/>
                  </a:moveTo>
                  <a:lnTo>
                    <a:pt x="12700" y="403860"/>
                  </a:lnTo>
                  <a:lnTo>
                    <a:pt x="10159" y="406400"/>
                  </a:lnTo>
                  <a:lnTo>
                    <a:pt x="19466" y="406400"/>
                  </a:lnTo>
                  <a:lnTo>
                    <a:pt x="22010" y="403860"/>
                  </a:lnTo>
                  <a:close/>
                </a:path>
                <a:path w="422910" h="416560">
                  <a:moveTo>
                    <a:pt x="24554" y="401320"/>
                  </a:moveTo>
                  <a:lnTo>
                    <a:pt x="15239" y="401320"/>
                  </a:lnTo>
                  <a:lnTo>
                    <a:pt x="13969" y="402590"/>
                  </a:lnTo>
                  <a:lnTo>
                    <a:pt x="23282" y="402590"/>
                  </a:lnTo>
                  <a:lnTo>
                    <a:pt x="24554" y="401320"/>
                  </a:lnTo>
                  <a:close/>
                </a:path>
                <a:path w="422910" h="416560">
                  <a:moveTo>
                    <a:pt x="28371" y="397510"/>
                  </a:moveTo>
                  <a:lnTo>
                    <a:pt x="19050" y="397510"/>
                  </a:lnTo>
                  <a:lnTo>
                    <a:pt x="16509" y="400050"/>
                  </a:lnTo>
                  <a:lnTo>
                    <a:pt x="25826" y="400050"/>
                  </a:lnTo>
                  <a:lnTo>
                    <a:pt x="28371" y="397510"/>
                  </a:lnTo>
                  <a:close/>
                </a:path>
                <a:path w="422910" h="416560">
                  <a:moveTo>
                    <a:pt x="30915" y="394970"/>
                  </a:moveTo>
                  <a:lnTo>
                    <a:pt x="21589" y="394970"/>
                  </a:lnTo>
                  <a:lnTo>
                    <a:pt x="20319" y="396240"/>
                  </a:lnTo>
                  <a:lnTo>
                    <a:pt x="29643" y="396240"/>
                  </a:lnTo>
                  <a:lnTo>
                    <a:pt x="30915" y="394970"/>
                  </a:lnTo>
                  <a:close/>
                </a:path>
                <a:path w="422910" h="416560">
                  <a:moveTo>
                    <a:pt x="34732" y="391160"/>
                  </a:moveTo>
                  <a:lnTo>
                    <a:pt x="25400" y="391160"/>
                  </a:lnTo>
                  <a:lnTo>
                    <a:pt x="22859" y="393700"/>
                  </a:lnTo>
                  <a:lnTo>
                    <a:pt x="32187" y="393700"/>
                  </a:lnTo>
                  <a:lnTo>
                    <a:pt x="34732" y="391160"/>
                  </a:lnTo>
                  <a:close/>
                </a:path>
                <a:path w="422910" h="416560">
                  <a:moveTo>
                    <a:pt x="37276" y="388620"/>
                  </a:moveTo>
                  <a:lnTo>
                    <a:pt x="27939" y="388620"/>
                  </a:lnTo>
                  <a:lnTo>
                    <a:pt x="26669" y="389890"/>
                  </a:lnTo>
                  <a:lnTo>
                    <a:pt x="36004" y="389890"/>
                  </a:lnTo>
                  <a:lnTo>
                    <a:pt x="37276" y="388620"/>
                  </a:lnTo>
                  <a:close/>
                </a:path>
                <a:path w="422910" h="416560">
                  <a:moveTo>
                    <a:pt x="41092" y="384810"/>
                  </a:moveTo>
                  <a:lnTo>
                    <a:pt x="31750" y="384810"/>
                  </a:lnTo>
                  <a:lnTo>
                    <a:pt x="29209" y="387350"/>
                  </a:lnTo>
                  <a:lnTo>
                    <a:pt x="38548" y="387350"/>
                  </a:lnTo>
                  <a:lnTo>
                    <a:pt x="41092" y="384810"/>
                  </a:lnTo>
                  <a:close/>
                </a:path>
                <a:path w="422910" h="416560">
                  <a:moveTo>
                    <a:pt x="43637" y="382270"/>
                  </a:moveTo>
                  <a:lnTo>
                    <a:pt x="34289" y="382270"/>
                  </a:lnTo>
                  <a:lnTo>
                    <a:pt x="33019" y="383540"/>
                  </a:lnTo>
                  <a:lnTo>
                    <a:pt x="42364" y="383540"/>
                  </a:lnTo>
                  <a:lnTo>
                    <a:pt x="43637" y="382270"/>
                  </a:lnTo>
                  <a:close/>
                </a:path>
                <a:path w="422910" h="416560">
                  <a:moveTo>
                    <a:pt x="47453" y="378460"/>
                  </a:moveTo>
                  <a:lnTo>
                    <a:pt x="38100" y="378460"/>
                  </a:lnTo>
                  <a:lnTo>
                    <a:pt x="35559" y="381000"/>
                  </a:lnTo>
                  <a:lnTo>
                    <a:pt x="44909" y="381000"/>
                  </a:lnTo>
                  <a:lnTo>
                    <a:pt x="47453" y="378460"/>
                  </a:lnTo>
                  <a:close/>
                </a:path>
                <a:path w="422910" h="416560">
                  <a:moveTo>
                    <a:pt x="49997" y="375920"/>
                  </a:moveTo>
                  <a:lnTo>
                    <a:pt x="40639" y="375920"/>
                  </a:lnTo>
                  <a:lnTo>
                    <a:pt x="39369" y="377190"/>
                  </a:lnTo>
                  <a:lnTo>
                    <a:pt x="48725" y="377190"/>
                  </a:lnTo>
                  <a:lnTo>
                    <a:pt x="49997" y="375920"/>
                  </a:lnTo>
                  <a:close/>
                </a:path>
                <a:path w="422910" h="416560">
                  <a:moveTo>
                    <a:pt x="53814" y="372110"/>
                  </a:moveTo>
                  <a:lnTo>
                    <a:pt x="44450" y="372110"/>
                  </a:lnTo>
                  <a:lnTo>
                    <a:pt x="41909" y="374650"/>
                  </a:lnTo>
                  <a:lnTo>
                    <a:pt x="51270" y="374650"/>
                  </a:lnTo>
                  <a:lnTo>
                    <a:pt x="53814" y="372110"/>
                  </a:lnTo>
                  <a:close/>
                </a:path>
                <a:path w="422910" h="416560">
                  <a:moveTo>
                    <a:pt x="56358" y="369570"/>
                  </a:moveTo>
                  <a:lnTo>
                    <a:pt x="46989" y="369570"/>
                  </a:lnTo>
                  <a:lnTo>
                    <a:pt x="45719" y="370840"/>
                  </a:lnTo>
                  <a:lnTo>
                    <a:pt x="55086" y="370840"/>
                  </a:lnTo>
                  <a:lnTo>
                    <a:pt x="56358" y="369570"/>
                  </a:lnTo>
                  <a:close/>
                </a:path>
                <a:path w="422910" h="416560">
                  <a:moveTo>
                    <a:pt x="60175" y="365760"/>
                  </a:moveTo>
                  <a:lnTo>
                    <a:pt x="50800" y="365760"/>
                  </a:lnTo>
                  <a:lnTo>
                    <a:pt x="48259" y="368300"/>
                  </a:lnTo>
                  <a:lnTo>
                    <a:pt x="57630" y="368300"/>
                  </a:lnTo>
                  <a:lnTo>
                    <a:pt x="60175" y="365760"/>
                  </a:lnTo>
                  <a:close/>
                </a:path>
                <a:path w="422910" h="416560">
                  <a:moveTo>
                    <a:pt x="62719" y="363220"/>
                  </a:moveTo>
                  <a:lnTo>
                    <a:pt x="53339" y="363220"/>
                  </a:lnTo>
                  <a:lnTo>
                    <a:pt x="52069" y="364490"/>
                  </a:lnTo>
                  <a:lnTo>
                    <a:pt x="61447" y="364490"/>
                  </a:lnTo>
                  <a:lnTo>
                    <a:pt x="62719" y="363220"/>
                  </a:lnTo>
                  <a:close/>
                </a:path>
                <a:path w="422910" h="416560">
                  <a:moveTo>
                    <a:pt x="66535" y="359410"/>
                  </a:moveTo>
                  <a:lnTo>
                    <a:pt x="57150" y="359410"/>
                  </a:lnTo>
                  <a:lnTo>
                    <a:pt x="54609" y="361950"/>
                  </a:lnTo>
                  <a:lnTo>
                    <a:pt x="63991" y="361950"/>
                  </a:lnTo>
                  <a:lnTo>
                    <a:pt x="66535" y="359410"/>
                  </a:lnTo>
                  <a:close/>
                </a:path>
                <a:path w="422910" h="416560">
                  <a:moveTo>
                    <a:pt x="69080" y="356870"/>
                  </a:moveTo>
                  <a:lnTo>
                    <a:pt x="59689" y="356870"/>
                  </a:lnTo>
                  <a:lnTo>
                    <a:pt x="58419" y="358140"/>
                  </a:lnTo>
                  <a:lnTo>
                    <a:pt x="67808" y="358140"/>
                  </a:lnTo>
                  <a:lnTo>
                    <a:pt x="69080" y="356870"/>
                  </a:lnTo>
                  <a:close/>
                </a:path>
                <a:path w="422910" h="416560">
                  <a:moveTo>
                    <a:pt x="72896" y="353060"/>
                  </a:moveTo>
                  <a:lnTo>
                    <a:pt x="63500" y="353060"/>
                  </a:lnTo>
                  <a:lnTo>
                    <a:pt x="60959" y="355600"/>
                  </a:lnTo>
                  <a:lnTo>
                    <a:pt x="70352" y="355600"/>
                  </a:lnTo>
                  <a:lnTo>
                    <a:pt x="72896" y="353060"/>
                  </a:lnTo>
                  <a:close/>
                </a:path>
                <a:path w="422910" h="416560">
                  <a:moveTo>
                    <a:pt x="75441" y="350520"/>
                  </a:moveTo>
                  <a:lnTo>
                    <a:pt x="66039" y="350520"/>
                  </a:lnTo>
                  <a:lnTo>
                    <a:pt x="64769" y="351790"/>
                  </a:lnTo>
                  <a:lnTo>
                    <a:pt x="74168" y="351790"/>
                  </a:lnTo>
                  <a:lnTo>
                    <a:pt x="75441" y="350520"/>
                  </a:lnTo>
                  <a:close/>
                </a:path>
                <a:path w="422910" h="416560">
                  <a:moveTo>
                    <a:pt x="79257" y="346710"/>
                  </a:moveTo>
                  <a:lnTo>
                    <a:pt x="69850" y="346710"/>
                  </a:lnTo>
                  <a:lnTo>
                    <a:pt x="67309" y="349250"/>
                  </a:lnTo>
                  <a:lnTo>
                    <a:pt x="76713" y="349250"/>
                  </a:lnTo>
                  <a:lnTo>
                    <a:pt x="79257" y="346710"/>
                  </a:lnTo>
                  <a:close/>
                </a:path>
                <a:path w="422910" h="416560">
                  <a:moveTo>
                    <a:pt x="81801" y="344170"/>
                  </a:moveTo>
                  <a:lnTo>
                    <a:pt x="72389" y="344170"/>
                  </a:lnTo>
                  <a:lnTo>
                    <a:pt x="71119" y="345440"/>
                  </a:lnTo>
                  <a:lnTo>
                    <a:pt x="80529" y="345440"/>
                  </a:lnTo>
                  <a:lnTo>
                    <a:pt x="81801" y="344170"/>
                  </a:lnTo>
                  <a:close/>
                </a:path>
                <a:path w="422910" h="416560">
                  <a:moveTo>
                    <a:pt x="85618" y="340360"/>
                  </a:moveTo>
                  <a:lnTo>
                    <a:pt x="76200" y="340360"/>
                  </a:lnTo>
                  <a:lnTo>
                    <a:pt x="73659" y="342900"/>
                  </a:lnTo>
                  <a:lnTo>
                    <a:pt x="83073" y="342900"/>
                  </a:lnTo>
                  <a:lnTo>
                    <a:pt x="85618" y="340360"/>
                  </a:lnTo>
                  <a:close/>
                </a:path>
                <a:path w="422910" h="416560">
                  <a:moveTo>
                    <a:pt x="88162" y="337820"/>
                  </a:moveTo>
                  <a:lnTo>
                    <a:pt x="78739" y="337820"/>
                  </a:lnTo>
                  <a:lnTo>
                    <a:pt x="77469" y="339090"/>
                  </a:lnTo>
                  <a:lnTo>
                    <a:pt x="86890" y="339090"/>
                  </a:lnTo>
                  <a:lnTo>
                    <a:pt x="88162" y="337820"/>
                  </a:lnTo>
                  <a:close/>
                </a:path>
                <a:path w="422910" h="416560">
                  <a:moveTo>
                    <a:pt x="91979" y="334010"/>
                  </a:moveTo>
                  <a:lnTo>
                    <a:pt x="82550" y="334010"/>
                  </a:lnTo>
                  <a:lnTo>
                    <a:pt x="80009" y="336550"/>
                  </a:lnTo>
                  <a:lnTo>
                    <a:pt x="89434" y="336550"/>
                  </a:lnTo>
                  <a:lnTo>
                    <a:pt x="91979" y="334010"/>
                  </a:lnTo>
                  <a:close/>
                </a:path>
                <a:path w="422910" h="416560">
                  <a:moveTo>
                    <a:pt x="94523" y="331470"/>
                  </a:moveTo>
                  <a:lnTo>
                    <a:pt x="85089" y="331470"/>
                  </a:lnTo>
                  <a:lnTo>
                    <a:pt x="83819" y="332740"/>
                  </a:lnTo>
                  <a:lnTo>
                    <a:pt x="93251" y="332740"/>
                  </a:lnTo>
                  <a:lnTo>
                    <a:pt x="94523" y="331470"/>
                  </a:lnTo>
                  <a:close/>
                </a:path>
                <a:path w="422910" h="416560">
                  <a:moveTo>
                    <a:pt x="98339" y="327660"/>
                  </a:moveTo>
                  <a:lnTo>
                    <a:pt x="88900" y="327660"/>
                  </a:lnTo>
                  <a:lnTo>
                    <a:pt x="86359" y="330200"/>
                  </a:lnTo>
                  <a:lnTo>
                    <a:pt x="95795" y="330200"/>
                  </a:lnTo>
                  <a:lnTo>
                    <a:pt x="98339" y="327660"/>
                  </a:lnTo>
                  <a:close/>
                </a:path>
                <a:path w="422910" h="416560">
                  <a:moveTo>
                    <a:pt x="100884" y="325120"/>
                  </a:moveTo>
                  <a:lnTo>
                    <a:pt x="91439" y="325120"/>
                  </a:lnTo>
                  <a:lnTo>
                    <a:pt x="90169" y="326390"/>
                  </a:lnTo>
                  <a:lnTo>
                    <a:pt x="99611" y="326390"/>
                  </a:lnTo>
                  <a:lnTo>
                    <a:pt x="100884" y="325120"/>
                  </a:lnTo>
                  <a:close/>
                </a:path>
                <a:path w="422910" h="416560">
                  <a:moveTo>
                    <a:pt x="104700" y="321310"/>
                  </a:moveTo>
                  <a:lnTo>
                    <a:pt x="95250" y="321310"/>
                  </a:lnTo>
                  <a:lnTo>
                    <a:pt x="92709" y="323850"/>
                  </a:lnTo>
                  <a:lnTo>
                    <a:pt x="102156" y="323850"/>
                  </a:lnTo>
                  <a:lnTo>
                    <a:pt x="104700" y="321310"/>
                  </a:lnTo>
                  <a:close/>
                </a:path>
                <a:path w="422910" h="416560">
                  <a:moveTo>
                    <a:pt x="107244" y="318770"/>
                  </a:moveTo>
                  <a:lnTo>
                    <a:pt x="97789" y="318770"/>
                  </a:lnTo>
                  <a:lnTo>
                    <a:pt x="96519" y="320040"/>
                  </a:lnTo>
                  <a:lnTo>
                    <a:pt x="105972" y="320040"/>
                  </a:lnTo>
                  <a:lnTo>
                    <a:pt x="107244" y="318770"/>
                  </a:lnTo>
                  <a:close/>
                </a:path>
                <a:path w="422910" h="416560">
                  <a:moveTo>
                    <a:pt x="111061" y="314960"/>
                  </a:moveTo>
                  <a:lnTo>
                    <a:pt x="101600" y="314960"/>
                  </a:lnTo>
                  <a:lnTo>
                    <a:pt x="99059" y="317500"/>
                  </a:lnTo>
                  <a:lnTo>
                    <a:pt x="108517" y="317500"/>
                  </a:lnTo>
                  <a:lnTo>
                    <a:pt x="111061" y="314960"/>
                  </a:lnTo>
                  <a:close/>
                </a:path>
                <a:path w="422910" h="416560">
                  <a:moveTo>
                    <a:pt x="113605" y="312420"/>
                  </a:moveTo>
                  <a:lnTo>
                    <a:pt x="104139" y="312420"/>
                  </a:lnTo>
                  <a:lnTo>
                    <a:pt x="102869" y="313690"/>
                  </a:lnTo>
                  <a:lnTo>
                    <a:pt x="112333" y="313690"/>
                  </a:lnTo>
                  <a:lnTo>
                    <a:pt x="113605" y="312420"/>
                  </a:lnTo>
                  <a:close/>
                </a:path>
                <a:path w="422910" h="416560">
                  <a:moveTo>
                    <a:pt x="117422" y="308610"/>
                  </a:moveTo>
                  <a:lnTo>
                    <a:pt x="107950" y="308610"/>
                  </a:lnTo>
                  <a:lnTo>
                    <a:pt x="105409" y="311150"/>
                  </a:lnTo>
                  <a:lnTo>
                    <a:pt x="114877" y="311150"/>
                  </a:lnTo>
                  <a:lnTo>
                    <a:pt x="117422" y="308610"/>
                  </a:lnTo>
                  <a:close/>
                </a:path>
                <a:path w="422910" h="416560">
                  <a:moveTo>
                    <a:pt x="119966" y="306070"/>
                  </a:moveTo>
                  <a:lnTo>
                    <a:pt x="110489" y="306070"/>
                  </a:lnTo>
                  <a:lnTo>
                    <a:pt x="109219" y="307340"/>
                  </a:lnTo>
                  <a:lnTo>
                    <a:pt x="118694" y="307340"/>
                  </a:lnTo>
                  <a:lnTo>
                    <a:pt x="119966" y="306070"/>
                  </a:lnTo>
                  <a:close/>
                </a:path>
                <a:path w="422910" h="416560">
                  <a:moveTo>
                    <a:pt x="123782" y="302260"/>
                  </a:moveTo>
                  <a:lnTo>
                    <a:pt x="114300" y="302260"/>
                  </a:lnTo>
                  <a:lnTo>
                    <a:pt x="111759" y="304800"/>
                  </a:lnTo>
                  <a:lnTo>
                    <a:pt x="121238" y="304800"/>
                  </a:lnTo>
                  <a:lnTo>
                    <a:pt x="123782" y="302260"/>
                  </a:lnTo>
                  <a:close/>
                </a:path>
                <a:path w="422910" h="416560">
                  <a:moveTo>
                    <a:pt x="126327" y="299720"/>
                  </a:moveTo>
                  <a:lnTo>
                    <a:pt x="116839" y="299720"/>
                  </a:lnTo>
                  <a:lnTo>
                    <a:pt x="115569" y="300990"/>
                  </a:lnTo>
                  <a:lnTo>
                    <a:pt x="125055" y="300990"/>
                  </a:lnTo>
                  <a:lnTo>
                    <a:pt x="126327" y="299720"/>
                  </a:lnTo>
                  <a:close/>
                </a:path>
                <a:path w="422910" h="416560">
                  <a:moveTo>
                    <a:pt x="130143" y="295910"/>
                  </a:moveTo>
                  <a:lnTo>
                    <a:pt x="120650" y="295910"/>
                  </a:lnTo>
                  <a:lnTo>
                    <a:pt x="118109" y="298450"/>
                  </a:lnTo>
                  <a:lnTo>
                    <a:pt x="127599" y="298450"/>
                  </a:lnTo>
                  <a:lnTo>
                    <a:pt x="130143" y="295910"/>
                  </a:lnTo>
                  <a:close/>
                </a:path>
                <a:path w="422910" h="416560">
                  <a:moveTo>
                    <a:pt x="132688" y="293370"/>
                  </a:moveTo>
                  <a:lnTo>
                    <a:pt x="123189" y="293370"/>
                  </a:lnTo>
                  <a:lnTo>
                    <a:pt x="121919" y="294640"/>
                  </a:lnTo>
                  <a:lnTo>
                    <a:pt x="131415" y="294640"/>
                  </a:lnTo>
                  <a:lnTo>
                    <a:pt x="132688" y="293370"/>
                  </a:lnTo>
                  <a:close/>
                </a:path>
                <a:path w="422910" h="416560">
                  <a:moveTo>
                    <a:pt x="136504" y="289560"/>
                  </a:moveTo>
                  <a:lnTo>
                    <a:pt x="127000" y="289560"/>
                  </a:lnTo>
                  <a:lnTo>
                    <a:pt x="124459" y="292100"/>
                  </a:lnTo>
                  <a:lnTo>
                    <a:pt x="133960" y="292100"/>
                  </a:lnTo>
                  <a:lnTo>
                    <a:pt x="136504" y="289560"/>
                  </a:lnTo>
                  <a:close/>
                </a:path>
                <a:path w="422910" h="416560">
                  <a:moveTo>
                    <a:pt x="139048" y="287020"/>
                  </a:moveTo>
                  <a:lnTo>
                    <a:pt x="129539" y="287020"/>
                  </a:lnTo>
                  <a:lnTo>
                    <a:pt x="128269" y="288290"/>
                  </a:lnTo>
                  <a:lnTo>
                    <a:pt x="137776" y="288290"/>
                  </a:lnTo>
                  <a:lnTo>
                    <a:pt x="139048" y="287020"/>
                  </a:lnTo>
                  <a:close/>
                </a:path>
                <a:path w="422910" h="416560">
                  <a:moveTo>
                    <a:pt x="142865" y="283210"/>
                  </a:moveTo>
                  <a:lnTo>
                    <a:pt x="133350" y="283210"/>
                  </a:lnTo>
                  <a:lnTo>
                    <a:pt x="130809" y="285750"/>
                  </a:lnTo>
                  <a:lnTo>
                    <a:pt x="140320" y="285750"/>
                  </a:lnTo>
                  <a:lnTo>
                    <a:pt x="142865" y="283210"/>
                  </a:lnTo>
                  <a:close/>
                </a:path>
                <a:path w="422910" h="416560">
                  <a:moveTo>
                    <a:pt x="145409" y="280670"/>
                  </a:moveTo>
                  <a:lnTo>
                    <a:pt x="135889" y="280670"/>
                  </a:lnTo>
                  <a:lnTo>
                    <a:pt x="134619" y="281940"/>
                  </a:lnTo>
                  <a:lnTo>
                    <a:pt x="144137" y="281940"/>
                  </a:lnTo>
                  <a:lnTo>
                    <a:pt x="145409" y="280670"/>
                  </a:lnTo>
                  <a:close/>
                </a:path>
                <a:path w="422910" h="416560">
                  <a:moveTo>
                    <a:pt x="149226" y="276860"/>
                  </a:moveTo>
                  <a:lnTo>
                    <a:pt x="139700" y="276860"/>
                  </a:lnTo>
                  <a:lnTo>
                    <a:pt x="137159" y="279400"/>
                  </a:lnTo>
                  <a:lnTo>
                    <a:pt x="146681" y="279400"/>
                  </a:lnTo>
                  <a:lnTo>
                    <a:pt x="149226" y="276860"/>
                  </a:lnTo>
                  <a:close/>
                </a:path>
                <a:path w="422910" h="416560">
                  <a:moveTo>
                    <a:pt x="151770" y="274320"/>
                  </a:moveTo>
                  <a:lnTo>
                    <a:pt x="142239" y="274320"/>
                  </a:lnTo>
                  <a:lnTo>
                    <a:pt x="140969" y="275590"/>
                  </a:lnTo>
                  <a:lnTo>
                    <a:pt x="150498" y="275590"/>
                  </a:lnTo>
                  <a:lnTo>
                    <a:pt x="151770" y="274320"/>
                  </a:lnTo>
                  <a:close/>
                </a:path>
                <a:path w="422910" h="416560">
                  <a:moveTo>
                    <a:pt x="155586" y="270510"/>
                  </a:moveTo>
                  <a:lnTo>
                    <a:pt x="146050" y="270510"/>
                  </a:lnTo>
                  <a:lnTo>
                    <a:pt x="143509" y="273050"/>
                  </a:lnTo>
                  <a:lnTo>
                    <a:pt x="153042" y="273050"/>
                  </a:lnTo>
                  <a:lnTo>
                    <a:pt x="155586" y="270510"/>
                  </a:lnTo>
                  <a:close/>
                </a:path>
                <a:path w="422910" h="416560">
                  <a:moveTo>
                    <a:pt x="158131" y="267970"/>
                  </a:moveTo>
                  <a:lnTo>
                    <a:pt x="148589" y="267970"/>
                  </a:lnTo>
                  <a:lnTo>
                    <a:pt x="147319" y="269240"/>
                  </a:lnTo>
                  <a:lnTo>
                    <a:pt x="156859" y="269240"/>
                  </a:lnTo>
                  <a:lnTo>
                    <a:pt x="158131" y="267970"/>
                  </a:lnTo>
                  <a:close/>
                </a:path>
                <a:path w="422910" h="416560">
                  <a:moveTo>
                    <a:pt x="161947" y="264160"/>
                  </a:moveTo>
                  <a:lnTo>
                    <a:pt x="152400" y="264160"/>
                  </a:lnTo>
                  <a:lnTo>
                    <a:pt x="149859" y="266700"/>
                  </a:lnTo>
                  <a:lnTo>
                    <a:pt x="159403" y="266700"/>
                  </a:lnTo>
                  <a:lnTo>
                    <a:pt x="161947" y="264160"/>
                  </a:lnTo>
                  <a:close/>
                </a:path>
                <a:path w="422910" h="416560">
                  <a:moveTo>
                    <a:pt x="164491" y="261620"/>
                  </a:moveTo>
                  <a:lnTo>
                    <a:pt x="154939" y="261620"/>
                  </a:lnTo>
                  <a:lnTo>
                    <a:pt x="153669" y="262890"/>
                  </a:lnTo>
                  <a:lnTo>
                    <a:pt x="163219" y="262890"/>
                  </a:lnTo>
                  <a:lnTo>
                    <a:pt x="164491" y="261620"/>
                  </a:lnTo>
                  <a:close/>
                </a:path>
                <a:path w="422910" h="416560">
                  <a:moveTo>
                    <a:pt x="177213" y="248920"/>
                  </a:moveTo>
                  <a:lnTo>
                    <a:pt x="167639" y="248920"/>
                  </a:lnTo>
                  <a:lnTo>
                    <a:pt x="156209" y="260350"/>
                  </a:lnTo>
                  <a:lnTo>
                    <a:pt x="165764" y="260350"/>
                  </a:lnTo>
                  <a:lnTo>
                    <a:pt x="177213" y="248920"/>
                  </a:lnTo>
                  <a:close/>
                </a:path>
                <a:path w="422910" h="416560">
                  <a:moveTo>
                    <a:pt x="189935" y="236220"/>
                  </a:moveTo>
                  <a:lnTo>
                    <a:pt x="180339" y="236220"/>
                  </a:lnTo>
                  <a:lnTo>
                    <a:pt x="168909" y="247650"/>
                  </a:lnTo>
                  <a:lnTo>
                    <a:pt x="178485" y="247650"/>
                  </a:lnTo>
                  <a:lnTo>
                    <a:pt x="189935" y="236220"/>
                  </a:lnTo>
                  <a:close/>
                </a:path>
                <a:path w="422910" h="416560">
                  <a:moveTo>
                    <a:pt x="193751" y="232410"/>
                  </a:moveTo>
                  <a:lnTo>
                    <a:pt x="184150" y="232410"/>
                  </a:lnTo>
                  <a:lnTo>
                    <a:pt x="181609" y="234950"/>
                  </a:lnTo>
                  <a:lnTo>
                    <a:pt x="191207" y="234950"/>
                  </a:lnTo>
                  <a:lnTo>
                    <a:pt x="193751" y="232410"/>
                  </a:lnTo>
                  <a:close/>
                </a:path>
                <a:path w="422910" h="416560">
                  <a:moveTo>
                    <a:pt x="196295" y="229870"/>
                  </a:moveTo>
                  <a:lnTo>
                    <a:pt x="186689" y="229870"/>
                  </a:lnTo>
                  <a:lnTo>
                    <a:pt x="185419" y="231140"/>
                  </a:lnTo>
                  <a:lnTo>
                    <a:pt x="195023" y="231140"/>
                  </a:lnTo>
                  <a:lnTo>
                    <a:pt x="196295" y="229870"/>
                  </a:lnTo>
                  <a:close/>
                </a:path>
                <a:path w="422910" h="416560">
                  <a:moveTo>
                    <a:pt x="200112" y="226060"/>
                  </a:moveTo>
                  <a:lnTo>
                    <a:pt x="190500" y="226060"/>
                  </a:lnTo>
                  <a:lnTo>
                    <a:pt x="187959" y="228600"/>
                  </a:lnTo>
                  <a:lnTo>
                    <a:pt x="197568" y="228600"/>
                  </a:lnTo>
                  <a:lnTo>
                    <a:pt x="200112" y="226060"/>
                  </a:lnTo>
                  <a:close/>
                </a:path>
                <a:path w="422910" h="416560">
                  <a:moveTo>
                    <a:pt x="212833" y="213360"/>
                  </a:moveTo>
                  <a:lnTo>
                    <a:pt x="203200" y="213360"/>
                  </a:lnTo>
                  <a:lnTo>
                    <a:pt x="191769" y="224790"/>
                  </a:lnTo>
                  <a:lnTo>
                    <a:pt x="201384" y="224790"/>
                  </a:lnTo>
                  <a:lnTo>
                    <a:pt x="212833" y="213360"/>
                  </a:lnTo>
                  <a:close/>
                </a:path>
                <a:path w="422910" h="416560">
                  <a:moveTo>
                    <a:pt x="221738" y="204470"/>
                  </a:moveTo>
                  <a:lnTo>
                    <a:pt x="212089" y="204470"/>
                  </a:lnTo>
                  <a:lnTo>
                    <a:pt x="204469" y="212090"/>
                  </a:lnTo>
                  <a:lnTo>
                    <a:pt x="214106" y="212090"/>
                  </a:lnTo>
                  <a:lnTo>
                    <a:pt x="221738" y="204470"/>
                  </a:lnTo>
                  <a:close/>
                </a:path>
                <a:path w="422910" h="416560">
                  <a:moveTo>
                    <a:pt x="238277" y="187960"/>
                  </a:moveTo>
                  <a:lnTo>
                    <a:pt x="228600" y="187960"/>
                  </a:lnTo>
                  <a:lnTo>
                    <a:pt x="213359" y="203200"/>
                  </a:lnTo>
                  <a:lnTo>
                    <a:pt x="223011" y="203200"/>
                  </a:lnTo>
                  <a:lnTo>
                    <a:pt x="238277" y="187960"/>
                  </a:lnTo>
                  <a:close/>
                </a:path>
                <a:path w="422910" h="416560">
                  <a:moveTo>
                    <a:pt x="243365" y="182880"/>
                  </a:moveTo>
                  <a:lnTo>
                    <a:pt x="233679" y="182880"/>
                  </a:lnTo>
                  <a:lnTo>
                    <a:pt x="229869" y="186690"/>
                  </a:lnTo>
                  <a:lnTo>
                    <a:pt x="239549" y="186690"/>
                  </a:lnTo>
                  <a:lnTo>
                    <a:pt x="243365" y="182880"/>
                  </a:lnTo>
                  <a:close/>
                </a:path>
              </a:pathLst>
            </a:custGeom>
            <a:solidFill>
              <a:srgbClr val="B644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68">
              <a:extLst>
                <a:ext uri="{FF2B5EF4-FFF2-40B4-BE49-F238E27FC236}">
                  <a16:creationId xmlns:a16="http://schemas.microsoft.com/office/drawing/2014/main" id="{615A050D-52F3-BCAD-E0E9-7E8BFDAC5303}"/>
                </a:ext>
              </a:extLst>
            </p:cNvPr>
            <p:cNvSpPr/>
            <p:nvPr/>
          </p:nvSpPr>
          <p:spPr>
            <a:xfrm>
              <a:off x="2892188" y="2678430"/>
              <a:ext cx="417830" cy="412750"/>
            </a:xfrm>
            <a:custGeom>
              <a:avLst/>
              <a:gdLst/>
              <a:ahLst/>
              <a:cxnLst/>
              <a:rect l="l" t="t" r="r" b="b"/>
              <a:pathLst>
                <a:path w="417829" h="412750">
                  <a:moveTo>
                    <a:pt x="328207" y="95250"/>
                  </a:moveTo>
                  <a:lnTo>
                    <a:pt x="318039" y="95250"/>
                  </a:lnTo>
                  <a:lnTo>
                    <a:pt x="311678" y="101600"/>
                  </a:lnTo>
                  <a:lnTo>
                    <a:pt x="321846" y="101600"/>
                  </a:lnTo>
                  <a:lnTo>
                    <a:pt x="328207" y="95250"/>
                  </a:lnTo>
                  <a:close/>
                </a:path>
                <a:path w="417829" h="412750">
                  <a:moveTo>
                    <a:pt x="330751" y="92710"/>
                  </a:moveTo>
                  <a:lnTo>
                    <a:pt x="320583" y="92710"/>
                  </a:lnTo>
                  <a:lnTo>
                    <a:pt x="319311" y="93979"/>
                  </a:lnTo>
                  <a:lnTo>
                    <a:pt x="329479" y="93979"/>
                  </a:lnTo>
                  <a:lnTo>
                    <a:pt x="330751" y="92710"/>
                  </a:lnTo>
                  <a:close/>
                </a:path>
                <a:path w="417829" h="412750">
                  <a:moveTo>
                    <a:pt x="334568" y="88900"/>
                  </a:moveTo>
                  <a:lnTo>
                    <a:pt x="324399" y="88900"/>
                  </a:lnTo>
                  <a:lnTo>
                    <a:pt x="321855" y="91439"/>
                  </a:lnTo>
                  <a:lnTo>
                    <a:pt x="332024" y="91439"/>
                  </a:lnTo>
                  <a:lnTo>
                    <a:pt x="334568" y="88900"/>
                  </a:lnTo>
                  <a:close/>
                </a:path>
                <a:path w="417829" h="412750">
                  <a:moveTo>
                    <a:pt x="337112" y="86360"/>
                  </a:moveTo>
                  <a:lnTo>
                    <a:pt x="326944" y="86360"/>
                  </a:lnTo>
                  <a:lnTo>
                    <a:pt x="325671" y="87629"/>
                  </a:lnTo>
                  <a:lnTo>
                    <a:pt x="335840" y="87629"/>
                  </a:lnTo>
                  <a:lnTo>
                    <a:pt x="337112" y="86360"/>
                  </a:lnTo>
                  <a:close/>
                </a:path>
                <a:path w="417829" h="412750">
                  <a:moveTo>
                    <a:pt x="340929" y="82550"/>
                  </a:moveTo>
                  <a:lnTo>
                    <a:pt x="330760" y="82550"/>
                  </a:lnTo>
                  <a:lnTo>
                    <a:pt x="328216" y="85089"/>
                  </a:lnTo>
                  <a:lnTo>
                    <a:pt x="338384" y="85089"/>
                  </a:lnTo>
                  <a:lnTo>
                    <a:pt x="340929" y="82550"/>
                  </a:lnTo>
                  <a:close/>
                </a:path>
                <a:path w="417829" h="412750">
                  <a:moveTo>
                    <a:pt x="343473" y="80010"/>
                  </a:moveTo>
                  <a:lnTo>
                    <a:pt x="333304" y="80010"/>
                  </a:lnTo>
                  <a:lnTo>
                    <a:pt x="332032" y="81279"/>
                  </a:lnTo>
                  <a:lnTo>
                    <a:pt x="342201" y="81279"/>
                  </a:lnTo>
                  <a:lnTo>
                    <a:pt x="343473" y="80010"/>
                  </a:lnTo>
                  <a:close/>
                </a:path>
                <a:path w="417829" h="412750">
                  <a:moveTo>
                    <a:pt x="356195" y="67310"/>
                  </a:moveTo>
                  <a:lnTo>
                    <a:pt x="346026" y="67310"/>
                  </a:lnTo>
                  <a:lnTo>
                    <a:pt x="334577" y="78739"/>
                  </a:lnTo>
                  <a:lnTo>
                    <a:pt x="344745" y="78739"/>
                  </a:lnTo>
                  <a:lnTo>
                    <a:pt x="356195" y="67310"/>
                  </a:lnTo>
                  <a:close/>
                </a:path>
                <a:path w="417829" h="412750">
                  <a:moveTo>
                    <a:pt x="368916" y="54610"/>
                  </a:moveTo>
                  <a:lnTo>
                    <a:pt x="358748" y="54610"/>
                  </a:lnTo>
                  <a:lnTo>
                    <a:pt x="347298" y="66039"/>
                  </a:lnTo>
                  <a:lnTo>
                    <a:pt x="357467" y="66039"/>
                  </a:lnTo>
                  <a:lnTo>
                    <a:pt x="368916" y="54610"/>
                  </a:lnTo>
                  <a:close/>
                </a:path>
                <a:path w="417829" h="412750">
                  <a:moveTo>
                    <a:pt x="372733" y="50800"/>
                  </a:moveTo>
                  <a:lnTo>
                    <a:pt x="362564" y="50800"/>
                  </a:lnTo>
                  <a:lnTo>
                    <a:pt x="360020" y="53339"/>
                  </a:lnTo>
                  <a:lnTo>
                    <a:pt x="370188" y="53339"/>
                  </a:lnTo>
                  <a:lnTo>
                    <a:pt x="372733" y="50800"/>
                  </a:lnTo>
                  <a:close/>
                </a:path>
                <a:path w="417829" h="412750">
                  <a:moveTo>
                    <a:pt x="375277" y="48260"/>
                  </a:moveTo>
                  <a:lnTo>
                    <a:pt x="365108" y="48260"/>
                  </a:lnTo>
                  <a:lnTo>
                    <a:pt x="363836" y="49529"/>
                  </a:lnTo>
                  <a:lnTo>
                    <a:pt x="374005" y="49529"/>
                  </a:lnTo>
                  <a:lnTo>
                    <a:pt x="375277" y="48260"/>
                  </a:lnTo>
                  <a:close/>
                </a:path>
                <a:path w="417829" h="412750">
                  <a:moveTo>
                    <a:pt x="379093" y="44450"/>
                  </a:moveTo>
                  <a:lnTo>
                    <a:pt x="368925" y="44450"/>
                  </a:lnTo>
                  <a:lnTo>
                    <a:pt x="366380" y="46989"/>
                  </a:lnTo>
                  <a:lnTo>
                    <a:pt x="376549" y="46989"/>
                  </a:lnTo>
                  <a:lnTo>
                    <a:pt x="379093" y="44450"/>
                  </a:lnTo>
                  <a:close/>
                </a:path>
                <a:path w="417829" h="412750">
                  <a:moveTo>
                    <a:pt x="381638" y="41910"/>
                  </a:moveTo>
                  <a:lnTo>
                    <a:pt x="371469" y="41910"/>
                  </a:lnTo>
                  <a:lnTo>
                    <a:pt x="370197" y="43179"/>
                  </a:lnTo>
                  <a:lnTo>
                    <a:pt x="380366" y="43179"/>
                  </a:lnTo>
                  <a:lnTo>
                    <a:pt x="381638" y="41910"/>
                  </a:lnTo>
                  <a:close/>
                </a:path>
                <a:path w="417829" h="412750">
                  <a:moveTo>
                    <a:pt x="385454" y="38100"/>
                  </a:moveTo>
                  <a:lnTo>
                    <a:pt x="375286" y="38100"/>
                  </a:lnTo>
                  <a:lnTo>
                    <a:pt x="372741" y="40639"/>
                  </a:lnTo>
                  <a:lnTo>
                    <a:pt x="382910" y="40639"/>
                  </a:lnTo>
                  <a:lnTo>
                    <a:pt x="385454" y="38100"/>
                  </a:lnTo>
                  <a:close/>
                </a:path>
                <a:path w="417829" h="412750">
                  <a:moveTo>
                    <a:pt x="387999" y="35560"/>
                  </a:moveTo>
                  <a:lnTo>
                    <a:pt x="377830" y="35560"/>
                  </a:lnTo>
                  <a:lnTo>
                    <a:pt x="376558" y="36829"/>
                  </a:lnTo>
                  <a:lnTo>
                    <a:pt x="386726" y="36829"/>
                  </a:lnTo>
                  <a:lnTo>
                    <a:pt x="387999" y="35560"/>
                  </a:lnTo>
                  <a:close/>
                </a:path>
                <a:path w="417829" h="412750">
                  <a:moveTo>
                    <a:pt x="391815" y="31750"/>
                  </a:moveTo>
                  <a:lnTo>
                    <a:pt x="381646" y="31750"/>
                  </a:lnTo>
                  <a:lnTo>
                    <a:pt x="379102" y="34289"/>
                  </a:lnTo>
                  <a:lnTo>
                    <a:pt x="389271" y="34289"/>
                  </a:lnTo>
                  <a:lnTo>
                    <a:pt x="391815" y="31750"/>
                  </a:lnTo>
                  <a:close/>
                </a:path>
                <a:path w="417829" h="412750">
                  <a:moveTo>
                    <a:pt x="394359" y="29210"/>
                  </a:moveTo>
                  <a:lnTo>
                    <a:pt x="384191" y="29210"/>
                  </a:lnTo>
                  <a:lnTo>
                    <a:pt x="382919" y="30479"/>
                  </a:lnTo>
                  <a:lnTo>
                    <a:pt x="393087" y="30479"/>
                  </a:lnTo>
                  <a:lnTo>
                    <a:pt x="394359" y="29210"/>
                  </a:lnTo>
                  <a:close/>
                </a:path>
                <a:path w="417829" h="412750">
                  <a:moveTo>
                    <a:pt x="398176" y="25400"/>
                  </a:moveTo>
                  <a:lnTo>
                    <a:pt x="388007" y="25400"/>
                  </a:lnTo>
                  <a:lnTo>
                    <a:pt x="385463" y="27939"/>
                  </a:lnTo>
                  <a:lnTo>
                    <a:pt x="395631" y="27939"/>
                  </a:lnTo>
                  <a:lnTo>
                    <a:pt x="398176" y="25400"/>
                  </a:lnTo>
                  <a:close/>
                </a:path>
                <a:path w="417829" h="412750">
                  <a:moveTo>
                    <a:pt x="400720" y="22860"/>
                  </a:moveTo>
                  <a:lnTo>
                    <a:pt x="390551" y="22860"/>
                  </a:lnTo>
                  <a:lnTo>
                    <a:pt x="389279" y="24129"/>
                  </a:lnTo>
                  <a:lnTo>
                    <a:pt x="399448" y="24129"/>
                  </a:lnTo>
                  <a:lnTo>
                    <a:pt x="400720" y="22860"/>
                  </a:lnTo>
                  <a:close/>
                </a:path>
                <a:path w="417829" h="412750">
                  <a:moveTo>
                    <a:pt x="404537" y="19050"/>
                  </a:moveTo>
                  <a:lnTo>
                    <a:pt x="394368" y="19050"/>
                  </a:lnTo>
                  <a:lnTo>
                    <a:pt x="391824" y="21589"/>
                  </a:lnTo>
                  <a:lnTo>
                    <a:pt x="401992" y="21589"/>
                  </a:lnTo>
                  <a:lnTo>
                    <a:pt x="404537" y="19050"/>
                  </a:lnTo>
                  <a:close/>
                </a:path>
                <a:path w="417829" h="412750">
                  <a:moveTo>
                    <a:pt x="407081" y="16510"/>
                  </a:moveTo>
                  <a:lnTo>
                    <a:pt x="396912" y="16510"/>
                  </a:lnTo>
                  <a:lnTo>
                    <a:pt x="395640" y="17779"/>
                  </a:lnTo>
                  <a:lnTo>
                    <a:pt x="405809" y="17779"/>
                  </a:lnTo>
                  <a:lnTo>
                    <a:pt x="407081" y="16510"/>
                  </a:lnTo>
                  <a:close/>
                </a:path>
                <a:path w="417829" h="412750">
                  <a:moveTo>
                    <a:pt x="410897" y="12700"/>
                  </a:moveTo>
                  <a:lnTo>
                    <a:pt x="400729" y="12700"/>
                  </a:lnTo>
                  <a:lnTo>
                    <a:pt x="398184" y="15239"/>
                  </a:lnTo>
                  <a:lnTo>
                    <a:pt x="408353" y="15239"/>
                  </a:lnTo>
                  <a:lnTo>
                    <a:pt x="410897" y="12700"/>
                  </a:lnTo>
                  <a:close/>
                </a:path>
                <a:path w="417829" h="412750">
                  <a:moveTo>
                    <a:pt x="413442" y="10160"/>
                  </a:moveTo>
                  <a:lnTo>
                    <a:pt x="403273" y="10160"/>
                  </a:lnTo>
                  <a:lnTo>
                    <a:pt x="402001" y="11429"/>
                  </a:lnTo>
                  <a:lnTo>
                    <a:pt x="412169" y="11429"/>
                  </a:lnTo>
                  <a:lnTo>
                    <a:pt x="413442" y="10160"/>
                  </a:lnTo>
                  <a:close/>
                </a:path>
                <a:path w="417829" h="412750">
                  <a:moveTo>
                    <a:pt x="417258" y="6350"/>
                  </a:moveTo>
                  <a:lnTo>
                    <a:pt x="407089" y="6350"/>
                  </a:lnTo>
                  <a:lnTo>
                    <a:pt x="404545" y="8889"/>
                  </a:lnTo>
                  <a:lnTo>
                    <a:pt x="414714" y="8889"/>
                  </a:lnTo>
                  <a:lnTo>
                    <a:pt x="417258" y="6350"/>
                  </a:lnTo>
                  <a:close/>
                </a:path>
                <a:path w="417829" h="412750">
                  <a:moveTo>
                    <a:pt x="417431" y="2539"/>
                  </a:moveTo>
                  <a:lnTo>
                    <a:pt x="414891" y="2539"/>
                  </a:lnTo>
                  <a:lnTo>
                    <a:pt x="414891" y="3810"/>
                  </a:lnTo>
                  <a:lnTo>
                    <a:pt x="409634" y="3810"/>
                  </a:lnTo>
                  <a:lnTo>
                    <a:pt x="408362" y="5079"/>
                  </a:lnTo>
                  <a:lnTo>
                    <a:pt x="417431" y="5079"/>
                  </a:lnTo>
                  <a:lnTo>
                    <a:pt x="417431" y="2539"/>
                  </a:lnTo>
                  <a:close/>
                </a:path>
                <a:path w="417829" h="412750">
                  <a:moveTo>
                    <a:pt x="413621" y="0"/>
                  </a:moveTo>
                  <a:lnTo>
                    <a:pt x="413450" y="0"/>
                  </a:lnTo>
                  <a:lnTo>
                    <a:pt x="410906" y="2539"/>
                  </a:lnTo>
                  <a:lnTo>
                    <a:pt x="413621" y="2539"/>
                  </a:lnTo>
                  <a:lnTo>
                    <a:pt x="413621" y="0"/>
                  </a:lnTo>
                  <a:close/>
                </a:path>
                <a:path w="417829" h="412750">
                  <a:moveTo>
                    <a:pt x="321846" y="101600"/>
                  </a:moveTo>
                  <a:lnTo>
                    <a:pt x="311678" y="101600"/>
                  </a:lnTo>
                  <a:lnTo>
                    <a:pt x="286235" y="127000"/>
                  </a:lnTo>
                  <a:lnTo>
                    <a:pt x="296403" y="127000"/>
                  </a:lnTo>
                  <a:lnTo>
                    <a:pt x="321846" y="101600"/>
                  </a:lnTo>
                  <a:close/>
                </a:path>
                <a:path w="417829" h="412750">
                  <a:moveTo>
                    <a:pt x="296403" y="127000"/>
                  </a:moveTo>
                  <a:lnTo>
                    <a:pt x="286235" y="127000"/>
                  </a:lnTo>
                  <a:lnTo>
                    <a:pt x="235348" y="177800"/>
                  </a:lnTo>
                  <a:lnTo>
                    <a:pt x="245517" y="177800"/>
                  </a:lnTo>
                  <a:lnTo>
                    <a:pt x="296403" y="127000"/>
                  </a:lnTo>
                  <a:close/>
                </a:path>
                <a:path w="417829" h="412750">
                  <a:moveTo>
                    <a:pt x="12712" y="410210"/>
                  </a:moveTo>
                  <a:lnTo>
                    <a:pt x="2544" y="410210"/>
                  </a:lnTo>
                  <a:lnTo>
                    <a:pt x="0" y="412750"/>
                  </a:lnTo>
                  <a:lnTo>
                    <a:pt x="7221" y="412750"/>
                  </a:lnTo>
                  <a:lnTo>
                    <a:pt x="7221" y="411480"/>
                  </a:lnTo>
                  <a:lnTo>
                    <a:pt x="11440" y="411480"/>
                  </a:lnTo>
                  <a:lnTo>
                    <a:pt x="12712" y="410210"/>
                  </a:lnTo>
                  <a:close/>
                </a:path>
                <a:path w="417829" h="412750">
                  <a:moveTo>
                    <a:pt x="16529" y="406400"/>
                  </a:moveTo>
                  <a:lnTo>
                    <a:pt x="6360" y="406400"/>
                  </a:lnTo>
                  <a:lnTo>
                    <a:pt x="3816" y="408940"/>
                  </a:lnTo>
                  <a:lnTo>
                    <a:pt x="13985" y="408940"/>
                  </a:lnTo>
                  <a:lnTo>
                    <a:pt x="16529" y="406400"/>
                  </a:lnTo>
                  <a:close/>
                </a:path>
                <a:path w="417829" h="412750">
                  <a:moveTo>
                    <a:pt x="19073" y="403860"/>
                  </a:moveTo>
                  <a:lnTo>
                    <a:pt x="8905" y="403860"/>
                  </a:lnTo>
                  <a:lnTo>
                    <a:pt x="7632" y="405130"/>
                  </a:lnTo>
                  <a:lnTo>
                    <a:pt x="17801" y="405130"/>
                  </a:lnTo>
                  <a:lnTo>
                    <a:pt x="19073" y="403860"/>
                  </a:lnTo>
                  <a:close/>
                </a:path>
                <a:path w="417829" h="412750">
                  <a:moveTo>
                    <a:pt x="22890" y="400050"/>
                  </a:moveTo>
                  <a:lnTo>
                    <a:pt x="12721" y="400050"/>
                  </a:lnTo>
                  <a:lnTo>
                    <a:pt x="10177" y="402590"/>
                  </a:lnTo>
                  <a:lnTo>
                    <a:pt x="20345" y="402590"/>
                  </a:lnTo>
                  <a:lnTo>
                    <a:pt x="22890" y="400050"/>
                  </a:lnTo>
                  <a:close/>
                </a:path>
                <a:path w="417829" h="412750">
                  <a:moveTo>
                    <a:pt x="25434" y="397510"/>
                  </a:moveTo>
                  <a:lnTo>
                    <a:pt x="15265" y="397510"/>
                  </a:lnTo>
                  <a:lnTo>
                    <a:pt x="13993" y="398780"/>
                  </a:lnTo>
                  <a:lnTo>
                    <a:pt x="24162" y="398780"/>
                  </a:lnTo>
                  <a:lnTo>
                    <a:pt x="25434" y="397510"/>
                  </a:lnTo>
                  <a:close/>
                </a:path>
                <a:path w="417829" h="412750">
                  <a:moveTo>
                    <a:pt x="29250" y="393700"/>
                  </a:moveTo>
                  <a:lnTo>
                    <a:pt x="19082" y="393700"/>
                  </a:lnTo>
                  <a:lnTo>
                    <a:pt x="16538" y="396240"/>
                  </a:lnTo>
                  <a:lnTo>
                    <a:pt x="26706" y="396240"/>
                  </a:lnTo>
                  <a:lnTo>
                    <a:pt x="29250" y="393700"/>
                  </a:lnTo>
                  <a:close/>
                </a:path>
                <a:path w="417829" h="412750">
                  <a:moveTo>
                    <a:pt x="31795" y="391160"/>
                  </a:moveTo>
                  <a:lnTo>
                    <a:pt x="21626" y="391160"/>
                  </a:lnTo>
                  <a:lnTo>
                    <a:pt x="20354" y="392430"/>
                  </a:lnTo>
                  <a:lnTo>
                    <a:pt x="30523" y="392430"/>
                  </a:lnTo>
                  <a:lnTo>
                    <a:pt x="31795" y="391160"/>
                  </a:lnTo>
                  <a:close/>
                </a:path>
                <a:path w="417829" h="412750">
                  <a:moveTo>
                    <a:pt x="35611" y="387350"/>
                  </a:moveTo>
                  <a:lnTo>
                    <a:pt x="25443" y="387350"/>
                  </a:lnTo>
                  <a:lnTo>
                    <a:pt x="22898" y="389890"/>
                  </a:lnTo>
                  <a:lnTo>
                    <a:pt x="33067" y="389890"/>
                  </a:lnTo>
                  <a:lnTo>
                    <a:pt x="35611" y="387350"/>
                  </a:lnTo>
                  <a:close/>
                </a:path>
                <a:path w="417829" h="412750">
                  <a:moveTo>
                    <a:pt x="38156" y="384810"/>
                  </a:moveTo>
                  <a:lnTo>
                    <a:pt x="27987" y="384810"/>
                  </a:lnTo>
                  <a:lnTo>
                    <a:pt x="26715" y="386080"/>
                  </a:lnTo>
                  <a:lnTo>
                    <a:pt x="36883" y="386080"/>
                  </a:lnTo>
                  <a:lnTo>
                    <a:pt x="38156" y="384810"/>
                  </a:lnTo>
                  <a:close/>
                </a:path>
                <a:path w="417829" h="412750">
                  <a:moveTo>
                    <a:pt x="41972" y="381000"/>
                  </a:moveTo>
                  <a:lnTo>
                    <a:pt x="31803" y="381000"/>
                  </a:lnTo>
                  <a:lnTo>
                    <a:pt x="29259" y="383540"/>
                  </a:lnTo>
                  <a:lnTo>
                    <a:pt x="39428" y="383540"/>
                  </a:lnTo>
                  <a:lnTo>
                    <a:pt x="41972" y="381000"/>
                  </a:lnTo>
                  <a:close/>
                </a:path>
                <a:path w="417829" h="412750">
                  <a:moveTo>
                    <a:pt x="44516" y="378460"/>
                  </a:moveTo>
                  <a:lnTo>
                    <a:pt x="34348" y="378460"/>
                  </a:lnTo>
                  <a:lnTo>
                    <a:pt x="33076" y="379730"/>
                  </a:lnTo>
                  <a:lnTo>
                    <a:pt x="43244" y="379730"/>
                  </a:lnTo>
                  <a:lnTo>
                    <a:pt x="44516" y="378460"/>
                  </a:lnTo>
                  <a:close/>
                </a:path>
                <a:path w="417829" h="412750">
                  <a:moveTo>
                    <a:pt x="48333" y="374650"/>
                  </a:moveTo>
                  <a:lnTo>
                    <a:pt x="38164" y="374650"/>
                  </a:lnTo>
                  <a:lnTo>
                    <a:pt x="35620" y="377190"/>
                  </a:lnTo>
                  <a:lnTo>
                    <a:pt x="45788" y="377190"/>
                  </a:lnTo>
                  <a:lnTo>
                    <a:pt x="48333" y="374650"/>
                  </a:lnTo>
                  <a:close/>
                </a:path>
                <a:path w="417829" h="412750">
                  <a:moveTo>
                    <a:pt x="50877" y="372110"/>
                  </a:moveTo>
                  <a:lnTo>
                    <a:pt x="40708" y="372110"/>
                  </a:lnTo>
                  <a:lnTo>
                    <a:pt x="39436" y="373380"/>
                  </a:lnTo>
                  <a:lnTo>
                    <a:pt x="49605" y="373380"/>
                  </a:lnTo>
                  <a:lnTo>
                    <a:pt x="50877" y="372110"/>
                  </a:lnTo>
                  <a:close/>
                </a:path>
                <a:path w="417829" h="412750">
                  <a:moveTo>
                    <a:pt x="54694" y="368300"/>
                  </a:moveTo>
                  <a:lnTo>
                    <a:pt x="44525" y="368300"/>
                  </a:lnTo>
                  <a:lnTo>
                    <a:pt x="41981" y="370840"/>
                  </a:lnTo>
                  <a:lnTo>
                    <a:pt x="52149" y="370840"/>
                  </a:lnTo>
                  <a:lnTo>
                    <a:pt x="54694" y="368300"/>
                  </a:lnTo>
                  <a:close/>
                </a:path>
                <a:path w="417829" h="412750">
                  <a:moveTo>
                    <a:pt x="57238" y="365760"/>
                  </a:moveTo>
                  <a:lnTo>
                    <a:pt x="47069" y="365760"/>
                  </a:lnTo>
                  <a:lnTo>
                    <a:pt x="45797" y="367030"/>
                  </a:lnTo>
                  <a:lnTo>
                    <a:pt x="55966" y="367030"/>
                  </a:lnTo>
                  <a:lnTo>
                    <a:pt x="57238" y="365760"/>
                  </a:lnTo>
                  <a:close/>
                </a:path>
                <a:path w="417829" h="412750">
                  <a:moveTo>
                    <a:pt x="61054" y="361950"/>
                  </a:moveTo>
                  <a:lnTo>
                    <a:pt x="50886" y="361950"/>
                  </a:lnTo>
                  <a:lnTo>
                    <a:pt x="48341" y="364490"/>
                  </a:lnTo>
                  <a:lnTo>
                    <a:pt x="58510" y="364490"/>
                  </a:lnTo>
                  <a:lnTo>
                    <a:pt x="61054" y="361950"/>
                  </a:lnTo>
                  <a:close/>
                </a:path>
                <a:path w="417829" h="412750">
                  <a:moveTo>
                    <a:pt x="63599" y="359410"/>
                  </a:moveTo>
                  <a:lnTo>
                    <a:pt x="53430" y="359410"/>
                  </a:lnTo>
                  <a:lnTo>
                    <a:pt x="52158" y="360680"/>
                  </a:lnTo>
                  <a:lnTo>
                    <a:pt x="62327" y="360680"/>
                  </a:lnTo>
                  <a:lnTo>
                    <a:pt x="63599" y="359410"/>
                  </a:lnTo>
                  <a:close/>
                </a:path>
                <a:path w="417829" h="412750">
                  <a:moveTo>
                    <a:pt x="67415" y="355600"/>
                  </a:moveTo>
                  <a:lnTo>
                    <a:pt x="57247" y="355600"/>
                  </a:lnTo>
                  <a:lnTo>
                    <a:pt x="54702" y="358140"/>
                  </a:lnTo>
                  <a:lnTo>
                    <a:pt x="64871" y="358140"/>
                  </a:lnTo>
                  <a:lnTo>
                    <a:pt x="67415" y="355600"/>
                  </a:lnTo>
                  <a:close/>
                </a:path>
                <a:path w="417829" h="412750">
                  <a:moveTo>
                    <a:pt x="69959" y="353060"/>
                  </a:moveTo>
                  <a:lnTo>
                    <a:pt x="59791" y="353060"/>
                  </a:lnTo>
                  <a:lnTo>
                    <a:pt x="58519" y="354330"/>
                  </a:lnTo>
                  <a:lnTo>
                    <a:pt x="68687" y="354330"/>
                  </a:lnTo>
                  <a:lnTo>
                    <a:pt x="69959" y="353060"/>
                  </a:lnTo>
                  <a:close/>
                </a:path>
                <a:path w="417829" h="412750">
                  <a:moveTo>
                    <a:pt x="73776" y="349250"/>
                  </a:moveTo>
                  <a:lnTo>
                    <a:pt x="63607" y="349250"/>
                  </a:lnTo>
                  <a:lnTo>
                    <a:pt x="61063" y="351790"/>
                  </a:lnTo>
                  <a:lnTo>
                    <a:pt x="71232" y="351790"/>
                  </a:lnTo>
                  <a:lnTo>
                    <a:pt x="73776" y="349250"/>
                  </a:lnTo>
                  <a:close/>
                </a:path>
                <a:path w="417829" h="412750">
                  <a:moveTo>
                    <a:pt x="76320" y="346710"/>
                  </a:moveTo>
                  <a:lnTo>
                    <a:pt x="66152" y="346710"/>
                  </a:lnTo>
                  <a:lnTo>
                    <a:pt x="64879" y="347980"/>
                  </a:lnTo>
                  <a:lnTo>
                    <a:pt x="75048" y="347980"/>
                  </a:lnTo>
                  <a:lnTo>
                    <a:pt x="76320" y="346710"/>
                  </a:lnTo>
                  <a:close/>
                </a:path>
                <a:path w="417829" h="412750">
                  <a:moveTo>
                    <a:pt x="80137" y="342900"/>
                  </a:moveTo>
                  <a:lnTo>
                    <a:pt x="69968" y="342900"/>
                  </a:lnTo>
                  <a:lnTo>
                    <a:pt x="67424" y="345440"/>
                  </a:lnTo>
                  <a:lnTo>
                    <a:pt x="77592" y="345440"/>
                  </a:lnTo>
                  <a:lnTo>
                    <a:pt x="80137" y="342900"/>
                  </a:lnTo>
                  <a:close/>
                </a:path>
                <a:path w="417829" h="412750">
                  <a:moveTo>
                    <a:pt x="82681" y="340360"/>
                  </a:moveTo>
                  <a:lnTo>
                    <a:pt x="72512" y="340360"/>
                  </a:lnTo>
                  <a:lnTo>
                    <a:pt x="71240" y="341630"/>
                  </a:lnTo>
                  <a:lnTo>
                    <a:pt x="81409" y="341630"/>
                  </a:lnTo>
                  <a:lnTo>
                    <a:pt x="82681" y="340360"/>
                  </a:lnTo>
                  <a:close/>
                </a:path>
                <a:path w="417829" h="412750">
                  <a:moveTo>
                    <a:pt x="86497" y="336550"/>
                  </a:moveTo>
                  <a:lnTo>
                    <a:pt x="76329" y="336550"/>
                  </a:lnTo>
                  <a:lnTo>
                    <a:pt x="73785" y="339090"/>
                  </a:lnTo>
                  <a:lnTo>
                    <a:pt x="83953" y="339090"/>
                  </a:lnTo>
                  <a:lnTo>
                    <a:pt x="86497" y="336550"/>
                  </a:lnTo>
                  <a:close/>
                </a:path>
                <a:path w="417829" h="412750">
                  <a:moveTo>
                    <a:pt x="89042" y="334010"/>
                  </a:moveTo>
                  <a:lnTo>
                    <a:pt x="78873" y="334010"/>
                  </a:lnTo>
                  <a:lnTo>
                    <a:pt x="77601" y="335280"/>
                  </a:lnTo>
                  <a:lnTo>
                    <a:pt x="87770" y="335280"/>
                  </a:lnTo>
                  <a:lnTo>
                    <a:pt x="89042" y="334010"/>
                  </a:lnTo>
                  <a:close/>
                </a:path>
                <a:path w="417829" h="412750">
                  <a:moveTo>
                    <a:pt x="92858" y="330200"/>
                  </a:moveTo>
                  <a:lnTo>
                    <a:pt x="82690" y="330200"/>
                  </a:lnTo>
                  <a:lnTo>
                    <a:pt x="80145" y="332740"/>
                  </a:lnTo>
                  <a:lnTo>
                    <a:pt x="90314" y="332740"/>
                  </a:lnTo>
                  <a:lnTo>
                    <a:pt x="92858" y="330200"/>
                  </a:lnTo>
                  <a:close/>
                </a:path>
                <a:path w="417829" h="412750">
                  <a:moveTo>
                    <a:pt x="95403" y="327660"/>
                  </a:moveTo>
                  <a:lnTo>
                    <a:pt x="85234" y="327660"/>
                  </a:lnTo>
                  <a:lnTo>
                    <a:pt x="83962" y="328930"/>
                  </a:lnTo>
                  <a:lnTo>
                    <a:pt x="94130" y="328930"/>
                  </a:lnTo>
                  <a:lnTo>
                    <a:pt x="95403" y="327660"/>
                  </a:lnTo>
                  <a:close/>
                </a:path>
                <a:path w="417829" h="412750">
                  <a:moveTo>
                    <a:pt x="99219" y="323850"/>
                  </a:moveTo>
                  <a:lnTo>
                    <a:pt x="89050" y="323850"/>
                  </a:lnTo>
                  <a:lnTo>
                    <a:pt x="86506" y="326390"/>
                  </a:lnTo>
                  <a:lnTo>
                    <a:pt x="96675" y="326390"/>
                  </a:lnTo>
                  <a:lnTo>
                    <a:pt x="99219" y="323850"/>
                  </a:lnTo>
                  <a:close/>
                </a:path>
                <a:path w="417829" h="412750">
                  <a:moveTo>
                    <a:pt x="101763" y="321310"/>
                  </a:moveTo>
                  <a:lnTo>
                    <a:pt x="91595" y="321310"/>
                  </a:lnTo>
                  <a:lnTo>
                    <a:pt x="90323" y="322580"/>
                  </a:lnTo>
                  <a:lnTo>
                    <a:pt x="100491" y="322580"/>
                  </a:lnTo>
                  <a:lnTo>
                    <a:pt x="101763" y="321310"/>
                  </a:lnTo>
                  <a:close/>
                </a:path>
                <a:path w="417829" h="412750">
                  <a:moveTo>
                    <a:pt x="105580" y="317500"/>
                  </a:moveTo>
                  <a:lnTo>
                    <a:pt x="95411" y="317500"/>
                  </a:lnTo>
                  <a:lnTo>
                    <a:pt x="92867" y="320040"/>
                  </a:lnTo>
                  <a:lnTo>
                    <a:pt x="103036" y="320040"/>
                  </a:lnTo>
                  <a:lnTo>
                    <a:pt x="105580" y="317500"/>
                  </a:lnTo>
                  <a:close/>
                </a:path>
                <a:path w="417829" h="412750">
                  <a:moveTo>
                    <a:pt x="108124" y="314960"/>
                  </a:moveTo>
                  <a:lnTo>
                    <a:pt x="97956" y="314960"/>
                  </a:lnTo>
                  <a:lnTo>
                    <a:pt x="96683" y="316230"/>
                  </a:lnTo>
                  <a:lnTo>
                    <a:pt x="106852" y="316230"/>
                  </a:lnTo>
                  <a:lnTo>
                    <a:pt x="108124" y="314960"/>
                  </a:lnTo>
                  <a:close/>
                </a:path>
                <a:path w="417829" h="412750">
                  <a:moveTo>
                    <a:pt x="111941" y="311150"/>
                  </a:moveTo>
                  <a:lnTo>
                    <a:pt x="101772" y="311150"/>
                  </a:lnTo>
                  <a:lnTo>
                    <a:pt x="99228" y="313690"/>
                  </a:lnTo>
                  <a:lnTo>
                    <a:pt x="109396" y="313690"/>
                  </a:lnTo>
                  <a:lnTo>
                    <a:pt x="111941" y="311150"/>
                  </a:lnTo>
                  <a:close/>
                </a:path>
                <a:path w="417829" h="412750">
                  <a:moveTo>
                    <a:pt x="114485" y="308610"/>
                  </a:moveTo>
                  <a:lnTo>
                    <a:pt x="104316" y="308610"/>
                  </a:lnTo>
                  <a:lnTo>
                    <a:pt x="103044" y="309880"/>
                  </a:lnTo>
                  <a:lnTo>
                    <a:pt x="113213" y="309880"/>
                  </a:lnTo>
                  <a:lnTo>
                    <a:pt x="114485" y="308610"/>
                  </a:lnTo>
                  <a:close/>
                </a:path>
                <a:path w="417829" h="412750">
                  <a:moveTo>
                    <a:pt x="118301" y="304800"/>
                  </a:moveTo>
                  <a:lnTo>
                    <a:pt x="108133" y="304800"/>
                  </a:lnTo>
                  <a:lnTo>
                    <a:pt x="105588" y="307340"/>
                  </a:lnTo>
                  <a:lnTo>
                    <a:pt x="115757" y="307340"/>
                  </a:lnTo>
                  <a:lnTo>
                    <a:pt x="118301" y="304800"/>
                  </a:lnTo>
                  <a:close/>
                </a:path>
                <a:path w="417829" h="412750">
                  <a:moveTo>
                    <a:pt x="120846" y="302260"/>
                  </a:moveTo>
                  <a:lnTo>
                    <a:pt x="110677" y="302260"/>
                  </a:lnTo>
                  <a:lnTo>
                    <a:pt x="109405" y="303530"/>
                  </a:lnTo>
                  <a:lnTo>
                    <a:pt x="119574" y="303530"/>
                  </a:lnTo>
                  <a:lnTo>
                    <a:pt x="120846" y="302260"/>
                  </a:lnTo>
                  <a:close/>
                </a:path>
                <a:path w="417829" h="412750">
                  <a:moveTo>
                    <a:pt x="124662" y="298450"/>
                  </a:moveTo>
                  <a:lnTo>
                    <a:pt x="114494" y="298450"/>
                  </a:lnTo>
                  <a:lnTo>
                    <a:pt x="111949" y="300990"/>
                  </a:lnTo>
                  <a:lnTo>
                    <a:pt x="122118" y="300990"/>
                  </a:lnTo>
                  <a:lnTo>
                    <a:pt x="124662" y="298450"/>
                  </a:lnTo>
                  <a:close/>
                </a:path>
                <a:path w="417829" h="412750">
                  <a:moveTo>
                    <a:pt x="127206" y="295910"/>
                  </a:moveTo>
                  <a:lnTo>
                    <a:pt x="117038" y="295910"/>
                  </a:lnTo>
                  <a:lnTo>
                    <a:pt x="115766" y="297180"/>
                  </a:lnTo>
                  <a:lnTo>
                    <a:pt x="125934" y="297180"/>
                  </a:lnTo>
                  <a:lnTo>
                    <a:pt x="127206" y="295910"/>
                  </a:lnTo>
                  <a:close/>
                </a:path>
                <a:path w="417829" h="412750">
                  <a:moveTo>
                    <a:pt x="131023" y="292100"/>
                  </a:moveTo>
                  <a:lnTo>
                    <a:pt x="120854" y="292100"/>
                  </a:lnTo>
                  <a:lnTo>
                    <a:pt x="118310" y="294640"/>
                  </a:lnTo>
                  <a:lnTo>
                    <a:pt x="128479" y="294640"/>
                  </a:lnTo>
                  <a:lnTo>
                    <a:pt x="131023" y="292100"/>
                  </a:lnTo>
                  <a:close/>
                </a:path>
                <a:path w="417829" h="412750">
                  <a:moveTo>
                    <a:pt x="133567" y="289560"/>
                  </a:moveTo>
                  <a:lnTo>
                    <a:pt x="123399" y="289560"/>
                  </a:lnTo>
                  <a:lnTo>
                    <a:pt x="122126" y="290830"/>
                  </a:lnTo>
                  <a:lnTo>
                    <a:pt x="132295" y="290830"/>
                  </a:lnTo>
                  <a:lnTo>
                    <a:pt x="133567" y="289560"/>
                  </a:lnTo>
                  <a:close/>
                </a:path>
                <a:path w="417829" h="412750">
                  <a:moveTo>
                    <a:pt x="137384" y="285750"/>
                  </a:moveTo>
                  <a:lnTo>
                    <a:pt x="127215" y="285750"/>
                  </a:lnTo>
                  <a:lnTo>
                    <a:pt x="124671" y="288290"/>
                  </a:lnTo>
                  <a:lnTo>
                    <a:pt x="134839" y="288290"/>
                  </a:lnTo>
                  <a:lnTo>
                    <a:pt x="137384" y="285750"/>
                  </a:lnTo>
                  <a:close/>
                </a:path>
                <a:path w="417829" h="412750">
                  <a:moveTo>
                    <a:pt x="139928" y="283210"/>
                  </a:moveTo>
                  <a:lnTo>
                    <a:pt x="129759" y="283210"/>
                  </a:lnTo>
                  <a:lnTo>
                    <a:pt x="128487" y="284480"/>
                  </a:lnTo>
                  <a:lnTo>
                    <a:pt x="138656" y="284480"/>
                  </a:lnTo>
                  <a:lnTo>
                    <a:pt x="139928" y="283210"/>
                  </a:lnTo>
                  <a:close/>
                </a:path>
                <a:path w="417829" h="412750">
                  <a:moveTo>
                    <a:pt x="143745" y="279400"/>
                  </a:moveTo>
                  <a:lnTo>
                    <a:pt x="133576" y="279400"/>
                  </a:lnTo>
                  <a:lnTo>
                    <a:pt x="131032" y="281940"/>
                  </a:lnTo>
                  <a:lnTo>
                    <a:pt x="141200" y="281940"/>
                  </a:lnTo>
                  <a:lnTo>
                    <a:pt x="143745" y="279400"/>
                  </a:lnTo>
                  <a:close/>
                </a:path>
                <a:path w="417829" h="412750">
                  <a:moveTo>
                    <a:pt x="146289" y="276860"/>
                  </a:moveTo>
                  <a:lnTo>
                    <a:pt x="136120" y="276860"/>
                  </a:lnTo>
                  <a:lnTo>
                    <a:pt x="134848" y="278130"/>
                  </a:lnTo>
                  <a:lnTo>
                    <a:pt x="145017" y="278130"/>
                  </a:lnTo>
                  <a:lnTo>
                    <a:pt x="146289" y="276860"/>
                  </a:lnTo>
                  <a:close/>
                </a:path>
                <a:path w="417829" h="412750">
                  <a:moveTo>
                    <a:pt x="150105" y="273050"/>
                  </a:moveTo>
                  <a:lnTo>
                    <a:pt x="139937" y="273050"/>
                  </a:lnTo>
                  <a:lnTo>
                    <a:pt x="137392" y="275590"/>
                  </a:lnTo>
                  <a:lnTo>
                    <a:pt x="147561" y="275590"/>
                  </a:lnTo>
                  <a:lnTo>
                    <a:pt x="150105" y="273050"/>
                  </a:lnTo>
                  <a:close/>
                </a:path>
                <a:path w="417829" h="412750">
                  <a:moveTo>
                    <a:pt x="152650" y="270510"/>
                  </a:moveTo>
                  <a:lnTo>
                    <a:pt x="142481" y="270510"/>
                  </a:lnTo>
                  <a:lnTo>
                    <a:pt x="141209" y="271780"/>
                  </a:lnTo>
                  <a:lnTo>
                    <a:pt x="151377" y="271780"/>
                  </a:lnTo>
                  <a:lnTo>
                    <a:pt x="152650" y="270510"/>
                  </a:lnTo>
                  <a:close/>
                </a:path>
                <a:path w="417829" h="412750">
                  <a:moveTo>
                    <a:pt x="156466" y="266700"/>
                  </a:moveTo>
                  <a:lnTo>
                    <a:pt x="146297" y="266700"/>
                  </a:lnTo>
                  <a:lnTo>
                    <a:pt x="143753" y="269240"/>
                  </a:lnTo>
                  <a:lnTo>
                    <a:pt x="153922" y="269240"/>
                  </a:lnTo>
                  <a:lnTo>
                    <a:pt x="156466" y="266700"/>
                  </a:lnTo>
                  <a:close/>
                </a:path>
                <a:path w="417829" h="412750">
                  <a:moveTo>
                    <a:pt x="159010" y="264160"/>
                  </a:moveTo>
                  <a:lnTo>
                    <a:pt x="148842" y="264160"/>
                  </a:lnTo>
                  <a:lnTo>
                    <a:pt x="147570" y="265430"/>
                  </a:lnTo>
                  <a:lnTo>
                    <a:pt x="157738" y="265430"/>
                  </a:lnTo>
                  <a:lnTo>
                    <a:pt x="159010" y="264160"/>
                  </a:lnTo>
                  <a:close/>
                </a:path>
                <a:path w="417829" h="412750">
                  <a:moveTo>
                    <a:pt x="162827" y="260350"/>
                  </a:moveTo>
                  <a:lnTo>
                    <a:pt x="152658" y="260350"/>
                  </a:lnTo>
                  <a:lnTo>
                    <a:pt x="150114" y="262890"/>
                  </a:lnTo>
                  <a:lnTo>
                    <a:pt x="160283" y="262890"/>
                  </a:lnTo>
                  <a:lnTo>
                    <a:pt x="162827" y="260350"/>
                  </a:lnTo>
                  <a:close/>
                </a:path>
                <a:path w="417829" h="412750">
                  <a:moveTo>
                    <a:pt x="165371" y="257810"/>
                  </a:moveTo>
                  <a:lnTo>
                    <a:pt x="155203" y="257810"/>
                  </a:lnTo>
                  <a:lnTo>
                    <a:pt x="153930" y="259080"/>
                  </a:lnTo>
                  <a:lnTo>
                    <a:pt x="164099" y="259080"/>
                  </a:lnTo>
                  <a:lnTo>
                    <a:pt x="165371" y="257810"/>
                  </a:lnTo>
                  <a:close/>
                </a:path>
                <a:path w="417829" h="412750">
                  <a:moveTo>
                    <a:pt x="178093" y="245110"/>
                  </a:moveTo>
                  <a:lnTo>
                    <a:pt x="167924" y="245110"/>
                  </a:lnTo>
                  <a:lnTo>
                    <a:pt x="156475" y="256540"/>
                  </a:lnTo>
                  <a:lnTo>
                    <a:pt x="166643" y="256540"/>
                  </a:lnTo>
                  <a:lnTo>
                    <a:pt x="178093" y="245110"/>
                  </a:lnTo>
                  <a:close/>
                </a:path>
                <a:path w="417829" h="412750">
                  <a:moveTo>
                    <a:pt x="190814" y="232410"/>
                  </a:moveTo>
                  <a:lnTo>
                    <a:pt x="180646" y="232410"/>
                  </a:lnTo>
                  <a:lnTo>
                    <a:pt x="169196" y="243840"/>
                  </a:lnTo>
                  <a:lnTo>
                    <a:pt x="179365" y="243840"/>
                  </a:lnTo>
                  <a:lnTo>
                    <a:pt x="190814" y="232410"/>
                  </a:lnTo>
                  <a:close/>
                </a:path>
                <a:path w="417829" h="412750">
                  <a:moveTo>
                    <a:pt x="194631" y="228600"/>
                  </a:moveTo>
                  <a:lnTo>
                    <a:pt x="184462" y="228600"/>
                  </a:lnTo>
                  <a:lnTo>
                    <a:pt x="181918" y="231140"/>
                  </a:lnTo>
                  <a:lnTo>
                    <a:pt x="192086" y="231140"/>
                  </a:lnTo>
                  <a:lnTo>
                    <a:pt x="194631" y="228600"/>
                  </a:lnTo>
                  <a:close/>
                </a:path>
                <a:path w="417829" h="412750">
                  <a:moveTo>
                    <a:pt x="197175" y="226060"/>
                  </a:moveTo>
                  <a:lnTo>
                    <a:pt x="187006" y="226060"/>
                  </a:lnTo>
                  <a:lnTo>
                    <a:pt x="185734" y="227330"/>
                  </a:lnTo>
                  <a:lnTo>
                    <a:pt x="195903" y="227330"/>
                  </a:lnTo>
                  <a:lnTo>
                    <a:pt x="197175" y="226060"/>
                  </a:lnTo>
                  <a:close/>
                </a:path>
                <a:path w="417829" h="412750">
                  <a:moveTo>
                    <a:pt x="200992" y="222250"/>
                  </a:moveTo>
                  <a:lnTo>
                    <a:pt x="190823" y="222250"/>
                  </a:lnTo>
                  <a:lnTo>
                    <a:pt x="188279" y="224790"/>
                  </a:lnTo>
                  <a:lnTo>
                    <a:pt x="198447" y="224790"/>
                  </a:lnTo>
                  <a:lnTo>
                    <a:pt x="200992" y="222250"/>
                  </a:lnTo>
                  <a:close/>
                </a:path>
                <a:path w="417829" h="412750">
                  <a:moveTo>
                    <a:pt x="213713" y="209550"/>
                  </a:moveTo>
                  <a:lnTo>
                    <a:pt x="203544" y="209550"/>
                  </a:lnTo>
                  <a:lnTo>
                    <a:pt x="192095" y="220980"/>
                  </a:lnTo>
                  <a:lnTo>
                    <a:pt x="202264" y="220980"/>
                  </a:lnTo>
                  <a:lnTo>
                    <a:pt x="213713" y="209550"/>
                  </a:lnTo>
                  <a:close/>
                </a:path>
                <a:path w="417829" h="412750">
                  <a:moveTo>
                    <a:pt x="222618" y="200660"/>
                  </a:moveTo>
                  <a:lnTo>
                    <a:pt x="212450" y="200660"/>
                  </a:lnTo>
                  <a:lnTo>
                    <a:pt x="204817" y="208280"/>
                  </a:lnTo>
                  <a:lnTo>
                    <a:pt x="214985" y="208280"/>
                  </a:lnTo>
                  <a:lnTo>
                    <a:pt x="222618" y="200660"/>
                  </a:lnTo>
                  <a:close/>
                </a:path>
                <a:path w="417829" h="412750">
                  <a:moveTo>
                    <a:pt x="239156" y="184150"/>
                  </a:moveTo>
                  <a:lnTo>
                    <a:pt x="228988" y="184150"/>
                  </a:lnTo>
                  <a:lnTo>
                    <a:pt x="213722" y="199390"/>
                  </a:lnTo>
                  <a:lnTo>
                    <a:pt x="223890" y="199390"/>
                  </a:lnTo>
                  <a:lnTo>
                    <a:pt x="239156" y="184150"/>
                  </a:lnTo>
                  <a:close/>
                </a:path>
                <a:path w="417829" h="412750">
                  <a:moveTo>
                    <a:pt x="244245" y="179070"/>
                  </a:moveTo>
                  <a:lnTo>
                    <a:pt x="234076" y="179070"/>
                  </a:lnTo>
                  <a:lnTo>
                    <a:pt x="230260" y="182880"/>
                  </a:lnTo>
                  <a:lnTo>
                    <a:pt x="240428" y="182880"/>
                  </a:lnTo>
                  <a:lnTo>
                    <a:pt x="244245" y="179070"/>
                  </a:lnTo>
                  <a:close/>
                </a:path>
              </a:pathLst>
            </a:custGeom>
            <a:solidFill>
              <a:srgbClr val="B744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69">
              <a:extLst>
                <a:ext uri="{FF2B5EF4-FFF2-40B4-BE49-F238E27FC236}">
                  <a16:creationId xmlns:a16="http://schemas.microsoft.com/office/drawing/2014/main" id="{8A145983-936E-ACB1-4575-39A93173537F}"/>
                </a:ext>
              </a:extLst>
            </p:cNvPr>
            <p:cNvSpPr/>
            <p:nvPr/>
          </p:nvSpPr>
          <p:spPr>
            <a:xfrm>
              <a:off x="2903629" y="2683509"/>
              <a:ext cx="414020" cy="408305"/>
            </a:xfrm>
            <a:custGeom>
              <a:avLst/>
              <a:gdLst/>
              <a:ahLst/>
              <a:cxnLst/>
              <a:rect l="l" t="t" r="r" b="b"/>
              <a:pathLst>
                <a:path w="414020" h="408305">
                  <a:moveTo>
                    <a:pt x="326935" y="90170"/>
                  </a:moveTo>
                  <a:lnTo>
                    <a:pt x="316766" y="90170"/>
                  </a:lnTo>
                  <a:lnTo>
                    <a:pt x="310406" y="96520"/>
                  </a:lnTo>
                  <a:lnTo>
                    <a:pt x="320574" y="96520"/>
                  </a:lnTo>
                  <a:lnTo>
                    <a:pt x="326935" y="90170"/>
                  </a:lnTo>
                  <a:close/>
                </a:path>
                <a:path w="414020" h="408305">
                  <a:moveTo>
                    <a:pt x="329479" y="87630"/>
                  </a:moveTo>
                  <a:lnTo>
                    <a:pt x="319311" y="87630"/>
                  </a:lnTo>
                  <a:lnTo>
                    <a:pt x="318039" y="88900"/>
                  </a:lnTo>
                  <a:lnTo>
                    <a:pt x="328207" y="88900"/>
                  </a:lnTo>
                  <a:lnTo>
                    <a:pt x="329479" y="87630"/>
                  </a:lnTo>
                  <a:close/>
                </a:path>
                <a:path w="414020" h="408305">
                  <a:moveTo>
                    <a:pt x="333296" y="83820"/>
                  </a:moveTo>
                  <a:lnTo>
                    <a:pt x="323127" y="83820"/>
                  </a:lnTo>
                  <a:lnTo>
                    <a:pt x="320583" y="86360"/>
                  </a:lnTo>
                  <a:lnTo>
                    <a:pt x="330751" y="86360"/>
                  </a:lnTo>
                  <a:lnTo>
                    <a:pt x="333296" y="83820"/>
                  </a:lnTo>
                  <a:close/>
                </a:path>
                <a:path w="414020" h="408305">
                  <a:moveTo>
                    <a:pt x="335840" y="81280"/>
                  </a:moveTo>
                  <a:lnTo>
                    <a:pt x="325671" y="81280"/>
                  </a:lnTo>
                  <a:lnTo>
                    <a:pt x="324399" y="82550"/>
                  </a:lnTo>
                  <a:lnTo>
                    <a:pt x="334568" y="82550"/>
                  </a:lnTo>
                  <a:lnTo>
                    <a:pt x="335840" y="81280"/>
                  </a:lnTo>
                  <a:close/>
                </a:path>
                <a:path w="414020" h="408305">
                  <a:moveTo>
                    <a:pt x="339657" y="77470"/>
                  </a:moveTo>
                  <a:lnTo>
                    <a:pt x="329488" y="77470"/>
                  </a:lnTo>
                  <a:lnTo>
                    <a:pt x="326944" y="80010"/>
                  </a:lnTo>
                  <a:lnTo>
                    <a:pt x="337112" y="80010"/>
                  </a:lnTo>
                  <a:lnTo>
                    <a:pt x="339657" y="77470"/>
                  </a:lnTo>
                  <a:close/>
                </a:path>
                <a:path w="414020" h="408305">
                  <a:moveTo>
                    <a:pt x="342201" y="74930"/>
                  </a:moveTo>
                  <a:lnTo>
                    <a:pt x="332032" y="74930"/>
                  </a:lnTo>
                  <a:lnTo>
                    <a:pt x="330760" y="76200"/>
                  </a:lnTo>
                  <a:lnTo>
                    <a:pt x="340929" y="76200"/>
                  </a:lnTo>
                  <a:lnTo>
                    <a:pt x="342201" y="74930"/>
                  </a:lnTo>
                  <a:close/>
                </a:path>
                <a:path w="414020" h="408305">
                  <a:moveTo>
                    <a:pt x="354922" y="62230"/>
                  </a:moveTo>
                  <a:lnTo>
                    <a:pt x="344754" y="62230"/>
                  </a:lnTo>
                  <a:lnTo>
                    <a:pt x="333304" y="73660"/>
                  </a:lnTo>
                  <a:lnTo>
                    <a:pt x="343473" y="73660"/>
                  </a:lnTo>
                  <a:lnTo>
                    <a:pt x="354922" y="62230"/>
                  </a:lnTo>
                  <a:close/>
                </a:path>
                <a:path w="414020" h="408305">
                  <a:moveTo>
                    <a:pt x="367644" y="49530"/>
                  </a:moveTo>
                  <a:lnTo>
                    <a:pt x="357475" y="49530"/>
                  </a:lnTo>
                  <a:lnTo>
                    <a:pt x="346026" y="60960"/>
                  </a:lnTo>
                  <a:lnTo>
                    <a:pt x="356195" y="60960"/>
                  </a:lnTo>
                  <a:lnTo>
                    <a:pt x="367644" y="49530"/>
                  </a:lnTo>
                  <a:close/>
                </a:path>
                <a:path w="414020" h="408305">
                  <a:moveTo>
                    <a:pt x="371460" y="45720"/>
                  </a:moveTo>
                  <a:lnTo>
                    <a:pt x="361292" y="45720"/>
                  </a:lnTo>
                  <a:lnTo>
                    <a:pt x="358748" y="48260"/>
                  </a:lnTo>
                  <a:lnTo>
                    <a:pt x="368916" y="48260"/>
                  </a:lnTo>
                  <a:lnTo>
                    <a:pt x="371460" y="45720"/>
                  </a:lnTo>
                  <a:close/>
                </a:path>
                <a:path w="414020" h="408305">
                  <a:moveTo>
                    <a:pt x="374005" y="43180"/>
                  </a:moveTo>
                  <a:lnTo>
                    <a:pt x="363836" y="43180"/>
                  </a:lnTo>
                  <a:lnTo>
                    <a:pt x="362564" y="44450"/>
                  </a:lnTo>
                  <a:lnTo>
                    <a:pt x="372733" y="44450"/>
                  </a:lnTo>
                  <a:lnTo>
                    <a:pt x="374005" y="43180"/>
                  </a:lnTo>
                  <a:close/>
                </a:path>
                <a:path w="414020" h="408305">
                  <a:moveTo>
                    <a:pt x="377821" y="39370"/>
                  </a:moveTo>
                  <a:lnTo>
                    <a:pt x="367653" y="39370"/>
                  </a:lnTo>
                  <a:lnTo>
                    <a:pt x="365108" y="41910"/>
                  </a:lnTo>
                  <a:lnTo>
                    <a:pt x="375277" y="41910"/>
                  </a:lnTo>
                  <a:lnTo>
                    <a:pt x="377821" y="39370"/>
                  </a:lnTo>
                  <a:close/>
                </a:path>
                <a:path w="414020" h="408305">
                  <a:moveTo>
                    <a:pt x="380366" y="36830"/>
                  </a:moveTo>
                  <a:lnTo>
                    <a:pt x="370197" y="36830"/>
                  </a:lnTo>
                  <a:lnTo>
                    <a:pt x="368925" y="38100"/>
                  </a:lnTo>
                  <a:lnTo>
                    <a:pt x="379093" y="38100"/>
                  </a:lnTo>
                  <a:lnTo>
                    <a:pt x="380366" y="36830"/>
                  </a:lnTo>
                  <a:close/>
                </a:path>
                <a:path w="414020" h="408305">
                  <a:moveTo>
                    <a:pt x="384182" y="33020"/>
                  </a:moveTo>
                  <a:lnTo>
                    <a:pt x="374013" y="33020"/>
                  </a:lnTo>
                  <a:lnTo>
                    <a:pt x="371469" y="35560"/>
                  </a:lnTo>
                  <a:lnTo>
                    <a:pt x="381638" y="35560"/>
                  </a:lnTo>
                  <a:lnTo>
                    <a:pt x="384182" y="33020"/>
                  </a:lnTo>
                  <a:close/>
                </a:path>
                <a:path w="414020" h="408305">
                  <a:moveTo>
                    <a:pt x="386726" y="30480"/>
                  </a:moveTo>
                  <a:lnTo>
                    <a:pt x="376558" y="30480"/>
                  </a:lnTo>
                  <a:lnTo>
                    <a:pt x="375286" y="31750"/>
                  </a:lnTo>
                  <a:lnTo>
                    <a:pt x="385454" y="31750"/>
                  </a:lnTo>
                  <a:lnTo>
                    <a:pt x="386726" y="30480"/>
                  </a:lnTo>
                  <a:close/>
                </a:path>
                <a:path w="414020" h="408305">
                  <a:moveTo>
                    <a:pt x="390543" y="26670"/>
                  </a:moveTo>
                  <a:lnTo>
                    <a:pt x="380374" y="26670"/>
                  </a:lnTo>
                  <a:lnTo>
                    <a:pt x="377830" y="29210"/>
                  </a:lnTo>
                  <a:lnTo>
                    <a:pt x="387999" y="29210"/>
                  </a:lnTo>
                  <a:lnTo>
                    <a:pt x="390543" y="26670"/>
                  </a:lnTo>
                  <a:close/>
                </a:path>
                <a:path w="414020" h="408305">
                  <a:moveTo>
                    <a:pt x="393087" y="24130"/>
                  </a:moveTo>
                  <a:lnTo>
                    <a:pt x="382919" y="24130"/>
                  </a:lnTo>
                  <a:lnTo>
                    <a:pt x="381646" y="25400"/>
                  </a:lnTo>
                  <a:lnTo>
                    <a:pt x="391815" y="25400"/>
                  </a:lnTo>
                  <a:lnTo>
                    <a:pt x="393087" y="24130"/>
                  </a:lnTo>
                  <a:close/>
                </a:path>
                <a:path w="414020" h="408305">
                  <a:moveTo>
                    <a:pt x="396904" y="20320"/>
                  </a:moveTo>
                  <a:lnTo>
                    <a:pt x="386735" y="20320"/>
                  </a:lnTo>
                  <a:lnTo>
                    <a:pt x="384191" y="22860"/>
                  </a:lnTo>
                  <a:lnTo>
                    <a:pt x="394359" y="22860"/>
                  </a:lnTo>
                  <a:lnTo>
                    <a:pt x="396904" y="20320"/>
                  </a:lnTo>
                  <a:close/>
                </a:path>
                <a:path w="414020" h="408305">
                  <a:moveTo>
                    <a:pt x="399448" y="17780"/>
                  </a:moveTo>
                  <a:lnTo>
                    <a:pt x="389279" y="17780"/>
                  </a:lnTo>
                  <a:lnTo>
                    <a:pt x="388007" y="19050"/>
                  </a:lnTo>
                  <a:lnTo>
                    <a:pt x="398176" y="19050"/>
                  </a:lnTo>
                  <a:lnTo>
                    <a:pt x="399448" y="17780"/>
                  </a:lnTo>
                  <a:close/>
                </a:path>
                <a:path w="414020" h="408305">
                  <a:moveTo>
                    <a:pt x="403264" y="13970"/>
                  </a:moveTo>
                  <a:lnTo>
                    <a:pt x="393096" y="13970"/>
                  </a:lnTo>
                  <a:lnTo>
                    <a:pt x="390551" y="16510"/>
                  </a:lnTo>
                  <a:lnTo>
                    <a:pt x="400720" y="16510"/>
                  </a:lnTo>
                  <a:lnTo>
                    <a:pt x="403264" y="13970"/>
                  </a:lnTo>
                  <a:close/>
                </a:path>
                <a:path w="414020" h="408305">
                  <a:moveTo>
                    <a:pt x="405809" y="11430"/>
                  </a:moveTo>
                  <a:lnTo>
                    <a:pt x="395640" y="11430"/>
                  </a:lnTo>
                  <a:lnTo>
                    <a:pt x="394368" y="12700"/>
                  </a:lnTo>
                  <a:lnTo>
                    <a:pt x="404537" y="12700"/>
                  </a:lnTo>
                  <a:lnTo>
                    <a:pt x="405809" y="11430"/>
                  </a:lnTo>
                  <a:close/>
                </a:path>
                <a:path w="414020" h="408305">
                  <a:moveTo>
                    <a:pt x="409625" y="7620"/>
                  </a:moveTo>
                  <a:lnTo>
                    <a:pt x="399457" y="7620"/>
                  </a:lnTo>
                  <a:lnTo>
                    <a:pt x="396912" y="10160"/>
                  </a:lnTo>
                  <a:lnTo>
                    <a:pt x="407081" y="10160"/>
                  </a:lnTo>
                  <a:lnTo>
                    <a:pt x="409625" y="7620"/>
                  </a:lnTo>
                  <a:close/>
                </a:path>
                <a:path w="414020" h="408305">
                  <a:moveTo>
                    <a:pt x="412169" y="5080"/>
                  </a:moveTo>
                  <a:lnTo>
                    <a:pt x="402001" y="5080"/>
                  </a:lnTo>
                  <a:lnTo>
                    <a:pt x="400729" y="6350"/>
                  </a:lnTo>
                  <a:lnTo>
                    <a:pt x="410897" y="6350"/>
                  </a:lnTo>
                  <a:lnTo>
                    <a:pt x="412169" y="5080"/>
                  </a:lnTo>
                  <a:close/>
                </a:path>
                <a:path w="414020" h="408305">
                  <a:moveTo>
                    <a:pt x="413442" y="3810"/>
                  </a:moveTo>
                  <a:lnTo>
                    <a:pt x="412340" y="3810"/>
                  </a:lnTo>
                  <a:lnTo>
                    <a:pt x="412340" y="4909"/>
                  </a:lnTo>
                  <a:lnTo>
                    <a:pt x="413442" y="3810"/>
                  </a:lnTo>
                  <a:close/>
                </a:path>
                <a:path w="414020" h="408305">
                  <a:moveTo>
                    <a:pt x="411070" y="1270"/>
                  </a:moveTo>
                  <a:lnTo>
                    <a:pt x="405817" y="1270"/>
                  </a:lnTo>
                  <a:lnTo>
                    <a:pt x="403273" y="3810"/>
                  </a:lnTo>
                  <a:lnTo>
                    <a:pt x="411070" y="3810"/>
                  </a:lnTo>
                  <a:lnTo>
                    <a:pt x="411070" y="1270"/>
                  </a:lnTo>
                  <a:close/>
                </a:path>
                <a:path w="414020" h="408305">
                  <a:moveTo>
                    <a:pt x="408530" y="0"/>
                  </a:moveTo>
                  <a:lnTo>
                    <a:pt x="407260" y="0"/>
                  </a:lnTo>
                  <a:lnTo>
                    <a:pt x="407260" y="1270"/>
                  </a:lnTo>
                  <a:lnTo>
                    <a:pt x="408530" y="1270"/>
                  </a:lnTo>
                  <a:lnTo>
                    <a:pt x="408530" y="0"/>
                  </a:lnTo>
                  <a:close/>
                </a:path>
                <a:path w="414020" h="408305">
                  <a:moveTo>
                    <a:pt x="320574" y="96520"/>
                  </a:moveTo>
                  <a:lnTo>
                    <a:pt x="310406" y="96520"/>
                  </a:lnTo>
                  <a:lnTo>
                    <a:pt x="284962" y="121920"/>
                  </a:lnTo>
                  <a:lnTo>
                    <a:pt x="295131" y="121920"/>
                  </a:lnTo>
                  <a:lnTo>
                    <a:pt x="320574" y="96520"/>
                  </a:lnTo>
                  <a:close/>
                </a:path>
                <a:path w="414020" h="408305">
                  <a:moveTo>
                    <a:pt x="295131" y="121920"/>
                  </a:moveTo>
                  <a:lnTo>
                    <a:pt x="284962" y="121920"/>
                  </a:lnTo>
                  <a:lnTo>
                    <a:pt x="234076" y="172720"/>
                  </a:lnTo>
                  <a:lnTo>
                    <a:pt x="244245" y="172720"/>
                  </a:lnTo>
                  <a:lnTo>
                    <a:pt x="295131" y="121920"/>
                  </a:lnTo>
                  <a:close/>
                </a:path>
                <a:path w="414020" h="408305">
                  <a:moveTo>
                    <a:pt x="8896" y="407670"/>
                  </a:moveTo>
                  <a:lnTo>
                    <a:pt x="8480" y="407670"/>
                  </a:lnTo>
                  <a:lnTo>
                    <a:pt x="8480" y="408085"/>
                  </a:lnTo>
                  <a:lnTo>
                    <a:pt x="8896" y="407670"/>
                  </a:lnTo>
                  <a:close/>
                </a:path>
                <a:path w="414020" h="408305">
                  <a:moveTo>
                    <a:pt x="11440" y="405130"/>
                  </a:moveTo>
                  <a:lnTo>
                    <a:pt x="1272" y="405130"/>
                  </a:lnTo>
                  <a:lnTo>
                    <a:pt x="0" y="406400"/>
                  </a:lnTo>
                  <a:lnTo>
                    <a:pt x="10168" y="406400"/>
                  </a:lnTo>
                  <a:lnTo>
                    <a:pt x="11440" y="405130"/>
                  </a:lnTo>
                  <a:close/>
                </a:path>
                <a:path w="414020" h="408305">
                  <a:moveTo>
                    <a:pt x="15257" y="401320"/>
                  </a:moveTo>
                  <a:lnTo>
                    <a:pt x="5088" y="401320"/>
                  </a:lnTo>
                  <a:lnTo>
                    <a:pt x="2544" y="403860"/>
                  </a:lnTo>
                  <a:lnTo>
                    <a:pt x="12712" y="403860"/>
                  </a:lnTo>
                  <a:lnTo>
                    <a:pt x="15257" y="401320"/>
                  </a:lnTo>
                  <a:close/>
                </a:path>
                <a:path w="414020" h="408305">
                  <a:moveTo>
                    <a:pt x="17801" y="398780"/>
                  </a:moveTo>
                  <a:lnTo>
                    <a:pt x="7632" y="398780"/>
                  </a:lnTo>
                  <a:lnTo>
                    <a:pt x="6360" y="400050"/>
                  </a:lnTo>
                  <a:lnTo>
                    <a:pt x="16529" y="400050"/>
                  </a:lnTo>
                  <a:lnTo>
                    <a:pt x="17801" y="398780"/>
                  </a:lnTo>
                  <a:close/>
                </a:path>
                <a:path w="414020" h="408305">
                  <a:moveTo>
                    <a:pt x="21618" y="394970"/>
                  </a:moveTo>
                  <a:lnTo>
                    <a:pt x="11449" y="394970"/>
                  </a:lnTo>
                  <a:lnTo>
                    <a:pt x="8905" y="397510"/>
                  </a:lnTo>
                  <a:lnTo>
                    <a:pt x="19073" y="397510"/>
                  </a:lnTo>
                  <a:lnTo>
                    <a:pt x="21618" y="394970"/>
                  </a:lnTo>
                  <a:close/>
                </a:path>
                <a:path w="414020" h="408305">
                  <a:moveTo>
                    <a:pt x="24162" y="392430"/>
                  </a:moveTo>
                  <a:lnTo>
                    <a:pt x="13993" y="392430"/>
                  </a:lnTo>
                  <a:lnTo>
                    <a:pt x="12721" y="393700"/>
                  </a:lnTo>
                  <a:lnTo>
                    <a:pt x="22890" y="393700"/>
                  </a:lnTo>
                  <a:lnTo>
                    <a:pt x="24162" y="392430"/>
                  </a:lnTo>
                  <a:close/>
                </a:path>
                <a:path w="414020" h="408305">
                  <a:moveTo>
                    <a:pt x="27978" y="388620"/>
                  </a:moveTo>
                  <a:lnTo>
                    <a:pt x="17810" y="388620"/>
                  </a:lnTo>
                  <a:lnTo>
                    <a:pt x="15265" y="391160"/>
                  </a:lnTo>
                  <a:lnTo>
                    <a:pt x="25434" y="391160"/>
                  </a:lnTo>
                  <a:lnTo>
                    <a:pt x="27978" y="388620"/>
                  </a:lnTo>
                  <a:close/>
                </a:path>
                <a:path w="414020" h="408305">
                  <a:moveTo>
                    <a:pt x="30523" y="386080"/>
                  </a:moveTo>
                  <a:lnTo>
                    <a:pt x="20354" y="386080"/>
                  </a:lnTo>
                  <a:lnTo>
                    <a:pt x="19082" y="387350"/>
                  </a:lnTo>
                  <a:lnTo>
                    <a:pt x="29250" y="387350"/>
                  </a:lnTo>
                  <a:lnTo>
                    <a:pt x="30523" y="386080"/>
                  </a:lnTo>
                  <a:close/>
                </a:path>
                <a:path w="414020" h="408305">
                  <a:moveTo>
                    <a:pt x="34339" y="382270"/>
                  </a:moveTo>
                  <a:lnTo>
                    <a:pt x="24170" y="382270"/>
                  </a:lnTo>
                  <a:lnTo>
                    <a:pt x="21626" y="384810"/>
                  </a:lnTo>
                  <a:lnTo>
                    <a:pt x="31795" y="384810"/>
                  </a:lnTo>
                  <a:lnTo>
                    <a:pt x="34339" y="382270"/>
                  </a:lnTo>
                  <a:close/>
                </a:path>
                <a:path w="414020" h="408305">
                  <a:moveTo>
                    <a:pt x="36883" y="379730"/>
                  </a:moveTo>
                  <a:lnTo>
                    <a:pt x="26715" y="379730"/>
                  </a:lnTo>
                  <a:lnTo>
                    <a:pt x="25443" y="381000"/>
                  </a:lnTo>
                  <a:lnTo>
                    <a:pt x="35611" y="381000"/>
                  </a:lnTo>
                  <a:lnTo>
                    <a:pt x="36883" y="379730"/>
                  </a:lnTo>
                  <a:close/>
                </a:path>
                <a:path w="414020" h="408305">
                  <a:moveTo>
                    <a:pt x="40700" y="375920"/>
                  </a:moveTo>
                  <a:lnTo>
                    <a:pt x="30531" y="375920"/>
                  </a:lnTo>
                  <a:lnTo>
                    <a:pt x="27987" y="378460"/>
                  </a:lnTo>
                  <a:lnTo>
                    <a:pt x="38156" y="378460"/>
                  </a:lnTo>
                  <a:lnTo>
                    <a:pt x="40700" y="375920"/>
                  </a:lnTo>
                  <a:close/>
                </a:path>
                <a:path w="414020" h="408305">
                  <a:moveTo>
                    <a:pt x="43244" y="373380"/>
                  </a:moveTo>
                  <a:lnTo>
                    <a:pt x="33076" y="373380"/>
                  </a:lnTo>
                  <a:lnTo>
                    <a:pt x="31803" y="374650"/>
                  </a:lnTo>
                  <a:lnTo>
                    <a:pt x="41972" y="374650"/>
                  </a:lnTo>
                  <a:lnTo>
                    <a:pt x="43244" y="373380"/>
                  </a:lnTo>
                  <a:close/>
                </a:path>
                <a:path w="414020" h="408305">
                  <a:moveTo>
                    <a:pt x="47061" y="369570"/>
                  </a:moveTo>
                  <a:lnTo>
                    <a:pt x="36892" y="369570"/>
                  </a:lnTo>
                  <a:lnTo>
                    <a:pt x="34348" y="372110"/>
                  </a:lnTo>
                  <a:lnTo>
                    <a:pt x="44516" y="372110"/>
                  </a:lnTo>
                  <a:lnTo>
                    <a:pt x="47061" y="369570"/>
                  </a:lnTo>
                  <a:close/>
                </a:path>
                <a:path w="414020" h="408305">
                  <a:moveTo>
                    <a:pt x="49605" y="367030"/>
                  </a:moveTo>
                  <a:lnTo>
                    <a:pt x="39436" y="367030"/>
                  </a:lnTo>
                  <a:lnTo>
                    <a:pt x="38164" y="368300"/>
                  </a:lnTo>
                  <a:lnTo>
                    <a:pt x="48333" y="368300"/>
                  </a:lnTo>
                  <a:lnTo>
                    <a:pt x="49605" y="367030"/>
                  </a:lnTo>
                  <a:close/>
                </a:path>
                <a:path w="414020" h="408305">
                  <a:moveTo>
                    <a:pt x="53421" y="363220"/>
                  </a:moveTo>
                  <a:lnTo>
                    <a:pt x="43253" y="363220"/>
                  </a:lnTo>
                  <a:lnTo>
                    <a:pt x="40708" y="365760"/>
                  </a:lnTo>
                  <a:lnTo>
                    <a:pt x="50877" y="365760"/>
                  </a:lnTo>
                  <a:lnTo>
                    <a:pt x="53421" y="363220"/>
                  </a:lnTo>
                  <a:close/>
                </a:path>
                <a:path w="414020" h="408305">
                  <a:moveTo>
                    <a:pt x="55966" y="360680"/>
                  </a:moveTo>
                  <a:lnTo>
                    <a:pt x="45797" y="360680"/>
                  </a:lnTo>
                  <a:lnTo>
                    <a:pt x="44525" y="361950"/>
                  </a:lnTo>
                  <a:lnTo>
                    <a:pt x="54694" y="361950"/>
                  </a:lnTo>
                  <a:lnTo>
                    <a:pt x="55966" y="360680"/>
                  </a:lnTo>
                  <a:close/>
                </a:path>
                <a:path w="414020" h="408305">
                  <a:moveTo>
                    <a:pt x="59782" y="356870"/>
                  </a:moveTo>
                  <a:lnTo>
                    <a:pt x="49614" y="356870"/>
                  </a:lnTo>
                  <a:lnTo>
                    <a:pt x="47069" y="359410"/>
                  </a:lnTo>
                  <a:lnTo>
                    <a:pt x="57238" y="359410"/>
                  </a:lnTo>
                  <a:lnTo>
                    <a:pt x="59782" y="356870"/>
                  </a:lnTo>
                  <a:close/>
                </a:path>
                <a:path w="414020" h="408305">
                  <a:moveTo>
                    <a:pt x="62327" y="354330"/>
                  </a:moveTo>
                  <a:lnTo>
                    <a:pt x="52158" y="354330"/>
                  </a:lnTo>
                  <a:lnTo>
                    <a:pt x="50886" y="355600"/>
                  </a:lnTo>
                  <a:lnTo>
                    <a:pt x="61054" y="355600"/>
                  </a:lnTo>
                  <a:lnTo>
                    <a:pt x="62327" y="354330"/>
                  </a:lnTo>
                  <a:close/>
                </a:path>
                <a:path w="414020" h="408305">
                  <a:moveTo>
                    <a:pt x="66143" y="350520"/>
                  </a:moveTo>
                  <a:lnTo>
                    <a:pt x="55974" y="350520"/>
                  </a:lnTo>
                  <a:lnTo>
                    <a:pt x="53430" y="353060"/>
                  </a:lnTo>
                  <a:lnTo>
                    <a:pt x="63599" y="353060"/>
                  </a:lnTo>
                  <a:lnTo>
                    <a:pt x="66143" y="350520"/>
                  </a:lnTo>
                  <a:close/>
                </a:path>
                <a:path w="414020" h="408305">
                  <a:moveTo>
                    <a:pt x="68687" y="347980"/>
                  </a:moveTo>
                  <a:lnTo>
                    <a:pt x="58519" y="347980"/>
                  </a:lnTo>
                  <a:lnTo>
                    <a:pt x="57247" y="349250"/>
                  </a:lnTo>
                  <a:lnTo>
                    <a:pt x="67415" y="349250"/>
                  </a:lnTo>
                  <a:lnTo>
                    <a:pt x="68687" y="347980"/>
                  </a:lnTo>
                  <a:close/>
                </a:path>
                <a:path w="414020" h="408305">
                  <a:moveTo>
                    <a:pt x="72504" y="344170"/>
                  </a:moveTo>
                  <a:lnTo>
                    <a:pt x="62335" y="344170"/>
                  </a:lnTo>
                  <a:lnTo>
                    <a:pt x="59791" y="346710"/>
                  </a:lnTo>
                  <a:lnTo>
                    <a:pt x="69959" y="346710"/>
                  </a:lnTo>
                  <a:lnTo>
                    <a:pt x="72504" y="344170"/>
                  </a:lnTo>
                  <a:close/>
                </a:path>
                <a:path w="414020" h="408305">
                  <a:moveTo>
                    <a:pt x="75048" y="341630"/>
                  </a:moveTo>
                  <a:lnTo>
                    <a:pt x="64879" y="341630"/>
                  </a:lnTo>
                  <a:lnTo>
                    <a:pt x="63607" y="342900"/>
                  </a:lnTo>
                  <a:lnTo>
                    <a:pt x="73776" y="342900"/>
                  </a:lnTo>
                  <a:lnTo>
                    <a:pt x="75048" y="341630"/>
                  </a:lnTo>
                  <a:close/>
                </a:path>
                <a:path w="414020" h="408305">
                  <a:moveTo>
                    <a:pt x="78865" y="337820"/>
                  </a:moveTo>
                  <a:lnTo>
                    <a:pt x="68696" y="337820"/>
                  </a:lnTo>
                  <a:lnTo>
                    <a:pt x="66152" y="340360"/>
                  </a:lnTo>
                  <a:lnTo>
                    <a:pt x="76320" y="340360"/>
                  </a:lnTo>
                  <a:lnTo>
                    <a:pt x="78865" y="337820"/>
                  </a:lnTo>
                  <a:close/>
                </a:path>
                <a:path w="414020" h="408305">
                  <a:moveTo>
                    <a:pt x="81409" y="335280"/>
                  </a:moveTo>
                  <a:lnTo>
                    <a:pt x="71240" y="335280"/>
                  </a:lnTo>
                  <a:lnTo>
                    <a:pt x="69968" y="336550"/>
                  </a:lnTo>
                  <a:lnTo>
                    <a:pt x="80137" y="336550"/>
                  </a:lnTo>
                  <a:lnTo>
                    <a:pt x="81409" y="335280"/>
                  </a:lnTo>
                  <a:close/>
                </a:path>
                <a:path w="414020" h="408305">
                  <a:moveTo>
                    <a:pt x="85225" y="331470"/>
                  </a:moveTo>
                  <a:lnTo>
                    <a:pt x="75057" y="331470"/>
                  </a:lnTo>
                  <a:lnTo>
                    <a:pt x="72512" y="334010"/>
                  </a:lnTo>
                  <a:lnTo>
                    <a:pt x="82681" y="334010"/>
                  </a:lnTo>
                  <a:lnTo>
                    <a:pt x="85225" y="331470"/>
                  </a:lnTo>
                  <a:close/>
                </a:path>
                <a:path w="414020" h="408305">
                  <a:moveTo>
                    <a:pt x="87770" y="328930"/>
                  </a:moveTo>
                  <a:lnTo>
                    <a:pt x="77601" y="328930"/>
                  </a:lnTo>
                  <a:lnTo>
                    <a:pt x="76329" y="330200"/>
                  </a:lnTo>
                  <a:lnTo>
                    <a:pt x="86497" y="330200"/>
                  </a:lnTo>
                  <a:lnTo>
                    <a:pt x="87770" y="328930"/>
                  </a:lnTo>
                  <a:close/>
                </a:path>
                <a:path w="414020" h="408305">
                  <a:moveTo>
                    <a:pt x="91586" y="325120"/>
                  </a:moveTo>
                  <a:lnTo>
                    <a:pt x="81417" y="325120"/>
                  </a:lnTo>
                  <a:lnTo>
                    <a:pt x="78873" y="327660"/>
                  </a:lnTo>
                  <a:lnTo>
                    <a:pt x="89042" y="327660"/>
                  </a:lnTo>
                  <a:lnTo>
                    <a:pt x="91586" y="325120"/>
                  </a:lnTo>
                  <a:close/>
                </a:path>
                <a:path w="414020" h="408305">
                  <a:moveTo>
                    <a:pt x="94130" y="322580"/>
                  </a:moveTo>
                  <a:lnTo>
                    <a:pt x="83962" y="322580"/>
                  </a:lnTo>
                  <a:lnTo>
                    <a:pt x="82690" y="323850"/>
                  </a:lnTo>
                  <a:lnTo>
                    <a:pt x="92858" y="323850"/>
                  </a:lnTo>
                  <a:lnTo>
                    <a:pt x="94130" y="322580"/>
                  </a:lnTo>
                  <a:close/>
                </a:path>
                <a:path w="414020" h="408305">
                  <a:moveTo>
                    <a:pt x="97947" y="318770"/>
                  </a:moveTo>
                  <a:lnTo>
                    <a:pt x="87778" y="318770"/>
                  </a:lnTo>
                  <a:lnTo>
                    <a:pt x="85234" y="321310"/>
                  </a:lnTo>
                  <a:lnTo>
                    <a:pt x="95403" y="321310"/>
                  </a:lnTo>
                  <a:lnTo>
                    <a:pt x="97947" y="318770"/>
                  </a:lnTo>
                  <a:close/>
                </a:path>
                <a:path w="414020" h="408305">
                  <a:moveTo>
                    <a:pt x="100491" y="316230"/>
                  </a:moveTo>
                  <a:lnTo>
                    <a:pt x="90323" y="316230"/>
                  </a:lnTo>
                  <a:lnTo>
                    <a:pt x="89050" y="317500"/>
                  </a:lnTo>
                  <a:lnTo>
                    <a:pt x="99219" y="317500"/>
                  </a:lnTo>
                  <a:lnTo>
                    <a:pt x="100491" y="316230"/>
                  </a:lnTo>
                  <a:close/>
                </a:path>
                <a:path w="414020" h="408305">
                  <a:moveTo>
                    <a:pt x="104308" y="312420"/>
                  </a:moveTo>
                  <a:lnTo>
                    <a:pt x="94139" y="312420"/>
                  </a:lnTo>
                  <a:lnTo>
                    <a:pt x="91595" y="314960"/>
                  </a:lnTo>
                  <a:lnTo>
                    <a:pt x="101763" y="314960"/>
                  </a:lnTo>
                  <a:lnTo>
                    <a:pt x="104308" y="312420"/>
                  </a:lnTo>
                  <a:close/>
                </a:path>
                <a:path w="414020" h="408305">
                  <a:moveTo>
                    <a:pt x="106852" y="309880"/>
                  </a:moveTo>
                  <a:lnTo>
                    <a:pt x="96683" y="309880"/>
                  </a:lnTo>
                  <a:lnTo>
                    <a:pt x="95411" y="311150"/>
                  </a:lnTo>
                  <a:lnTo>
                    <a:pt x="105580" y="311150"/>
                  </a:lnTo>
                  <a:lnTo>
                    <a:pt x="106852" y="309880"/>
                  </a:lnTo>
                  <a:close/>
                </a:path>
                <a:path w="414020" h="408305">
                  <a:moveTo>
                    <a:pt x="110668" y="306070"/>
                  </a:moveTo>
                  <a:lnTo>
                    <a:pt x="100500" y="306070"/>
                  </a:lnTo>
                  <a:lnTo>
                    <a:pt x="97956" y="308610"/>
                  </a:lnTo>
                  <a:lnTo>
                    <a:pt x="108124" y="308610"/>
                  </a:lnTo>
                  <a:lnTo>
                    <a:pt x="110668" y="306070"/>
                  </a:lnTo>
                  <a:close/>
                </a:path>
                <a:path w="414020" h="408305">
                  <a:moveTo>
                    <a:pt x="113213" y="303530"/>
                  </a:moveTo>
                  <a:lnTo>
                    <a:pt x="103044" y="303530"/>
                  </a:lnTo>
                  <a:lnTo>
                    <a:pt x="101772" y="304800"/>
                  </a:lnTo>
                  <a:lnTo>
                    <a:pt x="111941" y="304800"/>
                  </a:lnTo>
                  <a:lnTo>
                    <a:pt x="113213" y="303530"/>
                  </a:lnTo>
                  <a:close/>
                </a:path>
                <a:path w="414020" h="408305">
                  <a:moveTo>
                    <a:pt x="117029" y="299720"/>
                  </a:moveTo>
                  <a:lnTo>
                    <a:pt x="106861" y="299720"/>
                  </a:lnTo>
                  <a:lnTo>
                    <a:pt x="104316" y="302260"/>
                  </a:lnTo>
                  <a:lnTo>
                    <a:pt x="114485" y="302260"/>
                  </a:lnTo>
                  <a:lnTo>
                    <a:pt x="117029" y="299720"/>
                  </a:lnTo>
                  <a:close/>
                </a:path>
                <a:path w="414020" h="408305">
                  <a:moveTo>
                    <a:pt x="119574" y="297180"/>
                  </a:moveTo>
                  <a:lnTo>
                    <a:pt x="109405" y="297180"/>
                  </a:lnTo>
                  <a:lnTo>
                    <a:pt x="108133" y="298450"/>
                  </a:lnTo>
                  <a:lnTo>
                    <a:pt x="118301" y="298450"/>
                  </a:lnTo>
                  <a:lnTo>
                    <a:pt x="119574" y="297180"/>
                  </a:lnTo>
                  <a:close/>
                </a:path>
                <a:path w="414020" h="408305">
                  <a:moveTo>
                    <a:pt x="123390" y="293370"/>
                  </a:moveTo>
                  <a:lnTo>
                    <a:pt x="113221" y="293370"/>
                  </a:lnTo>
                  <a:lnTo>
                    <a:pt x="110677" y="295910"/>
                  </a:lnTo>
                  <a:lnTo>
                    <a:pt x="120846" y="295910"/>
                  </a:lnTo>
                  <a:lnTo>
                    <a:pt x="123390" y="293370"/>
                  </a:lnTo>
                  <a:close/>
                </a:path>
                <a:path w="414020" h="408305">
                  <a:moveTo>
                    <a:pt x="125934" y="290830"/>
                  </a:moveTo>
                  <a:lnTo>
                    <a:pt x="115766" y="290830"/>
                  </a:lnTo>
                  <a:lnTo>
                    <a:pt x="114494" y="292100"/>
                  </a:lnTo>
                  <a:lnTo>
                    <a:pt x="124662" y="292100"/>
                  </a:lnTo>
                  <a:lnTo>
                    <a:pt x="125934" y="290830"/>
                  </a:lnTo>
                  <a:close/>
                </a:path>
                <a:path w="414020" h="408305">
                  <a:moveTo>
                    <a:pt x="129751" y="287020"/>
                  </a:moveTo>
                  <a:lnTo>
                    <a:pt x="119582" y="287020"/>
                  </a:lnTo>
                  <a:lnTo>
                    <a:pt x="117038" y="289560"/>
                  </a:lnTo>
                  <a:lnTo>
                    <a:pt x="127206" y="289560"/>
                  </a:lnTo>
                  <a:lnTo>
                    <a:pt x="129751" y="287020"/>
                  </a:lnTo>
                  <a:close/>
                </a:path>
                <a:path w="414020" h="408305">
                  <a:moveTo>
                    <a:pt x="132295" y="284480"/>
                  </a:moveTo>
                  <a:lnTo>
                    <a:pt x="122126" y="284480"/>
                  </a:lnTo>
                  <a:lnTo>
                    <a:pt x="120854" y="285750"/>
                  </a:lnTo>
                  <a:lnTo>
                    <a:pt x="131023" y="285750"/>
                  </a:lnTo>
                  <a:lnTo>
                    <a:pt x="132295" y="284480"/>
                  </a:lnTo>
                  <a:close/>
                </a:path>
                <a:path w="414020" h="408305">
                  <a:moveTo>
                    <a:pt x="136112" y="280670"/>
                  </a:moveTo>
                  <a:lnTo>
                    <a:pt x="125943" y="280670"/>
                  </a:lnTo>
                  <a:lnTo>
                    <a:pt x="123399" y="283210"/>
                  </a:lnTo>
                  <a:lnTo>
                    <a:pt x="133567" y="283210"/>
                  </a:lnTo>
                  <a:lnTo>
                    <a:pt x="136112" y="280670"/>
                  </a:lnTo>
                  <a:close/>
                </a:path>
                <a:path w="414020" h="408305">
                  <a:moveTo>
                    <a:pt x="138656" y="278130"/>
                  </a:moveTo>
                  <a:lnTo>
                    <a:pt x="128487" y="278130"/>
                  </a:lnTo>
                  <a:lnTo>
                    <a:pt x="127215" y="279400"/>
                  </a:lnTo>
                  <a:lnTo>
                    <a:pt x="137384" y="279400"/>
                  </a:lnTo>
                  <a:lnTo>
                    <a:pt x="138656" y="278130"/>
                  </a:lnTo>
                  <a:close/>
                </a:path>
                <a:path w="414020" h="408305">
                  <a:moveTo>
                    <a:pt x="142472" y="274320"/>
                  </a:moveTo>
                  <a:lnTo>
                    <a:pt x="132304" y="274320"/>
                  </a:lnTo>
                  <a:lnTo>
                    <a:pt x="129759" y="276860"/>
                  </a:lnTo>
                  <a:lnTo>
                    <a:pt x="139928" y="276860"/>
                  </a:lnTo>
                  <a:lnTo>
                    <a:pt x="142472" y="274320"/>
                  </a:lnTo>
                  <a:close/>
                </a:path>
                <a:path w="414020" h="408305">
                  <a:moveTo>
                    <a:pt x="145017" y="271780"/>
                  </a:moveTo>
                  <a:lnTo>
                    <a:pt x="134848" y="271780"/>
                  </a:lnTo>
                  <a:lnTo>
                    <a:pt x="133576" y="273050"/>
                  </a:lnTo>
                  <a:lnTo>
                    <a:pt x="143745" y="273050"/>
                  </a:lnTo>
                  <a:lnTo>
                    <a:pt x="145017" y="271780"/>
                  </a:lnTo>
                  <a:close/>
                </a:path>
                <a:path w="414020" h="408305">
                  <a:moveTo>
                    <a:pt x="148833" y="267970"/>
                  </a:moveTo>
                  <a:lnTo>
                    <a:pt x="138665" y="267970"/>
                  </a:lnTo>
                  <a:lnTo>
                    <a:pt x="136120" y="270510"/>
                  </a:lnTo>
                  <a:lnTo>
                    <a:pt x="146289" y="270510"/>
                  </a:lnTo>
                  <a:lnTo>
                    <a:pt x="148833" y="267970"/>
                  </a:lnTo>
                  <a:close/>
                </a:path>
                <a:path w="414020" h="408305">
                  <a:moveTo>
                    <a:pt x="151377" y="265430"/>
                  </a:moveTo>
                  <a:lnTo>
                    <a:pt x="141209" y="265430"/>
                  </a:lnTo>
                  <a:lnTo>
                    <a:pt x="139937" y="266700"/>
                  </a:lnTo>
                  <a:lnTo>
                    <a:pt x="150105" y="266700"/>
                  </a:lnTo>
                  <a:lnTo>
                    <a:pt x="151377" y="265430"/>
                  </a:lnTo>
                  <a:close/>
                </a:path>
                <a:path w="414020" h="408305">
                  <a:moveTo>
                    <a:pt x="155194" y="261620"/>
                  </a:moveTo>
                  <a:lnTo>
                    <a:pt x="145025" y="261620"/>
                  </a:lnTo>
                  <a:lnTo>
                    <a:pt x="142481" y="264160"/>
                  </a:lnTo>
                  <a:lnTo>
                    <a:pt x="152650" y="264160"/>
                  </a:lnTo>
                  <a:lnTo>
                    <a:pt x="155194" y="261620"/>
                  </a:lnTo>
                  <a:close/>
                </a:path>
                <a:path w="414020" h="408305">
                  <a:moveTo>
                    <a:pt x="157738" y="259080"/>
                  </a:moveTo>
                  <a:lnTo>
                    <a:pt x="147570" y="259080"/>
                  </a:lnTo>
                  <a:lnTo>
                    <a:pt x="146297" y="260350"/>
                  </a:lnTo>
                  <a:lnTo>
                    <a:pt x="156466" y="260350"/>
                  </a:lnTo>
                  <a:lnTo>
                    <a:pt x="157738" y="259080"/>
                  </a:lnTo>
                  <a:close/>
                </a:path>
                <a:path w="414020" h="408305">
                  <a:moveTo>
                    <a:pt x="161555" y="255270"/>
                  </a:moveTo>
                  <a:lnTo>
                    <a:pt x="151386" y="255270"/>
                  </a:lnTo>
                  <a:lnTo>
                    <a:pt x="148842" y="257810"/>
                  </a:lnTo>
                  <a:lnTo>
                    <a:pt x="159010" y="257810"/>
                  </a:lnTo>
                  <a:lnTo>
                    <a:pt x="161555" y="255270"/>
                  </a:lnTo>
                  <a:close/>
                </a:path>
                <a:path w="414020" h="408305">
                  <a:moveTo>
                    <a:pt x="164099" y="252730"/>
                  </a:moveTo>
                  <a:lnTo>
                    <a:pt x="153930" y="252730"/>
                  </a:lnTo>
                  <a:lnTo>
                    <a:pt x="152658" y="254000"/>
                  </a:lnTo>
                  <a:lnTo>
                    <a:pt x="162827" y="254000"/>
                  </a:lnTo>
                  <a:lnTo>
                    <a:pt x="164099" y="252730"/>
                  </a:lnTo>
                  <a:close/>
                </a:path>
                <a:path w="414020" h="408305">
                  <a:moveTo>
                    <a:pt x="176821" y="240030"/>
                  </a:moveTo>
                  <a:lnTo>
                    <a:pt x="166652" y="240030"/>
                  </a:lnTo>
                  <a:lnTo>
                    <a:pt x="155203" y="251460"/>
                  </a:lnTo>
                  <a:lnTo>
                    <a:pt x="165371" y="251460"/>
                  </a:lnTo>
                  <a:lnTo>
                    <a:pt x="176821" y="240030"/>
                  </a:lnTo>
                  <a:close/>
                </a:path>
                <a:path w="414020" h="408305">
                  <a:moveTo>
                    <a:pt x="189542" y="227330"/>
                  </a:moveTo>
                  <a:lnTo>
                    <a:pt x="179374" y="227330"/>
                  </a:lnTo>
                  <a:lnTo>
                    <a:pt x="167924" y="238760"/>
                  </a:lnTo>
                  <a:lnTo>
                    <a:pt x="178093" y="238760"/>
                  </a:lnTo>
                  <a:lnTo>
                    <a:pt x="189542" y="227330"/>
                  </a:lnTo>
                  <a:close/>
                </a:path>
                <a:path w="414020" h="408305">
                  <a:moveTo>
                    <a:pt x="193359" y="223520"/>
                  </a:moveTo>
                  <a:lnTo>
                    <a:pt x="183190" y="223520"/>
                  </a:lnTo>
                  <a:lnTo>
                    <a:pt x="180646" y="226060"/>
                  </a:lnTo>
                  <a:lnTo>
                    <a:pt x="190814" y="226060"/>
                  </a:lnTo>
                  <a:lnTo>
                    <a:pt x="193359" y="223520"/>
                  </a:lnTo>
                  <a:close/>
                </a:path>
                <a:path w="414020" h="408305">
                  <a:moveTo>
                    <a:pt x="195903" y="220980"/>
                  </a:moveTo>
                  <a:lnTo>
                    <a:pt x="185734" y="220980"/>
                  </a:lnTo>
                  <a:lnTo>
                    <a:pt x="184462" y="222250"/>
                  </a:lnTo>
                  <a:lnTo>
                    <a:pt x="194631" y="222250"/>
                  </a:lnTo>
                  <a:lnTo>
                    <a:pt x="195903" y="220980"/>
                  </a:lnTo>
                  <a:close/>
                </a:path>
                <a:path w="414020" h="408305">
                  <a:moveTo>
                    <a:pt x="199719" y="217170"/>
                  </a:moveTo>
                  <a:lnTo>
                    <a:pt x="189551" y="217170"/>
                  </a:lnTo>
                  <a:lnTo>
                    <a:pt x="187006" y="219710"/>
                  </a:lnTo>
                  <a:lnTo>
                    <a:pt x="197175" y="219710"/>
                  </a:lnTo>
                  <a:lnTo>
                    <a:pt x="199719" y="217170"/>
                  </a:lnTo>
                  <a:close/>
                </a:path>
                <a:path w="414020" h="408305">
                  <a:moveTo>
                    <a:pt x="212441" y="204470"/>
                  </a:moveTo>
                  <a:lnTo>
                    <a:pt x="202272" y="204470"/>
                  </a:lnTo>
                  <a:lnTo>
                    <a:pt x="190823" y="215900"/>
                  </a:lnTo>
                  <a:lnTo>
                    <a:pt x="200992" y="215900"/>
                  </a:lnTo>
                  <a:lnTo>
                    <a:pt x="212441" y="204470"/>
                  </a:lnTo>
                  <a:close/>
                </a:path>
                <a:path w="414020" h="408305">
                  <a:moveTo>
                    <a:pt x="221346" y="195580"/>
                  </a:moveTo>
                  <a:lnTo>
                    <a:pt x="211177" y="195580"/>
                  </a:lnTo>
                  <a:lnTo>
                    <a:pt x="203544" y="203200"/>
                  </a:lnTo>
                  <a:lnTo>
                    <a:pt x="213713" y="203200"/>
                  </a:lnTo>
                  <a:lnTo>
                    <a:pt x="221346" y="195580"/>
                  </a:lnTo>
                  <a:close/>
                </a:path>
                <a:path w="414020" h="408305">
                  <a:moveTo>
                    <a:pt x="237884" y="179070"/>
                  </a:moveTo>
                  <a:lnTo>
                    <a:pt x="227715" y="179070"/>
                  </a:lnTo>
                  <a:lnTo>
                    <a:pt x="212450" y="194310"/>
                  </a:lnTo>
                  <a:lnTo>
                    <a:pt x="222618" y="194310"/>
                  </a:lnTo>
                  <a:lnTo>
                    <a:pt x="237884" y="179070"/>
                  </a:lnTo>
                  <a:close/>
                </a:path>
                <a:path w="414020" h="408305">
                  <a:moveTo>
                    <a:pt x="242973" y="173990"/>
                  </a:moveTo>
                  <a:lnTo>
                    <a:pt x="232804" y="173990"/>
                  </a:lnTo>
                  <a:lnTo>
                    <a:pt x="228988" y="177800"/>
                  </a:lnTo>
                  <a:lnTo>
                    <a:pt x="239156" y="177800"/>
                  </a:lnTo>
                  <a:lnTo>
                    <a:pt x="242973" y="173990"/>
                  </a:lnTo>
                  <a:close/>
                </a:path>
              </a:pathLst>
            </a:custGeom>
            <a:solidFill>
              <a:srgbClr val="B944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0">
              <a:extLst>
                <a:ext uri="{FF2B5EF4-FFF2-40B4-BE49-F238E27FC236}">
                  <a16:creationId xmlns:a16="http://schemas.microsoft.com/office/drawing/2014/main" id="{2911711E-96F3-9545-CBC7-7777F9C64BB8}"/>
                </a:ext>
              </a:extLst>
            </p:cNvPr>
            <p:cNvSpPr/>
            <p:nvPr/>
          </p:nvSpPr>
          <p:spPr>
            <a:xfrm>
              <a:off x="2912110" y="2687319"/>
              <a:ext cx="410209" cy="405130"/>
            </a:xfrm>
            <a:custGeom>
              <a:avLst/>
              <a:gdLst/>
              <a:ahLst/>
              <a:cxnLst/>
              <a:rect l="l" t="t" r="r" b="b"/>
              <a:pathLst>
                <a:path w="410210" h="405130">
                  <a:moveTo>
                    <a:pt x="328929" y="86360"/>
                  </a:moveTo>
                  <a:lnTo>
                    <a:pt x="318455" y="86360"/>
                  </a:lnTo>
                  <a:lnTo>
                    <a:pt x="312094" y="92710"/>
                  </a:lnTo>
                  <a:lnTo>
                    <a:pt x="322579" y="92710"/>
                  </a:lnTo>
                  <a:lnTo>
                    <a:pt x="328929" y="86360"/>
                  </a:lnTo>
                  <a:close/>
                </a:path>
                <a:path w="410210" h="405130">
                  <a:moveTo>
                    <a:pt x="331469" y="83820"/>
                  </a:moveTo>
                  <a:lnTo>
                    <a:pt x="320999" y="83820"/>
                  </a:lnTo>
                  <a:lnTo>
                    <a:pt x="319727" y="85089"/>
                  </a:lnTo>
                  <a:lnTo>
                    <a:pt x="330200" y="85089"/>
                  </a:lnTo>
                  <a:lnTo>
                    <a:pt x="331469" y="83820"/>
                  </a:lnTo>
                  <a:close/>
                </a:path>
                <a:path w="410210" h="405130">
                  <a:moveTo>
                    <a:pt x="335279" y="80010"/>
                  </a:moveTo>
                  <a:lnTo>
                    <a:pt x="324815" y="80010"/>
                  </a:lnTo>
                  <a:lnTo>
                    <a:pt x="322271" y="82550"/>
                  </a:lnTo>
                  <a:lnTo>
                    <a:pt x="332739" y="82550"/>
                  </a:lnTo>
                  <a:lnTo>
                    <a:pt x="335279" y="80010"/>
                  </a:lnTo>
                  <a:close/>
                </a:path>
                <a:path w="410210" h="405130">
                  <a:moveTo>
                    <a:pt x="337819" y="77470"/>
                  </a:moveTo>
                  <a:lnTo>
                    <a:pt x="327360" y="77470"/>
                  </a:lnTo>
                  <a:lnTo>
                    <a:pt x="326088" y="78739"/>
                  </a:lnTo>
                  <a:lnTo>
                    <a:pt x="336550" y="78739"/>
                  </a:lnTo>
                  <a:lnTo>
                    <a:pt x="337819" y="77470"/>
                  </a:lnTo>
                  <a:close/>
                </a:path>
                <a:path w="410210" h="405130">
                  <a:moveTo>
                    <a:pt x="341629" y="73660"/>
                  </a:moveTo>
                  <a:lnTo>
                    <a:pt x="331176" y="73660"/>
                  </a:lnTo>
                  <a:lnTo>
                    <a:pt x="328632" y="76200"/>
                  </a:lnTo>
                  <a:lnTo>
                    <a:pt x="339089" y="76200"/>
                  </a:lnTo>
                  <a:lnTo>
                    <a:pt x="341629" y="73660"/>
                  </a:lnTo>
                  <a:close/>
                </a:path>
                <a:path w="410210" h="405130">
                  <a:moveTo>
                    <a:pt x="344169" y="71120"/>
                  </a:moveTo>
                  <a:lnTo>
                    <a:pt x="333721" y="71120"/>
                  </a:lnTo>
                  <a:lnTo>
                    <a:pt x="332448" y="72389"/>
                  </a:lnTo>
                  <a:lnTo>
                    <a:pt x="342900" y="72389"/>
                  </a:lnTo>
                  <a:lnTo>
                    <a:pt x="344169" y="71120"/>
                  </a:lnTo>
                  <a:close/>
                </a:path>
                <a:path w="410210" h="405130">
                  <a:moveTo>
                    <a:pt x="356869" y="58420"/>
                  </a:moveTo>
                  <a:lnTo>
                    <a:pt x="346442" y="58420"/>
                  </a:lnTo>
                  <a:lnTo>
                    <a:pt x="334993" y="69850"/>
                  </a:lnTo>
                  <a:lnTo>
                    <a:pt x="345439" y="69850"/>
                  </a:lnTo>
                  <a:lnTo>
                    <a:pt x="356869" y="58420"/>
                  </a:lnTo>
                  <a:close/>
                </a:path>
                <a:path w="410210" h="405130">
                  <a:moveTo>
                    <a:pt x="369569" y="45720"/>
                  </a:moveTo>
                  <a:lnTo>
                    <a:pt x="359164" y="45720"/>
                  </a:lnTo>
                  <a:lnTo>
                    <a:pt x="347714" y="57150"/>
                  </a:lnTo>
                  <a:lnTo>
                    <a:pt x="358139" y="57150"/>
                  </a:lnTo>
                  <a:lnTo>
                    <a:pt x="369569" y="45720"/>
                  </a:lnTo>
                  <a:close/>
                </a:path>
                <a:path w="410210" h="405130">
                  <a:moveTo>
                    <a:pt x="373379" y="41910"/>
                  </a:moveTo>
                  <a:lnTo>
                    <a:pt x="362980" y="41910"/>
                  </a:lnTo>
                  <a:lnTo>
                    <a:pt x="360436" y="44450"/>
                  </a:lnTo>
                  <a:lnTo>
                    <a:pt x="370839" y="44450"/>
                  </a:lnTo>
                  <a:lnTo>
                    <a:pt x="373379" y="41910"/>
                  </a:lnTo>
                  <a:close/>
                </a:path>
                <a:path w="410210" h="405130">
                  <a:moveTo>
                    <a:pt x="375919" y="39370"/>
                  </a:moveTo>
                  <a:lnTo>
                    <a:pt x="365524" y="39370"/>
                  </a:lnTo>
                  <a:lnTo>
                    <a:pt x="364252" y="40639"/>
                  </a:lnTo>
                  <a:lnTo>
                    <a:pt x="374650" y="40639"/>
                  </a:lnTo>
                  <a:lnTo>
                    <a:pt x="375919" y="39370"/>
                  </a:lnTo>
                  <a:close/>
                </a:path>
                <a:path w="410210" h="405130">
                  <a:moveTo>
                    <a:pt x="379729" y="35560"/>
                  </a:moveTo>
                  <a:lnTo>
                    <a:pt x="369341" y="35560"/>
                  </a:lnTo>
                  <a:lnTo>
                    <a:pt x="366797" y="38100"/>
                  </a:lnTo>
                  <a:lnTo>
                    <a:pt x="377189" y="38100"/>
                  </a:lnTo>
                  <a:lnTo>
                    <a:pt x="379729" y="35560"/>
                  </a:lnTo>
                  <a:close/>
                </a:path>
                <a:path w="410210" h="405130">
                  <a:moveTo>
                    <a:pt x="382269" y="33020"/>
                  </a:moveTo>
                  <a:lnTo>
                    <a:pt x="371885" y="33020"/>
                  </a:lnTo>
                  <a:lnTo>
                    <a:pt x="370613" y="34289"/>
                  </a:lnTo>
                  <a:lnTo>
                    <a:pt x="381000" y="34289"/>
                  </a:lnTo>
                  <a:lnTo>
                    <a:pt x="382269" y="33020"/>
                  </a:lnTo>
                  <a:close/>
                </a:path>
                <a:path w="410210" h="405130">
                  <a:moveTo>
                    <a:pt x="386079" y="29210"/>
                  </a:moveTo>
                  <a:lnTo>
                    <a:pt x="375702" y="29210"/>
                  </a:lnTo>
                  <a:lnTo>
                    <a:pt x="373157" y="31750"/>
                  </a:lnTo>
                  <a:lnTo>
                    <a:pt x="383539" y="31750"/>
                  </a:lnTo>
                  <a:lnTo>
                    <a:pt x="386079" y="29210"/>
                  </a:lnTo>
                  <a:close/>
                </a:path>
                <a:path w="410210" h="405130">
                  <a:moveTo>
                    <a:pt x="388619" y="26670"/>
                  </a:moveTo>
                  <a:lnTo>
                    <a:pt x="378246" y="26670"/>
                  </a:lnTo>
                  <a:lnTo>
                    <a:pt x="376974" y="27939"/>
                  </a:lnTo>
                  <a:lnTo>
                    <a:pt x="387350" y="27939"/>
                  </a:lnTo>
                  <a:lnTo>
                    <a:pt x="388619" y="26670"/>
                  </a:lnTo>
                  <a:close/>
                </a:path>
                <a:path w="410210" h="405130">
                  <a:moveTo>
                    <a:pt x="392429" y="22860"/>
                  </a:moveTo>
                  <a:lnTo>
                    <a:pt x="382063" y="22860"/>
                  </a:lnTo>
                  <a:lnTo>
                    <a:pt x="379518" y="25400"/>
                  </a:lnTo>
                  <a:lnTo>
                    <a:pt x="389889" y="25400"/>
                  </a:lnTo>
                  <a:lnTo>
                    <a:pt x="392429" y="22860"/>
                  </a:lnTo>
                  <a:close/>
                </a:path>
                <a:path w="410210" h="405130">
                  <a:moveTo>
                    <a:pt x="394969" y="20320"/>
                  </a:moveTo>
                  <a:lnTo>
                    <a:pt x="384607" y="20320"/>
                  </a:lnTo>
                  <a:lnTo>
                    <a:pt x="383335" y="21589"/>
                  </a:lnTo>
                  <a:lnTo>
                    <a:pt x="393700" y="21589"/>
                  </a:lnTo>
                  <a:lnTo>
                    <a:pt x="394969" y="20320"/>
                  </a:lnTo>
                  <a:close/>
                </a:path>
                <a:path w="410210" h="405130">
                  <a:moveTo>
                    <a:pt x="398779" y="16510"/>
                  </a:moveTo>
                  <a:lnTo>
                    <a:pt x="388423" y="16510"/>
                  </a:lnTo>
                  <a:lnTo>
                    <a:pt x="385879" y="19050"/>
                  </a:lnTo>
                  <a:lnTo>
                    <a:pt x="396239" y="19050"/>
                  </a:lnTo>
                  <a:lnTo>
                    <a:pt x="398779" y="16510"/>
                  </a:lnTo>
                  <a:close/>
                </a:path>
                <a:path w="410210" h="405130">
                  <a:moveTo>
                    <a:pt x="401319" y="13970"/>
                  </a:moveTo>
                  <a:lnTo>
                    <a:pt x="390968" y="13970"/>
                  </a:lnTo>
                  <a:lnTo>
                    <a:pt x="389695" y="15239"/>
                  </a:lnTo>
                  <a:lnTo>
                    <a:pt x="400050" y="15239"/>
                  </a:lnTo>
                  <a:lnTo>
                    <a:pt x="401319" y="13970"/>
                  </a:lnTo>
                  <a:close/>
                </a:path>
                <a:path w="410210" h="405130">
                  <a:moveTo>
                    <a:pt x="405129" y="10160"/>
                  </a:moveTo>
                  <a:lnTo>
                    <a:pt x="394784" y="10160"/>
                  </a:lnTo>
                  <a:lnTo>
                    <a:pt x="392240" y="12700"/>
                  </a:lnTo>
                  <a:lnTo>
                    <a:pt x="402589" y="12700"/>
                  </a:lnTo>
                  <a:lnTo>
                    <a:pt x="405129" y="10160"/>
                  </a:lnTo>
                  <a:close/>
                </a:path>
                <a:path w="410210" h="405130">
                  <a:moveTo>
                    <a:pt x="407669" y="7620"/>
                  </a:moveTo>
                  <a:lnTo>
                    <a:pt x="397328" y="7620"/>
                  </a:lnTo>
                  <a:lnTo>
                    <a:pt x="396056" y="8889"/>
                  </a:lnTo>
                  <a:lnTo>
                    <a:pt x="406400" y="8889"/>
                  </a:lnTo>
                  <a:lnTo>
                    <a:pt x="407669" y="7620"/>
                  </a:lnTo>
                  <a:close/>
                </a:path>
                <a:path w="410210" h="405130">
                  <a:moveTo>
                    <a:pt x="410210" y="3810"/>
                  </a:moveTo>
                  <a:lnTo>
                    <a:pt x="401145" y="3810"/>
                  </a:lnTo>
                  <a:lnTo>
                    <a:pt x="398601" y="6350"/>
                  </a:lnTo>
                  <a:lnTo>
                    <a:pt x="408939" y="6350"/>
                  </a:lnTo>
                  <a:lnTo>
                    <a:pt x="410210" y="5079"/>
                  </a:lnTo>
                  <a:lnTo>
                    <a:pt x="410210" y="3810"/>
                  </a:lnTo>
                  <a:close/>
                </a:path>
                <a:path w="410210" h="405130">
                  <a:moveTo>
                    <a:pt x="408939" y="2539"/>
                  </a:moveTo>
                  <a:lnTo>
                    <a:pt x="407669" y="2539"/>
                  </a:lnTo>
                  <a:lnTo>
                    <a:pt x="407669" y="3810"/>
                  </a:lnTo>
                  <a:lnTo>
                    <a:pt x="408939" y="3810"/>
                  </a:lnTo>
                  <a:lnTo>
                    <a:pt x="408939" y="2539"/>
                  </a:lnTo>
                  <a:close/>
                </a:path>
                <a:path w="410210" h="405130">
                  <a:moveTo>
                    <a:pt x="405129" y="0"/>
                  </a:moveTo>
                  <a:lnTo>
                    <a:pt x="404961" y="0"/>
                  </a:lnTo>
                  <a:lnTo>
                    <a:pt x="403860" y="1099"/>
                  </a:lnTo>
                  <a:lnTo>
                    <a:pt x="403860" y="1270"/>
                  </a:lnTo>
                  <a:lnTo>
                    <a:pt x="403689" y="1270"/>
                  </a:lnTo>
                  <a:lnTo>
                    <a:pt x="402417" y="2539"/>
                  </a:lnTo>
                  <a:lnTo>
                    <a:pt x="405129" y="2539"/>
                  </a:lnTo>
                  <a:lnTo>
                    <a:pt x="405129" y="0"/>
                  </a:lnTo>
                  <a:close/>
                </a:path>
                <a:path w="410210" h="405130">
                  <a:moveTo>
                    <a:pt x="322579" y="92710"/>
                  </a:moveTo>
                  <a:lnTo>
                    <a:pt x="312094" y="92710"/>
                  </a:lnTo>
                  <a:lnTo>
                    <a:pt x="286651" y="118110"/>
                  </a:lnTo>
                  <a:lnTo>
                    <a:pt x="297179" y="118110"/>
                  </a:lnTo>
                  <a:lnTo>
                    <a:pt x="322579" y="92710"/>
                  </a:lnTo>
                  <a:close/>
                </a:path>
                <a:path w="410210" h="405130">
                  <a:moveTo>
                    <a:pt x="297179" y="118110"/>
                  </a:moveTo>
                  <a:lnTo>
                    <a:pt x="286651" y="118110"/>
                  </a:lnTo>
                  <a:lnTo>
                    <a:pt x="235765" y="168910"/>
                  </a:lnTo>
                  <a:lnTo>
                    <a:pt x="246379" y="168910"/>
                  </a:lnTo>
                  <a:lnTo>
                    <a:pt x="297179" y="118110"/>
                  </a:lnTo>
                  <a:close/>
                </a:path>
                <a:path w="410210" h="405130">
                  <a:moveTo>
                    <a:pt x="1269" y="403860"/>
                  </a:moveTo>
                  <a:lnTo>
                    <a:pt x="416" y="403860"/>
                  </a:lnTo>
                  <a:lnTo>
                    <a:pt x="0" y="404275"/>
                  </a:lnTo>
                  <a:lnTo>
                    <a:pt x="0" y="405130"/>
                  </a:lnTo>
                  <a:lnTo>
                    <a:pt x="1269" y="405130"/>
                  </a:lnTo>
                  <a:lnTo>
                    <a:pt x="1269" y="403860"/>
                  </a:lnTo>
                  <a:close/>
                </a:path>
                <a:path w="410210" h="405130">
                  <a:moveTo>
                    <a:pt x="13969" y="401320"/>
                  </a:moveTo>
                  <a:lnTo>
                    <a:pt x="2960" y="401320"/>
                  </a:lnTo>
                  <a:lnTo>
                    <a:pt x="1688" y="402590"/>
                  </a:lnTo>
                  <a:lnTo>
                    <a:pt x="12699" y="402590"/>
                  </a:lnTo>
                  <a:lnTo>
                    <a:pt x="13969" y="401320"/>
                  </a:lnTo>
                  <a:close/>
                </a:path>
                <a:path w="410210" h="405130">
                  <a:moveTo>
                    <a:pt x="17780" y="397510"/>
                  </a:moveTo>
                  <a:lnTo>
                    <a:pt x="6776" y="397510"/>
                  </a:lnTo>
                  <a:lnTo>
                    <a:pt x="4232" y="400050"/>
                  </a:lnTo>
                  <a:lnTo>
                    <a:pt x="15239" y="400050"/>
                  </a:lnTo>
                  <a:lnTo>
                    <a:pt x="17780" y="397510"/>
                  </a:lnTo>
                  <a:close/>
                </a:path>
                <a:path w="410210" h="405130">
                  <a:moveTo>
                    <a:pt x="20319" y="394970"/>
                  </a:moveTo>
                  <a:lnTo>
                    <a:pt x="9321" y="394970"/>
                  </a:lnTo>
                  <a:lnTo>
                    <a:pt x="8049" y="396240"/>
                  </a:lnTo>
                  <a:lnTo>
                    <a:pt x="19049" y="396240"/>
                  </a:lnTo>
                  <a:lnTo>
                    <a:pt x="20319" y="394970"/>
                  </a:lnTo>
                  <a:close/>
                </a:path>
                <a:path w="410210" h="405130">
                  <a:moveTo>
                    <a:pt x="24130" y="391160"/>
                  </a:moveTo>
                  <a:lnTo>
                    <a:pt x="13137" y="391160"/>
                  </a:lnTo>
                  <a:lnTo>
                    <a:pt x="10593" y="393700"/>
                  </a:lnTo>
                  <a:lnTo>
                    <a:pt x="21589" y="393700"/>
                  </a:lnTo>
                  <a:lnTo>
                    <a:pt x="24130" y="391160"/>
                  </a:lnTo>
                  <a:close/>
                </a:path>
                <a:path w="410210" h="405130">
                  <a:moveTo>
                    <a:pt x="26669" y="388620"/>
                  </a:moveTo>
                  <a:lnTo>
                    <a:pt x="15682" y="388620"/>
                  </a:lnTo>
                  <a:lnTo>
                    <a:pt x="14409" y="389890"/>
                  </a:lnTo>
                  <a:lnTo>
                    <a:pt x="25399" y="389890"/>
                  </a:lnTo>
                  <a:lnTo>
                    <a:pt x="26669" y="388620"/>
                  </a:lnTo>
                  <a:close/>
                </a:path>
                <a:path w="410210" h="405130">
                  <a:moveTo>
                    <a:pt x="30480" y="384810"/>
                  </a:moveTo>
                  <a:lnTo>
                    <a:pt x="19498" y="384810"/>
                  </a:lnTo>
                  <a:lnTo>
                    <a:pt x="16954" y="387350"/>
                  </a:lnTo>
                  <a:lnTo>
                    <a:pt x="27939" y="387350"/>
                  </a:lnTo>
                  <a:lnTo>
                    <a:pt x="30480" y="384810"/>
                  </a:lnTo>
                  <a:close/>
                </a:path>
                <a:path w="410210" h="405130">
                  <a:moveTo>
                    <a:pt x="33019" y="382270"/>
                  </a:moveTo>
                  <a:lnTo>
                    <a:pt x="22042" y="382270"/>
                  </a:lnTo>
                  <a:lnTo>
                    <a:pt x="20770" y="383540"/>
                  </a:lnTo>
                  <a:lnTo>
                    <a:pt x="31749" y="383540"/>
                  </a:lnTo>
                  <a:lnTo>
                    <a:pt x="33019" y="382270"/>
                  </a:lnTo>
                  <a:close/>
                </a:path>
                <a:path w="410210" h="405130">
                  <a:moveTo>
                    <a:pt x="36830" y="378460"/>
                  </a:moveTo>
                  <a:lnTo>
                    <a:pt x="25859" y="378460"/>
                  </a:lnTo>
                  <a:lnTo>
                    <a:pt x="23314" y="381000"/>
                  </a:lnTo>
                  <a:lnTo>
                    <a:pt x="34289" y="381000"/>
                  </a:lnTo>
                  <a:lnTo>
                    <a:pt x="36830" y="378460"/>
                  </a:lnTo>
                  <a:close/>
                </a:path>
                <a:path w="410210" h="405130">
                  <a:moveTo>
                    <a:pt x="39369" y="375920"/>
                  </a:moveTo>
                  <a:lnTo>
                    <a:pt x="28403" y="375920"/>
                  </a:lnTo>
                  <a:lnTo>
                    <a:pt x="27131" y="377190"/>
                  </a:lnTo>
                  <a:lnTo>
                    <a:pt x="38099" y="377190"/>
                  </a:lnTo>
                  <a:lnTo>
                    <a:pt x="39369" y="375920"/>
                  </a:lnTo>
                  <a:close/>
                </a:path>
                <a:path w="410210" h="405130">
                  <a:moveTo>
                    <a:pt x="43179" y="372110"/>
                  </a:moveTo>
                  <a:lnTo>
                    <a:pt x="32220" y="372110"/>
                  </a:lnTo>
                  <a:lnTo>
                    <a:pt x="29675" y="374650"/>
                  </a:lnTo>
                  <a:lnTo>
                    <a:pt x="40639" y="374650"/>
                  </a:lnTo>
                  <a:lnTo>
                    <a:pt x="43179" y="372110"/>
                  </a:lnTo>
                  <a:close/>
                </a:path>
                <a:path w="410210" h="405130">
                  <a:moveTo>
                    <a:pt x="45719" y="369570"/>
                  </a:moveTo>
                  <a:lnTo>
                    <a:pt x="34764" y="369570"/>
                  </a:lnTo>
                  <a:lnTo>
                    <a:pt x="33492" y="370840"/>
                  </a:lnTo>
                  <a:lnTo>
                    <a:pt x="44449" y="370840"/>
                  </a:lnTo>
                  <a:lnTo>
                    <a:pt x="45719" y="369570"/>
                  </a:lnTo>
                  <a:close/>
                </a:path>
                <a:path w="410210" h="405130">
                  <a:moveTo>
                    <a:pt x="49529" y="365760"/>
                  </a:moveTo>
                  <a:lnTo>
                    <a:pt x="38580" y="365760"/>
                  </a:lnTo>
                  <a:lnTo>
                    <a:pt x="36036" y="368300"/>
                  </a:lnTo>
                  <a:lnTo>
                    <a:pt x="46989" y="368300"/>
                  </a:lnTo>
                  <a:lnTo>
                    <a:pt x="49529" y="365760"/>
                  </a:lnTo>
                  <a:close/>
                </a:path>
                <a:path w="410210" h="405130">
                  <a:moveTo>
                    <a:pt x="52069" y="363220"/>
                  </a:moveTo>
                  <a:lnTo>
                    <a:pt x="41125" y="363220"/>
                  </a:lnTo>
                  <a:lnTo>
                    <a:pt x="39852" y="364490"/>
                  </a:lnTo>
                  <a:lnTo>
                    <a:pt x="50799" y="364490"/>
                  </a:lnTo>
                  <a:lnTo>
                    <a:pt x="52069" y="363220"/>
                  </a:lnTo>
                  <a:close/>
                </a:path>
                <a:path w="410210" h="405130">
                  <a:moveTo>
                    <a:pt x="55880" y="359410"/>
                  </a:moveTo>
                  <a:lnTo>
                    <a:pt x="44941" y="359410"/>
                  </a:lnTo>
                  <a:lnTo>
                    <a:pt x="42397" y="361950"/>
                  </a:lnTo>
                  <a:lnTo>
                    <a:pt x="53339" y="361950"/>
                  </a:lnTo>
                  <a:lnTo>
                    <a:pt x="55880" y="359410"/>
                  </a:lnTo>
                  <a:close/>
                </a:path>
                <a:path w="410210" h="405130">
                  <a:moveTo>
                    <a:pt x="58419" y="356870"/>
                  </a:moveTo>
                  <a:lnTo>
                    <a:pt x="47485" y="356870"/>
                  </a:lnTo>
                  <a:lnTo>
                    <a:pt x="46213" y="358140"/>
                  </a:lnTo>
                  <a:lnTo>
                    <a:pt x="57149" y="358140"/>
                  </a:lnTo>
                  <a:lnTo>
                    <a:pt x="58419" y="356870"/>
                  </a:lnTo>
                  <a:close/>
                </a:path>
                <a:path w="410210" h="405130">
                  <a:moveTo>
                    <a:pt x="62229" y="353060"/>
                  </a:moveTo>
                  <a:lnTo>
                    <a:pt x="51302" y="353060"/>
                  </a:lnTo>
                  <a:lnTo>
                    <a:pt x="48758" y="355600"/>
                  </a:lnTo>
                  <a:lnTo>
                    <a:pt x="59689" y="355600"/>
                  </a:lnTo>
                  <a:lnTo>
                    <a:pt x="62229" y="353060"/>
                  </a:lnTo>
                  <a:close/>
                </a:path>
                <a:path w="410210" h="405130">
                  <a:moveTo>
                    <a:pt x="64769" y="350520"/>
                  </a:moveTo>
                  <a:lnTo>
                    <a:pt x="53846" y="350520"/>
                  </a:lnTo>
                  <a:lnTo>
                    <a:pt x="52574" y="351790"/>
                  </a:lnTo>
                  <a:lnTo>
                    <a:pt x="63499" y="351790"/>
                  </a:lnTo>
                  <a:lnTo>
                    <a:pt x="64769" y="350520"/>
                  </a:lnTo>
                  <a:close/>
                </a:path>
                <a:path w="410210" h="405130">
                  <a:moveTo>
                    <a:pt x="68579" y="346710"/>
                  </a:moveTo>
                  <a:lnTo>
                    <a:pt x="57663" y="346710"/>
                  </a:lnTo>
                  <a:lnTo>
                    <a:pt x="55118" y="349250"/>
                  </a:lnTo>
                  <a:lnTo>
                    <a:pt x="66039" y="349250"/>
                  </a:lnTo>
                  <a:lnTo>
                    <a:pt x="68579" y="346710"/>
                  </a:lnTo>
                  <a:close/>
                </a:path>
                <a:path w="410210" h="405130">
                  <a:moveTo>
                    <a:pt x="71119" y="344170"/>
                  </a:moveTo>
                  <a:lnTo>
                    <a:pt x="60207" y="344170"/>
                  </a:lnTo>
                  <a:lnTo>
                    <a:pt x="58935" y="345440"/>
                  </a:lnTo>
                  <a:lnTo>
                    <a:pt x="69849" y="345440"/>
                  </a:lnTo>
                  <a:lnTo>
                    <a:pt x="71119" y="344170"/>
                  </a:lnTo>
                  <a:close/>
                </a:path>
                <a:path w="410210" h="405130">
                  <a:moveTo>
                    <a:pt x="74930" y="340360"/>
                  </a:moveTo>
                  <a:lnTo>
                    <a:pt x="64023" y="340360"/>
                  </a:lnTo>
                  <a:lnTo>
                    <a:pt x="61479" y="342900"/>
                  </a:lnTo>
                  <a:lnTo>
                    <a:pt x="72389" y="342900"/>
                  </a:lnTo>
                  <a:lnTo>
                    <a:pt x="74930" y="340360"/>
                  </a:lnTo>
                  <a:close/>
                </a:path>
                <a:path w="410210" h="405130">
                  <a:moveTo>
                    <a:pt x="77469" y="337820"/>
                  </a:moveTo>
                  <a:lnTo>
                    <a:pt x="66568" y="337820"/>
                  </a:lnTo>
                  <a:lnTo>
                    <a:pt x="65296" y="339090"/>
                  </a:lnTo>
                  <a:lnTo>
                    <a:pt x="76199" y="339090"/>
                  </a:lnTo>
                  <a:lnTo>
                    <a:pt x="77469" y="337820"/>
                  </a:lnTo>
                  <a:close/>
                </a:path>
                <a:path w="410210" h="405130">
                  <a:moveTo>
                    <a:pt x="81280" y="334010"/>
                  </a:moveTo>
                  <a:lnTo>
                    <a:pt x="70384" y="334010"/>
                  </a:lnTo>
                  <a:lnTo>
                    <a:pt x="67840" y="336550"/>
                  </a:lnTo>
                  <a:lnTo>
                    <a:pt x="78739" y="336550"/>
                  </a:lnTo>
                  <a:lnTo>
                    <a:pt x="81280" y="334010"/>
                  </a:lnTo>
                  <a:close/>
                </a:path>
                <a:path w="410210" h="405130">
                  <a:moveTo>
                    <a:pt x="83819" y="331470"/>
                  </a:moveTo>
                  <a:lnTo>
                    <a:pt x="72929" y="331470"/>
                  </a:lnTo>
                  <a:lnTo>
                    <a:pt x="71656" y="332740"/>
                  </a:lnTo>
                  <a:lnTo>
                    <a:pt x="82549" y="332740"/>
                  </a:lnTo>
                  <a:lnTo>
                    <a:pt x="83819" y="331470"/>
                  </a:lnTo>
                  <a:close/>
                </a:path>
                <a:path w="410210" h="405130">
                  <a:moveTo>
                    <a:pt x="87629" y="327660"/>
                  </a:moveTo>
                  <a:lnTo>
                    <a:pt x="76745" y="327660"/>
                  </a:lnTo>
                  <a:lnTo>
                    <a:pt x="74201" y="330200"/>
                  </a:lnTo>
                  <a:lnTo>
                    <a:pt x="85089" y="330200"/>
                  </a:lnTo>
                  <a:lnTo>
                    <a:pt x="87629" y="327660"/>
                  </a:lnTo>
                  <a:close/>
                </a:path>
                <a:path w="410210" h="405130">
                  <a:moveTo>
                    <a:pt x="90169" y="325120"/>
                  </a:moveTo>
                  <a:lnTo>
                    <a:pt x="79289" y="325120"/>
                  </a:lnTo>
                  <a:lnTo>
                    <a:pt x="78017" y="326390"/>
                  </a:lnTo>
                  <a:lnTo>
                    <a:pt x="88899" y="326390"/>
                  </a:lnTo>
                  <a:lnTo>
                    <a:pt x="90169" y="325120"/>
                  </a:lnTo>
                  <a:close/>
                </a:path>
                <a:path w="410210" h="405130">
                  <a:moveTo>
                    <a:pt x="93980" y="321310"/>
                  </a:moveTo>
                  <a:lnTo>
                    <a:pt x="83106" y="321310"/>
                  </a:lnTo>
                  <a:lnTo>
                    <a:pt x="80561" y="323850"/>
                  </a:lnTo>
                  <a:lnTo>
                    <a:pt x="91439" y="323850"/>
                  </a:lnTo>
                  <a:lnTo>
                    <a:pt x="93980" y="321310"/>
                  </a:lnTo>
                  <a:close/>
                </a:path>
                <a:path w="410210" h="405130">
                  <a:moveTo>
                    <a:pt x="96519" y="318770"/>
                  </a:moveTo>
                  <a:lnTo>
                    <a:pt x="85650" y="318770"/>
                  </a:lnTo>
                  <a:lnTo>
                    <a:pt x="84378" y="320040"/>
                  </a:lnTo>
                  <a:lnTo>
                    <a:pt x="95249" y="320040"/>
                  </a:lnTo>
                  <a:lnTo>
                    <a:pt x="96519" y="318770"/>
                  </a:lnTo>
                  <a:close/>
                </a:path>
                <a:path w="410210" h="405130">
                  <a:moveTo>
                    <a:pt x="100329" y="314960"/>
                  </a:moveTo>
                  <a:lnTo>
                    <a:pt x="89467" y="314960"/>
                  </a:lnTo>
                  <a:lnTo>
                    <a:pt x="86922" y="317500"/>
                  </a:lnTo>
                  <a:lnTo>
                    <a:pt x="97789" y="317500"/>
                  </a:lnTo>
                  <a:lnTo>
                    <a:pt x="100329" y="314960"/>
                  </a:lnTo>
                  <a:close/>
                </a:path>
                <a:path w="410210" h="405130">
                  <a:moveTo>
                    <a:pt x="102869" y="312420"/>
                  </a:moveTo>
                  <a:lnTo>
                    <a:pt x="92011" y="312420"/>
                  </a:lnTo>
                  <a:lnTo>
                    <a:pt x="90739" y="313690"/>
                  </a:lnTo>
                  <a:lnTo>
                    <a:pt x="101599" y="313690"/>
                  </a:lnTo>
                  <a:lnTo>
                    <a:pt x="102869" y="312420"/>
                  </a:lnTo>
                  <a:close/>
                </a:path>
                <a:path w="410210" h="405130">
                  <a:moveTo>
                    <a:pt x="106680" y="308610"/>
                  </a:moveTo>
                  <a:lnTo>
                    <a:pt x="95827" y="308610"/>
                  </a:lnTo>
                  <a:lnTo>
                    <a:pt x="93283" y="311150"/>
                  </a:lnTo>
                  <a:lnTo>
                    <a:pt x="104139" y="311150"/>
                  </a:lnTo>
                  <a:lnTo>
                    <a:pt x="106680" y="308610"/>
                  </a:lnTo>
                  <a:close/>
                </a:path>
                <a:path w="410210" h="405130">
                  <a:moveTo>
                    <a:pt x="109219" y="306070"/>
                  </a:moveTo>
                  <a:lnTo>
                    <a:pt x="98372" y="306070"/>
                  </a:lnTo>
                  <a:lnTo>
                    <a:pt x="97100" y="307340"/>
                  </a:lnTo>
                  <a:lnTo>
                    <a:pt x="107949" y="307340"/>
                  </a:lnTo>
                  <a:lnTo>
                    <a:pt x="109219" y="306070"/>
                  </a:lnTo>
                  <a:close/>
                </a:path>
                <a:path w="410210" h="405130">
                  <a:moveTo>
                    <a:pt x="113030" y="302260"/>
                  </a:moveTo>
                  <a:lnTo>
                    <a:pt x="102188" y="302260"/>
                  </a:lnTo>
                  <a:lnTo>
                    <a:pt x="99644" y="304800"/>
                  </a:lnTo>
                  <a:lnTo>
                    <a:pt x="110489" y="304800"/>
                  </a:lnTo>
                  <a:lnTo>
                    <a:pt x="113030" y="302260"/>
                  </a:lnTo>
                  <a:close/>
                </a:path>
                <a:path w="410210" h="405130">
                  <a:moveTo>
                    <a:pt x="115569" y="299720"/>
                  </a:moveTo>
                  <a:lnTo>
                    <a:pt x="104732" y="299720"/>
                  </a:lnTo>
                  <a:lnTo>
                    <a:pt x="103460" y="300990"/>
                  </a:lnTo>
                  <a:lnTo>
                    <a:pt x="114299" y="300990"/>
                  </a:lnTo>
                  <a:lnTo>
                    <a:pt x="115569" y="299720"/>
                  </a:lnTo>
                  <a:close/>
                </a:path>
                <a:path w="410210" h="405130">
                  <a:moveTo>
                    <a:pt x="119379" y="295910"/>
                  </a:moveTo>
                  <a:lnTo>
                    <a:pt x="108549" y="295910"/>
                  </a:lnTo>
                  <a:lnTo>
                    <a:pt x="106005" y="298450"/>
                  </a:lnTo>
                  <a:lnTo>
                    <a:pt x="116839" y="298450"/>
                  </a:lnTo>
                  <a:lnTo>
                    <a:pt x="119379" y="295910"/>
                  </a:lnTo>
                  <a:close/>
                </a:path>
                <a:path w="410210" h="405130">
                  <a:moveTo>
                    <a:pt x="121919" y="293370"/>
                  </a:moveTo>
                  <a:lnTo>
                    <a:pt x="111093" y="293370"/>
                  </a:lnTo>
                  <a:lnTo>
                    <a:pt x="109821" y="294640"/>
                  </a:lnTo>
                  <a:lnTo>
                    <a:pt x="120649" y="294640"/>
                  </a:lnTo>
                  <a:lnTo>
                    <a:pt x="121919" y="293370"/>
                  </a:lnTo>
                  <a:close/>
                </a:path>
                <a:path w="410210" h="405130">
                  <a:moveTo>
                    <a:pt x="125729" y="289560"/>
                  </a:moveTo>
                  <a:lnTo>
                    <a:pt x="114910" y="289560"/>
                  </a:lnTo>
                  <a:lnTo>
                    <a:pt x="112365" y="292100"/>
                  </a:lnTo>
                  <a:lnTo>
                    <a:pt x="123189" y="292100"/>
                  </a:lnTo>
                  <a:lnTo>
                    <a:pt x="125729" y="289560"/>
                  </a:lnTo>
                  <a:close/>
                </a:path>
                <a:path w="410210" h="405130">
                  <a:moveTo>
                    <a:pt x="128269" y="287020"/>
                  </a:moveTo>
                  <a:lnTo>
                    <a:pt x="117454" y="287020"/>
                  </a:lnTo>
                  <a:lnTo>
                    <a:pt x="116182" y="288290"/>
                  </a:lnTo>
                  <a:lnTo>
                    <a:pt x="126999" y="288290"/>
                  </a:lnTo>
                  <a:lnTo>
                    <a:pt x="128269" y="287020"/>
                  </a:lnTo>
                  <a:close/>
                </a:path>
                <a:path w="410210" h="405130">
                  <a:moveTo>
                    <a:pt x="132079" y="283210"/>
                  </a:moveTo>
                  <a:lnTo>
                    <a:pt x="121270" y="283210"/>
                  </a:lnTo>
                  <a:lnTo>
                    <a:pt x="118726" y="285750"/>
                  </a:lnTo>
                  <a:lnTo>
                    <a:pt x="129539" y="285750"/>
                  </a:lnTo>
                  <a:lnTo>
                    <a:pt x="132079" y="283210"/>
                  </a:lnTo>
                  <a:close/>
                </a:path>
                <a:path w="410210" h="405130">
                  <a:moveTo>
                    <a:pt x="134619" y="280670"/>
                  </a:moveTo>
                  <a:lnTo>
                    <a:pt x="123815" y="280670"/>
                  </a:lnTo>
                  <a:lnTo>
                    <a:pt x="122543" y="281940"/>
                  </a:lnTo>
                  <a:lnTo>
                    <a:pt x="133349" y="281940"/>
                  </a:lnTo>
                  <a:lnTo>
                    <a:pt x="134619" y="280670"/>
                  </a:lnTo>
                  <a:close/>
                </a:path>
                <a:path w="410210" h="405130">
                  <a:moveTo>
                    <a:pt x="138429" y="276860"/>
                  </a:moveTo>
                  <a:lnTo>
                    <a:pt x="127631" y="276860"/>
                  </a:lnTo>
                  <a:lnTo>
                    <a:pt x="125087" y="279400"/>
                  </a:lnTo>
                  <a:lnTo>
                    <a:pt x="135889" y="279400"/>
                  </a:lnTo>
                  <a:lnTo>
                    <a:pt x="138429" y="276860"/>
                  </a:lnTo>
                  <a:close/>
                </a:path>
                <a:path w="410210" h="405130">
                  <a:moveTo>
                    <a:pt x="140969" y="274320"/>
                  </a:moveTo>
                  <a:lnTo>
                    <a:pt x="130176" y="274320"/>
                  </a:lnTo>
                  <a:lnTo>
                    <a:pt x="128903" y="275590"/>
                  </a:lnTo>
                  <a:lnTo>
                    <a:pt x="139699" y="275590"/>
                  </a:lnTo>
                  <a:lnTo>
                    <a:pt x="140969" y="274320"/>
                  </a:lnTo>
                  <a:close/>
                </a:path>
                <a:path w="410210" h="405130">
                  <a:moveTo>
                    <a:pt x="144780" y="270510"/>
                  </a:moveTo>
                  <a:lnTo>
                    <a:pt x="133992" y="270510"/>
                  </a:lnTo>
                  <a:lnTo>
                    <a:pt x="131448" y="273050"/>
                  </a:lnTo>
                  <a:lnTo>
                    <a:pt x="142239" y="273050"/>
                  </a:lnTo>
                  <a:lnTo>
                    <a:pt x="144780" y="270510"/>
                  </a:lnTo>
                  <a:close/>
                </a:path>
                <a:path w="410210" h="405130">
                  <a:moveTo>
                    <a:pt x="147319" y="267970"/>
                  </a:moveTo>
                  <a:lnTo>
                    <a:pt x="136536" y="267970"/>
                  </a:lnTo>
                  <a:lnTo>
                    <a:pt x="135264" y="269240"/>
                  </a:lnTo>
                  <a:lnTo>
                    <a:pt x="146049" y="269240"/>
                  </a:lnTo>
                  <a:lnTo>
                    <a:pt x="147319" y="267970"/>
                  </a:lnTo>
                  <a:close/>
                </a:path>
                <a:path w="410210" h="405130">
                  <a:moveTo>
                    <a:pt x="151129" y="264160"/>
                  </a:moveTo>
                  <a:lnTo>
                    <a:pt x="140353" y="264160"/>
                  </a:lnTo>
                  <a:lnTo>
                    <a:pt x="137809" y="266700"/>
                  </a:lnTo>
                  <a:lnTo>
                    <a:pt x="148589" y="266700"/>
                  </a:lnTo>
                  <a:lnTo>
                    <a:pt x="151129" y="264160"/>
                  </a:lnTo>
                  <a:close/>
                </a:path>
                <a:path w="410210" h="405130">
                  <a:moveTo>
                    <a:pt x="153669" y="261620"/>
                  </a:moveTo>
                  <a:lnTo>
                    <a:pt x="142897" y="261620"/>
                  </a:lnTo>
                  <a:lnTo>
                    <a:pt x="141625" y="262890"/>
                  </a:lnTo>
                  <a:lnTo>
                    <a:pt x="152399" y="262890"/>
                  </a:lnTo>
                  <a:lnTo>
                    <a:pt x="153669" y="261620"/>
                  </a:lnTo>
                  <a:close/>
                </a:path>
                <a:path w="410210" h="405130">
                  <a:moveTo>
                    <a:pt x="157479" y="257810"/>
                  </a:moveTo>
                  <a:lnTo>
                    <a:pt x="146714" y="257810"/>
                  </a:lnTo>
                  <a:lnTo>
                    <a:pt x="144169" y="260350"/>
                  </a:lnTo>
                  <a:lnTo>
                    <a:pt x="154939" y="260350"/>
                  </a:lnTo>
                  <a:lnTo>
                    <a:pt x="157479" y="257810"/>
                  </a:lnTo>
                  <a:close/>
                </a:path>
                <a:path w="410210" h="405130">
                  <a:moveTo>
                    <a:pt x="160019" y="255270"/>
                  </a:moveTo>
                  <a:lnTo>
                    <a:pt x="149258" y="255270"/>
                  </a:lnTo>
                  <a:lnTo>
                    <a:pt x="147986" y="256540"/>
                  </a:lnTo>
                  <a:lnTo>
                    <a:pt x="158749" y="256540"/>
                  </a:lnTo>
                  <a:lnTo>
                    <a:pt x="160019" y="255270"/>
                  </a:lnTo>
                  <a:close/>
                </a:path>
                <a:path w="410210" h="405130">
                  <a:moveTo>
                    <a:pt x="163829" y="251460"/>
                  </a:moveTo>
                  <a:lnTo>
                    <a:pt x="153074" y="251460"/>
                  </a:lnTo>
                  <a:lnTo>
                    <a:pt x="150530" y="254000"/>
                  </a:lnTo>
                  <a:lnTo>
                    <a:pt x="161289" y="254000"/>
                  </a:lnTo>
                  <a:lnTo>
                    <a:pt x="163829" y="251460"/>
                  </a:lnTo>
                  <a:close/>
                </a:path>
                <a:path w="410210" h="405130">
                  <a:moveTo>
                    <a:pt x="166369" y="248920"/>
                  </a:moveTo>
                  <a:lnTo>
                    <a:pt x="155619" y="248920"/>
                  </a:lnTo>
                  <a:lnTo>
                    <a:pt x="154347" y="250190"/>
                  </a:lnTo>
                  <a:lnTo>
                    <a:pt x="165099" y="250190"/>
                  </a:lnTo>
                  <a:lnTo>
                    <a:pt x="166369" y="248920"/>
                  </a:lnTo>
                  <a:close/>
                </a:path>
                <a:path w="410210" h="405130">
                  <a:moveTo>
                    <a:pt x="179069" y="236220"/>
                  </a:moveTo>
                  <a:lnTo>
                    <a:pt x="168340" y="236220"/>
                  </a:lnTo>
                  <a:lnTo>
                    <a:pt x="156891" y="247650"/>
                  </a:lnTo>
                  <a:lnTo>
                    <a:pt x="167639" y="247650"/>
                  </a:lnTo>
                  <a:lnTo>
                    <a:pt x="179069" y="236220"/>
                  </a:lnTo>
                  <a:close/>
                </a:path>
                <a:path w="410210" h="405130">
                  <a:moveTo>
                    <a:pt x="191769" y="223520"/>
                  </a:moveTo>
                  <a:lnTo>
                    <a:pt x="181062" y="223520"/>
                  </a:lnTo>
                  <a:lnTo>
                    <a:pt x="169612" y="234950"/>
                  </a:lnTo>
                  <a:lnTo>
                    <a:pt x="180339" y="234950"/>
                  </a:lnTo>
                  <a:lnTo>
                    <a:pt x="191769" y="223520"/>
                  </a:lnTo>
                  <a:close/>
                </a:path>
                <a:path w="410210" h="405130">
                  <a:moveTo>
                    <a:pt x="195579" y="219710"/>
                  </a:moveTo>
                  <a:lnTo>
                    <a:pt x="184878" y="219710"/>
                  </a:lnTo>
                  <a:lnTo>
                    <a:pt x="182334" y="222250"/>
                  </a:lnTo>
                  <a:lnTo>
                    <a:pt x="193039" y="222250"/>
                  </a:lnTo>
                  <a:lnTo>
                    <a:pt x="195579" y="219710"/>
                  </a:lnTo>
                  <a:close/>
                </a:path>
                <a:path w="410210" h="405130">
                  <a:moveTo>
                    <a:pt x="198119" y="217170"/>
                  </a:moveTo>
                  <a:lnTo>
                    <a:pt x="187423" y="217170"/>
                  </a:lnTo>
                  <a:lnTo>
                    <a:pt x="186150" y="218440"/>
                  </a:lnTo>
                  <a:lnTo>
                    <a:pt x="196849" y="218440"/>
                  </a:lnTo>
                  <a:lnTo>
                    <a:pt x="198119" y="217170"/>
                  </a:lnTo>
                  <a:close/>
                </a:path>
                <a:path w="410210" h="405130">
                  <a:moveTo>
                    <a:pt x="201929" y="213360"/>
                  </a:moveTo>
                  <a:lnTo>
                    <a:pt x="191239" y="213360"/>
                  </a:lnTo>
                  <a:lnTo>
                    <a:pt x="188695" y="215900"/>
                  </a:lnTo>
                  <a:lnTo>
                    <a:pt x="199389" y="215900"/>
                  </a:lnTo>
                  <a:lnTo>
                    <a:pt x="201929" y="213360"/>
                  </a:lnTo>
                  <a:close/>
                </a:path>
                <a:path w="410210" h="405130">
                  <a:moveTo>
                    <a:pt x="214629" y="200660"/>
                  </a:moveTo>
                  <a:lnTo>
                    <a:pt x="203961" y="200660"/>
                  </a:lnTo>
                  <a:lnTo>
                    <a:pt x="192511" y="212090"/>
                  </a:lnTo>
                  <a:lnTo>
                    <a:pt x="203199" y="212090"/>
                  </a:lnTo>
                  <a:lnTo>
                    <a:pt x="214629" y="200660"/>
                  </a:lnTo>
                  <a:close/>
                </a:path>
                <a:path w="410210" h="405130">
                  <a:moveTo>
                    <a:pt x="223519" y="191770"/>
                  </a:moveTo>
                  <a:lnTo>
                    <a:pt x="212866" y="191770"/>
                  </a:lnTo>
                  <a:lnTo>
                    <a:pt x="205233" y="199390"/>
                  </a:lnTo>
                  <a:lnTo>
                    <a:pt x="215899" y="199390"/>
                  </a:lnTo>
                  <a:lnTo>
                    <a:pt x="223519" y="191770"/>
                  </a:lnTo>
                  <a:close/>
                </a:path>
                <a:path w="410210" h="405130">
                  <a:moveTo>
                    <a:pt x="240029" y="175260"/>
                  </a:moveTo>
                  <a:lnTo>
                    <a:pt x="229404" y="175260"/>
                  </a:lnTo>
                  <a:lnTo>
                    <a:pt x="214138" y="190500"/>
                  </a:lnTo>
                  <a:lnTo>
                    <a:pt x="224789" y="190500"/>
                  </a:lnTo>
                  <a:lnTo>
                    <a:pt x="240029" y="175260"/>
                  </a:lnTo>
                  <a:close/>
                </a:path>
                <a:path w="410210" h="405130">
                  <a:moveTo>
                    <a:pt x="245109" y="170180"/>
                  </a:moveTo>
                  <a:lnTo>
                    <a:pt x="234492" y="170180"/>
                  </a:lnTo>
                  <a:lnTo>
                    <a:pt x="230676" y="173990"/>
                  </a:lnTo>
                  <a:lnTo>
                    <a:pt x="241299" y="173990"/>
                  </a:lnTo>
                  <a:lnTo>
                    <a:pt x="245109" y="170180"/>
                  </a:lnTo>
                  <a:close/>
                </a:path>
              </a:pathLst>
            </a:custGeom>
            <a:solidFill>
              <a:srgbClr val="BA43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1">
              <a:extLst>
                <a:ext uri="{FF2B5EF4-FFF2-40B4-BE49-F238E27FC236}">
                  <a16:creationId xmlns:a16="http://schemas.microsoft.com/office/drawing/2014/main" id="{B93F4718-CC1B-B8F9-3F38-B13A584126A9}"/>
                </a:ext>
              </a:extLst>
            </p:cNvPr>
            <p:cNvSpPr/>
            <p:nvPr/>
          </p:nvSpPr>
          <p:spPr>
            <a:xfrm>
              <a:off x="2924810" y="2692400"/>
              <a:ext cx="403860" cy="397510"/>
            </a:xfrm>
            <a:custGeom>
              <a:avLst/>
              <a:gdLst/>
              <a:ahLst/>
              <a:cxnLst/>
              <a:rect l="l" t="t" r="r" b="b"/>
              <a:pathLst>
                <a:path w="403860" h="397510">
                  <a:moveTo>
                    <a:pt x="326390" y="81280"/>
                  </a:moveTo>
                  <a:lnTo>
                    <a:pt x="316230" y="81280"/>
                  </a:lnTo>
                  <a:lnTo>
                    <a:pt x="309880" y="87630"/>
                  </a:lnTo>
                  <a:lnTo>
                    <a:pt x="320040" y="87630"/>
                  </a:lnTo>
                  <a:lnTo>
                    <a:pt x="326390" y="81280"/>
                  </a:lnTo>
                  <a:close/>
                </a:path>
                <a:path w="403860" h="397510">
                  <a:moveTo>
                    <a:pt x="328930" y="78740"/>
                  </a:moveTo>
                  <a:lnTo>
                    <a:pt x="318769" y="78740"/>
                  </a:lnTo>
                  <a:lnTo>
                    <a:pt x="317500" y="80010"/>
                  </a:lnTo>
                  <a:lnTo>
                    <a:pt x="327660" y="80010"/>
                  </a:lnTo>
                  <a:lnTo>
                    <a:pt x="328930" y="78740"/>
                  </a:lnTo>
                  <a:close/>
                </a:path>
                <a:path w="403860" h="397510">
                  <a:moveTo>
                    <a:pt x="332740" y="74930"/>
                  </a:moveTo>
                  <a:lnTo>
                    <a:pt x="322580" y="74930"/>
                  </a:lnTo>
                  <a:lnTo>
                    <a:pt x="320040" y="77470"/>
                  </a:lnTo>
                  <a:lnTo>
                    <a:pt x="330200" y="77470"/>
                  </a:lnTo>
                  <a:lnTo>
                    <a:pt x="332740" y="74930"/>
                  </a:lnTo>
                  <a:close/>
                </a:path>
                <a:path w="403860" h="397510">
                  <a:moveTo>
                    <a:pt x="335280" y="72390"/>
                  </a:moveTo>
                  <a:lnTo>
                    <a:pt x="325119" y="72390"/>
                  </a:lnTo>
                  <a:lnTo>
                    <a:pt x="323850" y="73660"/>
                  </a:lnTo>
                  <a:lnTo>
                    <a:pt x="334010" y="73660"/>
                  </a:lnTo>
                  <a:lnTo>
                    <a:pt x="335280" y="72390"/>
                  </a:lnTo>
                  <a:close/>
                </a:path>
                <a:path w="403860" h="397510">
                  <a:moveTo>
                    <a:pt x="339090" y="68580"/>
                  </a:moveTo>
                  <a:lnTo>
                    <a:pt x="328930" y="68580"/>
                  </a:lnTo>
                  <a:lnTo>
                    <a:pt x="326390" y="71120"/>
                  </a:lnTo>
                  <a:lnTo>
                    <a:pt x="336550" y="71120"/>
                  </a:lnTo>
                  <a:lnTo>
                    <a:pt x="339090" y="68580"/>
                  </a:lnTo>
                  <a:close/>
                </a:path>
                <a:path w="403860" h="397510">
                  <a:moveTo>
                    <a:pt x="341630" y="66040"/>
                  </a:moveTo>
                  <a:lnTo>
                    <a:pt x="331469" y="66040"/>
                  </a:lnTo>
                  <a:lnTo>
                    <a:pt x="330200" y="67310"/>
                  </a:lnTo>
                  <a:lnTo>
                    <a:pt x="340360" y="67310"/>
                  </a:lnTo>
                  <a:lnTo>
                    <a:pt x="341630" y="66040"/>
                  </a:lnTo>
                  <a:close/>
                </a:path>
                <a:path w="403860" h="397510">
                  <a:moveTo>
                    <a:pt x="354330" y="53340"/>
                  </a:moveTo>
                  <a:lnTo>
                    <a:pt x="344169" y="53340"/>
                  </a:lnTo>
                  <a:lnTo>
                    <a:pt x="332740" y="64770"/>
                  </a:lnTo>
                  <a:lnTo>
                    <a:pt x="342900" y="64770"/>
                  </a:lnTo>
                  <a:lnTo>
                    <a:pt x="354330" y="53340"/>
                  </a:lnTo>
                  <a:close/>
                </a:path>
                <a:path w="403860" h="397510">
                  <a:moveTo>
                    <a:pt x="367030" y="40640"/>
                  </a:moveTo>
                  <a:lnTo>
                    <a:pt x="356869" y="40640"/>
                  </a:lnTo>
                  <a:lnTo>
                    <a:pt x="345440" y="52070"/>
                  </a:lnTo>
                  <a:lnTo>
                    <a:pt x="355600" y="52070"/>
                  </a:lnTo>
                  <a:lnTo>
                    <a:pt x="367030" y="40640"/>
                  </a:lnTo>
                  <a:close/>
                </a:path>
                <a:path w="403860" h="397510">
                  <a:moveTo>
                    <a:pt x="370840" y="36830"/>
                  </a:moveTo>
                  <a:lnTo>
                    <a:pt x="360680" y="36830"/>
                  </a:lnTo>
                  <a:lnTo>
                    <a:pt x="358140" y="39370"/>
                  </a:lnTo>
                  <a:lnTo>
                    <a:pt x="368300" y="39370"/>
                  </a:lnTo>
                  <a:lnTo>
                    <a:pt x="370840" y="36830"/>
                  </a:lnTo>
                  <a:close/>
                </a:path>
                <a:path w="403860" h="397510">
                  <a:moveTo>
                    <a:pt x="373380" y="34290"/>
                  </a:moveTo>
                  <a:lnTo>
                    <a:pt x="363219" y="34290"/>
                  </a:lnTo>
                  <a:lnTo>
                    <a:pt x="361950" y="35560"/>
                  </a:lnTo>
                  <a:lnTo>
                    <a:pt x="372110" y="35560"/>
                  </a:lnTo>
                  <a:lnTo>
                    <a:pt x="373380" y="34290"/>
                  </a:lnTo>
                  <a:close/>
                </a:path>
                <a:path w="403860" h="397510">
                  <a:moveTo>
                    <a:pt x="377190" y="30480"/>
                  </a:moveTo>
                  <a:lnTo>
                    <a:pt x="367030" y="30480"/>
                  </a:lnTo>
                  <a:lnTo>
                    <a:pt x="364490" y="33020"/>
                  </a:lnTo>
                  <a:lnTo>
                    <a:pt x="374650" y="33020"/>
                  </a:lnTo>
                  <a:lnTo>
                    <a:pt x="377190" y="30480"/>
                  </a:lnTo>
                  <a:close/>
                </a:path>
                <a:path w="403860" h="397510">
                  <a:moveTo>
                    <a:pt x="379730" y="27940"/>
                  </a:moveTo>
                  <a:lnTo>
                    <a:pt x="369569" y="27940"/>
                  </a:lnTo>
                  <a:lnTo>
                    <a:pt x="368300" y="29210"/>
                  </a:lnTo>
                  <a:lnTo>
                    <a:pt x="378460" y="29210"/>
                  </a:lnTo>
                  <a:lnTo>
                    <a:pt x="379730" y="27940"/>
                  </a:lnTo>
                  <a:close/>
                </a:path>
                <a:path w="403860" h="397510">
                  <a:moveTo>
                    <a:pt x="383540" y="24130"/>
                  </a:moveTo>
                  <a:lnTo>
                    <a:pt x="373380" y="24130"/>
                  </a:lnTo>
                  <a:lnTo>
                    <a:pt x="370840" y="26670"/>
                  </a:lnTo>
                  <a:lnTo>
                    <a:pt x="381000" y="26670"/>
                  </a:lnTo>
                  <a:lnTo>
                    <a:pt x="383540" y="24130"/>
                  </a:lnTo>
                  <a:close/>
                </a:path>
                <a:path w="403860" h="397510">
                  <a:moveTo>
                    <a:pt x="386080" y="21590"/>
                  </a:moveTo>
                  <a:lnTo>
                    <a:pt x="375919" y="21590"/>
                  </a:lnTo>
                  <a:lnTo>
                    <a:pt x="374650" y="22860"/>
                  </a:lnTo>
                  <a:lnTo>
                    <a:pt x="384810" y="22860"/>
                  </a:lnTo>
                  <a:lnTo>
                    <a:pt x="386080" y="21590"/>
                  </a:lnTo>
                  <a:close/>
                </a:path>
                <a:path w="403860" h="397510">
                  <a:moveTo>
                    <a:pt x="389890" y="17780"/>
                  </a:moveTo>
                  <a:lnTo>
                    <a:pt x="379730" y="17780"/>
                  </a:lnTo>
                  <a:lnTo>
                    <a:pt x="377190" y="20320"/>
                  </a:lnTo>
                  <a:lnTo>
                    <a:pt x="387350" y="20320"/>
                  </a:lnTo>
                  <a:lnTo>
                    <a:pt x="389890" y="17780"/>
                  </a:lnTo>
                  <a:close/>
                </a:path>
                <a:path w="403860" h="397510">
                  <a:moveTo>
                    <a:pt x="392430" y="15240"/>
                  </a:moveTo>
                  <a:lnTo>
                    <a:pt x="382269" y="15240"/>
                  </a:lnTo>
                  <a:lnTo>
                    <a:pt x="381000" y="16510"/>
                  </a:lnTo>
                  <a:lnTo>
                    <a:pt x="391160" y="16510"/>
                  </a:lnTo>
                  <a:lnTo>
                    <a:pt x="392430" y="15240"/>
                  </a:lnTo>
                  <a:close/>
                </a:path>
                <a:path w="403860" h="397510">
                  <a:moveTo>
                    <a:pt x="396240" y="11430"/>
                  </a:moveTo>
                  <a:lnTo>
                    <a:pt x="386080" y="11430"/>
                  </a:lnTo>
                  <a:lnTo>
                    <a:pt x="383540" y="13970"/>
                  </a:lnTo>
                  <a:lnTo>
                    <a:pt x="393700" y="13970"/>
                  </a:lnTo>
                  <a:lnTo>
                    <a:pt x="396240" y="11430"/>
                  </a:lnTo>
                  <a:close/>
                </a:path>
                <a:path w="403860" h="397510">
                  <a:moveTo>
                    <a:pt x="398780" y="8890"/>
                  </a:moveTo>
                  <a:lnTo>
                    <a:pt x="388619" y="8890"/>
                  </a:lnTo>
                  <a:lnTo>
                    <a:pt x="387350" y="10160"/>
                  </a:lnTo>
                  <a:lnTo>
                    <a:pt x="397510" y="10160"/>
                  </a:lnTo>
                  <a:lnTo>
                    <a:pt x="398780" y="8890"/>
                  </a:lnTo>
                  <a:close/>
                </a:path>
                <a:path w="403860" h="397510">
                  <a:moveTo>
                    <a:pt x="402590" y="5080"/>
                  </a:moveTo>
                  <a:lnTo>
                    <a:pt x="392429" y="5080"/>
                  </a:lnTo>
                  <a:lnTo>
                    <a:pt x="389890" y="7620"/>
                  </a:lnTo>
                  <a:lnTo>
                    <a:pt x="400050" y="7620"/>
                  </a:lnTo>
                  <a:lnTo>
                    <a:pt x="402590" y="5080"/>
                  </a:lnTo>
                  <a:close/>
                </a:path>
                <a:path w="403860" h="397510">
                  <a:moveTo>
                    <a:pt x="403860" y="3810"/>
                  </a:moveTo>
                  <a:lnTo>
                    <a:pt x="402590" y="3810"/>
                  </a:lnTo>
                  <a:lnTo>
                    <a:pt x="402590" y="5080"/>
                  </a:lnTo>
                  <a:lnTo>
                    <a:pt x="403860" y="3810"/>
                  </a:lnTo>
                  <a:close/>
                </a:path>
                <a:path w="403860" h="397510">
                  <a:moveTo>
                    <a:pt x="400050" y="1270"/>
                  </a:moveTo>
                  <a:lnTo>
                    <a:pt x="398780" y="1270"/>
                  </a:lnTo>
                  <a:lnTo>
                    <a:pt x="398780" y="2540"/>
                  </a:lnTo>
                  <a:lnTo>
                    <a:pt x="394969" y="2540"/>
                  </a:lnTo>
                  <a:lnTo>
                    <a:pt x="393700" y="3810"/>
                  </a:lnTo>
                  <a:lnTo>
                    <a:pt x="400050" y="3810"/>
                  </a:lnTo>
                  <a:lnTo>
                    <a:pt x="400050" y="1270"/>
                  </a:lnTo>
                  <a:close/>
                </a:path>
                <a:path w="403860" h="397510">
                  <a:moveTo>
                    <a:pt x="397510" y="0"/>
                  </a:moveTo>
                  <a:lnTo>
                    <a:pt x="396240" y="1270"/>
                  </a:lnTo>
                  <a:lnTo>
                    <a:pt x="397510" y="1270"/>
                  </a:lnTo>
                  <a:lnTo>
                    <a:pt x="397510" y="0"/>
                  </a:lnTo>
                  <a:close/>
                </a:path>
                <a:path w="403860" h="397510">
                  <a:moveTo>
                    <a:pt x="320040" y="87630"/>
                  </a:moveTo>
                  <a:lnTo>
                    <a:pt x="309879" y="87630"/>
                  </a:lnTo>
                  <a:lnTo>
                    <a:pt x="284480" y="113030"/>
                  </a:lnTo>
                  <a:lnTo>
                    <a:pt x="294640" y="113030"/>
                  </a:lnTo>
                  <a:lnTo>
                    <a:pt x="320040" y="87630"/>
                  </a:lnTo>
                  <a:close/>
                </a:path>
                <a:path w="403860" h="397510">
                  <a:moveTo>
                    <a:pt x="294640" y="113030"/>
                  </a:moveTo>
                  <a:lnTo>
                    <a:pt x="284479" y="113030"/>
                  </a:lnTo>
                  <a:lnTo>
                    <a:pt x="233680" y="163830"/>
                  </a:lnTo>
                  <a:lnTo>
                    <a:pt x="243840" y="163830"/>
                  </a:lnTo>
                  <a:lnTo>
                    <a:pt x="294640" y="113030"/>
                  </a:lnTo>
                  <a:close/>
                </a:path>
                <a:path w="403860" h="397510">
                  <a:moveTo>
                    <a:pt x="11430" y="396240"/>
                  </a:moveTo>
                  <a:lnTo>
                    <a:pt x="1270" y="396240"/>
                  </a:lnTo>
                  <a:lnTo>
                    <a:pt x="0" y="397510"/>
                  </a:lnTo>
                  <a:lnTo>
                    <a:pt x="10160" y="397510"/>
                  </a:lnTo>
                  <a:lnTo>
                    <a:pt x="11430" y="396240"/>
                  </a:lnTo>
                  <a:close/>
                </a:path>
                <a:path w="403860" h="397510">
                  <a:moveTo>
                    <a:pt x="15240" y="392430"/>
                  </a:moveTo>
                  <a:lnTo>
                    <a:pt x="5080" y="392430"/>
                  </a:lnTo>
                  <a:lnTo>
                    <a:pt x="2539" y="394970"/>
                  </a:lnTo>
                  <a:lnTo>
                    <a:pt x="12700" y="394970"/>
                  </a:lnTo>
                  <a:lnTo>
                    <a:pt x="15240" y="392430"/>
                  </a:lnTo>
                  <a:close/>
                </a:path>
                <a:path w="403860" h="397510">
                  <a:moveTo>
                    <a:pt x="17780" y="389890"/>
                  </a:moveTo>
                  <a:lnTo>
                    <a:pt x="7620" y="389890"/>
                  </a:lnTo>
                  <a:lnTo>
                    <a:pt x="6350" y="391160"/>
                  </a:lnTo>
                  <a:lnTo>
                    <a:pt x="16510" y="391160"/>
                  </a:lnTo>
                  <a:lnTo>
                    <a:pt x="17780" y="389890"/>
                  </a:lnTo>
                  <a:close/>
                </a:path>
                <a:path w="403860" h="397510">
                  <a:moveTo>
                    <a:pt x="21590" y="386080"/>
                  </a:moveTo>
                  <a:lnTo>
                    <a:pt x="11430" y="386080"/>
                  </a:lnTo>
                  <a:lnTo>
                    <a:pt x="8889" y="388620"/>
                  </a:lnTo>
                  <a:lnTo>
                    <a:pt x="19050" y="388620"/>
                  </a:lnTo>
                  <a:lnTo>
                    <a:pt x="21590" y="386080"/>
                  </a:lnTo>
                  <a:close/>
                </a:path>
                <a:path w="403860" h="397510">
                  <a:moveTo>
                    <a:pt x="24130" y="383540"/>
                  </a:moveTo>
                  <a:lnTo>
                    <a:pt x="13970" y="383540"/>
                  </a:lnTo>
                  <a:lnTo>
                    <a:pt x="12700" y="384810"/>
                  </a:lnTo>
                  <a:lnTo>
                    <a:pt x="22860" y="384810"/>
                  </a:lnTo>
                  <a:lnTo>
                    <a:pt x="24130" y="383540"/>
                  </a:lnTo>
                  <a:close/>
                </a:path>
                <a:path w="403860" h="397510">
                  <a:moveTo>
                    <a:pt x="27940" y="379730"/>
                  </a:moveTo>
                  <a:lnTo>
                    <a:pt x="17780" y="379730"/>
                  </a:lnTo>
                  <a:lnTo>
                    <a:pt x="15239" y="382270"/>
                  </a:lnTo>
                  <a:lnTo>
                    <a:pt x="25400" y="382270"/>
                  </a:lnTo>
                  <a:lnTo>
                    <a:pt x="27940" y="379730"/>
                  </a:lnTo>
                  <a:close/>
                </a:path>
                <a:path w="403860" h="397510">
                  <a:moveTo>
                    <a:pt x="30480" y="377190"/>
                  </a:moveTo>
                  <a:lnTo>
                    <a:pt x="20320" y="377190"/>
                  </a:lnTo>
                  <a:lnTo>
                    <a:pt x="19050" y="378460"/>
                  </a:lnTo>
                  <a:lnTo>
                    <a:pt x="29210" y="378460"/>
                  </a:lnTo>
                  <a:lnTo>
                    <a:pt x="30480" y="377190"/>
                  </a:lnTo>
                  <a:close/>
                </a:path>
                <a:path w="403860" h="397510">
                  <a:moveTo>
                    <a:pt x="34290" y="373380"/>
                  </a:moveTo>
                  <a:lnTo>
                    <a:pt x="24130" y="373380"/>
                  </a:lnTo>
                  <a:lnTo>
                    <a:pt x="21589" y="375920"/>
                  </a:lnTo>
                  <a:lnTo>
                    <a:pt x="31750" y="375920"/>
                  </a:lnTo>
                  <a:lnTo>
                    <a:pt x="34290" y="373380"/>
                  </a:lnTo>
                  <a:close/>
                </a:path>
                <a:path w="403860" h="397510">
                  <a:moveTo>
                    <a:pt x="36830" y="370840"/>
                  </a:moveTo>
                  <a:lnTo>
                    <a:pt x="26669" y="370840"/>
                  </a:lnTo>
                  <a:lnTo>
                    <a:pt x="25400" y="372110"/>
                  </a:lnTo>
                  <a:lnTo>
                    <a:pt x="35560" y="372110"/>
                  </a:lnTo>
                  <a:lnTo>
                    <a:pt x="36830" y="370840"/>
                  </a:lnTo>
                  <a:close/>
                </a:path>
                <a:path w="403860" h="397510">
                  <a:moveTo>
                    <a:pt x="40640" y="367030"/>
                  </a:moveTo>
                  <a:lnTo>
                    <a:pt x="30480" y="367030"/>
                  </a:lnTo>
                  <a:lnTo>
                    <a:pt x="27939" y="369570"/>
                  </a:lnTo>
                  <a:lnTo>
                    <a:pt x="38100" y="369570"/>
                  </a:lnTo>
                  <a:lnTo>
                    <a:pt x="40640" y="367030"/>
                  </a:lnTo>
                  <a:close/>
                </a:path>
                <a:path w="403860" h="397510">
                  <a:moveTo>
                    <a:pt x="43180" y="364490"/>
                  </a:moveTo>
                  <a:lnTo>
                    <a:pt x="33020" y="364490"/>
                  </a:lnTo>
                  <a:lnTo>
                    <a:pt x="31749" y="365760"/>
                  </a:lnTo>
                  <a:lnTo>
                    <a:pt x="41910" y="365760"/>
                  </a:lnTo>
                  <a:lnTo>
                    <a:pt x="43180" y="364490"/>
                  </a:lnTo>
                  <a:close/>
                </a:path>
                <a:path w="403860" h="397510">
                  <a:moveTo>
                    <a:pt x="46990" y="360680"/>
                  </a:moveTo>
                  <a:lnTo>
                    <a:pt x="36830" y="360680"/>
                  </a:lnTo>
                  <a:lnTo>
                    <a:pt x="34289" y="363220"/>
                  </a:lnTo>
                  <a:lnTo>
                    <a:pt x="44450" y="363220"/>
                  </a:lnTo>
                  <a:lnTo>
                    <a:pt x="46990" y="360680"/>
                  </a:lnTo>
                  <a:close/>
                </a:path>
                <a:path w="403860" h="397510">
                  <a:moveTo>
                    <a:pt x="49530" y="358140"/>
                  </a:moveTo>
                  <a:lnTo>
                    <a:pt x="39370" y="358140"/>
                  </a:lnTo>
                  <a:lnTo>
                    <a:pt x="38100" y="359410"/>
                  </a:lnTo>
                  <a:lnTo>
                    <a:pt x="48260" y="359410"/>
                  </a:lnTo>
                  <a:lnTo>
                    <a:pt x="49530" y="358140"/>
                  </a:lnTo>
                  <a:close/>
                </a:path>
                <a:path w="403860" h="397510">
                  <a:moveTo>
                    <a:pt x="53340" y="354330"/>
                  </a:moveTo>
                  <a:lnTo>
                    <a:pt x="43180" y="354330"/>
                  </a:lnTo>
                  <a:lnTo>
                    <a:pt x="40639" y="356870"/>
                  </a:lnTo>
                  <a:lnTo>
                    <a:pt x="50800" y="356870"/>
                  </a:lnTo>
                  <a:lnTo>
                    <a:pt x="53340" y="354330"/>
                  </a:lnTo>
                  <a:close/>
                </a:path>
                <a:path w="403860" h="397510">
                  <a:moveTo>
                    <a:pt x="55880" y="351790"/>
                  </a:moveTo>
                  <a:lnTo>
                    <a:pt x="45720" y="351790"/>
                  </a:lnTo>
                  <a:lnTo>
                    <a:pt x="44450" y="353060"/>
                  </a:lnTo>
                  <a:lnTo>
                    <a:pt x="54610" y="353060"/>
                  </a:lnTo>
                  <a:lnTo>
                    <a:pt x="55880" y="351790"/>
                  </a:lnTo>
                  <a:close/>
                </a:path>
                <a:path w="403860" h="397510">
                  <a:moveTo>
                    <a:pt x="59690" y="347980"/>
                  </a:moveTo>
                  <a:lnTo>
                    <a:pt x="49530" y="347980"/>
                  </a:lnTo>
                  <a:lnTo>
                    <a:pt x="46989" y="350520"/>
                  </a:lnTo>
                  <a:lnTo>
                    <a:pt x="57150" y="350520"/>
                  </a:lnTo>
                  <a:lnTo>
                    <a:pt x="59690" y="347980"/>
                  </a:lnTo>
                  <a:close/>
                </a:path>
                <a:path w="403860" h="397510">
                  <a:moveTo>
                    <a:pt x="62230" y="345440"/>
                  </a:moveTo>
                  <a:lnTo>
                    <a:pt x="52070" y="345440"/>
                  </a:lnTo>
                  <a:lnTo>
                    <a:pt x="50800" y="346710"/>
                  </a:lnTo>
                  <a:lnTo>
                    <a:pt x="60960" y="346710"/>
                  </a:lnTo>
                  <a:lnTo>
                    <a:pt x="62230" y="345440"/>
                  </a:lnTo>
                  <a:close/>
                </a:path>
                <a:path w="403860" h="397510">
                  <a:moveTo>
                    <a:pt x="66040" y="341630"/>
                  </a:moveTo>
                  <a:lnTo>
                    <a:pt x="55880" y="341630"/>
                  </a:lnTo>
                  <a:lnTo>
                    <a:pt x="53339" y="344170"/>
                  </a:lnTo>
                  <a:lnTo>
                    <a:pt x="63500" y="344170"/>
                  </a:lnTo>
                  <a:lnTo>
                    <a:pt x="66040" y="341630"/>
                  </a:lnTo>
                  <a:close/>
                </a:path>
                <a:path w="403860" h="397510">
                  <a:moveTo>
                    <a:pt x="68580" y="339090"/>
                  </a:moveTo>
                  <a:lnTo>
                    <a:pt x="58420" y="339090"/>
                  </a:lnTo>
                  <a:lnTo>
                    <a:pt x="57149" y="340360"/>
                  </a:lnTo>
                  <a:lnTo>
                    <a:pt x="67310" y="340360"/>
                  </a:lnTo>
                  <a:lnTo>
                    <a:pt x="68580" y="339090"/>
                  </a:lnTo>
                  <a:close/>
                </a:path>
                <a:path w="403860" h="397510">
                  <a:moveTo>
                    <a:pt x="72390" y="335280"/>
                  </a:moveTo>
                  <a:lnTo>
                    <a:pt x="62230" y="335280"/>
                  </a:lnTo>
                  <a:lnTo>
                    <a:pt x="59689" y="337820"/>
                  </a:lnTo>
                  <a:lnTo>
                    <a:pt x="69850" y="337820"/>
                  </a:lnTo>
                  <a:lnTo>
                    <a:pt x="72390" y="335280"/>
                  </a:lnTo>
                  <a:close/>
                </a:path>
                <a:path w="403860" h="397510">
                  <a:moveTo>
                    <a:pt x="74930" y="332740"/>
                  </a:moveTo>
                  <a:lnTo>
                    <a:pt x="64770" y="332740"/>
                  </a:lnTo>
                  <a:lnTo>
                    <a:pt x="63499" y="334010"/>
                  </a:lnTo>
                  <a:lnTo>
                    <a:pt x="73660" y="334010"/>
                  </a:lnTo>
                  <a:lnTo>
                    <a:pt x="74930" y="332740"/>
                  </a:lnTo>
                  <a:close/>
                </a:path>
                <a:path w="403860" h="397510">
                  <a:moveTo>
                    <a:pt x="78740" y="328930"/>
                  </a:moveTo>
                  <a:lnTo>
                    <a:pt x="68580" y="328930"/>
                  </a:lnTo>
                  <a:lnTo>
                    <a:pt x="66039" y="331470"/>
                  </a:lnTo>
                  <a:lnTo>
                    <a:pt x="76200" y="331470"/>
                  </a:lnTo>
                  <a:lnTo>
                    <a:pt x="78740" y="328930"/>
                  </a:lnTo>
                  <a:close/>
                </a:path>
                <a:path w="403860" h="397510">
                  <a:moveTo>
                    <a:pt x="81280" y="326390"/>
                  </a:moveTo>
                  <a:lnTo>
                    <a:pt x="71120" y="326390"/>
                  </a:lnTo>
                  <a:lnTo>
                    <a:pt x="69849" y="327660"/>
                  </a:lnTo>
                  <a:lnTo>
                    <a:pt x="80010" y="327660"/>
                  </a:lnTo>
                  <a:lnTo>
                    <a:pt x="81280" y="326390"/>
                  </a:lnTo>
                  <a:close/>
                </a:path>
                <a:path w="403860" h="397510">
                  <a:moveTo>
                    <a:pt x="85090" y="322580"/>
                  </a:moveTo>
                  <a:lnTo>
                    <a:pt x="74930" y="322580"/>
                  </a:lnTo>
                  <a:lnTo>
                    <a:pt x="72389" y="325120"/>
                  </a:lnTo>
                  <a:lnTo>
                    <a:pt x="82550" y="325120"/>
                  </a:lnTo>
                  <a:lnTo>
                    <a:pt x="85090" y="322580"/>
                  </a:lnTo>
                  <a:close/>
                </a:path>
                <a:path w="403860" h="397510">
                  <a:moveTo>
                    <a:pt x="87630" y="320040"/>
                  </a:moveTo>
                  <a:lnTo>
                    <a:pt x="77469" y="320040"/>
                  </a:lnTo>
                  <a:lnTo>
                    <a:pt x="76200" y="321310"/>
                  </a:lnTo>
                  <a:lnTo>
                    <a:pt x="86360" y="321310"/>
                  </a:lnTo>
                  <a:lnTo>
                    <a:pt x="87630" y="320040"/>
                  </a:lnTo>
                  <a:close/>
                </a:path>
                <a:path w="403860" h="397510">
                  <a:moveTo>
                    <a:pt x="91440" y="316230"/>
                  </a:moveTo>
                  <a:lnTo>
                    <a:pt x="81280" y="316230"/>
                  </a:lnTo>
                  <a:lnTo>
                    <a:pt x="78739" y="318770"/>
                  </a:lnTo>
                  <a:lnTo>
                    <a:pt x="88900" y="318770"/>
                  </a:lnTo>
                  <a:lnTo>
                    <a:pt x="91440" y="316230"/>
                  </a:lnTo>
                  <a:close/>
                </a:path>
                <a:path w="403860" h="397510">
                  <a:moveTo>
                    <a:pt x="93980" y="313690"/>
                  </a:moveTo>
                  <a:lnTo>
                    <a:pt x="83819" y="313690"/>
                  </a:lnTo>
                  <a:lnTo>
                    <a:pt x="82549" y="314960"/>
                  </a:lnTo>
                  <a:lnTo>
                    <a:pt x="92710" y="314960"/>
                  </a:lnTo>
                  <a:lnTo>
                    <a:pt x="93980" y="313690"/>
                  </a:lnTo>
                  <a:close/>
                </a:path>
                <a:path w="403860" h="397510">
                  <a:moveTo>
                    <a:pt x="97790" y="309880"/>
                  </a:moveTo>
                  <a:lnTo>
                    <a:pt x="87630" y="309880"/>
                  </a:lnTo>
                  <a:lnTo>
                    <a:pt x="85089" y="312420"/>
                  </a:lnTo>
                  <a:lnTo>
                    <a:pt x="95250" y="312420"/>
                  </a:lnTo>
                  <a:lnTo>
                    <a:pt x="97790" y="309880"/>
                  </a:lnTo>
                  <a:close/>
                </a:path>
                <a:path w="403860" h="397510">
                  <a:moveTo>
                    <a:pt x="100330" y="307340"/>
                  </a:moveTo>
                  <a:lnTo>
                    <a:pt x="90169" y="307340"/>
                  </a:lnTo>
                  <a:lnTo>
                    <a:pt x="88899" y="308610"/>
                  </a:lnTo>
                  <a:lnTo>
                    <a:pt x="99060" y="308610"/>
                  </a:lnTo>
                  <a:lnTo>
                    <a:pt x="100330" y="307340"/>
                  </a:lnTo>
                  <a:close/>
                </a:path>
                <a:path w="403860" h="397510">
                  <a:moveTo>
                    <a:pt x="104140" y="303530"/>
                  </a:moveTo>
                  <a:lnTo>
                    <a:pt x="93980" y="303530"/>
                  </a:lnTo>
                  <a:lnTo>
                    <a:pt x="91439" y="306070"/>
                  </a:lnTo>
                  <a:lnTo>
                    <a:pt x="101600" y="306070"/>
                  </a:lnTo>
                  <a:lnTo>
                    <a:pt x="104140" y="303530"/>
                  </a:lnTo>
                  <a:close/>
                </a:path>
                <a:path w="403860" h="397510">
                  <a:moveTo>
                    <a:pt x="106680" y="300990"/>
                  </a:moveTo>
                  <a:lnTo>
                    <a:pt x="96519" y="300990"/>
                  </a:lnTo>
                  <a:lnTo>
                    <a:pt x="95249" y="302260"/>
                  </a:lnTo>
                  <a:lnTo>
                    <a:pt x="105410" y="302260"/>
                  </a:lnTo>
                  <a:lnTo>
                    <a:pt x="106680" y="300990"/>
                  </a:lnTo>
                  <a:close/>
                </a:path>
                <a:path w="403860" h="397510">
                  <a:moveTo>
                    <a:pt x="110490" y="297180"/>
                  </a:moveTo>
                  <a:lnTo>
                    <a:pt x="100330" y="297180"/>
                  </a:lnTo>
                  <a:lnTo>
                    <a:pt x="97789" y="299720"/>
                  </a:lnTo>
                  <a:lnTo>
                    <a:pt x="107950" y="299720"/>
                  </a:lnTo>
                  <a:lnTo>
                    <a:pt x="110490" y="297180"/>
                  </a:lnTo>
                  <a:close/>
                </a:path>
                <a:path w="403860" h="397510">
                  <a:moveTo>
                    <a:pt x="113030" y="294640"/>
                  </a:moveTo>
                  <a:lnTo>
                    <a:pt x="102869" y="294640"/>
                  </a:lnTo>
                  <a:lnTo>
                    <a:pt x="101600" y="295910"/>
                  </a:lnTo>
                  <a:lnTo>
                    <a:pt x="111760" y="295910"/>
                  </a:lnTo>
                  <a:lnTo>
                    <a:pt x="113030" y="294640"/>
                  </a:lnTo>
                  <a:close/>
                </a:path>
                <a:path w="403860" h="397510">
                  <a:moveTo>
                    <a:pt x="116840" y="290830"/>
                  </a:moveTo>
                  <a:lnTo>
                    <a:pt x="106680" y="290830"/>
                  </a:lnTo>
                  <a:lnTo>
                    <a:pt x="104139" y="293370"/>
                  </a:lnTo>
                  <a:lnTo>
                    <a:pt x="114300" y="293370"/>
                  </a:lnTo>
                  <a:lnTo>
                    <a:pt x="116840" y="290830"/>
                  </a:lnTo>
                  <a:close/>
                </a:path>
                <a:path w="403860" h="397510">
                  <a:moveTo>
                    <a:pt x="119380" y="288290"/>
                  </a:moveTo>
                  <a:lnTo>
                    <a:pt x="109219" y="288290"/>
                  </a:lnTo>
                  <a:lnTo>
                    <a:pt x="107949" y="289560"/>
                  </a:lnTo>
                  <a:lnTo>
                    <a:pt x="118110" y="289560"/>
                  </a:lnTo>
                  <a:lnTo>
                    <a:pt x="119380" y="288290"/>
                  </a:lnTo>
                  <a:close/>
                </a:path>
                <a:path w="403860" h="397510">
                  <a:moveTo>
                    <a:pt x="123190" y="284480"/>
                  </a:moveTo>
                  <a:lnTo>
                    <a:pt x="113030" y="284480"/>
                  </a:lnTo>
                  <a:lnTo>
                    <a:pt x="110489" y="287020"/>
                  </a:lnTo>
                  <a:lnTo>
                    <a:pt x="120650" y="287020"/>
                  </a:lnTo>
                  <a:lnTo>
                    <a:pt x="123190" y="284480"/>
                  </a:lnTo>
                  <a:close/>
                </a:path>
                <a:path w="403860" h="397510">
                  <a:moveTo>
                    <a:pt x="125730" y="281940"/>
                  </a:moveTo>
                  <a:lnTo>
                    <a:pt x="115569" y="281940"/>
                  </a:lnTo>
                  <a:lnTo>
                    <a:pt x="114299" y="283210"/>
                  </a:lnTo>
                  <a:lnTo>
                    <a:pt x="124460" y="283210"/>
                  </a:lnTo>
                  <a:lnTo>
                    <a:pt x="125730" y="281940"/>
                  </a:lnTo>
                  <a:close/>
                </a:path>
                <a:path w="403860" h="397510">
                  <a:moveTo>
                    <a:pt x="129540" y="278130"/>
                  </a:moveTo>
                  <a:lnTo>
                    <a:pt x="119380" y="278130"/>
                  </a:lnTo>
                  <a:lnTo>
                    <a:pt x="116839" y="280670"/>
                  </a:lnTo>
                  <a:lnTo>
                    <a:pt x="127000" y="280670"/>
                  </a:lnTo>
                  <a:lnTo>
                    <a:pt x="129540" y="278130"/>
                  </a:lnTo>
                  <a:close/>
                </a:path>
                <a:path w="403860" h="397510">
                  <a:moveTo>
                    <a:pt x="132080" y="275590"/>
                  </a:moveTo>
                  <a:lnTo>
                    <a:pt x="121919" y="275590"/>
                  </a:lnTo>
                  <a:lnTo>
                    <a:pt x="120649" y="276860"/>
                  </a:lnTo>
                  <a:lnTo>
                    <a:pt x="130810" y="276860"/>
                  </a:lnTo>
                  <a:lnTo>
                    <a:pt x="132080" y="275590"/>
                  </a:lnTo>
                  <a:close/>
                </a:path>
                <a:path w="403860" h="397510">
                  <a:moveTo>
                    <a:pt x="135890" y="271780"/>
                  </a:moveTo>
                  <a:lnTo>
                    <a:pt x="125730" y="271780"/>
                  </a:lnTo>
                  <a:lnTo>
                    <a:pt x="123189" y="274320"/>
                  </a:lnTo>
                  <a:lnTo>
                    <a:pt x="133350" y="274320"/>
                  </a:lnTo>
                  <a:lnTo>
                    <a:pt x="135890" y="271780"/>
                  </a:lnTo>
                  <a:close/>
                </a:path>
                <a:path w="403860" h="397510">
                  <a:moveTo>
                    <a:pt x="138430" y="269240"/>
                  </a:moveTo>
                  <a:lnTo>
                    <a:pt x="128269" y="269240"/>
                  </a:lnTo>
                  <a:lnTo>
                    <a:pt x="126999" y="270510"/>
                  </a:lnTo>
                  <a:lnTo>
                    <a:pt x="137160" y="270510"/>
                  </a:lnTo>
                  <a:lnTo>
                    <a:pt x="138430" y="269240"/>
                  </a:lnTo>
                  <a:close/>
                </a:path>
                <a:path w="403860" h="397510">
                  <a:moveTo>
                    <a:pt x="142240" y="265430"/>
                  </a:moveTo>
                  <a:lnTo>
                    <a:pt x="132080" y="265430"/>
                  </a:lnTo>
                  <a:lnTo>
                    <a:pt x="129539" y="267970"/>
                  </a:lnTo>
                  <a:lnTo>
                    <a:pt x="139700" y="267970"/>
                  </a:lnTo>
                  <a:lnTo>
                    <a:pt x="142240" y="265430"/>
                  </a:lnTo>
                  <a:close/>
                </a:path>
                <a:path w="403860" h="397510">
                  <a:moveTo>
                    <a:pt x="144780" y="262890"/>
                  </a:moveTo>
                  <a:lnTo>
                    <a:pt x="134619" y="262890"/>
                  </a:lnTo>
                  <a:lnTo>
                    <a:pt x="133349" y="264160"/>
                  </a:lnTo>
                  <a:lnTo>
                    <a:pt x="143510" y="264160"/>
                  </a:lnTo>
                  <a:lnTo>
                    <a:pt x="144780" y="262890"/>
                  </a:lnTo>
                  <a:close/>
                </a:path>
                <a:path w="403860" h="397510">
                  <a:moveTo>
                    <a:pt x="148590" y="259080"/>
                  </a:moveTo>
                  <a:lnTo>
                    <a:pt x="138430" y="259080"/>
                  </a:lnTo>
                  <a:lnTo>
                    <a:pt x="135889" y="261620"/>
                  </a:lnTo>
                  <a:lnTo>
                    <a:pt x="146050" y="261620"/>
                  </a:lnTo>
                  <a:lnTo>
                    <a:pt x="148590" y="259080"/>
                  </a:lnTo>
                  <a:close/>
                </a:path>
                <a:path w="403860" h="397510">
                  <a:moveTo>
                    <a:pt x="151130" y="256540"/>
                  </a:moveTo>
                  <a:lnTo>
                    <a:pt x="140969" y="256540"/>
                  </a:lnTo>
                  <a:lnTo>
                    <a:pt x="139699" y="257810"/>
                  </a:lnTo>
                  <a:lnTo>
                    <a:pt x="149860" y="257810"/>
                  </a:lnTo>
                  <a:lnTo>
                    <a:pt x="151130" y="256540"/>
                  </a:lnTo>
                  <a:close/>
                </a:path>
                <a:path w="403860" h="397510">
                  <a:moveTo>
                    <a:pt x="154940" y="252730"/>
                  </a:moveTo>
                  <a:lnTo>
                    <a:pt x="144780" y="252730"/>
                  </a:lnTo>
                  <a:lnTo>
                    <a:pt x="142239" y="255270"/>
                  </a:lnTo>
                  <a:lnTo>
                    <a:pt x="152400" y="255270"/>
                  </a:lnTo>
                  <a:lnTo>
                    <a:pt x="154940" y="252730"/>
                  </a:lnTo>
                  <a:close/>
                </a:path>
                <a:path w="403860" h="397510">
                  <a:moveTo>
                    <a:pt x="157480" y="250190"/>
                  </a:moveTo>
                  <a:lnTo>
                    <a:pt x="147319" y="250190"/>
                  </a:lnTo>
                  <a:lnTo>
                    <a:pt x="146049" y="251460"/>
                  </a:lnTo>
                  <a:lnTo>
                    <a:pt x="156210" y="251460"/>
                  </a:lnTo>
                  <a:lnTo>
                    <a:pt x="157480" y="250190"/>
                  </a:lnTo>
                  <a:close/>
                </a:path>
                <a:path w="403860" h="397510">
                  <a:moveTo>
                    <a:pt x="161290" y="246380"/>
                  </a:moveTo>
                  <a:lnTo>
                    <a:pt x="151130" y="246380"/>
                  </a:lnTo>
                  <a:lnTo>
                    <a:pt x="148589" y="248920"/>
                  </a:lnTo>
                  <a:lnTo>
                    <a:pt x="158750" y="248920"/>
                  </a:lnTo>
                  <a:lnTo>
                    <a:pt x="161290" y="246380"/>
                  </a:lnTo>
                  <a:close/>
                </a:path>
                <a:path w="403860" h="397510">
                  <a:moveTo>
                    <a:pt x="163830" y="243840"/>
                  </a:moveTo>
                  <a:lnTo>
                    <a:pt x="153669" y="243840"/>
                  </a:lnTo>
                  <a:lnTo>
                    <a:pt x="152400" y="245110"/>
                  </a:lnTo>
                  <a:lnTo>
                    <a:pt x="162560" y="245110"/>
                  </a:lnTo>
                  <a:lnTo>
                    <a:pt x="163830" y="243840"/>
                  </a:lnTo>
                  <a:close/>
                </a:path>
                <a:path w="403860" h="397510">
                  <a:moveTo>
                    <a:pt x="176530" y="231140"/>
                  </a:moveTo>
                  <a:lnTo>
                    <a:pt x="166369" y="231140"/>
                  </a:lnTo>
                  <a:lnTo>
                    <a:pt x="154939" y="242570"/>
                  </a:lnTo>
                  <a:lnTo>
                    <a:pt x="165100" y="242570"/>
                  </a:lnTo>
                  <a:lnTo>
                    <a:pt x="176530" y="231140"/>
                  </a:lnTo>
                  <a:close/>
                </a:path>
                <a:path w="403860" h="397510">
                  <a:moveTo>
                    <a:pt x="189230" y="218440"/>
                  </a:moveTo>
                  <a:lnTo>
                    <a:pt x="179069" y="218440"/>
                  </a:lnTo>
                  <a:lnTo>
                    <a:pt x="167639" y="229870"/>
                  </a:lnTo>
                  <a:lnTo>
                    <a:pt x="177800" y="229870"/>
                  </a:lnTo>
                  <a:lnTo>
                    <a:pt x="189230" y="218440"/>
                  </a:lnTo>
                  <a:close/>
                </a:path>
                <a:path w="403860" h="397510">
                  <a:moveTo>
                    <a:pt x="193040" y="214630"/>
                  </a:moveTo>
                  <a:lnTo>
                    <a:pt x="182880" y="214630"/>
                  </a:lnTo>
                  <a:lnTo>
                    <a:pt x="180339" y="217170"/>
                  </a:lnTo>
                  <a:lnTo>
                    <a:pt x="190500" y="217170"/>
                  </a:lnTo>
                  <a:lnTo>
                    <a:pt x="193040" y="214630"/>
                  </a:lnTo>
                  <a:close/>
                </a:path>
                <a:path w="403860" h="397510">
                  <a:moveTo>
                    <a:pt x="195580" y="212090"/>
                  </a:moveTo>
                  <a:lnTo>
                    <a:pt x="185419" y="212090"/>
                  </a:lnTo>
                  <a:lnTo>
                    <a:pt x="184149" y="213360"/>
                  </a:lnTo>
                  <a:lnTo>
                    <a:pt x="194310" y="213360"/>
                  </a:lnTo>
                  <a:lnTo>
                    <a:pt x="195580" y="212090"/>
                  </a:lnTo>
                  <a:close/>
                </a:path>
                <a:path w="403860" h="397510">
                  <a:moveTo>
                    <a:pt x="199390" y="208280"/>
                  </a:moveTo>
                  <a:lnTo>
                    <a:pt x="189230" y="208280"/>
                  </a:lnTo>
                  <a:lnTo>
                    <a:pt x="186689" y="210820"/>
                  </a:lnTo>
                  <a:lnTo>
                    <a:pt x="196850" y="210820"/>
                  </a:lnTo>
                  <a:lnTo>
                    <a:pt x="199390" y="208280"/>
                  </a:lnTo>
                  <a:close/>
                </a:path>
                <a:path w="403860" h="397510">
                  <a:moveTo>
                    <a:pt x="212090" y="195580"/>
                  </a:moveTo>
                  <a:lnTo>
                    <a:pt x="201930" y="195580"/>
                  </a:lnTo>
                  <a:lnTo>
                    <a:pt x="190499" y="207010"/>
                  </a:lnTo>
                  <a:lnTo>
                    <a:pt x="200660" y="207010"/>
                  </a:lnTo>
                  <a:lnTo>
                    <a:pt x="212090" y="195580"/>
                  </a:lnTo>
                  <a:close/>
                </a:path>
                <a:path w="403860" h="397510">
                  <a:moveTo>
                    <a:pt x="220980" y="186690"/>
                  </a:moveTo>
                  <a:lnTo>
                    <a:pt x="210819" y="186690"/>
                  </a:lnTo>
                  <a:lnTo>
                    <a:pt x="203199" y="194310"/>
                  </a:lnTo>
                  <a:lnTo>
                    <a:pt x="213360" y="194310"/>
                  </a:lnTo>
                  <a:lnTo>
                    <a:pt x="220980" y="186690"/>
                  </a:lnTo>
                  <a:close/>
                </a:path>
                <a:path w="403860" h="397510">
                  <a:moveTo>
                    <a:pt x="237490" y="170180"/>
                  </a:moveTo>
                  <a:lnTo>
                    <a:pt x="227330" y="170180"/>
                  </a:lnTo>
                  <a:lnTo>
                    <a:pt x="212089" y="185420"/>
                  </a:lnTo>
                  <a:lnTo>
                    <a:pt x="222250" y="185420"/>
                  </a:lnTo>
                  <a:lnTo>
                    <a:pt x="237490" y="170180"/>
                  </a:lnTo>
                  <a:close/>
                </a:path>
                <a:path w="403860" h="397510">
                  <a:moveTo>
                    <a:pt x="242570" y="165100"/>
                  </a:moveTo>
                  <a:lnTo>
                    <a:pt x="232409" y="165100"/>
                  </a:lnTo>
                  <a:lnTo>
                    <a:pt x="228599" y="168910"/>
                  </a:lnTo>
                  <a:lnTo>
                    <a:pt x="238760" y="168910"/>
                  </a:lnTo>
                  <a:lnTo>
                    <a:pt x="242570" y="165100"/>
                  </a:lnTo>
                  <a:close/>
                </a:path>
              </a:pathLst>
            </a:custGeom>
            <a:solidFill>
              <a:srgbClr val="BB43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2">
              <a:extLst>
                <a:ext uri="{FF2B5EF4-FFF2-40B4-BE49-F238E27FC236}">
                  <a16:creationId xmlns:a16="http://schemas.microsoft.com/office/drawing/2014/main" id="{D9D5C2C8-393F-7550-C491-F85434AE6503}"/>
                </a:ext>
              </a:extLst>
            </p:cNvPr>
            <p:cNvSpPr/>
            <p:nvPr/>
          </p:nvSpPr>
          <p:spPr>
            <a:xfrm>
              <a:off x="2934970" y="2696209"/>
              <a:ext cx="397510" cy="393700"/>
            </a:xfrm>
            <a:custGeom>
              <a:avLst/>
              <a:gdLst/>
              <a:ahLst/>
              <a:cxnLst/>
              <a:rect l="l" t="t" r="r" b="b"/>
              <a:pathLst>
                <a:path w="397510" h="393700">
                  <a:moveTo>
                    <a:pt x="326389" y="77469"/>
                  </a:moveTo>
                  <a:lnTo>
                    <a:pt x="316230" y="77469"/>
                  </a:lnTo>
                  <a:lnTo>
                    <a:pt x="309880" y="83819"/>
                  </a:lnTo>
                  <a:lnTo>
                    <a:pt x="320039" y="83819"/>
                  </a:lnTo>
                  <a:lnTo>
                    <a:pt x="326389" y="77469"/>
                  </a:lnTo>
                  <a:close/>
                </a:path>
                <a:path w="397510" h="393700">
                  <a:moveTo>
                    <a:pt x="328929" y="74929"/>
                  </a:moveTo>
                  <a:lnTo>
                    <a:pt x="318770" y="74929"/>
                  </a:lnTo>
                  <a:lnTo>
                    <a:pt x="317500" y="76199"/>
                  </a:lnTo>
                  <a:lnTo>
                    <a:pt x="327660" y="76199"/>
                  </a:lnTo>
                  <a:lnTo>
                    <a:pt x="328929" y="74929"/>
                  </a:lnTo>
                  <a:close/>
                </a:path>
                <a:path w="397510" h="393700">
                  <a:moveTo>
                    <a:pt x="332739" y="71119"/>
                  </a:moveTo>
                  <a:lnTo>
                    <a:pt x="322580" y="71119"/>
                  </a:lnTo>
                  <a:lnTo>
                    <a:pt x="320040" y="73659"/>
                  </a:lnTo>
                  <a:lnTo>
                    <a:pt x="330200" y="73659"/>
                  </a:lnTo>
                  <a:lnTo>
                    <a:pt x="332739" y="71119"/>
                  </a:lnTo>
                  <a:close/>
                </a:path>
                <a:path w="397510" h="393700">
                  <a:moveTo>
                    <a:pt x="335279" y="68579"/>
                  </a:moveTo>
                  <a:lnTo>
                    <a:pt x="325120" y="68579"/>
                  </a:lnTo>
                  <a:lnTo>
                    <a:pt x="323850" y="69849"/>
                  </a:lnTo>
                  <a:lnTo>
                    <a:pt x="334010" y="69849"/>
                  </a:lnTo>
                  <a:lnTo>
                    <a:pt x="335279" y="68579"/>
                  </a:lnTo>
                  <a:close/>
                </a:path>
                <a:path w="397510" h="393700">
                  <a:moveTo>
                    <a:pt x="339089" y="64769"/>
                  </a:moveTo>
                  <a:lnTo>
                    <a:pt x="328930" y="64769"/>
                  </a:lnTo>
                  <a:lnTo>
                    <a:pt x="326390" y="67309"/>
                  </a:lnTo>
                  <a:lnTo>
                    <a:pt x="336550" y="67309"/>
                  </a:lnTo>
                  <a:lnTo>
                    <a:pt x="339089" y="64769"/>
                  </a:lnTo>
                  <a:close/>
                </a:path>
                <a:path w="397510" h="393700">
                  <a:moveTo>
                    <a:pt x="341629" y="62229"/>
                  </a:moveTo>
                  <a:lnTo>
                    <a:pt x="331470" y="62229"/>
                  </a:lnTo>
                  <a:lnTo>
                    <a:pt x="330200" y="63499"/>
                  </a:lnTo>
                  <a:lnTo>
                    <a:pt x="340360" y="63499"/>
                  </a:lnTo>
                  <a:lnTo>
                    <a:pt x="341629" y="62229"/>
                  </a:lnTo>
                  <a:close/>
                </a:path>
                <a:path w="397510" h="393700">
                  <a:moveTo>
                    <a:pt x="354329" y="49529"/>
                  </a:moveTo>
                  <a:lnTo>
                    <a:pt x="344170" y="49529"/>
                  </a:lnTo>
                  <a:lnTo>
                    <a:pt x="332740" y="60959"/>
                  </a:lnTo>
                  <a:lnTo>
                    <a:pt x="342900" y="60959"/>
                  </a:lnTo>
                  <a:lnTo>
                    <a:pt x="354329" y="49529"/>
                  </a:lnTo>
                  <a:close/>
                </a:path>
                <a:path w="397510" h="393700">
                  <a:moveTo>
                    <a:pt x="367029" y="36829"/>
                  </a:moveTo>
                  <a:lnTo>
                    <a:pt x="356870" y="36829"/>
                  </a:lnTo>
                  <a:lnTo>
                    <a:pt x="345440" y="48259"/>
                  </a:lnTo>
                  <a:lnTo>
                    <a:pt x="355600" y="48259"/>
                  </a:lnTo>
                  <a:lnTo>
                    <a:pt x="367029" y="36829"/>
                  </a:lnTo>
                  <a:close/>
                </a:path>
                <a:path w="397510" h="393700">
                  <a:moveTo>
                    <a:pt x="370839" y="33019"/>
                  </a:moveTo>
                  <a:lnTo>
                    <a:pt x="360680" y="33019"/>
                  </a:lnTo>
                  <a:lnTo>
                    <a:pt x="358140" y="35559"/>
                  </a:lnTo>
                  <a:lnTo>
                    <a:pt x="368300" y="35559"/>
                  </a:lnTo>
                  <a:lnTo>
                    <a:pt x="370839" y="33019"/>
                  </a:lnTo>
                  <a:close/>
                </a:path>
                <a:path w="397510" h="393700">
                  <a:moveTo>
                    <a:pt x="373379" y="30479"/>
                  </a:moveTo>
                  <a:lnTo>
                    <a:pt x="363220" y="30479"/>
                  </a:lnTo>
                  <a:lnTo>
                    <a:pt x="361950" y="31749"/>
                  </a:lnTo>
                  <a:lnTo>
                    <a:pt x="372110" y="31749"/>
                  </a:lnTo>
                  <a:lnTo>
                    <a:pt x="373379" y="30479"/>
                  </a:lnTo>
                  <a:close/>
                </a:path>
                <a:path w="397510" h="393700">
                  <a:moveTo>
                    <a:pt x="377189" y="26669"/>
                  </a:moveTo>
                  <a:lnTo>
                    <a:pt x="367030" y="26669"/>
                  </a:lnTo>
                  <a:lnTo>
                    <a:pt x="364490" y="29209"/>
                  </a:lnTo>
                  <a:lnTo>
                    <a:pt x="374650" y="29209"/>
                  </a:lnTo>
                  <a:lnTo>
                    <a:pt x="377189" y="26669"/>
                  </a:lnTo>
                  <a:close/>
                </a:path>
                <a:path w="397510" h="393700">
                  <a:moveTo>
                    <a:pt x="379729" y="24129"/>
                  </a:moveTo>
                  <a:lnTo>
                    <a:pt x="369570" y="24129"/>
                  </a:lnTo>
                  <a:lnTo>
                    <a:pt x="368300" y="25399"/>
                  </a:lnTo>
                  <a:lnTo>
                    <a:pt x="378460" y="25399"/>
                  </a:lnTo>
                  <a:lnTo>
                    <a:pt x="379729" y="24129"/>
                  </a:lnTo>
                  <a:close/>
                </a:path>
                <a:path w="397510" h="393700">
                  <a:moveTo>
                    <a:pt x="383539" y="20319"/>
                  </a:moveTo>
                  <a:lnTo>
                    <a:pt x="373380" y="20319"/>
                  </a:lnTo>
                  <a:lnTo>
                    <a:pt x="370840" y="22859"/>
                  </a:lnTo>
                  <a:lnTo>
                    <a:pt x="381000" y="22859"/>
                  </a:lnTo>
                  <a:lnTo>
                    <a:pt x="383539" y="20319"/>
                  </a:lnTo>
                  <a:close/>
                </a:path>
                <a:path w="397510" h="393700">
                  <a:moveTo>
                    <a:pt x="386079" y="17779"/>
                  </a:moveTo>
                  <a:lnTo>
                    <a:pt x="375920" y="17779"/>
                  </a:lnTo>
                  <a:lnTo>
                    <a:pt x="374650" y="19049"/>
                  </a:lnTo>
                  <a:lnTo>
                    <a:pt x="384810" y="19049"/>
                  </a:lnTo>
                  <a:lnTo>
                    <a:pt x="386079" y="17779"/>
                  </a:lnTo>
                  <a:close/>
                </a:path>
                <a:path w="397510" h="393700">
                  <a:moveTo>
                    <a:pt x="389889" y="13969"/>
                  </a:moveTo>
                  <a:lnTo>
                    <a:pt x="379730" y="13969"/>
                  </a:lnTo>
                  <a:lnTo>
                    <a:pt x="377190" y="16509"/>
                  </a:lnTo>
                  <a:lnTo>
                    <a:pt x="387350" y="16509"/>
                  </a:lnTo>
                  <a:lnTo>
                    <a:pt x="389889" y="13969"/>
                  </a:lnTo>
                  <a:close/>
                </a:path>
                <a:path w="397510" h="393700">
                  <a:moveTo>
                    <a:pt x="392429" y="11429"/>
                  </a:moveTo>
                  <a:lnTo>
                    <a:pt x="382270" y="11429"/>
                  </a:lnTo>
                  <a:lnTo>
                    <a:pt x="381000" y="12699"/>
                  </a:lnTo>
                  <a:lnTo>
                    <a:pt x="391160" y="12699"/>
                  </a:lnTo>
                  <a:lnTo>
                    <a:pt x="392429" y="11429"/>
                  </a:lnTo>
                  <a:close/>
                </a:path>
                <a:path w="397510" h="393700">
                  <a:moveTo>
                    <a:pt x="396239" y="7619"/>
                  </a:moveTo>
                  <a:lnTo>
                    <a:pt x="386080" y="7619"/>
                  </a:lnTo>
                  <a:lnTo>
                    <a:pt x="383540" y="10159"/>
                  </a:lnTo>
                  <a:lnTo>
                    <a:pt x="393700" y="10159"/>
                  </a:lnTo>
                  <a:lnTo>
                    <a:pt x="396239" y="7619"/>
                  </a:lnTo>
                  <a:close/>
                </a:path>
                <a:path w="397510" h="393700">
                  <a:moveTo>
                    <a:pt x="397509" y="3809"/>
                  </a:moveTo>
                  <a:lnTo>
                    <a:pt x="396239" y="3809"/>
                  </a:lnTo>
                  <a:lnTo>
                    <a:pt x="396239" y="5079"/>
                  </a:lnTo>
                  <a:lnTo>
                    <a:pt x="388620" y="5079"/>
                  </a:lnTo>
                  <a:lnTo>
                    <a:pt x="387350" y="6349"/>
                  </a:lnTo>
                  <a:lnTo>
                    <a:pt x="397510" y="6349"/>
                  </a:lnTo>
                  <a:lnTo>
                    <a:pt x="397509" y="3809"/>
                  </a:lnTo>
                  <a:close/>
                </a:path>
                <a:path w="397510" h="393700">
                  <a:moveTo>
                    <a:pt x="393700" y="0"/>
                  </a:moveTo>
                  <a:lnTo>
                    <a:pt x="389890" y="3809"/>
                  </a:lnTo>
                  <a:lnTo>
                    <a:pt x="394969" y="3809"/>
                  </a:lnTo>
                  <a:lnTo>
                    <a:pt x="394969" y="1270"/>
                  </a:lnTo>
                  <a:lnTo>
                    <a:pt x="393700" y="1270"/>
                  </a:lnTo>
                  <a:lnTo>
                    <a:pt x="393700" y="0"/>
                  </a:lnTo>
                  <a:close/>
                </a:path>
                <a:path w="397510" h="393700">
                  <a:moveTo>
                    <a:pt x="320039" y="83820"/>
                  </a:moveTo>
                  <a:lnTo>
                    <a:pt x="309879" y="83820"/>
                  </a:lnTo>
                  <a:lnTo>
                    <a:pt x="284480" y="109219"/>
                  </a:lnTo>
                  <a:lnTo>
                    <a:pt x="294639" y="109219"/>
                  </a:lnTo>
                  <a:lnTo>
                    <a:pt x="320039" y="83820"/>
                  </a:lnTo>
                  <a:close/>
                </a:path>
                <a:path w="397510" h="393700">
                  <a:moveTo>
                    <a:pt x="294639" y="109220"/>
                  </a:moveTo>
                  <a:lnTo>
                    <a:pt x="284479" y="109220"/>
                  </a:lnTo>
                  <a:lnTo>
                    <a:pt x="233680" y="160019"/>
                  </a:lnTo>
                  <a:lnTo>
                    <a:pt x="243839" y="160019"/>
                  </a:lnTo>
                  <a:lnTo>
                    <a:pt x="294639" y="109220"/>
                  </a:lnTo>
                  <a:close/>
                </a:path>
                <a:path w="397510" h="393700">
                  <a:moveTo>
                    <a:pt x="11429" y="392429"/>
                  </a:moveTo>
                  <a:lnTo>
                    <a:pt x="1270" y="392429"/>
                  </a:lnTo>
                  <a:lnTo>
                    <a:pt x="0" y="393700"/>
                  </a:lnTo>
                  <a:lnTo>
                    <a:pt x="10159" y="393700"/>
                  </a:lnTo>
                  <a:lnTo>
                    <a:pt x="11429" y="392429"/>
                  </a:lnTo>
                  <a:close/>
                </a:path>
                <a:path w="397510" h="393700">
                  <a:moveTo>
                    <a:pt x="15239" y="388619"/>
                  </a:moveTo>
                  <a:lnTo>
                    <a:pt x="5080" y="388619"/>
                  </a:lnTo>
                  <a:lnTo>
                    <a:pt x="2539" y="391160"/>
                  </a:lnTo>
                  <a:lnTo>
                    <a:pt x="12699" y="391160"/>
                  </a:lnTo>
                  <a:lnTo>
                    <a:pt x="15239" y="388619"/>
                  </a:lnTo>
                  <a:close/>
                </a:path>
                <a:path w="397510" h="393700">
                  <a:moveTo>
                    <a:pt x="17779" y="386079"/>
                  </a:moveTo>
                  <a:lnTo>
                    <a:pt x="7620" y="386079"/>
                  </a:lnTo>
                  <a:lnTo>
                    <a:pt x="6350" y="387350"/>
                  </a:lnTo>
                  <a:lnTo>
                    <a:pt x="16509" y="387350"/>
                  </a:lnTo>
                  <a:lnTo>
                    <a:pt x="17779" y="386079"/>
                  </a:lnTo>
                  <a:close/>
                </a:path>
                <a:path w="397510" h="393700">
                  <a:moveTo>
                    <a:pt x="21589" y="382269"/>
                  </a:moveTo>
                  <a:lnTo>
                    <a:pt x="11430" y="382269"/>
                  </a:lnTo>
                  <a:lnTo>
                    <a:pt x="8889" y="384810"/>
                  </a:lnTo>
                  <a:lnTo>
                    <a:pt x="19049" y="384810"/>
                  </a:lnTo>
                  <a:lnTo>
                    <a:pt x="21589" y="382269"/>
                  </a:lnTo>
                  <a:close/>
                </a:path>
                <a:path w="397510" h="393700">
                  <a:moveTo>
                    <a:pt x="24129" y="379729"/>
                  </a:moveTo>
                  <a:lnTo>
                    <a:pt x="13970" y="379729"/>
                  </a:lnTo>
                  <a:lnTo>
                    <a:pt x="12700" y="381000"/>
                  </a:lnTo>
                  <a:lnTo>
                    <a:pt x="22859" y="381000"/>
                  </a:lnTo>
                  <a:lnTo>
                    <a:pt x="24129" y="379729"/>
                  </a:lnTo>
                  <a:close/>
                </a:path>
                <a:path w="397510" h="393700">
                  <a:moveTo>
                    <a:pt x="27939" y="375919"/>
                  </a:moveTo>
                  <a:lnTo>
                    <a:pt x="17780" y="375919"/>
                  </a:lnTo>
                  <a:lnTo>
                    <a:pt x="15239" y="378460"/>
                  </a:lnTo>
                  <a:lnTo>
                    <a:pt x="25399" y="378460"/>
                  </a:lnTo>
                  <a:lnTo>
                    <a:pt x="27939" y="375919"/>
                  </a:lnTo>
                  <a:close/>
                </a:path>
                <a:path w="397510" h="393700">
                  <a:moveTo>
                    <a:pt x="30479" y="373379"/>
                  </a:moveTo>
                  <a:lnTo>
                    <a:pt x="20320" y="373379"/>
                  </a:lnTo>
                  <a:lnTo>
                    <a:pt x="19050" y="374650"/>
                  </a:lnTo>
                  <a:lnTo>
                    <a:pt x="29209" y="374650"/>
                  </a:lnTo>
                  <a:lnTo>
                    <a:pt x="30479" y="373379"/>
                  </a:lnTo>
                  <a:close/>
                </a:path>
                <a:path w="397510" h="393700">
                  <a:moveTo>
                    <a:pt x="34289" y="369569"/>
                  </a:moveTo>
                  <a:lnTo>
                    <a:pt x="24130" y="369569"/>
                  </a:lnTo>
                  <a:lnTo>
                    <a:pt x="21589" y="372110"/>
                  </a:lnTo>
                  <a:lnTo>
                    <a:pt x="31749" y="372110"/>
                  </a:lnTo>
                  <a:lnTo>
                    <a:pt x="34289" y="369569"/>
                  </a:lnTo>
                  <a:close/>
                </a:path>
                <a:path w="397510" h="393700">
                  <a:moveTo>
                    <a:pt x="36829" y="367029"/>
                  </a:moveTo>
                  <a:lnTo>
                    <a:pt x="26670" y="367029"/>
                  </a:lnTo>
                  <a:lnTo>
                    <a:pt x="25400" y="368300"/>
                  </a:lnTo>
                  <a:lnTo>
                    <a:pt x="35559" y="368300"/>
                  </a:lnTo>
                  <a:lnTo>
                    <a:pt x="36829" y="367029"/>
                  </a:lnTo>
                  <a:close/>
                </a:path>
                <a:path w="397510" h="393700">
                  <a:moveTo>
                    <a:pt x="40639" y="363219"/>
                  </a:moveTo>
                  <a:lnTo>
                    <a:pt x="30480" y="363219"/>
                  </a:lnTo>
                  <a:lnTo>
                    <a:pt x="27939" y="365760"/>
                  </a:lnTo>
                  <a:lnTo>
                    <a:pt x="38099" y="365760"/>
                  </a:lnTo>
                  <a:lnTo>
                    <a:pt x="40639" y="363219"/>
                  </a:lnTo>
                  <a:close/>
                </a:path>
                <a:path w="397510" h="393700">
                  <a:moveTo>
                    <a:pt x="43179" y="360679"/>
                  </a:moveTo>
                  <a:lnTo>
                    <a:pt x="33020" y="360679"/>
                  </a:lnTo>
                  <a:lnTo>
                    <a:pt x="31750" y="361950"/>
                  </a:lnTo>
                  <a:lnTo>
                    <a:pt x="41909" y="361950"/>
                  </a:lnTo>
                  <a:lnTo>
                    <a:pt x="43179" y="360679"/>
                  </a:lnTo>
                  <a:close/>
                </a:path>
                <a:path w="397510" h="393700">
                  <a:moveTo>
                    <a:pt x="46989" y="356869"/>
                  </a:moveTo>
                  <a:lnTo>
                    <a:pt x="36830" y="356869"/>
                  </a:lnTo>
                  <a:lnTo>
                    <a:pt x="34289" y="359410"/>
                  </a:lnTo>
                  <a:lnTo>
                    <a:pt x="44449" y="359410"/>
                  </a:lnTo>
                  <a:lnTo>
                    <a:pt x="46989" y="356869"/>
                  </a:lnTo>
                  <a:close/>
                </a:path>
                <a:path w="397510" h="393700">
                  <a:moveTo>
                    <a:pt x="49529" y="354329"/>
                  </a:moveTo>
                  <a:lnTo>
                    <a:pt x="39370" y="354329"/>
                  </a:lnTo>
                  <a:lnTo>
                    <a:pt x="38100" y="355600"/>
                  </a:lnTo>
                  <a:lnTo>
                    <a:pt x="48259" y="355600"/>
                  </a:lnTo>
                  <a:lnTo>
                    <a:pt x="49529" y="354329"/>
                  </a:lnTo>
                  <a:close/>
                </a:path>
                <a:path w="397510" h="393700">
                  <a:moveTo>
                    <a:pt x="53339" y="350519"/>
                  </a:moveTo>
                  <a:lnTo>
                    <a:pt x="43180" y="350519"/>
                  </a:lnTo>
                  <a:lnTo>
                    <a:pt x="40639" y="353060"/>
                  </a:lnTo>
                  <a:lnTo>
                    <a:pt x="50799" y="353060"/>
                  </a:lnTo>
                  <a:lnTo>
                    <a:pt x="53339" y="350519"/>
                  </a:lnTo>
                  <a:close/>
                </a:path>
                <a:path w="397510" h="393700">
                  <a:moveTo>
                    <a:pt x="55879" y="347979"/>
                  </a:moveTo>
                  <a:lnTo>
                    <a:pt x="45720" y="347979"/>
                  </a:lnTo>
                  <a:lnTo>
                    <a:pt x="44450" y="349250"/>
                  </a:lnTo>
                  <a:lnTo>
                    <a:pt x="54609" y="349250"/>
                  </a:lnTo>
                  <a:lnTo>
                    <a:pt x="55879" y="347979"/>
                  </a:lnTo>
                  <a:close/>
                </a:path>
                <a:path w="397510" h="393700">
                  <a:moveTo>
                    <a:pt x="59689" y="344169"/>
                  </a:moveTo>
                  <a:lnTo>
                    <a:pt x="49530" y="344169"/>
                  </a:lnTo>
                  <a:lnTo>
                    <a:pt x="46989" y="346710"/>
                  </a:lnTo>
                  <a:lnTo>
                    <a:pt x="57149" y="346710"/>
                  </a:lnTo>
                  <a:lnTo>
                    <a:pt x="59689" y="344169"/>
                  </a:lnTo>
                  <a:close/>
                </a:path>
                <a:path w="397510" h="393700">
                  <a:moveTo>
                    <a:pt x="62229" y="341629"/>
                  </a:moveTo>
                  <a:lnTo>
                    <a:pt x="52070" y="341629"/>
                  </a:lnTo>
                  <a:lnTo>
                    <a:pt x="50800" y="342900"/>
                  </a:lnTo>
                  <a:lnTo>
                    <a:pt x="60959" y="342900"/>
                  </a:lnTo>
                  <a:lnTo>
                    <a:pt x="62229" y="341629"/>
                  </a:lnTo>
                  <a:close/>
                </a:path>
                <a:path w="397510" h="393700">
                  <a:moveTo>
                    <a:pt x="66039" y="337819"/>
                  </a:moveTo>
                  <a:lnTo>
                    <a:pt x="55880" y="337819"/>
                  </a:lnTo>
                  <a:lnTo>
                    <a:pt x="53339" y="340360"/>
                  </a:lnTo>
                  <a:lnTo>
                    <a:pt x="63499" y="340360"/>
                  </a:lnTo>
                  <a:lnTo>
                    <a:pt x="66039" y="337819"/>
                  </a:lnTo>
                  <a:close/>
                </a:path>
                <a:path w="397510" h="393700">
                  <a:moveTo>
                    <a:pt x="68579" y="335279"/>
                  </a:moveTo>
                  <a:lnTo>
                    <a:pt x="58420" y="335279"/>
                  </a:lnTo>
                  <a:lnTo>
                    <a:pt x="57150" y="336550"/>
                  </a:lnTo>
                  <a:lnTo>
                    <a:pt x="67309" y="336550"/>
                  </a:lnTo>
                  <a:lnTo>
                    <a:pt x="68579" y="335279"/>
                  </a:lnTo>
                  <a:close/>
                </a:path>
                <a:path w="397510" h="393700">
                  <a:moveTo>
                    <a:pt x="72389" y="331469"/>
                  </a:moveTo>
                  <a:lnTo>
                    <a:pt x="62230" y="331469"/>
                  </a:lnTo>
                  <a:lnTo>
                    <a:pt x="59689" y="334010"/>
                  </a:lnTo>
                  <a:lnTo>
                    <a:pt x="69849" y="334010"/>
                  </a:lnTo>
                  <a:lnTo>
                    <a:pt x="72389" y="331469"/>
                  </a:lnTo>
                  <a:close/>
                </a:path>
                <a:path w="397510" h="393700">
                  <a:moveTo>
                    <a:pt x="74929" y="328929"/>
                  </a:moveTo>
                  <a:lnTo>
                    <a:pt x="64770" y="328929"/>
                  </a:lnTo>
                  <a:lnTo>
                    <a:pt x="63500" y="330200"/>
                  </a:lnTo>
                  <a:lnTo>
                    <a:pt x="73659" y="330200"/>
                  </a:lnTo>
                  <a:lnTo>
                    <a:pt x="74929" y="328929"/>
                  </a:lnTo>
                  <a:close/>
                </a:path>
                <a:path w="397510" h="393700">
                  <a:moveTo>
                    <a:pt x="78739" y="325119"/>
                  </a:moveTo>
                  <a:lnTo>
                    <a:pt x="68580" y="325119"/>
                  </a:lnTo>
                  <a:lnTo>
                    <a:pt x="66039" y="327660"/>
                  </a:lnTo>
                  <a:lnTo>
                    <a:pt x="76199" y="327660"/>
                  </a:lnTo>
                  <a:lnTo>
                    <a:pt x="78739" y="325119"/>
                  </a:lnTo>
                  <a:close/>
                </a:path>
                <a:path w="397510" h="393700">
                  <a:moveTo>
                    <a:pt x="81279" y="322579"/>
                  </a:moveTo>
                  <a:lnTo>
                    <a:pt x="71120" y="322579"/>
                  </a:lnTo>
                  <a:lnTo>
                    <a:pt x="69850" y="323850"/>
                  </a:lnTo>
                  <a:lnTo>
                    <a:pt x="80009" y="323850"/>
                  </a:lnTo>
                  <a:lnTo>
                    <a:pt x="81279" y="322579"/>
                  </a:lnTo>
                  <a:close/>
                </a:path>
                <a:path w="397510" h="393700">
                  <a:moveTo>
                    <a:pt x="85089" y="318769"/>
                  </a:moveTo>
                  <a:lnTo>
                    <a:pt x="74930" y="318769"/>
                  </a:lnTo>
                  <a:lnTo>
                    <a:pt x="72389" y="321310"/>
                  </a:lnTo>
                  <a:lnTo>
                    <a:pt x="82549" y="321310"/>
                  </a:lnTo>
                  <a:lnTo>
                    <a:pt x="85089" y="318769"/>
                  </a:lnTo>
                  <a:close/>
                </a:path>
                <a:path w="397510" h="393700">
                  <a:moveTo>
                    <a:pt x="87629" y="316229"/>
                  </a:moveTo>
                  <a:lnTo>
                    <a:pt x="77470" y="316229"/>
                  </a:lnTo>
                  <a:lnTo>
                    <a:pt x="76200" y="317500"/>
                  </a:lnTo>
                  <a:lnTo>
                    <a:pt x="86359" y="317500"/>
                  </a:lnTo>
                  <a:lnTo>
                    <a:pt x="87629" y="316229"/>
                  </a:lnTo>
                  <a:close/>
                </a:path>
                <a:path w="397510" h="393700">
                  <a:moveTo>
                    <a:pt x="91439" y="312419"/>
                  </a:moveTo>
                  <a:lnTo>
                    <a:pt x="81280" y="312419"/>
                  </a:lnTo>
                  <a:lnTo>
                    <a:pt x="78739" y="314960"/>
                  </a:lnTo>
                  <a:lnTo>
                    <a:pt x="88899" y="314960"/>
                  </a:lnTo>
                  <a:lnTo>
                    <a:pt x="91439" y="312419"/>
                  </a:lnTo>
                  <a:close/>
                </a:path>
                <a:path w="397510" h="393700">
                  <a:moveTo>
                    <a:pt x="93979" y="309879"/>
                  </a:moveTo>
                  <a:lnTo>
                    <a:pt x="83820" y="309879"/>
                  </a:lnTo>
                  <a:lnTo>
                    <a:pt x="82550" y="311150"/>
                  </a:lnTo>
                  <a:lnTo>
                    <a:pt x="92709" y="311150"/>
                  </a:lnTo>
                  <a:lnTo>
                    <a:pt x="93979" y="309879"/>
                  </a:lnTo>
                  <a:close/>
                </a:path>
                <a:path w="397510" h="393700">
                  <a:moveTo>
                    <a:pt x="97789" y="306069"/>
                  </a:moveTo>
                  <a:lnTo>
                    <a:pt x="87630" y="306069"/>
                  </a:lnTo>
                  <a:lnTo>
                    <a:pt x="85089" y="308610"/>
                  </a:lnTo>
                  <a:lnTo>
                    <a:pt x="95249" y="308610"/>
                  </a:lnTo>
                  <a:lnTo>
                    <a:pt x="97789" y="306069"/>
                  </a:lnTo>
                  <a:close/>
                </a:path>
                <a:path w="397510" h="393700">
                  <a:moveTo>
                    <a:pt x="100329" y="303529"/>
                  </a:moveTo>
                  <a:lnTo>
                    <a:pt x="90170" y="303529"/>
                  </a:lnTo>
                  <a:lnTo>
                    <a:pt x="88900" y="304800"/>
                  </a:lnTo>
                  <a:lnTo>
                    <a:pt x="99059" y="304800"/>
                  </a:lnTo>
                  <a:lnTo>
                    <a:pt x="100329" y="303529"/>
                  </a:lnTo>
                  <a:close/>
                </a:path>
                <a:path w="397510" h="393700">
                  <a:moveTo>
                    <a:pt x="104139" y="299719"/>
                  </a:moveTo>
                  <a:lnTo>
                    <a:pt x="93980" y="299719"/>
                  </a:lnTo>
                  <a:lnTo>
                    <a:pt x="91439" y="302260"/>
                  </a:lnTo>
                  <a:lnTo>
                    <a:pt x="101599" y="302260"/>
                  </a:lnTo>
                  <a:lnTo>
                    <a:pt x="104139" y="299719"/>
                  </a:lnTo>
                  <a:close/>
                </a:path>
                <a:path w="397510" h="393700">
                  <a:moveTo>
                    <a:pt x="106679" y="297179"/>
                  </a:moveTo>
                  <a:lnTo>
                    <a:pt x="96520" y="297179"/>
                  </a:lnTo>
                  <a:lnTo>
                    <a:pt x="95250" y="298450"/>
                  </a:lnTo>
                  <a:lnTo>
                    <a:pt x="105409" y="298450"/>
                  </a:lnTo>
                  <a:lnTo>
                    <a:pt x="106679" y="297179"/>
                  </a:lnTo>
                  <a:close/>
                </a:path>
                <a:path w="397510" h="393700">
                  <a:moveTo>
                    <a:pt x="110489" y="293369"/>
                  </a:moveTo>
                  <a:lnTo>
                    <a:pt x="100330" y="293369"/>
                  </a:lnTo>
                  <a:lnTo>
                    <a:pt x="97789" y="295910"/>
                  </a:lnTo>
                  <a:lnTo>
                    <a:pt x="107949" y="295910"/>
                  </a:lnTo>
                  <a:lnTo>
                    <a:pt x="110489" y="293369"/>
                  </a:lnTo>
                  <a:close/>
                </a:path>
                <a:path w="397510" h="393700">
                  <a:moveTo>
                    <a:pt x="113029" y="290829"/>
                  </a:moveTo>
                  <a:lnTo>
                    <a:pt x="102870" y="290829"/>
                  </a:lnTo>
                  <a:lnTo>
                    <a:pt x="101600" y="292100"/>
                  </a:lnTo>
                  <a:lnTo>
                    <a:pt x="111759" y="292100"/>
                  </a:lnTo>
                  <a:lnTo>
                    <a:pt x="113029" y="290829"/>
                  </a:lnTo>
                  <a:close/>
                </a:path>
                <a:path w="397510" h="393700">
                  <a:moveTo>
                    <a:pt x="116839" y="287019"/>
                  </a:moveTo>
                  <a:lnTo>
                    <a:pt x="106680" y="287019"/>
                  </a:lnTo>
                  <a:lnTo>
                    <a:pt x="104139" y="289560"/>
                  </a:lnTo>
                  <a:lnTo>
                    <a:pt x="114299" y="289560"/>
                  </a:lnTo>
                  <a:lnTo>
                    <a:pt x="116839" y="287019"/>
                  </a:lnTo>
                  <a:close/>
                </a:path>
                <a:path w="397510" h="393700">
                  <a:moveTo>
                    <a:pt x="119379" y="284479"/>
                  </a:moveTo>
                  <a:lnTo>
                    <a:pt x="109220" y="284479"/>
                  </a:lnTo>
                  <a:lnTo>
                    <a:pt x="107950" y="285750"/>
                  </a:lnTo>
                  <a:lnTo>
                    <a:pt x="118109" y="285750"/>
                  </a:lnTo>
                  <a:lnTo>
                    <a:pt x="119379" y="284479"/>
                  </a:lnTo>
                  <a:close/>
                </a:path>
                <a:path w="397510" h="393700">
                  <a:moveTo>
                    <a:pt x="123189" y="280669"/>
                  </a:moveTo>
                  <a:lnTo>
                    <a:pt x="113030" y="280669"/>
                  </a:lnTo>
                  <a:lnTo>
                    <a:pt x="110489" y="283210"/>
                  </a:lnTo>
                  <a:lnTo>
                    <a:pt x="120649" y="283210"/>
                  </a:lnTo>
                  <a:lnTo>
                    <a:pt x="123189" y="280669"/>
                  </a:lnTo>
                  <a:close/>
                </a:path>
                <a:path w="397510" h="393700">
                  <a:moveTo>
                    <a:pt x="125729" y="278129"/>
                  </a:moveTo>
                  <a:lnTo>
                    <a:pt x="115570" y="278129"/>
                  </a:lnTo>
                  <a:lnTo>
                    <a:pt x="114300" y="279400"/>
                  </a:lnTo>
                  <a:lnTo>
                    <a:pt x="124459" y="279400"/>
                  </a:lnTo>
                  <a:lnTo>
                    <a:pt x="125729" y="278129"/>
                  </a:lnTo>
                  <a:close/>
                </a:path>
                <a:path w="397510" h="393700">
                  <a:moveTo>
                    <a:pt x="129539" y="274319"/>
                  </a:moveTo>
                  <a:lnTo>
                    <a:pt x="119380" y="274319"/>
                  </a:lnTo>
                  <a:lnTo>
                    <a:pt x="116839" y="276860"/>
                  </a:lnTo>
                  <a:lnTo>
                    <a:pt x="126999" y="276860"/>
                  </a:lnTo>
                  <a:lnTo>
                    <a:pt x="129539" y="274319"/>
                  </a:lnTo>
                  <a:close/>
                </a:path>
                <a:path w="397510" h="393700">
                  <a:moveTo>
                    <a:pt x="132079" y="271779"/>
                  </a:moveTo>
                  <a:lnTo>
                    <a:pt x="121920" y="271779"/>
                  </a:lnTo>
                  <a:lnTo>
                    <a:pt x="120650" y="273050"/>
                  </a:lnTo>
                  <a:lnTo>
                    <a:pt x="130809" y="273050"/>
                  </a:lnTo>
                  <a:lnTo>
                    <a:pt x="132079" y="271779"/>
                  </a:lnTo>
                  <a:close/>
                </a:path>
                <a:path w="397510" h="393700">
                  <a:moveTo>
                    <a:pt x="135889" y="267969"/>
                  </a:moveTo>
                  <a:lnTo>
                    <a:pt x="125730" y="267969"/>
                  </a:lnTo>
                  <a:lnTo>
                    <a:pt x="123189" y="270510"/>
                  </a:lnTo>
                  <a:lnTo>
                    <a:pt x="133349" y="270510"/>
                  </a:lnTo>
                  <a:lnTo>
                    <a:pt x="135889" y="267969"/>
                  </a:lnTo>
                  <a:close/>
                </a:path>
                <a:path w="397510" h="393700">
                  <a:moveTo>
                    <a:pt x="138429" y="265429"/>
                  </a:moveTo>
                  <a:lnTo>
                    <a:pt x="128270" y="265429"/>
                  </a:lnTo>
                  <a:lnTo>
                    <a:pt x="127000" y="266700"/>
                  </a:lnTo>
                  <a:lnTo>
                    <a:pt x="137159" y="266700"/>
                  </a:lnTo>
                  <a:lnTo>
                    <a:pt x="138429" y="265429"/>
                  </a:lnTo>
                  <a:close/>
                </a:path>
                <a:path w="397510" h="393700">
                  <a:moveTo>
                    <a:pt x="142239" y="261619"/>
                  </a:moveTo>
                  <a:lnTo>
                    <a:pt x="132080" y="261619"/>
                  </a:lnTo>
                  <a:lnTo>
                    <a:pt x="129539" y="264160"/>
                  </a:lnTo>
                  <a:lnTo>
                    <a:pt x="139699" y="264160"/>
                  </a:lnTo>
                  <a:lnTo>
                    <a:pt x="142239" y="261619"/>
                  </a:lnTo>
                  <a:close/>
                </a:path>
                <a:path w="397510" h="393700">
                  <a:moveTo>
                    <a:pt x="144779" y="259079"/>
                  </a:moveTo>
                  <a:lnTo>
                    <a:pt x="134620" y="259079"/>
                  </a:lnTo>
                  <a:lnTo>
                    <a:pt x="133350" y="260350"/>
                  </a:lnTo>
                  <a:lnTo>
                    <a:pt x="143509" y="260350"/>
                  </a:lnTo>
                  <a:lnTo>
                    <a:pt x="144779" y="259079"/>
                  </a:lnTo>
                  <a:close/>
                </a:path>
                <a:path w="397510" h="393700">
                  <a:moveTo>
                    <a:pt x="148589" y="255269"/>
                  </a:moveTo>
                  <a:lnTo>
                    <a:pt x="138430" y="255269"/>
                  </a:lnTo>
                  <a:lnTo>
                    <a:pt x="135889" y="257810"/>
                  </a:lnTo>
                  <a:lnTo>
                    <a:pt x="146049" y="257810"/>
                  </a:lnTo>
                  <a:lnTo>
                    <a:pt x="148589" y="255269"/>
                  </a:lnTo>
                  <a:close/>
                </a:path>
                <a:path w="397510" h="393700">
                  <a:moveTo>
                    <a:pt x="151129" y="252729"/>
                  </a:moveTo>
                  <a:lnTo>
                    <a:pt x="140970" y="252729"/>
                  </a:lnTo>
                  <a:lnTo>
                    <a:pt x="139700" y="254000"/>
                  </a:lnTo>
                  <a:lnTo>
                    <a:pt x="149859" y="254000"/>
                  </a:lnTo>
                  <a:lnTo>
                    <a:pt x="151129" y="252729"/>
                  </a:lnTo>
                  <a:close/>
                </a:path>
                <a:path w="397510" h="393700">
                  <a:moveTo>
                    <a:pt x="154939" y="248919"/>
                  </a:moveTo>
                  <a:lnTo>
                    <a:pt x="144780" y="248919"/>
                  </a:lnTo>
                  <a:lnTo>
                    <a:pt x="142239" y="251460"/>
                  </a:lnTo>
                  <a:lnTo>
                    <a:pt x="152399" y="251460"/>
                  </a:lnTo>
                  <a:lnTo>
                    <a:pt x="154939" y="248919"/>
                  </a:lnTo>
                  <a:close/>
                </a:path>
                <a:path w="397510" h="393700">
                  <a:moveTo>
                    <a:pt x="157479" y="246379"/>
                  </a:moveTo>
                  <a:lnTo>
                    <a:pt x="147320" y="246379"/>
                  </a:lnTo>
                  <a:lnTo>
                    <a:pt x="146050" y="247650"/>
                  </a:lnTo>
                  <a:lnTo>
                    <a:pt x="156209" y="247650"/>
                  </a:lnTo>
                  <a:lnTo>
                    <a:pt x="157479" y="246379"/>
                  </a:lnTo>
                  <a:close/>
                </a:path>
                <a:path w="397510" h="393700">
                  <a:moveTo>
                    <a:pt x="161289" y="242569"/>
                  </a:moveTo>
                  <a:lnTo>
                    <a:pt x="151130" y="242569"/>
                  </a:lnTo>
                  <a:lnTo>
                    <a:pt x="148589" y="245110"/>
                  </a:lnTo>
                  <a:lnTo>
                    <a:pt x="158749" y="245110"/>
                  </a:lnTo>
                  <a:lnTo>
                    <a:pt x="161289" y="242569"/>
                  </a:lnTo>
                  <a:close/>
                </a:path>
                <a:path w="397510" h="393700">
                  <a:moveTo>
                    <a:pt x="163829" y="240029"/>
                  </a:moveTo>
                  <a:lnTo>
                    <a:pt x="153670" y="240029"/>
                  </a:lnTo>
                  <a:lnTo>
                    <a:pt x="152400" y="241300"/>
                  </a:lnTo>
                  <a:lnTo>
                    <a:pt x="162559" y="241300"/>
                  </a:lnTo>
                  <a:lnTo>
                    <a:pt x="163829" y="240029"/>
                  </a:lnTo>
                  <a:close/>
                </a:path>
                <a:path w="397510" h="393700">
                  <a:moveTo>
                    <a:pt x="176529" y="227329"/>
                  </a:moveTo>
                  <a:lnTo>
                    <a:pt x="166370" y="227329"/>
                  </a:lnTo>
                  <a:lnTo>
                    <a:pt x="154939" y="238760"/>
                  </a:lnTo>
                  <a:lnTo>
                    <a:pt x="165099" y="238760"/>
                  </a:lnTo>
                  <a:lnTo>
                    <a:pt x="176529" y="227329"/>
                  </a:lnTo>
                  <a:close/>
                </a:path>
                <a:path w="397510" h="393700">
                  <a:moveTo>
                    <a:pt x="189229" y="214629"/>
                  </a:moveTo>
                  <a:lnTo>
                    <a:pt x="179070" y="214629"/>
                  </a:lnTo>
                  <a:lnTo>
                    <a:pt x="167639" y="226060"/>
                  </a:lnTo>
                  <a:lnTo>
                    <a:pt x="177799" y="226060"/>
                  </a:lnTo>
                  <a:lnTo>
                    <a:pt x="189229" y="214629"/>
                  </a:lnTo>
                  <a:close/>
                </a:path>
                <a:path w="397510" h="393700">
                  <a:moveTo>
                    <a:pt x="193039" y="210819"/>
                  </a:moveTo>
                  <a:lnTo>
                    <a:pt x="182880" y="210819"/>
                  </a:lnTo>
                  <a:lnTo>
                    <a:pt x="180339" y="213360"/>
                  </a:lnTo>
                  <a:lnTo>
                    <a:pt x="190499" y="213360"/>
                  </a:lnTo>
                  <a:lnTo>
                    <a:pt x="193039" y="210819"/>
                  </a:lnTo>
                  <a:close/>
                </a:path>
                <a:path w="397510" h="393700">
                  <a:moveTo>
                    <a:pt x="195579" y="208279"/>
                  </a:moveTo>
                  <a:lnTo>
                    <a:pt x="185420" y="208279"/>
                  </a:lnTo>
                  <a:lnTo>
                    <a:pt x="184150" y="209550"/>
                  </a:lnTo>
                  <a:lnTo>
                    <a:pt x="194309" y="209550"/>
                  </a:lnTo>
                  <a:lnTo>
                    <a:pt x="195579" y="208279"/>
                  </a:lnTo>
                  <a:close/>
                </a:path>
                <a:path w="397510" h="393700">
                  <a:moveTo>
                    <a:pt x="199389" y="204469"/>
                  </a:moveTo>
                  <a:lnTo>
                    <a:pt x="189230" y="204469"/>
                  </a:lnTo>
                  <a:lnTo>
                    <a:pt x="186689" y="207010"/>
                  </a:lnTo>
                  <a:lnTo>
                    <a:pt x="196849" y="207010"/>
                  </a:lnTo>
                  <a:lnTo>
                    <a:pt x="199389" y="204469"/>
                  </a:lnTo>
                  <a:close/>
                </a:path>
                <a:path w="397510" h="393700">
                  <a:moveTo>
                    <a:pt x="212089" y="191769"/>
                  </a:moveTo>
                  <a:lnTo>
                    <a:pt x="201930" y="191769"/>
                  </a:lnTo>
                  <a:lnTo>
                    <a:pt x="190500" y="203200"/>
                  </a:lnTo>
                  <a:lnTo>
                    <a:pt x="200659" y="203200"/>
                  </a:lnTo>
                  <a:lnTo>
                    <a:pt x="212089" y="191769"/>
                  </a:lnTo>
                  <a:close/>
                </a:path>
                <a:path w="397510" h="393700">
                  <a:moveTo>
                    <a:pt x="220979" y="182879"/>
                  </a:moveTo>
                  <a:lnTo>
                    <a:pt x="210820" y="182879"/>
                  </a:lnTo>
                  <a:lnTo>
                    <a:pt x="203200" y="190500"/>
                  </a:lnTo>
                  <a:lnTo>
                    <a:pt x="213359" y="190500"/>
                  </a:lnTo>
                  <a:lnTo>
                    <a:pt x="220979" y="182879"/>
                  </a:lnTo>
                  <a:close/>
                </a:path>
                <a:path w="397510" h="393700">
                  <a:moveTo>
                    <a:pt x="237489" y="166369"/>
                  </a:moveTo>
                  <a:lnTo>
                    <a:pt x="227330" y="166369"/>
                  </a:lnTo>
                  <a:lnTo>
                    <a:pt x="212089" y="181610"/>
                  </a:lnTo>
                  <a:lnTo>
                    <a:pt x="222249" y="181610"/>
                  </a:lnTo>
                  <a:lnTo>
                    <a:pt x="237489" y="166369"/>
                  </a:lnTo>
                  <a:close/>
                </a:path>
                <a:path w="397510" h="393700">
                  <a:moveTo>
                    <a:pt x="242569" y="161289"/>
                  </a:moveTo>
                  <a:lnTo>
                    <a:pt x="232410" y="161289"/>
                  </a:lnTo>
                  <a:lnTo>
                    <a:pt x="228600" y="165100"/>
                  </a:lnTo>
                  <a:lnTo>
                    <a:pt x="238759" y="165100"/>
                  </a:lnTo>
                  <a:lnTo>
                    <a:pt x="242569" y="161289"/>
                  </a:lnTo>
                  <a:close/>
                </a:path>
              </a:pathLst>
            </a:custGeom>
            <a:solidFill>
              <a:srgbClr val="BD43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3">
              <a:extLst>
                <a:ext uri="{FF2B5EF4-FFF2-40B4-BE49-F238E27FC236}">
                  <a16:creationId xmlns:a16="http://schemas.microsoft.com/office/drawing/2014/main" id="{E86FCC97-F27A-38C2-1654-60553CEF19FC}"/>
                </a:ext>
              </a:extLst>
            </p:cNvPr>
            <p:cNvSpPr/>
            <p:nvPr/>
          </p:nvSpPr>
          <p:spPr>
            <a:xfrm>
              <a:off x="2945130" y="2702559"/>
              <a:ext cx="393700" cy="388620"/>
            </a:xfrm>
            <a:custGeom>
              <a:avLst/>
              <a:gdLst/>
              <a:ahLst/>
              <a:cxnLst/>
              <a:rect l="l" t="t" r="r" b="b"/>
              <a:pathLst>
                <a:path w="393700" h="388619">
                  <a:moveTo>
                    <a:pt x="326390" y="71120"/>
                  </a:moveTo>
                  <a:lnTo>
                    <a:pt x="316230" y="71120"/>
                  </a:lnTo>
                  <a:lnTo>
                    <a:pt x="309880" y="77470"/>
                  </a:lnTo>
                  <a:lnTo>
                    <a:pt x="320040" y="77470"/>
                  </a:lnTo>
                  <a:lnTo>
                    <a:pt x="326390" y="71120"/>
                  </a:lnTo>
                  <a:close/>
                </a:path>
                <a:path w="393700" h="388619">
                  <a:moveTo>
                    <a:pt x="328930" y="68580"/>
                  </a:moveTo>
                  <a:lnTo>
                    <a:pt x="318770" y="68580"/>
                  </a:lnTo>
                  <a:lnTo>
                    <a:pt x="317500" y="69850"/>
                  </a:lnTo>
                  <a:lnTo>
                    <a:pt x="327660" y="69850"/>
                  </a:lnTo>
                  <a:lnTo>
                    <a:pt x="328930" y="68580"/>
                  </a:lnTo>
                  <a:close/>
                </a:path>
                <a:path w="393700" h="388619">
                  <a:moveTo>
                    <a:pt x="332740" y="64770"/>
                  </a:moveTo>
                  <a:lnTo>
                    <a:pt x="322580" y="64770"/>
                  </a:lnTo>
                  <a:lnTo>
                    <a:pt x="320040" y="67310"/>
                  </a:lnTo>
                  <a:lnTo>
                    <a:pt x="330200" y="67310"/>
                  </a:lnTo>
                  <a:lnTo>
                    <a:pt x="332740" y="64770"/>
                  </a:lnTo>
                  <a:close/>
                </a:path>
                <a:path w="393700" h="388619">
                  <a:moveTo>
                    <a:pt x="335280" y="62230"/>
                  </a:moveTo>
                  <a:lnTo>
                    <a:pt x="325120" y="62230"/>
                  </a:lnTo>
                  <a:lnTo>
                    <a:pt x="323850" y="63500"/>
                  </a:lnTo>
                  <a:lnTo>
                    <a:pt x="334010" y="63500"/>
                  </a:lnTo>
                  <a:lnTo>
                    <a:pt x="335280" y="62230"/>
                  </a:lnTo>
                  <a:close/>
                </a:path>
                <a:path w="393700" h="388619">
                  <a:moveTo>
                    <a:pt x="339090" y="58420"/>
                  </a:moveTo>
                  <a:lnTo>
                    <a:pt x="328930" y="58420"/>
                  </a:lnTo>
                  <a:lnTo>
                    <a:pt x="326390" y="60960"/>
                  </a:lnTo>
                  <a:lnTo>
                    <a:pt x="336550" y="60960"/>
                  </a:lnTo>
                  <a:lnTo>
                    <a:pt x="339090" y="58420"/>
                  </a:lnTo>
                  <a:close/>
                </a:path>
                <a:path w="393700" h="388619">
                  <a:moveTo>
                    <a:pt x="341630" y="55880"/>
                  </a:moveTo>
                  <a:lnTo>
                    <a:pt x="331470" y="55880"/>
                  </a:lnTo>
                  <a:lnTo>
                    <a:pt x="330200" y="57150"/>
                  </a:lnTo>
                  <a:lnTo>
                    <a:pt x="340360" y="57150"/>
                  </a:lnTo>
                  <a:lnTo>
                    <a:pt x="341630" y="55880"/>
                  </a:lnTo>
                  <a:close/>
                </a:path>
                <a:path w="393700" h="388619">
                  <a:moveTo>
                    <a:pt x="354330" y="43180"/>
                  </a:moveTo>
                  <a:lnTo>
                    <a:pt x="344170" y="43180"/>
                  </a:lnTo>
                  <a:lnTo>
                    <a:pt x="332740" y="54610"/>
                  </a:lnTo>
                  <a:lnTo>
                    <a:pt x="342900" y="54610"/>
                  </a:lnTo>
                  <a:lnTo>
                    <a:pt x="354330" y="43180"/>
                  </a:lnTo>
                  <a:close/>
                </a:path>
                <a:path w="393700" h="388619">
                  <a:moveTo>
                    <a:pt x="367030" y="30480"/>
                  </a:moveTo>
                  <a:lnTo>
                    <a:pt x="356870" y="30480"/>
                  </a:lnTo>
                  <a:lnTo>
                    <a:pt x="345440" y="41910"/>
                  </a:lnTo>
                  <a:lnTo>
                    <a:pt x="355600" y="41910"/>
                  </a:lnTo>
                  <a:lnTo>
                    <a:pt x="367030" y="30480"/>
                  </a:lnTo>
                  <a:close/>
                </a:path>
                <a:path w="393700" h="388619">
                  <a:moveTo>
                    <a:pt x="370840" y="26670"/>
                  </a:moveTo>
                  <a:lnTo>
                    <a:pt x="360680" y="26670"/>
                  </a:lnTo>
                  <a:lnTo>
                    <a:pt x="358140" y="29210"/>
                  </a:lnTo>
                  <a:lnTo>
                    <a:pt x="368300" y="29210"/>
                  </a:lnTo>
                  <a:lnTo>
                    <a:pt x="370840" y="26670"/>
                  </a:lnTo>
                  <a:close/>
                </a:path>
                <a:path w="393700" h="388619">
                  <a:moveTo>
                    <a:pt x="373380" y="24130"/>
                  </a:moveTo>
                  <a:lnTo>
                    <a:pt x="363220" y="24130"/>
                  </a:lnTo>
                  <a:lnTo>
                    <a:pt x="361950" y="25400"/>
                  </a:lnTo>
                  <a:lnTo>
                    <a:pt x="372110" y="25400"/>
                  </a:lnTo>
                  <a:lnTo>
                    <a:pt x="373380" y="24130"/>
                  </a:lnTo>
                  <a:close/>
                </a:path>
                <a:path w="393700" h="388619">
                  <a:moveTo>
                    <a:pt x="377190" y="20320"/>
                  </a:moveTo>
                  <a:lnTo>
                    <a:pt x="367030" y="20320"/>
                  </a:lnTo>
                  <a:lnTo>
                    <a:pt x="364490" y="22860"/>
                  </a:lnTo>
                  <a:lnTo>
                    <a:pt x="374650" y="22860"/>
                  </a:lnTo>
                  <a:lnTo>
                    <a:pt x="377190" y="20320"/>
                  </a:lnTo>
                  <a:close/>
                </a:path>
                <a:path w="393700" h="388619">
                  <a:moveTo>
                    <a:pt x="379730" y="17780"/>
                  </a:moveTo>
                  <a:lnTo>
                    <a:pt x="369570" y="17780"/>
                  </a:lnTo>
                  <a:lnTo>
                    <a:pt x="368300" y="19050"/>
                  </a:lnTo>
                  <a:lnTo>
                    <a:pt x="378460" y="19050"/>
                  </a:lnTo>
                  <a:lnTo>
                    <a:pt x="379730" y="17780"/>
                  </a:lnTo>
                  <a:close/>
                </a:path>
                <a:path w="393700" h="388619">
                  <a:moveTo>
                    <a:pt x="383540" y="13970"/>
                  </a:moveTo>
                  <a:lnTo>
                    <a:pt x="373380" y="13970"/>
                  </a:lnTo>
                  <a:lnTo>
                    <a:pt x="370840" y="16510"/>
                  </a:lnTo>
                  <a:lnTo>
                    <a:pt x="381000" y="16510"/>
                  </a:lnTo>
                  <a:lnTo>
                    <a:pt x="383540" y="13970"/>
                  </a:lnTo>
                  <a:close/>
                </a:path>
                <a:path w="393700" h="388619">
                  <a:moveTo>
                    <a:pt x="386080" y="11430"/>
                  </a:moveTo>
                  <a:lnTo>
                    <a:pt x="375920" y="11430"/>
                  </a:lnTo>
                  <a:lnTo>
                    <a:pt x="374650" y="12700"/>
                  </a:lnTo>
                  <a:lnTo>
                    <a:pt x="384810" y="12700"/>
                  </a:lnTo>
                  <a:lnTo>
                    <a:pt x="386080" y="11430"/>
                  </a:lnTo>
                  <a:close/>
                </a:path>
                <a:path w="393700" h="388619">
                  <a:moveTo>
                    <a:pt x="389890" y="7620"/>
                  </a:moveTo>
                  <a:lnTo>
                    <a:pt x="379730" y="7620"/>
                  </a:lnTo>
                  <a:lnTo>
                    <a:pt x="377190" y="10160"/>
                  </a:lnTo>
                  <a:lnTo>
                    <a:pt x="387350" y="10160"/>
                  </a:lnTo>
                  <a:lnTo>
                    <a:pt x="389890" y="7620"/>
                  </a:lnTo>
                  <a:close/>
                </a:path>
                <a:path w="393700" h="388619">
                  <a:moveTo>
                    <a:pt x="392430" y="5080"/>
                  </a:moveTo>
                  <a:lnTo>
                    <a:pt x="382270" y="5080"/>
                  </a:lnTo>
                  <a:lnTo>
                    <a:pt x="381000" y="6350"/>
                  </a:lnTo>
                  <a:lnTo>
                    <a:pt x="391160" y="6350"/>
                  </a:lnTo>
                  <a:lnTo>
                    <a:pt x="392430" y="5080"/>
                  </a:lnTo>
                  <a:close/>
                </a:path>
                <a:path w="393700" h="388619">
                  <a:moveTo>
                    <a:pt x="393700" y="3810"/>
                  </a:moveTo>
                  <a:lnTo>
                    <a:pt x="392430" y="3810"/>
                  </a:lnTo>
                  <a:lnTo>
                    <a:pt x="392430" y="5080"/>
                  </a:lnTo>
                  <a:lnTo>
                    <a:pt x="393700" y="3810"/>
                  </a:lnTo>
                  <a:close/>
                </a:path>
                <a:path w="393700" h="388619">
                  <a:moveTo>
                    <a:pt x="391160" y="1270"/>
                  </a:moveTo>
                  <a:lnTo>
                    <a:pt x="386080" y="1270"/>
                  </a:lnTo>
                  <a:lnTo>
                    <a:pt x="383540" y="3810"/>
                  </a:lnTo>
                  <a:lnTo>
                    <a:pt x="391160" y="3810"/>
                  </a:lnTo>
                  <a:lnTo>
                    <a:pt x="391160" y="1270"/>
                  </a:lnTo>
                  <a:close/>
                </a:path>
                <a:path w="393700" h="388619">
                  <a:moveTo>
                    <a:pt x="389890" y="0"/>
                  </a:moveTo>
                  <a:lnTo>
                    <a:pt x="388620" y="0"/>
                  </a:lnTo>
                  <a:lnTo>
                    <a:pt x="388620" y="1270"/>
                  </a:lnTo>
                  <a:lnTo>
                    <a:pt x="389890" y="1270"/>
                  </a:lnTo>
                  <a:lnTo>
                    <a:pt x="389890" y="0"/>
                  </a:lnTo>
                  <a:close/>
                </a:path>
                <a:path w="393700" h="388619">
                  <a:moveTo>
                    <a:pt x="320039" y="77470"/>
                  </a:moveTo>
                  <a:lnTo>
                    <a:pt x="309879" y="77470"/>
                  </a:lnTo>
                  <a:lnTo>
                    <a:pt x="284480" y="102870"/>
                  </a:lnTo>
                  <a:lnTo>
                    <a:pt x="294640" y="102870"/>
                  </a:lnTo>
                  <a:lnTo>
                    <a:pt x="320039" y="77470"/>
                  </a:lnTo>
                  <a:close/>
                </a:path>
                <a:path w="393700" h="388619">
                  <a:moveTo>
                    <a:pt x="294639" y="102870"/>
                  </a:moveTo>
                  <a:lnTo>
                    <a:pt x="284479" y="102870"/>
                  </a:lnTo>
                  <a:lnTo>
                    <a:pt x="233680" y="153670"/>
                  </a:lnTo>
                  <a:lnTo>
                    <a:pt x="243840" y="153670"/>
                  </a:lnTo>
                  <a:lnTo>
                    <a:pt x="294639" y="102870"/>
                  </a:lnTo>
                  <a:close/>
                </a:path>
                <a:path w="393700" h="388619">
                  <a:moveTo>
                    <a:pt x="11430" y="386080"/>
                  </a:moveTo>
                  <a:lnTo>
                    <a:pt x="1270" y="386080"/>
                  </a:lnTo>
                  <a:lnTo>
                    <a:pt x="0" y="387350"/>
                  </a:lnTo>
                  <a:lnTo>
                    <a:pt x="5080" y="387350"/>
                  </a:lnTo>
                  <a:lnTo>
                    <a:pt x="5080" y="388620"/>
                  </a:lnTo>
                  <a:lnTo>
                    <a:pt x="8890" y="388620"/>
                  </a:lnTo>
                  <a:lnTo>
                    <a:pt x="11430" y="386080"/>
                  </a:lnTo>
                  <a:close/>
                </a:path>
                <a:path w="393700" h="388619">
                  <a:moveTo>
                    <a:pt x="15240" y="382270"/>
                  </a:moveTo>
                  <a:lnTo>
                    <a:pt x="5080" y="382270"/>
                  </a:lnTo>
                  <a:lnTo>
                    <a:pt x="2539" y="384810"/>
                  </a:lnTo>
                  <a:lnTo>
                    <a:pt x="12700" y="384810"/>
                  </a:lnTo>
                  <a:lnTo>
                    <a:pt x="15240" y="382270"/>
                  </a:lnTo>
                  <a:close/>
                </a:path>
                <a:path w="393700" h="388619">
                  <a:moveTo>
                    <a:pt x="17780" y="379730"/>
                  </a:moveTo>
                  <a:lnTo>
                    <a:pt x="7620" y="379730"/>
                  </a:lnTo>
                  <a:lnTo>
                    <a:pt x="6350" y="381000"/>
                  </a:lnTo>
                  <a:lnTo>
                    <a:pt x="16510" y="381000"/>
                  </a:lnTo>
                  <a:lnTo>
                    <a:pt x="17780" y="379730"/>
                  </a:lnTo>
                  <a:close/>
                </a:path>
                <a:path w="393700" h="388619">
                  <a:moveTo>
                    <a:pt x="21590" y="375920"/>
                  </a:moveTo>
                  <a:lnTo>
                    <a:pt x="11430" y="375920"/>
                  </a:lnTo>
                  <a:lnTo>
                    <a:pt x="8889" y="378460"/>
                  </a:lnTo>
                  <a:lnTo>
                    <a:pt x="19050" y="378460"/>
                  </a:lnTo>
                  <a:lnTo>
                    <a:pt x="21590" y="375920"/>
                  </a:lnTo>
                  <a:close/>
                </a:path>
                <a:path w="393700" h="388619">
                  <a:moveTo>
                    <a:pt x="24130" y="373380"/>
                  </a:moveTo>
                  <a:lnTo>
                    <a:pt x="13970" y="373380"/>
                  </a:lnTo>
                  <a:lnTo>
                    <a:pt x="12700" y="374650"/>
                  </a:lnTo>
                  <a:lnTo>
                    <a:pt x="22860" y="374650"/>
                  </a:lnTo>
                  <a:lnTo>
                    <a:pt x="24130" y="373380"/>
                  </a:lnTo>
                  <a:close/>
                </a:path>
                <a:path w="393700" h="388619">
                  <a:moveTo>
                    <a:pt x="27940" y="369570"/>
                  </a:moveTo>
                  <a:lnTo>
                    <a:pt x="17780" y="369570"/>
                  </a:lnTo>
                  <a:lnTo>
                    <a:pt x="15239" y="372110"/>
                  </a:lnTo>
                  <a:lnTo>
                    <a:pt x="25400" y="372110"/>
                  </a:lnTo>
                  <a:lnTo>
                    <a:pt x="27940" y="369570"/>
                  </a:lnTo>
                  <a:close/>
                </a:path>
                <a:path w="393700" h="388619">
                  <a:moveTo>
                    <a:pt x="30480" y="367030"/>
                  </a:moveTo>
                  <a:lnTo>
                    <a:pt x="20320" y="367030"/>
                  </a:lnTo>
                  <a:lnTo>
                    <a:pt x="19050" y="368300"/>
                  </a:lnTo>
                  <a:lnTo>
                    <a:pt x="29209" y="368300"/>
                  </a:lnTo>
                  <a:lnTo>
                    <a:pt x="30480" y="367030"/>
                  </a:lnTo>
                  <a:close/>
                </a:path>
                <a:path w="393700" h="388619">
                  <a:moveTo>
                    <a:pt x="34290" y="363220"/>
                  </a:moveTo>
                  <a:lnTo>
                    <a:pt x="24130" y="363220"/>
                  </a:lnTo>
                  <a:lnTo>
                    <a:pt x="21589" y="365760"/>
                  </a:lnTo>
                  <a:lnTo>
                    <a:pt x="31749" y="365760"/>
                  </a:lnTo>
                  <a:lnTo>
                    <a:pt x="34290" y="363220"/>
                  </a:lnTo>
                  <a:close/>
                </a:path>
                <a:path w="393700" h="388619">
                  <a:moveTo>
                    <a:pt x="36830" y="360680"/>
                  </a:moveTo>
                  <a:lnTo>
                    <a:pt x="26670" y="360680"/>
                  </a:lnTo>
                  <a:lnTo>
                    <a:pt x="25400" y="361950"/>
                  </a:lnTo>
                  <a:lnTo>
                    <a:pt x="35560" y="361950"/>
                  </a:lnTo>
                  <a:lnTo>
                    <a:pt x="36830" y="360680"/>
                  </a:lnTo>
                  <a:close/>
                </a:path>
                <a:path w="393700" h="388619">
                  <a:moveTo>
                    <a:pt x="40640" y="356870"/>
                  </a:moveTo>
                  <a:lnTo>
                    <a:pt x="30480" y="356870"/>
                  </a:lnTo>
                  <a:lnTo>
                    <a:pt x="27939" y="359410"/>
                  </a:lnTo>
                  <a:lnTo>
                    <a:pt x="38099" y="359410"/>
                  </a:lnTo>
                  <a:lnTo>
                    <a:pt x="40640" y="356870"/>
                  </a:lnTo>
                  <a:close/>
                </a:path>
                <a:path w="393700" h="388619">
                  <a:moveTo>
                    <a:pt x="43180" y="354330"/>
                  </a:moveTo>
                  <a:lnTo>
                    <a:pt x="33020" y="354330"/>
                  </a:lnTo>
                  <a:lnTo>
                    <a:pt x="31750" y="355600"/>
                  </a:lnTo>
                  <a:lnTo>
                    <a:pt x="41910" y="355600"/>
                  </a:lnTo>
                  <a:lnTo>
                    <a:pt x="43180" y="354330"/>
                  </a:lnTo>
                  <a:close/>
                </a:path>
                <a:path w="393700" h="388619">
                  <a:moveTo>
                    <a:pt x="46990" y="350520"/>
                  </a:moveTo>
                  <a:lnTo>
                    <a:pt x="36830" y="350520"/>
                  </a:lnTo>
                  <a:lnTo>
                    <a:pt x="34289" y="353060"/>
                  </a:lnTo>
                  <a:lnTo>
                    <a:pt x="44449" y="353060"/>
                  </a:lnTo>
                  <a:lnTo>
                    <a:pt x="46990" y="350520"/>
                  </a:lnTo>
                  <a:close/>
                </a:path>
                <a:path w="393700" h="388619">
                  <a:moveTo>
                    <a:pt x="49530" y="347980"/>
                  </a:moveTo>
                  <a:lnTo>
                    <a:pt x="39370" y="347980"/>
                  </a:lnTo>
                  <a:lnTo>
                    <a:pt x="38100" y="349250"/>
                  </a:lnTo>
                  <a:lnTo>
                    <a:pt x="48260" y="349250"/>
                  </a:lnTo>
                  <a:lnTo>
                    <a:pt x="49530" y="347980"/>
                  </a:lnTo>
                  <a:close/>
                </a:path>
                <a:path w="393700" h="388619">
                  <a:moveTo>
                    <a:pt x="53340" y="344170"/>
                  </a:moveTo>
                  <a:lnTo>
                    <a:pt x="43180" y="344170"/>
                  </a:lnTo>
                  <a:lnTo>
                    <a:pt x="40639" y="346710"/>
                  </a:lnTo>
                  <a:lnTo>
                    <a:pt x="50799" y="346710"/>
                  </a:lnTo>
                  <a:lnTo>
                    <a:pt x="53340" y="344170"/>
                  </a:lnTo>
                  <a:close/>
                </a:path>
                <a:path w="393700" h="388619">
                  <a:moveTo>
                    <a:pt x="55880" y="341630"/>
                  </a:moveTo>
                  <a:lnTo>
                    <a:pt x="45720" y="341630"/>
                  </a:lnTo>
                  <a:lnTo>
                    <a:pt x="44450" y="342900"/>
                  </a:lnTo>
                  <a:lnTo>
                    <a:pt x="54610" y="342900"/>
                  </a:lnTo>
                  <a:lnTo>
                    <a:pt x="55880" y="341630"/>
                  </a:lnTo>
                  <a:close/>
                </a:path>
                <a:path w="393700" h="388619">
                  <a:moveTo>
                    <a:pt x="59690" y="337820"/>
                  </a:moveTo>
                  <a:lnTo>
                    <a:pt x="49530" y="337820"/>
                  </a:lnTo>
                  <a:lnTo>
                    <a:pt x="46989" y="340360"/>
                  </a:lnTo>
                  <a:lnTo>
                    <a:pt x="57150" y="340360"/>
                  </a:lnTo>
                  <a:lnTo>
                    <a:pt x="59690" y="337820"/>
                  </a:lnTo>
                  <a:close/>
                </a:path>
                <a:path w="393700" h="388619">
                  <a:moveTo>
                    <a:pt x="62230" y="335280"/>
                  </a:moveTo>
                  <a:lnTo>
                    <a:pt x="52070" y="335280"/>
                  </a:lnTo>
                  <a:lnTo>
                    <a:pt x="50800" y="336550"/>
                  </a:lnTo>
                  <a:lnTo>
                    <a:pt x="60960" y="336550"/>
                  </a:lnTo>
                  <a:lnTo>
                    <a:pt x="62230" y="335280"/>
                  </a:lnTo>
                  <a:close/>
                </a:path>
                <a:path w="393700" h="388619">
                  <a:moveTo>
                    <a:pt x="66040" y="331470"/>
                  </a:moveTo>
                  <a:lnTo>
                    <a:pt x="55880" y="331470"/>
                  </a:lnTo>
                  <a:lnTo>
                    <a:pt x="53339" y="334010"/>
                  </a:lnTo>
                  <a:lnTo>
                    <a:pt x="63499" y="334010"/>
                  </a:lnTo>
                  <a:lnTo>
                    <a:pt x="66040" y="331470"/>
                  </a:lnTo>
                  <a:close/>
                </a:path>
                <a:path w="393700" h="388619">
                  <a:moveTo>
                    <a:pt x="68580" y="328930"/>
                  </a:moveTo>
                  <a:lnTo>
                    <a:pt x="58420" y="328930"/>
                  </a:lnTo>
                  <a:lnTo>
                    <a:pt x="57150" y="330200"/>
                  </a:lnTo>
                  <a:lnTo>
                    <a:pt x="67309" y="330200"/>
                  </a:lnTo>
                  <a:lnTo>
                    <a:pt x="68580" y="328930"/>
                  </a:lnTo>
                  <a:close/>
                </a:path>
                <a:path w="393700" h="388619">
                  <a:moveTo>
                    <a:pt x="72390" y="325120"/>
                  </a:moveTo>
                  <a:lnTo>
                    <a:pt x="62230" y="325120"/>
                  </a:lnTo>
                  <a:lnTo>
                    <a:pt x="59689" y="327660"/>
                  </a:lnTo>
                  <a:lnTo>
                    <a:pt x="69850" y="327660"/>
                  </a:lnTo>
                  <a:lnTo>
                    <a:pt x="72390" y="325120"/>
                  </a:lnTo>
                  <a:close/>
                </a:path>
                <a:path w="393700" h="388619">
                  <a:moveTo>
                    <a:pt x="74930" y="322580"/>
                  </a:moveTo>
                  <a:lnTo>
                    <a:pt x="64770" y="322580"/>
                  </a:lnTo>
                  <a:lnTo>
                    <a:pt x="63500" y="323850"/>
                  </a:lnTo>
                  <a:lnTo>
                    <a:pt x="73660" y="323850"/>
                  </a:lnTo>
                  <a:lnTo>
                    <a:pt x="74930" y="322580"/>
                  </a:lnTo>
                  <a:close/>
                </a:path>
                <a:path w="393700" h="388619">
                  <a:moveTo>
                    <a:pt x="78740" y="318770"/>
                  </a:moveTo>
                  <a:lnTo>
                    <a:pt x="68580" y="318770"/>
                  </a:lnTo>
                  <a:lnTo>
                    <a:pt x="66039" y="321310"/>
                  </a:lnTo>
                  <a:lnTo>
                    <a:pt x="76199" y="321310"/>
                  </a:lnTo>
                  <a:lnTo>
                    <a:pt x="78740" y="318770"/>
                  </a:lnTo>
                  <a:close/>
                </a:path>
                <a:path w="393700" h="388619">
                  <a:moveTo>
                    <a:pt x="81280" y="316230"/>
                  </a:moveTo>
                  <a:lnTo>
                    <a:pt x="71120" y="316230"/>
                  </a:lnTo>
                  <a:lnTo>
                    <a:pt x="69850" y="317500"/>
                  </a:lnTo>
                  <a:lnTo>
                    <a:pt x="80010" y="317500"/>
                  </a:lnTo>
                  <a:lnTo>
                    <a:pt x="81280" y="316230"/>
                  </a:lnTo>
                  <a:close/>
                </a:path>
                <a:path w="393700" h="388619">
                  <a:moveTo>
                    <a:pt x="85090" y="312420"/>
                  </a:moveTo>
                  <a:lnTo>
                    <a:pt x="74930" y="312420"/>
                  </a:lnTo>
                  <a:lnTo>
                    <a:pt x="72389" y="314960"/>
                  </a:lnTo>
                  <a:lnTo>
                    <a:pt x="82550" y="314960"/>
                  </a:lnTo>
                  <a:lnTo>
                    <a:pt x="85090" y="312420"/>
                  </a:lnTo>
                  <a:close/>
                </a:path>
                <a:path w="393700" h="388619">
                  <a:moveTo>
                    <a:pt x="87630" y="309880"/>
                  </a:moveTo>
                  <a:lnTo>
                    <a:pt x="77470" y="309880"/>
                  </a:lnTo>
                  <a:lnTo>
                    <a:pt x="76200" y="311150"/>
                  </a:lnTo>
                  <a:lnTo>
                    <a:pt x="86360" y="311150"/>
                  </a:lnTo>
                  <a:lnTo>
                    <a:pt x="87630" y="309880"/>
                  </a:lnTo>
                  <a:close/>
                </a:path>
                <a:path w="393700" h="388619">
                  <a:moveTo>
                    <a:pt x="91440" y="306070"/>
                  </a:moveTo>
                  <a:lnTo>
                    <a:pt x="81280" y="306070"/>
                  </a:lnTo>
                  <a:lnTo>
                    <a:pt x="78739" y="308610"/>
                  </a:lnTo>
                  <a:lnTo>
                    <a:pt x="88900" y="308610"/>
                  </a:lnTo>
                  <a:lnTo>
                    <a:pt x="91440" y="306070"/>
                  </a:lnTo>
                  <a:close/>
                </a:path>
                <a:path w="393700" h="388619">
                  <a:moveTo>
                    <a:pt x="93980" y="303530"/>
                  </a:moveTo>
                  <a:lnTo>
                    <a:pt x="83820" y="303530"/>
                  </a:lnTo>
                  <a:lnTo>
                    <a:pt x="82550" y="304800"/>
                  </a:lnTo>
                  <a:lnTo>
                    <a:pt x="92709" y="304800"/>
                  </a:lnTo>
                  <a:lnTo>
                    <a:pt x="93980" y="303530"/>
                  </a:lnTo>
                  <a:close/>
                </a:path>
                <a:path w="393700" h="388619">
                  <a:moveTo>
                    <a:pt x="97790" y="299720"/>
                  </a:moveTo>
                  <a:lnTo>
                    <a:pt x="87630" y="299720"/>
                  </a:lnTo>
                  <a:lnTo>
                    <a:pt x="85089" y="302260"/>
                  </a:lnTo>
                  <a:lnTo>
                    <a:pt x="95250" y="302260"/>
                  </a:lnTo>
                  <a:lnTo>
                    <a:pt x="97790" y="299720"/>
                  </a:lnTo>
                  <a:close/>
                </a:path>
                <a:path w="393700" h="388619">
                  <a:moveTo>
                    <a:pt x="100330" y="297180"/>
                  </a:moveTo>
                  <a:lnTo>
                    <a:pt x="90170" y="297180"/>
                  </a:lnTo>
                  <a:lnTo>
                    <a:pt x="88900" y="298450"/>
                  </a:lnTo>
                  <a:lnTo>
                    <a:pt x="99060" y="298450"/>
                  </a:lnTo>
                  <a:lnTo>
                    <a:pt x="100330" y="297180"/>
                  </a:lnTo>
                  <a:close/>
                </a:path>
                <a:path w="393700" h="388619">
                  <a:moveTo>
                    <a:pt x="104140" y="293370"/>
                  </a:moveTo>
                  <a:lnTo>
                    <a:pt x="93980" y="293370"/>
                  </a:lnTo>
                  <a:lnTo>
                    <a:pt x="91439" y="295910"/>
                  </a:lnTo>
                  <a:lnTo>
                    <a:pt x="101600" y="295910"/>
                  </a:lnTo>
                  <a:lnTo>
                    <a:pt x="104140" y="293370"/>
                  </a:lnTo>
                  <a:close/>
                </a:path>
                <a:path w="393700" h="388619">
                  <a:moveTo>
                    <a:pt x="106680" y="290830"/>
                  </a:moveTo>
                  <a:lnTo>
                    <a:pt x="96520" y="290830"/>
                  </a:lnTo>
                  <a:lnTo>
                    <a:pt x="95250" y="292100"/>
                  </a:lnTo>
                  <a:lnTo>
                    <a:pt x="105410" y="292100"/>
                  </a:lnTo>
                  <a:lnTo>
                    <a:pt x="106680" y="290830"/>
                  </a:lnTo>
                  <a:close/>
                </a:path>
                <a:path w="393700" h="388619">
                  <a:moveTo>
                    <a:pt x="110490" y="287020"/>
                  </a:moveTo>
                  <a:lnTo>
                    <a:pt x="100330" y="287020"/>
                  </a:lnTo>
                  <a:lnTo>
                    <a:pt x="97789" y="289560"/>
                  </a:lnTo>
                  <a:lnTo>
                    <a:pt x="107950" y="289560"/>
                  </a:lnTo>
                  <a:lnTo>
                    <a:pt x="110490" y="287020"/>
                  </a:lnTo>
                  <a:close/>
                </a:path>
                <a:path w="393700" h="388619">
                  <a:moveTo>
                    <a:pt x="113030" y="284480"/>
                  </a:moveTo>
                  <a:lnTo>
                    <a:pt x="102870" y="284480"/>
                  </a:lnTo>
                  <a:lnTo>
                    <a:pt x="101600" y="285750"/>
                  </a:lnTo>
                  <a:lnTo>
                    <a:pt x="111760" y="285750"/>
                  </a:lnTo>
                  <a:lnTo>
                    <a:pt x="113030" y="284480"/>
                  </a:lnTo>
                  <a:close/>
                </a:path>
                <a:path w="393700" h="388619">
                  <a:moveTo>
                    <a:pt x="116840" y="280670"/>
                  </a:moveTo>
                  <a:lnTo>
                    <a:pt x="106680" y="280670"/>
                  </a:lnTo>
                  <a:lnTo>
                    <a:pt x="104139" y="283210"/>
                  </a:lnTo>
                  <a:lnTo>
                    <a:pt x="114300" y="283210"/>
                  </a:lnTo>
                  <a:lnTo>
                    <a:pt x="116840" y="280670"/>
                  </a:lnTo>
                  <a:close/>
                </a:path>
                <a:path w="393700" h="388619">
                  <a:moveTo>
                    <a:pt x="119380" y="278130"/>
                  </a:moveTo>
                  <a:lnTo>
                    <a:pt x="109220" y="278130"/>
                  </a:lnTo>
                  <a:lnTo>
                    <a:pt x="107950" y="279400"/>
                  </a:lnTo>
                  <a:lnTo>
                    <a:pt x="118110" y="279400"/>
                  </a:lnTo>
                  <a:lnTo>
                    <a:pt x="119380" y="278130"/>
                  </a:lnTo>
                  <a:close/>
                </a:path>
                <a:path w="393700" h="388619">
                  <a:moveTo>
                    <a:pt x="123190" y="274320"/>
                  </a:moveTo>
                  <a:lnTo>
                    <a:pt x="113030" y="274320"/>
                  </a:lnTo>
                  <a:lnTo>
                    <a:pt x="110489" y="276860"/>
                  </a:lnTo>
                  <a:lnTo>
                    <a:pt x="120650" y="276860"/>
                  </a:lnTo>
                  <a:lnTo>
                    <a:pt x="123190" y="274320"/>
                  </a:lnTo>
                  <a:close/>
                </a:path>
                <a:path w="393700" h="388619">
                  <a:moveTo>
                    <a:pt x="125730" y="271780"/>
                  </a:moveTo>
                  <a:lnTo>
                    <a:pt x="115570" y="271780"/>
                  </a:lnTo>
                  <a:lnTo>
                    <a:pt x="114300" y="273050"/>
                  </a:lnTo>
                  <a:lnTo>
                    <a:pt x="124460" y="273050"/>
                  </a:lnTo>
                  <a:lnTo>
                    <a:pt x="125730" y="271780"/>
                  </a:lnTo>
                  <a:close/>
                </a:path>
                <a:path w="393700" h="388619">
                  <a:moveTo>
                    <a:pt x="129540" y="267970"/>
                  </a:moveTo>
                  <a:lnTo>
                    <a:pt x="119380" y="267970"/>
                  </a:lnTo>
                  <a:lnTo>
                    <a:pt x="116839" y="270510"/>
                  </a:lnTo>
                  <a:lnTo>
                    <a:pt x="126999" y="270510"/>
                  </a:lnTo>
                  <a:lnTo>
                    <a:pt x="129540" y="267970"/>
                  </a:lnTo>
                  <a:close/>
                </a:path>
                <a:path w="393700" h="388619">
                  <a:moveTo>
                    <a:pt x="132080" y="265430"/>
                  </a:moveTo>
                  <a:lnTo>
                    <a:pt x="121920" y="265430"/>
                  </a:lnTo>
                  <a:lnTo>
                    <a:pt x="120650" y="266700"/>
                  </a:lnTo>
                  <a:lnTo>
                    <a:pt x="130810" y="266700"/>
                  </a:lnTo>
                  <a:lnTo>
                    <a:pt x="132080" y="265430"/>
                  </a:lnTo>
                  <a:close/>
                </a:path>
                <a:path w="393700" h="388619">
                  <a:moveTo>
                    <a:pt x="135890" y="261620"/>
                  </a:moveTo>
                  <a:lnTo>
                    <a:pt x="125730" y="261620"/>
                  </a:lnTo>
                  <a:lnTo>
                    <a:pt x="123189" y="264160"/>
                  </a:lnTo>
                  <a:lnTo>
                    <a:pt x="133350" y="264160"/>
                  </a:lnTo>
                  <a:lnTo>
                    <a:pt x="135890" y="261620"/>
                  </a:lnTo>
                  <a:close/>
                </a:path>
                <a:path w="393700" h="388619">
                  <a:moveTo>
                    <a:pt x="138430" y="259080"/>
                  </a:moveTo>
                  <a:lnTo>
                    <a:pt x="128270" y="259080"/>
                  </a:lnTo>
                  <a:lnTo>
                    <a:pt x="127000" y="260350"/>
                  </a:lnTo>
                  <a:lnTo>
                    <a:pt x="137160" y="260350"/>
                  </a:lnTo>
                  <a:lnTo>
                    <a:pt x="138430" y="259080"/>
                  </a:lnTo>
                  <a:close/>
                </a:path>
                <a:path w="393700" h="388619">
                  <a:moveTo>
                    <a:pt x="142240" y="255270"/>
                  </a:moveTo>
                  <a:lnTo>
                    <a:pt x="132080" y="255270"/>
                  </a:lnTo>
                  <a:lnTo>
                    <a:pt x="129539" y="257810"/>
                  </a:lnTo>
                  <a:lnTo>
                    <a:pt x="139700" y="257810"/>
                  </a:lnTo>
                  <a:lnTo>
                    <a:pt x="142240" y="255270"/>
                  </a:lnTo>
                  <a:close/>
                </a:path>
                <a:path w="393700" h="388619">
                  <a:moveTo>
                    <a:pt x="144780" y="252730"/>
                  </a:moveTo>
                  <a:lnTo>
                    <a:pt x="134620" y="252730"/>
                  </a:lnTo>
                  <a:lnTo>
                    <a:pt x="133350" y="254000"/>
                  </a:lnTo>
                  <a:lnTo>
                    <a:pt x="143510" y="254000"/>
                  </a:lnTo>
                  <a:lnTo>
                    <a:pt x="144780" y="252730"/>
                  </a:lnTo>
                  <a:close/>
                </a:path>
                <a:path w="393700" h="388619">
                  <a:moveTo>
                    <a:pt x="148590" y="248920"/>
                  </a:moveTo>
                  <a:lnTo>
                    <a:pt x="138430" y="248920"/>
                  </a:lnTo>
                  <a:lnTo>
                    <a:pt x="135889" y="251460"/>
                  </a:lnTo>
                  <a:lnTo>
                    <a:pt x="146050" y="251460"/>
                  </a:lnTo>
                  <a:lnTo>
                    <a:pt x="148590" y="248920"/>
                  </a:lnTo>
                  <a:close/>
                </a:path>
                <a:path w="393700" h="388619">
                  <a:moveTo>
                    <a:pt x="151130" y="246380"/>
                  </a:moveTo>
                  <a:lnTo>
                    <a:pt x="140970" y="246380"/>
                  </a:lnTo>
                  <a:lnTo>
                    <a:pt x="139700" y="247650"/>
                  </a:lnTo>
                  <a:lnTo>
                    <a:pt x="149860" y="247650"/>
                  </a:lnTo>
                  <a:lnTo>
                    <a:pt x="151130" y="246380"/>
                  </a:lnTo>
                  <a:close/>
                </a:path>
                <a:path w="393700" h="388619">
                  <a:moveTo>
                    <a:pt x="154940" y="242570"/>
                  </a:moveTo>
                  <a:lnTo>
                    <a:pt x="144780" y="242570"/>
                  </a:lnTo>
                  <a:lnTo>
                    <a:pt x="142239" y="245110"/>
                  </a:lnTo>
                  <a:lnTo>
                    <a:pt x="152400" y="245110"/>
                  </a:lnTo>
                  <a:lnTo>
                    <a:pt x="154940" y="242570"/>
                  </a:lnTo>
                  <a:close/>
                </a:path>
                <a:path w="393700" h="388619">
                  <a:moveTo>
                    <a:pt x="157480" y="240030"/>
                  </a:moveTo>
                  <a:lnTo>
                    <a:pt x="147320" y="240030"/>
                  </a:lnTo>
                  <a:lnTo>
                    <a:pt x="146050" y="241300"/>
                  </a:lnTo>
                  <a:lnTo>
                    <a:pt x="156210" y="241300"/>
                  </a:lnTo>
                  <a:lnTo>
                    <a:pt x="157480" y="240030"/>
                  </a:lnTo>
                  <a:close/>
                </a:path>
                <a:path w="393700" h="388619">
                  <a:moveTo>
                    <a:pt x="161290" y="236220"/>
                  </a:moveTo>
                  <a:lnTo>
                    <a:pt x="151130" y="236220"/>
                  </a:lnTo>
                  <a:lnTo>
                    <a:pt x="148589" y="238760"/>
                  </a:lnTo>
                  <a:lnTo>
                    <a:pt x="158750" y="238760"/>
                  </a:lnTo>
                  <a:lnTo>
                    <a:pt x="161290" y="236220"/>
                  </a:lnTo>
                  <a:close/>
                </a:path>
                <a:path w="393700" h="388619">
                  <a:moveTo>
                    <a:pt x="163830" y="233680"/>
                  </a:moveTo>
                  <a:lnTo>
                    <a:pt x="153670" y="233680"/>
                  </a:lnTo>
                  <a:lnTo>
                    <a:pt x="152400" y="234950"/>
                  </a:lnTo>
                  <a:lnTo>
                    <a:pt x="162560" y="234950"/>
                  </a:lnTo>
                  <a:lnTo>
                    <a:pt x="163830" y="233680"/>
                  </a:lnTo>
                  <a:close/>
                </a:path>
                <a:path w="393700" h="388619">
                  <a:moveTo>
                    <a:pt x="176530" y="220980"/>
                  </a:moveTo>
                  <a:lnTo>
                    <a:pt x="166370" y="220980"/>
                  </a:lnTo>
                  <a:lnTo>
                    <a:pt x="154939" y="232410"/>
                  </a:lnTo>
                  <a:lnTo>
                    <a:pt x="165100" y="232410"/>
                  </a:lnTo>
                  <a:lnTo>
                    <a:pt x="176530" y="220980"/>
                  </a:lnTo>
                  <a:close/>
                </a:path>
                <a:path w="393700" h="388619">
                  <a:moveTo>
                    <a:pt x="189230" y="208280"/>
                  </a:moveTo>
                  <a:lnTo>
                    <a:pt x="179070" y="208280"/>
                  </a:lnTo>
                  <a:lnTo>
                    <a:pt x="167639" y="219710"/>
                  </a:lnTo>
                  <a:lnTo>
                    <a:pt x="177800" y="219710"/>
                  </a:lnTo>
                  <a:lnTo>
                    <a:pt x="189230" y="208280"/>
                  </a:lnTo>
                  <a:close/>
                </a:path>
                <a:path w="393700" h="388619">
                  <a:moveTo>
                    <a:pt x="193040" y="204470"/>
                  </a:moveTo>
                  <a:lnTo>
                    <a:pt x="182880" y="204470"/>
                  </a:lnTo>
                  <a:lnTo>
                    <a:pt x="180339" y="207010"/>
                  </a:lnTo>
                  <a:lnTo>
                    <a:pt x="190500" y="207010"/>
                  </a:lnTo>
                  <a:lnTo>
                    <a:pt x="193040" y="204470"/>
                  </a:lnTo>
                  <a:close/>
                </a:path>
                <a:path w="393700" h="388619">
                  <a:moveTo>
                    <a:pt x="195580" y="201930"/>
                  </a:moveTo>
                  <a:lnTo>
                    <a:pt x="185420" y="201930"/>
                  </a:lnTo>
                  <a:lnTo>
                    <a:pt x="184150" y="203200"/>
                  </a:lnTo>
                  <a:lnTo>
                    <a:pt x="194310" y="203200"/>
                  </a:lnTo>
                  <a:lnTo>
                    <a:pt x="195580" y="201930"/>
                  </a:lnTo>
                  <a:close/>
                </a:path>
                <a:path w="393700" h="388619">
                  <a:moveTo>
                    <a:pt x="199390" y="198120"/>
                  </a:moveTo>
                  <a:lnTo>
                    <a:pt x="189230" y="198120"/>
                  </a:lnTo>
                  <a:lnTo>
                    <a:pt x="186689" y="200660"/>
                  </a:lnTo>
                  <a:lnTo>
                    <a:pt x="196850" y="200660"/>
                  </a:lnTo>
                  <a:lnTo>
                    <a:pt x="199390" y="198120"/>
                  </a:lnTo>
                  <a:close/>
                </a:path>
                <a:path w="393700" h="388619">
                  <a:moveTo>
                    <a:pt x="212090" y="185420"/>
                  </a:moveTo>
                  <a:lnTo>
                    <a:pt x="201930" y="185420"/>
                  </a:lnTo>
                  <a:lnTo>
                    <a:pt x="190500" y="196850"/>
                  </a:lnTo>
                  <a:lnTo>
                    <a:pt x="200660" y="196850"/>
                  </a:lnTo>
                  <a:lnTo>
                    <a:pt x="212090" y="185420"/>
                  </a:lnTo>
                  <a:close/>
                </a:path>
                <a:path w="393700" h="388619">
                  <a:moveTo>
                    <a:pt x="220980" y="176530"/>
                  </a:moveTo>
                  <a:lnTo>
                    <a:pt x="210820" y="176530"/>
                  </a:lnTo>
                  <a:lnTo>
                    <a:pt x="203200" y="184150"/>
                  </a:lnTo>
                  <a:lnTo>
                    <a:pt x="213360" y="184150"/>
                  </a:lnTo>
                  <a:lnTo>
                    <a:pt x="220980" y="176530"/>
                  </a:lnTo>
                  <a:close/>
                </a:path>
                <a:path w="393700" h="388619">
                  <a:moveTo>
                    <a:pt x="237490" y="160020"/>
                  </a:moveTo>
                  <a:lnTo>
                    <a:pt x="227330" y="160020"/>
                  </a:lnTo>
                  <a:lnTo>
                    <a:pt x="212089" y="175260"/>
                  </a:lnTo>
                  <a:lnTo>
                    <a:pt x="222250" y="175260"/>
                  </a:lnTo>
                  <a:lnTo>
                    <a:pt x="237490" y="160020"/>
                  </a:lnTo>
                  <a:close/>
                </a:path>
                <a:path w="393700" h="388619">
                  <a:moveTo>
                    <a:pt x="242570" y="154940"/>
                  </a:moveTo>
                  <a:lnTo>
                    <a:pt x="232410" y="154940"/>
                  </a:lnTo>
                  <a:lnTo>
                    <a:pt x="228600" y="158750"/>
                  </a:lnTo>
                  <a:lnTo>
                    <a:pt x="238760" y="158750"/>
                  </a:lnTo>
                  <a:lnTo>
                    <a:pt x="242570" y="154940"/>
                  </a:lnTo>
                  <a:close/>
                </a:path>
              </a:pathLst>
            </a:custGeom>
            <a:solidFill>
              <a:srgbClr val="BE42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4">
              <a:extLst>
                <a:ext uri="{FF2B5EF4-FFF2-40B4-BE49-F238E27FC236}">
                  <a16:creationId xmlns:a16="http://schemas.microsoft.com/office/drawing/2014/main" id="{4E177CC3-F5BB-7AAF-0BFC-51DE83BAB7B6}"/>
                </a:ext>
              </a:extLst>
            </p:cNvPr>
            <p:cNvSpPr/>
            <p:nvPr/>
          </p:nvSpPr>
          <p:spPr>
            <a:xfrm>
              <a:off x="2954020" y="2706369"/>
              <a:ext cx="389890" cy="384810"/>
            </a:xfrm>
            <a:custGeom>
              <a:avLst/>
              <a:gdLst/>
              <a:ahLst/>
              <a:cxnLst/>
              <a:rect l="l" t="t" r="r" b="b"/>
              <a:pathLst>
                <a:path w="389889" h="384810">
                  <a:moveTo>
                    <a:pt x="327660" y="67310"/>
                  </a:moveTo>
                  <a:lnTo>
                    <a:pt x="317500" y="67310"/>
                  </a:lnTo>
                  <a:lnTo>
                    <a:pt x="311150" y="73660"/>
                  </a:lnTo>
                  <a:lnTo>
                    <a:pt x="321310" y="73660"/>
                  </a:lnTo>
                  <a:lnTo>
                    <a:pt x="327660" y="67310"/>
                  </a:lnTo>
                  <a:close/>
                </a:path>
                <a:path w="389889" h="384810">
                  <a:moveTo>
                    <a:pt x="330200" y="64770"/>
                  </a:moveTo>
                  <a:lnTo>
                    <a:pt x="320040" y="64770"/>
                  </a:lnTo>
                  <a:lnTo>
                    <a:pt x="318770" y="66039"/>
                  </a:lnTo>
                  <a:lnTo>
                    <a:pt x="328930" y="66039"/>
                  </a:lnTo>
                  <a:lnTo>
                    <a:pt x="330200" y="64770"/>
                  </a:lnTo>
                  <a:close/>
                </a:path>
                <a:path w="389889" h="384810">
                  <a:moveTo>
                    <a:pt x="334010" y="60960"/>
                  </a:moveTo>
                  <a:lnTo>
                    <a:pt x="323850" y="60960"/>
                  </a:lnTo>
                  <a:lnTo>
                    <a:pt x="321310" y="63500"/>
                  </a:lnTo>
                  <a:lnTo>
                    <a:pt x="331470" y="63500"/>
                  </a:lnTo>
                  <a:lnTo>
                    <a:pt x="334010" y="60960"/>
                  </a:lnTo>
                  <a:close/>
                </a:path>
                <a:path w="389889" h="384810">
                  <a:moveTo>
                    <a:pt x="336550" y="58420"/>
                  </a:moveTo>
                  <a:lnTo>
                    <a:pt x="326390" y="58420"/>
                  </a:lnTo>
                  <a:lnTo>
                    <a:pt x="325120" y="59689"/>
                  </a:lnTo>
                  <a:lnTo>
                    <a:pt x="335280" y="59689"/>
                  </a:lnTo>
                  <a:lnTo>
                    <a:pt x="336550" y="58420"/>
                  </a:lnTo>
                  <a:close/>
                </a:path>
                <a:path w="389889" h="384810">
                  <a:moveTo>
                    <a:pt x="340360" y="54610"/>
                  </a:moveTo>
                  <a:lnTo>
                    <a:pt x="330200" y="54610"/>
                  </a:lnTo>
                  <a:lnTo>
                    <a:pt x="327660" y="57150"/>
                  </a:lnTo>
                  <a:lnTo>
                    <a:pt x="337820" y="57150"/>
                  </a:lnTo>
                  <a:lnTo>
                    <a:pt x="340360" y="54610"/>
                  </a:lnTo>
                  <a:close/>
                </a:path>
                <a:path w="389889" h="384810">
                  <a:moveTo>
                    <a:pt x="342900" y="52070"/>
                  </a:moveTo>
                  <a:lnTo>
                    <a:pt x="332740" y="52070"/>
                  </a:lnTo>
                  <a:lnTo>
                    <a:pt x="331470" y="53339"/>
                  </a:lnTo>
                  <a:lnTo>
                    <a:pt x="341630" y="53339"/>
                  </a:lnTo>
                  <a:lnTo>
                    <a:pt x="342900" y="52070"/>
                  </a:lnTo>
                  <a:close/>
                </a:path>
                <a:path w="389889" h="384810">
                  <a:moveTo>
                    <a:pt x="355600" y="39370"/>
                  </a:moveTo>
                  <a:lnTo>
                    <a:pt x="345440" y="39370"/>
                  </a:lnTo>
                  <a:lnTo>
                    <a:pt x="334010" y="50800"/>
                  </a:lnTo>
                  <a:lnTo>
                    <a:pt x="344170" y="50800"/>
                  </a:lnTo>
                  <a:lnTo>
                    <a:pt x="355600" y="39370"/>
                  </a:lnTo>
                  <a:close/>
                </a:path>
                <a:path w="389889" h="384810">
                  <a:moveTo>
                    <a:pt x="368300" y="26670"/>
                  </a:moveTo>
                  <a:lnTo>
                    <a:pt x="358140" y="26670"/>
                  </a:lnTo>
                  <a:lnTo>
                    <a:pt x="346710" y="38100"/>
                  </a:lnTo>
                  <a:lnTo>
                    <a:pt x="356870" y="38100"/>
                  </a:lnTo>
                  <a:lnTo>
                    <a:pt x="368300" y="26670"/>
                  </a:lnTo>
                  <a:close/>
                </a:path>
                <a:path w="389889" h="384810">
                  <a:moveTo>
                    <a:pt x="372110" y="22860"/>
                  </a:moveTo>
                  <a:lnTo>
                    <a:pt x="361950" y="22860"/>
                  </a:lnTo>
                  <a:lnTo>
                    <a:pt x="359410" y="25400"/>
                  </a:lnTo>
                  <a:lnTo>
                    <a:pt x="369570" y="25400"/>
                  </a:lnTo>
                  <a:lnTo>
                    <a:pt x="372110" y="22860"/>
                  </a:lnTo>
                  <a:close/>
                </a:path>
                <a:path w="389889" h="384810">
                  <a:moveTo>
                    <a:pt x="374650" y="20320"/>
                  </a:moveTo>
                  <a:lnTo>
                    <a:pt x="364490" y="20320"/>
                  </a:lnTo>
                  <a:lnTo>
                    <a:pt x="363220" y="21589"/>
                  </a:lnTo>
                  <a:lnTo>
                    <a:pt x="373380" y="21589"/>
                  </a:lnTo>
                  <a:lnTo>
                    <a:pt x="374650" y="20320"/>
                  </a:lnTo>
                  <a:close/>
                </a:path>
                <a:path w="389889" h="384810">
                  <a:moveTo>
                    <a:pt x="378460" y="16510"/>
                  </a:moveTo>
                  <a:lnTo>
                    <a:pt x="368300" y="16510"/>
                  </a:lnTo>
                  <a:lnTo>
                    <a:pt x="365760" y="19050"/>
                  </a:lnTo>
                  <a:lnTo>
                    <a:pt x="375920" y="19050"/>
                  </a:lnTo>
                  <a:lnTo>
                    <a:pt x="378460" y="16510"/>
                  </a:lnTo>
                  <a:close/>
                </a:path>
                <a:path w="389889" h="384810">
                  <a:moveTo>
                    <a:pt x="381000" y="13970"/>
                  </a:moveTo>
                  <a:lnTo>
                    <a:pt x="370840" y="13970"/>
                  </a:lnTo>
                  <a:lnTo>
                    <a:pt x="369570" y="15239"/>
                  </a:lnTo>
                  <a:lnTo>
                    <a:pt x="379730" y="15239"/>
                  </a:lnTo>
                  <a:lnTo>
                    <a:pt x="381000" y="13970"/>
                  </a:lnTo>
                  <a:close/>
                </a:path>
                <a:path w="389889" h="384810">
                  <a:moveTo>
                    <a:pt x="384810" y="10160"/>
                  </a:moveTo>
                  <a:lnTo>
                    <a:pt x="374650" y="10160"/>
                  </a:lnTo>
                  <a:lnTo>
                    <a:pt x="372110" y="12700"/>
                  </a:lnTo>
                  <a:lnTo>
                    <a:pt x="382270" y="12700"/>
                  </a:lnTo>
                  <a:lnTo>
                    <a:pt x="384810" y="10160"/>
                  </a:lnTo>
                  <a:close/>
                </a:path>
                <a:path w="389889" h="384810">
                  <a:moveTo>
                    <a:pt x="387350" y="7620"/>
                  </a:moveTo>
                  <a:lnTo>
                    <a:pt x="377190" y="7620"/>
                  </a:lnTo>
                  <a:lnTo>
                    <a:pt x="375920" y="8889"/>
                  </a:lnTo>
                  <a:lnTo>
                    <a:pt x="386080" y="8889"/>
                  </a:lnTo>
                  <a:lnTo>
                    <a:pt x="387350" y="7620"/>
                  </a:lnTo>
                  <a:close/>
                </a:path>
                <a:path w="389889" h="384810">
                  <a:moveTo>
                    <a:pt x="389890" y="3810"/>
                  </a:moveTo>
                  <a:lnTo>
                    <a:pt x="381000" y="3810"/>
                  </a:lnTo>
                  <a:lnTo>
                    <a:pt x="378460" y="6350"/>
                  </a:lnTo>
                  <a:lnTo>
                    <a:pt x="388620" y="6350"/>
                  </a:lnTo>
                  <a:lnTo>
                    <a:pt x="389890" y="5080"/>
                  </a:lnTo>
                  <a:lnTo>
                    <a:pt x="389890" y="3810"/>
                  </a:lnTo>
                  <a:close/>
                </a:path>
                <a:path w="389889" h="384810">
                  <a:moveTo>
                    <a:pt x="388619" y="2539"/>
                  </a:moveTo>
                  <a:lnTo>
                    <a:pt x="387350" y="2539"/>
                  </a:lnTo>
                  <a:lnTo>
                    <a:pt x="387350" y="3810"/>
                  </a:lnTo>
                  <a:lnTo>
                    <a:pt x="388619" y="3810"/>
                  </a:lnTo>
                  <a:lnTo>
                    <a:pt x="388619" y="2539"/>
                  </a:lnTo>
                  <a:close/>
                </a:path>
                <a:path w="389889" h="384810">
                  <a:moveTo>
                    <a:pt x="386080" y="0"/>
                  </a:moveTo>
                  <a:lnTo>
                    <a:pt x="384810" y="0"/>
                  </a:lnTo>
                  <a:lnTo>
                    <a:pt x="382270" y="2539"/>
                  </a:lnTo>
                  <a:lnTo>
                    <a:pt x="386080" y="2539"/>
                  </a:lnTo>
                  <a:lnTo>
                    <a:pt x="386080" y="0"/>
                  </a:lnTo>
                  <a:close/>
                </a:path>
                <a:path w="389889" h="384810">
                  <a:moveTo>
                    <a:pt x="321309" y="73660"/>
                  </a:moveTo>
                  <a:lnTo>
                    <a:pt x="311149" y="73660"/>
                  </a:lnTo>
                  <a:lnTo>
                    <a:pt x="285750" y="99060"/>
                  </a:lnTo>
                  <a:lnTo>
                    <a:pt x="295910" y="99060"/>
                  </a:lnTo>
                  <a:lnTo>
                    <a:pt x="321309" y="73660"/>
                  </a:lnTo>
                  <a:close/>
                </a:path>
                <a:path w="389889" h="384810">
                  <a:moveTo>
                    <a:pt x="295909" y="99060"/>
                  </a:moveTo>
                  <a:lnTo>
                    <a:pt x="285749" y="99060"/>
                  </a:lnTo>
                  <a:lnTo>
                    <a:pt x="234950" y="149860"/>
                  </a:lnTo>
                  <a:lnTo>
                    <a:pt x="245110" y="149860"/>
                  </a:lnTo>
                  <a:lnTo>
                    <a:pt x="295909" y="99060"/>
                  </a:lnTo>
                  <a:close/>
                </a:path>
                <a:path w="389889" h="384810">
                  <a:moveTo>
                    <a:pt x="8890" y="382270"/>
                  </a:moveTo>
                  <a:lnTo>
                    <a:pt x="2539" y="382270"/>
                  </a:lnTo>
                  <a:lnTo>
                    <a:pt x="0" y="384810"/>
                  </a:lnTo>
                  <a:lnTo>
                    <a:pt x="8890" y="384810"/>
                  </a:lnTo>
                  <a:lnTo>
                    <a:pt x="8890" y="382270"/>
                  </a:lnTo>
                  <a:close/>
                </a:path>
                <a:path w="389889" h="384810">
                  <a:moveTo>
                    <a:pt x="16510" y="378460"/>
                  </a:moveTo>
                  <a:lnTo>
                    <a:pt x="6350" y="378460"/>
                  </a:lnTo>
                  <a:lnTo>
                    <a:pt x="3809" y="381000"/>
                  </a:lnTo>
                  <a:lnTo>
                    <a:pt x="13969" y="381000"/>
                  </a:lnTo>
                  <a:lnTo>
                    <a:pt x="16510" y="378460"/>
                  </a:lnTo>
                  <a:close/>
                </a:path>
                <a:path w="389889" h="384810">
                  <a:moveTo>
                    <a:pt x="19050" y="375920"/>
                  </a:moveTo>
                  <a:lnTo>
                    <a:pt x="8890" y="375920"/>
                  </a:lnTo>
                  <a:lnTo>
                    <a:pt x="7619" y="377190"/>
                  </a:lnTo>
                  <a:lnTo>
                    <a:pt x="17780" y="377190"/>
                  </a:lnTo>
                  <a:lnTo>
                    <a:pt x="19050" y="375920"/>
                  </a:lnTo>
                  <a:close/>
                </a:path>
                <a:path w="389889" h="384810">
                  <a:moveTo>
                    <a:pt x="22860" y="372110"/>
                  </a:moveTo>
                  <a:lnTo>
                    <a:pt x="12700" y="372110"/>
                  </a:lnTo>
                  <a:lnTo>
                    <a:pt x="10159" y="374650"/>
                  </a:lnTo>
                  <a:lnTo>
                    <a:pt x="20319" y="374650"/>
                  </a:lnTo>
                  <a:lnTo>
                    <a:pt x="22860" y="372110"/>
                  </a:lnTo>
                  <a:close/>
                </a:path>
                <a:path w="389889" h="384810">
                  <a:moveTo>
                    <a:pt x="25400" y="369570"/>
                  </a:moveTo>
                  <a:lnTo>
                    <a:pt x="15240" y="369570"/>
                  </a:lnTo>
                  <a:lnTo>
                    <a:pt x="13969" y="370840"/>
                  </a:lnTo>
                  <a:lnTo>
                    <a:pt x="24130" y="370840"/>
                  </a:lnTo>
                  <a:lnTo>
                    <a:pt x="25400" y="369570"/>
                  </a:lnTo>
                  <a:close/>
                </a:path>
                <a:path w="389889" h="384810">
                  <a:moveTo>
                    <a:pt x="29210" y="365760"/>
                  </a:moveTo>
                  <a:lnTo>
                    <a:pt x="19050" y="365760"/>
                  </a:lnTo>
                  <a:lnTo>
                    <a:pt x="16509" y="368300"/>
                  </a:lnTo>
                  <a:lnTo>
                    <a:pt x="26669" y="368300"/>
                  </a:lnTo>
                  <a:lnTo>
                    <a:pt x="29210" y="365760"/>
                  </a:lnTo>
                  <a:close/>
                </a:path>
                <a:path w="389889" h="384810">
                  <a:moveTo>
                    <a:pt x="31750" y="363220"/>
                  </a:moveTo>
                  <a:lnTo>
                    <a:pt x="21589" y="363220"/>
                  </a:lnTo>
                  <a:lnTo>
                    <a:pt x="20319" y="364490"/>
                  </a:lnTo>
                  <a:lnTo>
                    <a:pt x="30480" y="364490"/>
                  </a:lnTo>
                  <a:lnTo>
                    <a:pt x="31750" y="363220"/>
                  </a:lnTo>
                  <a:close/>
                </a:path>
                <a:path w="389889" h="384810">
                  <a:moveTo>
                    <a:pt x="35560" y="359410"/>
                  </a:moveTo>
                  <a:lnTo>
                    <a:pt x="25400" y="359410"/>
                  </a:lnTo>
                  <a:lnTo>
                    <a:pt x="22859" y="361950"/>
                  </a:lnTo>
                  <a:lnTo>
                    <a:pt x="33019" y="361950"/>
                  </a:lnTo>
                  <a:lnTo>
                    <a:pt x="35560" y="359410"/>
                  </a:lnTo>
                  <a:close/>
                </a:path>
                <a:path w="389889" h="384810">
                  <a:moveTo>
                    <a:pt x="38100" y="356870"/>
                  </a:moveTo>
                  <a:lnTo>
                    <a:pt x="27939" y="356870"/>
                  </a:lnTo>
                  <a:lnTo>
                    <a:pt x="26669" y="358140"/>
                  </a:lnTo>
                  <a:lnTo>
                    <a:pt x="36830" y="358140"/>
                  </a:lnTo>
                  <a:lnTo>
                    <a:pt x="38100" y="356870"/>
                  </a:lnTo>
                  <a:close/>
                </a:path>
                <a:path w="389889" h="384810">
                  <a:moveTo>
                    <a:pt x="41910" y="353060"/>
                  </a:moveTo>
                  <a:lnTo>
                    <a:pt x="31750" y="353060"/>
                  </a:lnTo>
                  <a:lnTo>
                    <a:pt x="29209" y="355600"/>
                  </a:lnTo>
                  <a:lnTo>
                    <a:pt x="39369" y="355600"/>
                  </a:lnTo>
                  <a:lnTo>
                    <a:pt x="41910" y="353060"/>
                  </a:lnTo>
                  <a:close/>
                </a:path>
                <a:path w="389889" h="384810">
                  <a:moveTo>
                    <a:pt x="44450" y="350520"/>
                  </a:moveTo>
                  <a:lnTo>
                    <a:pt x="34290" y="350520"/>
                  </a:lnTo>
                  <a:lnTo>
                    <a:pt x="33019" y="351790"/>
                  </a:lnTo>
                  <a:lnTo>
                    <a:pt x="43180" y="351790"/>
                  </a:lnTo>
                  <a:lnTo>
                    <a:pt x="44450" y="350520"/>
                  </a:lnTo>
                  <a:close/>
                </a:path>
                <a:path w="389889" h="384810">
                  <a:moveTo>
                    <a:pt x="48260" y="346710"/>
                  </a:moveTo>
                  <a:lnTo>
                    <a:pt x="38100" y="346710"/>
                  </a:lnTo>
                  <a:lnTo>
                    <a:pt x="35559" y="349250"/>
                  </a:lnTo>
                  <a:lnTo>
                    <a:pt x="45719" y="349250"/>
                  </a:lnTo>
                  <a:lnTo>
                    <a:pt x="48260" y="346710"/>
                  </a:lnTo>
                  <a:close/>
                </a:path>
                <a:path w="389889" h="384810">
                  <a:moveTo>
                    <a:pt x="50800" y="344170"/>
                  </a:moveTo>
                  <a:lnTo>
                    <a:pt x="40639" y="344170"/>
                  </a:lnTo>
                  <a:lnTo>
                    <a:pt x="39369" y="345440"/>
                  </a:lnTo>
                  <a:lnTo>
                    <a:pt x="49530" y="345440"/>
                  </a:lnTo>
                  <a:lnTo>
                    <a:pt x="50800" y="344170"/>
                  </a:lnTo>
                  <a:close/>
                </a:path>
                <a:path w="389889" h="384810">
                  <a:moveTo>
                    <a:pt x="54610" y="340360"/>
                  </a:moveTo>
                  <a:lnTo>
                    <a:pt x="44450" y="340360"/>
                  </a:lnTo>
                  <a:lnTo>
                    <a:pt x="41909" y="342900"/>
                  </a:lnTo>
                  <a:lnTo>
                    <a:pt x="52069" y="342900"/>
                  </a:lnTo>
                  <a:lnTo>
                    <a:pt x="54610" y="340360"/>
                  </a:lnTo>
                  <a:close/>
                </a:path>
                <a:path w="389889" h="384810">
                  <a:moveTo>
                    <a:pt x="57150" y="337820"/>
                  </a:moveTo>
                  <a:lnTo>
                    <a:pt x="46990" y="337820"/>
                  </a:lnTo>
                  <a:lnTo>
                    <a:pt x="45719" y="339090"/>
                  </a:lnTo>
                  <a:lnTo>
                    <a:pt x="55880" y="339090"/>
                  </a:lnTo>
                  <a:lnTo>
                    <a:pt x="57150" y="337820"/>
                  </a:lnTo>
                  <a:close/>
                </a:path>
                <a:path w="389889" h="384810">
                  <a:moveTo>
                    <a:pt x="60960" y="334010"/>
                  </a:moveTo>
                  <a:lnTo>
                    <a:pt x="50800" y="334010"/>
                  </a:lnTo>
                  <a:lnTo>
                    <a:pt x="48259" y="336550"/>
                  </a:lnTo>
                  <a:lnTo>
                    <a:pt x="58419" y="336550"/>
                  </a:lnTo>
                  <a:lnTo>
                    <a:pt x="60960" y="334010"/>
                  </a:lnTo>
                  <a:close/>
                </a:path>
                <a:path w="389889" h="384810">
                  <a:moveTo>
                    <a:pt x="63500" y="331470"/>
                  </a:moveTo>
                  <a:lnTo>
                    <a:pt x="53339" y="331470"/>
                  </a:lnTo>
                  <a:lnTo>
                    <a:pt x="52069" y="332740"/>
                  </a:lnTo>
                  <a:lnTo>
                    <a:pt x="62230" y="332740"/>
                  </a:lnTo>
                  <a:lnTo>
                    <a:pt x="63500" y="331470"/>
                  </a:lnTo>
                  <a:close/>
                </a:path>
                <a:path w="389889" h="384810">
                  <a:moveTo>
                    <a:pt x="67310" y="327660"/>
                  </a:moveTo>
                  <a:lnTo>
                    <a:pt x="57150" y="327660"/>
                  </a:lnTo>
                  <a:lnTo>
                    <a:pt x="54609" y="330200"/>
                  </a:lnTo>
                  <a:lnTo>
                    <a:pt x="64769" y="330200"/>
                  </a:lnTo>
                  <a:lnTo>
                    <a:pt x="67310" y="327660"/>
                  </a:lnTo>
                  <a:close/>
                </a:path>
                <a:path w="389889" h="384810">
                  <a:moveTo>
                    <a:pt x="69850" y="325120"/>
                  </a:moveTo>
                  <a:lnTo>
                    <a:pt x="59689" y="325120"/>
                  </a:lnTo>
                  <a:lnTo>
                    <a:pt x="58419" y="326390"/>
                  </a:lnTo>
                  <a:lnTo>
                    <a:pt x="68580" y="326390"/>
                  </a:lnTo>
                  <a:lnTo>
                    <a:pt x="69850" y="325120"/>
                  </a:lnTo>
                  <a:close/>
                </a:path>
                <a:path w="389889" h="384810">
                  <a:moveTo>
                    <a:pt x="73660" y="321310"/>
                  </a:moveTo>
                  <a:lnTo>
                    <a:pt x="63500" y="321310"/>
                  </a:lnTo>
                  <a:lnTo>
                    <a:pt x="60959" y="323850"/>
                  </a:lnTo>
                  <a:lnTo>
                    <a:pt x="71119" y="323850"/>
                  </a:lnTo>
                  <a:lnTo>
                    <a:pt x="73660" y="321310"/>
                  </a:lnTo>
                  <a:close/>
                </a:path>
                <a:path w="389889" h="384810">
                  <a:moveTo>
                    <a:pt x="76200" y="318770"/>
                  </a:moveTo>
                  <a:lnTo>
                    <a:pt x="66040" y="318770"/>
                  </a:lnTo>
                  <a:lnTo>
                    <a:pt x="64769" y="320040"/>
                  </a:lnTo>
                  <a:lnTo>
                    <a:pt x="74930" y="320040"/>
                  </a:lnTo>
                  <a:lnTo>
                    <a:pt x="76200" y="318770"/>
                  </a:lnTo>
                  <a:close/>
                </a:path>
                <a:path w="389889" h="384810">
                  <a:moveTo>
                    <a:pt x="80010" y="314960"/>
                  </a:moveTo>
                  <a:lnTo>
                    <a:pt x="69850" y="314960"/>
                  </a:lnTo>
                  <a:lnTo>
                    <a:pt x="67309" y="317500"/>
                  </a:lnTo>
                  <a:lnTo>
                    <a:pt x="77469" y="317500"/>
                  </a:lnTo>
                  <a:lnTo>
                    <a:pt x="80010" y="314960"/>
                  </a:lnTo>
                  <a:close/>
                </a:path>
                <a:path w="389889" h="384810">
                  <a:moveTo>
                    <a:pt x="82550" y="312420"/>
                  </a:moveTo>
                  <a:lnTo>
                    <a:pt x="72390" y="312420"/>
                  </a:lnTo>
                  <a:lnTo>
                    <a:pt x="71119" y="313690"/>
                  </a:lnTo>
                  <a:lnTo>
                    <a:pt x="81280" y="313690"/>
                  </a:lnTo>
                  <a:lnTo>
                    <a:pt x="82550" y="312420"/>
                  </a:lnTo>
                  <a:close/>
                </a:path>
                <a:path w="389889" h="384810">
                  <a:moveTo>
                    <a:pt x="86360" y="308610"/>
                  </a:moveTo>
                  <a:lnTo>
                    <a:pt x="76200" y="308610"/>
                  </a:lnTo>
                  <a:lnTo>
                    <a:pt x="73659" y="311150"/>
                  </a:lnTo>
                  <a:lnTo>
                    <a:pt x="83819" y="311150"/>
                  </a:lnTo>
                  <a:lnTo>
                    <a:pt x="86360" y="308610"/>
                  </a:lnTo>
                  <a:close/>
                </a:path>
                <a:path w="389889" h="384810">
                  <a:moveTo>
                    <a:pt x="88900" y="306070"/>
                  </a:moveTo>
                  <a:lnTo>
                    <a:pt x="78740" y="306070"/>
                  </a:lnTo>
                  <a:lnTo>
                    <a:pt x="77469" y="307340"/>
                  </a:lnTo>
                  <a:lnTo>
                    <a:pt x="87630" y="307340"/>
                  </a:lnTo>
                  <a:lnTo>
                    <a:pt x="88900" y="306070"/>
                  </a:lnTo>
                  <a:close/>
                </a:path>
                <a:path w="389889" h="384810">
                  <a:moveTo>
                    <a:pt x="92710" y="302260"/>
                  </a:moveTo>
                  <a:lnTo>
                    <a:pt x="82550" y="302260"/>
                  </a:lnTo>
                  <a:lnTo>
                    <a:pt x="80009" y="304800"/>
                  </a:lnTo>
                  <a:lnTo>
                    <a:pt x="90169" y="304800"/>
                  </a:lnTo>
                  <a:lnTo>
                    <a:pt x="92710" y="302260"/>
                  </a:lnTo>
                  <a:close/>
                </a:path>
                <a:path w="389889" h="384810">
                  <a:moveTo>
                    <a:pt x="95250" y="299720"/>
                  </a:moveTo>
                  <a:lnTo>
                    <a:pt x="85090" y="299720"/>
                  </a:lnTo>
                  <a:lnTo>
                    <a:pt x="83819" y="300990"/>
                  </a:lnTo>
                  <a:lnTo>
                    <a:pt x="93980" y="300990"/>
                  </a:lnTo>
                  <a:lnTo>
                    <a:pt x="95250" y="299720"/>
                  </a:lnTo>
                  <a:close/>
                </a:path>
                <a:path w="389889" h="384810">
                  <a:moveTo>
                    <a:pt x="99060" y="295910"/>
                  </a:moveTo>
                  <a:lnTo>
                    <a:pt x="88900" y="295910"/>
                  </a:lnTo>
                  <a:lnTo>
                    <a:pt x="86359" y="298450"/>
                  </a:lnTo>
                  <a:lnTo>
                    <a:pt x="96519" y="298450"/>
                  </a:lnTo>
                  <a:lnTo>
                    <a:pt x="99060" y="295910"/>
                  </a:lnTo>
                  <a:close/>
                </a:path>
                <a:path w="389889" h="384810">
                  <a:moveTo>
                    <a:pt x="101600" y="293370"/>
                  </a:moveTo>
                  <a:lnTo>
                    <a:pt x="91440" y="293370"/>
                  </a:lnTo>
                  <a:lnTo>
                    <a:pt x="90169" y="294640"/>
                  </a:lnTo>
                  <a:lnTo>
                    <a:pt x="100330" y="294640"/>
                  </a:lnTo>
                  <a:lnTo>
                    <a:pt x="101600" y="293370"/>
                  </a:lnTo>
                  <a:close/>
                </a:path>
                <a:path w="389889" h="384810">
                  <a:moveTo>
                    <a:pt x="105410" y="289560"/>
                  </a:moveTo>
                  <a:lnTo>
                    <a:pt x="95250" y="289560"/>
                  </a:lnTo>
                  <a:lnTo>
                    <a:pt x="92709" y="292100"/>
                  </a:lnTo>
                  <a:lnTo>
                    <a:pt x="102869" y="292100"/>
                  </a:lnTo>
                  <a:lnTo>
                    <a:pt x="105410" y="289560"/>
                  </a:lnTo>
                  <a:close/>
                </a:path>
                <a:path w="389889" h="384810">
                  <a:moveTo>
                    <a:pt x="107950" y="287020"/>
                  </a:moveTo>
                  <a:lnTo>
                    <a:pt x="97789" y="287020"/>
                  </a:lnTo>
                  <a:lnTo>
                    <a:pt x="96519" y="288290"/>
                  </a:lnTo>
                  <a:lnTo>
                    <a:pt x="106680" y="288290"/>
                  </a:lnTo>
                  <a:lnTo>
                    <a:pt x="107950" y="287020"/>
                  </a:lnTo>
                  <a:close/>
                </a:path>
                <a:path w="389889" h="384810">
                  <a:moveTo>
                    <a:pt x="111760" y="283210"/>
                  </a:moveTo>
                  <a:lnTo>
                    <a:pt x="101600" y="283210"/>
                  </a:lnTo>
                  <a:lnTo>
                    <a:pt x="99059" y="285750"/>
                  </a:lnTo>
                  <a:lnTo>
                    <a:pt x="109219" y="285750"/>
                  </a:lnTo>
                  <a:lnTo>
                    <a:pt x="111760" y="283210"/>
                  </a:lnTo>
                  <a:close/>
                </a:path>
                <a:path w="389889" h="384810">
                  <a:moveTo>
                    <a:pt x="114300" y="280670"/>
                  </a:moveTo>
                  <a:lnTo>
                    <a:pt x="104140" y="280670"/>
                  </a:lnTo>
                  <a:lnTo>
                    <a:pt x="102869" y="281940"/>
                  </a:lnTo>
                  <a:lnTo>
                    <a:pt x="113030" y="281940"/>
                  </a:lnTo>
                  <a:lnTo>
                    <a:pt x="114300" y="280670"/>
                  </a:lnTo>
                  <a:close/>
                </a:path>
                <a:path w="389889" h="384810">
                  <a:moveTo>
                    <a:pt x="118110" y="276860"/>
                  </a:moveTo>
                  <a:lnTo>
                    <a:pt x="107950" y="276860"/>
                  </a:lnTo>
                  <a:lnTo>
                    <a:pt x="105409" y="279400"/>
                  </a:lnTo>
                  <a:lnTo>
                    <a:pt x="115569" y="279400"/>
                  </a:lnTo>
                  <a:lnTo>
                    <a:pt x="118110" y="276860"/>
                  </a:lnTo>
                  <a:close/>
                </a:path>
                <a:path w="389889" h="384810">
                  <a:moveTo>
                    <a:pt x="120650" y="274320"/>
                  </a:moveTo>
                  <a:lnTo>
                    <a:pt x="110489" y="274320"/>
                  </a:lnTo>
                  <a:lnTo>
                    <a:pt x="109219" y="275590"/>
                  </a:lnTo>
                  <a:lnTo>
                    <a:pt x="119380" y="275590"/>
                  </a:lnTo>
                  <a:lnTo>
                    <a:pt x="120650" y="274320"/>
                  </a:lnTo>
                  <a:close/>
                </a:path>
                <a:path w="389889" h="384810">
                  <a:moveTo>
                    <a:pt x="124460" y="270510"/>
                  </a:moveTo>
                  <a:lnTo>
                    <a:pt x="114300" y="270510"/>
                  </a:lnTo>
                  <a:lnTo>
                    <a:pt x="111759" y="273050"/>
                  </a:lnTo>
                  <a:lnTo>
                    <a:pt x="121919" y="273050"/>
                  </a:lnTo>
                  <a:lnTo>
                    <a:pt x="124460" y="270510"/>
                  </a:lnTo>
                  <a:close/>
                </a:path>
                <a:path w="389889" h="384810">
                  <a:moveTo>
                    <a:pt x="127000" y="267970"/>
                  </a:moveTo>
                  <a:lnTo>
                    <a:pt x="116840" y="267970"/>
                  </a:lnTo>
                  <a:lnTo>
                    <a:pt x="115569" y="269240"/>
                  </a:lnTo>
                  <a:lnTo>
                    <a:pt x="125730" y="269240"/>
                  </a:lnTo>
                  <a:lnTo>
                    <a:pt x="127000" y="267970"/>
                  </a:lnTo>
                  <a:close/>
                </a:path>
                <a:path w="389889" h="384810">
                  <a:moveTo>
                    <a:pt x="130810" y="264160"/>
                  </a:moveTo>
                  <a:lnTo>
                    <a:pt x="120650" y="264160"/>
                  </a:lnTo>
                  <a:lnTo>
                    <a:pt x="118109" y="266700"/>
                  </a:lnTo>
                  <a:lnTo>
                    <a:pt x="128269" y="266700"/>
                  </a:lnTo>
                  <a:lnTo>
                    <a:pt x="130810" y="264160"/>
                  </a:lnTo>
                  <a:close/>
                </a:path>
                <a:path w="389889" h="384810">
                  <a:moveTo>
                    <a:pt x="133350" y="261620"/>
                  </a:moveTo>
                  <a:lnTo>
                    <a:pt x="123190" y="261620"/>
                  </a:lnTo>
                  <a:lnTo>
                    <a:pt x="121919" y="262890"/>
                  </a:lnTo>
                  <a:lnTo>
                    <a:pt x="132080" y="262890"/>
                  </a:lnTo>
                  <a:lnTo>
                    <a:pt x="133350" y="261620"/>
                  </a:lnTo>
                  <a:close/>
                </a:path>
                <a:path w="389889" h="384810">
                  <a:moveTo>
                    <a:pt x="137160" y="257810"/>
                  </a:moveTo>
                  <a:lnTo>
                    <a:pt x="127000" y="257810"/>
                  </a:lnTo>
                  <a:lnTo>
                    <a:pt x="124459" y="260350"/>
                  </a:lnTo>
                  <a:lnTo>
                    <a:pt x="134619" y="260350"/>
                  </a:lnTo>
                  <a:lnTo>
                    <a:pt x="137160" y="257810"/>
                  </a:lnTo>
                  <a:close/>
                </a:path>
                <a:path w="389889" h="384810">
                  <a:moveTo>
                    <a:pt x="139700" y="255270"/>
                  </a:moveTo>
                  <a:lnTo>
                    <a:pt x="129540" y="255270"/>
                  </a:lnTo>
                  <a:lnTo>
                    <a:pt x="128269" y="256540"/>
                  </a:lnTo>
                  <a:lnTo>
                    <a:pt x="138430" y="256540"/>
                  </a:lnTo>
                  <a:lnTo>
                    <a:pt x="139700" y="255270"/>
                  </a:lnTo>
                  <a:close/>
                </a:path>
                <a:path w="389889" h="384810">
                  <a:moveTo>
                    <a:pt x="143510" y="251460"/>
                  </a:moveTo>
                  <a:lnTo>
                    <a:pt x="133350" y="251460"/>
                  </a:lnTo>
                  <a:lnTo>
                    <a:pt x="130809" y="254000"/>
                  </a:lnTo>
                  <a:lnTo>
                    <a:pt x="140969" y="254000"/>
                  </a:lnTo>
                  <a:lnTo>
                    <a:pt x="143510" y="251460"/>
                  </a:lnTo>
                  <a:close/>
                </a:path>
                <a:path w="389889" h="384810">
                  <a:moveTo>
                    <a:pt x="146050" y="248920"/>
                  </a:moveTo>
                  <a:lnTo>
                    <a:pt x="135890" y="248920"/>
                  </a:lnTo>
                  <a:lnTo>
                    <a:pt x="134619" y="250190"/>
                  </a:lnTo>
                  <a:lnTo>
                    <a:pt x="144780" y="250190"/>
                  </a:lnTo>
                  <a:lnTo>
                    <a:pt x="146050" y="248920"/>
                  </a:lnTo>
                  <a:close/>
                </a:path>
                <a:path w="389889" h="384810">
                  <a:moveTo>
                    <a:pt x="149860" y="245110"/>
                  </a:moveTo>
                  <a:lnTo>
                    <a:pt x="139700" y="245110"/>
                  </a:lnTo>
                  <a:lnTo>
                    <a:pt x="137159" y="247650"/>
                  </a:lnTo>
                  <a:lnTo>
                    <a:pt x="147319" y="247650"/>
                  </a:lnTo>
                  <a:lnTo>
                    <a:pt x="149860" y="245110"/>
                  </a:lnTo>
                  <a:close/>
                </a:path>
                <a:path w="389889" h="384810">
                  <a:moveTo>
                    <a:pt x="152400" y="242570"/>
                  </a:moveTo>
                  <a:lnTo>
                    <a:pt x="142240" y="242570"/>
                  </a:lnTo>
                  <a:lnTo>
                    <a:pt x="140969" y="243840"/>
                  </a:lnTo>
                  <a:lnTo>
                    <a:pt x="151130" y="243840"/>
                  </a:lnTo>
                  <a:lnTo>
                    <a:pt x="152400" y="242570"/>
                  </a:lnTo>
                  <a:close/>
                </a:path>
                <a:path w="389889" h="384810">
                  <a:moveTo>
                    <a:pt x="156210" y="238760"/>
                  </a:moveTo>
                  <a:lnTo>
                    <a:pt x="146050" y="238760"/>
                  </a:lnTo>
                  <a:lnTo>
                    <a:pt x="143509" y="241300"/>
                  </a:lnTo>
                  <a:lnTo>
                    <a:pt x="153669" y="241300"/>
                  </a:lnTo>
                  <a:lnTo>
                    <a:pt x="156210" y="238760"/>
                  </a:lnTo>
                  <a:close/>
                </a:path>
                <a:path w="389889" h="384810">
                  <a:moveTo>
                    <a:pt x="158750" y="236220"/>
                  </a:moveTo>
                  <a:lnTo>
                    <a:pt x="148590" y="236220"/>
                  </a:lnTo>
                  <a:lnTo>
                    <a:pt x="147319" y="237490"/>
                  </a:lnTo>
                  <a:lnTo>
                    <a:pt x="157480" y="237490"/>
                  </a:lnTo>
                  <a:lnTo>
                    <a:pt x="158750" y="236220"/>
                  </a:lnTo>
                  <a:close/>
                </a:path>
                <a:path w="389889" h="384810">
                  <a:moveTo>
                    <a:pt x="162560" y="232410"/>
                  </a:moveTo>
                  <a:lnTo>
                    <a:pt x="152400" y="232410"/>
                  </a:lnTo>
                  <a:lnTo>
                    <a:pt x="149859" y="234950"/>
                  </a:lnTo>
                  <a:lnTo>
                    <a:pt x="160019" y="234950"/>
                  </a:lnTo>
                  <a:lnTo>
                    <a:pt x="162560" y="232410"/>
                  </a:lnTo>
                  <a:close/>
                </a:path>
                <a:path w="389889" h="384810">
                  <a:moveTo>
                    <a:pt x="165100" y="229870"/>
                  </a:moveTo>
                  <a:lnTo>
                    <a:pt x="154940" y="229870"/>
                  </a:lnTo>
                  <a:lnTo>
                    <a:pt x="153669" y="231140"/>
                  </a:lnTo>
                  <a:lnTo>
                    <a:pt x="163830" y="231140"/>
                  </a:lnTo>
                  <a:lnTo>
                    <a:pt x="165100" y="229870"/>
                  </a:lnTo>
                  <a:close/>
                </a:path>
                <a:path w="389889" h="384810">
                  <a:moveTo>
                    <a:pt x="177800" y="217170"/>
                  </a:moveTo>
                  <a:lnTo>
                    <a:pt x="167640" y="217170"/>
                  </a:lnTo>
                  <a:lnTo>
                    <a:pt x="156209" y="228600"/>
                  </a:lnTo>
                  <a:lnTo>
                    <a:pt x="166369" y="228600"/>
                  </a:lnTo>
                  <a:lnTo>
                    <a:pt x="177800" y="217170"/>
                  </a:lnTo>
                  <a:close/>
                </a:path>
                <a:path w="389889" h="384810">
                  <a:moveTo>
                    <a:pt x="190500" y="204470"/>
                  </a:moveTo>
                  <a:lnTo>
                    <a:pt x="180340" y="204470"/>
                  </a:lnTo>
                  <a:lnTo>
                    <a:pt x="168909" y="215900"/>
                  </a:lnTo>
                  <a:lnTo>
                    <a:pt x="179069" y="215900"/>
                  </a:lnTo>
                  <a:lnTo>
                    <a:pt x="190500" y="204470"/>
                  </a:lnTo>
                  <a:close/>
                </a:path>
                <a:path w="389889" h="384810">
                  <a:moveTo>
                    <a:pt x="194310" y="200660"/>
                  </a:moveTo>
                  <a:lnTo>
                    <a:pt x="184150" y="200660"/>
                  </a:lnTo>
                  <a:lnTo>
                    <a:pt x="181609" y="203200"/>
                  </a:lnTo>
                  <a:lnTo>
                    <a:pt x="191769" y="203200"/>
                  </a:lnTo>
                  <a:lnTo>
                    <a:pt x="194310" y="200660"/>
                  </a:lnTo>
                  <a:close/>
                </a:path>
                <a:path w="389889" h="384810">
                  <a:moveTo>
                    <a:pt x="196850" y="198120"/>
                  </a:moveTo>
                  <a:lnTo>
                    <a:pt x="186690" y="198120"/>
                  </a:lnTo>
                  <a:lnTo>
                    <a:pt x="185419" y="199390"/>
                  </a:lnTo>
                  <a:lnTo>
                    <a:pt x="195580" y="199390"/>
                  </a:lnTo>
                  <a:lnTo>
                    <a:pt x="196850" y="198120"/>
                  </a:lnTo>
                  <a:close/>
                </a:path>
                <a:path w="389889" h="384810">
                  <a:moveTo>
                    <a:pt x="200660" y="194310"/>
                  </a:moveTo>
                  <a:lnTo>
                    <a:pt x="190500" y="194310"/>
                  </a:lnTo>
                  <a:lnTo>
                    <a:pt x="187959" y="196850"/>
                  </a:lnTo>
                  <a:lnTo>
                    <a:pt x="198119" y="196850"/>
                  </a:lnTo>
                  <a:lnTo>
                    <a:pt x="200660" y="194310"/>
                  </a:lnTo>
                  <a:close/>
                </a:path>
                <a:path w="389889" h="384810">
                  <a:moveTo>
                    <a:pt x="213360" y="181610"/>
                  </a:moveTo>
                  <a:lnTo>
                    <a:pt x="203200" y="181610"/>
                  </a:lnTo>
                  <a:lnTo>
                    <a:pt x="191769" y="193040"/>
                  </a:lnTo>
                  <a:lnTo>
                    <a:pt x="201930" y="193040"/>
                  </a:lnTo>
                  <a:lnTo>
                    <a:pt x="213360" y="181610"/>
                  </a:lnTo>
                  <a:close/>
                </a:path>
                <a:path w="389889" h="384810">
                  <a:moveTo>
                    <a:pt x="222250" y="172720"/>
                  </a:moveTo>
                  <a:lnTo>
                    <a:pt x="212090" y="172720"/>
                  </a:lnTo>
                  <a:lnTo>
                    <a:pt x="204469" y="180340"/>
                  </a:lnTo>
                  <a:lnTo>
                    <a:pt x="214630" y="180340"/>
                  </a:lnTo>
                  <a:lnTo>
                    <a:pt x="222250" y="172720"/>
                  </a:lnTo>
                  <a:close/>
                </a:path>
                <a:path w="389889" h="384810">
                  <a:moveTo>
                    <a:pt x="238760" y="156210"/>
                  </a:moveTo>
                  <a:lnTo>
                    <a:pt x="228600" y="156210"/>
                  </a:lnTo>
                  <a:lnTo>
                    <a:pt x="213359" y="171450"/>
                  </a:lnTo>
                  <a:lnTo>
                    <a:pt x="223519" y="171450"/>
                  </a:lnTo>
                  <a:lnTo>
                    <a:pt x="238760" y="156210"/>
                  </a:lnTo>
                  <a:close/>
                </a:path>
                <a:path w="389889" h="384810">
                  <a:moveTo>
                    <a:pt x="243840" y="151130"/>
                  </a:moveTo>
                  <a:lnTo>
                    <a:pt x="233680" y="151130"/>
                  </a:lnTo>
                  <a:lnTo>
                    <a:pt x="229869" y="154940"/>
                  </a:lnTo>
                  <a:lnTo>
                    <a:pt x="240030" y="154940"/>
                  </a:lnTo>
                  <a:lnTo>
                    <a:pt x="243840" y="151130"/>
                  </a:lnTo>
                  <a:close/>
                </a:path>
              </a:pathLst>
            </a:custGeom>
            <a:solidFill>
              <a:srgbClr val="BF42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5">
              <a:extLst>
                <a:ext uri="{FF2B5EF4-FFF2-40B4-BE49-F238E27FC236}">
                  <a16:creationId xmlns:a16="http://schemas.microsoft.com/office/drawing/2014/main" id="{90152D8E-E6E5-730B-1676-15C8332C47F0}"/>
                </a:ext>
              </a:extLst>
            </p:cNvPr>
            <p:cNvSpPr/>
            <p:nvPr/>
          </p:nvSpPr>
          <p:spPr>
            <a:xfrm>
              <a:off x="2967990" y="2711450"/>
              <a:ext cx="381000" cy="375920"/>
            </a:xfrm>
            <a:custGeom>
              <a:avLst/>
              <a:gdLst/>
              <a:ahLst/>
              <a:cxnLst/>
              <a:rect l="l" t="t" r="r" b="b"/>
              <a:pathLst>
                <a:path w="381000" h="375919">
                  <a:moveTo>
                    <a:pt x="323850" y="62229"/>
                  </a:moveTo>
                  <a:lnTo>
                    <a:pt x="313690" y="62229"/>
                  </a:lnTo>
                  <a:lnTo>
                    <a:pt x="307340" y="68579"/>
                  </a:lnTo>
                  <a:lnTo>
                    <a:pt x="317500" y="68579"/>
                  </a:lnTo>
                  <a:lnTo>
                    <a:pt x="323850" y="62229"/>
                  </a:lnTo>
                  <a:close/>
                </a:path>
                <a:path w="381000" h="375919">
                  <a:moveTo>
                    <a:pt x="326389" y="59689"/>
                  </a:moveTo>
                  <a:lnTo>
                    <a:pt x="316230" y="59689"/>
                  </a:lnTo>
                  <a:lnTo>
                    <a:pt x="314960" y="60959"/>
                  </a:lnTo>
                  <a:lnTo>
                    <a:pt x="325120" y="60959"/>
                  </a:lnTo>
                  <a:lnTo>
                    <a:pt x="326389" y="59689"/>
                  </a:lnTo>
                  <a:close/>
                </a:path>
                <a:path w="381000" h="375919">
                  <a:moveTo>
                    <a:pt x="330200" y="55879"/>
                  </a:moveTo>
                  <a:lnTo>
                    <a:pt x="320040" y="55879"/>
                  </a:lnTo>
                  <a:lnTo>
                    <a:pt x="317500" y="58419"/>
                  </a:lnTo>
                  <a:lnTo>
                    <a:pt x="327660" y="58419"/>
                  </a:lnTo>
                  <a:lnTo>
                    <a:pt x="330200" y="55879"/>
                  </a:lnTo>
                  <a:close/>
                </a:path>
                <a:path w="381000" h="375919">
                  <a:moveTo>
                    <a:pt x="332739" y="53339"/>
                  </a:moveTo>
                  <a:lnTo>
                    <a:pt x="322580" y="53339"/>
                  </a:lnTo>
                  <a:lnTo>
                    <a:pt x="321310" y="54609"/>
                  </a:lnTo>
                  <a:lnTo>
                    <a:pt x="331470" y="54609"/>
                  </a:lnTo>
                  <a:lnTo>
                    <a:pt x="332739" y="53339"/>
                  </a:lnTo>
                  <a:close/>
                </a:path>
                <a:path w="381000" h="375919">
                  <a:moveTo>
                    <a:pt x="336550" y="49529"/>
                  </a:moveTo>
                  <a:lnTo>
                    <a:pt x="326390" y="49529"/>
                  </a:lnTo>
                  <a:lnTo>
                    <a:pt x="323850" y="52069"/>
                  </a:lnTo>
                  <a:lnTo>
                    <a:pt x="334010" y="52069"/>
                  </a:lnTo>
                  <a:lnTo>
                    <a:pt x="336550" y="49529"/>
                  </a:lnTo>
                  <a:close/>
                </a:path>
                <a:path w="381000" h="375919">
                  <a:moveTo>
                    <a:pt x="339089" y="46989"/>
                  </a:moveTo>
                  <a:lnTo>
                    <a:pt x="328930" y="46989"/>
                  </a:lnTo>
                  <a:lnTo>
                    <a:pt x="327660" y="48259"/>
                  </a:lnTo>
                  <a:lnTo>
                    <a:pt x="337820" y="48259"/>
                  </a:lnTo>
                  <a:lnTo>
                    <a:pt x="339089" y="46989"/>
                  </a:lnTo>
                  <a:close/>
                </a:path>
                <a:path w="381000" h="375919">
                  <a:moveTo>
                    <a:pt x="351789" y="34289"/>
                  </a:moveTo>
                  <a:lnTo>
                    <a:pt x="341630" y="34289"/>
                  </a:lnTo>
                  <a:lnTo>
                    <a:pt x="330200" y="45719"/>
                  </a:lnTo>
                  <a:lnTo>
                    <a:pt x="340360" y="45719"/>
                  </a:lnTo>
                  <a:lnTo>
                    <a:pt x="351789" y="34289"/>
                  </a:lnTo>
                  <a:close/>
                </a:path>
                <a:path w="381000" h="375919">
                  <a:moveTo>
                    <a:pt x="364489" y="21589"/>
                  </a:moveTo>
                  <a:lnTo>
                    <a:pt x="354330" y="21589"/>
                  </a:lnTo>
                  <a:lnTo>
                    <a:pt x="342900" y="33019"/>
                  </a:lnTo>
                  <a:lnTo>
                    <a:pt x="353060" y="33019"/>
                  </a:lnTo>
                  <a:lnTo>
                    <a:pt x="364489" y="21589"/>
                  </a:lnTo>
                  <a:close/>
                </a:path>
                <a:path w="381000" h="375919">
                  <a:moveTo>
                    <a:pt x="368300" y="17779"/>
                  </a:moveTo>
                  <a:lnTo>
                    <a:pt x="358140" y="17779"/>
                  </a:lnTo>
                  <a:lnTo>
                    <a:pt x="355600" y="20319"/>
                  </a:lnTo>
                  <a:lnTo>
                    <a:pt x="365760" y="20319"/>
                  </a:lnTo>
                  <a:lnTo>
                    <a:pt x="368300" y="17779"/>
                  </a:lnTo>
                  <a:close/>
                </a:path>
                <a:path w="381000" h="375919">
                  <a:moveTo>
                    <a:pt x="370839" y="15239"/>
                  </a:moveTo>
                  <a:lnTo>
                    <a:pt x="360680" y="15239"/>
                  </a:lnTo>
                  <a:lnTo>
                    <a:pt x="359410" y="16509"/>
                  </a:lnTo>
                  <a:lnTo>
                    <a:pt x="369570" y="16509"/>
                  </a:lnTo>
                  <a:lnTo>
                    <a:pt x="370839" y="15239"/>
                  </a:lnTo>
                  <a:close/>
                </a:path>
                <a:path w="381000" h="375919">
                  <a:moveTo>
                    <a:pt x="374650" y="11429"/>
                  </a:moveTo>
                  <a:lnTo>
                    <a:pt x="364490" y="11429"/>
                  </a:lnTo>
                  <a:lnTo>
                    <a:pt x="361950" y="13969"/>
                  </a:lnTo>
                  <a:lnTo>
                    <a:pt x="372110" y="13969"/>
                  </a:lnTo>
                  <a:lnTo>
                    <a:pt x="374650" y="11429"/>
                  </a:lnTo>
                  <a:close/>
                </a:path>
                <a:path w="381000" h="375919">
                  <a:moveTo>
                    <a:pt x="377189" y="8889"/>
                  </a:moveTo>
                  <a:lnTo>
                    <a:pt x="367030" y="8889"/>
                  </a:lnTo>
                  <a:lnTo>
                    <a:pt x="365760" y="10159"/>
                  </a:lnTo>
                  <a:lnTo>
                    <a:pt x="375920" y="10159"/>
                  </a:lnTo>
                  <a:lnTo>
                    <a:pt x="377189" y="8889"/>
                  </a:lnTo>
                  <a:close/>
                </a:path>
                <a:path w="381000" h="375919">
                  <a:moveTo>
                    <a:pt x="381000" y="3809"/>
                  </a:moveTo>
                  <a:lnTo>
                    <a:pt x="379730" y="3809"/>
                  </a:lnTo>
                  <a:lnTo>
                    <a:pt x="379730" y="5079"/>
                  </a:lnTo>
                  <a:lnTo>
                    <a:pt x="370840" y="5079"/>
                  </a:lnTo>
                  <a:lnTo>
                    <a:pt x="368300" y="7619"/>
                  </a:lnTo>
                  <a:lnTo>
                    <a:pt x="378460" y="7619"/>
                  </a:lnTo>
                  <a:lnTo>
                    <a:pt x="381000" y="5079"/>
                  </a:lnTo>
                  <a:lnTo>
                    <a:pt x="381000" y="3809"/>
                  </a:lnTo>
                  <a:close/>
                </a:path>
                <a:path w="381000" h="375919">
                  <a:moveTo>
                    <a:pt x="378460" y="1269"/>
                  </a:moveTo>
                  <a:lnTo>
                    <a:pt x="377189" y="1269"/>
                  </a:lnTo>
                  <a:lnTo>
                    <a:pt x="377189" y="2539"/>
                  </a:lnTo>
                  <a:lnTo>
                    <a:pt x="373380" y="2539"/>
                  </a:lnTo>
                  <a:lnTo>
                    <a:pt x="372110" y="3809"/>
                  </a:lnTo>
                  <a:lnTo>
                    <a:pt x="378460" y="3809"/>
                  </a:lnTo>
                  <a:lnTo>
                    <a:pt x="378460" y="1269"/>
                  </a:lnTo>
                  <a:close/>
                </a:path>
                <a:path w="381000" h="375919">
                  <a:moveTo>
                    <a:pt x="375920" y="0"/>
                  </a:moveTo>
                  <a:lnTo>
                    <a:pt x="374650" y="1269"/>
                  </a:lnTo>
                  <a:lnTo>
                    <a:pt x="375920" y="1269"/>
                  </a:lnTo>
                  <a:lnTo>
                    <a:pt x="375920" y="0"/>
                  </a:lnTo>
                  <a:close/>
                </a:path>
                <a:path w="381000" h="375919">
                  <a:moveTo>
                    <a:pt x="317499" y="68580"/>
                  </a:moveTo>
                  <a:lnTo>
                    <a:pt x="307339" y="68580"/>
                  </a:lnTo>
                  <a:lnTo>
                    <a:pt x="281940" y="93979"/>
                  </a:lnTo>
                  <a:lnTo>
                    <a:pt x="292100" y="93979"/>
                  </a:lnTo>
                  <a:lnTo>
                    <a:pt x="317499" y="68580"/>
                  </a:lnTo>
                  <a:close/>
                </a:path>
                <a:path w="381000" h="375919">
                  <a:moveTo>
                    <a:pt x="292099" y="93980"/>
                  </a:moveTo>
                  <a:lnTo>
                    <a:pt x="281939" y="93980"/>
                  </a:lnTo>
                  <a:lnTo>
                    <a:pt x="231140" y="144779"/>
                  </a:lnTo>
                  <a:lnTo>
                    <a:pt x="241300" y="144779"/>
                  </a:lnTo>
                  <a:lnTo>
                    <a:pt x="292099" y="93980"/>
                  </a:lnTo>
                  <a:close/>
                </a:path>
                <a:path w="381000" h="375919">
                  <a:moveTo>
                    <a:pt x="12700" y="373379"/>
                  </a:moveTo>
                  <a:lnTo>
                    <a:pt x="2540" y="373379"/>
                  </a:lnTo>
                  <a:lnTo>
                    <a:pt x="0" y="375920"/>
                  </a:lnTo>
                  <a:lnTo>
                    <a:pt x="10159" y="375920"/>
                  </a:lnTo>
                  <a:lnTo>
                    <a:pt x="12700" y="373379"/>
                  </a:lnTo>
                  <a:close/>
                </a:path>
                <a:path w="381000" h="375919">
                  <a:moveTo>
                    <a:pt x="15239" y="370839"/>
                  </a:moveTo>
                  <a:lnTo>
                    <a:pt x="5080" y="370839"/>
                  </a:lnTo>
                  <a:lnTo>
                    <a:pt x="3810" y="372110"/>
                  </a:lnTo>
                  <a:lnTo>
                    <a:pt x="13969" y="372110"/>
                  </a:lnTo>
                  <a:lnTo>
                    <a:pt x="15239" y="370839"/>
                  </a:lnTo>
                  <a:close/>
                </a:path>
                <a:path w="381000" h="375919">
                  <a:moveTo>
                    <a:pt x="19050" y="367029"/>
                  </a:moveTo>
                  <a:lnTo>
                    <a:pt x="8890" y="367029"/>
                  </a:lnTo>
                  <a:lnTo>
                    <a:pt x="6350" y="369570"/>
                  </a:lnTo>
                  <a:lnTo>
                    <a:pt x="16509" y="369570"/>
                  </a:lnTo>
                  <a:lnTo>
                    <a:pt x="19050" y="367029"/>
                  </a:lnTo>
                  <a:close/>
                </a:path>
                <a:path w="381000" h="375919">
                  <a:moveTo>
                    <a:pt x="21589" y="364489"/>
                  </a:moveTo>
                  <a:lnTo>
                    <a:pt x="11430" y="364489"/>
                  </a:lnTo>
                  <a:lnTo>
                    <a:pt x="10160" y="365760"/>
                  </a:lnTo>
                  <a:lnTo>
                    <a:pt x="20319" y="365760"/>
                  </a:lnTo>
                  <a:lnTo>
                    <a:pt x="21589" y="364489"/>
                  </a:lnTo>
                  <a:close/>
                </a:path>
                <a:path w="381000" h="375919">
                  <a:moveTo>
                    <a:pt x="25400" y="360679"/>
                  </a:moveTo>
                  <a:lnTo>
                    <a:pt x="15240" y="360679"/>
                  </a:lnTo>
                  <a:lnTo>
                    <a:pt x="12700" y="363220"/>
                  </a:lnTo>
                  <a:lnTo>
                    <a:pt x="22859" y="363220"/>
                  </a:lnTo>
                  <a:lnTo>
                    <a:pt x="25400" y="360679"/>
                  </a:lnTo>
                  <a:close/>
                </a:path>
                <a:path w="381000" h="375919">
                  <a:moveTo>
                    <a:pt x="27940" y="358139"/>
                  </a:moveTo>
                  <a:lnTo>
                    <a:pt x="17780" y="358139"/>
                  </a:lnTo>
                  <a:lnTo>
                    <a:pt x="16510" y="359410"/>
                  </a:lnTo>
                  <a:lnTo>
                    <a:pt x="26669" y="359410"/>
                  </a:lnTo>
                  <a:lnTo>
                    <a:pt x="27940" y="358139"/>
                  </a:lnTo>
                  <a:close/>
                </a:path>
                <a:path w="381000" h="375919">
                  <a:moveTo>
                    <a:pt x="31750" y="354329"/>
                  </a:moveTo>
                  <a:lnTo>
                    <a:pt x="21590" y="354329"/>
                  </a:lnTo>
                  <a:lnTo>
                    <a:pt x="19050" y="356870"/>
                  </a:lnTo>
                  <a:lnTo>
                    <a:pt x="29209" y="356870"/>
                  </a:lnTo>
                  <a:lnTo>
                    <a:pt x="31750" y="354329"/>
                  </a:lnTo>
                  <a:close/>
                </a:path>
                <a:path w="381000" h="375919">
                  <a:moveTo>
                    <a:pt x="34290" y="351789"/>
                  </a:moveTo>
                  <a:lnTo>
                    <a:pt x="24130" y="351789"/>
                  </a:lnTo>
                  <a:lnTo>
                    <a:pt x="22860" y="353060"/>
                  </a:lnTo>
                  <a:lnTo>
                    <a:pt x="33019" y="353060"/>
                  </a:lnTo>
                  <a:lnTo>
                    <a:pt x="34290" y="351789"/>
                  </a:lnTo>
                  <a:close/>
                </a:path>
                <a:path w="381000" h="375919">
                  <a:moveTo>
                    <a:pt x="38100" y="347979"/>
                  </a:moveTo>
                  <a:lnTo>
                    <a:pt x="27940" y="347979"/>
                  </a:lnTo>
                  <a:lnTo>
                    <a:pt x="25400" y="350520"/>
                  </a:lnTo>
                  <a:lnTo>
                    <a:pt x="35559" y="350520"/>
                  </a:lnTo>
                  <a:lnTo>
                    <a:pt x="38100" y="347979"/>
                  </a:lnTo>
                  <a:close/>
                </a:path>
                <a:path w="381000" h="375919">
                  <a:moveTo>
                    <a:pt x="40639" y="345439"/>
                  </a:moveTo>
                  <a:lnTo>
                    <a:pt x="30480" y="345439"/>
                  </a:lnTo>
                  <a:lnTo>
                    <a:pt x="29210" y="346710"/>
                  </a:lnTo>
                  <a:lnTo>
                    <a:pt x="39369" y="346710"/>
                  </a:lnTo>
                  <a:lnTo>
                    <a:pt x="40639" y="345439"/>
                  </a:lnTo>
                  <a:close/>
                </a:path>
                <a:path w="381000" h="375919">
                  <a:moveTo>
                    <a:pt x="44450" y="341629"/>
                  </a:moveTo>
                  <a:lnTo>
                    <a:pt x="34290" y="341629"/>
                  </a:lnTo>
                  <a:lnTo>
                    <a:pt x="31750" y="344170"/>
                  </a:lnTo>
                  <a:lnTo>
                    <a:pt x="41909" y="344170"/>
                  </a:lnTo>
                  <a:lnTo>
                    <a:pt x="44450" y="341629"/>
                  </a:lnTo>
                  <a:close/>
                </a:path>
                <a:path w="381000" h="375919">
                  <a:moveTo>
                    <a:pt x="46990" y="339089"/>
                  </a:moveTo>
                  <a:lnTo>
                    <a:pt x="36830" y="339089"/>
                  </a:lnTo>
                  <a:lnTo>
                    <a:pt x="35560" y="340360"/>
                  </a:lnTo>
                  <a:lnTo>
                    <a:pt x="45719" y="340360"/>
                  </a:lnTo>
                  <a:lnTo>
                    <a:pt x="46990" y="339089"/>
                  </a:lnTo>
                  <a:close/>
                </a:path>
                <a:path w="381000" h="375919">
                  <a:moveTo>
                    <a:pt x="50800" y="335279"/>
                  </a:moveTo>
                  <a:lnTo>
                    <a:pt x="40640" y="335279"/>
                  </a:lnTo>
                  <a:lnTo>
                    <a:pt x="38100" y="337820"/>
                  </a:lnTo>
                  <a:lnTo>
                    <a:pt x="48259" y="337820"/>
                  </a:lnTo>
                  <a:lnTo>
                    <a:pt x="50800" y="335279"/>
                  </a:lnTo>
                  <a:close/>
                </a:path>
                <a:path w="381000" h="375919">
                  <a:moveTo>
                    <a:pt x="53339" y="332739"/>
                  </a:moveTo>
                  <a:lnTo>
                    <a:pt x="43180" y="332739"/>
                  </a:lnTo>
                  <a:lnTo>
                    <a:pt x="41910" y="334010"/>
                  </a:lnTo>
                  <a:lnTo>
                    <a:pt x="52069" y="334010"/>
                  </a:lnTo>
                  <a:lnTo>
                    <a:pt x="53339" y="332739"/>
                  </a:lnTo>
                  <a:close/>
                </a:path>
                <a:path w="381000" h="375919">
                  <a:moveTo>
                    <a:pt x="57150" y="328929"/>
                  </a:moveTo>
                  <a:lnTo>
                    <a:pt x="46990" y="328929"/>
                  </a:lnTo>
                  <a:lnTo>
                    <a:pt x="44450" y="331470"/>
                  </a:lnTo>
                  <a:lnTo>
                    <a:pt x="54609" y="331470"/>
                  </a:lnTo>
                  <a:lnTo>
                    <a:pt x="57150" y="328929"/>
                  </a:lnTo>
                  <a:close/>
                </a:path>
                <a:path w="381000" h="375919">
                  <a:moveTo>
                    <a:pt x="59690" y="326389"/>
                  </a:moveTo>
                  <a:lnTo>
                    <a:pt x="49530" y="326389"/>
                  </a:lnTo>
                  <a:lnTo>
                    <a:pt x="48260" y="327660"/>
                  </a:lnTo>
                  <a:lnTo>
                    <a:pt x="58419" y="327660"/>
                  </a:lnTo>
                  <a:lnTo>
                    <a:pt x="59690" y="326389"/>
                  </a:lnTo>
                  <a:close/>
                </a:path>
                <a:path w="381000" h="375919">
                  <a:moveTo>
                    <a:pt x="63500" y="322579"/>
                  </a:moveTo>
                  <a:lnTo>
                    <a:pt x="53340" y="322579"/>
                  </a:lnTo>
                  <a:lnTo>
                    <a:pt x="50800" y="325120"/>
                  </a:lnTo>
                  <a:lnTo>
                    <a:pt x="60959" y="325120"/>
                  </a:lnTo>
                  <a:lnTo>
                    <a:pt x="63500" y="322579"/>
                  </a:lnTo>
                  <a:close/>
                </a:path>
                <a:path w="381000" h="375919">
                  <a:moveTo>
                    <a:pt x="66039" y="320039"/>
                  </a:moveTo>
                  <a:lnTo>
                    <a:pt x="55880" y="320039"/>
                  </a:lnTo>
                  <a:lnTo>
                    <a:pt x="54610" y="321310"/>
                  </a:lnTo>
                  <a:lnTo>
                    <a:pt x="64769" y="321310"/>
                  </a:lnTo>
                  <a:lnTo>
                    <a:pt x="66039" y="320039"/>
                  </a:lnTo>
                  <a:close/>
                </a:path>
                <a:path w="381000" h="375919">
                  <a:moveTo>
                    <a:pt x="69850" y="316229"/>
                  </a:moveTo>
                  <a:lnTo>
                    <a:pt x="59690" y="316229"/>
                  </a:lnTo>
                  <a:lnTo>
                    <a:pt x="57150" y="318770"/>
                  </a:lnTo>
                  <a:lnTo>
                    <a:pt x="67309" y="318770"/>
                  </a:lnTo>
                  <a:lnTo>
                    <a:pt x="69850" y="316229"/>
                  </a:lnTo>
                  <a:close/>
                </a:path>
                <a:path w="381000" h="375919">
                  <a:moveTo>
                    <a:pt x="72389" y="313689"/>
                  </a:moveTo>
                  <a:lnTo>
                    <a:pt x="62230" y="313689"/>
                  </a:lnTo>
                  <a:lnTo>
                    <a:pt x="60960" y="314960"/>
                  </a:lnTo>
                  <a:lnTo>
                    <a:pt x="71119" y="314960"/>
                  </a:lnTo>
                  <a:lnTo>
                    <a:pt x="72389" y="313689"/>
                  </a:lnTo>
                  <a:close/>
                </a:path>
                <a:path w="381000" h="375919">
                  <a:moveTo>
                    <a:pt x="76200" y="309879"/>
                  </a:moveTo>
                  <a:lnTo>
                    <a:pt x="66040" y="309879"/>
                  </a:lnTo>
                  <a:lnTo>
                    <a:pt x="63500" y="312420"/>
                  </a:lnTo>
                  <a:lnTo>
                    <a:pt x="73659" y="312420"/>
                  </a:lnTo>
                  <a:lnTo>
                    <a:pt x="76200" y="309879"/>
                  </a:lnTo>
                  <a:close/>
                </a:path>
                <a:path w="381000" h="375919">
                  <a:moveTo>
                    <a:pt x="78739" y="307339"/>
                  </a:moveTo>
                  <a:lnTo>
                    <a:pt x="68580" y="307339"/>
                  </a:lnTo>
                  <a:lnTo>
                    <a:pt x="67310" y="308610"/>
                  </a:lnTo>
                  <a:lnTo>
                    <a:pt x="77469" y="308610"/>
                  </a:lnTo>
                  <a:lnTo>
                    <a:pt x="78739" y="307339"/>
                  </a:lnTo>
                  <a:close/>
                </a:path>
                <a:path w="381000" h="375919">
                  <a:moveTo>
                    <a:pt x="82550" y="303529"/>
                  </a:moveTo>
                  <a:lnTo>
                    <a:pt x="72390" y="303529"/>
                  </a:lnTo>
                  <a:lnTo>
                    <a:pt x="69850" y="306070"/>
                  </a:lnTo>
                  <a:lnTo>
                    <a:pt x="80009" y="306070"/>
                  </a:lnTo>
                  <a:lnTo>
                    <a:pt x="82550" y="303529"/>
                  </a:lnTo>
                  <a:close/>
                </a:path>
                <a:path w="381000" h="375919">
                  <a:moveTo>
                    <a:pt x="85090" y="300989"/>
                  </a:moveTo>
                  <a:lnTo>
                    <a:pt x="74930" y="300989"/>
                  </a:lnTo>
                  <a:lnTo>
                    <a:pt x="73660" y="302260"/>
                  </a:lnTo>
                  <a:lnTo>
                    <a:pt x="83819" y="302260"/>
                  </a:lnTo>
                  <a:lnTo>
                    <a:pt x="85090" y="300989"/>
                  </a:lnTo>
                  <a:close/>
                </a:path>
                <a:path w="381000" h="375919">
                  <a:moveTo>
                    <a:pt x="88900" y="297179"/>
                  </a:moveTo>
                  <a:lnTo>
                    <a:pt x="78740" y="297179"/>
                  </a:lnTo>
                  <a:lnTo>
                    <a:pt x="76200" y="299720"/>
                  </a:lnTo>
                  <a:lnTo>
                    <a:pt x="86359" y="299720"/>
                  </a:lnTo>
                  <a:lnTo>
                    <a:pt x="88900" y="297179"/>
                  </a:lnTo>
                  <a:close/>
                </a:path>
                <a:path w="381000" h="375919">
                  <a:moveTo>
                    <a:pt x="91440" y="294639"/>
                  </a:moveTo>
                  <a:lnTo>
                    <a:pt x="81280" y="294639"/>
                  </a:lnTo>
                  <a:lnTo>
                    <a:pt x="80010" y="295910"/>
                  </a:lnTo>
                  <a:lnTo>
                    <a:pt x="90169" y="295910"/>
                  </a:lnTo>
                  <a:lnTo>
                    <a:pt x="91440" y="294639"/>
                  </a:lnTo>
                  <a:close/>
                </a:path>
                <a:path w="381000" h="375919">
                  <a:moveTo>
                    <a:pt x="95250" y="290829"/>
                  </a:moveTo>
                  <a:lnTo>
                    <a:pt x="85090" y="290829"/>
                  </a:lnTo>
                  <a:lnTo>
                    <a:pt x="82550" y="293370"/>
                  </a:lnTo>
                  <a:lnTo>
                    <a:pt x="92709" y="293370"/>
                  </a:lnTo>
                  <a:lnTo>
                    <a:pt x="95250" y="290829"/>
                  </a:lnTo>
                  <a:close/>
                </a:path>
                <a:path w="381000" h="375919">
                  <a:moveTo>
                    <a:pt x="97789" y="288289"/>
                  </a:moveTo>
                  <a:lnTo>
                    <a:pt x="87630" y="288289"/>
                  </a:lnTo>
                  <a:lnTo>
                    <a:pt x="86360" y="289560"/>
                  </a:lnTo>
                  <a:lnTo>
                    <a:pt x="96519" y="289560"/>
                  </a:lnTo>
                  <a:lnTo>
                    <a:pt x="97789" y="288289"/>
                  </a:lnTo>
                  <a:close/>
                </a:path>
                <a:path w="381000" h="375919">
                  <a:moveTo>
                    <a:pt x="101600" y="284479"/>
                  </a:moveTo>
                  <a:lnTo>
                    <a:pt x="91440" y="284479"/>
                  </a:lnTo>
                  <a:lnTo>
                    <a:pt x="88900" y="287020"/>
                  </a:lnTo>
                  <a:lnTo>
                    <a:pt x="99059" y="287020"/>
                  </a:lnTo>
                  <a:lnTo>
                    <a:pt x="101600" y="284479"/>
                  </a:lnTo>
                  <a:close/>
                </a:path>
                <a:path w="381000" h="375919">
                  <a:moveTo>
                    <a:pt x="104139" y="281939"/>
                  </a:moveTo>
                  <a:lnTo>
                    <a:pt x="93980" y="281939"/>
                  </a:lnTo>
                  <a:lnTo>
                    <a:pt x="92710" y="283210"/>
                  </a:lnTo>
                  <a:lnTo>
                    <a:pt x="102869" y="283210"/>
                  </a:lnTo>
                  <a:lnTo>
                    <a:pt x="104139" y="281939"/>
                  </a:lnTo>
                  <a:close/>
                </a:path>
                <a:path w="381000" h="375919">
                  <a:moveTo>
                    <a:pt x="107950" y="278129"/>
                  </a:moveTo>
                  <a:lnTo>
                    <a:pt x="97790" y="278129"/>
                  </a:lnTo>
                  <a:lnTo>
                    <a:pt x="95250" y="280670"/>
                  </a:lnTo>
                  <a:lnTo>
                    <a:pt x="105409" y="280670"/>
                  </a:lnTo>
                  <a:lnTo>
                    <a:pt x="107950" y="278129"/>
                  </a:lnTo>
                  <a:close/>
                </a:path>
                <a:path w="381000" h="375919">
                  <a:moveTo>
                    <a:pt x="110489" y="275589"/>
                  </a:moveTo>
                  <a:lnTo>
                    <a:pt x="100330" y="275589"/>
                  </a:lnTo>
                  <a:lnTo>
                    <a:pt x="99060" y="276860"/>
                  </a:lnTo>
                  <a:lnTo>
                    <a:pt x="109219" y="276860"/>
                  </a:lnTo>
                  <a:lnTo>
                    <a:pt x="110489" y="275589"/>
                  </a:lnTo>
                  <a:close/>
                </a:path>
                <a:path w="381000" h="375919">
                  <a:moveTo>
                    <a:pt x="114300" y="271779"/>
                  </a:moveTo>
                  <a:lnTo>
                    <a:pt x="104140" y="271779"/>
                  </a:lnTo>
                  <a:lnTo>
                    <a:pt x="101600" y="274320"/>
                  </a:lnTo>
                  <a:lnTo>
                    <a:pt x="111759" y="274320"/>
                  </a:lnTo>
                  <a:lnTo>
                    <a:pt x="114300" y="271779"/>
                  </a:lnTo>
                  <a:close/>
                </a:path>
                <a:path w="381000" h="375919">
                  <a:moveTo>
                    <a:pt x="116839" y="269239"/>
                  </a:moveTo>
                  <a:lnTo>
                    <a:pt x="106680" y="269239"/>
                  </a:lnTo>
                  <a:lnTo>
                    <a:pt x="105410" y="270510"/>
                  </a:lnTo>
                  <a:lnTo>
                    <a:pt x="115569" y="270510"/>
                  </a:lnTo>
                  <a:lnTo>
                    <a:pt x="116839" y="269239"/>
                  </a:lnTo>
                  <a:close/>
                </a:path>
                <a:path w="381000" h="375919">
                  <a:moveTo>
                    <a:pt x="120650" y="265429"/>
                  </a:moveTo>
                  <a:lnTo>
                    <a:pt x="110490" y="265429"/>
                  </a:lnTo>
                  <a:lnTo>
                    <a:pt x="107950" y="267970"/>
                  </a:lnTo>
                  <a:lnTo>
                    <a:pt x="118109" y="267970"/>
                  </a:lnTo>
                  <a:lnTo>
                    <a:pt x="120650" y="265429"/>
                  </a:lnTo>
                  <a:close/>
                </a:path>
                <a:path w="381000" h="375919">
                  <a:moveTo>
                    <a:pt x="123189" y="262889"/>
                  </a:moveTo>
                  <a:lnTo>
                    <a:pt x="113030" y="262889"/>
                  </a:lnTo>
                  <a:lnTo>
                    <a:pt x="111760" y="264160"/>
                  </a:lnTo>
                  <a:lnTo>
                    <a:pt x="121919" y="264160"/>
                  </a:lnTo>
                  <a:lnTo>
                    <a:pt x="123189" y="262889"/>
                  </a:lnTo>
                  <a:close/>
                </a:path>
                <a:path w="381000" h="375919">
                  <a:moveTo>
                    <a:pt x="127000" y="259079"/>
                  </a:moveTo>
                  <a:lnTo>
                    <a:pt x="116840" y="259079"/>
                  </a:lnTo>
                  <a:lnTo>
                    <a:pt x="114300" y="261620"/>
                  </a:lnTo>
                  <a:lnTo>
                    <a:pt x="124459" y="261620"/>
                  </a:lnTo>
                  <a:lnTo>
                    <a:pt x="127000" y="259079"/>
                  </a:lnTo>
                  <a:close/>
                </a:path>
                <a:path w="381000" h="375919">
                  <a:moveTo>
                    <a:pt x="129539" y="256539"/>
                  </a:moveTo>
                  <a:lnTo>
                    <a:pt x="119380" y="256539"/>
                  </a:lnTo>
                  <a:lnTo>
                    <a:pt x="118110" y="257810"/>
                  </a:lnTo>
                  <a:lnTo>
                    <a:pt x="128269" y="257810"/>
                  </a:lnTo>
                  <a:lnTo>
                    <a:pt x="129539" y="256539"/>
                  </a:lnTo>
                  <a:close/>
                </a:path>
                <a:path w="381000" h="375919">
                  <a:moveTo>
                    <a:pt x="133350" y="252729"/>
                  </a:moveTo>
                  <a:lnTo>
                    <a:pt x="123190" y="252729"/>
                  </a:lnTo>
                  <a:lnTo>
                    <a:pt x="120650" y="255270"/>
                  </a:lnTo>
                  <a:lnTo>
                    <a:pt x="130809" y="255270"/>
                  </a:lnTo>
                  <a:lnTo>
                    <a:pt x="133350" y="252729"/>
                  </a:lnTo>
                  <a:close/>
                </a:path>
                <a:path w="381000" h="375919">
                  <a:moveTo>
                    <a:pt x="135889" y="250189"/>
                  </a:moveTo>
                  <a:lnTo>
                    <a:pt x="125730" y="250189"/>
                  </a:lnTo>
                  <a:lnTo>
                    <a:pt x="124460" y="251460"/>
                  </a:lnTo>
                  <a:lnTo>
                    <a:pt x="134619" y="251460"/>
                  </a:lnTo>
                  <a:lnTo>
                    <a:pt x="135889" y="250189"/>
                  </a:lnTo>
                  <a:close/>
                </a:path>
                <a:path w="381000" h="375919">
                  <a:moveTo>
                    <a:pt x="139700" y="246379"/>
                  </a:moveTo>
                  <a:lnTo>
                    <a:pt x="129540" y="246379"/>
                  </a:lnTo>
                  <a:lnTo>
                    <a:pt x="127000" y="248920"/>
                  </a:lnTo>
                  <a:lnTo>
                    <a:pt x="137159" y="248920"/>
                  </a:lnTo>
                  <a:lnTo>
                    <a:pt x="139700" y="246379"/>
                  </a:lnTo>
                  <a:close/>
                </a:path>
                <a:path w="381000" h="375919">
                  <a:moveTo>
                    <a:pt x="142239" y="243839"/>
                  </a:moveTo>
                  <a:lnTo>
                    <a:pt x="132080" y="243839"/>
                  </a:lnTo>
                  <a:lnTo>
                    <a:pt x="130810" y="245110"/>
                  </a:lnTo>
                  <a:lnTo>
                    <a:pt x="140969" y="245110"/>
                  </a:lnTo>
                  <a:lnTo>
                    <a:pt x="142239" y="243839"/>
                  </a:lnTo>
                  <a:close/>
                </a:path>
                <a:path w="381000" h="375919">
                  <a:moveTo>
                    <a:pt x="146050" y="240029"/>
                  </a:moveTo>
                  <a:lnTo>
                    <a:pt x="135890" y="240029"/>
                  </a:lnTo>
                  <a:lnTo>
                    <a:pt x="133350" y="242570"/>
                  </a:lnTo>
                  <a:lnTo>
                    <a:pt x="143509" y="242570"/>
                  </a:lnTo>
                  <a:lnTo>
                    <a:pt x="146050" y="240029"/>
                  </a:lnTo>
                  <a:close/>
                </a:path>
                <a:path w="381000" h="375919">
                  <a:moveTo>
                    <a:pt x="148589" y="237489"/>
                  </a:moveTo>
                  <a:lnTo>
                    <a:pt x="138430" y="237489"/>
                  </a:lnTo>
                  <a:lnTo>
                    <a:pt x="137160" y="238760"/>
                  </a:lnTo>
                  <a:lnTo>
                    <a:pt x="147319" y="238760"/>
                  </a:lnTo>
                  <a:lnTo>
                    <a:pt x="148589" y="237489"/>
                  </a:lnTo>
                  <a:close/>
                </a:path>
                <a:path w="381000" h="375919">
                  <a:moveTo>
                    <a:pt x="152400" y="233679"/>
                  </a:moveTo>
                  <a:lnTo>
                    <a:pt x="142240" y="233679"/>
                  </a:lnTo>
                  <a:lnTo>
                    <a:pt x="139700" y="236220"/>
                  </a:lnTo>
                  <a:lnTo>
                    <a:pt x="149859" y="236220"/>
                  </a:lnTo>
                  <a:lnTo>
                    <a:pt x="152400" y="233679"/>
                  </a:lnTo>
                  <a:close/>
                </a:path>
                <a:path w="381000" h="375919">
                  <a:moveTo>
                    <a:pt x="154939" y="231139"/>
                  </a:moveTo>
                  <a:lnTo>
                    <a:pt x="144780" y="231139"/>
                  </a:lnTo>
                  <a:lnTo>
                    <a:pt x="143510" y="232410"/>
                  </a:lnTo>
                  <a:lnTo>
                    <a:pt x="153669" y="232410"/>
                  </a:lnTo>
                  <a:lnTo>
                    <a:pt x="154939" y="231139"/>
                  </a:lnTo>
                  <a:close/>
                </a:path>
                <a:path w="381000" h="375919">
                  <a:moveTo>
                    <a:pt x="158750" y="227329"/>
                  </a:moveTo>
                  <a:lnTo>
                    <a:pt x="148590" y="227329"/>
                  </a:lnTo>
                  <a:lnTo>
                    <a:pt x="146050" y="229870"/>
                  </a:lnTo>
                  <a:lnTo>
                    <a:pt x="156209" y="229870"/>
                  </a:lnTo>
                  <a:lnTo>
                    <a:pt x="158750" y="227329"/>
                  </a:lnTo>
                  <a:close/>
                </a:path>
                <a:path w="381000" h="375919">
                  <a:moveTo>
                    <a:pt x="161289" y="224789"/>
                  </a:moveTo>
                  <a:lnTo>
                    <a:pt x="151130" y="224789"/>
                  </a:lnTo>
                  <a:lnTo>
                    <a:pt x="149860" y="226060"/>
                  </a:lnTo>
                  <a:lnTo>
                    <a:pt x="160019" y="226060"/>
                  </a:lnTo>
                  <a:lnTo>
                    <a:pt x="161289" y="224789"/>
                  </a:lnTo>
                  <a:close/>
                </a:path>
                <a:path w="381000" h="375919">
                  <a:moveTo>
                    <a:pt x="173989" y="212089"/>
                  </a:moveTo>
                  <a:lnTo>
                    <a:pt x="163830" y="212089"/>
                  </a:lnTo>
                  <a:lnTo>
                    <a:pt x="152400" y="223520"/>
                  </a:lnTo>
                  <a:lnTo>
                    <a:pt x="162559" y="223520"/>
                  </a:lnTo>
                  <a:lnTo>
                    <a:pt x="173989" y="212089"/>
                  </a:lnTo>
                  <a:close/>
                </a:path>
                <a:path w="381000" h="375919">
                  <a:moveTo>
                    <a:pt x="186689" y="199389"/>
                  </a:moveTo>
                  <a:lnTo>
                    <a:pt x="176530" y="199389"/>
                  </a:lnTo>
                  <a:lnTo>
                    <a:pt x="165100" y="210820"/>
                  </a:lnTo>
                  <a:lnTo>
                    <a:pt x="175259" y="210820"/>
                  </a:lnTo>
                  <a:lnTo>
                    <a:pt x="186689" y="199389"/>
                  </a:lnTo>
                  <a:close/>
                </a:path>
                <a:path w="381000" h="375919">
                  <a:moveTo>
                    <a:pt x="190500" y="195579"/>
                  </a:moveTo>
                  <a:lnTo>
                    <a:pt x="180340" y="195579"/>
                  </a:lnTo>
                  <a:lnTo>
                    <a:pt x="177800" y="198120"/>
                  </a:lnTo>
                  <a:lnTo>
                    <a:pt x="187959" y="198120"/>
                  </a:lnTo>
                  <a:lnTo>
                    <a:pt x="190500" y="195579"/>
                  </a:lnTo>
                  <a:close/>
                </a:path>
                <a:path w="381000" h="375919">
                  <a:moveTo>
                    <a:pt x="193039" y="193039"/>
                  </a:moveTo>
                  <a:lnTo>
                    <a:pt x="182880" y="193039"/>
                  </a:lnTo>
                  <a:lnTo>
                    <a:pt x="181610" y="194310"/>
                  </a:lnTo>
                  <a:lnTo>
                    <a:pt x="191769" y="194310"/>
                  </a:lnTo>
                  <a:lnTo>
                    <a:pt x="193039" y="193039"/>
                  </a:lnTo>
                  <a:close/>
                </a:path>
                <a:path w="381000" h="375919">
                  <a:moveTo>
                    <a:pt x="196850" y="189229"/>
                  </a:moveTo>
                  <a:lnTo>
                    <a:pt x="186690" y="189229"/>
                  </a:lnTo>
                  <a:lnTo>
                    <a:pt x="184150" y="191770"/>
                  </a:lnTo>
                  <a:lnTo>
                    <a:pt x="194309" y="191770"/>
                  </a:lnTo>
                  <a:lnTo>
                    <a:pt x="196850" y="189229"/>
                  </a:lnTo>
                  <a:close/>
                </a:path>
                <a:path w="381000" h="375919">
                  <a:moveTo>
                    <a:pt x="209550" y="176529"/>
                  </a:moveTo>
                  <a:lnTo>
                    <a:pt x="199390" y="176529"/>
                  </a:lnTo>
                  <a:lnTo>
                    <a:pt x="187960" y="187960"/>
                  </a:lnTo>
                  <a:lnTo>
                    <a:pt x="198119" y="187960"/>
                  </a:lnTo>
                  <a:lnTo>
                    <a:pt x="209550" y="176529"/>
                  </a:lnTo>
                  <a:close/>
                </a:path>
                <a:path w="381000" h="375919">
                  <a:moveTo>
                    <a:pt x="218439" y="167639"/>
                  </a:moveTo>
                  <a:lnTo>
                    <a:pt x="208280" y="167639"/>
                  </a:lnTo>
                  <a:lnTo>
                    <a:pt x="200660" y="175260"/>
                  </a:lnTo>
                  <a:lnTo>
                    <a:pt x="210819" y="175260"/>
                  </a:lnTo>
                  <a:lnTo>
                    <a:pt x="218439" y="167639"/>
                  </a:lnTo>
                  <a:close/>
                </a:path>
                <a:path w="381000" h="375919">
                  <a:moveTo>
                    <a:pt x="234950" y="151129"/>
                  </a:moveTo>
                  <a:lnTo>
                    <a:pt x="224790" y="151129"/>
                  </a:lnTo>
                  <a:lnTo>
                    <a:pt x="209550" y="166370"/>
                  </a:lnTo>
                  <a:lnTo>
                    <a:pt x="219709" y="166370"/>
                  </a:lnTo>
                  <a:lnTo>
                    <a:pt x="234950" y="151129"/>
                  </a:lnTo>
                  <a:close/>
                </a:path>
                <a:path w="381000" h="375919">
                  <a:moveTo>
                    <a:pt x="240029" y="146050"/>
                  </a:moveTo>
                  <a:lnTo>
                    <a:pt x="229870" y="146050"/>
                  </a:lnTo>
                  <a:lnTo>
                    <a:pt x="226060" y="149860"/>
                  </a:lnTo>
                  <a:lnTo>
                    <a:pt x="236219" y="149860"/>
                  </a:lnTo>
                  <a:lnTo>
                    <a:pt x="240029" y="146050"/>
                  </a:lnTo>
                  <a:close/>
                </a:path>
              </a:pathLst>
            </a:custGeom>
            <a:solidFill>
              <a:srgbClr val="C142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76">
              <a:extLst>
                <a:ext uri="{FF2B5EF4-FFF2-40B4-BE49-F238E27FC236}">
                  <a16:creationId xmlns:a16="http://schemas.microsoft.com/office/drawing/2014/main" id="{E124ECF2-5D8A-EBA6-F461-DF402ACA6F5F}"/>
                </a:ext>
              </a:extLst>
            </p:cNvPr>
            <p:cNvSpPr/>
            <p:nvPr/>
          </p:nvSpPr>
          <p:spPr>
            <a:xfrm>
              <a:off x="2978150" y="2716530"/>
              <a:ext cx="374650" cy="371475"/>
            </a:xfrm>
            <a:custGeom>
              <a:avLst/>
              <a:gdLst/>
              <a:ahLst/>
              <a:cxnLst/>
              <a:rect l="l" t="t" r="r" b="b"/>
              <a:pathLst>
                <a:path w="374650" h="371475">
                  <a:moveTo>
                    <a:pt x="323595" y="57150"/>
                  </a:moveTo>
                  <a:lnTo>
                    <a:pt x="313690" y="57150"/>
                  </a:lnTo>
                  <a:lnTo>
                    <a:pt x="307340" y="63500"/>
                  </a:lnTo>
                  <a:lnTo>
                    <a:pt x="317234" y="63500"/>
                  </a:lnTo>
                  <a:lnTo>
                    <a:pt x="323595" y="57150"/>
                  </a:lnTo>
                  <a:close/>
                </a:path>
                <a:path w="374650" h="371475">
                  <a:moveTo>
                    <a:pt x="326139" y="54610"/>
                  </a:moveTo>
                  <a:lnTo>
                    <a:pt x="316230" y="54610"/>
                  </a:lnTo>
                  <a:lnTo>
                    <a:pt x="314960" y="55879"/>
                  </a:lnTo>
                  <a:lnTo>
                    <a:pt x="324867" y="55879"/>
                  </a:lnTo>
                  <a:lnTo>
                    <a:pt x="326139" y="54610"/>
                  </a:lnTo>
                  <a:close/>
                </a:path>
                <a:path w="374650" h="371475">
                  <a:moveTo>
                    <a:pt x="329956" y="50800"/>
                  </a:moveTo>
                  <a:lnTo>
                    <a:pt x="320040" y="50800"/>
                  </a:lnTo>
                  <a:lnTo>
                    <a:pt x="317500" y="53339"/>
                  </a:lnTo>
                  <a:lnTo>
                    <a:pt x="327412" y="53339"/>
                  </a:lnTo>
                  <a:lnTo>
                    <a:pt x="329956" y="50800"/>
                  </a:lnTo>
                  <a:close/>
                </a:path>
                <a:path w="374650" h="371475">
                  <a:moveTo>
                    <a:pt x="332500" y="48260"/>
                  </a:moveTo>
                  <a:lnTo>
                    <a:pt x="322580" y="48260"/>
                  </a:lnTo>
                  <a:lnTo>
                    <a:pt x="321310" y="49529"/>
                  </a:lnTo>
                  <a:lnTo>
                    <a:pt x="331228" y="49529"/>
                  </a:lnTo>
                  <a:lnTo>
                    <a:pt x="332500" y="48260"/>
                  </a:lnTo>
                  <a:close/>
                </a:path>
                <a:path w="374650" h="371475">
                  <a:moveTo>
                    <a:pt x="336317" y="44450"/>
                  </a:moveTo>
                  <a:lnTo>
                    <a:pt x="326390" y="44450"/>
                  </a:lnTo>
                  <a:lnTo>
                    <a:pt x="323850" y="46989"/>
                  </a:lnTo>
                  <a:lnTo>
                    <a:pt x="333772" y="46989"/>
                  </a:lnTo>
                  <a:lnTo>
                    <a:pt x="336317" y="44450"/>
                  </a:lnTo>
                  <a:close/>
                </a:path>
                <a:path w="374650" h="371475">
                  <a:moveTo>
                    <a:pt x="338861" y="41910"/>
                  </a:moveTo>
                  <a:lnTo>
                    <a:pt x="328930" y="41910"/>
                  </a:lnTo>
                  <a:lnTo>
                    <a:pt x="327660" y="43179"/>
                  </a:lnTo>
                  <a:lnTo>
                    <a:pt x="337589" y="43179"/>
                  </a:lnTo>
                  <a:lnTo>
                    <a:pt x="338861" y="41910"/>
                  </a:lnTo>
                  <a:close/>
                </a:path>
                <a:path w="374650" h="371475">
                  <a:moveTo>
                    <a:pt x="351583" y="29210"/>
                  </a:moveTo>
                  <a:lnTo>
                    <a:pt x="341630" y="29210"/>
                  </a:lnTo>
                  <a:lnTo>
                    <a:pt x="330200" y="40639"/>
                  </a:lnTo>
                  <a:lnTo>
                    <a:pt x="340133" y="40639"/>
                  </a:lnTo>
                  <a:lnTo>
                    <a:pt x="351583" y="29210"/>
                  </a:lnTo>
                  <a:close/>
                </a:path>
                <a:path w="374650" h="371475">
                  <a:moveTo>
                    <a:pt x="364304" y="16510"/>
                  </a:moveTo>
                  <a:lnTo>
                    <a:pt x="354330" y="16510"/>
                  </a:lnTo>
                  <a:lnTo>
                    <a:pt x="342900" y="27939"/>
                  </a:lnTo>
                  <a:lnTo>
                    <a:pt x="352855" y="27939"/>
                  </a:lnTo>
                  <a:lnTo>
                    <a:pt x="364304" y="16510"/>
                  </a:lnTo>
                  <a:close/>
                </a:path>
                <a:path w="374650" h="371475">
                  <a:moveTo>
                    <a:pt x="368121" y="12700"/>
                  </a:moveTo>
                  <a:lnTo>
                    <a:pt x="358140" y="12700"/>
                  </a:lnTo>
                  <a:lnTo>
                    <a:pt x="355600" y="15239"/>
                  </a:lnTo>
                  <a:lnTo>
                    <a:pt x="365576" y="15239"/>
                  </a:lnTo>
                  <a:lnTo>
                    <a:pt x="368121" y="12700"/>
                  </a:lnTo>
                  <a:close/>
                </a:path>
                <a:path w="374650" h="371475">
                  <a:moveTo>
                    <a:pt x="370665" y="10160"/>
                  </a:moveTo>
                  <a:lnTo>
                    <a:pt x="360680" y="10160"/>
                  </a:lnTo>
                  <a:lnTo>
                    <a:pt x="359410" y="11429"/>
                  </a:lnTo>
                  <a:lnTo>
                    <a:pt x="369393" y="11429"/>
                  </a:lnTo>
                  <a:lnTo>
                    <a:pt x="370665" y="10160"/>
                  </a:lnTo>
                  <a:close/>
                </a:path>
                <a:path w="374650" h="371475">
                  <a:moveTo>
                    <a:pt x="374481" y="6350"/>
                  </a:moveTo>
                  <a:lnTo>
                    <a:pt x="364490" y="6350"/>
                  </a:lnTo>
                  <a:lnTo>
                    <a:pt x="361950" y="8889"/>
                  </a:lnTo>
                  <a:lnTo>
                    <a:pt x="371937" y="8889"/>
                  </a:lnTo>
                  <a:lnTo>
                    <a:pt x="374481" y="6350"/>
                  </a:lnTo>
                  <a:close/>
                </a:path>
                <a:path w="374650" h="371475">
                  <a:moveTo>
                    <a:pt x="374650" y="2539"/>
                  </a:moveTo>
                  <a:lnTo>
                    <a:pt x="373380" y="2539"/>
                  </a:lnTo>
                  <a:lnTo>
                    <a:pt x="373380" y="3810"/>
                  </a:lnTo>
                  <a:lnTo>
                    <a:pt x="367030" y="3810"/>
                  </a:lnTo>
                  <a:lnTo>
                    <a:pt x="365760" y="5079"/>
                  </a:lnTo>
                  <a:lnTo>
                    <a:pt x="374650" y="5079"/>
                  </a:lnTo>
                  <a:lnTo>
                    <a:pt x="374650" y="2539"/>
                  </a:lnTo>
                  <a:close/>
                </a:path>
                <a:path w="374650" h="371475">
                  <a:moveTo>
                    <a:pt x="372110" y="0"/>
                  </a:moveTo>
                  <a:lnTo>
                    <a:pt x="370840" y="0"/>
                  </a:lnTo>
                  <a:lnTo>
                    <a:pt x="368300" y="2539"/>
                  </a:lnTo>
                  <a:lnTo>
                    <a:pt x="372110" y="2539"/>
                  </a:lnTo>
                  <a:lnTo>
                    <a:pt x="372110" y="0"/>
                  </a:lnTo>
                  <a:close/>
                </a:path>
                <a:path w="374650" h="371475">
                  <a:moveTo>
                    <a:pt x="317234" y="63500"/>
                  </a:moveTo>
                  <a:lnTo>
                    <a:pt x="307339" y="63500"/>
                  </a:lnTo>
                  <a:lnTo>
                    <a:pt x="281940" y="88900"/>
                  </a:lnTo>
                  <a:lnTo>
                    <a:pt x="291791" y="88900"/>
                  </a:lnTo>
                  <a:lnTo>
                    <a:pt x="317234" y="63500"/>
                  </a:lnTo>
                  <a:close/>
                </a:path>
                <a:path w="374650" h="371475">
                  <a:moveTo>
                    <a:pt x="291791" y="88900"/>
                  </a:moveTo>
                  <a:lnTo>
                    <a:pt x="281939" y="88900"/>
                  </a:lnTo>
                  <a:lnTo>
                    <a:pt x="231140" y="139700"/>
                  </a:lnTo>
                  <a:lnTo>
                    <a:pt x="240905" y="139700"/>
                  </a:lnTo>
                  <a:lnTo>
                    <a:pt x="291791" y="88900"/>
                  </a:lnTo>
                  <a:close/>
                </a:path>
                <a:path w="374650" h="371475">
                  <a:moveTo>
                    <a:pt x="11917" y="368300"/>
                  </a:moveTo>
                  <a:lnTo>
                    <a:pt x="2540" y="368300"/>
                  </a:lnTo>
                  <a:lnTo>
                    <a:pt x="0" y="370840"/>
                  </a:lnTo>
                  <a:lnTo>
                    <a:pt x="8890" y="370840"/>
                  </a:lnTo>
                  <a:lnTo>
                    <a:pt x="8890" y="371322"/>
                  </a:lnTo>
                  <a:lnTo>
                    <a:pt x="11917" y="368300"/>
                  </a:lnTo>
                  <a:close/>
                </a:path>
                <a:path w="374650" h="371475">
                  <a:moveTo>
                    <a:pt x="14461" y="365760"/>
                  </a:moveTo>
                  <a:lnTo>
                    <a:pt x="5080" y="365760"/>
                  </a:lnTo>
                  <a:lnTo>
                    <a:pt x="3809" y="367030"/>
                  </a:lnTo>
                  <a:lnTo>
                    <a:pt x="13189" y="367030"/>
                  </a:lnTo>
                  <a:lnTo>
                    <a:pt x="14461" y="365760"/>
                  </a:lnTo>
                  <a:close/>
                </a:path>
                <a:path w="374650" h="371475">
                  <a:moveTo>
                    <a:pt x="18278" y="361950"/>
                  </a:moveTo>
                  <a:lnTo>
                    <a:pt x="8890" y="361950"/>
                  </a:lnTo>
                  <a:lnTo>
                    <a:pt x="6350" y="364490"/>
                  </a:lnTo>
                  <a:lnTo>
                    <a:pt x="15733" y="364490"/>
                  </a:lnTo>
                  <a:lnTo>
                    <a:pt x="18278" y="361950"/>
                  </a:lnTo>
                  <a:close/>
                </a:path>
                <a:path w="374650" h="371475">
                  <a:moveTo>
                    <a:pt x="20822" y="359410"/>
                  </a:moveTo>
                  <a:lnTo>
                    <a:pt x="11430" y="359410"/>
                  </a:lnTo>
                  <a:lnTo>
                    <a:pt x="10160" y="360680"/>
                  </a:lnTo>
                  <a:lnTo>
                    <a:pt x="19550" y="360680"/>
                  </a:lnTo>
                  <a:lnTo>
                    <a:pt x="20822" y="359410"/>
                  </a:lnTo>
                  <a:close/>
                </a:path>
                <a:path w="374650" h="371475">
                  <a:moveTo>
                    <a:pt x="24638" y="355600"/>
                  </a:moveTo>
                  <a:lnTo>
                    <a:pt x="15240" y="355600"/>
                  </a:lnTo>
                  <a:lnTo>
                    <a:pt x="12700" y="358140"/>
                  </a:lnTo>
                  <a:lnTo>
                    <a:pt x="22094" y="358140"/>
                  </a:lnTo>
                  <a:lnTo>
                    <a:pt x="24638" y="355600"/>
                  </a:lnTo>
                  <a:close/>
                </a:path>
                <a:path w="374650" h="371475">
                  <a:moveTo>
                    <a:pt x="27183" y="353060"/>
                  </a:moveTo>
                  <a:lnTo>
                    <a:pt x="17780" y="353060"/>
                  </a:lnTo>
                  <a:lnTo>
                    <a:pt x="16510" y="354330"/>
                  </a:lnTo>
                  <a:lnTo>
                    <a:pt x="25911" y="354330"/>
                  </a:lnTo>
                  <a:lnTo>
                    <a:pt x="27183" y="353060"/>
                  </a:lnTo>
                  <a:close/>
                </a:path>
                <a:path w="374650" h="371475">
                  <a:moveTo>
                    <a:pt x="30999" y="349250"/>
                  </a:moveTo>
                  <a:lnTo>
                    <a:pt x="21590" y="349250"/>
                  </a:lnTo>
                  <a:lnTo>
                    <a:pt x="19050" y="351790"/>
                  </a:lnTo>
                  <a:lnTo>
                    <a:pt x="28455" y="351790"/>
                  </a:lnTo>
                  <a:lnTo>
                    <a:pt x="30999" y="349250"/>
                  </a:lnTo>
                  <a:close/>
                </a:path>
                <a:path w="374650" h="371475">
                  <a:moveTo>
                    <a:pt x="33543" y="346710"/>
                  </a:moveTo>
                  <a:lnTo>
                    <a:pt x="24130" y="346710"/>
                  </a:lnTo>
                  <a:lnTo>
                    <a:pt x="22860" y="347980"/>
                  </a:lnTo>
                  <a:lnTo>
                    <a:pt x="32271" y="347980"/>
                  </a:lnTo>
                  <a:lnTo>
                    <a:pt x="33543" y="346710"/>
                  </a:lnTo>
                  <a:close/>
                </a:path>
                <a:path w="374650" h="371475">
                  <a:moveTo>
                    <a:pt x="37360" y="342900"/>
                  </a:moveTo>
                  <a:lnTo>
                    <a:pt x="27940" y="342900"/>
                  </a:lnTo>
                  <a:lnTo>
                    <a:pt x="25399" y="345440"/>
                  </a:lnTo>
                  <a:lnTo>
                    <a:pt x="34816" y="345440"/>
                  </a:lnTo>
                  <a:lnTo>
                    <a:pt x="37360" y="342900"/>
                  </a:lnTo>
                  <a:close/>
                </a:path>
                <a:path w="374650" h="371475">
                  <a:moveTo>
                    <a:pt x="39904" y="340360"/>
                  </a:moveTo>
                  <a:lnTo>
                    <a:pt x="30480" y="340360"/>
                  </a:lnTo>
                  <a:lnTo>
                    <a:pt x="29209" y="341630"/>
                  </a:lnTo>
                  <a:lnTo>
                    <a:pt x="38632" y="341630"/>
                  </a:lnTo>
                  <a:lnTo>
                    <a:pt x="39904" y="340360"/>
                  </a:lnTo>
                  <a:close/>
                </a:path>
                <a:path w="374650" h="371475">
                  <a:moveTo>
                    <a:pt x="43721" y="336550"/>
                  </a:moveTo>
                  <a:lnTo>
                    <a:pt x="34290" y="336550"/>
                  </a:lnTo>
                  <a:lnTo>
                    <a:pt x="31750" y="339090"/>
                  </a:lnTo>
                  <a:lnTo>
                    <a:pt x="41176" y="339090"/>
                  </a:lnTo>
                  <a:lnTo>
                    <a:pt x="43721" y="336550"/>
                  </a:lnTo>
                  <a:close/>
                </a:path>
                <a:path w="374650" h="371475">
                  <a:moveTo>
                    <a:pt x="46265" y="334010"/>
                  </a:moveTo>
                  <a:lnTo>
                    <a:pt x="36830" y="334010"/>
                  </a:lnTo>
                  <a:lnTo>
                    <a:pt x="35559" y="335280"/>
                  </a:lnTo>
                  <a:lnTo>
                    <a:pt x="44993" y="335280"/>
                  </a:lnTo>
                  <a:lnTo>
                    <a:pt x="46265" y="334010"/>
                  </a:lnTo>
                  <a:close/>
                </a:path>
                <a:path w="374650" h="371475">
                  <a:moveTo>
                    <a:pt x="50081" y="330200"/>
                  </a:moveTo>
                  <a:lnTo>
                    <a:pt x="40640" y="330200"/>
                  </a:lnTo>
                  <a:lnTo>
                    <a:pt x="38099" y="332740"/>
                  </a:lnTo>
                  <a:lnTo>
                    <a:pt x="47537" y="332740"/>
                  </a:lnTo>
                  <a:lnTo>
                    <a:pt x="50081" y="330200"/>
                  </a:lnTo>
                  <a:close/>
                </a:path>
                <a:path w="374650" h="371475">
                  <a:moveTo>
                    <a:pt x="52626" y="327660"/>
                  </a:moveTo>
                  <a:lnTo>
                    <a:pt x="43180" y="327660"/>
                  </a:lnTo>
                  <a:lnTo>
                    <a:pt x="41909" y="328930"/>
                  </a:lnTo>
                  <a:lnTo>
                    <a:pt x="51354" y="328930"/>
                  </a:lnTo>
                  <a:lnTo>
                    <a:pt x="52626" y="327660"/>
                  </a:lnTo>
                  <a:close/>
                </a:path>
                <a:path w="374650" h="371475">
                  <a:moveTo>
                    <a:pt x="56442" y="323850"/>
                  </a:moveTo>
                  <a:lnTo>
                    <a:pt x="46990" y="323850"/>
                  </a:lnTo>
                  <a:lnTo>
                    <a:pt x="44449" y="326390"/>
                  </a:lnTo>
                  <a:lnTo>
                    <a:pt x="53898" y="326390"/>
                  </a:lnTo>
                  <a:lnTo>
                    <a:pt x="56442" y="323850"/>
                  </a:lnTo>
                  <a:close/>
                </a:path>
                <a:path w="374650" h="371475">
                  <a:moveTo>
                    <a:pt x="58987" y="321310"/>
                  </a:moveTo>
                  <a:lnTo>
                    <a:pt x="49530" y="321310"/>
                  </a:lnTo>
                  <a:lnTo>
                    <a:pt x="48260" y="322580"/>
                  </a:lnTo>
                  <a:lnTo>
                    <a:pt x="57714" y="322580"/>
                  </a:lnTo>
                  <a:lnTo>
                    <a:pt x="58987" y="321310"/>
                  </a:lnTo>
                  <a:close/>
                </a:path>
                <a:path w="374650" h="371475">
                  <a:moveTo>
                    <a:pt x="62803" y="317500"/>
                  </a:moveTo>
                  <a:lnTo>
                    <a:pt x="53340" y="317500"/>
                  </a:lnTo>
                  <a:lnTo>
                    <a:pt x="50800" y="320040"/>
                  </a:lnTo>
                  <a:lnTo>
                    <a:pt x="60259" y="320040"/>
                  </a:lnTo>
                  <a:lnTo>
                    <a:pt x="62803" y="317500"/>
                  </a:lnTo>
                  <a:close/>
                </a:path>
                <a:path w="374650" h="371475">
                  <a:moveTo>
                    <a:pt x="65347" y="314960"/>
                  </a:moveTo>
                  <a:lnTo>
                    <a:pt x="55880" y="314960"/>
                  </a:lnTo>
                  <a:lnTo>
                    <a:pt x="54609" y="316230"/>
                  </a:lnTo>
                  <a:lnTo>
                    <a:pt x="64075" y="316230"/>
                  </a:lnTo>
                  <a:lnTo>
                    <a:pt x="65347" y="314960"/>
                  </a:lnTo>
                  <a:close/>
                </a:path>
                <a:path w="374650" h="371475">
                  <a:moveTo>
                    <a:pt x="69164" y="311150"/>
                  </a:moveTo>
                  <a:lnTo>
                    <a:pt x="59690" y="311150"/>
                  </a:lnTo>
                  <a:lnTo>
                    <a:pt x="57150" y="313690"/>
                  </a:lnTo>
                  <a:lnTo>
                    <a:pt x="66620" y="313690"/>
                  </a:lnTo>
                  <a:lnTo>
                    <a:pt x="69164" y="311150"/>
                  </a:lnTo>
                  <a:close/>
                </a:path>
                <a:path w="374650" h="371475">
                  <a:moveTo>
                    <a:pt x="71708" y="308610"/>
                  </a:moveTo>
                  <a:lnTo>
                    <a:pt x="62230" y="308610"/>
                  </a:lnTo>
                  <a:lnTo>
                    <a:pt x="60959" y="309880"/>
                  </a:lnTo>
                  <a:lnTo>
                    <a:pt x="70436" y="309880"/>
                  </a:lnTo>
                  <a:lnTo>
                    <a:pt x="71708" y="308610"/>
                  </a:lnTo>
                  <a:close/>
                </a:path>
                <a:path w="374650" h="371475">
                  <a:moveTo>
                    <a:pt x="75525" y="304800"/>
                  </a:moveTo>
                  <a:lnTo>
                    <a:pt x="66040" y="304800"/>
                  </a:lnTo>
                  <a:lnTo>
                    <a:pt x="63499" y="307340"/>
                  </a:lnTo>
                  <a:lnTo>
                    <a:pt x="72980" y="307340"/>
                  </a:lnTo>
                  <a:lnTo>
                    <a:pt x="75525" y="304800"/>
                  </a:lnTo>
                  <a:close/>
                </a:path>
                <a:path w="374650" h="371475">
                  <a:moveTo>
                    <a:pt x="78069" y="302260"/>
                  </a:moveTo>
                  <a:lnTo>
                    <a:pt x="68580" y="302260"/>
                  </a:lnTo>
                  <a:lnTo>
                    <a:pt x="67310" y="303530"/>
                  </a:lnTo>
                  <a:lnTo>
                    <a:pt x="76797" y="303530"/>
                  </a:lnTo>
                  <a:lnTo>
                    <a:pt x="78069" y="302260"/>
                  </a:lnTo>
                  <a:close/>
                </a:path>
                <a:path w="374650" h="371475">
                  <a:moveTo>
                    <a:pt x="81885" y="298450"/>
                  </a:moveTo>
                  <a:lnTo>
                    <a:pt x="72390" y="298450"/>
                  </a:lnTo>
                  <a:lnTo>
                    <a:pt x="69850" y="300990"/>
                  </a:lnTo>
                  <a:lnTo>
                    <a:pt x="79341" y="300990"/>
                  </a:lnTo>
                  <a:lnTo>
                    <a:pt x="81885" y="298450"/>
                  </a:lnTo>
                  <a:close/>
                </a:path>
                <a:path w="374650" h="371475">
                  <a:moveTo>
                    <a:pt x="84430" y="295910"/>
                  </a:moveTo>
                  <a:lnTo>
                    <a:pt x="74930" y="295910"/>
                  </a:lnTo>
                  <a:lnTo>
                    <a:pt x="73660" y="297180"/>
                  </a:lnTo>
                  <a:lnTo>
                    <a:pt x="83158" y="297180"/>
                  </a:lnTo>
                  <a:lnTo>
                    <a:pt x="84430" y="295910"/>
                  </a:lnTo>
                  <a:close/>
                </a:path>
                <a:path w="374650" h="371475">
                  <a:moveTo>
                    <a:pt x="88246" y="292100"/>
                  </a:moveTo>
                  <a:lnTo>
                    <a:pt x="78740" y="292100"/>
                  </a:lnTo>
                  <a:lnTo>
                    <a:pt x="76199" y="294640"/>
                  </a:lnTo>
                  <a:lnTo>
                    <a:pt x="85702" y="294640"/>
                  </a:lnTo>
                  <a:lnTo>
                    <a:pt x="88246" y="292100"/>
                  </a:lnTo>
                  <a:close/>
                </a:path>
                <a:path w="374650" h="371475">
                  <a:moveTo>
                    <a:pt x="90790" y="289560"/>
                  </a:moveTo>
                  <a:lnTo>
                    <a:pt x="81280" y="289560"/>
                  </a:lnTo>
                  <a:lnTo>
                    <a:pt x="80009" y="290830"/>
                  </a:lnTo>
                  <a:lnTo>
                    <a:pt x="89518" y="290830"/>
                  </a:lnTo>
                  <a:lnTo>
                    <a:pt x="90790" y="289560"/>
                  </a:lnTo>
                  <a:close/>
                </a:path>
                <a:path w="374650" h="371475">
                  <a:moveTo>
                    <a:pt x="94607" y="285750"/>
                  </a:moveTo>
                  <a:lnTo>
                    <a:pt x="85090" y="285750"/>
                  </a:lnTo>
                  <a:lnTo>
                    <a:pt x="82549" y="288290"/>
                  </a:lnTo>
                  <a:lnTo>
                    <a:pt x="92063" y="288290"/>
                  </a:lnTo>
                  <a:lnTo>
                    <a:pt x="94607" y="285750"/>
                  </a:lnTo>
                  <a:close/>
                </a:path>
                <a:path w="374650" h="371475">
                  <a:moveTo>
                    <a:pt x="97151" y="283210"/>
                  </a:moveTo>
                  <a:lnTo>
                    <a:pt x="87630" y="283210"/>
                  </a:lnTo>
                  <a:lnTo>
                    <a:pt x="86359" y="284480"/>
                  </a:lnTo>
                  <a:lnTo>
                    <a:pt x="95879" y="284480"/>
                  </a:lnTo>
                  <a:lnTo>
                    <a:pt x="97151" y="283210"/>
                  </a:lnTo>
                  <a:close/>
                </a:path>
                <a:path w="374650" h="371475">
                  <a:moveTo>
                    <a:pt x="100968" y="279400"/>
                  </a:moveTo>
                  <a:lnTo>
                    <a:pt x="91440" y="279400"/>
                  </a:lnTo>
                  <a:lnTo>
                    <a:pt x="88899" y="281940"/>
                  </a:lnTo>
                  <a:lnTo>
                    <a:pt x="98423" y="281940"/>
                  </a:lnTo>
                  <a:lnTo>
                    <a:pt x="100968" y="279400"/>
                  </a:lnTo>
                  <a:close/>
                </a:path>
                <a:path w="374650" h="371475">
                  <a:moveTo>
                    <a:pt x="103512" y="276860"/>
                  </a:moveTo>
                  <a:lnTo>
                    <a:pt x="93980" y="276860"/>
                  </a:lnTo>
                  <a:lnTo>
                    <a:pt x="92709" y="278130"/>
                  </a:lnTo>
                  <a:lnTo>
                    <a:pt x="102240" y="278130"/>
                  </a:lnTo>
                  <a:lnTo>
                    <a:pt x="103512" y="276860"/>
                  </a:lnTo>
                  <a:close/>
                </a:path>
                <a:path w="374650" h="371475">
                  <a:moveTo>
                    <a:pt x="107329" y="273050"/>
                  </a:moveTo>
                  <a:lnTo>
                    <a:pt x="97790" y="273050"/>
                  </a:lnTo>
                  <a:lnTo>
                    <a:pt x="95249" y="275590"/>
                  </a:lnTo>
                  <a:lnTo>
                    <a:pt x="104784" y="275590"/>
                  </a:lnTo>
                  <a:lnTo>
                    <a:pt x="107329" y="273050"/>
                  </a:lnTo>
                  <a:close/>
                </a:path>
                <a:path w="374650" h="371475">
                  <a:moveTo>
                    <a:pt x="109873" y="270510"/>
                  </a:moveTo>
                  <a:lnTo>
                    <a:pt x="100330" y="270510"/>
                  </a:lnTo>
                  <a:lnTo>
                    <a:pt x="99059" y="271780"/>
                  </a:lnTo>
                  <a:lnTo>
                    <a:pt x="108601" y="271780"/>
                  </a:lnTo>
                  <a:lnTo>
                    <a:pt x="109873" y="270510"/>
                  </a:lnTo>
                  <a:close/>
                </a:path>
                <a:path w="374650" h="371475">
                  <a:moveTo>
                    <a:pt x="113689" y="266700"/>
                  </a:moveTo>
                  <a:lnTo>
                    <a:pt x="104140" y="266700"/>
                  </a:lnTo>
                  <a:lnTo>
                    <a:pt x="101599" y="269240"/>
                  </a:lnTo>
                  <a:lnTo>
                    <a:pt x="111145" y="269240"/>
                  </a:lnTo>
                  <a:lnTo>
                    <a:pt x="113689" y="266700"/>
                  </a:lnTo>
                  <a:close/>
                </a:path>
                <a:path w="374650" h="371475">
                  <a:moveTo>
                    <a:pt x="116234" y="264160"/>
                  </a:moveTo>
                  <a:lnTo>
                    <a:pt x="106680" y="264160"/>
                  </a:lnTo>
                  <a:lnTo>
                    <a:pt x="105409" y="265430"/>
                  </a:lnTo>
                  <a:lnTo>
                    <a:pt x="114961" y="265430"/>
                  </a:lnTo>
                  <a:lnTo>
                    <a:pt x="116234" y="264160"/>
                  </a:lnTo>
                  <a:close/>
                </a:path>
                <a:path w="374650" h="371475">
                  <a:moveTo>
                    <a:pt x="120050" y="260350"/>
                  </a:moveTo>
                  <a:lnTo>
                    <a:pt x="110490" y="260350"/>
                  </a:lnTo>
                  <a:lnTo>
                    <a:pt x="107950" y="262890"/>
                  </a:lnTo>
                  <a:lnTo>
                    <a:pt x="117506" y="262890"/>
                  </a:lnTo>
                  <a:lnTo>
                    <a:pt x="120050" y="260350"/>
                  </a:lnTo>
                  <a:close/>
                </a:path>
                <a:path w="374650" h="371475">
                  <a:moveTo>
                    <a:pt x="122594" y="257810"/>
                  </a:moveTo>
                  <a:lnTo>
                    <a:pt x="113030" y="257810"/>
                  </a:lnTo>
                  <a:lnTo>
                    <a:pt x="111759" y="259080"/>
                  </a:lnTo>
                  <a:lnTo>
                    <a:pt x="121322" y="259080"/>
                  </a:lnTo>
                  <a:lnTo>
                    <a:pt x="122594" y="257810"/>
                  </a:lnTo>
                  <a:close/>
                </a:path>
                <a:path w="374650" h="371475">
                  <a:moveTo>
                    <a:pt x="126411" y="254000"/>
                  </a:moveTo>
                  <a:lnTo>
                    <a:pt x="116840" y="254000"/>
                  </a:lnTo>
                  <a:lnTo>
                    <a:pt x="114299" y="256540"/>
                  </a:lnTo>
                  <a:lnTo>
                    <a:pt x="123867" y="256540"/>
                  </a:lnTo>
                  <a:lnTo>
                    <a:pt x="126411" y="254000"/>
                  </a:lnTo>
                  <a:close/>
                </a:path>
                <a:path w="374650" h="371475">
                  <a:moveTo>
                    <a:pt x="128955" y="251460"/>
                  </a:moveTo>
                  <a:lnTo>
                    <a:pt x="119380" y="251460"/>
                  </a:lnTo>
                  <a:lnTo>
                    <a:pt x="118109" y="252730"/>
                  </a:lnTo>
                  <a:lnTo>
                    <a:pt x="127683" y="252730"/>
                  </a:lnTo>
                  <a:lnTo>
                    <a:pt x="128955" y="251460"/>
                  </a:lnTo>
                  <a:close/>
                </a:path>
                <a:path w="374650" h="371475">
                  <a:moveTo>
                    <a:pt x="132772" y="247650"/>
                  </a:moveTo>
                  <a:lnTo>
                    <a:pt x="123190" y="247650"/>
                  </a:lnTo>
                  <a:lnTo>
                    <a:pt x="120649" y="250190"/>
                  </a:lnTo>
                  <a:lnTo>
                    <a:pt x="130227" y="250190"/>
                  </a:lnTo>
                  <a:lnTo>
                    <a:pt x="132772" y="247650"/>
                  </a:lnTo>
                  <a:close/>
                </a:path>
                <a:path w="374650" h="371475">
                  <a:moveTo>
                    <a:pt x="135316" y="245110"/>
                  </a:moveTo>
                  <a:lnTo>
                    <a:pt x="125730" y="245110"/>
                  </a:lnTo>
                  <a:lnTo>
                    <a:pt x="124459" y="246380"/>
                  </a:lnTo>
                  <a:lnTo>
                    <a:pt x="134044" y="246380"/>
                  </a:lnTo>
                  <a:lnTo>
                    <a:pt x="135316" y="245110"/>
                  </a:lnTo>
                  <a:close/>
                </a:path>
                <a:path w="374650" h="371475">
                  <a:moveTo>
                    <a:pt x="139132" y="241300"/>
                  </a:moveTo>
                  <a:lnTo>
                    <a:pt x="129540" y="241300"/>
                  </a:lnTo>
                  <a:lnTo>
                    <a:pt x="126999" y="243840"/>
                  </a:lnTo>
                  <a:lnTo>
                    <a:pt x="136588" y="243840"/>
                  </a:lnTo>
                  <a:lnTo>
                    <a:pt x="139132" y="241300"/>
                  </a:lnTo>
                  <a:close/>
                </a:path>
                <a:path w="374650" h="371475">
                  <a:moveTo>
                    <a:pt x="141677" y="238760"/>
                  </a:moveTo>
                  <a:lnTo>
                    <a:pt x="132080" y="238760"/>
                  </a:lnTo>
                  <a:lnTo>
                    <a:pt x="130809" y="240030"/>
                  </a:lnTo>
                  <a:lnTo>
                    <a:pt x="140405" y="240030"/>
                  </a:lnTo>
                  <a:lnTo>
                    <a:pt x="141677" y="238760"/>
                  </a:lnTo>
                  <a:close/>
                </a:path>
                <a:path w="374650" h="371475">
                  <a:moveTo>
                    <a:pt x="145493" y="234950"/>
                  </a:moveTo>
                  <a:lnTo>
                    <a:pt x="135890" y="234950"/>
                  </a:lnTo>
                  <a:lnTo>
                    <a:pt x="133349" y="237490"/>
                  </a:lnTo>
                  <a:lnTo>
                    <a:pt x="142949" y="237490"/>
                  </a:lnTo>
                  <a:lnTo>
                    <a:pt x="145493" y="234950"/>
                  </a:lnTo>
                  <a:close/>
                </a:path>
                <a:path w="374650" h="371475">
                  <a:moveTo>
                    <a:pt x="148038" y="232410"/>
                  </a:moveTo>
                  <a:lnTo>
                    <a:pt x="138430" y="232410"/>
                  </a:lnTo>
                  <a:lnTo>
                    <a:pt x="137159" y="233680"/>
                  </a:lnTo>
                  <a:lnTo>
                    <a:pt x="146765" y="233680"/>
                  </a:lnTo>
                  <a:lnTo>
                    <a:pt x="148038" y="232410"/>
                  </a:lnTo>
                  <a:close/>
                </a:path>
                <a:path w="374650" h="371475">
                  <a:moveTo>
                    <a:pt x="151854" y="228600"/>
                  </a:moveTo>
                  <a:lnTo>
                    <a:pt x="142240" y="228600"/>
                  </a:lnTo>
                  <a:lnTo>
                    <a:pt x="139699" y="231140"/>
                  </a:lnTo>
                  <a:lnTo>
                    <a:pt x="149310" y="231140"/>
                  </a:lnTo>
                  <a:lnTo>
                    <a:pt x="151854" y="228600"/>
                  </a:lnTo>
                  <a:close/>
                </a:path>
                <a:path w="374650" h="371475">
                  <a:moveTo>
                    <a:pt x="154398" y="226060"/>
                  </a:moveTo>
                  <a:lnTo>
                    <a:pt x="144780" y="226060"/>
                  </a:lnTo>
                  <a:lnTo>
                    <a:pt x="143509" y="227330"/>
                  </a:lnTo>
                  <a:lnTo>
                    <a:pt x="153126" y="227330"/>
                  </a:lnTo>
                  <a:lnTo>
                    <a:pt x="154398" y="226060"/>
                  </a:lnTo>
                  <a:close/>
                </a:path>
                <a:path w="374650" h="371475">
                  <a:moveTo>
                    <a:pt x="158215" y="222250"/>
                  </a:moveTo>
                  <a:lnTo>
                    <a:pt x="148590" y="222250"/>
                  </a:lnTo>
                  <a:lnTo>
                    <a:pt x="146049" y="224790"/>
                  </a:lnTo>
                  <a:lnTo>
                    <a:pt x="155670" y="224790"/>
                  </a:lnTo>
                  <a:lnTo>
                    <a:pt x="158215" y="222250"/>
                  </a:lnTo>
                  <a:close/>
                </a:path>
                <a:path w="374650" h="371475">
                  <a:moveTo>
                    <a:pt x="160759" y="219710"/>
                  </a:moveTo>
                  <a:lnTo>
                    <a:pt x="151130" y="219710"/>
                  </a:lnTo>
                  <a:lnTo>
                    <a:pt x="149860" y="220980"/>
                  </a:lnTo>
                  <a:lnTo>
                    <a:pt x="159487" y="220980"/>
                  </a:lnTo>
                  <a:lnTo>
                    <a:pt x="160759" y="219710"/>
                  </a:lnTo>
                  <a:close/>
                </a:path>
                <a:path w="374650" h="371475">
                  <a:moveTo>
                    <a:pt x="173481" y="207010"/>
                  </a:moveTo>
                  <a:lnTo>
                    <a:pt x="163830" y="207010"/>
                  </a:lnTo>
                  <a:lnTo>
                    <a:pt x="152399" y="218440"/>
                  </a:lnTo>
                  <a:lnTo>
                    <a:pt x="162031" y="218440"/>
                  </a:lnTo>
                  <a:lnTo>
                    <a:pt x="173481" y="207010"/>
                  </a:lnTo>
                  <a:close/>
                </a:path>
                <a:path w="374650" h="371475">
                  <a:moveTo>
                    <a:pt x="186202" y="194310"/>
                  </a:moveTo>
                  <a:lnTo>
                    <a:pt x="176530" y="194310"/>
                  </a:lnTo>
                  <a:lnTo>
                    <a:pt x="165099" y="205740"/>
                  </a:lnTo>
                  <a:lnTo>
                    <a:pt x="174753" y="205740"/>
                  </a:lnTo>
                  <a:lnTo>
                    <a:pt x="186202" y="194310"/>
                  </a:lnTo>
                  <a:close/>
                </a:path>
                <a:path w="374650" h="371475">
                  <a:moveTo>
                    <a:pt x="190019" y="190500"/>
                  </a:moveTo>
                  <a:lnTo>
                    <a:pt x="180340" y="190500"/>
                  </a:lnTo>
                  <a:lnTo>
                    <a:pt x="177799" y="193040"/>
                  </a:lnTo>
                  <a:lnTo>
                    <a:pt x="187474" y="193040"/>
                  </a:lnTo>
                  <a:lnTo>
                    <a:pt x="190019" y="190500"/>
                  </a:lnTo>
                  <a:close/>
                </a:path>
                <a:path w="374650" h="371475">
                  <a:moveTo>
                    <a:pt x="192563" y="187960"/>
                  </a:moveTo>
                  <a:lnTo>
                    <a:pt x="182880" y="187960"/>
                  </a:lnTo>
                  <a:lnTo>
                    <a:pt x="181609" y="189230"/>
                  </a:lnTo>
                  <a:lnTo>
                    <a:pt x="191291" y="189230"/>
                  </a:lnTo>
                  <a:lnTo>
                    <a:pt x="192563" y="187960"/>
                  </a:lnTo>
                  <a:close/>
                </a:path>
                <a:path w="374650" h="371475">
                  <a:moveTo>
                    <a:pt x="196379" y="184150"/>
                  </a:moveTo>
                  <a:lnTo>
                    <a:pt x="186690" y="184150"/>
                  </a:lnTo>
                  <a:lnTo>
                    <a:pt x="184149" y="186690"/>
                  </a:lnTo>
                  <a:lnTo>
                    <a:pt x="193835" y="186690"/>
                  </a:lnTo>
                  <a:lnTo>
                    <a:pt x="196379" y="184150"/>
                  </a:lnTo>
                  <a:close/>
                </a:path>
                <a:path w="374650" h="371475">
                  <a:moveTo>
                    <a:pt x="209101" y="171450"/>
                  </a:moveTo>
                  <a:lnTo>
                    <a:pt x="199390" y="171450"/>
                  </a:lnTo>
                  <a:lnTo>
                    <a:pt x="187959" y="182880"/>
                  </a:lnTo>
                  <a:lnTo>
                    <a:pt x="197652" y="182880"/>
                  </a:lnTo>
                  <a:lnTo>
                    <a:pt x="209101" y="171450"/>
                  </a:lnTo>
                  <a:close/>
                </a:path>
                <a:path w="374650" h="371475">
                  <a:moveTo>
                    <a:pt x="218006" y="162560"/>
                  </a:moveTo>
                  <a:lnTo>
                    <a:pt x="208280" y="162560"/>
                  </a:lnTo>
                  <a:lnTo>
                    <a:pt x="200659" y="170180"/>
                  </a:lnTo>
                  <a:lnTo>
                    <a:pt x="210373" y="170180"/>
                  </a:lnTo>
                  <a:lnTo>
                    <a:pt x="218006" y="162560"/>
                  </a:lnTo>
                  <a:close/>
                </a:path>
                <a:path w="374650" h="371475">
                  <a:moveTo>
                    <a:pt x="234544" y="146050"/>
                  </a:moveTo>
                  <a:lnTo>
                    <a:pt x="224790" y="146050"/>
                  </a:lnTo>
                  <a:lnTo>
                    <a:pt x="209549" y="161290"/>
                  </a:lnTo>
                  <a:lnTo>
                    <a:pt x="219278" y="161290"/>
                  </a:lnTo>
                  <a:lnTo>
                    <a:pt x="234544" y="146050"/>
                  </a:lnTo>
                  <a:close/>
                </a:path>
                <a:path w="374650" h="371475">
                  <a:moveTo>
                    <a:pt x="239633" y="140970"/>
                  </a:moveTo>
                  <a:lnTo>
                    <a:pt x="229869" y="140970"/>
                  </a:lnTo>
                  <a:lnTo>
                    <a:pt x="226059" y="144780"/>
                  </a:lnTo>
                  <a:lnTo>
                    <a:pt x="235816" y="144780"/>
                  </a:lnTo>
                  <a:lnTo>
                    <a:pt x="239633" y="140970"/>
                  </a:lnTo>
                  <a:close/>
                </a:path>
              </a:pathLst>
            </a:custGeom>
            <a:solidFill>
              <a:srgbClr val="C241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77">
              <a:extLst>
                <a:ext uri="{FF2B5EF4-FFF2-40B4-BE49-F238E27FC236}">
                  <a16:creationId xmlns:a16="http://schemas.microsoft.com/office/drawing/2014/main" id="{1BEF483B-A995-838B-2595-AAAAD0AAE1F5}"/>
                </a:ext>
              </a:extLst>
            </p:cNvPr>
            <p:cNvSpPr/>
            <p:nvPr/>
          </p:nvSpPr>
          <p:spPr>
            <a:xfrm>
              <a:off x="2987040" y="2722880"/>
              <a:ext cx="370840" cy="365760"/>
            </a:xfrm>
            <a:custGeom>
              <a:avLst/>
              <a:gdLst/>
              <a:ahLst/>
              <a:cxnLst/>
              <a:rect l="l" t="t" r="r" b="b"/>
              <a:pathLst>
                <a:path w="370839" h="365760">
                  <a:moveTo>
                    <a:pt x="325120" y="50800"/>
                  </a:moveTo>
                  <a:lnTo>
                    <a:pt x="314705" y="50800"/>
                  </a:lnTo>
                  <a:lnTo>
                    <a:pt x="308344" y="57150"/>
                  </a:lnTo>
                  <a:lnTo>
                    <a:pt x="318770" y="57150"/>
                  </a:lnTo>
                  <a:lnTo>
                    <a:pt x="325120" y="50800"/>
                  </a:lnTo>
                  <a:close/>
                </a:path>
                <a:path w="370839" h="365760">
                  <a:moveTo>
                    <a:pt x="327660" y="48260"/>
                  </a:moveTo>
                  <a:lnTo>
                    <a:pt x="317249" y="48260"/>
                  </a:lnTo>
                  <a:lnTo>
                    <a:pt x="315977" y="49529"/>
                  </a:lnTo>
                  <a:lnTo>
                    <a:pt x="326390" y="49529"/>
                  </a:lnTo>
                  <a:lnTo>
                    <a:pt x="327660" y="48260"/>
                  </a:lnTo>
                  <a:close/>
                </a:path>
                <a:path w="370839" h="365760">
                  <a:moveTo>
                    <a:pt x="331470" y="44450"/>
                  </a:moveTo>
                  <a:lnTo>
                    <a:pt x="321066" y="44450"/>
                  </a:lnTo>
                  <a:lnTo>
                    <a:pt x="318522" y="46989"/>
                  </a:lnTo>
                  <a:lnTo>
                    <a:pt x="328930" y="46989"/>
                  </a:lnTo>
                  <a:lnTo>
                    <a:pt x="331470" y="44450"/>
                  </a:lnTo>
                  <a:close/>
                </a:path>
                <a:path w="370839" h="365760">
                  <a:moveTo>
                    <a:pt x="334010" y="41910"/>
                  </a:moveTo>
                  <a:lnTo>
                    <a:pt x="323610" y="41910"/>
                  </a:lnTo>
                  <a:lnTo>
                    <a:pt x="322338" y="43179"/>
                  </a:lnTo>
                  <a:lnTo>
                    <a:pt x="332740" y="43179"/>
                  </a:lnTo>
                  <a:lnTo>
                    <a:pt x="334010" y="41910"/>
                  </a:lnTo>
                  <a:close/>
                </a:path>
                <a:path w="370839" h="365760">
                  <a:moveTo>
                    <a:pt x="337820" y="38100"/>
                  </a:moveTo>
                  <a:lnTo>
                    <a:pt x="327427" y="38100"/>
                  </a:lnTo>
                  <a:lnTo>
                    <a:pt x="324882" y="40639"/>
                  </a:lnTo>
                  <a:lnTo>
                    <a:pt x="335280" y="40639"/>
                  </a:lnTo>
                  <a:lnTo>
                    <a:pt x="337820" y="38100"/>
                  </a:lnTo>
                  <a:close/>
                </a:path>
                <a:path w="370839" h="365760">
                  <a:moveTo>
                    <a:pt x="340360" y="35560"/>
                  </a:moveTo>
                  <a:lnTo>
                    <a:pt x="329971" y="35560"/>
                  </a:lnTo>
                  <a:lnTo>
                    <a:pt x="328699" y="36829"/>
                  </a:lnTo>
                  <a:lnTo>
                    <a:pt x="339090" y="36829"/>
                  </a:lnTo>
                  <a:lnTo>
                    <a:pt x="340360" y="35560"/>
                  </a:lnTo>
                  <a:close/>
                </a:path>
                <a:path w="370839" h="365760">
                  <a:moveTo>
                    <a:pt x="353060" y="22860"/>
                  </a:moveTo>
                  <a:lnTo>
                    <a:pt x="342693" y="22860"/>
                  </a:lnTo>
                  <a:lnTo>
                    <a:pt x="331243" y="34289"/>
                  </a:lnTo>
                  <a:lnTo>
                    <a:pt x="341630" y="34289"/>
                  </a:lnTo>
                  <a:lnTo>
                    <a:pt x="353060" y="22860"/>
                  </a:lnTo>
                  <a:close/>
                </a:path>
                <a:path w="370839" h="365760">
                  <a:moveTo>
                    <a:pt x="365760" y="10160"/>
                  </a:moveTo>
                  <a:lnTo>
                    <a:pt x="355414" y="10160"/>
                  </a:lnTo>
                  <a:lnTo>
                    <a:pt x="343965" y="21589"/>
                  </a:lnTo>
                  <a:lnTo>
                    <a:pt x="354330" y="21589"/>
                  </a:lnTo>
                  <a:lnTo>
                    <a:pt x="365760" y="10160"/>
                  </a:lnTo>
                  <a:close/>
                </a:path>
                <a:path w="370839" h="365760">
                  <a:moveTo>
                    <a:pt x="369570" y="6350"/>
                  </a:moveTo>
                  <a:lnTo>
                    <a:pt x="359231" y="6350"/>
                  </a:lnTo>
                  <a:lnTo>
                    <a:pt x="356686" y="8889"/>
                  </a:lnTo>
                  <a:lnTo>
                    <a:pt x="367030" y="8889"/>
                  </a:lnTo>
                  <a:lnTo>
                    <a:pt x="369570" y="6350"/>
                  </a:lnTo>
                  <a:close/>
                </a:path>
                <a:path w="370839" h="365760">
                  <a:moveTo>
                    <a:pt x="370839" y="2539"/>
                  </a:moveTo>
                  <a:lnTo>
                    <a:pt x="369570" y="2539"/>
                  </a:lnTo>
                  <a:lnTo>
                    <a:pt x="369570" y="3810"/>
                  </a:lnTo>
                  <a:lnTo>
                    <a:pt x="361775" y="3810"/>
                  </a:lnTo>
                  <a:lnTo>
                    <a:pt x="360503" y="5079"/>
                  </a:lnTo>
                  <a:lnTo>
                    <a:pt x="370840" y="5079"/>
                  </a:lnTo>
                  <a:lnTo>
                    <a:pt x="370839" y="2539"/>
                  </a:lnTo>
                  <a:close/>
                </a:path>
                <a:path w="370839" h="365760">
                  <a:moveTo>
                    <a:pt x="368300" y="0"/>
                  </a:moveTo>
                  <a:lnTo>
                    <a:pt x="365591" y="0"/>
                  </a:lnTo>
                  <a:lnTo>
                    <a:pt x="363047" y="2539"/>
                  </a:lnTo>
                  <a:lnTo>
                    <a:pt x="368300" y="2539"/>
                  </a:lnTo>
                  <a:lnTo>
                    <a:pt x="368300" y="0"/>
                  </a:lnTo>
                  <a:close/>
                </a:path>
                <a:path w="370839" h="365760">
                  <a:moveTo>
                    <a:pt x="318769" y="57150"/>
                  </a:moveTo>
                  <a:lnTo>
                    <a:pt x="308344" y="57150"/>
                  </a:lnTo>
                  <a:lnTo>
                    <a:pt x="282901" y="82550"/>
                  </a:lnTo>
                  <a:lnTo>
                    <a:pt x="293370" y="82550"/>
                  </a:lnTo>
                  <a:lnTo>
                    <a:pt x="318769" y="57150"/>
                  </a:lnTo>
                  <a:close/>
                </a:path>
                <a:path w="370839" h="365760">
                  <a:moveTo>
                    <a:pt x="293369" y="82550"/>
                  </a:moveTo>
                  <a:lnTo>
                    <a:pt x="282901" y="82550"/>
                  </a:lnTo>
                  <a:lnTo>
                    <a:pt x="232015" y="133350"/>
                  </a:lnTo>
                  <a:lnTo>
                    <a:pt x="242570" y="133350"/>
                  </a:lnTo>
                  <a:lnTo>
                    <a:pt x="293369" y="82550"/>
                  </a:lnTo>
                  <a:close/>
                </a:path>
                <a:path w="370839" h="365760">
                  <a:moveTo>
                    <a:pt x="13970" y="361950"/>
                  </a:moveTo>
                  <a:lnTo>
                    <a:pt x="3027" y="361950"/>
                  </a:lnTo>
                  <a:lnTo>
                    <a:pt x="0" y="364972"/>
                  </a:lnTo>
                  <a:lnTo>
                    <a:pt x="0" y="365760"/>
                  </a:lnTo>
                  <a:lnTo>
                    <a:pt x="10160" y="365760"/>
                  </a:lnTo>
                  <a:lnTo>
                    <a:pt x="13970" y="361950"/>
                  </a:lnTo>
                  <a:close/>
                </a:path>
                <a:path w="370839" h="365760">
                  <a:moveTo>
                    <a:pt x="16510" y="359410"/>
                  </a:moveTo>
                  <a:lnTo>
                    <a:pt x="5571" y="359410"/>
                  </a:lnTo>
                  <a:lnTo>
                    <a:pt x="4299" y="360680"/>
                  </a:lnTo>
                  <a:lnTo>
                    <a:pt x="15239" y="360680"/>
                  </a:lnTo>
                  <a:lnTo>
                    <a:pt x="16510" y="359410"/>
                  </a:lnTo>
                  <a:close/>
                </a:path>
                <a:path w="370839" h="365760">
                  <a:moveTo>
                    <a:pt x="20320" y="355600"/>
                  </a:moveTo>
                  <a:lnTo>
                    <a:pt x="9388" y="355600"/>
                  </a:lnTo>
                  <a:lnTo>
                    <a:pt x="6843" y="358140"/>
                  </a:lnTo>
                  <a:lnTo>
                    <a:pt x="17779" y="358140"/>
                  </a:lnTo>
                  <a:lnTo>
                    <a:pt x="20320" y="355600"/>
                  </a:lnTo>
                  <a:close/>
                </a:path>
                <a:path w="370839" h="365760">
                  <a:moveTo>
                    <a:pt x="22860" y="353060"/>
                  </a:moveTo>
                  <a:lnTo>
                    <a:pt x="11932" y="353060"/>
                  </a:lnTo>
                  <a:lnTo>
                    <a:pt x="10660" y="354330"/>
                  </a:lnTo>
                  <a:lnTo>
                    <a:pt x="21589" y="354330"/>
                  </a:lnTo>
                  <a:lnTo>
                    <a:pt x="22860" y="353060"/>
                  </a:lnTo>
                  <a:close/>
                </a:path>
                <a:path w="370839" h="365760">
                  <a:moveTo>
                    <a:pt x="26670" y="349250"/>
                  </a:moveTo>
                  <a:lnTo>
                    <a:pt x="15748" y="349250"/>
                  </a:lnTo>
                  <a:lnTo>
                    <a:pt x="13204" y="351790"/>
                  </a:lnTo>
                  <a:lnTo>
                    <a:pt x="24129" y="351790"/>
                  </a:lnTo>
                  <a:lnTo>
                    <a:pt x="26670" y="349250"/>
                  </a:lnTo>
                  <a:close/>
                </a:path>
                <a:path w="370839" h="365760">
                  <a:moveTo>
                    <a:pt x="29210" y="346710"/>
                  </a:moveTo>
                  <a:lnTo>
                    <a:pt x="18293" y="346710"/>
                  </a:lnTo>
                  <a:lnTo>
                    <a:pt x="17021" y="347980"/>
                  </a:lnTo>
                  <a:lnTo>
                    <a:pt x="27939" y="347980"/>
                  </a:lnTo>
                  <a:lnTo>
                    <a:pt x="29210" y="346710"/>
                  </a:lnTo>
                  <a:close/>
                </a:path>
                <a:path w="370839" h="365760">
                  <a:moveTo>
                    <a:pt x="33020" y="342900"/>
                  </a:moveTo>
                  <a:lnTo>
                    <a:pt x="22109" y="342900"/>
                  </a:lnTo>
                  <a:lnTo>
                    <a:pt x="19565" y="345440"/>
                  </a:lnTo>
                  <a:lnTo>
                    <a:pt x="30479" y="345440"/>
                  </a:lnTo>
                  <a:lnTo>
                    <a:pt x="33020" y="342900"/>
                  </a:lnTo>
                  <a:close/>
                </a:path>
                <a:path w="370839" h="365760">
                  <a:moveTo>
                    <a:pt x="35560" y="340360"/>
                  </a:moveTo>
                  <a:lnTo>
                    <a:pt x="24653" y="340360"/>
                  </a:lnTo>
                  <a:lnTo>
                    <a:pt x="23381" y="341630"/>
                  </a:lnTo>
                  <a:lnTo>
                    <a:pt x="34289" y="341630"/>
                  </a:lnTo>
                  <a:lnTo>
                    <a:pt x="35560" y="340360"/>
                  </a:lnTo>
                  <a:close/>
                </a:path>
                <a:path w="370839" h="365760">
                  <a:moveTo>
                    <a:pt x="39370" y="336550"/>
                  </a:moveTo>
                  <a:lnTo>
                    <a:pt x="28470" y="336550"/>
                  </a:lnTo>
                  <a:lnTo>
                    <a:pt x="25926" y="339090"/>
                  </a:lnTo>
                  <a:lnTo>
                    <a:pt x="36829" y="339090"/>
                  </a:lnTo>
                  <a:lnTo>
                    <a:pt x="39370" y="336550"/>
                  </a:lnTo>
                  <a:close/>
                </a:path>
                <a:path w="370839" h="365760">
                  <a:moveTo>
                    <a:pt x="41910" y="334010"/>
                  </a:moveTo>
                  <a:lnTo>
                    <a:pt x="31014" y="334010"/>
                  </a:lnTo>
                  <a:lnTo>
                    <a:pt x="29742" y="335280"/>
                  </a:lnTo>
                  <a:lnTo>
                    <a:pt x="40639" y="335280"/>
                  </a:lnTo>
                  <a:lnTo>
                    <a:pt x="41910" y="334010"/>
                  </a:lnTo>
                  <a:close/>
                </a:path>
                <a:path w="370839" h="365760">
                  <a:moveTo>
                    <a:pt x="45720" y="330200"/>
                  </a:moveTo>
                  <a:lnTo>
                    <a:pt x="34831" y="330200"/>
                  </a:lnTo>
                  <a:lnTo>
                    <a:pt x="32286" y="332740"/>
                  </a:lnTo>
                  <a:lnTo>
                    <a:pt x="43179" y="332740"/>
                  </a:lnTo>
                  <a:lnTo>
                    <a:pt x="45720" y="330200"/>
                  </a:lnTo>
                  <a:close/>
                </a:path>
                <a:path w="370839" h="365760">
                  <a:moveTo>
                    <a:pt x="48260" y="327660"/>
                  </a:moveTo>
                  <a:lnTo>
                    <a:pt x="37375" y="327660"/>
                  </a:lnTo>
                  <a:lnTo>
                    <a:pt x="36103" y="328930"/>
                  </a:lnTo>
                  <a:lnTo>
                    <a:pt x="46989" y="328930"/>
                  </a:lnTo>
                  <a:lnTo>
                    <a:pt x="48260" y="327660"/>
                  </a:lnTo>
                  <a:close/>
                </a:path>
                <a:path w="370839" h="365760">
                  <a:moveTo>
                    <a:pt x="52070" y="323850"/>
                  </a:moveTo>
                  <a:lnTo>
                    <a:pt x="41191" y="323850"/>
                  </a:lnTo>
                  <a:lnTo>
                    <a:pt x="38647" y="326390"/>
                  </a:lnTo>
                  <a:lnTo>
                    <a:pt x="49529" y="326390"/>
                  </a:lnTo>
                  <a:lnTo>
                    <a:pt x="52070" y="323850"/>
                  </a:lnTo>
                  <a:close/>
                </a:path>
                <a:path w="370839" h="365760">
                  <a:moveTo>
                    <a:pt x="54610" y="321310"/>
                  </a:moveTo>
                  <a:lnTo>
                    <a:pt x="43736" y="321310"/>
                  </a:lnTo>
                  <a:lnTo>
                    <a:pt x="42464" y="322580"/>
                  </a:lnTo>
                  <a:lnTo>
                    <a:pt x="53339" y="322580"/>
                  </a:lnTo>
                  <a:lnTo>
                    <a:pt x="54610" y="321310"/>
                  </a:lnTo>
                  <a:close/>
                </a:path>
                <a:path w="370839" h="365760">
                  <a:moveTo>
                    <a:pt x="58420" y="317500"/>
                  </a:moveTo>
                  <a:lnTo>
                    <a:pt x="47552" y="317500"/>
                  </a:lnTo>
                  <a:lnTo>
                    <a:pt x="45008" y="320040"/>
                  </a:lnTo>
                  <a:lnTo>
                    <a:pt x="55879" y="320040"/>
                  </a:lnTo>
                  <a:lnTo>
                    <a:pt x="58420" y="317500"/>
                  </a:lnTo>
                  <a:close/>
                </a:path>
                <a:path w="370839" h="365760">
                  <a:moveTo>
                    <a:pt x="60960" y="314960"/>
                  </a:moveTo>
                  <a:lnTo>
                    <a:pt x="50097" y="314960"/>
                  </a:lnTo>
                  <a:lnTo>
                    <a:pt x="48824" y="316230"/>
                  </a:lnTo>
                  <a:lnTo>
                    <a:pt x="59689" y="316230"/>
                  </a:lnTo>
                  <a:lnTo>
                    <a:pt x="60960" y="314960"/>
                  </a:lnTo>
                  <a:close/>
                </a:path>
                <a:path w="370839" h="365760">
                  <a:moveTo>
                    <a:pt x="64770" y="311150"/>
                  </a:moveTo>
                  <a:lnTo>
                    <a:pt x="53913" y="311150"/>
                  </a:lnTo>
                  <a:lnTo>
                    <a:pt x="51369" y="313690"/>
                  </a:lnTo>
                  <a:lnTo>
                    <a:pt x="62229" y="313690"/>
                  </a:lnTo>
                  <a:lnTo>
                    <a:pt x="64770" y="311150"/>
                  </a:lnTo>
                  <a:close/>
                </a:path>
                <a:path w="370839" h="365760">
                  <a:moveTo>
                    <a:pt x="67310" y="308610"/>
                  </a:moveTo>
                  <a:lnTo>
                    <a:pt x="56457" y="308610"/>
                  </a:lnTo>
                  <a:lnTo>
                    <a:pt x="55185" y="309880"/>
                  </a:lnTo>
                  <a:lnTo>
                    <a:pt x="66039" y="309880"/>
                  </a:lnTo>
                  <a:lnTo>
                    <a:pt x="67310" y="308610"/>
                  </a:lnTo>
                  <a:close/>
                </a:path>
                <a:path w="370839" h="365760">
                  <a:moveTo>
                    <a:pt x="71120" y="304800"/>
                  </a:moveTo>
                  <a:lnTo>
                    <a:pt x="60274" y="304800"/>
                  </a:lnTo>
                  <a:lnTo>
                    <a:pt x="57730" y="307340"/>
                  </a:lnTo>
                  <a:lnTo>
                    <a:pt x="68579" y="307340"/>
                  </a:lnTo>
                  <a:lnTo>
                    <a:pt x="71120" y="304800"/>
                  </a:lnTo>
                  <a:close/>
                </a:path>
                <a:path w="370839" h="365760">
                  <a:moveTo>
                    <a:pt x="73660" y="302260"/>
                  </a:moveTo>
                  <a:lnTo>
                    <a:pt x="62818" y="302260"/>
                  </a:lnTo>
                  <a:lnTo>
                    <a:pt x="61546" y="303530"/>
                  </a:lnTo>
                  <a:lnTo>
                    <a:pt x="72389" y="303530"/>
                  </a:lnTo>
                  <a:lnTo>
                    <a:pt x="73660" y="302260"/>
                  </a:lnTo>
                  <a:close/>
                </a:path>
                <a:path w="370839" h="365760">
                  <a:moveTo>
                    <a:pt x="77470" y="298450"/>
                  </a:moveTo>
                  <a:lnTo>
                    <a:pt x="66635" y="298450"/>
                  </a:lnTo>
                  <a:lnTo>
                    <a:pt x="64090" y="300990"/>
                  </a:lnTo>
                  <a:lnTo>
                    <a:pt x="74929" y="300990"/>
                  </a:lnTo>
                  <a:lnTo>
                    <a:pt x="77470" y="298450"/>
                  </a:lnTo>
                  <a:close/>
                </a:path>
                <a:path w="370839" h="365760">
                  <a:moveTo>
                    <a:pt x="80010" y="295910"/>
                  </a:moveTo>
                  <a:lnTo>
                    <a:pt x="69179" y="295910"/>
                  </a:lnTo>
                  <a:lnTo>
                    <a:pt x="67907" y="297180"/>
                  </a:lnTo>
                  <a:lnTo>
                    <a:pt x="78739" y="297180"/>
                  </a:lnTo>
                  <a:lnTo>
                    <a:pt x="80010" y="295910"/>
                  </a:lnTo>
                  <a:close/>
                </a:path>
                <a:path w="370839" h="365760">
                  <a:moveTo>
                    <a:pt x="83820" y="292100"/>
                  </a:moveTo>
                  <a:lnTo>
                    <a:pt x="72995" y="292100"/>
                  </a:lnTo>
                  <a:lnTo>
                    <a:pt x="70451" y="294640"/>
                  </a:lnTo>
                  <a:lnTo>
                    <a:pt x="81279" y="294640"/>
                  </a:lnTo>
                  <a:lnTo>
                    <a:pt x="83820" y="292100"/>
                  </a:lnTo>
                  <a:close/>
                </a:path>
                <a:path w="370839" h="365760">
                  <a:moveTo>
                    <a:pt x="86360" y="289560"/>
                  </a:moveTo>
                  <a:lnTo>
                    <a:pt x="75540" y="289560"/>
                  </a:lnTo>
                  <a:lnTo>
                    <a:pt x="74268" y="290830"/>
                  </a:lnTo>
                  <a:lnTo>
                    <a:pt x="85089" y="290830"/>
                  </a:lnTo>
                  <a:lnTo>
                    <a:pt x="86360" y="289560"/>
                  </a:lnTo>
                  <a:close/>
                </a:path>
                <a:path w="370839" h="365760">
                  <a:moveTo>
                    <a:pt x="90170" y="285750"/>
                  </a:moveTo>
                  <a:lnTo>
                    <a:pt x="79356" y="285750"/>
                  </a:lnTo>
                  <a:lnTo>
                    <a:pt x="76812" y="288290"/>
                  </a:lnTo>
                  <a:lnTo>
                    <a:pt x="87629" y="288290"/>
                  </a:lnTo>
                  <a:lnTo>
                    <a:pt x="90170" y="285750"/>
                  </a:lnTo>
                  <a:close/>
                </a:path>
                <a:path w="370839" h="365760">
                  <a:moveTo>
                    <a:pt x="92710" y="283210"/>
                  </a:moveTo>
                  <a:lnTo>
                    <a:pt x="81900" y="283210"/>
                  </a:lnTo>
                  <a:lnTo>
                    <a:pt x="80628" y="284480"/>
                  </a:lnTo>
                  <a:lnTo>
                    <a:pt x="91439" y="284480"/>
                  </a:lnTo>
                  <a:lnTo>
                    <a:pt x="92710" y="283210"/>
                  </a:lnTo>
                  <a:close/>
                </a:path>
                <a:path w="370839" h="365760">
                  <a:moveTo>
                    <a:pt x="96520" y="279400"/>
                  </a:moveTo>
                  <a:lnTo>
                    <a:pt x="85717" y="279400"/>
                  </a:lnTo>
                  <a:lnTo>
                    <a:pt x="83173" y="281940"/>
                  </a:lnTo>
                  <a:lnTo>
                    <a:pt x="93979" y="281940"/>
                  </a:lnTo>
                  <a:lnTo>
                    <a:pt x="96520" y="279400"/>
                  </a:lnTo>
                  <a:close/>
                </a:path>
                <a:path w="370839" h="365760">
                  <a:moveTo>
                    <a:pt x="99060" y="276860"/>
                  </a:moveTo>
                  <a:lnTo>
                    <a:pt x="88261" y="276860"/>
                  </a:lnTo>
                  <a:lnTo>
                    <a:pt x="86989" y="278130"/>
                  </a:lnTo>
                  <a:lnTo>
                    <a:pt x="97789" y="278130"/>
                  </a:lnTo>
                  <a:lnTo>
                    <a:pt x="99060" y="276860"/>
                  </a:lnTo>
                  <a:close/>
                </a:path>
                <a:path w="370839" h="365760">
                  <a:moveTo>
                    <a:pt x="102870" y="273050"/>
                  </a:moveTo>
                  <a:lnTo>
                    <a:pt x="92078" y="273050"/>
                  </a:lnTo>
                  <a:lnTo>
                    <a:pt x="89533" y="275590"/>
                  </a:lnTo>
                  <a:lnTo>
                    <a:pt x="100329" y="275590"/>
                  </a:lnTo>
                  <a:lnTo>
                    <a:pt x="102870" y="273050"/>
                  </a:lnTo>
                  <a:close/>
                </a:path>
                <a:path w="370839" h="365760">
                  <a:moveTo>
                    <a:pt x="105410" y="270510"/>
                  </a:moveTo>
                  <a:lnTo>
                    <a:pt x="94622" y="270510"/>
                  </a:lnTo>
                  <a:lnTo>
                    <a:pt x="93350" y="271780"/>
                  </a:lnTo>
                  <a:lnTo>
                    <a:pt x="104139" y="271780"/>
                  </a:lnTo>
                  <a:lnTo>
                    <a:pt x="105410" y="270510"/>
                  </a:lnTo>
                  <a:close/>
                </a:path>
                <a:path w="370839" h="365760">
                  <a:moveTo>
                    <a:pt x="109220" y="266700"/>
                  </a:moveTo>
                  <a:lnTo>
                    <a:pt x="98439" y="266700"/>
                  </a:lnTo>
                  <a:lnTo>
                    <a:pt x="95894" y="269240"/>
                  </a:lnTo>
                  <a:lnTo>
                    <a:pt x="106679" y="269240"/>
                  </a:lnTo>
                  <a:lnTo>
                    <a:pt x="109220" y="266700"/>
                  </a:lnTo>
                  <a:close/>
                </a:path>
                <a:path w="370839" h="365760">
                  <a:moveTo>
                    <a:pt x="111760" y="264160"/>
                  </a:moveTo>
                  <a:lnTo>
                    <a:pt x="100983" y="264160"/>
                  </a:lnTo>
                  <a:lnTo>
                    <a:pt x="99711" y="265430"/>
                  </a:lnTo>
                  <a:lnTo>
                    <a:pt x="110489" y="265430"/>
                  </a:lnTo>
                  <a:lnTo>
                    <a:pt x="111760" y="264160"/>
                  </a:lnTo>
                  <a:close/>
                </a:path>
                <a:path w="370839" h="365760">
                  <a:moveTo>
                    <a:pt x="115570" y="260350"/>
                  </a:moveTo>
                  <a:lnTo>
                    <a:pt x="104799" y="260350"/>
                  </a:lnTo>
                  <a:lnTo>
                    <a:pt x="102255" y="262890"/>
                  </a:lnTo>
                  <a:lnTo>
                    <a:pt x="113029" y="262890"/>
                  </a:lnTo>
                  <a:lnTo>
                    <a:pt x="115570" y="260350"/>
                  </a:lnTo>
                  <a:close/>
                </a:path>
                <a:path w="370839" h="365760">
                  <a:moveTo>
                    <a:pt x="118110" y="257810"/>
                  </a:moveTo>
                  <a:lnTo>
                    <a:pt x="107344" y="257810"/>
                  </a:lnTo>
                  <a:lnTo>
                    <a:pt x="106071" y="259080"/>
                  </a:lnTo>
                  <a:lnTo>
                    <a:pt x="116839" y="259080"/>
                  </a:lnTo>
                  <a:lnTo>
                    <a:pt x="118110" y="257810"/>
                  </a:lnTo>
                  <a:close/>
                </a:path>
                <a:path w="370839" h="365760">
                  <a:moveTo>
                    <a:pt x="121920" y="254000"/>
                  </a:moveTo>
                  <a:lnTo>
                    <a:pt x="111160" y="254000"/>
                  </a:lnTo>
                  <a:lnTo>
                    <a:pt x="108616" y="256540"/>
                  </a:lnTo>
                  <a:lnTo>
                    <a:pt x="119379" y="256540"/>
                  </a:lnTo>
                  <a:lnTo>
                    <a:pt x="121920" y="254000"/>
                  </a:lnTo>
                  <a:close/>
                </a:path>
                <a:path w="370839" h="365760">
                  <a:moveTo>
                    <a:pt x="124460" y="251460"/>
                  </a:moveTo>
                  <a:lnTo>
                    <a:pt x="113704" y="251460"/>
                  </a:lnTo>
                  <a:lnTo>
                    <a:pt x="112432" y="252730"/>
                  </a:lnTo>
                  <a:lnTo>
                    <a:pt x="123189" y="252730"/>
                  </a:lnTo>
                  <a:lnTo>
                    <a:pt x="124460" y="251460"/>
                  </a:lnTo>
                  <a:close/>
                </a:path>
                <a:path w="370839" h="365760">
                  <a:moveTo>
                    <a:pt x="128270" y="247650"/>
                  </a:moveTo>
                  <a:lnTo>
                    <a:pt x="117521" y="247650"/>
                  </a:lnTo>
                  <a:lnTo>
                    <a:pt x="114977" y="250190"/>
                  </a:lnTo>
                  <a:lnTo>
                    <a:pt x="125729" y="250190"/>
                  </a:lnTo>
                  <a:lnTo>
                    <a:pt x="128270" y="247650"/>
                  </a:lnTo>
                  <a:close/>
                </a:path>
                <a:path w="370839" h="365760">
                  <a:moveTo>
                    <a:pt x="130810" y="245110"/>
                  </a:moveTo>
                  <a:lnTo>
                    <a:pt x="120065" y="245110"/>
                  </a:lnTo>
                  <a:lnTo>
                    <a:pt x="118793" y="246380"/>
                  </a:lnTo>
                  <a:lnTo>
                    <a:pt x="129539" y="246380"/>
                  </a:lnTo>
                  <a:lnTo>
                    <a:pt x="130810" y="245110"/>
                  </a:lnTo>
                  <a:close/>
                </a:path>
                <a:path w="370839" h="365760">
                  <a:moveTo>
                    <a:pt x="134620" y="241300"/>
                  </a:moveTo>
                  <a:lnTo>
                    <a:pt x="123882" y="241300"/>
                  </a:lnTo>
                  <a:lnTo>
                    <a:pt x="121337" y="243840"/>
                  </a:lnTo>
                  <a:lnTo>
                    <a:pt x="132079" y="243840"/>
                  </a:lnTo>
                  <a:lnTo>
                    <a:pt x="134620" y="241300"/>
                  </a:lnTo>
                  <a:close/>
                </a:path>
                <a:path w="370839" h="365760">
                  <a:moveTo>
                    <a:pt x="137160" y="238760"/>
                  </a:moveTo>
                  <a:lnTo>
                    <a:pt x="126426" y="238760"/>
                  </a:lnTo>
                  <a:lnTo>
                    <a:pt x="125154" y="240030"/>
                  </a:lnTo>
                  <a:lnTo>
                    <a:pt x="135889" y="240030"/>
                  </a:lnTo>
                  <a:lnTo>
                    <a:pt x="137160" y="238760"/>
                  </a:lnTo>
                  <a:close/>
                </a:path>
                <a:path w="370839" h="365760">
                  <a:moveTo>
                    <a:pt x="140970" y="234950"/>
                  </a:moveTo>
                  <a:lnTo>
                    <a:pt x="130242" y="234950"/>
                  </a:lnTo>
                  <a:lnTo>
                    <a:pt x="127698" y="237490"/>
                  </a:lnTo>
                  <a:lnTo>
                    <a:pt x="138429" y="237490"/>
                  </a:lnTo>
                  <a:lnTo>
                    <a:pt x="140970" y="234950"/>
                  </a:lnTo>
                  <a:close/>
                </a:path>
                <a:path w="370839" h="365760">
                  <a:moveTo>
                    <a:pt x="143510" y="232410"/>
                  </a:moveTo>
                  <a:lnTo>
                    <a:pt x="132787" y="232410"/>
                  </a:lnTo>
                  <a:lnTo>
                    <a:pt x="131515" y="233680"/>
                  </a:lnTo>
                  <a:lnTo>
                    <a:pt x="142239" y="233680"/>
                  </a:lnTo>
                  <a:lnTo>
                    <a:pt x="143510" y="232410"/>
                  </a:lnTo>
                  <a:close/>
                </a:path>
                <a:path w="370839" h="365760">
                  <a:moveTo>
                    <a:pt x="147320" y="228600"/>
                  </a:moveTo>
                  <a:lnTo>
                    <a:pt x="136603" y="228600"/>
                  </a:lnTo>
                  <a:lnTo>
                    <a:pt x="134059" y="231140"/>
                  </a:lnTo>
                  <a:lnTo>
                    <a:pt x="144779" y="231140"/>
                  </a:lnTo>
                  <a:lnTo>
                    <a:pt x="147320" y="228600"/>
                  </a:lnTo>
                  <a:close/>
                </a:path>
                <a:path w="370839" h="365760">
                  <a:moveTo>
                    <a:pt x="149860" y="226060"/>
                  </a:moveTo>
                  <a:lnTo>
                    <a:pt x="139148" y="226060"/>
                  </a:lnTo>
                  <a:lnTo>
                    <a:pt x="137875" y="227330"/>
                  </a:lnTo>
                  <a:lnTo>
                    <a:pt x="148589" y="227330"/>
                  </a:lnTo>
                  <a:lnTo>
                    <a:pt x="149860" y="226060"/>
                  </a:lnTo>
                  <a:close/>
                </a:path>
                <a:path w="370839" h="365760">
                  <a:moveTo>
                    <a:pt x="153670" y="222250"/>
                  </a:moveTo>
                  <a:lnTo>
                    <a:pt x="142964" y="222250"/>
                  </a:lnTo>
                  <a:lnTo>
                    <a:pt x="140420" y="224790"/>
                  </a:lnTo>
                  <a:lnTo>
                    <a:pt x="151129" y="224790"/>
                  </a:lnTo>
                  <a:lnTo>
                    <a:pt x="153670" y="222250"/>
                  </a:lnTo>
                  <a:close/>
                </a:path>
                <a:path w="370839" h="365760">
                  <a:moveTo>
                    <a:pt x="156210" y="219710"/>
                  </a:moveTo>
                  <a:lnTo>
                    <a:pt x="145508" y="219710"/>
                  </a:lnTo>
                  <a:lnTo>
                    <a:pt x="144236" y="220980"/>
                  </a:lnTo>
                  <a:lnTo>
                    <a:pt x="154939" y="220980"/>
                  </a:lnTo>
                  <a:lnTo>
                    <a:pt x="156210" y="219710"/>
                  </a:lnTo>
                  <a:close/>
                </a:path>
                <a:path w="370839" h="365760">
                  <a:moveTo>
                    <a:pt x="160020" y="215900"/>
                  </a:moveTo>
                  <a:lnTo>
                    <a:pt x="149325" y="215900"/>
                  </a:lnTo>
                  <a:lnTo>
                    <a:pt x="146780" y="218440"/>
                  </a:lnTo>
                  <a:lnTo>
                    <a:pt x="157479" y="218440"/>
                  </a:lnTo>
                  <a:lnTo>
                    <a:pt x="160020" y="215900"/>
                  </a:lnTo>
                  <a:close/>
                </a:path>
                <a:path w="370839" h="365760">
                  <a:moveTo>
                    <a:pt x="162560" y="213360"/>
                  </a:moveTo>
                  <a:lnTo>
                    <a:pt x="151869" y="213360"/>
                  </a:lnTo>
                  <a:lnTo>
                    <a:pt x="150597" y="214630"/>
                  </a:lnTo>
                  <a:lnTo>
                    <a:pt x="161289" y="214630"/>
                  </a:lnTo>
                  <a:lnTo>
                    <a:pt x="162560" y="213360"/>
                  </a:lnTo>
                  <a:close/>
                </a:path>
                <a:path w="370839" h="365760">
                  <a:moveTo>
                    <a:pt x="175260" y="200660"/>
                  </a:moveTo>
                  <a:lnTo>
                    <a:pt x="164591" y="200660"/>
                  </a:lnTo>
                  <a:lnTo>
                    <a:pt x="153141" y="212090"/>
                  </a:lnTo>
                  <a:lnTo>
                    <a:pt x="163829" y="212090"/>
                  </a:lnTo>
                  <a:lnTo>
                    <a:pt x="175260" y="200660"/>
                  </a:lnTo>
                  <a:close/>
                </a:path>
                <a:path w="370839" h="365760">
                  <a:moveTo>
                    <a:pt x="187960" y="187960"/>
                  </a:moveTo>
                  <a:lnTo>
                    <a:pt x="177312" y="187960"/>
                  </a:lnTo>
                  <a:lnTo>
                    <a:pt x="165863" y="199390"/>
                  </a:lnTo>
                  <a:lnTo>
                    <a:pt x="176529" y="199390"/>
                  </a:lnTo>
                  <a:lnTo>
                    <a:pt x="187960" y="187960"/>
                  </a:lnTo>
                  <a:close/>
                </a:path>
                <a:path w="370839" h="365760">
                  <a:moveTo>
                    <a:pt x="191770" y="184150"/>
                  </a:moveTo>
                  <a:lnTo>
                    <a:pt x="181129" y="184150"/>
                  </a:lnTo>
                  <a:lnTo>
                    <a:pt x="178584" y="186690"/>
                  </a:lnTo>
                  <a:lnTo>
                    <a:pt x="189229" y="186690"/>
                  </a:lnTo>
                  <a:lnTo>
                    <a:pt x="191770" y="184150"/>
                  </a:lnTo>
                  <a:close/>
                </a:path>
                <a:path w="370839" h="365760">
                  <a:moveTo>
                    <a:pt x="194310" y="181610"/>
                  </a:moveTo>
                  <a:lnTo>
                    <a:pt x="183673" y="181610"/>
                  </a:lnTo>
                  <a:lnTo>
                    <a:pt x="182401" y="182880"/>
                  </a:lnTo>
                  <a:lnTo>
                    <a:pt x="193039" y="182880"/>
                  </a:lnTo>
                  <a:lnTo>
                    <a:pt x="194310" y="181610"/>
                  </a:lnTo>
                  <a:close/>
                </a:path>
                <a:path w="370839" h="365760">
                  <a:moveTo>
                    <a:pt x="198120" y="177800"/>
                  </a:moveTo>
                  <a:lnTo>
                    <a:pt x="187489" y="177800"/>
                  </a:lnTo>
                  <a:lnTo>
                    <a:pt x="184945" y="180340"/>
                  </a:lnTo>
                  <a:lnTo>
                    <a:pt x="195579" y="180340"/>
                  </a:lnTo>
                  <a:lnTo>
                    <a:pt x="198120" y="177800"/>
                  </a:lnTo>
                  <a:close/>
                </a:path>
                <a:path w="370839" h="365760">
                  <a:moveTo>
                    <a:pt x="210820" y="165100"/>
                  </a:moveTo>
                  <a:lnTo>
                    <a:pt x="200211" y="165100"/>
                  </a:lnTo>
                  <a:lnTo>
                    <a:pt x="188762" y="176530"/>
                  </a:lnTo>
                  <a:lnTo>
                    <a:pt x="199389" y="176530"/>
                  </a:lnTo>
                  <a:lnTo>
                    <a:pt x="210820" y="165100"/>
                  </a:lnTo>
                  <a:close/>
                </a:path>
                <a:path w="370839" h="365760">
                  <a:moveTo>
                    <a:pt x="219710" y="156210"/>
                  </a:moveTo>
                  <a:lnTo>
                    <a:pt x="209116" y="156210"/>
                  </a:lnTo>
                  <a:lnTo>
                    <a:pt x="201483" y="163830"/>
                  </a:lnTo>
                  <a:lnTo>
                    <a:pt x="212089" y="163830"/>
                  </a:lnTo>
                  <a:lnTo>
                    <a:pt x="219710" y="156210"/>
                  </a:lnTo>
                  <a:close/>
                </a:path>
                <a:path w="370839" h="365760">
                  <a:moveTo>
                    <a:pt x="236220" y="139700"/>
                  </a:moveTo>
                  <a:lnTo>
                    <a:pt x="225654" y="139700"/>
                  </a:lnTo>
                  <a:lnTo>
                    <a:pt x="210388" y="154940"/>
                  </a:lnTo>
                  <a:lnTo>
                    <a:pt x="220979" y="154940"/>
                  </a:lnTo>
                  <a:lnTo>
                    <a:pt x="236220" y="139700"/>
                  </a:lnTo>
                  <a:close/>
                </a:path>
                <a:path w="370839" h="365760">
                  <a:moveTo>
                    <a:pt x="241300" y="134620"/>
                  </a:moveTo>
                  <a:lnTo>
                    <a:pt x="230743" y="134620"/>
                  </a:lnTo>
                  <a:lnTo>
                    <a:pt x="226926" y="138430"/>
                  </a:lnTo>
                  <a:lnTo>
                    <a:pt x="237489" y="138430"/>
                  </a:lnTo>
                  <a:lnTo>
                    <a:pt x="241300" y="134620"/>
                  </a:lnTo>
                  <a:close/>
                </a:path>
              </a:pathLst>
            </a:custGeom>
            <a:solidFill>
              <a:srgbClr val="C441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78">
              <a:extLst>
                <a:ext uri="{FF2B5EF4-FFF2-40B4-BE49-F238E27FC236}">
                  <a16:creationId xmlns:a16="http://schemas.microsoft.com/office/drawing/2014/main" id="{CCB8C75E-80D1-1A5B-1A62-27B676AE13D3}"/>
                </a:ext>
              </a:extLst>
            </p:cNvPr>
            <p:cNvSpPr/>
            <p:nvPr/>
          </p:nvSpPr>
          <p:spPr>
            <a:xfrm>
              <a:off x="2997200" y="2727959"/>
              <a:ext cx="367030" cy="360680"/>
            </a:xfrm>
            <a:custGeom>
              <a:avLst/>
              <a:gdLst/>
              <a:ahLst/>
              <a:cxnLst/>
              <a:rect l="l" t="t" r="r" b="b"/>
              <a:pathLst>
                <a:path w="367029" h="360680">
                  <a:moveTo>
                    <a:pt x="325120" y="45720"/>
                  </a:moveTo>
                  <a:lnTo>
                    <a:pt x="314960" y="45720"/>
                  </a:lnTo>
                  <a:lnTo>
                    <a:pt x="308610" y="52070"/>
                  </a:lnTo>
                  <a:lnTo>
                    <a:pt x="318770" y="52070"/>
                  </a:lnTo>
                  <a:lnTo>
                    <a:pt x="325120" y="45720"/>
                  </a:lnTo>
                  <a:close/>
                </a:path>
                <a:path w="367029" h="360680">
                  <a:moveTo>
                    <a:pt x="327660" y="43180"/>
                  </a:moveTo>
                  <a:lnTo>
                    <a:pt x="317500" y="43180"/>
                  </a:lnTo>
                  <a:lnTo>
                    <a:pt x="316230" y="44450"/>
                  </a:lnTo>
                  <a:lnTo>
                    <a:pt x="326390" y="44450"/>
                  </a:lnTo>
                  <a:lnTo>
                    <a:pt x="327660" y="43180"/>
                  </a:lnTo>
                  <a:close/>
                </a:path>
                <a:path w="367029" h="360680">
                  <a:moveTo>
                    <a:pt x="331470" y="39370"/>
                  </a:moveTo>
                  <a:lnTo>
                    <a:pt x="321310" y="39370"/>
                  </a:lnTo>
                  <a:lnTo>
                    <a:pt x="318770" y="41910"/>
                  </a:lnTo>
                  <a:lnTo>
                    <a:pt x="328930" y="41910"/>
                  </a:lnTo>
                  <a:lnTo>
                    <a:pt x="331470" y="39370"/>
                  </a:lnTo>
                  <a:close/>
                </a:path>
                <a:path w="367029" h="360680">
                  <a:moveTo>
                    <a:pt x="334010" y="36830"/>
                  </a:moveTo>
                  <a:lnTo>
                    <a:pt x="323850" y="36830"/>
                  </a:lnTo>
                  <a:lnTo>
                    <a:pt x="322580" y="38100"/>
                  </a:lnTo>
                  <a:lnTo>
                    <a:pt x="332740" y="38100"/>
                  </a:lnTo>
                  <a:lnTo>
                    <a:pt x="334010" y="36830"/>
                  </a:lnTo>
                  <a:close/>
                </a:path>
                <a:path w="367029" h="360680">
                  <a:moveTo>
                    <a:pt x="337820" y="33020"/>
                  </a:moveTo>
                  <a:lnTo>
                    <a:pt x="327660" y="33020"/>
                  </a:lnTo>
                  <a:lnTo>
                    <a:pt x="325120" y="35560"/>
                  </a:lnTo>
                  <a:lnTo>
                    <a:pt x="335280" y="35560"/>
                  </a:lnTo>
                  <a:lnTo>
                    <a:pt x="337820" y="33020"/>
                  </a:lnTo>
                  <a:close/>
                </a:path>
                <a:path w="367029" h="360680">
                  <a:moveTo>
                    <a:pt x="340360" y="30480"/>
                  </a:moveTo>
                  <a:lnTo>
                    <a:pt x="330200" y="30480"/>
                  </a:lnTo>
                  <a:lnTo>
                    <a:pt x="328930" y="31750"/>
                  </a:lnTo>
                  <a:lnTo>
                    <a:pt x="339090" y="31750"/>
                  </a:lnTo>
                  <a:lnTo>
                    <a:pt x="340360" y="30480"/>
                  </a:lnTo>
                  <a:close/>
                </a:path>
                <a:path w="367029" h="360680">
                  <a:moveTo>
                    <a:pt x="353060" y="17780"/>
                  </a:moveTo>
                  <a:lnTo>
                    <a:pt x="342900" y="17780"/>
                  </a:lnTo>
                  <a:lnTo>
                    <a:pt x="331470" y="29210"/>
                  </a:lnTo>
                  <a:lnTo>
                    <a:pt x="341630" y="29210"/>
                  </a:lnTo>
                  <a:lnTo>
                    <a:pt x="353060" y="17780"/>
                  </a:lnTo>
                  <a:close/>
                </a:path>
                <a:path w="367029" h="360680">
                  <a:moveTo>
                    <a:pt x="365760" y="5080"/>
                  </a:moveTo>
                  <a:lnTo>
                    <a:pt x="355600" y="5080"/>
                  </a:lnTo>
                  <a:lnTo>
                    <a:pt x="344170" y="16510"/>
                  </a:lnTo>
                  <a:lnTo>
                    <a:pt x="354330" y="16510"/>
                  </a:lnTo>
                  <a:lnTo>
                    <a:pt x="365760" y="5080"/>
                  </a:lnTo>
                  <a:close/>
                </a:path>
                <a:path w="367029" h="360680">
                  <a:moveTo>
                    <a:pt x="367030" y="3810"/>
                  </a:moveTo>
                  <a:lnTo>
                    <a:pt x="365760" y="3810"/>
                  </a:lnTo>
                  <a:lnTo>
                    <a:pt x="365760" y="5080"/>
                  </a:lnTo>
                  <a:lnTo>
                    <a:pt x="367030" y="3810"/>
                  </a:lnTo>
                  <a:close/>
                </a:path>
                <a:path w="367029" h="360680">
                  <a:moveTo>
                    <a:pt x="364489" y="1270"/>
                  </a:moveTo>
                  <a:lnTo>
                    <a:pt x="359410" y="1270"/>
                  </a:lnTo>
                  <a:lnTo>
                    <a:pt x="356870" y="3810"/>
                  </a:lnTo>
                  <a:lnTo>
                    <a:pt x="364489" y="3810"/>
                  </a:lnTo>
                  <a:lnTo>
                    <a:pt x="364489" y="1270"/>
                  </a:lnTo>
                  <a:close/>
                </a:path>
                <a:path w="367029" h="360680">
                  <a:moveTo>
                    <a:pt x="363220" y="0"/>
                  </a:moveTo>
                  <a:lnTo>
                    <a:pt x="361950" y="0"/>
                  </a:lnTo>
                  <a:lnTo>
                    <a:pt x="361950" y="1270"/>
                  </a:lnTo>
                  <a:lnTo>
                    <a:pt x="363220" y="1270"/>
                  </a:lnTo>
                  <a:lnTo>
                    <a:pt x="363220" y="0"/>
                  </a:lnTo>
                  <a:close/>
                </a:path>
                <a:path w="367029" h="360680">
                  <a:moveTo>
                    <a:pt x="318769" y="52070"/>
                  </a:moveTo>
                  <a:lnTo>
                    <a:pt x="308609" y="52070"/>
                  </a:lnTo>
                  <a:lnTo>
                    <a:pt x="283210" y="77470"/>
                  </a:lnTo>
                  <a:lnTo>
                    <a:pt x="293370" y="77470"/>
                  </a:lnTo>
                  <a:lnTo>
                    <a:pt x="318769" y="52070"/>
                  </a:lnTo>
                  <a:close/>
                </a:path>
                <a:path w="367029" h="360680">
                  <a:moveTo>
                    <a:pt x="293369" y="77470"/>
                  </a:moveTo>
                  <a:lnTo>
                    <a:pt x="283209" y="77470"/>
                  </a:lnTo>
                  <a:lnTo>
                    <a:pt x="232410" y="128270"/>
                  </a:lnTo>
                  <a:lnTo>
                    <a:pt x="242570" y="128270"/>
                  </a:lnTo>
                  <a:lnTo>
                    <a:pt x="293369" y="77470"/>
                  </a:lnTo>
                  <a:close/>
                </a:path>
                <a:path w="367029" h="360680">
                  <a:moveTo>
                    <a:pt x="13970" y="356870"/>
                  </a:moveTo>
                  <a:lnTo>
                    <a:pt x="3810" y="356870"/>
                  </a:lnTo>
                  <a:lnTo>
                    <a:pt x="0" y="360680"/>
                  </a:lnTo>
                  <a:lnTo>
                    <a:pt x="6350" y="360680"/>
                  </a:lnTo>
                  <a:lnTo>
                    <a:pt x="6350" y="358140"/>
                  </a:lnTo>
                  <a:lnTo>
                    <a:pt x="12699" y="358140"/>
                  </a:lnTo>
                  <a:lnTo>
                    <a:pt x="13970" y="356870"/>
                  </a:lnTo>
                  <a:close/>
                </a:path>
                <a:path w="367029" h="360680">
                  <a:moveTo>
                    <a:pt x="16509" y="354330"/>
                  </a:moveTo>
                  <a:lnTo>
                    <a:pt x="6350" y="354330"/>
                  </a:lnTo>
                  <a:lnTo>
                    <a:pt x="5079" y="355600"/>
                  </a:lnTo>
                  <a:lnTo>
                    <a:pt x="15239" y="355600"/>
                  </a:lnTo>
                  <a:lnTo>
                    <a:pt x="16509" y="354330"/>
                  </a:lnTo>
                  <a:close/>
                </a:path>
                <a:path w="367029" h="360680">
                  <a:moveTo>
                    <a:pt x="20320" y="350520"/>
                  </a:moveTo>
                  <a:lnTo>
                    <a:pt x="10160" y="350520"/>
                  </a:lnTo>
                  <a:lnTo>
                    <a:pt x="7619" y="353060"/>
                  </a:lnTo>
                  <a:lnTo>
                    <a:pt x="17779" y="353060"/>
                  </a:lnTo>
                  <a:lnTo>
                    <a:pt x="20320" y="350520"/>
                  </a:lnTo>
                  <a:close/>
                </a:path>
                <a:path w="367029" h="360680">
                  <a:moveTo>
                    <a:pt x="22859" y="347980"/>
                  </a:moveTo>
                  <a:lnTo>
                    <a:pt x="12700" y="347980"/>
                  </a:lnTo>
                  <a:lnTo>
                    <a:pt x="11429" y="349250"/>
                  </a:lnTo>
                  <a:lnTo>
                    <a:pt x="21589" y="349250"/>
                  </a:lnTo>
                  <a:lnTo>
                    <a:pt x="22859" y="347980"/>
                  </a:lnTo>
                  <a:close/>
                </a:path>
                <a:path w="367029" h="360680">
                  <a:moveTo>
                    <a:pt x="26670" y="344170"/>
                  </a:moveTo>
                  <a:lnTo>
                    <a:pt x="16510" y="344170"/>
                  </a:lnTo>
                  <a:lnTo>
                    <a:pt x="13969" y="346710"/>
                  </a:lnTo>
                  <a:lnTo>
                    <a:pt x="24129" y="346710"/>
                  </a:lnTo>
                  <a:lnTo>
                    <a:pt x="26670" y="344170"/>
                  </a:lnTo>
                  <a:close/>
                </a:path>
                <a:path w="367029" h="360680">
                  <a:moveTo>
                    <a:pt x="29210" y="341630"/>
                  </a:moveTo>
                  <a:lnTo>
                    <a:pt x="19050" y="341630"/>
                  </a:lnTo>
                  <a:lnTo>
                    <a:pt x="17779" y="342900"/>
                  </a:lnTo>
                  <a:lnTo>
                    <a:pt x="27939" y="342900"/>
                  </a:lnTo>
                  <a:lnTo>
                    <a:pt x="29210" y="341630"/>
                  </a:lnTo>
                  <a:close/>
                </a:path>
                <a:path w="367029" h="360680">
                  <a:moveTo>
                    <a:pt x="33020" y="337820"/>
                  </a:moveTo>
                  <a:lnTo>
                    <a:pt x="22860" y="337820"/>
                  </a:lnTo>
                  <a:lnTo>
                    <a:pt x="20319" y="340360"/>
                  </a:lnTo>
                  <a:lnTo>
                    <a:pt x="30479" y="340360"/>
                  </a:lnTo>
                  <a:lnTo>
                    <a:pt x="33020" y="337820"/>
                  </a:lnTo>
                  <a:close/>
                </a:path>
                <a:path w="367029" h="360680">
                  <a:moveTo>
                    <a:pt x="35560" y="335280"/>
                  </a:moveTo>
                  <a:lnTo>
                    <a:pt x="25400" y="335280"/>
                  </a:lnTo>
                  <a:lnTo>
                    <a:pt x="24129" y="336550"/>
                  </a:lnTo>
                  <a:lnTo>
                    <a:pt x="34289" y="336550"/>
                  </a:lnTo>
                  <a:lnTo>
                    <a:pt x="35560" y="335280"/>
                  </a:lnTo>
                  <a:close/>
                </a:path>
                <a:path w="367029" h="360680">
                  <a:moveTo>
                    <a:pt x="39370" y="331470"/>
                  </a:moveTo>
                  <a:lnTo>
                    <a:pt x="29210" y="331470"/>
                  </a:lnTo>
                  <a:lnTo>
                    <a:pt x="26669" y="334010"/>
                  </a:lnTo>
                  <a:lnTo>
                    <a:pt x="36829" y="334010"/>
                  </a:lnTo>
                  <a:lnTo>
                    <a:pt x="39370" y="331470"/>
                  </a:lnTo>
                  <a:close/>
                </a:path>
                <a:path w="367029" h="360680">
                  <a:moveTo>
                    <a:pt x="41910" y="328930"/>
                  </a:moveTo>
                  <a:lnTo>
                    <a:pt x="31750" y="328930"/>
                  </a:lnTo>
                  <a:lnTo>
                    <a:pt x="30479" y="330200"/>
                  </a:lnTo>
                  <a:lnTo>
                    <a:pt x="40639" y="330200"/>
                  </a:lnTo>
                  <a:lnTo>
                    <a:pt x="41910" y="328930"/>
                  </a:lnTo>
                  <a:close/>
                </a:path>
                <a:path w="367029" h="360680">
                  <a:moveTo>
                    <a:pt x="45720" y="325120"/>
                  </a:moveTo>
                  <a:lnTo>
                    <a:pt x="35560" y="325120"/>
                  </a:lnTo>
                  <a:lnTo>
                    <a:pt x="33019" y="327660"/>
                  </a:lnTo>
                  <a:lnTo>
                    <a:pt x="43179" y="327660"/>
                  </a:lnTo>
                  <a:lnTo>
                    <a:pt x="45720" y="325120"/>
                  </a:lnTo>
                  <a:close/>
                </a:path>
                <a:path w="367029" h="360680">
                  <a:moveTo>
                    <a:pt x="48260" y="322580"/>
                  </a:moveTo>
                  <a:lnTo>
                    <a:pt x="38100" y="322580"/>
                  </a:lnTo>
                  <a:lnTo>
                    <a:pt x="36829" y="323850"/>
                  </a:lnTo>
                  <a:lnTo>
                    <a:pt x="46989" y="323850"/>
                  </a:lnTo>
                  <a:lnTo>
                    <a:pt x="48260" y="322580"/>
                  </a:lnTo>
                  <a:close/>
                </a:path>
                <a:path w="367029" h="360680">
                  <a:moveTo>
                    <a:pt x="52070" y="318770"/>
                  </a:moveTo>
                  <a:lnTo>
                    <a:pt x="41910" y="318770"/>
                  </a:lnTo>
                  <a:lnTo>
                    <a:pt x="39369" y="321310"/>
                  </a:lnTo>
                  <a:lnTo>
                    <a:pt x="49529" y="321310"/>
                  </a:lnTo>
                  <a:lnTo>
                    <a:pt x="52070" y="318770"/>
                  </a:lnTo>
                  <a:close/>
                </a:path>
                <a:path w="367029" h="360680">
                  <a:moveTo>
                    <a:pt x="54610" y="316230"/>
                  </a:moveTo>
                  <a:lnTo>
                    <a:pt x="44450" y="316230"/>
                  </a:lnTo>
                  <a:lnTo>
                    <a:pt x="43179" y="317500"/>
                  </a:lnTo>
                  <a:lnTo>
                    <a:pt x="53339" y="317500"/>
                  </a:lnTo>
                  <a:lnTo>
                    <a:pt x="54610" y="316230"/>
                  </a:lnTo>
                  <a:close/>
                </a:path>
                <a:path w="367029" h="360680">
                  <a:moveTo>
                    <a:pt x="58420" y="312420"/>
                  </a:moveTo>
                  <a:lnTo>
                    <a:pt x="48260" y="312420"/>
                  </a:lnTo>
                  <a:lnTo>
                    <a:pt x="45719" y="314960"/>
                  </a:lnTo>
                  <a:lnTo>
                    <a:pt x="55879" y="314960"/>
                  </a:lnTo>
                  <a:lnTo>
                    <a:pt x="58420" y="312420"/>
                  </a:lnTo>
                  <a:close/>
                </a:path>
                <a:path w="367029" h="360680">
                  <a:moveTo>
                    <a:pt x="60960" y="309880"/>
                  </a:moveTo>
                  <a:lnTo>
                    <a:pt x="50800" y="309880"/>
                  </a:lnTo>
                  <a:lnTo>
                    <a:pt x="49529" y="311150"/>
                  </a:lnTo>
                  <a:lnTo>
                    <a:pt x="59689" y="311150"/>
                  </a:lnTo>
                  <a:lnTo>
                    <a:pt x="60960" y="309880"/>
                  </a:lnTo>
                  <a:close/>
                </a:path>
                <a:path w="367029" h="360680">
                  <a:moveTo>
                    <a:pt x="64769" y="306070"/>
                  </a:moveTo>
                  <a:lnTo>
                    <a:pt x="54610" y="306070"/>
                  </a:lnTo>
                  <a:lnTo>
                    <a:pt x="52069" y="308610"/>
                  </a:lnTo>
                  <a:lnTo>
                    <a:pt x="62229" y="308610"/>
                  </a:lnTo>
                  <a:lnTo>
                    <a:pt x="64769" y="306070"/>
                  </a:lnTo>
                  <a:close/>
                </a:path>
                <a:path w="367029" h="360680">
                  <a:moveTo>
                    <a:pt x="67310" y="303530"/>
                  </a:moveTo>
                  <a:lnTo>
                    <a:pt x="57150" y="303530"/>
                  </a:lnTo>
                  <a:lnTo>
                    <a:pt x="55879" y="304800"/>
                  </a:lnTo>
                  <a:lnTo>
                    <a:pt x="66039" y="304800"/>
                  </a:lnTo>
                  <a:lnTo>
                    <a:pt x="67310" y="303530"/>
                  </a:lnTo>
                  <a:close/>
                </a:path>
                <a:path w="367029" h="360680">
                  <a:moveTo>
                    <a:pt x="71120" y="299720"/>
                  </a:moveTo>
                  <a:lnTo>
                    <a:pt x="60960" y="299720"/>
                  </a:lnTo>
                  <a:lnTo>
                    <a:pt x="58419" y="302260"/>
                  </a:lnTo>
                  <a:lnTo>
                    <a:pt x="68579" y="302260"/>
                  </a:lnTo>
                  <a:lnTo>
                    <a:pt x="71120" y="299720"/>
                  </a:lnTo>
                  <a:close/>
                </a:path>
                <a:path w="367029" h="360680">
                  <a:moveTo>
                    <a:pt x="73660" y="297180"/>
                  </a:moveTo>
                  <a:lnTo>
                    <a:pt x="63500" y="297180"/>
                  </a:lnTo>
                  <a:lnTo>
                    <a:pt x="62229" y="298450"/>
                  </a:lnTo>
                  <a:lnTo>
                    <a:pt x="72389" y="298450"/>
                  </a:lnTo>
                  <a:lnTo>
                    <a:pt x="73660" y="297180"/>
                  </a:lnTo>
                  <a:close/>
                </a:path>
                <a:path w="367029" h="360680">
                  <a:moveTo>
                    <a:pt x="77470" y="293370"/>
                  </a:moveTo>
                  <a:lnTo>
                    <a:pt x="67310" y="293370"/>
                  </a:lnTo>
                  <a:lnTo>
                    <a:pt x="64769" y="295910"/>
                  </a:lnTo>
                  <a:lnTo>
                    <a:pt x="74929" y="295910"/>
                  </a:lnTo>
                  <a:lnTo>
                    <a:pt x="77470" y="293370"/>
                  </a:lnTo>
                  <a:close/>
                </a:path>
                <a:path w="367029" h="360680">
                  <a:moveTo>
                    <a:pt x="80009" y="290830"/>
                  </a:moveTo>
                  <a:lnTo>
                    <a:pt x="69850" y="290830"/>
                  </a:lnTo>
                  <a:lnTo>
                    <a:pt x="68579" y="292100"/>
                  </a:lnTo>
                  <a:lnTo>
                    <a:pt x="78739" y="292100"/>
                  </a:lnTo>
                  <a:lnTo>
                    <a:pt x="80009" y="290830"/>
                  </a:lnTo>
                  <a:close/>
                </a:path>
                <a:path w="367029" h="360680">
                  <a:moveTo>
                    <a:pt x="83820" y="287020"/>
                  </a:moveTo>
                  <a:lnTo>
                    <a:pt x="73660" y="287020"/>
                  </a:lnTo>
                  <a:lnTo>
                    <a:pt x="71119" y="289560"/>
                  </a:lnTo>
                  <a:lnTo>
                    <a:pt x="81279" y="289560"/>
                  </a:lnTo>
                  <a:lnTo>
                    <a:pt x="83820" y="287020"/>
                  </a:lnTo>
                  <a:close/>
                </a:path>
                <a:path w="367029" h="360680">
                  <a:moveTo>
                    <a:pt x="86360" y="284480"/>
                  </a:moveTo>
                  <a:lnTo>
                    <a:pt x="76200" y="284480"/>
                  </a:lnTo>
                  <a:lnTo>
                    <a:pt x="74929" y="285750"/>
                  </a:lnTo>
                  <a:lnTo>
                    <a:pt x="85089" y="285750"/>
                  </a:lnTo>
                  <a:lnTo>
                    <a:pt x="86360" y="284480"/>
                  </a:lnTo>
                  <a:close/>
                </a:path>
                <a:path w="367029" h="360680">
                  <a:moveTo>
                    <a:pt x="90170" y="280670"/>
                  </a:moveTo>
                  <a:lnTo>
                    <a:pt x="80010" y="280670"/>
                  </a:lnTo>
                  <a:lnTo>
                    <a:pt x="77469" y="283210"/>
                  </a:lnTo>
                  <a:lnTo>
                    <a:pt x="87629" y="283210"/>
                  </a:lnTo>
                  <a:lnTo>
                    <a:pt x="90170" y="280670"/>
                  </a:lnTo>
                  <a:close/>
                </a:path>
                <a:path w="367029" h="360680">
                  <a:moveTo>
                    <a:pt x="92710" y="278130"/>
                  </a:moveTo>
                  <a:lnTo>
                    <a:pt x="82550" y="278130"/>
                  </a:lnTo>
                  <a:lnTo>
                    <a:pt x="81279" y="279400"/>
                  </a:lnTo>
                  <a:lnTo>
                    <a:pt x="91439" y="279400"/>
                  </a:lnTo>
                  <a:lnTo>
                    <a:pt x="92710" y="278130"/>
                  </a:lnTo>
                  <a:close/>
                </a:path>
                <a:path w="367029" h="360680">
                  <a:moveTo>
                    <a:pt x="96520" y="274320"/>
                  </a:moveTo>
                  <a:lnTo>
                    <a:pt x="86360" y="274320"/>
                  </a:lnTo>
                  <a:lnTo>
                    <a:pt x="83819" y="276860"/>
                  </a:lnTo>
                  <a:lnTo>
                    <a:pt x="93979" y="276860"/>
                  </a:lnTo>
                  <a:lnTo>
                    <a:pt x="96520" y="274320"/>
                  </a:lnTo>
                  <a:close/>
                </a:path>
                <a:path w="367029" h="360680">
                  <a:moveTo>
                    <a:pt x="99060" y="271780"/>
                  </a:moveTo>
                  <a:lnTo>
                    <a:pt x="88900" y="271780"/>
                  </a:lnTo>
                  <a:lnTo>
                    <a:pt x="87629" y="273050"/>
                  </a:lnTo>
                  <a:lnTo>
                    <a:pt x="97789" y="273050"/>
                  </a:lnTo>
                  <a:lnTo>
                    <a:pt x="99060" y="271780"/>
                  </a:lnTo>
                  <a:close/>
                </a:path>
                <a:path w="367029" h="360680">
                  <a:moveTo>
                    <a:pt x="102870" y="267970"/>
                  </a:moveTo>
                  <a:lnTo>
                    <a:pt x="92710" y="267970"/>
                  </a:lnTo>
                  <a:lnTo>
                    <a:pt x="90169" y="270510"/>
                  </a:lnTo>
                  <a:lnTo>
                    <a:pt x="100329" y="270510"/>
                  </a:lnTo>
                  <a:lnTo>
                    <a:pt x="102870" y="267970"/>
                  </a:lnTo>
                  <a:close/>
                </a:path>
                <a:path w="367029" h="360680">
                  <a:moveTo>
                    <a:pt x="105410" y="265430"/>
                  </a:moveTo>
                  <a:lnTo>
                    <a:pt x="95250" y="265430"/>
                  </a:lnTo>
                  <a:lnTo>
                    <a:pt x="93979" y="266700"/>
                  </a:lnTo>
                  <a:lnTo>
                    <a:pt x="104139" y="266700"/>
                  </a:lnTo>
                  <a:lnTo>
                    <a:pt x="105410" y="265430"/>
                  </a:lnTo>
                  <a:close/>
                </a:path>
                <a:path w="367029" h="360680">
                  <a:moveTo>
                    <a:pt x="109220" y="261620"/>
                  </a:moveTo>
                  <a:lnTo>
                    <a:pt x="99060" y="261620"/>
                  </a:lnTo>
                  <a:lnTo>
                    <a:pt x="96519" y="264160"/>
                  </a:lnTo>
                  <a:lnTo>
                    <a:pt x="106679" y="264160"/>
                  </a:lnTo>
                  <a:lnTo>
                    <a:pt x="109220" y="261620"/>
                  </a:lnTo>
                  <a:close/>
                </a:path>
                <a:path w="367029" h="360680">
                  <a:moveTo>
                    <a:pt x="111760" y="259080"/>
                  </a:moveTo>
                  <a:lnTo>
                    <a:pt x="101600" y="259080"/>
                  </a:lnTo>
                  <a:lnTo>
                    <a:pt x="100329" y="260350"/>
                  </a:lnTo>
                  <a:lnTo>
                    <a:pt x="110489" y="260350"/>
                  </a:lnTo>
                  <a:lnTo>
                    <a:pt x="111760" y="259080"/>
                  </a:lnTo>
                  <a:close/>
                </a:path>
                <a:path w="367029" h="360680">
                  <a:moveTo>
                    <a:pt x="115570" y="255270"/>
                  </a:moveTo>
                  <a:lnTo>
                    <a:pt x="105410" y="255270"/>
                  </a:lnTo>
                  <a:lnTo>
                    <a:pt x="102869" y="257810"/>
                  </a:lnTo>
                  <a:lnTo>
                    <a:pt x="113029" y="257810"/>
                  </a:lnTo>
                  <a:lnTo>
                    <a:pt x="115570" y="255270"/>
                  </a:lnTo>
                  <a:close/>
                </a:path>
                <a:path w="367029" h="360680">
                  <a:moveTo>
                    <a:pt x="118110" y="252730"/>
                  </a:moveTo>
                  <a:lnTo>
                    <a:pt x="107950" y="252730"/>
                  </a:lnTo>
                  <a:lnTo>
                    <a:pt x="106679" y="254000"/>
                  </a:lnTo>
                  <a:lnTo>
                    <a:pt x="116839" y="254000"/>
                  </a:lnTo>
                  <a:lnTo>
                    <a:pt x="118110" y="252730"/>
                  </a:lnTo>
                  <a:close/>
                </a:path>
                <a:path w="367029" h="360680">
                  <a:moveTo>
                    <a:pt x="121919" y="248920"/>
                  </a:moveTo>
                  <a:lnTo>
                    <a:pt x="111760" y="248920"/>
                  </a:lnTo>
                  <a:lnTo>
                    <a:pt x="109219" y="251460"/>
                  </a:lnTo>
                  <a:lnTo>
                    <a:pt x="119379" y="251460"/>
                  </a:lnTo>
                  <a:lnTo>
                    <a:pt x="121919" y="248920"/>
                  </a:lnTo>
                  <a:close/>
                </a:path>
                <a:path w="367029" h="360680">
                  <a:moveTo>
                    <a:pt x="124460" y="246380"/>
                  </a:moveTo>
                  <a:lnTo>
                    <a:pt x="114300" y="246380"/>
                  </a:lnTo>
                  <a:lnTo>
                    <a:pt x="113029" y="247650"/>
                  </a:lnTo>
                  <a:lnTo>
                    <a:pt x="123189" y="247650"/>
                  </a:lnTo>
                  <a:lnTo>
                    <a:pt x="124460" y="246380"/>
                  </a:lnTo>
                  <a:close/>
                </a:path>
                <a:path w="367029" h="360680">
                  <a:moveTo>
                    <a:pt x="128270" y="242570"/>
                  </a:moveTo>
                  <a:lnTo>
                    <a:pt x="118110" y="242570"/>
                  </a:lnTo>
                  <a:lnTo>
                    <a:pt x="115569" y="245110"/>
                  </a:lnTo>
                  <a:lnTo>
                    <a:pt x="125729" y="245110"/>
                  </a:lnTo>
                  <a:lnTo>
                    <a:pt x="128270" y="242570"/>
                  </a:lnTo>
                  <a:close/>
                </a:path>
                <a:path w="367029" h="360680">
                  <a:moveTo>
                    <a:pt x="130810" y="240030"/>
                  </a:moveTo>
                  <a:lnTo>
                    <a:pt x="120650" y="240030"/>
                  </a:lnTo>
                  <a:lnTo>
                    <a:pt x="119379" y="241300"/>
                  </a:lnTo>
                  <a:lnTo>
                    <a:pt x="129539" y="241300"/>
                  </a:lnTo>
                  <a:lnTo>
                    <a:pt x="130810" y="240030"/>
                  </a:lnTo>
                  <a:close/>
                </a:path>
                <a:path w="367029" h="360680">
                  <a:moveTo>
                    <a:pt x="134620" y="236220"/>
                  </a:moveTo>
                  <a:lnTo>
                    <a:pt x="124460" y="236220"/>
                  </a:lnTo>
                  <a:lnTo>
                    <a:pt x="121919" y="238760"/>
                  </a:lnTo>
                  <a:lnTo>
                    <a:pt x="132079" y="238760"/>
                  </a:lnTo>
                  <a:lnTo>
                    <a:pt x="134620" y="236220"/>
                  </a:lnTo>
                  <a:close/>
                </a:path>
                <a:path w="367029" h="360680">
                  <a:moveTo>
                    <a:pt x="137160" y="233680"/>
                  </a:moveTo>
                  <a:lnTo>
                    <a:pt x="127000" y="233680"/>
                  </a:lnTo>
                  <a:lnTo>
                    <a:pt x="125729" y="234950"/>
                  </a:lnTo>
                  <a:lnTo>
                    <a:pt x="135889" y="234950"/>
                  </a:lnTo>
                  <a:lnTo>
                    <a:pt x="137160" y="233680"/>
                  </a:lnTo>
                  <a:close/>
                </a:path>
                <a:path w="367029" h="360680">
                  <a:moveTo>
                    <a:pt x="140970" y="229870"/>
                  </a:moveTo>
                  <a:lnTo>
                    <a:pt x="130810" y="229870"/>
                  </a:lnTo>
                  <a:lnTo>
                    <a:pt x="128269" y="232410"/>
                  </a:lnTo>
                  <a:lnTo>
                    <a:pt x="138429" y="232410"/>
                  </a:lnTo>
                  <a:lnTo>
                    <a:pt x="140970" y="229870"/>
                  </a:lnTo>
                  <a:close/>
                </a:path>
                <a:path w="367029" h="360680">
                  <a:moveTo>
                    <a:pt x="143510" y="227330"/>
                  </a:moveTo>
                  <a:lnTo>
                    <a:pt x="133350" y="227330"/>
                  </a:lnTo>
                  <a:lnTo>
                    <a:pt x="132079" y="228600"/>
                  </a:lnTo>
                  <a:lnTo>
                    <a:pt x="142239" y="228600"/>
                  </a:lnTo>
                  <a:lnTo>
                    <a:pt x="143510" y="227330"/>
                  </a:lnTo>
                  <a:close/>
                </a:path>
                <a:path w="367029" h="360680">
                  <a:moveTo>
                    <a:pt x="147320" y="223520"/>
                  </a:moveTo>
                  <a:lnTo>
                    <a:pt x="137160" y="223520"/>
                  </a:lnTo>
                  <a:lnTo>
                    <a:pt x="134619" y="226060"/>
                  </a:lnTo>
                  <a:lnTo>
                    <a:pt x="144779" y="226060"/>
                  </a:lnTo>
                  <a:lnTo>
                    <a:pt x="147320" y="223520"/>
                  </a:lnTo>
                  <a:close/>
                </a:path>
                <a:path w="367029" h="360680">
                  <a:moveTo>
                    <a:pt x="149860" y="220980"/>
                  </a:moveTo>
                  <a:lnTo>
                    <a:pt x="139700" y="220980"/>
                  </a:lnTo>
                  <a:lnTo>
                    <a:pt x="138429" y="222250"/>
                  </a:lnTo>
                  <a:lnTo>
                    <a:pt x="148589" y="222250"/>
                  </a:lnTo>
                  <a:lnTo>
                    <a:pt x="149860" y="220980"/>
                  </a:lnTo>
                  <a:close/>
                </a:path>
                <a:path w="367029" h="360680">
                  <a:moveTo>
                    <a:pt x="153670" y="217170"/>
                  </a:moveTo>
                  <a:lnTo>
                    <a:pt x="143510" y="217170"/>
                  </a:lnTo>
                  <a:lnTo>
                    <a:pt x="140969" y="219710"/>
                  </a:lnTo>
                  <a:lnTo>
                    <a:pt x="151129" y="219710"/>
                  </a:lnTo>
                  <a:lnTo>
                    <a:pt x="153670" y="217170"/>
                  </a:lnTo>
                  <a:close/>
                </a:path>
                <a:path w="367029" h="360680">
                  <a:moveTo>
                    <a:pt x="156210" y="214630"/>
                  </a:moveTo>
                  <a:lnTo>
                    <a:pt x="146050" y="214630"/>
                  </a:lnTo>
                  <a:lnTo>
                    <a:pt x="144779" y="215900"/>
                  </a:lnTo>
                  <a:lnTo>
                    <a:pt x="154939" y="215900"/>
                  </a:lnTo>
                  <a:lnTo>
                    <a:pt x="156210" y="214630"/>
                  </a:lnTo>
                  <a:close/>
                </a:path>
                <a:path w="367029" h="360680">
                  <a:moveTo>
                    <a:pt x="160020" y="210820"/>
                  </a:moveTo>
                  <a:lnTo>
                    <a:pt x="149860" y="210820"/>
                  </a:lnTo>
                  <a:lnTo>
                    <a:pt x="147319" y="213360"/>
                  </a:lnTo>
                  <a:lnTo>
                    <a:pt x="157479" y="213360"/>
                  </a:lnTo>
                  <a:lnTo>
                    <a:pt x="160020" y="210820"/>
                  </a:lnTo>
                  <a:close/>
                </a:path>
                <a:path w="367029" h="360680">
                  <a:moveTo>
                    <a:pt x="162560" y="208280"/>
                  </a:moveTo>
                  <a:lnTo>
                    <a:pt x="152400" y="208280"/>
                  </a:lnTo>
                  <a:lnTo>
                    <a:pt x="151129" y="209550"/>
                  </a:lnTo>
                  <a:lnTo>
                    <a:pt x="161289" y="209550"/>
                  </a:lnTo>
                  <a:lnTo>
                    <a:pt x="162560" y="208280"/>
                  </a:lnTo>
                  <a:close/>
                </a:path>
                <a:path w="367029" h="360680">
                  <a:moveTo>
                    <a:pt x="175260" y="195580"/>
                  </a:moveTo>
                  <a:lnTo>
                    <a:pt x="165100" y="195580"/>
                  </a:lnTo>
                  <a:lnTo>
                    <a:pt x="153669" y="207010"/>
                  </a:lnTo>
                  <a:lnTo>
                    <a:pt x="163829" y="207010"/>
                  </a:lnTo>
                  <a:lnTo>
                    <a:pt x="175260" y="195580"/>
                  </a:lnTo>
                  <a:close/>
                </a:path>
                <a:path w="367029" h="360680">
                  <a:moveTo>
                    <a:pt x="187960" y="182880"/>
                  </a:moveTo>
                  <a:lnTo>
                    <a:pt x="177800" y="182880"/>
                  </a:lnTo>
                  <a:lnTo>
                    <a:pt x="166369" y="194310"/>
                  </a:lnTo>
                  <a:lnTo>
                    <a:pt x="176529" y="194310"/>
                  </a:lnTo>
                  <a:lnTo>
                    <a:pt x="187960" y="182880"/>
                  </a:lnTo>
                  <a:close/>
                </a:path>
                <a:path w="367029" h="360680">
                  <a:moveTo>
                    <a:pt x="191770" y="179070"/>
                  </a:moveTo>
                  <a:lnTo>
                    <a:pt x="181610" y="179070"/>
                  </a:lnTo>
                  <a:lnTo>
                    <a:pt x="179069" y="181610"/>
                  </a:lnTo>
                  <a:lnTo>
                    <a:pt x="189229" y="181610"/>
                  </a:lnTo>
                  <a:lnTo>
                    <a:pt x="191770" y="179070"/>
                  </a:lnTo>
                  <a:close/>
                </a:path>
                <a:path w="367029" h="360680">
                  <a:moveTo>
                    <a:pt x="194310" y="176530"/>
                  </a:moveTo>
                  <a:lnTo>
                    <a:pt x="184150" y="176530"/>
                  </a:lnTo>
                  <a:lnTo>
                    <a:pt x="182879" y="177800"/>
                  </a:lnTo>
                  <a:lnTo>
                    <a:pt x="193039" y="177800"/>
                  </a:lnTo>
                  <a:lnTo>
                    <a:pt x="194310" y="176530"/>
                  </a:lnTo>
                  <a:close/>
                </a:path>
                <a:path w="367029" h="360680">
                  <a:moveTo>
                    <a:pt x="198120" y="172720"/>
                  </a:moveTo>
                  <a:lnTo>
                    <a:pt x="187960" y="172720"/>
                  </a:lnTo>
                  <a:lnTo>
                    <a:pt x="185419" y="175260"/>
                  </a:lnTo>
                  <a:lnTo>
                    <a:pt x="195579" y="175260"/>
                  </a:lnTo>
                  <a:lnTo>
                    <a:pt x="198120" y="172720"/>
                  </a:lnTo>
                  <a:close/>
                </a:path>
                <a:path w="367029" h="360680">
                  <a:moveTo>
                    <a:pt x="210820" y="160020"/>
                  </a:moveTo>
                  <a:lnTo>
                    <a:pt x="200660" y="160020"/>
                  </a:lnTo>
                  <a:lnTo>
                    <a:pt x="189229" y="171450"/>
                  </a:lnTo>
                  <a:lnTo>
                    <a:pt x="199389" y="171450"/>
                  </a:lnTo>
                  <a:lnTo>
                    <a:pt x="210820" y="160020"/>
                  </a:lnTo>
                  <a:close/>
                </a:path>
                <a:path w="367029" h="360680">
                  <a:moveTo>
                    <a:pt x="219710" y="151130"/>
                  </a:moveTo>
                  <a:lnTo>
                    <a:pt x="209550" y="151130"/>
                  </a:lnTo>
                  <a:lnTo>
                    <a:pt x="201929" y="158750"/>
                  </a:lnTo>
                  <a:lnTo>
                    <a:pt x="212089" y="158750"/>
                  </a:lnTo>
                  <a:lnTo>
                    <a:pt x="219710" y="151130"/>
                  </a:lnTo>
                  <a:close/>
                </a:path>
                <a:path w="367029" h="360680">
                  <a:moveTo>
                    <a:pt x="236220" y="134620"/>
                  </a:moveTo>
                  <a:lnTo>
                    <a:pt x="226060" y="134620"/>
                  </a:lnTo>
                  <a:lnTo>
                    <a:pt x="210819" y="149860"/>
                  </a:lnTo>
                  <a:lnTo>
                    <a:pt x="220979" y="149860"/>
                  </a:lnTo>
                  <a:lnTo>
                    <a:pt x="236220" y="134620"/>
                  </a:lnTo>
                  <a:close/>
                </a:path>
                <a:path w="367029" h="360680">
                  <a:moveTo>
                    <a:pt x="241300" y="129540"/>
                  </a:moveTo>
                  <a:lnTo>
                    <a:pt x="231139" y="129540"/>
                  </a:lnTo>
                  <a:lnTo>
                    <a:pt x="227329" y="133350"/>
                  </a:lnTo>
                  <a:lnTo>
                    <a:pt x="237489" y="133350"/>
                  </a:lnTo>
                  <a:lnTo>
                    <a:pt x="241300" y="129540"/>
                  </a:lnTo>
                  <a:close/>
                </a:path>
              </a:pathLst>
            </a:custGeom>
            <a:solidFill>
              <a:srgbClr val="C541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79">
              <a:extLst>
                <a:ext uri="{FF2B5EF4-FFF2-40B4-BE49-F238E27FC236}">
                  <a16:creationId xmlns:a16="http://schemas.microsoft.com/office/drawing/2014/main" id="{5DF8EF5A-6E13-CA51-56EF-D5A3897F74D9}"/>
                </a:ext>
              </a:extLst>
            </p:cNvPr>
            <p:cNvSpPr/>
            <p:nvPr/>
          </p:nvSpPr>
          <p:spPr>
            <a:xfrm>
              <a:off x="3009900" y="2731769"/>
              <a:ext cx="358140" cy="354330"/>
            </a:xfrm>
            <a:custGeom>
              <a:avLst/>
              <a:gdLst/>
              <a:ahLst/>
              <a:cxnLst/>
              <a:rect l="l" t="t" r="r" b="b"/>
              <a:pathLst>
                <a:path w="358139" h="354330">
                  <a:moveTo>
                    <a:pt x="322580" y="41909"/>
                  </a:moveTo>
                  <a:lnTo>
                    <a:pt x="312420" y="41909"/>
                  </a:lnTo>
                  <a:lnTo>
                    <a:pt x="306070" y="48259"/>
                  </a:lnTo>
                  <a:lnTo>
                    <a:pt x="316230" y="48259"/>
                  </a:lnTo>
                  <a:lnTo>
                    <a:pt x="322580" y="41909"/>
                  </a:lnTo>
                  <a:close/>
                </a:path>
                <a:path w="358139" h="354330">
                  <a:moveTo>
                    <a:pt x="325120" y="39369"/>
                  </a:moveTo>
                  <a:lnTo>
                    <a:pt x="314960" y="39369"/>
                  </a:lnTo>
                  <a:lnTo>
                    <a:pt x="313690" y="40639"/>
                  </a:lnTo>
                  <a:lnTo>
                    <a:pt x="323850" y="40639"/>
                  </a:lnTo>
                  <a:lnTo>
                    <a:pt x="325120" y="39369"/>
                  </a:lnTo>
                  <a:close/>
                </a:path>
                <a:path w="358139" h="354330">
                  <a:moveTo>
                    <a:pt x="328930" y="35559"/>
                  </a:moveTo>
                  <a:lnTo>
                    <a:pt x="318770" y="35559"/>
                  </a:lnTo>
                  <a:lnTo>
                    <a:pt x="316230" y="38099"/>
                  </a:lnTo>
                  <a:lnTo>
                    <a:pt x="326390" y="38099"/>
                  </a:lnTo>
                  <a:lnTo>
                    <a:pt x="328930" y="35559"/>
                  </a:lnTo>
                  <a:close/>
                </a:path>
                <a:path w="358139" h="354330">
                  <a:moveTo>
                    <a:pt x="331470" y="33019"/>
                  </a:moveTo>
                  <a:lnTo>
                    <a:pt x="321310" y="33019"/>
                  </a:lnTo>
                  <a:lnTo>
                    <a:pt x="320040" y="34289"/>
                  </a:lnTo>
                  <a:lnTo>
                    <a:pt x="330200" y="34289"/>
                  </a:lnTo>
                  <a:lnTo>
                    <a:pt x="331470" y="33019"/>
                  </a:lnTo>
                  <a:close/>
                </a:path>
                <a:path w="358139" h="354330">
                  <a:moveTo>
                    <a:pt x="335280" y="29209"/>
                  </a:moveTo>
                  <a:lnTo>
                    <a:pt x="325120" y="29209"/>
                  </a:lnTo>
                  <a:lnTo>
                    <a:pt x="322580" y="31749"/>
                  </a:lnTo>
                  <a:lnTo>
                    <a:pt x="332740" y="31749"/>
                  </a:lnTo>
                  <a:lnTo>
                    <a:pt x="335280" y="29209"/>
                  </a:lnTo>
                  <a:close/>
                </a:path>
                <a:path w="358139" h="354330">
                  <a:moveTo>
                    <a:pt x="337820" y="26669"/>
                  </a:moveTo>
                  <a:lnTo>
                    <a:pt x="327660" y="26669"/>
                  </a:lnTo>
                  <a:lnTo>
                    <a:pt x="326390" y="27939"/>
                  </a:lnTo>
                  <a:lnTo>
                    <a:pt x="336550" y="27939"/>
                  </a:lnTo>
                  <a:lnTo>
                    <a:pt x="337820" y="26669"/>
                  </a:lnTo>
                  <a:close/>
                </a:path>
                <a:path w="358139" h="354330">
                  <a:moveTo>
                    <a:pt x="350520" y="13969"/>
                  </a:moveTo>
                  <a:lnTo>
                    <a:pt x="340360" y="13969"/>
                  </a:lnTo>
                  <a:lnTo>
                    <a:pt x="328930" y="25399"/>
                  </a:lnTo>
                  <a:lnTo>
                    <a:pt x="339090" y="25399"/>
                  </a:lnTo>
                  <a:lnTo>
                    <a:pt x="350520" y="13969"/>
                  </a:lnTo>
                  <a:close/>
                </a:path>
                <a:path w="358139" h="354330">
                  <a:moveTo>
                    <a:pt x="354330" y="0"/>
                  </a:moveTo>
                  <a:lnTo>
                    <a:pt x="341630" y="12699"/>
                  </a:lnTo>
                  <a:lnTo>
                    <a:pt x="351790" y="12699"/>
                  </a:lnTo>
                  <a:lnTo>
                    <a:pt x="358140" y="6349"/>
                  </a:lnTo>
                  <a:lnTo>
                    <a:pt x="356870" y="6349"/>
                  </a:lnTo>
                  <a:lnTo>
                    <a:pt x="356870" y="3809"/>
                  </a:lnTo>
                  <a:lnTo>
                    <a:pt x="355600" y="3809"/>
                  </a:lnTo>
                  <a:lnTo>
                    <a:pt x="355600" y="2539"/>
                  </a:lnTo>
                  <a:lnTo>
                    <a:pt x="354330" y="2539"/>
                  </a:lnTo>
                  <a:lnTo>
                    <a:pt x="354330" y="0"/>
                  </a:lnTo>
                  <a:close/>
                </a:path>
                <a:path w="358139" h="354330">
                  <a:moveTo>
                    <a:pt x="316230" y="48260"/>
                  </a:moveTo>
                  <a:lnTo>
                    <a:pt x="306069" y="48260"/>
                  </a:lnTo>
                  <a:lnTo>
                    <a:pt x="280670" y="73659"/>
                  </a:lnTo>
                  <a:lnTo>
                    <a:pt x="290830" y="73659"/>
                  </a:lnTo>
                  <a:lnTo>
                    <a:pt x="316230" y="48260"/>
                  </a:lnTo>
                  <a:close/>
                </a:path>
                <a:path w="358139" h="354330">
                  <a:moveTo>
                    <a:pt x="290830" y="73660"/>
                  </a:moveTo>
                  <a:lnTo>
                    <a:pt x="280669" y="73660"/>
                  </a:lnTo>
                  <a:lnTo>
                    <a:pt x="229870" y="124459"/>
                  </a:lnTo>
                  <a:lnTo>
                    <a:pt x="240030" y="124459"/>
                  </a:lnTo>
                  <a:lnTo>
                    <a:pt x="290830" y="73660"/>
                  </a:lnTo>
                  <a:close/>
                </a:path>
                <a:path w="358139" h="354330">
                  <a:moveTo>
                    <a:pt x="2540" y="353059"/>
                  </a:moveTo>
                  <a:lnTo>
                    <a:pt x="1270" y="353059"/>
                  </a:lnTo>
                  <a:lnTo>
                    <a:pt x="0" y="354329"/>
                  </a:lnTo>
                  <a:lnTo>
                    <a:pt x="2540" y="354329"/>
                  </a:lnTo>
                  <a:lnTo>
                    <a:pt x="2540" y="353059"/>
                  </a:lnTo>
                  <a:close/>
                </a:path>
                <a:path w="358139" h="354330">
                  <a:moveTo>
                    <a:pt x="13970" y="350519"/>
                  </a:moveTo>
                  <a:lnTo>
                    <a:pt x="3810" y="350519"/>
                  </a:lnTo>
                  <a:lnTo>
                    <a:pt x="2539" y="351789"/>
                  </a:lnTo>
                  <a:lnTo>
                    <a:pt x="12700" y="351789"/>
                  </a:lnTo>
                  <a:lnTo>
                    <a:pt x="13970" y="350519"/>
                  </a:lnTo>
                  <a:close/>
                </a:path>
                <a:path w="358139" h="354330">
                  <a:moveTo>
                    <a:pt x="17780" y="346709"/>
                  </a:moveTo>
                  <a:lnTo>
                    <a:pt x="7620" y="346709"/>
                  </a:lnTo>
                  <a:lnTo>
                    <a:pt x="5080" y="349250"/>
                  </a:lnTo>
                  <a:lnTo>
                    <a:pt x="15240" y="349250"/>
                  </a:lnTo>
                  <a:lnTo>
                    <a:pt x="17780" y="346709"/>
                  </a:lnTo>
                  <a:close/>
                </a:path>
                <a:path w="358139" h="354330">
                  <a:moveTo>
                    <a:pt x="20320" y="344169"/>
                  </a:moveTo>
                  <a:lnTo>
                    <a:pt x="10160" y="344169"/>
                  </a:lnTo>
                  <a:lnTo>
                    <a:pt x="8889" y="345439"/>
                  </a:lnTo>
                  <a:lnTo>
                    <a:pt x="19050" y="345439"/>
                  </a:lnTo>
                  <a:lnTo>
                    <a:pt x="20320" y="344169"/>
                  </a:lnTo>
                  <a:close/>
                </a:path>
                <a:path w="358139" h="354330">
                  <a:moveTo>
                    <a:pt x="24130" y="340359"/>
                  </a:moveTo>
                  <a:lnTo>
                    <a:pt x="13970" y="340359"/>
                  </a:lnTo>
                  <a:lnTo>
                    <a:pt x="11429" y="342900"/>
                  </a:lnTo>
                  <a:lnTo>
                    <a:pt x="21590" y="342900"/>
                  </a:lnTo>
                  <a:lnTo>
                    <a:pt x="24130" y="340359"/>
                  </a:lnTo>
                  <a:close/>
                </a:path>
                <a:path w="358139" h="354330">
                  <a:moveTo>
                    <a:pt x="26670" y="337819"/>
                  </a:moveTo>
                  <a:lnTo>
                    <a:pt x="16510" y="337819"/>
                  </a:lnTo>
                  <a:lnTo>
                    <a:pt x="15239" y="339089"/>
                  </a:lnTo>
                  <a:lnTo>
                    <a:pt x="25400" y="339089"/>
                  </a:lnTo>
                  <a:lnTo>
                    <a:pt x="26670" y="337819"/>
                  </a:lnTo>
                  <a:close/>
                </a:path>
                <a:path w="358139" h="354330">
                  <a:moveTo>
                    <a:pt x="30480" y="334009"/>
                  </a:moveTo>
                  <a:lnTo>
                    <a:pt x="20320" y="334009"/>
                  </a:lnTo>
                  <a:lnTo>
                    <a:pt x="17780" y="336550"/>
                  </a:lnTo>
                  <a:lnTo>
                    <a:pt x="27940" y="336550"/>
                  </a:lnTo>
                  <a:lnTo>
                    <a:pt x="30480" y="334009"/>
                  </a:lnTo>
                  <a:close/>
                </a:path>
                <a:path w="358139" h="354330">
                  <a:moveTo>
                    <a:pt x="33020" y="331469"/>
                  </a:moveTo>
                  <a:lnTo>
                    <a:pt x="22860" y="331469"/>
                  </a:lnTo>
                  <a:lnTo>
                    <a:pt x="21590" y="332739"/>
                  </a:lnTo>
                  <a:lnTo>
                    <a:pt x="31750" y="332739"/>
                  </a:lnTo>
                  <a:lnTo>
                    <a:pt x="33020" y="331469"/>
                  </a:lnTo>
                  <a:close/>
                </a:path>
                <a:path w="358139" h="354330">
                  <a:moveTo>
                    <a:pt x="36830" y="327659"/>
                  </a:moveTo>
                  <a:lnTo>
                    <a:pt x="26670" y="327659"/>
                  </a:lnTo>
                  <a:lnTo>
                    <a:pt x="24130" y="330200"/>
                  </a:lnTo>
                  <a:lnTo>
                    <a:pt x="34290" y="330200"/>
                  </a:lnTo>
                  <a:lnTo>
                    <a:pt x="36830" y="327659"/>
                  </a:lnTo>
                  <a:close/>
                </a:path>
                <a:path w="358139" h="354330">
                  <a:moveTo>
                    <a:pt x="39370" y="325119"/>
                  </a:moveTo>
                  <a:lnTo>
                    <a:pt x="29210" y="325119"/>
                  </a:lnTo>
                  <a:lnTo>
                    <a:pt x="27940" y="326389"/>
                  </a:lnTo>
                  <a:lnTo>
                    <a:pt x="38100" y="326389"/>
                  </a:lnTo>
                  <a:lnTo>
                    <a:pt x="39370" y="325119"/>
                  </a:lnTo>
                  <a:close/>
                </a:path>
                <a:path w="358139" h="354330">
                  <a:moveTo>
                    <a:pt x="43180" y="321309"/>
                  </a:moveTo>
                  <a:lnTo>
                    <a:pt x="33020" y="321309"/>
                  </a:lnTo>
                  <a:lnTo>
                    <a:pt x="30479" y="323850"/>
                  </a:lnTo>
                  <a:lnTo>
                    <a:pt x="40640" y="323850"/>
                  </a:lnTo>
                  <a:lnTo>
                    <a:pt x="43180" y="321309"/>
                  </a:lnTo>
                  <a:close/>
                </a:path>
                <a:path w="358139" h="354330">
                  <a:moveTo>
                    <a:pt x="45720" y="318769"/>
                  </a:moveTo>
                  <a:lnTo>
                    <a:pt x="35560" y="318769"/>
                  </a:lnTo>
                  <a:lnTo>
                    <a:pt x="34290" y="320039"/>
                  </a:lnTo>
                  <a:lnTo>
                    <a:pt x="44450" y="320039"/>
                  </a:lnTo>
                  <a:lnTo>
                    <a:pt x="45720" y="318769"/>
                  </a:lnTo>
                  <a:close/>
                </a:path>
                <a:path w="358139" h="354330">
                  <a:moveTo>
                    <a:pt x="49530" y="314959"/>
                  </a:moveTo>
                  <a:lnTo>
                    <a:pt x="39370" y="314959"/>
                  </a:lnTo>
                  <a:lnTo>
                    <a:pt x="36830" y="317500"/>
                  </a:lnTo>
                  <a:lnTo>
                    <a:pt x="46990" y="317500"/>
                  </a:lnTo>
                  <a:lnTo>
                    <a:pt x="49530" y="314959"/>
                  </a:lnTo>
                  <a:close/>
                </a:path>
                <a:path w="358139" h="354330">
                  <a:moveTo>
                    <a:pt x="52070" y="312419"/>
                  </a:moveTo>
                  <a:lnTo>
                    <a:pt x="41910" y="312419"/>
                  </a:lnTo>
                  <a:lnTo>
                    <a:pt x="40640" y="313689"/>
                  </a:lnTo>
                  <a:lnTo>
                    <a:pt x="50800" y="313689"/>
                  </a:lnTo>
                  <a:lnTo>
                    <a:pt x="52070" y="312419"/>
                  </a:lnTo>
                  <a:close/>
                </a:path>
                <a:path w="358139" h="354330">
                  <a:moveTo>
                    <a:pt x="55880" y="308609"/>
                  </a:moveTo>
                  <a:lnTo>
                    <a:pt x="45720" y="308609"/>
                  </a:lnTo>
                  <a:lnTo>
                    <a:pt x="43180" y="311150"/>
                  </a:lnTo>
                  <a:lnTo>
                    <a:pt x="53340" y="311150"/>
                  </a:lnTo>
                  <a:lnTo>
                    <a:pt x="55880" y="308609"/>
                  </a:lnTo>
                  <a:close/>
                </a:path>
                <a:path w="358139" h="354330">
                  <a:moveTo>
                    <a:pt x="58420" y="306069"/>
                  </a:moveTo>
                  <a:lnTo>
                    <a:pt x="48260" y="306069"/>
                  </a:lnTo>
                  <a:lnTo>
                    <a:pt x="46990" y="307339"/>
                  </a:lnTo>
                  <a:lnTo>
                    <a:pt x="57150" y="307339"/>
                  </a:lnTo>
                  <a:lnTo>
                    <a:pt x="58420" y="306069"/>
                  </a:lnTo>
                  <a:close/>
                </a:path>
                <a:path w="358139" h="354330">
                  <a:moveTo>
                    <a:pt x="62230" y="302259"/>
                  </a:moveTo>
                  <a:lnTo>
                    <a:pt x="52070" y="302259"/>
                  </a:lnTo>
                  <a:lnTo>
                    <a:pt x="49530" y="304800"/>
                  </a:lnTo>
                  <a:lnTo>
                    <a:pt x="59690" y="304800"/>
                  </a:lnTo>
                  <a:lnTo>
                    <a:pt x="62230" y="302259"/>
                  </a:lnTo>
                  <a:close/>
                </a:path>
                <a:path w="358139" h="354330">
                  <a:moveTo>
                    <a:pt x="64770" y="299719"/>
                  </a:moveTo>
                  <a:lnTo>
                    <a:pt x="54610" y="299719"/>
                  </a:lnTo>
                  <a:lnTo>
                    <a:pt x="53340" y="300989"/>
                  </a:lnTo>
                  <a:lnTo>
                    <a:pt x="63500" y="300989"/>
                  </a:lnTo>
                  <a:lnTo>
                    <a:pt x="64770" y="299719"/>
                  </a:lnTo>
                  <a:close/>
                </a:path>
                <a:path w="358139" h="354330">
                  <a:moveTo>
                    <a:pt x="68580" y="295909"/>
                  </a:moveTo>
                  <a:lnTo>
                    <a:pt x="58420" y="295909"/>
                  </a:lnTo>
                  <a:lnTo>
                    <a:pt x="55880" y="298450"/>
                  </a:lnTo>
                  <a:lnTo>
                    <a:pt x="66040" y="298450"/>
                  </a:lnTo>
                  <a:lnTo>
                    <a:pt x="68580" y="295909"/>
                  </a:lnTo>
                  <a:close/>
                </a:path>
                <a:path w="358139" h="354330">
                  <a:moveTo>
                    <a:pt x="71120" y="293369"/>
                  </a:moveTo>
                  <a:lnTo>
                    <a:pt x="60960" y="293369"/>
                  </a:lnTo>
                  <a:lnTo>
                    <a:pt x="59690" y="294639"/>
                  </a:lnTo>
                  <a:lnTo>
                    <a:pt x="69850" y="294639"/>
                  </a:lnTo>
                  <a:lnTo>
                    <a:pt x="71120" y="293369"/>
                  </a:lnTo>
                  <a:close/>
                </a:path>
                <a:path w="358139" h="354330">
                  <a:moveTo>
                    <a:pt x="74930" y="289559"/>
                  </a:moveTo>
                  <a:lnTo>
                    <a:pt x="64770" y="289559"/>
                  </a:lnTo>
                  <a:lnTo>
                    <a:pt x="62230" y="292100"/>
                  </a:lnTo>
                  <a:lnTo>
                    <a:pt x="72390" y="292100"/>
                  </a:lnTo>
                  <a:lnTo>
                    <a:pt x="74930" y="289559"/>
                  </a:lnTo>
                  <a:close/>
                </a:path>
                <a:path w="358139" h="354330">
                  <a:moveTo>
                    <a:pt x="77470" y="287019"/>
                  </a:moveTo>
                  <a:lnTo>
                    <a:pt x="67310" y="287019"/>
                  </a:lnTo>
                  <a:lnTo>
                    <a:pt x="66040" y="288289"/>
                  </a:lnTo>
                  <a:lnTo>
                    <a:pt x="76200" y="288289"/>
                  </a:lnTo>
                  <a:lnTo>
                    <a:pt x="77470" y="287019"/>
                  </a:lnTo>
                  <a:close/>
                </a:path>
                <a:path w="358139" h="354330">
                  <a:moveTo>
                    <a:pt x="81280" y="283209"/>
                  </a:moveTo>
                  <a:lnTo>
                    <a:pt x="71120" y="283209"/>
                  </a:lnTo>
                  <a:lnTo>
                    <a:pt x="68580" y="285750"/>
                  </a:lnTo>
                  <a:lnTo>
                    <a:pt x="78740" y="285750"/>
                  </a:lnTo>
                  <a:lnTo>
                    <a:pt x="81280" y="283209"/>
                  </a:lnTo>
                  <a:close/>
                </a:path>
                <a:path w="358139" h="354330">
                  <a:moveTo>
                    <a:pt x="83820" y="280669"/>
                  </a:moveTo>
                  <a:lnTo>
                    <a:pt x="73660" y="280669"/>
                  </a:lnTo>
                  <a:lnTo>
                    <a:pt x="72390" y="281939"/>
                  </a:lnTo>
                  <a:lnTo>
                    <a:pt x="82550" y="281939"/>
                  </a:lnTo>
                  <a:lnTo>
                    <a:pt x="83820" y="280669"/>
                  </a:lnTo>
                  <a:close/>
                </a:path>
                <a:path w="358139" h="354330">
                  <a:moveTo>
                    <a:pt x="87630" y="276859"/>
                  </a:moveTo>
                  <a:lnTo>
                    <a:pt x="77470" y="276859"/>
                  </a:lnTo>
                  <a:lnTo>
                    <a:pt x="74930" y="279400"/>
                  </a:lnTo>
                  <a:lnTo>
                    <a:pt x="85090" y="279400"/>
                  </a:lnTo>
                  <a:lnTo>
                    <a:pt x="87630" y="276859"/>
                  </a:lnTo>
                  <a:close/>
                </a:path>
                <a:path w="358139" h="354330">
                  <a:moveTo>
                    <a:pt x="90170" y="274319"/>
                  </a:moveTo>
                  <a:lnTo>
                    <a:pt x="80010" y="274319"/>
                  </a:lnTo>
                  <a:lnTo>
                    <a:pt x="78740" y="275589"/>
                  </a:lnTo>
                  <a:lnTo>
                    <a:pt x="88900" y="275589"/>
                  </a:lnTo>
                  <a:lnTo>
                    <a:pt x="90170" y="274319"/>
                  </a:lnTo>
                  <a:close/>
                </a:path>
                <a:path w="358139" h="354330">
                  <a:moveTo>
                    <a:pt x="93980" y="270509"/>
                  </a:moveTo>
                  <a:lnTo>
                    <a:pt x="83820" y="270509"/>
                  </a:lnTo>
                  <a:lnTo>
                    <a:pt x="81280" y="273050"/>
                  </a:lnTo>
                  <a:lnTo>
                    <a:pt x="91440" y="273050"/>
                  </a:lnTo>
                  <a:lnTo>
                    <a:pt x="93980" y="270509"/>
                  </a:lnTo>
                  <a:close/>
                </a:path>
                <a:path w="358139" h="354330">
                  <a:moveTo>
                    <a:pt x="96520" y="267969"/>
                  </a:moveTo>
                  <a:lnTo>
                    <a:pt x="86360" y="267969"/>
                  </a:lnTo>
                  <a:lnTo>
                    <a:pt x="85090" y="269239"/>
                  </a:lnTo>
                  <a:lnTo>
                    <a:pt x="95250" y="269239"/>
                  </a:lnTo>
                  <a:lnTo>
                    <a:pt x="96520" y="267969"/>
                  </a:lnTo>
                  <a:close/>
                </a:path>
                <a:path w="358139" h="354330">
                  <a:moveTo>
                    <a:pt x="100330" y="264159"/>
                  </a:moveTo>
                  <a:lnTo>
                    <a:pt x="90170" y="264159"/>
                  </a:lnTo>
                  <a:lnTo>
                    <a:pt x="87630" y="266700"/>
                  </a:lnTo>
                  <a:lnTo>
                    <a:pt x="97790" y="266700"/>
                  </a:lnTo>
                  <a:lnTo>
                    <a:pt x="100330" y="264159"/>
                  </a:lnTo>
                  <a:close/>
                </a:path>
                <a:path w="358139" h="354330">
                  <a:moveTo>
                    <a:pt x="102870" y="261619"/>
                  </a:moveTo>
                  <a:lnTo>
                    <a:pt x="92710" y="261619"/>
                  </a:lnTo>
                  <a:lnTo>
                    <a:pt x="91439" y="262889"/>
                  </a:lnTo>
                  <a:lnTo>
                    <a:pt x="101600" y="262889"/>
                  </a:lnTo>
                  <a:lnTo>
                    <a:pt x="102870" y="261619"/>
                  </a:lnTo>
                  <a:close/>
                </a:path>
                <a:path w="358139" h="354330">
                  <a:moveTo>
                    <a:pt x="106680" y="257809"/>
                  </a:moveTo>
                  <a:lnTo>
                    <a:pt x="96520" y="257809"/>
                  </a:lnTo>
                  <a:lnTo>
                    <a:pt x="93980" y="260350"/>
                  </a:lnTo>
                  <a:lnTo>
                    <a:pt x="104140" y="260350"/>
                  </a:lnTo>
                  <a:lnTo>
                    <a:pt x="106680" y="257809"/>
                  </a:lnTo>
                  <a:close/>
                </a:path>
                <a:path w="358139" h="354330">
                  <a:moveTo>
                    <a:pt x="109220" y="255269"/>
                  </a:moveTo>
                  <a:lnTo>
                    <a:pt x="99060" y="255269"/>
                  </a:lnTo>
                  <a:lnTo>
                    <a:pt x="97790" y="256539"/>
                  </a:lnTo>
                  <a:lnTo>
                    <a:pt x="107950" y="256539"/>
                  </a:lnTo>
                  <a:lnTo>
                    <a:pt x="109220" y="255269"/>
                  </a:lnTo>
                  <a:close/>
                </a:path>
                <a:path w="358139" h="354330">
                  <a:moveTo>
                    <a:pt x="113030" y="251459"/>
                  </a:moveTo>
                  <a:lnTo>
                    <a:pt x="102870" y="251459"/>
                  </a:lnTo>
                  <a:lnTo>
                    <a:pt x="100330" y="254000"/>
                  </a:lnTo>
                  <a:lnTo>
                    <a:pt x="110490" y="254000"/>
                  </a:lnTo>
                  <a:lnTo>
                    <a:pt x="113030" y="251459"/>
                  </a:lnTo>
                  <a:close/>
                </a:path>
                <a:path w="358139" h="354330">
                  <a:moveTo>
                    <a:pt x="115570" y="248919"/>
                  </a:moveTo>
                  <a:lnTo>
                    <a:pt x="105410" y="248919"/>
                  </a:lnTo>
                  <a:lnTo>
                    <a:pt x="104140" y="250189"/>
                  </a:lnTo>
                  <a:lnTo>
                    <a:pt x="114300" y="250189"/>
                  </a:lnTo>
                  <a:lnTo>
                    <a:pt x="115570" y="248919"/>
                  </a:lnTo>
                  <a:close/>
                </a:path>
                <a:path w="358139" h="354330">
                  <a:moveTo>
                    <a:pt x="119380" y="245109"/>
                  </a:moveTo>
                  <a:lnTo>
                    <a:pt x="109220" y="245109"/>
                  </a:lnTo>
                  <a:lnTo>
                    <a:pt x="106679" y="247650"/>
                  </a:lnTo>
                  <a:lnTo>
                    <a:pt x="116840" y="247650"/>
                  </a:lnTo>
                  <a:lnTo>
                    <a:pt x="119380" y="245109"/>
                  </a:lnTo>
                  <a:close/>
                </a:path>
                <a:path w="358139" h="354330">
                  <a:moveTo>
                    <a:pt x="121920" y="242569"/>
                  </a:moveTo>
                  <a:lnTo>
                    <a:pt x="111760" y="242569"/>
                  </a:lnTo>
                  <a:lnTo>
                    <a:pt x="110490" y="243839"/>
                  </a:lnTo>
                  <a:lnTo>
                    <a:pt x="120650" y="243839"/>
                  </a:lnTo>
                  <a:lnTo>
                    <a:pt x="121920" y="242569"/>
                  </a:lnTo>
                  <a:close/>
                </a:path>
                <a:path w="358139" h="354330">
                  <a:moveTo>
                    <a:pt x="125730" y="238759"/>
                  </a:moveTo>
                  <a:lnTo>
                    <a:pt x="115570" y="238759"/>
                  </a:lnTo>
                  <a:lnTo>
                    <a:pt x="113030" y="241300"/>
                  </a:lnTo>
                  <a:lnTo>
                    <a:pt x="123190" y="241300"/>
                  </a:lnTo>
                  <a:lnTo>
                    <a:pt x="125730" y="238759"/>
                  </a:lnTo>
                  <a:close/>
                </a:path>
                <a:path w="358139" h="354330">
                  <a:moveTo>
                    <a:pt x="128270" y="236219"/>
                  </a:moveTo>
                  <a:lnTo>
                    <a:pt x="118110" y="236219"/>
                  </a:lnTo>
                  <a:lnTo>
                    <a:pt x="116840" y="237489"/>
                  </a:lnTo>
                  <a:lnTo>
                    <a:pt x="127000" y="237489"/>
                  </a:lnTo>
                  <a:lnTo>
                    <a:pt x="128270" y="236219"/>
                  </a:lnTo>
                  <a:close/>
                </a:path>
                <a:path w="358139" h="354330">
                  <a:moveTo>
                    <a:pt x="132080" y="232409"/>
                  </a:moveTo>
                  <a:lnTo>
                    <a:pt x="121920" y="232409"/>
                  </a:lnTo>
                  <a:lnTo>
                    <a:pt x="119380" y="234950"/>
                  </a:lnTo>
                  <a:lnTo>
                    <a:pt x="129540" y="234950"/>
                  </a:lnTo>
                  <a:lnTo>
                    <a:pt x="132080" y="232409"/>
                  </a:lnTo>
                  <a:close/>
                </a:path>
                <a:path w="358139" h="354330">
                  <a:moveTo>
                    <a:pt x="134620" y="229869"/>
                  </a:moveTo>
                  <a:lnTo>
                    <a:pt x="124460" y="229869"/>
                  </a:lnTo>
                  <a:lnTo>
                    <a:pt x="123190" y="231139"/>
                  </a:lnTo>
                  <a:lnTo>
                    <a:pt x="133350" y="231139"/>
                  </a:lnTo>
                  <a:lnTo>
                    <a:pt x="134620" y="229869"/>
                  </a:lnTo>
                  <a:close/>
                </a:path>
                <a:path w="358139" h="354330">
                  <a:moveTo>
                    <a:pt x="138430" y="226059"/>
                  </a:moveTo>
                  <a:lnTo>
                    <a:pt x="128270" y="226059"/>
                  </a:lnTo>
                  <a:lnTo>
                    <a:pt x="125730" y="228600"/>
                  </a:lnTo>
                  <a:lnTo>
                    <a:pt x="135890" y="228600"/>
                  </a:lnTo>
                  <a:lnTo>
                    <a:pt x="138430" y="226059"/>
                  </a:lnTo>
                  <a:close/>
                </a:path>
                <a:path w="358139" h="354330">
                  <a:moveTo>
                    <a:pt x="140970" y="223519"/>
                  </a:moveTo>
                  <a:lnTo>
                    <a:pt x="130810" y="223519"/>
                  </a:lnTo>
                  <a:lnTo>
                    <a:pt x="129540" y="224789"/>
                  </a:lnTo>
                  <a:lnTo>
                    <a:pt x="139700" y="224789"/>
                  </a:lnTo>
                  <a:lnTo>
                    <a:pt x="140970" y="223519"/>
                  </a:lnTo>
                  <a:close/>
                </a:path>
                <a:path w="358139" h="354330">
                  <a:moveTo>
                    <a:pt x="144780" y="219709"/>
                  </a:moveTo>
                  <a:lnTo>
                    <a:pt x="134620" y="219709"/>
                  </a:lnTo>
                  <a:lnTo>
                    <a:pt x="132080" y="222250"/>
                  </a:lnTo>
                  <a:lnTo>
                    <a:pt x="142240" y="222250"/>
                  </a:lnTo>
                  <a:lnTo>
                    <a:pt x="144780" y="219709"/>
                  </a:lnTo>
                  <a:close/>
                </a:path>
                <a:path w="358139" h="354330">
                  <a:moveTo>
                    <a:pt x="147320" y="217169"/>
                  </a:moveTo>
                  <a:lnTo>
                    <a:pt x="137160" y="217169"/>
                  </a:lnTo>
                  <a:lnTo>
                    <a:pt x="135890" y="218439"/>
                  </a:lnTo>
                  <a:lnTo>
                    <a:pt x="146050" y="218439"/>
                  </a:lnTo>
                  <a:lnTo>
                    <a:pt x="147320" y="217169"/>
                  </a:lnTo>
                  <a:close/>
                </a:path>
                <a:path w="358139" h="354330">
                  <a:moveTo>
                    <a:pt x="151130" y="213359"/>
                  </a:moveTo>
                  <a:lnTo>
                    <a:pt x="140970" y="213359"/>
                  </a:lnTo>
                  <a:lnTo>
                    <a:pt x="138430" y="215900"/>
                  </a:lnTo>
                  <a:lnTo>
                    <a:pt x="148590" y="215900"/>
                  </a:lnTo>
                  <a:lnTo>
                    <a:pt x="151130" y="213359"/>
                  </a:lnTo>
                  <a:close/>
                </a:path>
                <a:path w="358139" h="354330">
                  <a:moveTo>
                    <a:pt x="153670" y="210819"/>
                  </a:moveTo>
                  <a:lnTo>
                    <a:pt x="143510" y="210819"/>
                  </a:lnTo>
                  <a:lnTo>
                    <a:pt x="142240" y="212089"/>
                  </a:lnTo>
                  <a:lnTo>
                    <a:pt x="152400" y="212089"/>
                  </a:lnTo>
                  <a:lnTo>
                    <a:pt x="153670" y="210819"/>
                  </a:lnTo>
                  <a:close/>
                </a:path>
                <a:path w="358139" h="354330">
                  <a:moveTo>
                    <a:pt x="157480" y="207009"/>
                  </a:moveTo>
                  <a:lnTo>
                    <a:pt x="147320" y="207009"/>
                  </a:lnTo>
                  <a:lnTo>
                    <a:pt x="144780" y="209550"/>
                  </a:lnTo>
                  <a:lnTo>
                    <a:pt x="154940" y="209550"/>
                  </a:lnTo>
                  <a:lnTo>
                    <a:pt x="157480" y="207009"/>
                  </a:lnTo>
                  <a:close/>
                </a:path>
                <a:path w="358139" h="354330">
                  <a:moveTo>
                    <a:pt x="160020" y="204469"/>
                  </a:moveTo>
                  <a:lnTo>
                    <a:pt x="149860" y="204469"/>
                  </a:lnTo>
                  <a:lnTo>
                    <a:pt x="148590" y="205739"/>
                  </a:lnTo>
                  <a:lnTo>
                    <a:pt x="158750" y="205739"/>
                  </a:lnTo>
                  <a:lnTo>
                    <a:pt x="160020" y="204469"/>
                  </a:lnTo>
                  <a:close/>
                </a:path>
                <a:path w="358139" h="354330">
                  <a:moveTo>
                    <a:pt x="172720" y="191769"/>
                  </a:moveTo>
                  <a:lnTo>
                    <a:pt x="162560" y="191769"/>
                  </a:lnTo>
                  <a:lnTo>
                    <a:pt x="151130" y="203200"/>
                  </a:lnTo>
                  <a:lnTo>
                    <a:pt x="161290" y="203200"/>
                  </a:lnTo>
                  <a:lnTo>
                    <a:pt x="172720" y="191769"/>
                  </a:lnTo>
                  <a:close/>
                </a:path>
                <a:path w="358139" h="354330">
                  <a:moveTo>
                    <a:pt x="185420" y="179069"/>
                  </a:moveTo>
                  <a:lnTo>
                    <a:pt x="175260" y="179069"/>
                  </a:lnTo>
                  <a:lnTo>
                    <a:pt x="163830" y="190500"/>
                  </a:lnTo>
                  <a:lnTo>
                    <a:pt x="173990" y="190500"/>
                  </a:lnTo>
                  <a:lnTo>
                    <a:pt x="185420" y="179069"/>
                  </a:lnTo>
                  <a:close/>
                </a:path>
                <a:path w="358139" h="354330">
                  <a:moveTo>
                    <a:pt x="189230" y="175259"/>
                  </a:moveTo>
                  <a:lnTo>
                    <a:pt x="179070" y="175259"/>
                  </a:lnTo>
                  <a:lnTo>
                    <a:pt x="176530" y="177800"/>
                  </a:lnTo>
                  <a:lnTo>
                    <a:pt x="186690" y="177800"/>
                  </a:lnTo>
                  <a:lnTo>
                    <a:pt x="189230" y="175259"/>
                  </a:lnTo>
                  <a:close/>
                </a:path>
                <a:path w="358139" h="354330">
                  <a:moveTo>
                    <a:pt x="191770" y="172719"/>
                  </a:moveTo>
                  <a:lnTo>
                    <a:pt x="181610" y="172719"/>
                  </a:lnTo>
                  <a:lnTo>
                    <a:pt x="180340" y="173989"/>
                  </a:lnTo>
                  <a:lnTo>
                    <a:pt x="190500" y="173989"/>
                  </a:lnTo>
                  <a:lnTo>
                    <a:pt x="191770" y="172719"/>
                  </a:lnTo>
                  <a:close/>
                </a:path>
                <a:path w="358139" h="354330">
                  <a:moveTo>
                    <a:pt x="195580" y="168909"/>
                  </a:moveTo>
                  <a:lnTo>
                    <a:pt x="185420" y="168909"/>
                  </a:lnTo>
                  <a:lnTo>
                    <a:pt x="182880" y="171450"/>
                  </a:lnTo>
                  <a:lnTo>
                    <a:pt x="193040" y="171450"/>
                  </a:lnTo>
                  <a:lnTo>
                    <a:pt x="195580" y="168909"/>
                  </a:lnTo>
                  <a:close/>
                </a:path>
                <a:path w="358139" h="354330">
                  <a:moveTo>
                    <a:pt x="208280" y="156209"/>
                  </a:moveTo>
                  <a:lnTo>
                    <a:pt x="198120" y="156209"/>
                  </a:lnTo>
                  <a:lnTo>
                    <a:pt x="186690" y="167639"/>
                  </a:lnTo>
                  <a:lnTo>
                    <a:pt x="196850" y="167639"/>
                  </a:lnTo>
                  <a:lnTo>
                    <a:pt x="208280" y="156209"/>
                  </a:lnTo>
                  <a:close/>
                </a:path>
                <a:path w="358139" h="354330">
                  <a:moveTo>
                    <a:pt x="217170" y="147319"/>
                  </a:moveTo>
                  <a:lnTo>
                    <a:pt x="207010" y="147319"/>
                  </a:lnTo>
                  <a:lnTo>
                    <a:pt x="199390" y="154939"/>
                  </a:lnTo>
                  <a:lnTo>
                    <a:pt x="209550" y="154939"/>
                  </a:lnTo>
                  <a:lnTo>
                    <a:pt x="217170" y="147319"/>
                  </a:lnTo>
                  <a:close/>
                </a:path>
                <a:path w="358139" h="354330">
                  <a:moveTo>
                    <a:pt x="233680" y="130809"/>
                  </a:moveTo>
                  <a:lnTo>
                    <a:pt x="223520" y="130809"/>
                  </a:lnTo>
                  <a:lnTo>
                    <a:pt x="208280" y="146050"/>
                  </a:lnTo>
                  <a:lnTo>
                    <a:pt x="218440" y="146050"/>
                  </a:lnTo>
                  <a:lnTo>
                    <a:pt x="233680" y="130809"/>
                  </a:lnTo>
                  <a:close/>
                </a:path>
                <a:path w="358139" h="354330">
                  <a:moveTo>
                    <a:pt x="238760" y="125729"/>
                  </a:moveTo>
                  <a:lnTo>
                    <a:pt x="228600" y="125729"/>
                  </a:lnTo>
                  <a:lnTo>
                    <a:pt x="224790" y="129539"/>
                  </a:lnTo>
                  <a:lnTo>
                    <a:pt x="234950" y="129539"/>
                  </a:lnTo>
                  <a:lnTo>
                    <a:pt x="238760" y="125729"/>
                  </a:lnTo>
                  <a:close/>
                </a:path>
              </a:pathLst>
            </a:custGeom>
            <a:solidFill>
              <a:srgbClr val="C640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0">
              <a:extLst>
                <a:ext uri="{FF2B5EF4-FFF2-40B4-BE49-F238E27FC236}">
                  <a16:creationId xmlns:a16="http://schemas.microsoft.com/office/drawing/2014/main" id="{EBABDCC3-3E98-C6F4-7A6B-35D27C8BEBBE}"/>
                </a:ext>
              </a:extLst>
            </p:cNvPr>
            <p:cNvSpPr/>
            <p:nvPr/>
          </p:nvSpPr>
          <p:spPr>
            <a:xfrm>
              <a:off x="3022600" y="2738119"/>
              <a:ext cx="347980" cy="346710"/>
            </a:xfrm>
            <a:custGeom>
              <a:avLst/>
              <a:gdLst/>
              <a:ahLst/>
              <a:cxnLst/>
              <a:rect l="l" t="t" r="r" b="b"/>
              <a:pathLst>
                <a:path w="347979" h="346710">
                  <a:moveTo>
                    <a:pt x="320039" y="35559"/>
                  </a:moveTo>
                  <a:lnTo>
                    <a:pt x="309880" y="35559"/>
                  </a:lnTo>
                  <a:lnTo>
                    <a:pt x="303530" y="41909"/>
                  </a:lnTo>
                  <a:lnTo>
                    <a:pt x="313689" y="41909"/>
                  </a:lnTo>
                  <a:lnTo>
                    <a:pt x="320039" y="35559"/>
                  </a:lnTo>
                  <a:close/>
                </a:path>
                <a:path w="347979" h="346710">
                  <a:moveTo>
                    <a:pt x="322579" y="33019"/>
                  </a:moveTo>
                  <a:lnTo>
                    <a:pt x="312420" y="33019"/>
                  </a:lnTo>
                  <a:lnTo>
                    <a:pt x="311150" y="34289"/>
                  </a:lnTo>
                  <a:lnTo>
                    <a:pt x="321310" y="34289"/>
                  </a:lnTo>
                  <a:lnTo>
                    <a:pt x="322579" y="33019"/>
                  </a:lnTo>
                  <a:close/>
                </a:path>
                <a:path w="347979" h="346710">
                  <a:moveTo>
                    <a:pt x="326389" y="29209"/>
                  </a:moveTo>
                  <a:lnTo>
                    <a:pt x="316230" y="29209"/>
                  </a:lnTo>
                  <a:lnTo>
                    <a:pt x="313690" y="31749"/>
                  </a:lnTo>
                  <a:lnTo>
                    <a:pt x="323850" y="31749"/>
                  </a:lnTo>
                  <a:lnTo>
                    <a:pt x="326389" y="29209"/>
                  </a:lnTo>
                  <a:close/>
                </a:path>
                <a:path w="347979" h="346710">
                  <a:moveTo>
                    <a:pt x="328929" y="26669"/>
                  </a:moveTo>
                  <a:lnTo>
                    <a:pt x="318770" y="26669"/>
                  </a:lnTo>
                  <a:lnTo>
                    <a:pt x="317500" y="27939"/>
                  </a:lnTo>
                  <a:lnTo>
                    <a:pt x="327660" y="27939"/>
                  </a:lnTo>
                  <a:lnTo>
                    <a:pt x="328929" y="26669"/>
                  </a:lnTo>
                  <a:close/>
                </a:path>
                <a:path w="347979" h="346710">
                  <a:moveTo>
                    <a:pt x="332739" y="22859"/>
                  </a:moveTo>
                  <a:lnTo>
                    <a:pt x="322580" y="22859"/>
                  </a:lnTo>
                  <a:lnTo>
                    <a:pt x="320040" y="25399"/>
                  </a:lnTo>
                  <a:lnTo>
                    <a:pt x="330200" y="25399"/>
                  </a:lnTo>
                  <a:lnTo>
                    <a:pt x="332739" y="22859"/>
                  </a:lnTo>
                  <a:close/>
                </a:path>
                <a:path w="347979" h="346710">
                  <a:moveTo>
                    <a:pt x="335279" y="20319"/>
                  </a:moveTo>
                  <a:lnTo>
                    <a:pt x="325120" y="20319"/>
                  </a:lnTo>
                  <a:lnTo>
                    <a:pt x="323850" y="21589"/>
                  </a:lnTo>
                  <a:lnTo>
                    <a:pt x="334010" y="21589"/>
                  </a:lnTo>
                  <a:lnTo>
                    <a:pt x="335279" y="20319"/>
                  </a:lnTo>
                  <a:close/>
                </a:path>
                <a:path w="347979" h="346710">
                  <a:moveTo>
                    <a:pt x="347979" y="7619"/>
                  </a:moveTo>
                  <a:lnTo>
                    <a:pt x="337820" y="7619"/>
                  </a:lnTo>
                  <a:lnTo>
                    <a:pt x="326390" y="19049"/>
                  </a:lnTo>
                  <a:lnTo>
                    <a:pt x="336550" y="19049"/>
                  </a:lnTo>
                  <a:lnTo>
                    <a:pt x="347979" y="7619"/>
                  </a:lnTo>
                  <a:close/>
                </a:path>
                <a:path w="347979" h="346710">
                  <a:moveTo>
                    <a:pt x="345439" y="0"/>
                  </a:moveTo>
                  <a:lnTo>
                    <a:pt x="339090" y="6349"/>
                  </a:lnTo>
                  <a:lnTo>
                    <a:pt x="347979" y="6349"/>
                  </a:lnTo>
                  <a:lnTo>
                    <a:pt x="347979" y="3809"/>
                  </a:lnTo>
                  <a:lnTo>
                    <a:pt x="346710" y="3809"/>
                  </a:lnTo>
                  <a:lnTo>
                    <a:pt x="346710" y="2539"/>
                  </a:lnTo>
                  <a:lnTo>
                    <a:pt x="345439" y="2539"/>
                  </a:lnTo>
                  <a:lnTo>
                    <a:pt x="345439" y="0"/>
                  </a:lnTo>
                  <a:close/>
                </a:path>
                <a:path w="347979" h="346710">
                  <a:moveTo>
                    <a:pt x="313689" y="41910"/>
                  </a:moveTo>
                  <a:lnTo>
                    <a:pt x="303529" y="41910"/>
                  </a:lnTo>
                  <a:lnTo>
                    <a:pt x="278130" y="67309"/>
                  </a:lnTo>
                  <a:lnTo>
                    <a:pt x="288289" y="67309"/>
                  </a:lnTo>
                  <a:lnTo>
                    <a:pt x="313689" y="41910"/>
                  </a:lnTo>
                  <a:close/>
                </a:path>
                <a:path w="347979" h="346710">
                  <a:moveTo>
                    <a:pt x="288289" y="67310"/>
                  </a:moveTo>
                  <a:lnTo>
                    <a:pt x="278129" y="67310"/>
                  </a:lnTo>
                  <a:lnTo>
                    <a:pt x="227330" y="118109"/>
                  </a:lnTo>
                  <a:lnTo>
                    <a:pt x="237489" y="118109"/>
                  </a:lnTo>
                  <a:lnTo>
                    <a:pt x="288289" y="67310"/>
                  </a:lnTo>
                  <a:close/>
                </a:path>
                <a:path w="347979" h="346710">
                  <a:moveTo>
                    <a:pt x="11429" y="344169"/>
                  </a:moveTo>
                  <a:lnTo>
                    <a:pt x="1270" y="344169"/>
                  </a:lnTo>
                  <a:lnTo>
                    <a:pt x="0" y="345439"/>
                  </a:lnTo>
                  <a:lnTo>
                    <a:pt x="2539" y="345439"/>
                  </a:lnTo>
                  <a:lnTo>
                    <a:pt x="2539" y="346709"/>
                  </a:lnTo>
                  <a:lnTo>
                    <a:pt x="8889" y="346709"/>
                  </a:lnTo>
                  <a:lnTo>
                    <a:pt x="11429" y="344169"/>
                  </a:lnTo>
                  <a:close/>
                </a:path>
                <a:path w="347979" h="346710">
                  <a:moveTo>
                    <a:pt x="15240" y="340359"/>
                  </a:moveTo>
                  <a:lnTo>
                    <a:pt x="5080" y="340359"/>
                  </a:lnTo>
                  <a:lnTo>
                    <a:pt x="2539" y="342900"/>
                  </a:lnTo>
                  <a:lnTo>
                    <a:pt x="12699" y="342900"/>
                  </a:lnTo>
                  <a:lnTo>
                    <a:pt x="15240" y="340359"/>
                  </a:lnTo>
                  <a:close/>
                </a:path>
                <a:path w="347979" h="346710">
                  <a:moveTo>
                    <a:pt x="17780" y="337819"/>
                  </a:moveTo>
                  <a:lnTo>
                    <a:pt x="7620" y="337819"/>
                  </a:lnTo>
                  <a:lnTo>
                    <a:pt x="6350" y="339089"/>
                  </a:lnTo>
                  <a:lnTo>
                    <a:pt x="16509" y="339089"/>
                  </a:lnTo>
                  <a:lnTo>
                    <a:pt x="17780" y="337819"/>
                  </a:lnTo>
                  <a:close/>
                </a:path>
                <a:path w="347979" h="346710">
                  <a:moveTo>
                    <a:pt x="21589" y="334009"/>
                  </a:moveTo>
                  <a:lnTo>
                    <a:pt x="11430" y="334009"/>
                  </a:lnTo>
                  <a:lnTo>
                    <a:pt x="8889" y="336550"/>
                  </a:lnTo>
                  <a:lnTo>
                    <a:pt x="19049" y="336550"/>
                  </a:lnTo>
                  <a:lnTo>
                    <a:pt x="21589" y="334009"/>
                  </a:lnTo>
                  <a:close/>
                </a:path>
                <a:path w="347979" h="346710">
                  <a:moveTo>
                    <a:pt x="24129" y="331469"/>
                  </a:moveTo>
                  <a:lnTo>
                    <a:pt x="13970" y="331469"/>
                  </a:lnTo>
                  <a:lnTo>
                    <a:pt x="12700" y="332739"/>
                  </a:lnTo>
                  <a:lnTo>
                    <a:pt x="22859" y="332739"/>
                  </a:lnTo>
                  <a:lnTo>
                    <a:pt x="24129" y="331469"/>
                  </a:lnTo>
                  <a:close/>
                </a:path>
                <a:path w="347979" h="346710">
                  <a:moveTo>
                    <a:pt x="27939" y="327659"/>
                  </a:moveTo>
                  <a:lnTo>
                    <a:pt x="17780" y="327659"/>
                  </a:lnTo>
                  <a:lnTo>
                    <a:pt x="15239" y="330200"/>
                  </a:lnTo>
                  <a:lnTo>
                    <a:pt x="25399" y="330200"/>
                  </a:lnTo>
                  <a:lnTo>
                    <a:pt x="27939" y="327659"/>
                  </a:lnTo>
                  <a:close/>
                </a:path>
                <a:path w="347979" h="346710">
                  <a:moveTo>
                    <a:pt x="30480" y="325119"/>
                  </a:moveTo>
                  <a:lnTo>
                    <a:pt x="20320" y="325119"/>
                  </a:lnTo>
                  <a:lnTo>
                    <a:pt x="19050" y="326389"/>
                  </a:lnTo>
                  <a:lnTo>
                    <a:pt x="29209" y="326389"/>
                  </a:lnTo>
                  <a:lnTo>
                    <a:pt x="30480" y="325119"/>
                  </a:lnTo>
                  <a:close/>
                </a:path>
                <a:path w="347979" h="346710">
                  <a:moveTo>
                    <a:pt x="34290" y="321309"/>
                  </a:moveTo>
                  <a:lnTo>
                    <a:pt x="24130" y="321309"/>
                  </a:lnTo>
                  <a:lnTo>
                    <a:pt x="21589" y="323850"/>
                  </a:lnTo>
                  <a:lnTo>
                    <a:pt x="31749" y="323850"/>
                  </a:lnTo>
                  <a:lnTo>
                    <a:pt x="34290" y="321309"/>
                  </a:lnTo>
                  <a:close/>
                </a:path>
                <a:path w="347979" h="346710">
                  <a:moveTo>
                    <a:pt x="36829" y="318769"/>
                  </a:moveTo>
                  <a:lnTo>
                    <a:pt x="26670" y="318769"/>
                  </a:lnTo>
                  <a:lnTo>
                    <a:pt x="25400" y="320039"/>
                  </a:lnTo>
                  <a:lnTo>
                    <a:pt x="35559" y="320039"/>
                  </a:lnTo>
                  <a:lnTo>
                    <a:pt x="36829" y="318769"/>
                  </a:lnTo>
                  <a:close/>
                </a:path>
                <a:path w="347979" h="346710">
                  <a:moveTo>
                    <a:pt x="40639" y="314959"/>
                  </a:moveTo>
                  <a:lnTo>
                    <a:pt x="30480" y="314959"/>
                  </a:lnTo>
                  <a:lnTo>
                    <a:pt x="27939" y="317500"/>
                  </a:lnTo>
                  <a:lnTo>
                    <a:pt x="38099" y="317500"/>
                  </a:lnTo>
                  <a:lnTo>
                    <a:pt x="40639" y="314959"/>
                  </a:lnTo>
                  <a:close/>
                </a:path>
                <a:path w="347979" h="346710">
                  <a:moveTo>
                    <a:pt x="43179" y="312419"/>
                  </a:moveTo>
                  <a:lnTo>
                    <a:pt x="33020" y="312419"/>
                  </a:lnTo>
                  <a:lnTo>
                    <a:pt x="31750" y="313689"/>
                  </a:lnTo>
                  <a:lnTo>
                    <a:pt x="41909" y="313689"/>
                  </a:lnTo>
                  <a:lnTo>
                    <a:pt x="43179" y="312419"/>
                  </a:lnTo>
                  <a:close/>
                </a:path>
                <a:path w="347979" h="346710">
                  <a:moveTo>
                    <a:pt x="46989" y="308609"/>
                  </a:moveTo>
                  <a:lnTo>
                    <a:pt x="36830" y="308609"/>
                  </a:lnTo>
                  <a:lnTo>
                    <a:pt x="34289" y="311150"/>
                  </a:lnTo>
                  <a:lnTo>
                    <a:pt x="44449" y="311150"/>
                  </a:lnTo>
                  <a:lnTo>
                    <a:pt x="46989" y="308609"/>
                  </a:lnTo>
                  <a:close/>
                </a:path>
                <a:path w="347979" h="346710">
                  <a:moveTo>
                    <a:pt x="49529" y="306069"/>
                  </a:moveTo>
                  <a:lnTo>
                    <a:pt x="39370" y="306069"/>
                  </a:lnTo>
                  <a:lnTo>
                    <a:pt x="38100" y="307339"/>
                  </a:lnTo>
                  <a:lnTo>
                    <a:pt x="48259" y="307339"/>
                  </a:lnTo>
                  <a:lnTo>
                    <a:pt x="49529" y="306069"/>
                  </a:lnTo>
                  <a:close/>
                </a:path>
                <a:path w="347979" h="346710">
                  <a:moveTo>
                    <a:pt x="53339" y="302259"/>
                  </a:moveTo>
                  <a:lnTo>
                    <a:pt x="43180" y="302259"/>
                  </a:lnTo>
                  <a:lnTo>
                    <a:pt x="40639" y="304800"/>
                  </a:lnTo>
                  <a:lnTo>
                    <a:pt x="50799" y="304800"/>
                  </a:lnTo>
                  <a:lnTo>
                    <a:pt x="53339" y="302259"/>
                  </a:lnTo>
                  <a:close/>
                </a:path>
                <a:path w="347979" h="346710">
                  <a:moveTo>
                    <a:pt x="55879" y="299719"/>
                  </a:moveTo>
                  <a:lnTo>
                    <a:pt x="45720" y="299719"/>
                  </a:lnTo>
                  <a:lnTo>
                    <a:pt x="44450" y="300989"/>
                  </a:lnTo>
                  <a:lnTo>
                    <a:pt x="54609" y="300989"/>
                  </a:lnTo>
                  <a:lnTo>
                    <a:pt x="55879" y="299719"/>
                  </a:lnTo>
                  <a:close/>
                </a:path>
                <a:path w="347979" h="346710">
                  <a:moveTo>
                    <a:pt x="59689" y="295909"/>
                  </a:moveTo>
                  <a:lnTo>
                    <a:pt x="49530" y="295909"/>
                  </a:lnTo>
                  <a:lnTo>
                    <a:pt x="46989" y="298450"/>
                  </a:lnTo>
                  <a:lnTo>
                    <a:pt x="57149" y="298450"/>
                  </a:lnTo>
                  <a:lnTo>
                    <a:pt x="59689" y="295909"/>
                  </a:lnTo>
                  <a:close/>
                </a:path>
                <a:path w="347979" h="346710">
                  <a:moveTo>
                    <a:pt x="62230" y="293369"/>
                  </a:moveTo>
                  <a:lnTo>
                    <a:pt x="52070" y="293369"/>
                  </a:lnTo>
                  <a:lnTo>
                    <a:pt x="50800" y="294639"/>
                  </a:lnTo>
                  <a:lnTo>
                    <a:pt x="60959" y="294639"/>
                  </a:lnTo>
                  <a:lnTo>
                    <a:pt x="62230" y="293369"/>
                  </a:lnTo>
                  <a:close/>
                </a:path>
                <a:path w="347979" h="346710">
                  <a:moveTo>
                    <a:pt x="66039" y="289559"/>
                  </a:moveTo>
                  <a:lnTo>
                    <a:pt x="55880" y="289559"/>
                  </a:lnTo>
                  <a:lnTo>
                    <a:pt x="53339" y="292100"/>
                  </a:lnTo>
                  <a:lnTo>
                    <a:pt x="63499" y="292100"/>
                  </a:lnTo>
                  <a:lnTo>
                    <a:pt x="66039" y="289559"/>
                  </a:lnTo>
                  <a:close/>
                </a:path>
                <a:path w="347979" h="346710">
                  <a:moveTo>
                    <a:pt x="68579" y="287019"/>
                  </a:moveTo>
                  <a:lnTo>
                    <a:pt x="58420" y="287019"/>
                  </a:lnTo>
                  <a:lnTo>
                    <a:pt x="57150" y="288289"/>
                  </a:lnTo>
                  <a:lnTo>
                    <a:pt x="67309" y="288289"/>
                  </a:lnTo>
                  <a:lnTo>
                    <a:pt x="68579" y="287019"/>
                  </a:lnTo>
                  <a:close/>
                </a:path>
                <a:path w="347979" h="346710">
                  <a:moveTo>
                    <a:pt x="72389" y="283209"/>
                  </a:moveTo>
                  <a:lnTo>
                    <a:pt x="62230" y="283209"/>
                  </a:lnTo>
                  <a:lnTo>
                    <a:pt x="59689" y="285750"/>
                  </a:lnTo>
                  <a:lnTo>
                    <a:pt x="69849" y="285750"/>
                  </a:lnTo>
                  <a:lnTo>
                    <a:pt x="72389" y="283209"/>
                  </a:lnTo>
                  <a:close/>
                </a:path>
                <a:path w="347979" h="346710">
                  <a:moveTo>
                    <a:pt x="74929" y="280669"/>
                  </a:moveTo>
                  <a:lnTo>
                    <a:pt x="64770" y="280669"/>
                  </a:lnTo>
                  <a:lnTo>
                    <a:pt x="63500" y="281939"/>
                  </a:lnTo>
                  <a:lnTo>
                    <a:pt x="73659" y="281939"/>
                  </a:lnTo>
                  <a:lnTo>
                    <a:pt x="74929" y="280669"/>
                  </a:lnTo>
                  <a:close/>
                </a:path>
                <a:path w="347979" h="346710">
                  <a:moveTo>
                    <a:pt x="78739" y="276859"/>
                  </a:moveTo>
                  <a:lnTo>
                    <a:pt x="68580" y="276859"/>
                  </a:lnTo>
                  <a:lnTo>
                    <a:pt x="66039" y="279400"/>
                  </a:lnTo>
                  <a:lnTo>
                    <a:pt x="76199" y="279400"/>
                  </a:lnTo>
                  <a:lnTo>
                    <a:pt x="78739" y="276859"/>
                  </a:lnTo>
                  <a:close/>
                </a:path>
                <a:path w="347979" h="346710">
                  <a:moveTo>
                    <a:pt x="81279" y="274319"/>
                  </a:moveTo>
                  <a:lnTo>
                    <a:pt x="71120" y="274319"/>
                  </a:lnTo>
                  <a:lnTo>
                    <a:pt x="69850" y="275589"/>
                  </a:lnTo>
                  <a:lnTo>
                    <a:pt x="80009" y="275589"/>
                  </a:lnTo>
                  <a:lnTo>
                    <a:pt x="81279" y="274319"/>
                  </a:lnTo>
                  <a:close/>
                </a:path>
                <a:path w="347979" h="346710">
                  <a:moveTo>
                    <a:pt x="85090" y="270509"/>
                  </a:moveTo>
                  <a:lnTo>
                    <a:pt x="74930" y="270509"/>
                  </a:lnTo>
                  <a:lnTo>
                    <a:pt x="72389" y="273050"/>
                  </a:lnTo>
                  <a:lnTo>
                    <a:pt x="82549" y="273050"/>
                  </a:lnTo>
                  <a:lnTo>
                    <a:pt x="85090" y="270509"/>
                  </a:lnTo>
                  <a:close/>
                </a:path>
                <a:path w="347979" h="346710">
                  <a:moveTo>
                    <a:pt x="87629" y="267969"/>
                  </a:moveTo>
                  <a:lnTo>
                    <a:pt x="77470" y="267969"/>
                  </a:lnTo>
                  <a:lnTo>
                    <a:pt x="76200" y="269239"/>
                  </a:lnTo>
                  <a:lnTo>
                    <a:pt x="86359" y="269239"/>
                  </a:lnTo>
                  <a:lnTo>
                    <a:pt x="87629" y="267969"/>
                  </a:lnTo>
                  <a:close/>
                </a:path>
                <a:path w="347979" h="346710">
                  <a:moveTo>
                    <a:pt x="91439" y="264159"/>
                  </a:moveTo>
                  <a:lnTo>
                    <a:pt x="81280" y="264159"/>
                  </a:lnTo>
                  <a:lnTo>
                    <a:pt x="78739" y="266700"/>
                  </a:lnTo>
                  <a:lnTo>
                    <a:pt x="88899" y="266700"/>
                  </a:lnTo>
                  <a:lnTo>
                    <a:pt x="91439" y="264159"/>
                  </a:lnTo>
                  <a:close/>
                </a:path>
                <a:path w="347979" h="346710">
                  <a:moveTo>
                    <a:pt x="93979" y="261619"/>
                  </a:moveTo>
                  <a:lnTo>
                    <a:pt x="83820" y="261619"/>
                  </a:lnTo>
                  <a:lnTo>
                    <a:pt x="82550" y="262889"/>
                  </a:lnTo>
                  <a:lnTo>
                    <a:pt x="92709" y="262889"/>
                  </a:lnTo>
                  <a:lnTo>
                    <a:pt x="93979" y="261619"/>
                  </a:lnTo>
                  <a:close/>
                </a:path>
                <a:path w="347979" h="346710">
                  <a:moveTo>
                    <a:pt x="97789" y="257809"/>
                  </a:moveTo>
                  <a:lnTo>
                    <a:pt x="87630" y="257809"/>
                  </a:lnTo>
                  <a:lnTo>
                    <a:pt x="85089" y="260350"/>
                  </a:lnTo>
                  <a:lnTo>
                    <a:pt x="95249" y="260350"/>
                  </a:lnTo>
                  <a:lnTo>
                    <a:pt x="97789" y="257809"/>
                  </a:lnTo>
                  <a:close/>
                </a:path>
                <a:path w="347979" h="346710">
                  <a:moveTo>
                    <a:pt x="100329" y="255269"/>
                  </a:moveTo>
                  <a:lnTo>
                    <a:pt x="90170" y="255269"/>
                  </a:lnTo>
                  <a:lnTo>
                    <a:pt x="88900" y="256539"/>
                  </a:lnTo>
                  <a:lnTo>
                    <a:pt x="99059" y="256539"/>
                  </a:lnTo>
                  <a:lnTo>
                    <a:pt x="100329" y="255269"/>
                  </a:lnTo>
                  <a:close/>
                </a:path>
                <a:path w="347979" h="346710">
                  <a:moveTo>
                    <a:pt x="104139" y="251459"/>
                  </a:moveTo>
                  <a:lnTo>
                    <a:pt x="93980" y="251459"/>
                  </a:lnTo>
                  <a:lnTo>
                    <a:pt x="91439" y="254000"/>
                  </a:lnTo>
                  <a:lnTo>
                    <a:pt x="101599" y="254000"/>
                  </a:lnTo>
                  <a:lnTo>
                    <a:pt x="104139" y="251459"/>
                  </a:lnTo>
                  <a:close/>
                </a:path>
                <a:path w="347979" h="346710">
                  <a:moveTo>
                    <a:pt x="106679" y="248919"/>
                  </a:moveTo>
                  <a:lnTo>
                    <a:pt x="96520" y="248919"/>
                  </a:lnTo>
                  <a:lnTo>
                    <a:pt x="95250" y="250189"/>
                  </a:lnTo>
                  <a:lnTo>
                    <a:pt x="105409" y="250189"/>
                  </a:lnTo>
                  <a:lnTo>
                    <a:pt x="106679" y="248919"/>
                  </a:lnTo>
                  <a:close/>
                </a:path>
                <a:path w="347979" h="346710">
                  <a:moveTo>
                    <a:pt x="110489" y="245109"/>
                  </a:moveTo>
                  <a:lnTo>
                    <a:pt x="100330" y="245109"/>
                  </a:lnTo>
                  <a:lnTo>
                    <a:pt x="97789" y="247650"/>
                  </a:lnTo>
                  <a:lnTo>
                    <a:pt x="107949" y="247650"/>
                  </a:lnTo>
                  <a:lnTo>
                    <a:pt x="110489" y="245109"/>
                  </a:lnTo>
                  <a:close/>
                </a:path>
                <a:path w="347979" h="346710">
                  <a:moveTo>
                    <a:pt x="113029" y="242569"/>
                  </a:moveTo>
                  <a:lnTo>
                    <a:pt x="102870" y="242569"/>
                  </a:lnTo>
                  <a:lnTo>
                    <a:pt x="101600" y="243839"/>
                  </a:lnTo>
                  <a:lnTo>
                    <a:pt x="111759" y="243839"/>
                  </a:lnTo>
                  <a:lnTo>
                    <a:pt x="113029" y="242569"/>
                  </a:lnTo>
                  <a:close/>
                </a:path>
                <a:path w="347979" h="346710">
                  <a:moveTo>
                    <a:pt x="116839" y="238759"/>
                  </a:moveTo>
                  <a:lnTo>
                    <a:pt x="106680" y="238759"/>
                  </a:lnTo>
                  <a:lnTo>
                    <a:pt x="104139" y="241300"/>
                  </a:lnTo>
                  <a:lnTo>
                    <a:pt x="114299" y="241300"/>
                  </a:lnTo>
                  <a:lnTo>
                    <a:pt x="116839" y="238759"/>
                  </a:lnTo>
                  <a:close/>
                </a:path>
                <a:path w="347979" h="346710">
                  <a:moveTo>
                    <a:pt x="119379" y="236219"/>
                  </a:moveTo>
                  <a:lnTo>
                    <a:pt x="109220" y="236219"/>
                  </a:lnTo>
                  <a:lnTo>
                    <a:pt x="107950" y="237489"/>
                  </a:lnTo>
                  <a:lnTo>
                    <a:pt x="118109" y="237489"/>
                  </a:lnTo>
                  <a:lnTo>
                    <a:pt x="119379" y="236219"/>
                  </a:lnTo>
                  <a:close/>
                </a:path>
                <a:path w="347979" h="346710">
                  <a:moveTo>
                    <a:pt x="123189" y="232409"/>
                  </a:moveTo>
                  <a:lnTo>
                    <a:pt x="113030" y="232409"/>
                  </a:lnTo>
                  <a:lnTo>
                    <a:pt x="110489" y="234950"/>
                  </a:lnTo>
                  <a:lnTo>
                    <a:pt x="120649" y="234950"/>
                  </a:lnTo>
                  <a:lnTo>
                    <a:pt x="123189" y="232409"/>
                  </a:lnTo>
                  <a:close/>
                </a:path>
                <a:path w="347979" h="346710">
                  <a:moveTo>
                    <a:pt x="125729" y="229869"/>
                  </a:moveTo>
                  <a:lnTo>
                    <a:pt x="115570" y="229869"/>
                  </a:lnTo>
                  <a:lnTo>
                    <a:pt x="114300" y="231139"/>
                  </a:lnTo>
                  <a:lnTo>
                    <a:pt x="124459" y="231139"/>
                  </a:lnTo>
                  <a:lnTo>
                    <a:pt x="125729" y="229869"/>
                  </a:lnTo>
                  <a:close/>
                </a:path>
                <a:path w="347979" h="346710">
                  <a:moveTo>
                    <a:pt x="129539" y="226059"/>
                  </a:moveTo>
                  <a:lnTo>
                    <a:pt x="119380" y="226059"/>
                  </a:lnTo>
                  <a:lnTo>
                    <a:pt x="116839" y="228600"/>
                  </a:lnTo>
                  <a:lnTo>
                    <a:pt x="126999" y="228600"/>
                  </a:lnTo>
                  <a:lnTo>
                    <a:pt x="129539" y="226059"/>
                  </a:lnTo>
                  <a:close/>
                </a:path>
                <a:path w="347979" h="346710">
                  <a:moveTo>
                    <a:pt x="132079" y="223519"/>
                  </a:moveTo>
                  <a:lnTo>
                    <a:pt x="121920" y="223519"/>
                  </a:lnTo>
                  <a:lnTo>
                    <a:pt x="120650" y="224789"/>
                  </a:lnTo>
                  <a:lnTo>
                    <a:pt x="130809" y="224789"/>
                  </a:lnTo>
                  <a:lnTo>
                    <a:pt x="132079" y="223519"/>
                  </a:lnTo>
                  <a:close/>
                </a:path>
                <a:path w="347979" h="346710">
                  <a:moveTo>
                    <a:pt x="135889" y="219709"/>
                  </a:moveTo>
                  <a:lnTo>
                    <a:pt x="125730" y="219709"/>
                  </a:lnTo>
                  <a:lnTo>
                    <a:pt x="123189" y="222250"/>
                  </a:lnTo>
                  <a:lnTo>
                    <a:pt x="133349" y="222250"/>
                  </a:lnTo>
                  <a:lnTo>
                    <a:pt x="135889" y="219709"/>
                  </a:lnTo>
                  <a:close/>
                </a:path>
                <a:path w="347979" h="346710">
                  <a:moveTo>
                    <a:pt x="138429" y="217169"/>
                  </a:moveTo>
                  <a:lnTo>
                    <a:pt x="128270" y="217169"/>
                  </a:lnTo>
                  <a:lnTo>
                    <a:pt x="127000" y="218439"/>
                  </a:lnTo>
                  <a:lnTo>
                    <a:pt x="137159" y="218439"/>
                  </a:lnTo>
                  <a:lnTo>
                    <a:pt x="138429" y="217169"/>
                  </a:lnTo>
                  <a:close/>
                </a:path>
                <a:path w="347979" h="346710">
                  <a:moveTo>
                    <a:pt x="142239" y="213359"/>
                  </a:moveTo>
                  <a:lnTo>
                    <a:pt x="132080" y="213359"/>
                  </a:lnTo>
                  <a:lnTo>
                    <a:pt x="129539" y="215900"/>
                  </a:lnTo>
                  <a:lnTo>
                    <a:pt x="139699" y="215900"/>
                  </a:lnTo>
                  <a:lnTo>
                    <a:pt x="142239" y="213359"/>
                  </a:lnTo>
                  <a:close/>
                </a:path>
                <a:path w="347979" h="346710">
                  <a:moveTo>
                    <a:pt x="144779" y="210819"/>
                  </a:moveTo>
                  <a:lnTo>
                    <a:pt x="134620" y="210819"/>
                  </a:lnTo>
                  <a:lnTo>
                    <a:pt x="133350" y="212089"/>
                  </a:lnTo>
                  <a:lnTo>
                    <a:pt x="143509" y="212089"/>
                  </a:lnTo>
                  <a:lnTo>
                    <a:pt x="144779" y="210819"/>
                  </a:lnTo>
                  <a:close/>
                </a:path>
                <a:path w="347979" h="346710">
                  <a:moveTo>
                    <a:pt x="148589" y="207009"/>
                  </a:moveTo>
                  <a:lnTo>
                    <a:pt x="138430" y="207009"/>
                  </a:lnTo>
                  <a:lnTo>
                    <a:pt x="135889" y="209550"/>
                  </a:lnTo>
                  <a:lnTo>
                    <a:pt x="146049" y="209550"/>
                  </a:lnTo>
                  <a:lnTo>
                    <a:pt x="148589" y="207009"/>
                  </a:lnTo>
                  <a:close/>
                </a:path>
                <a:path w="347979" h="346710">
                  <a:moveTo>
                    <a:pt x="151129" y="204469"/>
                  </a:moveTo>
                  <a:lnTo>
                    <a:pt x="140970" y="204469"/>
                  </a:lnTo>
                  <a:lnTo>
                    <a:pt x="139700" y="205739"/>
                  </a:lnTo>
                  <a:lnTo>
                    <a:pt x="149859" y="205739"/>
                  </a:lnTo>
                  <a:lnTo>
                    <a:pt x="151129" y="204469"/>
                  </a:lnTo>
                  <a:close/>
                </a:path>
                <a:path w="347979" h="346710">
                  <a:moveTo>
                    <a:pt x="154939" y="200659"/>
                  </a:moveTo>
                  <a:lnTo>
                    <a:pt x="144780" y="200659"/>
                  </a:lnTo>
                  <a:lnTo>
                    <a:pt x="142239" y="203200"/>
                  </a:lnTo>
                  <a:lnTo>
                    <a:pt x="152399" y="203200"/>
                  </a:lnTo>
                  <a:lnTo>
                    <a:pt x="154939" y="200659"/>
                  </a:lnTo>
                  <a:close/>
                </a:path>
                <a:path w="347979" h="346710">
                  <a:moveTo>
                    <a:pt x="157479" y="198119"/>
                  </a:moveTo>
                  <a:lnTo>
                    <a:pt x="147320" y="198119"/>
                  </a:lnTo>
                  <a:lnTo>
                    <a:pt x="146050" y="199389"/>
                  </a:lnTo>
                  <a:lnTo>
                    <a:pt x="156209" y="199389"/>
                  </a:lnTo>
                  <a:lnTo>
                    <a:pt x="157479" y="198119"/>
                  </a:lnTo>
                  <a:close/>
                </a:path>
                <a:path w="347979" h="346710">
                  <a:moveTo>
                    <a:pt x="170179" y="185419"/>
                  </a:moveTo>
                  <a:lnTo>
                    <a:pt x="160020" y="185419"/>
                  </a:lnTo>
                  <a:lnTo>
                    <a:pt x="148589" y="196850"/>
                  </a:lnTo>
                  <a:lnTo>
                    <a:pt x="158749" y="196850"/>
                  </a:lnTo>
                  <a:lnTo>
                    <a:pt x="170179" y="185419"/>
                  </a:lnTo>
                  <a:close/>
                </a:path>
                <a:path w="347979" h="346710">
                  <a:moveTo>
                    <a:pt x="182879" y="172719"/>
                  </a:moveTo>
                  <a:lnTo>
                    <a:pt x="172720" y="172719"/>
                  </a:lnTo>
                  <a:lnTo>
                    <a:pt x="161289" y="184150"/>
                  </a:lnTo>
                  <a:lnTo>
                    <a:pt x="171449" y="184150"/>
                  </a:lnTo>
                  <a:lnTo>
                    <a:pt x="182879" y="172719"/>
                  </a:lnTo>
                  <a:close/>
                </a:path>
                <a:path w="347979" h="346710">
                  <a:moveTo>
                    <a:pt x="186689" y="168909"/>
                  </a:moveTo>
                  <a:lnTo>
                    <a:pt x="176530" y="168909"/>
                  </a:lnTo>
                  <a:lnTo>
                    <a:pt x="173989" y="171450"/>
                  </a:lnTo>
                  <a:lnTo>
                    <a:pt x="184149" y="171450"/>
                  </a:lnTo>
                  <a:lnTo>
                    <a:pt x="186689" y="168909"/>
                  </a:lnTo>
                  <a:close/>
                </a:path>
                <a:path w="347979" h="346710">
                  <a:moveTo>
                    <a:pt x="189229" y="166369"/>
                  </a:moveTo>
                  <a:lnTo>
                    <a:pt x="179070" y="166369"/>
                  </a:lnTo>
                  <a:lnTo>
                    <a:pt x="177800" y="167639"/>
                  </a:lnTo>
                  <a:lnTo>
                    <a:pt x="187959" y="167639"/>
                  </a:lnTo>
                  <a:lnTo>
                    <a:pt x="189229" y="166369"/>
                  </a:lnTo>
                  <a:close/>
                </a:path>
                <a:path w="347979" h="346710">
                  <a:moveTo>
                    <a:pt x="193039" y="162559"/>
                  </a:moveTo>
                  <a:lnTo>
                    <a:pt x="182880" y="162559"/>
                  </a:lnTo>
                  <a:lnTo>
                    <a:pt x="180339" y="165100"/>
                  </a:lnTo>
                  <a:lnTo>
                    <a:pt x="190499" y="165100"/>
                  </a:lnTo>
                  <a:lnTo>
                    <a:pt x="193039" y="162559"/>
                  </a:lnTo>
                  <a:close/>
                </a:path>
                <a:path w="347979" h="346710">
                  <a:moveTo>
                    <a:pt x="205739" y="149859"/>
                  </a:moveTo>
                  <a:lnTo>
                    <a:pt x="195580" y="149859"/>
                  </a:lnTo>
                  <a:lnTo>
                    <a:pt x="184150" y="161289"/>
                  </a:lnTo>
                  <a:lnTo>
                    <a:pt x="194309" y="161289"/>
                  </a:lnTo>
                  <a:lnTo>
                    <a:pt x="205739" y="149859"/>
                  </a:lnTo>
                  <a:close/>
                </a:path>
                <a:path w="347979" h="346710">
                  <a:moveTo>
                    <a:pt x="214629" y="140969"/>
                  </a:moveTo>
                  <a:lnTo>
                    <a:pt x="204470" y="140969"/>
                  </a:lnTo>
                  <a:lnTo>
                    <a:pt x="196850" y="148589"/>
                  </a:lnTo>
                  <a:lnTo>
                    <a:pt x="207009" y="148589"/>
                  </a:lnTo>
                  <a:lnTo>
                    <a:pt x="214629" y="140969"/>
                  </a:lnTo>
                  <a:close/>
                </a:path>
                <a:path w="347979" h="346710">
                  <a:moveTo>
                    <a:pt x="231139" y="124459"/>
                  </a:moveTo>
                  <a:lnTo>
                    <a:pt x="220980" y="124459"/>
                  </a:lnTo>
                  <a:lnTo>
                    <a:pt x="205739" y="139700"/>
                  </a:lnTo>
                  <a:lnTo>
                    <a:pt x="215899" y="139700"/>
                  </a:lnTo>
                  <a:lnTo>
                    <a:pt x="231139" y="124459"/>
                  </a:lnTo>
                  <a:close/>
                </a:path>
                <a:path w="347979" h="346710">
                  <a:moveTo>
                    <a:pt x="236219" y="119379"/>
                  </a:moveTo>
                  <a:lnTo>
                    <a:pt x="226060" y="119379"/>
                  </a:lnTo>
                  <a:lnTo>
                    <a:pt x="222250" y="123189"/>
                  </a:lnTo>
                  <a:lnTo>
                    <a:pt x="232409" y="123189"/>
                  </a:lnTo>
                  <a:lnTo>
                    <a:pt x="236219" y="119379"/>
                  </a:lnTo>
                  <a:close/>
                </a:path>
              </a:pathLst>
            </a:custGeom>
            <a:solidFill>
              <a:srgbClr val="C84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1">
              <a:extLst>
                <a:ext uri="{FF2B5EF4-FFF2-40B4-BE49-F238E27FC236}">
                  <a16:creationId xmlns:a16="http://schemas.microsoft.com/office/drawing/2014/main" id="{CBE89204-BEED-FCD8-3FB2-335A5FD324DC}"/>
                </a:ext>
              </a:extLst>
            </p:cNvPr>
            <p:cNvSpPr/>
            <p:nvPr/>
          </p:nvSpPr>
          <p:spPr>
            <a:xfrm>
              <a:off x="3031490" y="2744469"/>
              <a:ext cx="345440" cy="340360"/>
            </a:xfrm>
            <a:custGeom>
              <a:avLst/>
              <a:gdLst/>
              <a:ahLst/>
              <a:cxnLst/>
              <a:rect l="l" t="t" r="r" b="b"/>
              <a:pathLst>
                <a:path w="345439" h="340360">
                  <a:moveTo>
                    <a:pt x="322580" y="29210"/>
                  </a:moveTo>
                  <a:lnTo>
                    <a:pt x="311150" y="29210"/>
                  </a:lnTo>
                  <a:lnTo>
                    <a:pt x="304800" y="35560"/>
                  </a:lnTo>
                  <a:lnTo>
                    <a:pt x="316230" y="35560"/>
                  </a:lnTo>
                  <a:lnTo>
                    <a:pt x="322580" y="29210"/>
                  </a:lnTo>
                  <a:close/>
                </a:path>
                <a:path w="345439" h="340360">
                  <a:moveTo>
                    <a:pt x="325120" y="26670"/>
                  </a:moveTo>
                  <a:lnTo>
                    <a:pt x="313689" y="26670"/>
                  </a:lnTo>
                  <a:lnTo>
                    <a:pt x="312420" y="27939"/>
                  </a:lnTo>
                  <a:lnTo>
                    <a:pt x="323850" y="27939"/>
                  </a:lnTo>
                  <a:lnTo>
                    <a:pt x="325120" y="26670"/>
                  </a:lnTo>
                  <a:close/>
                </a:path>
                <a:path w="345439" h="340360">
                  <a:moveTo>
                    <a:pt x="328930" y="22860"/>
                  </a:moveTo>
                  <a:lnTo>
                    <a:pt x="317500" y="22860"/>
                  </a:lnTo>
                  <a:lnTo>
                    <a:pt x="314960" y="25400"/>
                  </a:lnTo>
                  <a:lnTo>
                    <a:pt x="326390" y="25400"/>
                  </a:lnTo>
                  <a:lnTo>
                    <a:pt x="328930" y="22860"/>
                  </a:lnTo>
                  <a:close/>
                </a:path>
                <a:path w="345439" h="340360">
                  <a:moveTo>
                    <a:pt x="331470" y="20320"/>
                  </a:moveTo>
                  <a:lnTo>
                    <a:pt x="320039" y="20320"/>
                  </a:lnTo>
                  <a:lnTo>
                    <a:pt x="318770" y="21589"/>
                  </a:lnTo>
                  <a:lnTo>
                    <a:pt x="330200" y="21589"/>
                  </a:lnTo>
                  <a:lnTo>
                    <a:pt x="331470" y="20320"/>
                  </a:lnTo>
                  <a:close/>
                </a:path>
                <a:path w="345439" h="340360">
                  <a:moveTo>
                    <a:pt x="335280" y="16510"/>
                  </a:moveTo>
                  <a:lnTo>
                    <a:pt x="323850" y="16510"/>
                  </a:lnTo>
                  <a:lnTo>
                    <a:pt x="321310" y="19050"/>
                  </a:lnTo>
                  <a:lnTo>
                    <a:pt x="332740" y="19050"/>
                  </a:lnTo>
                  <a:lnTo>
                    <a:pt x="335280" y="16510"/>
                  </a:lnTo>
                  <a:close/>
                </a:path>
                <a:path w="345439" h="340360">
                  <a:moveTo>
                    <a:pt x="337820" y="13970"/>
                  </a:moveTo>
                  <a:lnTo>
                    <a:pt x="326389" y="13970"/>
                  </a:lnTo>
                  <a:lnTo>
                    <a:pt x="325120" y="15239"/>
                  </a:lnTo>
                  <a:lnTo>
                    <a:pt x="336550" y="15239"/>
                  </a:lnTo>
                  <a:lnTo>
                    <a:pt x="337820" y="13970"/>
                  </a:lnTo>
                  <a:close/>
                </a:path>
                <a:path w="345439" h="340360">
                  <a:moveTo>
                    <a:pt x="341630" y="0"/>
                  </a:moveTo>
                  <a:lnTo>
                    <a:pt x="340360" y="0"/>
                  </a:lnTo>
                  <a:lnTo>
                    <a:pt x="340360" y="1270"/>
                  </a:lnTo>
                  <a:lnTo>
                    <a:pt x="339089" y="1270"/>
                  </a:lnTo>
                  <a:lnTo>
                    <a:pt x="327660" y="12700"/>
                  </a:lnTo>
                  <a:lnTo>
                    <a:pt x="339090" y="12700"/>
                  </a:lnTo>
                  <a:lnTo>
                    <a:pt x="345440" y="6350"/>
                  </a:lnTo>
                  <a:lnTo>
                    <a:pt x="344170" y="6350"/>
                  </a:lnTo>
                  <a:lnTo>
                    <a:pt x="344170" y="3810"/>
                  </a:lnTo>
                  <a:lnTo>
                    <a:pt x="342900" y="3810"/>
                  </a:lnTo>
                  <a:lnTo>
                    <a:pt x="342900" y="2539"/>
                  </a:lnTo>
                  <a:lnTo>
                    <a:pt x="341630" y="2539"/>
                  </a:lnTo>
                  <a:lnTo>
                    <a:pt x="341630" y="0"/>
                  </a:lnTo>
                  <a:close/>
                </a:path>
                <a:path w="345439" h="340360">
                  <a:moveTo>
                    <a:pt x="316229" y="35560"/>
                  </a:moveTo>
                  <a:lnTo>
                    <a:pt x="304799" y="35560"/>
                  </a:lnTo>
                  <a:lnTo>
                    <a:pt x="279400" y="60960"/>
                  </a:lnTo>
                  <a:lnTo>
                    <a:pt x="290830" y="60960"/>
                  </a:lnTo>
                  <a:lnTo>
                    <a:pt x="316229" y="35560"/>
                  </a:lnTo>
                  <a:close/>
                </a:path>
                <a:path w="345439" h="340360">
                  <a:moveTo>
                    <a:pt x="290829" y="60960"/>
                  </a:moveTo>
                  <a:lnTo>
                    <a:pt x="279399" y="60960"/>
                  </a:lnTo>
                  <a:lnTo>
                    <a:pt x="228600" y="111760"/>
                  </a:lnTo>
                  <a:lnTo>
                    <a:pt x="240030" y="111760"/>
                  </a:lnTo>
                  <a:lnTo>
                    <a:pt x="290829" y="60960"/>
                  </a:lnTo>
                  <a:close/>
                </a:path>
                <a:path w="345439" h="340360">
                  <a:moveTo>
                    <a:pt x="3810" y="337820"/>
                  </a:moveTo>
                  <a:lnTo>
                    <a:pt x="2540" y="337820"/>
                  </a:lnTo>
                  <a:lnTo>
                    <a:pt x="0" y="340360"/>
                  </a:lnTo>
                  <a:lnTo>
                    <a:pt x="3810" y="340360"/>
                  </a:lnTo>
                  <a:lnTo>
                    <a:pt x="3810" y="337820"/>
                  </a:lnTo>
                  <a:close/>
                </a:path>
                <a:path w="345439" h="340360">
                  <a:moveTo>
                    <a:pt x="17780" y="334010"/>
                  </a:moveTo>
                  <a:lnTo>
                    <a:pt x="6350" y="334010"/>
                  </a:lnTo>
                  <a:lnTo>
                    <a:pt x="3809" y="336550"/>
                  </a:lnTo>
                  <a:lnTo>
                    <a:pt x="12700" y="336550"/>
                  </a:lnTo>
                  <a:lnTo>
                    <a:pt x="12700" y="337820"/>
                  </a:lnTo>
                  <a:lnTo>
                    <a:pt x="13970" y="337820"/>
                  </a:lnTo>
                  <a:lnTo>
                    <a:pt x="17780" y="334010"/>
                  </a:lnTo>
                  <a:close/>
                </a:path>
                <a:path w="345439" h="340360">
                  <a:moveTo>
                    <a:pt x="20320" y="331470"/>
                  </a:moveTo>
                  <a:lnTo>
                    <a:pt x="8889" y="331470"/>
                  </a:lnTo>
                  <a:lnTo>
                    <a:pt x="7619" y="332740"/>
                  </a:lnTo>
                  <a:lnTo>
                    <a:pt x="19050" y="332740"/>
                  </a:lnTo>
                  <a:lnTo>
                    <a:pt x="20320" y="331470"/>
                  </a:lnTo>
                  <a:close/>
                </a:path>
                <a:path w="345439" h="340360">
                  <a:moveTo>
                    <a:pt x="24130" y="327660"/>
                  </a:moveTo>
                  <a:lnTo>
                    <a:pt x="12700" y="327660"/>
                  </a:lnTo>
                  <a:lnTo>
                    <a:pt x="10159" y="330200"/>
                  </a:lnTo>
                  <a:lnTo>
                    <a:pt x="21589" y="330200"/>
                  </a:lnTo>
                  <a:lnTo>
                    <a:pt x="24130" y="327660"/>
                  </a:lnTo>
                  <a:close/>
                </a:path>
                <a:path w="345439" h="340360">
                  <a:moveTo>
                    <a:pt x="26670" y="325120"/>
                  </a:moveTo>
                  <a:lnTo>
                    <a:pt x="15240" y="325120"/>
                  </a:lnTo>
                  <a:lnTo>
                    <a:pt x="13969" y="326390"/>
                  </a:lnTo>
                  <a:lnTo>
                    <a:pt x="25400" y="326390"/>
                  </a:lnTo>
                  <a:lnTo>
                    <a:pt x="26670" y="325120"/>
                  </a:lnTo>
                  <a:close/>
                </a:path>
                <a:path w="345439" h="340360">
                  <a:moveTo>
                    <a:pt x="30480" y="321310"/>
                  </a:moveTo>
                  <a:lnTo>
                    <a:pt x="19050" y="321310"/>
                  </a:lnTo>
                  <a:lnTo>
                    <a:pt x="16509" y="323850"/>
                  </a:lnTo>
                  <a:lnTo>
                    <a:pt x="27939" y="323850"/>
                  </a:lnTo>
                  <a:lnTo>
                    <a:pt x="30480" y="321310"/>
                  </a:lnTo>
                  <a:close/>
                </a:path>
                <a:path w="345439" h="340360">
                  <a:moveTo>
                    <a:pt x="33020" y="318770"/>
                  </a:moveTo>
                  <a:lnTo>
                    <a:pt x="21590" y="318770"/>
                  </a:lnTo>
                  <a:lnTo>
                    <a:pt x="20319" y="320040"/>
                  </a:lnTo>
                  <a:lnTo>
                    <a:pt x="31750" y="320040"/>
                  </a:lnTo>
                  <a:lnTo>
                    <a:pt x="33020" y="318770"/>
                  </a:lnTo>
                  <a:close/>
                </a:path>
                <a:path w="345439" h="340360">
                  <a:moveTo>
                    <a:pt x="36830" y="314960"/>
                  </a:moveTo>
                  <a:lnTo>
                    <a:pt x="25400" y="314960"/>
                  </a:lnTo>
                  <a:lnTo>
                    <a:pt x="22859" y="317500"/>
                  </a:lnTo>
                  <a:lnTo>
                    <a:pt x="34289" y="317500"/>
                  </a:lnTo>
                  <a:lnTo>
                    <a:pt x="36830" y="314960"/>
                  </a:lnTo>
                  <a:close/>
                </a:path>
                <a:path w="345439" h="340360">
                  <a:moveTo>
                    <a:pt x="39370" y="312420"/>
                  </a:moveTo>
                  <a:lnTo>
                    <a:pt x="27940" y="312420"/>
                  </a:lnTo>
                  <a:lnTo>
                    <a:pt x="26669" y="313690"/>
                  </a:lnTo>
                  <a:lnTo>
                    <a:pt x="38100" y="313690"/>
                  </a:lnTo>
                  <a:lnTo>
                    <a:pt x="39370" y="312420"/>
                  </a:lnTo>
                  <a:close/>
                </a:path>
                <a:path w="345439" h="340360">
                  <a:moveTo>
                    <a:pt x="43180" y="308610"/>
                  </a:moveTo>
                  <a:lnTo>
                    <a:pt x="31750" y="308610"/>
                  </a:lnTo>
                  <a:lnTo>
                    <a:pt x="29209" y="311150"/>
                  </a:lnTo>
                  <a:lnTo>
                    <a:pt x="40639" y="311150"/>
                  </a:lnTo>
                  <a:lnTo>
                    <a:pt x="43180" y="308610"/>
                  </a:lnTo>
                  <a:close/>
                </a:path>
                <a:path w="345439" h="340360">
                  <a:moveTo>
                    <a:pt x="45720" y="306070"/>
                  </a:moveTo>
                  <a:lnTo>
                    <a:pt x="34289" y="306070"/>
                  </a:lnTo>
                  <a:lnTo>
                    <a:pt x="33019" y="307340"/>
                  </a:lnTo>
                  <a:lnTo>
                    <a:pt x="44450" y="307340"/>
                  </a:lnTo>
                  <a:lnTo>
                    <a:pt x="45720" y="306070"/>
                  </a:lnTo>
                  <a:close/>
                </a:path>
                <a:path w="345439" h="340360">
                  <a:moveTo>
                    <a:pt x="49530" y="302260"/>
                  </a:moveTo>
                  <a:lnTo>
                    <a:pt x="38100" y="302260"/>
                  </a:lnTo>
                  <a:lnTo>
                    <a:pt x="35559" y="304800"/>
                  </a:lnTo>
                  <a:lnTo>
                    <a:pt x="46989" y="304800"/>
                  </a:lnTo>
                  <a:lnTo>
                    <a:pt x="49530" y="302260"/>
                  </a:lnTo>
                  <a:close/>
                </a:path>
                <a:path w="345439" h="340360">
                  <a:moveTo>
                    <a:pt x="52070" y="299720"/>
                  </a:moveTo>
                  <a:lnTo>
                    <a:pt x="40640" y="299720"/>
                  </a:lnTo>
                  <a:lnTo>
                    <a:pt x="39369" y="300990"/>
                  </a:lnTo>
                  <a:lnTo>
                    <a:pt x="50800" y="300990"/>
                  </a:lnTo>
                  <a:lnTo>
                    <a:pt x="52070" y="299720"/>
                  </a:lnTo>
                  <a:close/>
                </a:path>
                <a:path w="345439" h="340360">
                  <a:moveTo>
                    <a:pt x="55880" y="295910"/>
                  </a:moveTo>
                  <a:lnTo>
                    <a:pt x="44450" y="295910"/>
                  </a:lnTo>
                  <a:lnTo>
                    <a:pt x="41909" y="298450"/>
                  </a:lnTo>
                  <a:lnTo>
                    <a:pt x="53339" y="298450"/>
                  </a:lnTo>
                  <a:lnTo>
                    <a:pt x="55880" y="295910"/>
                  </a:lnTo>
                  <a:close/>
                </a:path>
                <a:path w="345439" h="340360">
                  <a:moveTo>
                    <a:pt x="58420" y="293370"/>
                  </a:moveTo>
                  <a:lnTo>
                    <a:pt x="46989" y="293370"/>
                  </a:lnTo>
                  <a:lnTo>
                    <a:pt x="45719" y="294640"/>
                  </a:lnTo>
                  <a:lnTo>
                    <a:pt x="57150" y="294640"/>
                  </a:lnTo>
                  <a:lnTo>
                    <a:pt x="58420" y="293370"/>
                  </a:lnTo>
                  <a:close/>
                </a:path>
                <a:path w="345439" h="340360">
                  <a:moveTo>
                    <a:pt x="62230" y="289560"/>
                  </a:moveTo>
                  <a:lnTo>
                    <a:pt x="50800" y="289560"/>
                  </a:lnTo>
                  <a:lnTo>
                    <a:pt x="48259" y="292100"/>
                  </a:lnTo>
                  <a:lnTo>
                    <a:pt x="59689" y="292100"/>
                  </a:lnTo>
                  <a:lnTo>
                    <a:pt x="62230" y="289560"/>
                  </a:lnTo>
                  <a:close/>
                </a:path>
                <a:path w="345439" h="340360">
                  <a:moveTo>
                    <a:pt x="64770" y="287020"/>
                  </a:moveTo>
                  <a:lnTo>
                    <a:pt x="53340" y="287020"/>
                  </a:lnTo>
                  <a:lnTo>
                    <a:pt x="52069" y="288290"/>
                  </a:lnTo>
                  <a:lnTo>
                    <a:pt x="63500" y="288290"/>
                  </a:lnTo>
                  <a:lnTo>
                    <a:pt x="64770" y="287020"/>
                  </a:lnTo>
                  <a:close/>
                </a:path>
                <a:path w="345439" h="340360">
                  <a:moveTo>
                    <a:pt x="68580" y="283210"/>
                  </a:moveTo>
                  <a:lnTo>
                    <a:pt x="57150" y="283210"/>
                  </a:lnTo>
                  <a:lnTo>
                    <a:pt x="54609" y="285750"/>
                  </a:lnTo>
                  <a:lnTo>
                    <a:pt x="66039" y="285750"/>
                  </a:lnTo>
                  <a:lnTo>
                    <a:pt x="68580" y="283210"/>
                  </a:lnTo>
                  <a:close/>
                </a:path>
                <a:path w="345439" h="340360">
                  <a:moveTo>
                    <a:pt x="71120" y="280670"/>
                  </a:moveTo>
                  <a:lnTo>
                    <a:pt x="59689" y="280670"/>
                  </a:lnTo>
                  <a:lnTo>
                    <a:pt x="58419" y="281940"/>
                  </a:lnTo>
                  <a:lnTo>
                    <a:pt x="69850" y="281940"/>
                  </a:lnTo>
                  <a:lnTo>
                    <a:pt x="71120" y="280670"/>
                  </a:lnTo>
                  <a:close/>
                </a:path>
                <a:path w="345439" h="340360">
                  <a:moveTo>
                    <a:pt x="74930" y="276860"/>
                  </a:moveTo>
                  <a:lnTo>
                    <a:pt x="63500" y="276860"/>
                  </a:lnTo>
                  <a:lnTo>
                    <a:pt x="60959" y="279400"/>
                  </a:lnTo>
                  <a:lnTo>
                    <a:pt x="72389" y="279400"/>
                  </a:lnTo>
                  <a:lnTo>
                    <a:pt x="74930" y="276860"/>
                  </a:lnTo>
                  <a:close/>
                </a:path>
                <a:path w="345439" h="340360">
                  <a:moveTo>
                    <a:pt x="77470" y="274320"/>
                  </a:moveTo>
                  <a:lnTo>
                    <a:pt x="66039" y="274320"/>
                  </a:lnTo>
                  <a:lnTo>
                    <a:pt x="64769" y="275590"/>
                  </a:lnTo>
                  <a:lnTo>
                    <a:pt x="76200" y="275590"/>
                  </a:lnTo>
                  <a:lnTo>
                    <a:pt x="77470" y="274320"/>
                  </a:lnTo>
                  <a:close/>
                </a:path>
                <a:path w="345439" h="340360">
                  <a:moveTo>
                    <a:pt x="81280" y="270510"/>
                  </a:moveTo>
                  <a:lnTo>
                    <a:pt x="69850" y="270510"/>
                  </a:lnTo>
                  <a:lnTo>
                    <a:pt x="67309" y="273050"/>
                  </a:lnTo>
                  <a:lnTo>
                    <a:pt x="78739" y="273050"/>
                  </a:lnTo>
                  <a:lnTo>
                    <a:pt x="81280" y="270510"/>
                  </a:lnTo>
                  <a:close/>
                </a:path>
                <a:path w="345439" h="340360">
                  <a:moveTo>
                    <a:pt x="83820" y="267970"/>
                  </a:moveTo>
                  <a:lnTo>
                    <a:pt x="72389" y="267970"/>
                  </a:lnTo>
                  <a:lnTo>
                    <a:pt x="71119" y="269240"/>
                  </a:lnTo>
                  <a:lnTo>
                    <a:pt x="82550" y="269240"/>
                  </a:lnTo>
                  <a:lnTo>
                    <a:pt x="83820" y="267970"/>
                  </a:lnTo>
                  <a:close/>
                </a:path>
                <a:path w="345439" h="340360">
                  <a:moveTo>
                    <a:pt x="87630" y="264160"/>
                  </a:moveTo>
                  <a:lnTo>
                    <a:pt x="76200" y="264160"/>
                  </a:lnTo>
                  <a:lnTo>
                    <a:pt x="73659" y="266700"/>
                  </a:lnTo>
                  <a:lnTo>
                    <a:pt x="85089" y="266700"/>
                  </a:lnTo>
                  <a:lnTo>
                    <a:pt x="87630" y="264160"/>
                  </a:lnTo>
                  <a:close/>
                </a:path>
                <a:path w="345439" h="340360">
                  <a:moveTo>
                    <a:pt x="90170" y="261620"/>
                  </a:moveTo>
                  <a:lnTo>
                    <a:pt x="78739" y="261620"/>
                  </a:lnTo>
                  <a:lnTo>
                    <a:pt x="77469" y="262890"/>
                  </a:lnTo>
                  <a:lnTo>
                    <a:pt x="88900" y="262890"/>
                  </a:lnTo>
                  <a:lnTo>
                    <a:pt x="90170" y="261620"/>
                  </a:lnTo>
                  <a:close/>
                </a:path>
                <a:path w="345439" h="340360">
                  <a:moveTo>
                    <a:pt x="93980" y="257810"/>
                  </a:moveTo>
                  <a:lnTo>
                    <a:pt x="82550" y="257810"/>
                  </a:lnTo>
                  <a:lnTo>
                    <a:pt x="80009" y="260350"/>
                  </a:lnTo>
                  <a:lnTo>
                    <a:pt x="91440" y="260350"/>
                  </a:lnTo>
                  <a:lnTo>
                    <a:pt x="93980" y="257810"/>
                  </a:lnTo>
                  <a:close/>
                </a:path>
                <a:path w="345439" h="340360">
                  <a:moveTo>
                    <a:pt x="96520" y="255270"/>
                  </a:moveTo>
                  <a:lnTo>
                    <a:pt x="85089" y="255270"/>
                  </a:lnTo>
                  <a:lnTo>
                    <a:pt x="83819" y="256540"/>
                  </a:lnTo>
                  <a:lnTo>
                    <a:pt x="95250" y="256540"/>
                  </a:lnTo>
                  <a:lnTo>
                    <a:pt x="96520" y="255270"/>
                  </a:lnTo>
                  <a:close/>
                </a:path>
                <a:path w="345439" h="340360">
                  <a:moveTo>
                    <a:pt x="100330" y="251460"/>
                  </a:moveTo>
                  <a:lnTo>
                    <a:pt x="88900" y="251460"/>
                  </a:lnTo>
                  <a:lnTo>
                    <a:pt x="86359" y="254000"/>
                  </a:lnTo>
                  <a:lnTo>
                    <a:pt x="97789" y="254000"/>
                  </a:lnTo>
                  <a:lnTo>
                    <a:pt x="100330" y="251460"/>
                  </a:lnTo>
                  <a:close/>
                </a:path>
                <a:path w="345439" h="340360">
                  <a:moveTo>
                    <a:pt x="102870" y="248920"/>
                  </a:moveTo>
                  <a:lnTo>
                    <a:pt x="91439" y="248920"/>
                  </a:lnTo>
                  <a:lnTo>
                    <a:pt x="90169" y="250190"/>
                  </a:lnTo>
                  <a:lnTo>
                    <a:pt x="101600" y="250190"/>
                  </a:lnTo>
                  <a:lnTo>
                    <a:pt x="102870" y="248920"/>
                  </a:lnTo>
                  <a:close/>
                </a:path>
                <a:path w="345439" h="340360">
                  <a:moveTo>
                    <a:pt x="106680" y="245110"/>
                  </a:moveTo>
                  <a:lnTo>
                    <a:pt x="95250" y="245110"/>
                  </a:lnTo>
                  <a:lnTo>
                    <a:pt x="92709" y="247650"/>
                  </a:lnTo>
                  <a:lnTo>
                    <a:pt x="104139" y="247650"/>
                  </a:lnTo>
                  <a:lnTo>
                    <a:pt x="106680" y="245110"/>
                  </a:lnTo>
                  <a:close/>
                </a:path>
                <a:path w="345439" h="340360">
                  <a:moveTo>
                    <a:pt x="109220" y="242570"/>
                  </a:moveTo>
                  <a:lnTo>
                    <a:pt x="97789" y="242570"/>
                  </a:lnTo>
                  <a:lnTo>
                    <a:pt x="96519" y="243840"/>
                  </a:lnTo>
                  <a:lnTo>
                    <a:pt x="107950" y="243840"/>
                  </a:lnTo>
                  <a:lnTo>
                    <a:pt x="109220" y="242570"/>
                  </a:lnTo>
                  <a:close/>
                </a:path>
                <a:path w="345439" h="340360">
                  <a:moveTo>
                    <a:pt x="113030" y="238760"/>
                  </a:moveTo>
                  <a:lnTo>
                    <a:pt x="101600" y="238760"/>
                  </a:lnTo>
                  <a:lnTo>
                    <a:pt x="99059" y="241300"/>
                  </a:lnTo>
                  <a:lnTo>
                    <a:pt x="110489" y="241300"/>
                  </a:lnTo>
                  <a:lnTo>
                    <a:pt x="113030" y="238760"/>
                  </a:lnTo>
                  <a:close/>
                </a:path>
                <a:path w="345439" h="340360">
                  <a:moveTo>
                    <a:pt x="115570" y="236220"/>
                  </a:moveTo>
                  <a:lnTo>
                    <a:pt x="104139" y="236220"/>
                  </a:lnTo>
                  <a:lnTo>
                    <a:pt x="102869" y="237490"/>
                  </a:lnTo>
                  <a:lnTo>
                    <a:pt x="114300" y="237490"/>
                  </a:lnTo>
                  <a:lnTo>
                    <a:pt x="115570" y="236220"/>
                  </a:lnTo>
                  <a:close/>
                </a:path>
                <a:path w="345439" h="340360">
                  <a:moveTo>
                    <a:pt x="119380" y="232410"/>
                  </a:moveTo>
                  <a:lnTo>
                    <a:pt x="107950" y="232410"/>
                  </a:lnTo>
                  <a:lnTo>
                    <a:pt x="105409" y="234950"/>
                  </a:lnTo>
                  <a:lnTo>
                    <a:pt x="116839" y="234950"/>
                  </a:lnTo>
                  <a:lnTo>
                    <a:pt x="119380" y="232410"/>
                  </a:lnTo>
                  <a:close/>
                </a:path>
                <a:path w="345439" h="340360">
                  <a:moveTo>
                    <a:pt x="121920" y="229870"/>
                  </a:moveTo>
                  <a:lnTo>
                    <a:pt x="110489" y="229870"/>
                  </a:lnTo>
                  <a:lnTo>
                    <a:pt x="109219" y="231140"/>
                  </a:lnTo>
                  <a:lnTo>
                    <a:pt x="120650" y="231140"/>
                  </a:lnTo>
                  <a:lnTo>
                    <a:pt x="121920" y="229870"/>
                  </a:lnTo>
                  <a:close/>
                </a:path>
                <a:path w="345439" h="340360">
                  <a:moveTo>
                    <a:pt x="125730" y="226060"/>
                  </a:moveTo>
                  <a:lnTo>
                    <a:pt x="114300" y="226060"/>
                  </a:lnTo>
                  <a:lnTo>
                    <a:pt x="111759" y="228600"/>
                  </a:lnTo>
                  <a:lnTo>
                    <a:pt x="123189" y="228600"/>
                  </a:lnTo>
                  <a:lnTo>
                    <a:pt x="125730" y="226060"/>
                  </a:lnTo>
                  <a:close/>
                </a:path>
                <a:path w="345439" h="340360">
                  <a:moveTo>
                    <a:pt x="128270" y="223520"/>
                  </a:moveTo>
                  <a:lnTo>
                    <a:pt x="116839" y="223520"/>
                  </a:lnTo>
                  <a:lnTo>
                    <a:pt x="115569" y="224790"/>
                  </a:lnTo>
                  <a:lnTo>
                    <a:pt x="127000" y="224790"/>
                  </a:lnTo>
                  <a:lnTo>
                    <a:pt x="128270" y="223520"/>
                  </a:lnTo>
                  <a:close/>
                </a:path>
                <a:path w="345439" h="340360">
                  <a:moveTo>
                    <a:pt x="132080" y="219710"/>
                  </a:moveTo>
                  <a:lnTo>
                    <a:pt x="120650" y="219710"/>
                  </a:lnTo>
                  <a:lnTo>
                    <a:pt x="118109" y="222250"/>
                  </a:lnTo>
                  <a:lnTo>
                    <a:pt x="129539" y="222250"/>
                  </a:lnTo>
                  <a:lnTo>
                    <a:pt x="132080" y="219710"/>
                  </a:lnTo>
                  <a:close/>
                </a:path>
                <a:path w="345439" h="340360">
                  <a:moveTo>
                    <a:pt x="134620" y="217170"/>
                  </a:moveTo>
                  <a:lnTo>
                    <a:pt x="123189" y="217170"/>
                  </a:lnTo>
                  <a:lnTo>
                    <a:pt x="121919" y="218440"/>
                  </a:lnTo>
                  <a:lnTo>
                    <a:pt x="133350" y="218440"/>
                  </a:lnTo>
                  <a:lnTo>
                    <a:pt x="134620" y="217170"/>
                  </a:lnTo>
                  <a:close/>
                </a:path>
                <a:path w="345439" h="340360">
                  <a:moveTo>
                    <a:pt x="138430" y="213360"/>
                  </a:moveTo>
                  <a:lnTo>
                    <a:pt x="127000" y="213360"/>
                  </a:lnTo>
                  <a:lnTo>
                    <a:pt x="124459" y="215900"/>
                  </a:lnTo>
                  <a:lnTo>
                    <a:pt x="135889" y="215900"/>
                  </a:lnTo>
                  <a:lnTo>
                    <a:pt x="138430" y="213360"/>
                  </a:lnTo>
                  <a:close/>
                </a:path>
                <a:path w="345439" h="340360">
                  <a:moveTo>
                    <a:pt x="140970" y="210820"/>
                  </a:moveTo>
                  <a:lnTo>
                    <a:pt x="129539" y="210820"/>
                  </a:lnTo>
                  <a:lnTo>
                    <a:pt x="128269" y="212090"/>
                  </a:lnTo>
                  <a:lnTo>
                    <a:pt x="139700" y="212090"/>
                  </a:lnTo>
                  <a:lnTo>
                    <a:pt x="140970" y="210820"/>
                  </a:lnTo>
                  <a:close/>
                </a:path>
                <a:path w="345439" h="340360">
                  <a:moveTo>
                    <a:pt x="144780" y="207010"/>
                  </a:moveTo>
                  <a:lnTo>
                    <a:pt x="133350" y="207010"/>
                  </a:lnTo>
                  <a:lnTo>
                    <a:pt x="130809" y="209550"/>
                  </a:lnTo>
                  <a:lnTo>
                    <a:pt x="142239" y="209550"/>
                  </a:lnTo>
                  <a:lnTo>
                    <a:pt x="144780" y="207010"/>
                  </a:lnTo>
                  <a:close/>
                </a:path>
                <a:path w="345439" h="340360">
                  <a:moveTo>
                    <a:pt x="147320" y="204470"/>
                  </a:moveTo>
                  <a:lnTo>
                    <a:pt x="135889" y="204470"/>
                  </a:lnTo>
                  <a:lnTo>
                    <a:pt x="134619" y="205740"/>
                  </a:lnTo>
                  <a:lnTo>
                    <a:pt x="146050" y="205740"/>
                  </a:lnTo>
                  <a:lnTo>
                    <a:pt x="147320" y="204470"/>
                  </a:lnTo>
                  <a:close/>
                </a:path>
                <a:path w="345439" h="340360">
                  <a:moveTo>
                    <a:pt x="151130" y="200660"/>
                  </a:moveTo>
                  <a:lnTo>
                    <a:pt x="139700" y="200660"/>
                  </a:lnTo>
                  <a:lnTo>
                    <a:pt x="137159" y="203200"/>
                  </a:lnTo>
                  <a:lnTo>
                    <a:pt x="148589" y="203200"/>
                  </a:lnTo>
                  <a:lnTo>
                    <a:pt x="151130" y="200660"/>
                  </a:lnTo>
                  <a:close/>
                </a:path>
                <a:path w="345439" h="340360">
                  <a:moveTo>
                    <a:pt x="153670" y="198120"/>
                  </a:moveTo>
                  <a:lnTo>
                    <a:pt x="142239" y="198120"/>
                  </a:lnTo>
                  <a:lnTo>
                    <a:pt x="140969" y="199390"/>
                  </a:lnTo>
                  <a:lnTo>
                    <a:pt x="152400" y="199390"/>
                  </a:lnTo>
                  <a:lnTo>
                    <a:pt x="153670" y="198120"/>
                  </a:lnTo>
                  <a:close/>
                </a:path>
                <a:path w="345439" h="340360">
                  <a:moveTo>
                    <a:pt x="157480" y="194310"/>
                  </a:moveTo>
                  <a:lnTo>
                    <a:pt x="146050" y="194310"/>
                  </a:lnTo>
                  <a:lnTo>
                    <a:pt x="143509" y="196850"/>
                  </a:lnTo>
                  <a:lnTo>
                    <a:pt x="154939" y="196850"/>
                  </a:lnTo>
                  <a:lnTo>
                    <a:pt x="157480" y="194310"/>
                  </a:lnTo>
                  <a:close/>
                </a:path>
                <a:path w="345439" h="340360">
                  <a:moveTo>
                    <a:pt x="160020" y="191770"/>
                  </a:moveTo>
                  <a:lnTo>
                    <a:pt x="148589" y="191770"/>
                  </a:lnTo>
                  <a:lnTo>
                    <a:pt x="147319" y="193040"/>
                  </a:lnTo>
                  <a:lnTo>
                    <a:pt x="158750" y="193040"/>
                  </a:lnTo>
                  <a:lnTo>
                    <a:pt x="160020" y="191770"/>
                  </a:lnTo>
                  <a:close/>
                </a:path>
                <a:path w="345439" h="340360">
                  <a:moveTo>
                    <a:pt x="172720" y="179070"/>
                  </a:moveTo>
                  <a:lnTo>
                    <a:pt x="161289" y="179070"/>
                  </a:lnTo>
                  <a:lnTo>
                    <a:pt x="149859" y="190500"/>
                  </a:lnTo>
                  <a:lnTo>
                    <a:pt x="161289" y="190500"/>
                  </a:lnTo>
                  <a:lnTo>
                    <a:pt x="172720" y="179070"/>
                  </a:lnTo>
                  <a:close/>
                </a:path>
                <a:path w="345439" h="340360">
                  <a:moveTo>
                    <a:pt x="185420" y="166370"/>
                  </a:moveTo>
                  <a:lnTo>
                    <a:pt x="173989" y="166370"/>
                  </a:lnTo>
                  <a:lnTo>
                    <a:pt x="162559" y="177800"/>
                  </a:lnTo>
                  <a:lnTo>
                    <a:pt x="173989" y="177800"/>
                  </a:lnTo>
                  <a:lnTo>
                    <a:pt x="185420" y="166370"/>
                  </a:lnTo>
                  <a:close/>
                </a:path>
                <a:path w="345439" h="340360">
                  <a:moveTo>
                    <a:pt x="189230" y="162560"/>
                  </a:moveTo>
                  <a:lnTo>
                    <a:pt x="177800" y="162560"/>
                  </a:lnTo>
                  <a:lnTo>
                    <a:pt x="175259" y="165100"/>
                  </a:lnTo>
                  <a:lnTo>
                    <a:pt x="186689" y="165100"/>
                  </a:lnTo>
                  <a:lnTo>
                    <a:pt x="189230" y="162560"/>
                  </a:lnTo>
                  <a:close/>
                </a:path>
                <a:path w="345439" h="340360">
                  <a:moveTo>
                    <a:pt x="191770" y="160020"/>
                  </a:moveTo>
                  <a:lnTo>
                    <a:pt x="180339" y="160020"/>
                  </a:lnTo>
                  <a:lnTo>
                    <a:pt x="179069" y="161290"/>
                  </a:lnTo>
                  <a:lnTo>
                    <a:pt x="190500" y="161290"/>
                  </a:lnTo>
                  <a:lnTo>
                    <a:pt x="191770" y="160020"/>
                  </a:lnTo>
                  <a:close/>
                </a:path>
                <a:path w="345439" h="340360">
                  <a:moveTo>
                    <a:pt x="195580" y="156210"/>
                  </a:moveTo>
                  <a:lnTo>
                    <a:pt x="184150" y="156210"/>
                  </a:lnTo>
                  <a:lnTo>
                    <a:pt x="181609" y="158750"/>
                  </a:lnTo>
                  <a:lnTo>
                    <a:pt x="193039" y="158750"/>
                  </a:lnTo>
                  <a:lnTo>
                    <a:pt x="195580" y="156210"/>
                  </a:lnTo>
                  <a:close/>
                </a:path>
                <a:path w="345439" h="340360">
                  <a:moveTo>
                    <a:pt x="208280" y="143510"/>
                  </a:moveTo>
                  <a:lnTo>
                    <a:pt x="196850" y="143510"/>
                  </a:lnTo>
                  <a:lnTo>
                    <a:pt x="185419" y="154940"/>
                  </a:lnTo>
                  <a:lnTo>
                    <a:pt x="196850" y="154940"/>
                  </a:lnTo>
                  <a:lnTo>
                    <a:pt x="208280" y="143510"/>
                  </a:lnTo>
                  <a:close/>
                </a:path>
                <a:path w="345439" h="340360">
                  <a:moveTo>
                    <a:pt x="217170" y="134620"/>
                  </a:moveTo>
                  <a:lnTo>
                    <a:pt x="205739" y="134620"/>
                  </a:lnTo>
                  <a:lnTo>
                    <a:pt x="198119" y="142240"/>
                  </a:lnTo>
                  <a:lnTo>
                    <a:pt x="209550" y="142240"/>
                  </a:lnTo>
                  <a:lnTo>
                    <a:pt x="217170" y="134620"/>
                  </a:lnTo>
                  <a:close/>
                </a:path>
                <a:path w="345439" h="340360">
                  <a:moveTo>
                    <a:pt x="233680" y="118110"/>
                  </a:moveTo>
                  <a:lnTo>
                    <a:pt x="222250" y="118110"/>
                  </a:lnTo>
                  <a:lnTo>
                    <a:pt x="207009" y="133350"/>
                  </a:lnTo>
                  <a:lnTo>
                    <a:pt x="218439" y="133350"/>
                  </a:lnTo>
                  <a:lnTo>
                    <a:pt x="233680" y="118110"/>
                  </a:lnTo>
                  <a:close/>
                </a:path>
                <a:path w="345439" h="340360">
                  <a:moveTo>
                    <a:pt x="238760" y="113030"/>
                  </a:moveTo>
                  <a:lnTo>
                    <a:pt x="227329" y="113030"/>
                  </a:lnTo>
                  <a:lnTo>
                    <a:pt x="223519" y="116840"/>
                  </a:lnTo>
                  <a:lnTo>
                    <a:pt x="234950" y="116840"/>
                  </a:lnTo>
                  <a:lnTo>
                    <a:pt x="238760" y="113030"/>
                  </a:lnTo>
                  <a:close/>
                </a:path>
              </a:pathLst>
            </a:custGeom>
            <a:solidFill>
              <a:srgbClr val="C94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2">
              <a:extLst>
                <a:ext uri="{FF2B5EF4-FFF2-40B4-BE49-F238E27FC236}">
                  <a16:creationId xmlns:a16="http://schemas.microsoft.com/office/drawing/2014/main" id="{221C6E8B-F86A-BB27-7927-97FBDD82AD6E}"/>
                </a:ext>
              </a:extLst>
            </p:cNvPr>
            <p:cNvSpPr/>
            <p:nvPr/>
          </p:nvSpPr>
          <p:spPr>
            <a:xfrm>
              <a:off x="3045460" y="2750819"/>
              <a:ext cx="334010" cy="331470"/>
            </a:xfrm>
            <a:custGeom>
              <a:avLst/>
              <a:gdLst/>
              <a:ahLst/>
              <a:cxnLst/>
              <a:rect l="l" t="t" r="r" b="b"/>
              <a:pathLst>
                <a:path w="334010" h="331469">
                  <a:moveTo>
                    <a:pt x="318770" y="22859"/>
                  </a:moveTo>
                  <a:lnTo>
                    <a:pt x="308610" y="22859"/>
                  </a:lnTo>
                  <a:lnTo>
                    <a:pt x="302260" y="29209"/>
                  </a:lnTo>
                  <a:lnTo>
                    <a:pt x="312420" y="29209"/>
                  </a:lnTo>
                  <a:lnTo>
                    <a:pt x="318770" y="22859"/>
                  </a:lnTo>
                  <a:close/>
                </a:path>
                <a:path w="334010" h="331469">
                  <a:moveTo>
                    <a:pt x="321310" y="20319"/>
                  </a:moveTo>
                  <a:lnTo>
                    <a:pt x="311150" y="20319"/>
                  </a:lnTo>
                  <a:lnTo>
                    <a:pt x="309880" y="21589"/>
                  </a:lnTo>
                  <a:lnTo>
                    <a:pt x="320040" y="21589"/>
                  </a:lnTo>
                  <a:lnTo>
                    <a:pt x="321310" y="20319"/>
                  </a:lnTo>
                  <a:close/>
                </a:path>
                <a:path w="334010" h="331469">
                  <a:moveTo>
                    <a:pt x="325120" y="16509"/>
                  </a:moveTo>
                  <a:lnTo>
                    <a:pt x="314960" y="16509"/>
                  </a:lnTo>
                  <a:lnTo>
                    <a:pt x="312420" y="19049"/>
                  </a:lnTo>
                  <a:lnTo>
                    <a:pt x="322580" y="19049"/>
                  </a:lnTo>
                  <a:lnTo>
                    <a:pt x="325120" y="16509"/>
                  </a:lnTo>
                  <a:close/>
                </a:path>
                <a:path w="334010" h="331469">
                  <a:moveTo>
                    <a:pt x="327660" y="13969"/>
                  </a:moveTo>
                  <a:lnTo>
                    <a:pt x="317500" y="13969"/>
                  </a:lnTo>
                  <a:lnTo>
                    <a:pt x="316230" y="15239"/>
                  </a:lnTo>
                  <a:lnTo>
                    <a:pt x="326390" y="15239"/>
                  </a:lnTo>
                  <a:lnTo>
                    <a:pt x="327660" y="13969"/>
                  </a:lnTo>
                  <a:close/>
                </a:path>
                <a:path w="334010" h="331469">
                  <a:moveTo>
                    <a:pt x="331470" y="10159"/>
                  </a:moveTo>
                  <a:lnTo>
                    <a:pt x="321310" y="10159"/>
                  </a:lnTo>
                  <a:lnTo>
                    <a:pt x="318770" y="12699"/>
                  </a:lnTo>
                  <a:lnTo>
                    <a:pt x="328930" y="12699"/>
                  </a:lnTo>
                  <a:lnTo>
                    <a:pt x="331470" y="10159"/>
                  </a:lnTo>
                  <a:close/>
                </a:path>
                <a:path w="334010" h="331469">
                  <a:moveTo>
                    <a:pt x="334010" y="7619"/>
                  </a:moveTo>
                  <a:lnTo>
                    <a:pt x="323850" y="7619"/>
                  </a:lnTo>
                  <a:lnTo>
                    <a:pt x="322580" y="8889"/>
                  </a:lnTo>
                  <a:lnTo>
                    <a:pt x="332740" y="8889"/>
                  </a:lnTo>
                  <a:lnTo>
                    <a:pt x="334010" y="7619"/>
                  </a:lnTo>
                  <a:close/>
                </a:path>
                <a:path w="334010" h="331469">
                  <a:moveTo>
                    <a:pt x="331469" y="0"/>
                  </a:moveTo>
                  <a:lnTo>
                    <a:pt x="325120" y="6349"/>
                  </a:lnTo>
                  <a:lnTo>
                    <a:pt x="334010" y="6349"/>
                  </a:lnTo>
                  <a:lnTo>
                    <a:pt x="334010" y="3809"/>
                  </a:lnTo>
                  <a:lnTo>
                    <a:pt x="332739" y="3809"/>
                  </a:lnTo>
                  <a:lnTo>
                    <a:pt x="332739" y="2539"/>
                  </a:lnTo>
                  <a:lnTo>
                    <a:pt x="331469" y="2539"/>
                  </a:lnTo>
                  <a:lnTo>
                    <a:pt x="331469" y="0"/>
                  </a:lnTo>
                  <a:close/>
                </a:path>
                <a:path w="334010" h="331469">
                  <a:moveTo>
                    <a:pt x="312419" y="29210"/>
                  </a:moveTo>
                  <a:lnTo>
                    <a:pt x="302259" y="29210"/>
                  </a:lnTo>
                  <a:lnTo>
                    <a:pt x="276860" y="54609"/>
                  </a:lnTo>
                  <a:lnTo>
                    <a:pt x="287020" y="54609"/>
                  </a:lnTo>
                  <a:lnTo>
                    <a:pt x="312419" y="29210"/>
                  </a:lnTo>
                  <a:close/>
                </a:path>
                <a:path w="334010" h="331469">
                  <a:moveTo>
                    <a:pt x="287019" y="54610"/>
                  </a:moveTo>
                  <a:lnTo>
                    <a:pt x="276859" y="54610"/>
                  </a:lnTo>
                  <a:lnTo>
                    <a:pt x="226060" y="105409"/>
                  </a:lnTo>
                  <a:lnTo>
                    <a:pt x="236220" y="105409"/>
                  </a:lnTo>
                  <a:lnTo>
                    <a:pt x="287019" y="54610"/>
                  </a:lnTo>
                  <a:close/>
                </a:path>
                <a:path w="334010" h="331469">
                  <a:moveTo>
                    <a:pt x="12700" y="327659"/>
                  </a:moveTo>
                  <a:lnTo>
                    <a:pt x="3810" y="327659"/>
                  </a:lnTo>
                  <a:lnTo>
                    <a:pt x="0" y="331469"/>
                  </a:lnTo>
                  <a:lnTo>
                    <a:pt x="7619" y="331469"/>
                  </a:lnTo>
                  <a:lnTo>
                    <a:pt x="7619" y="328929"/>
                  </a:lnTo>
                  <a:lnTo>
                    <a:pt x="12700" y="328929"/>
                  </a:lnTo>
                  <a:lnTo>
                    <a:pt x="12700" y="327659"/>
                  </a:lnTo>
                  <a:close/>
                </a:path>
                <a:path w="334010" h="331469">
                  <a:moveTo>
                    <a:pt x="16510" y="325119"/>
                  </a:moveTo>
                  <a:lnTo>
                    <a:pt x="6350" y="325119"/>
                  </a:lnTo>
                  <a:lnTo>
                    <a:pt x="5080" y="326389"/>
                  </a:lnTo>
                  <a:lnTo>
                    <a:pt x="15239" y="326389"/>
                  </a:lnTo>
                  <a:lnTo>
                    <a:pt x="16510" y="325119"/>
                  </a:lnTo>
                  <a:close/>
                </a:path>
                <a:path w="334010" h="331469">
                  <a:moveTo>
                    <a:pt x="20320" y="321309"/>
                  </a:moveTo>
                  <a:lnTo>
                    <a:pt x="10160" y="321309"/>
                  </a:lnTo>
                  <a:lnTo>
                    <a:pt x="7619" y="323850"/>
                  </a:lnTo>
                  <a:lnTo>
                    <a:pt x="17779" y="323850"/>
                  </a:lnTo>
                  <a:lnTo>
                    <a:pt x="20320" y="321309"/>
                  </a:lnTo>
                  <a:close/>
                </a:path>
                <a:path w="334010" h="331469">
                  <a:moveTo>
                    <a:pt x="22860" y="318769"/>
                  </a:moveTo>
                  <a:lnTo>
                    <a:pt x="12700" y="318769"/>
                  </a:lnTo>
                  <a:lnTo>
                    <a:pt x="11430" y="320039"/>
                  </a:lnTo>
                  <a:lnTo>
                    <a:pt x="21589" y="320039"/>
                  </a:lnTo>
                  <a:lnTo>
                    <a:pt x="22860" y="318769"/>
                  </a:lnTo>
                  <a:close/>
                </a:path>
                <a:path w="334010" h="331469">
                  <a:moveTo>
                    <a:pt x="26670" y="314959"/>
                  </a:moveTo>
                  <a:lnTo>
                    <a:pt x="16510" y="314959"/>
                  </a:lnTo>
                  <a:lnTo>
                    <a:pt x="13969" y="317500"/>
                  </a:lnTo>
                  <a:lnTo>
                    <a:pt x="24129" y="317500"/>
                  </a:lnTo>
                  <a:lnTo>
                    <a:pt x="26670" y="314959"/>
                  </a:lnTo>
                  <a:close/>
                </a:path>
                <a:path w="334010" h="331469">
                  <a:moveTo>
                    <a:pt x="29210" y="312419"/>
                  </a:moveTo>
                  <a:lnTo>
                    <a:pt x="19050" y="312419"/>
                  </a:lnTo>
                  <a:lnTo>
                    <a:pt x="17779" y="313689"/>
                  </a:lnTo>
                  <a:lnTo>
                    <a:pt x="27939" y="313689"/>
                  </a:lnTo>
                  <a:lnTo>
                    <a:pt x="29210" y="312419"/>
                  </a:lnTo>
                  <a:close/>
                </a:path>
                <a:path w="334010" h="331469">
                  <a:moveTo>
                    <a:pt x="33020" y="308609"/>
                  </a:moveTo>
                  <a:lnTo>
                    <a:pt x="22860" y="308609"/>
                  </a:lnTo>
                  <a:lnTo>
                    <a:pt x="20319" y="311150"/>
                  </a:lnTo>
                  <a:lnTo>
                    <a:pt x="30479" y="311150"/>
                  </a:lnTo>
                  <a:lnTo>
                    <a:pt x="33020" y="308609"/>
                  </a:lnTo>
                  <a:close/>
                </a:path>
                <a:path w="334010" h="331469">
                  <a:moveTo>
                    <a:pt x="35560" y="306069"/>
                  </a:moveTo>
                  <a:lnTo>
                    <a:pt x="25400" y="306069"/>
                  </a:lnTo>
                  <a:lnTo>
                    <a:pt x="24129" y="307339"/>
                  </a:lnTo>
                  <a:lnTo>
                    <a:pt x="34289" y="307339"/>
                  </a:lnTo>
                  <a:lnTo>
                    <a:pt x="35560" y="306069"/>
                  </a:lnTo>
                  <a:close/>
                </a:path>
                <a:path w="334010" h="331469">
                  <a:moveTo>
                    <a:pt x="39370" y="302259"/>
                  </a:moveTo>
                  <a:lnTo>
                    <a:pt x="29210" y="302259"/>
                  </a:lnTo>
                  <a:lnTo>
                    <a:pt x="26669" y="304800"/>
                  </a:lnTo>
                  <a:lnTo>
                    <a:pt x="36829" y="304800"/>
                  </a:lnTo>
                  <a:lnTo>
                    <a:pt x="39370" y="302259"/>
                  </a:lnTo>
                  <a:close/>
                </a:path>
                <a:path w="334010" h="331469">
                  <a:moveTo>
                    <a:pt x="41910" y="299719"/>
                  </a:moveTo>
                  <a:lnTo>
                    <a:pt x="31750" y="299719"/>
                  </a:lnTo>
                  <a:lnTo>
                    <a:pt x="30479" y="300989"/>
                  </a:lnTo>
                  <a:lnTo>
                    <a:pt x="40639" y="300989"/>
                  </a:lnTo>
                  <a:lnTo>
                    <a:pt x="41910" y="299719"/>
                  </a:lnTo>
                  <a:close/>
                </a:path>
                <a:path w="334010" h="331469">
                  <a:moveTo>
                    <a:pt x="45720" y="295909"/>
                  </a:moveTo>
                  <a:lnTo>
                    <a:pt x="35560" y="295909"/>
                  </a:lnTo>
                  <a:lnTo>
                    <a:pt x="33019" y="298450"/>
                  </a:lnTo>
                  <a:lnTo>
                    <a:pt x="43179" y="298450"/>
                  </a:lnTo>
                  <a:lnTo>
                    <a:pt x="45720" y="295909"/>
                  </a:lnTo>
                  <a:close/>
                </a:path>
                <a:path w="334010" h="331469">
                  <a:moveTo>
                    <a:pt x="48260" y="293369"/>
                  </a:moveTo>
                  <a:lnTo>
                    <a:pt x="38100" y="293369"/>
                  </a:lnTo>
                  <a:lnTo>
                    <a:pt x="36829" y="294639"/>
                  </a:lnTo>
                  <a:lnTo>
                    <a:pt x="46989" y="294639"/>
                  </a:lnTo>
                  <a:lnTo>
                    <a:pt x="48260" y="293369"/>
                  </a:lnTo>
                  <a:close/>
                </a:path>
                <a:path w="334010" h="331469">
                  <a:moveTo>
                    <a:pt x="52070" y="289559"/>
                  </a:moveTo>
                  <a:lnTo>
                    <a:pt x="41910" y="289559"/>
                  </a:lnTo>
                  <a:lnTo>
                    <a:pt x="39369" y="292100"/>
                  </a:lnTo>
                  <a:lnTo>
                    <a:pt x="49529" y="292100"/>
                  </a:lnTo>
                  <a:lnTo>
                    <a:pt x="52070" y="289559"/>
                  </a:lnTo>
                  <a:close/>
                </a:path>
                <a:path w="334010" h="331469">
                  <a:moveTo>
                    <a:pt x="54610" y="287019"/>
                  </a:moveTo>
                  <a:lnTo>
                    <a:pt x="44450" y="287019"/>
                  </a:lnTo>
                  <a:lnTo>
                    <a:pt x="43179" y="288289"/>
                  </a:lnTo>
                  <a:lnTo>
                    <a:pt x="53339" y="288289"/>
                  </a:lnTo>
                  <a:lnTo>
                    <a:pt x="54610" y="287019"/>
                  </a:lnTo>
                  <a:close/>
                </a:path>
                <a:path w="334010" h="331469">
                  <a:moveTo>
                    <a:pt x="58420" y="283209"/>
                  </a:moveTo>
                  <a:lnTo>
                    <a:pt x="48260" y="283209"/>
                  </a:lnTo>
                  <a:lnTo>
                    <a:pt x="45719" y="285750"/>
                  </a:lnTo>
                  <a:lnTo>
                    <a:pt x="55879" y="285750"/>
                  </a:lnTo>
                  <a:lnTo>
                    <a:pt x="58420" y="283209"/>
                  </a:lnTo>
                  <a:close/>
                </a:path>
                <a:path w="334010" h="331469">
                  <a:moveTo>
                    <a:pt x="60960" y="280669"/>
                  </a:moveTo>
                  <a:lnTo>
                    <a:pt x="50800" y="280669"/>
                  </a:lnTo>
                  <a:lnTo>
                    <a:pt x="49529" y="281939"/>
                  </a:lnTo>
                  <a:lnTo>
                    <a:pt x="59689" y="281939"/>
                  </a:lnTo>
                  <a:lnTo>
                    <a:pt x="60960" y="280669"/>
                  </a:lnTo>
                  <a:close/>
                </a:path>
                <a:path w="334010" h="331469">
                  <a:moveTo>
                    <a:pt x="64770" y="276859"/>
                  </a:moveTo>
                  <a:lnTo>
                    <a:pt x="54610" y="276859"/>
                  </a:lnTo>
                  <a:lnTo>
                    <a:pt x="52069" y="279400"/>
                  </a:lnTo>
                  <a:lnTo>
                    <a:pt x="62229" y="279400"/>
                  </a:lnTo>
                  <a:lnTo>
                    <a:pt x="64770" y="276859"/>
                  </a:lnTo>
                  <a:close/>
                </a:path>
                <a:path w="334010" h="331469">
                  <a:moveTo>
                    <a:pt x="67310" y="274319"/>
                  </a:moveTo>
                  <a:lnTo>
                    <a:pt x="57150" y="274319"/>
                  </a:lnTo>
                  <a:lnTo>
                    <a:pt x="55879" y="275589"/>
                  </a:lnTo>
                  <a:lnTo>
                    <a:pt x="66039" y="275589"/>
                  </a:lnTo>
                  <a:lnTo>
                    <a:pt x="67310" y="274319"/>
                  </a:lnTo>
                  <a:close/>
                </a:path>
                <a:path w="334010" h="331469">
                  <a:moveTo>
                    <a:pt x="71120" y="270509"/>
                  </a:moveTo>
                  <a:lnTo>
                    <a:pt x="60960" y="270509"/>
                  </a:lnTo>
                  <a:lnTo>
                    <a:pt x="58419" y="273050"/>
                  </a:lnTo>
                  <a:lnTo>
                    <a:pt x="68579" y="273050"/>
                  </a:lnTo>
                  <a:lnTo>
                    <a:pt x="71120" y="270509"/>
                  </a:lnTo>
                  <a:close/>
                </a:path>
                <a:path w="334010" h="331469">
                  <a:moveTo>
                    <a:pt x="73660" y="267969"/>
                  </a:moveTo>
                  <a:lnTo>
                    <a:pt x="63500" y="267969"/>
                  </a:lnTo>
                  <a:lnTo>
                    <a:pt x="62230" y="269239"/>
                  </a:lnTo>
                  <a:lnTo>
                    <a:pt x="72389" y="269239"/>
                  </a:lnTo>
                  <a:lnTo>
                    <a:pt x="73660" y="267969"/>
                  </a:lnTo>
                  <a:close/>
                </a:path>
                <a:path w="334010" h="331469">
                  <a:moveTo>
                    <a:pt x="77470" y="264159"/>
                  </a:moveTo>
                  <a:lnTo>
                    <a:pt x="67310" y="264159"/>
                  </a:lnTo>
                  <a:lnTo>
                    <a:pt x="64769" y="266700"/>
                  </a:lnTo>
                  <a:lnTo>
                    <a:pt x="74929" y="266700"/>
                  </a:lnTo>
                  <a:lnTo>
                    <a:pt x="77470" y="264159"/>
                  </a:lnTo>
                  <a:close/>
                </a:path>
                <a:path w="334010" h="331469">
                  <a:moveTo>
                    <a:pt x="80010" y="261619"/>
                  </a:moveTo>
                  <a:lnTo>
                    <a:pt x="69850" y="261619"/>
                  </a:lnTo>
                  <a:lnTo>
                    <a:pt x="68580" y="262889"/>
                  </a:lnTo>
                  <a:lnTo>
                    <a:pt x="78739" y="262889"/>
                  </a:lnTo>
                  <a:lnTo>
                    <a:pt x="80010" y="261619"/>
                  </a:lnTo>
                  <a:close/>
                </a:path>
                <a:path w="334010" h="331469">
                  <a:moveTo>
                    <a:pt x="83820" y="257809"/>
                  </a:moveTo>
                  <a:lnTo>
                    <a:pt x="73660" y="257809"/>
                  </a:lnTo>
                  <a:lnTo>
                    <a:pt x="71119" y="260350"/>
                  </a:lnTo>
                  <a:lnTo>
                    <a:pt x="81279" y="260350"/>
                  </a:lnTo>
                  <a:lnTo>
                    <a:pt x="83820" y="257809"/>
                  </a:lnTo>
                  <a:close/>
                </a:path>
                <a:path w="334010" h="331469">
                  <a:moveTo>
                    <a:pt x="86360" y="255269"/>
                  </a:moveTo>
                  <a:lnTo>
                    <a:pt x="76200" y="255269"/>
                  </a:lnTo>
                  <a:lnTo>
                    <a:pt x="74929" y="256539"/>
                  </a:lnTo>
                  <a:lnTo>
                    <a:pt x="85089" y="256539"/>
                  </a:lnTo>
                  <a:lnTo>
                    <a:pt x="86360" y="255269"/>
                  </a:lnTo>
                  <a:close/>
                </a:path>
                <a:path w="334010" h="331469">
                  <a:moveTo>
                    <a:pt x="90170" y="251459"/>
                  </a:moveTo>
                  <a:lnTo>
                    <a:pt x="80010" y="251459"/>
                  </a:lnTo>
                  <a:lnTo>
                    <a:pt x="77469" y="254000"/>
                  </a:lnTo>
                  <a:lnTo>
                    <a:pt x="87629" y="254000"/>
                  </a:lnTo>
                  <a:lnTo>
                    <a:pt x="90170" y="251459"/>
                  </a:lnTo>
                  <a:close/>
                </a:path>
                <a:path w="334010" h="331469">
                  <a:moveTo>
                    <a:pt x="92710" y="248919"/>
                  </a:moveTo>
                  <a:lnTo>
                    <a:pt x="82550" y="248919"/>
                  </a:lnTo>
                  <a:lnTo>
                    <a:pt x="81279" y="250189"/>
                  </a:lnTo>
                  <a:lnTo>
                    <a:pt x="91439" y="250189"/>
                  </a:lnTo>
                  <a:lnTo>
                    <a:pt x="92710" y="248919"/>
                  </a:lnTo>
                  <a:close/>
                </a:path>
                <a:path w="334010" h="331469">
                  <a:moveTo>
                    <a:pt x="96520" y="245109"/>
                  </a:moveTo>
                  <a:lnTo>
                    <a:pt x="86360" y="245109"/>
                  </a:lnTo>
                  <a:lnTo>
                    <a:pt x="83819" y="247650"/>
                  </a:lnTo>
                  <a:lnTo>
                    <a:pt x="93979" y="247650"/>
                  </a:lnTo>
                  <a:lnTo>
                    <a:pt x="96520" y="245109"/>
                  </a:lnTo>
                  <a:close/>
                </a:path>
                <a:path w="334010" h="331469">
                  <a:moveTo>
                    <a:pt x="99060" y="242569"/>
                  </a:moveTo>
                  <a:lnTo>
                    <a:pt x="88900" y="242569"/>
                  </a:lnTo>
                  <a:lnTo>
                    <a:pt x="87629" y="243839"/>
                  </a:lnTo>
                  <a:lnTo>
                    <a:pt x="97789" y="243839"/>
                  </a:lnTo>
                  <a:lnTo>
                    <a:pt x="99060" y="242569"/>
                  </a:lnTo>
                  <a:close/>
                </a:path>
                <a:path w="334010" h="331469">
                  <a:moveTo>
                    <a:pt x="102870" y="238759"/>
                  </a:moveTo>
                  <a:lnTo>
                    <a:pt x="92710" y="238759"/>
                  </a:lnTo>
                  <a:lnTo>
                    <a:pt x="90169" y="241300"/>
                  </a:lnTo>
                  <a:lnTo>
                    <a:pt x="100329" y="241300"/>
                  </a:lnTo>
                  <a:lnTo>
                    <a:pt x="102870" y="238759"/>
                  </a:lnTo>
                  <a:close/>
                </a:path>
                <a:path w="334010" h="331469">
                  <a:moveTo>
                    <a:pt x="105410" y="236219"/>
                  </a:moveTo>
                  <a:lnTo>
                    <a:pt x="95250" y="236219"/>
                  </a:lnTo>
                  <a:lnTo>
                    <a:pt x="93979" y="237489"/>
                  </a:lnTo>
                  <a:lnTo>
                    <a:pt x="104139" y="237489"/>
                  </a:lnTo>
                  <a:lnTo>
                    <a:pt x="105410" y="236219"/>
                  </a:lnTo>
                  <a:close/>
                </a:path>
                <a:path w="334010" h="331469">
                  <a:moveTo>
                    <a:pt x="109220" y="232409"/>
                  </a:moveTo>
                  <a:lnTo>
                    <a:pt x="99060" y="232409"/>
                  </a:lnTo>
                  <a:lnTo>
                    <a:pt x="96519" y="234950"/>
                  </a:lnTo>
                  <a:lnTo>
                    <a:pt x="106679" y="234950"/>
                  </a:lnTo>
                  <a:lnTo>
                    <a:pt x="109220" y="232409"/>
                  </a:lnTo>
                  <a:close/>
                </a:path>
                <a:path w="334010" h="331469">
                  <a:moveTo>
                    <a:pt x="111760" y="229869"/>
                  </a:moveTo>
                  <a:lnTo>
                    <a:pt x="101600" y="229869"/>
                  </a:lnTo>
                  <a:lnTo>
                    <a:pt x="100329" y="231139"/>
                  </a:lnTo>
                  <a:lnTo>
                    <a:pt x="110489" y="231139"/>
                  </a:lnTo>
                  <a:lnTo>
                    <a:pt x="111760" y="229869"/>
                  </a:lnTo>
                  <a:close/>
                </a:path>
                <a:path w="334010" h="331469">
                  <a:moveTo>
                    <a:pt x="115570" y="226059"/>
                  </a:moveTo>
                  <a:lnTo>
                    <a:pt x="105410" y="226059"/>
                  </a:lnTo>
                  <a:lnTo>
                    <a:pt x="102869" y="228600"/>
                  </a:lnTo>
                  <a:lnTo>
                    <a:pt x="113029" y="228600"/>
                  </a:lnTo>
                  <a:lnTo>
                    <a:pt x="115570" y="226059"/>
                  </a:lnTo>
                  <a:close/>
                </a:path>
                <a:path w="334010" h="331469">
                  <a:moveTo>
                    <a:pt x="118110" y="223519"/>
                  </a:moveTo>
                  <a:lnTo>
                    <a:pt x="107950" y="223519"/>
                  </a:lnTo>
                  <a:lnTo>
                    <a:pt x="106679" y="224789"/>
                  </a:lnTo>
                  <a:lnTo>
                    <a:pt x="116839" y="224789"/>
                  </a:lnTo>
                  <a:lnTo>
                    <a:pt x="118110" y="223519"/>
                  </a:lnTo>
                  <a:close/>
                </a:path>
                <a:path w="334010" h="331469">
                  <a:moveTo>
                    <a:pt x="121920" y="219709"/>
                  </a:moveTo>
                  <a:lnTo>
                    <a:pt x="111760" y="219709"/>
                  </a:lnTo>
                  <a:lnTo>
                    <a:pt x="109219" y="222250"/>
                  </a:lnTo>
                  <a:lnTo>
                    <a:pt x="119379" y="222250"/>
                  </a:lnTo>
                  <a:lnTo>
                    <a:pt x="121920" y="219709"/>
                  </a:lnTo>
                  <a:close/>
                </a:path>
                <a:path w="334010" h="331469">
                  <a:moveTo>
                    <a:pt x="124460" y="217169"/>
                  </a:moveTo>
                  <a:lnTo>
                    <a:pt x="114300" y="217169"/>
                  </a:lnTo>
                  <a:lnTo>
                    <a:pt x="113029" y="218439"/>
                  </a:lnTo>
                  <a:lnTo>
                    <a:pt x="123189" y="218439"/>
                  </a:lnTo>
                  <a:lnTo>
                    <a:pt x="124460" y="217169"/>
                  </a:lnTo>
                  <a:close/>
                </a:path>
                <a:path w="334010" h="331469">
                  <a:moveTo>
                    <a:pt x="128270" y="213359"/>
                  </a:moveTo>
                  <a:lnTo>
                    <a:pt x="118110" y="213359"/>
                  </a:lnTo>
                  <a:lnTo>
                    <a:pt x="115569" y="215900"/>
                  </a:lnTo>
                  <a:lnTo>
                    <a:pt x="125729" y="215900"/>
                  </a:lnTo>
                  <a:lnTo>
                    <a:pt x="128270" y="213359"/>
                  </a:lnTo>
                  <a:close/>
                </a:path>
                <a:path w="334010" h="331469">
                  <a:moveTo>
                    <a:pt x="130810" y="210819"/>
                  </a:moveTo>
                  <a:lnTo>
                    <a:pt x="120650" y="210819"/>
                  </a:lnTo>
                  <a:lnTo>
                    <a:pt x="119379" y="212089"/>
                  </a:lnTo>
                  <a:lnTo>
                    <a:pt x="129539" y="212089"/>
                  </a:lnTo>
                  <a:lnTo>
                    <a:pt x="130810" y="210819"/>
                  </a:lnTo>
                  <a:close/>
                </a:path>
                <a:path w="334010" h="331469">
                  <a:moveTo>
                    <a:pt x="134620" y="207009"/>
                  </a:moveTo>
                  <a:lnTo>
                    <a:pt x="124460" y="207009"/>
                  </a:lnTo>
                  <a:lnTo>
                    <a:pt x="121919" y="209550"/>
                  </a:lnTo>
                  <a:lnTo>
                    <a:pt x="132079" y="209550"/>
                  </a:lnTo>
                  <a:lnTo>
                    <a:pt x="134620" y="207009"/>
                  </a:lnTo>
                  <a:close/>
                </a:path>
                <a:path w="334010" h="331469">
                  <a:moveTo>
                    <a:pt x="137160" y="204469"/>
                  </a:moveTo>
                  <a:lnTo>
                    <a:pt x="127000" y="204469"/>
                  </a:lnTo>
                  <a:lnTo>
                    <a:pt x="125729" y="205739"/>
                  </a:lnTo>
                  <a:lnTo>
                    <a:pt x="135889" y="205739"/>
                  </a:lnTo>
                  <a:lnTo>
                    <a:pt x="137160" y="204469"/>
                  </a:lnTo>
                  <a:close/>
                </a:path>
                <a:path w="334010" h="331469">
                  <a:moveTo>
                    <a:pt x="140970" y="200659"/>
                  </a:moveTo>
                  <a:lnTo>
                    <a:pt x="130810" y="200659"/>
                  </a:lnTo>
                  <a:lnTo>
                    <a:pt x="128269" y="203200"/>
                  </a:lnTo>
                  <a:lnTo>
                    <a:pt x="138429" y="203200"/>
                  </a:lnTo>
                  <a:lnTo>
                    <a:pt x="140970" y="200659"/>
                  </a:lnTo>
                  <a:close/>
                </a:path>
                <a:path w="334010" h="331469">
                  <a:moveTo>
                    <a:pt x="143510" y="198119"/>
                  </a:moveTo>
                  <a:lnTo>
                    <a:pt x="133350" y="198119"/>
                  </a:lnTo>
                  <a:lnTo>
                    <a:pt x="132079" y="199389"/>
                  </a:lnTo>
                  <a:lnTo>
                    <a:pt x="142239" y="199389"/>
                  </a:lnTo>
                  <a:lnTo>
                    <a:pt x="143510" y="198119"/>
                  </a:lnTo>
                  <a:close/>
                </a:path>
                <a:path w="334010" h="331469">
                  <a:moveTo>
                    <a:pt x="147320" y="194309"/>
                  </a:moveTo>
                  <a:lnTo>
                    <a:pt x="137160" y="194309"/>
                  </a:lnTo>
                  <a:lnTo>
                    <a:pt x="134619" y="196850"/>
                  </a:lnTo>
                  <a:lnTo>
                    <a:pt x="144779" y="196850"/>
                  </a:lnTo>
                  <a:lnTo>
                    <a:pt x="147320" y="194309"/>
                  </a:lnTo>
                  <a:close/>
                </a:path>
                <a:path w="334010" h="331469">
                  <a:moveTo>
                    <a:pt x="149860" y="191769"/>
                  </a:moveTo>
                  <a:lnTo>
                    <a:pt x="139700" y="191769"/>
                  </a:lnTo>
                  <a:lnTo>
                    <a:pt x="138429" y="193039"/>
                  </a:lnTo>
                  <a:lnTo>
                    <a:pt x="148589" y="193039"/>
                  </a:lnTo>
                  <a:lnTo>
                    <a:pt x="149860" y="191769"/>
                  </a:lnTo>
                  <a:close/>
                </a:path>
                <a:path w="334010" h="331469">
                  <a:moveTo>
                    <a:pt x="153670" y="187959"/>
                  </a:moveTo>
                  <a:lnTo>
                    <a:pt x="143510" y="187959"/>
                  </a:lnTo>
                  <a:lnTo>
                    <a:pt x="140969" y="190500"/>
                  </a:lnTo>
                  <a:lnTo>
                    <a:pt x="151129" y="190500"/>
                  </a:lnTo>
                  <a:lnTo>
                    <a:pt x="153670" y="187959"/>
                  </a:lnTo>
                  <a:close/>
                </a:path>
                <a:path w="334010" h="331469">
                  <a:moveTo>
                    <a:pt x="156210" y="185419"/>
                  </a:moveTo>
                  <a:lnTo>
                    <a:pt x="146050" y="185419"/>
                  </a:lnTo>
                  <a:lnTo>
                    <a:pt x="144779" y="186689"/>
                  </a:lnTo>
                  <a:lnTo>
                    <a:pt x="154939" y="186689"/>
                  </a:lnTo>
                  <a:lnTo>
                    <a:pt x="156210" y="185419"/>
                  </a:lnTo>
                  <a:close/>
                </a:path>
                <a:path w="334010" h="331469">
                  <a:moveTo>
                    <a:pt x="168910" y="172719"/>
                  </a:moveTo>
                  <a:lnTo>
                    <a:pt x="158750" y="172719"/>
                  </a:lnTo>
                  <a:lnTo>
                    <a:pt x="147319" y="184150"/>
                  </a:lnTo>
                  <a:lnTo>
                    <a:pt x="157479" y="184150"/>
                  </a:lnTo>
                  <a:lnTo>
                    <a:pt x="168910" y="172719"/>
                  </a:lnTo>
                  <a:close/>
                </a:path>
                <a:path w="334010" h="331469">
                  <a:moveTo>
                    <a:pt x="181610" y="160019"/>
                  </a:moveTo>
                  <a:lnTo>
                    <a:pt x="171450" y="160019"/>
                  </a:lnTo>
                  <a:lnTo>
                    <a:pt x="160019" y="171450"/>
                  </a:lnTo>
                  <a:lnTo>
                    <a:pt x="170179" y="171450"/>
                  </a:lnTo>
                  <a:lnTo>
                    <a:pt x="181610" y="160019"/>
                  </a:lnTo>
                  <a:close/>
                </a:path>
                <a:path w="334010" h="331469">
                  <a:moveTo>
                    <a:pt x="185420" y="156209"/>
                  </a:moveTo>
                  <a:lnTo>
                    <a:pt x="175260" y="156209"/>
                  </a:lnTo>
                  <a:lnTo>
                    <a:pt x="172719" y="158750"/>
                  </a:lnTo>
                  <a:lnTo>
                    <a:pt x="182879" y="158750"/>
                  </a:lnTo>
                  <a:lnTo>
                    <a:pt x="185420" y="156209"/>
                  </a:lnTo>
                  <a:close/>
                </a:path>
                <a:path w="334010" h="331469">
                  <a:moveTo>
                    <a:pt x="187960" y="153669"/>
                  </a:moveTo>
                  <a:lnTo>
                    <a:pt x="177800" y="153669"/>
                  </a:lnTo>
                  <a:lnTo>
                    <a:pt x="176529" y="154939"/>
                  </a:lnTo>
                  <a:lnTo>
                    <a:pt x="186689" y="154939"/>
                  </a:lnTo>
                  <a:lnTo>
                    <a:pt x="187960" y="153669"/>
                  </a:lnTo>
                  <a:close/>
                </a:path>
                <a:path w="334010" h="331469">
                  <a:moveTo>
                    <a:pt x="191770" y="149859"/>
                  </a:moveTo>
                  <a:lnTo>
                    <a:pt x="181610" y="149859"/>
                  </a:lnTo>
                  <a:lnTo>
                    <a:pt x="179069" y="152400"/>
                  </a:lnTo>
                  <a:lnTo>
                    <a:pt x="189229" y="152400"/>
                  </a:lnTo>
                  <a:lnTo>
                    <a:pt x="191770" y="149859"/>
                  </a:lnTo>
                  <a:close/>
                </a:path>
                <a:path w="334010" h="331469">
                  <a:moveTo>
                    <a:pt x="204470" y="137159"/>
                  </a:moveTo>
                  <a:lnTo>
                    <a:pt x="194310" y="137159"/>
                  </a:lnTo>
                  <a:lnTo>
                    <a:pt x="182879" y="148589"/>
                  </a:lnTo>
                  <a:lnTo>
                    <a:pt x="193039" y="148589"/>
                  </a:lnTo>
                  <a:lnTo>
                    <a:pt x="204470" y="137159"/>
                  </a:lnTo>
                  <a:close/>
                </a:path>
                <a:path w="334010" h="331469">
                  <a:moveTo>
                    <a:pt x="213360" y="128269"/>
                  </a:moveTo>
                  <a:lnTo>
                    <a:pt x="203200" y="128269"/>
                  </a:lnTo>
                  <a:lnTo>
                    <a:pt x="195579" y="135889"/>
                  </a:lnTo>
                  <a:lnTo>
                    <a:pt x="205739" y="135889"/>
                  </a:lnTo>
                  <a:lnTo>
                    <a:pt x="213360" y="128269"/>
                  </a:lnTo>
                  <a:close/>
                </a:path>
                <a:path w="334010" h="331469">
                  <a:moveTo>
                    <a:pt x="229870" y="111759"/>
                  </a:moveTo>
                  <a:lnTo>
                    <a:pt x="219710" y="111759"/>
                  </a:lnTo>
                  <a:lnTo>
                    <a:pt x="204469" y="127000"/>
                  </a:lnTo>
                  <a:lnTo>
                    <a:pt x="214629" y="127000"/>
                  </a:lnTo>
                  <a:lnTo>
                    <a:pt x="229870" y="111759"/>
                  </a:lnTo>
                  <a:close/>
                </a:path>
                <a:path w="334010" h="331469">
                  <a:moveTo>
                    <a:pt x="234950" y="106679"/>
                  </a:moveTo>
                  <a:lnTo>
                    <a:pt x="224789" y="106679"/>
                  </a:lnTo>
                  <a:lnTo>
                    <a:pt x="220979" y="110489"/>
                  </a:lnTo>
                  <a:lnTo>
                    <a:pt x="231139" y="110489"/>
                  </a:lnTo>
                  <a:lnTo>
                    <a:pt x="234950" y="106679"/>
                  </a:lnTo>
                  <a:close/>
                </a:path>
              </a:pathLst>
            </a:custGeom>
            <a:solidFill>
              <a:srgbClr val="CC3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3">
              <a:extLst>
                <a:ext uri="{FF2B5EF4-FFF2-40B4-BE49-F238E27FC236}">
                  <a16:creationId xmlns:a16="http://schemas.microsoft.com/office/drawing/2014/main" id="{5E15C408-79D2-7F90-F8AC-E2D44BB8A6A3}"/>
                </a:ext>
              </a:extLst>
            </p:cNvPr>
            <p:cNvSpPr/>
            <p:nvPr/>
          </p:nvSpPr>
          <p:spPr>
            <a:xfrm>
              <a:off x="3060700" y="2757169"/>
              <a:ext cx="322580" cy="321310"/>
            </a:xfrm>
            <a:custGeom>
              <a:avLst/>
              <a:gdLst/>
              <a:ahLst/>
              <a:cxnLst/>
              <a:rect l="l" t="t" r="r" b="b"/>
              <a:pathLst>
                <a:path w="322579" h="321310">
                  <a:moveTo>
                    <a:pt x="312613" y="16510"/>
                  </a:moveTo>
                  <a:lnTo>
                    <a:pt x="303530" y="16510"/>
                  </a:lnTo>
                  <a:lnTo>
                    <a:pt x="297180" y="22860"/>
                  </a:lnTo>
                  <a:lnTo>
                    <a:pt x="306274" y="22860"/>
                  </a:lnTo>
                  <a:lnTo>
                    <a:pt x="312613" y="16510"/>
                  </a:lnTo>
                  <a:close/>
                </a:path>
                <a:path w="322579" h="321310">
                  <a:moveTo>
                    <a:pt x="315149" y="13970"/>
                  </a:moveTo>
                  <a:lnTo>
                    <a:pt x="306070" y="13970"/>
                  </a:lnTo>
                  <a:lnTo>
                    <a:pt x="304800" y="15239"/>
                  </a:lnTo>
                  <a:lnTo>
                    <a:pt x="313881" y="15239"/>
                  </a:lnTo>
                  <a:lnTo>
                    <a:pt x="315149" y="13970"/>
                  </a:lnTo>
                  <a:close/>
                </a:path>
                <a:path w="322579" h="321310">
                  <a:moveTo>
                    <a:pt x="318952" y="10160"/>
                  </a:moveTo>
                  <a:lnTo>
                    <a:pt x="309880" y="10160"/>
                  </a:lnTo>
                  <a:lnTo>
                    <a:pt x="307340" y="12700"/>
                  </a:lnTo>
                  <a:lnTo>
                    <a:pt x="316417" y="12700"/>
                  </a:lnTo>
                  <a:lnTo>
                    <a:pt x="318952" y="10160"/>
                  </a:lnTo>
                  <a:close/>
                </a:path>
                <a:path w="322579" h="321310">
                  <a:moveTo>
                    <a:pt x="321488" y="7620"/>
                  </a:moveTo>
                  <a:lnTo>
                    <a:pt x="312420" y="7620"/>
                  </a:lnTo>
                  <a:lnTo>
                    <a:pt x="311150" y="8889"/>
                  </a:lnTo>
                  <a:lnTo>
                    <a:pt x="320220" y="8889"/>
                  </a:lnTo>
                  <a:lnTo>
                    <a:pt x="321488" y="7620"/>
                  </a:lnTo>
                  <a:close/>
                </a:path>
                <a:path w="322579" h="321310">
                  <a:moveTo>
                    <a:pt x="322579" y="2539"/>
                  </a:moveTo>
                  <a:lnTo>
                    <a:pt x="321310" y="2539"/>
                  </a:lnTo>
                  <a:lnTo>
                    <a:pt x="321310" y="3810"/>
                  </a:lnTo>
                  <a:lnTo>
                    <a:pt x="316230" y="3810"/>
                  </a:lnTo>
                  <a:lnTo>
                    <a:pt x="313690" y="6350"/>
                  </a:lnTo>
                  <a:lnTo>
                    <a:pt x="322579" y="6350"/>
                  </a:lnTo>
                  <a:lnTo>
                    <a:pt x="322579" y="2539"/>
                  </a:lnTo>
                  <a:close/>
                </a:path>
                <a:path w="322579" h="321310">
                  <a:moveTo>
                    <a:pt x="321310" y="0"/>
                  </a:moveTo>
                  <a:lnTo>
                    <a:pt x="320040" y="0"/>
                  </a:lnTo>
                  <a:lnTo>
                    <a:pt x="320039" y="1270"/>
                  </a:lnTo>
                  <a:lnTo>
                    <a:pt x="318770" y="1270"/>
                  </a:lnTo>
                  <a:lnTo>
                    <a:pt x="317500" y="2539"/>
                  </a:lnTo>
                  <a:lnTo>
                    <a:pt x="321310" y="2539"/>
                  </a:lnTo>
                  <a:lnTo>
                    <a:pt x="321310" y="0"/>
                  </a:lnTo>
                  <a:close/>
                </a:path>
                <a:path w="322579" h="321310">
                  <a:moveTo>
                    <a:pt x="306274" y="22860"/>
                  </a:moveTo>
                  <a:lnTo>
                    <a:pt x="297179" y="22860"/>
                  </a:lnTo>
                  <a:lnTo>
                    <a:pt x="271780" y="48260"/>
                  </a:lnTo>
                  <a:lnTo>
                    <a:pt x="280917" y="48260"/>
                  </a:lnTo>
                  <a:lnTo>
                    <a:pt x="306274" y="22860"/>
                  </a:lnTo>
                  <a:close/>
                </a:path>
                <a:path w="322579" h="321310">
                  <a:moveTo>
                    <a:pt x="280917" y="48260"/>
                  </a:moveTo>
                  <a:lnTo>
                    <a:pt x="271779" y="48260"/>
                  </a:lnTo>
                  <a:lnTo>
                    <a:pt x="220980" y="99060"/>
                  </a:lnTo>
                  <a:lnTo>
                    <a:pt x="230203" y="99060"/>
                  </a:lnTo>
                  <a:lnTo>
                    <a:pt x="280917" y="48260"/>
                  </a:lnTo>
                  <a:close/>
                </a:path>
                <a:path w="322579" h="321310">
                  <a:moveTo>
                    <a:pt x="10866" y="318770"/>
                  </a:moveTo>
                  <a:lnTo>
                    <a:pt x="1270" y="318770"/>
                  </a:lnTo>
                  <a:lnTo>
                    <a:pt x="0" y="320040"/>
                  </a:lnTo>
                  <a:lnTo>
                    <a:pt x="8889" y="320040"/>
                  </a:lnTo>
                  <a:lnTo>
                    <a:pt x="8889" y="320749"/>
                  </a:lnTo>
                  <a:lnTo>
                    <a:pt x="10866" y="318770"/>
                  </a:lnTo>
                  <a:close/>
                </a:path>
                <a:path w="322579" h="321310">
                  <a:moveTo>
                    <a:pt x="14669" y="314960"/>
                  </a:moveTo>
                  <a:lnTo>
                    <a:pt x="5080" y="314960"/>
                  </a:lnTo>
                  <a:lnTo>
                    <a:pt x="2539" y="317500"/>
                  </a:lnTo>
                  <a:lnTo>
                    <a:pt x="12133" y="317500"/>
                  </a:lnTo>
                  <a:lnTo>
                    <a:pt x="14669" y="314960"/>
                  </a:lnTo>
                  <a:close/>
                </a:path>
                <a:path w="322579" h="321310">
                  <a:moveTo>
                    <a:pt x="17205" y="312420"/>
                  </a:moveTo>
                  <a:lnTo>
                    <a:pt x="7620" y="312420"/>
                  </a:lnTo>
                  <a:lnTo>
                    <a:pt x="6350" y="313690"/>
                  </a:lnTo>
                  <a:lnTo>
                    <a:pt x="15937" y="313690"/>
                  </a:lnTo>
                  <a:lnTo>
                    <a:pt x="17205" y="312420"/>
                  </a:lnTo>
                  <a:close/>
                </a:path>
                <a:path w="322579" h="321310">
                  <a:moveTo>
                    <a:pt x="21008" y="308610"/>
                  </a:moveTo>
                  <a:lnTo>
                    <a:pt x="11430" y="308610"/>
                  </a:lnTo>
                  <a:lnTo>
                    <a:pt x="8889" y="311150"/>
                  </a:lnTo>
                  <a:lnTo>
                    <a:pt x="18473" y="311150"/>
                  </a:lnTo>
                  <a:lnTo>
                    <a:pt x="21008" y="308610"/>
                  </a:lnTo>
                  <a:close/>
                </a:path>
                <a:path w="322579" h="321310">
                  <a:moveTo>
                    <a:pt x="23544" y="306070"/>
                  </a:moveTo>
                  <a:lnTo>
                    <a:pt x="13970" y="306070"/>
                  </a:lnTo>
                  <a:lnTo>
                    <a:pt x="12700" y="307340"/>
                  </a:lnTo>
                  <a:lnTo>
                    <a:pt x="22276" y="307340"/>
                  </a:lnTo>
                  <a:lnTo>
                    <a:pt x="23544" y="306070"/>
                  </a:lnTo>
                  <a:close/>
                </a:path>
                <a:path w="322579" h="321310">
                  <a:moveTo>
                    <a:pt x="27348" y="302260"/>
                  </a:moveTo>
                  <a:lnTo>
                    <a:pt x="17780" y="302260"/>
                  </a:lnTo>
                  <a:lnTo>
                    <a:pt x="15239" y="304800"/>
                  </a:lnTo>
                  <a:lnTo>
                    <a:pt x="24812" y="304800"/>
                  </a:lnTo>
                  <a:lnTo>
                    <a:pt x="27348" y="302260"/>
                  </a:lnTo>
                  <a:close/>
                </a:path>
                <a:path w="322579" h="321310">
                  <a:moveTo>
                    <a:pt x="29883" y="299720"/>
                  </a:moveTo>
                  <a:lnTo>
                    <a:pt x="20320" y="299720"/>
                  </a:lnTo>
                  <a:lnTo>
                    <a:pt x="19050" y="300990"/>
                  </a:lnTo>
                  <a:lnTo>
                    <a:pt x="28615" y="300990"/>
                  </a:lnTo>
                  <a:lnTo>
                    <a:pt x="29883" y="299720"/>
                  </a:lnTo>
                  <a:close/>
                </a:path>
                <a:path w="322579" h="321310">
                  <a:moveTo>
                    <a:pt x="33687" y="295910"/>
                  </a:moveTo>
                  <a:lnTo>
                    <a:pt x="24130" y="295910"/>
                  </a:lnTo>
                  <a:lnTo>
                    <a:pt x="21589" y="298450"/>
                  </a:lnTo>
                  <a:lnTo>
                    <a:pt x="31151" y="298450"/>
                  </a:lnTo>
                  <a:lnTo>
                    <a:pt x="33687" y="295910"/>
                  </a:lnTo>
                  <a:close/>
                </a:path>
                <a:path w="322579" h="321310">
                  <a:moveTo>
                    <a:pt x="36222" y="293370"/>
                  </a:moveTo>
                  <a:lnTo>
                    <a:pt x="26670" y="293370"/>
                  </a:lnTo>
                  <a:lnTo>
                    <a:pt x="25400" y="294640"/>
                  </a:lnTo>
                  <a:lnTo>
                    <a:pt x="34955" y="294640"/>
                  </a:lnTo>
                  <a:lnTo>
                    <a:pt x="36222" y="293370"/>
                  </a:lnTo>
                  <a:close/>
                </a:path>
                <a:path w="322579" h="321310">
                  <a:moveTo>
                    <a:pt x="40026" y="289560"/>
                  </a:moveTo>
                  <a:lnTo>
                    <a:pt x="30480" y="289560"/>
                  </a:lnTo>
                  <a:lnTo>
                    <a:pt x="27939" y="292100"/>
                  </a:lnTo>
                  <a:lnTo>
                    <a:pt x="37490" y="292100"/>
                  </a:lnTo>
                  <a:lnTo>
                    <a:pt x="40026" y="289560"/>
                  </a:lnTo>
                  <a:close/>
                </a:path>
                <a:path w="322579" h="321310">
                  <a:moveTo>
                    <a:pt x="42562" y="287020"/>
                  </a:moveTo>
                  <a:lnTo>
                    <a:pt x="33020" y="287020"/>
                  </a:lnTo>
                  <a:lnTo>
                    <a:pt x="31750" y="288290"/>
                  </a:lnTo>
                  <a:lnTo>
                    <a:pt x="41294" y="288290"/>
                  </a:lnTo>
                  <a:lnTo>
                    <a:pt x="42562" y="287020"/>
                  </a:lnTo>
                  <a:close/>
                </a:path>
                <a:path w="322579" h="321310">
                  <a:moveTo>
                    <a:pt x="46365" y="283210"/>
                  </a:moveTo>
                  <a:lnTo>
                    <a:pt x="36830" y="283210"/>
                  </a:lnTo>
                  <a:lnTo>
                    <a:pt x="34289" y="285750"/>
                  </a:lnTo>
                  <a:lnTo>
                    <a:pt x="43830" y="285750"/>
                  </a:lnTo>
                  <a:lnTo>
                    <a:pt x="46365" y="283210"/>
                  </a:lnTo>
                  <a:close/>
                </a:path>
                <a:path w="322579" h="321310">
                  <a:moveTo>
                    <a:pt x="48901" y="280670"/>
                  </a:moveTo>
                  <a:lnTo>
                    <a:pt x="39370" y="280670"/>
                  </a:lnTo>
                  <a:lnTo>
                    <a:pt x="38100" y="281940"/>
                  </a:lnTo>
                  <a:lnTo>
                    <a:pt x="47633" y="281940"/>
                  </a:lnTo>
                  <a:lnTo>
                    <a:pt x="48901" y="280670"/>
                  </a:lnTo>
                  <a:close/>
                </a:path>
                <a:path w="322579" h="321310">
                  <a:moveTo>
                    <a:pt x="52705" y="276860"/>
                  </a:moveTo>
                  <a:lnTo>
                    <a:pt x="43180" y="276860"/>
                  </a:lnTo>
                  <a:lnTo>
                    <a:pt x="40639" y="279400"/>
                  </a:lnTo>
                  <a:lnTo>
                    <a:pt x="50169" y="279400"/>
                  </a:lnTo>
                  <a:lnTo>
                    <a:pt x="52705" y="276860"/>
                  </a:lnTo>
                  <a:close/>
                </a:path>
                <a:path w="322579" h="321310">
                  <a:moveTo>
                    <a:pt x="55240" y="274320"/>
                  </a:moveTo>
                  <a:lnTo>
                    <a:pt x="45720" y="274320"/>
                  </a:lnTo>
                  <a:lnTo>
                    <a:pt x="44450" y="275590"/>
                  </a:lnTo>
                  <a:lnTo>
                    <a:pt x="53972" y="275590"/>
                  </a:lnTo>
                  <a:lnTo>
                    <a:pt x="55240" y="274320"/>
                  </a:lnTo>
                  <a:close/>
                </a:path>
                <a:path w="322579" h="321310">
                  <a:moveTo>
                    <a:pt x="59044" y="270510"/>
                  </a:moveTo>
                  <a:lnTo>
                    <a:pt x="49530" y="270510"/>
                  </a:lnTo>
                  <a:lnTo>
                    <a:pt x="46989" y="273050"/>
                  </a:lnTo>
                  <a:lnTo>
                    <a:pt x="56508" y="273050"/>
                  </a:lnTo>
                  <a:lnTo>
                    <a:pt x="59044" y="270510"/>
                  </a:lnTo>
                  <a:close/>
                </a:path>
                <a:path w="322579" h="321310">
                  <a:moveTo>
                    <a:pt x="61579" y="267970"/>
                  </a:moveTo>
                  <a:lnTo>
                    <a:pt x="52070" y="267970"/>
                  </a:lnTo>
                  <a:lnTo>
                    <a:pt x="50800" y="269240"/>
                  </a:lnTo>
                  <a:lnTo>
                    <a:pt x="60312" y="269240"/>
                  </a:lnTo>
                  <a:lnTo>
                    <a:pt x="61579" y="267970"/>
                  </a:lnTo>
                  <a:close/>
                </a:path>
                <a:path w="322579" h="321310">
                  <a:moveTo>
                    <a:pt x="65383" y="264160"/>
                  </a:moveTo>
                  <a:lnTo>
                    <a:pt x="55880" y="264160"/>
                  </a:lnTo>
                  <a:lnTo>
                    <a:pt x="53339" y="266700"/>
                  </a:lnTo>
                  <a:lnTo>
                    <a:pt x="62847" y="266700"/>
                  </a:lnTo>
                  <a:lnTo>
                    <a:pt x="65383" y="264160"/>
                  </a:lnTo>
                  <a:close/>
                </a:path>
                <a:path w="322579" h="321310">
                  <a:moveTo>
                    <a:pt x="67919" y="261620"/>
                  </a:moveTo>
                  <a:lnTo>
                    <a:pt x="58420" y="261620"/>
                  </a:lnTo>
                  <a:lnTo>
                    <a:pt x="57150" y="262890"/>
                  </a:lnTo>
                  <a:lnTo>
                    <a:pt x="66651" y="262890"/>
                  </a:lnTo>
                  <a:lnTo>
                    <a:pt x="67919" y="261620"/>
                  </a:lnTo>
                  <a:close/>
                </a:path>
                <a:path w="322579" h="321310">
                  <a:moveTo>
                    <a:pt x="71722" y="257810"/>
                  </a:moveTo>
                  <a:lnTo>
                    <a:pt x="62230" y="257810"/>
                  </a:lnTo>
                  <a:lnTo>
                    <a:pt x="59689" y="260350"/>
                  </a:lnTo>
                  <a:lnTo>
                    <a:pt x="69187" y="260350"/>
                  </a:lnTo>
                  <a:lnTo>
                    <a:pt x="71722" y="257810"/>
                  </a:lnTo>
                  <a:close/>
                </a:path>
                <a:path w="322579" h="321310">
                  <a:moveTo>
                    <a:pt x="74258" y="255270"/>
                  </a:moveTo>
                  <a:lnTo>
                    <a:pt x="64770" y="255270"/>
                  </a:lnTo>
                  <a:lnTo>
                    <a:pt x="63500" y="256540"/>
                  </a:lnTo>
                  <a:lnTo>
                    <a:pt x="72990" y="256540"/>
                  </a:lnTo>
                  <a:lnTo>
                    <a:pt x="74258" y="255270"/>
                  </a:lnTo>
                  <a:close/>
                </a:path>
                <a:path w="322579" h="321310">
                  <a:moveTo>
                    <a:pt x="78061" y="251460"/>
                  </a:moveTo>
                  <a:lnTo>
                    <a:pt x="68580" y="251460"/>
                  </a:lnTo>
                  <a:lnTo>
                    <a:pt x="66039" y="254000"/>
                  </a:lnTo>
                  <a:lnTo>
                    <a:pt x="75526" y="254000"/>
                  </a:lnTo>
                  <a:lnTo>
                    <a:pt x="78061" y="251460"/>
                  </a:lnTo>
                  <a:close/>
                </a:path>
                <a:path w="322579" h="321310">
                  <a:moveTo>
                    <a:pt x="80597" y="248920"/>
                  </a:moveTo>
                  <a:lnTo>
                    <a:pt x="71120" y="248920"/>
                  </a:lnTo>
                  <a:lnTo>
                    <a:pt x="69850" y="250190"/>
                  </a:lnTo>
                  <a:lnTo>
                    <a:pt x="79329" y="250190"/>
                  </a:lnTo>
                  <a:lnTo>
                    <a:pt x="80597" y="248920"/>
                  </a:lnTo>
                  <a:close/>
                </a:path>
                <a:path w="322579" h="321310">
                  <a:moveTo>
                    <a:pt x="84401" y="245110"/>
                  </a:moveTo>
                  <a:lnTo>
                    <a:pt x="74930" y="245110"/>
                  </a:lnTo>
                  <a:lnTo>
                    <a:pt x="72389" y="247650"/>
                  </a:lnTo>
                  <a:lnTo>
                    <a:pt x="81865" y="247650"/>
                  </a:lnTo>
                  <a:lnTo>
                    <a:pt x="84401" y="245110"/>
                  </a:lnTo>
                  <a:close/>
                </a:path>
                <a:path w="322579" h="321310">
                  <a:moveTo>
                    <a:pt x="86936" y="242570"/>
                  </a:moveTo>
                  <a:lnTo>
                    <a:pt x="77470" y="242570"/>
                  </a:lnTo>
                  <a:lnTo>
                    <a:pt x="76200" y="243840"/>
                  </a:lnTo>
                  <a:lnTo>
                    <a:pt x="85669" y="243840"/>
                  </a:lnTo>
                  <a:lnTo>
                    <a:pt x="86936" y="242570"/>
                  </a:lnTo>
                  <a:close/>
                </a:path>
                <a:path w="322579" h="321310">
                  <a:moveTo>
                    <a:pt x="90740" y="238760"/>
                  </a:moveTo>
                  <a:lnTo>
                    <a:pt x="81280" y="238760"/>
                  </a:lnTo>
                  <a:lnTo>
                    <a:pt x="78739" y="241300"/>
                  </a:lnTo>
                  <a:lnTo>
                    <a:pt x="88204" y="241300"/>
                  </a:lnTo>
                  <a:lnTo>
                    <a:pt x="90740" y="238760"/>
                  </a:lnTo>
                  <a:close/>
                </a:path>
                <a:path w="322579" h="321310">
                  <a:moveTo>
                    <a:pt x="93276" y="236220"/>
                  </a:moveTo>
                  <a:lnTo>
                    <a:pt x="83820" y="236220"/>
                  </a:lnTo>
                  <a:lnTo>
                    <a:pt x="82550" y="237490"/>
                  </a:lnTo>
                  <a:lnTo>
                    <a:pt x="92008" y="237490"/>
                  </a:lnTo>
                  <a:lnTo>
                    <a:pt x="93276" y="236220"/>
                  </a:lnTo>
                  <a:close/>
                </a:path>
                <a:path w="322579" h="321310">
                  <a:moveTo>
                    <a:pt x="97079" y="232410"/>
                  </a:moveTo>
                  <a:lnTo>
                    <a:pt x="87630" y="232410"/>
                  </a:lnTo>
                  <a:lnTo>
                    <a:pt x="85089" y="234950"/>
                  </a:lnTo>
                  <a:lnTo>
                    <a:pt x="94543" y="234950"/>
                  </a:lnTo>
                  <a:lnTo>
                    <a:pt x="97079" y="232410"/>
                  </a:lnTo>
                  <a:close/>
                </a:path>
                <a:path w="322579" h="321310">
                  <a:moveTo>
                    <a:pt x="99615" y="229870"/>
                  </a:moveTo>
                  <a:lnTo>
                    <a:pt x="90170" y="229870"/>
                  </a:lnTo>
                  <a:lnTo>
                    <a:pt x="88900" y="231140"/>
                  </a:lnTo>
                  <a:lnTo>
                    <a:pt x="98347" y="231140"/>
                  </a:lnTo>
                  <a:lnTo>
                    <a:pt x="99615" y="229870"/>
                  </a:lnTo>
                  <a:close/>
                </a:path>
                <a:path w="322579" h="321310">
                  <a:moveTo>
                    <a:pt x="103418" y="226060"/>
                  </a:moveTo>
                  <a:lnTo>
                    <a:pt x="93980" y="226060"/>
                  </a:lnTo>
                  <a:lnTo>
                    <a:pt x="91439" y="228600"/>
                  </a:lnTo>
                  <a:lnTo>
                    <a:pt x="100883" y="228600"/>
                  </a:lnTo>
                  <a:lnTo>
                    <a:pt x="103418" y="226060"/>
                  </a:lnTo>
                  <a:close/>
                </a:path>
                <a:path w="322579" h="321310">
                  <a:moveTo>
                    <a:pt x="105954" y="223520"/>
                  </a:moveTo>
                  <a:lnTo>
                    <a:pt x="96520" y="223520"/>
                  </a:lnTo>
                  <a:lnTo>
                    <a:pt x="95250" y="224790"/>
                  </a:lnTo>
                  <a:lnTo>
                    <a:pt x="104686" y="224790"/>
                  </a:lnTo>
                  <a:lnTo>
                    <a:pt x="105954" y="223520"/>
                  </a:lnTo>
                  <a:close/>
                </a:path>
                <a:path w="322579" h="321310">
                  <a:moveTo>
                    <a:pt x="109758" y="219710"/>
                  </a:moveTo>
                  <a:lnTo>
                    <a:pt x="100330" y="219710"/>
                  </a:lnTo>
                  <a:lnTo>
                    <a:pt x="97789" y="222250"/>
                  </a:lnTo>
                  <a:lnTo>
                    <a:pt x="107222" y="222250"/>
                  </a:lnTo>
                  <a:lnTo>
                    <a:pt x="109758" y="219710"/>
                  </a:lnTo>
                  <a:close/>
                </a:path>
                <a:path w="322579" h="321310">
                  <a:moveTo>
                    <a:pt x="112293" y="217170"/>
                  </a:moveTo>
                  <a:lnTo>
                    <a:pt x="102870" y="217170"/>
                  </a:lnTo>
                  <a:lnTo>
                    <a:pt x="101600" y="218440"/>
                  </a:lnTo>
                  <a:lnTo>
                    <a:pt x="111025" y="218440"/>
                  </a:lnTo>
                  <a:lnTo>
                    <a:pt x="112293" y="217170"/>
                  </a:lnTo>
                  <a:close/>
                </a:path>
                <a:path w="322579" h="321310">
                  <a:moveTo>
                    <a:pt x="116097" y="213360"/>
                  </a:moveTo>
                  <a:lnTo>
                    <a:pt x="106680" y="213360"/>
                  </a:lnTo>
                  <a:lnTo>
                    <a:pt x="104139" y="215900"/>
                  </a:lnTo>
                  <a:lnTo>
                    <a:pt x="113561" y="215900"/>
                  </a:lnTo>
                  <a:lnTo>
                    <a:pt x="116097" y="213360"/>
                  </a:lnTo>
                  <a:close/>
                </a:path>
                <a:path w="322579" h="321310">
                  <a:moveTo>
                    <a:pt x="118633" y="210820"/>
                  </a:moveTo>
                  <a:lnTo>
                    <a:pt x="109220" y="210820"/>
                  </a:lnTo>
                  <a:lnTo>
                    <a:pt x="107950" y="212090"/>
                  </a:lnTo>
                  <a:lnTo>
                    <a:pt x="117365" y="212090"/>
                  </a:lnTo>
                  <a:lnTo>
                    <a:pt x="118633" y="210820"/>
                  </a:lnTo>
                  <a:close/>
                </a:path>
                <a:path w="322579" h="321310">
                  <a:moveTo>
                    <a:pt x="122436" y="207010"/>
                  </a:moveTo>
                  <a:lnTo>
                    <a:pt x="113030" y="207010"/>
                  </a:lnTo>
                  <a:lnTo>
                    <a:pt x="110489" y="209550"/>
                  </a:lnTo>
                  <a:lnTo>
                    <a:pt x="119900" y="209550"/>
                  </a:lnTo>
                  <a:lnTo>
                    <a:pt x="122436" y="207010"/>
                  </a:lnTo>
                  <a:close/>
                </a:path>
                <a:path w="322579" h="321310">
                  <a:moveTo>
                    <a:pt x="124972" y="204470"/>
                  </a:moveTo>
                  <a:lnTo>
                    <a:pt x="115570" y="204470"/>
                  </a:lnTo>
                  <a:lnTo>
                    <a:pt x="114300" y="205740"/>
                  </a:lnTo>
                  <a:lnTo>
                    <a:pt x="123704" y="205740"/>
                  </a:lnTo>
                  <a:lnTo>
                    <a:pt x="124972" y="204470"/>
                  </a:lnTo>
                  <a:close/>
                </a:path>
                <a:path w="322579" h="321310">
                  <a:moveTo>
                    <a:pt x="128775" y="200660"/>
                  </a:moveTo>
                  <a:lnTo>
                    <a:pt x="119380" y="200660"/>
                  </a:lnTo>
                  <a:lnTo>
                    <a:pt x="116839" y="203200"/>
                  </a:lnTo>
                  <a:lnTo>
                    <a:pt x="126240" y="203200"/>
                  </a:lnTo>
                  <a:lnTo>
                    <a:pt x="128775" y="200660"/>
                  </a:lnTo>
                  <a:close/>
                </a:path>
                <a:path w="322579" h="321310">
                  <a:moveTo>
                    <a:pt x="131311" y="198120"/>
                  </a:moveTo>
                  <a:lnTo>
                    <a:pt x="121920" y="198120"/>
                  </a:lnTo>
                  <a:lnTo>
                    <a:pt x="120650" y="199390"/>
                  </a:lnTo>
                  <a:lnTo>
                    <a:pt x="130043" y="199390"/>
                  </a:lnTo>
                  <a:lnTo>
                    <a:pt x="131311" y="198120"/>
                  </a:lnTo>
                  <a:close/>
                </a:path>
                <a:path w="322579" h="321310">
                  <a:moveTo>
                    <a:pt x="135115" y="194310"/>
                  </a:moveTo>
                  <a:lnTo>
                    <a:pt x="125730" y="194310"/>
                  </a:lnTo>
                  <a:lnTo>
                    <a:pt x="123189" y="196850"/>
                  </a:lnTo>
                  <a:lnTo>
                    <a:pt x="132579" y="196850"/>
                  </a:lnTo>
                  <a:lnTo>
                    <a:pt x="135115" y="194310"/>
                  </a:lnTo>
                  <a:close/>
                </a:path>
                <a:path w="322579" h="321310">
                  <a:moveTo>
                    <a:pt x="137650" y="191770"/>
                  </a:moveTo>
                  <a:lnTo>
                    <a:pt x="128270" y="191770"/>
                  </a:lnTo>
                  <a:lnTo>
                    <a:pt x="127000" y="193040"/>
                  </a:lnTo>
                  <a:lnTo>
                    <a:pt x="136382" y="193040"/>
                  </a:lnTo>
                  <a:lnTo>
                    <a:pt x="137650" y="191770"/>
                  </a:lnTo>
                  <a:close/>
                </a:path>
                <a:path w="322579" h="321310">
                  <a:moveTo>
                    <a:pt x="141454" y="187960"/>
                  </a:moveTo>
                  <a:lnTo>
                    <a:pt x="132080" y="187960"/>
                  </a:lnTo>
                  <a:lnTo>
                    <a:pt x="129539" y="190500"/>
                  </a:lnTo>
                  <a:lnTo>
                    <a:pt x="138918" y="190500"/>
                  </a:lnTo>
                  <a:lnTo>
                    <a:pt x="141454" y="187960"/>
                  </a:lnTo>
                  <a:close/>
                </a:path>
                <a:path w="322579" h="321310">
                  <a:moveTo>
                    <a:pt x="143990" y="185420"/>
                  </a:moveTo>
                  <a:lnTo>
                    <a:pt x="134620" y="185420"/>
                  </a:lnTo>
                  <a:lnTo>
                    <a:pt x="133350" y="186690"/>
                  </a:lnTo>
                  <a:lnTo>
                    <a:pt x="142722" y="186690"/>
                  </a:lnTo>
                  <a:lnTo>
                    <a:pt x="143990" y="185420"/>
                  </a:lnTo>
                  <a:close/>
                </a:path>
                <a:path w="322579" h="321310">
                  <a:moveTo>
                    <a:pt x="147793" y="181610"/>
                  </a:moveTo>
                  <a:lnTo>
                    <a:pt x="138430" y="181610"/>
                  </a:lnTo>
                  <a:lnTo>
                    <a:pt x="135889" y="184150"/>
                  </a:lnTo>
                  <a:lnTo>
                    <a:pt x="145257" y="184150"/>
                  </a:lnTo>
                  <a:lnTo>
                    <a:pt x="147793" y="181610"/>
                  </a:lnTo>
                  <a:close/>
                </a:path>
                <a:path w="322579" h="321310">
                  <a:moveTo>
                    <a:pt x="150329" y="179070"/>
                  </a:moveTo>
                  <a:lnTo>
                    <a:pt x="140970" y="179070"/>
                  </a:lnTo>
                  <a:lnTo>
                    <a:pt x="139700" y="180340"/>
                  </a:lnTo>
                  <a:lnTo>
                    <a:pt x="149061" y="180340"/>
                  </a:lnTo>
                  <a:lnTo>
                    <a:pt x="150329" y="179070"/>
                  </a:lnTo>
                  <a:close/>
                </a:path>
                <a:path w="322579" h="321310">
                  <a:moveTo>
                    <a:pt x="163007" y="166370"/>
                  </a:moveTo>
                  <a:lnTo>
                    <a:pt x="153670" y="166370"/>
                  </a:lnTo>
                  <a:lnTo>
                    <a:pt x="142239" y="177800"/>
                  </a:lnTo>
                  <a:lnTo>
                    <a:pt x="151597" y="177800"/>
                  </a:lnTo>
                  <a:lnTo>
                    <a:pt x="163007" y="166370"/>
                  </a:lnTo>
                  <a:close/>
                </a:path>
                <a:path w="322579" h="321310">
                  <a:moveTo>
                    <a:pt x="175686" y="153670"/>
                  </a:moveTo>
                  <a:lnTo>
                    <a:pt x="166370" y="153670"/>
                  </a:lnTo>
                  <a:lnTo>
                    <a:pt x="154939" y="165100"/>
                  </a:lnTo>
                  <a:lnTo>
                    <a:pt x="164275" y="165100"/>
                  </a:lnTo>
                  <a:lnTo>
                    <a:pt x="175686" y="153670"/>
                  </a:lnTo>
                  <a:close/>
                </a:path>
                <a:path w="322579" h="321310">
                  <a:moveTo>
                    <a:pt x="179489" y="149860"/>
                  </a:moveTo>
                  <a:lnTo>
                    <a:pt x="170180" y="149860"/>
                  </a:lnTo>
                  <a:lnTo>
                    <a:pt x="167639" y="152400"/>
                  </a:lnTo>
                  <a:lnTo>
                    <a:pt x="176954" y="152400"/>
                  </a:lnTo>
                  <a:lnTo>
                    <a:pt x="179489" y="149860"/>
                  </a:lnTo>
                  <a:close/>
                </a:path>
                <a:path w="322579" h="321310">
                  <a:moveTo>
                    <a:pt x="182025" y="147320"/>
                  </a:moveTo>
                  <a:lnTo>
                    <a:pt x="172720" y="147320"/>
                  </a:lnTo>
                  <a:lnTo>
                    <a:pt x="171450" y="148590"/>
                  </a:lnTo>
                  <a:lnTo>
                    <a:pt x="180757" y="148590"/>
                  </a:lnTo>
                  <a:lnTo>
                    <a:pt x="182025" y="147320"/>
                  </a:lnTo>
                  <a:close/>
                </a:path>
                <a:path w="322579" h="321310">
                  <a:moveTo>
                    <a:pt x="185828" y="143510"/>
                  </a:moveTo>
                  <a:lnTo>
                    <a:pt x="176530" y="143510"/>
                  </a:lnTo>
                  <a:lnTo>
                    <a:pt x="173989" y="146050"/>
                  </a:lnTo>
                  <a:lnTo>
                    <a:pt x="183293" y="146050"/>
                  </a:lnTo>
                  <a:lnTo>
                    <a:pt x="185828" y="143510"/>
                  </a:lnTo>
                  <a:close/>
                </a:path>
                <a:path w="322579" h="321310">
                  <a:moveTo>
                    <a:pt x="198507" y="130810"/>
                  </a:moveTo>
                  <a:lnTo>
                    <a:pt x="189230" y="130810"/>
                  </a:lnTo>
                  <a:lnTo>
                    <a:pt x="177800" y="142240"/>
                  </a:lnTo>
                  <a:lnTo>
                    <a:pt x="187096" y="142240"/>
                  </a:lnTo>
                  <a:lnTo>
                    <a:pt x="198507" y="130810"/>
                  </a:lnTo>
                  <a:close/>
                </a:path>
                <a:path w="322579" h="321310">
                  <a:moveTo>
                    <a:pt x="207382" y="121920"/>
                  </a:moveTo>
                  <a:lnTo>
                    <a:pt x="198120" y="121920"/>
                  </a:lnTo>
                  <a:lnTo>
                    <a:pt x="190500" y="129540"/>
                  </a:lnTo>
                  <a:lnTo>
                    <a:pt x="199775" y="129540"/>
                  </a:lnTo>
                  <a:lnTo>
                    <a:pt x="207382" y="121920"/>
                  </a:lnTo>
                  <a:close/>
                </a:path>
                <a:path w="322579" h="321310">
                  <a:moveTo>
                    <a:pt x="223864" y="105410"/>
                  </a:moveTo>
                  <a:lnTo>
                    <a:pt x="214630" y="105410"/>
                  </a:lnTo>
                  <a:lnTo>
                    <a:pt x="199389" y="120650"/>
                  </a:lnTo>
                  <a:lnTo>
                    <a:pt x="208650" y="120650"/>
                  </a:lnTo>
                  <a:lnTo>
                    <a:pt x="223864" y="105410"/>
                  </a:lnTo>
                  <a:close/>
                </a:path>
                <a:path w="322579" h="321310">
                  <a:moveTo>
                    <a:pt x="228935" y="100330"/>
                  </a:moveTo>
                  <a:lnTo>
                    <a:pt x="219710" y="100330"/>
                  </a:lnTo>
                  <a:lnTo>
                    <a:pt x="215900" y="104140"/>
                  </a:lnTo>
                  <a:lnTo>
                    <a:pt x="225132" y="104140"/>
                  </a:lnTo>
                  <a:lnTo>
                    <a:pt x="228935" y="100330"/>
                  </a:lnTo>
                  <a:close/>
                </a:path>
              </a:pathLst>
            </a:custGeom>
            <a:solidFill>
              <a:srgbClr val="CC3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4">
              <a:extLst>
                <a:ext uri="{FF2B5EF4-FFF2-40B4-BE49-F238E27FC236}">
                  <a16:creationId xmlns:a16="http://schemas.microsoft.com/office/drawing/2014/main" id="{430F0C97-208B-066D-3FF8-923FBC971C55}"/>
                </a:ext>
              </a:extLst>
            </p:cNvPr>
            <p:cNvSpPr/>
            <p:nvPr/>
          </p:nvSpPr>
          <p:spPr>
            <a:xfrm>
              <a:off x="3069590" y="2764790"/>
              <a:ext cx="318135" cy="313690"/>
            </a:xfrm>
            <a:custGeom>
              <a:avLst/>
              <a:gdLst/>
              <a:ahLst/>
              <a:cxnLst/>
              <a:rect l="l" t="t" r="r" b="b"/>
              <a:pathLst>
                <a:path w="318135" h="313689">
                  <a:moveTo>
                    <a:pt x="313875" y="8889"/>
                  </a:moveTo>
                  <a:lnTo>
                    <a:pt x="303723" y="8889"/>
                  </a:lnTo>
                  <a:lnTo>
                    <a:pt x="297384" y="15239"/>
                  </a:lnTo>
                  <a:lnTo>
                    <a:pt x="307535" y="15239"/>
                  </a:lnTo>
                  <a:lnTo>
                    <a:pt x="313875" y="8889"/>
                  </a:lnTo>
                  <a:close/>
                </a:path>
                <a:path w="318135" h="313689">
                  <a:moveTo>
                    <a:pt x="316410" y="6350"/>
                  </a:moveTo>
                  <a:lnTo>
                    <a:pt x="306259" y="6350"/>
                  </a:lnTo>
                  <a:lnTo>
                    <a:pt x="304991" y="7619"/>
                  </a:lnTo>
                  <a:lnTo>
                    <a:pt x="315142" y="7619"/>
                  </a:lnTo>
                  <a:lnTo>
                    <a:pt x="316410" y="6350"/>
                  </a:lnTo>
                  <a:close/>
                </a:path>
                <a:path w="318135" h="313689">
                  <a:moveTo>
                    <a:pt x="317678" y="5079"/>
                  </a:moveTo>
                  <a:lnTo>
                    <a:pt x="317500" y="5079"/>
                  </a:lnTo>
                  <a:lnTo>
                    <a:pt x="317500" y="5258"/>
                  </a:lnTo>
                  <a:lnTo>
                    <a:pt x="317678" y="5079"/>
                  </a:lnTo>
                  <a:close/>
                </a:path>
                <a:path w="318135" h="313689">
                  <a:moveTo>
                    <a:pt x="317500" y="2539"/>
                  </a:moveTo>
                  <a:lnTo>
                    <a:pt x="310062" y="2539"/>
                  </a:lnTo>
                  <a:lnTo>
                    <a:pt x="307527" y="5079"/>
                  </a:lnTo>
                  <a:lnTo>
                    <a:pt x="317500" y="5079"/>
                  </a:lnTo>
                  <a:lnTo>
                    <a:pt x="317500" y="2539"/>
                  </a:lnTo>
                  <a:close/>
                </a:path>
                <a:path w="318135" h="313689">
                  <a:moveTo>
                    <a:pt x="314960" y="0"/>
                  </a:moveTo>
                  <a:lnTo>
                    <a:pt x="312598" y="0"/>
                  </a:lnTo>
                  <a:lnTo>
                    <a:pt x="311330" y="1269"/>
                  </a:lnTo>
                  <a:lnTo>
                    <a:pt x="314960" y="1269"/>
                  </a:lnTo>
                  <a:lnTo>
                    <a:pt x="314960" y="0"/>
                  </a:lnTo>
                  <a:close/>
                </a:path>
                <a:path w="318135" h="313689">
                  <a:moveTo>
                    <a:pt x="307535" y="15240"/>
                  </a:moveTo>
                  <a:lnTo>
                    <a:pt x="297384" y="15240"/>
                  </a:lnTo>
                  <a:lnTo>
                    <a:pt x="272027" y="40639"/>
                  </a:lnTo>
                  <a:lnTo>
                    <a:pt x="282178" y="40639"/>
                  </a:lnTo>
                  <a:lnTo>
                    <a:pt x="307535" y="15240"/>
                  </a:lnTo>
                  <a:close/>
                </a:path>
                <a:path w="318135" h="313689">
                  <a:moveTo>
                    <a:pt x="282178" y="40640"/>
                  </a:moveTo>
                  <a:lnTo>
                    <a:pt x="272027" y="40640"/>
                  </a:lnTo>
                  <a:lnTo>
                    <a:pt x="221313" y="91439"/>
                  </a:lnTo>
                  <a:lnTo>
                    <a:pt x="231465" y="91439"/>
                  </a:lnTo>
                  <a:lnTo>
                    <a:pt x="282178" y="40640"/>
                  </a:lnTo>
                  <a:close/>
                </a:path>
                <a:path w="318135" h="313689">
                  <a:moveTo>
                    <a:pt x="7620" y="311150"/>
                  </a:moveTo>
                  <a:lnTo>
                    <a:pt x="1976" y="311150"/>
                  </a:lnTo>
                  <a:lnTo>
                    <a:pt x="0" y="313129"/>
                  </a:lnTo>
                  <a:lnTo>
                    <a:pt x="0" y="313689"/>
                  </a:lnTo>
                  <a:lnTo>
                    <a:pt x="7620" y="313689"/>
                  </a:lnTo>
                  <a:lnTo>
                    <a:pt x="7620" y="311150"/>
                  </a:lnTo>
                  <a:close/>
                </a:path>
                <a:path w="318135" h="313689">
                  <a:moveTo>
                    <a:pt x="15930" y="307339"/>
                  </a:moveTo>
                  <a:lnTo>
                    <a:pt x="5779" y="307339"/>
                  </a:lnTo>
                  <a:lnTo>
                    <a:pt x="3243" y="309880"/>
                  </a:lnTo>
                  <a:lnTo>
                    <a:pt x="13395" y="309880"/>
                  </a:lnTo>
                  <a:lnTo>
                    <a:pt x="15930" y="307339"/>
                  </a:lnTo>
                  <a:close/>
                </a:path>
                <a:path w="318135" h="313689">
                  <a:moveTo>
                    <a:pt x="18466" y="304800"/>
                  </a:moveTo>
                  <a:lnTo>
                    <a:pt x="8315" y="304800"/>
                  </a:lnTo>
                  <a:lnTo>
                    <a:pt x="7047" y="306070"/>
                  </a:lnTo>
                  <a:lnTo>
                    <a:pt x="17198" y="306070"/>
                  </a:lnTo>
                  <a:lnTo>
                    <a:pt x="18466" y="304800"/>
                  </a:lnTo>
                  <a:close/>
                </a:path>
                <a:path w="318135" h="313689">
                  <a:moveTo>
                    <a:pt x="22270" y="300989"/>
                  </a:moveTo>
                  <a:lnTo>
                    <a:pt x="12118" y="300989"/>
                  </a:lnTo>
                  <a:lnTo>
                    <a:pt x="9583" y="303530"/>
                  </a:lnTo>
                  <a:lnTo>
                    <a:pt x="19734" y="303530"/>
                  </a:lnTo>
                  <a:lnTo>
                    <a:pt x="22270" y="300989"/>
                  </a:lnTo>
                  <a:close/>
                </a:path>
                <a:path w="318135" h="313689">
                  <a:moveTo>
                    <a:pt x="24805" y="298450"/>
                  </a:moveTo>
                  <a:lnTo>
                    <a:pt x="14654" y="298450"/>
                  </a:lnTo>
                  <a:lnTo>
                    <a:pt x="13386" y="299720"/>
                  </a:lnTo>
                  <a:lnTo>
                    <a:pt x="23538" y="299720"/>
                  </a:lnTo>
                  <a:lnTo>
                    <a:pt x="24805" y="298450"/>
                  </a:lnTo>
                  <a:close/>
                </a:path>
                <a:path w="318135" h="313689">
                  <a:moveTo>
                    <a:pt x="28609" y="294639"/>
                  </a:moveTo>
                  <a:lnTo>
                    <a:pt x="18458" y="294639"/>
                  </a:lnTo>
                  <a:lnTo>
                    <a:pt x="15922" y="297180"/>
                  </a:lnTo>
                  <a:lnTo>
                    <a:pt x="26073" y="297180"/>
                  </a:lnTo>
                  <a:lnTo>
                    <a:pt x="28609" y="294639"/>
                  </a:lnTo>
                  <a:close/>
                </a:path>
                <a:path w="318135" h="313689">
                  <a:moveTo>
                    <a:pt x="31145" y="292100"/>
                  </a:moveTo>
                  <a:lnTo>
                    <a:pt x="20993" y="292100"/>
                  </a:lnTo>
                  <a:lnTo>
                    <a:pt x="19725" y="293370"/>
                  </a:lnTo>
                  <a:lnTo>
                    <a:pt x="29877" y="293370"/>
                  </a:lnTo>
                  <a:lnTo>
                    <a:pt x="31145" y="292100"/>
                  </a:lnTo>
                  <a:close/>
                </a:path>
                <a:path w="318135" h="313689">
                  <a:moveTo>
                    <a:pt x="34948" y="288289"/>
                  </a:moveTo>
                  <a:lnTo>
                    <a:pt x="24797" y="288289"/>
                  </a:lnTo>
                  <a:lnTo>
                    <a:pt x="22261" y="290830"/>
                  </a:lnTo>
                  <a:lnTo>
                    <a:pt x="32412" y="290830"/>
                  </a:lnTo>
                  <a:lnTo>
                    <a:pt x="34948" y="288289"/>
                  </a:lnTo>
                  <a:close/>
                </a:path>
                <a:path w="318135" h="313689">
                  <a:moveTo>
                    <a:pt x="37484" y="285750"/>
                  </a:moveTo>
                  <a:lnTo>
                    <a:pt x="27332" y="285750"/>
                  </a:lnTo>
                  <a:lnTo>
                    <a:pt x="26065" y="287020"/>
                  </a:lnTo>
                  <a:lnTo>
                    <a:pt x="36216" y="287020"/>
                  </a:lnTo>
                  <a:lnTo>
                    <a:pt x="37484" y="285750"/>
                  </a:lnTo>
                  <a:close/>
                </a:path>
                <a:path w="318135" h="313689">
                  <a:moveTo>
                    <a:pt x="41287" y="281939"/>
                  </a:moveTo>
                  <a:lnTo>
                    <a:pt x="31136" y="281939"/>
                  </a:lnTo>
                  <a:lnTo>
                    <a:pt x="28600" y="284480"/>
                  </a:lnTo>
                  <a:lnTo>
                    <a:pt x="38752" y="284480"/>
                  </a:lnTo>
                  <a:lnTo>
                    <a:pt x="41287" y="281939"/>
                  </a:lnTo>
                  <a:close/>
                </a:path>
                <a:path w="318135" h="313689">
                  <a:moveTo>
                    <a:pt x="43823" y="279400"/>
                  </a:moveTo>
                  <a:lnTo>
                    <a:pt x="33672" y="279400"/>
                  </a:lnTo>
                  <a:lnTo>
                    <a:pt x="32404" y="280670"/>
                  </a:lnTo>
                  <a:lnTo>
                    <a:pt x="42555" y="280670"/>
                  </a:lnTo>
                  <a:lnTo>
                    <a:pt x="43823" y="279400"/>
                  </a:lnTo>
                  <a:close/>
                </a:path>
                <a:path w="318135" h="313689">
                  <a:moveTo>
                    <a:pt x="47627" y="275589"/>
                  </a:moveTo>
                  <a:lnTo>
                    <a:pt x="37475" y="275589"/>
                  </a:lnTo>
                  <a:lnTo>
                    <a:pt x="34940" y="278130"/>
                  </a:lnTo>
                  <a:lnTo>
                    <a:pt x="45091" y="278130"/>
                  </a:lnTo>
                  <a:lnTo>
                    <a:pt x="47627" y="275589"/>
                  </a:lnTo>
                  <a:close/>
                </a:path>
                <a:path w="318135" h="313689">
                  <a:moveTo>
                    <a:pt x="50162" y="273050"/>
                  </a:moveTo>
                  <a:lnTo>
                    <a:pt x="40011" y="273050"/>
                  </a:lnTo>
                  <a:lnTo>
                    <a:pt x="38743" y="274320"/>
                  </a:lnTo>
                  <a:lnTo>
                    <a:pt x="48895" y="274320"/>
                  </a:lnTo>
                  <a:lnTo>
                    <a:pt x="50162" y="273050"/>
                  </a:lnTo>
                  <a:close/>
                </a:path>
                <a:path w="318135" h="313689">
                  <a:moveTo>
                    <a:pt x="53966" y="269239"/>
                  </a:moveTo>
                  <a:lnTo>
                    <a:pt x="43815" y="269239"/>
                  </a:lnTo>
                  <a:lnTo>
                    <a:pt x="41279" y="271780"/>
                  </a:lnTo>
                  <a:lnTo>
                    <a:pt x="51430" y="271780"/>
                  </a:lnTo>
                  <a:lnTo>
                    <a:pt x="53966" y="269239"/>
                  </a:lnTo>
                  <a:close/>
                </a:path>
                <a:path w="318135" h="313689">
                  <a:moveTo>
                    <a:pt x="56502" y="266700"/>
                  </a:moveTo>
                  <a:lnTo>
                    <a:pt x="46350" y="266700"/>
                  </a:lnTo>
                  <a:lnTo>
                    <a:pt x="45082" y="267970"/>
                  </a:lnTo>
                  <a:lnTo>
                    <a:pt x="55234" y="267970"/>
                  </a:lnTo>
                  <a:lnTo>
                    <a:pt x="56502" y="266700"/>
                  </a:lnTo>
                  <a:close/>
                </a:path>
                <a:path w="318135" h="313689">
                  <a:moveTo>
                    <a:pt x="60305" y="262889"/>
                  </a:moveTo>
                  <a:lnTo>
                    <a:pt x="50154" y="262889"/>
                  </a:lnTo>
                  <a:lnTo>
                    <a:pt x="47618" y="265430"/>
                  </a:lnTo>
                  <a:lnTo>
                    <a:pt x="57769" y="265430"/>
                  </a:lnTo>
                  <a:lnTo>
                    <a:pt x="60305" y="262889"/>
                  </a:lnTo>
                  <a:close/>
                </a:path>
                <a:path w="318135" h="313689">
                  <a:moveTo>
                    <a:pt x="62841" y="260350"/>
                  </a:moveTo>
                  <a:lnTo>
                    <a:pt x="52689" y="260350"/>
                  </a:lnTo>
                  <a:lnTo>
                    <a:pt x="51422" y="261620"/>
                  </a:lnTo>
                  <a:lnTo>
                    <a:pt x="61573" y="261620"/>
                  </a:lnTo>
                  <a:lnTo>
                    <a:pt x="62841" y="260350"/>
                  </a:lnTo>
                  <a:close/>
                </a:path>
                <a:path w="318135" h="313689">
                  <a:moveTo>
                    <a:pt x="66644" y="256539"/>
                  </a:moveTo>
                  <a:lnTo>
                    <a:pt x="56493" y="256539"/>
                  </a:lnTo>
                  <a:lnTo>
                    <a:pt x="53957" y="259080"/>
                  </a:lnTo>
                  <a:lnTo>
                    <a:pt x="64109" y="259080"/>
                  </a:lnTo>
                  <a:lnTo>
                    <a:pt x="66644" y="256539"/>
                  </a:lnTo>
                  <a:close/>
                </a:path>
                <a:path w="318135" h="313689">
                  <a:moveTo>
                    <a:pt x="69180" y="254000"/>
                  </a:moveTo>
                  <a:lnTo>
                    <a:pt x="59029" y="254000"/>
                  </a:lnTo>
                  <a:lnTo>
                    <a:pt x="57761" y="255270"/>
                  </a:lnTo>
                  <a:lnTo>
                    <a:pt x="67912" y="255270"/>
                  </a:lnTo>
                  <a:lnTo>
                    <a:pt x="69180" y="254000"/>
                  </a:lnTo>
                  <a:close/>
                </a:path>
                <a:path w="318135" h="313689">
                  <a:moveTo>
                    <a:pt x="72984" y="250189"/>
                  </a:moveTo>
                  <a:lnTo>
                    <a:pt x="62832" y="250189"/>
                  </a:lnTo>
                  <a:lnTo>
                    <a:pt x="60297" y="252730"/>
                  </a:lnTo>
                  <a:lnTo>
                    <a:pt x="70448" y="252730"/>
                  </a:lnTo>
                  <a:lnTo>
                    <a:pt x="72984" y="250189"/>
                  </a:lnTo>
                  <a:close/>
                </a:path>
                <a:path w="318135" h="313689">
                  <a:moveTo>
                    <a:pt x="75519" y="247650"/>
                  </a:moveTo>
                  <a:lnTo>
                    <a:pt x="65368" y="247650"/>
                  </a:lnTo>
                  <a:lnTo>
                    <a:pt x="64100" y="248920"/>
                  </a:lnTo>
                  <a:lnTo>
                    <a:pt x="74251" y="248920"/>
                  </a:lnTo>
                  <a:lnTo>
                    <a:pt x="75519" y="247650"/>
                  </a:lnTo>
                  <a:close/>
                </a:path>
                <a:path w="318135" h="313689">
                  <a:moveTo>
                    <a:pt x="79323" y="243839"/>
                  </a:moveTo>
                  <a:lnTo>
                    <a:pt x="69171" y="243839"/>
                  </a:lnTo>
                  <a:lnTo>
                    <a:pt x="66636" y="246380"/>
                  </a:lnTo>
                  <a:lnTo>
                    <a:pt x="76787" y="246380"/>
                  </a:lnTo>
                  <a:lnTo>
                    <a:pt x="79323" y="243839"/>
                  </a:lnTo>
                  <a:close/>
                </a:path>
                <a:path w="318135" h="313689">
                  <a:moveTo>
                    <a:pt x="81859" y="241300"/>
                  </a:moveTo>
                  <a:lnTo>
                    <a:pt x="71707" y="241300"/>
                  </a:lnTo>
                  <a:lnTo>
                    <a:pt x="70439" y="242570"/>
                  </a:lnTo>
                  <a:lnTo>
                    <a:pt x="80591" y="242570"/>
                  </a:lnTo>
                  <a:lnTo>
                    <a:pt x="81859" y="241300"/>
                  </a:lnTo>
                  <a:close/>
                </a:path>
                <a:path w="318135" h="313689">
                  <a:moveTo>
                    <a:pt x="85662" y="237489"/>
                  </a:moveTo>
                  <a:lnTo>
                    <a:pt x="75511" y="237489"/>
                  </a:lnTo>
                  <a:lnTo>
                    <a:pt x="72975" y="240030"/>
                  </a:lnTo>
                  <a:lnTo>
                    <a:pt x="83126" y="240030"/>
                  </a:lnTo>
                  <a:lnTo>
                    <a:pt x="85662" y="237489"/>
                  </a:lnTo>
                  <a:close/>
                </a:path>
                <a:path w="318135" h="313689">
                  <a:moveTo>
                    <a:pt x="88198" y="234950"/>
                  </a:moveTo>
                  <a:lnTo>
                    <a:pt x="78046" y="234950"/>
                  </a:lnTo>
                  <a:lnTo>
                    <a:pt x="76779" y="236220"/>
                  </a:lnTo>
                  <a:lnTo>
                    <a:pt x="86930" y="236220"/>
                  </a:lnTo>
                  <a:lnTo>
                    <a:pt x="88198" y="234950"/>
                  </a:lnTo>
                  <a:close/>
                </a:path>
                <a:path w="318135" h="313689">
                  <a:moveTo>
                    <a:pt x="92001" y="231139"/>
                  </a:moveTo>
                  <a:lnTo>
                    <a:pt x="81850" y="231139"/>
                  </a:lnTo>
                  <a:lnTo>
                    <a:pt x="79314" y="233680"/>
                  </a:lnTo>
                  <a:lnTo>
                    <a:pt x="89466" y="233680"/>
                  </a:lnTo>
                  <a:lnTo>
                    <a:pt x="92001" y="231139"/>
                  </a:lnTo>
                  <a:close/>
                </a:path>
                <a:path w="318135" h="313689">
                  <a:moveTo>
                    <a:pt x="94537" y="228600"/>
                  </a:moveTo>
                  <a:lnTo>
                    <a:pt x="84386" y="228600"/>
                  </a:lnTo>
                  <a:lnTo>
                    <a:pt x="83118" y="229870"/>
                  </a:lnTo>
                  <a:lnTo>
                    <a:pt x="93269" y="229870"/>
                  </a:lnTo>
                  <a:lnTo>
                    <a:pt x="94537" y="228600"/>
                  </a:lnTo>
                  <a:close/>
                </a:path>
                <a:path w="318135" h="313689">
                  <a:moveTo>
                    <a:pt x="98341" y="224789"/>
                  </a:moveTo>
                  <a:lnTo>
                    <a:pt x="88189" y="224789"/>
                  </a:lnTo>
                  <a:lnTo>
                    <a:pt x="85653" y="227330"/>
                  </a:lnTo>
                  <a:lnTo>
                    <a:pt x="95805" y="227330"/>
                  </a:lnTo>
                  <a:lnTo>
                    <a:pt x="98341" y="224789"/>
                  </a:lnTo>
                  <a:close/>
                </a:path>
                <a:path w="318135" h="313689">
                  <a:moveTo>
                    <a:pt x="100876" y="222250"/>
                  </a:moveTo>
                  <a:lnTo>
                    <a:pt x="90725" y="222250"/>
                  </a:lnTo>
                  <a:lnTo>
                    <a:pt x="89457" y="223520"/>
                  </a:lnTo>
                  <a:lnTo>
                    <a:pt x="99608" y="223520"/>
                  </a:lnTo>
                  <a:lnTo>
                    <a:pt x="100876" y="222250"/>
                  </a:lnTo>
                  <a:close/>
                </a:path>
                <a:path w="318135" h="313689">
                  <a:moveTo>
                    <a:pt x="104680" y="218439"/>
                  </a:moveTo>
                  <a:lnTo>
                    <a:pt x="94528" y="218439"/>
                  </a:lnTo>
                  <a:lnTo>
                    <a:pt x="91993" y="220980"/>
                  </a:lnTo>
                  <a:lnTo>
                    <a:pt x="102144" y="220980"/>
                  </a:lnTo>
                  <a:lnTo>
                    <a:pt x="104680" y="218439"/>
                  </a:lnTo>
                  <a:close/>
                </a:path>
                <a:path w="318135" h="313689">
                  <a:moveTo>
                    <a:pt x="107215" y="215900"/>
                  </a:moveTo>
                  <a:lnTo>
                    <a:pt x="97064" y="215900"/>
                  </a:lnTo>
                  <a:lnTo>
                    <a:pt x="95796" y="217170"/>
                  </a:lnTo>
                  <a:lnTo>
                    <a:pt x="105948" y="217170"/>
                  </a:lnTo>
                  <a:lnTo>
                    <a:pt x="107215" y="215900"/>
                  </a:lnTo>
                  <a:close/>
                </a:path>
                <a:path w="318135" h="313689">
                  <a:moveTo>
                    <a:pt x="111019" y="212089"/>
                  </a:moveTo>
                  <a:lnTo>
                    <a:pt x="100868" y="212089"/>
                  </a:lnTo>
                  <a:lnTo>
                    <a:pt x="98332" y="214630"/>
                  </a:lnTo>
                  <a:lnTo>
                    <a:pt x="108483" y="214630"/>
                  </a:lnTo>
                  <a:lnTo>
                    <a:pt x="111019" y="212089"/>
                  </a:lnTo>
                  <a:close/>
                </a:path>
                <a:path w="318135" h="313689">
                  <a:moveTo>
                    <a:pt x="113555" y="209550"/>
                  </a:moveTo>
                  <a:lnTo>
                    <a:pt x="103403" y="209550"/>
                  </a:lnTo>
                  <a:lnTo>
                    <a:pt x="102135" y="210820"/>
                  </a:lnTo>
                  <a:lnTo>
                    <a:pt x="112287" y="210820"/>
                  </a:lnTo>
                  <a:lnTo>
                    <a:pt x="113555" y="209550"/>
                  </a:lnTo>
                  <a:close/>
                </a:path>
                <a:path w="318135" h="313689">
                  <a:moveTo>
                    <a:pt x="117358" y="205739"/>
                  </a:moveTo>
                  <a:lnTo>
                    <a:pt x="107207" y="205739"/>
                  </a:lnTo>
                  <a:lnTo>
                    <a:pt x="104671" y="208280"/>
                  </a:lnTo>
                  <a:lnTo>
                    <a:pt x="114823" y="208280"/>
                  </a:lnTo>
                  <a:lnTo>
                    <a:pt x="117358" y="205739"/>
                  </a:lnTo>
                  <a:close/>
                </a:path>
                <a:path w="318135" h="313689">
                  <a:moveTo>
                    <a:pt x="119894" y="203200"/>
                  </a:moveTo>
                  <a:lnTo>
                    <a:pt x="109743" y="203200"/>
                  </a:lnTo>
                  <a:lnTo>
                    <a:pt x="108475" y="204470"/>
                  </a:lnTo>
                  <a:lnTo>
                    <a:pt x="118626" y="204470"/>
                  </a:lnTo>
                  <a:lnTo>
                    <a:pt x="119894" y="203200"/>
                  </a:lnTo>
                  <a:close/>
                </a:path>
                <a:path w="318135" h="313689">
                  <a:moveTo>
                    <a:pt x="123698" y="199389"/>
                  </a:moveTo>
                  <a:lnTo>
                    <a:pt x="113546" y="199389"/>
                  </a:lnTo>
                  <a:lnTo>
                    <a:pt x="111010" y="201930"/>
                  </a:lnTo>
                  <a:lnTo>
                    <a:pt x="121162" y="201930"/>
                  </a:lnTo>
                  <a:lnTo>
                    <a:pt x="123698" y="199389"/>
                  </a:lnTo>
                  <a:close/>
                </a:path>
                <a:path w="318135" h="313689">
                  <a:moveTo>
                    <a:pt x="126233" y="196850"/>
                  </a:moveTo>
                  <a:lnTo>
                    <a:pt x="116082" y="196850"/>
                  </a:lnTo>
                  <a:lnTo>
                    <a:pt x="114814" y="198120"/>
                  </a:lnTo>
                  <a:lnTo>
                    <a:pt x="124965" y="198120"/>
                  </a:lnTo>
                  <a:lnTo>
                    <a:pt x="126233" y="196850"/>
                  </a:lnTo>
                  <a:close/>
                </a:path>
                <a:path w="318135" h="313689">
                  <a:moveTo>
                    <a:pt x="130037" y="193039"/>
                  </a:moveTo>
                  <a:lnTo>
                    <a:pt x="119885" y="193039"/>
                  </a:lnTo>
                  <a:lnTo>
                    <a:pt x="117350" y="195580"/>
                  </a:lnTo>
                  <a:lnTo>
                    <a:pt x="127501" y="195580"/>
                  </a:lnTo>
                  <a:lnTo>
                    <a:pt x="130037" y="193039"/>
                  </a:lnTo>
                  <a:close/>
                </a:path>
                <a:path w="318135" h="313689">
                  <a:moveTo>
                    <a:pt x="132572" y="190500"/>
                  </a:moveTo>
                  <a:lnTo>
                    <a:pt x="122421" y="190500"/>
                  </a:lnTo>
                  <a:lnTo>
                    <a:pt x="121153" y="191770"/>
                  </a:lnTo>
                  <a:lnTo>
                    <a:pt x="131305" y="191770"/>
                  </a:lnTo>
                  <a:lnTo>
                    <a:pt x="132572" y="190500"/>
                  </a:lnTo>
                  <a:close/>
                </a:path>
                <a:path w="318135" h="313689">
                  <a:moveTo>
                    <a:pt x="136376" y="186689"/>
                  </a:moveTo>
                  <a:lnTo>
                    <a:pt x="126225" y="186689"/>
                  </a:lnTo>
                  <a:lnTo>
                    <a:pt x="123689" y="189230"/>
                  </a:lnTo>
                  <a:lnTo>
                    <a:pt x="133840" y="189230"/>
                  </a:lnTo>
                  <a:lnTo>
                    <a:pt x="136376" y="186689"/>
                  </a:lnTo>
                  <a:close/>
                </a:path>
                <a:path w="318135" h="313689">
                  <a:moveTo>
                    <a:pt x="138912" y="184150"/>
                  </a:moveTo>
                  <a:lnTo>
                    <a:pt x="128760" y="184150"/>
                  </a:lnTo>
                  <a:lnTo>
                    <a:pt x="127492" y="185420"/>
                  </a:lnTo>
                  <a:lnTo>
                    <a:pt x="137644" y="185420"/>
                  </a:lnTo>
                  <a:lnTo>
                    <a:pt x="138912" y="184150"/>
                  </a:lnTo>
                  <a:close/>
                </a:path>
                <a:path w="318135" h="313689">
                  <a:moveTo>
                    <a:pt x="142715" y="180339"/>
                  </a:moveTo>
                  <a:lnTo>
                    <a:pt x="132564" y="180339"/>
                  </a:lnTo>
                  <a:lnTo>
                    <a:pt x="130028" y="182880"/>
                  </a:lnTo>
                  <a:lnTo>
                    <a:pt x="140180" y="182880"/>
                  </a:lnTo>
                  <a:lnTo>
                    <a:pt x="142715" y="180339"/>
                  </a:lnTo>
                  <a:close/>
                </a:path>
                <a:path w="318135" h="313689">
                  <a:moveTo>
                    <a:pt x="145251" y="177800"/>
                  </a:moveTo>
                  <a:lnTo>
                    <a:pt x="135100" y="177800"/>
                  </a:lnTo>
                  <a:lnTo>
                    <a:pt x="133832" y="179070"/>
                  </a:lnTo>
                  <a:lnTo>
                    <a:pt x="143983" y="179070"/>
                  </a:lnTo>
                  <a:lnTo>
                    <a:pt x="145251" y="177800"/>
                  </a:lnTo>
                  <a:close/>
                </a:path>
                <a:path w="318135" h="313689">
                  <a:moveTo>
                    <a:pt x="149054" y="173989"/>
                  </a:moveTo>
                  <a:lnTo>
                    <a:pt x="138903" y="173989"/>
                  </a:lnTo>
                  <a:lnTo>
                    <a:pt x="136367" y="176530"/>
                  </a:lnTo>
                  <a:lnTo>
                    <a:pt x="146519" y="176530"/>
                  </a:lnTo>
                  <a:lnTo>
                    <a:pt x="149054" y="173989"/>
                  </a:lnTo>
                  <a:close/>
                </a:path>
                <a:path w="318135" h="313689">
                  <a:moveTo>
                    <a:pt x="151590" y="171450"/>
                  </a:moveTo>
                  <a:lnTo>
                    <a:pt x="141439" y="171450"/>
                  </a:lnTo>
                  <a:lnTo>
                    <a:pt x="140171" y="172720"/>
                  </a:lnTo>
                  <a:lnTo>
                    <a:pt x="150322" y="172720"/>
                  </a:lnTo>
                  <a:lnTo>
                    <a:pt x="151590" y="171450"/>
                  </a:lnTo>
                  <a:close/>
                </a:path>
                <a:path w="318135" h="313689">
                  <a:moveTo>
                    <a:pt x="164269" y="158750"/>
                  </a:moveTo>
                  <a:lnTo>
                    <a:pt x="154117" y="158750"/>
                  </a:lnTo>
                  <a:lnTo>
                    <a:pt x="142707" y="170180"/>
                  </a:lnTo>
                  <a:lnTo>
                    <a:pt x="152858" y="170180"/>
                  </a:lnTo>
                  <a:lnTo>
                    <a:pt x="164269" y="158750"/>
                  </a:lnTo>
                  <a:close/>
                </a:path>
                <a:path w="318135" h="313689">
                  <a:moveTo>
                    <a:pt x="176947" y="146050"/>
                  </a:moveTo>
                  <a:lnTo>
                    <a:pt x="166796" y="146050"/>
                  </a:lnTo>
                  <a:lnTo>
                    <a:pt x="155385" y="157480"/>
                  </a:lnTo>
                  <a:lnTo>
                    <a:pt x="165536" y="157480"/>
                  </a:lnTo>
                  <a:lnTo>
                    <a:pt x="176947" y="146050"/>
                  </a:lnTo>
                  <a:close/>
                </a:path>
                <a:path w="318135" h="313689">
                  <a:moveTo>
                    <a:pt x="180751" y="142239"/>
                  </a:moveTo>
                  <a:lnTo>
                    <a:pt x="170599" y="142239"/>
                  </a:lnTo>
                  <a:lnTo>
                    <a:pt x="168064" y="144780"/>
                  </a:lnTo>
                  <a:lnTo>
                    <a:pt x="178215" y="144780"/>
                  </a:lnTo>
                  <a:lnTo>
                    <a:pt x="180751" y="142239"/>
                  </a:lnTo>
                  <a:close/>
                </a:path>
                <a:path w="318135" h="313689">
                  <a:moveTo>
                    <a:pt x="183286" y="139700"/>
                  </a:moveTo>
                  <a:lnTo>
                    <a:pt x="173135" y="139700"/>
                  </a:lnTo>
                  <a:lnTo>
                    <a:pt x="171867" y="140970"/>
                  </a:lnTo>
                  <a:lnTo>
                    <a:pt x="182018" y="140970"/>
                  </a:lnTo>
                  <a:lnTo>
                    <a:pt x="183286" y="139700"/>
                  </a:lnTo>
                  <a:close/>
                </a:path>
                <a:path w="318135" h="313689">
                  <a:moveTo>
                    <a:pt x="187090" y="135889"/>
                  </a:moveTo>
                  <a:lnTo>
                    <a:pt x="176938" y="135889"/>
                  </a:lnTo>
                  <a:lnTo>
                    <a:pt x="174403" y="138430"/>
                  </a:lnTo>
                  <a:lnTo>
                    <a:pt x="184554" y="138430"/>
                  </a:lnTo>
                  <a:lnTo>
                    <a:pt x="187090" y="135889"/>
                  </a:lnTo>
                  <a:close/>
                </a:path>
                <a:path w="318135" h="313689">
                  <a:moveTo>
                    <a:pt x="199768" y="123189"/>
                  </a:moveTo>
                  <a:lnTo>
                    <a:pt x="189617" y="123189"/>
                  </a:lnTo>
                  <a:lnTo>
                    <a:pt x="178206" y="134620"/>
                  </a:lnTo>
                  <a:lnTo>
                    <a:pt x="188358" y="134620"/>
                  </a:lnTo>
                  <a:lnTo>
                    <a:pt x="199768" y="123189"/>
                  </a:lnTo>
                  <a:close/>
                </a:path>
                <a:path w="318135" h="313689">
                  <a:moveTo>
                    <a:pt x="208643" y="114300"/>
                  </a:moveTo>
                  <a:lnTo>
                    <a:pt x="198492" y="114300"/>
                  </a:lnTo>
                  <a:lnTo>
                    <a:pt x="190885" y="121920"/>
                  </a:lnTo>
                  <a:lnTo>
                    <a:pt x="201036" y="121920"/>
                  </a:lnTo>
                  <a:lnTo>
                    <a:pt x="208643" y="114300"/>
                  </a:lnTo>
                  <a:close/>
                </a:path>
                <a:path w="318135" h="313689">
                  <a:moveTo>
                    <a:pt x="225125" y="97789"/>
                  </a:moveTo>
                  <a:lnTo>
                    <a:pt x="214974" y="97789"/>
                  </a:lnTo>
                  <a:lnTo>
                    <a:pt x="199760" y="113030"/>
                  </a:lnTo>
                  <a:lnTo>
                    <a:pt x="209911" y="113030"/>
                  </a:lnTo>
                  <a:lnTo>
                    <a:pt x="225125" y="97789"/>
                  </a:lnTo>
                  <a:close/>
                </a:path>
                <a:path w="318135" h="313689">
                  <a:moveTo>
                    <a:pt x="230197" y="92710"/>
                  </a:moveTo>
                  <a:lnTo>
                    <a:pt x="220045" y="92710"/>
                  </a:lnTo>
                  <a:lnTo>
                    <a:pt x="216242" y="96520"/>
                  </a:lnTo>
                  <a:lnTo>
                    <a:pt x="226393" y="96520"/>
                  </a:lnTo>
                  <a:lnTo>
                    <a:pt x="230197" y="92710"/>
                  </a:lnTo>
                  <a:close/>
                </a:path>
              </a:pathLst>
            </a:custGeom>
            <a:solidFill>
              <a:srgbClr val="CD3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5">
              <a:extLst>
                <a:ext uri="{FF2B5EF4-FFF2-40B4-BE49-F238E27FC236}">
                  <a16:creationId xmlns:a16="http://schemas.microsoft.com/office/drawing/2014/main" id="{26BED7E3-D99E-C91A-AFC0-86FB6CADA8C7}"/>
                </a:ext>
              </a:extLst>
            </p:cNvPr>
            <p:cNvSpPr/>
            <p:nvPr/>
          </p:nvSpPr>
          <p:spPr>
            <a:xfrm>
              <a:off x="3082985" y="2769869"/>
              <a:ext cx="307975" cy="306070"/>
            </a:xfrm>
            <a:custGeom>
              <a:avLst/>
              <a:gdLst/>
              <a:ahLst/>
              <a:cxnLst/>
              <a:rect l="l" t="t" r="r" b="b"/>
              <a:pathLst>
                <a:path w="307975" h="306069">
                  <a:moveTo>
                    <a:pt x="306644" y="2539"/>
                  </a:moveTo>
                  <a:lnTo>
                    <a:pt x="305374" y="2539"/>
                  </a:lnTo>
                  <a:lnTo>
                    <a:pt x="305374" y="3810"/>
                  </a:lnTo>
                  <a:lnTo>
                    <a:pt x="300479" y="3810"/>
                  </a:lnTo>
                  <a:lnTo>
                    <a:pt x="294140" y="10160"/>
                  </a:lnTo>
                  <a:lnTo>
                    <a:pt x="304292" y="10160"/>
                  </a:lnTo>
                  <a:lnTo>
                    <a:pt x="307914" y="6531"/>
                  </a:lnTo>
                  <a:lnTo>
                    <a:pt x="307914" y="6350"/>
                  </a:lnTo>
                  <a:lnTo>
                    <a:pt x="306644" y="6350"/>
                  </a:lnTo>
                  <a:lnTo>
                    <a:pt x="306644" y="2539"/>
                  </a:lnTo>
                  <a:close/>
                </a:path>
                <a:path w="307975" h="306069">
                  <a:moveTo>
                    <a:pt x="305374" y="0"/>
                  </a:moveTo>
                  <a:lnTo>
                    <a:pt x="304283" y="0"/>
                  </a:lnTo>
                  <a:lnTo>
                    <a:pt x="304104" y="178"/>
                  </a:lnTo>
                  <a:lnTo>
                    <a:pt x="304104" y="1270"/>
                  </a:lnTo>
                  <a:lnTo>
                    <a:pt x="303015" y="1270"/>
                  </a:lnTo>
                  <a:lnTo>
                    <a:pt x="301747" y="2539"/>
                  </a:lnTo>
                  <a:lnTo>
                    <a:pt x="305374" y="2539"/>
                  </a:lnTo>
                  <a:lnTo>
                    <a:pt x="305374" y="0"/>
                  </a:lnTo>
                  <a:close/>
                </a:path>
                <a:path w="307975" h="306069">
                  <a:moveTo>
                    <a:pt x="304291" y="10160"/>
                  </a:moveTo>
                  <a:lnTo>
                    <a:pt x="294140" y="10160"/>
                  </a:lnTo>
                  <a:lnTo>
                    <a:pt x="268783" y="35560"/>
                  </a:lnTo>
                  <a:lnTo>
                    <a:pt x="278935" y="35560"/>
                  </a:lnTo>
                  <a:lnTo>
                    <a:pt x="304291" y="10160"/>
                  </a:lnTo>
                  <a:close/>
                </a:path>
                <a:path w="307975" h="306069">
                  <a:moveTo>
                    <a:pt x="278935" y="35560"/>
                  </a:moveTo>
                  <a:lnTo>
                    <a:pt x="268783" y="35560"/>
                  </a:lnTo>
                  <a:lnTo>
                    <a:pt x="218069" y="86360"/>
                  </a:lnTo>
                  <a:lnTo>
                    <a:pt x="228221" y="86360"/>
                  </a:lnTo>
                  <a:lnTo>
                    <a:pt x="278935" y="35560"/>
                  </a:lnTo>
                  <a:close/>
                </a:path>
                <a:path w="307975" h="306069">
                  <a:moveTo>
                    <a:pt x="12687" y="302260"/>
                  </a:moveTo>
                  <a:lnTo>
                    <a:pt x="2535" y="302260"/>
                  </a:lnTo>
                  <a:lnTo>
                    <a:pt x="0" y="304800"/>
                  </a:lnTo>
                  <a:lnTo>
                    <a:pt x="1844" y="304800"/>
                  </a:lnTo>
                  <a:lnTo>
                    <a:pt x="1844" y="306070"/>
                  </a:lnTo>
                  <a:lnTo>
                    <a:pt x="8883" y="306070"/>
                  </a:lnTo>
                  <a:lnTo>
                    <a:pt x="9464" y="305487"/>
                  </a:lnTo>
                  <a:lnTo>
                    <a:pt x="9464" y="303530"/>
                  </a:lnTo>
                  <a:lnTo>
                    <a:pt x="11419" y="303530"/>
                  </a:lnTo>
                  <a:lnTo>
                    <a:pt x="12687" y="302260"/>
                  </a:lnTo>
                  <a:close/>
                </a:path>
                <a:path w="307975" h="306069">
                  <a:moveTo>
                    <a:pt x="15222" y="299720"/>
                  </a:moveTo>
                  <a:lnTo>
                    <a:pt x="5071" y="299720"/>
                  </a:lnTo>
                  <a:lnTo>
                    <a:pt x="3803" y="300990"/>
                  </a:lnTo>
                  <a:lnTo>
                    <a:pt x="13954" y="300990"/>
                  </a:lnTo>
                  <a:lnTo>
                    <a:pt x="15222" y="299720"/>
                  </a:lnTo>
                  <a:close/>
                </a:path>
                <a:path w="307975" h="306069">
                  <a:moveTo>
                    <a:pt x="19026" y="295910"/>
                  </a:moveTo>
                  <a:lnTo>
                    <a:pt x="8874" y="295910"/>
                  </a:lnTo>
                  <a:lnTo>
                    <a:pt x="6339" y="298450"/>
                  </a:lnTo>
                  <a:lnTo>
                    <a:pt x="16490" y="298450"/>
                  </a:lnTo>
                  <a:lnTo>
                    <a:pt x="19026" y="295910"/>
                  </a:lnTo>
                  <a:close/>
                </a:path>
                <a:path w="307975" h="306069">
                  <a:moveTo>
                    <a:pt x="21562" y="293370"/>
                  </a:moveTo>
                  <a:lnTo>
                    <a:pt x="11410" y="293370"/>
                  </a:lnTo>
                  <a:lnTo>
                    <a:pt x="10142" y="294640"/>
                  </a:lnTo>
                  <a:lnTo>
                    <a:pt x="20294" y="294640"/>
                  </a:lnTo>
                  <a:lnTo>
                    <a:pt x="21562" y="293370"/>
                  </a:lnTo>
                  <a:close/>
                </a:path>
                <a:path w="307975" h="306069">
                  <a:moveTo>
                    <a:pt x="25365" y="289560"/>
                  </a:moveTo>
                  <a:lnTo>
                    <a:pt x="15214" y="289560"/>
                  </a:lnTo>
                  <a:lnTo>
                    <a:pt x="12678" y="292100"/>
                  </a:lnTo>
                  <a:lnTo>
                    <a:pt x="22829" y="292100"/>
                  </a:lnTo>
                  <a:lnTo>
                    <a:pt x="25365" y="289560"/>
                  </a:lnTo>
                  <a:close/>
                </a:path>
                <a:path w="307975" h="306069">
                  <a:moveTo>
                    <a:pt x="27901" y="287020"/>
                  </a:moveTo>
                  <a:lnTo>
                    <a:pt x="17749" y="287020"/>
                  </a:lnTo>
                  <a:lnTo>
                    <a:pt x="16482" y="288290"/>
                  </a:lnTo>
                  <a:lnTo>
                    <a:pt x="26633" y="288290"/>
                  </a:lnTo>
                  <a:lnTo>
                    <a:pt x="27901" y="287020"/>
                  </a:lnTo>
                  <a:close/>
                </a:path>
                <a:path w="307975" h="306069">
                  <a:moveTo>
                    <a:pt x="31704" y="283210"/>
                  </a:moveTo>
                  <a:lnTo>
                    <a:pt x="21553" y="283210"/>
                  </a:lnTo>
                  <a:lnTo>
                    <a:pt x="19017" y="285750"/>
                  </a:lnTo>
                  <a:lnTo>
                    <a:pt x="29169" y="285750"/>
                  </a:lnTo>
                  <a:lnTo>
                    <a:pt x="31704" y="283210"/>
                  </a:lnTo>
                  <a:close/>
                </a:path>
                <a:path w="307975" h="306069">
                  <a:moveTo>
                    <a:pt x="34240" y="280670"/>
                  </a:moveTo>
                  <a:lnTo>
                    <a:pt x="24089" y="280670"/>
                  </a:lnTo>
                  <a:lnTo>
                    <a:pt x="22821" y="281940"/>
                  </a:lnTo>
                  <a:lnTo>
                    <a:pt x="32972" y="281940"/>
                  </a:lnTo>
                  <a:lnTo>
                    <a:pt x="34240" y="280670"/>
                  </a:lnTo>
                  <a:close/>
                </a:path>
                <a:path w="307975" h="306069">
                  <a:moveTo>
                    <a:pt x="38044" y="276860"/>
                  </a:moveTo>
                  <a:lnTo>
                    <a:pt x="27892" y="276860"/>
                  </a:lnTo>
                  <a:lnTo>
                    <a:pt x="25356" y="279400"/>
                  </a:lnTo>
                  <a:lnTo>
                    <a:pt x="35508" y="279400"/>
                  </a:lnTo>
                  <a:lnTo>
                    <a:pt x="38044" y="276860"/>
                  </a:lnTo>
                  <a:close/>
                </a:path>
                <a:path w="307975" h="306069">
                  <a:moveTo>
                    <a:pt x="40579" y="274320"/>
                  </a:moveTo>
                  <a:lnTo>
                    <a:pt x="30428" y="274320"/>
                  </a:lnTo>
                  <a:lnTo>
                    <a:pt x="29160" y="275590"/>
                  </a:lnTo>
                  <a:lnTo>
                    <a:pt x="39311" y="275590"/>
                  </a:lnTo>
                  <a:lnTo>
                    <a:pt x="40579" y="274320"/>
                  </a:lnTo>
                  <a:close/>
                </a:path>
                <a:path w="307975" h="306069">
                  <a:moveTo>
                    <a:pt x="44383" y="270510"/>
                  </a:moveTo>
                  <a:lnTo>
                    <a:pt x="34231" y="270510"/>
                  </a:lnTo>
                  <a:lnTo>
                    <a:pt x="31696" y="273050"/>
                  </a:lnTo>
                  <a:lnTo>
                    <a:pt x="41847" y="273050"/>
                  </a:lnTo>
                  <a:lnTo>
                    <a:pt x="44383" y="270510"/>
                  </a:lnTo>
                  <a:close/>
                </a:path>
                <a:path w="307975" h="306069">
                  <a:moveTo>
                    <a:pt x="46918" y="267970"/>
                  </a:moveTo>
                  <a:lnTo>
                    <a:pt x="36767" y="267970"/>
                  </a:lnTo>
                  <a:lnTo>
                    <a:pt x="35499" y="269240"/>
                  </a:lnTo>
                  <a:lnTo>
                    <a:pt x="45651" y="269240"/>
                  </a:lnTo>
                  <a:lnTo>
                    <a:pt x="46918" y="267970"/>
                  </a:lnTo>
                  <a:close/>
                </a:path>
                <a:path w="307975" h="306069">
                  <a:moveTo>
                    <a:pt x="50722" y="264160"/>
                  </a:moveTo>
                  <a:lnTo>
                    <a:pt x="40571" y="264160"/>
                  </a:lnTo>
                  <a:lnTo>
                    <a:pt x="38035" y="266700"/>
                  </a:lnTo>
                  <a:lnTo>
                    <a:pt x="48186" y="266700"/>
                  </a:lnTo>
                  <a:lnTo>
                    <a:pt x="50722" y="264160"/>
                  </a:lnTo>
                  <a:close/>
                </a:path>
                <a:path w="307975" h="306069">
                  <a:moveTo>
                    <a:pt x="53258" y="261620"/>
                  </a:moveTo>
                  <a:lnTo>
                    <a:pt x="43106" y="261620"/>
                  </a:lnTo>
                  <a:lnTo>
                    <a:pt x="41838" y="262890"/>
                  </a:lnTo>
                  <a:lnTo>
                    <a:pt x="51990" y="262890"/>
                  </a:lnTo>
                  <a:lnTo>
                    <a:pt x="53258" y="261620"/>
                  </a:lnTo>
                  <a:close/>
                </a:path>
                <a:path w="307975" h="306069">
                  <a:moveTo>
                    <a:pt x="57061" y="257810"/>
                  </a:moveTo>
                  <a:lnTo>
                    <a:pt x="46910" y="257810"/>
                  </a:lnTo>
                  <a:lnTo>
                    <a:pt x="44374" y="260350"/>
                  </a:lnTo>
                  <a:lnTo>
                    <a:pt x="54526" y="260350"/>
                  </a:lnTo>
                  <a:lnTo>
                    <a:pt x="57061" y="257810"/>
                  </a:lnTo>
                  <a:close/>
                </a:path>
                <a:path w="307975" h="306069">
                  <a:moveTo>
                    <a:pt x="59597" y="255270"/>
                  </a:moveTo>
                  <a:lnTo>
                    <a:pt x="49446" y="255270"/>
                  </a:lnTo>
                  <a:lnTo>
                    <a:pt x="48178" y="256540"/>
                  </a:lnTo>
                  <a:lnTo>
                    <a:pt x="58329" y="256540"/>
                  </a:lnTo>
                  <a:lnTo>
                    <a:pt x="59597" y="255270"/>
                  </a:lnTo>
                  <a:close/>
                </a:path>
                <a:path w="307975" h="306069">
                  <a:moveTo>
                    <a:pt x="63400" y="251460"/>
                  </a:moveTo>
                  <a:lnTo>
                    <a:pt x="53249" y="251460"/>
                  </a:lnTo>
                  <a:lnTo>
                    <a:pt x="50713" y="254000"/>
                  </a:lnTo>
                  <a:lnTo>
                    <a:pt x="60865" y="254000"/>
                  </a:lnTo>
                  <a:lnTo>
                    <a:pt x="63400" y="251460"/>
                  </a:lnTo>
                  <a:close/>
                </a:path>
                <a:path w="307975" h="306069">
                  <a:moveTo>
                    <a:pt x="65936" y="248920"/>
                  </a:moveTo>
                  <a:lnTo>
                    <a:pt x="55785" y="248920"/>
                  </a:lnTo>
                  <a:lnTo>
                    <a:pt x="54517" y="250190"/>
                  </a:lnTo>
                  <a:lnTo>
                    <a:pt x="64668" y="250190"/>
                  </a:lnTo>
                  <a:lnTo>
                    <a:pt x="65936" y="248920"/>
                  </a:lnTo>
                  <a:close/>
                </a:path>
                <a:path w="307975" h="306069">
                  <a:moveTo>
                    <a:pt x="69740" y="245110"/>
                  </a:moveTo>
                  <a:lnTo>
                    <a:pt x="59588" y="245110"/>
                  </a:lnTo>
                  <a:lnTo>
                    <a:pt x="57053" y="247650"/>
                  </a:lnTo>
                  <a:lnTo>
                    <a:pt x="67204" y="247650"/>
                  </a:lnTo>
                  <a:lnTo>
                    <a:pt x="69740" y="245110"/>
                  </a:lnTo>
                  <a:close/>
                </a:path>
                <a:path w="307975" h="306069">
                  <a:moveTo>
                    <a:pt x="72275" y="242570"/>
                  </a:moveTo>
                  <a:lnTo>
                    <a:pt x="62124" y="242570"/>
                  </a:lnTo>
                  <a:lnTo>
                    <a:pt x="60856" y="243840"/>
                  </a:lnTo>
                  <a:lnTo>
                    <a:pt x="71008" y="243840"/>
                  </a:lnTo>
                  <a:lnTo>
                    <a:pt x="72275" y="242570"/>
                  </a:lnTo>
                  <a:close/>
                </a:path>
                <a:path w="307975" h="306069">
                  <a:moveTo>
                    <a:pt x="76079" y="238760"/>
                  </a:moveTo>
                  <a:lnTo>
                    <a:pt x="65928" y="238760"/>
                  </a:lnTo>
                  <a:lnTo>
                    <a:pt x="63392" y="241300"/>
                  </a:lnTo>
                  <a:lnTo>
                    <a:pt x="73543" y="241300"/>
                  </a:lnTo>
                  <a:lnTo>
                    <a:pt x="76079" y="238760"/>
                  </a:lnTo>
                  <a:close/>
                </a:path>
                <a:path w="307975" h="306069">
                  <a:moveTo>
                    <a:pt x="78615" y="236220"/>
                  </a:moveTo>
                  <a:lnTo>
                    <a:pt x="68463" y="236220"/>
                  </a:lnTo>
                  <a:lnTo>
                    <a:pt x="67195" y="237490"/>
                  </a:lnTo>
                  <a:lnTo>
                    <a:pt x="77347" y="237490"/>
                  </a:lnTo>
                  <a:lnTo>
                    <a:pt x="78615" y="236220"/>
                  </a:lnTo>
                  <a:close/>
                </a:path>
                <a:path w="307975" h="306069">
                  <a:moveTo>
                    <a:pt x="82418" y="232410"/>
                  </a:moveTo>
                  <a:lnTo>
                    <a:pt x="72267" y="232410"/>
                  </a:lnTo>
                  <a:lnTo>
                    <a:pt x="69731" y="234950"/>
                  </a:lnTo>
                  <a:lnTo>
                    <a:pt x="79882" y="234950"/>
                  </a:lnTo>
                  <a:lnTo>
                    <a:pt x="82418" y="232410"/>
                  </a:lnTo>
                  <a:close/>
                </a:path>
                <a:path w="307975" h="306069">
                  <a:moveTo>
                    <a:pt x="84954" y="229870"/>
                  </a:moveTo>
                  <a:lnTo>
                    <a:pt x="74803" y="229870"/>
                  </a:lnTo>
                  <a:lnTo>
                    <a:pt x="73535" y="231140"/>
                  </a:lnTo>
                  <a:lnTo>
                    <a:pt x="83686" y="231140"/>
                  </a:lnTo>
                  <a:lnTo>
                    <a:pt x="84954" y="229870"/>
                  </a:lnTo>
                  <a:close/>
                </a:path>
                <a:path w="307975" h="306069">
                  <a:moveTo>
                    <a:pt x="88757" y="226060"/>
                  </a:moveTo>
                  <a:lnTo>
                    <a:pt x="78606" y="226060"/>
                  </a:lnTo>
                  <a:lnTo>
                    <a:pt x="76070" y="228600"/>
                  </a:lnTo>
                  <a:lnTo>
                    <a:pt x="86222" y="228600"/>
                  </a:lnTo>
                  <a:lnTo>
                    <a:pt x="88757" y="226060"/>
                  </a:lnTo>
                  <a:close/>
                </a:path>
                <a:path w="307975" h="306069">
                  <a:moveTo>
                    <a:pt x="91293" y="223520"/>
                  </a:moveTo>
                  <a:lnTo>
                    <a:pt x="81142" y="223520"/>
                  </a:lnTo>
                  <a:lnTo>
                    <a:pt x="79874" y="224790"/>
                  </a:lnTo>
                  <a:lnTo>
                    <a:pt x="90025" y="224790"/>
                  </a:lnTo>
                  <a:lnTo>
                    <a:pt x="91293" y="223520"/>
                  </a:lnTo>
                  <a:close/>
                </a:path>
                <a:path w="307975" h="306069">
                  <a:moveTo>
                    <a:pt x="95097" y="219710"/>
                  </a:moveTo>
                  <a:lnTo>
                    <a:pt x="84945" y="219710"/>
                  </a:lnTo>
                  <a:lnTo>
                    <a:pt x="82410" y="222250"/>
                  </a:lnTo>
                  <a:lnTo>
                    <a:pt x="92561" y="222250"/>
                  </a:lnTo>
                  <a:lnTo>
                    <a:pt x="95097" y="219710"/>
                  </a:lnTo>
                  <a:close/>
                </a:path>
                <a:path w="307975" h="306069">
                  <a:moveTo>
                    <a:pt x="97632" y="217170"/>
                  </a:moveTo>
                  <a:lnTo>
                    <a:pt x="87481" y="217170"/>
                  </a:lnTo>
                  <a:lnTo>
                    <a:pt x="86213" y="218440"/>
                  </a:lnTo>
                  <a:lnTo>
                    <a:pt x="96365" y="218440"/>
                  </a:lnTo>
                  <a:lnTo>
                    <a:pt x="97632" y="217170"/>
                  </a:lnTo>
                  <a:close/>
                </a:path>
                <a:path w="307975" h="306069">
                  <a:moveTo>
                    <a:pt x="101436" y="213360"/>
                  </a:moveTo>
                  <a:lnTo>
                    <a:pt x="91285" y="213360"/>
                  </a:lnTo>
                  <a:lnTo>
                    <a:pt x="88749" y="215900"/>
                  </a:lnTo>
                  <a:lnTo>
                    <a:pt x="98900" y="215900"/>
                  </a:lnTo>
                  <a:lnTo>
                    <a:pt x="101436" y="213360"/>
                  </a:lnTo>
                  <a:close/>
                </a:path>
                <a:path w="307975" h="306069">
                  <a:moveTo>
                    <a:pt x="103972" y="210820"/>
                  </a:moveTo>
                  <a:lnTo>
                    <a:pt x="93820" y="210820"/>
                  </a:lnTo>
                  <a:lnTo>
                    <a:pt x="92552" y="212090"/>
                  </a:lnTo>
                  <a:lnTo>
                    <a:pt x="102704" y="212090"/>
                  </a:lnTo>
                  <a:lnTo>
                    <a:pt x="103972" y="210820"/>
                  </a:lnTo>
                  <a:close/>
                </a:path>
                <a:path w="307975" h="306069">
                  <a:moveTo>
                    <a:pt x="107775" y="207010"/>
                  </a:moveTo>
                  <a:lnTo>
                    <a:pt x="97624" y="207010"/>
                  </a:lnTo>
                  <a:lnTo>
                    <a:pt x="95088" y="209550"/>
                  </a:lnTo>
                  <a:lnTo>
                    <a:pt x="105239" y="209550"/>
                  </a:lnTo>
                  <a:lnTo>
                    <a:pt x="107775" y="207010"/>
                  </a:lnTo>
                  <a:close/>
                </a:path>
                <a:path w="307975" h="306069">
                  <a:moveTo>
                    <a:pt x="110311" y="204470"/>
                  </a:moveTo>
                  <a:lnTo>
                    <a:pt x="100159" y="204470"/>
                  </a:lnTo>
                  <a:lnTo>
                    <a:pt x="98892" y="205740"/>
                  </a:lnTo>
                  <a:lnTo>
                    <a:pt x="109043" y="205740"/>
                  </a:lnTo>
                  <a:lnTo>
                    <a:pt x="110311" y="204470"/>
                  </a:lnTo>
                  <a:close/>
                </a:path>
                <a:path w="307975" h="306069">
                  <a:moveTo>
                    <a:pt x="114114" y="200660"/>
                  </a:moveTo>
                  <a:lnTo>
                    <a:pt x="103963" y="200660"/>
                  </a:lnTo>
                  <a:lnTo>
                    <a:pt x="101427" y="203200"/>
                  </a:lnTo>
                  <a:lnTo>
                    <a:pt x="111579" y="203200"/>
                  </a:lnTo>
                  <a:lnTo>
                    <a:pt x="114114" y="200660"/>
                  </a:lnTo>
                  <a:close/>
                </a:path>
                <a:path w="307975" h="306069">
                  <a:moveTo>
                    <a:pt x="116650" y="198120"/>
                  </a:moveTo>
                  <a:lnTo>
                    <a:pt x="106499" y="198120"/>
                  </a:lnTo>
                  <a:lnTo>
                    <a:pt x="105231" y="199390"/>
                  </a:lnTo>
                  <a:lnTo>
                    <a:pt x="115382" y="199390"/>
                  </a:lnTo>
                  <a:lnTo>
                    <a:pt x="116650" y="198120"/>
                  </a:lnTo>
                  <a:close/>
                </a:path>
                <a:path w="307975" h="306069">
                  <a:moveTo>
                    <a:pt x="120454" y="194310"/>
                  </a:moveTo>
                  <a:lnTo>
                    <a:pt x="110302" y="194310"/>
                  </a:lnTo>
                  <a:lnTo>
                    <a:pt x="107767" y="196850"/>
                  </a:lnTo>
                  <a:lnTo>
                    <a:pt x="117918" y="196850"/>
                  </a:lnTo>
                  <a:lnTo>
                    <a:pt x="120454" y="194310"/>
                  </a:lnTo>
                  <a:close/>
                </a:path>
                <a:path w="307975" h="306069">
                  <a:moveTo>
                    <a:pt x="122989" y="191770"/>
                  </a:moveTo>
                  <a:lnTo>
                    <a:pt x="112838" y="191770"/>
                  </a:lnTo>
                  <a:lnTo>
                    <a:pt x="111570" y="193040"/>
                  </a:lnTo>
                  <a:lnTo>
                    <a:pt x="121721" y="193040"/>
                  </a:lnTo>
                  <a:lnTo>
                    <a:pt x="122989" y="191770"/>
                  </a:lnTo>
                  <a:close/>
                </a:path>
                <a:path w="307975" h="306069">
                  <a:moveTo>
                    <a:pt x="126793" y="187960"/>
                  </a:moveTo>
                  <a:lnTo>
                    <a:pt x="116641" y="187960"/>
                  </a:lnTo>
                  <a:lnTo>
                    <a:pt x="114106" y="190500"/>
                  </a:lnTo>
                  <a:lnTo>
                    <a:pt x="124257" y="190500"/>
                  </a:lnTo>
                  <a:lnTo>
                    <a:pt x="126793" y="187960"/>
                  </a:lnTo>
                  <a:close/>
                </a:path>
                <a:path w="307975" h="306069">
                  <a:moveTo>
                    <a:pt x="129329" y="185420"/>
                  </a:moveTo>
                  <a:lnTo>
                    <a:pt x="119177" y="185420"/>
                  </a:lnTo>
                  <a:lnTo>
                    <a:pt x="117909" y="186690"/>
                  </a:lnTo>
                  <a:lnTo>
                    <a:pt x="128061" y="186690"/>
                  </a:lnTo>
                  <a:lnTo>
                    <a:pt x="129329" y="185420"/>
                  </a:lnTo>
                  <a:close/>
                </a:path>
                <a:path w="307975" h="306069">
                  <a:moveTo>
                    <a:pt x="133132" y="181610"/>
                  </a:moveTo>
                  <a:lnTo>
                    <a:pt x="122981" y="181610"/>
                  </a:lnTo>
                  <a:lnTo>
                    <a:pt x="120445" y="184150"/>
                  </a:lnTo>
                  <a:lnTo>
                    <a:pt x="130596" y="184150"/>
                  </a:lnTo>
                  <a:lnTo>
                    <a:pt x="133132" y="181610"/>
                  </a:lnTo>
                  <a:close/>
                </a:path>
                <a:path w="307975" h="306069">
                  <a:moveTo>
                    <a:pt x="135668" y="179070"/>
                  </a:moveTo>
                  <a:lnTo>
                    <a:pt x="125516" y="179070"/>
                  </a:lnTo>
                  <a:lnTo>
                    <a:pt x="124249" y="180340"/>
                  </a:lnTo>
                  <a:lnTo>
                    <a:pt x="134400" y="180340"/>
                  </a:lnTo>
                  <a:lnTo>
                    <a:pt x="135668" y="179070"/>
                  </a:lnTo>
                  <a:close/>
                </a:path>
                <a:path w="307975" h="306069">
                  <a:moveTo>
                    <a:pt x="139471" y="175260"/>
                  </a:moveTo>
                  <a:lnTo>
                    <a:pt x="129320" y="175260"/>
                  </a:lnTo>
                  <a:lnTo>
                    <a:pt x="126784" y="177800"/>
                  </a:lnTo>
                  <a:lnTo>
                    <a:pt x="136936" y="177800"/>
                  </a:lnTo>
                  <a:lnTo>
                    <a:pt x="139471" y="175260"/>
                  </a:lnTo>
                  <a:close/>
                </a:path>
                <a:path w="307975" h="306069">
                  <a:moveTo>
                    <a:pt x="142007" y="172720"/>
                  </a:moveTo>
                  <a:lnTo>
                    <a:pt x="131856" y="172720"/>
                  </a:lnTo>
                  <a:lnTo>
                    <a:pt x="130588" y="173990"/>
                  </a:lnTo>
                  <a:lnTo>
                    <a:pt x="140739" y="173990"/>
                  </a:lnTo>
                  <a:lnTo>
                    <a:pt x="142007" y="172720"/>
                  </a:lnTo>
                  <a:close/>
                </a:path>
                <a:path w="307975" h="306069">
                  <a:moveTo>
                    <a:pt x="145811" y="168910"/>
                  </a:moveTo>
                  <a:lnTo>
                    <a:pt x="135659" y="168910"/>
                  </a:lnTo>
                  <a:lnTo>
                    <a:pt x="133123" y="171450"/>
                  </a:lnTo>
                  <a:lnTo>
                    <a:pt x="143275" y="171450"/>
                  </a:lnTo>
                  <a:lnTo>
                    <a:pt x="145811" y="168910"/>
                  </a:lnTo>
                  <a:close/>
                </a:path>
                <a:path w="307975" h="306069">
                  <a:moveTo>
                    <a:pt x="148346" y="166370"/>
                  </a:moveTo>
                  <a:lnTo>
                    <a:pt x="138195" y="166370"/>
                  </a:lnTo>
                  <a:lnTo>
                    <a:pt x="136927" y="167640"/>
                  </a:lnTo>
                  <a:lnTo>
                    <a:pt x="147078" y="167640"/>
                  </a:lnTo>
                  <a:lnTo>
                    <a:pt x="148346" y="166370"/>
                  </a:lnTo>
                  <a:close/>
                </a:path>
                <a:path w="307975" h="306069">
                  <a:moveTo>
                    <a:pt x="161025" y="153670"/>
                  </a:moveTo>
                  <a:lnTo>
                    <a:pt x="150873" y="153670"/>
                  </a:lnTo>
                  <a:lnTo>
                    <a:pt x="139463" y="165100"/>
                  </a:lnTo>
                  <a:lnTo>
                    <a:pt x="149614" y="165100"/>
                  </a:lnTo>
                  <a:lnTo>
                    <a:pt x="161025" y="153670"/>
                  </a:lnTo>
                  <a:close/>
                </a:path>
                <a:path w="307975" h="306069">
                  <a:moveTo>
                    <a:pt x="173703" y="140970"/>
                  </a:moveTo>
                  <a:lnTo>
                    <a:pt x="163552" y="140970"/>
                  </a:lnTo>
                  <a:lnTo>
                    <a:pt x="152141" y="152400"/>
                  </a:lnTo>
                  <a:lnTo>
                    <a:pt x="162293" y="152400"/>
                  </a:lnTo>
                  <a:lnTo>
                    <a:pt x="173703" y="140970"/>
                  </a:lnTo>
                  <a:close/>
                </a:path>
                <a:path w="307975" h="306069">
                  <a:moveTo>
                    <a:pt x="177507" y="137160"/>
                  </a:moveTo>
                  <a:lnTo>
                    <a:pt x="167355" y="137160"/>
                  </a:lnTo>
                  <a:lnTo>
                    <a:pt x="164820" y="139700"/>
                  </a:lnTo>
                  <a:lnTo>
                    <a:pt x="174971" y="139700"/>
                  </a:lnTo>
                  <a:lnTo>
                    <a:pt x="177507" y="137160"/>
                  </a:lnTo>
                  <a:close/>
                </a:path>
                <a:path w="307975" h="306069">
                  <a:moveTo>
                    <a:pt x="180042" y="134620"/>
                  </a:moveTo>
                  <a:lnTo>
                    <a:pt x="169891" y="134620"/>
                  </a:lnTo>
                  <a:lnTo>
                    <a:pt x="168623" y="135890"/>
                  </a:lnTo>
                  <a:lnTo>
                    <a:pt x="178775" y="135890"/>
                  </a:lnTo>
                  <a:lnTo>
                    <a:pt x="180042" y="134620"/>
                  </a:lnTo>
                  <a:close/>
                </a:path>
                <a:path w="307975" h="306069">
                  <a:moveTo>
                    <a:pt x="183846" y="130810"/>
                  </a:moveTo>
                  <a:lnTo>
                    <a:pt x="173695" y="130810"/>
                  </a:lnTo>
                  <a:lnTo>
                    <a:pt x="171159" y="133350"/>
                  </a:lnTo>
                  <a:lnTo>
                    <a:pt x="181310" y="133350"/>
                  </a:lnTo>
                  <a:lnTo>
                    <a:pt x="183846" y="130810"/>
                  </a:lnTo>
                  <a:close/>
                </a:path>
                <a:path w="307975" h="306069">
                  <a:moveTo>
                    <a:pt x="196524" y="118110"/>
                  </a:moveTo>
                  <a:lnTo>
                    <a:pt x="186373" y="118110"/>
                  </a:lnTo>
                  <a:lnTo>
                    <a:pt x="174962" y="129540"/>
                  </a:lnTo>
                  <a:lnTo>
                    <a:pt x="185114" y="129540"/>
                  </a:lnTo>
                  <a:lnTo>
                    <a:pt x="196524" y="118110"/>
                  </a:lnTo>
                  <a:close/>
                </a:path>
                <a:path w="307975" h="306069">
                  <a:moveTo>
                    <a:pt x="205399" y="109220"/>
                  </a:moveTo>
                  <a:lnTo>
                    <a:pt x="195248" y="109220"/>
                  </a:lnTo>
                  <a:lnTo>
                    <a:pt x="187641" y="116840"/>
                  </a:lnTo>
                  <a:lnTo>
                    <a:pt x="197792" y="116840"/>
                  </a:lnTo>
                  <a:lnTo>
                    <a:pt x="205399" y="109220"/>
                  </a:lnTo>
                  <a:close/>
                </a:path>
                <a:path w="307975" h="306069">
                  <a:moveTo>
                    <a:pt x="221881" y="92710"/>
                  </a:moveTo>
                  <a:lnTo>
                    <a:pt x="211730" y="92710"/>
                  </a:lnTo>
                  <a:lnTo>
                    <a:pt x="196516" y="107950"/>
                  </a:lnTo>
                  <a:lnTo>
                    <a:pt x="206667" y="107950"/>
                  </a:lnTo>
                  <a:lnTo>
                    <a:pt x="221881" y="92710"/>
                  </a:lnTo>
                  <a:close/>
                </a:path>
                <a:path w="307975" h="306069">
                  <a:moveTo>
                    <a:pt x="226953" y="87630"/>
                  </a:moveTo>
                  <a:lnTo>
                    <a:pt x="216801" y="87630"/>
                  </a:lnTo>
                  <a:lnTo>
                    <a:pt x="212998" y="91440"/>
                  </a:lnTo>
                  <a:lnTo>
                    <a:pt x="223149" y="91440"/>
                  </a:lnTo>
                  <a:lnTo>
                    <a:pt x="226953" y="87630"/>
                  </a:lnTo>
                  <a:close/>
                </a:path>
              </a:pathLst>
            </a:custGeom>
            <a:solidFill>
              <a:srgbClr val="CF3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86">
              <a:extLst>
                <a:ext uri="{FF2B5EF4-FFF2-40B4-BE49-F238E27FC236}">
                  <a16:creationId xmlns:a16="http://schemas.microsoft.com/office/drawing/2014/main" id="{4FA6A72F-D68F-7AAC-898E-1A8555C614A8}"/>
                </a:ext>
              </a:extLst>
            </p:cNvPr>
            <p:cNvSpPr/>
            <p:nvPr/>
          </p:nvSpPr>
          <p:spPr>
            <a:xfrm>
              <a:off x="3091868" y="2776401"/>
              <a:ext cx="302895" cy="299720"/>
            </a:xfrm>
            <a:custGeom>
              <a:avLst/>
              <a:gdLst/>
              <a:ahLst/>
              <a:cxnLst/>
              <a:rect l="l" t="t" r="r" b="b"/>
              <a:pathLst>
                <a:path w="302895" h="299719">
                  <a:moveTo>
                    <a:pt x="299031" y="0"/>
                  </a:moveTo>
                  <a:lnTo>
                    <a:pt x="295408" y="3628"/>
                  </a:lnTo>
                  <a:lnTo>
                    <a:pt x="300301" y="3628"/>
                  </a:lnTo>
                  <a:lnTo>
                    <a:pt x="300301" y="2358"/>
                  </a:lnTo>
                  <a:lnTo>
                    <a:pt x="299031" y="2358"/>
                  </a:lnTo>
                  <a:lnTo>
                    <a:pt x="299031" y="0"/>
                  </a:lnTo>
                  <a:close/>
                </a:path>
                <a:path w="302895" h="299719">
                  <a:moveTo>
                    <a:pt x="301571" y="3628"/>
                  </a:moveTo>
                  <a:lnTo>
                    <a:pt x="295408" y="3628"/>
                  </a:lnTo>
                  <a:lnTo>
                    <a:pt x="270051" y="29028"/>
                  </a:lnTo>
                  <a:lnTo>
                    <a:pt x="280202" y="29028"/>
                  </a:lnTo>
                  <a:lnTo>
                    <a:pt x="302841" y="6352"/>
                  </a:lnTo>
                  <a:lnTo>
                    <a:pt x="302841" y="6168"/>
                  </a:lnTo>
                  <a:lnTo>
                    <a:pt x="301571" y="6168"/>
                  </a:lnTo>
                  <a:lnTo>
                    <a:pt x="301571" y="3628"/>
                  </a:lnTo>
                  <a:close/>
                </a:path>
                <a:path w="302895" h="299719">
                  <a:moveTo>
                    <a:pt x="280202" y="29028"/>
                  </a:moveTo>
                  <a:lnTo>
                    <a:pt x="270051" y="29028"/>
                  </a:lnTo>
                  <a:lnTo>
                    <a:pt x="219337" y="79828"/>
                  </a:lnTo>
                  <a:lnTo>
                    <a:pt x="229489" y="79828"/>
                  </a:lnTo>
                  <a:lnTo>
                    <a:pt x="280202" y="29028"/>
                  </a:lnTo>
                  <a:close/>
                </a:path>
                <a:path w="302895" h="299719">
                  <a:moveTo>
                    <a:pt x="581" y="298956"/>
                  </a:moveTo>
                  <a:lnTo>
                    <a:pt x="0" y="299538"/>
                  </a:lnTo>
                  <a:lnTo>
                    <a:pt x="581" y="299538"/>
                  </a:lnTo>
                  <a:lnTo>
                    <a:pt x="581" y="298956"/>
                  </a:lnTo>
                  <a:close/>
                </a:path>
                <a:path w="302895" h="299719">
                  <a:moveTo>
                    <a:pt x="8201" y="295728"/>
                  </a:moveTo>
                  <a:lnTo>
                    <a:pt x="3803" y="295728"/>
                  </a:lnTo>
                  <a:lnTo>
                    <a:pt x="2535" y="296998"/>
                  </a:lnTo>
                  <a:lnTo>
                    <a:pt x="8201" y="296998"/>
                  </a:lnTo>
                  <a:lnTo>
                    <a:pt x="8201" y="295728"/>
                  </a:lnTo>
                  <a:close/>
                </a:path>
                <a:path w="302895" h="299719">
                  <a:moveTo>
                    <a:pt x="16490" y="293188"/>
                  </a:moveTo>
                  <a:lnTo>
                    <a:pt x="6339" y="293188"/>
                  </a:lnTo>
                  <a:lnTo>
                    <a:pt x="5071" y="294458"/>
                  </a:lnTo>
                  <a:lnTo>
                    <a:pt x="12011" y="294458"/>
                  </a:lnTo>
                  <a:lnTo>
                    <a:pt x="12011" y="295728"/>
                  </a:lnTo>
                  <a:lnTo>
                    <a:pt x="13954" y="295728"/>
                  </a:lnTo>
                  <a:lnTo>
                    <a:pt x="16490" y="293188"/>
                  </a:lnTo>
                  <a:close/>
                </a:path>
                <a:path w="302895" h="299719">
                  <a:moveTo>
                    <a:pt x="20294" y="289378"/>
                  </a:moveTo>
                  <a:lnTo>
                    <a:pt x="10142" y="289378"/>
                  </a:lnTo>
                  <a:lnTo>
                    <a:pt x="7607" y="291918"/>
                  </a:lnTo>
                  <a:lnTo>
                    <a:pt x="17758" y="291918"/>
                  </a:lnTo>
                  <a:lnTo>
                    <a:pt x="20294" y="289378"/>
                  </a:lnTo>
                  <a:close/>
                </a:path>
                <a:path w="302895" h="299719">
                  <a:moveTo>
                    <a:pt x="22829" y="286838"/>
                  </a:moveTo>
                  <a:lnTo>
                    <a:pt x="12678" y="286838"/>
                  </a:lnTo>
                  <a:lnTo>
                    <a:pt x="11410" y="288108"/>
                  </a:lnTo>
                  <a:lnTo>
                    <a:pt x="21562" y="288108"/>
                  </a:lnTo>
                  <a:lnTo>
                    <a:pt x="22829" y="286838"/>
                  </a:lnTo>
                  <a:close/>
                </a:path>
                <a:path w="302895" h="299719">
                  <a:moveTo>
                    <a:pt x="26633" y="283028"/>
                  </a:moveTo>
                  <a:lnTo>
                    <a:pt x="16482" y="283028"/>
                  </a:lnTo>
                  <a:lnTo>
                    <a:pt x="13946" y="285568"/>
                  </a:lnTo>
                  <a:lnTo>
                    <a:pt x="24097" y="285568"/>
                  </a:lnTo>
                  <a:lnTo>
                    <a:pt x="26633" y="283028"/>
                  </a:lnTo>
                  <a:close/>
                </a:path>
                <a:path w="302895" h="299719">
                  <a:moveTo>
                    <a:pt x="29169" y="280488"/>
                  </a:moveTo>
                  <a:lnTo>
                    <a:pt x="19017" y="280488"/>
                  </a:lnTo>
                  <a:lnTo>
                    <a:pt x="17749" y="281758"/>
                  </a:lnTo>
                  <a:lnTo>
                    <a:pt x="27901" y="281758"/>
                  </a:lnTo>
                  <a:lnTo>
                    <a:pt x="29169" y="280488"/>
                  </a:lnTo>
                  <a:close/>
                </a:path>
                <a:path w="302895" h="299719">
                  <a:moveTo>
                    <a:pt x="32972" y="276678"/>
                  </a:moveTo>
                  <a:lnTo>
                    <a:pt x="22821" y="276678"/>
                  </a:lnTo>
                  <a:lnTo>
                    <a:pt x="20285" y="279218"/>
                  </a:lnTo>
                  <a:lnTo>
                    <a:pt x="30436" y="279218"/>
                  </a:lnTo>
                  <a:lnTo>
                    <a:pt x="32972" y="276678"/>
                  </a:lnTo>
                  <a:close/>
                </a:path>
                <a:path w="302895" h="299719">
                  <a:moveTo>
                    <a:pt x="35508" y="274138"/>
                  </a:moveTo>
                  <a:lnTo>
                    <a:pt x="25356" y="274138"/>
                  </a:lnTo>
                  <a:lnTo>
                    <a:pt x="24089" y="275408"/>
                  </a:lnTo>
                  <a:lnTo>
                    <a:pt x="34240" y="275408"/>
                  </a:lnTo>
                  <a:lnTo>
                    <a:pt x="35508" y="274138"/>
                  </a:lnTo>
                  <a:close/>
                </a:path>
                <a:path w="302895" h="299719">
                  <a:moveTo>
                    <a:pt x="39311" y="270328"/>
                  </a:moveTo>
                  <a:lnTo>
                    <a:pt x="29160" y="270328"/>
                  </a:lnTo>
                  <a:lnTo>
                    <a:pt x="26624" y="272868"/>
                  </a:lnTo>
                  <a:lnTo>
                    <a:pt x="36776" y="272868"/>
                  </a:lnTo>
                  <a:lnTo>
                    <a:pt x="39311" y="270328"/>
                  </a:lnTo>
                  <a:close/>
                </a:path>
                <a:path w="302895" h="299719">
                  <a:moveTo>
                    <a:pt x="41847" y="267788"/>
                  </a:moveTo>
                  <a:lnTo>
                    <a:pt x="31696" y="267788"/>
                  </a:lnTo>
                  <a:lnTo>
                    <a:pt x="30428" y="269058"/>
                  </a:lnTo>
                  <a:lnTo>
                    <a:pt x="40579" y="269058"/>
                  </a:lnTo>
                  <a:lnTo>
                    <a:pt x="41847" y="267788"/>
                  </a:lnTo>
                  <a:close/>
                </a:path>
                <a:path w="302895" h="299719">
                  <a:moveTo>
                    <a:pt x="45651" y="263978"/>
                  </a:moveTo>
                  <a:lnTo>
                    <a:pt x="35499" y="263978"/>
                  </a:lnTo>
                  <a:lnTo>
                    <a:pt x="32964" y="266518"/>
                  </a:lnTo>
                  <a:lnTo>
                    <a:pt x="43115" y="266518"/>
                  </a:lnTo>
                  <a:lnTo>
                    <a:pt x="45651" y="263978"/>
                  </a:lnTo>
                  <a:close/>
                </a:path>
                <a:path w="302895" h="299719">
                  <a:moveTo>
                    <a:pt x="48186" y="261438"/>
                  </a:moveTo>
                  <a:lnTo>
                    <a:pt x="38035" y="261438"/>
                  </a:lnTo>
                  <a:lnTo>
                    <a:pt x="36767" y="262708"/>
                  </a:lnTo>
                  <a:lnTo>
                    <a:pt x="46918" y="262708"/>
                  </a:lnTo>
                  <a:lnTo>
                    <a:pt x="48186" y="261438"/>
                  </a:lnTo>
                  <a:close/>
                </a:path>
                <a:path w="302895" h="299719">
                  <a:moveTo>
                    <a:pt x="51990" y="257628"/>
                  </a:moveTo>
                  <a:lnTo>
                    <a:pt x="41838" y="257628"/>
                  </a:lnTo>
                  <a:lnTo>
                    <a:pt x="39303" y="260168"/>
                  </a:lnTo>
                  <a:lnTo>
                    <a:pt x="49454" y="260168"/>
                  </a:lnTo>
                  <a:lnTo>
                    <a:pt x="51990" y="257628"/>
                  </a:lnTo>
                  <a:close/>
                </a:path>
                <a:path w="302895" h="299719">
                  <a:moveTo>
                    <a:pt x="54526" y="255088"/>
                  </a:moveTo>
                  <a:lnTo>
                    <a:pt x="44374" y="255088"/>
                  </a:lnTo>
                  <a:lnTo>
                    <a:pt x="43106" y="256358"/>
                  </a:lnTo>
                  <a:lnTo>
                    <a:pt x="53258" y="256358"/>
                  </a:lnTo>
                  <a:lnTo>
                    <a:pt x="54526" y="255088"/>
                  </a:lnTo>
                  <a:close/>
                </a:path>
                <a:path w="302895" h="299719">
                  <a:moveTo>
                    <a:pt x="58329" y="251278"/>
                  </a:moveTo>
                  <a:lnTo>
                    <a:pt x="48178" y="251278"/>
                  </a:lnTo>
                  <a:lnTo>
                    <a:pt x="45642" y="253818"/>
                  </a:lnTo>
                  <a:lnTo>
                    <a:pt x="55793" y="253818"/>
                  </a:lnTo>
                  <a:lnTo>
                    <a:pt x="58329" y="251278"/>
                  </a:lnTo>
                  <a:close/>
                </a:path>
                <a:path w="302895" h="299719">
                  <a:moveTo>
                    <a:pt x="60865" y="248738"/>
                  </a:moveTo>
                  <a:lnTo>
                    <a:pt x="50713" y="248738"/>
                  </a:lnTo>
                  <a:lnTo>
                    <a:pt x="49446" y="250008"/>
                  </a:lnTo>
                  <a:lnTo>
                    <a:pt x="59597" y="250008"/>
                  </a:lnTo>
                  <a:lnTo>
                    <a:pt x="60865" y="248738"/>
                  </a:lnTo>
                  <a:close/>
                </a:path>
                <a:path w="302895" h="299719">
                  <a:moveTo>
                    <a:pt x="64668" y="244928"/>
                  </a:moveTo>
                  <a:lnTo>
                    <a:pt x="54517" y="244928"/>
                  </a:lnTo>
                  <a:lnTo>
                    <a:pt x="51981" y="247468"/>
                  </a:lnTo>
                  <a:lnTo>
                    <a:pt x="62133" y="247468"/>
                  </a:lnTo>
                  <a:lnTo>
                    <a:pt x="64668" y="244928"/>
                  </a:lnTo>
                  <a:close/>
                </a:path>
                <a:path w="302895" h="299719">
                  <a:moveTo>
                    <a:pt x="67204" y="242388"/>
                  </a:moveTo>
                  <a:lnTo>
                    <a:pt x="57053" y="242388"/>
                  </a:lnTo>
                  <a:lnTo>
                    <a:pt x="55785" y="243658"/>
                  </a:lnTo>
                  <a:lnTo>
                    <a:pt x="65936" y="243658"/>
                  </a:lnTo>
                  <a:lnTo>
                    <a:pt x="67204" y="242388"/>
                  </a:lnTo>
                  <a:close/>
                </a:path>
                <a:path w="302895" h="299719">
                  <a:moveTo>
                    <a:pt x="71008" y="238578"/>
                  </a:moveTo>
                  <a:lnTo>
                    <a:pt x="60856" y="238578"/>
                  </a:lnTo>
                  <a:lnTo>
                    <a:pt x="58320" y="241118"/>
                  </a:lnTo>
                  <a:lnTo>
                    <a:pt x="68472" y="241118"/>
                  </a:lnTo>
                  <a:lnTo>
                    <a:pt x="71008" y="238578"/>
                  </a:lnTo>
                  <a:close/>
                </a:path>
                <a:path w="302895" h="299719">
                  <a:moveTo>
                    <a:pt x="73543" y="236038"/>
                  </a:moveTo>
                  <a:lnTo>
                    <a:pt x="63392" y="236038"/>
                  </a:lnTo>
                  <a:lnTo>
                    <a:pt x="62124" y="237308"/>
                  </a:lnTo>
                  <a:lnTo>
                    <a:pt x="72275" y="237308"/>
                  </a:lnTo>
                  <a:lnTo>
                    <a:pt x="73543" y="236038"/>
                  </a:lnTo>
                  <a:close/>
                </a:path>
                <a:path w="302895" h="299719">
                  <a:moveTo>
                    <a:pt x="77347" y="232228"/>
                  </a:moveTo>
                  <a:lnTo>
                    <a:pt x="67195" y="232228"/>
                  </a:lnTo>
                  <a:lnTo>
                    <a:pt x="64660" y="234768"/>
                  </a:lnTo>
                  <a:lnTo>
                    <a:pt x="74811" y="234768"/>
                  </a:lnTo>
                  <a:lnTo>
                    <a:pt x="77347" y="232228"/>
                  </a:lnTo>
                  <a:close/>
                </a:path>
                <a:path w="302895" h="299719">
                  <a:moveTo>
                    <a:pt x="79883" y="229688"/>
                  </a:moveTo>
                  <a:lnTo>
                    <a:pt x="69731" y="229688"/>
                  </a:lnTo>
                  <a:lnTo>
                    <a:pt x="68463" y="230958"/>
                  </a:lnTo>
                  <a:lnTo>
                    <a:pt x="78615" y="230958"/>
                  </a:lnTo>
                  <a:lnTo>
                    <a:pt x="79883" y="229688"/>
                  </a:lnTo>
                  <a:close/>
                </a:path>
                <a:path w="302895" h="299719">
                  <a:moveTo>
                    <a:pt x="83686" y="225878"/>
                  </a:moveTo>
                  <a:lnTo>
                    <a:pt x="73535" y="225878"/>
                  </a:lnTo>
                  <a:lnTo>
                    <a:pt x="70999" y="228418"/>
                  </a:lnTo>
                  <a:lnTo>
                    <a:pt x="81150" y="228418"/>
                  </a:lnTo>
                  <a:lnTo>
                    <a:pt x="83686" y="225878"/>
                  </a:lnTo>
                  <a:close/>
                </a:path>
                <a:path w="302895" h="299719">
                  <a:moveTo>
                    <a:pt x="86222" y="223338"/>
                  </a:moveTo>
                  <a:lnTo>
                    <a:pt x="76070" y="223338"/>
                  </a:lnTo>
                  <a:lnTo>
                    <a:pt x="74802" y="224608"/>
                  </a:lnTo>
                  <a:lnTo>
                    <a:pt x="84954" y="224608"/>
                  </a:lnTo>
                  <a:lnTo>
                    <a:pt x="86222" y="223338"/>
                  </a:lnTo>
                  <a:close/>
                </a:path>
                <a:path w="302895" h="299719">
                  <a:moveTo>
                    <a:pt x="90025" y="219528"/>
                  </a:moveTo>
                  <a:lnTo>
                    <a:pt x="79874" y="219528"/>
                  </a:lnTo>
                  <a:lnTo>
                    <a:pt x="77338" y="222068"/>
                  </a:lnTo>
                  <a:lnTo>
                    <a:pt x="87490" y="222068"/>
                  </a:lnTo>
                  <a:lnTo>
                    <a:pt x="90025" y="219528"/>
                  </a:lnTo>
                  <a:close/>
                </a:path>
                <a:path w="302895" h="299719">
                  <a:moveTo>
                    <a:pt x="92561" y="216988"/>
                  </a:moveTo>
                  <a:lnTo>
                    <a:pt x="82410" y="216988"/>
                  </a:lnTo>
                  <a:lnTo>
                    <a:pt x="81142" y="218258"/>
                  </a:lnTo>
                  <a:lnTo>
                    <a:pt x="91293" y="218258"/>
                  </a:lnTo>
                  <a:lnTo>
                    <a:pt x="92561" y="216988"/>
                  </a:lnTo>
                  <a:close/>
                </a:path>
                <a:path w="302895" h="299719">
                  <a:moveTo>
                    <a:pt x="96365" y="213178"/>
                  </a:moveTo>
                  <a:lnTo>
                    <a:pt x="86213" y="213178"/>
                  </a:lnTo>
                  <a:lnTo>
                    <a:pt x="83677" y="215718"/>
                  </a:lnTo>
                  <a:lnTo>
                    <a:pt x="93829" y="215718"/>
                  </a:lnTo>
                  <a:lnTo>
                    <a:pt x="96365" y="213178"/>
                  </a:lnTo>
                  <a:close/>
                </a:path>
                <a:path w="302895" h="299719">
                  <a:moveTo>
                    <a:pt x="98900" y="210638"/>
                  </a:moveTo>
                  <a:lnTo>
                    <a:pt x="88749" y="210638"/>
                  </a:lnTo>
                  <a:lnTo>
                    <a:pt x="87481" y="211908"/>
                  </a:lnTo>
                  <a:lnTo>
                    <a:pt x="97632" y="211908"/>
                  </a:lnTo>
                  <a:lnTo>
                    <a:pt x="98900" y="210638"/>
                  </a:lnTo>
                  <a:close/>
                </a:path>
                <a:path w="302895" h="299719">
                  <a:moveTo>
                    <a:pt x="102704" y="206828"/>
                  </a:moveTo>
                  <a:lnTo>
                    <a:pt x="92552" y="206828"/>
                  </a:lnTo>
                  <a:lnTo>
                    <a:pt x="90017" y="209368"/>
                  </a:lnTo>
                  <a:lnTo>
                    <a:pt x="100168" y="209368"/>
                  </a:lnTo>
                  <a:lnTo>
                    <a:pt x="102704" y="206828"/>
                  </a:lnTo>
                  <a:close/>
                </a:path>
                <a:path w="302895" h="299719">
                  <a:moveTo>
                    <a:pt x="105239" y="204288"/>
                  </a:moveTo>
                  <a:lnTo>
                    <a:pt x="95088" y="204288"/>
                  </a:lnTo>
                  <a:lnTo>
                    <a:pt x="93820" y="205558"/>
                  </a:lnTo>
                  <a:lnTo>
                    <a:pt x="103972" y="205558"/>
                  </a:lnTo>
                  <a:lnTo>
                    <a:pt x="105239" y="204288"/>
                  </a:lnTo>
                  <a:close/>
                </a:path>
                <a:path w="302895" h="299719">
                  <a:moveTo>
                    <a:pt x="109043" y="200478"/>
                  </a:moveTo>
                  <a:lnTo>
                    <a:pt x="98892" y="200478"/>
                  </a:lnTo>
                  <a:lnTo>
                    <a:pt x="96356" y="203018"/>
                  </a:lnTo>
                  <a:lnTo>
                    <a:pt x="106507" y="203018"/>
                  </a:lnTo>
                  <a:lnTo>
                    <a:pt x="109043" y="200478"/>
                  </a:lnTo>
                  <a:close/>
                </a:path>
                <a:path w="302895" h="299719">
                  <a:moveTo>
                    <a:pt x="111579" y="197938"/>
                  </a:moveTo>
                  <a:lnTo>
                    <a:pt x="101427" y="197938"/>
                  </a:lnTo>
                  <a:lnTo>
                    <a:pt x="100159" y="199208"/>
                  </a:lnTo>
                  <a:lnTo>
                    <a:pt x="110311" y="199208"/>
                  </a:lnTo>
                  <a:lnTo>
                    <a:pt x="111579" y="197938"/>
                  </a:lnTo>
                  <a:close/>
                </a:path>
                <a:path w="302895" h="299719">
                  <a:moveTo>
                    <a:pt x="115382" y="194128"/>
                  </a:moveTo>
                  <a:lnTo>
                    <a:pt x="105231" y="194128"/>
                  </a:lnTo>
                  <a:lnTo>
                    <a:pt x="102695" y="196668"/>
                  </a:lnTo>
                  <a:lnTo>
                    <a:pt x="112847" y="196668"/>
                  </a:lnTo>
                  <a:lnTo>
                    <a:pt x="115382" y="194128"/>
                  </a:lnTo>
                  <a:close/>
                </a:path>
                <a:path w="302895" h="299719">
                  <a:moveTo>
                    <a:pt x="117918" y="191588"/>
                  </a:moveTo>
                  <a:lnTo>
                    <a:pt x="107767" y="191588"/>
                  </a:lnTo>
                  <a:lnTo>
                    <a:pt x="106499" y="192858"/>
                  </a:lnTo>
                  <a:lnTo>
                    <a:pt x="116650" y="192858"/>
                  </a:lnTo>
                  <a:lnTo>
                    <a:pt x="117918" y="191588"/>
                  </a:lnTo>
                  <a:close/>
                </a:path>
                <a:path w="302895" h="299719">
                  <a:moveTo>
                    <a:pt x="121721" y="187778"/>
                  </a:moveTo>
                  <a:lnTo>
                    <a:pt x="111570" y="187778"/>
                  </a:lnTo>
                  <a:lnTo>
                    <a:pt x="109034" y="190318"/>
                  </a:lnTo>
                  <a:lnTo>
                    <a:pt x="119186" y="190318"/>
                  </a:lnTo>
                  <a:lnTo>
                    <a:pt x="121721" y="187778"/>
                  </a:lnTo>
                  <a:close/>
                </a:path>
                <a:path w="302895" h="299719">
                  <a:moveTo>
                    <a:pt x="124257" y="185238"/>
                  </a:moveTo>
                  <a:lnTo>
                    <a:pt x="114106" y="185238"/>
                  </a:lnTo>
                  <a:lnTo>
                    <a:pt x="112838" y="186508"/>
                  </a:lnTo>
                  <a:lnTo>
                    <a:pt x="122989" y="186508"/>
                  </a:lnTo>
                  <a:lnTo>
                    <a:pt x="124257" y="185238"/>
                  </a:lnTo>
                  <a:close/>
                </a:path>
                <a:path w="302895" h="299719">
                  <a:moveTo>
                    <a:pt x="128061" y="181428"/>
                  </a:moveTo>
                  <a:lnTo>
                    <a:pt x="117909" y="181428"/>
                  </a:lnTo>
                  <a:lnTo>
                    <a:pt x="115374" y="183968"/>
                  </a:lnTo>
                  <a:lnTo>
                    <a:pt x="125525" y="183968"/>
                  </a:lnTo>
                  <a:lnTo>
                    <a:pt x="128061" y="181428"/>
                  </a:lnTo>
                  <a:close/>
                </a:path>
                <a:path w="302895" h="299719">
                  <a:moveTo>
                    <a:pt x="130596" y="178888"/>
                  </a:moveTo>
                  <a:lnTo>
                    <a:pt x="120445" y="178888"/>
                  </a:lnTo>
                  <a:lnTo>
                    <a:pt x="119177" y="180158"/>
                  </a:lnTo>
                  <a:lnTo>
                    <a:pt x="129329" y="180158"/>
                  </a:lnTo>
                  <a:lnTo>
                    <a:pt x="130596" y="178888"/>
                  </a:lnTo>
                  <a:close/>
                </a:path>
                <a:path w="302895" h="299719">
                  <a:moveTo>
                    <a:pt x="134400" y="175078"/>
                  </a:moveTo>
                  <a:lnTo>
                    <a:pt x="124249" y="175078"/>
                  </a:lnTo>
                  <a:lnTo>
                    <a:pt x="121713" y="177618"/>
                  </a:lnTo>
                  <a:lnTo>
                    <a:pt x="131864" y="177618"/>
                  </a:lnTo>
                  <a:lnTo>
                    <a:pt x="134400" y="175078"/>
                  </a:lnTo>
                  <a:close/>
                </a:path>
                <a:path w="302895" h="299719">
                  <a:moveTo>
                    <a:pt x="136936" y="172538"/>
                  </a:moveTo>
                  <a:lnTo>
                    <a:pt x="126784" y="172538"/>
                  </a:lnTo>
                  <a:lnTo>
                    <a:pt x="125516" y="173808"/>
                  </a:lnTo>
                  <a:lnTo>
                    <a:pt x="135668" y="173808"/>
                  </a:lnTo>
                  <a:lnTo>
                    <a:pt x="136936" y="172538"/>
                  </a:lnTo>
                  <a:close/>
                </a:path>
                <a:path w="302895" h="299719">
                  <a:moveTo>
                    <a:pt x="140739" y="168728"/>
                  </a:moveTo>
                  <a:lnTo>
                    <a:pt x="130588" y="168728"/>
                  </a:lnTo>
                  <a:lnTo>
                    <a:pt x="128052" y="171268"/>
                  </a:lnTo>
                  <a:lnTo>
                    <a:pt x="138203" y="171268"/>
                  </a:lnTo>
                  <a:lnTo>
                    <a:pt x="140739" y="168728"/>
                  </a:lnTo>
                  <a:close/>
                </a:path>
                <a:path w="302895" h="299719">
                  <a:moveTo>
                    <a:pt x="143275" y="166188"/>
                  </a:moveTo>
                  <a:lnTo>
                    <a:pt x="133123" y="166188"/>
                  </a:lnTo>
                  <a:lnTo>
                    <a:pt x="131856" y="167458"/>
                  </a:lnTo>
                  <a:lnTo>
                    <a:pt x="142007" y="167458"/>
                  </a:lnTo>
                  <a:lnTo>
                    <a:pt x="143275" y="166188"/>
                  </a:lnTo>
                  <a:close/>
                </a:path>
                <a:path w="302895" h="299719">
                  <a:moveTo>
                    <a:pt x="147078" y="162378"/>
                  </a:moveTo>
                  <a:lnTo>
                    <a:pt x="136927" y="162378"/>
                  </a:lnTo>
                  <a:lnTo>
                    <a:pt x="134391" y="164918"/>
                  </a:lnTo>
                  <a:lnTo>
                    <a:pt x="144543" y="164918"/>
                  </a:lnTo>
                  <a:lnTo>
                    <a:pt x="147078" y="162378"/>
                  </a:lnTo>
                  <a:close/>
                </a:path>
                <a:path w="302895" h="299719">
                  <a:moveTo>
                    <a:pt x="149614" y="159838"/>
                  </a:moveTo>
                  <a:lnTo>
                    <a:pt x="139463" y="159838"/>
                  </a:lnTo>
                  <a:lnTo>
                    <a:pt x="138195" y="161108"/>
                  </a:lnTo>
                  <a:lnTo>
                    <a:pt x="148346" y="161108"/>
                  </a:lnTo>
                  <a:lnTo>
                    <a:pt x="149614" y="159838"/>
                  </a:lnTo>
                  <a:close/>
                </a:path>
                <a:path w="302895" h="299719">
                  <a:moveTo>
                    <a:pt x="162293" y="147138"/>
                  </a:moveTo>
                  <a:lnTo>
                    <a:pt x="152141" y="147138"/>
                  </a:lnTo>
                  <a:lnTo>
                    <a:pt x="140731" y="158568"/>
                  </a:lnTo>
                  <a:lnTo>
                    <a:pt x="150882" y="158568"/>
                  </a:lnTo>
                  <a:lnTo>
                    <a:pt x="162293" y="147138"/>
                  </a:lnTo>
                  <a:close/>
                </a:path>
                <a:path w="302895" h="299719">
                  <a:moveTo>
                    <a:pt x="174971" y="134438"/>
                  </a:moveTo>
                  <a:lnTo>
                    <a:pt x="164820" y="134438"/>
                  </a:lnTo>
                  <a:lnTo>
                    <a:pt x="153409" y="145868"/>
                  </a:lnTo>
                  <a:lnTo>
                    <a:pt x="163560" y="145868"/>
                  </a:lnTo>
                  <a:lnTo>
                    <a:pt x="174971" y="134438"/>
                  </a:lnTo>
                  <a:close/>
                </a:path>
                <a:path w="302895" h="299719">
                  <a:moveTo>
                    <a:pt x="178775" y="130628"/>
                  </a:moveTo>
                  <a:lnTo>
                    <a:pt x="168623" y="130628"/>
                  </a:lnTo>
                  <a:lnTo>
                    <a:pt x="166088" y="133168"/>
                  </a:lnTo>
                  <a:lnTo>
                    <a:pt x="176239" y="133168"/>
                  </a:lnTo>
                  <a:lnTo>
                    <a:pt x="178775" y="130628"/>
                  </a:lnTo>
                  <a:close/>
                </a:path>
                <a:path w="302895" h="299719">
                  <a:moveTo>
                    <a:pt x="181310" y="128088"/>
                  </a:moveTo>
                  <a:lnTo>
                    <a:pt x="171159" y="128088"/>
                  </a:lnTo>
                  <a:lnTo>
                    <a:pt x="169891" y="129358"/>
                  </a:lnTo>
                  <a:lnTo>
                    <a:pt x="180042" y="129358"/>
                  </a:lnTo>
                  <a:lnTo>
                    <a:pt x="181310" y="128088"/>
                  </a:lnTo>
                  <a:close/>
                </a:path>
                <a:path w="302895" h="299719">
                  <a:moveTo>
                    <a:pt x="185114" y="124278"/>
                  </a:moveTo>
                  <a:lnTo>
                    <a:pt x="174962" y="124278"/>
                  </a:lnTo>
                  <a:lnTo>
                    <a:pt x="172427" y="126818"/>
                  </a:lnTo>
                  <a:lnTo>
                    <a:pt x="182578" y="126818"/>
                  </a:lnTo>
                  <a:lnTo>
                    <a:pt x="185114" y="124278"/>
                  </a:lnTo>
                  <a:close/>
                </a:path>
                <a:path w="302895" h="299719">
                  <a:moveTo>
                    <a:pt x="197792" y="111578"/>
                  </a:moveTo>
                  <a:lnTo>
                    <a:pt x="187641" y="111578"/>
                  </a:lnTo>
                  <a:lnTo>
                    <a:pt x="176230" y="123008"/>
                  </a:lnTo>
                  <a:lnTo>
                    <a:pt x="186382" y="123008"/>
                  </a:lnTo>
                  <a:lnTo>
                    <a:pt x="197792" y="111578"/>
                  </a:lnTo>
                  <a:close/>
                </a:path>
                <a:path w="302895" h="299719">
                  <a:moveTo>
                    <a:pt x="206667" y="102688"/>
                  </a:moveTo>
                  <a:lnTo>
                    <a:pt x="196516" y="102688"/>
                  </a:lnTo>
                  <a:lnTo>
                    <a:pt x="188909" y="110308"/>
                  </a:lnTo>
                  <a:lnTo>
                    <a:pt x="199060" y="110308"/>
                  </a:lnTo>
                  <a:lnTo>
                    <a:pt x="206667" y="102688"/>
                  </a:lnTo>
                  <a:close/>
                </a:path>
                <a:path w="302895" h="299719">
                  <a:moveTo>
                    <a:pt x="223149" y="86178"/>
                  </a:moveTo>
                  <a:lnTo>
                    <a:pt x="212998" y="86178"/>
                  </a:lnTo>
                  <a:lnTo>
                    <a:pt x="197784" y="101418"/>
                  </a:lnTo>
                  <a:lnTo>
                    <a:pt x="207935" y="101418"/>
                  </a:lnTo>
                  <a:lnTo>
                    <a:pt x="223149" y="86178"/>
                  </a:lnTo>
                  <a:close/>
                </a:path>
                <a:path w="302895" h="299719">
                  <a:moveTo>
                    <a:pt x="228221" y="81098"/>
                  </a:moveTo>
                  <a:lnTo>
                    <a:pt x="218069" y="81098"/>
                  </a:lnTo>
                  <a:lnTo>
                    <a:pt x="214266" y="84908"/>
                  </a:lnTo>
                  <a:lnTo>
                    <a:pt x="224417" y="84908"/>
                  </a:lnTo>
                  <a:lnTo>
                    <a:pt x="228221" y="81098"/>
                  </a:lnTo>
                  <a:close/>
                </a:path>
              </a:pathLst>
            </a:custGeom>
            <a:solidFill>
              <a:srgbClr val="D03E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87">
              <a:extLst>
                <a:ext uri="{FF2B5EF4-FFF2-40B4-BE49-F238E27FC236}">
                  <a16:creationId xmlns:a16="http://schemas.microsoft.com/office/drawing/2014/main" id="{5EE39337-4D02-7C29-349A-22139354C5B6}"/>
                </a:ext>
              </a:extLst>
            </p:cNvPr>
            <p:cNvSpPr/>
            <p:nvPr/>
          </p:nvSpPr>
          <p:spPr>
            <a:xfrm>
              <a:off x="3105823" y="2782753"/>
              <a:ext cx="290195" cy="289560"/>
            </a:xfrm>
            <a:custGeom>
              <a:avLst/>
              <a:gdLst/>
              <a:ahLst/>
              <a:cxnLst/>
              <a:rect l="l" t="t" r="r" b="b"/>
              <a:pathLst>
                <a:path w="290195" h="289560">
                  <a:moveTo>
                    <a:pt x="288886" y="0"/>
                  </a:moveTo>
                  <a:lnTo>
                    <a:pt x="266247" y="22676"/>
                  </a:lnTo>
                  <a:lnTo>
                    <a:pt x="276186" y="22676"/>
                  </a:lnTo>
                  <a:lnTo>
                    <a:pt x="290156" y="8706"/>
                  </a:lnTo>
                  <a:lnTo>
                    <a:pt x="290156" y="4896"/>
                  </a:lnTo>
                  <a:lnTo>
                    <a:pt x="288886" y="4896"/>
                  </a:lnTo>
                  <a:lnTo>
                    <a:pt x="288886" y="0"/>
                  </a:lnTo>
                  <a:close/>
                </a:path>
                <a:path w="290195" h="289560">
                  <a:moveTo>
                    <a:pt x="276186" y="22676"/>
                  </a:moveTo>
                  <a:lnTo>
                    <a:pt x="266247" y="22676"/>
                  </a:lnTo>
                  <a:lnTo>
                    <a:pt x="215534" y="73476"/>
                  </a:lnTo>
                  <a:lnTo>
                    <a:pt x="225386" y="73476"/>
                  </a:lnTo>
                  <a:lnTo>
                    <a:pt x="276186" y="22676"/>
                  </a:lnTo>
                  <a:close/>
                </a:path>
                <a:path w="290195" h="289560">
                  <a:moveTo>
                    <a:pt x="4406" y="286836"/>
                  </a:moveTo>
                  <a:lnTo>
                    <a:pt x="2535" y="286836"/>
                  </a:lnTo>
                  <a:lnTo>
                    <a:pt x="0" y="289376"/>
                  </a:lnTo>
                  <a:lnTo>
                    <a:pt x="4406" y="289376"/>
                  </a:lnTo>
                  <a:lnTo>
                    <a:pt x="4406" y="286836"/>
                  </a:lnTo>
                  <a:close/>
                </a:path>
                <a:path w="290195" h="289560">
                  <a:moveTo>
                    <a:pt x="15836" y="283026"/>
                  </a:moveTo>
                  <a:lnTo>
                    <a:pt x="6339" y="283026"/>
                  </a:lnTo>
                  <a:lnTo>
                    <a:pt x="3803" y="285566"/>
                  </a:lnTo>
                  <a:lnTo>
                    <a:pt x="9486" y="285566"/>
                  </a:lnTo>
                  <a:lnTo>
                    <a:pt x="9486" y="286836"/>
                  </a:lnTo>
                  <a:lnTo>
                    <a:pt x="12026" y="286836"/>
                  </a:lnTo>
                  <a:lnTo>
                    <a:pt x="15836" y="283026"/>
                  </a:lnTo>
                  <a:close/>
                </a:path>
                <a:path w="290195" h="289560">
                  <a:moveTo>
                    <a:pt x="18376" y="280486"/>
                  </a:moveTo>
                  <a:lnTo>
                    <a:pt x="8874" y="280486"/>
                  </a:lnTo>
                  <a:lnTo>
                    <a:pt x="7607" y="281756"/>
                  </a:lnTo>
                  <a:lnTo>
                    <a:pt x="17106" y="281756"/>
                  </a:lnTo>
                  <a:lnTo>
                    <a:pt x="18376" y="280486"/>
                  </a:lnTo>
                  <a:close/>
                </a:path>
                <a:path w="290195" h="289560">
                  <a:moveTo>
                    <a:pt x="22186" y="276676"/>
                  </a:moveTo>
                  <a:lnTo>
                    <a:pt x="12678" y="276676"/>
                  </a:lnTo>
                  <a:lnTo>
                    <a:pt x="10142" y="279216"/>
                  </a:lnTo>
                  <a:lnTo>
                    <a:pt x="19646" y="279216"/>
                  </a:lnTo>
                  <a:lnTo>
                    <a:pt x="22186" y="276676"/>
                  </a:lnTo>
                  <a:close/>
                </a:path>
                <a:path w="290195" h="289560">
                  <a:moveTo>
                    <a:pt x="24726" y="274136"/>
                  </a:moveTo>
                  <a:lnTo>
                    <a:pt x="15214" y="274136"/>
                  </a:lnTo>
                  <a:lnTo>
                    <a:pt x="13946" y="275406"/>
                  </a:lnTo>
                  <a:lnTo>
                    <a:pt x="23456" y="275406"/>
                  </a:lnTo>
                  <a:lnTo>
                    <a:pt x="24726" y="274136"/>
                  </a:lnTo>
                  <a:close/>
                </a:path>
                <a:path w="290195" h="289560">
                  <a:moveTo>
                    <a:pt x="28536" y="270326"/>
                  </a:moveTo>
                  <a:lnTo>
                    <a:pt x="19017" y="270326"/>
                  </a:lnTo>
                  <a:lnTo>
                    <a:pt x="16482" y="272866"/>
                  </a:lnTo>
                  <a:lnTo>
                    <a:pt x="25996" y="272866"/>
                  </a:lnTo>
                  <a:lnTo>
                    <a:pt x="28536" y="270326"/>
                  </a:lnTo>
                  <a:close/>
                </a:path>
                <a:path w="290195" h="289560">
                  <a:moveTo>
                    <a:pt x="31076" y="267786"/>
                  </a:moveTo>
                  <a:lnTo>
                    <a:pt x="21553" y="267786"/>
                  </a:lnTo>
                  <a:lnTo>
                    <a:pt x="20285" y="269056"/>
                  </a:lnTo>
                  <a:lnTo>
                    <a:pt x="29806" y="269056"/>
                  </a:lnTo>
                  <a:lnTo>
                    <a:pt x="31076" y="267786"/>
                  </a:lnTo>
                  <a:close/>
                </a:path>
                <a:path w="290195" h="289560">
                  <a:moveTo>
                    <a:pt x="34886" y="263976"/>
                  </a:moveTo>
                  <a:lnTo>
                    <a:pt x="25356" y="263976"/>
                  </a:lnTo>
                  <a:lnTo>
                    <a:pt x="22821" y="266516"/>
                  </a:lnTo>
                  <a:lnTo>
                    <a:pt x="32346" y="266516"/>
                  </a:lnTo>
                  <a:lnTo>
                    <a:pt x="34886" y="263976"/>
                  </a:lnTo>
                  <a:close/>
                </a:path>
                <a:path w="290195" h="289560">
                  <a:moveTo>
                    <a:pt x="37426" y="261436"/>
                  </a:moveTo>
                  <a:lnTo>
                    <a:pt x="27892" y="261436"/>
                  </a:lnTo>
                  <a:lnTo>
                    <a:pt x="26624" y="262706"/>
                  </a:lnTo>
                  <a:lnTo>
                    <a:pt x="36156" y="262706"/>
                  </a:lnTo>
                  <a:lnTo>
                    <a:pt x="37426" y="261436"/>
                  </a:lnTo>
                  <a:close/>
                </a:path>
                <a:path w="290195" h="289560">
                  <a:moveTo>
                    <a:pt x="41236" y="257626"/>
                  </a:moveTo>
                  <a:lnTo>
                    <a:pt x="31696" y="257626"/>
                  </a:lnTo>
                  <a:lnTo>
                    <a:pt x="29160" y="260166"/>
                  </a:lnTo>
                  <a:lnTo>
                    <a:pt x="38696" y="260166"/>
                  </a:lnTo>
                  <a:lnTo>
                    <a:pt x="41236" y="257626"/>
                  </a:lnTo>
                  <a:close/>
                </a:path>
                <a:path w="290195" h="289560">
                  <a:moveTo>
                    <a:pt x="43776" y="255086"/>
                  </a:moveTo>
                  <a:lnTo>
                    <a:pt x="34231" y="255086"/>
                  </a:lnTo>
                  <a:lnTo>
                    <a:pt x="32964" y="256356"/>
                  </a:lnTo>
                  <a:lnTo>
                    <a:pt x="42506" y="256356"/>
                  </a:lnTo>
                  <a:lnTo>
                    <a:pt x="43776" y="255086"/>
                  </a:lnTo>
                  <a:close/>
                </a:path>
                <a:path w="290195" h="289560">
                  <a:moveTo>
                    <a:pt x="47586" y="251276"/>
                  </a:moveTo>
                  <a:lnTo>
                    <a:pt x="38035" y="251276"/>
                  </a:lnTo>
                  <a:lnTo>
                    <a:pt x="35499" y="253816"/>
                  </a:lnTo>
                  <a:lnTo>
                    <a:pt x="45046" y="253816"/>
                  </a:lnTo>
                  <a:lnTo>
                    <a:pt x="47586" y="251276"/>
                  </a:lnTo>
                  <a:close/>
                </a:path>
                <a:path w="290195" h="289560">
                  <a:moveTo>
                    <a:pt x="50126" y="248736"/>
                  </a:moveTo>
                  <a:lnTo>
                    <a:pt x="40571" y="248736"/>
                  </a:lnTo>
                  <a:lnTo>
                    <a:pt x="39303" y="250006"/>
                  </a:lnTo>
                  <a:lnTo>
                    <a:pt x="48856" y="250006"/>
                  </a:lnTo>
                  <a:lnTo>
                    <a:pt x="50126" y="248736"/>
                  </a:lnTo>
                  <a:close/>
                </a:path>
                <a:path w="290195" h="289560">
                  <a:moveTo>
                    <a:pt x="53936" y="244926"/>
                  </a:moveTo>
                  <a:lnTo>
                    <a:pt x="44374" y="244926"/>
                  </a:lnTo>
                  <a:lnTo>
                    <a:pt x="41838" y="247466"/>
                  </a:lnTo>
                  <a:lnTo>
                    <a:pt x="51396" y="247466"/>
                  </a:lnTo>
                  <a:lnTo>
                    <a:pt x="53936" y="244926"/>
                  </a:lnTo>
                  <a:close/>
                </a:path>
                <a:path w="290195" h="289560">
                  <a:moveTo>
                    <a:pt x="56476" y="242386"/>
                  </a:moveTo>
                  <a:lnTo>
                    <a:pt x="46910" y="242386"/>
                  </a:lnTo>
                  <a:lnTo>
                    <a:pt x="45642" y="243656"/>
                  </a:lnTo>
                  <a:lnTo>
                    <a:pt x="55206" y="243656"/>
                  </a:lnTo>
                  <a:lnTo>
                    <a:pt x="56476" y="242386"/>
                  </a:lnTo>
                  <a:close/>
                </a:path>
                <a:path w="290195" h="289560">
                  <a:moveTo>
                    <a:pt x="60286" y="238576"/>
                  </a:moveTo>
                  <a:lnTo>
                    <a:pt x="50713" y="238576"/>
                  </a:lnTo>
                  <a:lnTo>
                    <a:pt x="48178" y="241116"/>
                  </a:lnTo>
                  <a:lnTo>
                    <a:pt x="57746" y="241116"/>
                  </a:lnTo>
                  <a:lnTo>
                    <a:pt x="60286" y="238576"/>
                  </a:lnTo>
                  <a:close/>
                </a:path>
                <a:path w="290195" h="289560">
                  <a:moveTo>
                    <a:pt x="62826" y="236036"/>
                  </a:moveTo>
                  <a:lnTo>
                    <a:pt x="53249" y="236036"/>
                  </a:lnTo>
                  <a:lnTo>
                    <a:pt x="51981" y="237306"/>
                  </a:lnTo>
                  <a:lnTo>
                    <a:pt x="61556" y="237306"/>
                  </a:lnTo>
                  <a:lnTo>
                    <a:pt x="62826" y="236036"/>
                  </a:lnTo>
                  <a:close/>
                </a:path>
                <a:path w="290195" h="289560">
                  <a:moveTo>
                    <a:pt x="66636" y="232226"/>
                  </a:moveTo>
                  <a:lnTo>
                    <a:pt x="57053" y="232226"/>
                  </a:lnTo>
                  <a:lnTo>
                    <a:pt x="54517" y="234766"/>
                  </a:lnTo>
                  <a:lnTo>
                    <a:pt x="64096" y="234766"/>
                  </a:lnTo>
                  <a:lnTo>
                    <a:pt x="66636" y="232226"/>
                  </a:lnTo>
                  <a:close/>
                </a:path>
                <a:path w="290195" h="289560">
                  <a:moveTo>
                    <a:pt x="69176" y="229686"/>
                  </a:moveTo>
                  <a:lnTo>
                    <a:pt x="59588" y="229686"/>
                  </a:lnTo>
                  <a:lnTo>
                    <a:pt x="58320" y="230956"/>
                  </a:lnTo>
                  <a:lnTo>
                    <a:pt x="67906" y="230956"/>
                  </a:lnTo>
                  <a:lnTo>
                    <a:pt x="69176" y="229686"/>
                  </a:lnTo>
                  <a:close/>
                </a:path>
                <a:path w="290195" h="289560">
                  <a:moveTo>
                    <a:pt x="72986" y="225876"/>
                  </a:moveTo>
                  <a:lnTo>
                    <a:pt x="63392" y="225876"/>
                  </a:lnTo>
                  <a:lnTo>
                    <a:pt x="60856" y="228416"/>
                  </a:lnTo>
                  <a:lnTo>
                    <a:pt x="70446" y="228416"/>
                  </a:lnTo>
                  <a:lnTo>
                    <a:pt x="72986" y="225876"/>
                  </a:lnTo>
                  <a:close/>
                </a:path>
                <a:path w="290195" h="289560">
                  <a:moveTo>
                    <a:pt x="75526" y="223336"/>
                  </a:moveTo>
                  <a:lnTo>
                    <a:pt x="65928" y="223336"/>
                  </a:lnTo>
                  <a:lnTo>
                    <a:pt x="64660" y="224606"/>
                  </a:lnTo>
                  <a:lnTo>
                    <a:pt x="74256" y="224606"/>
                  </a:lnTo>
                  <a:lnTo>
                    <a:pt x="75526" y="223336"/>
                  </a:lnTo>
                  <a:close/>
                </a:path>
                <a:path w="290195" h="289560">
                  <a:moveTo>
                    <a:pt x="79336" y="219526"/>
                  </a:moveTo>
                  <a:lnTo>
                    <a:pt x="69731" y="219526"/>
                  </a:lnTo>
                  <a:lnTo>
                    <a:pt x="67195" y="222066"/>
                  </a:lnTo>
                  <a:lnTo>
                    <a:pt x="76796" y="222066"/>
                  </a:lnTo>
                  <a:lnTo>
                    <a:pt x="79336" y="219526"/>
                  </a:lnTo>
                  <a:close/>
                </a:path>
                <a:path w="290195" h="289560">
                  <a:moveTo>
                    <a:pt x="81876" y="216986"/>
                  </a:moveTo>
                  <a:lnTo>
                    <a:pt x="72267" y="216986"/>
                  </a:lnTo>
                  <a:lnTo>
                    <a:pt x="70999" y="218256"/>
                  </a:lnTo>
                  <a:lnTo>
                    <a:pt x="80606" y="218256"/>
                  </a:lnTo>
                  <a:lnTo>
                    <a:pt x="81876" y="216986"/>
                  </a:lnTo>
                  <a:close/>
                </a:path>
                <a:path w="290195" h="289560">
                  <a:moveTo>
                    <a:pt x="85686" y="213176"/>
                  </a:moveTo>
                  <a:lnTo>
                    <a:pt x="76070" y="213176"/>
                  </a:lnTo>
                  <a:lnTo>
                    <a:pt x="73535" y="215716"/>
                  </a:lnTo>
                  <a:lnTo>
                    <a:pt x="83146" y="215716"/>
                  </a:lnTo>
                  <a:lnTo>
                    <a:pt x="85686" y="213176"/>
                  </a:lnTo>
                  <a:close/>
                </a:path>
                <a:path w="290195" h="289560">
                  <a:moveTo>
                    <a:pt x="88226" y="210636"/>
                  </a:moveTo>
                  <a:lnTo>
                    <a:pt x="78606" y="210636"/>
                  </a:lnTo>
                  <a:lnTo>
                    <a:pt x="77338" y="211906"/>
                  </a:lnTo>
                  <a:lnTo>
                    <a:pt x="86956" y="211906"/>
                  </a:lnTo>
                  <a:lnTo>
                    <a:pt x="88226" y="210636"/>
                  </a:lnTo>
                  <a:close/>
                </a:path>
                <a:path w="290195" h="289560">
                  <a:moveTo>
                    <a:pt x="92036" y="206826"/>
                  </a:moveTo>
                  <a:lnTo>
                    <a:pt x="82410" y="206826"/>
                  </a:lnTo>
                  <a:lnTo>
                    <a:pt x="79874" y="209366"/>
                  </a:lnTo>
                  <a:lnTo>
                    <a:pt x="89496" y="209366"/>
                  </a:lnTo>
                  <a:lnTo>
                    <a:pt x="92036" y="206826"/>
                  </a:lnTo>
                  <a:close/>
                </a:path>
                <a:path w="290195" h="289560">
                  <a:moveTo>
                    <a:pt x="94576" y="204286"/>
                  </a:moveTo>
                  <a:lnTo>
                    <a:pt x="84945" y="204286"/>
                  </a:lnTo>
                  <a:lnTo>
                    <a:pt x="83677" y="205556"/>
                  </a:lnTo>
                  <a:lnTo>
                    <a:pt x="93306" y="205556"/>
                  </a:lnTo>
                  <a:lnTo>
                    <a:pt x="94576" y="204286"/>
                  </a:lnTo>
                  <a:close/>
                </a:path>
                <a:path w="290195" h="289560">
                  <a:moveTo>
                    <a:pt x="98386" y="200476"/>
                  </a:moveTo>
                  <a:lnTo>
                    <a:pt x="88749" y="200476"/>
                  </a:lnTo>
                  <a:lnTo>
                    <a:pt x="86213" y="203016"/>
                  </a:lnTo>
                  <a:lnTo>
                    <a:pt x="95846" y="203016"/>
                  </a:lnTo>
                  <a:lnTo>
                    <a:pt x="98386" y="200476"/>
                  </a:lnTo>
                  <a:close/>
                </a:path>
                <a:path w="290195" h="289560">
                  <a:moveTo>
                    <a:pt x="100926" y="197936"/>
                  </a:moveTo>
                  <a:lnTo>
                    <a:pt x="91285" y="197936"/>
                  </a:lnTo>
                  <a:lnTo>
                    <a:pt x="90017" y="199206"/>
                  </a:lnTo>
                  <a:lnTo>
                    <a:pt x="99656" y="199206"/>
                  </a:lnTo>
                  <a:lnTo>
                    <a:pt x="100926" y="197936"/>
                  </a:lnTo>
                  <a:close/>
                </a:path>
                <a:path w="290195" h="289560">
                  <a:moveTo>
                    <a:pt x="104736" y="194126"/>
                  </a:moveTo>
                  <a:lnTo>
                    <a:pt x="95088" y="194126"/>
                  </a:lnTo>
                  <a:lnTo>
                    <a:pt x="92552" y="196666"/>
                  </a:lnTo>
                  <a:lnTo>
                    <a:pt x="102196" y="196666"/>
                  </a:lnTo>
                  <a:lnTo>
                    <a:pt x="104736" y="194126"/>
                  </a:lnTo>
                  <a:close/>
                </a:path>
                <a:path w="290195" h="289560">
                  <a:moveTo>
                    <a:pt x="107276" y="191586"/>
                  </a:moveTo>
                  <a:lnTo>
                    <a:pt x="97624" y="191586"/>
                  </a:lnTo>
                  <a:lnTo>
                    <a:pt x="96356" y="192856"/>
                  </a:lnTo>
                  <a:lnTo>
                    <a:pt x="106006" y="192856"/>
                  </a:lnTo>
                  <a:lnTo>
                    <a:pt x="107276" y="191586"/>
                  </a:lnTo>
                  <a:close/>
                </a:path>
                <a:path w="290195" h="289560">
                  <a:moveTo>
                    <a:pt x="111086" y="187776"/>
                  </a:moveTo>
                  <a:lnTo>
                    <a:pt x="101427" y="187776"/>
                  </a:lnTo>
                  <a:lnTo>
                    <a:pt x="98892" y="190316"/>
                  </a:lnTo>
                  <a:lnTo>
                    <a:pt x="108546" y="190316"/>
                  </a:lnTo>
                  <a:lnTo>
                    <a:pt x="111086" y="187776"/>
                  </a:lnTo>
                  <a:close/>
                </a:path>
                <a:path w="290195" h="289560">
                  <a:moveTo>
                    <a:pt x="113626" y="185236"/>
                  </a:moveTo>
                  <a:lnTo>
                    <a:pt x="103963" y="185236"/>
                  </a:lnTo>
                  <a:lnTo>
                    <a:pt x="102695" y="186506"/>
                  </a:lnTo>
                  <a:lnTo>
                    <a:pt x="112356" y="186506"/>
                  </a:lnTo>
                  <a:lnTo>
                    <a:pt x="113626" y="185236"/>
                  </a:lnTo>
                  <a:close/>
                </a:path>
                <a:path w="290195" h="289560">
                  <a:moveTo>
                    <a:pt x="117436" y="181426"/>
                  </a:moveTo>
                  <a:lnTo>
                    <a:pt x="107767" y="181426"/>
                  </a:lnTo>
                  <a:lnTo>
                    <a:pt x="105231" y="183966"/>
                  </a:lnTo>
                  <a:lnTo>
                    <a:pt x="114896" y="183966"/>
                  </a:lnTo>
                  <a:lnTo>
                    <a:pt x="117436" y="181426"/>
                  </a:lnTo>
                  <a:close/>
                </a:path>
                <a:path w="290195" h="289560">
                  <a:moveTo>
                    <a:pt x="119976" y="178886"/>
                  </a:moveTo>
                  <a:lnTo>
                    <a:pt x="110302" y="178886"/>
                  </a:lnTo>
                  <a:lnTo>
                    <a:pt x="109034" y="180156"/>
                  </a:lnTo>
                  <a:lnTo>
                    <a:pt x="118706" y="180156"/>
                  </a:lnTo>
                  <a:lnTo>
                    <a:pt x="119976" y="178886"/>
                  </a:lnTo>
                  <a:close/>
                </a:path>
                <a:path w="290195" h="289560">
                  <a:moveTo>
                    <a:pt x="123786" y="175076"/>
                  </a:moveTo>
                  <a:lnTo>
                    <a:pt x="114106" y="175076"/>
                  </a:lnTo>
                  <a:lnTo>
                    <a:pt x="111570" y="177616"/>
                  </a:lnTo>
                  <a:lnTo>
                    <a:pt x="121246" y="177616"/>
                  </a:lnTo>
                  <a:lnTo>
                    <a:pt x="123786" y="175076"/>
                  </a:lnTo>
                  <a:close/>
                </a:path>
                <a:path w="290195" h="289560">
                  <a:moveTo>
                    <a:pt x="126326" y="172536"/>
                  </a:moveTo>
                  <a:lnTo>
                    <a:pt x="116641" y="172536"/>
                  </a:lnTo>
                  <a:lnTo>
                    <a:pt x="115374" y="173806"/>
                  </a:lnTo>
                  <a:lnTo>
                    <a:pt x="125056" y="173806"/>
                  </a:lnTo>
                  <a:lnTo>
                    <a:pt x="126326" y="172536"/>
                  </a:lnTo>
                  <a:close/>
                </a:path>
                <a:path w="290195" h="289560">
                  <a:moveTo>
                    <a:pt x="130136" y="168726"/>
                  </a:moveTo>
                  <a:lnTo>
                    <a:pt x="120445" y="168726"/>
                  </a:lnTo>
                  <a:lnTo>
                    <a:pt x="117909" y="171266"/>
                  </a:lnTo>
                  <a:lnTo>
                    <a:pt x="127596" y="171266"/>
                  </a:lnTo>
                  <a:lnTo>
                    <a:pt x="130136" y="168726"/>
                  </a:lnTo>
                  <a:close/>
                </a:path>
                <a:path w="290195" h="289560">
                  <a:moveTo>
                    <a:pt x="132676" y="166186"/>
                  </a:moveTo>
                  <a:lnTo>
                    <a:pt x="122981" y="166186"/>
                  </a:lnTo>
                  <a:lnTo>
                    <a:pt x="121713" y="167456"/>
                  </a:lnTo>
                  <a:lnTo>
                    <a:pt x="131406" y="167456"/>
                  </a:lnTo>
                  <a:lnTo>
                    <a:pt x="132676" y="166186"/>
                  </a:lnTo>
                  <a:close/>
                </a:path>
                <a:path w="290195" h="289560">
                  <a:moveTo>
                    <a:pt x="136486" y="162376"/>
                  </a:moveTo>
                  <a:lnTo>
                    <a:pt x="126784" y="162376"/>
                  </a:lnTo>
                  <a:lnTo>
                    <a:pt x="124249" y="164916"/>
                  </a:lnTo>
                  <a:lnTo>
                    <a:pt x="133946" y="164916"/>
                  </a:lnTo>
                  <a:lnTo>
                    <a:pt x="136486" y="162376"/>
                  </a:lnTo>
                  <a:close/>
                </a:path>
                <a:path w="290195" h="289560">
                  <a:moveTo>
                    <a:pt x="139026" y="159836"/>
                  </a:moveTo>
                  <a:lnTo>
                    <a:pt x="129320" y="159836"/>
                  </a:lnTo>
                  <a:lnTo>
                    <a:pt x="128052" y="161106"/>
                  </a:lnTo>
                  <a:lnTo>
                    <a:pt x="137756" y="161106"/>
                  </a:lnTo>
                  <a:lnTo>
                    <a:pt x="139026" y="159836"/>
                  </a:lnTo>
                  <a:close/>
                </a:path>
                <a:path w="290195" h="289560">
                  <a:moveTo>
                    <a:pt x="142836" y="156026"/>
                  </a:moveTo>
                  <a:lnTo>
                    <a:pt x="133123" y="156026"/>
                  </a:lnTo>
                  <a:lnTo>
                    <a:pt x="130588" y="158566"/>
                  </a:lnTo>
                  <a:lnTo>
                    <a:pt x="140296" y="158566"/>
                  </a:lnTo>
                  <a:lnTo>
                    <a:pt x="142836" y="156026"/>
                  </a:lnTo>
                  <a:close/>
                </a:path>
                <a:path w="290195" h="289560">
                  <a:moveTo>
                    <a:pt x="145376" y="153486"/>
                  </a:moveTo>
                  <a:lnTo>
                    <a:pt x="135659" y="153486"/>
                  </a:lnTo>
                  <a:lnTo>
                    <a:pt x="134391" y="154756"/>
                  </a:lnTo>
                  <a:lnTo>
                    <a:pt x="144106" y="154756"/>
                  </a:lnTo>
                  <a:lnTo>
                    <a:pt x="145376" y="153486"/>
                  </a:lnTo>
                  <a:close/>
                </a:path>
                <a:path w="290195" h="289560">
                  <a:moveTo>
                    <a:pt x="158076" y="140786"/>
                  </a:moveTo>
                  <a:lnTo>
                    <a:pt x="148338" y="140786"/>
                  </a:lnTo>
                  <a:lnTo>
                    <a:pt x="136927" y="152216"/>
                  </a:lnTo>
                  <a:lnTo>
                    <a:pt x="146646" y="152216"/>
                  </a:lnTo>
                  <a:lnTo>
                    <a:pt x="158076" y="140786"/>
                  </a:lnTo>
                  <a:close/>
                </a:path>
                <a:path w="290195" h="289560">
                  <a:moveTo>
                    <a:pt x="170776" y="128086"/>
                  </a:moveTo>
                  <a:lnTo>
                    <a:pt x="161016" y="128086"/>
                  </a:lnTo>
                  <a:lnTo>
                    <a:pt x="149605" y="139516"/>
                  </a:lnTo>
                  <a:lnTo>
                    <a:pt x="159346" y="139516"/>
                  </a:lnTo>
                  <a:lnTo>
                    <a:pt x="170776" y="128086"/>
                  </a:lnTo>
                  <a:close/>
                </a:path>
                <a:path w="290195" h="289560">
                  <a:moveTo>
                    <a:pt x="174586" y="124276"/>
                  </a:moveTo>
                  <a:lnTo>
                    <a:pt x="164820" y="124276"/>
                  </a:lnTo>
                  <a:lnTo>
                    <a:pt x="162284" y="126816"/>
                  </a:lnTo>
                  <a:lnTo>
                    <a:pt x="172046" y="126816"/>
                  </a:lnTo>
                  <a:lnTo>
                    <a:pt x="174586" y="124276"/>
                  </a:lnTo>
                  <a:close/>
                </a:path>
                <a:path w="290195" h="289560">
                  <a:moveTo>
                    <a:pt x="177126" y="121736"/>
                  </a:moveTo>
                  <a:lnTo>
                    <a:pt x="167355" y="121736"/>
                  </a:lnTo>
                  <a:lnTo>
                    <a:pt x="166088" y="123006"/>
                  </a:lnTo>
                  <a:lnTo>
                    <a:pt x="175856" y="123006"/>
                  </a:lnTo>
                  <a:lnTo>
                    <a:pt x="177126" y="121736"/>
                  </a:lnTo>
                  <a:close/>
                </a:path>
                <a:path w="290195" h="289560">
                  <a:moveTo>
                    <a:pt x="180936" y="117926"/>
                  </a:moveTo>
                  <a:lnTo>
                    <a:pt x="171159" y="117926"/>
                  </a:lnTo>
                  <a:lnTo>
                    <a:pt x="168623" y="120466"/>
                  </a:lnTo>
                  <a:lnTo>
                    <a:pt x="178396" y="120466"/>
                  </a:lnTo>
                  <a:lnTo>
                    <a:pt x="180936" y="117926"/>
                  </a:lnTo>
                  <a:close/>
                </a:path>
                <a:path w="290195" h="289560">
                  <a:moveTo>
                    <a:pt x="193636" y="105226"/>
                  </a:moveTo>
                  <a:lnTo>
                    <a:pt x="183837" y="105226"/>
                  </a:lnTo>
                  <a:lnTo>
                    <a:pt x="172427" y="116656"/>
                  </a:lnTo>
                  <a:lnTo>
                    <a:pt x="182206" y="116656"/>
                  </a:lnTo>
                  <a:lnTo>
                    <a:pt x="193636" y="105226"/>
                  </a:lnTo>
                  <a:close/>
                </a:path>
                <a:path w="290195" h="289560">
                  <a:moveTo>
                    <a:pt x="202526" y="96336"/>
                  </a:moveTo>
                  <a:lnTo>
                    <a:pt x="192712" y="96336"/>
                  </a:lnTo>
                  <a:lnTo>
                    <a:pt x="185105" y="103956"/>
                  </a:lnTo>
                  <a:lnTo>
                    <a:pt x="194906" y="103956"/>
                  </a:lnTo>
                  <a:lnTo>
                    <a:pt x="202526" y="96336"/>
                  </a:lnTo>
                  <a:close/>
                </a:path>
                <a:path w="290195" h="289560">
                  <a:moveTo>
                    <a:pt x="219036" y="79826"/>
                  </a:moveTo>
                  <a:lnTo>
                    <a:pt x="209194" y="79826"/>
                  </a:lnTo>
                  <a:lnTo>
                    <a:pt x="193980" y="95066"/>
                  </a:lnTo>
                  <a:lnTo>
                    <a:pt x="203796" y="95066"/>
                  </a:lnTo>
                  <a:lnTo>
                    <a:pt x="219036" y="79826"/>
                  </a:lnTo>
                  <a:close/>
                </a:path>
                <a:path w="290195" h="289560">
                  <a:moveTo>
                    <a:pt x="224116" y="74746"/>
                  </a:moveTo>
                  <a:lnTo>
                    <a:pt x="214266" y="74746"/>
                  </a:lnTo>
                  <a:lnTo>
                    <a:pt x="210462" y="78556"/>
                  </a:lnTo>
                  <a:lnTo>
                    <a:pt x="220306" y="78556"/>
                  </a:lnTo>
                  <a:lnTo>
                    <a:pt x="224116" y="74746"/>
                  </a:lnTo>
                  <a:close/>
                </a:path>
              </a:pathLst>
            </a:custGeom>
            <a:solidFill>
              <a:srgbClr val="D13E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88">
              <a:extLst>
                <a:ext uri="{FF2B5EF4-FFF2-40B4-BE49-F238E27FC236}">
                  <a16:creationId xmlns:a16="http://schemas.microsoft.com/office/drawing/2014/main" id="{F1A24AB6-2EC1-8EE5-08D9-5FECD522E13F}"/>
                </a:ext>
              </a:extLst>
            </p:cNvPr>
            <p:cNvSpPr/>
            <p:nvPr/>
          </p:nvSpPr>
          <p:spPr>
            <a:xfrm>
              <a:off x="3117850" y="2791459"/>
              <a:ext cx="280670" cy="278130"/>
            </a:xfrm>
            <a:custGeom>
              <a:avLst/>
              <a:gdLst/>
              <a:ahLst/>
              <a:cxnLst/>
              <a:rect l="l" t="t" r="r" b="b"/>
              <a:pathLst>
                <a:path w="280670" h="278130">
                  <a:moveTo>
                    <a:pt x="278129" y="0"/>
                  </a:moveTo>
                  <a:lnTo>
                    <a:pt x="264160" y="13969"/>
                  </a:lnTo>
                  <a:lnTo>
                    <a:pt x="275589" y="13969"/>
                  </a:lnTo>
                  <a:lnTo>
                    <a:pt x="280670" y="8889"/>
                  </a:lnTo>
                  <a:lnTo>
                    <a:pt x="280670" y="6350"/>
                  </a:lnTo>
                  <a:lnTo>
                    <a:pt x="279400" y="6350"/>
                  </a:lnTo>
                  <a:lnTo>
                    <a:pt x="279400" y="1269"/>
                  </a:lnTo>
                  <a:lnTo>
                    <a:pt x="278129" y="1269"/>
                  </a:lnTo>
                  <a:lnTo>
                    <a:pt x="278129" y="0"/>
                  </a:lnTo>
                  <a:close/>
                </a:path>
                <a:path w="280670" h="278130">
                  <a:moveTo>
                    <a:pt x="275589" y="13970"/>
                  </a:moveTo>
                  <a:lnTo>
                    <a:pt x="264159" y="13970"/>
                  </a:lnTo>
                  <a:lnTo>
                    <a:pt x="213360" y="64769"/>
                  </a:lnTo>
                  <a:lnTo>
                    <a:pt x="224789" y="64769"/>
                  </a:lnTo>
                  <a:lnTo>
                    <a:pt x="275589" y="13970"/>
                  </a:lnTo>
                  <a:close/>
                </a:path>
                <a:path w="280670" h="278130">
                  <a:moveTo>
                    <a:pt x="2540" y="275589"/>
                  </a:moveTo>
                  <a:lnTo>
                    <a:pt x="0" y="278129"/>
                  </a:lnTo>
                  <a:lnTo>
                    <a:pt x="2540" y="278129"/>
                  </a:lnTo>
                  <a:lnTo>
                    <a:pt x="2540" y="275589"/>
                  </a:lnTo>
                  <a:close/>
                </a:path>
                <a:path w="280670" h="278130">
                  <a:moveTo>
                    <a:pt x="7620" y="274319"/>
                  </a:moveTo>
                  <a:lnTo>
                    <a:pt x="3810" y="274319"/>
                  </a:lnTo>
                  <a:lnTo>
                    <a:pt x="2540" y="275589"/>
                  </a:lnTo>
                  <a:lnTo>
                    <a:pt x="7620" y="275589"/>
                  </a:lnTo>
                  <a:lnTo>
                    <a:pt x="7620" y="274319"/>
                  </a:lnTo>
                  <a:close/>
                </a:path>
                <a:path w="280670" h="278130">
                  <a:moveTo>
                    <a:pt x="16509" y="271779"/>
                  </a:moveTo>
                  <a:lnTo>
                    <a:pt x="6350" y="271779"/>
                  </a:lnTo>
                  <a:lnTo>
                    <a:pt x="5079" y="273050"/>
                  </a:lnTo>
                  <a:lnTo>
                    <a:pt x="11429" y="273050"/>
                  </a:lnTo>
                  <a:lnTo>
                    <a:pt x="11429" y="274319"/>
                  </a:lnTo>
                  <a:lnTo>
                    <a:pt x="15239" y="274319"/>
                  </a:lnTo>
                  <a:lnTo>
                    <a:pt x="16509" y="273050"/>
                  </a:lnTo>
                  <a:lnTo>
                    <a:pt x="16509" y="271779"/>
                  </a:lnTo>
                  <a:close/>
                </a:path>
                <a:path w="280670" h="278130">
                  <a:moveTo>
                    <a:pt x="21589" y="267969"/>
                  </a:moveTo>
                  <a:lnTo>
                    <a:pt x="10160" y="267969"/>
                  </a:lnTo>
                  <a:lnTo>
                    <a:pt x="7619" y="270510"/>
                  </a:lnTo>
                  <a:lnTo>
                    <a:pt x="19049" y="270510"/>
                  </a:lnTo>
                  <a:lnTo>
                    <a:pt x="21589" y="267969"/>
                  </a:lnTo>
                  <a:close/>
                </a:path>
                <a:path w="280670" h="278130">
                  <a:moveTo>
                    <a:pt x="24129" y="265429"/>
                  </a:moveTo>
                  <a:lnTo>
                    <a:pt x="12700" y="265429"/>
                  </a:lnTo>
                  <a:lnTo>
                    <a:pt x="11429" y="266700"/>
                  </a:lnTo>
                  <a:lnTo>
                    <a:pt x="22859" y="266700"/>
                  </a:lnTo>
                  <a:lnTo>
                    <a:pt x="24129" y="265429"/>
                  </a:lnTo>
                  <a:close/>
                </a:path>
                <a:path w="280670" h="278130">
                  <a:moveTo>
                    <a:pt x="27939" y="261619"/>
                  </a:moveTo>
                  <a:lnTo>
                    <a:pt x="16510" y="261619"/>
                  </a:lnTo>
                  <a:lnTo>
                    <a:pt x="13969" y="264160"/>
                  </a:lnTo>
                  <a:lnTo>
                    <a:pt x="25399" y="264160"/>
                  </a:lnTo>
                  <a:lnTo>
                    <a:pt x="27939" y="261619"/>
                  </a:lnTo>
                  <a:close/>
                </a:path>
                <a:path w="280670" h="278130">
                  <a:moveTo>
                    <a:pt x="30479" y="259079"/>
                  </a:moveTo>
                  <a:lnTo>
                    <a:pt x="19050" y="259079"/>
                  </a:lnTo>
                  <a:lnTo>
                    <a:pt x="17779" y="260350"/>
                  </a:lnTo>
                  <a:lnTo>
                    <a:pt x="29209" y="260350"/>
                  </a:lnTo>
                  <a:lnTo>
                    <a:pt x="30479" y="259079"/>
                  </a:lnTo>
                  <a:close/>
                </a:path>
                <a:path w="280670" h="278130">
                  <a:moveTo>
                    <a:pt x="34289" y="255269"/>
                  </a:moveTo>
                  <a:lnTo>
                    <a:pt x="22860" y="255269"/>
                  </a:lnTo>
                  <a:lnTo>
                    <a:pt x="20319" y="257810"/>
                  </a:lnTo>
                  <a:lnTo>
                    <a:pt x="31749" y="257810"/>
                  </a:lnTo>
                  <a:lnTo>
                    <a:pt x="34289" y="255269"/>
                  </a:lnTo>
                  <a:close/>
                </a:path>
                <a:path w="280670" h="278130">
                  <a:moveTo>
                    <a:pt x="36829" y="252729"/>
                  </a:moveTo>
                  <a:lnTo>
                    <a:pt x="25400" y="252729"/>
                  </a:lnTo>
                  <a:lnTo>
                    <a:pt x="24129" y="254000"/>
                  </a:lnTo>
                  <a:lnTo>
                    <a:pt x="35559" y="254000"/>
                  </a:lnTo>
                  <a:lnTo>
                    <a:pt x="36829" y="252729"/>
                  </a:lnTo>
                  <a:close/>
                </a:path>
                <a:path w="280670" h="278130">
                  <a:moveTo>
                    <a:pt x="40639" y="248919"/>
                  </a:moveTo>
                  <a:lnTo>
                    <a:pt x="29210" y="248919"/>
                  </a:lnTo>
                  <a:lnTo>
                    <a:pt x="26669" y="251460"/>
                  </a:lnTo>
                  <a:lnTo>
                    <a:pt x="38099" y="251460"/>
                  </a:lnTo>
                  <a:lnTo>
                    <a:pt x="40639" y="248919"/>
                  </a:lnTo>
                  <a:close/>
                </a:path>
                <a:path w="280670" h="278130">
                  <a:moveTo>
                    <a:pt x="43179" y="246379"/>
                  </a:moveTo>
                  <a:lnTo>
                    <a:pt x="31750" y="246379"/>
                  </a:lnTo>
                  <a:lnTo>
                    <a:pt x="30479" y="247650"/>
                  </a:lnTo>
                  <a:lnTo>
                    <a:pt x="41909" y="247650"/>
                  </a:lnTo>
                  <a:lnTo>
                    <a:pt x="43179" y="246379"/>
                  </a:lnTo>
                  <a:close/>
                </a:path>
                <a:path w="280670" h="278130">
                  <a:moveTo>
                    <a:pt x="46989" y="242569"/>
                  </a:moveTo>
                  <a:lnTo>
                    <a:pt x="35560" y="242569"/>
                  </a:lnTo>
                  <a:lnTo>
                    <a:pt x="33019" y="245110"/>
                  </a:lnTo>
                  <a:lnTo>
                    <a:pt x="44449" y="245110"/>
                  </a:lnTo>
                  <a:lnTo>
                    <a:pt x="46989" y="242569"/>
                  </a:lnTo>
                  <a:close/>
                </a:path>
                <a:path w="280670" h="278130">
                  <a:moveTo>
                    <a:pt x="49529" y="240029"/>
                  </a:moveTo>
                  <a:lnTo>
                    <a:pt x="38100" y="240029"/>
                  </a:lnTo>
                  <a:lnTo>
                    <a:pt x="36829" y="241300"/>
                  </a:lnTo>
                  <a:lnTo>
                    <a:pt x="48259" y="241300"/>
                  </a:lnTo>
                  <a:lnTo>
                    <a:pt x="49529" y="240029"/>
                  </a:lnTo>
                  <a:close/>
                </a:path>
                <a:path w="280670" h="278130">
                  <a:moveTo>
                    <a:pt x="53339" y="236219"/>
                  </a:moveTo>
                  <a:lnTo>
                    <a:pt x="41910" y="236219"/>
                  </a:lnTo>
                  <a:lnTo>
                    <a:pt x="39369" y="238760"/>
                  </a:lnTo>
                  <a:lnTo>
                    <a:pt x="50799" y="238760"/>
                  </a:lnTo>
                  <a:lnTo>
                    <a:pt x="53339" y="236219"/>
                  </a:lnTo>
                  <a:close/>
                </a:path>
                <a:path w="280670" h="278130">
                  <a:moveTo>
                    <a:pt x="55879" y="233679"/>
                  </a:moveTo>
                  <a:lnTo>
                    <a:pt x="44450" y="233679"/>
                  </a:lnTo>
                  <a:lnTo>
                    <a:pt x="43179" y="234950"/>
                  </a:lnTo>
                  <a:lnTo>
                    <a:pt x="54609" y="234950"/>
                  </a:lnTo>
                  <a:lnTo>
                    <a:pt x="55879" y="233679"/>
                  </a:lnTo>
                  <a:close/>
                </a:path>
                <a:path w="280670" h="278130">
                  <a:moveTo>
                    <a:pt x="59689" y="229869"/>
                  </a:moveTo>
                  <a:lnTo>
                    <a:pt x="48260" y="229869"/>
                  </a:lnTo>
                  <a:lnTo>
                    <a:pt x="45719" y="232410"/>
                  </a:lnTo>
                  <a:lnTo>
                    <a:pt x="57149" y="232410"/>
                  </a:lnTo>
                  <a:lnTo>
                    <a:pt x="59689" y="229869"/>
                  </a:lnTo>
                  <a:close/>
                </a:path>
                <a:path w="280670" h="278130">
                  <a:moveTo>
                    <a:pt x="62229" y="227329"/>
                  </a:moveTo>
                  <a:lnTo>
                    <a:pt x="50800" y="227329"/>
                  </a:lnTo>
                  <a:lnTo>
                    <a:pt x="49529" y="228600"/>
                  </a:lnTo>
                  <a:lnTo>
                    <a:pt x="60959" y="228600"/>
                  </a:lnTo>
                  <a:lnTo>
                    <a:pt x="62229" y="227329"/>
                  </a:lnTo>
                  <a:close/>
                </a:path>
                <a:path w="280670" h="278130">
                  <a:moveTo>
                    <a:pt x="66039" y="223519"/>
                  </a:moveTo>
                  <a:lnTo>
                    <a:pt x="54610" y="223519"/>
                  </a:lnTo>
                  <a:lnTo>
                    <a:pt x="52069" y="226060"/>
                  </a:lnTo>
                  <a:lnTo>
                    <a:pt x="63499" y="226060"/>
                  </a:lnTo>
                  <a:lnTo>
                    <a:pt x="66039" y="223519"/>
                  </a:lnTo>
                  <a:close/>
                </a:path>
                <a:path w="280670" h="278130">
                  <a:moveTo>
                    <a:pt x="68579" y="220979"/>
                  </a:moveTo>
                  <a:lnTo>
                    <a:pt x="57150" y="220979"/>
                  </a:lnTo>
                  <a:lnTo>
                    <a:pt x="55879" y="222250"/>
                  </a:lnTo>
                  <a:lnTo>
                    <a:pt x="67309" y="222250"/>
                  </a:lnTo>
                  <a:lnTo>
                    <a:pt x="68579" y="220979"/>
                  </a:lnTo>
                  <a:close/>
                </a:path>
                <a:path w="280670" h="278130">
                  <a:moveTo>
                    <a:pt x="72389" y="217169"/>
                  </a:moveTo>
                  <a:lnTo>
                    <a:pt x="60960" y="217169"/>
                  </a:lnTo>
                  <a:lnTo>
                    <a:pt x="58419" y="219710"/>
                  </a:lnTo>
                  <a:lnTo>
                    <a:pt x="69849" y="219710"/>
                  </a:lnTo>
                  <a:lnTo>
                    <a:pt x="72389" y="217169"/>
                  </a:lnTo>
                  <a:close/>
                </a:path>
                <a:path w="280670" h="278130">
                  <a:moveTo>
                    <a:pt x="74929" y="214629"/>
                  </a:moveTo>
                  <a:lnTo>
                    <a:pt x="63500" y="214629"/>
                  </a:lnTo>
                  <a:lnTo>
                    <a:pt x="62229" y="215900"/>
                  </a:lnTo>
                  <a:lnTo>
                    <a:pt x="73659" y="215900"/>
                  </a:lnTo>
                  <a:lnTo>
                    <a:pt x="74929" y="214629"/>
                  </a:lnTo>
                  <a:close/>
                </a:path>
                <a:path w="280670" h="278130">
                  <a:moveTo>
                    <a:pt x="78739" y="210819"/>
                  </a:moveTo>
                  <a:lnTo>
                    <a:pt x="67310" y="210819"/>
                  </a:lnTo>
                  <a:lnTo>
                    <a:pt x="64769" y="213360"/>
                  </a:lnTo>
                  <a:lnTo>
                    <a:pt x="76199" y="213360"/>
                  </a:lnTo>
                  <a:lnTo>
                    <a:pt x="78739" y="210819"/>
                  </a:lnTo>
                  <a:close/>
                </a:path>
                <a:path w="280670" h="278130">
                  <a:moveTo>
                    <a:pt x="81279" y="208279"/>
                  </a:moveTo>
                  <a:lnTo>
                    <a:pt x="69850" y="208279"/>
                  </a:lnTo>
                  <a:lnTo>
                    <a:pt x="68579" y="209550"/>
                  </a:lnTo>
                  <a:lnTo>
                    <a:pt x="80009" y="209550"/>
                  </a:lnTo>
                  <a:lnTo>
                    <a:pt x="81279" y="208279"/>
                  </a:lnTo>
                  <a:close/>
                </a:path>
                <a:path w="280670" h="278130">
                  <a:moveTo>
                    <a:pt x="85089" y="204469"/>
                  </a:moveTo>
                  <a:lnTo>
                    <a:pt x="73660" y="204469"/>
                  </a:lnTo>
                  <a:lnTo>
                    <a:pt x="71119" y="207010"/>
                  </a:lnTo>
                  <a:lnTo>
                    <a:pt x="82549" y="207010"/>
                  </a:lnTo>
                  <a:lnTo>
                    <a:pt x="85089" y="204469"/>
                  </a:lnTo>
                  <a:close/>
                </a:path>
                <a:path w="280670" h="278130">
                  <a:moveTo>
                    <a:pt x="87629" y="201929"/>
                  </a:moveTo>
                  <a:lnTo>
                    <a:pt x="76200" y="201929"/>
                  </a:lnTo>
                  <a:lnTo>
                    <a:pt x="74929" y="203200"/>
                  </a:lnTo>
                  <a:lnTo>
                    <a:pt x="86359" y="203200"/>
                  </a:lnTo>
                  <a:lnTo>
                    <a:pt x="87629" y="201929"/>
                  </a:lnTo>
                  <a:close/>
                </a:path>
                <a:path w="280670" h="278130">
                  <a:moveTo>
                    <a:pt x="91439" y="198119"/>
                  </a:moveTo>
                  <a:lnTo>
                    <a:pt x="80010" y="198119"/>
                  </a:lnTo>
                  <a:lnTo>
                    <a:pt x="77469" y="200660"/>
                  </a:lnTo>
                  <a:lnTo>
                    <a:pt x="88899" y="200660"/>
                  </a:lnTo>
                  <a:lnTo>
                    <a:pt x="91439" y="198119"/>
                  </a:lnTo>
                  <a:close/>
                </a:path>
                <a:path w="280670" h="278130">
                  <a:moveTo>
                    <a:pt x="93979" y="195579"/>
                  </a:moveTo>
                  <a:lnTo>
                    <a:pt x="82550" y="195579"/>
                  </a:lnTo>
                  <a:lnTo>
                    <a:pt x="81279" y="196850"/>
                  </a:lnTo>
                  <a:lnTo>
                    <a:pt x="92709" y="196850"/>
                  </a:lnTo>
                  <a:lnTo>
                    <a:pt x="93979" y="195579"/>
                  </a:lnTo>
                  <a:close/>
                </a:path>
                <a:path w="280670" h="278130">
                  <a:moveTo>
                    <a:pt x="97789" y="191769"/>
                  </a:moveTo>
                  <a:lnTo>
                    <a:pt x="86360" y="191769"/>
                  </a:lnTo>
                  <a:lnTo>
                    <a:pt x="83819" y="194310"/>
                  </a:lnTo>
                  <a:lnTo>
                    <a:pt x="95249" y="194310"/>
                  </a:lnTo>
                  <a:lnTo>
                    <a:pt x="97789" y="191769"/>
                  </a:lnTo>
                  <a:close/>
                </a:path>
                <a:path w="280670" h="278130">
                  <a:moveTo>
                    <a:pt x="100329" y="189229"/>
                  </a:moveTo>
                  <a:lnTo>
                    <a:pt x="88900" y="189229"/>
                  </a:lnTo>
                  <a:lnTo>
                    <a:pt x="87629" y="190500"/>
                  </a:lnTo>
                  <a:lnTo>
                    <a:pt x="99059" y="190500"/>
                  </a:lnTo>
                  <a:lnTo>
                    <a:pt x="100329" y="189229"/>
                  </a:lnTo>
                  <a:close/>
                </a:path>
                <a:path w="280670" h="278130">
                  <a:moveTo>
                    <a:pt x="104139" y="185419"/>
                  </a:moveTo>
                  <a:lnTo>
                    <a:pt x="92710" y="185419"/>
                  </a:lnTo>
                  <a:lnTo>
                    <a:pt x="90169" y="187960"/>
                  </a:lnTo>
                  <a:lnTo>
                    <a:pt x="101599" y="187960"/>
                  </a:lnTo>
                  <a:lnTo>
                    <a:pt x="104139" y="185419"/>
                  </a:lnTo>
                  <a:close/>
                </a:path>
                <a:path w="280670" h="278130">
                  <a:moveTo>
                    <a:pt x="106679" y="182879"/>
                  </a:moveTo>
                  <a:lnTo>
                    <a:pt x="95250" y="182879"/>
                  </a:lnTo>
                  <a:lnTo>
                    <a:pt x="93979" y="184150"/>
                  </a:lnTo>
                  <a:lnTo>
                    <a:pt x="105409" y="184150"/>
                  </a:lnTo>
                  <a:lnTo>
                    <a:pt x="106679" y="182879"/>
                  </a:lnTo>
                  <a:close/>
                </a:path>
                <a:path w="280670" h="278130">
                  <a:moveTo>
                    <a:pt x="110489" y="179069"/>
                  </a:moveTo>
                  <a:lnTo>
                    <a:pt x="99060" y="179069"/>
                  </a:lnTo>
                  <a:lnTo>
                    <a:pt x="96519" y="181610"/>
                  </a:lnTo>
                  <a:lnTo>
                    <a:pt x="107949" y="181610"/>
                  </a:lnTo>
                  <a:lnTo>
                    <a:pt x="110489" y="179069"/>
                  </a:lnTo>
                  <a:close/>
                </a:path>
                <a:path w="280670" h="278130">
                  <a:moveTo>
                    <a:pt x="113029" y="176529"/>
                  </a:moveTo>
                  <a:lnTo>
                    <a:pt x="101600" y="176529"/>
                  </a:lnTo>
                  <a:lnTo>
                    <a:pt x="100329" y="177800"/>
                  </a:lnTo>
                  <a:lnTo>
                    <a:pt x="111759" y="177800"/>
                  </a:lnTo>
                  <a:lnTo>
                    <a:pt x="113029" y="176529"/>
                  </a:lnTo>
                  <a:close/>
                </a:path>
                <a:path w="280670" h="278130">
                  <a:moveTo>
                    <a:pt x="116839" y="172719"/>
                  </a:moveTo>
                  <a:lnTo>
                    <a:pt x="105410" y="172719"/>
                  </a:lnTo>
                  <a:lnTo>
                    <a:pt x="102869" y="175260"/>
                  </a:lnTo>
                  <a:lnTo>
                    <a:pt x="114299" y="175260"/>
                  </a:lnTo>
                  <a:lnTo>
                    <a:pt x="116839" y="172719"/>
                  </a:lnTo>
                  <a:close/>
                </a:path>
                <a:path w="280670" h="278130">
                  <a:moveTo>
                    <a:pt x="119379" y="170179"/>
                  </a:moveTo>
                  <a:lnTo>
                    <a:pt x="107950" y="170179"/>
                  </a:lnTo>
                  <a:lnTo>
                    <a:pt x="106679" y="171450"/>
                  </a:lnTo>
                  <a:lnTo>
                    <a:pt x="118109" y="171450"/>
                  </a:lnTo>
                  <a:lnTo>
                    <a:pt x="119379" y="170179"/>
                  </a:lnTo>
                  <a:close/>
                </a:path>
                <a:path w="280670" h="278130">
                  <a:moveTo>
                    <a:pt x="123189" y="166369"/>
                  </a:moveTo>
                  <a:lnTo>
                    <a:pt x="111760" y="166369"/>
                  </a:lnTo>
                  <a:lnTo>
                    <a:pt x="109219" y="168910"/>
                  </a:lnTo>
                  <a:lnTo>
                    <a:pt x="120649" y="168910"/>
                  </a:lnTo>
                  <a:lnTo>
                    <a:pt x="123189" y="166369"/>
                  </a:lnTo>
                  <a:close/>
                </a:path>
                <a:path w="280670" h="278130">
                  <a:moveTo>
                    <a:pt x="125729" y="163829"/>
                  </a:moveTo>
                  <a:lnTo>
                    <a:pt x="114300" y="163829"/>
                  </a:lnTo>
                  <a:lnTo>
                    <a:pt x="113029" y="165100"/>
                  </a:lnTo>
                  <a:lnTo>
                    <a:pt x="124459" y="165100"/>
                  </a:lnTo>
                  <a:lnTo>
                    <a:pt x="125729" y="163829"/>
                  </a:lnTo>
                  <a:close/>
                </a:path>
                <a:path w="280670" h="278130">
                  <a:moveTo>
                    <a:pt x="129539" y="160019"/>
                  </a:moveTo>
                  <a:lnTo>
                    <a:pt x="118110" y="160019"/>
                  </a:lnTo>
                  <a:lnTo>
                    <a:pt x="115569" y="162560"/>
                  </a:lnTo>
                  <a:lnTo>
                    <a:pt x="126999" y="162560"/>
                  </a:lnTo>
                  <a:lnTo>
                    <a:pt x="129539" y="160019"/>
                  </a:lnTo>
                  <a:close/>
                </a:path>
                <a:path w="280670" h="278130">
                  <a:moveTo>
                    <a:pt x="132079" y="157479"/>
                  </a:moveTo>
                  <a:lnTo>
                    <a:pt x="120650" y="157479"/>
                  </a:lnTo>
                  <a:lnTo>
                    <a:pt x="119379" y="158750"/>
                  </a:lnTo>
                  <a:lnTo>
                    <a:pt x="130809" y="158750"/>
                  </a:lnTo>
                  <a:lnTo>
                    <a:pt x="132079" y="157479"/>
                  </a:lnTo>
                  <a:close/>
                </a:path>
                <a:path w="280670" h="278130">
                  <a:moveTo>
                    <a:pt x="135889" y="153669"/>
                  </a:moveTo>
                  <a:lnTo>
                    <a:pt x="124460" y="153669"/>
                  </a:lnTo>
                  <a:lnTo>
                    <a:pt x="121919" y="156210"/>
                  </a:lnTo>
                  <a:lnTo>
                    <a:pt x="133349" y="156210"/>
                  </a:lnTo>
                  <a:lnTo>
                    <a:pt x="135889" y="153669"/>
                  </a:lnTo>
                  <a:close/>
                </a:path>
                <a:path w="280670" h="278130">
                  <a:moveTo>
                    <a:pt x="138429" y="151129"/>
                  </a:moveTo>
                  <a:lnTo>
                    <a:pt x="127000" y="151129"/>
                  </a:lnTo>
                  <a:lnTo>
                    <a:pt x="125729" y="152400"/>
                  </a:lnTo>
                  <a:lnTo>
                    <a:pt x="137159" y="152400"/>
                  </a:lnTo>
                  <a:lnTo>
                    <a:pt x="138429" y="151129"/>
                  </a:lnTo>
                  <a:close/>
                </a:path>
                <a:path w="280670" h="278130">
                  <a:moveTo>
                    <a:pt x="142239" y="147319"/>
                  </a:moveTo>
                  <a:lnTo>
                    <a:pt x="130810" y="147319"/>
                  </a:lnTo>
                  <a:lnTo>
                    <a:pt x="128269" y="149860"/>
                  </a:lnTo>
                  <a:lnTo>
                    <a:pt x="139699" y="149860"/>
                  </a:lnTo>
                  <a:lnTo>
                    <a:pt x="142239" y="147319"/>
                  </a:lnTo>
                  <a:close/>
                </a:path>
                <a:path w="280670" h="278130">
                  <a:moveTo>
                    <a:pt x="144779" y="144779"/>
                  </a:moveTo>
                  <a:lnTo>
                    <a:pt x="133350" y="144779"/>
                  </a:lnTo>
                  <a:lnTo>
                    <a:pt x="132079" y="146050"/>
                  </a:lnTo>
                  <a:lnTo>
                    <a:pt x="143509" y="146050"/>
                  </a:lnTo>
                  <a:lnTo>
                    <a:pt x="144779" y="144779"/>
                  </a:lnTo>
                  <a:close/>
                </a:path>
                <a:path w="280670" h="278130">
                  <a:moveTo>
                    <a:pt x="157479" y="132079"/>
                  </a:moveTo>
                  <a:lnTo>
                    <a:pt x="146050" y="132079"/>
                  </a:lnTo>
                  <a:lnTo>
                    <a:pt x="134619" y="143510"/>
                  </a:lnTo>
                  <a:lnTo>
                    <a:pt x="146049" y="143510"/>
                  </a:lnTo>
                  <a:lnTo>
                    <a:pt x="157479" y="132079"/>
                  </a:lnTo>
                  <a:close/>
                </a:path>
                <a:path w="280670" h="278130">
                  <a:moveTo>
                    <a:pt x="170179" y="119379"/>
                  </a:moveTo>
                  <a:lnTo>
                    <a:pt x="158750" y="119379"/>
                  </a:lnTo>
                  <a:lnTo>
                    <a:pt x="147319" y="130810"/>
                  </a:lnTo>
                  <a:lnTo>
                    <a:pt x="158749" y="130810"/>
                  </a:lnTo>
                  <a:lnTo>
                    <a:pt x="170179" y="119379"/>
                  </a:lnTo>
                  <a:close/>
                </a:path>
                <a:path w="280670" h="278130">
                  <a:moveTo>
                    <a:pt x="173989" y="115569"/>
                  </a:moveTo>
                  <a:lnTo>
                    <a:pt x="162560" y="115569"/>
                  </a:lnTo>
                  <a:lnTo>
                    <a:pt x="160019" y="118110"/>
                  </a:lnTo>
                  <a:lnTo>
                    <a:pt x="171449" y="118110"/>
                  </a:lnTo>
                  <a:lnTo>
                    <a:pt x="173989" y="115569"/>
                  </a:lnTo>
                  <a:close/>
                </a:path>
                <a:path w="280670" h="278130">
                  <a:moveTo>
                    <a:pt x="176529" y="113029"/>
                  </a:moveTo>
                  <a:lnTo>
                    <a:pt x="165100" y="113029"/>
                  </a:lnTo>
                  <a:lnTo>
                    <a:pt x="163829" y="114300"/>
                  </a:lnTo>
                  <a:lnTo>
                    <a:pt x="175259" y="114300"/>
                  </a:lnTo>
                  <a:lnTo>
                    <a:pt x="176529" y="113029"/>
                  </a:lnTo>
                  <a:close/>
                </a:path>
                <a:path w="280670" h="278130">
                  <a:moveTo>
                    <a:pt x="180339" y="109219"/>
                  </a:moveTo>
                  <a:lnTo>
                    <a:pt x="168910" y="109219"/>
                  </a:lnTo>
                  <a:lnTo>
                    <a:pt x="166369" y="111760"/>
                  </a:lnTo>
                  <a:lnTo>
                    <a:pt x="177799" y="111760"/>
                  </a:lnTo>
                  <a:lnTo>
                    <a:pt x="180339" y="109219"/>
                  </a:lnTo>
                  <a:close/>
                </a:path>
                <a:path w="280670" h="278130">
                  <a:moveTo>
                    <a:pt x="193039" y="96519"/>
                  </a:moveTo>
                  <a:lnTo>
                    <a:pt x="181610" y="96519"/>
                  </a:lnTo>
                  <a:lnTo>
                    <a:pt x="170179" y="107950"/>
                  </a:lnTo>
                  <a:lnTo>
                    <a:pt x="181609" y="107950"/>
                  </a:lnTo>
                  <a:lnTo>
                    <a:pt x="193039" y="96519"/>
                  </a:lnTo>
                  <a:close/>
                </a:path>
                <a:path w="280670" h="278130">
                  <a:moveTo>
                    <a:pt x="201929" y="87629"/>
                  </a:moveTo>
                  <a:lnTo>
                    <a:pt x="190500" y="87629"/>
                  </a:lnTo>
                  <a:lnTo>
                    <a:pt x="182879" y="95250"/>
                  </a:lnTo>
                  <a:lnTo>
                    <a:pt x="194309" y="95250"/>
                  </a:lnTo>
                  <a:lnTo>
                    <a:pt x="201929" y="87629"/>
                  </a:lnTo>
                  <a:close/>
                </a:path>
                <a:path w="280670" h="278130">
                  <a:moveTo>
                    <a:pt x="218439" y="71119"/>
                  </a:moveTo>
                  <a:lnTo>
                    <a:pt x="207010" y="71119"/>
                  </a:lnTo>
                  <a:lnTo>
                    <a:pt x="191769" y="86360"/>
                  </a:lnTo>
                  <a:lnTo>
                    <a:pt x="203199" y="86360"/>
                  </a:lnTo>
                  <a:lnTo>
                    <a:pt x="218439" y="71119"/>
                  </a:lnTo>
                  <a:close/>
                </a:path>
                <a:path w="280670" h="278130">
                  <a:moveTo>
                    <a:pt x="223519" y="66039"/>
                  </a:moveTo>
                  <a:lnTo>
                    <a:pt x="212089" y="66039"/>
                  </a:lnTo>
                  <a:lnTo>
                    <a:pt x="208279" y="69850"/>
                  </a:lnTo>
                  <a:lnTo>
                    <a:pt x="219709" y="69850"/>
                  </a:lnTo>
                  <a:lnTo>
                    <a:pt x="223519" y="66039"/>
                  </a:lnTo>
                  <a:close/>
                </a:path>
              </a:pathLst>
            </a:custGeom>
            <a:solidFill>
              <a:srgbClr val="D33D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89">
              <a:extLst>
                <a:ext uri="{FF2B5EF4-FFF2-40B4-BE49-F238E27FC236}">
                  <a16:creationId xmlns:a16="http://schemas.microsoft.com/office/drawing/2014/main" id="{036DE556-5760-8AF4-0CBE-09E43DBC7127}"/>
                </a:ext>
              </a:extLst>
            </p:cNvPr>
            <p:cNvSpPr/>
            <p:nvPr/>
          </p:nvSpPr>
          <p:spPr>
            <a:xfrm>
              <a:off x="3133090" y="2800350"/>
              <a:ext cx="266700" cy="265430"/>
            </a:xfrm>
            <a:custGeom>
              <a:avLst/>
              <a:gdLst/>
              <a:ahLst/>
              <a:cxnLst/>
              <a:rect l="l" t="t" r="r" b="b"/>
              <a:pathLst>
                <a:path w="266700" h="265430">
                  <a:moveTo>
                    <a:pt x="265430" y="0"/>
                  </a:moveTo>
                  <a:lnTo>
                    <a:pt x="260350" y="5080"/>
                  </a:lnTo>
                  <a:lnTo>
                    <a:pt x="266700" y="5080"/>
                  </a:lnTo>
                  <a:lnTo>
                    <a:pt x="266700" y="3810"/>
                  </a:lnTo>
                  <a:lnTo>
                    <a:pt x="265430" y="3810"/>
                  </a:lnTo>
                  <a:lnTo>
                    <a:pt x="265430" y="0"/>
                  </a:lnTo>
                  <a:close/>
                </a:path>
                <a:path w="266700" h="265430">
                  <a:moveTo>
                    <a:pt x="266700" y="5080"/>
                  </a:moveTo>
                  <a:lnTo>
                    <a:pt x="260349" y="5080"/>
                  </a:lnTo>
                  <a:lnTo>
                    <a:pt x="209550" y="55880"/>
                  </a:lnTo>
                  <a:lnTo>
                    <a:pt x="219710" y="55880"/>
                  </a:lnTo>
                  <a:lnTo>
                    <a:pt x="266700" y="8890"/>
                  </a:lnTo>
                  <a:lnTo>
                    <a:pt x="266700" y="5080"/>
                  </a:lnTo>
                  <a:close/>
                </a:path>
                <a:path w="266700" h="265430">
                  <a:moveTo>
                    <a:pt x="1269" y="264160"/>
                  </a:moveTo>
                  <a:lnTo>
                    <a:pt x="0" y="265430"/>
                  </a:lnTo>
                  <a:lnTo>
                    <a:pt x="1269" y="265430"/>
                  </a:lnTo>
                  <a:lnTo>
                    <a:pt x="1269" y="264160"/>
                  </a:lnTo>
                  <a:close/>
                </a:path>
                <a:path w="266700" h="265430">
                  <a:moveTo>
                    <a:pt x="13970" y="259080"/>
                  </a:moveTo>
                  <a:lnTo>
                    <a:pt x="6350" y="259080"/>
                  </a:lnTo>
                  <a:lnTo>
                    <a:pt x="3809" y="261620"/>
                  </a:lnTo>
                  <a:lnTo>
                    <a:pt x="6350" y="261620"/>
                  </a:lnTo>
                  <a:lnTo>
                    <a:pt x="6350" y="262890"/>
                  </a:lnTo>
                  <a:lnTo>
                    <a:pt x="11430" y="262890"/>
                  </a:lnTo>
                  <a:lnTo>
                    <a:pt x="11430" y="260350"/>
                  </a:lnTo>
                  <a:lnTo>
                    <a:pt x="13970" y="260350"/>
                  </a:lnTo>
                  <a:lnTo>
                    <a:pt x="13970" y="259080"/>
                  </a:lnTo>
                  <a:close/>
                </a:path>
                <a:path w="266700" h="265430">
                  <a:moveTo>
                    <a:pt x="19050" y="256540"/>
                  </a:moveTo>
                  <a:lnTo>
                    <a:pt x="8889" y="256540"/>
                  </a:lnTo>
                  <a:lnTo>
                    <a:pt x="7619" y="257810"/>
                  </a:lnTo>
                  <a:lnTo>
                    <a:pt x="17780" y="257810"/>
                  </a:lnTo>
                  <a:lnTo>
                    <a:pt x="19050" y="256540"/>
                  </a:lnTo>
                  <a:close/>
                </a:path>
                <a:path w="266700" h="265430">
                  <a:moveTo>
                    <a:pt x="22860" y="252730"/>
                  </a:moveTo>
                  <a:lnTo>
                    <a:pt x="12700" y="252730"/>
                  </a:lnTo>
                  <a:lnTo>
                    <a:pt x="10159" y="255270"/>
                  </a:lnTo>
                  <a:lnTo>
                    <a:pt x="20319" y="255270"/>
                  </a:lnTo>
                  <a:lnTo>
                    <a:pt x="22860" y="252730"/>
                  </a:lnTo>
                  <a:close/>
                </a:path>
                <a:path w="266700" h="265430">
                  <a:moveTo>
                    <a:pt x="25400" y="250190"/>
                  </a:moveTo>
                  <a:lnTo>
                    <a:pt x="15239" y="250190"/>
                  </a:lnTo>
                  <a:lnTo>
                    <a:pt x="13969" y="251460"/>
                  </a:lnTo>
                  <a:lnTo>
                    <a:pt x="24130" y="251460"/>
                  </a:lnTo>
                  <a:lnTo>
                    <a:pt x="25400" y="250190"/>
                  </a:lnTo>
                  <a:close/>
                </a:path>
                <a:path w="266700" h="265430">
                  <a:moveTo>
                    <a:pt x="29210" y="246380"/>
                  </a:moveTo>
                  <a:lnTo>
                    <a:pt x="19050" y="246380"/>
                  </a:lnTo>
                  <a:lnTo>
                    <a:pt x="16509" y="248920"/>
                  </a:lnTo>
                  <a:lnTo>
                    <a:pt x="26670" y="248920"/>
                  </a:lnTo>
                  <a:lnTo>
                    <a:pt x="29210" y="246380"/>
                  </a:lnTo>
                  <a:close/>
                </a:path>
                <a:path w="266700" h="265430">
                  <a:moveTo>
                    <a:pt x="31750" y="243840"/>
                  </a:moveTo>
                  <a:lnTo>
                    <a:pt x="21589" y="243840"/>
                  </a:lnTo>
                  <a:lnTo>
                    <a:pt x="20319" y="245110"/>
                  </a:lnTo>
                  <a:lnTo>
                    <a:pt x="30480" y="245110"/>
                  </a:lnTo>
                  <a:lnTo>
                    <a:pt x="31750" y="243840"/>
                  </a:lnTo>
                  <a:close/>
                </a:path>
                <a:path w="266700" h="265430">
                  <a:moveTo>
                    <a:pt x="35560" y="240030"/>
                  </a:moveTo>
                  <a:lnTo>
                    <a:pt x="25400" y="240030"/>
                  </a:lnTo>
                  <a:lnTo>
                    <a:pt x="22859" y="242570"/>
                  </a:lnTo>
                  <a:lnTo>
                    <a:pt x="33020" y="242570"/>
                  </a:lnTo>
                  <a:lnTo>
                    <a:pt x="35560" y="240030"/>
                  </a:lnTo>
                  <a:close/>
                </a:path>
                <a:path w="266700" h="265430">
                  <a:moveTo>
                    <a:pt x="38100" y="237490"/>
                  </a:moveTo>
                  <a:lnTo>
                    <a:pt x="27939" y="237490"/>
                  </a:lnTo>
                  <a:lnTo>
                    <a:pt x="26669" y="238760"/>
                  </a:lnTo>
                  <a:lnTo>
                    <a:pt x="36830" y="238760"/>
                  </a:lnTo>
                  <a:lnTo>
                    <a:pt x="38100" y="237490"/>
                  </a:lnTo>
                  <a:close/>
                </a:path>
                <a:path w="266700" h="265430">
                  <a:moveTo>
                    <a:pt x="41910" y="233680"/>
                  </a:moveTo>
                  <a:lnTo>
                    <a:pt x="31750" y="233680"/>
                  </a:lnTo>
                  <a:lnTo>
                    <a:pt x="29209" y="236220"/>
                  </a:lnTo>
                  <a:lnTo>
                    <a:pt x="39369" y="236220"/>
                  </a:lnTo>
                  <a:lnTo>
                    <a:pt x="41910" y="233680"/>
                  </a:lnTo>
                  <a:close/>
                </a:path>
                <a:path w="266700" h="265430">
                  <a:moveTo>
                    <a:pt x="44450" y="231140"/>
                  </a:moveTo>
                  <a:lnTo>
                    <a:pt x="34289" y="231140"/>
                  </a:lnTo>
                  <a:lnTo>
                    <a:pt x="33019" y="232410"/>
                  </a:lnTo>
                  <a:lnTo>
                    <a:pt x="43180" y="232410"/>
                  </a:lnTo>
                  <a:lnTo>
                    <a:pt x="44450" y="231140"/>
                  </a:lnTo>
                  <a:close/>
                </a:path>
                <a:path w="266700" h="265430">
                  <a:moveTo>
                    <a:pt x="48260" y="227330"/>
                  </a:moveTo>
                  <a:lnTo>
                    <a:pt x="38100" y="227330"/>
                  </a:lnTo>
                  <a:lnTo>
                    <a:pt x="35559" y="229870"/>
                  </a:lnTo>
                  <a:lnTo>
                    <a:pt x="45720" y="229870"/>
                  </a:lnTo>
                  <a:lnTo>
                    <a:pt x="48260" y="227330"/>
                  </a:lnTo>
                  <a:close/>
                </a:path>
                <a:path w="266700" h="265430">
                  <a:moveTo>
                    <a:pt x="50800" y="224790"/>
                  </a:moveTo>
                  <a:lnTo>
                    <a:pt x="40639" y="224790"/>
                  </a:lnTo>
                  <a:lnTo>
                    <a:pt x="39369" y="226060"/>
                  </a:lnTo>
                  <a:lnTo>
                    <a:pt x="49530" y="226060"/>
                  </a:lnTo>
                  <a:lnTo>
                    <a:pt x="50800" y="224790"/>
                  </a:lnTo>
                  <a:close/>
                </a:path>
                <a:path w="266700" h="265430">
                  <a:moveTo>
                    <a:pt x="54610" y="220980"/>
                  </a:moveTo>
                  <a:lnTo>
                    <a:pt x="44450" y="220980"/>
                  </a:lnTo>
                  <a:lnTo>
                    <a:pt x="41909" y="223520"/>
                  </a:lnTo>
                  <a:lnTo>
                    <a:pt x="52070" y="223520"/>
                  </a:lnTo>
                  <a:lnTo>
                    <a:pt x="54610" y="220980"/>
                  </a:lnTo>
                  <a:close/>
                </a:path>
                <a:path w="266700" h="265430">
                  <a:moveTo>
                    <a:pt x="57150" y="218440"/>
                  </a:moveTo>
                  <a:lnTo>
                    <a:pt x="46989" y="218440"/>
                  </a:lnTo>
                  <a:lnTo>
                    <a:pt x="45719" y="219710"/>
                  </a:lnTo>
                  <a:lnTo>
                    <a:pt x="55880" y="219710"/>
                  </a:lnTo>
                  <a:lnTo>
                    <a:pt x="57150" y="218440"/>
                  </a:lnTo>
                  <a:close/>
                </a:path>
                <a:path w="266700" h="265430">
                  <a:moveTo>
                    <a:pt x="60960" y="214630"/>
                  </a:moveTo>
                  <a:lnTo>
                    <a:pt x="50800" y="214630"/>
                  </a:lnTo>
                  <a:lnTo>
                    <a:pt x="48259" y="217170"/>
                  </a:lnTo>
                  <a:lnTo>
                    <a:pt x="58420" y="217170"/>
                  </a:lnTo>
                  <a:lnTo>
                    <a:pt x="60960" y="214630"/>
                  </a:lnTo>
                  <a:close/>
                </a:path>
                <a:path w="266700" h="265430">
                  <a:moveTo>
                    <a:pt x="63500" y="212090"/>
                  </a:moveTo>
                  <a:lnTo>
                    <a:pt x="53339" y="212090"/>
                  </a:lnTo>
                  <a:lnTo>
                    <a:pt x="52069" y="213360"/>
                  </a:lnTo>
                  <a:lnTo>
                    <a:pt x="62230" y="213360"/>
                  </a:lnTo>
                  <a:lnTo>
                    <a:pt x="63500" y="212090"/>
                  </a:lnTo>
                  <a:close/>
                </a:path>
                <a:path w="266700" h="265430">
                  <a:moveTo>
                    <a:pt x="67310" y="208280"/>
                  </a:moveTo>
                  <a:lnTo>
                    <a:pt x="57150" y="208280"/>
                  </a:lnTo>
                  <a:lnTo>
                    <a:pt x="54609" y="210820"/>
                  </a:lnTo>
                  <a:lnTo>
                    <a:pt x="64770" y="210820"/>
                  </a:lnTo>
                  <a:lnTo>
                    <a:pt x="67310" y="208280"/>
                  </a:lnTo>
                  <a:close/>
                </a:path>
                <a:path w="266700" h="265430">
                  <a:moveTo>
                    <a:pt x="69850" y="205740"/>
                  </a:moveTo>
                  <a:lnTo>
                    <a:pt x="59689" y="205740"/>
                  </a:lnTo>
                  <a:lnTo>
                    <a:pt x="58419" y="207010"/>
                  </a:lnTo>
                  <a:lnTo>
                    <a:pt x="68580" y="207010"/>
                  </a:lnTo>
                  <a:lnTo>
                    <a:pt x="69850" y="205740"/>
                  </a:lnTo>
                  <a:close/>
                </a:path>
                <a:path w="266700" h="265430">
                  <a:moveTo>
                    <a:pt x="73660" y="201930"/>
                  </a:moveTo>
                  <a:lnTo>
                    <a:pt x="63500" y="201930"/>
                  </a:lnTo>
                  <a:lnTo>
                    <a:pt x="60959" y="204470"/>
                  </a:lnTo>
                  <a:lnTo>
                    <a:pt x="71120" y="204470"/>
                  </a:lnTo>
                  <a:lnTo>
                    <a:pt x="73660" y="201930"/>
                  </a:lnTo>
                  <a:close/>
                </a:path>
                <a:path w="266700" h="265430">
                  <a:moveTo>
                    <a:pt x="76200" y="199390"/>
                  </a:moveTo>
                  <a:lnTo>
                    <a:pt x="66039" y="199390"/>
                  </a:lnTo>
                  <a:lnTo>
                    <a:pt x="64769" y="200660"/>
                  </a:lnTo>
                  <a:lnTo>
                    <a:pt x="74930" y="200660"/>
                  </a:lnTo>
                  <a:lnTo>
                    <a:pt x="76200" y="199390"/>
                  </a:lnTo>
                  <a:close/>
                </a:path>
                <a:path w="266700" h="265430">
                  <a:moveTo>
                    <a:pt x="80010" y="195580"/>
                  </a:moveTo>
                  <a:lnTo>
                    <a:pt x="69850" y="195580"/>
                  </a:lnTo>
                  <a:lnTo>
                    <a:pt x="67309" y="198120"/>
                  </a:lnTo>
                  <a:lnTo>
                    <a:pt x="77470" y="198120"/>
                  </a:lnTo>
                  <a:lnTo>
                    <a:pt x="80010" y="195580"/>
                  </a:lnTo>
                  <a:close/>
                </a:path>
                <a:path w="266700" h="265430">
                  <a:moveTo>
                    <a:pt x="82550" y="193040"/>
                  </a:moveTo>
                  <a:lnTo>
                    <a:pt x="72389" y="193040"/>
                  </a:lnTo>
                  <a:lnTo>
                    <a:pt x="71119" y="194310"/>
                  </a:lnTo>
                  <a:lnTo>
                    <a:pt x="81280" y="194310"/>
                  </a:lnTo>
                  <a:lnTo>
                    <a:pt x="82550" y="193040"/>
                  </a:lnTo>
                  <a:close/>
                </a:path>
                <a:path w="266700" h="265430">
                  <a:moveTo>
                    <a:pt x="86360" y="189230"/>
                  </a:moveTo>
                  <a:lnTo>
                    <a:pt x="76200" y="189230"/>
                  </a:lnTo>
                  <a:lnTo>
                    <a:pt x="73659" y="191770"/>
                  </a:lnTo>
                  <a:lnTo>
                    <a:pt x="83820" y="191770"/>
                  </a:lnTo>
                  <a:lnTo>
                    <a:pt x="86360" y="189230"/>
                  </a:lnTo>
                  <a:close/>
                </a:path>
                <a:path w="266700" h="265430">
                  <a:moveTo>
                    <a:pt x="88900" y="186690"/>
                  </a:moveTo>
                  <a:lnTo>
                    <a:pt x="78739" y="186690"/>
                  </a:lnTo>
                  <a:lnTo>
                    <a:pt x="77469" y="187960"/>
                  </a:lnTo>
                  <a:lnTo>
                    <a:pt x="87630" y="187960"/>
                  </a:lnTo>
                  <a:lnTo>
                    <a:pt x="88900" y="186690"/>
                  </a:lnTo>
                  <a:close/>
                </a:path>
                <a:path w="266700" h="265430">
                  <a:moveTo>
                    <a:pt x="92710" y="182880"/>
                  </a:moveTo>
                  <a:lnTo>
                    <a:pt x="82550" y="182880"/>
                  </a:lnTo>
                  <a:lnTo>
                    <a:pt x="80009" y="185420"/>
                  </a:lnTo>
                  <a:lnTo>
                    <a:pt x="90170" y="185420"/>
                  </a:lnTo>
                  <a:lnTo>
                    <a:pt x="92710" y="182880"/>
                  </a:lnTo>
                  <a:close/>
                </a:path>
                <a:path w="266700" h="265430">
                  <a:moveTo>
                    <a:pt x="95250" y="180340"/>
                  </a:moveTo>
                  <a:lnTo>
                    <a:pt x="85089" y="180340"/>
                  </a:lnTo>
                  <a:lnTo>
                    <a:pt x="83819" y="181610"/>
                  </a:lnTo>
                  <a:lnTo>
                    <a:pt x="93980" y="181610"/>
                  </a:lnTo>
                  <a:lnTo>
                    <a:pt x="95250" y="180340"/>
                  </a:lnTo>
                  <a:close/>
                </a:path>
                <a:path w="266700" h="265430">
                  <a:moveTo>
                    <a:pt x="99060" y="176530"/>
                  </a:moveTo>
                  <a:lnTo>
                    <a:pt x="88900" y="176530"/>
                  </a:lnTo>
                  <a:lnTo>
                    <a:pt x="86359" y="179070"/>
                  </a:lnTo>
                  <a:lnTo>
                    <a:pt x="96520" y="179070"/>
                  </a:lnTo>
                  <a:lnTo>
                    <a:pt x="99060" y="176530"/>
                  </a:lnTo>
                  <a:close/>
                </a:path>
                <a:path w="266700" h="265430">
                  <a:moveTo>
                    <a:pt x="101600" y="173990"/>
                  </a:moveTo>
                  <a:lnTo>
                    <a:pt x="91439" y="173990"/>
                  </a:lnTo>
                  <a:lnTo>
                    <a:pt x="90169" y="175260"/>
                  </a:lnTo>
                  <a:lnTo>
                    <a:pt x="100330" y="175260"/>
                  </a:lnTo>
                  <a:lnTo>
                    <a:pt x="101600" y="173990"/>
                  </a:lnTo>
                  <a:close/>
                </a:path>
                <a:path w="266700" h="265430">
                  <a:moveTo>
                    <a:pt x="105410" y="170180"/>
                  </a:moveTo>
                  <a:lnTo>
                    <a:pt x="95250" y="170180"/>
                  </a:lnTo>
                  <a:lnTo>
                    <a:pt x="92709" y="172720"/>
                  </a:lnTo>
                  <a:lnTo>
                    <a:pt x="102870" y="172720"/>
                  </a:lnTo>
                  <a:lnTo>
                    <a:pt x="105410" y="170180"/>
                  </a:lnTo>
                  <a:close/>
                </a:path>
                <a:path w="266700" h="265430">
                  <a:moveTo>
                    <a:pt x="107950" y="167640"/>
                  </a:moveTo>
                  <a:lnTo>
                    <a:pt x="97789" y="167640"/>
                  </a:lnTo>
                  <a:lnTo>
                    <a:pt x="96519" y="168910"/>
                  </a:lnTo>
                  <a:lnTo>
                    <a:pt x="106680" y="168910"/>
                  </a:lnTo>
                  <a:lnTo>
                    <a:pt x="107950" y="167640"/>
                  </a:lnTo>
                  <a:close/>
                </a:path>
                <a:path w="266700" h="265430">
                  <a:moveTo>
                    <a:pt x="111760" y="163830"/>
                  </a:moveTo>
                  <a:lnTo>
                    <a:pt x="101600" y="163830"/>
                  </a:lnTo>
                  <a:lnTo>
                    <a:pt x="99059" y="166370"/>
                  </a:lnTo>
                  <a:lnTo>
                    <a:pt x="109220" y="166370"/>
                  </a:lnTo>
                  <a:lnTo>
                    <a:pt x="111760" y="163830"/>
                  </a:lnTo>
                  <a:close/>
                </a:path>
                <a:path w="266700" h="265430">
                  <a:moveTo>
                    <a:pt x="114300" y="161290"/>
                  </a:moveTo>
                  <a:lnTo>
                    <a:pt x="104139" y="161290"/>
                  </a:lnTo>
                  <a:lnTo>
                    <a:pt x="102869" y="162560"/>
                  </a:lnTo>
                  <a:lnTo>
                    <a:pt x="113030" y="162560"/>
                  </a:lnTo>
                  <a:lnTo>
                    <a:pt x="114300" y="161290"/>
                  </a:lnTo>
                  <a:close/>
                </a:path>
                <a:path w="266700" h="265430">
                  <a:moveTo>
                    <a:pt x="118110" y="157480"/>
                  </a:moveTo>
                  <a:lnTo>
                    <a:pt x="107950" y="157480"/>
                  </a:lnTo>
                  <a:lnTo>
                    <a:pt x="105409" y="160020"/>
                  </a:lnTo>
                  <a:lnTo>
                    <a:pt x="115570" y="160020"/>
                  </a:lnTo>
                  <a:lnTo>
                    <a:pt x="118110" y="157480"/>
                  </a:lnTo>
                  <a:close/>
                </a:path>
                <a:path w="266700" h="265430">
                  <a:moveTo>
                    <a:pt x="120650" y="154940"/>
                  </a:moveTo>
                  <a:lnTo>
                    <a:pt x="110489" y="154940"/>
                  </a:lnTo>
                  <a:lnTo>
                    <a:pt x="109219" y="156210"/>
                  </a:lnTo>
                  <a:lnTo>
                    <a:pt x="119380" y="156210"/>
                  </a:lnTo>
                  <a:lnTo>
                    <a:pt x="120650" y="154940"/>
                  </a:lnTo>
                  <a:close/>
                </a:path>
                <a:path w="266700" h="265430">
                  <a:moveTo>
                    <a:pt x="124460" y="151130"/>
                  </a:moveTo>
                  <a:lnTo>
                    <a:pt x="114300" y="151130"/>
                  </a:lnTo>
                  <a:lnTo>
                    <a:pt x="111759" y="153670"/>
                  </a:lnTo>
                  <a:lnTo>
                    <a:pt x="121920" y="153670"/>
                  </a:lnTo>
                  <a:lnTo>
                    <a:pt x="124460" y="151130"/>
                  </a:lnTo>
                  <a:close/>
                </a:path>
                <a:path w="266700" h="265430">
                  <a:moveTo>
                    <a:pt x="127000" y="148590"/>
                  </a:moveTo>
                  <a:lnTo>
                    <a:pt x="116839" y="148590"/>
                  </a:lnTo>
                  <a:lnTo>
                    <a:pt x="115569" y="149860"/>
                  </a:lnTo>
                  <a:lnTo>
                    <a:pt x="125730" y="149860"/>
                  </a:lnTo>
                  <a:lnTo>
                    <a:pt x="127000" y="148590"/>
                  </a:lnTo>
                  <a:close/>
                </a:path>
                <a:path w="266700" h="265430">
                  <a:moveTo>
                    <a:pt x="130810" y="144780"/>
                  </a:moveTo>
                  <a:lnTo>
                    <a:pt x="120650" y="144780"/>
                  </a:lnTo>
                  <a:lnTo>
                    <a:pt x="118109" y="147320"/>
                  </a:lnTo>
                  <a:lnTo>
                    <a:pt x="128270" y="147320"/>
                  </a:lnTo>
                  <a:lnTo>
                    <a:pt x="130810" y="144780"/>
                  </a:lnTo>
                  <a:close/>
                </a:path>
                <a:path w="266700" h="265430">
                  <a:moveTo>
                    <a:pt x="133350" y="142240"/>
                  </a:moveTo>
                  <a:lnTo>
                    <a:pt x="123189" y="142240"/>
                  </a:lnTo>
                  <a:lnTo>
                    <a:pt x="121919" y="143510"/>
                  </a:lnTo>
                  <a:lnTo>
                    <a:pt x="132080" y="143510"/>
                  </a:lnTo>
                  <a:lnTo>
                    <a:pt x="133350" y="142240"/>
                  </a:lnTo>
                  <a:close/>
                </a:path>
                <a:path w="266700" h="265430">
                  <a:moveTo>
                    <a:pt x="137160" y="138430"/>
                  </a:moveTo>
                  <a:lnTo>
                    <a:pt x="127000" y="138430"/>
                  </a:lnTo>
                  <a:lnTo>
                    <a:pt x="124459" y="140970"/>
                  </a:lnTo>
                  <a:lnTo>
                    <a:pt x="134620" y="140970"/>
                  </a:lnTo>
                  <a:lnTo>
                    <a:pt x="137160" y="138430"/>
                  </a:lnTo>
                  <a:close/>
                </a:path>
                <a:path w="266700" h="265430">
                  <a:moveTo>
                    <a:pt x="139700" y="135890"/>
                  </a:moveTo>
                  <a:lnTo>
                    <a:pt x="129539" y="135890"/>
                  </a:lnTo>
                  <a:lnTo>
                    <a:pt x="128269" y="137160"/>
                  </a:lnTo>
                  <a:lnTo>
                    <a:pt x="138430" y="137160"/>
                  </a:lnTo>
                  <a:lnTo>
                    <a:pt x="139700" y="135890"/>
                  </a:lnTo>
                  <a:close/>
                </a:path>
                <a:path w="266700" h="265430">
                  <a:moveTo>
                    <a:pt x="152400" y="123190"/>
                  </a:moveTo>
                  <a:lnTo>
                    <a:pt x="142239" y="123190"/>
                  </a:lnTo>
                  <a:lnTo>
                    <a:pt x="130809" y="134620"/>
                  </a:lnTo>
                  <a:lnTo>
                    <a:pt x="140970" y="134620"/>
                  </a:lnTo>
                  <a:lnTo>
                    <a:pt x="152400" y="123190"/>
                  </a:lnTo>
                  <a:close/>
                </a:path>
                <a:path w="266700" h="265430">
                  <a:moveTo>
                    <a:pt x="165100" y="110490"/>
                  </a:moveTo>
                  <a:lnTo>
                    <a:pt x="154939" y="110490"/>
                  </a:lnTo>
                  <a:lnTo>
                    <a:pt x="143509" y="121920"/>
                  </a:lnTo>
                  <a:lnTo>
                    <a:pt x="153670" y="121920"/>
                  </a:lnTo>
                  <a:lnTo>
                    <a:pt x="165100" y="110490"/>
                  </a:lnTo>
                  <a:close/>
                </a:path>
                <a:path w="266700" h="265430">
                  <a:moveTo>
                    <a:pt x="168910" y="106680"/>
                  </a:moveTo>
                  <a:lnTo>
                    <a:pt x="158750" y="106680"/>
                  </a:lnTo>
                  <a:lnTo>
                    <a:pt x="156209" y="109220"/>
                  </a:lnTo>
                  <a:lnTo>
                    <a:pt x="166370" y="109220"/>
                  </a:lnTo>
                  <a:lnTo>
                    <a:pt x="168910" y="106680"/>
                  </a:lnTo>
                  <a:close/>
                </a:path>
                <a:path w="266700" h="265430">
                  <a:moveTo>
                    <a:pt x="171450" y="104140"/>
                  </a:moveTo>
                  <a:lnTo>
                    <a:pt x="161289" y="104140"/>
                  </a:lnTo>
                  <a:lnTo>
                    <a:pt x="160019" y="105410"/>
                  </a:lnTo>
                  <a:lnTo>
                    <a:pt x="170180" y="105410"/>
                  </a:lnTo>
                  <a:lnTo>
                    <a:pt x="171450" y="104140"/>
                  </a:lnTo>
                  <a:close/>
                </a:path>
                <a:path w="266700" h="265430">
                  <a:moveTo>
                    <a:pt x="175260" y="100330"/>
                  </a:moveTo>
                  <a:lnTo>
                    <a:pt x="165100" y="100330"/>
                  </a:lnTo>
                  <a:lnTo>
                    <a:pt x="162559" y="102870"/>
                  </a:lnTo>
                  <a:lnTo>
                    <a:pt x="172720" y="102870"/>
                  </a:lnTo>
                  <a:lnTo>
                    <a:pt x="175260" y="100330"/>
                  </a:lnTo>
                  <a:close/>
                </a:path>
                <a:path w="266700" h="265430">
                  <a:moveTo>
                    <a:pt x="187960" y="87630"/>
                  </a:moveTo>
                  <a:lnTo>
                    <a:pt x="177800" y="87630"/>
                  </a:lnTo>
                  <a:lnTo>
                    <a:pt x="166369" y="99060"/>
                  </a:lnTo>
                  <a:lnTo>
                    <a:pt x="176530" y="99060"/>
                  </a:lnTo>
                  <a:lnTo>
                    <a:pt x="187960" y="87630"/>
                  </a:lnTo>
                  <a:close/>
                </a:path>
                <a:path w="266700" h="265430">
                  <a:moveTo>
                    <a:pt x="196850" y="78740"/>
                  </a:moveTo>
                  <a:lnTo>
                    <a:pt x="186689" y="78740"/>
                  </a:lnTo>
                  <a:lnTo>
                    <a:pt x="179069" y="86360"/>
                  </a:lnTo>
                  <a:lnTo>
                    <a:pt x="189230" y="86360"/>
                  </a:lnTo>
                  <a:lnTo>
                    <a:pt x="196850" y="78740"/>
                  </a:lnTo>
                  <a:close/>
                </a:path>
                <a:path w="266700" h="265430">
                  <a:moveTo>
                    <a:pt x="213360" y="62230"/>
                  </a:moveTo>
                  <a:lnTo>
                    <a:pt x="203200" y="62230"/>
                  </a:lnTo>
                  <a:lnTo>
                    <a:pt x="187959" y="77470"/>
                  </a:lnTo>
                  <a:lnTo>
                    <a:pt x="198120" y="77470"/>
                  </a:lnTo>
                  <a:lnTo>
                    <a:pt x="213360" y="62230"/>
                  </a:lnTo>
                  <a:close/>
                </a:path>
                <a:path w="266700" h="265430">
                  <a:moveTo>
                    <a:pt x="218440" y="57150"/>
                  </a:moveTo>
                  <a:lnTo>
                    <a:pt x="208279" y="57150"/>
                  </a:lnTo>
                  <a:lnTo>
                    <a:pt x="204469" y="60960"/>
                  </a:lnTo>
                  <a:lnTo>
                    <a:pt x="214630" y="60960"/>
                  </a:lnTo>
                  <a:lnTo>
                    <a:pt x="218440" y="57150"/>
                  </a:lnTo>
                  <a:close/>
                </a:path>
              </a:pathLst>
            </a:custGeom>
            <a:solidFill>
              <a:srgbClr val="D43D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4" name="object 1390">
              <a:extLst>
                <a:ext uri="{FF2B5EF4-FFF2-40B4-BE49-F238E27FC236}">
                  <a16:creationId xmlns:a16="http://schemas.microsoft.com/office/drawing/2014/main" id="{9E505215-752D-2A95-E5D2-445985D59FC4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150870" y="2809240"/>
              <a:ext cx="251459" cy="250189"/>
            </a:xfrm>
            <a:prstGeom prst="rect">
              <a:avLst/>
            </a:prstGeom>
          </p:spPr>
        </p:pic>
        <p:sp>
          <p:nvSpPr>
            <p:cNvPr id="1395" name="object 1391">
              <a:extLst>
                <a:ext uri="{FF2B5EF4-FFF2-40B4-BE49-F238E27FC236}">
                  <a16:creationId xmlns:a16="http://schemas.microsoft.com/office/drawing/2014/main" id="{33931805-B270-CA39-DE1F-4772960F1CD1}"/>
                </a:ext>
              </a:extLst>
            </p:cNvPr>
            <p:cNvSpPr/>
            <p:nvPr/>
          </p:nvSpPr>
          <p:spPr>
            <a:xfrm>
              <a:off x="2815590" y="2735580"/>
              <a:ext cx="754380" cy="754380"/>
            </a:xfrm>
            <a:custGeom>
              <a:avLst/>
              <a:gdLst/>
              <a:ahLst/>
              <a:cxnLst/>
              <a:rect l="l" t="t" r="r" b="b"/>
              <a:pathLst>
                <a:path w="754379" h="754379">
                  <a:moveTo>
                    <a:pt x="524509" y="224790"/>
                  </a:moveTo>
                  <a:lnTo>
                    <a:pt x="521970" y="227330"/>
                  </a:lnTo>
                  <a:lnTo>
                    <a:pt x="521970" y="228600"/>
                  </a:lnTo>
                  <a:lnTo>
                    <a:pt x="520700" y="228600"/>
                  </a:lnTo>
                  <a:lnTo>
                    <a:pt x="518160" y="231140"/>
                  </a:lnTo>
                  <a:lnTo>
                    <a:pt x="518160" y="232410"/>
                  </a:lnTo>
                  <a:lnTo>
                    <a:pt x="516889" y="232410"/>
                  </a:lnTo>
                  <a:lnTo>
                    <a:pt x="0" y="749300"/>
                  </a:lnTo>
                  <a:lnTo>
                    <a:pt x="5080" y="754380"/>
                  </a:lnTo>
                  <a:lnTo>
                    <a:pt x="533400" y="226060"/>
                  </a:lnTo>
                  <a:lnTo>
                    <a:pt x="524510" y="226060"/>
                  </a:lnTo>
                  <a:lnTo>
                    <a:pt x="524509" y="224790"/>
                  </a:lnTo>
                  <a:close/>
                </a:path>
                <a:path w="754379" h="754379">
                  <a:moveTo>
                    <a:pt x="749300" y="0"/>
                  </a:moveTo>
                  <a:lnTo>
                    <a:pt x="543560" y="205740"/>
                  </a:lnTo>
                  <a:lnTo>
                    <a:pt x="543560" y="207010"/>
                  </a:lnTo>
                  <a:lnTo>
                    <a:pt x="542290" y="207010"/>
                  </a:lnTo>
                  <a:lnTo>
                    <a:pt x="541020" y="208280"/>
                  </a:lnTo>
                  <a:lnTo>
                    <a:pt x="541020" y="209550"/>
                  </a:lnTo>
                  <a:lnTo>
                    <a:pt x="539750" y="209550"/>
                  </a:lnTo>
                  <a:lnTo>
                    <a:pt x="537210" y="212090"/>
                  </a:lnTo>
                  <a:lnTo>
                    <a:pt x="537210" y="213360"/>
                  </a:lnTo>
                  <a:lnTo>
                    <a:pt x="535939" y="213360"/>
                  </a:lnTo>
                  <a:lnTo>
                    <a:pt x="534670" y="214630"/>
                  </a:lnTo>
                  <a:lnTo>
                    <a:pt x="534670" y="215900"/>
                  </a:lnTo>
                  <a:lnTo>
                    <a:pt x="533400" y="215900"/>
                  </a:lnTo>
                  <a:lnTo>
                    <a:pt x="533400" y="217170"/>
                  </a:lnTo>
                  <a:lnTo>
                    <a:pt x="532130" y="217170"/>
                  </a:lnTo>
                  <a:lnTo>
                    <a:pt x="532130" y="219710"/>
                  </a:lnTo>
                  <a:lnTo>
                    <a:pt x="529589" y="219710"/>
                  </a:lnTo>
                  <a:lnTo>
                    <a:pt x="529589" y="222250"/>
                  </a:lnTo>
                  <a:lnTo>
                    <a:pt x="527050" y="222250"/>
                  </a:lnTo>
                  <a:lnTo>
                    <a:pt x="527050" y="223520"/>
                  </a:lnTo>
                  <a:lnTo>
                    <a:pt x="525780" y="223520"/>
                  </a:lnTo>
                  <a:lnTo>
                    <a:pt x="525780" y="226060"/>
                  </a:lnTo>
                  <a:lnTo>
                    <a:pt x="533400" y="226060"/>
                  </a:lnTo>
                  <a:lnTo>
                    <a:pt x="537210" y="222250"/>
                  </a:lnTo>
                  <a:lnTo>
                    <a:pt x="528320" y="222250"/>
                  </a:lnTo>
                  <a:lnTo>
                    <a:pt x="528319" y="220980"/>
                  </a:lnTo>
                  <a:lnTo>
                    <a:pt x="538480" y="220980"/>
                  </a:lnTo>
                  <a:lnTo>
                    <a:pt x="539750" y="219710"/>
                  </a:lnTo>
                  <a:lnTo>
                    <a:pt x="530860" y="219710"/>
                  </a:lnTo>
                  <a:lnTo>
                    <a:pt x="530859" y="218440"/>
                  </a:lnTo>
                  <a:lnTo>
                    <a:pt x="541020" y="218440"/>
                  </a:lnTo>
                  <a:lnTo>
                    <a:pt x="754380" y="5080"/>
                  </a:lnTo>
                  <a:lnTo>
                    <a:pt x="749300" y="0"/>
                  </a:lnTo>
                  <a:close/>
                </a:path>
              </a:pathLst>
            </a:custGeom>
            <a:solidFill>
              <a:srgbClr val="E23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2">
              <a:extLst>
                <a:ext uri="{FF2B5EF4-FFF2-40B4-BE49-F238E27FC236}">
                  <a16:creationId xmlns:a16="http://schemas.microsoft.com/office/drawing/2014/main" id="{86BF49A1-C3E3-AA8E-C5DA-F747DAB83CCD}"/>
                </a:ext>
              </a:extLst>
            </p:cNvPr>
            <p:cNvSpPr/>
            <p:nvPr/>
          </p:nvSpPr>
          <p:spPr>
            <a:xfrm>
              <a:off x="2736850" y="2741929"/>
              <a:ext cx="351790" cy="184150"/>
            </a:xfrm>
            <a:custGeom>
              <a:avLst/>
              <a:gdLst/>
              <a:ahLst/>
              <a:cxnLst/>
              <a:rect l="l" t="t" r="r" b="b"/>
              <a:pathLst>
                <a:path w="351789" h="184150">
                  <a:moveTo>
                    <a:pt x="194310" y="183134"/>
                  </a:moveTo>
                  <a:lnTo>
                    <a:pt x="157480" y="183134"/>
                  </a:lnTo>
                  <a:lnTo>
                    <a:pt x="157480" y="184150"/>
                  </a:lnTo>
                  <a:lnTo>
                    <a:pt x="194310" y="184150"/>
                  </a:lnTo>
                  <a:lnTo>
                    <a:pt x="194310" y="183134"/>
                  </a:lnTo>
                  <a:close/>
                </a:path>
                <a:path w="351789" h="184150">
                  <a:moveTo>
                    <a:pt x="223520" y="180467"/>
                  </a:moveTo>
                  <a:lnTo>
                    <a:pt x="134620" y="180467"/>
                  </a:lnTo>
                  <a:lnTo>
                    <a:pt x="134620" y="181864"/>
                  </a:lnTo>
                  <a:lnTo>
                    <a:pt x="139700" y="181864"/>
                  </a:lnTo>
                  <a:lnTo>
                    <a:pt x="139700" y="182880"/>
                  </a:lnTo>
                  <a:lnTo>
                    <a:pt x="194310" y="182880"/>
                  </a:lnTo>
                  <a:lnTo>
                    <a:pt x="194310" y="183134"/>
                  </a:lnTo>
                  <a:lnTo>
                    <a:pt x="212090" y="183134"/>
                  </a:lnTo>
                  <a:lnTo>
                    <a:pt x="212090" y="182880"/>
                  </a:lnTo>
                  <a:lnTo>
                    <a:pt x="212090" y="181864"/>
                  </a:lnTo>
                  <a:lnTo>
                    <a:pt x="223520" y="181864"/>
                  </a:lnTo>
                  <a:lnTo>
                    <a:pt x="223520" y="180467"/>
                  </a:lnTo>
                  <a:close/>
                </a:path>
                <a:path w="351789" h="184150">
                  <a:moveTo>
                    <a:pt x="245110" y="176784"/>
                  </a:moveTo>
                  <a:lnTo>
                    <a:pt x="106680" y="176784"/>
                  </a:lnTo>
                  <a:lnTo>
                    <a:pt x="106680" y="177800"/>
                  </a:lnTo>
                  <a:lnTo>
                    <a:pt x="118110" y="177800"/>
                  </a:lnTo>
                  <a:lnTo>
                    <a:pt x="118110" y="179324"/>
                  </a:lnTo>
                  <a:lnTo>
                    <a:pt x="123190" y="179324"/>
                  </a:lnTo>
                  <a:lnTo>
                    <a:pt x="123190" y="180340"/>
                  </a:lnTo>
                  <a:lnTo>
                    <a:pt x="223520" y="180340"/>
                  </a:lnTo>
                  <a:lnTo>
                    <a:pt x="223520" y="180467"/>
                  </a:lnTo>
                  <a:lnTo>
                    <a:pt x="228600" y="180467"/>
                  </a:lnTo>
                  <a:lnTo>
                    <a:pt x="228600" y="180340"/>
                  </a:lnTo>
                  <a:lnTo>
                    <a:pt x="228600" y="179324"/>
                  </a:lnTo>
                  <a:lnTo>
                    <a:pt x="240030" y="179324"/>
                  </a:lnTo>
                  <a:lnTo>
                    <a:pt x="240030" y="177800"/>
                  </a:lnTo>
                  <a:lnTo>
                    <a:pt x="245110" y="177800"/>
                  </a:lnTo>
                  <a:lnTo>
                    <a:pt x="245110" y="176784"/>
                  </a:lnTo>
                  <a:close/>
                </a:path>
                <a:path w="351789" h="184150">
                  <a:moveTo>
                    <a:pt x="257810" y="174117"/>
                  </a:moveTo>
                  <a:lnTo>
                    <a:pt x="99060" y="174117"/>
                  </a:lnTo>
                  <a:lnTo>
                    <a:pt x="99060" y="175514"/>
                  </a:lnTo>
                  <a:lnTo>
                    <a:pt x="104140" y="175514"/>
                  </a:lnTo>
                  <a:lnTo>
                    <a:pt x="104140" y="176530"/>
                  </a:lnTo>
                  <a:lnTo>
                    <a:pt x="245110" y="176530"/>
                  </a:lnTo>
                  <a:lnTo>
                    <a:pt x="245110" y="176784"/>
                  </a:lnTo>
                  <a:lnTo>
                    <a:pt x="252717" y="176784"/>
                  </a:lnTo>
                  <a:lnTo>
                    <a:pt x="252717" y="176530"/>
                  </a:lnTo>
                  <a:lnTo>
                    <a:pt x="252717" y="175514"/>
                  </a:lnTo>
                  <a:lnTo>
                    <a:pt x="257810" y="175514"/>
                  </a:lnTo>
                  <a:lnTo>
                    <a:pt x="257810" y="174117"/>
                  </a:lnTo>
                  <a:close/>
                </a:path>
                <a:path w="351789" h="184150">
                  <a:moveTo>
                    <a:pt x="260350" y="172720"/>
                  </a:moveTo>
                  <a:lnTo>
                    <a:pt x="91440" y="172720"/>
                  </a:lnTo>
                  <a:lnTo>
                    <a:pt x="91440" y="173990"/>
                  </a:lnTo>
                  <a:lnTo>
                    <a:pt x="260350" y="173990"/>
                  </a:lnTo>
                  <a:lnTo>
                    <a:pt x="260350" y="172720"/>
                  </a:lnTo>
                  <a:close/>
                </a:path>
                <a:path w="351789" h="184150">
                  <a:moveTo>
                    <a:pt x="337820" y="55880"/>
                  </a:moveTo>
                  <a:lnTo>
                    <a:pt x="336550" y="55880"/>
                  </a:lnTo>
                  <a:lnTo>
                    <a:pt x="336550" y="54610"/>
                  </a:lnTo>
                  <a:lnTo>
                    <a:pt x="335267" y="54610"/>
                  </a:lnTo>
                  <a:lnTo>
                    <a:pt x="335267" y="53340"/>
                  </a:lnTo>
                  <a:lnTo>
                    <a:pt x="334010" y="53340"/>
                  </a:lnTo>
                  <a:lnTo>
                    <a:pt x="334010" y="52070"/>
                  </a:lnTo>
                  <a:lnTo>
                    <a:pt x="332740" y="52070"/>
                  </a:lnTo>
                  <a:lnTo>
                    <a:pt x="332740" y="50800"/>
                  </a:lnTo>
                  <a:lnTo>
                    <a:pt x="331470" y="50800"/>
                  </a:lnTo>
                  <a:lnTo>
                    <a:pt x="331470" y="49530"/>
                  </a:lnTo>
                  <a:lnTo>
                    <a:pt x="330200" y="49530"/>
                  </a:lnTo>
                  <a:lnTo>
                    <a:pt x="330200" y="48260"/>
                  </a:lnTo>
                  <a:lnTo>
                    <a:pt x="328917" y="48260"/>
                  </a:lnTo>
                  <a:lnTo>
                    <a:pt x="328917" y="46990"/>
                  </a:lnTo>
                  <a:lnTo>
                    <a:pt x="327660" y="46990"/>
                  </a:lnTo>
                  <a:lnTo>
                    <a:pt x="327660" y="45720"/>
                  </a:lnTo>
                  <a:lnTo>
                    <a:pt x="325120" y="45720"/>
                  </a:lnTo>
                  <a:lnTo>
                    <a:pt x="325120" y="44450"/>
                  </a:lnTo>
                  <a:lnTo>
                    <a:pt x="323850" y="44450"/>
                  </a:lnTo>
                  <a:lnTo>
                    <a:pt x="323850" y="43180"/>
                  </a:lnTo>
                  <a:lnTo>
                    <a:pt x="322567" y="43180"/>
                  </a:lnTo>
                  <a:lnTo>
                    <a:pt x="322567" y="41910"/>
                  </a:lnTo>
                  <a:lnTo>
                    <a:pt x="321310" y="41910"/>
                  </a:lnTo>
                  <a:lnTo>
                    <a:pt x="321310" y="40640"/>
                  </a:lnTo>
                  <a:lnTo>
                    <a:pt x="320040" y="40640"/>
                  </a:lnTo>
                  <a:lnTo>
                    <a:pt x="320040" y="39370"/>
                  </a:lnTo>
                  <a:lnTo>
                    <a:pt x="318770" y="39370"/>
                  </a:lnTo>
                  <a:lnTo>
                    <a:pt x="318770" y="38100"/>
                  </a:lnTo>
                  <a:lnTo>
                    <a:pt x="316217" y="38100"/>
                  </a:lnTo>
                  <a:lnTo>
                    <a:pt x="316217" y="36830"/>
                  </a:lnTo>
                  <a:lnTo>
                    <a:pt x="314960" y="36830"/>
                  </a:lnTo>
                  <a:lnTo>
                    <a:pt x="314960" y="35560"/>
                  </a:lnTo>
                  <a:lnTo>
                    <a:pt x="313690" y="35560"/>
                  </a:lnTo>
                  <a:lnTo>
                    <a:pt x="313690" y="34290"/>
                  </a:lnTo>
                  <a:lnTo>
                    <a:pt x="312420" y="34290"/>
                  </a:lnTo>
                  <a:lnTo>
                    <a:pt x="312420" y="33020"/>
                  </a:lnTo>
                  <a:lnTo>
                    <a:pt x="309867" y="33020"/>
                  </a:lnTo>
                  <a:lnTo>
                    <a:pt x="309867" y="31750"/>
                  </a:lnTo>
                  <a:lnTo>
                    <a:pt x="307340" y="31750"/>
                  </a:lnTo>
                  <a:lnTo>
                    <a:pt x="307340" y="30480"/>
                  </a:lnTo>
                  <a:lnTo>
                    <a:pt x="304800" y="30480"/>
                  </a:lnTo>
                  <a:lnTo>
                    <a:pt x="304800" y="29210"/>
                  </a:lnTo>
                  <a:lnTo>
                    <a:pt x="302260" y="29210"/>
                  </a:lnTo>
                  <a:lnTo>
                    <a:pt x="302260" y="27940"/>
                  </a:lnTo>
                  <a:lnTo>
                    <a:pt x="300990" y="27940"/>
                  </a:lnTo>
                  <a:lnTo>
                    <a:pt x="300990" y="26670"/>
                  </a:lnTo>
                  <a:lnTo>
                    <a:pt x="297180" y="26670"/>
                  </a:lnTo>
                  <a:lnTo>
                    <a:pt x="297180" y="25400"/>
                  </a:lnTo>
                  <a:lnTo>
                    <a:pt x="294640" y="25400"/>
                  </a:lnTo>
                  <a:lnTo>
                    <a:pt x="294640" y="24130"/>
                  </a:lnTo>
                  <a:lnTo>
                    <a:pt x="292100" y="24130"/>
                  </a:lnTo>
                  <a:lnTo>
                    <a:pt x="292100" y="22860"/>
                  </a:lnTo>
                  <a:lnTo>
                    <a:pt x="289547" y="22860"/>
                  </a:lnTo>
                  <a:lnTo>
                    <a:pt x="289547" y="21590"/>
                  </a:lnTo>
                  <a:lnTo>
                    <a:pt x="288290" y="21590"/>
                  </a:lnTo>
                  <a:lnTo>
                    <a:pt x="288290" y="20320"/>
                  </a:lnTo>
                  <a:lnTo>
                    <a:pt x="283197" y="20320"/>
                  </a:lnTo>
                  <a:lnTo>
                    <a:pt x="283197" y="19050"/>
                  </a:lnTo>
                  <a:lnTo>
                    <a:pt x="280670" y="19050"/>
                  </a:lnTo>
                  <a:lnTo>
                    <a:pt x="280670" y="17780"/>
                  </a:lnTo>
                  <a:lnTo>
                    <a:pt x="276847" y="17780"/>
                  </a:lnTo>
                  <a:lnTo>
                    <a:pt x="276847" y="16510"/>
                  </a:lnTo>
                  <a:lnTo>
                    <a:pt x="274320" y="16510"/>
                  </a:lnTo>
                  <a:lnTo>
                    <a:pt x="274320" y="15240"/>
                  </a:lnTo>
                  <a:lnTo>
                    <a:pt x="269240" y="15240"/>
                  </a:lnTo>
                  <a:lnTo>
                    <a:pt x="269240" y="13970"/>
                  </a:lnTo>
                  <a:lnTo>
                    <a:pt x="266700" y="13970"/>
                  </a:lnTo>
                  <a:lnTo>
                    <a:pt x="266700" y="12700"/>
                  </a:lnTo>
                  <a:lnTo>
                    <a:pt x="262890" y="12700"/>
                  </a:lnTo>
                  <a:lnTo>
                    <a:pt x="262890" y="11430"/>
                  </a:lnTo>
                  <a:lnTo>
                    <a:pt x="260350" y="11430"/>
                  </a:lnTo>
                  <a:lnTo>
                    <a:pt x="260350" y="10160"/>
                  </a:lnTo>
                  <a:lnTo>
                    <a:pt x="252730" y="10160"/>
                  </a:lnTo>
                  <a:lnTo>
                    <a:pt x="252730" y="8890"/>
                  </a:lnTo>
                  <a:lnTo>
                    <a:pt x="247650" y="8890"/>
                  </a:lnTo>
                  <a:lnTo>
                    <a:pt x="247650" y="7620"/>
                  </a:lnTo>
                  <a:lnTo>
                    <a:pt x="245110" y="7620"/>
                  </a:lnTo>
                  <a:lnTo>
                    <a:pt x="245110" y="6350"/>
                  </a:lnTo>
                  <a:lnTo>
                    <a:pt x="233680" y="6350"/>
                  </a:lnTo>
                  <a:lnTo>
                    <a:pt x="233680" y="5080"/>
                  </a:lnTo>
                  <a:lnTo>
                    <a:pt x="228600" y="5080"/>
                  </a:lnTo>
                  <a:lnTo>
                    <a:pt x="228600" y="3810"/>
                  </a:lnTo>
                  <a:lnTo>
                    <a:pt x="217170" y="3810"/>
                  </a:lnTo>
                  <a:lnTo>
                    <a:pt x="217170" y="2540"/>
                  </a:lnTo>
                  <a:lnTo>
                    <a:pt x="212090" y="2540"/>
                  </a:lnTo>
                  <a:lnTo>
                    <a:pt x="212090" y="1270"/>
                  </a:lnTo>
                  <a:lnTo>
                    <a:pt x="194310" y="1270"/>
                  </a:lnTo>
                  <a:lnTo>
                    <a:pt x="194310" y="0"/>
                  </a:lnTo>
                  <a:lnTo>
                    <a:pt x="157480" y="0"/>
                  </a:lnTo>
                  <a:lnTo>
                    <a:pt x="157480" y="1270"/>
                  </a:lnTo>
                  <a:lnTo>
                    <a:pt x="139700" y="1270"/>
                  </a:lnTo>
                  <a:lnTo>
                    <a:pt x="139700" y="2540"/>
                  </a:lnTo>
                  <a:lnTo>
                    <a:pt x="128270" y="2540"/>
                  </a:lnTo>
                  <a:lnTo>
                    <a:pt x="128270" y="3810"/>
                  </a:lnTo>
                  <a:lnTo>
                    <a:pt x="123190" y="3810"/>
                  </a:lnTo>
                  <a:lnTo>
                    <a:pt x="123190" y="5080"/>
                  </a:lnTo>
                  <a:lnTo>
                    <a:pt x="111760" y="5080"/>
                  </a:lnTo>
                  <a:lnTo>
                    <a:pt x="111760" y="6350"/>
                  </a:lnTo>
                  <a:lnTo>
                    <a:pt x="106680" y="6350"/>
                  </a:lnTo>
                  <a:lnTo>
                    <a:pt x="106680" y="7620"/>
                  </a:lnTo>
                  <a:lnTo>
                    <a:pt x="99060" y="7620"/>
                  </a:lnTo>
                  <a:lnTo>
                    <a:pt x="99060" y="8890"/>
                  </a:lnTo>
                  <a:lnTo>
                    <a:pt x="93980" y="8890"/>
                  </a:lnTo>
                  <a:lnTo>
                    <a:pt x="93980" y="10160"/>
                  </a:lnTo>
                  <a:lnTo>
                    <a:pt x="91440" y="10160"/>
                  </a:lnTo>
                  <a:lnTo>
                    <a:pt x="91440" y="11430"/>
                  </a:lnTo>
                  <a:lnTo>
                    <a:pt x="86360" y="11430"/>
                  </a:lnTo>
                  <a:lnTo>
                    <a:pt x="86360" y="12700"/>
                  </a:lnTo>
                  <a:lnTo>
                    <a:pt x="83820" y="12700"/>
                  </a:lnTo>
                  <a:lnTo>
                    <a:pt x="83820" y="13970"/>
                  </a:lnTo>
                  <a:lnTo>
                    <a:pt x="80010" y="13970"/>
                  </a:lnTo>
                  <a:lnTo>
                    <a:pt x="80010" y="15240"/>
                  </a:lnTo>
                  <a:lnTo>
                    <a:pt x="77470" y="15240"/>
                  </a:lnTo>
                  <a:lnTo>
                    <a:pt x="77470" y="16510"/>
                  </a:lnTo>
                  <a:lnTo>
                    <a:pt x="72390" y="16510"/>
                  </a:lnTo>
                  <a:lnTo>
                    <a:pt x="72390" y="17780"/>
                  </a:lnTo>
                  <a:lnTo>
                    <a:pt x="69850" y="17780"/>
                  </a:lnTo>
                  <a:lnTo>
                    <a:pt x="69850" y="19050"/>
                  </a:lnTo>
                  <a:lnTo>
                    <a:pt x="66040" y="19050"/>
                  </a:lnTo>
                  <a:lnTo>
                    <a:pt x="66040" y="20320"/>
                  </a:lnTo>
                  <a:lnTo>
                    <a:pt x="63500" y="20320"/>
                  </a:lnTo>
                  <a:lnTo>
                    <a:pt x="63500" y="21590"/>
                  </a:lnTo>
                  <a:lnTo>
                    <a:pt x="59690" y="21590"/>
                  </a:lnTo>
                  <a:lnTo>
                    <a:pt x="59690" y="22860"/>
                  </a:lnTo>
                  <a:lnTo>
                    <a:pt x="57150" y="22860"/>
                  </a:lnTo>
                  <a:lnTo>
                    <a:pt x="57150" y="24130"/>
                  </a:lnTo>
                  <a:lnTo>
                    <a:pt x="54610" y="24130"/>
                  </a:lnTo>
                  <a:lnTo>
                    <a:pt x="54610" y="25400"/>
                  </a:lnTo>
                  <a:lnTo>
                    <a:pt x="52070" y="25400"/>
                  </a:lnTo>
                  <a:lnTo>
                    <a:pt x="52070" y="26670"/>
                  </a:lnTo>
                  <a:lnTo>
                    <a:pt x="50800" y="26670"/>
                  </a:lnTo>
                  <a:lnTo>
                    <a:pt x="50800" y="27940"/>
                  </a:lnTo>
                  <a:lnTo>
                    <a:pt x="48260" y="27940"/>
                  </a:lnTo>
                  <a:lnTo>
                    <a:pt x="48260" y="29210"/>
                  </a:lnTo>
                  <a:lnTo>
                    <a:pt x="45720" y="29210"/>
                  </a:lnTo>
                  <a:lnTo>
                    <a:pt x="45720" y="30480"/>
                  </a:lnTo>
                  <a:lnTo>
                    <a:pt x="43180" y="30480"/>
                  </a:lnTo>
                  <a:lnTo>
                    <a:pt x="43180" y="31750"/>
                  </a:lnTo>
                  <a:lnTo>
                    <a:pt x="40640" y="31750"/>
                  </a:lnTo>
                  <a:lnTo>
                    <a:pt x="40640" y="33020"/>
                  </a:lnTo>
                  <a:lnTo>
                    <a:pt x="39370" y="33020"/>
                  </a:lnTo>
                  <a:lnTo>
                    <a:pt x="39370" y="34290"/>
                  </a:lnTo>
                  <a:lnTo>
                    <a:pt x="36830" y="34290"/>
                  </a:lnTo>
                  <a:lnTo>
                    <a:pt x="36830" y="35560"/>
                  </a:lnTo>
                  <a:lnTo>
                    <a:pt x="35560" y="35560"/>
                  </a:lnTo>
                  <a:lnTo>
                    <a:pt x="35560" y="36830"/>
                  </a:lnTo>
                  <a:lnTo>
                    <a:pt x="34290" y="36830"/>
                  </a:lnTo>
                  <a:lnTo>
                    <a:pt x="34290" y="38100"/>
                  </a:lnTo>
                  <a:lnTo>
                    <a:pt x="31750" y="38100"/>
                  </a:lnTo>
                  <a:lnTo>
                    <a:pt x="31750" y="39370"/>
                  </a:lnTo>
                  <a:lnTo>
                    <a:pt x="30480" y="39370"/>
                  </a:lnTo>
                  <a:lnTo>
                    <a:pt x="30480" y="40640"/>
                  </a:lnTo>
                  <a:lnTo>
                    <a:pt x="29210" y="40640"/>
                  </a:lnTo>
                  <a:lnTo>
                    <a:pt x="29210" y="41910"/>
                  </a:lnTo>
                  <a:lnTo>
                    <a:pt x="27940" y="41910"/>
                  </a:lnTo>
                  <a:lnTo>
                    <a:pt x="27940" y="43180"/>
                  </a:lnTo>
                  <a:lnTo>
                    <a:pt x="26670" y="43180"/>
                  </a:lnTo>
                  <a:lnTo>
                    <a:pt x="26670" y="44450"/>
                  </a:lnTo>
                  <a:lnTo>
                    <a:pt x="24130" y="44450"/>
                  </a:lnTo>
                  <a:lnTo>
                    <a:pt x="24130" y="45720"/>
                  </a:lnTo>
                  <a:lnTo>
                    <a:pt x="22860" y="45720"/>
                  </a:lnTo>
                  <a:lnTo>
                    <a:pt x="22860" y="46990"/>
                  </a:lnTo>
                  <a:lnTo>
                    <a:pt x="21590" y="46990"/>
                  </a:lnTo>
                  <a:lnTo>
                    <a:pt x="21590" y="48260"/>
                  </a:lnTo>
                  <a:lnTo>
                    <a:pt x="20320" y="48260"/>
                  </a:lnTo>
                  <a:lnTo>
                    <a:pt x="20320" y="49530"/>
                  </a:lnTo>
                  <a:lnTo>
                    <a:pt x="19050" y="49530"/>
                  </a:lnTo>
                  <a:lnTo>
                    <a:pt x="19050" y="50800"/>
                  </a:lnTo>
                  <a:lnTo>
                    <a:pt x="17780" y="50800"/>
                  </a:lnTo>
                  <a:lnTo>
                    <a:pt x="17780" y="52070"/>
                  </a:lnTo>
                  <a:lnTo>
                    <a:pt x="16510" y="52070"/>
                  </a:lnTo>
                  <a:lnTo>
                    <a:pt x="16510" y="53340"/>
                  </a:lnTo>
                  <a:lnTo>
                    <a:pt x="15240" y="53340"/>
                  </a:lnTo>
                  <a:lnTo>
                    <a:pt x="15240" y="54610"/>
                  </a:lnTo>
                  <a:lnTo>
                    <a:pt x="13970" y="54610"/>
                  </a:lnTo>
                  <a:lnTo>
                    <a:pt x="13970" y="55880"/>
                  </a:lnTo>
                  <a:lnTo>
                    <a:pt x="12700" y="55880"/>
                  </a:lnTo>
                  <a:lnTo>
                    <a:pt x="12700" y="57150"/>
                  </a:lnTo>
                  <a:lnTo>
                    <a:pt x="337820" y="57150"/>
                  </a:lnTo>
                  <a:lnTo>
                    <a:pt x="337820" y="55880"/>
                  </a:lnTo>
                  <a:close/>
                </a:path>
                <a:path w="351789" h="184150">
                  <a:moveTo>
                    <a:pt x="351790" y="85090"/>
                  </a:moveTo>
                  <a:lnTo>
                    <a:pt x="350520" y="85090"/>
                  </a:lnTo>
                  <a:lnTo>
                    <a:pt x="350520" y="81280"/>
                  </a:lnTo>
                  <a:lnTo>
                    <a:pt x="350520" y="80010"/>
                  </a:lnTo>
                  <a:lnTo>
                    <a:pt x="349250" y="80010"/>
                  </a:lnTo>
                  <a:lnTo>
                    <a:pt x="349250" y="76200"/>
                  </a:lnTo>
                  <a:lnTo>
                    <a:pt x="349250" y="74930"/>
                  </a:lnTo>
                  <a:lnTo>
                    <a:pt x="347967" y="74930"/>
                  </a:lnTo>
                  <a:lnTo>
                    <a:pt x="347967" y="73660"/>
                  </a:lnTo>
                  <a:lnTo>
                    <a:pt x="347980" y="71120"/>
                  </a:lnTo>
                  <a:lnTo>
                    <a:pt x="346710" y="71120"/>
                  </a:lnTo>
                  <a:lnTo>
                    <a:pt x="346710" y="68580"/>
                  </a:lnTo>
                  <a:lnTo>
                    <a:pt x="345440" y="68580"/>
                  </a:lnTo>
                  <a:lnTo>
                    <a:pt x="345440" y="66040"/>
                  </a:lnTo>
                  <a:lnTo>
                    <a:pt x="344170" y="66040"/>
                  </a:lnTo>
                  <a:lnTo>
                    <a:pt x="344170" y="64770"/>
                  </a:lnTo>
                  <a:lnTo>
                    <a:pt x="342900" y="64770"/>
                  </a:lnTo>
                  <a:lnTo>
                    <a:pt x="342900" y="62230"/>
                  </a:lnTo>
                  <a:lnTo>
                    <a:pt x="341630" y="62230"/>
                  </a:lnTo>
                  <a:lnTo>
                    <a:pt x="341630" y="60960"/>
                  </a:lnTo>
                  <a:lnTo>
                    <a:pt x="340360" y="60960"/>
                  </a:lnTo>
                  <a:lnTo>
                    <a:pt x="340360" y="59690"/>
                  </a:lnTo>
                  <a:lnTo>
                    <a:pt x="339090" y="59690"/>
                  </a:lnTo>
                  <a:lnTo>
                    <a:pt x="339090" y="57162"/>
                  </a:lnTo>
                  <a:lnTo>
                    <a:pt x="11430" y="57162"/>
                  </a:lnTo>
                  <a:lnTo>
                    <a:pt x="11430" y="59690"/>
                  </a:lnTo>
                  <a:lnTo>
                    <a:pt x="10160" y="59690"/>
                  </a:lnTo>
                  <a:lnTo>
                    <a:pt x="10160" y="60960"/>
                  </a:lnTo>
                  <a:lnTo>
                    <a:pt x="10160" y="62230"/>
                  </a:lnTo>
                  <a:lnTo>
                    <a:pt x="8890" y="62230"/>
                  </a:lnTo>
                  <a:lnTo>
                    <a:pt x="8890" y="64770"/>
                  </a:lnTo>
                  <a:lnTo>
                    <a:pt x="7620" y="64770"/>
                  </a:lnTo>
                  <a:lnTo>
                    <a:pt x="7620" y="66040"/>
                  </a:lnTo>
                  <a:lnTo>
                    <a:pt x="6350" y="66040"/>
                  </a:lnTo>
                  <a:lnTo>
                    <a:pt x="6350" y="68580"/>
                  </a:lnTo>
                  <a:lnTo>
                    <a:pt x="5080" y="68580"/>
                  </a:lnTo>
                  <a:lnTo>
                    <a:pt x="5080" y="71120"/>
                  </a:lnTo>
                  <a:lnTo>
                    <a:pt x="3810" y="71120"/>
                  </a:lnTo>
                  <a:lnTo>
                    <a:pt x="3810" y="73660"/>
                  </a:lnTo>
                  <a:lnTo>
                    <a:pt x="2540" y="73660"/>
                  </a:lnTo>
                  <a:lnTo>
                    <a:pt x="2540" y="74930"/>
                  </a:lnTo>
                  <a:lnTo>
                    <a:pt x="2540" y="76200"/>
                  </a:lnTo>
                  <a:lnTo>
                    <a:pt x="1270" y="76200"/>
                  </a:lnTo>
                  <a:lnTo>
                    <a:pt x="1270" y="80010"/>
                  </a:lnTo>
                  <a:lnTo>
                    <a:pt x="1270" y="81280"/>
                  </a:lnTo>
                  <a:lnTo>
                    <a:pt x="0" y="81280"/>
                  </a:lnTo>
                  <a:lnTo>
                    <a:pt x="0" y="85090"/>
                  </a:lnTo>
                  <a:lnTo>
                    <a:pt x="0" y="99060"/>
                  </a:lnTo>
                  <a:lnTo>
                    <a:pt x="351790" y="99060"/>
                  </a:lnTo>
                  <a:lnTo>
                    <a:pt x="351790" y="8509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3">
              <a:extLst>
                <a:ext uri="{FF2B5EF4-FFF2-40B4-BE49-F238E27FC236}">
                  <a16:creationId xmlns:a16="http://schemas.microsoft.com/office/drawing/2014/main" id="{5CDC8C23-E743-6543-9B50-EC6061FC132A}"/>
                </a:ext>
              </a:extLst>
            </p:cNvPr>
            <p:cNvSpPr/>
            <p:nvPr/>
          </p:nvSpPr>
          <p:spPr>
            <a:xfrm>
              <a:off x="2736850" y="2840989"/>
              <a:ext cx="350520" cy="75565"/>
            </a:xfrm>
            <a:custGeom>
              <a:avLst/>
              <a:gdLst/>
              <a:ahLst/>
              <a:cxnLst/>
              <a:rect l="l" t="t" r="r" b="b"/>
              <a:pathLst>
                <a:path w="350519" h="75564">
                  <a:moveTo>
                    <a:pt x="267970" y="71374"/>
                  </a:moveTo>
                  <a:lnTo>
                    <a:pt x="85090" y="71374"/>
                  </a:lnTo>
                  <a:lnTo>
                    <a:pt x="85090" y="72390"/>
                  </a:lnTo>
                  <a:lnTo>
                    <a:pt x="88900" y="72390"/>
                  </a:lnTo>
                  <a:lnTo>
                    <a:pt x="88900" y="73914"/>
                  </a:lnTo>
                  <a:lnTo>
                    <a:pt x="91440" y="73914"/>
                  </a:lnTo>
                  <a:lnTo>
                    <a:pt x="91440" y="74930"/>
                  </a:lnTo>
                  <a:lnTo>
                    <a:pt x="257810" y="74930"/>
                  </a:lnTo>
                  <a:lnTo>
                    <a:pt x="257810" y="75057"/>
                  </a:lnTo>
                  <a:lnTo>
                    <a:pt x="260350" y="75057"/>
                  </a:lnTo>
                  <a:lnTo>
                    <a:pt x="260350" y="74930"/>
                  </a:lnTo>
                  <a:lnTo>
                    <a:pt x="260350" y="73914"/>
                  </a:lnTo>
                  <a:lnTo>
                    <a:pt x="265430" y="73914"/>
                  </a:lnTo>
                  <a:lnTo>
                    <a:pt x="265430" y="72390"/>
                  </a:lnTo>
                  <a:lnTo>
                    <a:pt x="267970" y="72390"/>
                  </a:lnTo>
                  <a:lnTo>
                    <a:pt x="267970" y="71374"/>
                  </a:lnTo>
                  <a:close/>
                </a:path>
                <a:path w="350519" h="75564">
                  <a:moveTo>
                    <a:pt x="274320" y="68707"/>
                  </a:moveTo>
                  <a:lnTo>
                    <a:pt x="77470" y="68707"/>
                  </a:lnTo>
                  <a:lnTo>
                    <a:pt x="77470" y="70104"/>
                  </a:lnTo>
                  <a:lnTo>
                    <a:pt x="82550" y="70104"/>
                  </a:lnTo>
                  <a:lnTo>
                    <a:pt x="82550" y="71120"/>
                  </a:lnTo>
                  <a:lnTo>
                    <a:pt x="267970" y="71120"/>
                  </a:lnTo>
                  <a:lnTo>
                    <a:pt x="267970" y="71374"/>
                  </a:lnTo>
                  <a:lnTo>
                    <a:pt x="271780" y="71374"/>
                  </a:lnTo>
                  <a:lnTo>
                    <a:pt x="271780" y="71120"/>
                  </a:lnTo>
                  <a:lnTo>
                    <a:pt x="271780" y="70104"/>
                  </a:lnTo>
                  <a:lnTo>
                    <a:pt x="274320" y="70104"/>
                  </a:lnTo>
                  <a:lnTo>
                    <a:pt x="274320" y="68707"/>
                  </a:lnTo>
                  <a:close/>
                </a:path>
                <a:path w="350519" h="75564">
                  <a:moveTo>
                    <a:pt x="285750" y="65024"/>
                  </a:moveTo>
                  <a:lnTo>
                    <a:pt x="68580" y="65024"/>
                  </a:lnTo>
                  <a:lnTo>
                    <a:pt x="68580" y="66040"/>
                  </a:lnTo>
                  <a:lnTo>
                    <a:pt x="71120" y="66040"/>
                  </a:lnTo>
                  <a:lnTo>
                    <a:pt x="71120" y="67564"/>
                  </a:lnTo>
                  <a:lnTo>
                    <a:pt x="74930" y="67564"/>
                  </a:lnTo>
                  <a:lnTo>
                    <a:pt x="74930" y="68580"/>
                  </a:lnTo>
                  <a:lnTo>
                    <a:pt x="274320" y="68580"/>
                  </a:lnTo>
                  <a:lnTo>
                    <a:pt x="274320" y="68707"/>
                  </a:lnTo>
                  <a:lnTo>
                    <a:pt x="279400" y="68707"/>
                  </a:lnTo>
                  <a:lnTo>
                    <a:pt x="279400" y="68580"/>
                  </a:lnTo>
                  <a:lnTo>
                    <a:pt x="279400" y="67564"/>
                  </a:lnTo>
                  <a:lnTo>
                    <a:pt x="281940" y="67564"/>
                  </a:lnTo>
                  <a:lnTo>
                    <a:pt x="281940" y="66040"/>
                  </a:lnTo>
                  <a:lnTo>
                    <a:pt x="285750" y="66040"/>
                  </a:lnTo>
                  <a:lnTo>
                    <a:pt x="285750" y="65024"/>
                  </a:lnTo>
                  <a:close/>
                </a:path>
                <a:path w="350519" h="75564">
                  <a:moveTo>
                    <a:pt x="290830" y="62357"/>
                  </a:moveTo>
                  <a:lnTo>
                    <a:pt x="62230" y="62357"/>
                  </a:lnTo>
                  <a:lnTo>
                    <a:pt x="62230" y="63754"/>
                  </a:lnTo>
                  <a:lnTo>
                    <a:pt x="63500" y="63754"/>
                  </a:lnTo>
                  <a:lnTo>
                    <a:pt x="63500" y="64770"/>
                  </a:lnTo>
                  <a:lnTo>
                    <a:pt x="285750" y="64770"/>
                  </a:lnTo>
                  <a:lnTo>
                    <a:pt x="285750" y="65024"/>
                  </a:lnTo>
                  <a:lnTo>
                    <a:pt x="288290" y="65024"/>
                  </a:lnTo>
                  <a:lnTo>
                    <a:pt x="288290" y="64770"/>
                  </a:lnTo>
                  <a:lnTo>
                    <a:pt x="288290" y="63754"/>
                  </a:lnTo>
                  <a:lnTo>
                    <a:pt x="290830" y="63754"/>
                  </a:lnTo>
                  <a:lnTo>
                    <a:pt x="290830" y="62357"/>
                  </a:lnTo>
                  <a:close/>
                </a:path>
                <a:path w="350519" h="75564">
                  <a:moveTo>
                    <a:pt x="298450" y="58674"/>
                  </a:moveTo>
                  <a:lnTo>
                    <a:pt x="54610" y="58674"/>
                  </a:lnTo>
                  <a:lnTo>
                    <a:pt x="54610" y="59690"/>
                  </a:lnTo>
                  <a:lnTo>
                    <a:pt x="57150" y="59690"/>
                  </a:lnTo>
                  <a:lnTo>
                    <a:pt x="57150" y="61214"/>
                  </a:lnTo>
                  <a:lnTo>
                    <a:pt x="59690" y="61214"/>
                  </a:lnTo>
                  <a:lnTo>
                    <a:pt x="59690" y="62230"/>
                  </a:lnTo>
                  <a:lnTo>
                    <a:pt x="290830" y="62230"/>
                  </a:lnTo>
                  <a:lnTo>
                    <a:pt x="290830" y="62357"/>
                  </a:lnTo>
                  <a:lnTo>
                    <a:pt x="293370" y="62357"/>
                  </a:lnTo>
                  <a:lnTo>
                    <a:pt x="293370" y="62230"/>
                  </a:lnTo>
                  <a:lnTo>
                    <a:pt x="293370" y="61214"/>
                  </a:lnTo>
                  <a:lnTo>
                    <a:pt x="295910" y="61214"/>
                  </a:lnTo>
                  <a:lnTo>
                    <a:pt x="295910" y="59690"/>
                  </a:lnTo>
                  <a:lnTo>
                    <a:pt x="298450" y="59690"/>
                  </a:lnTo>
                  <a:lnTo>
                    <a:pt x="298450" y="58674"/>
                  </a:lnTo>
                  <a:close/>
                </a:path>
                <a:path w="350519" h="75564">
                  <a:moveTo>
                    <a:pt x="303530" y="56007"/>
                  </a:moveTo>
                  <a:lnTo>
                    <a:pt x="49530" y="56007"/>
                  </a:lnTo>
                  <a:lnTo>
                    <a:pt x="49530" y="57404"/>
                  </a:lnTo>
                  <a:lnTo>
                    <a:pt x="50800" y="57404"/>
                  </a:lnTo>
                  <a:lnTo>
                    <a:pt x="50800" y="58420"/>
                  </a:lnTo>
                  <a:lnTo>
                    <a:pt x="298450" y="58420"/>
                  </a:lnTo>
                  <a:lnTo>
                    <a:pt x="298450" y="58674"/>
                  </a:lnTo>
                  <a:lnTo>
                    <a:pt x="299720" y="58674"/>
                  </a:lnTo>
                  <a:lnTo>
                    <a:pt x="299720" y="58420"/>
                  </a:lnTo>
                  <a:lnTo>
                    <a:pt x="299720" y="57404"/>
                  </a:lnTo>
                  <a:lnTo>
                    <a:pt x="303530" y="57404"/>
                  </a:lnTo>
                  <a:lnTo>
                    <a:pt x="303530" y="56007"/>
                  </a:lnTo>
                  <a:close/>
                </a:path>
                <a:path w="350519" h="75564">
                  <a:moveTo>
                    <a:pt x="311150" y="52324"/>
                  </a:moveTo>
                  <a:lnTo>
                    <a:pt x="41910" y="52324"/>
                  </a:lnTo>
                  <a:lnTo>
                    <a:pt x="41910" y="53340"/>
                  </a:lnTo>
                  <a:lnTo>
                    <a:pt x="44450" y="53340"/>
                  </a:lnTo>
                  <a:lnTo>
                    <a:pt x="44450" y="54864"/>
                  </a:lnTo>
                  <a:lnTo>
                    <a:pt x="46990" y="54864"/>
                  </a:lnTo>
                  <a:lnTo>
                    <a:pt x="46990" y="55880"/>
                  </a:lnTo>
                  <a:lnTo>
                    <a:pt x="303530" y="55880"/>
                  </a:lnTo>
                  <a:lnTo>
                    <a:pt x="303530" y="56007"/>
                  </a:lnTo>
                  <a:lnTo>
                    <a:pt x="306070" y="56007"/>
                  </a:lnTo>
                  <a:lnTo>
                    <a:pt x="306070" y="55880"/>
                  </a:lnTo>
                  <a:lnTo>
                    <a:pt x="306070" y="54864"/>
                  </a:lnTo>
                  <a:lnTo>
                    <a:pt x="308610" y="54864"/>
                  </a:lnTo>
                  <a:lnTo>
                    <a:pt x="308610" y="53340"/>
                  </a:lnTo>
                  <a:lnTo>
                    <a:pt x="311150" y="53340"/>
                  </a:lnTo>
                  <a:lnTo>
                    <a:pt x="311150" y="52324"/>
                  </a:lnTo>
                  <a:close/>
                </a:path>
                <a:path w="350519" h="75564">
                  <a:moveTo>
                    <a:pt x="314960" y="49657"/>
                  </a:moveTo>
                  <a:lnTo>
                    <a:pt x="38100" y="49657"/>
                  </a:lnTo>
                  <a:lnTo>
                    <a:pt x="38100" y="51054"/>
                  </a:lnTo>
                  <a:lnTo>
                    <a:pt x="39370" y="51054"/>
                  </a:lnTo>
                  <a:lnTo>
                    <a:pt x="39370" y="52070"/>
                  </a:lnTo>
                  <a:lnTo>
                    <a:pt x="311150" y="52070"/>
                  </a:lnTo>
                  <a:lnTo>
                    <a:pt x="311150" y="52324"/>
                  </a:lnTo>
                  <a:lnTo>
                    <a:pt x="312420" y="52324"/>
                  </a:lnTo>
                  <a:lnTo>
                    <a:pt x="312420" y="52070"/>
                  </a:lnTo>
                  <a:lnTo>
                    <a:pt x="312420" y="51054"/>
                  </a:lnTo>
                  <a:lnTo>
                    <a:pt x="314960" y="51054"/>
                  </a:lnTo>
                  <a:lnTo>
                    <a:pt x="314960" y="49657"/>
                  </a:lnTo>
                  <a:close/>
                </a:path>
                <a:path w="350519" h="75564">
                  <a:moveTo>
                    <a:pt x="320040" y="45974"/>
                  </a:moveTo>
                  <a:lnTo>
                    <a:pt x="31750" y="45974"/>
                  </a:lnTo>
                  <a:lnTo>
                    <a:pt x="31750" y="46990"/>
                  </a:lnTo>
                  <a:lnTo>
                    <a:pt x="34290" y="46990"/>
                  </a:lnTo>
                  <a:lnTo>
                    <a:pt x="34290" y="48514"/>
                  </a:lnTo>
                  <a:lnTo>
                    <a:pt x="35560" y="48514"/>
                  </a:lnTo>
                  <a:lnTo>
                    <a:pt x="35560" y="49530"/>
                  </a:lnTo>
                  <a:lnTo>
                    <a:pt x="314960" y="49530"/>
                  </a:lnTo>
                  <a:lnTo>
                    <a:pt x="314960" y="49657"/>
                  </a:lnTo>
                  <a:lnTo>
                    <a:pt x="316230" y="49657"/>
                  </a:lnTo>
                  <a:lnTo>
                    <a:pt x="316230" y="49530"/>
                  </a:lnTo>
                  <a:lnTo>
                    <a:pt x="316230" y="48514"/>
                  </a:lnTo>
                  <a:lnTo>
                    <a:pt x="317500" y="48514"/>
                  </a:lnTo>
                  <a:lnTo>
                    <a:pt x="317500" y="46990"/>
                  </a:lnTo>
                  <a:lnTo>
                    <a:pt x="320040" y="46990"/>
                  </a:lnTo>
                  <a:lnTo>
                    <a:pt x="320040" y="45974"/>
                  </a:lnTo>
                  <a:close/>
                </a:path>
                <a:path w="350519" h="75564">
                  <a:moveTo>
                    <a:pt x="322567" y="43307"/>
                  </a:moveTo>
                  <a:lnTo>
                    <a:pt x="27940" y="43307"/>
                  </a:lnTo>
                  <a:lnTo>
                    <a:pt x="27940" y="44704"/>
                  </a:lnTo>
                  <a:lnTo>
                    <a:pt x="29210" y="44704"/>
                  </a:lnTo>
                  <a:lnTo>
                    <a:pt x="29210" y="45720"/>
                  </a:lnTo>
                  <a:lnTo>
                    <a:pt x="320040" y="45720"/>
                  </a:lnTo>
                  <a:lnTo>
                    <a:pt x="320040" y="45974"/>
                  </a:lnTo>
                  <a:lnTo>
                    <a:pt x="321310" y="45974"/>
                  </a:lnTo>
                  <a:lnTo>
                    <a:pt x="321310" y="45720"/>
                  </a:lnTo>
                  <a:lnTo>
                    <a:pt x="321310" y="44704"/>
                  </a:lnTo>
                  <a:lnTo>
                    <a:pt x="322567" y="44704"/>
                  </a:lnTo>
                  <a:lnTo>
                    <a:pt x="322567" y="43307"/>
                  </a:lnTo>
                  <a:close/>
                </a:path>
                <a:path w="350519" h="75564">
                  <a:moveTo>
                    <a:pt x="327660" y="39624"/>
                  </a:moveTo>
                  <a:lnTo>
                    <a:pt x="22860" y="39624"/>
                  </a:lnTo>
                  <a:lnTo>
                    <a:pt x="22860" y="40640"/>
                  </a:lnTo>
                  <a:lnTo>
                    <a:pt x="25400" y="40640"/>
                  </a:lnTo>
                  <a:lnTo>
                    <a:pt x="25400" y="42164"/>
                  </a:lnTo>
                  <a:lnTo>
                    <a:pt x="26670" y="42164"/>
                  </a:lnTo>
                  <a:lnTo>
                    <a:pt x="26670" y="43180"/>
                  </a:lnTo>
                  <a:lnTo>
                    <a:pt x="322567" y="43180"/>
                  </a:lnTo>
                  <a:lnTo>
                    <a:pt x="322567" y="43307"/>
                  </a:lnTo>
                  <a:lnTo>
                    <a:pt x="323850" y="43307"/>
                  </a:lnTo>
                  <a:lnTo>
                    <a:pt x="323850" y="43180"/>
                  </a:lnTo>
                  <a:lnTo>
                    <a:pt x="323850" y="42164"/>
                  </a:lnTo>
                  <a:lnTo>
                    <a:pt x="326390" y="42164"/>
                  </a:lnTo>
                  <a:lnTo>
                    <a:pt x="326390" y="40640"/>
                  </a:lnTo>
                  <a:lnTo>
                    <a:pt x="327660" y="40640"/>
                  </a:lnTo>
                  <a:lnTo>
                    <a:pt x="327660" y="39624"/>
                  </a:lnTo>
                  <a:close/>
                </a:path>
                <a:path w="350519" h="75564">
                  <a:moveTo>
                    <a:pt x="330200" y="36957"/>
                  </a:moveTo>
                  <a:lnTo>
                    <a:pt x="20320" y="36957"/>
                  </a:lnTo>
                  <a:lnTo>
                    <a:pt x="20320" y="38354"/>
                  </a:lnTo>
                  <a:lnTo>
                    <a:pt x="21590" y="38354"/>
                  </a:lnTo>
                  <a:lnTo>
                    <a:pt x="21590" y="39370"/>
                  </a:lnTo>
                  <a:lnTo>
                    <a:pt x="327660" y="39370"/>
                  </a:lnTo>
                  <a:lnTo>
                    <a:pt x="327660" y="39624"/>
                  </a:lnTo>
                  <a:lnTo>
                    <a:pt x="328917" y="39624"/>
                  </a:lnTo>
                  <a:lnTo>
                    <a:pt x="328917" y="39370"/>
                  </a:lnTo>
                  <a:lnTo>
                    <a:pt x="328917" y="38354"/>
                  </a:lnTo>
                  <a:lnTo>
                    <a:pt x="330200" y="38354"/>
                  </a:lnTo>
                  <a:lnTo>
                    <a:pt x="330200" y="36957"/>
                  </a:lnTo>
                  <a:close/>
                </a:path>
                <a:path w="350519" h="75564">
                  <a:moveTo>
                    <a:pt x="335267" y="30607"/>
                  </a:moveTo>
                  <a:lnTo>
                    <a:pt x="15240" y="30607"/>
                  </a:lnTo>
                  <a:lnTo>
                    <a:pt x="15240" y="32004"/>
                  </a:lnTo>
                  <a:lnTo>
                    <a:pt x="16510" y="32004"/>
                  </a:lnTo>
                  <a:lnTo>
                    <a:pt x="16510" y="34290"/>
                  </a:lnTo>
                  <a:lnTo>
                    <a:pt x="17780" y="34290"/>
                  </a:lnTo>
                  <a:lnTo>
                    <a:pt x="17780" y="35814"/>
                  </a:lnTo>
                  <a:lnTo>
                    <a:pt x="19050" y="35814"/>
                  </a:lnTo>
                  <a:lnTo>
                    <a:pt x="19050" y="36830"/>
                  </a:lnTo>
                  <a:lnTo>
                    <a:pt x="330200" y="36830"/>
                  </a:lnTo>
                  <a:lnTo>
                    <a:pt x="330200" y="36957"/>
                  </a:lnTo>
                  <a:lnTo>
                    <a:pt x="331470" y="36957"/>
                  </a:lnTo>
                  <a:lnTo>
                    <a:pt x="331470" y="36830"/>
                  </a:lnTo>
                  <a:lnTo>
                    <a:pt x="331470" y="35814"/>
                  </a:lnTo>
                  <a:lnTo>
                    <a:pt x="332740" y="35814"/>
                  </a:lnTo>
                  <a:lnTo>
                    <a:pt x="332740" y="34290"/>
                  </a:lnTo>
                  <a:lnTo>
                    <a:pt x="334010" y="34290"/>
                  </a:lnTo>
                  <a:lnTo>
                    <a:pt x="334010" y="32004"/>
                  </a:lnTo>
                  <a:lnTo>
                    <a:pt x="335267" y="32004"/>
                  </a:lnTo>
                  <a:lnTo>
                    <a:pt x="335267" y="30607"/>
                  </a:lnTo>
                  <a:close/>
                </a:path>
                <a:path w="350519" h="75564">
                  <a:moveTo>
                    <a:pt x="339090" y="26924"/>
                  </a:moveTo>
                  <a:lnTo>
                    <a:pt x="11430" y="26924"/>
                  </a:lnTo>
                  <a:lnTo>
                    <a:pt x="11430" y="27940"/>
                  </a:lnTo>
                  <a:lnTo>
                    <a:pt x="12700" y="27940"/>
                  </a:lnTo>
                  <a:lnTo>
                    <a:pt x="12700" y="29464"/>
                  </a:lnTo>
                  <a:lnTo>
                    <a:pt x="13970" y="29464"/>
                  </a:lnTo>
                  <a:lnTo>
                    <a:pt x="13970" y="30480"/>
                  </a:lnTo>
                  <a:lnTo>
                    <a:pt x="335267" y="30480"/>
                  </a:lnTo>
                  <a:lnTo>
                    <a:pt x="335267" y="30607"/>
                  </a:lnTo>
                  <a:lnTo>
                    <a:pt x="336550" y="30607"/>
                  </a:lnTo>
                  <a:lnTo>
                    <a:pt x="336550" y="30480"/>
                  </a:lnTo>
                  <a:lnTo>
                    <a:pt x="336550" y="29464"/>
                  </a:lnTo>
                  <a:lnTo>
                    <a:pt x="337820" y="29464"/>
                  </a:lnTo>
                  <a:lnTo>
                    <a:pt x="337820" y="27940"/>
                  </a:lnTo>
                  <a:lnTo>
                    <a:pt x="339090" y="27940"/>
                  </a:lnTo>
                  <a:lnTo>
                    <a:pt x="339090" y="26924"/>
                  </a:lnTo>
                  <a:close/>
                </a:path>
                <a:path w="350519" h="75564">
                  <a:moveTo>
                    <a:pt x="344170" y="20574"/>
                  </a:moveTo>
                  <a:lnTo>
                    <a:pt x="7620" y="20574"/>
                  </a:lnTo>
                  <a:lnTo>
                    <a:pt x="7620" y="21590"/>
                  </a:lnTo>
                  <a:lnTo>
                    <a:pt x="8890" y="21590"/>
                  </a:lnTo>
                  <a:lnTo>
                    <a:pt x="8890" y="22860"/>
                  </a:lnTo>
                  <a:lnTo>
                    <a:pt x="8890" y="24130"/>
                  </a:lnTo>
                  <a:lnTo>
                    <a:pt x="10160" y="24130"/>
                  </a:lnTo>
                  <a:lnTo>
                    <a:pt x="10160" y="25400"/>
                  </a:lnTo>
                  <a:lnTo>
                    <a:pt x="11430" y="25400"/>
                  </a:lnTo>
                  <a:lnTo>
                    <a:pt x="11430" y="26670"/>
                  </a:lnTo>
                  <a:lnTo>
                    <a:pt x="340360" y="26670"/>
                  </a:lnTo>
                  <a:lnTo>
                    <a:pt x="340360" y="25400"/>
                  </a:lnTo>
                  <a:lnTo>
                    <a:pt x="340360" y="24257"/>
                  </a:lnTo>
                  <a:lnTo>
                    <a:pt x="341617" y="24257"/>
                  </a:lnTo>
                  <a:lnTo>
                    <a:pt x="341617" y="24130"/>
                  </a:lnTo>
                  <a:lnTo>
                    <a:pt x="341617" y="22860"/>
                  </a:lnTo>
                  <a:lnTo>
                    <a:pt x="342900" y="22860"/>
                  </a:lnTo>
                  <a:lnTo>
                    <a:pt x="342900" y="21590"/>
                  </a:lnTo>
                  <a:lnTo>
                    <a:pt x="344170" y="21590"/>
                  </a:lnTo>
                  <a:lnTo>
                    <a:pt x="344170" y="20574"/>
                  </a:lnTo>
                  <a:close/>
                </a:path>
                <a:path w="350519" h="75564">
                  <a:moveTo>
                    <a:pt x="35052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70" y="5080"/>
                  </a:lnTo>
                  <a:lnTo>
                    <a:pt x="1270" y="8890"/>
                  </a:lnTo>
                  <a:lnTo>
                    <a:pt x="1270" y="10160"/>
                  </a:lnTo>
                  <a:lnTo>
                    <a:pt x="2540" y="10160"/>
                  </a:lnTo>
                  <a:lnTo>
                    <a:pt x="2540" y="12700"/>
                  </a:lnTo>
                  <a:lnTo>
                    <a:pt x="3810" y="12700"/>
                  </a:lnTo>
                  <a:lnTo>
                    <a:pt x="3810" y="13970"/>
                  </a:lnTo>
                  <a:lnTo>
                    <a:pt x="3810" y="15240"/>
                  </a:lnTo>
                  <a:lnTo>
                    <a:pt x="5080" y="15240"/>
                  </a:lnTo>
                  <a:lnTo>
                    <a:pt x="5080" y="16510"/>
                  </a:lnTo>
                  <a:lnTo>
                    <a:pt x="5080" y="17780"/>
                  </a:lnTo>
                  <a:lnTo>
                    <a:pt x="6350" y="17780"/>
                  </a:lnTo>
                  <a:lnTo>
                    <a:pt x="6350" y="19050"/>
                  </a:lnTo>
                  <a:lnTo>
                    <a:pt x="6350" y="20320"/>
                  </a:lnTo>
                  <a:lnTo>
                    <a:pt x="344170" y="20320"/>
                  </a:lnTo>
                  <a:lnTo>
                    <a:pt x="344170" y="19050"/>
                  </a:lnTo>
                  <a:lnTo>
                    <a:pt x="345440" y="19050"/>
                  </a:lnTo>
                  <a:lnTo>
                    <a:pt x="345440" y="17780"/>
                  </a:lnTo>
                  <a:lnTo>
                    <a:pt x="345440" y="16510"/>
                  </a:lnTo>
                  <a:lnTo>
                    <a:pt x="346710" y="16510"/>
                  </a:lnTo>
                  <a:lnTo>
                    <a:pt x="346710" y="15240"/>
                  </a:lnTo>
                  <a:lnTo>
                    <a:pt x="346710" y="13970"/>
                  </a:lnTo>
                  <a:lnTo>
                    <a:pt x="347980" y="13970"/>
                  </a:lnTo>
                  <a:lnTo>
                    <a:pt x="347980" y="12700"/>
                  </a:lnTo>
                  <a:lnTo>
                    <a:pt x="347980" y="10160"/>
                  </a:lnTo>
                  <a:lnTo>
                    <a:pt x="347980" y="8890"/>
                  </a:lnTo>
                  <a:lnTo>
                    <a:pt x="349250" y="8890"/>
                  </a:lnTo>
                  <a:lnTo>
                    <a:pt x="349250" y="5207"/>
                  </a:lnTo>
                  <a:lnTo>
                    <a:pt x="350520" y="5207"/>
                  </a:lnTo>
                  <a:lnTo>
                    <a:pt x="350520" y="5080"/>
                  </a:lnTo>
                  <a:lnTo>
                    <a:pt x="350520" y="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4">
              <a:extLst>
                <a:ext uri="{FF2B5EF4-FFF2-40B4-BE49-F238E27FC236}">
                  <a16:creationId xmlns:a16="http://schemas.microsoft.com/office/drawing/2014/main" id="{D2052E04-DF59-408B-FBAB-F6F9CA02778C}"/>
                </a:ext>
              </a:extLst>
            </p:cNvPr>
            <p:cNvSpPr/>
            <p:nvPr/>
          </p:nvSpPr>
          <p:spPr>
            <a:xfrm>
              <a:off x="2772410" y="2843529"/>
              <a:ext cx="283210" cy="6350"/>
            </a:xfrm>
            <a:custGeom>
              <a:avLst/>
              <a:gdLst/>
              <a:ahLst/>
              <a:cxnLst/>
              <a:rect l="l" t="t" r="r" b="b"/>
              <a:pathLst>
                <a:path w="283210" h="6350">
                  <a:moveTo>
                    <a:pt x="2832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70" y="3810"/>
                  </a:lnTo>
                  <a:lnTo>
                    <a:pt x="1270" y="6350"/>
                  </a:lnTo>
                  <a:lnTo>
                    <a:pt x="281940" y="6350"/>
                  </a:lnTo>
                  <a:lnTo>
                    <a:pt x="281940" y="3810"/>
                  </a:lnTo>
                  <a:lnTo>
                    <a:pt x="281940" y="2540"/>
                  </a:lnTo>
                  <a:lnTo>
                    <a:pt x="283210" y="2540"/>
                  </a:lnTo>
                  <a:lnTo>
                    <a:pt x="283210" y="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9" name="object 1395">
              <a:extLst>
                <a:ext uri="{FF2B5EF4-FFF2-40B4-BE49-F238E27FC236}">
                  <a16:creationId xmlns:a16="http://schemas.microsoft.com/office/drawing/2014/main" id="{5CD0A645-D9F6-D0A6-9EC7-F29B47F4876B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769870" y="2757169"/>
              <a:ext cx="287019" cy="152400"/>
            </a:xfrm>
            <a:prstGeom prst="rect">
              <a:avLst/>
            </a:prstGeom>
          </p:spPr>
        </p:pic>
      </p:grpSp>
      <p:grpSp>
        <p:nvGrpSpPr>
          <p:cNvPr id="1400" name="object 1396">
            <a:extLst>
              <a:ext uri="{FF2B5EF4-FFF2-40B4-BE49-F238E27FC236}">
                <a16:creationId xmlns:a16="http://schemas.microsoft.com/office/drawing/2014/main" id="{0642A99C-F27B-FC98-64FC-EAC92E090189}"/>
              </a:ext>
            </a:extLst>
          </p:cNvPr>
          <p:cNvGrpSpPr/>
          <p:nvPr/>
        </p:nvGrpSpPr>
        <p:grpSpPr>
          <a:xfrm>
            <a:off x="1730147" y="2581047"/>
            <a:ext cx="320675" cy="518795"/>
            <a:chOff x="1730147" y="2581047"/>
            <a:chExt cx="320675" cy="518795"/>
          </a:xfrm>
        </p:grpSpPr>
        <p:sp>
          <p:nvSpPr>
            <p:cNvPr id="1401" name="object 1397">
              <a:extLst>
                <a:ext uri="{FF2B5EF4-FFF2-40B4-BE49-F238E27FC236}">
                  <a16:creationId xmlns:a16="http://schemas.microsoft.com/office/drawing/2014/main" id="{35BBA7FE-B105-6098-E9E0-AD27122A8339}"/>
                </a:ext>
              </a:extLst>
            </p:cNvPr>
            <p:cNvSpPr/>
            <p:nvPr/>
          </p:nvSpPr>
          <p:spPr>
            <a:xfrm>
              <a:off x="173482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26072"/>
                  </a:lnTo>
                  <a:close/>
                </a:path>
                <a:path w="6350" h="255269">
                  <a:moveTo>
                    <a:pt x="635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6350" y="226060"/>
                  </a:lnTo>
                  <a:lnTo>
                    <a:pt x="6350" y="194322"/>
                  </a:lnTo>
                  <a:close/>
                </a:path>
                <a:path w="6350" h="255269">
                  <a:moveTo>
                    <a:pt x="635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6350" y="194310"/>
                  </a:lnTo>
                  <a:lnTo>
                    <a:pt x="6350" y="1625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73672"/>
                  </a:lnTo>
                  <a:close/>
                </a:path>
                <a:path w="6350" h="255269">
                  <a:moveTo>
                    <a:pt x="635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4827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8A7D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398">
              <a:extLst>
                <a:ext uri="{FF2B5EF4-FFF2-40B4-BE49-F238E27FC236}">
                  <a16:creationId xmlns:a16="http://schemas.microsoft.com/office/drawing/2014/main" id="{271845E5-66CE-A261-2511-C5A47C91D8BF}"/>
                </a:ext>
              </a:extLst>
            </p:cNvPr>
            <p:cNvSpPr/>
            <p:nvPr/>
          </p:nvSpPr>
          <p:spPr>
            <a:xfrm>
              <a:off x="174117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B7E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399">
              <a:extLst>
                <a:ext uri="{FF2B5EF4-FFF2-40B4-BE49-F238E27FC236}">
                  <a16:creationId xmlns:a16="http://schemas.microsoft.com/office/drawing/2014/main" id="{6EB052D6-D0C9-EFD2-5C6F-631FA14A60E4}"/>
                </a:ext>
              </a:extLst>
            </p:cNvPr>
            <p:cNvSpPr/>
            <p:nvPr/>
          </p:nvSpPr>
          <p:spPr>
            <a:xfrm>
              <a:off x="174879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26072"/>
                  </a:lnTo>
                  <a:close/>
                </a:path>
                <a:path w="6350" h="255269">
                  <a:moveTo>
                    <a:pt x="635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6350" y="226060"/>
                  </a:lnTo>
                  <a:lnTo>
                    <a:pt x="6350" y="194322"/>
                  </a:lnTo>
                  <a:close/>
                </a:path>
                <a:path w="6350" h="255269">
                  <a:moveTo>
                    <a:pt x="635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6350" y="194310"/>
                  </a:lnTo>
                  <a:lnTo>
                    <a:pt x="6350" y="1625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73672"/>
                  </a:lnTo>
                  <a:close/>
                </a:path>
                <a:path w="6350" h="255269">
                  <a:moveTo>
                    <a:pt x="635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4827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8D80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0">
              <a:extLst>
                <a:ext uri="{FF2B5EF4-FFF2-40B4-BE49-F238E27FC236}">
                  <a16:creationId xmlns:a16="http://schemas.microsoft.com/office/drawing/2014/main" id="{2EDF207F-2663-AAC0-A7AC-F0ADDB2BFC53}"/>
                </a:ext>
              </a:extLst>
            </p:cNvPr>
            <p:cNvSpPr/>
            <p:nvPr/>
          </p:nvSpPr>
          <p:spPr>
            <a:xfrm>
              <a:off x="175514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F8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1">
              <a:extLst>
                <a:ext uri="{FF2B5EF4-FFF2-40B4-BE49-F238E27FC236}">
                  <a16:creationId xmlns:a16="http://schemas.microsoft.com/office/drawing/2014/main" id="{8A4CD404-7B45-4644-D1E7-A517CC95E905}"/>
                </a:ext>
              </a:extLst>
            </p:cNvPr>
            <p:cNvSpPr/>
            <p:nvPr/>
          </p:nvSpPr>
          <p:spPr>
            <a:xfrm>
              <a:off x="176276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084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2">
              <a:extLst>
                <a:ext uri="{FF2B5EF4-FFF2-40B4-BE49-F238E27FC236}">
                  <a16:creationId xmlns:a16="http://schemas.microsoft.com/office/drawing/2014/main" id="{554B310B-90C1-7F8E-2501-D4C435861108}"/>
                </a:ext>
              </a:extLst>
            </p:cNvPr>
            <p:cNvSpPr/>
            <p:nvPr/>
          </p:nvSpPr>
          <p:spPr>
            <a:xfrm>
              <a:off x="177038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286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3">
              <a:extLst>
                <a:ext uri="{FF2B5EF4-FFF2-40B4-BE49-F238E27FC236}">
                  <a16:creationId xmlns:a16="http://schemas.microsoft.com/office/drawing/2014/main" id="{CB956473-88A6-3A33-F087-E8EEC6FB32DF}"/>
                </a:ext>
              </a:extLst>
            </p:cNvPr>
            <p:cNvSpPr/>
            <p:nvPr/>
          </p:nvSpPr>
          <p:spPr>
            <a:xfrm>
              <a:off x="177800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26072"/>
                  </a:lnTo>
                  <a:close/>
                </a:path>
                <a:path w="6350" h="255269">
                  <a:moveTo>
                    <a:pt x="635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6350" y="226060"/>
                  </a:lnTo>
                  <a:lnTo>
                    <a:pt x="6350" y="194322"/>
                  </a:lnTo>
                  <a:close/>
                </a:path>
                <a:path w="6350" h="255269">
                  <a:moveTo>
                    <a:pt x="635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6350" y="194310"/>
                  </a:lnTo>
                  <a:lnTo>
                    <a:pt x="6350" y="1625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73672"/>
                  </a:lnTo>
                  <a:close/>
                </a:path>
                <a:path w="6350" h="255269">
                  <a:moveTo>
                    <a:pt x="635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4827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488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4">
              <a:extLst>
                <a:ext uri="{FF2B5EF4-FFF2-40B4-BE49-F238E27FC236}">
                  <a16:creationId xmlns:a16="http://schemas.microsoft.com/office/drawing/2014/main" id="{A2029979-DE49-F819-A0F7-EBE16E60261A}"/>
                </a:ext>
              </a:extLst>
            </p:cNvPr>
            <p:cNvSpPr/>
            <p:nvPr/>
          </p:nvSpPr>
          <p:spPr>
            <a:xfrm>
              <a:off x="178435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58A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5">
              <a:extLst>
                <a:ext uri="{FF2B5EF4-FFF2-40B4-BE49-F238E27FC236}">
                  <a16:creationId xmlns:a16="http://schemas.microsoft.com/office/drawing/2014/main" id="{1FAB7559-7FE2-6607-2295-605620531513}"/>
                </a:ext>
              </a:extLst>
            </p:cNvPr>
            <p:cNvSpPr/>
            <p:nvPr/>
          </p:nvSpPr>
          <p:spPr>
            <a:xfrm>
              <a:off x="179197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78C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06">
              <a:extLst>
                <a:ext uri="{FF2B5EF4-FFF2-40B4-BE49-F238E27FC236}">
                  <a16:creationId xmlns:a16="http://schemas.microsoft.com/office/drawing/2014/main" id="{A0C9D1DC-FF64-2144-5B12-F5496EF66001}"/>
                </a:ext>
              </a:extLst>
            </p:cNvPr>
            <p:cNvSpPr/>
            <p:nvPr/>
          </p:nvSpPr>
          <p:spPr>
            <a:xfrm>
              <a:off x="179959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98D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07">
              <a:extLst>
                <a:ext uri="{FF2B5EF4-FFF2-40B4-BE49-F238E27FC236}">
                  <a16:creationId xmlns:a16="http://schemas.microsoft.com/office/drawing/2014/main" id="{89DFEFD0-B576-3C3A-37B6-5EAA2E8436A7}"/>
                </a:ext>
              </a:extLst>
            </p:cNvPr>
            <p:cNvSpPr/>
            <p:nvPr/>
          </p:nvSpPr>
          <p:spPr>
            <a:xfrm>
              <a:off x="180721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B8F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08">
              <a:extLst>
                <a:ext uri="{FF2B5EF4-FFF2-40B4-BE49-F238E27FC236}">
                  <a16:creationId xmlns:a16="http://schemas.microsoft.com/office/drawing/2014/main" id="{108A902A-F30B-58F3-0A1B-A99464938E19}"/>
                </a:ext>
              </a:extLst>
            </p:cNvPr>
            <p:cNvSpPr/>
            <p:nvPr/>
          </p:nvSpPr>
          <p:spPr>
            <a:xfrm>
              <a:off x="181483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26072"/>
                  </a:lnTo>
                  <a:close/>
                </a:path>
                <a:path w="6350" h="255269">
                  <a:moveTo>
                    <a:pt x="635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6350" y="226060"/>
                  </a:lnTo>
                  <a:lnTo>
                    <a:pt x="6350" y="194322"/>
                  </a:lnTo>
                  <a:close/>
                </a:path>
                <a:path w="6350" h="255269">
                  <a:moveTo>
                    <a:pt x="635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6350" y="194310"/>
                  </a:lnTo>
                  <a:lnTo>
                    <a:pt x="6350" y="1625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6350" y="1625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73672"/>
                  </a:lnTo>
                  <a:close/>
                </a:path>
                <a:path w="6350" h="255269">
                  <a:moveTo>
                    <a:pt x="635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6350" y="73660"/>
                  </a:lnTo>
                  <a:lnTo>
                    <a:pt x="6350" y="4827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6350" y="4826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C91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09">
              <a:extLst>
                <a:ext uri="{FF2B5EF4-FFF2-40B4-BE49-F238E27FC236}">
                  <a16:creationId xmlns:a16="http://schemas.microsoft.com/office/drawing/2014/main" id="{2AC5AC36-A3C8-4C62-11D8-CAFFA872B177}"/>
                </a:ext>
              </a:extLst>
            </p:cNvPr>
            <p:cNvSpPr/>
            <p:nvPr/>
          </p:nvSpPr>
          <p:spPr>
            <a:xfrm>
              <a:off x="182118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19" h="255269">
                  <a:moveTo>
                    <a:pt x="7620" y="226072"/>
                  </a:moveTo>
                  <a:lnTo>
                    <a:pt x="0" y="2260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26072"/>
                  </a:lnTo>
                  <a:close/>
                </a:path>
                <a:path w="7619" h="255269">
                  <a:moveTo>
                    <a:pt x="7620" y="194322"/>
                  </a:moveTo>
                  <a:lnTo>
                    <a:pt x="0" y="194322"/>
                  </a:lnTo>
                  <a:lnTo>
                    <a:pt x="0" y="226060"/>
                  </a:lnTo>
                  <a:lnTo>
                    <a:pt x="7620" y="226060"/>
                  </a:lnTo>
                  <a:lnTo>
                    <a:pt x="7620" y="194322"/>
                  </a:lnTo>
                  <a:close/>
                </a:path>
                <a:path w="7619" h="255269">
                  <a:moveTo>
                    <a:pt x="7620" y="162572"/>
                  </a:moveTo>
                  <a:lnTo>
                    <a:pt x="0" y="162572"/>
                  </a:lnTo>
                  <a:lnTo>
                    <a:pt x="0" y="194310"/>
                  </a:lnTo>
                  <a:lnTo>
                    <a:pt x="7620" y="194310"/>
                  </a:lnTo>
                  <a:lnTo>
                    <a:pt x="7620" y="162572"/>
                  </a:lnTo>
                  <a:close/>
                </a:path>
                <a:path w="7619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62560"/>
                  </a:lnTo>
                  <a:lnTo>
                    <a:pt x="7620" y="162560"/>
                  </a:lnTo>
                  <a:lnTo>
                    <a:pt x="7620" y="130822"/>
                  </a:lnTo>
                  <a:close/>
                </a:path>
                <a:path w="7619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19" h="255269">
                  <a:moveTo>
                    <a:pt x="7620" y="73672"/>
                  </a:moveTo>
                  <a:lnTo>
                    <a:pt x="0" y="7367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73672"/>
                  </a:lnTo>
                  <a:close/>
                </a:path>
                <a:path w="7619" h="255269">
                  <a:moveTo>
                    <a:pt x="7620" y="48272"/>
                  </a:moveTo>
                  <a:lnTo>
                    <a:pt x="0" y="48272"/>
                  </a:lnTo>
                  <a:lnTo>
                    <a:pt x="0" y="73660"/>
                  </a:lnTo>
                  <a:lnTo>
                    <a:pt x="7620" y="73660"/>
                  </a:lnTo>
                  <a:lnTo>
                    <a:pt x="7620" y="48272"/>
                  </a:lnTo>
                  <a:close/>
                </a:path>
                <a:path w="7619" h="255269">
                  <a:moveTo>
                    <a:pt x="762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7620" y="4826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E93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0">
              <a:extLst>
                <a:ext uri="{FF2B5EF4-FFF2-40B4-BE49-F238E27FC236}">
                  <a16:creationId xmlns:a16="http://schemas.microsoft.com/office/drawing/2014/main" id="{B8DA8743-C749-2C50-417C-1AD1B19F83FA}"/>
                </a:ext>
              </a:extLst>
            </p:cNvPr>
            <p:cNvSpPr/>
            <p:nvPr/>
          </p:nvSpPr>
          <p:spPr>
            <a:xfrm>
              <a:off x="1828800" y="2585720"/>
              <a:ext cx="7620" cy="509270"/>
            </a:xfrm>
            <a:custGeom>
              <a:avLst/>
              <a:gdLst/>
              <a:ahLst/>
              <a:cxnLst/>
              <a:rect l="l" t="t" r="r" b="b"/>
              <a:pathLst>
                <a:path w="7619" h="509269">
                  <a:moveTo>
                    <a:pt x="3809" y="0"/>
                  </a:moveTo>
                  <a:lnTo>
                    <a:pt x="2539" y="0"/>
                  </a:lnTo>
                  <a:lnTo>
                    <a:pt x="2539" y="3810"/>
                  </a:lnTo>
                  <a:lnTo>
                    <a:pt x="6350" y="3810"/>
                  </a:lnTo>
                  <a:lnTo>
                    <a:pt x="6350" y="2540"/>
                  </a:lnTo>
                  <a:lnTo>
                    <a:pt x="5079" y="2540"/>
                  </a:lnTo>
                  <a:lnTo>
                    <a:pt x="507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  <a:path w="7619" h="509269">
                  <a:moveTo>
                    <a:pt x="7619" y="3810"/>
                  </a:moveTo>
                  <a:lnTo>
                    <a:pt x="2539" y="3810"/>
                  </a:lnTo>
                  <a:lnTo>
                    <a:pt x="2539" y="60960"/>
                  </a:lnTo>
                  <a:lnTo>
                    <a:pt x="7619" y="60960"/>
                  </a:lnTo>
                  <a:lnTo>
                    <a:pt x="7619" y="3810"/>
                  </a:lnTo>
                  <a:close/>
                </a:path>
                <a:path w="7619" h="509269">
                  <a:moveTo>
                    <a:pt x="7619" y="60960"/>
                  </a:moveTo>
                  <a:lnTo>
                    <a:pt x="2539" y="60960"/>
                  </a:lnTo>
                  <a:lnTo>
                    <a:pt x="2539" y="118110"/>
                  </a:lnTo>
                  <a:lnTo>
                    <a:pt x="7619" y="118110"/>
                  </a:lnTo>
                  <a:lnTo>
                    <a:pt x="7619" y="60960"/>
                  </a:lnTo>
                  <a:close/>
                </a:path>
                <a:path w="7619" h="509269">
                  <a:moveTo>
                    <a:pt x="7619" y="118110"/>
                  </a:moveTo>
                  <a:lnTo>
                    <a:pt x="2539" y="118110"/>
                  </a:lnTo>
                  <a:lnTo>
                    <a:pt x="2539" y="127000"/>
                  </a:lnTo>
                  <a:lnTo>
                    <a:pt x="0" y="127000"/>
                  </a:lnTo>
                  <a:lnTo>
                    <a:pt x="0" y="175260"/>
                  </a:lnTo>
                  <a:lnTo>
                    <a:pt x="7619" y="175260"/>
                  </a:lnTo>
                  <a:lnTo>
                    <a:pt x="7619" y="118110"/>
                  </a:lnTo>
                  <a:close/>
                </a:path>
                <a:path w="7619" h="509269">
                  <a:moveTo>
                    <a:pt x="7619" y="175260"/>
                  </a:moveTo>
                  <a:lnTo>
                    <a:pt x="0" y="175260"/>
                  </a:lnTo>
                  <a:lnTo>
                    <a:pt x="0" y="200660"/>
                  </a:lnTo>
                  <a:lnTo>
                    <a:pt x="7619" y="200660"/>
                  </a:lnTo>
                  <a:lnTo>
                    <a:pt x="7619" y="175260"/>
                  </a:lnTo>
                  <a:close/>
                </a:path>
                <a:path w="7619" h="509269">
                  <a:moveTo>
                    <a:pt x="7619" y="200660"/>
                  </a:moveTo>
                  <a:lnTo>
                    <a:pt x="0" y="200660"/>
                  </a:lnTo>
                  <a:lnTo>
                    <a:pt x="0" y="232410"/>
                  </a:lnTo>
                  <a:lnTo>
                    <a:pt x="7619" y="232410"/>
                  </a:lnTo>
                  <a:lnTo>
                    <a:pt x="7619" y="200660"/>
                  </a:lnTo>
                  <a:close/>
                </a:path>
                <a:path w="7619" h="509269">
                  <a:moveTo>
                    <a:pt x="7619" y="232410"/>
                  </a:moveTo>
                  <a:lnTo>
                    <a:pt x="0" y="232410"/>
                  </a:lnTo>
                  <a:lnTo>
                    <a:pt x="0" y="257810"/>
                  </a:lnTo>
                  <a:lnTo>
                    <a:pt x="7619" y="257810"/>
                  </a:lnTo>
                  <a:lnTo>
                    <a:pt x="7619" y="232410"/>
                  </a:lnTo>
                  <a:close/>
                </a:path>
                <a:path w="7619" h="509269">
                  <a:moveTo>
                    <a:pt x="7619" y="257810"/>
                  </a:moveTo>
                  <a:lnTo>
                    <a:pt x="0" y="257810"/>
                  </a:lnTo>
                  <a:lnTo>
                    <a:pt x="0" y="289560"/>
                  </a:lnTo>
                  <a:lnTo>
                    <a:pt x="7619" y="289560"/>
                  </a:lnTo>
                  <a:lnTo>
                    <a:pt x="7619" y="257810"/>
                  </a:lnTo>
                  <a:close/>
                </a:path>
                <a:path w="7619" h="509269">
                  <a:moveTo>
                    <a:pt x="7619" y="289560"/>
                  </a:moveTo>
                  <a:lnTo>
                    <a:pt x="0" y="289560"/>
                  </a:lnTo>
                  <a:lnTo>
                    <a:pt x="0" y="321310"/>
                  </a:lnTo>
                  <a:lnTo>
                    <a:pt x="7619" y="321310"/>
                  </a:lnTo>
                  <a:lnTo>
                    <a:pt x="7619" y="289560"/>
                  </a:lnTo>
                  <a:close/>
                </a:path>
                <a:path w="7619" h="509269">
                  <a:moveTo>
                    <a:pt x="7619" y="321310"/>
                  </a:moveTo>
                  <a:lnTo>
                    <a:pt x="0" y="321310"/>
                  </a:lnTo>
                  <a:lnTo>
                    <a:pt x="0" y="353060"/>
                  </a:lnTo>
                  <a:lnTo>
                    <a:pt x="7619" y="353060"/>
                  </a:lnTo>
                  <a:lnTo>
                    <a:pt x="7619" y="321310"/>
                  </a:lnTo>
                  <a:close/>
                </a:path>
                <a:path w="7619" h="509269">
                  <a:moveTo>
                    <a:pt x="7619" y="353060"/>
                  </a:moveTo>
                  <a:lnTo>
                    <a:pt x="0" y="353060"/>
                  </a:lnTo>
                  <a:lnTo>
                    <a:pt x="0" y="382270"/>
                  </a:lnTo>
                  <a:lnTo>
                    <a:pt x="2539" y="382270"/>
                  </a:lnTo>
                  <a:lnTo>
                    <a:pt x="2539" y="384810"/>
                  </a:lnTo>
                  <a:lnTo>
                    <a:pt x="7619" y="384810"/>
                  </a:lnTo>
                  <a:lnTo>
                    <a:pt x="7619" y="353060"/>
                  </a:lnTo>
                  <a:close/>
                </a:path>
                <a:path w="7619" h="509269">
                  <a:moveTo>
                    <a:pt x="7619" y="384810"/>
                  </a:moveTo>
                  <a:lnTo>
                    <a:pt x="2539" y="384810"/>
                  </a:lnTo>
                  <a:lnTo>
                    <a:pt x="2539" y="416560"/>
                  </a:lnTo>
                  <a:lnTo>
                    <a:pt x="7619" y="416560"/>
                  </a:lnTo>
                  <a:lnTo>
                    <a:pt x="7619" y="384810"/>
                  </a:lnTo>
                  <a:close/>
                </a:path>
                <a:path w="7619" h="509269">
                  <a:moveTo>
                    <a:pt x="7619" y="416560"/>
                  </a:moveTo>
                  <a:lnTo>
                    <a:pt x="2539" y="416560"/>
                  </a:lnTo>
                  <a:lnTo>
                    <a:pt x="2539" y="448310"/>
                  </a:lnTo>
                  <a:lnTo>
                    <a:pt x="7619" y="448310"/>
                  </a:lnTo>
                  <a:lnTo>
                    <a:pt x="7619" y="416560"/>
                  </a:lnTo>
                  <a:close/>
                </a:path>
                <a:path w="7619" h="509269">
                  <a:moveTo>
                    <a:pt x="7619" y="448310"/>
                  </a:moveTo>
                  <a:lnTo>
                    <a:pt x="2539" y="448310"/>
                  </a:lnTo>
                  <a:lnTo>
                    <a:pt x="2539" y="509270"/>
                  </a:lnTo>
                  <a:lnTo>
                    <a:pt x="5079" y="509270"/>
                  </a:lnTo>
                  <a:lnTo>
                    <a:pt x="5079" y="508000"/>
                  </a:lnTo>
                  <a:lnTo>
                    <a:pt x="6350" y="508000"/>
                  </a:lnTo>
                  <a:lnTo>
                    <a:pt x="6350" y="506730"/>
                  </a:lnTo>
                  <a:lnTo>
                    <a:pt x="7619" y="506730"/>
                  </a:lnTo>
                  <a:lnTo>
                    <a:pt x="7619" y="448310"/>
                  </a:lnTo>
                  <a:close/>
                </a:path>
              </a:pathLst>
            </a:custGeom>
            <a:solidFill>
              <a:srgbClr val="A095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1">
              <a:extLst>
                <a:ext uri="{FF2B5EF4-FFF2-40B4-BE49-F238E27FC236}">
                  <a16:creationId xmlns:a16="http://schemas.microsoft.com/office/drawing/2014/main" id="{7073CE39-9114-2B3E-7CBA-D654534CCF23}"/>
                </a:ext>
              </a:extLst>
            </p:cNvPr>
            <p:cNvSpPr/>
            <p:nvPr/>
          </p:nvSpPr>
          <p:spPr>
            <a:xfrm>
              <a:off x="1836420" y="2592070"/>
              <a:ext cx="7620" cy="497840"/>
            </a:xfrm>
            <a:custGeom>
              <a:avLst/>
              <a:gdLst/>
              <a:ahLst/>
              <a:cxnLst/>
              <a:rect l="l" t="t" r="r" b="b"/>
              <a:pathLst>
                <a:path w="7619" h="497839">
                  <a:moveTo>
                    <a:pt x="1269" y="0"/>
                  </a:moveTo>
                  <a:lnTo>
                    <a:pt x="0" y="0"/>
                  </a:lnTo>
                  <a:lnTo>
                    <a:pt x="0" y="54609"/>
                  </a:lnTo>
                  <a:lnTo>
                    <a:pt x="7619" y="54609"/>
                  </a:lnTo>
                  <a:lnTo>
                    <a:pt x="7619" y="7619"/>
                  </a:lnTo>
                  <a:lnTo>
                    <a:pt x="6350" y="7619"/>
                  </a:lnTo>
                  <a:lnTo>
                    <a:pt x="635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19" h="497839">
                  <a:moveTo>
                    <a:pt x="7619" y="54610"/>
                  </a:moveTo>
                  <a:lnTo>
                    <a:pt x="0" y="54610"/>
                  </a:lnTo>
                  <a:lnTo>
                    <a:pt x="0" y="111759"/>
                  </a:lnTo>
                  <a:lnTo>
                    <a:pt x="7619" y="111759"/>
                  </a:lnTo>
                  <a:lnTo>
                    <a:pt x="7619" y="54610"/>
                  </a:lnTo>
                  <a:close/>
                </a:path>
                <a:path w="7619" h="497839">
                  <a:moveTo>
                    <a:pt x="7619" y="111760"/>
                  </a:moveTo>
                  <a:lnTo>
                    <a:pt x="0" y="111760"/>
                  </a:lnTo>
                  <a:lnTo>
                    <a:pt x="0" y="168909"/>
                  </a:lnTo>
                  <a:lnTo>
                    <a:pt x="7619" y="168909"/>
                  </a:lnTo>
                  <a:lnTo>
                    <a:pt x="7619" y="111760"/>
                  </a:lnTo>
                  <a:close/>
                </a:path>
                <a:path w="7619" h="497839">
                  <a:moveTo>
                    <a:pt x="7619" y="168910"/>
                  </a:moveTo>
                  <a:lnTo>
                    <a:pt x="0" y="168910"/>
                  </a:lnTo>
                  <a:lnTo>
                    <a:pt x="0" y="194309"/>
                  </a:lnTo>
                  <a:lnTo>
                    <a:pt x="7619" y="194309"/>
                  </a:lnTo>
                  <a:lnTo>
                    <a:pt x="7619" y="168910"/>
                  </a:lnTo>
                  <a:close/>
                </a:path>
                <a:path w="7619" h="497839">
                  <a:moveTo>
                    <a:pt x="7619" y="194310"/>
                  </a:moveTo>
                  <a:lnTo>
                    <a:pt x="0" y="194310"/>
                  </a:lnTo>
                  <a:lnTo>
                    <a:pt x="0" y="226059"/>
                  </a:lnTo>
                  <a:lnTo>
                    <a:pt x="7619" y="226059"/>
                  </a:lnTo>
                  <a:lnTo>
                    <a:pt x="7619" y="194310"/>
                  </a:lnTo>
                  <a:close/>
                </a:path>
                <a:path w="7619" h="497839">
                  <a:moveTo>
                    <a:pt x="7619" y="226060"/>
                  </a:moveTo>
                  <a:lnTo>
                    <a:pt x="0" y="226060"/>
                  </a:lnTo>
                  <a:lnTo>
                    <a:pt x="0" y="251459"/>
                  </a:lnTo>
                  <a:lnTo>
                    <a:pt x="7619" y="251459"/>
                  </a:lnTo>
                  <a:lnTo>
                    <a:pt x="7619" y="226060"/>
                  </a:lnTo>
                  <a:close/>
                </a:path>
                <a:path w="7619" h="497839">
                  <a:moveTo>
                    <a:pt x="7619" y="251460"/>
                  </a:moveTo>
                  <a:lnTo>
                    <a:pt x="0" y="251460"/>
                  </a:lnTo>
                  <a:lnTo>
                    <a:pt x="0" y="283209"/>
                  </a:lnTo>
                  <a:lnTo>
                    <a:pt x="7619" y="283209"/>
                  </a:lnTo>
                  <a:lnTo>
                    <a:pt x="7619" y="251460"/>
                  </a:lnTo>
                  <a:close/>
                </a:path>
                <a:path w="7619" h="497839">
                  <a:moveTo>
                    <a:pt x="7619" y="283210"/>
                  </a:moveTo>
                  <a:lnTo>
                    <a:pt x="0" y="283210"/>
                  </a:lnTo>
                  <a:lnTo>
                    <a:pt x="0" y="314959"/>
                  </a:lnTo>
                  <a:lnTo>
                    <a:pt x="7619" y="314959"/>
                  </a:lnTo>
                  <a:lnTo>
                    <a:pt x="7619" y="283210"/>
                  </a:lnTo>
                  <a:close/>
                </a:path>
                <a:path w="7619" h="497839">
                  <a:moveTo>
                    <a:pt x="7619" y="314960"/>
                  </a:moveTo>
                  <a:lnTo>
                    <a:pt x="0" y="314960"/>
                  </a:lnTo>
                  <a:lnTo>
                    <a:pt x="0" y="346709"/>
                  </a:lnTo>
                  <a:lnTo>
                    <a:pt x="7619" y="346709"/>
                  </a:lnTo>
                  <a:lnTo>
                    <a:pt x="7619" y="314960"/>
                  </a:lnTo>
                  <a:close/>
                </a:path>
                <a:path w="7619" h="497839">
                  <a:moveTo>
                    <a:pt x="7619" y="346710"/>
                  </a:moveTo>
                  <a:lnTo>
                    <a:pt x="0" y="346710"/>
                  </a:lnTo>
                  <a:lnTo>
                    <a:pt x="0" y="378459"/>
                  </a:lnTo>
                  <a:lnTo>
                    <a:pt x="7619" y="378459"/>
                  </a:lnTo>
                  <a:lnTo>
                    <a:pt x="7619" y="346710"/>
                  </a:lnTo>
                  <a:close/>
                </a:path>
                <a:path w="7619" h="497839">
                  <a:moveTo>
                    <a:pt x="7619" y="378460"/>
                  </a:moveTo>
                  <a:lnTo>
                    <a:pt x="0" y="378460"/>
                  </a:lnTo>
                  <a:lnTo>
                    <a:pt x="0" y="410209"/>
                  </a:lnTo>
                  <a:lnTo>
                    <a:pt x="7619" y="410209"/>
                  </a:lnTo>
                  <a:lnTo>
                    <a:pt x="7619" y="378460"/>
                  </a:lnTo>
                  <a:close/>
                </a:path>
                <a:path w="7619" h="497839">
                  <a:moveTo>
                    <a:pt x="7619" y="410210"/>
                  </a:moveTo>
                  <a:lnTo>
                    <a:pt x="0" y="410210"/>
                  </a:lnTo>
                  <a:lnTo>
                    <a:pt x="0" y="441959"/>
                  </a:lnTo>
                  <a:lnTo>
                    <a:pt x="7619" y="441959"/>
                  </a:lnTo>
                  <a:lnTo>
                    <a:pt x="7619" y="410210"/>
                  </a:lnTo>
                  <a:close/>
                </a:path>
                <a:path w="7619" h="497839">
                  <a:moveTo>
                    <a:pt x="7619" y="441960"/>
                  </a:moveTo>
                  <a:lnTo>
                    <a:pt x="0" y="441960"/>
                  </a:lnTo>
                  <a:lnTo>
                    <a:pt x="0" y="497839"/>
                  </a:lnTo>
                  <a:lnTo>
                    <a:pt x="1269" y="497839"/>
                  </a:lnTo>
                  <a:lnTo>
                    <a:pt x="1269" y="496569"/>
                  </a:lnTo>
                  <a:lnTo>
                    <a:pt x="2539" y="496569"/>
                  </a:lnTo>
                  <a:lnTo>
                    <a:pt x="2539" y="495300"/>
                  </a:lnTo>
                  <a:lnTo>
                    <a:pt x="3809" y="495300"/>
                  </a:lnTo>
                  <a:lnTo>
                    <a:pt x="3809" y="494029"/>
                  </a:lnTo>
                  <a:lnTo>
                    <a:pt x="5080" y="494029"/>
                  </a:lnTo>
                  <a:lnTo>
                    <a:pt x="5080" y="492759"/>
                  </a:lnTo>
                  <a:lnTo>
                    <a:pt x="6350" y="492759"/>
                  </a:lnTo>
                  <a:lnTo>
                    <a:pt x="6350" y="490219"/>
                  </a:lnTo>
                  <a:lnTo>
                    <a:pt x="7619" y="490219"/>
                  </a:lnTo>
                  <a:lnTo>
                    <a:pt x="7619" y="441960"/>
                  </a:lnTo>
                  <a:close/>
                </a:path>
              </a:pathLst>
            </a:custGeom>
            <a:solidFill>
              <a:srgbClr val="A197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2">
              <a:extLst>
                <a:ext uri="{FF2B5EF4-FFF2-40B4-BE49-F238E27FC236}">
                  <a16:creationId xmlns:a16="http://schemas.microsoft.com/office/drawing/2014/main" id="{C75F9FB3-C283-3A37-BF3F-2DD980E25930}"/>
                </a:ext>
              </a:extLst>
            </p:cNvPr>
            <p:cNvSpPr/>
            <p:nvPr/>
          </p:nvSpPr>
          <p:spPr>
            <a:xfrm>
              <a:off x="1844040" y="2600960"/>
              <a:ext cx="6350" cy="480059"/>
            </a:xfrm>
            <a:custGeom>
              <a:avLst/>
              <a:gdLst/>
              <a:ahLst/>
              <a:cxnLst/>
              <a:rect l="l" t="t" r="r" b="b"/>
              <a:pathLst>
                <a:path w="6350" h="480060">
                  <a:moveTo>
                    <a:pt x="1269" y="0"/>
                  </a:moveTo>
                  <a:lnTo>
                    <a:pt x="0" y="0"/>
                  </a:lnTo>
                  <a:lnTo>
                    <a:pt x="0" y="45719"/>
                  </a:lnTo>
                  <a:lnTo>
                    <a:pt x="6350" y="45719"/>
                  </a:lnTo>
                  <a:lnTo>
                    <a:pt x="6350" y="5079"/>
                  </a:lnTo>
                  <a:lnTo>
                    <a:pt x="5080" y="5079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6350" h="480060">
                  <a:moveTo>
                    <a:pt x="6350" y="45720"/>
                  </a:moveTo>
                  <a:lnTo>
                    <a:pt x="0" y="45720"/>
                  </a:lnTo>
                  <a:lnTo>
                    <a:pt x="0" y="102869"/>
                  </a:lnTo>
                  <a:lnTo>
                    <a:pt x="6350" y="102869"/>
                  </a:lnTo>
                  <a:lnTo>
                    <a:pt x="6350" y="45720"/>
                  </a:lnTo>
                  <a:close/>
                </a:path>
                <a:path w="6350" h="480060">
                  <a:moveTo>
                    <a:pt x="6350" y="102870"/>
                  </a:moveTo>
                  <a:lnTo>
                    <a:pt x="0" y="102870"/>
                  </a:lnTo>
                  <a:lnTo>
                    <a:pt x="0" y="160019"/>
                  </a:lnTo>
                  <a:lnTo>
                    <a:pt x="6350" y="160019"/>
                  </a:lnTo>
                  <a:lnTo>
                    <a:pt x="6350" y="102870"/>
                  </a:lnTo>
                  <a:close/>
                </a:path>
                <a:path w="6350" h="480060">
                  <a:moveTo>
                    <a:pt x="6350" y="160020"/>
                  </a:moveTo>
                  <a:lnTo>
                    <a:pt x="0" y="160020"/>
                  </a:lnTo>
                  <a:lnTo>
                    <a:pt x="0" y="185419"/>
                  </a:lnTo>
                  <a:lnTo>
                    <a:pt x="6350" y="185419"/>
                  </a:lnTo>
                  <a:lnTo>
                    <a:pt x="6350" y="160020"/>
                  </a:lnTo>
                  <a:close/>
                </a:path>
                <a:path w="6350" h="480060">
                  <a:moveTo>
                    <a:pt x="6350" y="185420"/>
                  </a:moveTo>
                  <a:lnTo>
                    <a:pt x="0" y="185420"/>
                  </a:lnTo>
                  <a:lnTo>
                    <a:pt x="0" y="217169"/>
                  </a:lnTo>
                  <a:lnTo>
                    <a:pt x="6350" y="217169"/>
                  </a:lnTo>
                  <a:lnTo>
                    <a:pt x="6350" y="185420"/>
                  </a:lnTo>
                  <a:close/>
                </a:path>
                <a:path w="6350" h="480060">
                  <a:moveTo>
                    <a:pt x="6350" y="217170"/>
                  </a:moveTo>
                  <a:lnTo>
                    <a:pt x="0" y="217170"/>
                  </a:lnTo>
                  <a:lnTo>
                    <a:pt x="0" y="242569"/>
                  </a:lnTo>
                  <a:lnTo>
                    <a:pt x="6350" y="242569"/>
                  </a:lnTo>
                  <a:lnTo>
                    <a:pt x="6350" y="217170"/>
                  </a:lnTo>
                  <a:close/>
                </a:path>
                <a:path w="6350" h="480060">
                  <a:moveTo>
                    <a:pt x="6350" y="242570"/>
                  </a:moveTo>
                  <a:lnTo>
                    <a:pt x="0" y="242570"/>
                  </a:lnTo>
                  <a:lnTo>
                    <a:pt x="0" y="274319"/>
                  </a:lnTo>
                  <a:lnTo>
                    <a:pt x="6350" y="274319"/>
                  </a:lnTo>
                  <a:lnTo>
                    <a:pt x="6350" y="242570"/>
                  </a:lnTo>
                  <a:close/>
                </a:path>
                <a:path w="6350" h="480060">
                  <a:moveTo>
                    <a:pt x="6350" y="274320"/>
                  </a:moveTo>
                  <a:lnTo>
                    <a:pt x="0" y="274320"/>
                  </a:lnTo>
                  <a:lnTo>
                    <a:pt x="0" y="306069"/>
                  </a:lnTo>
                  <a:lnTo>
                    <a:pt x="6350" y="306069"/>
                  </a:lnTo>
                  <a:lnTo>
                    <a:pt x="6350" y="274320"/>
                  </a:lnTo>
                  <a:close/>
                </a:path>
                <a:path w="6350" h="480060">
                  <a:moveTo>
                    <a:pt x="6350" y="306070"/>
                  </a:moveTo>
                  <a:lnTo>
                    <a:pt x="0" y="306070"/>
                  </a:lnTo>
                  <a:lnTo>
                    <a:pt x="0" y="337819"/>
                  </a:lnTo>
                  <a:lnTo>
                    <a:pt x="6350" y="337819"/>
                  </a:lnTo>
                  <a:lnTo>
                    <a:pt x="6350" y="306070"/>
                  </a:lnTo>
                  <a:close/>
                </a:path>
                <a:path w="6350" h="480060">
                  <a:moveTo>
                    <a:pt x="6350" y="337820"/>
                  </a:moveTo>
                  <a:lnTo>
                    <a:pt x="0" y="337820"/>
                  </a:lnTo>
                  <a:lnTo>
                    <a:pt x="0" y="369569"/>
                  </a:lnTo>
                  <a:lnTo>
                    <a:pt x="6350" y="369569"/>
                  </a:lnTo>
                  <a:lnTo>
                    <a:pt x="6350" y="337820"/>
                  </a:lnTo>
                  <a:close/>
                </a:path>
                <a:path w="6350" h="480060">
                  <a:moveTo>
                    <a:pt x="6350" y="369570"/>
                  </a:moveTo>
                  <a:lnTo>
                    <a:pt x="0" y="369570"/>
                  </a:lnTo>
                  <a:lnTo>
                    <a:pt x="0" y="401319"/>
                  </a:lnTo>
                  <a:lnTo>
                    <a:pt x="6350" y="401319"/>
                  </a:lnTo>
                  <a:lnTo>
                    <a:pt x="6350" y="369570"/>
                  </a:lnTo>
                  <a:close/>
                </a:path>
                <a:path w="6350" h="480060">
                  <a:moveTo>
                    <a:pt x="6350" y="401320"/>
                  </a:moveTo>
                  <a:lnTo>
                    <a:pt x="0" y="401320"/>
                  </a:lnTo>
                  <a:lnTo>
                    <a:pt x="0" y="433069"/>
                  </a:lnTo>
                  <a:lnTo>
                    <a:pt x="6350" y="433069"/>
                  </a:lnTo>
                  <a:lnTo>
                    <a:pt x="6350" y="401320"/>
                  </a:lnTo>
                  <a:close/>
                </a:path>
                <a:path w="6350" h="480060">
                  <a:moveTo>
                    <a:pt x="6350" y="433070"/>
                  </a:moveTo>
                  <a:lnTo>
                    <a:pt x="0" y="433070"/>
                  </a:lnTo>
                  <a:lnTo>
                    <a:pt x="0" y="480060"/>
                  </a:lnTo>
                  <a:lnTo>
                    <a:pt x="1269" y="480060"/>
                  </a:lnTo>
                  <a:lnTo>
                    <a:pt x="1269" y="478789"/>
                  </a:lnTo>
                  <a:lnTo>
                    <a:pt x="2539" y="478789"/>
                  </a:lnTo>
                  <a:lnTo>
                    <a:pt x="2539" y="477519"/>
                  </a:lnTo>
                  <a:lnTo>
                    <a:pt x="3810" y="477519"/>
                  </a:lnTo>
                  <a:lnTo>
                    <a:pt x="3810" y="476250"/>
                  </a:lnTo>
                  <a:lnTo>
                    <a:pt x="5080" y="476250"/>
                  </a:lnTo>
                  <a:lnTo>
                    <a:pt x="5080" y="473710"/>
                  </a:lnTo>
                  <a:lnTo>
                    <a:pt x="6350" y="473710"/>
                  </a:lnTo>
                  <a:lnTo>
                    <a:pt x="6350" y="433070"/>
                  </a:lnTo>
                  <a:close/>
                </a:path>
              </a:pathLst>
            </a:custGeom>
            <a:solidFill>
              <a:srgbClr val="A399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3">
              <a:extLst>
                <a:ext uri="{FF2B5EF4-FFF2-40B4-BE49-F238E27FC236}">
                  <a16:creationId xmlns:a16="http://schemas.microsoft.com/office/drawing/2014/main" id="{307007BC-3F8F-D227-DDA6-D19BAD8C40CD}"/>
                </a:ext>
              </a:extLst>
            </p:cNvPr>
            <p:cNvSpPr/>
            <p:nvPr/>
          </p:nvSpPr>
          <p:spPr>
            <a:xfrm>
              <a:off x="1850390" y="2608580"/>
              <a:ext cx="7620" cy="464820"/>
            </a:xfrm>
            <a:custGeom>
              <a:avLst/>
              <a:gdLst/>
              <a:ahLst/>
              <a:cxnLst/>
              <a:rect l="l" t="t" r="r" b="b"/>
              <a:pathLst>
                <a:path w="7619" h="464819">
                  <a:moveTo>
                    <a:pt x="1269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19" h="464819">
                  <a:moveTo>
                    <a:pt x="7620" y="38100"/>
                  </a:moveTo>
                  <a:lnTo>
                    <a:pt x="0" y="3810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38100"/>
                  </a:lnTo>
                  <a:close/>
                </a:path>
                <a:path w="7619" h="464819">
                  <a:moveTo>
                    <a:pt x="7620" y="95250"/>
                  </a:moveTo>
                  <a:lnTo>
                    <a:pt x="0" y="9525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95250"/>
                  </a:lnTo>
                  <a:close/>
                </a:path>
                <a:path w="7619" h="464819">
                  <a:moveTo>
                    <a:pt x="7620" y="152400"/>
                  </a:moveTo>
                  <a:lnTo>
                    <a:pt x="0" y="15240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52400"/>
                  </a:lnTo>
                  <a:close/>
                </a:path>
                <a:path w="7619" h="464819">
                  <a:moveTo>
                    <a:pt x="7620" y="177800"/>
                  </a:moveTo>
                  <a:lnTo>
                    <a:pt x="0" y="177800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177800"/>
                  </a:lnTo>
                  <a:close/>
                </a:path>
                <a:path w="7619" h="464819">
                  <a:moveTo>
                    <a:pt x="7620" y="209550"/>
                  </a:moveTo>
                  <a:lnTo>
                    <a:pt x="0" y="209550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09550"/>
                  </a:lnTo>
                  <a:close/>
                </a:path>
                <a:path w="7619" h="464819">
                  <a:moveTo>
                    <a:pt x="7620" y="234950"/>
                  </a:moveTo>
                  <a:lnTo>
                    <a:pt x="0" y="234950"/>
                  </a:lnTo>
                  <a:lnTo>
                    <a:pt x="0" y="266700"/>
                  </a:lnTo>
                  <a:lnTo>
                    <a:pt x="7620" y="266700"/>
                  </a:lnTo>
                  <a:lnTo>
                    <a:pt x="7620" y="234950"/>
                  </a:lnTo>
                  <a:close/>
                </a:path>
                <a:path w="7619" h="464819">
                  <a:moveTo>
                    <a:pt x="7620" y="266700"/>
                  </a:moveTo>
                  <a:lnTo>
                    <a:pt x="0" y="266700"/>
                  </a:lnTo>
                  <a:lnTo>
                    <a:pt x="0" y="298450"/>
                  </a:lnTo>
                  <a:lnTo>
                    <a:pt x="7620" y="298450"/>
                  </a:lnTo>
                  <a:lnTo>
                    <a:pt x="7620" y="266700"/>
                  </a:lnTo>
                  <a:close/>
                </a:path>
                <a:path w="7619" h="464819">
                  <a:moveTo>
                    <a:pt x="7620" y="298450"/>
                  </a:moveTo>
                  <a:lnTo>
                    <a:pt x="0" y="298450"/>
                  </a:lnTo>
                  <a:lnTo>
                    <a:pt x="0" y="330200"/>
                  </a:lnTo>
                  <a:lnTo>
                    <a:pt x="7620" y="330200"/>
                  </a:lnTo>
                  <a:lnTo>
                    <a:pt x="7620" y="298450"/>
                  </a:lnTo>
                  <a:close/>
                </a:path>
                <a:path w="7619" h="464819">
                  <a:moveTo>
                    <a:pt x="7620" y="330200"/>
                  </a:moveTo>
                  <a:lnTo>
                    <a:pt x="0" y="330200"/>
                  </a:lnTo>
                  <a:lnTo>
                    <a:pt x="0" y="361950"/>
                  </a:lnTo>
                  <a:lnTo>
                    <a:pt x="7620" y="361950"/>
                  </a:lnTo>
                  <a:lnTo>
                    <a:pt x="7620" y="330200"/>
                  </a:lnTo>
                  <a:close/>
                </a:path>
                <a:path w="7619" h="464819">
                  <a:moveTo>
                    <a:pt x="7620" y="361950"/>
                  </a:moveTo>
                  <a:lnTo>
                    <a:pt x="0" y="361950"/>
                  </a:lnTo>
                  <a:lnTo>
                    <a:pt x="0" y="393700"/>
                  </a:lnTo>
                  <a:lnTo>
                    <a:pt x="7620" y="393700"/>
                  </a:lnTo>
                  <a:lnTo>
                    <a:pt x="7620" y="361950"/>
                  </a:lnTo>
                  <a:close/>
                </a:path>
                <a:path w="7619" h="464819">
                  <a:moveTo>
                    <a:pt x="7620" y="393700"/>
                  </a:moveTo>
                  <a:lnTo>
                    <a:pt x="0" y="393700"/>
                  </a:lnTo>
                  <a:lnTo>
                    <a:pt x="0" y="425450"/>
                  </a:lnTo>
                  <a:lnTo>
                    <a:pt x="7620" y="425450"/>
                  </a:lnTo>
                  <a:lnTo>
                    <a:pt x="7620" y="393700"/>
                  </a:lnTo>
                  <a:close/>
                </a:path>
                <a:path w="7619" h="464819">
                  <a:moveTo>
                    <a:pt x="7620" y="425450"/>
                  </a:moveTo>
                  <a:lnTo>
                    <a:pt x="0" y="425450"/>
                  </a:lnTo>
                  <a:lnTo>
                    <a:pt x="0" y="464820"/>
                  </a:lnTo>
                  <a:lnTo>
                    <a:pt x="1269" y="464820"/>
                  </a:lnTo>
                  <a:lnTo>
                    <a:pt x="1269" y="463550"/>
                  </a:lnTo>
                  <a:lnTo>
                    <a:pt x="2539" y="463550"/>
                  </a:lnTo>
                  <a:lnTo>
                    <a:pt x="2539" y="462280"/>
                  </a:lnTo>
                  <a:lnTo>
                    <a:pt x="3810" y="462280"/>
                  </a:lnTo>
                  <a:lnTo>
                    <a:pt x="3810" y="461010"/>
                  </a:lnTo>
                  <a:lnTo>
                    <a:pt x="5080" y="461010"/>
                  </a:lnTo>
                  <a:lnTo>
                    <a:pt x="5080" y="458470"/>
                  </a:lnTo>
                  <a:lnTo>
                    <a:pt x="6350" y="458470"/>
                  </a:lnTo>
                  <a:lnTo>
                    <a:pt x="6350" y="457200"/>
                  </a:lnTo>
                  <a:lnTo>
                    <a:pt x="7620" y="457200"/>
                  </a:lnTo>
                  <a:lnTo>
                    <a:pt x="7620" y="425450"/>
                  </a:lnTo>
                  <a:close/>
                </a:path>
              </a:pathLst>
            </a:custGeom>
            <a:solidFill>
              <a:srgbClr val="A59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4">
              <a:extLst>
                <a:ext uri="{FF2B5EF4-FFF2-40B4-BE49-F238E27FC236}">
                  <a16:creationId xmlns:a16="http://schemas.microsoft.com/office/drawing/2014/main" id="{F7B70C33-EE26-A87D-36FA-646552E400D7}"/>
                </a:ext>
              </a:extLst>
            </p:cNvPr>
            <p:cNvSpPr/>
            <p:nvPr/>
          </p:nvSpPr>
          <p:spPr>
            <a:xfrm>
              <a:off x="1858010" y="2617470"/>
              <a:ext cx="7620" cy="447040"/>
            </a:xfrm>
            <a:custGeom>
              <a:avLst/>
              <a:gdLst/>
              <a:ahLst/>
              <a:cxnLst/>
              <a:rect l="l" t="t" r="r" b="b"/>
              <a:pathLst>
                <a:path w="7619" h="447039">
                  <a:moveTo>
                    <a:pt x="1269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7619" y="29209"/>
                  </a:lnTo>
                  <a:lnTo>
                    <a:pt x="7619" y="7619"/>
                  </a:lnTo>
                  <a:lnTo>
                    <a:pt x="6349" y="7619"/>
                  </a:lnTo>
                  <a:lnTo>
                    <a:pt x="6349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19" h="447039">
                  <a:moveTo>
                    <a:pt x="7619" y="29210"/>
                  </a:moveTo>
                  <a:lnTo>
                    <a:pt x="0" y="29210"/>
                  </a:lnTo>
                  <a:lnTo>
                    <a:pt x="0" y="86359"/>
                  </a:lnTo>
                  <a:lnTo>
                    <a:pt x="7619" y="86359"/>
                  </a:lnTo>
                  <a:lnTo>
                    <a:pt x="7619" y="29210"/>
                  </a:lnTo>
                  <a:close/>
                </a:path>
                <a:path w="7619" h="447039">
                  <a:moveTo>
                    <a:pt x="7619" y="86360"/>
                  </a:moveTo>
                  <a:lnTo>
                    <a:pt x="0" y="86360"/>
                  </a:lnTo>
                  <a:lnTo>
                    <a:pt x="0" y="143509"/>
                  </a:lnTo>
                  <a:lnTo>
                    <a:pt x="7619" y="143509"/>
                  </a:lnTo>
                  <a:lnTo>
                    <a:pt x="7619" y="86360"/>
                  </a:lnTo>
                  <a:close/>
                </a:path>
                <a:path w="7619" h="447039">
                  <a:moveTo>
                    <a:pt x="7619" y="143510"/>
                  </a:moveTo>
                  <a:lnTo>
                    <a:pt x="0" y="143510"/>
                  </a:lnTo>
                  <a:lnTo>
                    <a:pt x="0" y="168909"/>
                  </a:lnTo>
                  <a:lnTo>
                    <a:pt x="7619" y="168909"/>
                  </a:lnTo>
                  <a:lnTo>
                    <a:pt x="7619" y="143510"/>
                  </a:lnTo>
                  <a:close/>
                </a:path>
                <a:path w="7619" h="447039">
                  <a:moveTo>
                    <a:pt x="7619" y="168910"/>
                  </a:moveTo>
                  <a:lnTo>
                    <a:pt x="0" y="168910"/>
                  </a:lnTo>
                  <a:lnTo>
                    <a:pt x="0" y="200659"/>
                  </a:lnTo>
                  <a:lnTo>
                    <a:pt x="7619" y="200659"/>
                  </a:lnTo>
                  <a:lnTo>
                    <a:pt x="7619" y="168910"/>
                  </a:lnTo>
                  <a:close/>
                </a:path>
                <a:path w="7619" h="447039">
                  <a:moveTo>
                    <a:pt x="7619" y="200660"/>
                  </a:moveTo>
                  <a:lnTo>
                    <a:pt x="0" y="200660"/>
                  </a:lnTo>
                  <a:lnTo>
                    <a:pt x="0" y="226059"/>
                  </a:lnTo>
                  <a:lnTo>
                    <a:pt x="7619" y="226059"/>
                  </a:lnTo>
                  <a:lnTo>
                    <a:pt x="7619" y="200660"/>
                  </a:lnTo>
                  <a:close/>
                </a:path>
                <a:path w="7619" h="447039">
                  <a:moveTo>
                    <a:pt x="7619" y="226060"/>
                  </a:moveTo>
                  <a:lnTo>
                    <a:pt x="0" y="226060"/>
                  </a:lnTo>
                  <a:lnTo>
                    <a:pt x="0" y="257809"/>
                  </a:lnTo>
                  <a:lnTo>
                    <a:pt x="7619" y="257809"/>
                  </a:lnTo>
                  <a:lnTo>
                    <a:pt x="7619" y="226060"/>
                  </a:lnTo>
                  <a:close/>
                </a:path>
                <a:path w="7619" h="447039">
                  <a:moveTo>
                    <a:pt x="7619" y="257810"/>
                  </a:moveTo>
                  <a:lnTo>
                    <a:pt x="0" y="257810"/>
                  </a:lnTo>
                  <a:lnTo>
                    <a:pt x="0" y="289559"/>
                  </a:lnTo>
                  <a:lnTo>
                    <a:pt x="7619" y="289559"/>
                  </a:lnTo>
                  <a:lnTo>
                    <a:pt x="7619" y="257810"/>
                  </a:lnTo>
                  <a:close/>
                </a:path>
                <a:path w="7619" h="447039">
                  <a:moveTo>
                    <a:pt x="7619" y="289560"/>
                  </a:moveTo>
                  <a:lnTo>
                    <a:pt x="0" y="289560"/>
                  </a:lnTo>
                  <a:lnTo>
                    <a:pt x="0" y="321309"/>
                  </a:lnTo>
                  <a:lnTo>
                    <a:pt x="7619" y="321309"/>
                  </a:lnTo>
                  <a:lnTo>
                    <a:pt x="7619" y="289560"/>
                  </a:lnTo>
                  <a:close/>
                </a:path>
                <a:path w="7619" h="447039">
                  <a:moveTo>
                    <a:pt x="7619" y="321310"/>
                  </a:moveTo>
                  <a:lnTo>
                    <a:pt x="0" y="321310"/>
                  </a:lnTo>
                  <a:lnTo>
                    <a:pt x="0" y="353059"/>
                  </a:lnTo>
                  <a:lnTo>
                    <a:pt x="7619" y="353059"/>
                  </a:lnTo>
                  <a:lnTo>
                    <a:pt x="7619" y="321310"/>
                  </a:lnTo>
                  <a:close/>
                </a:path>
                <a:path w="7619" h="447039">
                  <a:moveTo>
                    <a:pt x="7619" y="353060"/>
                  </a:moveTo>
                  <a:lnTo>
                    <a:pt x="0" y="353060"/>
                  </a:lnTo>
                  <a:lnTo>
                    <a:pt x="0" y="384809"/>
                  </a:lnTo>
                  <a:lnTo>
                    <a:pt x="7619" y="384809"/>
                  </a:lnTo>
                  <a:lnTo>
                    <a:pt x="7619" y="353060"/>
                  </a:lnTo>
                  <a:close/>
                </a:path>
                <a:path w="7619" h="447039">
                  <a:moveTo>
                    <a:pt x="7619" y="384810"/>
                  </a:moveTo>
                  <a:lnTo>
                    <a:pt x="0" y="384810"/>
                  </a:lnTo>
                  <a:lnTo>
                    <a:pt x="0" y="416559"/>
                  </a:lnTo>
                  <a:lnTo>
                    <a:pt x="7619" y="416559"/>
                  </a:lnTo>
                  <a:lnTo>
                    <a:pt x="7619" y="384810"/>
                  </a:lnTo>
                  <a:close/>
                </a:path>
                <a:path w="7619" h="447039">
                  <a:moveTo>
                    <a:pt x="7619" y="416560"/>
                  </a:moveTo>
                  <a:lnTo>
                    <a:pt x="0" y="416560"/>
                  </a:lnTo>
                  <a:lnTo>
                    <a:pt x="0" y="447039"/>
                  </a:lnTo>
                  <a:lnTo>
                    <a:pt x="1269" y="447039"/>
                  </a:lnTo>
                  <a:lnTo>
                    <a:pt x="1269" y="445769"/>
                  </a:lnTo>
                  <a:lnTo>
                    <a:pt x="2539" y="445769"/>
                  </a:lnTo>
                  <a:lnTo>
                    <a:pt x="2539" y="444500"/>
                  </a:lnTo>
                  <a:lnTo>
                    <a:pt x="3809" y="444500"/>
                  </a:lnTo>
                  <a:lnTo>
                    <a:pt x="3809" y="443229"/>
                  </a:lnTo>
                  <a:lnTo>
                    <a:pt x="5079" y="443229"/>
                  </a:lnTo>
                  <a:lnTo>
                    <a:pt x="5079" y="440689"/>
                  </a:lnTo>
                  <a:lnTo>
                    <a:pt x="6349" y="440689"/>
                  </a:lnTo>
                  <a:lnTo>
                    <a:pt x="6349" y="439419"/>
                  </a:lnTo>
                  <a:lnTo>
                    <a:pt x="7619" y="439419"/>
                  </a:lnTo>
                  <a:lnTo>
                    <a:pt x="7619" y="416560"/>
                  </a:lnTo>
                  <a:close/>
                </a:path>
              </a:pathLst>
            </a:custGeom>
            <a:solidFill>
              <a:srgbClr val="A69D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5">
              <a:extLst>
                <a:ext uri="{FF2B5EF4-FFF2-40B4-BE49-F238E27FC236}">
                  <a16:creationId xmlns:a16="http://schemas.microsoft.com/office/drawing/2014/main" id="{A29EFCF9-8E21-CC12-8C38-FFF3A353C691}"/>
                </a:ext>
              </a:extLst>
            </p:cNvPr>
            <p:cNvSpPr/>
            <p:nvPr/>
          </p:nvSpPr>
          <p:spPr>
            <a:xfrm>
              <a:off x="1865630" y="2626360"/>
              <a:ext cx="7620" cy="429259"/>
            </a:xfrm>
            <a:custGeom>
              <a:avLst/>
              <a:gdLst/>
              <a:ahLst/>
              <a:cxnLst/>
              <a:rect l="l" t="t" r="r" b="b"/>
              <a:pathLst>
                <a:path w="7619" h="429260">
                  <a:moveTo>
                    <a:pt x="1269" y="0"/>
                  </a:moveTo>
                  <a:lnTo>
                    <a:pt x="0" y="0"/>
                  </a:lnTo>
                  <a:lnTo>
                    <a:pt x="0" y="20319"/>
                  </a:lnTo>
                  <a:lnTo>
                    <a:pt x="7619" y="20319"/>
                  </a:lnTo>
                  <a:lnTo>
                    <a:pt x="7619" y="7619"/>
                  </a:lnTo>
                  <a:lnTo>
                    <a:pt x="6349" y="7619"/>
                  </a:lnTo>
                  <a:lnTo>
                    <a:pt x="6349" y="6350"/>
                  </a:lnTo>
                  <a:lnTo>
                    <a:pt x="5079" y="6350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19" h="429260">
                  <a:moveTo>
                    <a:pt x="7619" y="20320"/>
                  </a:moveTo>
                  <a:lnTo>
                    <a:pt x="0" y="20320"/>
                  </a:lnTo>
                  <a:lnTo>
                    <a:pt x="0" y="77469"/>
                  </a:lnTo>
                  <a:lnTo>
                    <a:pt x="7619" y="77469"/>
                  </a:lnTo>
                  <a:lnTo>
                    <a:pt x="7619" y="20320"/>
                  </a:lnTo>
                  <a:close/>
                </a:path>
                <a:path w="7619" h="429260">
                  <a:moveTo>
                    <a:pt x="7619" y="77470"/>
                  </a:moveTo>
                  <a:lnTo>
                    <a:pt x="0" y="77470"/>
                  </a:lnTo>
                  <a:lnTo>
                    <a:pt x="0" y="134619"/>
                  </a:lnTo>
                  <a:lnTo>
                    <a:pt x="7619" y="134619"/>
                  </a:lnTo>
                  <a:lnTo>
                    <a:pt x="7619" y="77470"/>
                  </a:lnTo>
                  <a:close/>
                </a:path>
                <a:path w="7619" h="429260">
                  <a:moveTo>
                    <a:pt x="7619" y="134620"/>
                  </a:moveTo>
                  <a:lnTo>
                    <a:pt x="0" y="134620"/>
                  </a:lnTo>
                  <a:lnTo>
                    <a:pt x="0" y="160019"/>
                  </a:lnTo>
                  <a:lnTo>
                    <a:pt x="7619" y="160019"/>
                  </a:lnTo>
                  <a:lnTo>
                    <a:pt x="7619" y="134620"/>
                  </a:lnTo>
                  <a:close/>
                </a:path>
                <a:path w="7619" h="429260">
                  <a:moveTo>
                    <a:pt x="7619" y="160020"/>
                  </a:moveTo>
                  <a:lnTo>
                    <a:pt x="0" y="160020"/>
                  </a:lnTo>
                  <a:lnTo>
                    <a:pt x="0" y="191769"/>
                  </a:lnTo>
                  <a:lnTo>
                    <a:pt x="7619" y="191769"/>
                  </a:lnTo>
                  <a:lnTo>
                    <a:pt x="7619" y="160020"/>
                  </a:lnTo>
                  <a:close/>
                </a:path>
                <a:path w="7619" h="429260">
                  <a:moveTo>
                    <a:pt x="7619" y="191770"/>
                  </a:moveTo>
                  <a:lnTo>
                    <a:pt x="0" y="191770"/>
                  </a:lnTo>
                  <a:lnTo>
                    <a:pt x="0" y="217169"/>
                  </a:lnTo>
                  <a:lnTo>
                    <a:pt x="7619" y="217169"/>
                  </a:lnTo>
                  <a:lnTo>
                    <a:pt x="7619" y="191770"/>
                  </a:lnTo>
                  <a:close/>
                </a:path>
                <a:path w="7619" h="429260">
                  <a:moveTo>
                    <a:pt x="7619" y="217170"/>
                  </a:moveTo>
                  <a:lnTo>
                    <a:pt x="0" y="217170"/>
                  </a:lnTo>
                  <a:lnTo>
                    <a:pt x="0" y="248919"/>
                  </a:lnTo>
                  <a:lnTo>
                    <a:pt x="7619" y="248919"/>
                  </a:lnTo>
                  <a:lnTo>
                    <a:pt x="7619" y="217170"/>
                  </a:lnTo>
                  <a:close/>
                </a:path>
                <a:path w="7619" h="429260">
                  <a:moveTo>
                    <a:pt x="7619" y="248920"/>
                  </a:moveTo>
                  <a:lnTo>
                    <a:pt x="0" y="248920"/>
                  </a:lnTo>
                  <a:lnTo>
                    <a:pt x="0" y="280669"/>
                  </a:lnTo>
                  <a:lnTo>
                    <a:pt x="7619" y="280669"/>
                  </a:lnTo>
                  <a:lnTo>
                    <a:pt x="7619" y="248920"/>
                  </a:lnTo>
                  <a:close/>
                </a:path>
                <a:path w="7619" h="429260">
                  <a:moveTo>
                    <a:pt x="7619" y="280670"/>
                  </a:moveTo>
                  <a:lnTo>
                    <a:pt x="0" y="280670"/>
                  </a:lnTo>
                  <a:lnTo>
                    <a:pt x="0" y="312419"/>
                  </a:lnTo>
                  <a:lnTo>
                    <a:pt x="7619" y="312419"/>
                  </a:lnTo>
                  <a:lnTo>
                    <a:pt x="7619" y="280670"/>
                  </a:lnTo>
                  <a:close/>
                </a:path>
                <a:path w="7619" h="429260">
                  <a:moveTo>
                    <a:pt x="7619" y="312420"/>
                  </a:moveTo>
                  <a:lnTo>
                    <a:pt x="0" y="312420"/>
                  </a:lnTo>
                  <a:lnTo>
                    <a:pt x="0" y="344169"/>
                  </a:lnTo>
                  <a:lnTo>
                    <a:pt x="7619" y="344169"/>
                  </a:lnTo>
                  <a:lnTo>
                    <a:pt x="7619" y="312420"/>
                  </a:lnTo>
                  <a:close/>
                </a:path>
                <a:path w="7619" h="429260">
                  <a:moveTo>
                    <a:pt x="7619" y="344170"/>
                  </a:moveTo>
                  <a:lnTo>
                    <a:pt x="0" y="344170"/>
                  </a:lnTo>
                  <a:lnTo>
                    <a:pt x="0" y="375919"/>
                  </a:lnTo>
                  <a:lnTo>
                    <a:pt x="7619" y="375919"/>
                  </a:lnTo>
                  <a:lnTo>
                    <a:pt x="7619" y="344170"/>
                  </a:lnTo>
                  <a:close/>
                </a:path>
                <a:path w="7619" h="429260">
                  <a:moveTo>
                    <a:pt x="7619" y="375920"/>
                  </a:moveTo>
                  <a:lnTo>
                    <a:pt x="0" y="375920"/>
                  </a:lnTo>
                  <a:lnTo>
                    <a:pt x="0" y="407669"/>
                  </a:lnTo>
                  <a:lnTo>
                    <a:pt x="7619" y="407669"/>
                  </a:lnTo>
                  <a:lnTo>
                    <a:pt x="7619" y="375920"/>
                  </a:lnTo>
                  <a:close/>
                </a:path>
                <a:path w="7619" h="429260">
                  <a:moveTo>
                    <a:pt x="7619" y="407670"/>
                  </a:moveTo>
                  <a:lnTo>
                    <a:pt x="0" y="407670"/>
                  </a:lnTo>
                  <a:lnTo>
                    <a:pt x="0" y="429260"/>
                  </a:lnTo>
                  <a:lnTo>
                    <a:pt x="1269" y="429260"/>
                  </a:lnTo>
                  <a:lnTo>
                    <a:pt x="1269" y="427989"/>
                  </a:lnTo>
                  <a:lnTo>
                    <a:pt x="2539" y="427989"/>
                  </a:lnTo>
                  <a:lnTo>
                    <a:pt x="2539" y="426719"/>
                  </a:lnTo>
                  <a:lnTo>
                    <a:pt x="3809" y="426719"/>
                  </a:lnTo>
                  <a:lnTo>
                    <a:pt x="3809" y="424179"/>
                  </a:lnTo>
                  <a:lnTo>
                    <a:pt x="5079" y="424179"/>
                  </a:lnTo>
                  <a:lnTo>
                    <a:pt x="5079" y="422910"/>
                  </a:lnTo>
                  <a:lnTo>
                    <a:pt x="6349" y="422910"/>
                  </a:lnTo>
                  <a:lnTo>
                    <a:pt x="6349" y="421639"/>
                  </a:lnTo>
                  <a:lnTo>
                    <a:pt x="7619" y="421639"/>
                  </a:lnTo>
                  <a:lnTo>
                    <a:pt x="7619" y="407670"/>
                  </a:lnTo>
                  <a:close/>
                </a:path>
              </a:pathLst>
            </a:custGeom>
            <a:solidFill>
              <a:srgbClr val="A89E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16">
              <a:extLst>
                <a:ext uri="{FF2B5EF4-FFF2-40B4-BE49-F238E27FC236}">
                  <a16:creationId xmlns:a16="http://schemas.microsoft.com/office/drawing/2014/main" id="{FD38C65B-B44B-5568-0A62-BADA6EE8DF0C}"/>
                </a:ext>
              </a:extLst>
            </p:cNvPr>
            <p:cNvSpPr/>
            <p:nvPr/>
          </p:nvSpPr>
          <p:spPr>
            <a:xfrm>
              <a:off x="1873250" y="2635250"/>
              <a:ext cx="6350" cy="411480"/>
            </a:xfrm>
            <a:custGeom>
              <a:avLst/>
              <a:gdLst/>
              <a:ahLst/>
              <a:cxnLst/>
              <a:rect l="l" t="t" r="r" b="b"/>
              <a:pathLst>
                <a:path w="6350" h="411480">
                  <a:moveTo>
                    <a:pt x="1269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5079"/>
                  </a:lnTo>
                  <a:lnTo>
                    <a:pt x="3809" y="507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6350" h="411480">
                  <a:moveTo>
                    <a:pt x="6350" y="11430"/>
                  </a:moveTo>
                  <a:lnTo>
                    <a:pt x="0" y="11430"/>
                  </a:lnTo>
                  <a:lnTo>
                    <a:pt x="0" y="68579"/>
                  </a:lnTo>
                  <a:lnTo>
                    <a:pt x="6350" y="68579"/>
                  </a:lnTo>
                  <a:lnTo>
                    <a:pt x="6350" y="11430"/>
                  </a:lnTo>
                  <a:close/>
                </a:path>
                <a:path w="6350" h="411480">
                  <a:moveTo>
                    <a:pt x="6350" y="68580"/>
                  </a:moveTo>
                  <a:lnTo>
                    <a:pt x="0" y="68580"/>
                  </a:lnTo>
                  <a:lnTo>
                    <a:pt x="0" y="125729"/>
                  </a:lnTo>
                  <a:lnTo>
                    <a:pt x="6350" y="125729"/>
                  </a:lnTo>
                  <a:lnTo>
                    <a:pt x="6350" y="68580"/>
                  </a:lnTo>
                  <a:close/>
                </a:path>
                <a:path w="6350" h="411480">
                  <a:moveTo>
                    <a:pt x="6350" y="125730"/>
                  </a:moveTo>
                  <a:lnTo>
                    <a:pt x="0" y="125730"/>
                  </a:lnTo>
                  <a:lnTo>
                    <a:pt x="0" y="151129"/>
                  </a:lnTo>
                  <a:lnTo>
                    <a:pt x="6350" y="151129"/>
                  </a:lnTo>
                  <a:lnTo>
                    <a:pt x="6350" y="125730"/>
                  </a:lnTo>
                  <a:close/>
                </a:path>
                <a:path w="6350" h="411480">
                  <a:moveTo>
                    <a:pt x="6350" y="151130"/>
                  </a:moveTo>
                  <a:lnTo>
                    <a:pt x="0" y="151130"/>
                  </a:lnTo>
                  <a:lnTo>
                    <a:pt x="0" y="182879"/>
                  </a:lnTo>
                  <a:lnTo>
                    <a:pt x="6350" y="182879"/>
                  </a:lnTo>
                  <a:lnTo>
                    <a:pt x="6350" y="151130"/>
                  </a:lnTo>
                  <a:close/>
                </a:path>
                <a:path w="6350" h="411480">
                  <a:moveTo>
                    <a:pt x="6350" y="182880"/>
                  </a:moveTo>
                  <a:lnTo>
                    <a:pt x="0" y="182880"/>
                  </a:lnTo>
                  <a:lnTo>
                    <a:pt x="0" y="208279"/>
                  </a:lnTo>
                  <a:lnTo>
                    <a:pt x="6350" y="208279"/>
                  </a:lnTo>
                  <a:lnTo>
                    <a:pt x="6350" y="182880"/>
                  </a:lnTo>
                  <a:close/>
                </a:path>
                <a:path w="6350" h="411480">
                  <a:moveTo>
                    <a:pt x="6350" y="208280"/>
                  </a:moveTo>
                  <a:lnTo>
                    <a:pt x="0" y="208280"/>
                  </a:lnTo>
                  <a:lnTo>
                    <a:pt x="0" y="240029"/>
                  </a:lnTo>
                  <a:lnTo>
                    <a:pt x="6350" y="240029"/>
                  </a:lnTo>
                  <a:lnTo>
                    <a:pt x="6350" y="208280"/>
                  </a:lnTo>
                  <a:close/>
                </a:path>
                <a:path w="6350" h="411480">
                  <a:moveTo>
                    <a:pt x="6350" y="240030"/>
                  </a:moveTo>
                  <a:lnTo>
                    <a:pt x="0" y="240030"/>
                  </a:lnTo>
                  <a:lnTo>
                    <a:pt x="0" y="271779"/>
                  </a:lnTo>
                  <a:lnTo>
                    <a:pt x="6350" y="271779"/>
                  </a:lnTo>
                  <a:lnTo>
                    <a:pt x="6350" y="240030"/>
                  </a:lnTo>
                  <a:close/>
                </a:path>
                <a:path w="6350" h="411480">
                  <a:moveTo>
                    <a:pt x="6350" y="271780"/>
                  </a:moveTo>
                  <a:lnTo>
                    <a:pt x="0" y="271780"/>
                  </a:lnTo>
                  <a:lnTo>
                    <a:pt x="0" y="303529"/>
                  </a:lnTo>
                  <a:lnTo>
                    <a:pt x="6350" y="303529"/>
                  </a:lnTo>
                  <a:lnTo>
                    <a:pt x="6350" y="271780"/>
                  </a:lnTo>
                  <a:close/>
                </a:path>
                <a:path w="6350" h="411480">
                  <a:moveTo>
                    <a:pt x="6350" y="303530"/>
                  </a:moveTo>
                  <a:lnTo>
                    <a:pt x="0" y="303530"/>
                  </a:lnTo>
                  <a:lnTo>
                    <a:pt x="0" y="335279"/>
                  </a:lnTo>
                  <a:lnTo>
                    <a:pt x="6350" y="335279"/>
                  </a:lnTo>
                  <a:lnTo>
                    <a:pt x="6350" y="303530"/>
                  </a:lnTo>
                  <a:close/>
                </a:path>
                <a:path w="6350" h="411480">
                  <a:moveTo>
                    <a:pt x="6350" y="335280"/>
                  </a:moveTo>
                  <a:lnTo>
                    <a:pt x="0" y="335280"/>
                  </a:lnTo>
                  <a:lnTo>
                    <a:pt x="0" y="367029"/>
                  </a:lnTo>
                  <a:lnTo>
                    <a:pt x="6350" y="367029"/>
                  </a:lnTo>
                  <a:lnTo>
                    <a:pt x="6350" y="335280"/>
                  </a:lnTo>
                  <a:close/>
                </a:path>
                <a:path w="6350" h="411480">
                  <a:moveTo>
                    <a:pt x="6350" y="367030"/>
                  </a:moveTo>
                  <a:lnTo>
                    <a:pt x="0" y="367030"/>
                  </a:lnTo>
                  <a:lnTo>
                    <a:pt x="0" y="398779"/>
                  </a:lnTo>
                  <a:lnTo>
                    <a:pt x="6350" y="398779"/>
                  </a:lnTo>
                  <a:lnTo>
                    <a:pt x="6350" y="367030"/>
                  </a:lnTo>
                  <a:close/>
                </a:path>
                <a:path w="6350" h="411480">
                  <a:moveTo>
                    <a:pt x="6350" y="398780"/>
                  </a:moveTo>
                  <a:lnTo>
                    <a:pt x="0" y="398780"/>
                  </a:lnTo>
                  <a:lnTo>
                    <a:pt x="0" y="411479"/>
                  </a:lnTo>
                  <a:lnTo>
                    <a:pt x="1269" y="411479"/>
                  </a:lnTo>
                  <a:lnTo>
                    <a:pt x="1269" y="410210"/>
                  </a:lnTo>
                  <a:lnTo>
                    <a:pt x="2539" y="410210"/>
                  </a:lnTo>
                  <a:lnTo>
                    <a:pt x="2539" y="407670"/>
                  </a:lnTo>
                  <a:lnTo>
                    <a:pt x="3809" y="407670"/>
                  </a:lnTo>
                  <a:lnTo>
                    <a:pt x="3809" y="406400"/>
                  </a:lnTo>
                  <a:lnTo>
                    <a:pt x="5079" y="406400"/>
                  </a:lnTo>
                  <a:lnTo>
                    <a:pt x="5079" y="405129"/>
                  </a:lnTo>
                  <a:lnTo>
                    <a:pt x="6350" y="405129"/>
                  </a:lnTo>
                  <a:lnTo>
                    <a:pt x="6350" y="398780"/>
                  </a:lnTo>
                  <a:close/>
                </a:path>
              </a:pathLst>
            </a:custGeom>
            <a:solidFill>
              <a:srgbClr val="AAA0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17">
              <a:extLst>
                <a:ext uri="{FF2B5EF4-FFF2-40B4-BE49-F238E27FC236}">
                  <a16:creationId xmlns:a16="http://schemas.microsoft.com/office/drawing/2014/main" id="{AEF16382-25F3-42EB-7DA4-DED74B1E5727}"/>
                </a:ext>
              </a:extLst>
            </p:cNvPr>
            <p:cNvSpPr/>
            <p:nvPr/>
          </p:nvSpPr>
          <p:spPr>
            <a:xfrm>
              <a:off x="1879600" y="2642870"/>
              <a:ext cx="7620" cy="396240"/>
            </a:xfrm>
            <a:custGeom>
              <a:avLst/>
              <a:gdLst/>
              <a:ahLst/>
              <a:cxnLst/>
              <a:rect l="l" t="t" r="r" b="b"/>
              <a:pathLst>
                <a:path w="7619" h="39623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19" h="396239">
                  <a:moveTo>
                    <a:pt x="5079" y="3810"/>
                  </a:moveTo>
                  <a:lnTo>
                    <a:pt x="0" y="3810"/>
                  </a:lnTo>
                  <a:lnTo>
                    <a:pt x="0" y="60959"/>
                  </a:lnTo>
                  <a:lnTo>
                    <a:pt x="7619" y="60959"/>
                  </a:lnTo>
                  <a:lnTo>
                    <a:pt x="7619" y="7619"/>
                  </a:lnTo>
                  <a:lnTo>
                    <a:pt x="6350" y="7619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3810"/>
                  </a:lnTo>
                  <a:close/>
                </a:path>
                <a:path w="7619" h="396239">
                  <a:moveTo>
                    <a:pt x="7619" y="60960"/>
                  </a:moveTo>
                  <a:lnTo>
                    <a:pt x="0" y="60960"/>
                  </a:lnTo>
                  <a:lnTo>
                    <a:pt x="0" y="118109"/>
                  </a:lnTo>
                  <a:lnTo>
                    <a:pt x="7619" y="118109"/>
                  </a:lnTo>
                  <a:lnTo>
                    <a:pt x="7619" y="60960"/>
                  </a:lnTo>
                  <a:close/>
                </a:path>
                <a:path w="7619" h="396239">
                  <a:moveTo>
                    <a:pt x="7619" y="118110"/>
                  </a:moveTo>
                  <a:lnTo>
                    <a:pt x="0" y="118110"/>
                  </a:lnTo>
                  <a:lnTo>
                    <a:pt x="0" y="143509"/>
                  </a:lnTo>
                  <a:lnTo>
                    <a:pt x="7619" y="143509"/>
                  </a:lnTo>
                  <a:lnTo>
                    <a:pt x="7619" y="118110"/>
                  </a:lnTo>
                  <a:close/>
                </a:path>
                <a:path w="7619" h="396239">
                  <a:moveTo>
                    <a:pt x="7619" y="143510"/>
                  </a:moveTo>
                  <a:lnTo>
                    <a:pt x="0" y="143510"/>
                  </a:lnTo>
                  <a:lnTo>
                    <a:pt x="0" y="175259"/>
                  </a:lnTo>
                  <a:lnTo>
                    <a:pt x="7619" y="175259"/>
                  </a:lnTo>
                  <a:lnTo>
                    <a:pt x="7619" y="143510"/>
                  </a:lnTo>
                  <a:close/>
                </a:path>
                <a:path w="7619" h="396239">
                  <a:moveTo>
                    <a:pt x="7619" y="175260"/>
                  </a:moveTo>
                  <a:lnTo>
                    <a:pt x="0" y="175260"/>
                  </a:lnTo>
                  <a:lnTo>
                    <a:pt x="0" y="200659"/>
                  </a:lnTo>
                  <a:lnTo>
                    <a:pt x="7619" y="200659"/>
                  </a:lnTo>
                  <a:lnTo>
                    <a:pt x="7619" y="175260"/>
                  </a:lnTo>
                  <a:close/>
                </a:path>
                <a:path w="7619" h="396239">
                  <a:moveTo>
                    <a:pt x="7619" y="200660"/>
                  </a:moveTo>
                  <a:lnTo>
                    <a:pt x="0" y="200660"/>
                  </a:lnTo>
                  <a:lnTo>
                    <a:pt x="0" y="232409"/>
                  </a:lnTo>
                  <a:lnTo>
                    <a:pt x="7619" y="232409"/>
                  </a:lnTo>
                  <a:lnTo>
                    <a:pt x="7619" y="200660"/>
                  </a:lnTo>
                  <a:close/>
                </a:path>
                <a:path w="7619" h="396239">
                  <a:moveTo>
                    <a:pt x="7619" y="232410"/>
                  </a:moveTo>
                  <a:lnTo>
                    <a:pt x="0" y="232410"/>
                  </a:lnTo>
                  <a:lnTo>
                    <a:pt x="0" y="264159"/>
                  </a:lnTo>
                  <a:lnTo>
                    <a:pt x="7619" y="264159"/>
                  </a:lnTo>
                  <a:lnTo>
                    <a:pt x="7619" y="232410"/>
                  </a:lnTo>
                  <a:close/>
                </a:path>
                <a:path w="7619" h="396239">
                  <a:moveTo>
                    <a:pt x="7619" y="264160"/>
                  </a:moveTo>
                  <a:lnTo>
                    <a:pt x="0" y="264160"/>
                  </a:lnTo>
                  <a:lnTo>
                    <a:pt x="0" y="295909"/>
                  </a:lnTo>
                  <a:lnTo>
                    <a:pt x="7619" y="295909"/>
                  </a:lnTo>
                  <a:lnTo>
                    <a:pt x="7619" y="264160"/>
                  </a:lnTo>
                  <a:close/>
                </a:path>
                <a:path w="7619" h="396239">
                  <a:moveTo>
                    <a:pt x="7619" y="295910"/>
                  </a:moveTo>
                  <a:lnTo>
                    <a:pt x="0" y="295910"/>
                  </a:lnTo>
                  <a:lnTo>
                    <a:pt x="0" y="327659"/>
                  </a:lnTo>
                  <a:lnTo>
                    <a:pt x="7619" y="327659"/>
                  </a:lnTo>
                  <a:lnTo>
                    <a:pt x="7619" y="295910"/>
                  </a:lnTo>
                  <a:close/>
                </a:path>
                <a:path w="7619" h="396239">
                  <a:moveTo>
                    <a:pt x="7619" y="327660"/>
                  </a:moveTo>
                  <a:lnTo>
                    <a:pt x="0" y="327660"/>
                  </a:lnTo>
                  <a:lnTo>
                    <a:pt x="0" y="359409"/>
                  </a:lnTo>
                  <a:lnTo>
                    <a:pt x="7619" y="359409"/>
                  </a:lnTo>
                  <a:lnTo>
                    <a:pt x="7619" y="327660"/>
                  </a:lnTo>
                  <a:close/>
                </a:path>
                <a:path w="7619" h="396239">
                  <a:moveTo>
                    <a:pt x="7619" y="359410"/>
                  </a:moveTo>
                  <a:lnTo>
                    <a:pt x="0" y="359410"/>
                  </a:lnTo>
                  <a:lnTo>
                    <a:pt x="0" y="391159"/>
                  </a:lnTo>
                  <a:lnTo>
                    <a:pt x="5079" y="391159"/>
                  </a:lnTo>
                  <a:lnTo>
                    <a:pt x="5079" y="389889"/>
                  </a:lnTo>
                  <a:lnTo>
                    <a:pt x="6350" y="389889"/>
                  </a:lnTo>
                  <a:lnTo>
                    <a:pt x="6350" y="388619"/>
                  </a:lnTo>
                  <a:lnTo>
                    <a:pt x="7619" y="388619"/>
                  </a:lnTo>
                  <a:lnTo>
                    <a:pt x="7619" y="359410"/>
                  </a:lnTo>
                  <a:close/>
                </a:path>
                <a:path w="7619" h="396239">
                  <a:moveTo>
                    <a:pt x="3809" y="391160"/>
                  </a:moveTo>
                  <a:lnTo>
                    <a:pt x="0" y="391160"/>
                  </a:lnTo>
                  <a:lnTo>
                    <a:pt x="0" y="396239"/>
                  </a:lnTo>
                  <a:lnTo>
                    <a:pt x="1269" y="396239"/>
                  </a:lnTo>
                  <a:lnTo>
                    <a:pt x="1269" y="394969"/>
                  </a:lnTo>
                  <a:lnTo>
                    <a:pt x="2539" y="394969"/>
                  </a:lnTo>
                  <a:lnTo>
                    <a:pt x="2539" y="393700"/>
                  </a:lnTo>
                  <a:lnTo>
                    <a:pt x="3809" y="393700"/>
                  </a:lnTo>
                  <a:lnTo>
                    <a:pt x="3809" y="391160"/>
                  </a:lnTo>
                  <a:close/>
                </a:path>
              </a:pathLst>
            </a:custGeom>
            <a:solidFill>
              <a:srgbClr val="ACA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18">
              <a:extLst>
                <a:ext uri="{FF2B5EF4-FFF2-40B4-BE49-F238E27FC236}">
                  <a16:creationId xmlns:a16="http://schemas.microsoft.com/office/drawing/2014/main" id="{DC7E6848-00F4-B646-0973-3168FF79CD51}"/>
                </a:ext>
              </a:extLst>
            </p:cNvPr>
            <p:cNvSpPr/>
            <p:nvPr/>
          </p:nvSpPr>
          <p:spPr>
            <a:xfrm>
              <a:off x="1887220" y="2651760"/>
              <a:ext cx="7620" cy="378460"/>
            </a:xfrm>
            <a:custGeom>
              <a:avLst/>
              <a:gdLst/>
              <a:ahLst/>
              <a:cxnLst/>
              <a:rect l="l" t="t" r="r" b="b"/>
              <a:pathLst>
                <a:path w="7619" h="378460">
                  <a:moveTo>
                    <a:pt x="1269" y="0"/>
                  </a:moveTo>
                  <a:lnTo>
                    <a:pt x="0" y="0"/>
                  </a:lnTo>
                  <a:lnTo>
                    <a:pt x="0" y="52069"/>
                  </a:lnTo>
                  <a:lnTo>
                    <a:pt x="7619" y="52069"/>
                  </a:lnTo>
                  <a:lnTo>
                    <a:pt x="7619" y="7619"/>
                  </a:lnTo>
                  <a:lnTo>
                    <a:pt x="6350" y="7619"/>
                  </a:lnTo>
                  <a:lnTo>
                    <a:pt x="6350" y="6350"/>
                  </a:lnTo>
                  <a:lnTo>
                    <a:pt x="5080" y="6350"/>
                  </a:lnTo>
                  <a:lnTo>
                    <a:pt x="5080" y="5079"/>
                  </a:lnTo>
                  <a:lnTo>
                    <a:pt x="3809" y="507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19" h="378460">
                  <a:moveTo>
                    <a:pt x="7619" y="52070"/>
                  </a:moveTo>
                  <a:lnTo>
                    <a:pt x="0" y="52070"/>
                  </a:lnTo>
                  <a:lnTo>
                    <a:pt x="0" y="109219"/>
                  </a:lnTo>
                  <a:lnTo>
                    <a:pt x="7619" y="109219"/>
                  </a:lnTo>
                  <a:lnTo>
                    <a:pt x="7619" y="52070"/>
                  </a:lnTo>
                  <a:close/>
                </a:path>
                <a:path w="7619" h="378460">
                  <a:moveTo>
                    <a:pt x="7619" y="109220"/>
                  </a:moveTo>
                  <a:lnTo>
                    <a:pt x="0" y="109220"/>
                  </a:lnTo>
                  <a:lnTo>
                    <a:pt x="0" y="134619"/>
                  </a:lnTo>
                  <a:lnTo>
                    <a:pt x="7619" y="134619"/>
                  </a:lnTo>
                  <a:lnTo>
                    <a:pt x="7619" y="109220"/>
                  </a:lnTo>
                  <a:close/>
                </a:path>
                <a:path w="7619" h="378460">
                  <a:moveTo>
                    <a:pt x="7619" y="134620"/>
                  </a:moveTo>
                  <a:lnTo>
                    <a:pt x="0" y="134620"/>
                  </a:lnTo>
                  <a:lnTo>
                    <a:pt x="0" y="166369"/>
                  </a:lnTo>
                  <a:lnTo>
                    <a:pt x="7619" y="166369"/>
                  </a:lnTo>
                  <a:lnTo>
                    <a:pt x="7619" y="134620"/>
                  </a:lnTo>
                  <a:close/>
                </a:path>
                <a:path w="7619" h="378460">
                  <a:moveTo>
                    <a:pt x="7619" y="166370"/>
                  </a:moveTo>
                  <a:lnTo>
                    <a:pt x="0" y="166370"/>
                  </a:lnTo>
                  <a:lnTo>
                    <a:pt x="0" y="191769"/>
                  </a:lnTo>
                  <a:lnTo>
                    <a:pt x="7619" y="191769"/>
                  </a:lnTo>
                  <a:lnTo>
                    <a:pt x="7619" y="166370"/>
                  </a:lnTo>
                  <a:close/>
                </a:path>
                <a:path w="7619" h="378460">
                  <a:moveTo>
                    <a:pt x="7619" y="191770"/>
                  </a:moveTo>
                  <a:lnTo>
                    <a:pt x="0" y="191770"/>
                  </a:lnTo>
                  <a:lnTo>
                    <a:pt x="0" y="223519"/>
                  </a:lnTo>
                  <a:lnTo>
                    <a:pt x="7619" y="223519"/>
                  </a:lnTo>
                  <a:lnTo>
                    <a:pt x="7619" y="191770"/>
                  </a:lnTo>
                  <a:close/>
                </a:path>
                <a:path w="7619" h="378460">
                  <a:moveTo>
                    <a:pt x="7619" y="223520"/>
                  </a:moveTo>
                  <a:lnTo>
                    <a:pt x="0" y="223520"/>
                  </a:lnTo>
                  <a:lnTo>
                    <a:pt x="0" y="255269"/>
                  </a:lnTo>
                  <a:lnTo>
                    <a:pt x="7619" y="255269"/>
                  </a:lnTo>
                  <a:lnTo>
                    <a:pt x="7619" y="223520"/>
                  </a:lnTo>
                  <a:close/>
                </a:path>
                <a:path w="7619" h="378460">
                  <a:moveTo>
                    <a:pt x="7619" y="255270"/>
                  </a:moveTo>
                  <a:lnTo>
                    <a:pt x="0" y="255270"/>
                  </a:lnTo>
                  <a:lnTo>
                    <a:pt x="0" y="287019"/>
                  </a:lnTo>
                  <a:lnTo>
                    <a:pt x="7619" y="287019"/>
                  </a:lnTo>
                  <a:lnTo>
                    <a:pt x="7619" y="255270"/>
                  </a:lnTo>
                  <a:close/>
                </a:path>
                <a:path w="7619" h="378460">
                  <a:moveTo>
                    <a:pt x="7619" y="287020"/>
                  </a:moveTo>
                  <a:lnTo>
                    <a:pt x="0" y="287020"/>
                  </a:lnTo>
                  <a:lnTo>
                    <a:pt x="0" y="318769"/>
                  </a:lnTo>
                  <a:lnTo>
                    <a:pt x="7619" y="318769"/>
                  </a:lnTo>
                  <a:lnTo>
                    <a:pt x="7619" y="287020"/>
                  </a:lnTo>
                  <a:close/>
                </a:path>
                <a:path w="7619" h="378460">
                  <a:moveTo>
                    <a:pt x="7619" y="318770"/>
                  </a:moveTo>
                  <a:lnTo>
                    <a:pt x="0" y="318770"/>
                  </a:lnTo>
                  <a:lnTo>
                    <a:pt x="0" y="350519"/>
                  </a:lnTo>
                  <a:lnTo>
                    <a:pt x="7619" y="350519"/>
                  </a:lnTo>
                  <a:lnTo>
                    <a:pt x="7619" y="318770"/>
                  </a:lnTo>
                  <a:close/>
                </a:path>
                <a:path w="7619" h="378460">
                  <a:moveTo>
                    <a:pt x="7619" y="350520"/>
                  </a:moveTo>
                  <a:lnTo>
                    <a:pt x="0" y="350520"/>
                  </a:lnTo>
                  <a:lnTo>
                    <a:pt x="0" y="378460"/>
                  </a:lnTo>
                  <a:lnTo>
                    <a:pt x="1269" y="378460"/>
                  </a:lnTo>
                  <a:lnTo>
                    <a:pt x="1269" y="377189"/>
                  </a:lnTo>
                  <a:lnTo>
                    <a:pt x="2539" y="377189"/>
                  </a:lnTo>
                  <a:lnTo>
                    <a:pt x="2539" y="374650"/>
                  </a:lnTo>
                  <a:lnTo>
                    <a:pt x="3809" y="374650"/>
                  </a:lnTo>
                  <a:lnTo>
                    <a:pt x="3809" y="373379"/>
                  </a:lnTo>
                  <a:lnTo>
                    <a:pt x="5080" y="373379"/>
                  </a:lnTo>
                  <a:lnTo>
                    <a:pt x="5080" y="372110"/>
                  </a:lnTo>
                  <a:lnTo>
                    <a:pt x="6350" y="372110"/>
                  </a:lnTo>
                  <a:lnTo>
                    <a:pt x="6350" y="370839"/>
                  </a:lnTo>
                  <a:lnTo>
                    <a:pt x="7619" y="370839"/>
                  </a:lnTo>
                  <a:lnTo>
                    <a:pt x="7619" y="350520"/>
                  </a:lnTo>
                  <a:close/>
                </a:path>
              </a:pathLst>
            </a:custGeom>
            <a:solidFill>
              <a:srgbClr val="ADA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19">
              <a:extLst>
                <a:ext uri="{FF2B5EF4-FFF2-40B4-BE49-F238E27FC236}">
                  <a16:creationId xmlns:a16="http://schemas.microsoft.com/office/drawing/2014/main" id="{F2783C0F-BC79-3CB5-301D-86ADA84D6A8C}"/>
                </a:ext>
              </a:extLst>
            </p:cNvPr>
            <p:cNvSpPr/>
            <p:nvPr/>
          </p:nvSpPr>
          <p:spPr>
            <a:xfrm>
              <a:off x="1894840" y="2660650"/>
              <a:ext cx="7620" cy="360680"/>
            </a:xfrm>
            <a:custGeom>
              <a:avLst/>
              <a:gdLst/>
              <a:ahLst/>
              <a:cxnLst/>
              <a:rect l="l" t="t" r="r" b="b"/>
              <a:pathLst>
                <a:path w="7619" h="360680">
                  <a:moveTo>
                    <a:pt x="126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6350"/>
                  </a:lnTo>
                  <a:lnTo>
                    <a:pt x="5080" y="6350"/>
                  </a:lnTo>
                  <a:lnTo>
                    <a:pt x="5080" y="5079"/>
                  </a:lnTo>
                  <a:lnTo>
                    <a:pt x="3810" y="507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19" h="360680">
                  <a:moveTo>
                    <a:pt x="7620" y="43180"/>
                  </a:moveTo>
                  <a:lnTo>
                    <a:pt x="0" y="43180"/>
                  </a:lnTo>
                  <a:lnTo>
                    <a:pt x="0" y="100329"/>
                  </a:lnTo>
                  <a:lnTo>
                    <a:pt x="7620" y="100329"/>
                  </a:lnTo>
                  <a:lnTo>
                    <a:pt x="7620" y="43180"/>
                  </a:lnTo>
                  <a:close/>
                </a:path>
                <a:path w="7619" h="360680">
                  <a:moveTo>
                    <a:pt x="7620" y="100330"/>
                  </a:moveTo>
                  <a:lnTo>
                    <a:pt x="0" y="100330"/>
                  </a:lnTo>
                  <a:lnTo>
                    <a:pt x="0" y="125729"/>
                  </a:lnTo>
                  <a:lnTo>
                    <a:pt x="7620" y="125729"/>
                  </a:lnTo>
                  <a:lnTo>
                    <a:pt x="7620" y="100330"/>
                  </a:lnTo>
                  <a:close/>
                </a:path>
                <a:path w="7619" h="360680">
                  <a:moveTo>
                    <a:pt x="7620" y="125730"/>
                  </a:moveTo>
                  <a:lnTo>
                    <a:pt x="0" y="125730"/>
                  </a:lnTo>
                  <a:lnTo>
                    <a:pt x="0" y="157479"/>
                  </a:lnTo>
                  <a:lnTo>
                    <a:pt x="7620" y="157479"/>
                  </a:lnTo>
                  <a:lnTo>
                    <a:pt x="7620" y="125730"/>
                  </a:lnTo>
                  <a:close/>
                </a:path>
                <a:path w="7619" h="360680">
                  <a:moveTo>
                    <a:pt x="7620" y="157480"/>
                  </a:moveTo>
                  <a:lnTo>
                    <a:pt x="0" y="157480"/>
                  </a:lnTo>
                  <a:lnTo>
                    <a:pt x="0" y="182879"/>
                  </a:lnTo>
                  <a:lnTo>
                    <a:pt x="7620" y="182879"/>
                  </a:lnTo>
                  <a:lnTo>
                    <a:pt x="7620" y="157480"/>
                  </a:lnTo>
                  <a:close/>
                </a:path>
                <a:path w="7619" h="360680">
                  <a:moveTo>
                    <a:pt x="7620" y="182880"/>
                  </a:moveTo>
                  <a:lnTo>
                    <a:pt x="0" y="182880"/>
                  </a:lnTo>
                  <a:lnTo>
                    <a:pt x="0" y="214629"/>
                  </a:lnTo>
                  <a:lnTo>
                    <a:pt x="7620" y="214629"/>
                  </a:lnTo>
                  <a:lnTo>
                    <a:pt x="7620" y="182880"/>
                  </a:lnTo>
                  <a:close/>
                </a:path>
                <a:path w="7619" h="360680">
                  <a:moveTo>
                    <a:pt x="7620" y="214630"/>
                  </a:moveTo>
                  <a:lnTo>
                    <a:pt x="0" y="214630"/>
                  </a:lnTo>
                  <a:lnTo>
                    <a:pt x="0" y="246379"/>
                  </a:lnTo>
                  <a:lnTo>
                    <a:pt x="7620" y="246379"/>
                  </a:lnTo>
                  <a:lnTo>
                    <a:pt x="7620" y="214630"/>
                  </a:lnTo>
                  <a:close/>
                </a:path>
                <a:path w="7619" h="360680">
                  <a:moveTo>
                    <a:pt x="7620" y="246380"/>
                  </a:moveTo>
                  <a:lnTo>
                    <a:pt x="0" y="246380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246380"/>
                  </a:lnTo>
                  <a:close/>
                </a:path>
                <a:path w="7619" h="360680">
                  <a:moveTo>
                    <a:pt x="7620" y="278130"/>
                  </a:moveTo>
                  <a:lnTo>
                    <a:pt x="0" y="278130"/>
                  </a:lnTo>
                  <a:lnTo>
                    <a:pt x="0" y="309879"/>
                  </a:lnTo>
                  <a:lnTo>
                    <a:pt x="7620" y="309879"/>
                  </a:lnTo>
                  <a:lnTo>
                    <a:pt x="7620" y="278130"/>
                  </a:lnTo>
                  <a:close/>
                </a:path>
                <a:path w="7619" h="360680">
                  <a:moveTo>
                    <a:pt x="7620" y="309880"/>
                  </a:moveTo>
                  <a:lnTo>
                    <a:pt x="0" y="309880"/>
                  </a:lnTo>
                  <a:lnTo>
                    <a:pt x="0" y="341629"/>
                  </a:lnTo>
                  <a:lnTo>
                    <a:pt x="7620" y="341629"/>
                  </a:lnTo>
                  <a:lnTo>
                    <a:pt x="7620" y="309880"/>
                  </a:lnTo>
                  <a:close/>
                </a:path>
                <a:path w="7619" h="360680">
                  <a:moveTo>
                    <a:pt x="7620" y="341630"/>
                  </a:moveTo>
                  <a:lnTo>
                    <a:pt x="0" y="341630"/>
                  </a:lnTo>
                  <a:lnTo>
                    <a:pt x="0" y="360679"/>
                  </a:lnTo>
                  <a:lnTo>
                    <a:pt x="1269" y="360679"/>
                  </a:lnTo>
                  <a:lnTo>
                    <a:pt x="1269" y="358139"/>
                  </a:lnTo>
                  <a:lnTo>
                    <a:pt x="2539" y="358139"/>
                  </a:lnTo>
                  <a:lnTo>
                    <a:pt x="2539" y="356870"/>
                  </a:lnTo>
                  <a:lnTo>
                    <a:pt x="3810" y="356870"/>
                  </a:lnTo>
                  <a:lnTo>
                    <a:pt x="3810" y="355600"/>
                  </a:lnTo>
                  <a:lnTo>
                    <a:pt x="5080" y="355600"/>
                  </a:lnTo>
                  <a:lnTo>
                    <a:pt x="5080" y="354329"/>
                  </a:lnTo>
                  <a:lnTo>
                    <a:pt x="6350" y="354329"/>
                  </a:lnTo>
                  <a:lnTo>
                    <a:pt x="6350" y="353060"/>
                  </a:lnTo>
                  <a:lnTo>
                    <a:pt x="7620" y="353060"/>
                  </a:lnTo>
                  <a:lnTo>
                    <a:pt x="7620" y="341630"/>
                  </a:lnTo>
                  <a:close/>
                </a:path>
              </a:pathLst>
            </a:custGeom>
            <a:solidFill>
              <a:srgbClr val="AFA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0">
              <a:extLst>
                <a:ext uri="{FF2B5EF4-FFF2-40B4-BE49-F238E27FC236}">
                  <a16:creationId xmlns:a16="http://schemas.microsoft.com/office/drawing/2014/main" id="{2D3DCCBB-3CCD-645E-37CD-946965A2B666}"/>
                </a:ext>
              </a:extLst>
            </p:cNvPr>
            <p:cNvSpPr/>
            <p:nvPr/>
          </p:nvSpPr>
          <p:spPr>
            <a:xfrm>
              <a:off x="1902460" y="2669540"/>
              <a:ext cx="6350" cy="341630"/>
            </a:xfrm>
            <a:custGeom>
              <a:avLst/>
              <a:gdLst/>
              <a:ahLst/>
              <a:cxnLst/>
              <a:rect l="l" t="t" r="r" b="b"/>
              <a:pathLst>
                <a:path w="6350" h="341630">
                  <a:moveTo>
                    <a:pt x="126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5080"/>
                  </a:lnTo>
                  <a:lnTo>
                    <a:pt x="3809" y="5080"/>
                  </a:lnTo>
                  <a:lnTo>
                    <a:pt x="3809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6350" h="341630">
                  <a:moveTo>
                    <a:pt x="6350" y="34290"/>
                  </a:moveTo>
                  <a:lnTo>
                    <a:pt x="0" y="3429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34290"/>
                  </a:lnTo>
                  <a:close/>
                </a:path>
                <a:path w="6350" h="341630">
                  <a:moveTo>
                    <a:pt x="6350" y="91440"/>
                  </a:moveTo>
                  <a:lnTo>
                    <a:pt x="0" y="9144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91440"/>
                  </a:lnTo>
                  <a:close/>
                </a:path>
                <a:path w="6350" h="341630">
                  <a:moveTo>
                    <a:pt x="6350" y="116840"/>
                  </a:moveTo>
                  <a:lnTo>
                    <a:pt x="0" y="11684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16840"/>
                  </a:lnTo>
                  <a:close/>
                </a:path>
                <a:path w="6350" h="341630">
                  <a:moveTo>
                    <a:pt x="6350" y="148590"/>
                  </a:moveTo>
                  <a:lnTo>
                    <a:pt x="0" y="14859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48590"/>
                  </a:lnTo>
                  <a:close/>
                </a:path>
                <a:path w="6350" h="341630">
                  <a:moveTo>
                    <a:pt x="6350" y="173990"/>
                  </a:moveTo>
                  <a:lnTo>
                    <a:pt x="0" y="173990"/>
                  </a:lnTo>
                  <a:lnTo>
                    <a:pt x="0" y="205739"/>
                  </a:lnTo>
                  <a:lnTo>
                    <a:pt x="6350" y="205739"/>
                  </a:lnTo>
                  <a:lnTo>
                    <a:pt x="6350" y="173990"/>
                  </a:lnTo>
                  <a:close/>
                </a:path>
                <a:path w="6350" h="341630">
                  <a:moveTo>
                    <a:pt x="6350" y="205740"/>
                  </a:moveTo>
                  <a:lnTo>
                    <a:pt x="0" y="205740"/>
                  </a:lnTo>
                  <a:lnTo>
                    <a:pt x="0" y="237489"/>
                  </a:lnTo>
                  <a:lnTo>
                    <a:pt x="6350" y="237489"/>
                  </a:lnTo>
                  <a:lnTo>
                    <a:pt x="6350" y="205740"/>
                  </a:lnTo>
                  <a:close/>
                </a:path>
                <a:path w="6350" h="341630">
                  <a:moveTo>
                    <a:pt x="6350" y="237490"/>
                  </a:moveTo>
                  <a:lnTo>
                    <a:pt x="0" y="237490"/>
                  </a:lnTo>
                  <a:lnTo>
                    <a:pt x="0" y="269239"/>
                  </a:lnTo>
                  <a:lnTo>
                    <a:pt x="6350" y="269239"/>
                  </a:lnTo>
                  <a:lnTo>
                    <a:pt x="6350" y="237490"/>
                  </a:lnTo>
                  <a:close/>
                </a:path>
                <a:path w="6350" h="341630">
                  <a:moveTo>
                    <a:pt x="6350" y="269240"/>
                  </a:moveTo>
                  <a:lnTo>
                    <a:pt x="0" y="269240"/>
                  </a:lnTo>
                  <a:lnTo>
                    <a:pt x="0" y="300989"/>
                  </a:lnTo>
                  <a:lnTo>
                    <a:pt x="6350" y="300989"/>
                  </a:lnTo>
                  <a:lnTo>
                    <a:pt x="6350" y="269240"/>
                  </a:lnTo>
                  <a:close/>
                </a:path>
                <a:path w="6350" h="341630">
                  <a:moveTo>
                    <a:pt x="6350" y="300990"/>
                  </a:moveTo>
                  <a:lnTo>
                    <a:pt x="0" y="300990"/>
                  </a:lnTo>
                  <a:lnTo>
                    <a:pt x="0" y="332739"/>
                  </a:lnTo>
                  <a:lnTo>
                    <a:pt x="6350" y="332739"/>
                  </a:lnTo>
                  <a:lnTo>
                    <a:pt x="6350" y="300990"/>
                  </a:lnTo>
                  <a:close/>
                </a:path>
                <a:path w="6350" h="341630">
                  <a:moveTo>
                    <a:pt x="6350" y="332740"/>
                  </a:moveTo>
                  <a:lnTo>
                    <a:pt x="0" y="332740"/>
                  </a:lnTo>
                  <a:lnTo>
                    <a:pt x="0" y="341630"/>
                  </a:lnTo>
                  <a:lnTo>
                    <a:pt x="1269" y="341630"/>
                  </a:lnTo>
                  <a:lnTo>
                    <a:pt x="1269" y="340360"/>
                  </a:lnTo>
                  <a:lnTo>
                    <a:pt x="2539" y="340360"/>
                  </a:lnTo>
                  <a:lnTo>
                    <a:pt x="2539" y="339089"/>
                  </a:lnTo>
                  <a:lnTo>
                    <a:pt x="3809" y="339089"/>
                  </a:lnTo>
                  <a:lnTo>
                    <a:pt x="3809" y="337820"/>
                  </a:lnTo>
                  <a:lnTo>
                    <a:pt x="5079" y="337820"/>
                  </a:lnTo>
                  <a:lnTo>
                    <a:pt x="5079" y="336550"/>
                  </a:lnTo>
                  <a:lnTo>
                    <a:pt x="6350" y="336550"/>
                  </a:lnTo>
                  <a:lnTo>
                    <a:pt x="6350" y="332740"/>
                  </a:lnTo>
                  <a:close/>
                </a:path>
              </a:pathLst>
            </a:custGeom>
            <a:solidFill>
              <a:srgbClr val="B1A8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1">
              <a:extLst>
                <a:ext uri="{FF2B5EF4-FFF2-40B4-BE49-F238E27FC236}">
                  <a16:creationId xmlns:a16="http://schemas.microsoft.com/office/drawing/2014/main" id="{EC4FCFBA-61D0-3EB5-8500-26C400D3CF3B}"/>
                </a:ext>
              </a:extLst>
            </p:cNvPr>
            <p:cNvSpPr/>
            <p:nvPr/>
          </p:nvSpPr>
          <p:spPr>
            <a:xfrm>
              <a:off x="1908810" y="2677160"/>
              <a:ext cx="7620" cy="327660"/>
            </a:xfrm>
            <a:custGeom>
              <a:avLst/>
              <a:gdLst/>
              <a:ahLst/>
              <a:cxnLst/>
              <a:rect l="l" t="t" r="r" b="b"/>
              <a:pathLst>
                <a:path w="7619" h="327660">
                  <a:moveTo>
                    <a:pt x="1269" y="0"/>
                  </a:moveTo>
                  <a:lnTo>
                    <a:pt x="0" y="0"/>
                  </a:lnTo>
                  <a:lnTo>
                    <a:pt x="0" y="26669"/>
                  </a:lnTo>
                  <a:lnTo>
                    <a:pt x="7619" y="26669"/>
                  </a:lnTo>
                  <a:lnTo>
                    <a:pt x="7619" y="7619"/>
                  </a:lnTo>
                  <a:lnTo>
                    <a:pt x="6349" y="7619"/>
                  </a:lnTo>
                  <a:lnTo>
                    <a:pt x="6349" y="6350"/>
                  </a:lnTo>
                  <a:lnTo>
                    <a:pt x="5079" y="6350"/>
                  </a:lnTo>
                  <a:lnTo>
                    <a:pt x="5079" y="5079"/>
                  </a:lnTo>
                  <a:lnTo>
                    <a:pt x="3809" y="507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19" h="327660">
                  <a:moveTo>
                    <a:pt x="7619" y="26670"/>
                  </a:moveTo>
                  <a:lnTo>
                    <a:pt x="0" y="26670"/>
                  </a:lnTo>
                  <a:lnTo>
                    <a:pt x="0" y="83819"/>
                  </a:lnTo>
                  <a:lnTo>
                    <a:pt x="7619" y="83819"/>
                  </a:lnTo>
                  <a:lnTo>
                    <a:pt x="7619" y="26670"/>
                  </a:lnTo>
                  <a:close/>
                </a:path>
                <a:path w="7619" h="327660">
                  <a:moveTo>
                    <a:pt x="7619" y="83820"/>
                  </a:moveTo>
                  <a:lnTo>
                    <a:pt x="0" y="83820"/>
                  </a:lnTo>
                  <a:lnTo>
                    <a:pt x="0" y="109219"/>
                  </a:lnTo>
                  <a:lnTo>
                    <a:pt x="7619" y="109219"/>
                  </a:lnTo>
                  <a:lnTo>
                    <a:pt x="7619" y="83820"/>
                  </a:lnTo>
                  <a:close/>
                </a:path>
                <a:path w="7619" h="327660">
                  <a:moveTo>
                    <a:pt x="7619" y="109220"/>
                  </a:moveTo>
                  <a:lnTo>
                    <a:pt x="0" y="109220"/>
                  </a:lnTo>
                  <a:lnTo>
                    <a:pt x="0" y="140969"/>
                  </a:lnTo>
                  <a:lnTo>
                    <a:pt x="7619" y="140969"/>
                  </a:lnTo>
                  <a:lnTo>
                    <a:pt x="7619" y="109220"/>
                  </a:lnTo>
                  <a:close/>
                </a:path>
                <a:path w="7619" h="327660">
                  <a:moveTo>
                    <a:pt x="7619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7619" y="166369"/>
                  </a:lnTo>
                  <a:lnTo>
                    <a:pt x="7619" y="140970"/>
                  </a:lnTo>
                  <a:close/>
                </a:path>
                <a:path w="7619" h="327660">
                  <a:moveTo>
                    <a:pt x="7619" y="166370"/>
                  </a:moveTo>
                  <a:lnTo>
                    <a:pt x="0" y="166370"/>
                  </a:lnTo>
                  <a:lnTo>
                    <a:pt x="0" y="198119"/>
                  </a:lnTo>
                  <a:lnTo>
                    <a:pt x="7619" y="198119"/>
                  </a:lnTo>
                  <a:lnTo>
                    <a:pt x="7619" y="166370"/>
                  </a:lnTo>
                  <a:close/>
                </a:path>
                <a:path w="7619" h="327660">
                  <a:moveTo>
                    <a:pt x="7619" y="198120"/>
                  </a:moveTo>
                  <a:lnTo>
                    <a:pt x="0" y="198120"/>
                  </a:lnTo>
                  <a:lnTo>
                    <a:pt x="0" y="229869"/>
                  </a:lnTo>
                  <a:lnTo>
                    <a:pt x="7619" y="229869"/>
                  </a:lnTo>
                  <a:lnTo>
                    <a:pt x="7619" y="198120"/>
                  </a:lnTo>
                  <a:close/>
                </a:path>
                <a:path w="7619" h="327660">
                  <a:moveTo>
                    <a:pt x="7619" y="229870"/>
                  </a:moveTo>
                  <a:lnTo>
                    <a:pt x="0" y="229870"/>
                  </a:lnTo>
                  <a:lnTo>
                    <a:pt x="0" y="261619"/>
                  </a:lnTo>
                  <a:lnTo>
                    <a:pt x="7619" y="261619"/>
                  </a:lnTo>
                  <a:lnTo>
                    <a:pt x="7619" y="229870"/>
                  </a:lnTo>
                  <a:close/>
                </a:path>
                <a:path w="7619" h="327660">
                  <a:moveTo>
                    <a:pt x="7619" y="261620"/>
                  </a:moveTo>
                  <a:lnTo>
                    <a:pt x="0" y="261620"/>
                  </a:lnTo>
                  <a:lnTo>
                    <a:pt x="0" y="293369"/>
                  </a:lnTo>
                  <a:lnTo>
                    <a:pt x="7619" y="293369"/>
                  </a:lnTo>
                  <a:lnTo>
                    <a:pt x="7619" y="261620"/>
                  </a:lnTo>
                  <a:close/>
                </a:path>
                <a:path w="7619" h="327660">
                  <a:moveTo>
                    <a:pt x="7619" y="293370"/>
                  </a:moveTo>
                  <a:lnTo>
                    <a:pt x="0" y="293370"/>
                  </a:lnTo>
                  <a:lnTo>
                    <a:pt x="0" y="325119"/>
                  </a:lnTo>
                  <a:lnTo>
                    <a:pt x="2539" y="325119"/>
                  </a:lnTo>
                  <a:lnTo>
                    <a:pt x="2539" y="323850"/>
                  </a:lnTo>
                  <a:lnTo>
                    <a:pt x="3809" y="323850"/>
                  </a:lnTo>
                  <a:lnTo>
                    <a:pt x="3809" y="322579"/>
                  </a:lnTo>
                  <a:lnTo>
                    <a:pt x="5079" y="322579"/>
                  </a:lnTo>
                  <a:lnTo>
                    <a:pt x="5079" y="321310"/>
                  </a:lnTo>
                  <a:lnTo>
                    <a:pt x="6349" y="321310"/>
                  </a:lnTo>
                  <a:lnTo>
                    <a:pt x="6349" y="320039"/>
                  </a:lnTo>
                  <a:lnTo>
                    <a:pt x="7619" y="320039"/>
                  </a:lnTo>
                  <a:lnTo>
                    <a:pt x="7619" y="293370"/>
                  </a:lnTo>
                  <a:close/>
                </a:path>
                <a:path w="7619" h="327660">
                  <a:moveTo>
                    <a:pt x="1269" y="325120"/>
                  </a:moveTo>
                  <a:lnTo>
                    <a:pt x="0" y="325120"/>
                  </a:lnTo>
                  <a:lnTo>
                    <a:pt x="0" y="327660"/>
                  </a:lnTo>
                  <a:lnTo>
                    <a:pt x="1269" y="327660"/>
                  </a:lnTo>
                  <a:lnTo>
                    <a:pt x="1269" y="325120"/>
                  </a:lnTo>
                  <a:close/>
                </a:path>
              </a:pathLst>
            </a:custGeom>
            <a:solidFill>
              <a:srgbClr val="B2AA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2">
              <a:extLst>
                <a:ext uri="{FF2B5EF4-FFF2-40B4-BE49-F238E27FC236}">
                  <a16:creationId xmlns:a16="http://schemas.microsoft.com/office/drawing/2014/main" id="{3D937C78-E47A-8AD9-7CEB-37FD30E49F56}"/>
                </a:ext>
              </a:extLst>
            </p:cNvPr>
            <p:cNvSpPr/>
            <p:nvPr/>
          </p:nvSpPr>
          <p:spPr>
            <a:xfrm>
              <a:off x="1916430" y="2686050"/>
              <a:ext cx="7620" cy="308610"/>
            </a:xfrm>
            <a:custGeom>
              <a:avLst/>
              <a:gdLst/>
              <a:ahLst/>
              <a:cxnLst/>
              <a:rect l="l" t="t" r="r" b="b"/>
              <a:pathLst>
                <a:path w="7619" h="308610">
                  <a:moveTo>
                    <a:pt x="1269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7619" y="17779"/>
                  </a:lnTo>
                  <a:lnTo>
                    <a:pt x="7619" y="7620"/>
                  </a:lnTo>
                  <a:lnTo>
                    <a:pt x="6349" y="7620"/>
                  </a:lnTo>
                  <a:lnTo>
                    <a:pt x="6349" y="6350"/>
                  </a:lnTo>
                  <a:lnTo>
                    <a:pt x="5079" y="6350"/>
                  </a:lnTo>
                  <a:lnTo>
                    <a:pt x="5079" y="5079"/>
                  </a:lnTo>
                  <a:lnTo>
                    <a:pt x="3809" y="5079"/>
                  </a:lnTo>
                  <a:lnTo>
                    <a:pt x="3809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19" h="308610">
                  <a:moveTo>
                    <a:pt x="7619" y="17780"/>
                  </a:moveTo>
                  <a:lnTo>
                    <a:pt x="0" y="17780"/>
                  </a:lnTo>
                  <a:lnTo>
                    <a:pt x="0" y="74929"/>
                  </a:lnTo>
                  <a:lnTo>
                    <a:pt x="7619" y="74929"/>
                  </a:lnTo>
                  <a:lnTo>
                    <a:pt x="7619" y="17780"/>
                  </a:lnTo>
                  <a:close/>
                </a:path>
                <a:path w="7619" h="308610">
                  <a:moveTo>
                    <a:pt x="7619" y="74930"/>
                  </a:moveTo>
                  <a:lnTo>
                    <a:pt x="0" y="74930"/>
                  </a:lnTo>
                  <a:lnTo>
                    <a:pt x="0" y="100329"/>
                  </a:lnTo>
                  <a:lnTo>
                    <a:pt x="7619" y="100329"/>
                  </a:lnTo>
                  <a:lnTo>
                    <a:pt x="7619" y="74930"/>
                  </a:lnTo>
                  <a:close/>
                </a:path>
                <a:path w="7619" h="308610">
                  <a:moveTo>
                    <a:pt x="7619" y="100330"/>
                  </a:moveTo>
                  <a:lnTo>
                    <a:pt x="0" y="100330"/>
                  </a:lnTo>
                  <a:lnTo>
                    <a:pt x="0" y="132079"/>
                  </a:lnTo>
                  <a:lnTo>
                    <a:pt x="7619" y="132079"/>
                  </a:lnTo>
                  <a:lnTo>
                    <a:pt x="7619" y="100330"/>
                  </a:lnTo>
                  <a:close/>
                </a:path>
                <a:path w="7619" h="308610">
                  <a:moveTo>
                    <a:pt x="7619" y="132080"/>
                  </a:moveTo>
                  <a:lnTo>
                    <a:pt x="0" y="132080"/>
                  </a:lnTo>
                  <a:lnTo>
                    <a:pt x="0" y="157479"/>
                  </a:lnTo>
                  <a:lnTo>
                    <a:pt x="7619" y="157479"/>
                  </a:lnTo>
                  <a:lnTo>
                    <a:pt x="7619" y="132080"/>
                  </a:lnTo>
                  <a:close/>
                </a:path>
                <a:path w="7619" h="308610">
                  <a:moveTo>
                    <a:pt x="7619" y="157480"/>
                  </a:moveTo>
                  <a:lnTo>
                    <a:pt x="0" y="157480"/>
                  </a:lnTo>
                  <a:lnTo>
                    <a:pt x="0" y="189229"/>
                  </a:lnTo>
                  <a:lnTo>
                    <a:pt x="7619" y="189229"/>
                  </a:lnTo>
                  <a:lnTo>
                    <a:pt x="7619" y="157480"/>
                  </a:lnTo>
                  <a:close/>
                </a:path>
                <a:path w="7619" h="308610">
                  <a:moveTo>
                    <a:pt x="7619" y="189230"/>
                  </a:moveTo>
                  <a:lnTo>
                    <a:pt x="0" y="189230"/>
                  </a:lnTo>
                  <a:lnTo>
                    <a:pt x="0" y="220979"/>
                  </a:lnTo>
                  <a:lnTo>
                    <a:pt x="7619" y="220979"/>
                  </a:lnTo>
                  <a:lnTo>
                    <a:pt x="7619" y="189230"/>
                  </a:lnTo>
                  <a:close/>
                </a:path>
                <a:path w="7619" h="308610">
                  <a:moveTo>
                    <a:pt x="7619" y="220980"/>
                  </a:moveTo>
                  <a:lnTo>
                    <a:pt x="0" y="220980"/>
                  </a:lnTo>
                  <a:lnTo>
                    <a:pt x="0" y="252729"/>
                  </a:lnTo>
                  <a:lnTo>
                    <a:pt x="7619" y="252729"/>
                  </a:lnTo>
                  <a:lnTo>
                    <a:pt x="7619" y="220980"/>
                  </a:lnTo>
                  <a:close/>
                </a:path>
                <a:path w="7619" h="308610">
                  <a:moveTo>
                    <a:pt x="7619" y="252730"/>
                  </a:moveTo>
                  <a:lnTo>
                    <a:pt x="0" y="252730"/>
                  </a:lnTo>
                  <a:lnTo>
                    <a:pt x="0" y="284479"/>
                  </a:lnTo>
                  <a:lnTo>
                    <a:pt x="7619" y="284479"/>
                  </a:lnTo>
                  <a:lnTo>
                    <a:pt x="7619" y="252730"/>
                  </a:lnTo>
                  <a:close/>
                </a:path>
                <a:path w="7619" h="308610">
                  <a:moveTo>
                    <a:pt x="7619" y="284480"/>
                  </a:moveTo>
                  <a:lnTo>
                    <a:pt x="0" y="284480"/>
                  </a:lnTo>
                  <a:lnTo>
                    <a:pt x="0" y="308610"/>
                  </a:lnTo>
                  <a:lnTo>
                    <a:pt x="1269" y="308610"/>
                  </a:lnTo>
                  <a:lnTo>
                    <a:pt x="1269" y="307339"/>
                  </a:lnTo>
                  <a:lnTo>
                    <a:pt x="2539" y="307339"/>
                  </a:lnTo>
                  <a:lnTo>
                    <a:pt x="2539" y="306070"/>
                  </a:lnTo>
                  <a:lnTo>
                    <a:pt x="3809" y="306070"/>
                  </a:lnTo>
                  <a:lnTo>
                    <a:pt x="3809" y="304800"/>
                  </a:lnTo>
                  <a:lnTo>
                    <a:pt x="5079" y="304800"/>
                  </a:lnTo>
                  <a:lnTo>
                    <a:pt x="5079" y="303529"/>
                  </a:lnTo>
                  <a:lnTo>
                    <a:pt x="6349" y="303529"/>
                  </a:lnTo>
                  <a:lnTo>
                    <a:pt x="6349" y="300989"/>
                  </a:lnTo>
                  <a:lnTo>
                    <a:pt x="7619" y="300989"/>
                  </a:lnTo>
                  <a:lnTo>
                    <a:pt x="7619" y="284480"/>
                  </a:lnTo>
                  <a:close/>
                </a:path>
              </a:pathLst>
            </a:custGeom>
            <a:solidFill>
              <a:srgbClr val="B4AC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3">
              <a:extLst>
                <a:ext uri="{FF2B5EF4-FFF2-40B4-BE49-F238E27FC236}">
                  <a16:creationId xmlns:a16="http://schemas.microsoft.com/office/drawing/2014/main" id="{F3458118-4A61-30C0-FD53-864133450504}"/>
                </a:ext>
              </a:extLst>
            </p:cNvPr>
            <p:cNvSpPr/>
            <p:nvPr/>
          </p:nvSpPr>
          <p:spPr>
            <a:xfrm>
              <a:off x="1924050" y="2694940"/>
              <a:ext cx="7620" cy="290830"/>
            </a:xfrm>
            <a:custGeom>
              <a:avLst/>
              <a:gdLst/>
              <a:ahLst/>
              <a:cxnLst/>
              <a:rect l="l" t="t" r="r" b="b"/>
              <a:pathLst>
                <a:path w="7619" h="290830">
                  <a:moveTo>
                    <a:pt x="1269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7619" y="8889"/>
                  </a:lnTo>
                  <a:lnTo>
                    <a:pt x="7619" y="7620"/>
                  </a:lnTo>
                  <a:lnTo>
                    <a:pt x="6350" y="7620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5080"/>
                  </a:lnTo>
                  <a:lnTo>
                    <a:pt x="3809" y="5080"/>
                  </a:lnTo>
                  <a:lnTo>
                    <a:pt x="3809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19" h="290830">
                  <a:moveTo>
                    <a:pt x="7619" y="8890"/>
                  </a:moveTo>
                  <a:lnTo>
                    <a:pt x="0" y="8890"/>
                  </a:lnTo>
                  <a:lnTo>
                    <a:pt x="0" y="66039"/>
                  </a:lnTo>
                  <a:lnTo>
                    <a:pt x="7619" y="66039"/>
                  </a:lnTo>
                  <a:lnTo>
                    <a:pt x="7619" y="8890"/>
                  </a:lnTo>
                  <a:close/>
                </a:path>
                <a:path w="7619" h="290830">
                  <a:moveTo>
                    <a:pt x="7619" y="66040"/>
                  </a:moveTo>
                  <a:lnTo>
                    <a:pt x="0" y="66040"/>
                  </a:lnTo>
                  <a:lnTo>
                    <a:pt x="0" y="91439"/>
                  </a:lnTo>
                  <a:lnTo>
                    <a:pt x="7619" y="91439"/>
                  </a:lnTo>
                  <a:lnTo>
                    <a:pt x="7619" y="66040"/>
                  </a:lnTo>
                  <a:close/>
                </a:path>
                <a:path w="7619" h="290830">
                  <a:moveTo>
                    <a:pt x="7619" y="91440"/>
                  </a:moveTo>
                  <a:lnTo>
                    <a:pt x="0" y="91440"/>
                  </a:lnTo>
                  <a:lnTo>
                    <a:pt x="0" y="123189"/>
                  </a:lnTo>
                  <a:lnTo>
                    <a:pt x="7619" y="123189"/>
                  </a:lnTo>
                  <a:lnTo>
                    <a:pt x="7619" y="91440"/>
                  </a:lnTo>
                  <a:close/>
                </a:path>
                <a:path w="7619" h="290830">
                  <a:moveTo>
                    <a:pt x="7619" y="123190"/>
                  </a:moveTo>
                  <a:lnTo>
                    <a:pt x="0" y="123190"/>
                  </a:lnTo>
                  <a:lnTo>
                    <a:pt x="0" y="148589"/>
                  </a:lnTo>
                  <a:lnTo>
                    <a:pt x="7619" y="148589"/>
                  </a:lnTo>
                  <a:lnTo>
                    <a:pt x="7619" y="123190"/>
                  </a:lnTo>
                  <a:close/>
                </a:path>
                <a:path w="7619" h="290830">
                  <a:moveTo>
                    <a:pt x="7619" y="148590"/>
                  </a:moveTo>
                  <a:lnTo>
                    <a:pt x="0" y="148590"/>
                  </a:lnTo>
                  <a:lnTo>
                    <a:pt x="0" y="180339"/>
                  </a:lnTo>
                  <a:lnTo>
                    <a:pt x="7619" y="180339"/>
                  </a:lnTo>
                  <a:lnTo>
                    <a:pt x="7619" y="148590"/>
                  </a:lnTo>
                  <a:close/>
                </a:path>
                <a:path w="7619" h="290830">
                  <a:moveTo>
                    <a:pt x="7619" y="180340"/>
                  </a:moveTo>
                  <a:lnTo>
                    <a:pt x="0" y="180340"/>
                  </a:lnTo>
                  <a:lnTo>
                    <a:pt x="0" y="212089"/>
                  </a:lnTo>
                  <a:lnTo>
                    <a:pt x="7619" y="212089"/>
                  </a:lnTo>
                  <a:lnTo>
                    <a:pt x="7619" y="180340"/>
                  </a:lnTo>
                  <a:close/>
                </a:path>
                <a:path w="7619" h="290830">
                  <a:moveTo>
                    <a:pt x="7619" y="212090"/>
                  </a:moveTo>
                  <a:lnTo>
                    <a:pt x="0" y="212090"/>
                  </a:lnTo>
                  <a:lnTo>
                    <a:pt x="0" y="243839"/>
                  </a:lnTo>
                  <a:lnTo>
                    <a:pt x="7619" y="243839"/>
                  </a:lnTo>
                  <a:lnTo>
                    <a:pt x="7619" y="212090"/>
                  </a:lnTo>
                  <a:close/>
                </a:path>
                <a:path w="7619" h="290830">
                  <a:moveTo>
                    <a:pt x="7619" y="243840"/>
                  </a:moveTo>
                  <a:lnTo>
                    <a:pt x="0" y="243840"/>
                  </a:lnTo>
                  <a:lnTo>
                    <a:pt x="0" y="275589"/>
                  </a:lnTo>
                  <a:lnTo>
                    <a:pt x="7619" y="275589"/>
                  </a:lnTo>
                  <a:lnTo>
                    <a:pt x="7619" y="243840"/>
                  </a:lnTo>
                  <a:close/>
                </a:path>
                <a:path w="7619" h="290830">
                  <a:moveTo>
                    <a:pt x="7619" y="275590"/>
                  </a:moveTo>
                  <a:lnTo>
                    <a:pt x="0" y="275590"/>
                  </a:lnTo>
                  <a:lnTo>
                    <a:pt x="0" y="290830"/>
                  </a:lnTo>
                  <a:lnTo>
                    <a:pt x="1269" y="290830"/>
                  </a:lnTo>
                  <a:lnTo>
                    <a:pt x="1269" y="289560"/>
                  </a:lnTo>
                  <a:lnTo>
                    <a:pt x="2539" y="289560"/>
                  </a:lnTo>
                  <a:lnTo>
                    <a:pt x="2539" y="288289"/>
                  </a:lnTo>
                  <a:lnTo>
                    <a:pt x="3809" y="288289"/>
                  </a:lnTo>
                  <a:lnTo>
                    <a:pt x="3809" y="287020"/>
                  </a:lnTo>
                  <a:lnTo>
                    <a:pt x="5079" y="287020"/>
                  </a:lnTo>
                  <a:lnTo>
                    <a:pt x="5079" y="285750"/>
                  </a:lnTo>
                  <a:lnTo>
                    <a:pt x="6350" y="285750"/>
                  </a:lnTo>
                  <a:lnTo>
                    <a:pt x="6350" y="283210"/>
                  </a:lnTo>
                  <a:lnTo>
                    <a:pt x="7619" y="283210"/>
                  </a:lnTo>
                  <a:lnTo>
                    <a:pt x="7619" y="275590"/>
                  </a:lnTo>
                  <a:close/>
                </a:path>
              </a:pathLst>
            </a:custGeom>
            <a:solidFill>
              <a:srgbClr val="B6A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4">
              <a:extLst>
                <a:ext uri="{FF2B5EF4-FFF2-40B4-BE49-F238E27FC236}">
                  <a16:creationId xmlns:a16="http://schemas.microsoft.com/office/drawing/2014/main" id="{9E9B8FEF-DD1F-3676-4DED-491D3C7F8A72}"/>
                </a:ext>
              </a:extLst>
            </p:cNvPr>
            <p:cNvSpPr/>
            <p:nvPr/>
          </p:nvSpPr>
          <p:spPr>
            <a:xfrm>
              <a:off x="1931670" y="2703830"/>
              <a:ext cx="6350" cy="273050"/>
            </a:xfrm>
            <a:custGeom>
              <a:avLst/>
              <a:gdLst/>
              <a:ahLst/>
              <a:cxnLst/>
              <a:rect l="l" t="t" r="r" b="b"/>
              <a:pathLst>
                <a:path w="6350" h="273050">
                  <a:moveTo>
                    <a:pt x="1269" y="0"/>
                  </a:moveTo>
                  <a:lnTo>
                    <a:pt x="0" y="0"/>
                  </a:lnTo>
                  <a:lnTo>
                    <a:pt x="0" y="57149"/>
                  </a:lnTo>
                  <a:lnTo>
                    <a:pt x="6350" y="57149"/>
                  </a:lnTo>
                  <a:lnTo>
                    <a:pt x="6350" y="6349"/>
                  </a:lnTo>
                  <a:lnTo>
                    <a:pt x="5080" y="6349"/>
                  </a:lnTo>
                  <a:lnTo>
                    <a:pt x="5080" y="5079"/>
                  </a:lnTo>
                  <a:lnTo>
                    <a:pt x="3809" y="5079"/>
                  </a:lnTo>
                  <a:lnTo>
                    <a:pt x="3809" y="3809"/>
                  </a:lnTo>
                  <a:lnTo>
                    <a:pt x="2539" y="3809"/>
                  </a:lnTo>
                  <a:lnTo>
                    <a:pt x="2539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  <a:path w="6350" h="273050">
                  <a:moveTo>
                    <a:pt x="6350" y="57150"/>
                  </a:moveTo>
                  <a:lnTo>
                    <a:pt x="0" y="57150"/>
                  </a:lnTo>
                  <a:lnTo>
                    <a:pt x="0" y="82549"/>
                  </a:lnTo>
                  <a:lnTo>
                    <a:pt x="6350" y="82549"/>
                  </a:lnTo>
                  <a:lnTo>
                    <a:pt x="6350" y="57150"/>
                  </a:lnTo>
                  <a:close/>
                </a:path>
                <a:path w="6350" h="273050">
                  <a:moveTo>
                    <a:pt x="6350" y="82550"/>
                  </a:moveTo>
                  <a:lnTo>
                    <a:pt x="0" y="82550"/>
                  </a:lnTo>
                  <a:lnTo>
                    <a:pt x="0" y="114299"/>
                  </a:lnTo>
                  <a:lnTo>
                    <a:pt x="6350" y="114299"/>
                  </a:lnTo>
                  <a:lnTo>
                    <a:pt x="6350" y="82550"/>
                  </a:lnTo>
                  <a:close/>
                </a:path>
                <a:path w="6350" h="273050">
                  <a:moveTo>
                    <a:pt x="6350" y="114300"/>
                  </a:moveTo>
                  <a:lnTo>
                    <a:pt x="0" y="114300"/>
                  </a:lnTo>
                  <a:lnTo>
                    <a:pt x="0" y="139699"/>
                  </a:lnTo>
                  <a:lnTo>
                    <a:pt x="6350" y="139699"/>
                  </a:lnTo>
                  <a:lnTo>
                    <a:pt x="6350" y="114300"/>
                  </a:lnTo>
                  <a:close/>
                </a:path>
                <a:path w="6350" h="273050">
                  <a:moveTo>
                    <a:pt x="6350" y="139700"/>
                  </a:moveTo>
                  <a:lnTo>
                    <a:pt x="0" y="139700"/>
                  </a:lnTo>
                  <a:lnTo>
                    <a:pt x="0" y="171449"/>
                  </a:lnTo>
                  <a:lnTo>
                    <a:pt x="6350" y="171449"/>
                  </a:lnTo>
                  <a:lnTo>
                    <a:pt x="6350" y="139700"/>
                  </a:lnTo>
                  <a:close/>
                </a:path>
                <a:path w="6350" h="273050">
                  <a:moveTo>
                    <a:pt x="6350" y="171450"/>
                  </a:moveTo>
                  <a:lnTo>
                    <a:pt x="0" y="171450"/>
                  </a:lnTo>
                  <a:lnTo>
                    <a:pt x="0" y="203199"/>
                  </a:lnTo>
                  <a:lnTo>
                    <a:pt x="6350" y="203199"/>
                  </a:lnTo>
                  <a:lnTo>
                    <a:pt x="6350" y="171450"/>
                  </a:lnTo>
                  <a:close/>
                </a:path>
                <a:path w="6350" h="273050">
                  <a:moveTo>
                    <a:pt x="6350" y="203200"/>
                  </a:moveTo>
                  <a:lnTo>
                    <a:pt x="0" y="203200"/>
                  </a:lnTo>
                  <a:lnTo>
                    <a:pt x="0" y="234949"/>
                  </a:lnTo>
                  <a:lnTo>
                    <a:pt x="6350" y="234949"/>
                  </a:lnTo>
                  <a:lnTo>
                    <a:pt x="6350" y="203200"/>
                  </a:lnTo>
                  <a:close/>
                </a:path>
                <a:path w="6350" h="273050">
                  <a:moveTo>
                    <a:pt x="6350" y="234950"/>
                  </a:moveTo>
                  <a:lnTo>
                    <a:pt x="0" y="234950"/>
                  </a:lnTo>
                  <a:lnTo>
                    <a:pt x="0" y="266699"/>
                  </a:lnTo>
                  <a:lnTo>
                    <a:pt x="6350" y="266699"/>
                  </a:lnTo>
                  <a:lnTo>
                    <a:pt x="6350" y="234950"/>
                  </a:lnTo>
                  <a:close/>
                </a:path>
                <a:path w="6350" h="273050">
                  <a:moveTo>
                    <a:pt x="5080" y="266700"/>
                  </a:moveTo>
                  <a:lnTo>
                    <a:pt x="0" y="266700"/>
                  </a:lnTo>
                  <a:lnTo>
                    <a:pt x="0" y="273049"/>
                  </a:lnTo>
                  <a:lnTo>
                    <a:pt x="1269" y="273049"/>
                  </a:lnTo>
                  <a:lnTo>
                    <a:pt x="1269" y="271779"/>
                  </a:lnTo>
                  <a:lnTo>
                    <a:pt x="2539" y="271779"/>
                  </a:lnTo>
                  <a:lnTo>
                    <a:pt x="2539" y="270509"/>
                  </a:lnTo>
                  <a:lnTo>
                    <a:pt x="3809" y="270509"/>
                  </a:lnTo>
                  <a:lnTo>
                    <a:pt x="3809" y="269239"/>
                  </a:lnTo>
                  <a:lnTo>
                    <a:pt x="5080" y="269239"/>
                  </a:lnTo>
                  <a:lnTo>
                    <a:pt x="5080" y="266700"/>
                  </a:lnTo>
                  <a:close/>
                </a:path>
              </a:pathLst>
            </a:custGeom>
            <a:solidFill>
              <a:srgbClr val="B8AF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5">
              <a:extLst>
                <a:ext uri="{FF2B5EF4-FFF2-40B4-BE49-F238E27FC236}">
                  <a16:creationId xmlns:a16="http://schemas.microsoft.com/office/drawing/2014/main" id="{5BE6C26F-5657-5907-A7C9-6A1B0E14E7EC}"/>
                </a:ext>
              </a:extLst>
            </p:cNvPr>
            <p:cNvSpPr/>
            <p:nvPr/>
          </p:nvSpPr>
          <p:spPr>
            <a:xfrm>
              <a:off x="1938020" y="2711450"/>
              <a:ext cx="7620" cy="257810"/>
            </a:xfrm>
            <a:custGeom>
              <a:avLst/>
              <a:gdLst/>
              <a:ahLst/>
              <a:cxnLst/>
              <a:rect l="l" t="t" r="r" b="b"/>
              <a:pathLst>
                <a:path w="7619" h="257810">
                  <a:moveTo>
                    <a:pt x="1269" y="0"/>
                  </a:moveTo>
                  <a:lnTo>
                    <a:pt x="0" y="0"/>
                  </a:lnTo>
                  <a:lnTo>
                    <a:pt x="0" y="49529"/>
                  </a:lnTo>
                  <a:lnTo>
                    <a:pt x="7619" y="49529"/>
                  </a:lnTo>
                  <a:lnTo>
                    <a:pt x="7619" y="7620"/>
                  </a:lnTo>
                  <a:lnTo>
                    <a:pt x="6350" y="7620"/>
                  </a:lnTo>
                  <a:lnTo>
                    <a:pt x="6350" y="6350"/>
                  </a:lnTo>
                  <a:lnTo>
                    <a:pt x="5080" y="6350"/>
                  </a:lnTo>
                  <a:lnTo>
                    <a:pt x="5080" y="5079"/>
                  </a:lnTo>
                  <a:lnTo>
                    <a:pt x="3810" y="5079"/>
                  </a:lnTo>
                  <a:lnTo>
                    <a:pt x="381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19" h="257810">
                  <a:moveTo>
                    <a:pt x="7619" y="49530"/>
                  </a:moveTo>
                  <a:lnTo>
                    <a:pt x="0" y="49530"/>
                  </a:lnTo>
                  <a:lnTo>
                    <a:pt x="0" y="74929"/>
                  </a:lnTo>
                  <a:lnTo>
                    <a:pt x="7619" y="74929"/>
                  </a:lnTo>
                  <a:lnTo>
                    <a:pt x="7619" y="49530"/>
                  </a:lnTo>
                  <a:close/>
                </a:path>
                <a:path w="7619" h="257810">
                  <a:moveTo>
                    <a:pt x="7619" y="74930"/>
                  </a:moveTo>
                  <a:lnTo>
                    <a:pt x="0" y="74930"/>
                  </a:lnTo>
                  <a:lnTo>
                    <a:pt x="0" y="106679"/>
                  </a:lnTo>
                  <a:lnTo>
                    <a:pt x="7619" y="106679"/>
                  </a:lnTo>
                  <a:lnTo>
                    <a:pt x="7619" y="74930"/>
                  </a:lnTo>
                  <a:close/>
                </a:path>
                <a:path w="7619" h="257810">
                  <a:moveTo>
                    <a:pt x="7619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7619" y="132079"/>
                  </a:lnTo>
                  <a:lnTo>
                    <a:pt x="7619" y="106680"/>
                  </a:lnTo>
                  <a:close/>
                </a:path>
                <a:path w="7619" h="257810">
                  <a:moveTo>
                    <a:pt x="7619" y="132080"/>
                  </a:moveTo>
                  <a:lnTo>
                    <a:pt x="0" y="132080"/>
                  </a:lnTo>
                  <a:lnTo>
                    <a:pt x="0" y="163829"/>
                  </a:lnTo>
                  <a:lnTo>
                    <a:pt x="7619" y="163829"/>
                  </a:lnTo>
                  <a:lnTo>
                    <a:pt x="7619" y="132080"/>
                  </a:lnTo>
                  <a:close/>
                </a:path>
                <a:path w="7619" h="257810">
                  <a:moveTo>
                    <a:pt x="7619" y="163830"/>
                  </a:moveTo>
                  <a:lnTo>
                    <a:pt x="0" y="163830"/>
                  </a:lnTo>
                  <a:lnTo>
                    <a:pt x="0" y="195579"/>
                  </a:lnTo>
                  <a:lnTo>
                    <a:pt x="7619" y="195579"/>
                  </a:lnTo>
                  <a:lnTo>
                    <a:pt x="7619" y="163830"/>
                  </a:lnTo>
                  <a:close/>
                </a:path>
                <a:path w="7619" h="257810">
                  <a:moveTo>
                    <a:pt x="7619" y="195580"/>
                  </a:moveTo>
                  <a:lnTo>
                    <a:pt x="0" y="195580"/>
                  </a:lnTo>
                  <a:lnTo>
                    <a:pt x="0" y="227329"/>
                  </a:lnTo>
                  <a:lnTo>
                    <a:pt x="7619" y="227329"/>
                  </a:lnTo>
                  <a:lnTo>
                    <a:pt x="7619" y="195580"/>
                  </a:lnTo>
                  <a:close/>
                </a:path>
                <a:path w="7619" h="257810">
                  <a:moveTo>
                    <a:pt x="7619" y="227330"/>
                  </a:moveTo>
                  <a:lnTo>
                    <a:pt x="0" y="227330"/>
                  </a:lnTo>
                  <a:lnTo>
                    <a:pt x="0" y="257810"/>
                  </a:lnTo>
                  <a:lnTo>
                    <a:pt x="1269" y="257810"/>
                  </a:lnTo>
                  <a:lnTo>
                    <a:pt x="1269" y="256539"/>
                  </a:lnTo>
                  <a:lnTo>
                    <a:pt x="2539" y="256539"/>
                  </a:lnTo>
                  <a:lnTo>
                    <a:pt x="2539" y="255270"/>
                  </a:lnTo>
                  <a:lnTo>
                    <a:pt x="3810" y="255270"/>
                  </a:lnTo>
                  <a:lnTo>
                    <a:pt x="3810" y="254000"/>
                  </a:lnTo>
                  <a:lnTo>
                    <a:pt x="5080" y="254000"/>
                  </a:lnTo>
                  <a:lnTo>
                    <a:pt x="5080" y="251460"/>
                  </a:lnTo>
                  <a:lnTo>
                    <a:pt x="6350" y="251460"/>
                  </a:lnTo>
                  <a:lnTo>
                    <a:pt x="6350" y="250189"/>
                  </a:lnTo>
                  <a:lnTo>
                    <a:pt x="7619" y="250189"/>
                  </a:lnTo>
                  <a:lnTo>
                    <a:pt x="7619" y="227330"/>
                  </a:lnTo>
                  <a:close/>
                </a:path>
              </a:pathLst>
            </a:custGeom>
            <a:solidFill>
              <a:srgbClr val="B9B1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0" name="object 1426">
              <a:extLst>
                <a:ext uri="{FF2B5EF4-FFF2-40B4-BE49-F238E27FC236}">
                  <a16:creationId xmlns:a16="http://schemas.microsoft.com/office/drawing/2014/main" id="{9C77E0BA-EDD6-5DA7-C963-3380F666217E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945640" y="2720340"/>
              <a:ext cx="101600" cy="240030"/>
            </a:xfrm>
            <a:prstGeom prst="rect">
              <a:avLst/>
            </a:prstGeom>
          </p:spPr>
        </p:pic>
        <p:sp>
          <p:nvSpPr>
            <p:cNvPr id="1431" name="object 1427">
              <a:extLst>
                <a:ext uri="{FF2B5EF4-FFF2-40B4-BE49-F238E27FC236}">
                  <a16:creationId xmlns:a16="http://schemas.microsoft.com/office/drawing/2014/main" id="{6526D164-4E53-DF56-9DF9-D16CA12C061A}"/>
                </a:ext>
              </a:extLst>
            </p:cNvPr>
            <p:cNvSpPr/>
            <p:nvPr/>
          </p:nvSpPr>
          <p:spPr>
            <a:xfrm>
              <a:off x="1734820" y="2585720"/>
              <a:ext cx="311150" cy="509270"/>
            </a:xfrm>
            <a:custGeom>
              <a:avLst/>
              <a:gdLst/>
              <a:ahLst/>
              <a:cxnLst/>
              <a:rect l="l" t="t" r="r" b="b"/>
              <a:pathLst>
                <a:path w="311150" h="509269">
                  <a:moveTo>
                    <a:pt x="0" y="127000"/>
                  </a:moveTo>
                  <a:lnTo>
                    <a:pt x="96519" y="127000"/>
                  </a:lnTo>
                  <a:lnTo>
                    <a:pt x="96519" y="0"/>
                  </a:lnTo>
                  <a:lnTo>
                    <a:pt x="311150" y="254000"/>
                  </a:lnTo>
                  <a:lnTo>
                    <a:pt x="96519" y="509269"/>
                  </a:lnTo>
                  <a:lnTo>
                    <a:pt x="96519" y="381000"/>
                  </a:lnTo>
                  <a:lnTo>
                    <a:pt x="0" y="381000"/>
                  </a:lnTo>
                  <a:lnTo>
                    <a:pt x="0" y="127000"/>
                  </a:lnTo>
                  <a:close/>
                </a:path>
              </a:pathLst>
            </a:custGeom>
            <a:ln w="9344">
              <a:solidFill>
                <a:srgbClr val="453E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2" name="object 1428">
            <a:extLst>
              <a:ext uri="{FF2B5EF4-FFF2-40B4-BE49-F238E27FC236}">
                <a16:creationId xmlns:a16="http://schemas.microsoft.com/office/drawing/2014/main" id="{8D5AB0E3-FD95-F522-991F-2D8EE4EA105A}"/>
              </a:ext>
            </a:extLst>
          </p:cNvPr>
          <p:cNvGrpSpPr/>
          <p:nvPr/>
        </p:nvGrpSpPr>
        <p:grpSpPr>
          <a:xfrm>
            <a:off x="3774847" y="2581047"/>
            <a:ext cx="321945" cy="518795"/>
            <a:chOff x="3774847" y="2581047"/>
            <a:chExt cx="321945" cy="518795"/>
          </a:xfrm>
        </p:grpSpPr>
        <p:sp>
          <p:nvSpPr>
            <p:cNvPr id="1433" name="object 1429">
              <a:extLst>
                <a:ext uri="{FF2B5EF4-FFF2-40B4-BE49-F238E27FC236}">
                  <a16:creationId xmlns:a16="http://schemas.microsoft.com/office/drawing/2014/main" id="{22353DFE-10F6-4A24-A3A9-88EFD39AFE35}"/>
                </a:ext>
              </a:extLst>
            </p:cNvPr>
            <p:cNvSpPr/>
            <p:nvPr/>
          </p:nvSpPr>
          <p:spPr>
            <a:xfrm>
              <a:off x="377952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13372"/>
                  </a:lnTo>
                  <a:close/>
                </a:path>
                <a:path w="6350" h="255269">
                  <a:moveTo>
                    <a:pt x="635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1879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80022"/>
                  </a:lnTo>
                  <a:close/>
                </a:path>
                <a:path w="6350" h="255269">
                  <a:moveTo>
                    <a:pt x="635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54622"/>
                  </a:lnTo>
                  <a:close/>
                </a:path>
                <a:path w="6350" h="255269">
                  <a:moveTo>
                    <a:pt x="635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29222"/>
                  </a:lnTo>
                  <a:close/>
                </a:path>
                <a:path w="6350" h="255269">
                  <a:moveTo>
                    <a:pt x="635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382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8A7D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0">
              <a:extLst>
                <a:ext uri="{FF2B5EF4-FFF2-40B4-BE49-F238E27FC236}">
                  <a16:creationId xmlns:a16="http://schemas.microsoft.com/office/drawing/2014/main" id="{66E49579-E2D2-39E3-F1A2-EA48DA7F4C2A}"/>
                </a:ext>
              </a:extLst>
            </p:cNvPr>
            <p:cNvSpPr/>
            <p:nvPr/>
          </p:nvSpPr>
          <p:spPr>
            <a:xfrm>
              <a:off x="378587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B7E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1">
              <a:extLst>
                <a:ext uri="{FF2B5EF4-FFF2-40B4-BE49-F238E27FC236}">
                  <a16:creationId xmlns:a16="http://schemas.microsoft.com/office/drawing/2014/main" id="{4D6ECC10-0AE6-D1E9-B3AC-6F003023E0D1}"/>
                </a:ext>
              </a:extLst>
            </p:cNvPr>
            <p:cNvSpPr/>
            <p:nvPr/>
          </p:nvSpPr>
          <p:spPr>
            <a:xfrm>
              <a:off x="379349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D80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2">
              <a:extLst>
                <a:ext uri="{FF2B5EF4-FFF2-40B4-BE49-F238E27FC236}">
                  <a16:creationId xmlns:a16="http://schemas.microsoft.com/office/drawing/2014/main" id="{A6D89C97-6039-6751-40B9-D361EE4FD4D1}"/>
                </a:ext>
              </a:extLst>
            </p:cNvPr>
            <p:cNvSpPr/>
            <p:nvPr/>
          </p:nvSpPr>
          <p:spPr>
            <a:xfrm>
              <a:off x="380111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13372"/>
                  </a:lnTo>
                  <a:close/>
                </a:path>
                <a:path w="6350" h="255269">
                  <a:moveTo>
                    <a:pt x="635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1879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80022"/>
                  </a:lnTo>
                  <a:close/>
                </a:path>
                <a:path w="6350" h="255269">
                  <a:moveTo>
                    <a:pt x="635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54622"/>
                  </a:lnTo>
                  <a:close/>
                </a:path>
                <a:path w="6350" h="255269">
                  <a:moveTo>
                    <a:pt x="635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29222"/>
                  </a:lnTo>
                  <a:close/>
                </a:path>
                <a:path w="6350" h="255269">
                  <a:moveTo>
                    <a:pt x="635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382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8F8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3">
              <a:extLst>
                <a:ext uri="{FF2B5EF4-FFF2-40B4-BE49-F238E27FC236}">
                  <a16:creationId xmlns:a16="http://schemas.microsoft.com/office/drawing/2014/main" id="{3FCA7DE8-B18A-F5C0-A403-B03945646601}"/>
                </a:ext>
              </a:extLst>
            </p:cNvPr>
            <p:cNvSpPr/>
            <p:nvPr/>
          </p:nvSpPr>
          <p:spPr>
            <a:xfrm>
              <a:off x="380746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084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4">
              <a:extLst>
                <a:ext uri="{FF2B5EF4-FFF2-40B4-BE49-F238E27FC236}">
                  <a16:creationId xmlns:a16="http://schemas.microsoft.com/office/drawing/2014/main" id="{0DA95B0E-945A-B330-AA47-15F1822695A3}"/>
                </a:ext>
              </a:extLst>
            </p:cNvPr>
            <p:cNvSpPr/>
            <p:nvPr/>
          </p:nvSpPr>
          <p:spPr>
            <a:xfrm>
              <a:off x="381508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286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5">
              <a:extLst>
                <a:ext uri="{FF2B5EF4-FFF2-40B4-BE49-F238E27FC236}">
                  <a16:creationId xmlns:a16="http://schemas.microsoft.com/office/drawing/2014/main" id="{2AFA4663-B748-D264-EDD1-A926F7A72CA3}"/>
                </a:ext>
              </a:extLst>
            </p:cNvPr>
            <p:cNvSpPr/>
            <p:nvPr/>
          </p:nvSpPr>
          <p:spPr>
            <a:xfrm>
              <a:off x="382270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13372"/>
                  </a:lnTo>
                  <a:close/>
                </a:path>
                <a:path w="6350" h="255269">
                  <a:moveTo>
                    <a:pt x="635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1879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80022"/>
                  </a:lnTo>
                  <a:close/>
                </a:path>
                <a:path w="6350" h="255269">
                  <a:moveTo>
                    <a:pt x="635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54622"/>
                  </a:lnTo>
                  <a:close/>
                </a:path>
                <a:path w="6350" h="255269">
                  <a:moveTo>
                    <a:pt x="635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29222"/>
                  </a:lnTo>
                  <a:close/>
                </a:path>
                <a:path w="6350" h="255269">
                  <a:moveTo>
                    <a:pt x="635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382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488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36">
              <a:extLst>
                <a:ext uri="{FF2B5EF4-FFF2-40B4-BE49-F238E27FC236}">
                  <a16:creationId xmlns:a16="http://schemas.microsoft.com/office/drawing/2014/main" id="{7ADAA012-1288-7D73-0095-1914D1D90CDA}"/>
                </a:ext>
              </a:extLst>
            </p:cNvPr>
            <p:cNvSpPr/>
            <p:nvPr/>
          </p:nvSpPr>
          <p:spPr>
            <a:xfrm>
              <a:off x="382905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58A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37">
              <a:extLst>
                <a:ext uri="{FF2B5EF4-FFF2-40B4-BE49-F238E27FC236}">
                  <a16:creationId xmlns:a16="http://schemas.microsoft.com/office/drawing/2014/main" id="{E2F46EAD-A323-D5E8-E1A1-461D25487222}"/>
                </a:ext>
              </a:extLst>
            </p:cNvPr>
            <p:cNvSpPr/>
            <p:nvPr/>
          </p:nvSpPr>
          <p:spPr>
            <a:xfrm>
              <a:off x="383667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78C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38">
              <a:extLst>
                <a:ext uri="{FF2B5EF4-FFF2-40B4-BE49-F238E27FC236}">
                  <a16:creationId xmlns:a16="http://schemas.microsoft.com/office/drawing/2014/main" id="{722478F9-D433-9535-C724-2F156E9D2096}"/>
                </a:ext>
              </a:extLst>
            </p:cNvPr>
            <p:cNvSpPr/>
            <p:nvPr/>
          </p:nvSpPr>
          <p:spPr>
            <a:xfrm>
              <a:off x="384429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98D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39">
              <a:extLst>
                <a:ext uri="{FF2B5EF4-FFF2-40B4-BE49-F238E27FC236}">
                  <a16:creationId xmlns:a16="http://schemas.microsoft.com/office/drawing/2014/main" id="{36F68C90-9B72-7340-62FD-30A1752B99B7}"/>
                </a:ext>
              </a:extLst>
            </p:cNvPr>
            <p:cNvSpPr/>
            <p:nvPr/>
          </p:nvSpPr>
          <p:spPr>
            <a:xfrm>
              <a:off x="385191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B8F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0">
              <a:extLst>
                <a:ext uri="{FF2B5EF4-FFF2-40B4-BE49-F238E27FC236}">
                  <a16:creationId xmlns:a16="http://schemas.microsoft.com/office/drawing/2014/main" id="{DF1662D4-5915-02A3-5624-9E6E27DC82FA}"/>
                </a:ext>
              </a:extLst>
            </p:cNvPr>
            <p:cNvSpPr/>
            <p:nvPr/>
          </p:nvSpPr>
          <p:spPr>
            <a:xfrm>
              <a:off x="385953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13372"/>
                  </a:lnTo>
                  <a:close/>
                </a:path>
                <a:path w="6350" h="255269">
                  <a:moveTo>
                    <a:pt x="635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1879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80022"/>
                  </a:lnTo>
                  <a:close/>
                </a:path>
                <a:path w="6350" h="255269">
                  <a:moveTo>
                    <a:pt x="635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54622"/>
                  </a:lnTo>
                  <a:close/>
                </a:path>
                <a:path w="6350" h="255269">
                  <a:moveTo>
                    <a:pt x="635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29222"/>
                  </a:lnTo>
                  <a:close/>
                </a:path>
                <a:path w="6350" h="255269">
                  <a:moveTo>
                    <a:pt x="635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382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C91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1">
              <a:extLst>
                <a:ext uri="{FF2B5EF4-FFF2-40B4-BE49-F238E27FC236}">
                  <a16:creationId xmlns:a16="http://schemas.microsoft.com/office/drawing/2014/main" id="{843E5141-34B7-FB53-2B26-B53F643FF4D7}"/>
                </a:ext>
              </a:extLst>
            </p:cNvPr>
            <p:cNvSpPr/>
            <p:nvPr/>
          </p:nvSpPr>
          <p:spPr>
            <a:xfrm>
              <a:off x="386588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E93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2">
              <a:extLst>
                <a:ext uri="{FF2B5EF4-FFF2-40B4-BE49-F238E27FC236}">
                  <a16:creationId xmlns:a16="http://schemas.microsoft.com/office/drawing/2014/main" id="{C26A71DD-978C-1D4A-43B6-B2AA220D7A2D}"/>
                </a:ext>
              </a:extLst>
            </p:cNvPr>
            <p:cNvSpPr/>
            <p:nvPr/>
          </p:nvSpPr>
          <p:spPr>
            <a:xfrm>
              <a:off x="3873499" y="2585720"/>
              <a:ext cx="7620" cy="509270"/>
            </a:xfrm>
            <a:custGeom>
              <a:avLst/>
              <a:gdLst/>
              <a:ahLst/>
              <a:cxnLst/>
              <a:rect l="l" t="t" r="r" b="b"/>
              <a:pathLst>
                <a:path w="7620" h="509269">
                  <a:moveTo>
                    <a:pt x="3810" y="0"/>
                  </a:moveTo>
                  <a:lnTo>
                    <a:pt x="2539" y="0"/>
                  </a:lnTo>
                  <a:lnTo>
                    <a:pt x="2539" y="29210"/>
                  </a:lnTo>
                  <a:lnTo>
                    <a:pt x="7620" y="29210"/>
                  </a:lnTo>
                  <a:lnTo>
                    <a:pt x="7620" y="3810"/>
                  </a:lnTo>
                  <a:lnTo>
                    <a:pt x="6350" y="3810"/>
                  </a:lnTo>
                  <a:lnTo>
                    <a:pt x="6350" y="2540"/>
                  </a:lnTo>
                  <a:lnTo>
                    <a:pt x="5079" y="2540"/>
                  </a:lnTo>
                  <a:lnTo>
                    <a:pt x="507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7620" h="509269">
                  <a:moveTo>
                    <a:pt x="7620" y="29210"/>
                  </a:moveTo>
                  <a:lnTo>
                    <a:pt x="2539" y="29210"/>
                  </a:lnTo>
                  <a:lnTo>
                    <a:pt x="2539" y="54610"/>
                  </a:lnTo>
                  <a:lnTo>
                    <a:pt x="7620" y="54610"/>
                  </a:lnTo>
                  <a:lnTo>
                    <a:pt x="7620" y="29210"/>
                  </a:lnTo>
                  <a:close/>
                </a:path>
                <a:path w="7620" h="509269">
                  <a:moveTo>
                    <a:pt x="7620" y="54610"/>
                  </a:moveTo>
                  <a:lnTo>
                    <a:pt x="2539" y="54610"/>
                  </a:lnTo>
                  <a:lnTo>
                    <a:pt x="2539" y="80010"/>
                  </a:lnTo>
                  <a:lnTo>
                    <a:pt x="7620" y="80010"/>
                  </a:lnTo>
                  <a:lnTo>
                    <a:pt x="7620" y="54610"/>
                  </a:lnTo>
                  <a:close/>
                </a:path>
                <a:path w="7620" h="509269">
                  <a:moveTo>
                    <a:pt x="7620" y="80010"/>
                  </a:moveTo>
                  <a:lnTo>
                    <a:pt x="2539" y="80010"/>
                  </a:lnTo>
                  <a:lnTo>
                    <a:pt x="2539" y="105410"/>
                  </a:lnTo>
                  <a:lnTo>
                    <a:pt x="7620" y="105410"/>
                  </a:lnTo>
                  <a:lnTo>
                    <a:pt x="7620" y="80010"/>
                  </a:lnTo>
                  <a:close/>
                </a:path>
                <a:path w="7620" h="509269">
                  <a:moveTo>
                    <a:pt x="7620" y="105410"/>
                  </a:moveTo>
                  <a:lnTo>
                    <a:pt x="2539" y="105410"/>
                  </a:lnTo>
                  <a:lnTo>
                    <a:pt x="2539" y="127000"/>
                  </a:lnTo>
                  <a:lnTo>
                    <a:pt x="0" y="127000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10"/>
                  </a:lnTo>
                  <a:close/>
                </a:path>
                <a:path w="7620" h="509269">
                  <a:moveTo>
                    <a:pt x="7620" y="130810"/>
                  </a:moveTo>
                  <a:lnTo>
                    <a:pt x="0" y="130810"/>
                  </a:lnTo>
                  <a:lnTo>
                    <a:pt x="0" y="156210"/>
                  </a:lnTo>
                  <a:lnTo>
                    <a:pt x="7620" y="156210"/>
                  </a:lnTo>
                  <a:lnTo>
                    <a:pt x="7620" y="130810"/>
                  </a:lnTo>
                  <a:close/>
                </a:path>
                <a:path w="7620" h="509269">
                  <a:moveTo>
                    <a:pt x="7620" y="156210"/>
                  </a:moveTo>
                  <a:lnTo>
                    <a:pt x="0" y="156210"/>
                  </a:lnTo>
                  <a:lnTo>
                    <a:pt x="0" y="181610"/>
                  </a:lnTo>
                  <a:lnTo>
                    <a:pt x="7620" y="181610"/>
                  </a:lnTo>
                  <a:lnTo>
                    <a:pt x="7620" y="156210"/>
                  </a:lnTo>
                  <a:close/>
                </a:path>
                <a:path w="7620" h="509269">
                  <a:moveTo>
                    <a:pt x="7620" y="181610"/>
                  </a:moveTo>
                  <a:lnTo>
                    <a:pt x="0" y="181610"/>
                  </a:lnTo>
                  <a:lnTo>
                    <a:pt x="0" y="207010"/>
                  </a:lnTo>
                  <a:lnTo>
                    <a:pt x="7620" y="207010"/>
                  </a:lnTo>
                  <a:lnTo>
                    <a:pt x="7620" y="181610"/>
                  </a:lnTo>
                  <a:close/>
                </a:path>
                <a:path w="7620" h="509269">
                  <a:moveTo>
                    <a:pt x="7620" y="207010"/>
                  </a:moveTo>
                  <a:lnTo>
                    <a:pt x="0" y="207010"/>
                  </a:lnTo>
                  <a:lnTo>
                    <a:pt x="0" y="232410"/>
                  </a:lnTo>
                  <a:lnTo>
                    <a:pt x="7620" y="232410"/>
                  </a:lnTo>
                  <a:lnTo>
                    <a:pt x="7620" y="207010"/>
                  </a:lnTo>
                  <a:close/>
                </a:path>
                <a:path w="7620" h="509269">
                  <a:moveTo>
                    <a:pt x="7620" y="232410"/>
                  </a:moveTo>
                  <a:lnTo>
                    <a:pt x="0" y="232410"/>
                  </a:lnTo>
                  <a:lnTo>
                    <a:pt x="0" y="257810"/>
                  </a:lnTo>
                  <a:lnTo>
                    <a:pt x="7620" y="257810"/>
                  </a:lnTo>
                  <a:lnTo>
                    <a:pt x="7620" y="232410"/>
                  </a:lnTo>
                  <a:close/>
                </a:path>
                <a:path w="7620" h="509269">
                  <a:moveTo>
                    <a:pt x="7620" y="257810"/>
                  </a:moveTo>
                  <a:lnTo>
                    <a:pt x="0" y="257810"/>
                  </a:lnTo>
                  <a:lnTo>
                    <a:pt x="0" y="314960"/>
                  </a:lnTo>
                  <a:lnTo>
                    <a:pt x="7620" y="314960"/>
                  </a:lnTo>
                  <a:lnTo>
                    <a:pt x="7620" y="257810"/>
                  </a:lnTo>
                  <a:close/>
                </a:path>
                <a:path w="7620" h="509269">
                  <a:moveTo>
                    <a:pt x="7620" y="314960"/>
                  </a:moveTo>
                  <a:lnTo>
                    <a:pt x="0" y="314960"/>
                  </a:lnTo>
                  <a:lnTo>
                    <a:pt x="0" y="340360"/>
                  </a:lnTo>
                  <a:lnTo>
                    <a:pt x="7620" y="340360"/>
                  </a:lnTo>
                  <a:lnTo>
                    <a:pt x="7620" y="314960"/>
                  </a:lnTo>
                  <a:close/>
                </a:path>
                <a:path w="7620" h="509269">
                  <a:moveTo>
                    <a:pt x="7620" y="340360"/>
                  </a:moveTo>
                  <a:lnTo>
                    <a:pt x="0" y="340360"/>
                  </a:lnTo>
                  <a:lnTo>
                    <a:pt x="0" y="382270"/>
                  </a:lnTo>
                  <a:lnTo>
                    <a:pt x="2539" y="382270"/>
                  </a:lnTo>
                  <a:lnTo>
                    <a:pt x="2539" y="397510"/>
                  </a:lnTo>
                  <a:lnTo>
                    <a:pt x="7620" y="397510"/>
                  </a:lnTo>
                  <a:lnTo>
                    <a:pt x="7620" y="340360"/>
                  </a:lnTo>
                  <a:close/>
                </a:path>
                <a:path w="7620" h="509269">
                  <a:moveTo>
                    <a:pt x="7620" y="397510"/>
                  </a:moveTo>
                  <a:lnTo>
                    <a:pt x="2539" y="397510"/>
                  </a:lnTo>
                  <a:lnTo>
                    <a:pt x="2539" y="454660"/>
                  </a:lnTo>
                  <a:lnTo>
                    <a:pt x="7620" y="454660"/>
                  </a:lnTo>
                  <a:lnTo>
                    <a:pt x="7620" y="397510"/>
                  </a:lnTo>
                  <a:close/>
                </a:path>
                <a:path w="7620" h="509269">
                  <a:moveTo>
                    <a:pt x="7620" y="454660"/>
                  </a:moveTo>
                  <a:lnTo>
                    <a:pt x="2539" y="454660"/>
                  </a:lnTo>
                  <a:lnTo>
                    <a:pt x="2539" y="480060"/>
                  </a:lnTo>
                  <a:lnTo>
                    <a:pt x="7620" y="480060"/>
                  </a:lnTo>
                  <a:lnTo>
                    <a:pt x="7620" y="454660"/>
                  </a:lnTo>
                  <a:close/>
                </a:path>
                <a:path w="7620" h="509269">
                  <a:moveTo>
                    <a:pt x="7620" y="480060"/>
                  </a:moveTo>
                  <a:lnTo>
                    <a:pt x="2539" y="480060"/>
                  </a:lnTo>
                  <a:lnTo>
                    <a:pt x="2539" y="509270"/>
                  </a:lnTo>
                  <a:lnTo>
                    <a:pt x="5079" y="509270"/>
                  </a:lnTo>
                  <a:lnTo>
                    <a:pt x="5079" y="508000"/>
                  </a:lnTo>
                  <a:lnTo>
                    <a:pt x="6350" y="508000"/>
                  </a:lnTo>
                  <a:lnTo>
                    <a:pt x="6350" y="506730"/>
                  </a:lnTo>
                  <a:lnTo>
                    <a:pt x="7620" y="506730"/>
                  </a:lnTo>
                  <a:lnTo>
                    <a:pt x="7620" y="480060"/>
                  </a:lnTo>
                  <a:close/>
                </a:path>
              </a:pathLst>
            </a:custGeom>
            <a:solidFill>
              <a:srgbClr val="A095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3">
              <a:extLst>
                <a:ext uri="{FF2B5EF4-FFF2-40B4-BE49-F238E27FC236}">
                  <a16:creationId xmlns:a16="http://schemas.microsoft.com/office/drawing/2014/main" id="{B8BF9E95-652C-1677-25BE-E5B615D81B98}"/>
                </a:ext>
              </a:extLst>
            </p:cNvPr>
            <p:cNvSpPr/>
            <p:nvPr/>
          </p:nvSpPr>
          <p:spPr>
            <a:xfrm>
              <a:off x="3881119" y="2592070"/>
              <a:ext cx="7620" cy="497840"/>
            </a:xfrm>
            <a:custGeom>
              <a:avLst/>
              <a:gdLst/>
              <a:ahLst/>
              <a:cxnLst/>
              <a:rect l="l" t="t" r="r" b="b"/>
              <a:pathLst>
                <a:path w="7620" h="497839">
                  <a:moveTo>
                    <a:pt x="1269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7619" y="22859"/>
                  </a:lnTo>
                  <a:lnTo>
                    <a:pt x="7619" y="6350"/>
                  </a:lnTo>
                  <a:lnTo>
                    <a:pt x="6349" y="6350"/>
                  </a:lnTo>
                  <a:lnTo>
                    <a:pt x="6349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497839">
                  <a:moveTo>
                    <a:pt x="7619" y="22860"/>
                  </a:moveTo>
                  <a:lnTo>
                    <a:pt x="0" y="22860"/>
                  </a:lnTo>
                  <a:lnTo>
                    <a:pt x="0" y="48259"/>
                  </a:lnTo>
                  <a:lnTo>
                    <a:pt x="7619" y="48259"/>
                  </a:lnTo>
                  <a:lnTo>
                    <a:pt x="7619" y="22860"/>
                  </a:lnTo>
                  <a:close/>
                </a:path>
                <a:path w="7620" h="497839">
                  <a:moveTo>
                    <a:pt x="7619" y="48260"/>
                  </a:moveTo>
                  <a:lnTo>
                    <a:pt x="0" y="48260"/>
                  </a:lnTo>
                  <a:lnTo>
                    <a:pt x="0" y="73659"/>
                  </a:lnTo>
                  <a:lnTo>
                    <a:pt x="7619" y="73659"/>
                  </a:lnTo>
                  <a:lnTo>
                    <a:pt x="7619" y="48260"/>
                  </a:lnTo>
                  <a:close/>
                </a:path>
                <a:path w="7620" h="497839">
                  <a:moveTo>
                    <a:pt x="7619" y="73660"/>
                  </a:moveTo>
                  <a:lnTo>
                    <a:pt x="0" y="73660"/>
                  </a:lnTo>
                  <a:lnTo>
                    <a:pt x="0" y="99059"/>
                  </a:lnTo>
                  <a:lnTo>
                    <a:pt x="7619" y="99059"/>
                  </a:lnTo>
                  <a:lnTo>
                    <a:pt x="7619" y="73660"/>
                  </a:lnTo>
                  <a:close/>
                </a:path>
                <a:path w="7620" h="497839">
                  <a:moveTo>
                    <a:pt x="7619" y="99060"/>
                  </a:moveTo>
                  <a:lnTo>
                    <a:pt x="0" y="99060"/>
                  </a:lnTo>
                  <a:lnTo>
                    <a:pt x="0" y="124459"/>
                  </a:lnTo>
                  <a:lnTo>
                    <a:pt x="7619" y="124459"/>
                  </a:lnTo>
                  <a:lnTo>
                    <a:pt x="7619" y="99060"/>
                  </a:lnTo>
                  <a:close/>
                </a:path>
                <a:path w="7620" h="497839">
                  <a:moveTo>
                    <a:pt x="7619" y="124460"/>
                  </a:moveTo>
                  <a:lnTo>
                    <a:pt x="0" y="124460"/>
                  </a:lnTo>
                  <a:lnTo>
                    <a:pt x="0" y="149859"/>
                  </a:lnTo>
                  <a:lnTo>
                    <a:pt x="7619" y="149859"/>
                  </a:lnTo>
                  <a:lnTo>
                    <a:pt x="7619" y="124460"/>
                  </a:lnTo>
                  <a:close/>
                </a:path>
                <a:path w="7620" h="497839">
                  <a:moveTo>
                    <a:pt x="7619" y="149860"/>
                  </a:moveTo>
                  <a:lnTo>
                    <a:pt x="0" y="149860"/>
                  </a:lnTo>
                  <a:lnTo>
                    <a:pt x="0" y="175259"/>
                  </a:lnTo>
                  <a:lnTo>
                    <a:pt x="7619" y="175259"/>
                  </a:lnTo>
                  <a:lnTo>
                    <a:pt x="7619" y="149860"/>
                  </a:lnTo>
                  <a:close/>
                </a:path>
                <a:path w="7620" h="497839">
                  <a:moveTo>
                    <a:pt x="7619" y="175260"/>
                  </a:moveTo>
                  <a:lnTo>
                    <a:pt x="0" y="175260"/>
                  </a:lnTo>
                  <a:lnTo>
                    <a:pt x="0" y="200659"/>
                  </a:lnTo>
                  <a:lnTo>
                    <a:pt x="7619" y="200659"/>
                  </a:lnTo>
                  <a:lnTo>
                    <a:pt x="7619" y="175260"/>
                  </a:lnTo>
                  <a:close/>
                </a:path>
                <a:path w="7620" h="497839">
                  <a:moveTo>
                    <a:pt x="7619" y="200660"/>
                  </a:moveTo>
                  <a:lnTo>
                    <a:pt x="0" y="200660"/>
                  </a:lnTo>
                  <a:lnTo>
                    <a:pt x="0" y="226059"/>
                  </a:lnTo>
                  <a:lnTo>
                    <a:pt x="7619" y="226059"/>
                  </a:lnTo>
                  <a:lnTo>
                    <a:pt x="7619" y="200660"/>
                  </a:lnTo>
                  <a:close/>
                </a:path>
                <a:path w="7620" h="497839">
                  <a:moveTo>
                    <a:pt x="7619" y="226060"/>
                  </a:moveTo>
                  <a:lnTo>
                    <a:pt x="0" y="226060"/>
                  </a:lnTo>
                  <a:lnTo>
                    <a:pt x="0" y="251459"/>
                  </a:lnTo>
                  <a:lnTo>
                    <a:pt x="7619" y="251459"/>
                  </a:lnTo>
                  <a:lnTo>
                    <a:pt x="7619" y="226060"/>
                  </a:lnTo>
                  <a:close/>
                </a:path>
                <a:path w="7620" h="497839">
                  <a:moveTo>
                    <a:pt x="7619" y="251460"/>
                  </a:moveTo>
                  <a:lnTo>
                    <a:pt x="0" y="251460"/>
                  </a:lnTo>
                  <a:lnTo>
                    <a:pt x="0" y="308609"/>
                  </a:lnTo>
                  <a:lnTo>
                    <a:pt x="7619" y="308609"/>
                  </a:lnTo>
                  <a:lnTo>
                    <a:pt x="7619" y="251460"/>
                  </a:lnTo>
                  <a:close/>
                </a:path>
                <a:path w="7620" h="497839">
                  <a:moveTo>
                    <a:pt x="7619" y="308610"/>
                  </a:moveTo>
                  <a:lnTo>
                    <a:pt x="0" y="308610"/>
                  </a:lnTo>
                  <a:lnTo>
                    <a:pt x="0" y="334009"/>
                  </a:lnTo>
                  <a:lnTo>
                    <a:pt x="7619" y="334009"/>
                  </a:lnTo>
                  <a:lnTo>
                    <a:pt x="7619" y="308610"/>
                  </a:lnTo>
                  <a:close/>
                </a:path>
                <a:path w="7620" h="497839">
                  <a:moveTo>
                    <a:pt x="7619" y="334010"/>
                  </a:moveTo>
                  <a:lnTo>
                    <a:pt x="0" y="334010"/>
                  </a:lnTo>
                  <a:lnTo>
                    <a:pt x="0" y="391159"/>
                  </a:lnTo>
                  <a:lnTo>
                    <a:pt x="7619" y="391159"/>
                  </a:lnTo>
                  <a:lnTo>
                    <a:pt x="7619" y="334010"/>
                  </a:lnTo>
                  <a:close/>
                </a:path>
                <a:path w="7620" h="497839">
                  <a:moveTo>
                    <a:pt x="7619" y="391160"/>
                  </a:moveTo>
                  <a:lnTo>
                    <a:pt x="0" y="391160"/>
                  </a:lnTo>
                  <a:lnTo>
                    <a:pt x="0" y="448309"/>
                  </a:lnTo>
                  <a:lnTo>
                    <a:pt x="7619" y="448309"/>
                  </a:lnTo>
                  <a:lnTo>
                    <a:pt x="7619" y="391160"/>
                  </a:lnTo>
                  <a:close/>
                </a:path>
                <a:path w="7620" h="497839">
                  <a:moveTo>
                    <a:pt x="7619" y="448310"/>
                  </a:moveTo>
                  <a:lnTo>
                    <a:pt x="0" y="448310"/>
                  </a:lnTo>
                  <a:lnTo>
                    <a:pt x="0" y="473709"/>
                  </a:lnTo>
                  <a:lnTo>
                    <a:pt x="7619" y="473709"/>
                  </a:lnTo>
                  <a:lnTo>
                    <a:pt x="7619" y="448310"/>
                  </a:lnTo>
                  <a:close/>
                </a:path>
                <a:path w="7620" h="497839">
                  <a:moveTo>
                    <a:pt x="7619" y="473710"/>
                  </a:moveTo>
                  <a:lnTo>
                    <a:pt x="0" y="473710"/>
                  </a:lnTo>
                  <a:lnTo>
                    <a:pt x="0" y="497839"/>
                  </a:lnTo>
                  <a:lnTo>
                    <a:pt x="1269" y="497839"/>
                  </a:lnTo>
                  <a:lnTo>
                    <a:pt x="1269" y="496569"/>
                  </a:lnTo>
                  <a:lnTo>
                    <a:pt x="2539" y="496569"/>
                  </a:lnTo>
                  <a:lnTo>
                    <a:pt x="2539" y="495300"/>
                  </a:lnTo>
                  <a:lnTo>
                    <a:pt x="3809" y="495300"/>
                  </a:lnTo>
                  <a:lnTo>
                    <a:pt x="3809" y="494029"/>
                  </a:lnTo>
                  <a:lnTo>
                    <a:pt x="5079" y="494029"/>
                  </a:lnTo>
                  <a:lnTo>
                    <a:pt x="5079" y="492759"/>
                  </a:lnTo>
                  <a:lnTo>
                    <a:pt x="6349" y="492759"/>
                  </a:lnTo>
                  <a:lnTo>
                    <a:pt x="6349" y="490219"/>
                  </a:lnTo>
                  <a:lnTo>
                    <a:pt x="7619" y="490219"/>
                  </a:lnTo>
                  <a:lnTo>
                    <a:pt x="7619" y="473710"/>
                  </a:lnTo>
                  <a:close/>
                </a:path>
              </a:pathLst>
            </a:custGeom>
            <a:solidFill>
              <a:srgbClr val="A197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4">
              <a:extLst>
                <a:ext uri="{FF2B5EF4-FFF2-40B4-BE49-F238E27FC236}">
                  <a16:creationId xmlns:a16="http://schemas.microsoft.com/office/drawing/2014/main" id="{561D28F5-A049-4E6F-4262-CFF3F8BB523B}"/>
                </a:ext>
              </a:extLst>
            </p:cNvPr>
            <p:cNvSpPr/>
            <p:nvPr/>
          </p:nvSpPr>
          <p:spPr>
            <a:xfrm>
              <a:off x="3888739" y="2600960"/>
              <a:ext cx="6350" cy="480059"/>
            </a:xfrm>
            <a:custGeom>
              <a:avLst/>
              <a:gdLst/>
              <a:ahLst/>
              <a:cxnLst/>
              <a:rect l="l" t="t" r="r" b="b"/>
              <a:pathLst>
                <a:path w="6350" h="480060">
                  <a:moveTo>
                    <a:pt x="127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6350" y="1396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6350" h="480060">
                  <a:moveTo>
                    <a:pt x="6350" y="13970"/>
                  </a:moveTo>
                  <a:lnTo>
                    <a:pt x="0" y="13970"/>
                  </a:lnTo>
                  <a:lnTo>
                    <a:pt x="0" y="39369"/>
                  </a:lnTo>
                  <a:lnTo>
                    <a:pt x="6350" y="39369"/>
                  </a:lnTo>
                  <a:lnTo>
                    <a:pt x="6350" y="13970"/>
                  </a:lnTo>
                  <a:close/>
                </a:path>
                <a:path w="6350" h="480060">
                  <a:moveTo>
                    <a:pt x="6350" y="39370"/>
                  </a:moveTo>
                  <a:lnTo>
                    <a:pt x="0" y="39370"/>
                  </a:lnTo>
                  <a:lnTo>
                    <a:pt x="0" y="64769"/>
                  </a:lnTo>
                  <a:lnTo>
                    <a:pt x="6350" y="64769"/>
                  </a:lnTo>
                  <a:lnTo>
                    <a:pt x="6350" y="39370"/>
                  </a:lnTo>
                  <a:close/>
                </a:path>
                <a:path w="6350" h="480060">
                  <a:moveTo>
                    <a:pt x="6350" y="64770"/>
                  </a:moveTo>
                  <a:lnTo>
                    <a:pt x="0" y="64770"/>
                  </a:lnTo>
                  <a:lnTo>
                    <a:pt x="0" y="90169"/>
                  </a:lnTo>
                  <a:lnTo>
                    <a:pt x="6350" y="90169"/>
                  </a:lnTo>
                  <a:lnTo>
                    <a:pt x="6350" y="64770"/>
                  </a:lnTo>
                  <a:close/>
                </a:path>
                <a:path w="6350" h="480060">
                  <a:moveTo>
                    <a:pt x="6350" y="90170"/>
                  </a:moveTo>
                  <a:lnTo>
                    <a:pt x="0" y="90170"/>
                  </a:lnTo>
                  <a:lnTo>
                    <a:pt x="0" y="115569"/>
                  </a:lnTo>
                  <a:lnTo>
                    <a:pt x="6350" y="115569"/>
                  </a:lnTo>
                  <a:lnTo>
                    <a:pt x="6350" y="90170"/>
                  </a:lnTo>
                  <a:close/>
                </a:path>
                <a:path w="6350" h="480060">
                  <a:moveTo>
                    <a:pt x="6350" y="115570"/>
                  </a:moveTo>
                  <a:lnTo>
                    <a:pt x="0" y="115570"/>
                  </a:lnTo>
                  <a:lnTo>
                    <a:pt x="0" y="140969"/>
                  </a:lnTo>
                  <a:lnTo>
                    <a:pt x="6350" y="140969"/>
                  </a:lnTo>
                  <a:lnTo>
                    <a:pt x="6350" y="115570"/>
                  </a:lnTo>
                  <a:close/>
                </a:path>
                <a:path w="6350" h="480060">
                  <a:moveTo>
                    <a:pt x="6350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6350" y="166369"/>
                  </a:lnTo>
                  <a:lnTo>
                    <a:pt x="6350" y="140970"/>
                  </a:lnTo>
                  <a:close/>
                </a:path>
                <a:path w="6350" h="480060">
                  <a:moveTo>
                    <a:pt x="6350" y="166370"/>
                  </a:moveTo>
                  <a:lnTo>
                    <a:pt x="0" y="166370"/>
                  </a:lnTo>
                  <a:lnTo>
                    <a:pt x="0" y="191769"/>
                  </a:lnTo>
                  <a:lnTo>
                    <a:pt x="6350" y="191769"/>
                  </a:lnTo>
                  <a:lnTo>
                    <a:pt x="6350" y="166370"/>
                  </a:lnTo>
                  <a:close/>
                </a:path>
                <a:path w="6350" h="480060">
                  <a:moveTo>
                    <a:pt x="6350" y="191770"/>
                  </a:moveTo>
                  <a:lnTo>
                    <a:pt x="0" y="191770"/>
                  </a:lnTo>
                  <a:lnTo>
                    <a:pt x="0" y="217169"/>
                  </a:lnTo>
                  <a:lnTo>
                    <a:pt x="6350" y="217169"/>
                  </a:lnTo>
                  <a:lnTo>
                    <a:pt x="6350" y="191770"/>
                  </a:lnTo>
                  <a:close/>
                </a:path>
                <a:path w="6350" h="480060">
                  <a:moveTo>
                    <a:pt x="6350" y="217170"/>
                  </a:moveTo>
                  <a:lnTo>
                    <a:pt x="0" y="217170"/>
                  </a:lnTo>
                  <a:lnTo>
                    <a:pt x="0" y="242569"/>
                  </a:lnTo>
                  <a:lnTo>
                    <a:pt x="6350" y="242569"/>
                  </a:lnTo>
                  <a:lnTo>
                    <a:pt x="6350" y="217170"/>
                  </a:lnTo>
                  <a:close/>
                </a:path>
                <a:path w="6350" h="480060">
                  <a:moveTo>
                    <a:pt x="6350" y="242570"/>
                  </a:moveTo>
                  <a:lnTo>
                    <a:pt x="0" y="242570"/>
                  </a:lnTo>
                  <a:lnTo>
                    <a:pt x="0" y="299719"/>
                  </a:lnTo>
                  <a:lnTo>
                    <a:pt x="6350" y="299719"/>
                  </a:lnTo>
                  <a:lnTo>
                    <a:pt x="6350" y="242570"/>
                  </a:lnTo>
                  <a:close/>
                </a:path>
                <a:path w="6350" h="480060">
                  <a:moveTo>
                    <a:pt x="6350" y="299720"/>
                  </a:moveTo>
                  <a:lnTo>
                    <a:pt x="0" y="299720"/>
                  </a:lnTo>
                  <a:lnTo>
                    <a:pt x="0" y="325119"/>
                  </a:lnTo>
                  <a:lnTo>
                    <a:pt x="6350" y="325119"/>
                  </a:lnTo>
                  <a:lnTo>
                    <a:pt x="6350" y="299720"/>
                  </a:lnTo>
                  <a:close/>
                </a:path>
                <a:path w="6350" h="480060">
                  <a:moveTo>
                    <a:pt x="6350" y="325120"/>
                  </a:moveTo>
                  <a:lnTo>
                    <a:pt x="0" y="325120"/>
                  </a:lnTo>
                  <a:lnTo>
                    <a:pt x="0" y="382269"/>
                  </a:lnTo>
                  <a:lnTo>
                    <a:pt x="6350" y="382269"/>
                  </a:lnTo>
                  <a:lnTo>
                    <a:pt x="6350" y="325120"/>
                  </a:lnTo>
                  <a:close/>
                </a:path>
                <a:path w="6350" h="480060">
                  <a:moveTo>
                    <a:pt x="6350" y="382270"/>
                  </a:moveTo>
                  <a:lnTo>
                    <a:pt x="0" y="382270"/>
                  </a:lnTo>
                  <a:lnTo>
                    <a:pt x="0" y="439419"/>
                  </a:lnTo>
                  <a:lnTo>
                    <a:pt x="6350" y="439419"/>
                  </a:lnTo>
                  <a:lnTo>
                    <a:pt x="6350" y="382270"/>
                  </a:lnTo>
                  <a:close/>
                </a:path>
                <a:path w="6350" h="480060">
                  <a:moveTo>
                    <a:pt x="6350" y="439420"/>
                  </a:moveTo>
                  <a:lnTo>
                    <a:pt x="0" y="439420"/>
                  </a:lnTo>
                  <a:lnTo>
                    <a:pt x="0" y="464819"/>
                  </a:lnTo>
                  <a:lnTo>
                    <a:pt x="6350" y="464819"/>
                  </a:lnTo>
                  <a:lnTo>
                    <a:pt x="6350" y="439420"/>
                  </a:lnTo>
                  <a:close/>
                </a:path>
                <a:path w="6350" h="480060">
                  <a:moveTo>
                    <a:pt x="6350" y="464820"/>
                  </a:moveTo>
                  <a:lnTo>
                    <a:pt x="0" y="464820"/>
                  </a:lnTo>
                  <a:lnTo>
                    <a:pt x="0" y="480060"/>
                  </a:lnTo>
                  <a:lnTo>
                    <a:pt x="1270" y="480060"/>
                  </a:lnTo>
                  <a:lnTo>
                    <a:pt x="1270" y="478789"/>
                  </a:lnTo>
                  <a:lnTo>
                    <a:pt x="2539" y="478789"/>
                  </a:lnTo>
                  <a:lnTo>
                    <a:pt x="2539" y="477519"/>
                  </a:lnTo>
                  <a:lnTo>
                    <a:pt x="3810" y="477519"/>
                  </a:lnTo>
                  <a:lnTo>
                    <a:pt x="3810" y="476250"/>
                  </a:lnTo>
                  <a:lnTo>
                    <a:pt x="5079" y="476250"/>
                  </a:lnTo>
                  <a:lnTo>
                    <a:pt x="5079" y="474979"/>
                  </a:lnTo>
                  <a:lnTo>
                    <a:pt x="6350" y="474979"/>
                  </a:lnTo>
                  <a:lnTo>
                    <a:pt x="6350" y="464820"/>
                  </a:lnTo>
                  <a:close/>
                </a:path>
              </a:pathLst>
            </a:custGeom>
            <a:solidFill>
              <a:srgbClr val="A399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5">
              <a:extLst>
                <a:ext uri="{FF2B5EF4-FFF2-40B4-BE49-F238E27FC236}">
                  <a16:creationId xmlns:a16="http://schemas.microsoft.com/office/drawing/2014/main" id="{FF1AE978-FE02-1F09-A769-F0283226936E}"/>
                </a:ext>
              </a:extLst>
            </p:cNvPr>
            <p:cNvSpPr/>
            <p:nvPr/>
          </p:nvSpPr>
          <p:spPr>
            <a:xfrm>
              <a:off x="3895089" y="2608580"/>
              <a:ext cx="7620" cy="464820"/>
            </a:xfrm>
            <a:custGeom>
              <a:avLst/>
              <a:gdLst/>
              <a:ahLst/>
              <a:cxnLst/>
              <a:rect l="l" t="t" r="r" b="b"/>
              <a:pathLst>
                <a:path w="7620" h="464819">
                  <a:moveTo>
                    <a:pt x="12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80"/>
                  </a:lnTo>
                  <a:lnTo>
                    <a:pt x="5079" y="5080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464819">
                  <a:moveTo>
                    <a:pt x="7620" y="6350"/>
                  </a:moveTo>
                  <a:lnTo>
                    <a:pt x="0" y="635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6350"/>
                  </a:lnTo>
                  <a:close/>
                </a:path>
                <a:path w="7620" h="464819">
                  <a:moveTo>
                    <a:pt x="7620" y="31750"/>
                  </a:moveTo>
                  <a:lnTo>
                    <a:pt x="0" y="3175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31750"/>
                  </a:lnTo>
                  <a:close/>
                </a:path>
                <a:path w="7620" h="464819">
                  <a:moveTo>
                    <a:pt x="7620" y="57150"/>
                  </a:moveTo>
                  <a:lnTo>
                    <a:pt x="0" y="5715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57150"/>
                  </a:lnTo>
                  <a:close/>
                </a:path>
                <a:path w="7620" h="464819">
                  <a:moveTo>
                    <a:pt x="7620" y="82550"/>
                  </a:moveTo>
                  <a:lnTo>
                    <a:pt x="0" y="8255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82550"/>
                  </a:lnTo>
                  <a:close/>
                </a:path>
                <a:path w="7620" h="464819">
                  <a:moveTo>
                    <a:pt x="7620" y="107950"/>
                  </a:moveTo>
                  <a:lnTo>
                    <a:pt x="0" y="10795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07950"/>
                  </a:lnTo>
                  <a:close/>
                </a:path>
                <a:path w="7620" h="464819">
                  <a:moveTo>
                    <a:pt x="7620" y="133350"/>
                  </a:moveTo>
                  <a:lnTo>
                    <a:pt x="0" y="13335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33350"/>
                  </a:lnTo>
                  <a:close/>
                </a:path>
                <a:path w="7620" h="464819">
                  <a:moveTo>
                    <a:pt x="7620" y="158750"/>
                  </a:moveTo>
                  <a:lnTo>
                    <a:pt x="0" y="15875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58750"/>
                  </a:lnTo>
                  <a:close/>
                </a:path>
                <a:path w="7620" h="464819">
                  <a:moveTo>
                    <a:pt x="7620" y="184150"/>
                  </a:moveTo>
                  <a:lnTo>
                    <a:pt x="0" y="184150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184150"/>
                  </a:lnTo>
                  <a:close/>
                </a:path>
                <a:path w="7620" h="464819">
                  <a:moveTo>
                    <a:pt x="7620" y="209550"/>
                  </a:moveTo>
                  <a:lnTo>
                    <a:pt x="0" y="209550"/>
                  </a:lnTo>
                  <a:lnTo>
                    <a:pt x="0" y="234950"/>
                  </a:lnTo>
                  <a:lnTo>
                    <a:pt x="7620" y="234950"/>
                  </a:lnTo>
                  <a:lnTo>
                    <a:pt x="7620" y="209550"/>
                  </a:lnTo>
                  <a:close/>
                </a:path>
                <a:path w="7620" h="464819">
                  <a:moveTo>
                    <a:pt x="7620" y="234950"/>
                  </a:moveTo>
                  <a:lnTo>
                    <a:pt x="0" y="234950"/>
                  </a:lnTo>
                  <a:lnTo>
                    <a:pt x="0" y="292100"/>
                  </a:lnTo>
                  <a:lnTo>
                    <a:pt x="7620" y="292100"/>
                  </a:lnTo>
                  <a:lnTo>
                    <a:pt x="7620" y="234950"/>
                  </a:lnTo>
                  <a:close/>
                </a:path>
                <a:path w="7620" h="464819">
                  <a:moveTo>
                    <a:pt x="7620" y="292100"/>
                  </a:moveTo>
                  <a:lnTo>
                    <a:pt x="0" y="292100"/>
                  </a:lnTo>
                  <a:lnTo>
                    <a:pt x="0" y="317500"/>
                  </a:lnTo>
                  <a:lnTo>
                    <a:pt x="7620" y="317500"/>
                  </a:lnTo>
                  <a:lnTo>
                    <a:pt x="7620" y="292100"/>
                  </a:lnTo>
                  <a:close/>
                </a:path>
                <a:path w="7620" h="464819">
                  <a:moveTo>
                    <a:pt x="7620" y="317500"/>
                  </a:moveTo>
                  <a:lnTo>
                    <a:pt x="0" y="317500"/>
                  </a:lnTo>
                  <a:lnTo>
                    <a:pt x="0" y="374650"/>
                  </a:lnTo>
                  <a:lnTo>
                    <a:pt x="7620" y="374650"/>
                  </a:lnTo>
                  <a:lnTo>
                    <a:pt x="7620" y="317500"/>
                  </a:lnTo>
                  <a:close/>
                </a:path>
                <a:path w="7620" h="464819">
                  <a:moveTo>
                    <a:pt x="7620" y="374650"/>
                  </a:moveTo>
                  <a:lnTo>
                    <a:pt x="0" y="374650"/>
                  </a:lnTo>
                  <a:lnTo>
                    <a:pt x="0" y="431800"/>
                  </a:lnTo>
                  <a:lnTo>
                    <a:pt x="7620" y="431800"/>
                  </a:lnTo>
                  <a:lnTo>
                    <a:pt x="7620" y="374650"/>
                  </a:lnTo>
                  <a:close/>
                </a:path>
                <a:path w="7620" h="464819">
                  <a:moveTo>
                    <a:pt x="7620" y="431800"/>
                  </a:moveTo>
                  <a:lnTo>
                    <a:pt x="0" y="431800"/>
                  </a:lnTo>
                  <a:lnTo>
                    <a:pt x="0" y="457200"/>
                  </a:lnTo>
                  <a:lnTo>
                    <a:pt x="7620" y="457200"/>
                  </a:lnTo>
                  <a:lnTo>
                    <a:pt x="7620" y="431800"/>
                  </a:lnTo>
                  <a:close/>
                </a:path>
                <a:path w="7620" h="464819">
                  <a:moveTo>
                    <a:pt x="6350" y="457200"/>
                  </a:moveTo>
                  <a:lnTo>
                    <a:pt x="0" y="457200"/>
                  </a:lnTo>
                  <a:lnTo>
                    <a:pt x="0" y="464820"/>
                  </a:lnTo>
                  <a:lnTo>
                    <a:pt x="1270" y="464820"/>
                  </a:lnTo>
                  <a:lnTo>
                    <a:pt x="1270" y="463550"/>
                  </a:lnTo>
                  <a:lnTo>
                    <a:pt x="2539" y="463550"/>
                  </a:lnTo>
                  <a:lnTo>
                    <a:pt x="2539" y="462280"/>
                  </a:lnTo>
                  <a:lnTo>
                    <a:pt x="3810" y="462280"/>
                  </a:lnTo>
                  <a:lnTo>
                    <a:pt x="3810" y="461010"/>
                  </a:lnTo>
                  <a:lnTo>
                    <a:pt x="5079" y="461010"/>
                  </a:lnTo>
                  <a:lnTo>
                    <a:pt x="5079" y="459740"/>
                  </a:lnTo>
                  <a:lnTo>
                    <a:pt x="6350" y="459740"/>
                  </a:lnTo>
                  <a:lnTo>
                    <a:pt x="6350" y="457200"/>
                  </a:lnTo>
                  <a:close/>
                </a:path>
              </a:pathLst>
            </a:custGeom>
            <a:solidFill>
              <a:srgbClr val="A59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46">
              <a:extLst>
                <a:ext uri="{FF2B5EF4-FFF2-40B4-BE49-F238E27FC236}">
                  <a16:creationId xmlns:a16="http://schemas.microsoft.com/office/drawing/2014/main" id="{9EA82A72-853C-1E08-DD83-8575A7383512}"/>
                </a:ext>
              </a:extLst>
            </p:cNvPr>
            <p:cNvSpPr/>
            <p:nvPr/>
          </p:nvSpPr>
          <p:spPr>
            <a:xfrm>
              <a:off x="3902709" y="2617470"/>
              <a:ext cx="7620" cy="447040"/>
            </a:xfrm>
            <a:custGeom>
              <a:avLst/>
              <a:gdLst/>
              <a:ahLst/>
              <a:cxnLst/>
              <a:rect l="l" t="t" r="r" b="b"/>
              <a:pathLst>
                <a:path w="7620" h="447039">
                  <a:moveTo>
                    <a:pt x="1269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7619" y="22859"/>
                  </a:lnTo>
                  <a:lnTo>
                    <a:pt x="7619" y="6350"/>
                  </a:lnTo>
                  <a:lnTo>
                    <a:pt x="6350" y="6350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09" y="380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447039">
                  <a:moveTo>
                    <a:pt x="7619" y="22860"/>
                  </a:moveTo>
                  <a:lnTo>
                    <a:pt x="0" y="22860"/>
                  </a:lnTo>
                  <a:lnTo>
                    <a:pt x="0" y="48259"/>
                  </a:lnTo>
                  <a:lnTo>
                    <a:pt x="7619" y="48259"/>
                  </a:lnTo>
                  <a:lnTo>
                    <a:pt x="7619" y="22860"/>
                  </a:lnTo>
                  <a:close/>
                </a:path>
                <a:path w="7620" h="447039">
                  <a:moveTo>
                    <a:pt x="7619" y="48260"/>
                  </a:moveTo>
                  <a:lnTo>
                    <a:pt x="0" y="48260"/>
                  </a:lnTo>
                  <a:lnTo>
                    <a:pt x="0" y="73659"/>
                  </a:lnTo>
                  <a:lnTo>
                    <a:pt x="7619" y="73659"/>
                  </a:lnTo>
                  <a:lnTo>
                    <a:pt x="7619" y="48260"/>
                  </a:lnTo>
                  <a:close/>
                </a:path>
                <a:path w="7620" h="447039">
                  <a:moveTo>
                    <a:pt x="7619" y="73660"/>
                  </a:moveTo>
                  <a:lnTo>
                    <a:pt x="0" y="73660"/>
                  </a:lnTo>
                  <a:lnTo>
                    <a:pt x="0" y="99059"/>
                  </a:lnTo>
                  <a:lnTo>
                    <a:pt x="7619" y="99059"/>
                  </a:lnTo>
                  <a:lnTo>
                    <a:pt x="7619" y="73660"/>
                  </a:lnTo>
                  <a:close/>
                </a:path>
                <a:path w="7620" h="447039">
                  <a:moveTo>
                    <a:pt x="7619" y="99060"/>
                  </a:moveTo>
                  <a:lnTo>
                    <a:pt x="0" y="99060"/>
                  </a:lnTo>
                  <a:lnTo>
                    <a:pt x="0" y="124459"/>
                  </a:lnTo>
                  <a:lnTo>
                    <a:pt x="7619" y="124459"/>
                  </a:lnTo>
                  <a:lnTo>
                    <a:pt x="7619" y="99060"/>
                  </a:lnTo>
                  <a:close/>
                </a:path>
                <a:path w="7620" h="447039">
                  <a:moveTo>
                    <a:pt x="7619" y="124460"/>
                  </a:moveTo>
                  <a:lnTo>
                    <a:pt x="0" y="124460"/>
                  </a:lnTo>
                  <a:lnTo>
                    <a:pt x="0" y="149859"/>
                  </a:lnTo>
                  <a:lnTo>
                    <a:pt x="7619" y="149859"/>
                  </a:lnTo>
                  <a:lnTo>
                    <a:pt x="7619" y="124460"/>
                  </a:lnTo>
                  <a:close/>
                </a:path>
                <a:path w="7620" h="447039">
                  <a:moveTo>
                    <a:pt x="7619" y="149860"/>
                  </a:moveTo>
                  <a:lnTo>
                    <a:pt x="0" y="149860"/>
                  </a:lnTo>
                  <a:lnTo>
                    <a:pt x="0" y="175259"/>
                  </a:lnTo>
                  <a:lnTo>
                    <a:pt x="7619" y="175259"/>
                  </a:lnTo>
                  <a:lnTo>
                    <a:pt x="7619" y="149860"/>
                  </a:lnTo>
                  <a:close/>
                </a:path>
                <a:path w="7620" h="447039">
                  <a:moveTo>
                    <a:pt x="7619" y="175260"/>
                  </a:moveTo>
                  <a:lnTo>
                    <a:pt x="0" y="175260"/>
                  </a:lnTo>
                  <a:lnTo>
                    <a:pt x="0" y="200659"/>
                  </a:lnTo>
                  <a:lnTo>
                    <a:pt x="7619" y="200659"/>
                  </a:lnTo>
                  <a:lnTo>
                    <a:pt x="7619" y="175260"/>
                  </a:lnTo>
                  <a:close/>
                </a:path>
                <a:path w="7620" h="447039">
                  <a:moveTo>
                    <a:pt x="7619" y="200660"/>
                  </a:moveTo>
                  <a:lnTo>
                    <a:pt x="0" y="200660"/>
                  </a:lnTo>
                  <a:lnTo>
                    <a:pt x="0" y="226059"/>
                  </a:lnTo>
                  <a:lnTo>
                    <a:pt x="7619" y="226059"/>
                  </a:lnTo>
                  <a:lnTo>
                    <a:pt x="7619" y="200660"/>
                  </a:lnTo>
                  <a:close/>
                </a:path>
                <a:path w="7620" h="447039">
                  <a:moveTo>
                    <a:pt x="7619" y="226060"/>
                  </a:moveTo>
                  <a:lnTo>
                    <a:pt x="0" y="226060"/>
                  </a:lnTo>
                  <a:lnTo>
                    <a:pt x="0" y="283209"/>
                  </a:lnTo>
                  <a:lnTo>
                    <a:pt x="7619" y="283209"/>
                  </a:lnTo>
                  <a:lnTo>
                    <a:pt x="7619" y="226060"/>
                  </a:lnTo>
                  <a:close/>
                </a:path>
                <a:path w="7620" h="447039">
                  <a:moveTo>
                    <a:pt x="7619" y="283210"/>
                  </a:moveTo>
                  <a:lnTo>
                    <a:pt x="0" y="283210"/>
                  </a:lnTo>
                  <a:lnTo>
                    <a:pt x="0" y="308609"/>
                  </a:lnTo>
                  <a:lnTo>
                    <a:pt x="7619" y="308609"/>
                  </a:lnTo>
                  <a:lnTo>
                    <a:pt x="7619" y="283210"/>
                  </a:lnTo>
                  <a:close/>
                </a:path>
                <a:path w="7620" h="447039">
                  <a:moveTo>
                    <a:pt x="7619" y="308610"/>
                  </a:moveTo>
                  <a:lnTo>
                    <a:pt x="0" y="308610"/>
                  </a:lnTo>
                  <a:lnTo>
                    <a:pt x="0" y="365759"/>
                  </a:lnTo>
                  <a:lnTo>
                    <a:pt x="7619" y="365759"/>
                  </a:lnTo>
                  <a:lnTo>
                    <a:pt x="7619" y="308610"/>
                  </a:lnTo>
                  <a:close/>
                </a:path>
                <a:path w="7620" h="447039">
                  <a:moveTo>
                    <a:pt x="7619" y="365760"/>
                  </a:moveTo>
                  <a:lnTo>
                    <a:pt x="0" y="365760"/>
                  </a:lnTo>
                  <a:lnTo>
                    <a:pt x="0" y="422909"/>
                  </a:lnTo>
                  <a:lnTo>
                    <a:pt x="7619" y="422909"/>
                  </a:lnTo>
                  <a:lnTo>
                    <a:pt x="7619" y="365760"/>
                  </a:lnTo>
                  <a:close/>
                </a:path>
                <a:path w="7620" h="447039">
                  <a:moveTo>
                    <a:pt x="7619" y="422910"/>
                  </a:moveTo>
                  <a:lnTo>
                    <a:pt x="0" y="422910"/>
                  </a:lnTo>
                  <a:lnTo>
                    <a:pt x="0" y="447039"/>
                  </a:lnTo>
                  <a:lnTo>
                    <a:pt x="1269" y="447039"/>
                  </a:lnTo>
                  <a:lnTo>
                    <a:pt x="1269" y="445769"/>
                  </a:lnTo>
                  <a:lnTo>
                    <a:pt x="2539" y="445769"/>
                  </a:lnTo>
                  <a:lnTo>
                    <a:pt x="2539" y="444500"/>
                  </a:lnTo>
                  <a:lnTo>
                    <a:pt x="3809" y="444500"/>
                  </a:lnTo>
                  <a:lnTo>
                    <a:pt x="3809" y="443229"/>
                  </a:lnTo>
                  <a:lnTo>
                    <a:pt x="5079" y="443229"/>
                  </a:lnTo>
                  <a:lnTo>
                    <a:pt x="5079" y="441959"/>
                  </a:lnTo>
                  <a:lnTo>
                    <a:pt x="6350" y="441959"/>
                  </a:lnTo>
                  <a:lnTo>
                    <a:pt x="6350" y="439419"/>
                  </a:lnTo>
                  <a:lnTo>
                    <a:pt x="7619" y="439419"/>
                  </a:lnTo>
                  <a:lnTo>
                    <a:pt x="7619" y="422910"/>
                  </a:lnTo>
                  <a:close/>
                </a:path>
              </a:pathLst>
            </a:custGeom>
            <a:solidFill>
              <a:srgbClr val="A69D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47">
              <a:extLst>
                <a:ext uri="{FF2B5EF4-FFF2-40B4-BE49-F238E27FC236}">
                  <a16:creationId xmlns:a16="http://schemas.microsoft.com/office/drawing/2014/main" id="{0080754F-CED0-F1BE-0CBB-6D1F53AB4E5A}"/>
                </a:ext>
              </a:extLst>
            </p:cNvPr>
            <p:cNvSpPr/>
            <p:nvPr/>
          </p:nvSpPr>
          <p:spPr>
            <a:xfrm>
              <a:off x="3910329" y="2626360"/>
              <a:ext cx="7620" cy="429259"/>
            </a:xfrm>
            <a:custGeom>
              <a:avLst/>
              <a:gdLst/>
              <a:ahLst/>
              <a:cxnLst/>
              <a:rect l="l" t="t" r="r" b="b"/>
              <a:pathLst>
                <a:path w="7620" h="429260">
                  <a:moveTo>
                    <a:pt x="127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7620" y="13969"/>
                  </a:lnTo>
                  <a:lnTo>
                    <a:pt x="7620" y="7619"/>
                  </a:lnTo>
                  <a:lnTo>
                    <a:pt x="6350" y="7619"/>
                  </a:lnTo>
                  <a:lnTo>
                    <a:pt x="6350" y="5079"/>
                  </a:lnTo>
                  <a:lnTo>
                    <a:pt x="5080" y="5079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429260">
                  <a:moveTo>
                    <a:pt x="7620" y="13970"/>
                  </a:moveTo>
                  <a:lnTo>
                    <a:pt x="0" y="13970"/>
                  </a:lnTo>
                  <a:lnTo>
                    <a:pt x="0" y="39369"/>
                  </a:lnTo>
                  <a:lnTo>
                    <a:pt x="7620" y="39369"/>
                  </a:lnTo>
                  <a:lnTo>
                    <a:pt x="7620" y="13970"/>
                  </a:lnTo>
                  <a:close/>
                </a:path>
                <a:path w="7620" h="429260">
                  <a:moveTo>
                    <a:pt x="7620" y="39370"/>
                  </a:moveTo>
                  <a:lnTo>
                    <a:pt x="0" y="39370"/>
                  </a:lnTo>
                  <a:lnTo>
                    <a:pt x="0" y="64769"/>
                  </a:lnTo>
                  <a:lnTo>
                    <a:pt x="7620" y="64769"/>
                  </a:lnTo>
                  <a:lnTo>
                    <a:pt x="7620" y="39370"/>
                  </a:lnTo>
                  <a:close/>
                </a:path>
                <a:path w="7620" h="429260">
                  <a:moveTo>
                    <a:pt x="7620" y="64770"/>
                  </a:moveTo>
                  <a:lnTo>
                    <a:pt x="0" y="64770"/>
                  </a:lnTo>
                  <a:lnTo>
                    <a:pt x="0" y="90169"/>
                  </a:lnTo>
                  <a:lnTo>
                    <a:pt x="7620" y="90169"/>
                  </a:lnTo>
                  <a:lnTo>
                    <a:pt x="7620" y="64770"/>
                  </a:lnTo>
                  <a:close/>
                </a:path>
                <a:path w="7620" h="429260">
                  <a:moveTo>
                    <a:pt x="7620" y="90170"/>
                  </a:moveTo>
                  <a:lnTo>
                    <a:pt x="0" y="90170"/>
                  </a:lnTo>
                  <a:lnTo>
                    <a:pt x="0" y="115569"/>
                  </a:lnTo>
                  <a:lnTo>
                    <a:pt x="7620" y="115569"/>
                  </a:lnTo>
                  <a:lnTo>
                    <a:pt x="7620" y="90170"/>
                  </a:lnTo>
                  <a:close/>
                </a:path>
                <a:path w="7620" h="429260">
                  <a:moveTo>
                    <a:pt x="7620" y="115570"/>
                  </a:moveTo>
                  <a:lnTo>
                    <a:pt x="0" y="115570"/>
                  </a:lnTo>
                  <a:lnTo>
                    <a:pt x="0" y="140969"/>
                  </a:lnTo>
                  <a:lnTo>
                    <a:pt x="7620" y="140969"/>
                  </a:lnTo>
                  <a:lnTo>
                    <a:pt x="7620" y="115570"/>
                  </a:lnTo>
                  <a:close/>
                </a:path>
                <a:path w="7620" h="429260">
                  <a:moveTo>
                    <a:pt x="7620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7620" y="166369"/>
                  </a:lnTo>
                  <a:lnTo>
                    <a:pt x="7620" y="140970"/>
                  </a:lnTo>
                  <a:close/>
                </a:path>
                <a:path w="7620" h="429260">
                  <a:moveTo>
                    <a:pt x="7620" y="166370"/>
                  </a:moveTo>
                  <a:lnTo>
                    <a:pt x="0" y="166370"/>
                  </a:lnTo>
                  <a:lnTo>
                    <a:pt x="0" y="191769"/>
                  </a:lnTo>
                  <a:lnTo>
                    <a:pt x="7620" y="191769"/>
                  </a:lnTo>
                  <a:lnTo>
                    <a:pt x="7620" y="166370"/>
                  </a:lnTo>
                  <a:close/>
                </a:path>
                <a:path w="7620" h="429260">
                  <a:moveTo>
                    <a:pt x="7620" y="191770"/>
                  </a:moveTo>
                  <a:lnTo>
                    <a:pt x="0" y="191770"/>
                  </a:lnTo>
                  <a:lnTo>
                    <a:pt x="0" y="217169"/>
                  </a:lnTo>
                  <a:lnTo>
                    <a:pt x="7620" y="217169"/>
                  </a:lnTo>
                  <a:lnTo>
                    <a:pt x="7620" y="191770"/>
                  </a:lnTo>
                  <a:close/>
                </a:path>
                <a:path w="7620" h="429260">
                  <a:moveTo>
                    <a:pt x="7620" y="217170"/>
                  </a:moveTo>
                  <a:lnTo>
                    <a:pt x="0" y="217170"/>
                  </a:lnTo>
                  <a:lnTo>
                    <a:pt x="0" y="274319"/>
                  </a:lnTo>
                  <a:lnTo>
                    <a:pt x="7620" y="274319"/>
                  </a:lnTo>
                  <a:lnTo>
                    <a:pt x="7620" y="217170"/>
                  </a:lnTo>
                  <a:close/>
                </a:path>
                <a:path w="7620" h="429260">
                  <a:moveTo>
                    <a:pt x="7620" y="274320"/>
                  </a:moveTo>
                  <a:lnTo>
                    <a:pt x="0" y="274320"/>
                  </a:lnTo>
                  <a:lnTo>
                    <a:pt x="0" y="299719"/>
                  </a:lnTo>
                  <a:lnTo>
                    <a:pt x="7620" y="299719"/>
                  </a:lnTo>
                  <a:lnTo>
                    <a:pt x="7620" y="274320"/>
                  </a:lnTo>
                  <a:close/>
                </a:path>
                <a:path w="7620" h="429260">
                  <a:moveTo>
                    <a:pt x="7620" y="299720"/>
                  </a:moveTo>
                  <a:lnTo>
                    <a:pt x="0" y="299720"/>
                  </a:lnTo>
                  <a:lnTo>
                    <a:pt x="0" y="356869"/>
                  </a:lnTo>
                  <a:lnTo>
                    <a:pt x="7620" y="356869"/>
                  </a:lnTo>
                  <a:lnTo>
                    <a:pt x="7620" y="299720"/>
                  </a:lnTo>
                  <a:close/>
                </a:path>
                <a:path w="7620" h="429260">
                  <a:moveTo>
                    <a:pt x="7620" y="356870"/>
                  </a:moveTo>
                  <a:lnTo>
                    <a:pt x="0" y="356870"/>
                  </a:lnTo>
                  <a:lnTo>
                    <a:pt x="0" y="414019"/>
                  </a:lnTo>
                  <a:lnTo>
                    <a:pt x="7620" y="414019"/>
                  </a:lnTo>
                  <a:lnTo>
                    <a:pt x="7620" y="356870"/>
                  </a:lnTo>
                  <a:close/>
                </a:path>
                <a:path w="7620" h="429260">
                  <a:moveTo>
                    <a:pt x="7620" y="414020"/>
                  </a:moveTo>
                  <a:lnTo>
                    <a:pt x="0" y="414020"/>
                  </a:lnTo>
                  <a:lnTo>
                    <a:pt x="0" y="429260"/>
                  </a:lnTo>
                  <a:lnTo>
                    <a:pt x="1270" y="429260"/>
                  </a:lnTo>
                  <a:lnTo>
                    <a:pt x="1270" y="427989"/>
                  </a:lnTo>
                  <a:lnTo>
                    <a:pt x="2539" y="427989"/>
                  </a:lnTo>
                  <a:lnTo>
                    <a:pt x="2539" y="426719"/>
                  </a:lnTo>
                  <a:lnTo>
                    <a:pt x="3810" y="426719"/>
                  </a:lnTo>
                  <a:lnTo>
                    <a:pt x="3810" y="425450"/>
                  </a:lnTo>
                  <a:lnTo>
                    <a:pt x="5080" y="425450"/>
                  </a:lnTo>
                  <a:lnTo>
                    <a:pt x="5080" y="422910"/>
                  </a:lnTo>
                  <a:lnTo>
                    <a:pt x="6350" y="422910"/>
                  </a:lnTo>
                  <a:lnTo>
                    <a:pt x="6350" y="421639"/>
                  </a:lnTo>
                  <a:lnTo>
                    <a:pt x="7620" y="421639"/>
                  </a:lnTo>
                  <a:lnTo>
                    <a:pt x="7620" y="414020"/>
                  </a:lnTo>
                  <a:close/>
                </a:path>
              </a:pathLst>
            </a:custGeom>
            <a:solidFill>
              <a:srgbClr val="A89E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48">
              <a:extLst>
                <a:ext uri="{FF2B5EF4-FFF2-40B4-BE49-F238E27FC236}">
                  <a16:creationId xmlns:a16="http://schemas.microsoft.com/office/drawing/2014/main" id="{86A5D416-A732-5BC3-AEA3-070C9572616F}"/>
                </a:ext>
              </a:extLst>
            </p:cNvPr>
            <p:cNvSpPr/>
            <p:nvPr/>
          </p:nvSpPr>
          <p:spPr>
            <a:xfrm>
              <a:off x="3917949" y="2635250"/>
              <a:ext cx="6350" cy="411480"/>
            </a:xfrm>
            <a:custGeom>
              <a:avLst/>
              <a:gdLst/>
              <a:ahLst/>
              <a:cxnLst/>
              <a:rect l="l" t="t" r="r" b="b"/>
              <a:pathLst>
                <a:path w="6350" h="41148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6350" h="4114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5080"/>
                  </a:lnTo>
                  <a:close/>
                </a:path>
                <a:path w="6350" h="411480">
                  <a:moveTo>
                    <a:pt x="6350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30480"/>
                  </a:lnTo>
                  <a:close/>
                </a:path>
                <a:path w="6350" h="411480">
                  <a:moveTo>
                    <a:pt x="6350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55880"/>
                  </a:lnTo>
                  <a:close/>
                </a:path>
                <a:path w="6350" h="411480">
                  <a:moveTo>
                    <a:pt x="6350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6350" y="106679"/>
                  </a:lnTo>
                  <a:lnTo>
                    <a:pt x="6350" y="81280"/>
                  </a:lnTo>
                  <a:close/>
                </a:path>
                <a:path w="6350" h="411480">
                  <a:moveTo>
                    <a:pt x="6350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6350" y="132079"/>
                  </a:lnTo>
                  <a:lnTo>
                    <a:pt x="6350" y="106680"/>
                  </a:lnTo>
                  <a:close/>
                </a:path>
                <a:path w="6350" h="411480">
                  <a:moveTo>
                    <a:pt x="6350" y="132080"/>
                  </a:moveTo>
                  <a:lnTo>
                    <a:pt x="0" y="132080"/>
                  </a:lnTo>
                  <a:lnTo>
                    <a:pt x="0" y="157479"/>
                  </a:lnTo>
                  <a:lnTo>
                    <a:pt x="6350" y="157479"/>
                  </a:lnTo>
                  <a:lnTo>
                    <a:pt x="6350" y="132080"/>
                  </a:lnTo>
                  <a:close/>
                </a:path>
                <a:path w="6350" h="411480">
                  <a:moveTo>
                    <a:pt x="6350" y="157480"/>
                  </a:moveTo>
                  <a:lnTo>
                    <a:pt x="0" y="157480"/>
                  </a:lnTo>
                  <a:lnTo>
                    <a:pt x="0" y="182879"/>
                  </a:lnTo>
                  <a:lnTo>
                    <a:pt x="6350" y="182879"/>
                  </a:lnTo>
                  <a:lnTo>
                    <a:pt x="6350" y="157480"/>
                  </a:lnTo>
                  <a:close/>
                </a:path>
                <a:path w="6350" h="411480">
                  <a:moveTo>
                    <a:pt x="6350" y="182880"/>
                  </a:moveTo>
                  <a:lnTo>
                    <a:pt x="0" y="182880"/>
                  </a:lnTo>
                  <a:lnTo>
                    <a:pt x="0" y="208279"/>
                  </a:lnTo>
                  <a:lnTo>
                    <a:pt x="6350" y="208279"/>
                  </a:lnTo>
                  <a:lnTo>
                    <a:pt x="6350" y="182880"/>
                  </a:lnTo>
                  <a:close/>
                </a:path>
                <a:path w="6350" h="411480">
                  <a:moveTo>
                    <a:pt x="6350" y="208280"/>
                  </a:moveTo>
                  <a:lnTo>
                    <a:pt x="0" y="208280"/>
                  </a:lnTo>
                  <a:lnTo>
                    <a:pt x="0" y="265429"/>
                  </a:lnTo>
                  <a:lnTo>
                    <a:pt x="6350" y="265429"/>
                  </a:lnTo>
                  <a:lnTo>
                    <a:pt x="6350" y="208280"/>
                  </a:lnTo>
                  <a:close/>
                </a:path>
                <a:path w="6350" h="411480">
                  <a:moveTo>
                    <a:pt x="6350" y="265430"/>
                  </a:moveTo>
                  <a:lnTo>
                    <a:pt x="0" y="265430"/>
                  </a:lnTo>
                  <a:lnTo>
                    <a:pt x="0" y="290829"/>
                  </a:lnTo>
                  <a:lnTo>
                    <a:pt x="6350" y="290829"/>
                  </a:lnTo>
                  <a:lnTo>
                    <a:pt x="6350" y="265430"/>
                  </a:lnTo>
                  <a:close/>
                </a:path>
                <a:path w="6350" h="411480">
                  <a:moveTo>
                    <a:pt x="6350" y="290830"/>
                  </a:moveTo>
                  <a:lnTo>
                    <a:pt x="0" y="290830"/>
                  </a:lnTo>
                  <a:lnTo>
                    <a:pt x="0" y="347979"/>
                  </a:lnTo>
                  <a:lnTo>
                    <a:pt x="6350" y="347979"/>
                  </a:lnTo>
                  <a:lnTo>
                    <a:pt x="6350" y="290830"/>
                  </a:lnTo>
                  <a:close/>
                </a:path>
                <a:path w="6350" h="411480">
                  <a:moveTo>
                    <a:pt x="6350" y="347980"/>
                  </a:moveTo>
                  <a:lnTo>
                    <a:pt x="0" y="347980"/>
                  </a:lnTo>
                  <a:lnTo>
                    <a:pt x="0" y="405129"/>
                  </a:lnTo>
                  <a:lnTo>
                    <a:pt x="6350" y="405129"/>
                  </a:lnTo>
                  <a:lnTo>
                    <a:pt x="6350" y="347980"/>
                  </a:lnTo>
                  <a:close/>
                </a:path>
                <a:path w="6350" h="411480">
                  <a:moveTo>
                    <a:pt x="5079" y="405130"/>
                  </a:moveTo>
                  <a:lnTo>
                    <a:pt x="0" y="405130"/>
                  </a:lnTo>
                  <a:lnTo>
                    <a:pt x="0" y="411479"/>
                  </a:lnTo>
                  <a:lnTo>
                    <a:pt x="1269" y="411479"/>
                  </a:lnTo>
                  <a:lnTo>
                    <a:pt x="1269" y="410210"/>
                  </a:lnTo>
                  <a:lnTo>
                    <a:pt x="2539" y="410210"/>
                  </a:lnTo>
                  <a:lnTo>
                    <a:pt x="2539" y="408939"/>
                  </a:lnTo>
                  <a:lnTo>
                    <a:pt x="3810" y="408939"/>
                  </a:lnTo>
                  <a:lnTo>
                    <a:pt x="3810" y="407670"/>
                  </a:lnTo>
                  <a:lnTo>
                    <a:pt x="5079" y="407670"/>
                  </a:lnTo>
                  <a:lnTo>
                    <a:pt x="5079" y="405130"/>
                  </a:lnTo>
                  <a:close/>
                </a:path>
              </a:pathLst>
            </a:custGeom>
            <a:solidFill>
              <a:srgbClr val="AAA0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49">
              <a:extLst>
                <a:ext uri="{FF2B5EF4-FFF2-40B4-BE49-F238E27FC236}">
                  <a16:creationId xmlns:a16="http://schemas.microsoft.com/office/drawing/2014/main" id="{8B931A29-64F4-1C98-32F1-FA2C4A200FF7}"/>
                </a:ext>
              </a:extLst>
            </p:cNvPr>
            <p:cNvSpPr/>
            <p:nvPr/>
          </p:nvSpPr>
          <p:spPr>
            <a:xfrm>
              <a:off x="3924299" y="2642870"/>
              <a:ext cx="7620" cy="396240"/>
            </a:xfrm>
            <a:custGeom>
              <a:avLst/>
              <a:gdLst/>
              <a:ahLst/>
              <a:cxnLst/>
              <a:rect l="l" t="t" r="r" b="b"/>
              <a:pathLst>
                <a:path w="7620" h="396239">
                  <a:moveTo>
                    <a:pt x="1269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396239">
                  <a:moveTo>
                    <a:pt x="7620" y="22860"/>
                  </a:moveTo>
                  <a:lnTo>
                    <a:pt x="0" y="22860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22860"/>
                  </a:lnTo>
                  <a:close/>
                </a:path>
                <a:path w="7620" h="396239">
                  <a:moveTo>
                    <a:pt x="7620" y="48260"/>
                  </a:moveTo>
                  <a:lnTo>
                    <a:pt x="0" y="48260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48260"/>
                  </a:lnTo>
                  <a:close/>
                </a:path>
                <a:path w="7620" h="396239">
                  <a:moveTo>
                    <a:pt x="7620" y="73660"/>
                  </a:moveTo>
                  <a:lnTo>
                    <a:pt x="0" y="73660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73660"/>
                  </a:lnTo>
                  <a:close/>
                </a:path>
                <a:path w="7620" h="396239">
                  <a:moveTo>
                    <a:pt x="7620" y="99060"/>
                  </a:moveTo>
                  <a:lnTo>
                    <a:pt x="0" y="99060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99060"/>
                  </a:lnTo>
                  <a:close/>
                </a:path>
                <a:path w="7620" h="396239">
                  <a:moveTo>
                    <a:pt x="7620" y="124460"/>
                  </a:moveTo>
                  <a:lnTo>
                    <a:pt x="0" y="124460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24460"/>
                  </a:lnTo>
                  <a:close/>
                </a:path>
                <a:path w="7620" h="396239">
                  <a:moveTo>
                    <a:pt x="7620" y="149860"/>
                  </a:moveTo>
                  <a:lnTo>
                    <a:pt x="0" y="149860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49860"/>
                  </a:lnTo>
                  <a:close/>
                </a:path>
                <a:path w="7620" h="396239">
                  <a:moveTo>
                    <a:pt x="7620" y="175260"/>
                  </a:moveTo>
                  <a:lnTo>
                    <a:pt x="0" y="175260"/>
                  </a:lnTo>
                  <a:lnTo>
                    <a:pt x="0" y="200659"/>
                  </a:lnTo>
                  <a:lnTo>
                    <a:pt x="7620" y="200659"/>
                  </a:lnTo>
                  <a:lnTo>
                    <a:pt x="7620" y="175260"/>
                  </a:lnTo>
                  <a:close/>
                </a:path>
                <a:path w="7620" h="396239">
                  <a:moveTo>
                    <a:pt x="7620" y="200660"/>
                  </a:moveTo>
                  <a:lnTo>
                    <a:pt x="0" y="200660"/>
                  </a:lnTo>
                  <a:lnTo>
                    <a:pt x="0" y="257809"/>
                  </a:lnTo>
                  <a:lnTo>
                    <a:pt x="7620" y="257809"/>
                  </a:lnTo>
                  <a:lnTo>
                    <a:pt x="7620" y="200660"/>
                  </a:lnTo>
                  <a:close/>
                </a:path>
                <a:path w="7620" h="396239">
                  <a:moveTo>
                    <a:pt x="7620" y="257810"/>
                  </a:moveTo>
                  <a:lnTo>
                    <a:pt x="0" y="257810"/>
                  </a:lnTo>
                  <a:lnTo>
                    <a:pt x="0" y="283209"/>
                  </a:lnTo>
                  <a:lnTo>
                    <a:pt x="7620" y="283209"/>
                  </a:lnTo>
                  <a:lnTo>
                    <a:pt x="7620" y="257810"/>
                  </a:lnTo>
                  <a:close/>
                </a:path>
                <a:path w="7620" h="396239">
                  <a:moveTo>
                    <a:pt x="7620" y="283210"/>
                  </a:moveTo>
                  <a:lnTo>
                    <a:pt x="0" y="283210"/>
                  </a:lnTo>
                  <a:lnTo>
                    <a:pt x="0" y="340359"/>
                  </a:lnTo>
                  <a:lnTo>
                    <a:pt x="7620" y="340359"/>
                  </a:lnTo>
                  <a:lnTo>
                    <a:pt x="7620" y="283210"/>
                  </a:lnTo>
                  <a:close/>
                </a:path>
                <a:path w="7620" h="396239">
                  <a:moveTo>
                    <a:pt x="7620" y="340360"/>
                  </a:moveTo>
                  <a:lnTo>
                    <a:pt x="0" y="340360"/>
                  </a:lnTo>
                  <a:lnTo>
                    <a:pt x="0" y="396239"/>
                  </a:lnTo>
                  <a:lnTo>
                    <a:pt x="1269" y="396239"/>
                  </a:lnTo>
                  <a:lnTo>
                    <a:pt x="1269" y="394969"/>
                  </a:lnTo>
                  <a:lnTo>
                    <a:pt x="2539" y="394969"/>
                  </a:lnTo>
                  <a:lnTo>
                    <a:pt x="2539" y="393700"/>
                  </a:lnTo>
                  <a:lnTo>
                    <a:pt x="3810" y="393700"/>
                  </a:lnTo>
                  <a:lnTo>
                    <a:pt x="3810" y="392429"/>
                  </a:lnTo>
                  <a:lnTo>
                    <a:pt x="5079" y="392429"/>
                  </a:lnTo>
                  <a:lnTo>
                    <a:pt x="5079" y="389889"/>
                  </a:lnTo>
                  <a:lnTo>
                    <a:pt x="6350" y="389889"/>
                  </a:lnTo>
                  <a:lnTo>
                    <a:pt x="6350" y="388619"/>
                  </a:lnTo>
                  <a:lnTo>
                    <a:pt x="7620" y="388619"/>
                  </a:lnTo>
                  <a:lnTo>
                    <a:pt x="7620" y="340360"/>
                  </a:lnTo>
                  <a:close/>
                </a:path>
              </a:pathLst>
            </a:custGeom>
            <a:solidFill>
              <a:srgbClr val="ACA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0">
              <a:extLst>
                <a:ext uri="{FF2B5EF4-FFF2-40B4-BE49-F238E27FC236}">
                  <a16:creationId xmlns:a16="http://schemas.microsoft.com/office/drawing/2014/main" id="{EF9FBFA3-7FCE-C3B1-C102-A304990ED4C1}"/>
                </a:ext>
              </a:extLst>
            </p:cNvPr>
            <p:cNvSpPr/>
            <p:nvPr/>
          </p:nvSpPr>
          <p:spPr>
            <a:xfrm>
              <a:off x="3931919" y="2651760"/>
              <a:ext cx="7620" cy="378460"/>
            </a:xfrm>
            <a:custGeom>
              <a:avLst/>
              <a:gdLst/>
              <a:ahLst/>
              <a:cxnLst/>
              <a:rect l="l" t="t" r="r" b="b"/>
              <a:pathLst>
                <a:path w="7620" h="378460">
                  <a:moveTo>
                    <a:pt x="1269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7619" y="13969"/>
                  </a:lnTo>
                  <a:lnTo>
                    <a:pt x="7619" y="7619"/>
                  </a:lnTo>
                  <a:lnTo>
                    <a:pt x="6349" y="7619"/>
                  </a:lnTo>
                  <a:lnTo>
                    <a:pt x="6349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378460">
                  <a:moveTo>
                    <a:pt x="7619" y="13970"/>
                  </a:moveTo>
                  <a:lnTo>
                    <a:pt x="0" y="13970"/>
                  </a:lnTo>
                  <a:lnTo>
                    <a:pt x="0" y="39369"/>
                  </a:lnTo>
                  <a:lnTo>
                    <a:pt x="7619" y="39369"/>
                  </a:lnTo>
                  <a:lnTo>
                    <a:pt x="7619" y="13970"/>
                  </a:lnTo>
                  <a:close/>
                </a:path>
                <a:path w="7620" h="378460">
                  <a:moveTo>
                    <a:pt x="7619" y="39370"/>
                  </a:moveTo>
                  <a:lnTo>
                    <a:pt x="0" y="39370"/>
                  </a:lnTo>
                  <a:lnTo>
                    <a:pt x="0" y="64769"/>
                  </a:lnTo>
                  <a:lnTo>
                    <a:pt x="7619" y="64769"/>
                  </a:lnTo>
                  <a:lnTo>
                    <a:pt x="7619" y="39370"/>
                  </a:lnTo>
                  <a:close/>
                </a:path>
                <a:path w="7620" h="378460">
                  <a:moveTo>
                    <a:pt x="7619" y="64770"/>
                  </a:moveTo>
                  <a:lnTo>
                    <a:pt x="0" y="64770"/>
                  </a:lnTo>
                  <a:lnTo>
                    <a:pt x="0" y="90169"/>
                  </a:lnTo>
                  <a:lnTo>
                    <a:pt x="7619" y="90169"/>
                  </a:lnTo>
                  <a:lnTo>
                    <a:pt x="7619" y="64770"/>
                  </a:lnTo>
                  <a:close/>
                </a:path>
                <a:path w="7620" h="378460">
                  <a:moveTo>
                    <a:pt x="7619" y="90170"/>
                  </a:moveTo>
                  <a:lnTo>
                    <a:pt x="0" y="90170"/>
                  </a:lnTo>
                  <a:lnTo>
                    <a:pt x="0" y="115569"/>
                  </a:lnTo>
                  <a:lnTo>
                    <a:pt x="7619" y="115569"/>
                  </a:lnTo>
                  <a:lnTo>
                    <a:pt x="7619" y="90170"/>
                  </a:lnTo>
                  <a:close/>
                </a:path>
                <a:path w="7620" h="378460">
                  <a:moveTo>
                    <a:pt x="7619" y="115570"/>
                  </a:moveTo>
                  <a:lnTo>
                    <a:pt x="0" y="115570"/>
                  </a:lnTo>
                  <a:lnTo>
                    <a:pt x="0" y="140969"/>
                  </a:lnTo>
                  <a:lnTo>
                    <a:pt x="7619" y="140969"/>
                  </a:lnTo>
                  <a:lnTo>
                    <a:pt x="7619" y="115570"/>
                  </a:lnTo>
                  <a:close/>
                </a:path>
                <a:path w="7620" h="378460">
                  <a:moveTo>
                    <a:pt x="7619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7619" y="166369"/>
                  </a:lnTo>
                  <a:lnTo>
                    <a:pt x="7619" y="140970"/>
                  </a:lnTo>
                  <a:close/>
                </a:path>
                <a:path w="7620" h="378460">
                  <a:moveTo>
                    <a:pt x="7619" y="166370"/>
                  </a:moveTo>
                  <a:lnTo>
                    <a:pt x="0" y="166370"/>
                  </a:lnTo>
                  <a:lnTo>
                    <a:pt x="0" y="191769"/>
                  </a:lnTo>
                  <a:lnTo>
                    <a:pt x="7619" y="191769"/>
                  </a:lnTo>
                  <a:lnTo>
                    <a:pt x="7619" y="166370"/>
                  </a:lnTo>
                  <a:close/>
                </a:path>
                <a:path w="7620" h="378460">
                  <a:moveTo>
                    <a:pt x="7619" y="191770"/>
                  </a:moveTo>
                  <a:lnTo>
                    <a:pt x="0" y="191770"/>
                  </a:lnTo>
                  <a:lnTo>
                    <a:pt x="0" y="248919"/>
                  </a:lnTo>
                  <a:lnTo>
                    <a:pt x="7619" y="248919"/>
                  </a:lnTo>
                  <a:lnTo>
                    <a:pt x="7619" y="191770"/>
                  </a:lnTo>
                  <a:close/>
                </a:path>
                <a:path w="7620" h="378460">
                  <a:moveTo>
                    <a:pt x="7619" y="248920"/>
                  </a:moveTo>
                  <a:lnTo>
                    <a:pt x="0" y="248920"/>
                  </a:lnTo>
                  <a:lnTo>
                    <a:pt x="0" y="274319"/>
                  </a:lnTo>
                  <a:lnTo>
                    <a:pt x="7619" y="274319"/>
                  </a:lnTo>
                  <a:lnTo>
                    <a:pt x="7619" y="248920"/>
                  </a:lnTo>
                  <a:close/>
                </a:path>
                <a:path w="7620" h="378460">
                  <a:moveTo>
                    <a:pt x="7619" y="274320"/>
                  </a:moveTo>
                  <a:lnTo>
                    <a:pt x="0" y="274320"/>
                  </a:lnTo>
                  <a:lnTo>
                    <a:pt x="0" y="331469"/>
                  </a:lnTo>
                  <a:lnTo>
                    <a:pt x="7619" y="331469"/>
                  </a:lnTo>
                  <a:lnTo>
                    <a:pt x="7619" y="274320"/>
                  </a:lnTo>
                  <a:close/>
                </a:path>
                <a:path w="7620" h="378460">
                  <a:moveTo>
                    <a:pt x="7619" y="331470"/>
                  </a:moveTo>
                  <a:lnTo>
                    <a:pt x="0" y="331470"/>
                  </a:lnTo>
                  <a:lnTo>
                    <a:pt x="0" y="378460"/>
                  </a:lnTo>
                  <a:lnTo>
                    <a:pt x="1269" y="378460"/>
                  </a:lnTo>
                  <a:lnTo>
                    <a:pt x="1269" y="377189"/>
                  </a:lnTo>
                  <a:lnTo>
                    <a:pt x="2539" y="377189"/>
                  </a:lnTo>
                  <a:lnTo>
                    <a:pt x="2539" y="375919"/>
                  </a:lnTo>
                  <a:lnTo>
                    <a:pt x="3809" y="375919"/>
                  </a:lnTo>
                  <a:lnTo>
                    <a:pt x="3809" y="374650"/>
                  </a:lnTo>
                  <a:lnTo>
                    <a:pt x="5079" y="374650"/>
                  </a:lnTo>
                  <a:lnTo>
                    <a:pt x="5079" y="372110"/>
                  </a:lnTo>
                  <a:lnTo>
                    <a:pt x="6349" y="372110"/>
                  </a:lnTo>
                  <a:lnTo>
                    <a:pt x="6349" y="370839"/>
                  </a:lnTo>
                  <a:lnTo>
                    <a:pt x="7619" y="370839"/>
                  </a:lnTo>
                  <a:lnTo>
                    <a:pt x="7619" y="331470"/>
                  </a:lnTo>
                  <a:close/>
                </a:path>
              </a:pathLst>
            </a:custGeom>
            <a:solidFill>
              <a:srgbClr val="ADA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1">
              <a:extLst>
                <a:ext uri="{FF2B5EF4-FFF2-40B4-BE49-F238E27FC236}">
                  <a16:creationId xmlns:a16="http://schemas.microsoft.com/office/drawing/2014/main" id="{0F2CE524-9CF6-0A9D-80A0-F71495890628}"/>
                </a:ext>
              </a:extLst>
            </p:cNvPr>
            <p:cNvSpPr/>
            <p:nvPr/>
          </p:nvSpPr>
          <p:spPr>
            <a:xfrm>
              <a:off x="3939539" y="2660650"/>
              <a:ext cx="7620" cy="360680"/>
            </a:xfrm>
            <a:custGeom>
              <a:avLst/>
              <a:gdLst/>
              <a:ahLst/>
              <a:cxnLst/>
              <a:rect l="l" t="t" r="r" b="b"/>
              <a:pathLst>
                <a:path w="7620" h="36068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3606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5080"/>
                  </a:lnTo>
                  <a:close/>
                </a:path>
                <a:path w="7620" h="360680">
                  <a:moveTo>
                    <a:pt x="7620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30480"/>
                  </a:lnTo>
                  <a:close/>
                </a:path>
                <a:path w="7620" h="360680">
                  <a:moveTo>
                    <a:pt x="7620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55880"/>
                  </a:lnTo>
                  <a:close/>
                </a:path>
                <a:path w="7620" h="360680">
                  <a:moveTo>
                    <a:pt x="7620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7620" y="106679"/>
                  </a:lnTo>
                  <a:lnTo>
                    <a:pt x="7620" y="81280"/>
                  </a:lnTo>
                  <a:close/>
                </a:path>
                <a:path w="7620" h="360680">
                  <a:moveTo>
                    <a:pt x="7620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7620" y="132079"/>
                  </a:lnTo>
                  <a:lnTo>
                    <a:pt x="7620" y="106680"/>
                  </a:lnTo>
                  <a:close/>
                </a:path>
                <a:path w="7620" h="360680">
                  <a:moveTo>
                    <a:pt x="7620" y="132080"/>
                  </a:moveTo>
                  <a:lnTo>
                    <a:pt x="0" y="132080"/>
                  </a:lnTo>
                  <a:lnTo>
                    <a:pt x="0" y="157479"/>
                  </a:lnTo>
                  <a:lnTo>
                    <a:pt x="7620" y="157479"/>
                  </a:lnTo>
                  <a:lnTo>
                    <a:pt x="7620" y="132080"/>
                  </a:lnTo>
                  <a:close/>
                </a:path>
                <a:path w="7620" h="360680">
                  <a:moveTo>
                    <a:pt x="7620" y="157480"/>
                  </a:moveTo>
                  <a:lnTo>
                    <a:pt x="0" y="157480"/>
                  </a:lnTo>
                  <a:lnTo>
                    <a:pt x="0" y="182879"/>
                  </a:lnTo>
                  <a:lnTo>
                    <a:pt x="7620" y="182879"/>
                  </a:lnTo>
                  <a:lnTo>
                    <a:pt x="7620" y="157480"/>
                  </a:lnTo>
                  <a:close/>
                </a:path>
                <a:path w="7620" h="360680">
                  <a:moveTo>
                    <a:pt x="7620" y="182880"/>
                  </a:moveTo>
                  <a:lnTo>
                    <a:pt x="0" y="182880"/>
                  </a:lnTo>
                  <a:lnTo>
                    <a:pt x="0" y="240029"/>
                  </a:lnTo>
                  <a:lnTo>
                    <a:pt x="7620" y="240029"/>
                  </a:lnTo>
                  <a:lnTo>
                    <a:pt x="7620" y="182880"/>
                  </a:lnTo>
                  <a:close/>
                </a:path>
                <a:path w="7620" h="360680">
                  <a:moveTo>
                    <a:pt x="7620" y="240030"/>
                  </a:moveTo>
                  <a:lnTo>
                    <a:pt x="0" y="240030"/>
                  </a:lnTo>
                  <a:lnTo>
                    <a:pt x="0" y="265429"/>
                  </a:lnTo>
                  <a:lnTo>
                    <a:pt x="7620" y="265429"/>
                  </a:lnTo>
                  <a:lnTo>
                    <a:pt x="7620" y="240030"/>
                  </a:lnTo>
                  <a:close/>
                </a:path>
                <a:path w="7620" h="360680">
                  <a:moveTo>
                    <a:pt x="7620" y="265430"/>
                  </a:moveTo>
                  <a:lnTo>
                    <a:pt x="0" y="265430"/>
                  </a:lnTo>
                  <a:lnTo>
                    <a:pt x="0" y="322579"/>
                  </a:lnTo>
                  <a:lnTo>
                    <a:pt x="7620" y="322579"/>
                  </a:lnTo>
                  <a:lnTo>
                    <a:pt x="7620" y="265430"/>
                  </a:lnTo>
                  <a:close/>
                </a:path>
                <a:path w="7620" h="360680">
                  <a:moveTo>
                    <a:pt x="7620" y="322580"/>
                  </a:moveTo>
                  <a:lnTo>
                    <a:pt x="0" y="322580"/>
                  </a:lnTo>
                  <a:lnTo>
                    <a:pt x="0" y="360679"/>
                  </a:lnTo>
                  <a:lnTo>
                    <a:pt x="1270" y="360679"/>
                  </a:lnTo>
                  <a:lnTo>
                    <a:pt x="1270" y="359410"/>
                  </a:lnTo>
                  <a:lnTo>
                    <a:pt x="2539" y="359410"/>
                  </a:lnTo>
                  <a:lnTo>
                    <a:pt x="2539" y="358139"/>
                  </a:lnTo>
                  <a:lnTo>
                    <a:pt x="3810" y="358139"/>
                  </a:lnTo>
                  <a:lnTo>
                    <a:pt x="3810" y="355600"/>
                  </a:lnTo>
                  <a:lnTo>
                    <a:pt x="5079" y="355600"/>
                  </a:lnTo>
                  <a:lnTo>
                    <a:pt x="5079" y="354329"/>
                  </a:lnTo>
                  <a:lnTo>
                    <a:pt x="6350" y="354329"/>
                  </a:lnTo>
                  <a:lnTo>
                    <a:pt x="6350" y="353060"/>
                  </a:lnTo>
                  <a:lnTo>
                    <a:pt x="7620" y="353060"/>
                  </a:lnTo>
                  <a:lnTo>
                    <a:pt x="7620" y="322580"/>
                  </a:lnTo>
                  <a:close/>
                </a:path>
              </a:pathLst>
            </a:custGeom>
            <a:solidFill>
              <a:srgbClr val="AFA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2">
              <a:extLst>
                <a:ext uri="{FF2B5EF4-FFF2-40B4-BE49-F238E27FC236}">
                  <a16:creationId xmlns:a16="http://schemas.microsoft.com/office/drawing/2014/main" id="{6635C783-65FA-341A-72D6-D8557C0C8F0C}"/>
                </a:ext>
              </a:extLst>
            </p:cNvPr>
            <p:cNvSpPr/>
            <p:nvPr/>
          </p:nvSpPr>
          <p:spPr>
            <a:xfrm>
              <a:off x="3947159" y="2669540"/>
              <a:ext cx="6350" cy="342900"/>
            </a:xfrm>
            <a:custGeom>
              <a:avLst/>
              <a:gdLst/>
              <a:ahLst/>
              <a:cxnLst/>
              <a:rect l="l" t="t" r="r" b="b"/>
              <a:pathLst>
                <a:path w="6350" h="342900">
                  <a:moveTo>
                    <a:pt x="1269" y="0"/>
                  </a:moveTo>
                  <a:lnTo>
                    <a:pt x="0" y="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5080"/>
                  </a:lnTo>
                  <a:lnTo>
                    <a:pt x="5079" y="5080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6350" h="342900">
                  <a:moveTo>
                    <a:pt x="6350" y="21590"/>
                  </a:moveTo>
                  <a:lnTo>
                    <a:pt x="0" y="2159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21590"/>
                  </a:lnTo>
                  <a:close/>
                </a:path>
                <a:path w="6350" h="342900">
                  <a:moveTo>
                    <a:pt x="6350" y="46990"/>
                  </a:moveTo>
                  <a:lnTo>
                    <a:pt x="0" y="4699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46990"/>
                  </a:lnTo>
                  <a:close/>
                </a:path>
                <a:path w="6350" h="342900">
                  <a:moveTo>
                    <a:pt x="6350" y="72390"/>
                  </a:moveTo>
                  <a:lnTo>
                    <a:pt x="0" y="7239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72390"/>
                  </a:lnTo>
                  <a:close/>
                </a:path>
                <a:path w="6350" h="342900">
                  <a:moveTo>
                    <a:pt x="6350" y="97790"/>
                  </a:moveTo>
                  <a:lnTo>
                    <a:pt x="0" y="9779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97790"/>
                  </a:lnTo>
                  <a:close/>
                </a:path>
                <a:path w="6350" h="342900">
                  <a:moveTo>
                    <a:pt x="6350" y="123190"/>
                  </a:moveTo>
                  <a:lnTo>
                    <a:pt x="0" y="12319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23190"/>
                  </a:lnTo>
                  <a:close/>
                </a:path>
                <a:path w="6350" h="342900">
                  <a:moveTo>
                    <a:pt x="6350" y="148590"/>
                  </a:moveTo>
                  <a:lnTo>
                    <a:pt x="0" y="14859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48590"/>
                  </a:lnTo>
                  <a:close/>
                </a:path>
                <a:path w="6350" h="342900">
                  <a:moveTo>
                    <a:pt x="6350" y="173990"/>
                  </a:moveTo>
                  <a:lnTo>
                    <a:pt x="0" y="173990"/>
                  </a:lnTo>
                  <a:lnTo>
                    <a:pt x="0" y="231139"/>
                  </a:lnTo>
                  <a:lnTo>
                    <a:pt x="6350" y="231139"/>
                  </a:lnTo>
                  <a:lnTo>
                    <a:pt x="6350" y="173990"/>
                  </a:lnTo>
                  <a:close/>
                </a:path>
                <a:path w="6350" h="342900">
                  <a:moveTo>
                    <a:pt x="6350" y="231140"/>
                  </a:moveTo>
                  <a:lnTo>
                    <a:pt x="0" y="231140"/>
                  </a:lnTo>
                  <a:lnTo>
                    <a:pt x="0" y="256539"/>
                  </a:lnTo>
                  <a:lnTo>
                    <a:pt x="6350" y="256539"/>
                  </a:lnTo>
                  <a:lnTo>
                    <a:pt x="6350" y="231140"/>
                  </a:lnTo>
                  <a:close/>
                </a:path>
                <a:path w="6350" h="342900">
                  <a:moveTo>
                    <a:pt x="6350" y="256540"/>
                  </a:moveTo>
                  <a:lnTo>
                    <a:pt x="0" y="256540"/>
                  </a:lnTo>
                  <a:lnTo>
                    <a:pt x="0" y="313689"/>
                  </a:lnTo>
                  <a:lnTo>
                    <a:pt x="6350" y="313689"/>
                  </a:lnTo>
                  <a:lnTo>
                    <a:pt x="6350" y="256540"/>
                  </a:lnTo>
                  <a:close/>
                </a:path>
                <a:path w="6350" h="342900">
                  <a:moveTo>
                    <a:pt x="6350" y="313690"/>
                  </a:moveTo>
                  <a:lnTo>
                    <a:pt x="0" y="313690"/>
                  </a:lnTo>
                  <a:lnTo>
                    <a:pt x="0" y="342900"/>
                  </a:lnTo>
                  <a:lnTo>
                    <a:pt x="1269" y="342900"/>
                  </a:lnTo>
                  <a:lnTo>
                    <a:pt x="1269" y="341630"/>
                  </a:lnTo>
                  <a:lnTo>
                    <a:pt x="2539" y="341630"/>
                  </a:lnTo>
                  <a:lnTo>
                    <a:pt x="2539" y="340360"/>
                  </a:lnTo>
                  <a:lnTo>
                    <a:pt x="3809" y="340360"/>
                  </a:lnTo>
                  <a:lnTo>
                    <a:pt x="3809" y="337820"/>
                  </a:lnTo>
                  <a:lnTo>
                    <a:pt x="5079" y="337820"/>
                  </a:lnTo>
                  <a:lnTo>
                    <a:pt x="5079" y="336550"/>
                  </a:lnTo>
                  <a:lnTo>
                    <a:pt x="6350" y="336550"/>
                  </a:lnTo>
                  <a:lnTo>
                    <a:pt x="6350" y="313690"/>
                  </a:lnTo>
                  <a:close/>
                </a:path>
              </a:pathLst>
            </a:custGeom>
            <a:solidFill>
              <a:srgbClr val="B1A8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3">
              <a:extLst>
                <a:ext uri="{FF2B5EF4-FFF2-40B4-BE49-F238E27FC236}">
                  <a16:creationId xmlns:a16="http://schemas.microsoft.com/office/drawing/2014/main" id="{5D57E993-322F-AEE0-4871-C8786E811CCB}"/>
                </a:ext>
              </a:extLst>
            </p:cNvPr>
            <p:cNvSpPr/>
            <p:nvPr/>
          </p:nvSpPr>
          <p:spPr>
            <a:xfrm>
              <a:off x="3953509" y="2677160"/>
              <a:ext cx="7620" cy="327660"/>
            </a:xfrm>
            <a:custGeom>
              <a:avLst/>
              <a:gdLst/>
              <a:ahLst/>
              <a:cxnLst/>
              <a:rect l="l" t="t" r="r" b="b"/>
              <a:pathLst>
                <a:path w="7620" h="327660">
                  <a:moveTo>
                    <a:pt x="1269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7619" y="13969"/>
                  </a:lnTo>
                  <a:lnTo>
                    <a:pt x="7619" y="7619"/>
                  </a:lnTo>
                  <a:lnTo>
                    <a:pt x="6350" y="761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327660">
                  <a:moveTo>
                    <a:pt x="7619" y="13970"/>
                  </a:moveTo>
                  <a:lnTo>
                    <a:pt x="0" y="13970"/>
                  </a:lnTo>
                  <a:lnTo>
                    <a:pt x="0" y="39369"/>
                  </a:lnTo>
                  <a:lnTo>
                    <a:pt x="7619" y="39369"/>
                  </a:lnTo>
                  <a:lnTo>
                    <a:pt x="7619" y="13970"/>
                  </a:lnTo>
                  <a:close/>
                </a:path>
                <a:path w="7620" h="327660">
                  <a:moveTo>
                    <a:pt x="7619" y="39370"/>
                  </a:moveTo>
                  <a:lnTo>
                    <a:pt x="0" y="39370"/>
                  </a:lnTo>
                  <a:lnTo>
                    <a:pt x="0" y="64769"/>
                  </a:lnTo>
                  <a:lnTo>
                    <a:pt x="7619" y="64769"/>
                  </a:lnTo>
                  <a:lnTo>
                    <a:pt x="7619" y="39370"/>
                  </a:lnTo>
                  <a:close/>
                </a:path>
                <a:path w="7620" h="327660">
                  <a:moveTo>
                    <a:pt x="7619" y="64770"/>
                  </a:moveTo>
                  <a:lnTo>
                    <a:pt x="0" y="64770"/>
                  </a:lnTo>
                  <a:lnTo>
                    <a:pt x="0" y="90169"/>
                  </a:lnTo>
                  <a:lnTo>
                    <a:pt x="7619" y="90169"/>
                  </a:lnTo>
                  <a:lnTo>
                    <a:pt x="7619" y="64770"/>
                  </a:lnTo>
                  <a:close/>
                </a:path>
                <a:path w="7620" h="327660">
                  <a:moveTo>
                    <a:pt x="7619" y="90170"/>
                  </a:moveTo>
                  <a:lnTo>
                    <a:pt x="0" y="90170"/>
                  </a:lnTo>
                  <a:lnTo>
                    <a:pt x="0" y="115569"/>
                  </a:lnTo>
                  <a:lnTo>
                    <a:pt x="7619" y="115569"/>
                  </a:lnTo>
                  <a:lnTo>
                    <a:pt x="7619" y="90170"/>
                  </a:lnTo>
                  <a:close/>
                </a:path>
                <a:path w="7620" h="327660">
                  <a:moveTo>
                    <a:pt x="7619" y="115570"/>
                  </a:moveTo>
                  <a:lnTo>
                    <a:pt x="0" y="115570"/>
                  </a:lnTo>
                  <a:lnTo>
                    <a:pt x="0" y="140969"/>
                  </a:lnTo>
                  <a:lnTo>
                    <a:pt x="7619" y="140969"/>
                  </a:lnTo>
                  <a:lnTo>
                    <a:pt x="7619" y="115570"/>
                  </a:lnTo>
                  <a:close/>
                </a:path>
                <a:path w="7620" h="327660">
                  <a:moveTo>
                    <a:pt x="7619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7619" y="166369"/>
                  </a:lnTo>
                  <a:lnTo>
                    <a:pt x="7619" y="140970"/>
                  </a:lnTo>
                  <a:close/>
                </a:path>
                <a:path w="7620" h="327660">
                  <a:moveTo>
                    <a:pt x="7619" y="166370"/>
                  </a:moveTo>
                  <a:lnTo>
                    <a:pt x="0" y="166370"/>
                  </a:lnTo>
                  <a:lnTo>
                    <a:pt x="0" y="223519"/>
                  </a:lnTo>
                  <a:lnTo>
                    <a:pt x="7619" y="223519"/>
                  </a:lnTo>
                  <a:lnTo>
                    <a:pt x="7619" y="166370"/>
                  </a:lnTo>
                  <a:close/>
                </a:path>
                <a:path w="7620" h="327660">
                  <a:moveTo>
                    <a:pt x="7619" y="223520"/>
                  </a:moveTo>
                  <a:lnTo>
                    <a:pt x="0" y="223520"/>
                  </a:lnTo>
                  <a:lnTo>
                    <a:pt x="0" y="248919"/>
                  </a:lnTo>
                  <a:lnTo>
                    <a:pt x="7619" y="248919"/>
                  </a:lnTo>
                  <a:lnTo>
                    <a:pt x="7619" y="223520"/>
                  </a:lnTo>
                  <a:close/>
                </a:path>
                <a:path w="7620" h="327660">
                  <a:moveTo>
                    <a:pt x="7619" y="248920"/>
                  </a:moveTo>
                  <a:lnTo>
                    <a:pt x="0" y="248920"/>
                  </a:lnTo>
                  <a:lnTo>
                    <a:pt x="0" y="306069"/>
                  </a:lnTo>
                  <a:lnTo>
                    <a:pt x="7619" y="306069"/>
                  </a:lnTo>
                  <a:lnTo>
                    <a:pt x="7619" y="248920"/>
                  </a:lnTo>
                  <a:close/>
                </a:path>
                <a:path w="7620" h="327660">
                  <a:moveTo>
                    <a:pt x="7619" y="306070"/>
                  </a:moveTo>
                  <a:lnTo>
                    <a:pt x="0" y="306070"/>
                  </a:lnTo>
                  <a:lnTo>
                    <a:pt x="0" y="327660"/>
                  </a:lnTo>
                  <a:lnTo>
                    <a:pt x="1269" y="327660"/>
                  </a:lnTo>
                  <a:lnTo>
                    <a:pt x="1269" y="326389"/>
                  </a:lnTo>
                  <a:lnTo>
                    <a:pt x="2539" y="326389"/>
                  </a:lnTo>
                  <a:lnTo>
                    <a:pt x="2539" y="325119"/>
                  </a:lnTo>
                  <a:lnTo>
                    <a:pt x="3809" y="325119"/>
                  </a:lnTo>
                  <a:lnTo>
                    <a:pt x="3809" y="322579"/>
                  </a:lnTo>
                  <a:lnTo>
                    <a:pt x="5079" y="322579"/>
                  </a:lnTo>
                  <a:lnTo>
                    <a:pt x="5079" y="321310"/>
                  </a:lnTo>
                  <a:lnTo>
                    <a:pt x="6350" y="321310"/>
                  </a:lnTo>
                  <a:lnTo>
                    <a:pt x="6350" y="320039"/>
                  </a:lnTo>
                  <a:lnTo>
                    <a:pt x="7619" y="320039"/>
                  </a:lnTo>
                  <a:lnTo>
                    <a:pt x="7619" y="306070"/>
                  </a:lnTo>
                  <a:close/>
                </a:path>
              </a:pathLst>
            </a:custGeom>
            <a:solidFill>
              <a:srgbClr val="B2AA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4">
              <a:extLst>
                <a:ext uri="{FF2B5EF4-FFF2-40B4-BE49-F238E27FC236}">
                  <a16:creationId xmlns:a16="http://schemas.microsoft.com/office/drawing/2014/main" id="{625FEF7B-509D-3555-0733-EF0825331104}"/>
                </a:ext>
              </a:extLst>
            </p:cNvPr>
            <p:cNvSpPr/>
            <p:nvPr/>
          </p:nvSpPr>
          <p:spPr>
            <a:xfrm>
              <a:off x="3961129" y="2686050"/>
              <a:ext cx="7620" cy="309880"/>
            </a:xfrm>
            <a:custGeom>
              <a:avLst/>
              <a:gdLst/>
              <a:ahLst/>
              <a:cxnLst/>
              <a:rect l="l" t="t" r="r" b="b"/>
              <a:pathLst>
                <a:path w="7620" h="30988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80" y="5079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3098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5080"/>
                  </a:lnTo>
                  <a:close/>
                </a:path>
                <a:path w="7620" h="309880">
                  <a:moveTo>
                    <a:pt x="7620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30480"/>
                  </a:lnTo>
                  <a:close/>
                </a:path>
                <a:path w="7620" h="309880">
                  <a:moveTo>
                    <a:pt x="7620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55880"/>
                  </a:lnTo>
                  <a:close/>
                </a:path>
                <a:path w="7620" h="309880">
                  <a:moveTo>
                    <a:pt x="7620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7620" y="106679"/>
                  </a:lnTo>
                  <a:lnTo>
                    <a:pt x="7620" y="81280"/>
                  </a:lnTo>
                  <a:close/>
                </a:path>
                <a:path w="7620" h="309880">
                  <a:moveTo>
                    <a:pt x="7620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7620" y="132079"/>
                  </a:lnTo>
                  <a:lnTo>
                    <a:pt x="7620" y="106680"/>
                  </a:lnTo>
                  <a:close/>
                </a:path>
                <a:path w="7620" h="309880">
                  <a:moveTo>
                    <a:pt x="7620" y="132080"/>
                  </a:moveTo>
                  <a:lnTo>
                    <a:pt x="0" y="132080"/>
                  </a:lnTo>
                  <a:lnTo>
                    <a:pt x="0" y="157479"/>
                  </a:lnTo>
                  <a:lnTo>
                    <a:pt x="7620" y="157479"/>
                  </a:lnTo>
                  <a:lnTo>
                    <a:pt x="7620" y="132080"/>
                  </a:lnTo>
                  <a:close/>
                </a:path>
                <a:path w="7620" h="309880">
                  <a:moveTo>
                    <a:pt x="7620" y="157480"/>
                  </a:moveTo>
                  <a:lnTo>
                    <a:pt x="0" y="157480"/>
                  </a:lnTo>
                  <a:lnTo>
                    <a:pt x="0" y="214629"/>
                  </a:lnTo>
                  <a:lnTo>
                    <a:pt x="7620" y="214629"/>
                  </a:lnTo>
                  <a:lnTo>
                    <a:pt x="7620" y="157480"/>
                  </a:lnTo>
                  <a:close/>
                </a:path>
                <a:path w="7620" h="309880">
                  <a:moveTo>
                    <a:pt x="7620" y="214630"/>
                  </a:moveTo>
                  <a:lnTo>
                    <a:pt x="0" y="214630"/>
                  </a:lnTo>
                  <a:lnTo>
                    <a:pt x="0" y="240029"/>
                  </a:lnTo>
                  <a:lnTo>
                    <a:pt x="7620" y="240029"/>
                  </a:lnTo>
                  <a:lnTo>
                    <a:pt x="7620" y="214630"/>
                  </a:lnTo>
                  <a:close/>
                </a:path>
                <a:path w="7620" h="309880">
                  <a:moveTo>
                    <a:pt x="7620" y="240030"/>
                  </a:moveTo>
                  <a:lnTo>
                    <a:pt x="0" y="240030"/>
                  </a:lnTo>
                  <a:lnTo>
                    <a:pt x="0" y="297179"/>
                  </a:lnTo>
                  <a:lnTo>
                    <a:pt x="7620" y="297179"/>
                  </a:lnTo>
                  <a:lnTo>
                    <a:pt x="7620" y="240030"/>
                  </a:lnTo>
                  <a:close/>
                </a:path>
                <a:path w="7620" h="309880">
                  <a:moveTo>
                    <a:pt x="7620" y="297180"/>
                  </a:moveTo>
                  <a:lnTo>
                    <a:pt x="0" y="297180"/>
                  </a:lnTo>
                  <a:lnTo>
                    <a:pt x="0" y="309879"/>
                  </a:lnTo>
                  <a:lnTo>
                    <a:pt x="1270" y="309879"/>
                  </a:lnTo>
                  <a:lnTo>
                    <a:pt x="1270" y="308610"/>
                  </a:lnTo>
                  <a:lnTo>
                    <a:pt x="2539" y="308610"/>
                  </a:lnTo>
                  <a:lnTo>
                    <a:pt x="2539" y="307339"/>
                  </a:lnTo>
                  <a:lnTo>
                    <a:pt x="3810" y="307339"/>
                  </a:lnTo>
                  <a:lnTo>
                    <a:pt x="3810" y="304800"/>
                  </a:lnTo>
                  <a:lnTo>
                    <a:pt x="5080" y="304800"/>
                  </a:lnTo>
                  <a:lnTo>
                    <a:pt x="5080" y="303529"/>
                  </a:lnTo>
                  <a:lnTo>
                    <a:pt x="6350" y="303529"/>
                  </a:lnTo>
                  <a:lnTo>
                    <a:pt x="6350" y="302260"/>
                  </a:lnTo>
                  <a:lnTo>
                    <a:pt x="7620" y="302260"/>
                  </a:lnTo>
                  <a:lnTo>
                    <a:pt x="7620" y="297180"/>
                  </a:lnTo>
                  <a:close/>
                </a:path>
              </a:pathLst>
            </a:custGeom>
            <a:solidFill>
              <a:srgbClr val="B4AC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5">
              <a:extLst>
                <a:ext uri="{FF2B5EF4-FFF2-40B4-BE49-F238E27FC236}">
                  <a16:creationId xmlns:a16="http://schemas.microsoft.com/office/drawing/2014/main" id="{86E587D6-B80D-A821-D037-63B1BD6DB6E5}"/>
                </a:ext>
              </a:extLst>
            </p:cNvPr>
            <p:cNvSpPr/>
            <p:nvPr/>
          </p:nvSpPr>
          <p:spPr>
            <a:xfrm>
              <a:off x="3968749" y="2694940"/>
              <a:ext cx="7620" cy="292100"/>
            </a:xfrm>
            <a:custGeom>
              <a:avLst/>
              <a:gdLst/>
              <a:ahLst/>
              <a:cxnLst/>
              <a:rect l="l" t="t" r="r" b="b"/>
              <a:pathLst>
                <a:path w="7620" h="292100">
                  <a:moveTo>
                    <a:pt x="1269" y="0"/>
                  </a:moveTo>
                  <a:lnTo>
                    <a:pt x="0" y="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5080"/>
                  </a:lnTo>
                  <a:lnTo>
                    <a:pt x="5079" y="5080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20" h="292100">
                  <a:moveTo>
                    <a:pt x="7620" y="21590"/>
                  </a:moveTo>
                  <a:lnTo>
                    <a:pt x="0" y="2159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21590"/>
                  </a:lnTo>
                  <a:close/>
                </a:path>
                <a:path w="7620" h="292100">
                  <a:moveTo>
                    <a:pt x="7620" y="46990"/>
                  </a:moveTo>
                  <a:lnTo>
                    <a:pt x="0" y="4699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46990"/>
                  </a:lnTo>
                  <a:close/>
                </a:path>
                <a:path w="7620" h="292100">
                  <a:moveTo>
                    <a:pt x="7620" y="72390"/>
                  </a:moveTo>
                  <a:lnTo>
                    <a:pt x="0" y="7239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72390"/>
                  </a:lnTo>
                  <a:close/>
                </a:path>
                <a:path w="7620" h="292100">
                  <a:moveTo>
                    <a:pt x="7620" y="97790"/>
                  </a:moveTo>
                  <a:lnTo>
                    <a:pt x="0" y="97790"/>
                  </a:lnTo>
                  <a:lnTo>
                    <a:pt x="0" y="123189"/>
                  </a:lnTo>
                  <a:lnTo>
                    <a:pt x="7620" y="123189"/>
                  </a:lnTo>
                  <a:lnTo>
                    <a:pt x="7620" y="97790"/>
                  </a:lnTo>
                  <a:close/>
                </a:path>
                <a:path w="7620" h="292100">
                  <a:moveTo>
                    <a:pt x="7620" y="123190"/>
                  </a:moveTo>
                  <a:lnTo>
                    <a:pt x="0" y="123190"/>
                  </a:lnTo>
                  <a:lnTo>
                    <a:pt x="0" y="148589"/>
                  </a:lnTo>
                  <a:lnTo>
                    <a:pt x="7620" y="148589"/>
                  </a:lnTo>
                  <a:lnTo>
                    <a:pt x="7620" y="123190"/>
                  </a:lnTo>
                  <a:close/>
                </a:path>
                <a:path w="7620" h="292100">
                  <a:moveTo>
                    <a:pt x="7620" y="148590"/>
                  </a:moveTo>
                  <a:lnTo>
                    <a:pt x="0" y="148590"/>
                  </a:lnTo>
                  <a:lnTo>
                    <a:pt x="0" y="205739"/>
                  </a:lnTo>
                  <a:lnTo>
                    <a:pt x="7620" y="205739"/>
                  </a:lnTo>
                  <a:lnTo>
                    <a:pt x="7620" y="148590"/>
                  </a:lnTo>
                  <a:close/>
                </a:path>
                <a:path w="7620" h="292100">
                  <a:moveTo>
                    <a:pt x="7620" y="205740"/>
                  </a:moveTo>
                  <a:lnTo>
                    <a:pt x="0" y="205740"/>
                  </a:lnTo>
                  <a:lnTo>
                    <a:pt x="0" y="231139"/>
                  </a:lnTo>
                  <a:lnTo>
                    <a:pt x="7620" y="231139"/>
                  </a:lnTo>
                  <a:lnTo>
                    <a:pt x="7620" y="205740"/>
                  </a:lnTo>
                  <a:close/>
                </a:path>
                <a:path w="7620" h="292100">
                  <a:moveTo>
                    <a:pt x="7620" y="231140"/>
                  </a:moveTo>
                  <a:lnTo>
                    <a:pt x="0" y="231140"/>
                  </a:lnTo>
                  <a:lnTo>
                    <a:pt x="0" y="288289"/>
                  </a:lnTo>
                  <a:lnTo>
                    <a:pt x="3810" y="288289"/>
                  </a:lnTo>
                  <a:lnTo>
                    <a:pt x="3810" y="287020"/>
                  </a:lnTo>
                  <a:lnTo>
                    <a:pt x="5079" y="287020"/>
                  </a:lnTo>
                  <a:lnTo>
                    <a:pt x="5079" y="285750"/>
                  </a:lnTo>
                  <a:lnTo>
                    <a:pt x="6350" y="285750"/>
                  </a:lnTo>
                  <a:lnTo>
                    <a:pt x="6350" y="284480"/>
                  </a:lnTo>
                  <a:lnTo>
                    <a:pt x="7620" y="284480"/>
                  </a:lnTo>
                  <a:lnTo>
                    <a:pt x="7620" y="231140"/>
                  </a:lnTo>
                  <a:close/>
                </a:path>
                <a:path w="7620" h="292100">
                  <a:moveTo>
                    <a:pt x="2539" y="288290"/>
                  </a:moveTo>
                  <a:lnTo>
                    <a:pt x="0" y="288290"/>
                  </a:lnTo>
                  <a:lnTo>
                    <a:pt x="0" y="292100"/>
                  </a:lnTo>
                  <a:lnTo>
                    <a:pt x="1269" y="292100"/>
                  </a:lnTo>
                  <a:lnTo>
                    <a:pt x="1269" y="290830"/>
                  </a:lnTo>
                  <a:lnTo>
                    <a:pt x="2539" y="290830"/>
                  </a:lnTo>
                  <a:lnTo>
                    <a:pt x="2539" y="288290"/>
                  </a:lnTo>
                  <a:close/>
                </a:path>
              </a:pathLst>
            </a:custGeom>
            <a:solidFill>
              <a:srgbClr val="B6A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56">
              <a:extLst>
                <a:ext uri="{FF2B5EF4-FFF2-40B4-BE49-F238E27FC236}">
                  <a16:creationId xmlns:a16="http://schemas.microsoft.com/office/drawing/2014/main" id="{7BC4B2C8-6292-CFEB-D2F4-021BC50DEBC3}"/>
                </a:ext>
              </a:extLst>
            </p:cNvPr>
            <p:cNvSpPr/>
            <p:nvPr/>
          </p:nvSpPr>
          <p:spPr>
            <a:xfrm>
              <a:off x="3976369" y="2703830"/>
              <a:ext cx="6350" cy="274320"/>
            </a:xfrm>
            <a:custGeom>
              <a:avLst/>
              <a:gdLst/>
              <a:ahLst/>
              <a:cxnLst/>
              <a:rect l="l" t="t" r="r" b="b"/>
              <a:pathLst>
                <a:path w="6350" h="274319">
                  <a:moveTo>
                    <a:pt x="12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6350" h="274319">
                  <a:moveTo>
                    <a:pt x="6350" y="12700"/>
                  </a:moveTo>
                  <a:lnTo>
                    <a:pt x="0" y="1270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12700"/>
                  </a:lnTo>
                  <a:close/>
                </a:path>
                <a:path w="6350" h="274319">
                  <a:moveTo>
                    <a:pt x="6350" y="38100"/>
                  </a:moveTo>
                  <a:lnTo>
                    <a:pt x="0" y="3810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38100"/>
                  </a:lnTo>
                  <a:close/>
                </a:path>
                <a:path w="6350" h="274319">
                  <a:moveTo>
                    <a:pt x="6350" y="63500"/>
                  </a:moveTo>
                  <a:lnTo>
                    <a:pt x="0" y="6350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63500"/>
                  </a:lnTo>
                  <a:close/>
                </a:path>
                <a:path w="6350" h="274319">
                  <a:moveTo>
                    <a:pt x="6350" y="88900"/>
                  </a:moveTo>
                  <a:lnTo>
                    <a:pt x="0" y="8890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88900"/>
                  </a:lnTo>
                  <a:close/>
                </a:path>
                <a:path w="6350" h="274319">
                  <a:moveTo>
                    <a:pt x="6350" y="114300"/>
                  </a:moveTo>
                  <a:lnTo>
                    <a:pt x="0" y="11430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14300"/>
                  </a:lnTo>
                  <a:close/>
                </a:path>
                <a:path w="6350" h="274319">
                  <a:moveTo>
                    <a:pt x="6350" y="139700"/>
                  </a:moveTo>
                  <a:lnTo>
                    <a:pt x="0" y="139700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39700"/>
                  </a:lnTo>
                  <a:close/>
                </a:path>
                <a:path w="6350" h="274319">
                  <a:moveTo>
                    <a:pt x="6350" y="196850"/>
                  </a:moveTo>
                  <a:lnTo>
                    <a:pt x="0" y="196850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196850"/>
                  </a:lnTo>
                  <a:close/>
                </a:path>
                <a:path w="6350" h="274319">
                  <a:moveTo>
                    <a:pt x="6350" y="222250"/>
                  </a:moveTo>
                  <a:lnTo>
                    <a:pt x="0" y="222250"/>
                  </a:lnTo>
                  <a:lnTo>
                    <a:pt x="0" y="274320"/>
                  </a:lnTo>
                  <a:lnTo>
                    <a:pt x="1269" y="274320"/>
                  </a:lnTo>
                  <a:lnTo>
                    <a:pt x="1269" y="273050"/>
                  </a:lnTo>
                  <a:lnTo>
                    <a:pt x="2539" y="273050"/>
                  </a:lnTo>
                  <a:lnTo>
                    <a:pt x="2539" y="270510"/>
                  </a:lnTo>
                  <a:lnTo>
                    <a:pt x="3809" y="270510"/>
                  </a:lnTo>
                  <a:lnTo>
                    <a:pt x="3809" y="269240"/>
                  </a:lnTo>
                  <a:lnTo>
                    <a:pt x="5079" y="269240"/>
                  </a:lnTo>
                  <a:lnTo>
                    <a:pt x="5079" y="267970"/>
                  </a:lnTo>
                  <a:lnTo>
                    <a:pt x="6350" y="267970"/>
                  </a:lnTo>
                  <a:lnTo>
                    <a:pt x="6350" y="222250"/>
                  </a:lnTo>
                  <a:close/>
                </a:path>
              </a:pathLst>
            </a:custGeom>
            <a:solidFill>
              <a:srgbClr val="B8AF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57">
              <a:extLst>
                <a:ext uri="{FF2B5EF4-FFF2-40B4-BE49-F238E27FC236}">
                  <a16:creationId xmlns:a16="http://schemas.microsoft.com/office/drawing/2014/main" id="{DFAF61A6-2E02-9D3A-4C3F-BE3D565F2D15}"/>
                </a:ext>
              </a:extLst>
            </p:cNvPr>
            <p:cNvSpPr/>
            <p:nvPr/>
          </p:nvSpPr>
          <p:spPr>
            <a:xfrm>
              <a:off x="3982719" y="2711450"/>
              <a:ext cx="7620" cy="259079"/>
            </a:xfrm>
            <a:custGeom>
              <a:avLst/>
              <a:gdLst/>
              <a:ahLst/>
              <a:cxnLst/>
              <a:rect l="l" t="t" r="r" b="b"/>
              <a:pathLst>
                <a:path w="7620" h="25908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20" h="2590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7620"/>
                  </a:lnTo>
                  <a:lnTo>
                    <a:pt x="6350" y="7620"/>
                  </a:lnTo>
                  <a:lnTo>
                    <a:pt x="6350" y="5080"/>
                  </a:lnTo>
                  <a:close/>
                </a:path>
                <a:path w="7620" h="259080">
                  <a:moveTo>
                    <a:pt x="7619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30480"/>
                  </a:lnTo>
                  <a:close/>
                </a:path>
                <a:path w="7620" h="259080">
                  <a:moveTo>
                    <a:pt x="7619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55880"/>
                  </a:lnTo>
                  <a:close/>
                </a:path>
                <a:path w="7620" h="259080">
                  <a:moveTo>
                    <a:pt x="7619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7619" y="106679"/>
                  </a:lnTo>
                  <a:lnTo>
                    <a:pt x="7619" y="81280"/>
                  </a:lnTo>
                  <a:close/>
                </a:path>
                <a:path w="7620" h="259080">
                  <a:moveTo>
                    <a:pt x="7619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7619" y="132079"/>
                  </a:lnTo>
                  <a:lnTo>
                    <a:pt x="7619" y="106680"/>
                  </a:lnTo>
                  <a:close/>
                </a:path>
                <a:path w="7620" h="259080">
                  <a:moveTo>
                    <a:pt x="7619" y="132080"/>
                  </a:moveTo>
                  <a:lnTo>
                    <a:pt x="0" y="132080"/>
                  </a:lnTo>
                  <a:lnTo>
                    <a:pt x="0" y="189229"/>
                  </a:lnTo>
                  <a:lnTo>
                    <a:pt x="7619" y="189229"/>
                  </a:lnTo>
                  <a:lnTo>
                    <a:pt x="7619" y="132080"/>
                  </a:lnTo>
                  <a:close/>
                </a:path>
                <a:path w="7620" h="259080">
                  <a:moveTo>
                    <a:pt x="7619" y="189230"/>
                  </a:moveTo>
                  <a:lnTo>
                    <a:pt x="0" y="189230"/>
                  </a:lnTo>
                  <a:lnTo>
                    <a:pt x="0" y="214629"/>
                  </a:lnTo>
                  <a:lnTo>
                    <a:pt x="7619" y="214629"/>
                  </a:lnTo>
                  <a:lnTo>
                    <a:pt x="7619" y="189230"/>
                  </a:lnTo>
                  <a:close/>
                </a:path>
                <a:path w="7620" h="259080">
                  <a:moveTo>
                    <a:pt x="7619" y="214630"/>
                  </a:moveTo>
                  <a:lnTo>
                    <a:pt x="0" y="214630"/>
                  </a:lnTo>
                  <a:lnTo>
                    <a:pt x="0" y="259079"/>
                  </a:lnTo>
                  <a:lnTo>
                    <a:pt x="1269" y="259079"/>
                  </a:lnTo>
                  <a:lnTo>
                    <a:pt x="1269" y="257810"/>
                  </a:lnTo>
                  <a:lnTo>
                    <a:pt x="2539" y="257810"/>
                  </a:lnTo>
                  <a:lnTo>
                    <a:pt x="2539" y="255270"/>
                  </a:lnTo>
                  <a:lnTo>
                    <a:pt x="3810" y="255270"/>
                  </a:lnTo>
                  <a:lnTo>
                    <a:pt x="3810" y="254000"/>
                  </a:lnTo>
                  <a:lnTo>
                    <a:pt x="5079" y="254000"/>
                  </a:lnTo>
                  <a:lnTo>
                    <a:pt x="5079" y="252729"/>
                  </a:lnTo>
                  <a:lnTo>
                    <a:pt x="6350" y="252729"/>
                  </a:lnTo>
                  <a:lnTo>
                    <a:pt x="6350" y="251460"/>
                  </a:lnTo>
                  <a:lnTo>
                    <a:pt x="7619" y="251460"/>
                  </a:lnTo>
                  <a:lnTo>
                    <a:pt x="7619" y="214630"/>
                  </a:lnTo>
                  <a:close/>
                </a:path>
              </a:pathLst>
            </a:custGeom>
            <a:solidFill>
              <a:srgbClr val="B9B1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2" name="object 1458">
              <a:extLst>
                <a:ext uri="{FF2B5EF4-FFF2-40B4-BE49-F238E27FC236}">
                  <a16:creationId xmlns:a16="http://schemas.microsoft.com/office/drawing/2014/main" id="{7F60AE06-52B0-83BD-9A56-E7A3DCDCDB56}"/>
                </a:ext>
              </a:extLst>
            </p:cNvPr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990339" y="2720340"/>
              <a:ext cx="102870" cy="241300"/>
            </a:xfrm>
            <a:prstGeom prst="rect">
              <a:avLst/>
            </a:prstGeom>
          </p:spPr>
        </p:pic>
        <p:sp>
          <p:nvSpPr>
            <p:cNvPr id="1463" name="object 1459">
              <a:extLst>
                <a:ext uri="{FF2B5EF4-FFF2-40B4-BE49-F238E27FC236}">
                  <a16:creationId xmlns:a16="http://schemas.microsoft.com/office/drawing/2014/main" id="{AD5ADEA1-62B3-9B46-76F0-40891F290368}"/>
                </a:ext>
              </a:extLst>
            </p:cNvPr>
            <p:cNvSpPr/>
            <p:nvPr/>
          </p:nvSpPr>
          <p:spPr>
            <a:xfrm>
              <a:off x="3779519" y="2585720"/>
              <a:ext cx="312420" cy="509270"/>
            </a:xfrm>
            <a:custGeom>
              <a:avLst/>
              <a:gdLst/>
              <a:ahLst/>
              <a:cxnLst/>
              <a:rect l="l" t="t" r="r" b="b"/>
              <a:pathLst>
                <a:path w="312420" h="509269">
                  <a:moveTo>
                    <a:pt x="0" y="127000"/>
                  </a:moveTo>
                  <a:lnTo>
                    <a:pt x="96519" y="127000"/>
                  </a:lnTo>
                  <a:lnTo>
                    <a:pt x="96519" y="0"/>
                  </a:lnTo>
                  <a:lnTo>
                    <a:pt x="312419" y="254000"/>
                  </a:lnTo>
                  <a:lnTo>
                    <a:pt x="96519" y="509269"/>
                  </a:lnTo>
                  <a:lnTo>
                    <a:pt x="96519" y="381000"/>
                  </a:lnTo>
                  <a:lnTo>
                    <a:pt x="0" y="381000"/>
                  </a:lnTo>
                  <a:lnTo>
                    <a:pt x="0" y="127000"/>
                  </a:lnTo>
                  <a:close/>
                </a:path>
              </a:pathLst>
            </a:custGeom>
            <a:ln w="9344">
              <a:solidFill>
                <a:srgbClr val="453E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4" name="object 1460">
            <a:extLst>
              <a:ext uri="{FF2B5EF4-FFF2-40B4-BE49-F238E27FC236}">
                <a16:creationId xmlns:a16="http://schemas.microsoft.com/office/drawing/2014/main" id="{B008AD9D-5E12-2A5E-8A90-9605C7CDE253}"/>
              </a:ext>
            </a:extLst>
          </p:cNvPr>
          <p:cNvGrpSpPr/>
          <p:nvPr/>
        </p:nvGrpSpPr>
        <p:grpSpPr>
          <a:xfrm>
            <a:off x="6349137" y="2581047"/>
            <a:ext cx="320675" cy="518795"/>
            <a:chOff x="6349137" y="2581047"/>
            <a:chExt cx="320675" cy="518795"/>
          </a:xfrm>
        </p:grpSpPr>
        <p:sp>
          <p:nvSpPr>
            <p:cNvPr id="1465" name="object 1461">
              <a:extLst>
                <a:ext uri="{FF2B5EF4-FFF2-40B4-BE49-F238E27FC236}">
                  <a16:creationId xmlns:a16="http://schemas.microsoft.com/office/drawing/2014/main" id="{884407BD-648C-2C49-4A2E-34783314FA3F}"/>
                </a:ext>
              </a:extLst>
            </p:cNvPr>
            <p:cNvSpPr/>
            <p:nvPr/>
          </p:nvSpPr>
          <p:spPr>
            <a:xfrm>
              <a:off x="6353810" y="2712719"/>
              <a:ext cx="5080" cy="255270"/>
            </a:xfrm>
            <a:custGeom>
              <a:avLst/>
              <a:gdLst/>
              <a:ahLst/>
              <a:cxnLst/>
              <a:rect l="l" t="t" r="r" b="b"/>
              <a:pathLst>
                <a:path w="5079" h="255269">
                  <a:moveTo>
                    <a:pt x="508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5080" y="255270"/>
                  </a:lnTo>
                  <a:lnTo>
                    <a:pt x="5080" y="213372"/>
                  </a:lnTo>
                  <a:close/>
                </a:path>
                <a:path w="5079" h="255269">
                  <a:moveTo>
                    <a:pt x="508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5080" y="213360"/>
                  </a:lnTo>
                  <a:lnTo>
                    <a:pt x="5080" y="187972"/>
                  </a:lnTo>
                  <a:close/>
                </a:path>
                <a:path w="5079" h="255269">
                  <a:moveTo>
                    <a:pt x="508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5080" y="187960"/>
                  </a:lnTo>
                  <a:lnTo>
                    <a:pt x="5080" y="130822"/>
                  </a:lnTo>
                  <a:close/>
                </a:path>
                <a:path w="5079" h="255269">
                  <a:moveTo>
                    <a:pt x="508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5080" y="130810"/>
                  </a:lnTo>
                  <a:lnTo>
                    <a:pt x="5080" y="105422"/>
                  </a:lnTo>
                  <a:close/>
                </a:path>
                <a:path w="5079" h="255269">
                  <a:moveTo>
                    <a:pt x="508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5080" y="105410"/>
                  </a:lnTo>
                  <a:lnTo>
                    <a:pt x="5080" y="80022"/>
                  </a:lnTo>
                  <a:close/>
                </a:path>
                <a:path w="5079" h="255269">
                  <a:moveTo>
                    <a:pt x="508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5080" y="80010"/>
                  </a:lnTo>
                  <a:lnTo>
                    <a:pt x="5080" y="54622"/>
                  </a:lnTo>
                  <a:close/>
                </a:path>
                <a:path w="5079" h="255269">
                  <a:moveTo>
                    <a:pt x="508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5080" y="54610"/>
                  </a:lnTo>
                  <a:lnTo>
                    <a:pt x="5080" y="29222"/>
                  </a:lnTo>
                  <a:close/>
                </a:path>
                <a:path w="5079" h="255269">
                  <a:moveTo>
                    <a:pt x="508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5080" y="29210"/>
                  </a:lnTo>
                  <a:lnTo>
                    <a:pt x="5080" y="3822"/>
                  </a:lnTo>
                  <a:close/>
                </a:path>
                <a:path w="5079" h="255269">
                  <a:moveTo>
                    <a:pt x="50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080" y="381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8A7D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2">
              <a:extLst>
                <a:ext uri="{FF2B5EF4-FFF2-40B4-BE49-F238E27FC236}">
                  <a16:creationId xmlns:a16="http://schemas.microsoft.com/office/drawing/2014/main" id="{899BB70B-FC62-3ABB-2C3C-20D20F5091F5}"/>
                </a:ext>
              </a:extLst>
            </p:cNvPr>
            <p:cNvSpPr/>
            <p:nvPr/>
          </p:nvSpPr>
          <p:spPr>
            <a:xfrm>
              <a:off x="635889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B7E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3">
              <a:extLst>
                <a:ext uri="{FF2B5EF4-FFF2-40B4-BE49-F238E27FC236}">
                  <a16:creationId xmlns:a16="http://schemas.microsoft.com/office/drawing/2014/main" id="{4095F4B1-7CDA-B857-1BA9-F258980D766C}"/>
                </a:ext>
              </a:extLst>
            </p:cNvPr>
            <p:cNvSpPr/>
            <p:nvPr/>
          </p:nvSpPr>
          <p:spPr>
            <a:xfrm>
              <a:off x="636651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D80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4">
              <a:extLst>
                <a:ext uri="{FF2B5EF4-FFF2-40B4-BE49-F238E27FC236}">
                  <a16:creationId xmlns:a16="http://schemas.microsoft.com/office/drawing/2014/main" id="{11473F65-0C32-6A33-2AD8-B241FB6A12C8}"/>
                </a:ext>
              </a:extLst>
            </p:cNvPr>
            <p:cNvSpPr/>
            <p:nvPr/>
          </p:nvSpPr>
          <p:spPr>
            <a:xfrm>
              <a:off x="637413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F8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5">
              <a:extLst>
                <a:ext uri="{FF2B5EF4-FFF2-40B4-BE49-F238E27FC236}">
                  <a16:creationId xmlns:a16="http://schemas.microsoft.com/office/drawing/2014/main" id="{0E22AB8E-27C8-96A4-BB03-DB49E5C1D912}"/>
                </a:ext>
              </a:extLst>
            </p:cNvPr>
            <p:cNvSpPr/>
            <p:nvPr/>
          </p:nvSpPr>
          <p:spPr>
            <a:xfrm>
              <a:off x="638175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13372"/>
                  </a:lnTo>
                  <a:close/>
                </a:path>
                <a:path w="6350" h="255269">
                  <a:moveTo>
                    <a:pt x="635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1879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80022"/>
                  </a:lnTo>
                  <a:close/>
                </a:path>
                <a:path w="6350" h="255269">
                  <a:moveTo>
                    <a:pt x="635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54622"/>
                  </a:lnTo>
                  <a:close/>
                </a:path>
                <a:path w="6350" h="255269">
                  <a:moveTo>
                    <a:pt x="635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29222"/>
                  </a:lnTo>
                  <a:close/>
                </a:path>
                <a:path w="6350" h="255269">
                  <a:moveTo>
                    <a:pt x="635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382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084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66">
              <a:extLst>
                <a:ext uri="{FF2B5EF4-FFF2-40B4-BE49-F238E27FC236}">
                  <a16:creationId xmlns:a16="http://schemas.microsoft.com/office/drawing/2014/main" id="{03587716-62F5-C517-054E-6CDFF725AC23}"/>
                </a:ext>
              </a:extLst>
            </p:cNvPr>
            <p:cNvSpPr/>
            <p:nvPr/>
          </p:nvSpPr>
          <p:spPr>
            <a:xfrm>
              <a:off x="638810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286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67">
              <a:extLst>
                <a:ext uri="{FF2B5EF4-FFF2-40B4-BE49-F238E27FC236}">
                  <a16:creationId xmlns:a16="http://schemas.microsoft.com/office/drawing/2014/main" id="{36C9262E-EE2D-1A6A-9BD6-B250C0566ED2}"/>
                </a:ext>
              </a:extLst>
            </p:cNvPr>
            <p:cNvSpPr/>
            <p:nvPr/>
          </p:nvSpPr>
          <p:spPr>
            <a:xfrm>
              <a:off x="639572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488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68">
              <a:extLst>
                <a:ext uri="{FF2B5EF4-FFF2-40B4-BE49-F238E27FC236}">
                  <a16:creationId xmlns:a16="http://schemas.microsoft.com/office/drawing/2014/main" id="{EFFA04F6-3E9B-0AB1-227D-C6EBD5CECDF8}"/>
                </a:ext>
              </a:extLst>
            </p:cNvPr>
            <p:cNvSpPr/>
            <p:nvPr/>
          </p:nvSpPr>
          <p:spPr>
            <a:xfrm>
              <a:off x="640334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58A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69">
              <a:extLst>
                <a:ext uri="{FF2B5EF4-FFF2-40B4-BE49-F238E27FC236}">
                  <a16:creationId xmlns:a16="http://schemas.microsoft.com/office/drawing/2014/main" id="{630C63CF-0ED3-D66A-4010-4089E5E96DE7}"/>
                </a:ext>
              </a:extLst>
            </p:cNvPr>
            <p:cNvSpPr/>
            <p:nvPr/>
          </p:nvSpPr>
          <p:spPr>
            <a:xfrm>
              <a:off x="641096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13372"/>
                  </a:lnTo>
                  <a:close/>
                </a:path>
                <a:path w="6350" h="255269">
                  <a:moveTo>
                    <a:pt x="635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1879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80022"/>
                  </a:lnTo>
                  <a:close/>
                </a:path>
                <a:path w="6350" h="255269">
                  <a:moveTo>
                    <a:pt x="635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54622"/>
                  </a:lnTo>
                  <a:close/>
                </a:path>
                <a:path w="6350" h="255269">
                  <a:moveTo>
                    <a:pt x="635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29222"/>
                  </a:lnTo>
                  <a:close/>
                </a:path>
                <a:path w="6350" h="255269">
                  <a:moveTo>
                    <a:pt x="635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382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78C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0">
              <a:extLst>
                <a:ext uri="{FF2B5EF4-FFF2-40B4-BE49-F238E27FC236}">
                  <a16:creationId xmlns:a16="http://schemas.microsoft.com/office/drawing/2014/main" id="{874B788F-2C1F-958A-AE77-AF96CD75862C}"/>
                </a:ext>
              </a:extLst>
            </p:cNvPr>
            <p:cNvSpPr/>
            <p:nvPr/>
          </p:nvSpPr>
          <p:spPr>
            <a:xfrm>
              <a:off x="641731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98D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1">
              <a:extLst>
                <a:ext uri="{FF2B5EF4-FFF2-40B4-BE49-F238E27FC236}">
                  <a16:creationId xmlns:a16="http://schemas.microsoft.com/office/drawing/2014/main" id="{32782282-CEA0-BEEF-DD94-40536F649076}"/>
                </a:ext>
              </a:extLst>
            </p:cNvPr>
            <p:cNvSpPr/>
            <p:nvPr/>
          </p:nvSpPr>
          <p:spPr>
            <a:xfrm>
              <a:off x="642493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B8F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2">
              <a:extLst>
                <a:ext uri="{FF2B5EF4-FFF2-40B4-BE49-F238E27FC236}">
                  <a16:creationId xmlns:a16="http://schemas.microsoft.com/office/drawing/2014/main" id="{E2BC146C-3D94-6AB0-D432-3B3C444242D1}"/>
                </a:ext>
              </a:extLst>
            </p:cNvPr>
            <p:cNvSpPr/>
            <p:nvPr/>
          </p:nvSpPr>
          <p:spPr>
            <a:xfrm>
              <a:off x="6432550" y="2712719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69">
                  <a:moveTo>
                    <a:pt x="762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213372"/>
                  </a:lnTo>
                  <a:close/>
                </a:path>
                <a:path w="7620" h="255269">
                  <a:moveTo>
                    <a:pt x="762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7620" y="213360"/>
                  </a:lnTo>
                  <a:lnTo>
                    <a:pt x="7620" y="187972"/>
                  </a:lnTo>
                  <a:close/>
                </a:path>
                <a:path w="7620" h="255269">
                  <a:moveTo>
                    <a:pt x="762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7620" y="187960"/>
                  </a:lnTo>
                  <a:lnTo>
                    <a:pt x="7620" y="130822"/>
                  </a:lnTo>
                  <a:close/>
                </a:path>
                <a:path w="7620" h="255269">
                  <a:moveTo>
                    <a:pt x="762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7620" y="130810"/>
                  </a:lnTo>
                  <a:lnTo>
                    <a:pt x="7620" y="105422"/>
                  </a:lnTo>
                  <a:close/>
                </a:path>
                <a:path w="7620" h="255269">
                  <a:moveTo>
                    <a:pt x="762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7620" y="105410"/>
                  </a:lnTo>
                  <a:lnTo>
                    <a:pt x="7620" y="80022"/>
                  </a:lnTo>
                  <a:close/>
                </a:path>
                <a:path w="7620" h="255269">
                  <a:moveTo>
                    <a:pt x="762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7620" y="80010"/>
                  </a:lnTo>
                  <a:lnTo>
                    <a:pt x="7620" y="54622"/>
                  </a:lnTo>
                  <a:close/>
                </a:path>
                <a:path w="7620" h="255269">
                  <a:moveTo>
                    <a:pt x="762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7620" y="54610"/>
                  </a:lnTo>
                  <a:lnTo>
                    <a:pt x="7620" y="29222"/>
                  </a:lnTo>
                  <a:close/>
                </a:path>
                <a:path w="7620" h="255269">
                  <a:moveTo>
                    <a:pt x="762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7620" y="29210"/>
                  </a:lnTo>
                  <a:lnTo>
                    <a:pt x="7620" y="3822"/>
                  </a:lnTo>
                  <a:close/>
                </a:path>
                <a:path w="7620" h="255269">
                  <a:moveTo>
                    <a:pt x="76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620" y="38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C91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3">
              <a:extLst>
                <a:ext uri="{FF2B5EF4-FFF2-40B4-BE49-F238E27FC236}">
                  <a16:creationId xmlns:a16="http://schemas.microsoft.com/office/drawing/2014/main" id="{E22FC47C-8DB4-BB8D-CDD1-E85BBD14465A}"/>
                </a:ext>
              </a:extLst>
            </p:cNvPr>
            <p:cNvSpPr/>
            <p:nvPr/>
          </p:nvSpPr>
          <p:spPr>
            <a:xfrm>
              <a:off x="6440170" y="2712719"/>
              <a:ext cx="6350" cy="255270"/>
            </a:xfrm>
            <a:custGeom>
              <a:avLst/>
              <a:gdLst/>
              <a:ahLst/>
              <a:cxnLst/>
              <a:rect l="l" t="t" r="r" b="b"/>
              <a:pathLst>
                <a:path w="6350" h="255269">
                  <a:moveTo>
                    <a:pt x="6350" y="213372"/>
                  </a:moveTo>
                  <a:lnTo>
                    <a:pt x="0" y="213372"/>
                  </a:lnTo>
                  <a:lnTo>
                    <a:pt x="0" y="255270"/>
                  </a:lnTo>
                  <a:lnTo>
                    <a:pt x="6350" y="255270"/>
                  </a:lnTo>
                  <a:lnTo>
                    <a:pt x="6350" y="213372"/>
                  </a:lnTo>
                  <a:close/>
                </a:path>
                <a:path w="6350" h="255269">
                  <a:moveTo>
                    <a:pt x="6350" y="187972"/>
                  </a:moveTo>
                  <a:lnTo>
                    <a:pt x="0" y="187972"/>
                  </a:lnTo>
                  <a:lnTo>
                    <a:pt x="0" y="213360"/>
                  </a:lnTo>
                  <a:lnTo>
                    <a:pt x="6350" y="213360"/>
                  </a:lnTo>
                  <a:lnTo>
                    <a:pt x="6350" y="187972"/>
                  </a:lnTo>
                  <a:close/>
                </a:path>
                <a:path w="6350" h="255269">
                  <a:moveTo>
                    <a:pt x="6350" y="130822"/>
                  </a:moveTo>
                  <a:lnTo>
                    <a:pt x="0" y="130822"/>
                  </a:lnTo>
                  <a:lnTo>
                    <a:pt x="0" y="187960"/>
                  </a:lnTo>
                  <a:lnTo>
                    <a:pt x="6350" y="187960"/>
                  </a:lnTo>
                  <a:lnTo>
                    <a:pt x="6350" y="130822"/>
                  </a:lnTo>
                  <a:close/>
                </a:path>
                <a:path w="6350" h="255269">
                  <a:moveTo>
                    <a:pt x="6350" y="105422"/>
                  </a:moveTo>
                  <a:lnTo>
                    <a:pt x="0" y="105422"/>
                  </a:lnTo>
                  <a:lnTo>
                    <a:pt x="0" y="130810"/>
                  </a:lnTo>
                  <a:lnTo>
                    <a:pt x="6350" y="130810"/>
                  </a:lnTo>
                  <a:lnTo>
                    <a:pt x="6350" y="105422"/>
                  </a:lnTo>
                  <a:close/>
                </a:path>
                <a:path w="6350" h="255269">
                  <a:moveTo>
                    <a:pt x="6350" y="80022"/>
                  </a:moveTo>
                  <a:lnTo>
                    <a:pt x="0" y="80022"/>
                  </a:lnTo>
                  <a:lnTo>
                    <a:pt x="0" y="105410"/>
                  </a:lnTo>
                  <a:lnTo>
                    <a:pt x="6350" y="105410"/>
                  </a:lnTo>
                  <a:lnTo>
                    <a:pt x="6350" y="80022"/>
                  </a:lnTo>
                  <a:close/>
                </a:path>
                <a:path w="6350" h="255269">
                  <a:moveTo>
                    <a:pt x="6350" y="54622"/>
                  </a:moveTo>
                  <a:lnTo>
                    <a:pt x="0" y="54622"/>
                  </a:lnTo>
                  <a:lnTo>
                    <a:pt x="0" y="80010"/>
                  </a:lnTo>
                  <a:lnTo>
                    <a:pt x="6350" y="80010"/>
                  </a:lnTo>
                  <a:lnTo>
                    <a:pt x="6350" y="54622"/>
                  </a:lnTo>
                  <a:close/>
                </a:path>
                <a:path w="6350" h="255269">
                  <a:moveTo>
                    <a:pt x="6350" y="29222"/>
                  </a:moveTo>
                  <a:lnTo>
                    <a:pt x="0" y="29222"/>
                  </a:lnTo>
                  <a:lnTo>
                    <a:pt x="0" y="54610"/>
                  </a:lnTo>
                  <a:lnTo>
                    <a:pt x="6350" y="54610"/>
                  </a:lnTo>
                  <a:lnTo>
                    <a:pt x="6350" y="29222"/>
                  </a:lnTo>
                  <a:close/>
                </a:path>
                <a:path w="6350" h="255269">
                  <a:moveTo>
                    <a:pt x="6350" y="3822"/>
                  </a:moveTo>
                  <a:lnTo>
                    <a:pt x="0" y="3822"/>
                  </a:lnTo>
                  <a:lnTo>
                    <a:pt x="0" y="29210"/>
                  </a:lnTo>
                  <a:lnTo>
                    <a:pt x="6350" y="29210"/>
                  </a:lnTo>
                  <a:lnTo>
                    <a:pt x="6350" y="3822"/>
                  </a:lnTo>
                  <a:close/>
                </a:path>
                <a:path w="6350" h="255269">
                  <a:moveTo>
                    <a:pt x="635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350" y="381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E93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4">
              <a:extLst>
                <a:ext uri="{FF2B5EF4-FFF2-40B4-BE49-F238E27FC236}">
                  <a16:creationId xmlns:a16="http://schemas.microsoft.com/office/drawing/2014/main" id="{AA520AA8-0A98-F2D6-4120-F811777D33FC}"/>
                </a:ext>
              </a:extLst>
            </p:cNvPr>
            <p:cNvSpPr/>
            <p:nvPr/>
          </p:nvSpPr>
          <p:spPr>
            <a:xfrm>
              <a:off x="6446519" y="2585720"/>
              <a:ext cx="7620" cy="509270"/>
            </a:xfrm>
            <a:custGeom>
              <a:avLst/>
              <a:gdLst/>
              <a:ahLst/>
              <a:cxnLst/>
              <a:rect l="l" t="t" r="r" b="b"/>
              <a:pathLst>
                <a:path w="7620" h="509269">
                  <a:moveTo>
                    <a:pt x="3810" y="0"/>
                  </a:moveTo>
                  <a:lnTo>
                    <a:pt x="2539" y="0"/>
                  </a:lnTo>
                  <a:lnTo>
                    <a:pt x="2539" y="3810"/>
                  </a:lnTo>
                  <a:lnTo>
                    <a:pt x="6350" y="3810"/>
                  </a:lnTo>
                  <a:lnTo>
                    <a:pt x="6350" y="2540"/>
                  </a:lnTo>
                  <a:lnTo>
                    <a:pt x="5079" y="2540"/>
                  </a:lnTo>
                  <a:lnTo>
                    <a:pt x="507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7620" h="509269">
                  <a:moveTo>
                    <a:pt x="7619" y="3810"/>
                  </a:moveTo>
                  <a:lnTo>
                    <a:pt x="2539" y="3810"/>
                  </a:lnTo>
                  <a:lnTo>
                    <a:pt x="2539" y="29210"/>
                  </a:lnTo>
                  <a:lnTo>
                    <a:pt x="7619" y="29210"/>
                  </a:lnTo>
                  <a:lnTo>
                    <a:pt x="7619" y="3810"/>
                  </a:lnTo>
                  <a:close/>
                </a:path>
                <a:path w="7620" h="509269">
                  <a:moveTo>
                    <a:pt x="7619" y="29210"/>
                  </a:moveTo>
                  <a:lnTo>
                    <a:pt x="2539" y="29210"/>
                  </a:lnTo>
                  <a:lnTo>
                    <a:pt x="2539" y="54610"/>
                  </a:lnTo>
                  <a:lnTo>
                    <a:pt x="7619" y="54610"/>
                  </a:lnTo>
                  <a:lnTo>
                    <a:pt x="7619" y="29210"/>
                  </a:lnTo>
                  <a:close/>
                </a:path>
                <a:path w="7620" h="509269">
                  <a:moveTo>
                    <a:pt x="7619" y="54610"/>
                  </a:moveTo>
                  <a:lnTo>
                    <a:pt x="2539" y="54610"/>
                  </a:lnTo>
                  <a:lnTo>
                    <a:pt x="2539" y="80010"/>
                  </a:lnTo>
                  <a:lnTo>
                    <a:pt x="7619" y="80010"/>
                  </a:lnTo>
                  <a:lnTo>
                    <a:pt x="7619" y="54610"/>
                  </a:lnTo>
                  <a:close/>
                </a:path>
                <a:path w="7620" h="509269">
                  <a:moveTo>
                    <a:pt x="7619" y="80010"/>
                  </a:moveTo>
                  <a:lnTo>
                    <a:pt x="2539" y="80010"/>
                  </a:lnTo>
                  <a:lnTo>
                    <a:pt x="2539" y="105410"/>
                  </a:lnTo>
                  <a:lnTo>
                    <a:pt x="7619" y="105410"/>
                  </a:lnTo>
                  <a:lnTo>
                    <a:pt x="7619" y="80010"/>
                  </a:lnTo>
                  <a:close/>
                </a:path>
                <a:path w="7620" h="509269">
                  <a:moveTo>
                    <a:pt x="7619" y="105410"/>
                  </a:moveTo>
                  <a:lnTo>
                    <a:pt x="2539" y="105410"/>
                  </a:lnTo>
                  <a:lnTo>
                    <a:pt x="2539" y="127000"/>
                  </a:lnTo>
                  <a:lnTo>
                    <a:pt x="0" y="127000"/>
                  </a:lnTo>
                  <a:lnTo>
                    <a:pt x="0" y="130810"/>
                  </a:lnTo>
                  <a:lnTo>
                    <a:pt x="7619" y="130810"/>
                  </a:lnTo>
                  <a:lnTo>
                    <a:pt x="7619" y="105410"/>
                  </a:lnTo>
                  <a:close/>
                </a:path>
                <a:path w="7620" h="509269">
                  <a:moveTo>
                    <a:pt x="7619" y="130810"/>
                  </a:moveTo>
                  <a:lnTo>
                    <a:pt x="0" y="130810"/>
                  </a:lnTo>
                  <a:lnTo>
                    <a:pt x="0" y="156210"/>
                  </a:lnTo>
                  <a:lnTo>
                    <a:pt x="7619" y="156210"/>
                  </a:lnTo>
                  <a:lnTo>
                    <a:pt x="7619" y="130810"/>
                  </a:lnTo>
                  <a:close/>
                </a:path>
                <a:path w="7620" h="509269">
                  <a:moveTo>
                    <a:pt x="7619" y="156210"/>
                  </a:moveTo>
                  <a:lnTo>
                    <a:pt x="0" y="156210"/>
                  </a:lnTo>
                  <a:lnTo>
                    <a:pt x="0" y="181610"/>
                  </a:lnTo>
                  <a:lnTo>
                    <a:pt x="7619" y="181610"/>
                  </a:lnTo>
                  <a:lnTo>
                    <a:pt x="7619" y="156210"/>
                  </a:lnTo>
                  <a:close/>
                </a:path>
                <a:path w="7620" h="509269">
                  <a:moveTo>
                    <a:pt x="7619" y="181610"/>
                  </a:moveTo>
                  <a:lnTo>
                    <a:pt x="0" y="181610"/>
                  </a:lnTo>
                  <a:lnTo>
                    <a:pt x="0" y="207010"/>
                  </a:lnTo>
                  <a:lnTo>
                    <a:pt x="7619" y="207010"/>
                  </a:lnTo>
                  <a:lnTo>
                    <a:pt x="7619" y="181610"/>
                  </a:lnTo>
                  <a:close/>
                </a:path>
                <a:path w="7620" h="509269">
                  <a:moveTo>
                    <a:pt x="7619" y="207010"/>
                  </a:moveTo>
                  <a:lnTo>
                    <a:pt x="0" y="207010"/>
                  </a:lnTo>
                  <a:lnTo>
                    <a:pt x="0" y="232410"/>
                  </a:lnTo>
                  <a:lnTo>
                    <a:pt x="7619" y="232410"/>
                  </a:lnTo>
                  <a:lnTo>
                    <a:pt x="7619" y="207010"/>
                  </a:lnTo>
                  <a:close/>
                </a:path>
                <a:path w="7620" h="509269">
                  <a:moveTo>
                    <a:pt x="7619" y="232410"/>
                  </a:moveTo>
                  <a:lnTo>
                    <a:pt x="0" y="232410"/>
                  </a:lnTo>
                  <a:lnTo>
                    <a:pt x="0" y="257810"/>
                  </a:lnTo>
                  <a:lnTo>
                    <a:pt x="7619" y="257810"/>
                  </a:lnTo>
                  <a:lnTo>
                    <a:pt x="7619" y="232410"/>
                  </a:lnTo>
                  <a:close/>
                </a:path>
                <a:path w="7620" h="509269">
                  <a:moveTo>
                    <a:pt x="7619" y="257810"/>
                  </a:moveTo>
                  <a:lnTo>
                    <a:pt x="0" y="257810"/>
                  </a:lnTo>
                  <a:lnTo>
                    <a:pt x="0" y="314960"/>
                  </a:lnTo>
                  <a:lnTo>
                    <a:pt x="7619" y="314960"/>
                  </a:lnTo>
                  <a:lnTo>
                    <a:pt x="7619" y="257810"/>
                  </a:lnTo>
                  <a:close/>
                </a:path>
                <a:path w="7620" h="509269">
                  <a:moveTo>
                    <a:pt x="7619" y="314960"/>
                  </a:moveTo>
                  <a:lnTo>
                    <a:pt x="0" y="314960"/>
                  </a:lnTo>
                  <a:lnTo>
                    <a:pt x="0" y="340360"/>
                  </a:lnTo>
                  <a:lnTo>
                    <a:pt x="7619" y="340360"/>
                  </a:lnTo>
                  <a:lnTo>
                    <a:pt x="7619" y="314960"/>
                  </a:lnTo>
                  <a:close/>
                </a:path>
                <a:path w="7620" h="509269">
                  <a:moveTo>
                    <a:pt x="7619" y="340360"/>
                  </a:moveTo>
                  <a:lnTo>
                    <a:pt x="0" y="340360"/>
                  </a:lnTo>
                  <a:lnTo>
                    <a:pt x="0" y="382270"/>
                  </a:lnTo>
                  <a:lnTo>
                    <a:pt x="2539" y="382270"/>
                  </a:lnTo>
                  <a:lnTo>
                    <a:pt x="2539" y="397510"/>
                  </a:lnTo>
                  <a:lnTo>
                    <a:pt x="7619" y="397510"/>
                  </a:lnTo>
                  <a:lnTo>
                    <a:pt x="7619" y="340360"/>
                  </a:lnTo>
                  <a:close/>
                </a:path>
                <a:path w="7620" h="509269">
                  <a:moveTo>
                    <a:pt x="7619" y="397510"/>
                  </a:moveTo>
                  <a:lnTo>
                    <a:pt x="2539" y="397510"/>
                  </a:lnTo>
                  <a:lnTo>
                    <a:pt x="2539" y="454660"/>
                  </a:lnTo>
                  <a:lnTo>
                    <a:pt x="7619" y="454660"/>
                  </a:lnTo>
                  <a:lnTo>
                    <a:pt x="7619" y="397510"/>
                  </a:lnTo>
                  <a:close/>
                </a:path>
                <a:path w="7620" h="509269">
                  <a:moveTo>
                    <a:pt x="7619" y="454660"/>
                  </a:moveTo>
                  <a:lnTo>
                    <a:pt x="2539" y="454660"/>
                  </a:lnTo>
                  <a:lnTo>
                    <a:pt x="2539" y="480060"/>
                  </a:lnTo>
                  <a:lnTo>
                    <a:pt x="7619" y="480060"/>
                  </a:lnTo>
                  <a:lnTo>
                    <a:pt x="7619" y="454660"/>
                  </a:lnTo>
                  <a:close/>
                </a:path>
                <a:path w="7620" h="509269">
                  <a:moveTo>
                    <a:pt x="7619" y="480060"/>
                  </a:moveTo>
                  <a:lnTo>
                    <a:pt x="2539" y="480060"/>
                  </a:lnTo>
                  <a:lnTo>
                    <a:pt x="2539" y="509270"/>
                  </a:lnTo>
                  <a:lnTo>
                    <a:pt x="5079" y="509270"/>
                  </a:lnTo>
                  <a:lnTo>
                    <a:pt x="5079" y="508000"/>
                  </a:lnTo>
                  <a:lnTo>
                    <a:pt x="6350" y="508000"/>
                  </a:lnTo>
                  <a:lnTo>
                    <a:pt x="6350" y="506730"/>
                  </a:lnTo>
                  <a:lnTo>
                    <a:pt x="7619" y="506730"/>
                  </a:lnTo>
                  <a:lnTo>
                    <a:pt x="7619" y="480060"/>
                  </a:lnTo>
                  <a:close/>
                </a:path>
              </a:pathLst>
            </a:custGeom>
            <a:solidFill>
              <a:srgbClr val="A095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5">
              <a:extLst>
                <a:ext uri="{FF2B5EF4-FFF2-40B4-BE49-F238E27FC236}">
                  <a16:creationId xmlns:a16="http://schemas.microsoft.com/office/drawing/2014/main" id="{30A826DC-B440-EBDD-B616-26B5445D068D}"/>
                </a:ext>
              </a:extLst>
            </p:cNvPr>
            <p:cNvSpPr/>
            <p:nvPr/>
          </p:nvSpPr>
          <p:spPr>
            <a:xfrm>
              <a:off x="6454139" y="2592070"/>
              <a:ext cx="7620" cy="497840"/>
            </a:xfrm>
            <a:custGeom>
              <a:avLst/>
              <a:gdLst/>
              <a:ahLst/>
              <a:cxnLst/>
              <a:rect l="l" t="t" r="r" b="b"/>
              <a:pathLst>
                <a:path w="7620" h="497839">
                  <a:moveTo>
                    <a:pt x="12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497839">
                  <a:moveTo>
                    <a:pt x="7620" y="22860"/>
                  </a:moveTo>
                  <a:lnTo>
                    <a:pt x="0" y="22860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22860"/>
                  </a:lnTo>
                  <a:close/>
                </a:path>
                <a:path w="7620" h="497839">
                  <a:moveTo>
                    <a:pt x="7620" y="48260"/>
                  </a:moveTo>
                  <a:lnTo>
                    <a:pt x="0" y="48260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48260"/>
                  </a:lnTo>
                  <a:close/>
                </a:path>
                <a:path w="7620" h="497839">
                  <a:moveTo>
                    <a:pt x="7620" y="73660"/>
                  </a:moveTo>
                  <a:lnTo>
                    <a:pt x="0" y="73660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73660"/>
                  </a:lnTo>
                  <a:close/>
                </a:path>
                <a:path w="7620" h="497839">
                  <a:moveTo>
                    <a:pt x="7620" y="99060"/>
                  </a:moveTo>
                  <a:lnTo>
                    <a:pt x="0" y="99060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99060"/>
                  </a:lnTo>
                  <a:close/>
                </a:path>
                <a:path w="7620" h="497839">
                  <a:moveTo>
                    <a:pt x="7620" y="124460"/>
                  </a:moveTo>
                  <a:lnTo>
                    <a:pt x="0" y="124460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24460"/>
                  </a:lnTo>
                  <a:close/>
                </a:path>
                <a:path w="7620" h="497839">
                  <a:moveTo>
                    <a:pt x="7620" y="149860"/>
                  </a:moveTo>
                  <a:lnTo>
                    <a:pt x="0" y="149860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49860"/>
                  </a:lnTo>
                  <a:close/>
                </a:path>
                <a:path w="7620" h="497839">
                  <a:moveTo>
                    <a:pt x="7620" y="175260"/>
                  </a:moveTo>
                  <a:lnTo>
                    <a:pt x="0" y="175260"/>
                  </a:lnTo>
                  <a:lnTo>
                    <a:pt x="0" y="200659"/>
                  </a:lnTo>
                  <a:lnTo>
                    <a:pt x="7620" y="200659"/>
                  </a:lnTo>
                  <a:lnTo>
                    <a:pt x="7620" y="175260"/>
                  </a:lnTo>
                  <a:close/>
                </a:path>
                <a:path w="7620" h="497839">
                  <a:moveTo>
                    <a:pt x="7620" y="200660"/>
                  </a:moveTo>
                  <a:lnTo>
                    <a:pt x="0" y="200660"/>
                  </a:lnTo>
                  <a:lnTo>
                    <a:pt x="0" y="226059"/>
                  </a:lnTo>
                  <a:lnTo>
                    <a:pt x="7620" y="226059"/>
                  </a:lnTo>
                  <a:lnTo>
                    <a:pt x="7620" y="200660"/>
                  </a:lnTo>
                  <a:close/>
                </a:path>
                <a:path w="7620" h="497839">
                  <a:moveTo>
                    <a:pt x="7620" y="226060"/>
                  </a:moveTo>
                  <a:lnTo>
                    <a:pt x="0" y="226060"/>
                  </a:lnTo>
                  <a:lnTo>
                    <a:pt x="0" y="251459"/>
                  </a:lnTo>
                  <a:lnTo>
                    <a:pt x="7620" y="251459"/>
                  </a:lnTo>
                  <a:lnTo>
                    <a:pt x="7620" y="226060"/>
                  </a:lnTo>
                  <a:close/>
                </a:path>
                <a:path w="7620" h="497839">
                  <a:moveTo>
                    <a:pt x="7620" y="251460"/>
                  </a:moveTo>
                  <a:lnTo>
                    <a:pt x="0" y="251460"/>
                  </a:lnTo>
                  <a:lnTo>
                    <a:pt x="0" y="308609"/>
                  </a:lnTo>
                  <a:lnTo>
                    <a:pt x="7620" y="308609"/>
                  </a:lnTo>
                  <a:lnTo>
                    <a:pt x="7620" y="251460"/>
                  </a:lnTo>
                  <a:close/>
                </a:path>
                <a:path w="7620" h="497839">
                  <a:moveTo>
                    <a:pt x="7620" y="308610"/>
                  </a:moveTo>
                  <a:lnTo>
                    <a:pt x="0" y="308610"/>
                  </a:lnTo>
                  <a:lnTo>
                    <a:pt x="0" y="334009"/>
                  </a:lnTo>
                  <a:lnTo>
                    <a:pt x="7620" y="334009"/>
                  </a:lnTo>
                  <a:lnTo>
                    <a:pt x="7620" y="308610"/>
                  </a:lnTo>
                  <a:close/>
                </a:path>
                <a:path w="7620" h="497839">
                  <a:moveTo>
                    <a:pt x="7620" y="334010"/>
                  </a:moveTo>
                  <a:lnTo>
                    <a:pt x="0" y="334010"/>
                  </a:lnTo>
                  <a:lnTo>
                    <a:pt x="0" y="391159"/>
                  </a:lnTo>
                  <a:lnTo>
                    <a:pt x="7620" y="391159"/>
                  </a:lnTo>
                  <a:lnTo>
                    <a:pt x="7620" y="334010"/>
                  </a:lnTo>
                  <a:close/>
                </a:path>
                <a:path w="7620" h="497839">
                  <a:moveTo>
                    <a:pt x="7620" y="391160"/>
                  </a:moveTo>
                  <a:lnTo>
                    <a:pt x="0" y="391160"/>
                  </a:lnTo>
                  <a:lnTo>
                    <a:pt x="0" y="448309"/>
                  </a:lnTo>
                  <a:lnTo>
                    <a:pt x="7620" y="448309"/>
                  </a:lnTo>
                  <a:lnTo>
                    <a:pt x="7620" y="391160"/>
                  </a:lnTo>
                  <a:close/>
                </a:path>
                <a:path w="7620" h="497839">
                  <a:moveTo>
                    <a:pt x="7620" y="448310"/>
                  </a:moveTo>
                  <a:lnTo>
                    <a:pt x="0" y="448310"/>
                  </a:lnTo>
                  <a:lnTo>
                    <a:pt x="0" y="473709"/>
                  </a:lnTo>
                  <a:lnTo>
                    <a:pt x="7620" y="473709"/>
                  </a:lnTo>
                  <a:lnTo>
                    <a:pt x="7620" y="448310"/>
                  </a:lnTo>
                  <a:close/>
                </a:path>
                <a:path w="7620" h="497839">
                  <a:moveTo>
                    <a:pt x="7620" y="473710"/>
                  </a:moveTo>
                  <a:lnTo>
                    <a:pt x="0" y="473710"/>
                  </a:lnTo>
                  <a:lnTo>
                    <a:pt x="0" y="497839"/>
                  </a:lnTo>
                  <a:lnTo>
                    <a:pt x="1270" y="497839"/>
                  </a:lnTo>
                  <a:lnTo>
                    <a:pt x="1270" y="496569"/>
                  </a:lnTo>
                  <a:lnTo>
                    <a:pt x="2540" y="496569"/>
                  </a:lnTo>
                  <a:lnTo>
                    <a:pt x="2540" y="495300"/>
                  </a:lnTo>
                  <a:lnTo>
                    <a:pt x="3810" y="495300"/>
                  </a:lnTo>
                  <a:lnTo>
                    <a:pt x="3810" y="494029"/>
                  </a:lnTo>
                  <a:lnTo>
                    <a:pt x="5080" y="494029"/>
                  </a:lnTo>
                  <a:lnTo>
                    <a:pt x="5080" y="492759"/>
                  </a:lnTo>
                  <a:lnTo>
                    <a:pt x="6350" y="492759"/>
                  </a:lnTo>
                  <a:lnTo>
                    <a:pt x="6350" y="490219"/>
                  </a:lnTo>
                  <a:lnTo>
                    <a:pt x="7620" y="490219"/>
                  </a:lnTo>
                  <a:lnTo>
                    <a:pt x="7620" y="473710"/>
                  </a:lnTo>
                  <a:close/>
                </a:path>
              </a:pathLst>
            </a:custGeom>
            <a:solidFill>
              <a:srgbClr val="A197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76">
              <a:extLst>
                <a:ext uri="{FF2B5EF4-FFF2-40B4-BE49-F238E27FC236}">
                  <a16:creationId xmlns:a16="http://schemas.microsoft.com/office/drawing/2014/main" id="{8AD636F3-917A-A59A-564A-1684632D5D2A}"/>
                </a:ext>
              </a:extLst>
            </p:cNvPr>
            <p:cNvSpPr/>
            <p:nvPr/>
          </p:nvSpPr>
          <p:spPr>
            <a:xfrm>
              <a:off x="6461759" y="2600960"/>
              <a:ext cx="7620" cy="480059"/>
            </a:xfrm>
            <a:custGeom>
              <a:avLst/>
              <a:gdLst/>
              <a:ahLst/>
              <a:cxnLst/>
              <a:rect l="l" t="t" r="r" b="b"/>
              <a:pathLst>
                <a:path w="7620" h="480060">
                  <a:moveTo>
                    <a:pt x="127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7619" y="13969"/>
                  </a:lnTo>
                  <a:lnTo>
                    <a:pt x="7619" y="7619"/>
                  </a:lnTo>
                  <a:lnTo>
                    <a:pt x="6350" y="761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480060">
                  <a:moveTo>
                    <a:pt x="7619" y="13970"/>
                  </a:moveTo>
                  <a:lnTo>
                    <a:pt x="0" y="13970"/>
                  </a:lnTo>
                  <a:lnTo>
                    <a:pt x="0" y="39369"/>
                  </a:lnTo>
                  <a:lnTo>
                    <a:pt x="7619" y="39369"/>
                  </a:lnTo>
                  <a:lnTo>
                    <a:pt x="7619" y="13970"/>
                  </a:lnTo>
                  <a:close/>
                </a:path>
                <a:path w="7620" h="480060">
                  <a:moveTo>
                    <a:pt x="7619" y="39370"/>
                  </a:moveTo>
                  <a:lnTo>
                    <a:pt x="0" y="39370"/>
                  </a:lnTo>
                  <a:lnTo>
                    <a:pt x="0" y="64769"/>
                  </a:lnTo>
                  <a:lnTo>
                    <a:pt x="7619" y="64769"/>
                  </a:lnTo>
                  <a:lnTo>
                    <a:pt x="7619" y="39370"/>
                  </a:lnTo>
                  <a:close/>
                </a:path>
                <a:path w="7620" h="480060">
                  <a:moveTo>
                    <a:pt x="7619" y="64770"/>
                  </a:moveTo>
                  <a:lnTo>
                    <a:pt x="0" y="64770"/>
                  </a:lnTo>
                  <a:lnTo>
                    <a:pt x="0" y="90169"/>
                  </a:lnTo>
                  <a:lnTo>
                    <a:pt x="7619" y="90169"/>
                  </a:lnTo>
                  <a:lnTo>
                    <a:pt x="7619" y="64770"/>
                  </a:lnTo>
                  <a:close/>
                </a:path>
                <a:path w="7620" h="480060">
                  <a:moveTo>
                    <a:pt x="7619" y="90170"/>
                  </a:moveTo>
                  <a:lnTo>
                    <a:pt x="0" y="90170"/>
                  </a:lnTo>
                  <a:lnTo>
                    <a:pt x="0" y="115569"/>
                  </a:lnTo>
                  <a:lnTo>
                    <a:pt x="7619" y="115569"/>
                  </a:lnTo>
                  <a:lnTo>
                    <a:pt x="7619" y="90170"/>
                  </a:lnTo>
                  <a:close/>
                </a:path>
                <a:path w="7620" h="480060">
                  <a:moveTo>
                    <a:pt x="7619" y="115570"/>
                  </a:moveTo>
                  <a:lnTo>
                    <a:pt x="0" y="115570"/>
                  </a:lnTo>
                  <a:lnTo>
                    <a:pt x="0" y="140969"/>
                  </a:lnTo>
                  <a:lnTo>
                    <a:pt x="7619" y="140969"/>
                  </a:lnTo>
                  <a:lnTo>
                    <a:pt x="7619" y="115570"/>
                  </a:lnTo>
                  <a:close/>
                </a:path>
                <a:path w="7620" h="480060">
                  <a:moveTo>
                    <a:pt x="7619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7619" y="166369"/>
                  </a:lnTo>
                  <a:lnTo>
                    <a:pt x="7619" y="140970"/>
                  </a:lnTo>
                  <a:close/>
                </a:path>
                <a:path w="7620" h="480060">
                  <a:moveTo>
                    <a:pt x="7619" y="166370"/>
                  </a:moveTo>
                  <a:lnTo>
                    <a:pt x="0" y="166370"/>
                  </a:lnTo>
                  <a:lnTo>
                    <a:pt x="0" y="191769"/>
                  </a:lnTo>
                  <a:lnTo>
                    <a:pt x="7619" y="191769"/>
                  </a:lnTo>
                  <a:lnTo>
                    <a:pt x="7619" y="166370"/>
                  </a:lnTo>
                  <a:close/>
                </a:path>
                <a:path w="7620" h="480060">
                  <a:moveTo>
                    <a:pt x="7619" y="191770"/>
                  </a:moveTo>
                  <a:lnTo>
                    <a:pt x="0" y="191770"/>
                  </a:lnTo>
                  <a:lnTo>
                    <a:pt x="0" y="217169"/>
                  </a:lnTo>
                  <a:lnTo>
                    <a:pt x="7619" y="217169"/>
                  </a:lnTo>
                  <a:lnTo>
                    <a:pt x="7619" y="191770"/>
                  </a:lnTo>
                  <a:close/>
                </a:path>
                <a:path w="7620" h="480060">
                  <a:moveTo>
                    <a:pt x="7619" y="217170"/>
                  </a:moveTo>
                  <a:lnTo>
                    <a:pt x="0" y="217170"/>
                  </a:lnTo>
                  <a:lnTo>
                    <a:pt x="0" y="242569"/>
                  </a:lnTo>
                  <a:lnTo>
                    <a:pt x="7619" y="242569"/>
                  </a:lnTo>
                  <a:lnTo>
                    <a:pt x="7619" y="217170"/>
                  </a:lnTo>
                  <a:close/>
                </a:path>
                <a:path w="7620" h="480060">
                  <a:moveTo>
                    <a:pt x="7619" y="242570"/>
                  </a:moveTo>
                  <a:lnTo>
                    <a:pt x="0" y="242570"/>
                  </a:lnTo>
                  <a:lnTo>
                    <a:pt x="0" y="299719"/>
                  </a:lnTo>
                  <a:lnTo>
                    <a:pt x="7619" y="299719"/>
                  </a:lnTo>
                  <a:lnTo>
                    <a:pt x="7619" y="242570"/>
                  </a:lnTo>
                  <a:close/>
                </a:path>
                <a:path w="7620" h="480060">
                  <a:moveTo>
                    <a:pt x="7619" y="299720"/>
                  </a:moveTo>
                  <a:lnTo>
                    <a:pt x="0" y="299720"/>
                  </a:lnTo>
                  <a:lnTo>
                    <a:pt x="0" y="325119"/>
                  </a:lnTo>
                  <a:lnTo>
                    <a:pt x="7619" y="325119"/>
                  </a:lnTo>
                  <a:lnTo>
                    <a:pt x="7619" y="299720"/>
                  </a:lnTo>
                  <a:close/>
                </a:path>
                <a:path w="7620" h="480060">
                  <a:moveTo>
                    <a:pt x="7619" y="325120"/>
                  </a:moveTo>
                  <a:lnTo>
                    <a:pt x="0" y="325120"/>
                  </a:lnTo>
                  <a:lnTo>
                    <a:pt x="0" y="382269"/>
                  </a:lnTo>
                  <a:lnTo>
                    <a:pt x="7619" y="382269"/>
                  </a:lnTo>
                  <a:lnTo>
                    <a:pt x="7619" y="325120"/>
                  </a:lnTo>
                  <a:close/>
                </a:path>
                <a:path w="7620" h="480060">
                  <a:moveTo>
                    <a:pt x="7619" y="382270"/>
                  </a:moveTo>
                  <a:lnTo>
                    <a:pt x="0" y="382270"/>
                  </a:lnTo>
                  <a:lnTo>
                    <a:pt x="0" y="439419"/>
                  </a:lnTo>
                  <a:lnTo>
                    <a:pt x="7619" y="439419"/>
                  </a:lnTo>
                  <a:lnTo>
                    <a:pt x="7619" y="382270"/>
                  </a:lnTo>
                  <a:close/>
                </a:path>
                <a:path w="7620" h="480060">
                  <a:moveTo>
                    <a:pt x="7619" y="439420"/>
                  </a:moveTo>
                  <a:lnTo>
                    <a:pt x="0" y="439420"/>
                  </a:lnTo>
                  <a:lnTo>
                    <a:pt x="0" y="464819"/>
                  </a:lnTo>
                  <a:lnTo>
                    <a:pt x="7619" y="464819"/>
                  </a:lnTo>
                  <a:lnTo>
                    <a:pt x="7619" y="439420"/>
                  </a:lnTo>
                  <a:close/>
                </a:path>
                <a:path w="7620" h="480060">
                  <a:moveTo>
                    <a:pt x="7619" y="464820"/>
                  </a:moveTo>
                  <a:lnTo>
                    <a:pt x="0" y="464820"/>
                  </a:lnTo>
                  <a:lnTo>
                    <a:pt x="0" y="480060"/>
                  </a:lnTo>
                  <a:lnTo>
                    <a:pt x="1270" y="480060"/>
                  </a:lnTo>
                  <a:lnTo>
                    <a:pt x="1270" y="478789"/>
                  </a:lnTo>
                  <a:lnTo>
                    <a:pt x="2539" y="478789"/>
                  </a:lnTo>
                  <a:lnTo>
                    <a:pt x="2539" y="477519"/>
                  </a:lnTo>
                  <a:lnTo>
                    <a:pt x="3810" y="477519"/>
                  </a:lnTo>
                  <a:lnTo>
                    <a:pt x="3810" y="476250"/>
                  </a:lnTo>
                  <a:lnTo>
                    <a:pt x="5079" y="476250"/>
                  </a:lnTo>
                  <a:lnTo>
                    <a:pt x="5079" y="474979"/>
                  </a:lnTo>
                  <a:lnTo>
                    <a:pt x="6350" y="474979"/>
                  </a:lnTo>
                  <a:lnTo>
                    <a:pt x="6350" y="472439"/>
                  </a:lnTo>
                  <a:lnTo>
                    <a:pt x="7619" y="472439"/>
                  </a:lnTo>
                  <a:lnTo>
                    <a:pt x="7619" y="464820"/>
                  </a:lnTo>
                  <a:close/>
                </a:path>
              </a:pathLst>
            </a:custGeom>
            <a:solidFill>
              <a:srgbClr val="A399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77">
              <a:extLst>
                <a:ext uri="{FF2B5EF4-FFF2-40B4-BE49-F238E27FC236}">
                  <a16:creationId xmlns:a16="http://schemas.microsoft.com/office/drawing/2014/main" id="{CC9E3ADC-5CFB-CA3B-7546-FD4A33C3749B}"/>
                </a:ext>
              </a:extLst>
            </p:cNvPr>
            <p:cNvSpPr/>
            <p:nvPr/>
          </p:nvSpPr>
          <p:spPr>
            <a:xfrm>
              <a:off x="6469379" y="2609850"/>
              <a:ext cx="6350" cy="462280"/>
            </a:xfrm>
            <a:custGeom>
              <a:avLst/>
              <a:gdLst/>
              <a:ahLst/>
              <a:cxnLst/>
              <a:rect l="l" t="t" r="r" b="b"/>
              <a:pathLst>
                <a:path w="6350" h="46228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80" y="5079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6350" h="4622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6350" y="30479"/>
                  </a:lnTo>
                  <a:lnTo>
                    <a:pt x="6350" y="5080"/>
                  </a:lnTo>
                  <a:close/>
                </a:path>
                <a:path w="6350" h="462280">
                  <a:moveTo>
                    <a:pt x="6350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6350" y="55879"/>
                  </a:lnTo>
                  <a:lnTo>
                    <a:pt x="6350" y="30480"/>
                  </a:lnTo>
                  <a:close/>
                </a:path>
                <a:path w="6350" h="462280">
                  <a:moveTo>
                    <a:pt x="6350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6350" y="81279"/>
                  </a:lnTo>
                  <a:lnTo>
                    <a:pt x="6350" y="55880"/>
                  </a:lnTo>
                  <a:close/>
                </a:path>
                <a:path w="6350" h="462280">
                  <a:moveTo>
                    <a:pt x="6350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6350" y="106679"/>
                  </a:lnTo>
                  <a:lnTo>
                    <a:pt x="6350" y="81280"/>
                  </a:lnTo>
                  <a:close/>
                </a:path>
                <a:path w="6350" h="462280">
                  <a:moveTo>
                    <a:pt x="6350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6350" y="132079"/>
                  </a:lnTo>
                  <a:lnTo>
                    <a:pt x="6350" y="106680"/>
                  </a:lnTo>
                  <a:close/>
                </a:path>
                <a:path w="6350" h="462280">
                  <a:moveTo>
                    <a:pt x="6350" y="132080"/>
                  </a:moveTo>
                  <a:lnTo>
                    <a:pt x="0" y="132080"/>
                  </a:lnTo>
                  <a:lnTo>
                    <a:pt x="0" y="157479"/>
                  </a:lnTo>
                  <a:lnTo>
                    <a:pt x="6350" y="157479"/>
                  </a:lnTo>
                  <a:lnTo>
                    <a:pt x="6350" y="132080"/>
                  </a:lnTo>
                  <a:close/>
                </a:path>
                <a:path w="6350" h="462280">
                  <a:moveTo>
                    <a:pt x="6350" y="157480"/>
                  </a:moveTo>
                  <a:lnTo>
                    <a:pt x="0" y="157480"/>
                  </a:lnTo>
                  <a:lnTo>
                    <a:pt x="0" y="182879"/>
                  </a:lnTo>
                  <a:lnTo>
                    <a:pt x="6350" y="182879"/>
                  </a:lnTo>
                  <a:lnTo>
                    <a:pt x="6350" y="157480"/>
                  </a:lnTo>
                  <a:close/>
                </a:path>
                <a:path w="6350" h="462280">
                  <a:moveTo>
                    <a:pt x="6350" y="182880"/>
                  </a:moveTo>
                  <a:lnTo>
                    <a:pt x="0" y="182880"/>
                  </a:lnTo>
                  <a:lnTo>
                    <a:pt x="0" y="208279"/>
                  </a:lnTo>
                  <a:lnTo>
                    <a:pt x="6350" y="208279"/>
                  </a:lnTo>
                  <a:lnTo>
                    <a:pt x="6350" y="182880"/>
                  </a:lnTo>
                  <a:close/>
                </a:path>
                <a:path w="6350" h="462280">
                  <a:moveTo>
                    <a:pt x="6350" y="208280"/>
                  </a:moveTo>
                  <a:lnTo>
                    <a:pt x="0" y="208280"/>
                  </a:lnTo>
                  <a:lnTo>
                    <a:pt x="0" y="233679"/>
                  </a:lnTo>
                  <a:lnTo>
                    <a:pt x="6350" y="233679"/>
                  </a:lnTo>
                  <a:lnTo>
                    <a:pt x="6350" y="208280"/>
                  </a:lnTo>
                  <a:close/>
                </a:path>
                <a:path w="6350" h="462280">
                  <a:moveTo>
                    <a:pt x="6350" y="233680"/>
                  </a:moveTo>
                  <a:lnTo>
                    <a:pt x="0" y="233680"/>
                  </a:lnTo>
                  <a:lnTo>
                    <a:pt x="0" y="290829"/>
                  </a:lnTo>
                  <a:lnTo>
                    <a:pt x="6350" y="290829"/>
                  </a:lnTo>
                  <a:lnTo>
                    <a:pt x="6350" y="233680"/>
                  </a:lnTo>
                  <a:close/>
                </a:path>
                <a:path w="6350" h="462280">
                  <a:moveTo>
                    <a:pt x="6350" y="290830"/>
                  </a:moveTo>
                  <a:lnTo>
                    <a:pt x="0" y="290830"/>
                  </a:lnTo>
                  <a:lnTo>
                    <a:pt x="0" y="316229"/>
                  </a:lnTo>
                  <a:lnTo>
                    <a:pt x="6350" y="316229"/>
                  </a:lnTo>
                  <a:lnTo>
                    <a:pt x="6350" y="290830"/>
                  </a:lnTo>
                  <a:close/>
                </a:path>
                <a:path w="6350" h="462280">
                  <a:moveTo>
                    <a:pt x="6350" y="316230"/>
                  </a:moveTo>
                  <a:lnTo>
                    <a:pt x="0" y="316230"/>
                  </a:lnTo>
                  <a:lnTo>
                    <a:pt x="0" y="373379"/>
                  </a:lnTo>
                  <a:lnTo>
                    <a:pt x="6350" y="373379"/>
                  </a:lnTo>
                  <a:lnTo>
                    <a:pt x="6350" y="316230"/>
                  </a:lnTo>
                  <a:close/>
                </a:path>
                <a:path w="6350" h="462280">
                  <a:moveTo>
                    <a:pt x="6350" y="373380"/>
                  </a:moveTo>
                  <a:lnTo>
                    <a:pt x="0" y="373380"/>
                  </a:lnTo>
                  <a:lnTo>
                    <a:pt x="0" y="430529"/>
                  </a:lnTo>
                  <a:lnTo>
                    <a:pt x="6350" y="430529"/>
                  </a:lnTo>
                  <a:lnTo>
                    <a:pt x="6350" y="373380"/>
                  </a:lnTo>
                  <a:close/>
                </a:path>
                <a:path w="6350" h="462280">
                  <a:moveTo>
                    <a:pt x="6350" y="430530"/>
                  </a:moveTo>
                  <a:lnTo>
                    <a:pt x="0" y="430530"/>
                  </a:lnTo>
                  <a:lnTo>
                    <a:pt x="0" y="455929"/>
                  </a:lnTo>
                  <a:lnTo>
                    <a:pt x="6350" y="455929"/>
                  </a:lnTo>
                  <a:lnTo>
                    <a:pt x="6350" y="430530"/>
                  </a:lnTo>
                  <a:close/>
                </a:path>
                <a:path w="6350" h="462280">
                  <a:moveTo>
                    <a:pt x="5080" y="455930"/>
                  </a:moveTo>
                  <a:lnTo>
                    <a:pt x="0" y="455930"/>
                  </a:lnTo>
                  <a:lnTo>
                    <a:pt x="0" y="462279"/>
                  </a:lnTo>
                  <a:lnTo>
                    <a:pt x="1270" y="462279"/>
                  </a:lnTo>
                  <a:lnTo>
                    <a:pt x="1270" y="461010"/>
                  </a:lnTo>
                  <a:lnTo>
                    <a:pt x="2540" y="461010"/>
                  </a:lnTo>
                  <a:lnTo>
                    <a:pt x="2540" y="459739"/>
                  </a:lnTo>
                  <a:lnTo>
                    <a:pt x="3810" y="459739"/>
                  </a:lnTo>
                  <a:lnTo>
                    <a:pt x="3810" y="458470"/>
                  </a:lnTo>
                  <a:lnTo>
                    <a:pt x="5080" y="458470"/>
                  </a:lnTo>
                  <a:lnTo>
                    <a:pt x="5080" y="455930"/>
                  </a:lnTo>
                  <a:close/>
                </a:path>
              </a:pathLst>
            </a:custGeom>
            <a:solidFill>
              <a:srgbClr val="A59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78">
              <a:extLst>
                <a:ext uri="{FF2B5EF4-FFF2-40B4-BE49-F238E27FC236}">
                  <a16:creationId xmlns:a16="http://schemas.microsoft.com/office/drawing/2014/main" id="{FE9907EB-DAE7-B344-3D59-8F09B252AF90}"/>
                </a:ext>
              </a:extLst>
            </p:cNvPr>
            <p:cNvSpPr/>
            <p:nvPr/>
          </p:nvSpPr>
          <p:spPr>
            <a:xfrm>
              <a:off x="6475729" y="2617470"/>
              <a:ext cx="7620" cy="447040"/>
            </a:xfrm>
            <a:custGeom>
              <a:avLst/>
              <a:gdLst/>
              <a:ahLst/>
              <a:cxnLst/>
              <a:rect l="l" t="t" r="r" b="b"/>
              <a:pathLst>
                <a:path w="7620" h="447039">
                  <a:moveTo>
                    <a:pt x="127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6350"/>
                  </a:lnTo>
                  <a:lnTo>
                    <a:pt x="6350" y="6350"/>
                  </a:lnTo>
                  <a:lnTo>
                    <a:pt x="6350" y="5079"/>
                  </a:lnTo>
                  <a:lnTo>
                    <a:pt x="5080" y="5079"/>
                  </a:lnTo>
                  <a:lnTo>
                    <a:pt x="5080" y="3809"/>
                  </a:lnTo>
                  <a:lnTo>
                    <a:pt x="3810" y="380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447039">
                  <a:moveTo>
                    <a:pt x="7620" y="22860"/>
                  </a:moveTo>
                  <a:lnTo>
                    <a:pt x="0" y="22860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22860"/>
                  </a:lnTo>
                  <a:close/>
                </a:path>
                <a:path w="7620" h="447039">
                  <a:moveTo>
                    <a:pt x="7620" y="48260"/>
                  </a:moveTo>
                  <a:lnTo>
                    <a:pt x="0" y="48260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48260"/>
                  </a:lnTo>
                  <a:close/>
                </a:path>
                <a:path w="7620" h="447039">
                  <a:moveTo>
                    <a:pt x="7620" y="73660"/>
                  </a:moveTo>
                  <a:lnTo>
                    <a:pt x="0" y="73660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73660"/>
                  </a:lnTo>
                  <a:close/>
                </a:path>
                <a:path w="7620" h="447039">
                  <a:moveTo>
                    <a:pt x="7620" y="99060"/>
                  </a:moveTo>
                  <a:lnTo>
                    <a:pt x="0" y="99060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99060"/>
                  </a:lnTo>
                  <a:close/>
                </a:path>
                <a:path w="7620" h="447039">
                  <a:moveTo>
                    <a:pt x="7620" y="124460"/>
                  </a:moveTo>
                  <a:lnTo>
                    <a:pt x="0" y="124460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24460"/>
                  </a:lnTo>
                  <a:close/>
                </a:path>
                <a:path w="7620" h="447039">
                  <a:moveTo>
                    <a:pt x="7620" y="149860"/>
                  </a:moveTo>
                  <a:lnTo>
                    <a:pt x="0" y="149860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49860"/>
                  </a:lnTo>
                  <a:close/>
                </a:path>
                <a:path w="7620" h="447039">
                  <a:moveTo>
                    <a:pt x="7620" y="175260"/>
                  </a:moveTo>
                  <a:lnTo>
                    <a:pt x="0" y="175260"/>
                  </a:lnTo>
                  <a:lnTo>
                    <a:pt x="0" y="200659"/>
                  </a:lnTo>
                  <a:lnTo>
                    <a:pt x="7620" y="200659"/>
                  </a:lnTo>
                  <a:lnTo>
                    <a:pt x="7620" y="175260"/>
                  </a:lnTo>
                  <a:close/>
                </a:path>
                <a:path w="7620" h="447039">
                  <a:moveTo>
                    <a:pt x="7620" y="200660"/>
                  </a:moveTo>
                  <a:lnTo>
                    <a:pt x="0" y="200660"/>
                  </a:lnTo>
                  <a:lnTo>
                    <a:pt x="0" y="226059"/>
                  </a:lnTo>
                  <a:lnTo>
                    <a:pt x="7620" y="226059"/>
                  </a:lnTo>
                  <a:lnTo>
                    <a:pt x="7620" y="200660"/>
                  </a:lnTo>
                  <a:close/>
                </a:path>
                <a:path w="7620" h="447039">
                  <a:moveTo>
                    <a:pt x="7620" y="226060"/>
                  </a:moveTo>
                  <a:lnTo>
                    <a:pt x="0" y="226060"/>
                  </a:lnTo>
                  <a:lnTo>
                    <a:pt x="0" y="283209"/>
                  </a:lnTo>
                  <a:lnTo>
                    <a:pt x="7620" y="283209"/>
                  </a:lnTo>
                  <a:lnTo>
                    <a:pt x="7620" y="226060"/>
                  </a:lnTo>
                  <a:close/>
                </a:path>
                <a:path w="7620" h="447039">
                  <a:moveTo>
                    <a:pt x="7620" y="283210"/>
                  </a:moveTo>
                  <a:lnTo>
                    <a:pt x="0" y="283210"/>
                  </a:lnTo>
                  <a:lnTo>
                    <a:pt x="0" y="308609"/>
                  </a:lnTo>
                  <a:lnTo>
                    <a:pt x="7620" y="308609"/>
                  </a:lnTo>
                  <a:lnTo>
                    <a:pt x="7620" y="283210"/>
                  </a:lnTo>
                  <a:close/>
                </a:path>
                <a:path w="7620" h="447039">
                  <a:moveTo>
                    <a:pt x="7620" y="308610"/>
                  </a:moveTo>
                  <a:lnTo>
                    <a:pt x="0" y="308610"/>
                  </a:lnTo>
                  <a:lnTo>
                    <a:pt x="0" y="365759"/>
                  </a:lnTo>
                  <a:lnTo>
                    <a:pt x="7620" y="365759"/>
                  </a:lnTo>
                  <a:lnTo>
                    <a:pt x="7620" y="308610"/>
                  </a:lnTo>
                  <a:close/>
                </a:path>
                <a:path w="7620" h="447039">
                  <a:moveTo>
                    <a:pt x="7620" y="365760"/>
                  </a:moveTo>
                  <a:lnTo>
                    <a:pt x="0" y="365760"/>
                  </a:lnTo>
                  <a:lnTo>
                    <a:pt x="0" y="422909"/>
                  </a:lnTo>
                  <a:lnTo>
                    <a:pt x="7620" y="422909"/>
                  </a:lnTo>
                  <a:lnTo>
                    <a:pt x="7620" y="365760"/>
                  </a:lnTo>
                  <a:close/>
                </a:path>
                <a:path w="7620" h="447039">
                  <a:moveTo>
                    <a:pt x="7620" y="422910"/>
                  </a:moveTo>
                  <a:lnTo>
                    <a:pt x="0" y="422910"/>
                  </a:lnTo>
                  <a:lnTo>
                    <a:pt x="0" y="447039"/>
                  </a:lnTo>
                  <a:lnTo>
                    <a:pt x="1270" y="447039"/>
                  </a:lnTo>
                  <a:lnTo>
                    <a:pt x="1270" y="445769"/>
                  </a:lnTo>
                  <a:lnTo>
                    <a:pt x="2540" y="445769"/>
                  </a:lnTo>
                  <a:lnTo>
                    <a:pt x="2540" y="444500"/>
                  </a:lnTo>
                  <a:lnTo>
                    <a:pt x="3810" y="444500"/>
                  </a:lnTo>
                  <a:lnTo>
                    <a:pt x="3810" y="443229"/>
                  </a:lnTo>
                  <a:lnTo>
                    <a:pt x="5080" y="443229"/>
                  </a:lnTo>
                  <a:lnTo>
                    <a:pt x="5080" y="441959"/>
                  </a:lnTo>
                  <a:lnTo>
                    <a:pt x="6350" y="441959"/>
                  </a:lnTo>
                  <a:lnTo>
                    <a:pt x="6350" y="439419"/>
                  </a:lnTo>
                  <a:lnTo>
                    <a:pt x="7620" y="439419"/>
                  </a:lnTo>
                  <a:lnTo>
                    <a:pt x="7620" y="422910"/>
                  </a:lnTo>
                  <a:close/>
                </a:path>
              </a:pathLst>
            </a:custGeom>
            <a:solidFill>
              <a:srgbClr val="A69D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79">
              <a:extLst>
                <a:ext uri="{FF2B5EF4-FFF2-40B4-BE49-F238E27FC236}">
                  <a16:creationId xmlns:a16="http://schemas.microsoft.com/office/drawing/2014/main" id="{8B0A4693-C73E-F5FA-4551-53F322640647}"/>
                </a:ext>
              </a:extLst>
            </p:cNvPr>
            <p:cNvSpPr/>
            <p:nvPr/>
          </p:nvSpPr>
          <p:spPr>
            <a:xfrm>
              <a:off x="6483349" y="2626360"/>
              <a:ext cx="7620" cy="429259"/>
            </a:xfrm>
            <a:custGeom>
              <a:avLst/>
              <a:gdLst/>
              <a:ahLst/>
              <a:cxnLst/>
              <a:rect l="l" t="t" r="r" b="b"/>
              <a:pathLst>
                <a:path w="7620" h="429260">
                  <a:moveTo>
                    <a:pt x="127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7620" y="13969"/>
                  </a:lnTo>
                  <a:lnTo>
                    <a:pt x="7620" y="7619"/>
                  </a:lnTo>
                  <a:lnTo>
                    <a:pt x="6350" y="7619"/>
                  </a:lnTo>
                  <a:lnTo>
                    <a:pt x="6350" y="5079"/>
                  </a:lnTo>
                  <a:lnTo>
                    <a:pt x="5080" y="5079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429260">
                  <a:moveTo>
                    <a:pt x="7620" y="13970"/>
                  </a:moveTo>
                  <a:lnTo>
                    <a:pt x="0" y="13970"/>
                  </a:lnTo>
                  <a:lnTo>
                    <a:pt x="0" y="39369"/>
                  </a:lnTo>
                  <a:lnTo>
                    <a:pt x="7620" y="39369"/>
                  </a:lnTo>
                  <a:lnTo>
                    <a:pt x="7620" y="13970"/>
                  </a:lnTo>
                  <a:close/>
                </a:path>
                <a:path w="7620" h="429260">
                  <a:moveTo>
                    <a:pt x="7620" y="39370"/>
                  </a:moveTo>
                  <a:lnTo>
                    <a:pt x="0" y="39370"/>
                  </a:lnTo>
                  <a:lnTo>
                    <a:pt x="0" y="64769"/>
                  </a:lnTo>
                  <a:lnTo>
                    <a:pt x="7620" y="64769"/>
                  </a:lnTo>
                  <a:lnTo>
                    <a:pt x="7620" y="39370"/>
                  </a:lnTo>
                  <a:close/>
                </a:path>
                <a:path w="7620" h="429260">
                  <a:moveTo>
                    <a:pt x="7620" y="64770"/>
                  </a:moveTo>
                  <a:lnTo>
                    <a:pt x="0" y="64770"/>
                  </a:lnTo>
                  <a:lnTo>
                    <a:pt x="0" y="90169"/>
                  </a:lnTo>
                  <a:lnTo>
                    <a:pt x="7620" y="90169"/>
                  </a:lnTo>
                  <a:lnTo>
                    <a:pt x="7620" y="64770"/>
                  </a:lnTo>
                  <a:close/>
                </a:path>
                <a:path w="7620" h="429260">
                  <a:moveTo>
                    <a:pt x="7620" y="90170"/>
                  </a:moveTo>
                  <a:lnTo>
                    <a:pt x="0" y="90170"/>
                  </a:lnTo>
                  <a:lnTo>
                    <a:pt x="0" y="115569"/>
                  </a:lnTo>
                  <a:lnTo>
                    <a:pt x="7620" y="115569"/>
                  </a:lnTo>
                  <a:lnTo>
                    <a:pt x="7620" y="90170"/>
                  </a:lnTo>
                  <a:close/>
                </a:path>
                <a:path w="7620" h="429260">
                  <a:moveTo>
                    <a:pt x="7620" y="115570"/>
                  </a:moveTo>
                  <a:lnTo>
                    <a:pt x="0" y="115570"/>
                  </a:lnTo>
                  <a:lnTo>
                    <a:pt x="0" y="140969"/>
                  </a:lnTo>
                  <a:lnTo>
                    <a:pt x="7620" y="140969"/>
                  </a:lnTo>
                  <a:lnTo>
                    <a:pt x="7620" y="115570"/>
                  </a:lnTo>
                  <a:close/>
                </a:path>
                <a:path w="7620" h="429260">
                  <a:moveTo>
                    <a:pt x="7620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7620" y="166369"/>
                  </a:lnTo>
                  <a:lnTo>
                    <a:pt x="7620" y="140970"/>
                  </a:lnTo>
                  <a:close/>
                </a:path>
                <a:path w="7620" h="429260">
                  <a:moveTo>
                    <a:pt x="7620" y="166370"/>
                  </a:moveTo>
                  <a:lnTo>
                    <a:pt x="0" y="166370"/>
                  </a:lnTo>
                  <a:lnTo>
                    <a:pt x="0" y="191769"/>
                  </a:lnTo>
                  <a:lnTo>
                    <a:pt x="7620" y="191769"/>
                  </a:lnTo>
                  <a:lnTo>
                    <a:pt x="7620" y="166370"/>
                  </a:lnTo>
                  <a:close/>
                </a:path>
                <a:path w="7620" h="429260">
                  <a:moveTo>
                    <a:pt x="7620" y="191770"/>
                  </a:moveTo>
                  <a:lnTo>
                    <a:pt x="0" y="191770"/>
                  </a:lnTo>
                  <a:lnTo>
                    <a:pt x="0" y="217169"/>
                  </a:lnTo>
                  <a:lnTo>
                    <a:pt x="7620" y="217169"/>
                  </a:lnTo>
                  <a:lnTo>
                    <a:pt x="7620" y="191770"/>
                  </a:lnTo>
                  <a:close/>
                </a:path>
                <a:path w="7620" h="429260">
                  <a:moveTo>
                    <a:pt x="7620" y="217170"/>
                  </a:moveTo>
                  <a:lnTo>
                    <a:pt x="0" y="217170"/>
                  </a:lnTo>
                  <a:lnTo>
                    <a:pt x="0" y="274319"/>
                  </a:lnTo>
                  <a:lnTo>
                    <a:pt x="7620" y="274319"/>
                  </a:lnTo>
                  <a:lnTo>
                    <a:pt x="7620" y="217170"/>
                  </a:lnTo>
                  <a:close/>
                </a:path>
                <a:path w="7620" h="429260">
                  <a:moveTo>
                    <a:pt x="7620" y="274320"/>
                  </a:moveTo>
                  <a:lnTo>
                    <a:pt x="0" y="274320"/>
                  </a:lnTo>
                  <a:lnTo>
                    <a:pt x="0" y="299719"/>
                  </a:lnTo>
                  <a:lnTo>
                    <a:pt x="7620" y="299719"/>
                  </a:lnTo>
                  <a:lnTo>
                    <a:pt x="7620" y="274320"/>
                  </a:lnTo>
                  <a:close/>
                </a:path>
                <a:path w="7620" h="429260">
                  <a:moveTo>
                    <a:pt x="7620" y="299720"/>
                  </a:moveTo>
                  <a:lnTo>
                    <a:pt x="0" y="299720"/>
                  </a:lnTo>
                  <a:lnTo>
                    <a:pt x="0" y="356869"/>
                  </a:lnTo>
                  <a:lnTo>
                    <a:pt x="7620" y="356869"/>
                  </a:lnTo>
                  <a:lnTo>
                    <a:pt x="7620" y="299720"/>
                  </a:lnTo>
                  <a:close/>
                </a:path>
                <a:path w="7620" h="429260">
                  <a:moveTo>
                    <a:pt x="7620" y="356870"/>
                  </a:moveTo>
                  <a:lnTo>
                    <a:pt x="0" y="356870"/>
                  </a:lnTo>
                  <a:lnTo>
                    <a:pt x="0" y="414019"/>
                  </a:lnTo>
                  <a:lnTo>
                    <a:pt x="7620" y="414019"/>
                  </a:lnTo>
                  <a:lnTo>
                    <a:pt x="7620" y="356870"/>
                  </a:lnTo>
                  <a:close/>
                </a:path>
                <a:path w="7620" h="429260">
                  <a:moveTo>
                    <a:pt x="7620" y="414020"/>
                  </a:moveTo>
                  <a:lnTo>
                    <a:pt x="0" y="414020"/>
                  </a:lnTo>
                  <a:lnTo>
                    <a:pt x="0" y="429260"/>
                  </a:lnTo>
                  <a:lnTo>
                    <a:pt x="1270" y="429260"/>
                  </a:lnTo>
                  <a:lnTo>
                    <a:pt x="1270" y="427989"/>
                  </a:lnTo>
                  <a:lnTo>
                    <a:pt x="2539" y="427989"/>
                  </a:lnTo>
                  <a:lnTo>
                    <a:pt x="2539" y="426719"/>
                  </a:lnTo>
                  <a:lnTo>
                    <a:pt x="3810" y="426719"/>
                  </a:lnTo>
                  <a:lnTo>
                    <a:pt x="3810" y="425450"/>
                  </a:lnTo>
                  <a:lnTo>
                    <a:pt x="5080" y="425450"/>
                  </a:lnTo>
                  <a:lnTo>
                    <a:pt x="5080" y="422910"/>
                  </a:lnTo>
                  <a:lnTo>
                    <a:pt x="6350" y="422910"/>
                  </a:lnTo>
                  <a:lnTo>
                    <a:pt x="6350" y="421639"/>
                  </a:lnTo>
                  <a:lnTo>
                    <a:pt x="7620" y="421639"/>
                  </a:lnTo>
                  <a:lnTo>
                    <a:pt x="7620" y="414020"/>
                  </a:lnTo>
                  <a:close/>
                </a:path>
              </a:pathLst>
            </a:custGeom>
            <a:solidFill>
              <a:srgbClr val="A89E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0">
              <a:extLst>
                <a:ext uri="{FF2B5EF4-FFF2-40B4-BE49-F238E27FC236}">
                  <a16:creationId xmlns:a16="http://schemas.microsoft.com/office/drawing/2014/main" id="{7F17A134-1464-F7BC-6752-69E81892CAB7}"/>
                </a:ext>
              </a:extLst>
            </p:cNvPr>
            <p:cNvSpPr/>
            <p:nvPr/>
          </p:nvSpPr>
          <p:spPr>
            <a:xfrm>
              <a:off x="6490969" y="2635250"/>
              <a:ext cx="7620" cy="411480"/>
            </a:xfrm>
            <a:custGeom>
              <a:avLst/>
              <a:gdLst/>
              <a:ahLst/>
              <a:cxnLst/>
              <a:rect l="l" t="t" r="r" b="b"/>
              <a:pathLst>
                <a:path w="7620" h="41148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20" h="4114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7620"/>
                  </a:lnTo>
                  <a:lnTo>
                    <a:pt x="6350" y="7620"/>
                  </a:lnTo>
                  <a:lnTo>
                    <a:pt x="6350" y="5080"/>
                  </a:lnTo>
                  <a:close/>
                </a:path>
                <a:path w="7620" h="411480">
                  <a:moveTo>
                    <a:pt x="7619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30480"/>
                  </a:lnTo>
                  <a:close/>
                </a:path>
                <a:path w="7620" h="411480">
                  <a:moveTo>
                    <a:pt x="7619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55880"/>
                  </a:lnTo>
                  <a:close/>
                </a:path>
                <a:path w="7620" h="411480">
                  <a:moveTo>
                    <a:pt x="7619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7619" y="106679"/>
                  </a:lnTo>
                  <a:lnTo>
                    <a:pt x="7619" y="81280"/>
                  </a:lnTo>
                  <a:close/>
                </a:path>
                <a:path w="7620" h="411480">
                  <a:moveTo>
                    <a:pt x="7619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7619" y="132079"/>
                  </a:lnTo>
                  <a:lnTo>
                    <a:pt x="7619" y="106680"/>
                  </a:lnTo>
                  <a:close/>
                </a:path>
                <a:path w="7620" h="411480">
                  <a:moveTo>
                    <a:pt x="7619" y="132080"/>
                  </a:moveTo>
                  <a:lnTo>
                    <a:pt x="0" y="132080"/>
                  </a:lnTo>
                  <a:lnTo>
                    <a:pt x="0" y="157479"/>
                  </a:lnTo>
                  <a:lnTo>
                    <a:pt x="7619" y="157479"/>
                  </a:lnTo>
                  <a:lnTo>
                    <a:pt x="7619" y="132080"/>
                  </a:lnTo>
                  <a:close/>
                </a:path>
                <a:path w="7620" h="411480">
                  <a:moveTo>
                    <a:pt x="7619" y="157480"/>
                  </a:moveTo>
                  <a:lnTo>
                    <a:pt x="0" y="157480"/>
                  </a:lnTo>
                  <a:lnTo>
                    <a:pt x="0" y="182879"/>
                  </a:lnTo>
                  <a:lnTo>
                    <a:pt x="7619" y="182879"/>
                  </a:lnTo>
                  <a:lnTo>
                    <a:pt x="7619" y="157480"/>
                  </a:lnTo>
                  <a:close/>
                </a:path>
                <a:path w="7620" h="411480">
                  <a:moveTo>
                    <a:pt x="7619" y="182880"/>
                  </a:moveTo>
                  <a:lnTo>
                    <a:pt x="0" y="182880"/>
                  </a:lnTo>
                  <a:lnTo>
                    <a:pt x="0" y="208279"/>
                  </a:lnTo>
                  <a:lnTo>
                    <a:pt x="7619" y="208279"/>
                  </a:lnTo>
                  <a:lnTo>
                    <a:pt x="7619" y="182880"/>
                  </a:lnTo>
                  <a:close/>
                </a:path>
                <a:path w="7620" h="411480">
                  <a:moveTo>
                    <a:pt x="7619" y="208280"/>
                  </a:moveTo>
                  <a:lnTo>
                    <a:pt x="0" y="208280"/>
                  </a:lnTo>
                  <a:lnTo>
                    <a:pt x="0" y="265429"/>
                  </a:lnTo>
                  <a:lnTo>
                    <a:pt x="7619" y="265429"/>
                  </a:lnTo>
                  <a:lnTo>
                    <a:pt x="7619" y="208280"/>
                  </a:lnTo>
                  <a:close/>
                </a:path>
                <a:path w="7620" h="411480">
                  <a:moveTo>
                    <a:pt x="7619" y="265430"/>
                  </a:moveTo>
                  <a:lnTo>
                    <a:pt x="0" y="265430"/>
                  </a:lnTo>
                  <a:lnTo>
                    <a:pt x="0" y="290829"/>
                  </a:lnTo>
                  <a:lnTo>
                    <a:pt x="7619" y="290829"/>
                  </a:lnTo>
                  <a:lnTo>
                    <a:pt x="7619" y="265430"/>
                  </a:lnTo>
                  <a:close/>
                </a:path>
                <a:path w="7620" h="411480">
                  <a:moveTo>
                    <a:pt x="7619" y="290830"/>
                  </a:moveTo>
                  <a:lnTo>
                    <a:pt x="0" y="290830"/>
                  </a:lnTo>
                  <a:lnTo>
                    <a:pt x="0" y="347979"/>
                  </a:lnTo>
                  <a:lnTo>
                    <a:pt x="7619" y="347979"/>
                  </a:lnTo>
                  <a:lnTo>
                    <a:pt x="7619" y="290830"/>
                  </a:lnTo>
                  <a:close/>
                </a:path>
                <a:path w="7620" h="411480">
                  <a:moveTo>
                    <a:pt x="7619" y="347980"/>
                  </a:moveTo>
                  <a:lnTo>
                    <a:pt x="0" y="347980"/>
                  </a:lnTo>
                  <a:lnTo>
                    <a:pt x="0" y="405129"/>
                  </a:lnTo>
                  <a:lnTo>
                    <a:pt x="6350" y="405129"/>
                  </a:lnTo>
                  <a:lnTo>
                    <a:pt x="6350" y="403860"/>
                  </a:lnTo>
                  <a:lnTo>
                    <a:pt x="7619" y="403860"/>
                  </a:lnTo>
                  <a:lnTo>
                    <a:pt x="7619" y="347980"/>
                  </a:lnTo>
                  <a:close/>
                </a:path>
                <a:path w="7620" h="411480">
                  <a:moveTo>
                    <a:pt x="5079" y="405130"/>
                  </a:moveTo>
                  <a:lnTo>
                    <a:pt x="0" y="405130"/>
                  </a:lnTo>
                  <a:lnTo>
                    <a:pt x="0" y="411479"/>
                  </a:lnTo>
                  <a:lnTo>
                    <a:pt x="1269" y="411479"/>
                  </a:lnTo>
                  <a:lnTo>
                    <a:pt x="1269" y="410210"/>
                  </a:lnTo>
                  <a:lnTo>
                    <a:pt x="2539" y="410210"/>
                  </a:lnTo>
                  <a:lnTo>
                    <a:pt x="2539" y="408939"/>
                  </a:lnTo>
                  <a:lnTo>
                    <a:pt x="3810" y="408939"/>
                  </a:lnTo>
                  <a:lnTo>
                    <a:pt x="3810" y="407670"/>
                  </a:lnTo>
                  <a:lnTo>
                    <a:pt x="5079" y="407670"/>
                  </a:lnTo>
                  <a:lnTo>
                    <a:pt x="5079" y="405130"/>
                  </a:lnTo>
                  <a:close/>
                </a:path>
              </a:pathLst>
            </a:custGeom>
            <a:solidFill>
              <a:srgbClr val="AAA0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1">
              <a:extLst>
                <a:ext uri="{FF2B5EF4-FFF2-40B4-BE49-F238E27FC236}">
                  <a16:creationId xmlns:a16="http://schemas.microsoft.com/office/drawing/2014/main" id="{B72AEBBD-FA1C-DC74-A4BD-EB839A01C190}"/>
                </a:ext>
              </a:extLst>
            </p:cNvPr>
            <p:cNvSpPr/>
            <p:nvPr/>
          </p:nvSpPr>
          <p:spPr>
            <a:xfrm>
              <a:off x="6498589" y="2644140"/>
              <a:ext cx="6350" cy="393700"/>
            </a:xfrm>
            <a:custGeom>
              <a:avLst/>
              <a:gdLst/>
              <a:ahLst/>
              <a:cxnLst/>
              <a:rect l="l" t="t" r="r" b="b"/>
              <a:pathLst>
                <a:path w="6350" h="393700">
                  <a:moveTo>
                    <a:pt x="1270" y="0"/>
                  </a:moveTo>
                  <a:lnTo>
                    <a:pt x="0" y="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5080"/>
                  </a:lnTo>
                  <a:lnTo>
                    <a:pt x="5080" y="5080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6350" h="393700">
                  <a:moveTo>
                    <a:pt x="6350" y="21590"/>
                  </a:moveTo>
                  <a:lnTo>
                    <a:pt x="0" y="2159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21590"/>
                  </a:lnTo>
                  <a:close/>
                </a:path>
                <a:path w="6350" h="393700">
                  <a:moveTo>
                    <a:pt x="6350" y="46990"/>
                  </a:moveTo>
                  <a:lnTo>
                    <a:pt x="0" y="4699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46990"/>
                  </a:lnTo>
                  <a:close/>
                </a:path>
                <a:path w="6350" h="393700">
                  <a:moveTo>
                    <a:pt x="6350" y="72390"/>
                  </a:moveTo>
                  <a:lnTo>
                    <a:pt x="0" y="7239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72390"/>
                  </a:lnTo>
                  <a:close/>
                </a:path>
                <a:path w="6350" h="393700">
                  <a:moveTo>
                    <a:pt x="6350" y="97790"/>
                  </a:moveTo>
                  <a:lnTo>
                    <a:pt x="0" y="9779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97790"/>
                  </a:lnTo>
                  <a:close/>
                </a:path>
                <a:path w="6350" h="393700">
                  <a:moveTo>
                    <a:pt x="6350" y="123190"/>
                  </a:moveTo>
                  <a:lnTo>
                    <a:pt x="0" y="12319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23190"/>
                  </a:lnTo>
                  <a:close/>
                </a:path>
                <a:path w="6350" h="393700">
                  <a:moveTo>
                    <a:pt x="6350" y="148590"/>
                  </a:moveTo>
                  <a:lnTo>
                    <a:pt x="0" y="14859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48590"/>
                  </a:lnTo>
                  <a:close/>
                </a:path>
                <a:path w="6350" h="393700">
                  <a:moveTo>
                    <a:pt x="6350" y="173990"/>
                  </a:moveTo>
                  <a:lnTo>
                    <a:pt x="0" y="173990"/>
                  </a:lnTo>
                  <a:lnTo>
                    <a:pt x="0" y="199389"/>
                  </a:lnTo>
                  <a:lnTo>
                    <a:pt x="6350" y="199389"/>
                  </a:lnTo>
                  <a:lnTo>
                    <a:pt x="6350" y="173990"/>
                  </a:lnTo>
                  <a:close/>
                </a:path>
                <a:path w="6350" h="393700">
                  <a:moveTo>
                    <a:pt x="6350" y="199390"/>
                  </a:moveTo>
                  <a:lnTo>
                    <a:pt x="0" y="199390"/>
                  </a:lnTo>
                  <a:lnTo>
                    <a:pt x="0" y="256539"/>
                  </a:lnTo>
                  <a:lnTo>
                    <a:pt x="6350" y="256539"/>
                  </a:lnTo>
                  <a:lnTo>
                    <a:pt x="6350" y="199390"/>
                  </a:lnTo>
                  <a:close/>
                </a:path>
                <a:path w="6350" h="393700">
                  <a:moveTo>
                    <a:pt x="6350" y="256540"/>
                  </a:moveTo>
                  <a:lnTo>
                    <a:pt x="0" y="256540"/>
                  </a:lnTo>
                  <a:lnTo>
                    <a:pt x="0" y="281939"/>
                  </a:lnTo>
                  <a:lnTo>
                    <a:pt x="6350" y="281939"/>
                  </a:lnTo>
                  <a:lnTo>
                    <a:pt x="6350" y="256540"/>
                  </a:lnTo>
                  <a:close/>
                </a:path>
                <a:path w="6350" h="393700">
                  <a:moveTo>
                    <a:pt x="6350" y="281940"/>
                  </a:moveTo>
                  <a:lnTo>
                    <a:pt x="0" y="281940"/>
                  </a:lnTo>
                  <a:lnTo>
                    <a:pt x="0" y="339089"/>
                  </a:lnTo>
                  <a:lnTo>
                    <a:pt x="6350" y="339089"/>
                  </a:lnTo>
                  <a:lnTo>
                    <a:pt x="6350" y="281940"/>
                  </a:lnTo>
                  <a:close/>
                </a:path>
                <a:path w="6350" h="393700">
                  <a:moveTo>
                    <a:pt x="6350" y="339090"/>
                  </a:moveTo>
                  <a:lnTo>
                    <a:pt x="0" y="339090"/>
                  </a:lnTo>
                  <a:lnTo>
                    <a:pt x="0" y="393700"/>
                  </a:lnTo>
                  <a:lnTo>
                    <a:pt x="1270" y="393700"/>
                  </a:lnTo>
                  <a:lnTo>
                    <a:pt x="1270" y="392430"/>
                  </a:lnTo>
                  <a:lnTo>
                    <a:pt x="2540" y="392430"/>
                  </a:lnTo>
                  <a:lnTo>
                    <a:pt x="2540" y="391160"/>
                  </a:lnTo>
                  <a:lnTo>
                    <a:pt x="3810" y="391160"/>
                  </a:lnTo>
                  <a:lnTo>
                    <a:pt x="3810" y="388620"/>
                  </a:lnTo>
                  <a:lnTo>
                    <a:pt x="5080" y="388620"/>
                  </a:lnTo>
                  <a:lnTo>
                    <a:pt x="5080" y="387350"/>
                  </a:lnTo>
                  <a:lnTo>
                    <a:pt x="6350" y="387350"/>
                  </a:lnTo>
                  <a:lnTo>
                    <a:pt x="6350" y="339090"/>
                  </a:lnTo>
                  <a:close/>
                </a:path>
              </a:pathLst>
            </a:custGeom>
            <a:solidFill>
              <a:srgbClr val="ACA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2">
              <a:extLst>
                <a:ext uri="{FF2B5EF4-FFF2-40B4-BE49-F238E27FC236}">
                  <a16:creationId xmlns:a16="http://schemas.microsoft.com/office/drawing/2014/main" id="{218548DA-D7E0-1CAE-6A69-14F69BF58D23}"/>
                </a:ext>
              </a:extLst>
            </p:cNvPr>
            <p:cNvSpPr/>
            <p:nvPr/>
          </p:nvSpPr>
          <p:spPr>
            <a:xfrm>
              <a:off x="6504939" y="2651760"/>
              <a:ext cx="7620" cy="378460"/>
            </a:xfrm>
            <a:custGeom>
              <a:avLst/>
              <a:gdLst/>
              <a:ahLst/>
              <a:cxnLst/>
              <a:rect l="l" t="t" r="r" b="b"/>
              <a:pathLst>
                <a:path w="7620" h="378460">
                  <a:moveTo>
                    <a:pt x="1269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7619" y="13969"/>
                  </a:lnTo>
                  <a:lnTo>
                    <a:pt x="7619" y="7619"/>
                  </a:lnTo>
                  <a:lnTo>
                    <a:pt x="6350" y="761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7620" h="378460">
                  <a:moveTo>
                    <a:pt x="7619" y="13970"/>
                  </a:moveTo>
                  <a:lnTo>
                    <a:pt x="0" y="13970"/>
                  </a:lnTo>
                  <a:lnTo>
                    <a:pt x="0" y="39369"/>
                  </a:lnTo>
                  <a:lnTo>
                    <a:pt x="7619" y="39369"/>
                  </a:lnTo>
                  <a:lnTo>
                    <a:pt x="7619" y="13970"/>
                  </a:lnTo>
                  <a:close/>
                </a:path>
                <a:path w="7620" h="378460">
                  <a:moveTo>
                    <a:pt x="7619" y="39370"/>
                  </a:moveTo>
                  <a:lnTo>
                    <a:pt x="0" y="39370"/>
                  </a:lnTo>
                  <a:lnTo>
                    <a:pt x="0" y="64769"/>
                  </a:lnTo>
                  <a:lnTo>
                    <a:pt x="7619" y="64769"/>
                  </a:lnTo>
                  <a:lnTo>
                    <a:pt x="7619" y="39370"/>
                  </a:lnTo>
                  <a:close/>
                </a:path>
                <a:path w="7620" h="378460">
                  <a:moveTo>
                    <a:pt x="7619" y="64770"/>
                  </a:moveTo>
                  <a:lnTo>
                    <a:pt x="0" y="64770"/>
                  </a:lnTo>
                  <a:lnTo>
                    <a:pt x="0" y="90169"/>
                  </a:lnTo>
                  <a:lnTo>
                    <a:pt x="7619" y="90169"/>
                  </a:lnTo>
                  <a:lnTo>
                    <a:pt x="7619" y="64770"/>
                  </a:lnTo>
                  <a:close/>
                </a:path>
                <a:path w="7620" h="378460">
                  <a:moveTo>
                    <a:pt x="7619" y="90170"/>
                  </a:moveTo>
                  <a:lnTo>
                    <a:pt x="0" y="90170"/>
                  </a:lnTo>
                  <a:lnTo>
                    <a:pt x="0" y="115569"/>
                  </a:lnTo>
                  <a:lnTo>
                    <a:pt x="7619" y="115569"/>
                  </a:lnTo>
                  <a:lnTo>
                    <a:pt x="7619" y="90170"/>
                  </a:lnTo>
                  <a:close/>
                </a:path>
                <a:path w="7620" h="378460">
                  <a:moveTo>
                    <a:pt x="7619" y="115570"/>
                  </a:moveTo>
                  <a:lnTo>
                    <a:pt x="0" y="115570"/>
                  </a:lnTo>
                  <a:lnTo>
                    <a:pt x="0" y="140969"/>
                  </a:lnTo>
                  <a:lnTo>
                    <a:pt x="7619" y="140969"/>
                  </a:lnTo>
                  <a:lnTo>
                    <a:pt x="7619" y="115570"/>
                  </a:lnTo>
                  <a:close/>
                </a:path>
                <a:path w="7620" h="378460">
                  <a:moveTo>
                    <a:pt x="7619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7619" y="166369"/>
                  </a:lnTo>
                  <a:lnTo>
                    <a:pt x="7619" y="140970"/>
                  </a:lnTo>
                  <a:close/>
                </a:path>
                <a:path w="7620" h="378460">
                  <a:moveTo>
                    <a:pt x="7619" y="166370"/>
                  </a:moveTo>
                  <a:lnTo>
                    <a:pt x="0" y="166370"/>
                  </a:lnTo>
                  <a:lnTo>
                    <a:pt x="0" y="191769"/>
                  </a:lnTo>
                  <a:lnTo>
                    <a:pt x="7619" y="191769"/>
                  </a:lnTo>
                  <a:lnTo>
                    <a:pt x="7619" y="166370"/>
                  </a:lnTo>
                  <a:close/>
                </a:path>
                <a:path w="7620" h="378460">
                  <a:moveTo>
                    <a:pt x="7619" y="191770"/>
                  </a:moveTo>
                  <a:lnTo>
                    <a:pt x="0" y="191770"/>
                  </a:lnTo>
                  <a:lnTo>
                    <a:pt x="0" y="248919"/>
                  </a:lnTo>
                  <a:lnTo>
                    <a:pt x="7619" y="248919"/>
                  </a:lnTo>
                  <a:lnTo>
                    <a:pt x="7619" y="191770"/>
                  </a:lnTo>
                  <a:close/>
                </a:path>
                <a:path w="7620" h="378460">
                  <a:moveTo>
                    <a:pt x="7619" y="248920"/>
                  </a:moveTo>
                  <a:lnTo>
                    <a:pt x="0" y="248920"/>
                  </a:lnTo>
                  <a:lnTo>
                    <a:pt x="0" y="274319"/>
                  </a:lnTo>
                  <a:lnTo>
                    <a:pt x="7619" y="274319"/>
                  </a:lnTo>
                  <a:lnTo>
                    <a:pt x="7619" y="248920"/>
                  </a:lnTo>
                  <a:close/>
                </a:path>
                <a:path w="7620" h="378460">
                  <a:moveTo>
                    <a:pt x="7619" y="274320"/>
                  </a:moveTo>
                  <a:lnTo>
                    <a:pt x="0" y="274320"/>
                  </a:lnTo>
                  <a:lnTo>
                    <a:pt x="0" y="331469"/>
                  </a:lnTo>
                  <a:lnTo>
                    <a:pt x="7619" y="331469"/>
                  </a:lnTo>
                  <a:lnTo>
                    <a:pt x="7619" y="274320"/>
                  </a:lnTo>
                  <a:close/>
                </a:path>
                <a:path w="7620" h="378460">
                  <a:moveTo>
                    <a:pt x="7619" y="331470"/>
                  </a:moveTo>
                  <a:lnTo>
                    <a:pt x="0" y="331470"/>
                  </a:lnTo>
                  <a:lnTo>
                    <a:pt x="0" y="378460"/>
                  </a:lnTo>
                  <a:lnTo>
                    <a:pt x="1269" y="378460"/>
                  </a:lnTo>
                  <a:lnTo>
                    <a:pt x="1269" y="377189"/>
                  </a:lnTo>
                  <a:lnTo>
                    <a:pt x="2539" y="377189"/>
                  </a:lnTo>
                  <a:lnTo>
                    <a:pt x="2539" y="375919"/>
                  </a:lnTo>
                  <a:lnTo>
                    <a:pt x="3809" y="375919"/>
                  </a:lnTo>
                  <a:lnTo>
                    <a:pt x="3809" y="374650"/>
                  </a:lnTo>
                  <a:lnTo>
                    <a:pt x="5079" y="374650"/>
                  </a:lnTo>
                  <a:lnTo>
                    <a:pt x="5079" y="372110"/>
                  </a:lnTo>
                  <a:lnTo>
                    <a:pt x="6350" y="372110"/>
                  </a:lnTo>
                  <a:lnTo>
                    <a:pt x="6350" y="370839"/>
                  </a:lnTo>
                  <a:lnTo>
                    <a:pt x="7619" y="370839"/>
                  </a:lnTo>
                  <a:lnTo>
                    <a:pt x="7619" y="331470"/>
                  </a:lnTo>
                  <a:close/>
                </a:path>
              </a:pathLst>
            </a:custGeom>
            <a:solidFill>
              <a:srgbClr val="ADA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3">
              <a:extLst>
                <a:ext uri="{FF2B5EF4-FFF2-40B4-BE49-F238E27FC236}">
                  <a16:creationId xmlns:a16="http://schemas.microsoft.com/office/drawing/2014/main" id="{315F46B4-88C2-D5EA-5A95-9701FFC2AB23}"/>
                </a:ext>
              </a:extLst>
            </p:cNvPr>
            <p:cNvSpPr/>
            <p:nvPr/>
          </p:nvSpPr>
          <p:spPr>
            <a:xfrm>
              <a:off x="6512559" y="2660650"/>
              <a:ext cx="7620" cy="360680"/>
            </a:xfrm>
            <a:custGeom>
              <a:avLst/>
              <a:gdLst/>
              <a:ahLst/>
              <a:cxnLst/>
              <a:rect l="l" t="t" r="r" b="b"/>
              <a:pathLst>
                <a:path w="7620" h="36068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80" y="5079"/>
                  </a:lnTo>
                  <a:lnTo>
                    <a:pt x="5080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3606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5080"/>
                  </a:lnTo>
                  <a:close/>
                </a:path>
                <a:path w="7620" h="360680">
                  <a:moveTo>
                    <a:pt x="7620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30480"/>
                  </a:lnTo>
                  <a:close/>
                </a:path>
                <a:path w="7620" h="360680">
                  <a:moveTo>
                    <a:pt x="7620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55880"/>
                  </a:lnTo>
                  <a:close/>
                </a:path>
                <a:path w="7620" h="360680">
                  <a:moveTo>
                    <a:pt x="7620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7620" y="106679"/>
                  </a:lnTo>
                  <a:lnTo>
                    <a:pt x="7620" y="81280"/>
                  </a:lnTo>
                  <a:close/>
                </a:path>
                <a:path w="7620" h="360680">
                  <a:moveTo>
                    <a:pt x="7620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7620" y="132079"/>
                  </a:lnTo>
                  <a:lnTo>
                    <a:pt x="7620" y="106680"/>
                  </a:lnTo>
                  <a:close/>
                </a:path>
                <a:path w="7620" h="360680">
                  <a:moveTo>
                    <a:pt x="7620" y="132080"/>
                  </a:moveTo>
                  <a:lnTo>
                    <a:pt x="0" y="132080"/>
                  </a:lnTo>
                  <a:lnTo>
                    <a:pt x="0" y="157479"/>
                  </a:lnTo>
                  <a:lnTo>
                    <a:pt x="7620" y="157479"/>
                  </a:lnTo>
                  <a:lnTo>
                    <a:pt x="7620" y="132080"/>
                  </a:lnTo>
                  <a:close/>
                </a:path>
                <a:path w="7620" h="360680">
                  <a:moveTo>
                    <a:pt x="7620" y="157480"/>
                  </a:moveTo>
                  <a:lnTo>
                    <a:pt x="0" y="157480"/>
                  </a:lnTo>
                  <a:lnTo>
                    <a:pt x="0" y="182879"/>
                  </a:lnTo>
                  <a:lnTo>
                    <a:pt x="7620" y="182879"/>
                  </a:lnTo>
                  <a:lnTo>
                    <a:pt x="7620" y="157480"/>
                  </a:lnTo>
                  <a:close/>
                </a:path>
                <a:path w="7620" h="360680">
                  <a:moveTo>
                    <a:pt x="7620" y="182880"/>
                  </a:moveTo>
                  <a:lnTo>
                    <a:pt x="0" y="182880"/>
                  </a:lnTo>
                  <a:lnTo>
                    <a:pt x="0" y="240029"/>
                  </a:lnTo>
                  <a:lnTo>
                    <a:pt x="7620" y="240029"/>
                  </a:lnTo>
                  <a:lnTo>
                    <a:pt x="7620" y="182880"/>
                  </a:lnTo>
                  <a:close/>
                </a:path>
                <a:path w="7620" h="360680">
                  <a:moveTo>
                    <a:pt x="7620" y="240030"/>
                  </a:moveTo>
                  <a:lnTo>
                    <a:pt x="0" y="240030"/>
                  </a:lnTo>
                  <a:lnTo>
                    <a:pt x="0" y="265429"/>
                  </a:lnTo>
                  <a:lnTo>
                    <a:pt x="7620" y="265429"/>
                  </a:lnTo>
                  <a:lnTo>
                    <a:pt x="7620" y="240030"/>
                  </a:lnTo>
                  <a:close/>
                </a:path>
                <a:path w="7620" h="360680">
                  <a:moveTo>
                    <a:pt x="7620" y="265430"/>
                  </a:moveTo>
                  <a:lnTo>
                    <a:pt x="0" y="265430"/>
                  </a:lnTo>
                  <a:lnTo>
                    <a:pt x="0" y="322579"/>
                  </a:lnTo>
                  <a:lnTo>
                    <a:pt x="7620" y="322579"/>
                  </a:lnTo>
                  <a:lnTo>
                    <a:pt x="7620" y="265430"/>
                  </a:lnTo>
                  <a:close/>
                </a:path>
                <a:path w="7620" h="360680">
                  <a:moveTo>
                    <a:pt x="7620" y="322580"/>
                  </a:moveTo>
                  <a:lnTo>
                    <a:pt x="0" y="322580"/>
                  </a:lnTo>
                  <a:lnTo>
                    <a:pt x="0" y="360679"/>
                  </a:lnTo>
                  <a:lnTo>
                    <a:pt x="1270" y="360679"/>
                  </a:lnTo>
                  <a:lnTo>
                    <a:pt x="1270" y="359410"/>
                  </a:lnTo>
                  <a:lnTo>
                    <a:pt x="2540" y="359410"/>
                  </a:lnTo>
                  <a:lnTo>
                    <a:pt x="2540" y="358139"/>
                  </a:lnTo>
                  <a:lnTo>
                    <a:pt x="3810" y="358139"/>
                  </a:lnTo>
                  <a:lnTo>
                    <a:pt x="3810" y="355600"/>
                  </a:lnTo>
                  <a:lnTo>
                    <a:pt x="5080" y="355600"/>
                  </a:lnTo>
                  <a:lnTo>
                    <a:pt x="5080" y="354329"/>
                  </a:lnTo>
                  <a:lnTo>
                    <a:pt x="6350" y="354329"/>
                  </a:lnTo>
                  <a:lnTo>
                    <a:pt x="6350" y="353060"/>
                  </a:lnTo>
                  <a:lnTo>
                    <a:pt x="7620" y="353060"/>
                  </a:lnTo>
                  <a:lnTo>
                    <a:pt x="7620" y="322580"/>
                  </a:lnTo>
                  <a:close/>
                </a:path>
              </a:pathLst>
            </a:custGeom>
            <a:solidFill>
              <a:srgbClr val="AFA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4">
              <a:extLst>
                <a:ext uri="{FF2B5EF4-FFF2-40B4-BE49-F238E27FC236}">
                  <a16:creationId xmlns:a16="http://schemas.microsoft.com/office/drawing/2014/main" id="{209677DD-9C43-C225-FE65-35F49074FB63}"/>
                </a:ext>
              </a:extLst>
            </p:cNvPr>
            <p:cNvSpPr/>
            <p:nvPr/>
          </p:nvSpPr>
          <p:spPr>
            <a:xfrm>
              <a:off x="6520179" y="2669540"/>
              <a:ext cx="6350" cy="342900"/>
            </a:xfrm>
            <a:custGeom>
              <a:avLst/>
              <a:gdLst/>
              <a:ahLst/>
              <a:cxnLst/>
              <a:rect l="l" t="t" r="r" b="b"/>
              <a:pathLst>
                <a:path w="6350" h="342900">
                  <a:moveTo>
                    <a:pt x="1270" y="0"/>
                  </a:moveTo>
                  <a:lnTo>
                    <a:pt x="0" y="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5080"/>
                  </a:lnTo>
                  <a:lnTo>
                    <a:pt x="5079" y="5080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6350" h="342900">
                  <a:moveTo>
                    <a:pt x="6350" y="21590"/>
                  </a:moveTo>
                  <a:lnTo>
                    <a:pt x="0" y="2159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21590"/>
                  </a:lnTo>
                  <a:close/>
                </a:path>
                <a:path w="6350" h="342900">
                  <a:moveTo>
                    <a:pt x="6350" y="46990"/>
                  </a:moveTo>
                  <a:lnTo>
                    <a:pt x="0" y="4699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46990"/>
                  </a:lnTo>
                  <a:close/>
                </a:path>
                <a:path w="6350" h="342900">
                  <a:moveTo>
                    <a:pt x="6350" y="72390"/>
                  </a:moveTo>
                  <a:lnTo>
                    <a:pt x="0" y="7239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72390"/>
                  </a:lnTo>
                  <a:close/>
                </a:path>
                <a:path w="6350" h="342900">
                  <a:moveTo>
                    <a:pt x="6350" y="97790"/>
                  </a:moveTo>
                  <a:lnTo>
                    <a:pt x="0" y="9779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97790"/>
                  </a:lnTo>
                  <a:close/>
                </a:path>
                <a:path w="6350" h="342900">
                  <a:moveTo>
                    <a:pt x="6350" y="123190"/>
                  </a:moveTo>
                  <a:lnTo>
                    <a:pt x="0" y="12319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23190"/>
                  </a:lnTo>
                  <a:close/>
                </a:path>
                <a:path w="6350" h="342900">
                  <a:moveTo>
                    <a:pt x="6350" y="148590"/>
                  </a:moveTo>
                  <a:lnTo>
                    <a:pt x="0" y="14859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48590"/>
                  </a:lnTo>
                  <a:close/>
                </a:path>
                <a:path w="6350" h="342900">
                  <a:moveTo>
                    <a:pt x="6350" y="173990"/>
                  </a:moveTo>
                  <a:lnTo>
                    <a:pt x="0" y="173990"/>
                  </a:lnTo>
                  <a:lnTo>
                    <a:pt x="0" y="231139"/>
                  </a:lnTo>
                  <a:lnTo>
                    <a:pt x="6350" y="231139"/>
                  </a:lnTo>
                  <a:lnTo>
                    <a:pt x="6350" y="173990"/>
                  </a:lnTo>
                  <a:close/>
                </a:path>
                <a:path w="6350" h="342900">
                  <a:moveTo>
                    <a:pt x="6350" y="231140"/>
                  </a:moveTo>
                  <a:lnTo>
                    <a:pt x="0" y="231140"/>
                  </a:lnTo>
                  <a:lnTo>
                    <a:pt x="0" y="256539"/>
                  </a:lnTo>
                  <a:lnTo>
                    <a:pt x="6350" y="256539"/>
                  </a:lnTo>
                  <a:lnTo>
                    <a:pt x="6350" y="231140"/>
                  </a:lnTo>
                  <a:close/>
                </a:path>
                <a:path w="6350" h="342900">
                  <a:moveTo>
                    <a:pt x="6350" y="256540"/>
                  </a:moveTo>
                  <a:lnTo>
                    <a:pt x="0" y="256540"/>
                  </a:lnTo>
                  <a:lnTo>
                    <a:pt x="0" y="313689"/>
                  </a:lnTo>
                  <a:lnTo>
                    <a:pt x="6350" y="313689"/>
                  </a:lnTo>
                  <a:lnTo>
                    <a:pt x="6350" y="256540"/>
                  </a:lnTo>
                  <a:close/>
                </a:path>
                <a:path w="6350" h="342900">
                  <a:moveTo>
                    <a:pt x="6350" y="313690"/>
                  </a:moveTo>
                  <a:lnTo>
                    <a:pt x="0" y="313690"/>
                  </a:lnTo>
                  <a:lnTo>
                    <a:pt x="0" y="342900"/>
                  </a:lnTo>
                  <a:lnTo>
                    <a:pt x="1270" y="342900"/>
                  </a:lnTo>
                  <a:lnTo>
                    <a:pt x="1270" y="341630"/>
                  </a:lnTo>
                  <a:lnTo>
                    <a:pt x="2540" y="341630"/>
                  </a:lnTo>
                  <a:lnTo>
                    <a:pt x="2540" y="340360"/>
                  </a:lnTo>
                  <a:lnTo>
                    <a:pt x="3810" y="340360"/>
                  </a:lnTo>
                  <a:lnTo>
                    <a:pt x="3810" y="337820"/>
                  </a:lnTo>
                  <a:lnTo>
                    <a:pt x="5079" y="337820"/>
                  </a:lnTo>
                  <a:lnTo>
                    <a:pt x="5079" y="336550"/>
                  </a:lnTo>
                  <a:lnTo>
                    <a:pt x="6350" y="336550"/>
                  </a:lnTo>
                  <a:lnTo>
                    <a:pt x="6350" y="313690"/>
                  </a:lnTo>
                  <a:close/>
                </a:path>
              </a:pathLst>
            </a:custGeom>
            <a:solidFill>
              <a:srgbClr val="B1A8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5">
              <a:extLst>
                <a:ext uri="{FF2B5EF4-FFF2-40B4-BE49-F238E27FC236}">
                  <a16:creationId xmlns:a16="http://schemas.microsoft.com/office/drawing/2014/main" id="{BA7A0807-0523-CF60-7455-F566728BAA1D}"/>
                </a:ext>
              </a:extLst>
            </p:cNvPr>
            <p:cNvSpPr/>
            <p:nvPr/>
          </p:nvSpPr>
          <p:spPr>
            <a:xfrm>
              <a:off x="6526529" y="2677160"/>
              <a:ext cx="7620" cy="327660"/>
            </a:xfrm>
            <a:custGeom>
              <a:avLst/>
              <a:gdLst/>
              <a:ahLst/>
              <a:cxnLst/>
              <a:rect l="l" t="t" r="r" b="b"/>
              <a:pathLst>
                <a:path w="7620" h="327660">
                  <a:moveTo>
                    <a:pt x="1270" y="0"/>
                  </a:moveTo>
                  <a:lnTo>
                    <a:pt x="0" y="0"/>
                  </a:lnTo>
                  <a:lnTo>
                    <a:pt x="0" y="13969"/>
                  </a:lnTo>
                  <a:lnTo>
                    <a:pt x="7620" y="13969"/>
                  </a:lnTo>
                  <a:lnTo>
                    <a:pt x="7620" y="7619"/>
                  </a:lnTo>
                  <a:lnTo>
                    <a:pt x="6350" y="7619"/>
                  </a:lnTo>
                  <a:lnTo>
                    <a:pt x="635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10" y="3810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7620" h="327660">
                  <a:moveTo>
                    <a:pt x="7620" y="13970"/>
                  </a:moveTo>
                  <a:lnTo>
                    <a:pt x="0" y="13970"/>
                  </a:lnTo>
                  <a:lnTo>
                    <a:pt x="0" y="39369"/>
                  </a:lnTo>
                  <a:lnTo>
                    <a:pt x="7620" y="39369"/>
                  </a:lnTo>
                  <a:lnTo>
                    <a:pt x="7620" y="13970"/>
                  </a:lnTo>
                  <a:close/>
                </a:path>
                <a:path w="7620" h="327660">
                  <a:moveTo>
                    <a:pt x="7620" y="39370"/>
                  </a:moveTo>
                  <a:lnTo>
                    <a:pt x="0" y="39370"/>
                  </a:lnTo>
                  <a:lnTo>
                    <a:pt x="0" y="64769"/>
                  </a:lnTo>
                  <a:lnTo>
                    <a:pt x="7620" y="64769"/>
                  </a:lnTo>
                  <a:lnTo>
                    <a:pt x="7620" y="39370"/>
                  </a:lnTo>
                  <a:close/>
                </a:path>
                <a:path w="7620" h="327660">
                  <a:moveTo>
                    <a:pt x="7620" y="64770"/>
                  </a:moveTo>
                  <a:lnTo>
                    <a:pt x="0" y="64770"/>
                  </a:lnTo>
                  <a:lnTo>
                    <a:pt x="0" y="90169"/>
                  </a:lnTo>
                  <a:lnTo>
                    <a:pt x="7620" y="90169"/>
                  </a:lnTo>
                  <a:lnTo>
                    <a:pt x="7620" y="64770"/>
                  </a:lnTo>
                  <a:close/>
                </a:path>
                <a:path w="7620" h="327660">
                  <a:moveTo>
                    <a:pt x="7620" y="90170"/>
                  </a:moveTo>
                  <a:lnTo>
                    <a:pt x="0" y="90170"/>
                  </a:lnTo>
                  <a:lnTo>
                    <a:pt x="0" y="115569"/>
                  </a:lnTo>
                  <a:lnTo>
                    <a:pt x="7620" y="115569"/>
                  </a:lnTo>
                  <a:lnTo>
                    <a:pt x="7620" y="90170"/>
                  </a:lnTo>
                  <a:close/>
                </a:path>
                <a:path w="7620" h="327660">
                  <a:moveTo>
                    <a:pt x="7620" y="115570"/>
                  </a:moveTo>
                  <a:lnTo>
                    <a:pt x="0" y="115570"/>
                  </a:lnTo>
                  <a:lnTo>
                    <a:pt x="0" y="140969"/>
                  </a:lnTo>
                  <a:lnTo>
                    <a:pt x="7620" y="140969"/>
                  </a:lnTo>
                  <a:lnTo>
                    <a:pt x="7620" y="115570"/>
                  </a:lnTo>
                  <a:close/>
                </a:path>
                <a:path w="7620" h="327660">
                  <a:moveTo>
                    <a:pt x="7620" y="140970"/>
                  </a:moveTo>
                  <a:lnTo>
                    <a:pt x="0" y="140970"/>
                  </a:lnTo>
                  <a:lnTo>
                    <a:pt x="0" y="166369"/>
                  </a:lnTo>
                  <a:lnTo>
                    <a:pt x="7620" y="166369"/>
                  </a:lnTo>
                  <a:lnTo>
                    <a:pt x="7620" y="140970"/>
                  </a:lnTo>
                  <a:close/>
                </a:path>
                <a:path w="7620" h="327660">
                  <a:moveTo>
                    <a:pt x="7620" y="166370"/>
                  </a:moveTo>
                  <a:lnTo>
                    <a:pt x="0" y="166370"/>
                  </a:lnTo>
                  <a:lnTo>
                    <a:pt x="0" y="223519"/>
                  </a:lnTo>
                  <a:lnTo>
                    <a:pt x="7620" y="223519"/>
                  </a:lnTo>
                  <a:lnTo>
                    <a:pt x="7620" y="166370"/>
                  </a:lnTo>
                  <a:close/>
                </a:path>
                <a:path w="7620" h="327660">
                  <a:moveTo>
                    <a:pt x="7620" y="223520"/>
                  </a:moveTo>
                  <a:lnTo>
                    <a:pt x="0" y="223520"/>
                  </a:lnTo>
                  <a:lnTo>
                    <a:pt x="0" y="248919"/>
                  </a:lnTo>
                  <a:lnTo>
                    <a:pt x="7620" y="248919"/>
                  </a:lnTo>
                  <a:lnTo>
                    <a:pt x="7620" y="223520"/>
                  </a:lnTo>
                  <a:close/>
                </a:path>
                <a:path w="7620" h="327660">
                  <a:moveTo>
                    <a:pt x="7620" y="248920"/>
                  </a:moveTo>
                  <a:lnTo>
                    <a:pt x="0" y="248920"/>
                  </a:lnTo>
                  <a:lnTo>
                    <a:pt x="0" y="306069"/>
                  </a:lnTo>
                  <a:lnTo>
                    <a:pt x="7620" y="306069"/>
                  </a:lnTo>
                  <a:lnTo>
                    <a:pt x="7620" y="248920"/>
                  </a:lnTo>
                  <a:close/>
                </a:path>
                <a:path w="7620" h="327660">
                  <a:moveTo>
                    <a:pt x="7620" y="306070"/>
                  </a:moveTo>
                  <a:lnTo>
                    <a:pt x="0" y="306070"/>
                  </a:lnTo>
                  <a:lnTo>
                    <a:pt x="0" y="327660"/>
                  </a:lnTo>
                  <a:lnTo>
                    <a:pt x="1270" y="327660"/>
                  </a:lnTo>
                  <a:lnTo>
                    <a:pt x="1270" y="326389"/>
                  </a:lnTo>
                  <a:lnTo>
                    <a:pt x="2540" y="326389"/>
                  </a:lnTo>
                  <a:lnTo>
                    <a:pt x="2540" y="325119"/>
                  </a:lnTo>
                  <a:lnTo>
                    <a:pt x="3810" y="325119"/>
                  </a:lnTo>
                  <a:lnTo>
                    <a:pt x="3810" y="322579"/>
                  </a:lnTo>
                  <a:lnTo>
                    <a:pt x="5079" y="322579"/>
                  </a:lnTo>
                  <a:lnTo>
                    <a:pt x="5079" y="321310"/>
                  </a:lnTo>
                  <a:lnTo>
                    <a:pt x="6350" y="321310"/>
                  </a:lnTo>
                  <a:lnTo>
                    <a:pt x="6350" y="320039"/>
                  </a:lnTo>
                  <a:lnTo>
                    <a:pt x="7620" y="320039"/>
                  </a:lnTo>
                  <a:lnTo>
                    <a:pt x="7620" y="306070"/>
                  </a:lnTo>
                  <a:close/>
                </a:path>
              </a:pathLst>
            </a:custGeom>
            <a:solidFill>
              <a:srgbClr val="B2AA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86">
              <a:extLst>
                <a:ext uri="{FF2B5EF4-FFF2-40B4-BE49-F238E27FC236}">
                  <a16:creationId xmlns:a16="http://schemas.microsoft.com/office/drawing/2014/main" id="{282F1A09-E041-4D91-ED8A-214D963B7A28}"/>
                </a:ext>
              </a:extLst>
            </p:cNvPr>
            <p:cNvSpPr/>
            <p:nvPr/>
          </p:nvSpPr>
          <p:spPr>
            <a:xfrm>
              <a:off x="6534149" y="2686050"/>
              <a:ext cx="7620" cy="309880"/>
            </a:xfrm>
            <a:custGeom>
              <a:avLst/>
              <a:gdLst/>
              <a:ahLst/>
              <a:cxnLst/>
              <a:rect l="l" t="t" r="r" b="b"/>
              <a:pathLst>
                <a:path w="7620" h="309880">
                  <a:moveTo>
                    <a:pt x="1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3098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5080"/>
                  </a:lnTo>
                  <a:close/>
                </a:path>
                <a:path w="7620" h="309880">
                  <a:moveTo>
                    <a:pt x="7620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30480"/>
                  </a:lnTo>
                  <a:close/>
                </a:path>
                <a:path w="7620" h="309880">
                  <a:moveTo>
                    <a:pt x="7620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55880"/>
                  </a:lnTo>
                  <a:close/>
                </a:path>
                <a:path w="7620" h="309880">
                  <a:moveTo>
                    <a:pt x="7620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7620" y="106679"/>
                  </a:lnTo>
                  <a:lnTo>
                    <a:pt x="7620" y="81280"/>
                  </a:lnTo>
                  <a:close/>
                </a:path>
                <a:path w="7620" h="309880">
                  <a:moveTo>
                    <a:pt x="7620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7620" y="132079"/>
                  </a:lnTo>
                  <a:lnTo>
                    <a:pt x="7620" y="106680"/>
                  </a:lnTo>
                  <a:close/>
                </a:path>
                <a:path w="7620" h="309880">
                  <a:moveTo>
                    <a:pt x="7620" y="132080"/>
                  </a:moveTo>
                  <a:lnTo>
                    <a:pt x="0" y="132080"/>
                  </a:lnTo>
                  <a:lnTo>
                    <a:pt x="0" y="157479"/>
                  </a:lnTo>
                  <a:lnTo>
                    <a:pt x="7620" y="157479"/>
                  </a:lnTo>
                  <a:lnTo>
                    <a:pt x="7620" y="132080"/>
                  </a:lnTo>
                  <a:close/>
                </a:path>
                <a:path w="7620" h="309880">
                  <a:moveTo>
                    <a:pt x="7620" y="157480"/>
                  </a:moveTo>
                  <a:lnTo>
                    <a:pt x="0" y="157480"/>
                  </a:lnTo>
                  <a:lnTo>
                    <a:pt x="0" y="214629"/>
                  </a:lnTo>
                  <a:lnTo>
                    <a:pt x="7620" y="214629"/>
                  </a:lnTo>
                  <a:lnTo>
                    <a:pt x="7620" y="157480"/>
                  </a:lnTo>
                  <a:close/>
                </a:path>
                <a:path w="7620" h="309880">
                  <a:moveTo>
                    <a:pt x="7620" y="214630"/>
                  </a:moveTo>
                  <a:lnTo>
                    <a:pt x="0" y="214630"/>
                  </a:lnTo>
                  <a:lnTo>
                    <a:pt x="0" y="240029"/>
                  </a:lnTo>
                  <a:lnTo>
                    <a:pt x="7620" y="240029"/>
                  </a:lnTo>
                  <a:lnTo>
                    <a:pt x="7620" y="214630"/>
                  </a:lnTo>
                  <a:close/>
                </a:path>
                <a:path w="7620" h="309880">
                  <a:moveTo>
                    <a:pt x="7620" y="240030"/>
                  </a:moveTo>
                  <a:lnTo>
                    <a:pt x="0" y="240030"/>
                  </a:lnTo>
                  <a:lnTo>
                    <a:pt x="0" y="297179"/>
                  </a:lnTo>
                  <a:lnTo>
                    <a:pt x="7620" y="297179"/>
                  </a:lnTo>
                  <a:lnTo>
                    <a:pt x="7620" y="240030"/>
                  </a:lnTo>
                  <a:close/>
                </a:path>
                <a:path w="7620" h="309880">
                  <a:moveTo>
                    <a:pt x="7620" y="297180"/>
                  </a:moveTo>
                  <a:lnTo>
                    <a:pt x="0" y="297180"/>
                  </a:lnTo>
                  <a:lnTo>
                    <a:pt x="0" y="309879"/>
                  </a:lnTo>
                  <a:lnTo>
                    <a:pt x="1270" y="309879"/>
                  </a:lnTo>
                  <a:lnTo>
                    <a:pt x="1270" y="308610"/>
                  </a:lnTo>
                  <a:lnTo>
                    <a:pt x="2540" y="308610"/>
                  </a:lnTo>
                  <a:lnTo>
                    <a:pt x="2540" y="307339"/>
                  </a:lnTo>
                  <a:lnTo>
                    <a:pt x="3809" y="307339"/>
                  </a:lnTo>
                  <a:lnTo>
                    <a:pt x="3809" y="304800"/>
                  </a:lnTo>
                  <a:lnTo>
                    <a:pt x="5079" y="304800"/>
                  </a:lnTo>
                  <a:lnTo>
                    <a:pt x="5079" y="303529"/>
                  </a:lnTo>
                  <a:lnTo>
                    <a:pt x="6350" y="303529"/>
                  </a:lnTo>
                  <a:lnTo>
                    <a:pt x="6350" y="302260"/>
                  </a:lnTo>
                  <a:lnTo>
                    <a:pt x="7620" y="302260"/>
                  </a:lnTo>
                  <a:lnTo>
                    <a:pt x="7620" y="297180"/>
                  </a:lnTo>
                  <a:close/>
                </a:path>
              </a:pathLst>
            </a:custGeom>
            <a:solidFill>
              <a:srgbClr val="B4AC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87">
              <a:extLst>
                <a:ext uri="{FF2B5EF4-FFF2-40B4-BE49-F238E27FC236}">
                  <a16:creationId xmlns:a16="http://schemas.microsoft.com/office/drawing/2014/main" id="{FF2CA145-6681-FD5A-C4D8-57B6DB4D3507}"/>
                </a:ext>
              </a:extLst>
            </p:cNvPr>
            <p:cNvSpPr/>
            <p:nvPr/>
          </p:nvSpPr>
          <p:spPr>
            <a:xfrm>
              <a:off x="6541769" y="2694940"/>
              <a:ext cx="7620" cy="292100"/>
            </a:xfrm>
            <a:custGeom>
              <a:avLst/>
              <a:gdLst/>
              <a:ahLst/>
              <a:cxnLst/>
              <a:rect l="l" t="t" r="r" b="b"/>
              <a:pathLst>
                <a:path w="7620" h="292100">
                  <a:moveTo>
                    <a:pt x="1270" y="0"/>
                  </a:moveTo>
                  <a:lnTo>
                    <a:pt x="0" y="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5080"/>
                  </a:lnTo>
                  <a:lnTo>
                    <a:pt x="5079" y="5080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7620" h="292100">
                  <a:moveTo>
                    <a:pt x="7620" y="21590"/>
                  </a:moveTo>
                  <a:lnTo>
                    <a:pt x="0" y="2159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21590"/>
                  </a:lnTo>
                  <a:close/>
                </a:path>
                <a:path w="7620" h="292100">
                  <a:moveTo>
                    <a:pt x="7620" y="46990"/>
                  </a:moveTo>
                  <a:lnTo>
                    <a:pt x="0" y="4699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46990"/>
                  </a:lnTo>
                  <a:close/>
                </a:path>
                <a:path w="7620" h="292100">
                  <a:moveTo>
                    <a:pt x="7620" y="72390"/>
                  </a:moveTo>
                  <a:lnTo>
                    <a:pt x="0" y="7239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72390"/>
                  </a:lnTo>
                  <a:close/>
                </a:path>
                <a:path w="7620" h="292100">
                  <a:moveTo>
                    <a:pt x="7620" y="97790"/>
                  </a:moveTo>
                  <a:lnTo>
                    <a:pt x="0" y="97790"/>
                  </a:lnTo>
                  <a:lnTo>
                    <a:pt x="0" y="123189"/>
                  </a:lnTo>
                  <a:lnTo>
                    <a:pt x="7620" y="123189"/>
                  </a:lnTo>
                  <a:lnTo>
                    <a:pt x="7620" y="97790"/>
                  </a:lnTo>
                  <a:close/>
                </a:path>
                <a:path w="7620" h="292100">
                  <a:moveTo>
                    <a:pt x="7620" y="123190"/>
                  </a:moveTo>
                  <a:lnTo>
                    <a:pt x="0" y="123190"/>
                  </a:lnTo>
                  <a:lnTo>
                    <a:pt x="0" y="148589"/>
                  </a:lnTo>
                  <a:lnTo>
                    <a:pt x="7620" y="148589"/>
                  </a:lnTo>
                  <a:lnTo>
                    <a:pt x="7620" y="123190"/>
                  </a:lnTo>
                  <a:close/>
                </a:path>
                <a:path w="7620" h="292100">
                  <a:moveTo>
                    <a:pt x="7620" y="148590"/>
                  </a:moveTo>
                  <a:lnTo>
                    <a:pt x="0" y="148590"/>
                  </a:lnTo>
                  <a:lnTo>
                    <a:pt x="0" y="205739"/>
                  </a:lnTo>
                  <a:lnTo>
                    <a:pt x="7620" y="205739"/>
                  </a:lnTo>
                  <a:lnTo>
                    <a:pt x="7620" y="148590"/>
                  </a:lnTo>
                  <a:close/>
                </a:path>
                <a:path w="7620" h="292100">
                  <a:moveTo>
                    <a:pt x="7620" y="205740"/>
                  </a:moveTo>
                  <a:lnTo>
                    <a:pt x="0" y="205740"/>
                  </a:lnTo>
                  <a:lnTo>
                    <a:pt x="0" y="231139"/>
                  </a:lnTo>
                  <a:lnTo>
                    <a:pt x="7620" y="231139"/>
                  </a:lnTo>
                  <a:lnTo>
                    <a:pt x="7620" y="205740"/>
                  </a:lnTo>
                  <a:close/>
                </a:path>
                <a:path w="7620" h="292100">
                  <a:moveTo>
                    <a:pt x="7620" y="231140"/>
                  </a:moveTo>
                  <a:lnTo>
                    <a:pt x="0" y="231140"/>
                  </a:lnTo>
                  <a:lnTo>
                    <a:pt x="0" y="288289"/>
                  </a:lnTo>
                  <a:lnTo>
                    <a:pt x="3809" y="288289"/>
                  </a:lnTo>
                  <a:lnTo>
                    <a:pt x="3809" y="287020"/>
                  </a:lnTo>
                  <a:lnTo>
                    <a:pt x="5079" y="287020"/>
                  </a:lnTo>
                  <a:lnTo>
                    <a:pt x="5079" y="285750"/>
                  </a:lnTo>
                  <a:lnTo>
                    <a:pt x="6350" y="285750"/>
                  </a:lnTo>
                  <a:lnTo>
                    <a:pt x="6350" y="284480"/>
                  </a:lnTo>
                  <a:lnTo>
                    <a:pt x="7620" y="284480"/>
                  </a:lnTo>
                  <a:lnTo>
                    <a:pt x="7620" y="231140"/>
                  </a:lnTo>
                  <a:close/>
                </a:path>
                <a:path w="7620" h="292100">
                  <a:moveTo>
                    <a:pt x="2539" y="288290"/>
                  </a:moveTo>
                  <a:lnTo>
                    <a:pt x="0" y="288290"/>
                  </a:lnTo>
                  <a:lnTo>
                    <a:pt x="0" y="292100"/>
                  </a:lnTo>
                  <a:lnTo>
                    <a:pt x="1270" y="292100"/>
                  </a:lnTo>
                  <a:lnTo>
                    <a:pt x="1270" y="290830"/>
                  </a:lnTo>
                  <a:lnTo>
                    <a:pt x="2539" y="290830"/>
                  </a:lnTo>
                  <a:lnTo>
                    <a:pt x="2539" y="288290"/>
                  </a:lnTo>
                  <a:close/>
                </a:path>
              </a:pathLst>
            </a:custGeom>
            <a:solidFill>
              <a:srgbClr val="B6A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88">
              <a:extLst>
                <a:ext uri="{FF2B5EF4-FFF2-40B4-BE49-F238E27FC236}">
                  <a16:creationId xmlns:a16="http://schemas.microsoft.com/office/drawing/2014/main" id="{B297C7A2-041D-E976-A3D6-D2EE06530052}"/>
                </a:ext>
              </a:extLst>
            </p:cNvPr>
            <p:cNvSpPr/>
            <p:nvPr/>
          </p:nvSpPr>
          <p:spPr>
            <a:xfrm>
              <a:off x="6549389" y="2703830"/>
              <a:ext cx="6350" cy="274320"/>
            </a:xfrm>
            <a:custGeom>
              <a:avLst/>
              <a:gdLst/>
              <a:ahLst/>
              <a:cxnLst/>
              <a:rect l="l" t="t" r="r" b="b"/>
              <a:pathLst>
                <a:path w="6350" h="274319">
                  <a:moveTo>
                    <a:pt x="12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6350" h="274319">
                  <a:moveTo>
                    <a:pt x="6350" y="12700"/>
                  </a:moveTo>
                  <a:lnTo>
                    <a:pt x="0" y="1270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12700"/>
                  </a:lnTo>
                  <a:close/>
                </a:path>
                <a:path w="6350" h="274319">
                  <a:moveTo>
                    <a:pt x="6350" y="38100"/>
                  </a:moveTo>
                  <a:lnTo>
                    <a:pt x="0" y="3810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38100"/>
                  </a:lnTo>
                  <a:close/>
                </a:path>
                <a:path w="6350" h="274319">
                  <a:moveTo>
                    <a:pt x="6350" y="63500"/>
                  </a:moveTo>
                  <a:lnTo>
                    <a:pt x="0" y="6350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63500"/>
                  </a:lnTo>
                  <a:close/>
                </a:path>
                <a:path w="6350" h="274319">
                  <a:moveTo>
                    <a:pt x="6350" y="88900"/>
                  </a:moveTo>
                  <a:lnTo>
                    <a:pt x="0" y="8890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88900"/>
                  </a:lnTo>
                  <a:close/>
                </a:path>
                <a:path w="6350" h="274319">
                  <a:moveTo>
                    <a:pt x="6350" y="114300"/>
                  </a:moveTo>
                  <a:lnTo>
                    <a:pt x="0" y="11430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14300"/>
                  </a:lnTo>
                  <a:close/>
                </a:path>
                <a:path w="6350" h="274319">
                  <a:moveTo>
                    <a:pt x="6350" y="139700"/>
                  </a:moveTo>
                  <a:lnTo>
                    <a:pt x="0" y="139700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39700"/>
                  </a:lnTo>
                  <a:close/>
                </a:path>
                <a:path w="6350" h="274319">
                  <a:moveTo>
                    <a:pt x="6350" y="196850"/>
                  </a:moveTo>
                  <a:lnTo>
                    <a:pt x="0" y="196850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196850"/>
                  </a:lnTo>
                  <a:close/>
                </a:path>
                <a:path w="6350" h="274319">
                  <a:moveTo>
                    <a:pt x="6350" y="222250"/>
                  </a:moveTo>
                  <a:lnTo>
                    <a:pt x="0" y="222250"/>
                  </a:lnTo>
                  <a:lnTo>
                    <a:pt x="0" y="274320"/>
                  </a:lnTo>
                  <a:lnTo>
                    <a:pt x="1269" y="274320"/>
                  </a:lnTo>
                  <a:lnTo>
                    <a:pt x="1269" y="273050"/>
                  </a:lnTo>
                  <a:lnTo>
                    <a:pt x="2539" y="273050"/>
                  </a:lnTo>
                  <a:lnTo>
                    <a:pt x="2539" y="270510"/>
                  </a:lnTo>
                  <a:lnTo>
                    <a:pt x="3809" y="270510"/>
                  </a:lnTo>
                  <a:lnTo>
                    <a:pt x="3809" y="269240"/>
                  </a:lnTo>
                  <a:lnTo>
                    <a:pt x="5079" y="269240"/>
                  </a:lnTo>
                  <a:lnTo>
                    <a:pt x="5079" y="267970"/>
                  </a:lnTo>
                  <a:lnTo>
                    <a:pt x="6350" y="267970"/>
                  </a:lnTo>
                  <a:lnTo>
                    <a:pt x="6350" y="222250"/>
                  </a:lnTo>
                  <a:close/>
                </a:path>
              </a:pathLst>
            </a:custGeom>
            <a:solidFill>
              <a:srgbClr val="B8AF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89">
              <a:extLst>
                <a:ext uri="{FF2B5EF4-FFF2-40B4-BE49-F238E27FC236}">
                  <a16:creationId xmlns:a16="http://schemas.microsoft.com/office/drawing/2014/main" id="{549C8478-9DF7-FE56-FA52-81D58AC5A061}"/>
                </a:ext>
              </a:extLst>
            </p:cNvPr>
            <p:cNvSpPr/>
            <p:nvPr/>
          </p:nvSpPr>
          <p:spPr>
            <a:xfrm>
              <a:off x="6555739" y="2711450"/>
              <a:ext cx="7620" cy="259079"/>
            </a:xfrm>
            <a:custGeom>
              <a:avLst/>
              <a:gdLst/>
              <a:ahLst/>
              <a:cxnLst/>
              <a:rect l="l" t="t" r="r" b="b"/>
              <a:pathLst>
                <a:path w="7620" h="259080">
                  <a:moveTo>
                    <a:pt x="126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079" y="5079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7620" h="259080">
                  <a:moveTo>
                    <a:pt x="6350" y="5080"/>
                  </a:moveTo>
                  <a:lnTo>
                    <a:pt x="0" y="5080"/>
                  </a:lnTo>
                  <a:lnTo>
                    <a:pt x="0" y="30479"/>
                  </a:lnTo>
                  <a:lnTo>
                    <a:pt x="7619" y="30479"/>
                  </a:lnTo>
                  <a:lnTo>
                    <a:pt x="7619" y="7620"/>
                  </a:lnTo>
                  <a:lnTo>
                    <a:pt x="6350" y="7620"/>
                  </a:lnTo>
                  <a:lnTo>
                    <a:pt x="6350" y="5080"/>
                  </a:lnTo>
                  <a:close/>
                </a:path>
                <a:path w="7620" h="259080">
                  <a:moveTo>
                    <a:pt x="7619" y="30480"/>
                  </a:moveTo>
                  <a:lnTo>
                    <a:pt x="0" y="30480"/>
                  </a:lnTo>
                  <a:lnTo>
                    <a:pt x="0" y="55879"/>
                  </a:lnTo>
                  <a:lnTo>
                    <a:pt x="7619" y="55879"/>
                  </a:lnTo>
                  <a:lnTo>
                    <a:pt x="7619" y="30480"/>
                  </a:lnTo>
                  <a:close/>
                </a:path>
                <a:path w="7620" h="259080">
                  <a:moveTo>
                    <a:pt x="7619" y="55880"/>
                  </a:moveTo>
                  <a:lnTo>
                    <a:pt x="0" y="55880"/>
                  </a:lnTo>
                  <a:lnTo>
                    <a:pt x="0" y="81279"/>
                  </a:lnTo>
                  <a:lnTo>
                    <a:pt x="7619" y="81279"/>
                  </a:lnTo>
                  <a:lnTo>
                    <a:pt x="7619" y="55880"/>
                  </a:lnTo>
                  <a:close/>
                </a:path>
                <a:path w="7620" h="259080">
                  <a:moveTo>
                    <a:pt x="7619" y="81280"/>
                  </a:moveTo>
                  <a:lnTo>
                    <a:pt x="0" y="81280"/>
                  </a:lnTo>
                  <a:lnTo>
                    <a:pt x="0" y="106679"/>
                  </a:lnTo>
                  <a:lnTo>
                    <a:pt x="7619" y="106679"/>
                  </a:lnTo>
                  <a:lnTo>
                    <a:pt x="7619" y="81280"/>
                  </a:lnTo>
                  <a:close/>
                </a:path>
                <a:path w="7620" h="259080">
                  <a:moveTo>
                    <a:pt x="7619" y="106680"/>
                  </a:moveTo>
                  <a:lnTo>
                    <a:pt x="0" y="106680"/>
                  </a:lnTo>
                  <a:lnTo>
                    <a:pt x="0" y="132079"/>
                  </a:lnTo>
                  <a:lnTo>
                    <a:pt x="7619" y="132079"/>
                  </a:lnTo>
                  <a:lnTo>
                    <a:pt x="7619" y="106680"/>
                  </a:lnTo>
                  <a:close/>
                </a:path>
                <a:path w="7620" h="259080">
                  <a:moveTo>
                    <a:pt x="7619" y="132080"/>
                  </a:moveTo>
                  <a:lnTo>
                    <a:pt x="0" y="132080"/>
                  </a:lnTo>
                  <a:lnTo>
                    <a:pt x="0" y="189229"/>
                  </a:lnTo>
                  <a:lnTo>
                    <a:pt x="7619" y="189229"/>
                  </a:lnTo>
                  <a:lnTo>
                    <a:pt x="7619" y="132080"/>
                  </a:lnTo>
                  <a:close/>
                </a:path>
                <a:path w="7620" h="259080">
                  <a:moveTo>
                    <a:pt x="7619" y="189230"/>
                  </a:moveTo>
                  <a:lnTo>
                    <a:pt x="0" y="189230"/>
                  </a:lnTo>
                  <a:lnTo>
                    <a:pt x="0" y="214629"/>
                  </a:lnTo>
                  <a:lnTo>
                    <a:pt x="7619" y="214629"/>
                  </a:lnTo>
                  <a:lnTo>
                    <a:pt x="7619" y="189230"/>
                  </a:lnTo>
                  <a:close/>
                </a:path>
                <a:path w="7620" h="259080">
                  <a:moveTo>
                    <a:pt x="7619" y="214630"/>
                  </a:moveTo>
                  <a:lnTo>
                    <a:pt x="0" y="214630"/>
                  </a:lnTo>
                  <a:lnTo>
                    <a:pt x="0" y="259079"/>
                  </a:lnTo>
                  <a:lnTo>
                    <a:pt x="1269" y="259079"/>
                  </a:lnTo>
                  <a:lnTo>
                    <a:pt x="1269" y="257810"/>
                  </a:lnTo>
                  <a:lnTo>
                    <a:pt x="2539" y="257810"/>
                  </a:lnTo>
                  <a:lnTo>
                    <a:pt x="2539" y="255270"/>
                  </a:lnTo>
                  <a:lnTo>
                    <a:pt x="3809" y="255270"/>
                  </a:lnTo>
                  <a:lnTo>
                    <a:pt x="3809" y="254000"/>
                  </a:lnTo>
                  <a:lnTo>
                    <a:pt x="5079" y="254000"/>
                  </a:lnTo>
                  <a:lnTo>
                    <a:pt x="5079" y="252729"/>
                  </a:lnTo>
                  <a:lnTo>
                    <a:pt x="6350" y="252729"/>
                  </a:lnTo>
                  <a:lnTo>
                    <a:pt x="6350" y="251460"/>
                  </a:lnTo>
                  <a:lnTo>
                    <a:pt x="7619" y="251460"/>
                  </a:lnTo>
                  <a:lnTo>
                    <a:pt x="7619" y="214630"/>
                  </a:lnTo>
                  <a:close/>
                </a:path>
              </a:pathLst>
            </a:custGeom>
            <a:solidFill>
              <a:srgbClr val="B9B1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4" name="object 1490">
              <a:extLst>
                <a:ext uri="{FF2B5EF4-FFF2-40B4-BE49-F238E27FC236}">
                  <a16:creationId xmlns:a16="http://schemas.microsoft.com/office/drawing/2014/main" id="{6760A97E-DC9C-6395-53AA-CCF4CE834ADD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563359" y="2720340"/>
              <a:ext cx="102870" cy="241300"/>
            </a:xfrm>
            <a:prstGeom prst="rect">
              <a:avLst/>
            </a:prstGeom>
          </p:spPr>
        </p:pic>
        <p:sp>
          <p:nvSpPr>
            <p:cNvPr id="1495" name="object 1491">
              <a:extLst>
                <a:ext uri="{FF2B5EF4-FFF2-40B4-BE49-F238E27FC236}">
                  <a16:creationId xmlns:a16="http://schemas.microsoft.com/office/drawing/2014/main" id="{108FDEA4-5E1C-442D-796E-734537F0074A}"/>
                </a:ext>
              </a:extLst>
            </p:cNvPr>
            <p:cNvSpPr/>
            <p:nvPr/>
          </p:nvSpPr>
          <p:spPr>
            <a:xfrm>
              <a:off x="6353809" y="2585720"/>
              <a:ext cx="311150" cy="509270"/>
            </a:xfrm>
            <a:custGeom>
              <a:avLst/>
              <a:gdLst/>
              <a:ahLst/>
              <a:cxnLst/>
              <a:rect l="l" t="t" r="r" b="b"/>
              <a:pathLst>
                <a:path w="311150" h="509269">
                  <a:moveTo>
                    <a:pt x="0" y="127000"/>
                  </a:moveTo>
                  <a:lnTo>
                    <a:pt x="95250" y="127000"/>
                  </a:lnTo>
                  <a:lnTo>
                    <a:pt x="95250" y="0"/>
                  </a:lnTo>
                  <a:lnTo>
                    <a:pt x="311149" y="254000"/>
                  </a:lnTo>
                  <a:lnTo>
                    <a:pt x="95250" y="509269"/>
                  </a:lnTo>
                  <a:lnTo>
                    <a:pt x="95250" y="381000"/>
                  </a:lnTo>
                  <a:lnTo>
                    <a:pt x="0" y="381000"/>
                  </a:lnTo>
                  <a:lnTo>
                    <a:pt x="0" y="127000"/>
                  </a:lnTo>
                  <a:close/>
                </a:path>
              </a:pathLst>
            </a:custGeom>
            <a:ln w="9344">
              <a:solidFill>
                <a:srgbClr val="453E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96" name="object 1492">
            <a:extLst>
              <a:ext uri="{FF2B5EF4-FFF2-40B4-BE49-F238E27FC236}">
                <a16:creationId xmlns:a16="http://schemas.microsoft.com/office/drawing/2014/main" id="{79948A62-5BF6-B06D-B3CC-C9B5BDF0D465}"/>
              </a:ext>
            </a:extLst>
          </p:cNvPr>
          <p:cNvGrpSpPr/>
          <p:nvPr/>
        </p:nvGrpSpPr>
        <p:grpSpPr>
          <a:xfrm>
            <a:off x="6346597" y="4197757"/>
            <a:ext cx="1583055" cy="1619885"/>
            <a:chOff x="6346597" y="4197757"/>
            <a:chExt cx="1583055" cy="1619885"/>
          </a:xfrm>
        </p:grpSpPr>
        <p:pic>
          <p:nvPicPr>
            <p:cNvPr id="1497" name="object 1493">
              <a:extLst>
                <a:ext uri="{FF2B5EF4-FFF2-40B4-BE49-F238E27FC236}">
                  <a16:creationId xmlns:a16="http://schemas.microsoft.com/office/drawing/2014/main" id="{486284BC-DD87-4D38-7048-91D10379C38F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351269" y="5445760"/>
              <a:ext cx="99059" cy="234949"/>
            </a:xfrm>
            <a:prstGeom prst="rect">
              <a:avLst/>
            </a:prstGeom>
          </p:spPr>
        </p:pic>
        <p:sp>
          <p:nvSpPr>
            <p:cNvPr id="1498" name="object 1494">
              <a:extLst>
                <a:ext uri="{FF2B5EF4-FFF2-40B4-BE49-F238E27FC236}">
                  <a16:creationId xmlns:a16="http://schemas.microsoft.com/office/drawing/2014/main" id="{16B8264C-5460-817C-6BE5-43FC66AFCA05}"/>
                </a:ext>
              </a:extLst>
            </p:cNvPr>
            <p:cNvSpPr/>
            <p:nvPr/>
          </p:nvSpPr>
          <p:spPr>
            <a:xfrm>
              <a:off x="6450329" y="5430520"/>
              <a:ext cx="12700" cy="265430"/>
            </a:xfrm>
            <a:custGeom>
              <a:avLst/>
              <a:gdLst/>
              <a:ahLst/>
              <a:cxnLst/>
              <a:rect l="l" t="t" r="r" b="b"/>
              <a:pathLst>
                <a:path w="12700" h="265429">
                  <a:moveTo>
                    <a:pt x="12700" y="0"/>
                  </a:moveTo>
                  <a:lnTo>
                    <a:pt x="11430" y="0"/>
                  </a:lnTo>
                  <a:lnTo>
                    <a:pt x="11430" y="1269"/>
                  </a:lnTo>
                  <a:lnTo>
                    <a:pt x="10160" y="1269"/>
                  </a:lnTo>
                  <a:lnTo>
                    <a:pt x="10160" y="2539"/>
                  </a:lnTo>
                  <a:lnTo>
                    <a:pt x="12700" y="2539"/>
                  </a:lnTo>
                  <a:lnTo>
                    <a:pt x="12700" y="0"/>
                  </a:lnTo>
                  <a:close/>
                </a:path>
                <a:path w="12700" h="265429">
                  <a:moveTo>
                    <a:pt x="12700" y="2539"/>
                  </a:moveTo>
                  <a:lnTo>
                    <a:pt x="8890" y="2539"/>
                  </a:lnTo>
                  <a:lnTo>
                    <a:pt x="8890" y="3809"/>
                  </a:lnTo>
                  <a:lnTo>
                    <a:pt x="7620" y="380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7619"/>
                  </a:lnTo>
                  <a:lnTo>
                    <a:pt x="5080" y="7619"/>
                  </a:lnTo>
                  <a:lnTo>
                    <a:pt x="5080" y="8889"/>
                  </a:lnTo>
                  <a:lnTo>
                    <a:pt x="12700" y="8889"/>
                  </a:lnTo>
                  <a:lnTo>
                    <a:pt x="12700" y="2539"/>
                  </a:lnTo>
                  <a:close/>
                </a:path>
                <a:path w="12700" h="265429">
                  <a:moveTo>
                    <a:pt x="12700" y="8889"/>
                  </a:moveTo>
                  <a:lnTo>
                    <a:pt x="3810" y="8889"/>
                  </a:lnTo>
                  <a:lnTo>
                    <a:pt x="3810" y="10159"/>
                  </a:lnTo>
                  <a:lnTo>
                    <a:pt x="2540" y="10159"/>
                  </a:lnTo>
                  <a:lnTo>
                    <a:pt x="2540" y="11429"/>
                  </a:lnTo>
                  <a:lnTo>
                    <a:pt x="1270" y="11429"/>
                  </a:lnTo>
                  <a:lnTo>
                    <a:pt x="1270" y="12699"/>
                  </a:lnTo>
                  <a:lnTo>
                    <a:pt x="0" y="12699"/>
                  </a:lnTo>
                  <a:lnTo>
                    <a:pt x="0" y="15239"/>
                  </a:lnTo>
                  <a:lnTo>
                    <a:pt x="12700" y="15239"/>
                  </a:lnTo>
                  <a:lnTo>
                    <a:pt x="12700" y="8889"/>
                  </a:lnTo>
                  <a:close/>
                </a:path>
                <a:path w="12700" h="265429">
                  <a:moveTo>
                    <a:pt x="12700" y="15239"/>
                  </a:moveTo>
                  <a:lnTo>
                    <a:pt x="0" y="15239"/>
                  </a:lnTo>
                  <a:lnTo>
                    <a:pt x="0" y="25399"/>
                  </a:lnTo>
                  <a:lnTo>
                    <a:pt x="12700" y="25399"/>
                  </a:lnTo>
                  <a:lnTo>
                    <a:pt x="12700" y="15239"/>
                  </a:lnTo>
                  <a:close/>
                </a:path>
                <a:path w="12700" h="265429">
                  <a:moveTo>
                    <a:pt x="12700" y="25400"/>
                  </a:moveTo>
                  <a:lnTo>
                    <a:pt x="0" y="25400"/>
                  </a:lnTo>
                  <a:lnTo>
                    <a:pt x="0" y="31749"/>
                  </a:lnTo>
                  <a:lnTo>
                    <a:pt x="12700" y="31749"/>
                  </a:lnTo>
                  <a:lnTo>
                    <a:pt x="12700" y="25400"/>
                  </a:lnTo>
                  <a:close/>
                </a:path>
                <a:path w="12700" h="265429">
                  <a:moveTo>
                    <a:pt x="1270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2700" y="34289"/>
                  </a:lnTo>
                  <a:lnTo>
                    <a:pt x="12700" y="31749"/>
                  </a:lnTo>
                  <a:close/>
                </a:path>
                <a:path w="12700" h="265429">
                  <a:moveTo>
                    <a:pt x="1270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12700" y="40639"/>
                  </a:lnTo>
                  <a:lnTo>
                    <a:pt x="12700" y="34290"/>
                  </a:lnTo>
                  <a:close/>
                </a:path>
                <a:path w="12700" h="265429">
                  <a:moveTo>
                    <a:pt x="12700" y="40639"/>
                  </a:moveTo>
                  <a:lnTo>
                    <a:pt x="0" y="40639"/>
                  </a:lnTo>
                  <a:lnTo>
                    <a:pt x="0" y="46989"/>
                  </a:lnTo>
                  <a:lnTo>
                    <a:pt x="12700" y="46989"/>
                  </a:lnTo>
                  <a:lnTo>
                    <a:pt x="12700" y="40639"/>
                  </a:lnTo>
                  <a:close/>
                </a:path>
                <a:path w="12700" h="265429">
                  <a:moveTo>
                    <a:pt x="12700" y="46989"/>
                  </a:moveTo>
                  <a:lnTo>
                    <a:pt x="0" y="46989"/>
                  </a:lnTo>
                  <a:lnTo>
                    <a:pt x="0" y="57149"/>
                  </a:lnTo>
                  <a:lnTo>
                    <a:pt x="12700" y="57149"/>
                  </a:lnTo>
                  <a:lnTo>
                    <a:pt x="12700" y="46989"/>
                  </a:lnTo>
                  <a:close/>
                </a:path>
                <a:path w="12700" h="265429">
                  <a:moveTo>
                    <a:pt x="12700" y="57149"/>
                  </a:moveTo>
                  <a:lnTo>
                    <a:pt x="0" y="57149"/>
                  </a:lnTo>
                  <a:lnTo>
                    <a:pt x="0" y="63499"/>
                  </a:lnTo>
                  <a:lnTo>
                    <a:pt x="12700" y="63499"/>
                  </a:lnTo>
                  <a:lnTo>
                    <a:pt x="12700" y="57149"/>
                  </a:lnTo>
                  <a:close/>
                </a:path>
                <a:path w="12700" h="265429">
                  <a:moveTo>
                    <a:pt x="12700" y="63499"/>
                  </a:moveTo>
                  <a:lnTo>
                    <a:pt x="0" y="63499"/>
                  </a:lnTo>
                  <a:lnTo>
                    <a:pt x="0" y="72389"/>
                  </a:lnTo>
                  <a:lnTo>
                    <a:pt x="12700" y="72389"/>
                  </a:lnTo>
                  <a:lnTo>
                    <a:pt x="12700" y="63499"/>
                  </a:lnTo>
                  <a:close/>
                </a:path>
                <a:path w="12700" h="265429">
                  <a:moveTo>
                    <a:pt x="12700" y="72389"/>
                  </a:moveTo>
                  <a:lnTo>
                    <a:pt x="0" y="72389"/>
                  </a:lnTo>
                  <a:lnTo>
                    <a:pt x="0" y="78739"/>
                  </a:lnTo>
                  <a:lnTo>
                    <a:pt x="12700" y="78739"/>
                  </a:lnTo>
                  <a:lnTo>
                    <a:pt x="12700" y="72389"/>
                  </a:lnTo>
                  <a:close/>
                </a:path>
                <a:path w="12700" h="265429">
                  <a:moveTo>
                    <a:pt x="12700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2700" y="85089"/>
                  </a:lnTo>
                  <a:lnTo>
                    <a:pt x="12700" y="78739"/>
                  </a:lnTo>
                  <a:close/>
                </a:path>
                <a:path w="12700" h="265429">
                  <a:moveTo>
                    <a:pt x="12700" y="85089"/>
                  </a:moveTo>
                  <a:lnTo>
                    <a:pt x="0" y="85089"/>
                  </a:lnTo>
                  <a:lnTo>
                    <a:pt x="0" y="95249"/>
                  </a:lnTo>
                  <a:lnTo>
                    <a:pt x="12700" y="95249"/>
                  </a:lnTo>
                  <a:lnTo>
                    <a:pt x="12700" y="85089"/>
                  </a:lnTo>
                  <a:close/>
                </a:path>
                <a:path w="12700" h="265429">
                  <a:moveTo>
                    <a:pt x="12700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12700" y="101599"/>
                  </a:lnTo>
                  <a:lnTo>
                    <a:pt x="12700" y="95250"/>
                  </a:lnTo>
                  <a:close/>
                </a:path>
                <a:path w="12700" h="265429">
                  <a:moveTo>
                    <a:pt x="12700" y="101600"/>
                  </a:moveTo>
                  <a:lnTo>
                    <a:pt x="0" y="101600"/>
                  </a:lnTo>
                  <a:lnTo>
                    <a:pt x="0" y="107949"/>
                  </a:lnTo>
                  <a:lnTo>
                    <a:pt x="12700" y="107949"/>
                  </a:lnTo>
                  <a:lnTo>
                    <a:pt x="12700" y="101600"/>
                  </a:lnTo>
                  <a:close/>
                </a:path>
                <a:path w="12700" h="265429">
                  <a:moveTo>
                    <a:pt x="12700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12700" y="110489"/>
                  </a:lnTo>
                  <a:lnTo>
                    <a:pt x="12700" y="107949"/>
                  </a:lnTo>
                  <a:close/>
                </a:path>
                <a:path w="12700" h="265429">
                  <a:moveTo>
                    <a:pt x="12700" y="110490"/>
                  </a:moveTo>
                  <a:lnTo>
                    <a:pt x="0" y="110490"/>
                  </a:lnTo>
                  <a:lnTo>
                    <a:pt x="0" y="116839"/>
                  </a:lnTo>
                  <a:lnTo>
                    <a:pt x="12700" y="116839"/>
                  </a:lnTo>
                  <a:lnTo>
                    <a:pt x="12700" y="110490"/>
                  </a:lnTo>
                  <a:close/>
                </a:path>
                <a:path w="12700" h="265429">
                  <a:moveTo>
                    <a:pt x="12700" y="116839"/>
                  </a:moveTo>
                  <a:lnTo>
                    <a:pt x="0" y="116839"/>
                  </a:lnTo>
                  <a:lnTo>
                    <a:pt x="0" y="123189"/>
                  </a:lnTo>
                  <a:lnTo>
                    <a:pt x="12700" y="123189"/>
                  </a:lnTo>
                  <a:lnTo>
                    <a:pt x="12700" y="116839"/>
                  </a:lnTo>
                  <a:close/>
                </a:path>
                <a:path w="12700" h="265429">
                  <a:moveTo>
                    <a:pt x="12700" y="123189"/>
                  </a:moveTo>
                  <a:lnTo>
                    <a:pt x="0" y="123189"/>
                  </a:lnTo>
                  <a:lnTo>
                    <a:pt x="0" y="154939"/>
                  </a:lnTo>
                  <a:lnTo>
                    <a:pt x="12700" y="154939"/>
                  </a:lnTo>
                  <a:lnTo>
                    <a:pt x="12700" y="123189"/>
                  </a:lnTo>
                  <a:close/>
                </a:path>
                <a:path w="12700" h="265429">
                  <a:moveTo>
                    <a:pt x="12700" y="154939"/>
                  </a:moveTo>
                  <a:lnTo>
                    <a:pt x="0" y="154939"/>
                  </a:lnTo>
                  <a:lnTo>
                    <a:pt x="0" y="161289"/>
                  </a:lnTo>
                  <a:lnTo>
                    <a:pt x="12700" y="161289"/>
                  </a:lnTo>
                  <a:lnTo>
                    <a:pt x="12700" y="154939"/>
                  </a:lnTo>
                  <a:close/>
                </a:path>
                <a:path w="12700" h="265429">
                  <a:moveTo>
                    <a:pt x="12700" y="161289"/>
                  </a:moveTo>
                  <a:lnTo>
                    <a:pt x="0" y="161289"/>
                  </a:lnTo>
                  <a:lnTo>
                    <a:pt x="0" y="165099"/>
                  </a:lnTo>
                  <a:lnTo>
                    <a:pt x="12700" y="165099"/>
                  </a:lnTo>
                  <a:lnTo>
                    <a:pt x="12700" y="161289"/>
                  </a:lnTo>
                  <a:close/>
                </a:path>
                <a:path w="12700" h="265429">
                  <a:moveTo>
                    <a:pt x="12700" y="165099"/>
                  </a:moveTo>
                  <a:lnTo>
                    <a:pt x="0" y="165099"/>
                  </a:lnTo>
                  <a:lnTo>
                    <a:pt x="0" y="171449"/>
                  </a:lnTo>
                  <a:lnTo>
                    <a:pt x="12700" y="171449"/>
                  </a:lnTo>
                  <a:lnTo>
                    <a:pt x="12700" y="165099"/>
                  </a:lnTo>
                  <a:close/>
                </a:path>
                <a:path w="12700" h="265429">
                  <a:moveTo>
                    <a:pt x="12700" y="171449"/>
                  </a:moveTo>
                  <a:lnTo>
                    <a:pt x="0" y="171449"/>
                  </a:lnTo>
                  <a:lnTo>
                    <a:pt x="0" y="186689"/>
                  </a:lnTo>
                  <a:lnTo>
                    <a:pt x="12700" y="186689"/>
                  </a:lnTo>
                  <a:lnTo>
                    <a:pt x="12700" y="171449"/>
                  </a:lnTo>
                  <a:close/>
                </a:path>
                <a:path w="12700" h="265429">
                  <a:moveTo>
                    <a:pt x="12700" y="186689"/>
                  </a:moveTo>
                  <a:lnTo>
                    <a:pt x="0" y="186689"/>
                  </a:lnTo>
                  <a:lnTo>
                    <a:pt x="0" y="193039"/>
                  </a:lnTo>
                  <a:lnTo>
                    <a:pt x="12700" y="193039"/>
                  </a:lnTo>
                  <a:lnTo>
                    <a:pt x="12700" y="186689"/>
                  </a:lnTo>
                  <a:close/>
                </a:path>
                <a:path w="12700" h="265429">
                  <a:moveTo>
                    <a:pt x="1270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2700" y="196849"/>
                  </a:lnTo>
                  <a:lnTo>
                    <a:pt x="12700" y="193039"/>
                  </a:lnTo>
                  <a:close/>
                </a:path>
                <a:path w="12700" h="265429">
                  <a:moveTo>
                    <a:pt x="12700" y="196850"/>
                  </a:moveTo>
                  <a:lnTo>
                    <a:pt x="0" y="196850"/>
                  </a:lnTo>
                  <a:lnTo>
                    <a:pt x="0" y="203199"/>
                  </a:lnTo>
                  <a:lnTo>
                    <a:pt x="12700" y="203199"/>
                  </a:lnTo>
                  <a:lnTo>
                    <a:pt x="12700" y="196850"/>
                  </a:lnTo>
                  <a:close/>
                </a:path>
                <a:path w="12700" h="265429">
                  <a:moveTo>
                    <a:pt x="12700" y="203199"/>
                  </a:moveTo>
                  <a:lnTo>
                    <a:pt x="0" y="203199"/>
                  </a:lnTo>
                  <a:lnTo>
                    <a:pt x="0" y="209549"/>
                  </a:lnTo>
                  <a:lnTo>
                    <a:pt x="12700" y="209549"/>
                  </a:lnTo>
                  <a:lnTo>
                    <a:pt x="12700" y="203199"/>
                  </a:lnTo>
                  <a:close/>
                </a:path>
                <a:path w="12700" h="265429">
                  <a:moveTo>
                    <a:pt x="1270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2700" y="212089"/>
                  </a:lnTo>
                  <a:lnTo>
                    <a:pt x="12700" y="209549"/>
                  </a:lnTo>
                  <a:close/>
                </a:path>
                <a:path w="12700" h="265429">
                  <a:moveTo>
                    <a:pt x="12700" y="212089"/>
                  </a:moveTo>
                  <a:lnTo>
                    <a:pt x="0" y="212089"/>
                  </a:lnTo>
                  <a:lnTo>
                    <a:pt x="0" y="218439"/>
                  </a:lnTo>
                  <a:lnTo>
                    <a:pt x="12700" y="218439"/>
                  </a:lnTo>
                  <a:lnTo>
                    <a:pt x="12700" y="212089"/>
                  </a:lnTo>
                  <a:close/>
                </a:path>
                <a:path w="12700" h="265429">
                  <a:moveTo>
                    <a:pt x="12700" y="218439"/>
                  </a:moveTo>
                  <a:lnTo>
                    <a:pt x="0" y="218439"/>
                  </a:lnTo>
                  <a:lnTo>
                    <a:pt x="0" y="224789"/>
                  </a:lnTo>
                  <a:lnTo>
                    <a:pt x="12700" y="224789"/>
                  </a:lnTo>
                  <a:lnTo>
                    <a:pt x="12700" y="218439"/>
                  </a:lnTo>
                  <a:close/>
                </a:path>
                <a:path w="12700" h="265429">
                  <a:moveTo>
                    <a:pt x="12700" y="224790"/>
                  </a:moveTo>
                  <a:lnTo>
                    <a:pt x="0" y="224790"/>
                  </a:lnTo>
                  <a:lnTo>
                    <a:pt x="0" y="234949"/>
                  </a:lnTo>
                  <a:lnTo>
                    <a:pt x="12700" y="234949"/>
                  </a:lnTo>
                  <a:lnTo>
                    <a:pt x="12700" y="224790"/>
                  </a:lnTo>
                  <a:close/>
                </a:path>
                <a:path w="12700" h="265429">
                  <a:moveTo>
                    <a:pt x="12700" y="234949"/>
                  </a:moveTo>
                  <a:lnTo>
                    <a:pt x="0" y="234949"/>
                  </a:lnTo>
                  <a:lnTo>
                    <a:pt x="0" y="243839"/>
                  </a:lnTo>
                  <a:lnTo>
                    <a:pt x="12700" y="243839"/>
                  </a:lnTo>
                  <a:lnTo>
                    <a:pt x="12700" y="234949"/>
                  </a:lnTo>
                  <a:close/>
                </a:path>
                <a:path w="12700" h="265429">
                  <a:moveTo>
                    <a:pt x="12700" y="243839"/>
                  </a:moveTo>
                  <a:lnTo>
                    <a:pt x="0" y="243839"/>
                  </a:lnTo>
                  <a:lnTo>
                    <a:pt x="0" y="250189"/>
                  </a:lnTo>
                  <a:lnTo>
                    <a:pt x="12700" y="250189"/>
                  </a:lnTo>
                  <a:lnTo>
                    <a:pt x="12700" y="243839"/>
                  </a:lnTo>
                  <a:close/>
                </a:path>
                <a:path w="12700" h="265429">
                  <a:moveTo>
                    <a:pt x="12700" y="250189"/>
                  </a:moveTo>
                  <a:lnTo>
                    <a:pt x="0" y="250189"/>
                  </a:lnTo>
                  <a:lnTo>
                    <a:pt x="0" y="251459"/>
                  </a:lnTo>
                  <a:lnTo>
                    <a:pt x="1270" y="251459"/>
                  </a:lnTo>
                  <a:lnTo>
                    <a:pt x="1270" y="252729"/>
                  </a:lnTo>
                  <a:lnTo>
                    <a:pt x="2540" y="252729"/>
                  </a:lnTo>
                  <a:lnTo>
                    <a:pt x="2540" y="255269"/>
                  </a:lnTo>
                  <a:lnTo>
                    <a:pt x="3810" y="255269"/>
                  </a:lnTo>
                  <a:lnTo>
                    <a:pt x="3810" y="256539"/>
                  </a:lnTo>
                  <a:lnTo>
                    <a:pt x="12700" y="256539"/>
                  </a:lnTo>
                  <a:lnTo>
                    <a:pt x="12700" y="250189"/>
                  </a:lnTo>
                  <a:close/>
                </a:path>
                <a:path w="12700" h="265429">
                  <a:moveTo>
                    <a:pt x="12700" y="256539"/>
                  </a:moveTo>
                  <a:lnTo>
                    <a:pt x="5080" y="256539"/>
                  </a:lnTo>
                  <a:lnTo>
                    <a:pt x="5080" y="257809"/>
                  </a:lnTo>
                  <a:lnTo>
                    <a:pt x="6350" y="257809"/>
                  </a:lnTo>
                  <a:lnTo>
                    <a:pt x="6350" y="259079"/>
                  </a:lnTo>
                  <a:lnTo>
                    <a:pt x="7620" y="259079"/>
                  </a:lnTo>
                  <a:lnTo>
                    <a:pt x="7620" y="260349"/>
                  </a:lnTo>
                  <a:lnTo>
                    <a:pt x="12700" y="260349"/>
                  </a:lnTo>
                  <a:lnTo>
                    <a:pt x="12700" y="256539"/>
                  </a:lnTo>
                  <a:close/>
                </a:path>
                <a:path w="12700" h="265429">
                  <a:moveTo>
                    <a:pt x="12700" y="260349"/>
                  </a:moveTo>
                  <a:lnTo>
                    <a:pt x="8890" y="260349"/>
                  </a:lnTo>
                  <a:lnTo>
                    <a:pt x="8890" y="262889"/>
                  </a:lnTo>
                  <a:lnTo>
                    <a:pt x="12700" y="262889"/>
                  </a:lnTo>
                  <a:lnTo>
                    <a:pt x="12700" y="260349"/>
                  </a:lnTo>
                  <a:close/>
                </a:path>
                <a:path w="12700" h="265429">
                  <a:moveTo>
                    <a:pt x="12700" y="262889"/>
                  </a:moveTo>
                  <a:lnTo>
                    <a:pt x="10160" y="262889"/>
                  </a:lnTo>
                  <a:lnTo>
                    <a:pt x="10160" y="264159"/>
                  </a:lnTo>
                  <a:lnTo>
                    <a:pt x="11430" y="264159"/>
                  </a:lnTo>
                  <a:lnTo>
                    <a:pt x="11430" y="265429"/>
                  </a:lnTo>
                  <a:lnTo>
                    <a:pt x="12700" y="265429"/>
                  </a:lnTo>
                  <a:lnTo>
                    <a:pt x="12700" y="262889"/>
                  </a:lnTo>
                  <a:close/>
                </a:path>
              </a:pathLst>
            </a:custGeom>
            <a:solidFill>
              <a:srgbClr val="D1C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5">
              <a:extLst>
                <a:ext uri="{FF2B5EF4-FFF2-40B4-BE49-F238E27FC236}">
                  <a16:creationId xmlns:a16="http://schemas.microsoft.com/office/drawing/2014/main" id="{1571C0AF-C04A-0BB0-D32B-DA7710096966}"/>
                </a:ext>
              </a:extLst>
            </p:cNvPr>
            <p:cNvSpPr/>
            <p:nvPr/>
          </p:nvSpPr>
          <p:spPr>
            <a:xfrm>
              <a:off x="6463029" y="5415280"/>
              <a:ext cx="12700" cy="295910"/>
            </a:xfrm>
            <a:custGeom>
              <a:avLst/>
              <a:gdLst/>
              <a:ahLst/>
              <a:cxnLst/>
              <a:rect l="l" t="t" r="r" b="b"/>
              <a:pathLst>
                <a:path w="12700" h="295910">
                  <a:moveTo>
                    <a:pt x="12700" y="0"/>
                  </a:moveTo>
                  <a:lnTo>
                    <a:pt x="11430" y="0"/>
                  </a:lnTo>
                  <a:lnTo>
                    <a:pt x="11430" y="1269"/>
                  </a:lnTo>
                  <a:lnTo>
                    <a:pt x="10160" y="1269"/>
                  </a:lnTo>
                  <a:lnTo>
                    <a:pt x="10160" y="2539"/>
                  </a:lnTo>
                  <a:lnTo>
                    <a:pt x="12700" y="2539"/>
                  </a:lnTo>
                  <a:lnTo>
                    <a:pt x="12700" y="0"/>
                  </a:lnTo>
                  <a:close/>
                </a:path>
                <a:path w="12700" h="295910">
                  <a:moveTo>
                    <a:pt x="12700" y="2539"/>
                  </a:moveTo>
                  <a:lnTo>
                    <a:pt x="8890" y="2539"/>
                  </a:lnTo>
                  <a:lnTo>
                    <a:pt x="8890" y="3809"/>
                  </a:lnTo>
                  <a:lnTo>
                    <a:pt x="7620" y="380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7619"/>
                  </a:lnTo>
                  <a:lnTo>
                    <a:pt x="5080" y="7619"/>
                  </a:lnTo>
                  <a:lnTo>
                    <a:pt x="5080" y="8889"/>
                  </a:lnTo>
                  <a:lnTo>
                    <a:pt x="12700" y="8889"/>
                  </a:lnTo>
                  <a:lnTo>
                    <a:pt x="12700" y="2539"/>
                  </a:lnTo>
                  <a:close/>
                </a:path>
                <a:path w="12700" h="295910">
                  <a:moveTo>
                    <a:pt x="12700" y="8889"/>
                  </a:moveTo>
                  <a:lnTo>
                    <a:pt x="3810" y="8889"/>
                  </a:lnTo>
                  <a:lnTo>
                    <a:pt x="3810" y="10159"/>
                  </a:lnTo>
                  <a:lnTo>
                    <a:pt x="2540" y="10159"/>
                  </a:lnTo>
                  <a:lnTo>
                    <a:pt x="2540" y="11429"/>
                  </a:lnTo>
                  <a:lnTo>
                    <a:pt x="12700" y="11429"/>
                  </a:lnTo>
                  <a:lnTo>
                    <a:pt x="12700" y="8889"/>
                  </a:lnTo>
                  <a:close/>
                </a:path>
                <a:path w="12700" h="295910">
                  <a:moveTo>
                    <a:pt x="12700" y="11429"/>
                  </a:moveTo>
                  <a:lnTo>
                    <a:pt x="1270" y="11429"/>
                  </a:lnTo>
                  <a:lnTo>
                    <a:pt x="1270" y="12699"/>
                  </a:lnTo>
                  <a:lnTo>
                    <a:pt x="0" y="12699"/>
                  </a:lnTo>
                  <a:lnTo>
                    <a:pt x="0" y="15239"/>
                  </a:lnTo>
                  <a:lnTo>
                    <a:pt x="12700" y="15239"/>
                  </a:lnTo>
                  <a:lnTo>
                    <a:pt x="12700" y="11429"/>
                  </a:lnTo>
                  <a:close/>
                </a:path>
                <a:path w="12700" h="295910">
                  <a:moveTo>
                    <a:pt x="12700" y="15239"/>
                  </a:moveTo>
                  <a:lnTo>
                    <a:pt x="0" y="15239"/>
                  </a:lnTo>
                  <a:lnTo>
                    <a:pt x="0" y="17779"/>
                  </a:lnTo>
                  <a:lnTo>
                    <a:pt x="12700" y="17779"/>
                  </a:lnTo>
                  <a:lnTo>
                    <a:pt x="12700" y="15239"/>
                  </a:lnTo>
                  <a:close/>
                </a:path>
                <a:path w="12700" h="295910">
                  <a:moveTo>
                    <a:pt x="12700" y="17779"/>
                  </a:moveTo>
                  <a:lnTo>
                    <a:pt x="0" y="17779"/>
                  </a:lnTo>
                  <a:lnTo>
                    <a:pt x="0" y="24129"/>
                  </a:lnTo>
                  <a:lnTo>
                    <a:pt x="12700" y="24129"/>
                  </a:lnTo>
                  <a:lnTo>
                    <a:pt x="12700" y="17779"/>
                  </a:lnTo>
                  <a:close/>
                </a:path>
                <a:path w="12700" h="295910">
                  <a:moveTo>
                    <a:pt x="12700" y="24129"/>
                  </a:moveTo>
                  <a:lnTo>
                    <a:pt x="0" y="24129"/>
                  </a:lnTo>
                  <a:lnTo>
                    <a:pt x="0" y="30479"/>
                  </a:lnTo>
                  <a:lnTo>
                    <a:pt x="12700" y="30479"/>
                  </a:lnTo>
                  <a:lnTo>
                    <a:pt x="12700" y="24129"/>
                  </a:lnTo>
                  <a:close/>
                </a:path>
                <a:path w="12700" h="295910">
                  <a:moveTo>
                    <a:pt x="12700" y="30479"/>
                  </a:moveTo>
                  <a:lnTo>
                    <a:pt x="0" y="30479"/>
                  </a:lnTo>
                  <a:lnTo>
                    <a:pt x="0" y="40639"/>
                  </a:lnTo>
                  <a:lnTo>
                    <a:pt x="12700" y="40639"/>
                  </a:lnTo>
                  <a:lnTo>
                    <a:pt x="12700" y="30479"/>
                  </a:lnTo>
                  <a:close/>
                </a:path>
                <a:path w="12700" h="295910">
                  <a:moveTo>
                    <a:pt x="12700" y="40639"/>
                  </a:moveTo>
                  <a:lnTo>
                    <a:pt x="0" y="40639"/>
                  </a:lnTo>
                  <a:lnTo>
                    <a:pt x="0" y="46989"/>
                  </a:lnTo>
                  <a:lnTo>
                    <a:pt x="12700" y="46989"/>
                  </a:lnTo>
                  <a:lnTo>
                    <a:pt x="12700" y="40639"/>
                  </a:lnTo>
                  <a:close/>
                </a:path>
                <a:path w="12700" h="295910">
                  <a:moveTo>
                    <a:pt x="12700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12700" y="49529"/>
                  </a:lnTo>
                  <a:lnTo>
                    <a:pt x="12700" y="46989"/>
                  </a:lnTo>
                  <a:close/>
                </a:path>
                <a:path w="12700" h="295910">
                  <a:moveTo>
                    <a:pt x="12700" y="49529"/>
                  </a:moveTo>
                  <a:lnTo>
                    <a:pt x="0" y="49529"/>
                  </a:lnTo>
                  <a:lnTo>
                    <a:pt x="0" y="55879"/>
                  </a:lnTo>
                  <a:lnTo>
                    <a:pt x="12700" y="55879"/>
                  </a:lnTo>
                  <a:lnTo>
                    <a:pt x="12700" y="49529"/>
                  </a:lnTo>
                  <a:close/>
                </a:path>
                <a:path w="12700" h="295910">
                  <a:moveTo>
                    <a:pt x="12700" y="55879"/>
                  </a:moveTo>
                  <a:lnTo>
                    <a:pt x="0" y="55879"/>
                  </a:lnTo>
                  <a:lnTo>
                    <a:pt x="0" y="62229"/>
                  </a:lnTo>
                  <a:lnTo>
                    <a:pt x="12700" y="62229"/>
                  </a:lnTo>
                  <a:lnTo>
                    <a:pt x="12700" y="55879"/>
                  </a:lnTo>
                  <a:close/>
                </a:path>
                <a:path w="12700" h="295910">
                  <a:moveTo>
                    <a:pt x="12700" y="62229"/>
                  </a:moveTo>
                  <a:lnTo>
                    <a:pt x="0" y="62229"/>
                  </a:lnTo>
                  <a:lnTo>
                    <a:pt x="0" y="72389"/>
                  </a:lnTo>
                  <a:lnTo>
                    <a:pt x="12700" y="72389"/>
                  </a:lnTo>
                  <a:lnTo>
                    <a:pt x="12700" y="62229"/>
                  </a:lnTo>
                  <a:close/>
                </a:path>
                <a:path w="12700" h="295910">
                  <a:moveTo>
                    <a:pt x="12700" y="72389"/>
                  </a:moveTo>
                  <a:lnTo>
                    <a:pt x="0" y="72389"/>
                  </a:lnTo>
                  <a:lnTo>
                    <a:pt x="0" y="78739"/>
                  </a:lnTo>
                  <a:lnTo>
                    <a:pt x="12700" y="78739"/>
                  </a:lnTo>
                  <a:lnTo>
                    <a:pt x="12700" y="72389"/>
                  </a:lnTo>
                  <a:close/>
                </a:path>
                <a:path w="12700" h="295910">
                  <a:moveTo>
                    <a:pt x="12700" y="78739"/>
                  </a:moveTo>
                  <a:lnTo>
                    <a:pt x="0" y="78739"/>
                  </a:lnTo>
                  <a:lnTo>
                    <a:pt x="0" y="87629"/>
                  </a:lnTo>
                  <a:lnTo>
                    <a:pt x="12700" y="87629"/>
                  </a:lnTo>
                  <a:lnTo>
                    <a:pt x="12700" y="78739"/>
                  </a:lnTo>
                  <a:close/>
                </a:path>
                <a:path w="12700" h="295910">
                  <a:moveTo>
                    <a:pt x="12700" y="87629"/>
                  </a:moveTo>
                  <a:lnTo>
                    <a:pt x="0" y="87629"/>
                  </a:lnTo>
                  <a:lnTo>
                    <a:pt x="0" y="93979"/>
                  </a:lnTo>
                  <a:lnTo>
                    <a:pt x="12700" y="93979"/>
                  </a:lnTo>
                  <a:lnTo>
                    <a:pt x="12700" y="87629"/>
                  </a:lnTo>
                  <a:close/>
                </a:path>
                <a:path w="12700" h="295910">
                  <a:moveTo>
                    <a:pt x="12700" y="93979"/>
                  </a:moveTo>
                  <a:lnTo>
                    <a:pt x="0" y="93979"/>
                  </a:lnTo>
                  <a:lnTo>
                    <a:pt x="0" y="100329"/>
                  </a:lnTo>
                  <a:lnTo>
                    <a:pt x="12700" y="100329"/>
                  </a:lnTo>
                  <a:lnTo>
                    <a:pt x="12700" y="93979"/>
                  </a:lnTo>
                  <a:close/>
                </a:path>
                <a:path w="12700" h="295910">
                  <a:moveTo>
                    <a:pt x="12700" y="100329"/>
                  </a:moveTo>
                  <a:lnTo>
                    <a:pt x="0" y="100329"/>
                  </a:lnTo>
                  <a:lnTo>
                    <a:pt x="0" y="110489"/>
                  </a:lnTo>
                  <a:lnTo>
                    <a:pt x="12700" y="110489"/>
                  </a:lnTo>
                  <a:lnTo>
                    <a:pt x="12700" y="100329"/>
                  </a:lnTo>
                  <a:close/>
                </a:path>
                <a:path w="12700" h="295910">
                  <a:moveTo>
                    <a:pt x="12700" y="110489"/>
                  </a:moveTo>
                  <a:lnTo>
                    <a:pt x="0" y="110489"/>
                  </a:lnTo>
                  <a:lnTo>
                    <a:pt x="0" y="116839"/>
                  </a:lnTo>
                  <a:lnTo>
                    <a:pt x="12700" y="116839"/>
                  </a:lnTo>
                  <a:lnTo>
                    <a:pt x="12700" y="110489"/>
                  </a:lnTo>
                  <a:close/>
                </a:path>
                <a:path w="12700" h="295910">
                  <a:moveTo>
                    <a:pt x="12700" y="116839"/>
                  </a:moveTo>
                  <a:lnTo>
                    <a:pt x="0" y="116839"/>
                  </a:lnTo>
                  <a:lnTo>
                    <a:pt x="0" y="123189"/>
                  </a:lnTo>
                  <a:lnTo>
                    <a:pt x="12700" y="123189"/>
                  </a:lnTo>
                  <a:lnTo>
                    <a:pt x="12700" y="116839"/>
                  </a:lnTo>
                  <a:close/>
                </a:path>
                <a:path w="12700" h="295910">
                  <a:moveTo>
                    <a:pt x="12700" y="123189"/>
                  </a:moveTo>
                  <a:lnTo>
                    <a:pt x="0" y="123189"/>
                  </a:lnTo>
                  <a:lnTo>
                    <a:pt x="0" y="125729"/>
                  </a:lnTo>
                  <a:lnTo>
                    <a:pt x="12700" y="125729"/>
                  </a:lnTo>
                  <a:lnTo>
                    <a:pt x="12700" y="123189"/>
                  </a:lnTo>
                  <a:close/>
                </a:path>
                <a:path w="12700" h="295910">
                  <a:moveTo>
                    <a:pt x="12700" y="125729"/>
                  </a:moveTo>
                  <a:lnTo>
                    <a:pt x="0" y="125729"/>
                  </a:lnTo>
                  <a:lnTo>
                    <a:pt x="0" y="132079"/>
                  </a:lnTo>
                  <a:lnTo>
                    <a:pt x="12700" y="132079"/>
                  </a:lnTo>
                  <a:lnTo>
                    <a:pt x="12700" y="125729"/>
                  </a:lnTo>
                  <a:close/>
                </a:path>
                <a:path w="12700" h="295910">
                  <a:moveTo>
                    <a:pt x="12700" y="132079"/>
                  </a:moveTo>
                  <a:lnTo>
                    <a:pt x="0" y="132079"/>
                  </a:lnTo>
                  <a:lnTo>
                    <a:pt x="0" y="138429"/>
                  </a:lnTo>
                  <a:lnTo>
                    <a:pt x="12700" y="138429"/>
                  </a:lnTo>
                  <a:lnTo>
                    <a:pt x="12700" y="132079"/>
                  </a:lnTo>
                  <a:close/>
                </a:path>
                <a:path w="12700" h="295910">
                  <a:moveTo>
                    <a:pt x="12700" y="138429"/>
                  </a:moveTo>
                  <a:lnTo>
                    <a:pt x="0" y="138429"/>
                  </a:lnTo>
                  <a:lnTo>
                    <a:pt x="0" y="170179"/>
                  </a:lnTo>
                  <a:lnTo>
                    <a:pt x="12700" y="170179"/>
                  </a:lnTo>
                  <a:lnTo>
                    <a:pt x="12700" y="138429"/>
                  </a:lnTo>
                  <a:close/>
                </a:path>
                <a:path w="12700" h="295910">
                  <a:moveTo>
                    <a:pt x="12700" y="170179"/>
                  </a:moveTo>
                  <a:lnTo>
                    <a:pt x="0" y="170179"/>
                  </a:lnTo>
                  <a:lnTo>
                    <a:pt x="0" y="176529"/>
                  </a:lnTo>
                  <a:lnTo>
                    <a:pt x="12700" y="176529"/>
                  </a:lnTo>
                  <a:lnTo>
                    <a:pt x="12700" y="170179"/>
                  </a:lnTo>
                  <a:close/>
                </a:path>
                <a:path w="12700" h="295910">
                  <a:moveTo>
                    <a:pt x="12700" y="176529"/>
                  </a:moveTo>
                  <a:lnTo>
                    <a:pt x="0" y="176529"/>
                  </a:lnTo>
                  <a:lnTo>
                    <a:pt x="0" y="180339"/>
                  </a:lnTo>
                  <a:lnTo>
                    <a:pt x="12700" y="180339"/>
                  </a:lnTo>
                  <a:lnTo>
                    <a:pt x="12700" y="176529"/>
                  </a:lnTo>
                  <a:close/>
                </a:path>
                <a:path w="12700" h="295910">
                  <a:moveTo>
                    <a:pt x="12700" y="180339"/>
                  </a:moveTo>
                  <a:lnTo>
                    <a:pt x="0" y="180339"/>
                  </a:lnTo>
                  <a:lnTo>
                    <a:pt x="0" y="186689"/>
                  </a:lnTo>
                  <a:lnTo>
                    <a:pt x="12700" y="186689"/>
                  </a:lnTo>
                  <a:lnTo>
                    <a:pt x="12700" y="180339"/>
                  </a:lnTo>
                  <a:close/>
                </a:path>
                <a:path w="12700" h="295910">
                  <a:moveTo>
                    <a:pt x="12700" y="186689"/>
                  </a:moveTo>
                  <a:lnTo>
                    <a:pt x="0" y="186689"/>
                  </a:lnTo>
                  <a:lnTo>
                    <a:pt x="0" y="201929"/>
                  </a:lnTo>
                  <a:lnTo>
                    <a:pt x="12700" y="201929"/>
                  </a:lnTo>
                  <a:lnTo>
                    <a:pt x="12700" y="186689"/>
                  </a:lnTo>
                  <a:close/>
                </a:path>
                <a:path w="12700" h="295910">
                  <a:moveTo>
                    <a:pt x="12700" y="201929"/>
                  </a:moveTo>
                  <a:lnTo>
                    <a:pt x="0" y="201929"/>
                  </a:lnTo>
                  <a:lnTo>
                    <a:pt x="0" y="208279"/>
                  </a:lnTo>
                  <a:lnTo>
                    <a:pt x="12700" y="208279"/>
                  </a:lnTo>
                  <a:lnTo>
                    <a:pt x="12700" y="201929"/>
                  </a:lnTo>
                  <a:close/>
                </a:path>
                <a:path w="12700" h="295910">
                  <a:moveTo>
                    <a:pt x="12700" y="208279"/>
                  </a:moveTo>
                  <a:lnTo>
                    <a:pt x="0" y="208279"/>
                  </a:lnTo>
                  <a:lnTo>
                    <a:pt x="0" y="212089"/>
                  </a:lnTo>
                  <a:lnTo>
                    <a:pt x="12700" y="212089"/>
                  </a:lnTo>
                  <a:lnTo>
                    <a:pt x="12700" y="208279"/>
                  </a:lnTo>
                  <a:close/>
                </a:path>
                <a:path w="12700" h="295910">
                  <a:moveTo>
                    <a:pt x="12700" y="212089"/>
                  </a:moveTo>
                  <a:lnTo>
                    <a:pt x="0" y="212089"/>
                  </a:lnTo>
                  <a:lnTo>
                    <a:pt x="0" y="218439"/>
                  </a:lnTo>
                  <a:lnTo>
                    <a:pt x="12700" y="218439"/>
                  </a:lnTo>
                  <a:lnTo>
                    <a:pt x="12700" y="212089"/>
                  </a:lnTo>
                  <a:close/>
                </a:path>
                <a:path w="12700" h="295910">
                  <a:moveTo>
                    <a:pt x="12700" y="218439"/>
                  </a:moveTo>
                  <a:lnTo>
                    <a:pt x="0" y="218439"/>
                  </a:lnTo>
                  <a:lnTo>
                    <a:pt x="0" y="224789"/>
                  </a:lnTo>
                  <a:lnTo>
                    <a:pt x="12700" y="224789"/>
                  </a:lnTo>
                  <a:lnTo>
                    <a:pt x="12700" y="218439"/>
                  </a:lnTo>
                  <a:close/>
                </a:path>
                <a:path w="12700" h="295910">
                  <a:moveTo>
                    <a:pt x="12700" y="224789"/>
                  </a:moveTo>
                  <a:lnTo>
                    <a:pt x="0" y="224789"/>
                  </a:lnTo>
                  <a:lnTo>
                    <a:pt x="0" y="227329"/>
                  </a:lnTo>
                  <a:lnTo>
                    <a:pt x="12700" y="227329"/>
                  </a:lnTo>
                  <a:lnTo>
                    <a:pt x="12700" y="224789"/>
                  </a:lnTo>
                  <a:close/>
                </a:path>
                <a:path w="12700" h="295910">
                  <a:moveTo>
                    <a:pt x="12700" y="227329"/>
                  </a:moveTo>
                  <a:lnTo>
                    <a:pt x="0" y="227329"/>
                  </a:lnTo>
                  <a:lnTo>
                    <a:pt x="0" y="233679"/>
                  </a:lnTo>
                  <a:lnTo>
                    <a:pt x="12700" y="233679"/>
                  </a:lnTo>
                  <a:lnTo>
                    <a:pt x="12700" y="227329"/>
                  </a:lnTo>
                  <a:close/>
                </a:path>
                <a:path w="12700" h="295910">
                  <a:moveTo>
                    <a:pt x="12700" y="233679"/>
                  </a:moveTo>
                  <a:lnTo>
                    <a:pt x="0" y="233679"/>
                  </a:lnTo>
                  <a:lnTo>
                    <a:pt x="0" y="240029"/>
                  </a:lnTo>
                  <a:lnTo>
                    <a:pt x="12700" y="240029"/>
                  </a:lnTo>
                  <a:lnTo>
                    <a:pt x="12700" y="233679"/>
                  </a:lnTo>
                  <a:close/>
                </a:path>
                <a:path w="12700" h="295910">
                  <a:moveTo>
                    <a:pt x="12700" y="240029"/>
                  </a:moveTo>
                  <a:lnTo>
                    <a:pt x="0" y="240029"/>
                  </a:lnTo>
                  <a:lnTo>
                    <a:pt x="0" y="250189"/>
                  </a:lnTo>
                  <a:lnTo>
                    <a:pt x="12700" y="250189"/>
                  </a:lnTo>
                  <a:lnTo>
                    <a:pt x="12700" y="240029"/>
                  </a:lnTo>
                  <a:close/>
                </a:path>
                <a:path w="12700" h="295910">
                  <a:moveTo>
                    <a:pt x="12700" y="250189"/>
                  </a:moveTo>
                  <a:lnTo>
                    <a:pt x="0" y="250189"/>
                  </a:lnTo>
                  <a:lnTo>
                    <a:pt x="0" y="259079"/>
                  </a:lnTo>
                  <a:lnTo>
                    <a:pt x="12700" y="259079"/>
                  </a:lnTo>
                  <a:lnTo>
                    <a:pt x="12700" y="250189"/>
                  </a:lnTo>
                  <a:close/>
                </a:path>
                <a:path w="12700" h="295910">
                  <a:moveTo>
                    <a:pt x="12700" y="259079"/>
                  </a:moveTo>
                  <a:lnTo>
                    <a:pt x="0" y="259079"/>
                  </a:lnTo>
                  <a:lnTo>
                    <a:pt x="0" y="265429"/>
                  </a:lnTo>
                  <a:lnTo>
                    <a:pt x="12700" y="265429"/>
                  </a:lnTo>
                  <a:lnTo>
                    <a:pt x="12700" y="259079"/>
                  </a:lnTo>
                  <a:close/>
                </a:path>
                <a:path w="12700" h="295910">
                  <a:moveTo>
                    <a:pt x="12700" y="265429"/>
                  </a:moveTo>
                  <a:lnTo>
                    <a:pt x="0" y="265429"/>
                  </a:lnTo>
                  <a:lnTo>
                    <a:pt x="0" y="271779"/>
                  </a:lnTo>
                  <a:lnTo>
                    <a:pt x="12700" y="271779"/>
                  </a:lnTo>
                  <a:lnTo>
                    <a:pt x="12700" y="265429"/>
                  </a:lnTo>
                  <a:close/>
                </a:path>
                <a:path w="12700" h="295910">
                  <a:moveTo>
                    <a:pt x="12700" y="271779"/>
                  </a:moveTo>
                  <a:lnTo>
                    <a:pt x="0" y="271779"/>
                  </a:lnTo>
                  <a:lnTo>
                    <a:pt x="0" y="275589"/>
                  </a:lnTo>
                  <a:lnTo>
                    <a:pt x="12700" y="275589"/>
                  </a:lnTo>
                  <a:lnTo>
                    <a:pt x="12700" y="271779"/>
                  </a:lnTo>
                  <a:close/>
                </a:path>
                <a:path w="12700" h="295910">
                  <a:moveTo>
                    <a:pt x="12700" y="275589"/>
                  </a:moveTo>
                  <a:lnTo>
                    <a:pt x="0" y="275589"/>
                  </a:lnTo>
                  <a:lnTo>
                    <a:pt x="0" y="278129"/>
                  </a:lnTo>
                  <a:lnTo>
                    <a:pt x="12700" y="278129"/>
                  </a:lnTo>
                  <a:lnTo>
                    <a:pt x="12700" y="275589"/>
                  </a:lnTo>
                  <a:close/>
                </a:path>
                <a:path w="12700" h="295910">
                  <a:moveTo>
                    <a:pt x="12700" y="278129"/>
                  </a:moveTo>
                  <a:lnTo>
                    <a:pt x="0" y="278129"/>
                  </a:lnTo>
                  <a:lnTo>
                    <a:pt x="0" y="281939"/>
                  </a:lnTo>
                  <a:lnTo>
                    <a:pt x="12700" y="281939"/>
                  </a:lnTo>
                  <a:lnTo>
                    <a:pt x="12700" y="278129"/>
                  </a:lnTo>
                  <a:close/>
                </a:path>
                <a:path w="12700" h="295910">
                  <a:moveTo>
                    <a:pt x="12700" y="281939"/>
                  </a:moveTo>
                  <a:lnTo>
                    <a:pt x="1270" y="281939"/>
                  </a:lnTo>
                  <a:lnTo>
                    <a:pt x="1270" y="283209"/>
                  </a:lnTo>
                  <a:lnTo>
                    <a:pt x="2540" y="283209"/>
                  </a:lnTo>
                  <a:lnTo>
                    <a:pt x="2540" y="285749"/>
                  </a:lnTo>
                  <a:lnTo>
                    <a:pt x="3810" y="285749"/>
                  </a:lnTo>
                  <a:lnTo>
                    <a:pt x="3810" y="287019"/>
                  </a:lnTo>
                  <a:lnTo>
                    <a:pt x="5080" y="287019"/>
                  </a:lnTo>
                  <a:lnTo>
                    <a:pt x="5080" y="288289"/>
                  </a:lnTo>
                  <a:lnTo>
                    <a:pt x="12700" y="288289"/>
                  </a:lnTo>
                  <a:lnTo>
                    <a:pt x="12700" y="281939"/>
                  </a:lnTo>
                  <a:close/>
                </a:path>
                <a:path w="12700" h="295910">
                  <a:moveTo>
                    <a:pt x="12700" y="288289"/>
                  </a:moveTo>
                  <a:lnTo>
                    <a:pt x="6350" y="288289"/>
                  </a:lnTo>
                  <a:lnTo>
                    <a:pt x="6350" y="289559"/>
                  </a:lnTo>
                  <a:lnTo>
                    <a:pt x="7620" y="289559"/>
                  </a:lnTo>
                  <a:lnTo>
                    <a:pt x="7620" y="290829"/>
                  </a:lnTo>
                  <a:lnTo>
                    <a:pt x="8890" y="290829"/>
                  </a:lnTo>
                  <a:lnTo>
                    <a:pt x="8890" y="293369"/>
                  </a:lnTo>
                  <a:lnTo>
                    <a:pt x="10160" y="293369"/>
                  </a:lnTo>
                  <a:lnTo>
                    <a:pt x="10160" y="294639"/>
                  </a:lnTo>
                  <a:lnTo>
                    <a:pt x="11430" y="294639"/>
                  </a:lnTo>
                  <a:lnTo>
                    <a:pt x="11430" y="295909"/>
                  </a:lnTo>
                  <a:lnTo>
                    <a:pt x="12700" y="295909"/>
                  </a:lnTo>
                  <a:lnTo>
                    <a:pt x="12700" y="288289"/>
                  </a:lnTo>
                  <a:close/>
                </a:path>
              </a:pathLst>
            </a:custGeom>
            <a:solidFill>
              <a:srgbClr val="D0CC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496">
              <a:extLst>
                <a:ext uri="{FF2B5EF4-FFF2-40B4-BE49-F238E27FC236}">
                  <a16:creationId xmlns:a16="http://schemas.microsoft.com/office/drawing/2014/main" id="{7366E6C9-D631-2D70-AF6D-054164CF2A34}"/>
                </a:ext>
              </a:extLst>
            </p:cNvPr>
            <p:cNvSpPr/>
            <p:nvPr/>
          </p:nvSpPr>
          <p:spPr>
            <a:xfrm>
              <a:off x="6475729" y="5400040"/>
              <a:ext cx="12700" cy="326390"/>
            </a:xfrm>
            <a:custGeom>
              <a:avLst/>
              <a:gdLst/>
              <a:ahLst/>
              <a:cxnLst/>
              <a:rect l="l" t="t" r="r" b="b"/>
              <a:pathLst>
                <a:path w="12700" h="326389">
                  <a:moveTo>
                    <a:pt x="12700" y="0"/>
                  </a:moveTo>
                  <a:lnTo>
                    <a:pt x="11430" y="0"/>
                  </a:lnTo>
                  <a:lnTo>
                    <a:pt x="11430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49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12700" y="11430"/>
                  </a:lnTo>
                  <a:lnTo>
                    <a:pt x="12700" y="0"/>
                  </a:lnTo>
                  <a:close/>
                </a:path>
                <a:path w="12700" h="326389">
                  <a:moveTo>
                    <a:pt x="12700" y="11430"/>
                  </a:moveTo>
                  <a:lnTo>
                    <a:pt x="1270" y="11430"/>
                  </a:lnTo>
                  <a:lnTo>
                    <a:pt x="1270" y="12700"/>
                  </a:lnTo>
                  <a:lnTo>
                    <a:pt x="0" y="12700"/>
                  </a:lnTo>
                  <a:lnTo>
                    <a:pt x="0" y="17780"/>
                  </a:lnTo>
                  <a:lnTo>
                    <a:pt x="12700" y="17780"/>
                  </a:lnTo>
                  <a:lnTo>
                    <a:pt x="12700" y="11430"/>
                  </a:lnTo>
                  <a:close/>
                </a:path>
                <a:path w="12700" h="326389">
                  <a:moveTo>
                    <a:pt x="12700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12700" y="24130"/>
                  </a:lnTo>
                  <a:lnTo>
                    <a:pt x="12700" y="17780"/>
                  </a:lnTo>
                  <a:close/>
                </a:path>
                <a:path w="12700" h="326389">
                  <a:moveTo>
                    <a:pt x="1270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2700" y="26670"/>
                  </a:lnTo>
                  <a:lnTo>
                    <a:pt x="12700" y="24130"/>
                  </a:lnTo>
                  <a:close/>
                </a:path>
                <a:path w="12700" h="326389">
                  <a:moveTo>
                    <a:pt x="1270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2700" y="30480"/>
                  </a:lnTo>
                  <a:lnTo>
                    <a:pt x="12700" y="26670"/>
                  </a:lnTo>
                  <a:close/>
                </a:path>
                <a:path w="12700" h="326389">
                  <a:moveTo>
                    <a:pt x="1270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2700" y="33020"/>
                  </a:lnTo>
                  <a:lnTo>
                    <a:pt x="12700" y="30480"/>
                  </a:lnTo>
                  <a:close/>
                </a:path>
                <a:path w="12700" h="326389">
                  <a:moveTo>
                    <a:pt x="12700" y="33020"/>
                  </a:moveTo>
                  <a:lnTo>
                    <a:pt x="0" y="33020"/>
                  </a:lnTo>
                  <a:lnTo>
                    <a:pt x="0" y="39370"/>
                  </a:lnTo>
                  <a:lnTo>
                    <a:pt x="12700" y="39370"/>
                  </a:lnTo>
                  <a:lnTo>
                    <a:pt x="12700" y="33020"/>
                  </a:lnTo>
                  <a:close/>
                </a:path>
                <a:path w="12700" h="326389">
                  <a:moveTo>
                    <a:pt x="12700" y="39370"/>
                  </a:moveTo>
                  <a:lnTo>
                    <a:pt x="0" y="39370"/>
                  </a:lnTo>
                  <a:lnTo>
                    <a:pt x="0" y="45720"/>
                  </a:lnTo>
                  <a:lnTo>
                    <a:pt x="12700" y="45720"/>
                  </a:lnTo>
                  <a:lnTo>
                    <a:pt x="12700" y="39370"/>
                  </a:lnTo>
                  <a:close/>
                </a:path>
                <a:path w="12700" h="326389">
                  <a:moveTo>
                    <a:pt x="12700" y="45720"/>
                  </a:moveTo>
                  <a:lnTo>
                    <a:pt x="0" y="45720"/>
                  </a:lnTo>
                  <a:lnTo>
                    <a:pt x="0" y="55880"/>
                  </a:lnTo>
                  <a:lnTo>
                    <a:pt x="12700" y="55880"/>
                  </a:lnTo>
                  <a:lnTo>
                    <a:pt x="12700" y="45720"/>
                  </a:lnTo>
                  <a:close/>
                </a:path>
                <a:path w="12700" h="326389">
                  <a:moveTo>
                    <a:pt x="12700" y="55880"/>
                  </a:moveTo>
                  <a:lnTo>
                    <a:pt x="0" y="55880"/>
                  </a:lnTo>
                  <a:lnTo>
                    <a:pt x="0" y="62230"/>
                  </a:lnTo>
                  <a:lnTo>
                    <a:pt x="12700" y="62230"/>
                  </a:lnTo>
                  <a:lnTo>
                    <a:pt x="12700" y="55880"/>
                  </a:lnTo>
                  <a:close/>
                </a:path>
                <a:path w="12700" h="326389">
                  <a:moveTo>
                    <a:pt x="12700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12700" y="64770"/>
                  </a:lnTo>
                  <a:lnTo>
                    <a:pt x="12700" y="62230"/>
                  </a:lnTo>
                  <a:close/>
                </a:path>
                <a:path w="12700" h="326389">
                  <a:moveTo>
                    <a:pt x="12700" y="64770"/>
                  </a:moveTo>
                  <a:lnTo>
                    <a:pt x="0" y="64770"/>
                  </a:lnTo>
                  <a:lnTo>
                    <a:pt x="0" y="71120"/>
                  </a:lnTo>
                  <a:lnTo>
                    <a:pt x="12700" y="71120"/>
                  </a:lnTo>
                  <a:lnTo>
                    <a:pt x="12700" y="64770"/>
                  </a:lnTo>
                  <a:close/>
                </a:path>
                <a:path w="12700" h="326389">
                  <a:moveTo>
                    <a:pt x="12700" y="71120"/>
                  </a:moveTo>
                  <a:lnTo>
                    <a:pt x="0" y="71120"/>
                  </a:lnTo>
                  <a:lnTo>
                    <a:pt x="0" y="77470"/>
                  </a:lnTo>
                  <a:lnTo>
                    <a:pt x="12700" y="77470"/>
                  </a:lnTo>
                  <a:lnTo>
                    <a:pt x="12700" y="71120"/>
                  </a:lnTo>
                  <a:close/>
                </a:path>
                <a:path w="12700" h="326389">
                  <a:moveTo>
                    <a:pt x="12700" y="77470"/>
                  </a:moveTo>
                  <a:lnTo>
                    <a:pt x="0" y="77470"/>
                  </a:lnTo>
                  <a:lnTo>
                    <a:pt x="0" y="87630"/>
                  </a:lnTo>
                  <a:lnTo>
                    <a:pt x="12700" y="87630"/>
                  </a:lnTo>
                  <a:lnTo>
                    <a:pt x="12700" y="77470"/>
                  </a:lnTo>
                  <a:close/>
                </a:path>
                <a:path w="12700" h="326389">
                  <a:moveTo>
                    <a:pt x="12700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2700" y="93980"/>
                  </a:lnTo>
                  <a:lnTo>
                    <a:pt x="12700" y="87630"/>
                  </a:lnTo>
                  <a:close/>
                </a:path>
                <a:path w="12700" h="326389">
                  <a:moveTo>
                    <a:pt x="12700" y="93980"/>
                  </a:moveTo>
                  <a:lnTo>
                    <a:pt x="0" y="93980"/>
                  </a:lnTo>
                  <a:lnTo>
                    <a:pt x="0" y="102870"/>
                  </a:lnTo>
                  <a:lnTo>
                    <a:pt x="12700" y="102870"/>
                  </a:lnTo>
                  <a:lnTo>
                    <a:pt x="12700" y="93980"/>
                  </a:lnTo>
                  <a:close/>
                </a:path>
                <a:path w="12700" h="326389">
                  <a:moveTo>
                    <a:pt x="12700" y="102870"/>
                  </a:moveTo>
                  <a:lnTo>
                    <a:pt x="0" y="102870"/>
                  </a:lnTo>
                  <a:lnTo>
                    <a:pt x="0" y="109220"/>
                  </a:lnTo>
                  <a:lnTo>
                    <a:pt x="12700" y="109220"/>
                  </a:lnTo>
                  <a:lnTo>
                    <a:pt x="12700" y="102870"/>
                  </a:lnTo>
                  <a:close/>
                </a:path>
                <a:path w="12700" h="326389">
                  <a:moveTo>
                    <a:pt x="12700" y="109220"/>
                  </a:moveTo>
                  <a:lnTo>
                    <a:pt x="0" y="109220"/>
                  </a:lnTo>
                  <a:lnTo>
                    <a:pt x="0" y="115570"/>
                  </a:lnTo>
                  <a:lnTo>
                    <a:pt x="12700" y="115570"/>
                  </a:lnTo>
                  <a:lnTo>
                    <a:pt x="12700" y="109220"/>
                  </a:lnTo>
                  <a:close/>
                </a:path>
                <a:path w="12700" h="326389">
                  <a:moveTo>
                    <a:pt x="12700" y="115570"/>
                  </a:moveTo>
                  <a:lnTo>
                    <a:pt x="0" y="115570"/>
                  </a:lnTo>
                  <a:lnTo>
                    <a:pt x="0" y="125730"/>
                  </a:lnTo>
                  <a:lnTo>
                    <a:pt x="12700" y="125730"/>
                  </a:lnTo>
                  <a:lnTo>
                    <a:pt x="12700" y="115570"/>
                  </a:lnTo>
                  <a:close/>
                </a:path>
                <a:path w="12700" h="326389">
                  <a:moveTo>
                    <a:pt x="12700" y="125730"/>
                  </a:moveTo>
                  <a:lnTo>
                    <a:pt x="0" y="125730"/>
                  </a:lnTo>
                  <a:lnTo>
                    <a:pt x="0" y="132080"/>
                  </a:lnTo>
                  <a:lnTo>
                    <a:pt x="12700" y="132080"/>
                  </a:lnTo>
                  <a:lnTo>
                    <a:pt x="12700" y="125730"/>
                  </a:lnTo>
                  <a:close/>
                </a:path>
                <a:path w="12700" h="326389">
                  <a:moveTo>
                    <a:pt x="12700" y="132080"/>
                  </a:moveTo>
                  <a:lnTo>
                    <a:pt x="0" y="132080"/>
                  </a:lnTo>
                  <a:lnTo>
                    <a:pt x="0" y="138430"/>
                  </a:lnTo>
                  <a:lnTo>
                    <a:pt x="12700" y="138430"/>
                  </a:lnTo>
                  <a:lnTo>
                    <a:pt x="12700" y="132080"/>
                  </a:lnTo>
                  <a:close/>
                </a:path>
                <a:path w="12700" h="326389">
                  <a:moveTo>
                    <a:pt x="12700" y="138430"/>
                  </a:moveTo>
                  <a:lnTo>
                    <a:pt x="0" y="138430"/>
                  </a:lnTo>
                  <a:lnTo>
                    <a:pt x="0" y="140970"/>
                  </a:lnTo>
                  <a:lnTo>
                    <a:pt x="12700" y="140970"/>
                  </a:lnTo>
                  <a:lnTo>
                    <a:pt x="12700" y="138430"/>
                  </a:lnTo>
                  <a:close/>
                </a:path>
                <a:path w="12700" h="326389">
                  <a:moveTo>
                    <a:pt x="12700" y="140970"/>
                  </a:moveTo>
                  <a:lnTo>
                    <a:pt x="0" y="140970"/>
                  </a:lnTo>
                  <a:lnTo>
                    <a:pt x="0" y="147320"/>
                  </a:lnTo>
                  <a:lnTo>
                    <a:pt x="12700" y="147320"/>
                  </a:lnTo>
                  <a:lnTo>
                    <a:pt x="12700" y="140970"/>
                  </a:lnTo>
                  <a:close/>
                </a:path>
                <a:path w="12700" h="326389">
                  <a:moveTo>
                    <a:pt x="12700" y="147320"/>
                  </a:moveTo>
                  <a:lnTo>
                    <a:pt x="0" y="147320"/>
                  </a:lnTo>
                  <a:lnTo>
                    <a:pt x="0" y="153670"/>
                  </a:lnTo>
                  <a:lnTo>
                    <a:pt x="12700" y="153670"/>
                  </a:lnTo>
                  <a:lnTo>
                    <a:pt x="12700" y="147320"/>
                  </a:lnTo>
                  <a:close/>
                </a:path>
                <a:path w="12700" h="326389">
                  <a:moveTo>
                    <a:pt x="12700" y="153670"/>
                  </a:moveTo>
                  <a:lnTo>
                    <a:pt x="0" y="153670"/>
                  </a:lnTo>
                  <a:lnTo>
                    <a:pt x="0" y="185420"/>
                  </a:lnTo>
                  <a:lnTo>
                    <a:pt x="12700" y="185420"/>
                  </a:lnTo>
                  <a:lnTo>
                    <a:pt x="12700" y="153670"/>
                  </a:lnTo>
                  <a:close/>
                </a:path>
                <a:path w="12700" h="326389">
                  <a:moveTo>
                    <a:pt x="12700" y="185420"/>
                  </a:moveTo>
                  <a:lnTo>
                    <a:pt x="0" y="185420"/>
                  </a:lnTo>
                  <a:lnTo>
                    <a:pt x="0" y="191770"/>
                  </a:lnTo>
                  <a:lnTo>
                    <a:pt x="12700" y="191770"/>
                  </a:lnTo>
                  <a:lnTo>
                    <a:pt x="12700" y="185420"/>
                  </a:lnTo>
                  <a:close/>
                </a:path>
                <a:path w="12700" h="326389">
                  <a:moveTo>
                    <a:pt x="12700" y="191770"/>
                  </a:moveTo>
                  <a:lnTo>
                    <a:pt x="0" y="191770"/>
                  </a:lnTo>
                  <a:lnTo>
                    <a:pt x="0" y="195580"/>
                  </a:lnTo>
                  <a:lnTo>
                    <a:pt x="12700" y="195580"/>
                  </a:lnTo>
                  <a:lnTo>
                    <a:pt x="12700" y="191770"/>
                  </a:lnTo>
                  <a:close/>
                </a:path>
                <a:path w="12700" h="326389">
                  <a:moveTo>
                    <a:pt x="12700" y="195580"/>
                  </a:moveTo>
                  <a:lnTo>
                    <a:pt x="0" y="195580"/>
                  </a:lnTo>
                  <a:lnTo>
                    <a:pt x="0" y="201930"/>
                  </a:lnTo>
                  <a:lnTo>
                    <a:pt x="12700" y="201930"/>
                  </a:lnTo>
                  <a:lnTo>
                    <a:pt x="12700" y="195580"/>
                  </a:lnTo>
                  <a:close/>
                </a:path>
                <a:path w="12700" h="326389">
                  <a:moveTo>
                    <a:pt x="12700" y="201930"/>
                  </a:moveTo>
                  <a:lnTo>
                    <a:pt x="0" y="201930"/>
                  </a:lnTo>
                  <a:lnTo>
                    <a:pt x="0" y="217170"/>
                  </a:lnTo>
                  <a:lnTo>
                    <a:pt x="12700" y="217170"/>
                  </a:lnTo>
                  <a:lnTo>
                    <a:pt x="12700" y="201930"/>
                  </a:lnTo>
                  <a:close/>
                </a:path>
                <a:path w="12700" h="326389">
                  <a:moveTo>
                    <a:pt x="12700" y="217170"/>
                  </a:moveTo>
                  <a:lnTo>
                    <a:pt x="0" y="217170"/>
                  </a:lnTo>
                  <a:lnTo>
                    <a:pt x="0" y="223520"/>
                  </a:lnTo>
                  <a:lnTo>
                    <a:pt x="12700" y="223520"/>
                  </a:lnTo>
                  <a:lnTo>
                    <a:pt x="12700" y="217170"/>
                  </a:lnTo>
                  <a:close/>
                </a:path>
                <a:path w="12700" h="326389">
                  <a:moveTo>
                    <a:pt x="1270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12700" y="227330"/>
                  </a:lnTo>
                  <a:lnTo>
                    <a:pt x="12700" y="223520"/>
                  </a:lnTo>
                  <a:close/>
                </a:path>
                <a:path w="12700" h="326389">
                  <a:moveTo>
                    <a:pt x="12700" y="227330"/>
                  </a:moveTo>
                  <a:lnTo>
                    <a:pt x="0" y="227330"/>
                  </a:lnTo>
                  <a:lnTo>
                    <a:pt x="0" y="233680"/>
                  </a:lnTo>
                  <a:lnTo>
                    <a:pt x="12700" y="233680"/>
                  </a:lnTo>
                  <a:lnTo>
                    <a:pt x="12700" y="227330"/>
                  </a:lnTo>
                  <a:close/>
                </a:path>
                <a:path w="12700" h="326389">
                  <a:moveTo>
                    <a:pt x="12700" y="233680"/>
                  </a:moveTo>
                  <a:lnTo>
                    <a:pt x="0" y="233680"/>
                  </a:lnTo>
                  <a:lnTo>
                    <a:pt x="0" y="240030"/>
                  </a:lnTo>
                  <a:lnTo>
                    <a:pt x="12700" y="240030"/>
                  </a:lnTo>
                  <a:lnTo>
                    <a:pt x="12700" y="233680"/>
                  </a:lnTo>
                  <a:close/>
                </a:path>
                <a:path w="12700" h="326389">
                  <a:moveTo>
                    <a:pt x="1270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12700" y="242570"/>
                  </a:lnTo>
                  <a:lnTo>
                    <a:pt x="12700" y="240030"/>
                  </a:lnTo>
                  <a:close/>
                </a:path>
                <a:path w="12700" h="326389">
                  <a:moveTo>
                    <a:pt x="12700" y="242570"/>
                  </a:moveTo>
                  <a:lnTo>
                    <a:pt x="0" y="242570"/>
                  </a:lnTo>
                  <a:lnTo>
                    <a:pt x="0" y="248920"/>
                  </a:lnTo>
                  <a:lnTo>
                    <a:pt x="12700" y="248920"/>
                  </a:lnTo>
                  <a:lnTo>
                    <a:pt x="12700" y="242570"/>
                  </a:lnTo>
                  <a:close/>
                </a:path>
                <a:path w="12700" h="326389">
                  <a:moveTo>
                    <a:pt x="12700" y="248920"/>
                  </a:moveTo>
                  <a:lnTo>
                    <a:pt x="0" y="248920"/>
                  </a:lnTo>
                  <a:lnTo>
                    <a:pt x="0" y="255270"/>
                  </a:lnTo>
                  <a:lnTo>
                    <a:pt x="12700" y="255270"/>
                  </a:lnTo>
                  <a:lnTo>
                    <a:pt x="12700" y="248920"/>
                  </a:lnTo>
                  <a:close/>
                </a:path>
                <a:path w="12700" h="326389">
                  <a:moveTo>
                    <a:pt x="12700" y="255270"/>
                  </a:moveTo>
                  <a:lnTo>
                    <a:pt x="0" y="255270"/>
                  </a:lnTo>
                  <a:lnTo>
                    <a:pt x="0" y="265430"/>
                  </a:lnTo>
                  <a:lnTo>
                    <a:pt x="12700" y="265430"/>
                  </a:lnTo>
                  <a:lnTo>
                    <a:pt x="12700" y="255270"/>
                  </a:lnTo>
                  <a:close/>
                </a:path>
                <a:path w="12700" h="326389">
                  <a:moveTo>
                    <a:pt x="12700" y="265430"/>
                  </a:moveTo>
                  <a:lnTo>
                    <a:pt x="0" y="265430"/>
                  </a:lnTo>
                  <a:lnTo>
                    <a:pt x="0" y="274320"/>
                  </a:lnTo>
                  <a:lnTo>
                    <a:pt x="12700" y="274320"/>
                  </a:lnTo>
                  <a:lnTo>
                    <a:pt x="12700" y="265430"/>
                  </a:lnTo>
                  <a:close/>
                </a:path>
                <a:path w="12700" h="326389">
                  <a:moveTo>
                    <a:pt x="12700" y="274320"/>
                  </a:moveTo>
                  <a:lnTo>
                    <a:pt x="0" y="274320"/>
                  </a:lnTo>
                  <a:lnTo>
                    <a:pt x="0" y="280670"/>
                  </a:lnTo>
                  <a:lnTo>
                    <a:pt x="12700" y="280670"/>
                  </a:lnTo>
                  <a:lnTo>
                    <a:pt x="12700" y="274320"/>
                  </a:lnTo>
                  <a:close/>
                </a:path>
                <a:path w="12700" h="326389">
                  <a:moveTo>
                    <a:pt x="12700" y="280670"/>
                  </a:moveTo>
                  <a:lnTo>
                    <a:pt x="0" y="280670"/>
                  </a:lnTo>
                  <a:lnTo>
                    <a:pt x="0" y="287020"/>
                  </a:lnTo>
                  <a:lnTo>
                    <a:pt x="12700" y="287020"/>
                  </a:lnTo>
                  <a:lnTo>
                    <a:pt x="12700" y="280670"/>
                  </a:lnTo>
                  <a:close/>
                </a:path>
                <a:path w="12700" h="326389">
                  <a:moveTo>
                    <a:pt x="12700" y="287020"/>
                  </a:moveTo>
                  <a:lnTo>
                    <a:pt x="0" y="287020"/>
                  </a:lnTo>
                  <a:lnTo>
                    <a:pt x="0" y="290830"/>
                  </a:lnTo>
                  <a:lnTo>
                    <a:pt x="12700" y="290830"/>
                  </a:lnTo>
                  <a:lnTo>
                    <a:pt x="12700" y="287020"/>
                  </a:lnTo>
                  <a:close/>
                </a:path>
                <a:path w="12700" h="326389">
                  <a:moveTo>
                    <a:pt x="12700" y="290830"/>
                  </a:moveTo>
                  <a:lnTo>
                    <a:pt x="0" y="290830"/>
                  </a:lnTo>
                  <a:lnTo>
                    <a:pt x="0" y="293370"/>
                  </a:lnTo>
                  <a:lnTo>
                    <a:pt x="12700" y="293370"/>
                  </a:lnTo>
                  <a:lnTo>
                    <a:pt x="12700" y="290830"/>
                  </a:lnTo>
                  <a:close/>
                </a:path>
                <a:path w="12700" h="326389">
                  <a:moveTo>
                    <a:pt x="12700" y="293370"/>
                  </a:moveTo>
                  <a:lnTo>
                    <a:pt x="0" y="293370"/>
                  </a:lnTo>
                  <a:lnTo>
                    <a:pt x="0" y="297180"/>
                  </a:lnTo>
                  <a:lnTo>
                    <a:pt x="12700" y="297180"/>
                  </a:lnTo>
                  <a:lnTo>
                    <a:pt x="12700" y="293370"/>
                  </a:lnTo>
                  <a:close/>
                </a:path>
                <a:path w="12700" h="326389">
                  <a:moveTo>
                    <a:pt x="12700" y="297180"/>
                  </a:moveTo>
                  <a:lnTo>
                    <a:pt x="0" y="297180"/>
                  </a:lnTo>
                  <a:lnTo>
                    <a:pt x="0" y="303530"/>
                  </a:lnTo>
                  <a:lnTo>
                    <a:pt x="12700" y="303530"/>
                  </a:lnTo>
                  <a:lnTo>
                    <a:pt x="12700" y="297180"/>
                  </a:lnTo>
                  <a:close/>
                </a:path>
                <a:path w="12700" h="326389">
                  <a:moveTo>
                    <a:pt x="12700" y="303530"/>
                  </a:moveTo>
                  <a:lnTo>
                    <a:pt x="0" y="303530"/>
                  </a:lnTo>
                  <a:lnTo>
                    <a:pt x="0" y="312420"/>
                  </a:lnTo>
                  <a:lnTo>
                    <a:pt x="12700" y="312420"/>
                  </a:lnTo>
                  <a:lnTo>
                    <a:pt x="12700" y="303530"/>
                  </a:lnTo>
                  <a:close/>
                </a:path>
                <a:path w="12700" h="326389">
                  <a:moveTo>
                    <a:pt x="12700" y="312420"/>
                  </a:moveTo>
                  <a:lnTo>
                    <a:pt x="1270" y="312420"/>
                  </a:lnTo>
                  <a:lnTo>
                    <a:pt x="1270" y="313690"/>
                  </a:lnTo>
                  <a:lnTo>
                    <a:pt x="2540" y="313690"/>
                  </a:lnTo>
                  <a:lnTo>
                    <a:pt x="2540" y="314960"/>
                  </a:lnTo>
                  <a:lnTo>
                    <a:pt x="3810" y="314960"/>
                  </a:lnTo>
                  <a:lnTo>
                    <a:pt x="3810" y="317500"/>
                  </a:lnTo>
                  <a:lnTo>
                    <a:pt x="5080" y="317500"/>
                  </a:lnTo>
                  <a:lnTo>
                    <a:pt x="5080" y="318770"/>
                  </a:lnTo>
                  <a:lnTo>
                    <a:pt x="12700" y="318770"/>
                  </a:lnTo>
                  <a:lnTo>
                    <a:pt x="12700" y="312420"/>
                  </a:lnTo>
                  <a:close/>
                </a:path>
                <a:path w="12700" h="326389">
                  <a:moveTo>
                    <a:pt x="12700" y="318770"/>
                  </a:moveTo>
                  <a:lnTo>
                    <a:pt x="6350" y="318770"/>
                  </a:lnTo>
                  <a:lnTo>
                    <a:pt x="6350" y="320040"/>
                  </a:lnTo>
                  <a:lnTo>
                    <a:pt x="7620" y="320040"/>
                  </a:lnTo>
                  <a:lnTo>
                    <a:pt x="7620" y="321310"/>
                  </a:lnTo>
                  <a:lnTo>
                    <a:pt x="8890" y="321310"/>
                  </a:lnTo>
                  <a:lnTo>
                    <a:pt x="8890" y="322580"/>
                  </a:lnTo>
                  <a:lnTo>
                    <a:pt x="10160" y="322580"/>
                  </a:lnTo>
                  <a:lnTo>
                    <a:pt x="10160" y="325120"/>
                  </a:lnTo>
                  <a:lnTo>
                    <a:pt x="12700" y="325120"/>
                  </a:lnTo>
                  <a:lnTo>
                    <a:pt x="12700" y="318770"/>
                  </a:lnTo>
                  <a:close/>
                </a:path>
                <a:path w="12700" h="326389">
                  <a:moveTo>
                    <a:pt x="12700" y="325120"/>
                  </a:moveTo>
                  <a:lnTo>
                    <a:pt x="11430" y="325120"/>
                  </a:lnTo>
                  <a:lnTo>
                    <a:pt x="11430" y="326390"/>
                  </a:lnTo>
                  <a:lnTo>
                    <a:pt x="12700" y="326390"/>
                  </a:lnTo>
                  <a:lnTo>
                    <a:pt x="12700" y="325120"/>
                  </a:lnTo>
                  <a:close/>
                </a:path>
              </a:pathLst>
            </a:custGeom>
            <a:solidFill>
              <a:srgbClr val="D0CA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497">
              <a:extLst>
                <a:ext uri="{FF2B5EF4-FFF2-40B4-BE49-F238E27FC236}">
                  <a16:creationId xmlns:a16="http://schemas.microsoft.com/office/drawing/2014/main" id="{77DCDE9C-CD7C-D11E-3B22-08D10799137D}"/>
                </a:ext>
              </a:extLst>
            </p:cNvPr>
            <p:cNvSpPr/>
            <p:nvPr/>
          </p:nvSpPr>
          <p:spPr>
            <a:xfrm>
              <a:off x="6488429" y="5384800"/>
              <a:ext cx="12700" cy="356870"/>
            </a:xfrm>
            <a:custGeom>
              <a:avLst/>
              <a:gdLst/>
              <a:ahLst/>
              <a:cxnLst/>
              <a:rect l="l" t="t" r="r" b="b"/>
              <a:pathLst>
                <a:path w="12700" h="356870">
                  <a:moveTo>
                    <a:pt x="12700" y="0"/>
                  </a:moveTo>
                  <a:lnTo>
                    <a:pt x="11430" y="0"/>
                  </a:lnTo>
                  <a:lnTo>
                    <a:pt x="11430" y="1269"/>
                  </a:lnTo>
                  <a:lnTo>
                    <a:pt x="12700" y="1269"/>
                  </a:lnTo>
                  <a:lnTo>
                    <a:pt x="12700" y="0"/>
                  </a:lnTo>
                  <a:close/>
                </a:path>
                <a:path w="12700" h="356870">
                  <a:moveTo>
                    <a:pt x="12700" y="1270"/>
                  </a:move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09"/>
                  </a:lnTo>
                  <a:lnTo>
                    <a:pt x="12700" y="3809"/>
                  </a:lnTo>
                  <a:lnTo>
                    <a:pt x="12700" y="1270"/>
                  </a:lnTo>
                  <a:close/>
                </a:path>
                <a:path w="12700" h="356870">
                  <a:moveTo>
                    <a:pt x="12700" y="3810"/>
                  </a:move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49" y="7620"/>
                  </a:lnTo>
                  <a:lnTo>
                    <a:pt x="5080" y="7620"/>
                  </a:lnTo>
                  <a:lnTo>
                    <a:pt x="5080" y="8890"/>
                  </a:lnTo>
                  <a:lnTo>
                    <a:pt x="3810" y="8890"/>
                  </a:lnTo>
                  <a:lnTo>
                    <a:pt x="3810" y="10159"/>
                  </a:lnTo>
                  <a:lnTo>
                    <a:pt x="12700" y="10159"/>
                  </a:lnTo>
                  <a:lnTo>
                    <a:pt x="12700" y="3810"/>
                  </a:lnTo>
                  <a:close/>
                </a:path>
                <a:path w="12700" h="356870">
                  <a:moveTo>
                    <a:pt x="12700" y="10160"/>
                  </a:moveTo>
                  <a:lnTo>
                    <a:pt x="2540" y="10160"/>
                  </a:lnTo>
                  <a:lnTo>
                    <a:pt x="2540" y="11430"/>
                  </a:lnTo>
                  <a:lnTo>
                    <a:pt x="1270" y="11430"/>
                  </a:lnTo>
                  <a:lnTo>
                    <a:pt x="1270" y="12700"/>
                  </a:lnTo>
                  <a:lnTo>
                    <a:pt x="0" y="12700"/>
                  </a:lnTo>
                  <a:lnTo>
                    <a:pt x="0" y="26669"/>
                  </a:lnTo>
                  <a:lnTo>
                    <a:pt x="12700" y="26669"/>
                  </a:lnTo>
                  <a:lnTo>
                    <a:pt x="12700" y="10160"/>
                  </a:lnTo>
                  <a:close/>
                </a:path>
                <a:path w="12700" h="356870">
                  <a:moveTo>
                    <a:pt x="12700" y="26670"/>
                  </a:moveTo>
                  <a:lnTo>
                    <a:pt x="0" y="26670"/>
                  </a:lnTo>
                  <a:lnTo>
                    <a:pt x="0" y="33019"/>
                  </a:lnTo>
                  <a:lnTo>
                    <a:pt x="12700" y="33019"/>
                  </a:lnTo>
                  <a:lnTo>
                    <a:pt x="12700" y="26670"/>
                  </a:lnTo>
                  <a:close/>
                </a:path>
                <a:path w="12700" h="356870">
                  <a:moveTo>
                    <a:pt x="12700" y="33020"/>
                  </a:moveTo>
                  <a:lnTo>
                    <a:pt x="0" y="33020"/>
                  </a:lnTo>
                  <a:lnTo>
                    <a:pt x="0" y="39369"/>
                  </a:lnTo>
                  <a:lnTo>
                    <a:pt x="12700" y="39369"/>
                  </a:lnTo>
                  <a:lnTo>
                    <a:pt x="12700" y="33020"/>
                  </a:lnTo>
                  <a:close/>
                </a:path>
                <a:path w="12700" h="356870">
                  <a:moveTo>
                    <a:pt x="1270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2700" y="41909"/>
                  </a:lnTo>
                  <a:lnTo>
                    <a:pt x="12700" y="39370"/>
                  </a:lnTo>
                  <a:close/>
                </a:path>
                <a:path w="12700" h="356870">
                  <a:moveTo>
                    <a:pt x="1270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2700" y="45719"/>
                  </a:lnTo>
                  <a:lnTo>
                    <a:pt x="12700" y="41910"/>
                  </a:lnTo>
                  <a:close/>
                </a:path>
                <a:path w="12700" h="356870">
                  <a:moveTo>
                    <a:pt x="1270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2700" y="48259"/>
                  </a:lnTo>
                  <a:lnTo>
                    <a:pt x="12700" y="45720"/>
                  </a:lnTo>
                  <a:close/>
                </a:path>
                <a:path w="12700" h="356870">
                  <a:moveTo>
                    <a:pt x="12700" y="48260"/>
                  </a:moveTo>
                  <a:lnTo>
                    <a:pt x="0" y="48260"/>
                  </a:lnTo>
                  <a:lnTo>
                    <a:pt x="0" y="54609"/>
                  </a:lnTo>
                  <a:lnTo>
                    <a:pt x="12700" y="54609"/>
                  </a:lnTo>
                  <a:lnTo>
                    <a:pt x="12700" y="48260"/>
                  </a:lnTo>
                  <a:close/>
                </a:path>
                <a:path w="12700" h="356870">
                  <a:moveTo>
                    <a:pt x="12700" y="54610"/>
                  </a:moveTo>
                  <a:lnTo>
                    <a:pt x="0" y="54610"/>
                  </a:lnTo>
                  <a:lnTo>
                    <a:pt x="0" y="60959"/>
                  </a:lnTo>
                  <a:lnTo>
                    <a:pt x="12700" y="60959"/>
                  </a:lnTo>
                  <a:lnTo>
                    <a:pt x="12700" y="54610"/>
                  </a:lnTo>
                  <a:close/>
                </a:path>
                <a:path w="12700" h="356870">
                  <a:moveTo>
                    <a:pt x="12700" y="60960"/>
                  </a:moveTo>
                  <a:lnTo>
                    <a:pt x="0" y="60960"/>
                  </a:lnTo>
                  <a:lnTo>
                    <a:pt x="0" y="71119"/>
                  </a:lnTo>
                  <a:lnTo>
                    <a:pt x="12700" y="71119"/>
                  </a:lnTo>
                  <a:lnTo>
                    <a:pt x="12700" y="60960"/>
                  </a:lnTo>
                  <a:close/>
                </a:path>
                <a:path w="12700" h="356870">
                  <a:moveTo>
                    <a:pt x="12700" y="71120"/>
                  </a:moveTo>
                  <a:lnTo>
                    <a:pt x="0" y="71120"/>
                  </a:lnTo>
                  <a:lnTo>
                    <a:pt x="0" y="77469"/>
                  </a:lnTo>
                  <a:lnTo>
                    <a:pt x="12700" y="77469"/>
                  </a:lnTo>
                  <a:lnTo>
                    <a:pt x="12700" y="71120"/>
                  </a:lnTo>
                  <a:close/>
                </a:path>
                <a:path w="12700" h="356870">
                  <a:moveTo>
                    <a:pt x="12700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2700" y="80009"/>
                  </a:lnTo>
                  <a:lnTo>
                    <a:pt x="12700" y="77470"/>
                  </a:lnTo>
                  <a:close/>
                </a:path>
                <a:path w="12700" h="356870">
                  <a:moveTo>
                    <a:pt x="12700" y="80010"/>
                  </a:moveTo>
                  <a:lnTo>
                    <a:pt x="0" y="80010"/>
                  </a:lnTo>
                  <a:lnTo>
                    <a:pt x="0" y="86359"/>
                  </a:lnTo>
                  <a:lnTo>
                    <a:pt x="12700" y="86359"/>
                  </a:lnTo>
                  <a:lnTo>
                    <a:pt x="12700" y="80010"/>
                  </a:lnTo>
                  <a:close/>
                </a:path>
                <a:path w="12700" h="356870">
                  <a:moveTo>
                    <a:pt x="12700" y="86360"/>
                  </a:moveTo>
                  <a:lnTo>
                    <a:pt x="0" y="86360"/>
                  </a:lnTo>
                  <a:lnTo>
                    <a:pt x="0" y="92709"/>
                  </a:lnTo>
                  <a:lnTo>
                    <a:pt x="12700" y="92709"/>
                  </a:lnTo>
                  <a:lnTo>
                    <a:pt x="12700" y="86360"/>
                  </a:lnTo>
                  <a:close/>
                </a:path>
                <a:path w="12700" h="356870">
                  <a:moveTo>
                    <a:pt x="12700" y="92710"/>
                  </a:moveTo>
                  <a:lnTo>
                    <a:pt x="0" y="92710"/>
                  </a:lnTo>
                  <a:lnTo>
                    <a:pt x="0" y="102869"/>
                  </a:lnTo>
                  <a:lnTo>
                    <a:pt x="12700" y="102869"/>
                  </a:lnTo>
                  <a:lnTo>
                    <a:pt x="12700" y="92710"/>
                  </a:lnTo>
                  <a:close/>
                </a:path>
                <a:path w="12700" h="356870">
                  <a:moveTo>
                    <a:pt x="12700" y="102870"/>
                  </a:moveTo>
                  <a:lnTo>
                    <a:pt x="0" y="102870"/>
                  </a:lnTo>
                  <a:lnTo>
                    <a:pt x="0" y="109219"/>
                  </a:lnTo>
                  <a:lnTo>
                    <a:pt x="12700" y="109219"/>
                  </a:lnTo>
                  <a:lnTo>
                    <a:pt x="12700" y="102870"/>
                  </a:lnTo>
                  <a:close/>
                </a:path>
                <a:path w="12700" h="356870">
                  <a:moveTo>
                    <a:pt x="12700" y="109220"/>
                  </a:moveTo>
                  <a:lnTo>
                    <a:pt x="0" y="109220"/>
                  </a:lnTo>
                  <a:lnTo>
                    <a:pt x="0" y="118109"/>
                  </a:lnTo>
                  <a:lnTo>
                    <a:pt x="12700" y="118109"/>
                  </a:lnTo>
                  <a:lnTo>
                    <a:pt x="12700" y="109220"/>
                  </a:lnTo>
                  <a:close/>
                </a:path>
                <a:path w="12700" h="356870">
                  <a:moveTo>
                    <a:pt x="12700" y="118110"/>
                  </a:moveTo>
                  <a:lnTo>
                    <a:pt x="0" y="118110"/>
                  </a:lnTo>
                  <a:lnTo>
                    <a:pt x="0" y="124459"/>
                  </a:lnTo>
                  <a:lnTo>
                    <a:pt x="12700" y="124459"/>
                  </a:lnTo>
                  <a:lnTo>
                    <a:pt x="12700" y="118110"/>
                  </a:lnTo>
                  <a:close/>
                </a:path>
                <a:path w="12700" h="356870">
                  <a:moveTo>
                    <a:pt x="12700" y="124460"/>
                  </a:moveTo>
                  <a:lnTo>
                    <a:pt x="0" y="124460"/>
                  </a:lnTo>
                  <a:lnTo>
                    <a:pt x="0" y="130809"/>
                  </a:lnTo>
                  <a:lnTo>
                    <a:pt x="12700" y="130809"/>
                  </a:lnTo>
                  <a:lnTo>
                    <a:pt x="12700" y="124460"/>
                  </a:lnTo>
                  <a:close/>
                </a:path>
                <a:path w="12700" h="356870">
                  <a:moveTo>
                    <a:pt x="12700" y="130810"/>
                  </a:moveTo>
                  <a:lnTo>
                    <a:pt x="0" y="130810"/>
                  </a:lnTo>
                  <a:lnTo>
                    <a:pt x="0" y="140969"/>
                  </a:lnTo>
                  <a:lnTo>
                    <a:pt x="12700" y="140969"/>
                  </a:lnTo>
                  <a:lnTo>
                    <a:pt x="12700" y="130810"/>
                  </a:lnTo>
                  <a:close/>
                </a:path>
                <a:path w="12700" h="356870">
                  <a:moveTo>
                    <a:pt x="12700" y="140970"/>
                  </a:moveTo>
                  <a:lnTo>
                    <a:pt x="0" y="140970"/>
                  </a:lnTo>
                  <a:lnTo>
                    <a:pt x="0" y="147319"/>
                  </a:lnTo>
                  <a:lnTo>
                    <a:pt x="12700" y="147319"/>
                  </a:lnTo>
                  <a:lnTo>
                    <a:pt x="12700" y="140970"/>
                  </a:lnTo>
                  <a:close/>
                </a:path>
                <a:path w="12700" h="356870">
                  <a:moveTo>
                    <a:pt x="12700" y="147320"/>
                  </a:moveTo>
                  <a:lnTo>
                    <a:pt x="0" y="147320"/>
                  </a:lnTo>
                  <a:lnTo>
                    <a:pt x="0" y="153669"/>
                  </a:lnTo>
                  <a:lnTo>
                    <a:pt x="12700" y="153669"/>
                  </a:lnTo>
                  <a:lnTo>
                    <a:pt x="12700" y="147320"/>
                  </a:lnTo>
                  <a:close/>
                </a:path>
                <a:path w="12700" h="356870">
                  <a:moveTo>
                    <a:pt x="12700" y="153670"/>
                  </a:moveTo>
                  <a:lnTo>
                    <a:pt x="0" y="153670"/>
                  </a:lnTo>
                  <a:lnTo>
                    <a:pt x="0" y="156209"/>
                  </a:lnTo>
                  <a:lnTo>
                    <a:pt x="12700" y="156209"/>
                  </a:lnTo>
                  <a:lnTo>
                    <a:pt x="12700" y="153670"/>
                  </a:lnTo>
                  <a:close/>
                </a:path>
                <a:path w="12700" h="356870">
                  <a:moveTo>
                    <a:pt x="12700" y="156210"/>
                  </a:moveTo>
                  <a:lnTo>
                    <a:pt x="0" y="156210"/>
                  </a:lnTo>
                  <a:lnTo>
                    <a:pt x="0" y="162559"/>
                  </a:lnTo>
                  <a:lnTo>
                    <a:pt x="12700" y="162559"/>
                  </a:lnTo>
                  <a:lnTo>
                    <a:pt x="12700" y="156210"/>
                  </a:lnTo>
                  <a:close/>
                </a:path>
                <a:path w="12700" h="356870">
                  <a:moveTo>
                    <a:pt x="12700" y="162560"/>
                  </a:moveTo>
                  <a:lnTo>
                    <a:pt x="0" y="162560"/>
                  </a:lnTo>
                  <a:lnTo>
                    <a:pt x="0" y="168909"/>
                  </a:lnTo>
                  <a:lnTo>
                    <a:pt x="12700" y="168909"/>
                  </a:lnTo>
                  <a:lnTo>
                    <a:pt x="12700" y="162560"/>
                  </a:lnTo>
                  <a:close/>
                </a:path>
                <a:path w="12700" h="356870">
                  <a:moveTo>
                    <a:pt x="12700" y="168910"/>
                  </a:moveTo>
                  <a:lnTo>
                    <a:pt x="0" y="168910"/>
                  </a:lnTo>
                  <a:lnTo>
                    <a:pt x="0" y="200659"/>
                  </a:lnTo>
                  <a:lnTo>
                    <a:pt x="12700" y="200659"/>
                  </a:lnTo>
                  <a:lnTo>
                    <a:pt x="12700" y="168910"/>
                  </a:lnTo>
                  <a:close/>
                </a:path>
                <a:path w="12700" h="356870">
                  <a:moveTo>
                    <a:pt x="12700" y="200660"/>
                  </a:moveTo>
                  <a:lnTo>
                    <a:pt x="0" y="200660"/>
                  </a:lnTo>
                  <a:lnTo>
                    <a:pt x="0" y="207009"/>
                  </a:lnTo>
                  <a:lnTo>
                    <a:pt x="12700" y="207009"/>
                  </a:lnTo>
                  <a:lnTo>
                    <a:pt x="12700" y="200660"/>
                  </a:lnTo>
                  <a:close/>
                </a:path>
                <a:path w="12700" h="356870">
                  <a:moveTo>
                    <a:pt x="12700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12700" y="210819"/>
                  </a:lnTo>
                  <a:lnTo>
                    <a:pt x="12700" y="207010"/>
                  </a:lnTo>
                  <a:close/>
                </a:path>
                <a:path w="12700" h="356870">
                  <a:moveTo>
                    <a:pt x="12700" y="210820"/>
                  </a:moveTo>
                  <a:lnTo>
                    <a:pt x="0" y="210820"/>
                  </a:lnTo>
                  <a:lnTo>
                    <a:pt x="0" y="217169"/>
                  </a:lnTo>
                  <a:lnTo>
                    <a:pt x="12700" y="217169"/>
                  </a:lnTo>
                  <a:lnTo>
                    <a:pt x="12700" y="210820"/>
                  </a:lnTo>
                  <a:close/>
                </a:path>
                <a:path w="12700" h="356870">
                  <a:moveTo>
                    <a:pt x="12700" y="217170"/>
                  </a:moveTo>
                  <a:lnTo>
                    <a:pt x="0" y="217170"/>
                  </a:lnTo>
                  <a:lnTo>
                    <a:pt x="0" y="232409"/>
                  </a:lnTo>
                  <a:lnTo>
                    <a:pt x="12700" y="232409"/>
                  </a:lnTo>
                  <a:lnTo>
                    <a:pt x="12700" y="217170"/>
                  </a:lnTo>
                  <a:close/>
                </a:path>
                <a:path w="12700" h="356870">
                  <a:moveTo>
                    <a:pt x="12700" y="232410"/>
                  </a:moveTo>
                  <a:lnTo>
                    <a:pt x="0" y="232410"/>
                  </a:lnTo>
                  <a:lnTo>
                    <a:pt x="0" y="238759"/>
                  </a:lnTo>
                  <a:lnTo>
                    <a:pt x="12700" y="238759"/>
                  </a:lnTo>
                  <a:lnTo>
                    <a:pt x="12700" y="232410"/>
                  </a:lnTo>
                  <a:close/>
                </a:path>
                <a:path w="12700" h="356870">
                  <a:moveTo>
                    <a:pt x="1270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12700" y="242569"/>
                  </a:lnTo>
                  <a:lnTo>
                    <a:pt x="12700" y="238760"/>
                  </a:lnTo>
                  <a:close/>
                </a:path>
                <a:path w="12700" h="356870">
                  <a:moveTo>
                    <a:pt x="12700" y="242570"/>
                  </a:moveTo>
                  <a:lnTo>
                    <a:pt x="0" y="242570"/>
                  </a:lnTo>
                  <a:lnTo>
                    <a:pt x="0" y="248919"/>
                  </a:lnTo>
                  <a:lnTo>
                    <a:pt x="12700" y="248919"/>
                  </a:lnTo>
                  <a:lnTo>
                    <a:pt x="12700" y="242570"/>
                  </a:lnTo>
                  <a:close/>
                </a:path>
                <a:path w="12700" h="356870">
                  <a:moveTo>
                    <a:pt x="12700" y="248920"/>
                  </a:moveTo>
                  <a:lnTo>
                    <a:pt x="0" y="248920"/>
                  </a:lnTo>
                  <a:lnTo>
                    <a:pt x="0" y="255269"/>
                  </a:lnTo>
                  <a:lnTo>
                    <a:pt x="12700" y="255269"/>
                  </a:lnTo>
                  <a:lnTo>
                    <a:pt x="12700" y="248920"/>
                  </a:lnTo>
                  <a:close/>
                </a:path>
                <a:path w="12700" h="356870">
                  <a:moveTo>
                    <a:pt x="12700" y="255270"/>
                  </a:moveTo>
                  <a:lnTo>
                    <a:pt x="0" y="255270"/>
                  </a:lnTo>
                  <a:lnTo>
                    <a:pt x="0" y="257809"/>
                  </a:lnTo>
                  <a:lnTo>
                    <a:pt x="12700" y="257809"/>
                  </a:lnTo>
                  <a:lnTo>
                    <a:pt x="12700" y="255270"/>
                  </a:lnTo>
                  <a:close/>
                </a:path>
                <a:path w="12700" h="356870">
                  <a:moveTo>
                    <a:pt x="12700" y="257810"/>
                  </a:moveTo>
                  <a:lnTo>
                    <a:pt x="0" y="257810"/>
                  </a:lnTo>
                  <a:lnTo>
                    <a:pt x="0" y="264159"/>
                  </a:lnTo>
                  <a:lnTo>
                    <a:pt x="12700" y="264159"/>
                  </a:lnTo>
                  <a:lnTo>
                    <a:pt x="12700" y="257810"/>
                  </a:lnTo>
                  <a:close/>
                </a:path>
                <a:path w="12700" h="356870">
                  <a:moveTo>
                    <a:pt x="12700" y="264160"/>
                  </a:moveTo>
                  <a:lnTo>
                    <a:pt x="0" y="264160"/>
                  </a:lnTo>
                  <a:lnTo>
                    <a:pt x="0" y="270509"/>
                  </a:lnTo>
                  <a:lnTo>
                    <a:pt x="12700" y="270509"/>
                  </a:lnTo>
                  <a:lnTo>
                    <a:pt x="12700" y="264160"/>
                  </a:lnTo>
                  <a:close/>
                </a:path>
                <a:path w="12700" h="356870">
                  <a:moveTo>
                    <a:pt x="12700" y="270510"/>
                  </a:moveTo>
                  <a:lnTo>
                    <a:pt x="0" y="270510"/>
                  </a:lnTo>
                  <a:lnTo>
                    <a:pt x="0" y="280669"/>
                  </a:lnTo>
                  <a:lnTo>
                    <a:pt x="12700" y="280669"/>
                  </a:lnTo>
                  <a:lnTo>
                    <a:pt x="12700" y="270510"/>
                  </a:lnTo>
                  <a:close/>
                </a:path>
                <a:path w="12700" h="356870">
                  <a:moveTo>
                    <a:pt x="12700" y="280670"/>
                  </a:moveTo>
                  <a:lnTo>
                    <a:pt x="0" y="280670"/>
                  </a:lnTo>
                  <a:lnTo>
                    <a:pt x="0" y="289559"/>
                  </a:lnTo>
                  <a:lnTo>
                    <a:pt x="12700" y="289559"/>
                  </a:lnTo>
                  <a:lnTo>
                    <a:pt x="12700" y="280670"/>
                  </a:lnTo>
                  <a:close/>
                </a:path>
                <a:path w="12700" h="356870">
                  <a:moveTo>
                    <a:pt x="12700" y="289560"/>
                  </a:moveTo>
                  <a:lnTo>
                    <a:pt x="0" y="289560"/>
                  </a:lnTo>
                  <a:lnTo>
                    <a:pt x="0" y="295909"/>
                  </a:lnTo>
                  <a:lnTo>
                    <a:pt x="12700" y="295909"/>
                  </a:lnTo>
                  <a:lnTo>
                    <a:pt x="12700" y="289560"/>
                  </a:lnTo>
                  <a:close/>
                </a:path>
                <a:path w="12700" h="356870">
                  <a:moveTo>
                    <a:pt x="12700" y="295910"/>
                  </a:moveTo>
                  <a:lnTo>
                    <a:pt x="0" y="295910"/>
                  </a:lnTo>
                  <a:lnTo>
                    <a:pt x="0" y="302259"/>
                  </a:lnTo>
                  <a:lnTo>
                    <a:pt x="12700" y="302259"/>
                  </a:lnTo>
                  <a:lnTo>
                    <a:pt x="12700" y="295910"/>
                  </a:lnTo>
                  <a:close/>
                </a:path>
                <a:path w="12700" h="356870">
                  <a:moveTo>
                    <a:pt x="12700" y="302260"/>
                  </a:moveTo>
                  <a:lnTo>
                    <a:pt x="0" y="302260"/>
                  </a:lnTo>
                  <a:lnTo>
                    <a:pt x="0" y="306069"/>
                  </a:lnTo>
                  <a:lnTo>
                    <a:pt x="12700" y="306069"/>
                  </a:lnTo>
                  <a:lnTo>
                    <a:pt x="12700" y="302260"/>
                  </a:lnTo>
                  <a:close/>
                </a:path>
                <a:path w="12700" h="356870">
                  <a:moveTo>
                    <a:pt x="12700" y="306070"/>
                  </a:moveTo>
                  <a:lnTo>
                    <a:pt x="0" y="306070"/>
                  </a:lnTo>
                  <a:lnTo>
                    <a:pt x="0" y="308609"/>
                  </a:lnTo>
                  <a:lnTo>
                    <a:pt x="12700" y="308609"/>
                  </a:lnTo>
                  <a:lnTo>
                    <a:pt x="12700" y="306070"/>
                  </a:lnTo>
                  <a:close/>
                </a:path>
                <a:path w="12700" h="356870">
                  <a:moveTo>
                    <a:pt x="12700" y="308610"/>
                  </a:moveTo>
                  <a:lnTo>
                    <a:pt x="0" y="308610"/>
                  </a:lnTo>
                  <a:lnTo>
                    <a:pt x="0" y="312419"/>
                  </a:lnTo>
                  <a:lnTo>
                    <a:pt x="12700" y="312419"/>
                  </a:lnTo>
                  <a:lnTo>
                    <a:pt x="12700" y="308610"/>
                  </a:lnTo>
                  <a:close/>
                </a:path>
                <a:path w="12700" h="356870">
                  <a:moveTo>
                    <a:pt x="12700" y="312420"/>
                  </a:moveTo>
                  <a:lnTo>
                    <a:pt x="0" y="312420"/>
                  </a:lnTo>
                  <a:lnTo>
                    <a:pt x="0" y="318769"/>
                  </a:lnTo>
                  <a:lnTo>
                    <a:pt x="12700" y="318769"/>
                  </a:lnTo>
                  <a:lnTo>
                    <a:pt x="12700" y="312420"/>
                  </a:lnTo>
                  <a:close/>
                </a:path>
                <a:path w="12700" h="356870">
                  <a:moveTo>
                    <a:pt x="12700" y="318770"/>
                  </a:moveTo>
                  <a:lnTo>
                    <a:pt x="0" y="318770"/>
                  </a:lnTo>
                  <a:lnTo>
                    <a:pt x="0" y="327659"/>
                  </a:lnTo>
                  <a:lnTo>
                    <a:pt x="12700" y="327659"/>
                  </a:lnTo>
                  <a:lnTo>
                    <a:pt x="12700" y="318770"/>
                  </a:lnTo>
                  <a:close/>
                </a:path>
                <a:path w="12700" h="356870">
                  <a:moveTo>
                    <a:pt x="12700" y="327660"/>
                  </a:moveTo>
                  <a:lnTo>
                    <a:pt x="0" y="327660"/>
                  </a:lnTo>
                  <a:lnTo>
                    <a:pt x="0" y="334009"/>
                  </a:lnTo>
                  <a:lnTo>
                    <a:pt x="12700" y="334009"/>
                  </a:lnTo>
                  <a:lnTo>
                    <a:pt x="12700" y="327660"/>
                  </a:lnTo>
                  <a:close/>
                </a:path>
                <a:path w="12700" h="356870">
                  <a:moveTo>
                    <a:pt x="12700" y="334010"/>
                  </a:moveTo>
                  <a:lnTo>
                    <a:pt x="0" y="334010"/>
                  </a:lnTo>
                  <a:lnTo>
                    <a:pt x="0" y="340359"/>
                  </a:lnTo>
                  <a:lnTo>
                    <a:pt x="12700" y="340359"/>
                  </a:lnTo>
                  <a:lnTo>
                    <a:pt x="12700" y="334010"/>
                  </a:lnTo>
                  <a:close/>
                </a:path>
                <a:path w="12700" h="356870">
                  <a:moveTo>
                    <a:pt x="12700" y="340360"/>
                  </a:moveTo>
                  <a:lnTo>
                    <a:pt x="0" y="340360"/>
                  </a:lnTo>
                  <a:lnTo>
                    <a:pt x="0" y="342900"/>
                  </a:lnTo>
                  <a:lnTo>
                    <a:pt x="1270" y="342900"/>
                  </a:lnTo>
                  <a:lnTo>
                    <a:pt x="1270" y="344170"/>
                  </a:lnTo>
                  <a:lnTo>
                    <a:pt x="2540" y="344170"/>
                  </a:lnTo>
                  <a:lnTo>
                    <a:pt x="2540" y="345440"/>
                  </a:lnTo>
                  <a:lnTo>
                    <a:pt x="3810" y="345440"/>
                  </a:lnTo>
                  <a:lnTo>
                    <a:pt x="3810" y="347980"/>
                  </a:lnTo>
                  <a:lnTo>
                    <a:pt x="5080" y="347980"/>
                  </a:lnTo>
                  <a:lnTo>
                    <a:pt x="5080" y="349250"/>
                  </a:lnTo>
                  <a:lnTo>
                    <a:pt x="6350" y="349250"/>
                  </a:lnTo>
                  <a:lnTo>
                    <a:pt x="6350" y="350520"/>
                  </a:lnTo>
                  <a:lnTo>
                    <a:pt x="7620" y="350520"/>
                  </a:lnTo>
                  <a:lnTo>
                    <a:pt x="7620" y="351790"/>
                  </a:lnTo>
                  <a:lnTo>
                    <a:pt x="8890" y="351790"/>
                  </a:lnTo>
                  <a:lnTo>
                    <a:pt x="8890" y="353059"/>
                  </a:lnTo>
                  <a:lnTo>
                    <a:pt x="10160" y="353059"/>
                  </a:lnTo>
                  <a:lnTo>
                    <a:pt x="10160" y="355600"/>
                  </a:lnTo>
                  <a:lnTo>
                    <a:pt x="11430" y="355600"/>
                  </a:lnTo>
                  <a:lnTo>
                    <a:pt x="11430" y="356870"/>
                  </a:lnTo>
                  <a:lnTo>
                    <a:pt x="12700" y="356870"/>
                  </a:lnTo>
                  <a:lnTo>
                    <a:pt x="12700" y="340360"/>
                  </a:lnTo>
                  <a:close/>
                </a:path>
              </a:pathLst>
            </a:custGeom>
            <a:solidFill>
              <a:srgbClr val="CFC9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498">
              <a:extLst>
                <a:ext uri="{FF2B5EF4-FFF2-40B4-BE49-F238E27FC236}">
                  <a16:creationId xmlns:a16="http://schemas.microsoft.com/office/drawing/2014/main" id="{B4B7D997-45C2-6EFD-BF3A-4BFA1AE042CB}"/>
                </a:ext>
              </a:extLst>
            </p:cNvPr>
            <p:cNvSpPr/>
            <p:nvPr/>
          </p:nvSpPr>
          <p:spPr>
            <a:xfrm>
              <a:off x="6501129" y="5369560"/>
              <a:ext cx="12700" cy="387350"/>
            </a:xfrm>
            <a:custGeom>
              <a:avLst/>
              <a:gdLst/>
              <a:ahLst/>
              <a:cxnLst/>
              <a:rect l="l" t="t" r="r" b="b"/>
              <a:pathLst>
                <a:path w="12700" h="387350">
                  <a:moveTo>
                    <a:pt x="12700" y="0"/>
                  </a:moveTo>
                  <a:lnTo>
                    <a:pt x="11429" y="0"/>
                  </a:lnTo>
                  <a:lnTo>
                    <a:pt x="11429" y="1269"/>
                  </a:lnTo>
                  <a:lnTo>
                    <a:pt x="10160" y="1269"/>
                  </a:lnTo>
                  <a:lnTo>
                    <a:pt x="10160" y="2539"/>
                  </a:lnTo>
                  <a:lnTo>
                    <a:pt x="8890" y="2539"/>
                  </a:lnTo>
                  <a:lnTo>
                    <a:pt x="8890" y="3809"/>
                  </a:lnTo>
                  <a:lnTo>
                    <a:pt x="7620" y="380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7619"/>
                  </a:lnTo>
                  <a:lnTo>
                    <a:pt x="5079" y="7619"/>
                  </a:lnTo>
                  <a:lnTo>
                    <a:pt x="5079" y="8889"/>
                  </a:lnTo>
                  <a:lnTo>
                    <a:pt x="3810" y="8889"/>
                  </a:lnTo>
                  <a:lnTo>
                    <a:pt x="3810" y="10159"/>
                  </a:lnTo>
                  <a:lnTo>
                    <a:pt x="12700" y="10159"/>
                  </a:lnTo>
                  <a:lnTo>
                    <a:pt x="12700" y="0"/>
                  </a:lnTo>
                  <a:close/>
                </a:path>
                <a:path w="12700" h="387350">
                  <a:moveTo>
                    <a:pt x="12700" y="10159"/>
                  </a:moveTo>
                  <a:lnTo>
                    <a:pt x="2540" y="10159"/>
                  </a:lnTo>
                  <a:lnTo>
                    <a:pt x="2540" y="11429"/>
                  </a:lnTo>
                  <a:lnTo>
                    <a:pt x="1270" y="11429"/>
                  </a:lnTo>
                  <a:lnTo>
                    <a:pt x="1270" y="12699"/>
                  </a:lnTo>
                  <a:lnTo>
                    <a:pt x="0" y="12699"/>
                  </a:lnTo>
                  <a:lnTo>
                    <a:pt x="0" y="16509"/>
                  </a:lnTo>
                  <a:lnTo>
                    <a:pt x="12700" y="16509"/>
                  </a:lnTo>
                  <a:lnTo>
                    <a:pt x="12700" y="10159"/>
                  </a:lnTo>
                  <a:close/>
                </a:path>
                <a:path w="12700" h="387350">
                  <a:moveTo>
                    <a:pt x="12700" y="16510"/>
                  </a:moveTo>
                  <a:lnTo>
                    <a:pt x="0" y="16510"/>
                  </a:lnTo>
                  <a:lnTo>
                    <a:pt x="0" y="19049"/>
                  </a:lnTo>
                  <a:lnTo>
                    <a:pt x="12700" y="19049"/>
                  </a:lnTo>
                  <a:lnTo>
                    <a:pt x="12700" y="16510"/>
                  </a:lnTo>
                  <a:close/>
                </a:path>
                <a:path w="12700" h="387350">
                  <a:moveTo>
                    <a:pt x="12700" y="19050"/>
                  </a:moveTo>
                  <a:lnTo>
                    <a:pt x="0" y="19050"/>
                  </a:lnTo>
                  <a:lnTo>
                    <a:pt x="0" y="25399"/>
                  </a:lnTo>
                  <a:lnTo>
                    <a:pt x="12700" y="25399"/>
                  </a:lnTo>
                  <a:lnTo>
                    <a:pt x="12700" y="19050"/>
                  </a:lnTo>
                  <a:close/>
                </a:path>
                <a:path w="12700" h="387350">
                  <a:moveTo>
                    <a:pt x="12700" y="25400"/>
                  </a:moveTo>
                  <a:lnTo>
                    <a:pt x="0" y="25400"/>
                  </a:lnTo>
                  <a:lnTo>
                    <a:pt x="0" y="41909"/>
                  </a:lnTo>
                  <a:lnTo>
                    <a:pt x="12700" y="41909"/>
                  </a:lnTo>
                  <a:lnTo>
                    <a:pt x="12700" y="25400"/>
                  </a:lnTo>
                  <a:close/>
                </a:path>
                <a:path w="12700" h="387350">
                  <a:moveTo>
                    <a:pt x="12700" y="41909"/>
                  </a:moveTo>
                  <a:lnTo>
                    <a:pt x="0" y="41909"/>
                  </a:lnTo>
                  <a:lnTo>
                    <a:pt x="0" y="48259"/>
                  </a:lnTo>
                  <a:lnTo>
                    <a:pt x="12700" y="48259"/>
                  </a:lnTo>
                  <a:lnTo>
                    <a:pt x="12700" y="41909"/>
                  </a:lnTo>
                  <a:close/>
                </a:path>
                <a:path w="12700" h="387350">
                  <a:moveTo>
                    <a:pt x="12700" y="48259"/>
                  </a:moveTo>
                  <a:lnTo>
                    <a:pt x="0" y="48259"/>
                  </a:lnTo>
                  <a:lnTo>
                    <a:pt x="0" y="54609"/>
                  </a:lnTo>
                  <a:lnTo>
                    <a:pt x="12700" y="54609"/>
                  </a:lnTo>
                  <a:lnTo>
                    <a:pt x="12700" y="48259"/>
                  </a:lnTo>
                  <a:close/>
                </a:path>
                <a:path w="12700" h="387350">
                  <a:moveTo>
                    <a:pt x="1270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2700" y="57149"/>
                  </a:lnTo>
                  <a:lnTo>
                    <a:pt x="12700" y="54609"/>
                  </a:lnTo>
                  <a:close/>
                </a:path>
                <a:path w="12700" h="387350">
                  <a:moveTo>
                    <a:pt x="1270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2700" y="60959"/>
                  </a:lnTo>
                  <a:lnTo>
                    <a:pt x="12700" y="57150"/>
                  </a:lnTo>
                  <a:close/>
                </a:path>
                <a:path w="12700" h="387350">
                  <a:moveTo>
                    <a:pt x="1270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2700" y="63499"/>
                  </a:lnTo>
                  <a:lnTo>
                    <a:pt x="12700" y="60959"/>
                  </a:lnTo>
                  <a:close/>
                </a:path>
                <a:path w="12700" h="387350">
                  <a:moveTo>
                    <a:pt x="12700" y="63500"/>
                  </a:moveTo>
                  <a:lnTo>
                    <a:pt x="0" y="63500"/>
                  </a:lnTo>
                  <a:lnTo>
                    <a:pt x="0" y="69849"/>
                  </a:lnTo>
                  <a:lnTo>
                    <a:pt x="12700" y="69849"/>
                  </a:lnTo>
                  <a:lnTo>
                    <a:pt x="12700" y="63500"/>
                  </a:lnTo>
                  <a:close/>
                </a:path>
                <a:path w="12700" h="387350">
                  <a:moveTo>
                    <a:pt x="12700" y="69850"/>
                  </a:moveTo>
                  <a:lnTo>
                    <a:pt x="0" y="69850"/>
                  </a:lnTo>
                  <a:lnTo>
                    <a:pt x="0" y="76199"/>
                  </a:lnTo>
                  <a:lnTo>
                    <a:pt x="12700" y="76199"/>
                  </a:lnTo>
                  <a:lnTo>
                    <a:pt x="12700" y="69850"/>
                  </a:lnTo>
                  <a:close/>
                </a:path>
                <a:path w="12700" h="387350">
                  <a:moveTo>
                    <a:pt x="12700" y="76200"/>
                  </a:moveTo>
                  <a:lnTo>
                    <a:pt x="0" y="76200"/>
                  </a:lnTo>
                  <a:lnTo>
                    <a:pt x="0" y="86359"/>
                  </a:lnTo>
                  <a:lnTo>
                    <a:pt x="12700" y="86359"/>
                  </a:lnTo>
                  <a:lnTo>
                    <a:pt x="12700" y="76200"/>
                  </a:lnTo>
                  <a:close/>
                </a:path>
                <a:path w="12700" h="387350">
                  <a:moveTo>
                    <a:pt x="12700" y="86360"/>
                  </a:moveTo>
                  <a:lnTo>
                    <a:pt x="0" y="86360"/>
                  </a:lnTo>
                  <a:lnTo>
                    <a:pt x="0" y="92709"/>
                  </a:lnTo>
                  <a:lnTo>
                    <a:pt x="12700" y="92709"/>
                  </a:lnTo>
                  <a:lnTo>
                    <a:pt x="12700" y="86360"/>
                  </a:lnTo>
                  <a:close/>
                </a:path>
                <a:path w="12700" h="387350">
                  <a:moveTo>
                    <a:pt x="12700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2700" y="95249"/>
                  </a:lnTo>
                  <a:lnTo>
                    <a:pt x="12700" y="92709"/>
                  </a:lnTo>
                  <a:close/>
                </a:path>
                <a:path w="12700" h="387350">
                  <a:moveTo>
                    <a:pt x="12700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12700" y="101599"/>
                  </a:lnTo>
                  <a:lnTo>
                    <a:pt x="12700" y="95250"/>
                  </a:lnTo>
                  <a:close/>
                </a:path>
                <a:path w="12700" h="387350">
                  <a:moveTo>
                    <a:pt x="12700" y="101600"/>
                  </a:moveTo>
                  <a:lnTo>
                    <a:pt x="0" y="101600"/>
                  </a:lnTo>
                  <a:lnTo>
                    <a:pt x="0" y="107949"/>
                  </a:lnTo>
                  <a:lnTo>
                    <a:pt x="12700" y="107949"/>
                  </a:lnTo>
                  <a:lnTo>
                    <a:pt x="12700" y="101600"/>
                  </a:lnTo>
                  <a:close/>
                </a:path>
                <a:path w="12700" h="387350">
                  <a:moveTo>
                    <a:pt x="12700" y="107950"/>
                  </a:moveTo>
                  <a:lnTo>
                    <a:pt x="0" y="107950"/>
                  </a:lnTo>
                  <a:lnTo>
                    <a:pt x="0" y="118109"/>
                  </a:lnTo>
                  <a:lnTo>
                    <a:pt x="12700" y="118109"/>
                  </a:lnTo>
                  <a:lnTo>
                    <a:pt x="12700" y="107950"/>
                  </a:lnTo>
                  <a:close/>
                </a:path>
                <a:path w="12700" h="387350">
                  <a:moveTo>
                    <a:pt x="12700" y="118109"/>
                  </a:moveTo>
                  <a:lnTo>
                    <a:pt x="0" y="118109"/>
                  </a:lnTo>
                  <a:lnTo>
                    <a:pt x="0" y="124459"/>
                  </a:lnTo>
                  <a:lnTo>
                    <a:pt x="12700" y="124459"/>
                  </a:lnTo>
                  <a:lnTo>
                    <a:pt x="12700" y="118109"/>
                  </a:lnTo>
                  <a:close/>
                </a:path>
                <a:path w="12700" h="387350">
                  <a:moveTo>
                    <a:pt x="12700" y="124459"/>
                  </a:moveTo>
                  <a:lnTo>
                    <a:pt x="0" y="124459"/>
                  </a:lnTo>
                  <a:lnTo>
                    <a:pt x="0" y="133349"/>
                  </a:lnTo>
                  <a:lnTo>
                    <a:pt x="12700" y="133349"/>
                  </a:lnTo>
                  <a:lnTo>
                    <a:pt x="12700" y="124459"/>
                  </a:lnTo>
                  <a:close/>
                </a:path>
                <a:path w="12700" h="387350">
                  <a:moveTo>
                    <a:pt x="12700" y="133350"/>
                  </a:moveTo>
                  <a:lnTo>
                    <a:pt x="0" y="133350"/>
                  </a:lnTo>
                  <a:lnTo>
                    <a:pt x="0" y="139699"/>
                  </a:lnTo>
                  <a:lnTo>
                    <a:pt x="12700" y="139699"/>
                  </a:lnTo>
                  <a:lnTo>
                    <a:pt x="12700" y="133350"/>
                  </a:lnTo>
                  <a:close/>
                </a:path>
                <a:path w="12700" h="387350">
                  <a:moveTo>
                    <a:pt x="12700" y="139700"/>
                  </a:moveTo>
                  <a:lnTo>
                    <a:pt x="0" y="139700"/>
                  </a:lnTo>
                  <a:lnTo>
                    <a:pt x="0" y="146049"/>
                  </a:lnTo>
                  <a:lnTo>
                    <a:pt x="12700" y="146049"/>
                  </a:lnTo>
                  <a:lnTo>
                    <a:pt x="12700" y="139700"/>
                  </a:lnTo>
                  <a:close/>
                </a:path>
                <a:path w="12700" h="387350">
                  <a:moveTo>
                    <a:pt x="12700" y="146050"/>
                  </a:moveTo>
                  <a:lnTo>
                    <a:pt x="0" y="146050"/>
                  </a:lnTo>
                  <a:lnTo>
                    <a:pt x="0" y="156209"/>
                  </a:lnTo>
                  <a:lnTo>
                    <a:pt x="12700" y="156209"/>
                  </a:lnTo>
                  <a:lnTo>
                    <a:pt x="12700" y="146050"/>
                  </a:lnTo>
                  <a:close/>
                </a:path>
                <a:path w="12700" h="387350">
                  <a:moveTo>
                    <a:pt x="12700" y="156210"/>
                  </a:moveTo>
                  <a:lnTo>
                    <a:pt x="0" y="156210"/>
                  </a:lnTo>
                  <a:lnTo>
                    <a:pt x="0" y="162559"/>
                  </a:lnTo>
                  <a:lnTo>
                    <a:pt x="12700" y="162559"/>
                  </a:lnTo>
                  <a:lnTo>
                    <a:pt x="12700" y="156210"/>
                  </a:lnTo>
                  <a:close/>
                </a:path>
                <a:path w="12700" h="387350">
                  <a:moveTo>
                    <a:pt x="12700" y="162560"/>
                  </a:moveTo>
                  <a:lnTo>
                    <a:pt x="0" y="162560"/>
                  </a:lnTo>
                  <a:lnTo>
                    <a:pt x="0" y="168909"/>
                  </a:lnTo>
                  <a:lnTo>
                    <a:pt x="12700" y="168909"/>
                  </a:lnTo>
                  <a:lnTo>
                    <a:pt x="12700" y="162560"/>
                  </a:lnTo>
                  <a:close/>
                </a:path>
                <a:path w="12700" h="387350">
                  <a:moveTo>
                    <a:pt x="12700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2700" y="171449"/>
                  </a:lnTo>
                  <a:lnTo>
                    <a:pt x="12700" y="168909"/>
                  </a:lnTo>
                  <a:close/>
                </a:path>
                <a:path w="12700" h="387350">
                  <a:moveTo>
                    <a:pt x="12700" y="171450"/>
                  </a:moveTo>
                  <a:lnTo>
                    <a:pt x="0" y="171450"/>
                  </a:lnTo>
                  <a:lnTo>
                    <a:pt x="0" y="177799"/>
                  </a:lnTo>
                  <a:lnTo>
                    <a:pt x="12700" y="177799"/>
                  </a:lnTo>
                  <a:lnTo>
                    <a:pt x="12700" y="171450"/>
                  </a:lnTo>
                  <a:close/>
                </a:path>
                <a:path w="12700" h="387350">
                  <a:moveTo>
                    <a:pt x="12700" y="177800"/>
                  </a:moveTo>
                  <a:lnTo>
                    <a:pt x="0" y="177800"/>
                  </a:lnTo>
                  <a:lnTo>
                    <a:pt x="0" y="184149"/>
                  </a:lnTo>
                  <a:lnTo>
                    <a:pt x="12700" y="184149"/>
                  </a:lnTo>
                  <a:lnTo>
                    <a:pt x="12700" y="177800"/>
                  </a:lnTo>
                  <a:close/>
                </a:path>
                <a:path w="12700" h="387350">
                  <a:moveTo>
                    <a:pt x="12700" y="184150"/>
                  </a:moveTo>
                  <a:lnTo>
                    <a:pt x="0" y="184150"/>
                  </a:lnTo>
                  <a:lnTo>
                    <a:pt x="0" y="215899"/>
                  </a:lnTo>
                  <a:lnTo>
                    <a:pt x="12700" y="215899"/>
                  </a:lnTo>
                  <a:lnTo>
                    <a:pt x="12700" y="184150"/>
                  </a:lnTo>
                  <a:close/>
                </a:path>
                <a:path w="12700" h="387350">
                  <a:moveTo>
                    <a:pt x="12700" y="215900"/>
                  </a:moveTo>
                  <a:lnTo>
                    <a:pt x="0" y="215900"/>
                  </a:lnTo>
                  <a:lnTo>
                    <a:pt x="0" y="222249"/>
                  </a:lnTo>
                  <a:lnTo>
                    <a:pt x="12700" y="222249"/>
                  </a:lnTo>
                  <a:lnTo>
                    <a:pt x="12700" y="215900"/>
                  </a:lnTo>
                  <a:close/>
                </a:path>
                <a:path w="12700" h="387350">
                  <a:moveTo>
                    <a:pt x="1270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2700" y="226059"/>
                  </a:lnTo>
                  <a:lnTo>
                    <a:pt x="12700" y="222250"/>
                  </a:lnTo>
                  <a:close/>
                </a:path>
                <a:path w="12700" h="387350">
                  <a:moveTo>
                    <a:pt x="12700" y="226059"/>
                  </a:moveTo>
                  <a:lnTo>
                    <a:pt x="0" y="226059"/>
                  </a:lnTo>
                  <a:lnTo>
                    <a:pt x="0" y="232409"/>
                  </a:lnTo>
                  <a:lnTo>
                    <a:pt x="12700" y="232409"/>
                  </a:lnTo>
                  <a:lnTo>
                    <a:pt x="12700" y="226059"/>
                  </a:lnTo>
                  <a:close/>
                </a:path>
                <a:path w="12700" h="387350">
                  <a:moveTo>
                    <a:pt x="12700" y="232409"/>
                  </a:moveTo>
                  <a:lnTo>
                    <a:pt x="0" y="232409"/>
                  </a:lnTo>
                  <a:lnTo>
                    <a:pt x="0" y="247649"/>
                  </a:lnTo>
                  <a:lnTo>
                    <a:pt x="12700" y="247649"/>
                  </a:lnTo>
                  <a:lnTo>
                    <a:pt x="12700" y="232409"/>
                  </a:lnTo>
                  <a:close/>
                </a:path>
                <a:path w="12700" h="387350">
                  <a:moveTo>
                    <a:pt x="12700" y="247650"/>
                  </a:moveTo>
                  <a:lnTo>
                    <a:pt x="0" y="247650"/>
                  </a:lnTo>
                  <a:lnTo>
                    <a:pt x="0" y="253999"/>
                  </a:lnTo>
                  <a:lnTo>
                    <a:pt x="12700" y="253999"/>
                  </a:lnTo>
                  <a:lnTo>
                    <a:pt x="12700" y="247650"/>
                  </a:lnTo>
                  <a:close/>
                </a:path>
                <a:path w="12700" h="387350">
                  <a:moveTo>
                    <a:pt x="12700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2700" y="257809"/>
                  </a:lnTo>
                  <a:lnTo>
                    <a:pt x="12700" y="254000"/>
                  </a:lnTo>
                  <a:close/>
                </a:path>
                <a:path w="12700" h="387350">
                  <a:moveTo>
                    <a:pt x="12700" y="257810"/>
                  </a:moveTo>
                  <a:lnTo>
                    <a:pt x="0" y="257810"/>
                  </a:lnTo>
                  <a:lnTo>
                    <a:pt x="0" y="264159"/>
                  </a:lnTo>
                  <a:lnTo>
                    <a:pt x="12700" y="264159"/>
                  </a:lnTo>
                  <a:lnTo>
                    <a:pt x="12700" y="257810"/>
                  </a:lnTo>
                  <a:close/>
                </a:path>
                <a:path w="12700" h="387350">
                  <a:moveTo>
                    <a:pt x="12700" y="264159"/>
                  </a:moveTo>
                  <a:lnTo>
                    <a:pt x="0" y="264159"/>
                  </a:lnTo>
                  <a:lnTo>
                    <a:pt x="0" y="270509"/>
                  </a:lnTo>
                  <a:lnTo>
                    <a:pt x="12700" y="270509"/>
                  </a:lnTo>
                  <a:lnTo>
                    <a:pt x="12700" y="264159"/>
                  </a:lnTo>
                  <a:close/>
                </a:path>
                <a:path w="12700" h="387350">
                  <a:moveTo>
                    <a:pt x="12700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2700" y="273049"/>
                  </a:lnTo>
                  <a:lnTo>
                    <a:pt x="12700" y="270509"/>
                  </a:lnTo>
                  <a:close/>
                </a:path>
                <a:path w="12700" h="387350">
                  <a:moveTo>
                    <a:pt x="12700" y="273050"/>
                  </a:moveTo>
                  <a:lnTo>
                    <a:pt x="0" y="273050"/>
                  </a:lnTo>
                  <a:lnTo>
                    <a:pt x="0" y="279399"/>
                  </a:lnTo>
                  <a:lnTo>
                    <a:pt x="12700" y="279399"/>
                  </a:lnTo>
                  <a:lnTo>
                    <a:pt x="12700" y="273050"/>
                  </a:lnTo>
                  <a:close/>
                </a:path>
                <a:path w="12700" h="387350">
                  <a:moveTo>
                    <a:pt x="12700" y="279400"/>
                  </a:moveTo>
                  <a:lnTo>
                    <a:pt x="0" y="279400"/>
                  </a:lnTo>
                  <a:lnTo>
                    <a:pt x="0" y="285749"/>
                  </a:lnTo>
                  <a:lnTo>
                    <a:pt x="12700" y="285749"/>
                  </a:lnTo>
                  <a:lnTo>
                    <a:pt x="12700" y="279400"/>
                  </a:lnTo>
                  <a:close/>
                </a:path>
                <a:path w="12700" h="387350">
                  <a:moveTo>
                    <a:pt x="12700" y="285750"/>
                  </a:moveTo>
                  <a:lnTo>
                    <a:pt x="0" y="285750"/>
                  </a:lnTo>
                  <a:lnTo>
                    <a:pt x="0" y="295909"/>
                  </a:lnTo>
                  <a:lnTo>
                    <a:pt x="12700" y="295909"/>
                  </a:lnTo>
                  <a:lnTo>
                    <a:pt x="12700" y="285750"/>
                  </a:lnTo>
                  <a:close/>
                </a:path>
                <a:path w="12700" h="387350">
                  <a:moveTo>
                    <a:pt x="12700" y="295909"/>
                  </a:moveTo>
                  <a:lnTo>
                    <a:pt x="0" y="295909"/>
                  </a:lnTo>
                  <a:lnTo>
                    <a:pt x="0" y="304799"/>
                  </a:lnTo>
                  <a:lnTo>
                    <a:pt x="12700" y="304799"/>
                  </a:lnTo>
                  <a:lnTo>
                    <a:pt x="12700" y="295909"/>
                  </a:lnTo>
                  <a:close/>
                </a:path>
                <a:path w="12700" h="387350">
                  <a:moveTo>
                    <a:pt x="12700" y="304800"/>
                  </a:moveTo>
                  <a:lnTo>
                    <a:pt x="0" y="304800"/>
                  </a:lnTo>
                  <a:lnTo>
                    <a:pt x="0" y="311149"/>
                  </a:lnTo>
                  <a:lnTo>
                    <a:pt x="12700" y="311149"/>
                  </a:lnTo>
                  <a:lnTo>
                    <a:pt x="12700" y="304800"/>
                  </a:lnTo>
                  <a:close/>
                </a:path>
                <a:path w="12700" h="387350">
                  <a:moveTo>
                    <a:pt x="12700" y="311150"/>
                  </a:moveTo>
                  <a:lnTo>
                    <a:pt x="0" y="311150"/>
                  </a:lnTo>
                  <a:lnTo>
                    <a:pt x="0" y="317499"/>
                  </a:lnTo>
                  <a:lnTo>
                    <a:pt x="12700" y="317499"/>
                  </a:lnTo>
                  <a:lnTo>
                    <a:pt x="12700" y="311150"/>
                  </a:lnTo>
                  <a:close/>
                </a:path>
                <a:path w="12700" h="387350">
                  <a:moveTo>
                    <a:pt x="12700" y="317500"/>
                  </a:moveTo>
                  <a:lnTo>
                    <a:pt x="0" y="317500"/>
                  </a:lnTo>
                  <a:lnTo>
                    <a:pt x="0" y="321309"/>
                  </a:lnTo>
                  <a:lnTo>
                    <a:pt x="12700" y="321309"/>
                  </a:lnTo>
                  <a:lnTo>
                    <a:pt x="12700" y="317500"/>
                  </a:lnTo>
                  <a:close/>
                </a:path>
                <a:path w="12700" h="387350">
                  <a:moveTo>
                    <a:pt x="12700" y="321309"/>
                  </a:moveTo>
                  <a:lnTo>
                    <a:pt x="0" y="321309"/>
                  </a:lnTo>
                  <a:lnTo>
                    <a:pt x="0" y="323849"/>
                  </a:lnTo>
                  <a:lnTo>
                    <a:pt x="12700" y="323849"/>
                  </a:lnTo>
                  <a:lnTo>
                    <a:pt x="12700" y="321309"/>
                  </a:lnTo>
                  <a:close/>
                </a:path>
                <a:path w="12700" h="387350">
                  <a:moveTo>
                    <a:pt x="12700" y="323850"/>
                  </a:moveTo>
                  <a:lnTo>
                    <a:pt x="0" y="323850"/>
                  </a:lnTo>
                  <a:lnTo>
                    <a:pt x="0" y="327659"/>
                  </a:lnTo>
                  <a:lnTo>
                    <a:pt x="12700" y="327659"/>
                  </a:lnTo>
                  <a:lnTo>
                    <a:pt x="12700" y="323850"/>
                  </a:lnTo>
                  <a:close/>
                </a:path>
                <a:path w="12700" h="387350">
                  <a:moveTo>
                    <a:pt x="12700" y="327659"/>
                  </a:moveTo>
                  <a:lnTo>
                    <a:pt x="0" y="327659"/>
                  </a:lnTo>
                  <a:lnTo>
                    <a:pt x="0" y="334009"/>
                  </a:lnTo>
                  <a:lnTo>
                    <a:pt x="12700" y="334009"/>
                  </a:lnTo>
                  <a:lnTo>
                    <a:pt x="12700" y="327659"/>
                  </a:lnTo>
                  <a:close/>
                </a:path>
                <a:path w="12700" h="387350">
                  <a:moveTo>
                    <a:pt x="12700" y="334009"/>
                  </a:moveTo>
                  <a:lnTo>
                    <a:pt x="0" y="334009"/>
                  </a:lnTo>
                  <a:lnTo>
                    <a:pt x="0" y="342899"/>
                  </a:lnTo>
                  <a:lnTo>
                    <a:pt x="12700" y="342899"/>
                  </a:lnTo>
                  <a:lnTo>
                    <a:pt x="12700" y="334009"/>
                  </a:lnTo>
                  <a:close/>
                </a:path>
                <a:path w="12700" h="387350">
                  <a:moveTo>
                    <a:pt x="12700" y="342900"/>
                  </a:moveTo>
                  <a:lnTo>
                    <a:pt x="0" y="342900"/>
                  </a:lnTo>
                  <a:lnTo>
                    <a:pt x="0" y="349249"/>
                  </a:lnTo>
                  <a:lnTo>
                    <a:pt x="12700" y="349249"/>
                  </a:lnTo>
                  <a:lnTo>
                    <a:pt x="12700" y="342900"/>
                  </a:lnTo>
                  <a:close/>
                </a:path>
                <a:path w="12700" h="387350">
                  <a:moveTo>
                    <a:pt x="12700" y="349250"/>
                  </a:moveTo>
                  <a:lnTo>
                    <a:pt x="0" y="349250"/>
                  </a:lnTo>
                  <a:lnTo>
                    <a:pt x="0" y="355599"/>
                  </a:lnTo>
                  <a:lnTo>
                    <a:pt x="12700" y="355599"/>
                  </a:lnTo>
                  <a:lnTo>
                    <a:pt x="12700" y="349250"/>
                  </a:lnTo>
                  <a:close/>
                </a:path>
                <a:path w="12700" h="387350">
                  <a:moveTo>
                    <a:pt x="12700" y="355600"/>
                  </a:moveTo>
                  <a:lnTo>
                    <a:pt x="0" y="355600"/>
                  </a:lnTo>
                  <a:lnTo>
                    <a:pt x="0" y="373379"/>
                  </a:lnTo>
                  <a:lnTo>
                    <a:pt x="1270" y="373379"/>
                  </a:lnTo>
                  <a:lnTo>
                    <a:pt x="1270" y="374649"/>
                  </a:lnTo>
                  <a:lnTo>
                    <a:pt x="12700" y="374649"/>
                  </a:lnTo>
                  <a:lnTo>
                    <a:pt x="12700" y="355600"/>
                  </a:lnTo>
                  <a:close/>
                </a:path>
                <a:path w="12700" h="387350">
                  <a:moveTo>
                    <a:pt x="12700" y="374650"/>
                  </a:moveTo>
                  <a:lnTo>
                    <a:pt x="2540" y="374650"/>
                  </a:lnTo>
                  <a:lnTo>
                    <a:pt x="2540" y="375919"/>
                  </a:lnTo>
                  <a:lnTo>
                    <a:pt x="3810" y="375919"/>
                  </a:lnTo>
                  <a:lnTo>
                    <a:pt x="3810" y="378459"/>
                  </a:lnTo>
                  <a:lnTo>
                    <a:pt x="12700" y="378459"/>
                  </a:lnTo>
                  <a:lnTo>
                    <a:pt x="12700" y="374650"/>
                  </a:lnTo>
                  <a:close/>
                </a:path>
                <a:path w="12700" h="387350">
                  <a:moveTo>
                    <a:pt x="12700" y="378460"/>
                  </a:moveTo>
                  <a:lnTo>
                    <a:pt x="5079" y="378460"/>
                  </a:lnTo>
                  <a:lnTo>
                    <a:pt x="5079" y="379729"/>
                  </a:lnTo>
                  <a:lnTo>
                    <a:pt x="6350" y="379729"/>
                  </a:lnTo>
                  <a:lnTo>
                    <a:pt x="6350" y="380999"/>
                  </a:lnTo>
                  <a:lnTo>
                    <a:pt x="12700" y="380999"/>
                  </a:lnTo>
                  <a:lnTo>
                    <a:pt x="12700" y="378460"/>
                  </a:lnTo>
                  <a:close/>
                </a:path>
                <a:path w="12700" h="387350">
                  <a:moveTo>
                    <a:pt x="12700" y="381000"/>
                  </a:moveTo>
                  <a:lnTo>
                    <a:pt x="7620" y="381000"/>
                  </a:lnTo>
                  <a:lnTo>
                    <a:pt x="7620" y="382269"/>
                  </a:lnTo>
                  <a:lnTo>
                    <a:pt x="8890" y="382269"/>
                  </a:lnTo>
                  <a:lnTo>
                    <a:pt x="8890" y="383539"/>
                  </a:lnTo>
                  <a:lnTo>
                    <a:pt x="10160" y="383539"/>
                  </a:lnTo>
                  <a:lnTo>
                    <a:pt x="10160" y="386079"/>
                  </a:lnTo>
                  <a:lnTo>
                    <a:pt x="11429" y="386079"/>
                  </a:lnTo>
                  <a:lnTo>
                    <a:pt x="11429" y="387349"/>
                  </a:lnTo>
                  <a:lnTo>
                    <a:pt x="12700" y="387349"/>
                  </a:lnTo>
                  <a:lnTo>
                    <a:pt x="12700" y="381000"/>
                  </a:lnTo>
                  <a:close/>
                </a:path>
              </a:pathLst>
            </a:custGeom>
            <a:solidFill>
              <a:srgbClr val="CEC9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499">
              <a:extLst>
                <a:ext uri="{FF2B5EF4-FFF2-40B4-BE49-F238E27FC236}">
                  <a16:creationId xmlns:a16="http://schemas.microsoft.com/office/drawing/2014/main" id="{7E730F21-57E3-32AE-F4B9-AD131FCA0F3F}"/>
                </a:ext>
              </a:extLst>
            </p:cNvPr>
            <p:cNvSpPr/>
            <p:nvPr/>
          </p:nvSpPr>
          <p:spPr>
            <a:xfrm>
              <a:off x="6513829" y="5354320"/>
              <a:ext cx="12700" cy="417830"/>
            </a:xfrm>
            <a:custGeom>
              <a:avLst/>
              <a:gdLst/>
              <a:ahLst/>
              <a:cxnLst/>
              <a:rect l="l" t="t" r="r" b="b"/>
              <a:pathLst>
                <a:path w="12700" h="417829">
                  <a:moveTo>
                    <a:pt x="12700" y="0"/>
                  </a:moveTo>
                  <a:lnTo>
                    <a:pt x="11429" y="0"/>
                  </a:lnTo>
                  <a:lnTo>
                    <a:pt x="11429" y="1269"/>
                  </a:lnTo>
                  <a:lnTo>
                    <a:pt x="10160" y="1269"/>
                  </a:lnTo>
                  <a:lnTo>
                    <a:pt x="10160" y="2539"/>
                  </a:lnTo>
                  <a:lnTo>
                    <a:pt x="12700" y="2539"/>
                  </a:lnTo>
                  <a:lnTo>
                    <a:pt x="12700" y="0"/>
                  </a:lnTo>
                  <a:close/>
                </a:path>
                <a:path w="12700" h="417829">
                  <a:moveTo>
                    <a:pt x="12700" y="2539"/>
                  </a:moveTo>
                  <a:lnTo>
                    <a:pt x="8890" y="2539"/>
                  </a:lnTo>
                  <a:lnTo>
                    <a:pt x="8890" y="3809"/>
                  </a:lnTo>
                  <a:lnTo>
                    <a:pt x="7620" y="3809"/>
                  </a:lnTo>
                  <a:lnTo>
                    <a:pt x="7620" y="5079"/>
                  </a:lnTo>
                  <a:lnTo>
                    <a:pt x="6350" y="5079"/>
                  </a:lnTo>
                  <a:lnTo>
                    <a:pt x="6350" y="7619"/>
                  </a:lnTo>
                  <a:lnTo>
                    <a:pt x="5079" y="7619"/>
                  </a:lnTo>
                  <a:lnTo>
                    <a:pt x="5079" y="8889"/>
                  </a:lnTo>
                  <a:lnTo>
                    <a:pt x="12700" y="8889"/>
                  </a:lnTo>
                  <a:lnTo>
                    <a:pt x="12700" y="2539"/>
                  </a:lnTo>
                  <a:close/>
                </a:path>
                <a:path w="12700" h="417829">
                  <a:moveTo>
                    <a:pt x="12700" y="8889"/>
                  </a:moveTo>
                  <a:lnTo>
                    <a:pt x="3810" y="8889"/>
                  </a:lnTo>
                  <a:lnTo>
                    <a:pt x="3810" y="10159"/>
                  </a:lnTo>
                  <a:lnTo>
                    <a:pt x="2540" y="10159"/>
                  </a:lnTo>
                  <a:lnTo>
                    <a:pt x="2540" y="11429"/>
                  </a:lnTo>
                  <a:lnTo>
                    <a:pt x="1270" y="11429"/>
                  </a:lnTo>
                  <a:lnTo>
                    <a:pt x="1270" y="12699"/>
                  </a:lnTo>
                  <a:lnTo>
                    <a:pt x="0" y="12699"/>
                  </a:lnTo>
                  <a:lnTo>
                    <a:pt x="0" y="15239"/>
                  </a:lnTo>
                  <a:lnTo>
                    <a:pt x="12700" y="15239"/>
                  </a:lnTo>
                  <a:lnTo>
                    <a:pt x="12700" y="8889"/>
                  </a:lnTo>
                  <a:close/>
                </a:path>
                <a:path w="12700" h="417829">
                  <a:moveTo>
                    <a:pt x="12700" y="15239"/>
                  </a:moveTo>
                  <a:lnTo>
                    <a:pt x="0" y="15239"/>
                  </a:lnTo>
                  <a:lnTo>
                    <a:pt x="0" y="25399"/>
                  </a:lnTo>
                  <a:lnTo>
                    <a:pt x="12700" y="25399"/>
                  </a:lnTo>
                  <a:lnTo>
                    <a:pt x="12700" y="15239"/>
                  </a:lnTo>
                  <a:close/>
                </a:path>
                <a:path w="12700" h="417829">
                  <a:moveTo>
                    <a:pt x="12700" y="25399"/>
                  </a:moveTo>
                  <a:lnTo>
                    <a:pt x="0" y="25399"/>
                  </a:lnTo>
                  <a:lnTo>
                    <a:pt x="0" y="31749"/>
                  </a:lnTo>
                  <a:lnTo>
                    <a:pt x="12700" y="31749"/>
                  </a:lnTo>
                  <a:lnTo>
                    <a:pt x="12700" y="25399"/>
                  </a:lnTo>
                  <a:close/>
                </a:path>
                <a:path w="12700" h="417829">
                  <a:moveTo>
                    <a:pt x="1270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12700" y="34289"/>
                  </a:lnTo>
                  <a:lnTo>
                    <a:pt x="12700" y="31750"/>
                  </a:lnTo>
                  <a:close/>
                </a:path>
                <a:path w="12700" h="417829">
                  <a:moveTo>
                    <a:pt x="12700" y="34289"/>
                  </a:moveTo>
                  <a:lnTo>
                    <a:pt x="0" y="34289"/>
                  </a:lnTo>
                  <a:lnTo>
                    <a:pt x="0" y="40639"/>
                  </a:lnTo>
                  <a:lnTo>
                    <a:pt x="12700" y="40639"/>
                  </a:lnTo>
                  <a:lnTo>
                    <a:pt x="12700" y="34289"/>
                  </a:lnTo>
                  <a:close/>
                </a:path>
                <a:path w="12700" h="417829">
                  <a:moveTo>
                    <a:pt x="12700" y="40639"/>
                  </a:moveTo>
                  <a:lnTo>
                    <a:pt x="0" y="40639"/>
                  </a:lnTo>
                  <a:lnTo>
                    <a:pt x="0" y="57149"/>
                  </a:lnTo>
                  <a:lnTo>
                    <a:pt x="12700" y="57149"/>
                  </a:lnTo>
                  <a:lnTo>
                    <a:pt x="12700" y="40639"/>
                  </a:lnTo>
                  <a:close/>
                </a:path>
                <a:path w="12700" h="417829">
                  <a:moveTo>
                    <a:pt x="12700" y="57149"/>
                  </a:moveTo>
                  <a:lnTo>
                    <a:pt x="0" y="57149"/>
                  </a:lnTo>
                  <a:lnTo>
                    <a:pt x="0" y="63499"/>
                  </a:lnTo>
                  <a:lnTo>
                    <a:pt x="12700" y="63499"/>
                  </a:lnTo>
                  <a:lnTo>
                    <a:pt x="12700" y="57149"/>
                  </a:lnTo>
                  <a:close/>
                </a:path>
                <a:path w="12700" h="417829">
                  <a:moveTo>
                    <a:pt x="12700" y="63499"/>
                  </a:moveTo>
                  <a:lnTo>
                    <a:pt x="0" y="63499"/>
                  </a:lnTo>
                  <a:lnTo>
                    <a:pt x="0" y="69849"/>
                  </a:lnTo>
                  <a:lnTo>
                    <a:pt x="12700" y="69849"/>
                  </a:lnTo>
                  <a:lnTo>
                    <a:pt x="12700" y="63499"/>
                  </a:lnTo>
                  <a:close/>
                </a:path>
                <a:path w="12700" h="417829">
                  <a:moveTo>
                    <a:pt x="1270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2700" y="72389"/>
                  </a:lnTo>
                  <a:lnTo>
                    <a:pt x="12700" y="69849"/>
                  </a:lnTo>
                  <a:close/>
                </a:path>
                <a:path w="12700" h="417829">
                  <a:moveTo>
                    <a:pt x="1270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2700" y="76199"/>
                  </a:lnTo>
                  <a:lnTo>
                    <a:pt x="12700" y="72389"/>
                  </a:lnTo>
                  <a:close/>
                </a:path>
                <a:path w="12700" h="417829">
                  <a:moveTo>
                    <a:pt x="1270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2700" y="78739"/>
                  </a:lnTo>
                  <a:lnTo>
                    <a:pt x="12700" y="76199"/>
                  </a:lnTo>
                  <a:close/>
                </a:path>
                <a:path w="12700" h="417829">
                  <a:moveTo>
                    <a:pt x="12700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2700" y="85089"/>
                  </a:lnTo>
                  <a:lnTo>
                    <a:pt x="12700" y="78739"/>
                  </a:lnTo>
                  <a:close/>
                </a:path>
                <a:path w="12700" h="417829">
                  <a:moveTo>
                    <a:pt x="12700" y="85089"/>
                  </a:moveTo>
                  <a:lnTo>
                    <a:pt x="0" y="85089"/>
                  </a:lnTo>
                  <a:lnTo>
                    <a:pt x="0" y="91439"/>
                  </a:lnTo>
                  <a:lnTo>
                    <a:pt x="12700" y="91439"/>
                  </a:lnTo>
                  <a:lnTo>
                    <a:pt x="12700" y="85089"/>
                  </a:lnTo>
                  <a:close/>
                </a:path>
                <a:path w="12700" h="417829">
                  <a:moveTo>
                    <a:pt x="12700" y="91439"/>
                  </a:moveTo>
                  <a:lnTo>
                    <a:pt x="0" y="91439"/>
                  </a:lnTo>
                  <a:lnTo>
                    <a:pt x="0" y="101599"/>
                  </a:lnTo>
                  <a:lnTo>
                    <a:pt x="12700" y="101599"/>
                  </a:lnTo>
                  <a:lnTo>
                    <a:pt x="12700" y="91439"/>
                  </a:lnTo>
                  <a:close/>
                </a:path>
                <a:path w="12700" h="417829">
                  <a:moveTo>
                    <a:pt x="12700" y="101600"/>
                  </a:moveTo>
                  <a:lnTo>
                    <a:pt x="0" y="101600"/>
                  </a:lnTo>
                  <a:lnTo>
                    <a:pt x="0" y="107949"/>
                  </a:lnTo>
                  <a:lnTo>
                    <a:pt x="12700" y="107949"/>
                  </a:lnTo>
                  <a:lnTo>
                    <a:pt x="12700" y="101600"/>
                  </a:lnTo>
                  <a:close/>
                </a:path>
                <a:path w="12700" h="417829">
                  <a:moveTo>
                    <a:pt x="12700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12700" y="110489"/>
                  </a:lnTo>
                  <a:lnTo>
                    <a:pt x="12700" y="107949"/>
                  </a:lnTo>
                  <a:close/>
                </a:path>
                <a:path w="12700" h="417829">
                  <a:moveTo>
                    <a:pt x="12700" y="110490"/>
                  </a:moveTo>
                  <a:lnTo>
                    <a:pt x="0" y="110490"/>
                  </a:lnTo>
                  <a:lnTo>
                    <a:pt x="0" y="116839"/>
                  </a:lnTo>
                  <a:lnTo>
                    <a:pt x="12700" y="116839"/>
                  </a:lnTo>
                  <a:lnTo>
                    <a:pt x="12700" y="110490"/>
                  </a:lnTo>
                  <a:close/>
                </a:path>
                <a:path w="12700" h="417829">
                  <a:moveTo>
                    <a:pt x="12700" y="116839"/>
                  </a:moveTo>
                  <a:lnTo>
                    <a:pt x="0" y="116839"/>
                  </a:lnTo>
                  <a:lnTo>
                    <a:pt x="0" y="123189"/>
                  </a:lnTo>
                  <a:lnTo>
                    <a:pt x="12700" y="123189"/>
                  </a:lnTo>
                  <a:lnTo>
                    <a:pt x="12700" y="116839"/>
                  </a:lnTo>
                  <a:close/>
                </a:path>
                <a:path w="12700" h="417829">
                  <a:moveTo>
                    <a:pt x="12700" y="123189"/>
                  </a:moveTo>
                  <a:lnTo>
                    <a:pt x="0" y="123189"/>
                  </a:lnTo>
                  <a:lnTo>
                    <a:pt x="0" y="133349"/>
                  </a:lnTo>
                  <a:lnTo>
                    <a:pt x="12700" y="133349"/>
                  </a:lnTo>
                  <a:lnTo>
                    <a:pt x="12700" y="123189"/>
                  </a:lnTo>
                  <a:close/>
                </a:path>
                <a:path w="12700" h="417829">
                  <a:moveTo>
                    <a:pt x="12700" y="133349"/>
                  </a:moveTo>
                  <a:lnTo>
                    <a:pt x="0" y="133349"/>
                  </a:lnTo>
                  <a:lnTo>
                    <a:pt x="0" y="139699"/>
                  </a:lnTo>
                  <a:lnTo>
                    <a:pt x="12700" y="139699"/>
                  </a:lnTo>
                  <a:lnTo>
                    <a:pt x="12700" y="133349"/>
                  </a:lnTo>
                  <a:close/>
                </a:path>
                <a:path w="12700" h="417829">
                  <a:moveTo>
                    <a:pt x="12700" y="139699"/>
                  </a:moveTo>
                  <a:lnTo>
                    <a:pt x="0" y="139699"/>
                  </a:lnTo>
                  <a:lnTo>
                    <a:pt x="0" y="148589"/>
                  </a:lnTo>
                  <a:lnTo>
                    <a:pt x="12700" y="148589"/>
                  </a:lnTo>
                  <a:lnTo>
                    <a:pt x="12700" y="139699"/>
                  </a:lnTo>
                  <a:close/>
                </a:path>
                <a:path w="12700" h="417829">
                  <a:moveTo>
                    <a:pt x="12700" y="148589"/>
                  </a:moveTo>
                  <a:lnTo>
                    <a:pt x="0" y="148589"/>
                  </a:lnTo>
                  <a:lnTo>
                    <a:pt x="0" y="154939"/>
                  </a:lnTo>
                  <a:lnTo>
                    <a:pt x="12700" y="154939"/>
                  </a:lnTo>
                  <a:lnTo>
                    <a:pt x="12700" y="148589"/>
                  </a:lnTo>
                  <a:close/>
                </a:path>
                <a:path w="12700" h="417829">
                  <a:moveTo>
                    <a:pt x="12700" y="154939"/>
                  </a:moveTo>
                  <a:lnTo>
                    <a:pt x="0" y="154939"/>
                  </a:lnTo>
                  <a:lnTo>
                    <a:pt x="0" y="161289"/>
                  </a:lnTo>
                  <a:lnTo>
                    <a:pt x="12700" y="161289"/>
                  </a:lnTo>
                  <a:lnTo>
                    <a:pt x="12700" y="154939"/>
                  </a:lnTo>
                  <a:close/>
                </a:path>
                <a:path w="12700" h="417829">
                  <a:moveTo>
                    <a:pt x="12700" y="161289"/>
                  </a:moveTo>
                  <a:lnTo>
                    <a:pt x="0" y="161289"/>
                  </a:lnTo>
                  <a:lnTo>
                    <a:pt x="0" y="171449"/>
                  </a:lnTo>
                  <a:lnTo>
                    <a:pt x="12700" y="171449"/>
                  </a:lnTo>
                  <a:lnTo>
                    <a:pt x="12700" y="161289"/>
                  </a:lnTo>
                  <a:close/>
                </a:path>
                <a:path w="12700" h="417829">
                  <a:moveTo>
                    <a:pt x="12700" y="171450"/>
                  </a:moveTo>
                  <a:lnTo>
                    <a:pt x="0" y="171450"/>
                  </a:lnTo>
                  <a:lnTo>
                    <a:pt x="0" y="177799"/>
                  </a:lnTo>
                  <a:lnTo>
                    <a:pt x="12700" y="177799"/>
                  </a:lnTo>
                  <a:lnTo>
                    <a:pt x="12700" y="171450"/>
                  </a:lnTo>
                  <a:close/>
                </a:path>
                <a:path w="12700" h="417829">
                  <a:moveTo>
                    <a:pt x="12700" y="177800"/>
                  </a:moveTo>
                  <a:lnTo>
                    <a:pt x="0" y="177800"/>
                  </a:lnTo>
                  <a:lnTo>
                    <a:pt x="0" y="184149"/>
                  </a:lnTo>
                  <a:lnTo>
                    <a:pt x="12700" y="184149"/>
                  </a:lnTo>
                  <a:lnTo>
                    <a:pt x="12700" y="177800"/>
                  </a:lnTo>
                  <a:close/>
                </a:path>
                <a:path w="12700" h="417829">
                  <a:moveTo>
                    <a:pt x="1270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2700" y="186689"/>
                  </a:lnTo>
                  <a:lnTo>
                    <a:pt x="12700" y="184149"/>
                  </a:lnTo>
                  <a:close/>
                </a:path>
                <a:path w="12700" h="417829">
                  <a:moveTo>
                    <a:pt x="12700" y="186690"/>
                  </a:moveTo>
                  <a:lnTo>
                    <a:pt x="0" y="186690"/>
                  </a:lnTo>
                  <a:lnTo>
                    <a:pt x="0" y="193039"/>
                  </a:lnTo>
                  <a:lnTo>
                    <a:pt x="12700" y="193039"/>
                  </a:lnTo>
                  <a:lnTo>
                    <a:pt x="12700" y="186690"/>
                  </a:lnTo>
                  <a:close/>
                </a:path>
                <a:path w="12700" h="417829">
                  <a:moveTo>
                    <a:pt x="12700" y="193039"/>
                  </a:moveTo>
                  <a:lnTo>
                    <a:pt x="0" y="193039"/>
                  </a:lnTo>
                  <a:lnTo>
                    <a:pt x="0" y="199389"/>
                  </a:lnTo>
                  <a:lnTo>
                    <a:pt x="12700" y="199389"/>
                  </a:lnTo>
                  <a:lnTo>
                    <a:pt x="12700" y="193039"/>
                  </a:lnTo>
                  <a:close/>
                </a:path>
                <a:path w="12700" h="417829">
                  <a:moveTo>
                    <a:pt x="12700" y="199389"/>
                  </a:moveTo>
                  <a:lnTo>
                    <a:pt x="0" y="199389"/>
                  </a:lnTo>
                  <a:lnTo>
                    <a:pt x="0" y="231139"/>
                  </a:lnTo>
                  <a:lnTo>
                    <a:pt x="12700" y="231139"/>
                  </a:lnTo>
                  <a:lnTo>
                    <a:pt x="12700" y="199389"/>
                  </a:lnTo>
                  <a:close/>
                </a:path>
                <a:path w="12700" h="417829">
                  <a:moveTo>
                    <a:pt x="12700" y="231139"/>
                  </a:moveTo>
                  <a:lnTo>
                    <a:pt x="0" y="231139"/>
                  </a:lnTo>
                  <a:lnTo>
                    <a:pt x="0" y="237489"/>
                  </a:lnTo>
                  <a:lnTo>
                    <a:pt x="12700" y="237489"/>
                  </a:lnTo>
                  <a:lnTo>
                    <a:pt x="12700" y="231139"/>
                  </a:lnTo>
                  <a:close/>
                </a:path>
                <a:path w="12700" h="417829">
                  <a:moveTo>
                    <a:pt x="1270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2700" y="241299"/>
                  </a:lnTo>
                  <a:lnTo>
                    <a:pt x="12700" y="237489"/>
                  </a:lnTo>
                  <a:close/>
                </a:path>
                <a:path w="12700" h="417829">
                  <a:moveTo>
                    <a:pt x="12700" y="241299"/>
                  </a:moveTo>
                  <a:lnTo>
                    <a:pt x="0" y="241299"/>
                  </a:lnTo>
                  <a:lnTo>
                    <a:pt x="0" y="247649"/>
                  </a:lnTo>
                  <a:lnTo>
                    <a:pt x="12700" y="247649"/>
                  </a:lnTo>
                  <a:lnTo>
                    <a:pt x="12700" y="241299"/>
                  </a:lnTo>
                  <a:close/>
                </a:path>
                <a:path w="12700" h="417829">
                  <a:moveTo>
                    <a:pt x="12700" y="247649"/>
                  </a:moveTo>
                  <a:lnTo>
                    <a:pt x="0" y="247649"/>
                  </a:lnTo>
                  <a:lnTo>
                    <a:pt x="0" y="262889"/>
                  </a:lnTo>
                  <a:lnTo>
                    <a:pt x="12700" y="262889"/>
                  </a:lnTo>
                  <a:lnTo>
                    <a:pt x="12700" y="247649"/>
                  </a:lnTo>
                  <a:close/>
                </a:path>
                <a:path w="12700" h="417829">
                  <a:moveTo>
                    <a:pt x="12700" y="262889"/>
                  </a:moveTo>
                  <a:lnTo>
                    <a:pt x="0" y="262889"/>
                  </a:lnTo>
                  <a:lnTo>
                    <a:pt x="0" y="269239"/>
                  </a:lnTo>
                  <a:lnTo>
                    <a:pt x="12700" y="269239"/>
                  </a:lnTo>
                  <a:lnTo>
                    <a:pt x="12700" y="262889"/>
                  </a:lnTo>
                  <a:close/>
                </a:path>
                <a:path w="12700" h="417829">
                  <a:moveTo>
                    <a:pt x="12700" y="269239"/>
                  </a:moveTo>
                  <a:lnTo>
                    <a:pt x="0" y="269239"/>
                  </a:lnTo>
                  <a:lnTo>
                    <a:pt x="0" y="273049"/>
                  </a:lnTo>
                  <a:lnTo>
                    <a:pt x="12700" y="273049"/>
                  </a:lnTo>
                  <a:lnTo>
                    <a:pt x="12700" y="269239"/>
                  </a:lnTo>
                  <a:close/>
                </a:path>
                <a:path w="12700" h="417829">
                  <a:moveTo>
                    <a:pt x="12700" y="273050"/>
                  </a:moveTo>
                  <a:lnTo>
                    <a:pt x="0" y="273050"/>
                  </a:lnTo>
                  <a:lnTo>
                    <a:pt x="0" y="279399"/>
                  </a:lnTo>
                  <a:lnTo>
                    <a:pt x="12700" y="279399"/>
                  </a:lnTo>
                  <a:lnTo>
                    <a:pt x="12700" y="273050"/>
                  </a:lnTo>
                  <a:close/>
                </a:path>
                <a:path w="12700" h="417829">
                  <a:moveTo>
                    <a:pt x="12700" y="279399"/>
                  </a:moveTo>
                  <a:lnTo>
                    <a:pt x="0" y="279399"/>
                  </a:lnTo>
                  <a:lnTo>
                    <a:pt x="0" y="285749"/>
                  </a:lnTo>
                  <a:lnTo>
                    <a:pt x="12700" y="285749"/>
                  </a:lnTo>
                  <a:lnTo>
                    <a:pt x="12700" y="279399"/>
                  </a:lnTo>
                  <a:close/>
                </a:path>
                <a:path w="12700" h="417829">
                  <a:moveTo>
                    <a:pt x="12700" y="285749"/>
                  </a:moveTo>
                  <a:lnTo>
                    <a:pt x="0" y="285749"/>
                  </a:lnTo>
                  <a:lnTo>
                    <a:pt x="0" y="288289"/>
                  </a:lnTo>
                  <a:lnTo>
                    <a:pt x="12700" y="288289"/>
                  </a:lnTo>
                  <a:lnTo>
                    <a:pt x="12700" y="285749"/>
                  </a:lnTo>
                  <a:close/>
                </a:path>
                <a:path w="12700" h="417829">
                  <a:moveTo>
                    <a:pt x="12700" y="288289"/>
                  </a:moveTo>
                  <a:lnTo>
                    <a:pt x="0" y="288289"/>
                  </a:lnTo>
                  <a:lnTo>
                    <a:pt x="0" y="294639"/>
                  </a:lnTo>
                  <a:lnTo>
                    <a:pt x="12700" y="294639"/>
                  </a:lnTo>
                  <a:lnTo>
                    <a:pt x="12700" y="288289"/>
                  </a:lnTo>
                  <a:close/>
                </a:path>
                <a:path w="12700" h="417829">
                  <a:moveTo>
                    <a:pt x="12700" y="294639"/>
                  </a:moveTo>
                  <a:lnTo>
                    <a:pt x="0" y="294639"/>
                  </a:lnTo>
                  <a:lnTo>
                    <a:pt x="0" y="300989"/>
                  </a:lnTo>
                  <a:lnTo>
                    <a:pt x="12700" y="300989"/>
                  </a:lnTo>
                  <a:lnTo>
                    <a:pt x="12700" y="294639"/>
                  </a:lnTo>
                  <a:close/>
                </a:path>
                <a:path w="12700" h="417829">
                  <a:moveTo>
                    <a:pt x="12700" y="300990"/>
                  </a:moveTo>
                  <a:lnTo>
                    <a:pt x="0" y="300990"/>
                  </a:lnTo>
                  <a:lnTo>
                    <a:pt x="0" y="311149"/>
                  </a:lnTo>
                  <a:lnTo>
                    <a:pt x="12700" y="311149"/>
                  </a:lnTo>
                  <a:lnTo>
                    <a:pt x="12700" y="300990"/>
                  </a:lnTo>
                  <a:close/>
                </a:path>
                <a:path w="12700" h="417829">
                  <a:moveTo>
                    <a:pt x="12700" y="311149"/>
                  </a:moveTo>
                  <a:lnTo>
                    <a:pt x="0" y="311149"/>
                  </a:lnTo>
                  <a:lnTo>
                    <a:pt x="0" y="320039"/>
                  </a:lnTo>
                  <a:lnTo>
                    <a:pt x="12700" y="320039"/>
                  </a:lnTo>
                  <a:lnTo>
                    <a:pt x="12700" y="311149"/>
                  </a:lnTo>
                  <a:close/>
                </a:path>
                <a:path w="12700" h="417829">
                  <a:moveTo>
                    <a:pt x="12700" y="320039"/>
                  </a:moveTo>
                  <a:lnTo>
                    <a:pt x="0" y="320039"/>
                  </a:lnTo>
                  <a:lnTo>
                    <a:pt x="0" y="326389"/>
                  </a:lnTo>
                  <a:lnTo>
                    <a:pt x="12700" y="326389"/>
                  </a:lnTo>
                  <a:lnTo>
                    <a:pt x="12700" y="320039"/>
                  </a:lnTo>
                  <a:close/>
                </a:path>
                <a:path w="12700" h="417829">
                  <a:moveTo>
                    <a:pt x="12700" y="326389"/>
                  </a:moveTo>
                  <a:lnTo>
                    <a:pt x="0" y="326389"/>
                  </a:lnTo>
                  <a:lnTo>
                    <a:pt x="0" y="332739"/>
                  </a:lnTo>
                  <a:lnTo>
                    <a:pt x="12700" y="332739"/>
                  </a:lnTo>
                  <a:lnTo>
                    <a:pt x="12700" y="326389"/>
                  </a:lnTo>
                  <a:close/>
                </a:path>
                <a:path w="12700" h="417829">
                  <a:moveTo>
                    <a:pt x="12700" y="332739"/>
                  </a:moveTo>
                  <a:lnTo>
                    <a:pt x="0" y="332739"/>
                  </a:lnTo>
                  <a:lnTo>
                    <a:pt x="0" y="336549"/>
                  </a:lnTo>
                  <a:lnTo>
                    <a:pt x="12700" y="336549"/>
                  </a:lnTo>
                  <a:lnTo>
                    <a:pt x="12700" y="332739"/>
                  </a:lnTo>
                  <a:close/>
                </a:path>
                <a:path w="12700" h="417829">
                  <a:moveTo>
                    <a:pt x="12700" y="336549"/>
                  </a:moveTo>
                  <a:lnTo>
                    <a:pt x="0" y="336549"/>
                  </a:lnTo>
                  <a:lnTo>
                    <a:pt x="0" y="339089"/>
                  </a:lnTo>
                  <a:lnTo>
                    <a:pt x="12700" y="339089"/>
                  </a:lnTo>
                  <a:lnTo>
                    <a:pt x="12700" y="336549"/>
                  </a:lnTo>
                  <a:close/>
                </a:path>
                <a:path w="12700" h="417829">
                  <a:moveTo>
                    <a:pt x="12700" y="339089"/>
                  </a:moveTo>
                  <a:lnTo>
                    <a:pt x="0" y="339089"/>
                  </a:lnTo>
                  <a:lnTo>
                    <a:pt x="0" y="342899"/>
                  </a:lnTo>
                  <a:lnTo>
                    <a:pt x="12700" y="342899"/>
                  </a:lnTo>
                  <a:lnTo>
                    <a:pt x="12700" y="339089"/>
                  </a:lnTo>
                  <a:close/>
                </a:path>
                <a:path w="12700" h="417829">
                  <a:moveTo>
                    <a:pt x="12700" y="342899"/>
                  </a:moveTo>
                  <a:lnTo>
                    <a:pt x="0" y="342899"/>
                  </a:lnTo>
                  <a:lnTo>
                    <a:pt x="0" y="349249"/>
                  </a:lnTo>
                  <a:lnTo>
                    <a:pt x="12700" y="349249"/>
                  </a:lnTo>
                  <a:lnTo>
                    <a:pt x="12700" y="342899"/>
                  </a:lnTo>
                  <a:close/>
                </a:path>
                <a:path w="12700" h="417829">
                  <a:moveTo>
                    <a:pt x="12700" y="349249"/>
                  </a:moveTo>
                  <a:lnTo>
                    <a:pt x="0" y="349249"/>
                  </a:lnTo>
                  <a:lnTo>
                    <a:pt x="0" y="358139"/>
                  </a:lnTo>
                  <a:lnTo>
                    <a:pt x="12700" y="358139"/>
                  </a:lnTo>
                  <a:lnTo>
                    <a:pt x="12700" y="349249"/>
                  </a:lnTo>
                  <a:close/>
                </a:path>
                <a:path w="12700" h="417829">
                  <a:moveTo>
                    <a:pt x="12700" y="358139"/>
                  </a:moveTo>
                  <a:lnTo>
                    <a:pt x="0" y="358139"/>
                  </a:lnTo>
                  <a:lnTo>
                    <a:pt x="0" y="364489"/>
                  </a:lnTo>
                  <a:lnTo>
                    <a:pt x="12700" y="364489"/>
                  </a:lnTo>
                  <a:lnTo>
                    <a:pt x="12700" y="358139"/>
                  </a:lnTo>
                  <a:close/>
                </a:path>
                <a:path w="12700" h="417829">
                  <a:moveTo>
                    <a:pt x="12700" y="364489"/>
                  </a:moveTo>
                  <a:lnTo>
                    <a:pt x="0" y="364489"/>
                  </a:lnTo>
                  <a:lnTo>
                    <a:pt x="0" y="370839"/>
                  </a:lnTo>
                  <a:lnTo>
                    <a:pt x="12700" y="370839"/>
                  </a:lnTo>
                  <a:lnTo>
                    <a:pt x="12700" y="364489"/>
                  </a:lnTo>
                  <a:close/>
                </a:path>
                <a:path w="12700" h="417829">
                  <a:moveTo>
                    <a:pt x="12700" y="370839"/>
                  </a:moveTo>
                  <a:lnTo>
                    <a:pt x="0" y="370839"/>
                  </a:lnTo>
                  <a:lnTo>
                    <a:pt x="0" y="389889"/>
                  </a:lnTo>
                  <a:lnTo>
                    <a:pt x="12700" y="389889"/>
                  </a:lnTo>
                  <a:lnTo>
                    <a:pt x="12700" y="370839"/>
                  </a:lnTo>
                  <a:close/>
                </a:path>
                <a:path w="12700" h="417829">
                  <a:moveTo>
                    <a:pt x="12700" y="389890"/>
                  </a:moveTo>
                  <a:lnTo>
                    <a:pt x="0" y="389890"/>
                  </a:lnTo>
                  <a:lnTo>
                    <a:pt x="0" y="393699"/>
                  </a:lnTo>
                  <a:lnTo>
                    <a:pt x="12700" y="393699"/>
                  </a:lnTo>
                  <a:lnTo>
                    <a:pt x="12700" y="389890"/>
                  </a:lnTo>
                  <a:close/>
                </a:path>
                <a:path w="12700" h="417829">
                  <a:moveTo>
                    <a:pt x="12700" y="393700"/>
                  </a:moveTo>
                  <a:lnTo>
                    <a:pt x="0" y="393700"/>
                  </a:lnTo>
                  <a:lnTo>
                    <a:pt x="0" y="396239"/>
                  </a:lnTo>
                  <a:lnTo>
                    <a:pt x="12700" y="396239"/>
                  </a:lnTo>
                  <a:lnTo>
                    <a:pt x="12700" y="393700"/>
                  </a:lnTo>
                  <a:close/>
                </a:path>
                <a:path w="12700" h="417829">
                  <a:moveTo>
                    <a:pt x="12700" y="396240"/>
                  </a:moveTo>
                  <a:lnTo>
                    <a:pt x="0" y="396240"/>
                  </a:lnTo>
                  <a:lnTo>
                    <a:pt x="0" y="402589"/>
                  </a:lnTo>
                  <a:lnTo>
                    <a:pt x="12700" y="402589"/>
                  </a:lnTo>
                  <a:lnTo>
                    <a:pt x="12700" y="396240"/>
                  </a:lnTo>
                  <a:close/>
                </a:path>
                <a:path w="12700" h="417829">
                  <a:moveTo>
                    <a:pt x="12700" y="402589"/>
                  </a:moveTo>
                  <a:lnTo>
                    <a:pt x="0" y="402589"/>
                  </a:lnTo>
                  <a:lnTo>
                    <a:pt x="0" y="403859"/>
                  </a:lnTo>
                  <a:lnTo>
                    <a:pt x="1270" y="403859"/>
                  </a:lnTo>
                  <a:lnTo>
                    <a:pt x="1270" y="405129"/>
                  </a:lnTo>
                  <a:lnTo>
                    <a:pt x="2540" y="405129"/>
                  </a:lnTo>
                  <a:lnTo>
                    <a:pt x="2540" y="406399"/>
                  </a:lnTo>
                  <a:lnTo>
                    <a:pt x="3810" y="406399"/>
                  </a:lnTo>
                  <a:lnTo>
                    <a:pt x="3810" y="408939"/>
                  </a:lnTo>
                  <a:lnTo>
                    <a:pt x="12700" y="408939"/>
                  </a:lnTo>
                  <a:lnTo>
                    <a:pt x="12700" y="402589"/>
                  </a:lnTo>
                  <a:close/>
                </a:path>
                <a:path w="12700" h="417829">
                  <a:moveTo>
                    <a:pt x="12700" y="408940"/>
                  </a:moveTo>
                  <a:lnTo>
                    <a:pt x="5079" y="408940"/>
                  </a:lnTo>
                  <a:lnTo>
                    <a:pt x="5079" y="410209"/>
                  </a:lnTo>
                  <a:lnTo>
                    <a:pt x="6350" y="410209"/>
                  </a:lnTo>
                  <a:lnTo>
                    <a:pt x="6350" y="411479"/>
                  </a:lnTo>
                  <a:lnTo>
                    <a:pt x="7620" y="411479"/>
                  </a:lnTo>
                  <a:lnTo>
                    <a:pt x="7620" y="412749"/>
                  </a:lnTo>
                  <a:lnTo>
                    <a:pt x="12700" y="412749"/>
                  </a:lnTo>
                  <a:lnTo>
                    <a:pt x="12700" y="408940"/>
                  </a:lnTo>
                  <a:close/>
                </a:path>
                <a:path w="12700" h="417829">
                  <a:moveTo>
                    <a:pt x="12700" y="412749"/>
                  </a:moveTo>
                  <a:lnTo>
                    <a:pt x="8890" y="412749"/>
                  </a:lnTo>
                  <a:lnTo>
                    <a:pt x="8890" y="414019"/>
                  </a:lnTo>
                  <a:lnTo>
                    <a:pt x="10160" y="414019"/>
                  </a:lnTo>
                  <a:lnTo>
                    <a:pt x="10160" y="415289"/>
                  </a:lnTo>
                  <a:lnTo>
                    <a:pt x="11429" y="415289"/>
                  </a:lnTo>
                  <a:lnTo>
                    <a:pt x="11429" y="417829"/>
                  </a:lnTo>
                  <a:lnTo>
                    <a:pt x="12700" y="417829"/>
                  </a:lnTo>
                  <a:lnTo>
                    <a:pt x="12700" y="412749"/>
                  </a:lnTo>
                  <a:close/>
                </a:path>
              </a:pathLst>
            </a:custGeom>
            <a:solidFill>
              <a:srgbClr val="CEC8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0">
              <a:extLst>
                <a:ext uri="{FF2B5EF4-FFF2-40B4-BE49-F238E27FC236}">
                  <a16:creationId xmlns:a16="http://schemas.microsoft.com/office/drawing/2014/main" id="{347CB7F7-7B07-13FB-1A73-A7483EF326AD}"/>
                </a:ext>
              </a:extLst>
            </p:cNvPr>
            <p:cNvSpPr/>
            <p:nvPr/>
          </p:nvSpPr>
          <p:spPr>
            <a:xfrm>
              <a:off x="6526529" y="5339080"/>
              <a:ext cx="12700" cy="448309"/>
            </a:xfrm>
            <a:custGeom>
              <a:avLst/>
              <a:gdLst/>
              <a:ahLst/>
              <a:cxnLst/>
              <a:rect l="l" t="t" r="r" b="b"/>
              <a:pathLst>
                <a:path w="12700" h="448310">
                  <a:moveTo>
                    <a:pt x="12700" y="0"/>
                  </a:moveTo>
                  <a:lnTo>
                    <a:pt x="11429" y="0"/>
                  </a:lnTo>
                  <a:lnTo>
                    <a:pt x="11429" y="1270"/>
                  </a:lnTo>
                  <a:lnTo>
                    <a:pt x="10160" y="1270"/>
                  </a:lnTo>
                  <a:lnTo>
                    <a:pt x="10160" y="2540"/>
                  </a:lnTo>
                  <a:lnTo>
                    <a:pt x="12700" y="2540"/>
                  </a:lnTo>
                  <a:lnTo>
                    <a:pt x="12700" y="0"/>
                  </a:lnTo>
                  <a:close/>
                </a:path>
                <a:path w="12700" h="448310">
                  <a:moveTo>
                    <a:pt x="12700" y="2540"/>
                  </a:move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79" y="7620"/>
                  </a:lnTo>
                  <a:lnTo>
                    <a:pt x="5079" y="8890"/>
                  </a:lnTo>
                  <a:lnTo>
                    <a:pt x="12700" y="8890"/>
                  </a:lnTo>
                  <a:lnTo>
                    <a:pt x="12700" y="2540"/>
                  </a:lnTo>
                  <a:close/>
                </a:path>
                <a:path w="12700" h="448310">
                  <a:moveTo>
                    <a:pt x="12700" y="8890"/>
                  </a:moveTo>
                  <a:lnTo>
                    <a:pt x="3810" y="889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1270" y="11430"/>
                  </a:lnTo>
                  <a:lnTo>
                    <a:pt x="1270" y="12700"/>
                  </a:lnTo>
                  <a:lnTo>
                    <a:pt x="0" y="12700"/>
                  </a:lnTo>
                  <a:lnTo>
                    <a:pt x="0" y="17780"/>
                  </a:lnTo>
                  <a:lnTo>
                    <a:pt x="12700" y="17780"/>
                  </a:lnTo>
                  <a:lnTo>
                    <a:pt x="12700" y="8890"/>
                  </a:lnTo>
                  <a:close/>
                </a:path>
                <a:path w="12700" h="448310">
                  <a:moveTo>
                    <a:pt x="12700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12700" y="24130"/>
                  </a:lnTo>
                  <a:lnTo>
                    <a:pt x="12700" y="17780"/>
                  </a:lnTo>
                  <a:close/>
                </a:path>
                <a:path w="12700" h="448310">
                  <a:moveTo>
                    <a:pt x="1270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12700" y="30480"/>
                  </a:lnTo>
                  <a:lnTo>
                    <a:pt x="12700" y="24130"/>
                  </a:lnTo>
                  <a:close/>
                </a:path>
                <a:path w="12700" h="448310">
                  <a:moveTo>
                    <a:pt x="12700" y="30480"/>
                  </a:moveTo>
                  <a:lnTo>
                    <a:pt x="0" y="30480"/>
                  </a:lnTo>
                  <a:lnTo>
                    <a:pt x="0" y="40640"/>
                  </a:lnTo>
                  <a:lnTo>
                    <a:pt x="12700" y="40640"/>
                  </a:lnTo>
                  <a:lnTo>
                    <a:pt x="12700" y="30480"/>
                  </a:lnTo>
                  <a:close/>
                </a:path>
                <a:path w="12700" h="448310">
                  <a:moveTo>
                    <a:pt x="12700" y="40640"/>
                  </a:moveTo>
                  <a:lnTo>
                    <a:pt x="0" y="40640"/>
                  </a:lnTo>
                  <a:lnTo>
                    <a:pt x="0" y="46990"/>
                  </a:lnTo>
                  <a:lnTo>
                    <a:pt x="12700" y="46990"/>
                  </a:lnTo>
                  <a:lnTo>
                    <a:pt x="12700" y="40640"/>
                  </a:lnTo>
                  <a:close/>
                </a:path>
                <a:path w="12700" h="448310">
                  <a:moveTo>
                    <a:pt x="1270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2700" y="49530"/>
                  </a:lnTo>
                  <a:lnTo>
                    <a:pt x="12700" y="46990"/>
                  </a:lnTo>
                  <a:close/>
                </a:path>
                <a:path w="12700" h="448310">
                  <a:moveTo>
                    <a:pt x="12700" y="49530"/>
                  </a:moveTo>
                  <a:lnTo>
                    <a:pt x="0" y="49530"/>
                  </a:lnTo>
                  <a:lnTo>
                    <a:pt x="0" y="55880"/>
                  </a:lnTo>
                  <a:lnTo>
                    <a:pt x="12700" y="55880"/>
                  </a:lnTo>
                  <a:lnTo>
                    <a:pt x="12700" y="49530"/>
                  </a:lnTo>
                  <a:close/>
                </a:path>
                <a:path w="12700" h="448310">
                  <a:moveTo>
                    <a:pt x="12700" y="55880"/>
                  </a:moveTo>
                  <a:lnTo>
                    <a:pt x="0" y="55880"/>
                  </a:lnTo>
                  <a:lnTo>
                    <a:pt x="0" y="72390"/>
                  </a:lnTo>
                  <a:lnTo>
                    <a:pt x="12700" y="72390"/>
                  </a:lnTo>
                  <a:lnTo>
                    <a:pt x="12700" y="55880"/>
                  </a:lnTo>
                  <a:close/>
                </a:path>
                <a:path w="12700" h="448310">
                  <a:moveTo>
                    <a:pt x="12700" y="72390"/>
                  </a:moveTo>
                  <a:lnTo>
                    <a:pt x="0" y="72390"/>
                  </a:lnTo>
                  <a:lnTo>
                    <a:pt x="0" y="78740"/>
                  </a:lnTo>
                  <a:lnTo>
                    <a:pt x="12700" y="78740"/>
                  </a:lnTo>
                  <a:lnTo>
                    <a:pt x="12700" y="72390"/>
                  </a:lnTo>
                  <a:close/>
                </a:path>
                <a:path w="12700" h="448310">
                  <a:moveTo>
                    <a:pt x="12700" y="78740"/>
                  </a:moveTo>
                  <a:lnTo>
                    <a:pt x="0" y="78740"/>
                  </a:lnTo>
                  <a:lnTo>
                    <a:pt x="0" y="85090"/>
                  </a:lnTo>
                  <a:lnTo>
                    <a:pt x="12700" y="85090"/>
                  </a:lnTo>
                  <a:lnTo>
                    <a:pt x="12700" y="78740"/>
                  </a:lnTo>
                  <a:close/>
                </a:path>
                <a:path w="12700" h="448310">
                  <a:moveTo>
                    <a:pt x="1270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2700" y="87630"/>
                  </a:lnTo>
                  <a:lnTo>
                    <a:pt x="12700" y="85090"/>
                  </a:lnTo>
                  <a:close/>
                </a:path>
                <a:path w="12700" h="448310">
                  <a:moveTo>
                    <a:pt x="1270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2700" y="91440"/>
                  </a:lnTo>
                  <a:lnTo>
                    <a:pt x="12700" y="87630"/>
                  </a:lnTo>
                  <a:close/>
                </a:path>
                <a:path w="12700" h="448310">
                  <a:moveTo>
                    <a:pt x="1270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2700" y="93980"/>
                  </a:lnTo>
                  <a:lnTo>
                    <a:pt x="12700" y="91440"/>
                  </a:lnTo>
                  <a:close/>
                </a:path>
                <a:path w="12700" h="448310">
                  <a:moveTo>
                    <a:pt x="12700" y="93980"/>
                  </a:moveTo>
                  <a:lnTo>
                    <a:pt x="0" y="93980"/>
                  </a:lnTo>
                  <a:lnTo>
                    <a:pt x="0" y="100330"/>
                  </a:lnTo>
                  <a:lnTo>
                    <a:pt x="12700" y="100330"/>
                  </a:lnTo>
                  <a:lnTo>
                    <a:pt x="12700" y="93980"/>
                  </a:lnTo>
                  <a:close/>
                </a:path>
                <a:path w="12700" h="448310">
                  <a:moveTo>
                    <a:pt x="12700" y="100330"/>
                  </a:moveTo>
                  <a:lnTo>
                    <a:pt x="0" y="100330"/>
                  </a:lnTo>
                  <a:lnTo>
                    <a:pt x="0" y="106680"/>
                  </a:lnTo>
                  <a:lnTo>
                    <a:pt x="12700" y="106680"/>
                  </a:lnTo>
                  <a:lnTo>
                    <a:pt x="12700" y="100330"/>
                  </a:lnTo>
                  <a:close/>
                </a:path>
                <a:path w="12700" h="448310">
                  <a:moveTo>
                    <a:pt x="12700" y="106680"/>
                  </a:moveTo>
                  <a:lnTo>
                    <a:pt x="0" y="106680"/>
                  </a:lnTo>
                  <a:lnTo>
                    <a:pt x="0" y="116840"/>
                  </a:lnTo>
                  <a:lnTo>
                    <a:pt x="12700" y="116840"/>
                  </a:lnTo>
                  <a:lnTo>
                    <a:pt x="12700" y="106680"/>
                  </a:lnTo>
                  <a:close/>
                </a:path>
                <a:path w="12700" h="448310">
                  <a:moveTo>
                    <a:pt x="12700" y="116840"/>
                  </a:moveTo>
                  <a:lnTo>
                    <a:pt x="0" y="116840"/>
                  </a:lnTo>
                  <a:lnTo>
                    <a:pt x="0" y="123190"/>
                  </a:lnTo>
                  <a:lnTo>
                    <a:pt x="12700" y="123190"/>
                  </a:lnTo>
                  <a:lnTo>
                    <a:pt x="12700" y="116840"/>
                  </a:lnTo>
                  <a:close/>
                </a:path>
                <a:path w="12700" h="448310">
                  <a:moveTo>
                    <a:pt x="12700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12700" y="125730"/>
                  </a:lnTo>
                  <a:lnTo>
                    <a:pt x="12700" y="123190"/>
                  </a:lnTo>
                  <a:close/>
                </a:path>
                <a:path w="12700" h="448310">
                  <a:moveTo>
                    <a:pt x="12700" y="125730"/>
                  </a:moveTo>
                  <a:lnTo>
                    <a:pt x="0" y="125730"/>
                  </a:lnTo>
                  <a:lnTo>
                    <a:pt x="0" y="132080"/>
                  </a:lnTo>
                  <a:lnTo>
                    <a:pt x="12700" y="132080"/>
                  </a:lnTo>
                  <a:lnTo>
                    <a:pt x="12700" y="125730"/>
                  </a:lnTo>
                  <a:close/>
                </a:path>
                <a:path w="12700" h="448310">
                  <a:moveTo>
                    <a:pt x="12700" y="132080"/>
                  </a:moveTo>
                  <a:lnTo>
                    <a:pt x="0" y="132080"/>
                  </a:lnTo>
                  <a:lnTo>
                    <a:pt x="0" y="138430"/>
                  </a:lnTo>
                  <a:lnTo>
                    <a:pt x="12700" y="138430"/>
                  </a:lnTo>
                  <a:lnTo>
                    <a:pt x="12700" y="132080"/>
                  </a:lnTo>
                  <a:close/>
                </a:path>
                <a:path w="12700" h="448310">
                  <a:moveTo>
                    <a:pt x="12700" y="138430"/>
                  </a:moveTo>
                  <a:lnTo>
                    <a:pt x="0" y="138430"/>
                  </a:lnTo>
                  <a:lnTo>
                    <a:pt x="0" y="148590"/>
                  </a:lnTo>
                  <a:lnTo>
                    <a:pt x="12700" y="148590"/>
                  </a:lnTo>
                  <a:lnTo>
                    <a:pt x="12700" y="138430"/>
                  </a:lnTo>
                  <a:close/>
                </a:path>
                <a:path w="12700" h="448310">
                  <a:moveTo>
                    <a:pt x="12700" y="148590"/>
                  </a:moveTo>
                  <a:lnTo>
                    <a:pt x="0" y="148590"/>
                  </a:lnTo>
                  <a:lnTo>
                    <a:pt x="0" y="154940"/>
                  </a:lnTo>
                  <a:lnTo>
                    <a:pt x="12700" y="154940"/>
                  </a:lnTo>
                  <a:lnTo>
                    <a:pt x="12700" y="148590"/>
                  </a:lnTo>
                  <a:close/>
                </a:path>
                <a:path w="12700" h="448310">
                  <a:moveTo>
                    <a:pt x="12700" y="154940"/>
                  </a:moveTo>
                  <a:lnTo>
                    <a:pt x="0" y="154940"/>
                  </a:lnTo>
                  <a:lnTo>
                    <a:pt x="0" y="163830"/>
                  </a:lnTo>
                  <a:lnTo>
                    <a:pt x="12700" y="163830"/>
                  </a:lnTo>
                  <a:lnTo>
                    <a:pt x="12700" y="154940"/>
                  </a:lnTo>
                  <a:close/>
                </a:path>
                <a:path w="12700" h="448310">
                  <a:moveTo>
                    <a:pt x="12700" y="163830"/>
                  </a:moveTo>
                  <a:lnTo>
                    <a:pt x="0" y="163830"/>
                  </a:lnTo>
                  <a:lnTo>
                    <a:pt x="0" y="170180"/>
                  </a:lnTo>
                  <a:lnTo>
                    <a:pt x="12700" y="170180"/>
                  </a:lnTo>
                  <a:lnTo>
                    <a:pt x="12700" y="163830"/>
                  </a:lnTo>
                  <a:close/>
                </a:path>
                <a:path w="12700" h="448310">
                  <a:moveTo>
                    <a:pt x="12700" y="170180"/>
                  </a:moveTo>
                  <a:lnTo>
                    <a:pt x="0" y="170180"/>
                  </a:lnTo>
                  <a:lnTo>
                    <a:pt x="0" y="176530"/>
                  </a:lnTo>
                  <a:lnTo>
                    <a:pt x="12700" y="176530"/>
                  </a:lnTo>
                  <a:lnTo>
                    <a:pt x="12700" y="170180"/>
                  </a:lnTo>
                  <a:close/>
                </a:path>
                <a:path w="12700" h="448310">
                  <a:moveTo>
                    <a:pt x="12700" y="176530"/>
                  </a:moveTo>
                  <a:lnTo>
                    <a:pt x="0" y="176530"/>
                  </a:lnTo>
                  <a:lnTo>
                    <a:pt x="0" y="186690"/>
                  </a:lnTo>
                  <a:lnTo>
                    <a:pt x="12700" y="186690"/>
                  </a:lnTo>
                  <a:lnTo>
                    <a:pt x="12700" y="176530"/>
                  </a:lnTo>
                  <a:close/>
                </a:path>
                <a:path w="12700" h="448310">
                  <a:moveTo>
                    <a:pt x="12700" y="186690"/>
                  </a:moveTo>
                  <a:lnTo>
                    <a:pt x="0" y="186690"/>
                  </a:lnTo>
                  <a:lnTo>
                    <a:pt x="0" y="193040"/>
                  </a:lnTo>
                  <a:lnTo>
                    <a:pt x="12700" y="193040"/>
                  </a:lnTo>
                  <a:lnTo>
                    <a:pt x="12700" y="186690"/>
                  </a:lnTo>
                  <a:close/>
                </a:path>
                <a:path w="12700" h="448310">
                  <a:moveTo>
                    <a:pt x="12700" y="193040"/>
                  </a:moveTo>
                  <a:lnTo>
                    <a:pt x="0" y="193040"/>
                  </a:lnTo>
                  <a:lnTo>
                    <a:pt x="0" y="199390"/>
                  </a:lnTo>
                  <a:lnTo>
                    <a:pt x="12700" y="199390"/>
                  </a:lnTo>
                  <a:lnTo>
                    <a:pt x="12700" y="193040"/>
                  </a:lnTo>
                  <a:close/>
                </a:path>
                <a:path w="12700" h="448310">
                  <a:moveTo>
                    <a:pt x="12700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2700" y="201930"/>
                  </a:lnTo>
                  <a:lnTo>
                    <a:pt x="12700" y="199390"/>
                  </a:lnTo>
                  <a:close/>
                </a:path>
                <a:path w="12700" h="448310">
                  <a:moveTo>
                    <a:pt x="12700" y="201930"/>
                  </a:moveTo>
                  <a:lnTo>
                    <a:pt x="0" y="201930"/>
                  </a:lnTo>
                  <a:lnTo>
                    <a:pt x="0" y="208280"/>
                  </a:lnTo>
                  <a:lnTo>
                    <a:pt x="12700" y="208280"/>
                  </a:lnTo>
                  <a:lnTo>
                    <a:pt x="12700" y="201930"/>
                  </a:lnTo>
                  <a:close/>
                </a:path>
                <a:path w="12700" h="448310">
                  <a:moveTo>
                    <a:pt x="12700" y="208280"/>
                  </a:moveTo>
                  <a:lnTo>
                    <a:pt x="0" y="208280"/>
                  </a:lnTo>
                  <a:lnTo>
                    <a:pt x="0" y="214630"/>
                  </a:lnTo>
                  <a:lnTo>
                    <a:pt x="12700" y="214630"/>
                  </a:lnTo>
                  <a:lnTo>
                    <a:pt x="12700" y="208280"/>
                  </a:lnTo>
                  <a:close/>
                </a:path>
                <a:path w="12700" h="448310">
                  <a:moveTo>
                    <a:pt x="12700" y="214630"/>
                  </a:moveTo>
                  <a:lnTo>
                    <a:pt x="0" y="214630"/>
                  </a:lnTo>
                  <a:lnTo>
                    <a:pt x="0" y="246380"/>
                  </a:lnTo>
                  <a:lnTo>
                    <a:pt x="12700" y="246380"/>
                  </a:lnTo>
                  <a:lnTo>
                    <a:pt x="12700" y="214630"/>
                  </a:lnTo>
                  <a:close/>
                </a:path>
                <a:path w="12700" h="448310">
                  <a:moveTo>
                    <a:pt x="12700" y="246380"/>
                  </a:moveTo>
                  <a:lnTo>
                    <a:pt x="0" y="246380"/>
                  </a:lnTo>
                  <a:lnTo>
                    <a:pt x="0" y="252730"/>
                  </a:lnTo>
                  <a:lnTo>
                    <a:pt x="12700" y="252730"/>
                  </a:lnTo>
                  <a:lnTo>
                    <a:pt x="12700" y="246380"/>
                  </a:lnTo>
                  <a:close/>
                </a:path>
                <a:path w="12700" h="448310">
                  <a:moveTo>
                    <a:pt x="12700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2700" y="256540"/>
                  </a:lnTo>
                  <a:lnTo>
                    <a:pt x="12700" y="252730"/>
                  </a:lnTo>
                  <a:close/>
                </a:path>
                <a:path w="12700" h="448310">
                  <a:moveTo>
                    <a:pt x="12700" y="256540"/>
                  </a:moveTo>
                  <a:lnTo>
                    <a:pt x="0" y="256540"/>
                  </a:lnTo>
                  <a:lnTo>
                    <a:pt x="0" y="262890"/>
                  </a:lnTo>
                  <a:lnTo>
                    <a:pt x="12700" y="262890"/>
                  </a:lnTo>
                  <a:lnTo>
                    <a:pt x="12700" y="256540"/>
                  </a:lnTo>
                  <a:close/>
                </a:path>
                <a:path w="12700" h="448310">
                  <a:moveTo>
                    <a:pt x="12700" y="262890"/>
                  </a:moveTo>
                  <a:lnTo>
                    <a:pt x="0" y="262890"/>
                  </a:lnTo>
                  <a:lnTo>
                    <a:pt x="0" y="278130"/>
                  </a:lnTo>
                  <a:lnTo>
                    <a:pt x="12700" y="278130"/>
                  </a:lnTo>
                  <a:lnTo>
                    <a:pt x="12700" y="262890"/>
                  </a:lnTo>
                  <a:close/>
                </a:path>
                <a:path w="12700" h="448310">
                  <a:moveTo>
                    <a:pt x="12700" y="278130"/>
                  </a:moveTo>
                  <a:lnTo>
                    <a:pt x="0" y="278130"/>
                  </a:lnTo>
                  <a:lnTo>
                    <a:pt x="0" y="284480"/>
                  </a:lnTo>
                  <a:lnTo>
                    <a:pt x="12700" y="284480"/>
                  </a:lnTo>
                  <a:lnTo>
                    <a:pt x="12700" y="278130"/>
                  </a:lnTo>
                  <a:close/>
                </a:path>
                <a:path w="12700" h="448310">
                  <a:moveTo>
                    <a:pt x="12700" y="284480"/>
                  </a:moveTo>
                  <a:lnTo>
                    <a:pt x="0" y="284480"/>
                  </a:lnTo>
                  <a:lnTo>
                    <a:pt x="0" y="288290"/>
                  </a:lnTo>
                  <a:lnTo>
                    <a:pt x="12700" y="288290"/>
                  </a:lnTo>
                  <a:lnTo>
                    <a:pt x="12700" y="284480"/>
                  </a:lnTo>
                  <a:close/>
                </a:path>
                <a:path w="12700" h="448310">
                  <a:moveTo>
                    <a:pt x="12700" y="288290"/>
                  </a:moveTo>
                  <a:lnTo>
                    <a:pt x="0" y="288290"/>
                  </a:lnTo>
                  <a:lnTo>
                    <a:pt x="0" y="294640"/>
                  </a:lnTo>
                  <a:lnTo>
                    <a:pt x="12700" y="294640"/>
                  </a:lnTo>
                  <a:lnTo>
                    <a:pt x="12700" y="288290"/>
                  </a:lnTo>
                  <a:close/>
                </a:path>
                <a:path w="12700" h="448310">
                  <a:moveTo>
                    <a:pt x="12700" y="294640"/>
                  </a:moveTo>
                  <a:lnTo>
                    <a:pt x="0" y="294640"/>
                  </a:lnTo>
                  <a:lnTo>
                    <a:pt x="0" y="300990"/>
                  </a:lnTo>
                  <a:lnTo>
                    <a:pt x="12700" y="300990"/>
                  </a:lnTo>
                  <a:lnTo>
                    <a:pt x="12700" y="294640"/>
                  </a:lnTo>
                  <a:close/>
                </a:path>
                <a:path w="12700" h="448310">
                  <a:moveTo>
                    <a:pt x="12700" y="300990"/>
                  </a:moveTo>
                  <a:lnTo>
                    <a:pt x="0" y="300990"/>
                  </a:lnTo>
                  <a:lnTo>
                    <a:pt x="0" y="303530"/>
                  </a:lnTo>
                  <a:lnTo>
                    <a:pt x="12700" y="303530"/>
                  </a:lnTo>
                  <a:lnTo>
                    <a:pt x="12700" y="300990"/>
                  </a:lnTo>
                  <a:close/>
                </a:path>
                <a:path w="12700" h="448310">
                  <a:moveTo>
                    <a:pt x="12700" y="303530"/>
                  </a:moveTo>
                  <a:lnTo>
                    <a:pt x="0" y="303530"/>
                  </a:lnTo>
                  <a:lnTo>
                    <a:pt x="0" y="309880"/>
                  </a:lnTo>
                  <a:lnTo>
                    <a:pt x="12700" y="309880"/>
                  </a:lnTo>
                  <a:lnTo>
                    <a:pt x="12700" y="303530"/>
                  </a:lnTo>
                  <a:close/>
                </a:path>
                <a:path w="12700" h="448310">
                  <a:moveTo>
                    <a:pt x="12700" y="309880"/>
                  </a:moveTo>
                  <a:lnTo>
                    <a:pt x="0" y="309880"/>
                  </a:lnTo>
                  <a:lnTo>
                    <a:pt x="0" y="316230"/>
                  </a:lnTo>
                  <a:lnTo>
                    <a:pt x="12700" y="316230"/>
                  </a:lnTo>
                  <a:lnTo>
                    <a:pt x="12700" y="309880"/>
                  </a:lnTo>
                  <a:close/>
                </a:path>
                <a:path w="12700" h="448310">
                  <a:moveTo>
                    <a:pt x="12700" y="316230"/>
                  </a:moveTo>
                  <a:lnTo>
                    <a:pt x="0" y="316230"/>
                  </a:lnTo>
                  <a:lnTo>
                    <a:pt x="0" y="326390"/>
                  </a:lnTo>
                  <a:lnTo>
                    <a:pt x="12700" y="326390"/>
                  </a:lnTo>
                  <a:lnTo>
                    <a:pt x="12700" y="316230"/>
                  </a:lnTo>
                  <a:close/>
                </a:path>
                <a:path w="12700" h="448310">
                  <a:moveTo>
                    <a:pt x="12700" y="326390"/>
                  </a:moveTo>
                  <a:lnTo>
                    <a:pt x="0" y="326390"/>
                  </a:lnTo>
                  <a:lnTo>
                    <a:pt x="0" y="335280"/>
                  </a:lnTo>
                  <a:lnTo>
                    <a:pt x="12700" y="335280"/>
                  </a:lnTo>
                  <a:lnTo>
                    <a:pt x="12700" y="326390"/>
                  </a:lnTo>
                  <a:close/>
                </a:path>
                <a:path w="12700" h="448310">
                  <a:moveTo>
                    <a:pt x="12700" y="335280"/>
                  </a:moveTo>
                  <a:lnTo>
                    <a:pt x="0" y="335280"/>
                  </a:lnTo>
                  <a:lnTo>
                    <a:pt x="0" y="341630"/>
                  </a:lnTo>
                  <a:lnTo>
                    <a:pt x="12700" y="341630"/>
                  </a:lnTo>
                  <a:lnTo>
                    <a:pt x="12700" y="335280"/>
                  </a:lnTo>
                  <a:close/>
                </a:path>
                <a:path w="12700" h="448310">
                  <a:moveTo>
                    <a:pt x="12700" y="341630"/>
                  </a:moveTo>
                  <a:lnTo>
                    <a:pt x="0" y="341630"/>
                  </a:lnTo>
                  <a:lnTo>
                    <a:pt x="0" y="347980"/>
                  </a:lnTo>
                  <a:lnTo>
                    <a:pt x="12700" y="347980"/>
                  </a:lnTo>
                  <a:lnTo>
                    <a:pt x="12700" y="341630"/>
                  </a:lnTo>
                  <a:close/>
                </a:path>
                <a:path w="12700" h="448310">
                  <a:moveTo>
                    <a:pt x="12700" y="347980"/>
                  </a:moveTo>
                  <a:lnTo>
                    <a:pt x="0" y="347980"/>
                  </a:lnTo>
                  <a:lnTo>
                    <a:pt x="0" y="351790"/>
                  </a:lnTo>
                  <a:lnTo>
                    <a:pt x="12700" y="351790"/>
                  </a:lnTo>
                  <a:lnTo>
                    <a:pt x="12700" y="347980"/>
                  </a:lnTo>
                  <a:close/>
                </a:path>
                <a:path w="12700" h="448310">
                  <a:moveTo>
                    <a:pt x="12700" y="351790"/>
                  </a:moveTo>
                  <a:lnTo>
                    <a:pt x="0" y="351790"/>
                  </a:lnTo>
                  <a:lnTo>
                    <a:pt x="0" y="354330"/>
                  </a:lnTo>
                  <a:lnTo>
                    <a:pt x="12700" y="354330"/>
                  </a:lnTo>
                  <a:lnTo>
                    <a:pt x="12700" y="351790"/>
                  </a:lnTo>
                  <a:close/>
                </a:path>
                <a:path w="12700" h="448310">
                  <a:moveTo>
                    <a:pt x="12700" y="354330"/>
                  </a:moveTo>
                  <a:lnTo>
                    <a:pt x="0" y="354330"/>
                  </a:lnTo>
                  <a:lnTo>
                    <a:pt x="0" y="358140"/>
                  </a:lnTo>
                  <a:lnTo>
                    <a:pt x="12700" y="358140"/>
                  </a:lnTo>
                  <a:lnTo>
                    <a:pt x="12700" y="354330"/>
                  </a:lnTo>
                  <a:close/>
                </a:path>
                <a:path w="12700" h="448310">
                  <a:moveTo>
                    <a:pt x="12700" y="358140"/>
                  </a:moveTo>
                  <a:lnTo>
                    <a:pt x="0" y="358140"/>
                  </a:lnTo>
                  <a:lnTo>
                    <a:pt x="0" y="364490"/>
                  </a:lnTo>
                  <a:lnTo>
                    <a:pt x="12700" y="364490"/>
                  </a:lnTo>
                  <a:lnTo>
                    <a:pt x="12700" y="358140"/>
                  </a:lnTo>
                  <a:close/>
                </a:path>
                <a:path w="12700" h="448310">
                  <a:moveTo>
                    <a:pt x="12700" y="364490"/>
                  </a:moveTo>
                  <a:lnTo>
                    <a:pt x="0" y="364490"/>
                  </a:lnTo>
                  <a:lnTo>
                    <a:pt x="0" y="373380"/>
                  </a:lnTo>
                  <a:lnTo>
                    <a:pt x="12700" y="373380"/>
                  </a:lnTo>
                  <a:lnTo>
                    <a:pt x="12700" y="364490"/>
                  </a:lnTo>
                  <a:close/>
                </a:path>
                <a:path w="12700" h="448310">
                  <a:moveTo>
                    <a:pt x="12700" y="373380"/>
                  </a:moveTo>
                  <a:lnTo>
                    <a:pt x="0" y="373380"/>
                  </a:lnTo>
                  <a:lnTo>
                    <a:pt x="0" y="379730"/>
                  </a:lnTo>
                  <a:lnTo>
                    <a:pt x="12700" y="379730"/>
                  </a:lnTo>
                  <a:lnTo>
                    <a:pt x="12700" y="373380"/>
                  </a:lnTo>
                  <a:close/>
                </a:path>
                <a:path w="12700" h="448310">
                  <a:moveTo>
                    <a:pt x="12700" y="379730"/>
                  </a:moveTo>
                  <a:lnTo>
                    <a:pt x="0" y="379730"/>
                  </a:lnTo>
                  <a:lnTo>
                    <a:pt x="0" y="386080"/>
                  </a:lnTo>
                  <a:lnTo>
                    <a:pt x="12700" y="386080"/>
                  </a:lnTo>
                  <a:lnTo>
                    <a:pt x="12700" y="379730"/>
                  </a:lnTo>
                  <a:close/>
                </a:path>
                <a:path w="12700" h="448310">
                  <a:moveTo>
                    <a:pt x="12700" y="386080"/>
                  </a:moveTo>
                  <a:lnTo>
                    <a:pt x="0" y="386080"/>
                  </a:lnTo>
                  <a:lnTo>
                    <a:pt x="0" y="405130"/>
                  </a:lnTo>
                  <a:lnTo>
                    <a:pt x="12700" y="405130"/>
                  </a:lnTo>
                  <a:lnTo>
                    <a:pt x="12700" y="386080"/>
                  </a:lnTo>
                  <a:close/>
                </a:path>
                <a:path w="12700" h="448310">
                  <a:moveTo>
                    <a:pt x="12700" y="405130"/>
                  </a:moveTo>
                  <a:lnTo>
                    <a:pt x="0" y="405130"/>
                  </a:lnTo>
                  <a:lnTo>
                    <a:pt x="0" y="408940"/>
                  </a:lnTo>
                  <a:lnTo>
                    <a:pt x="12700" y="408940"/>
                  </a:lnTo>
                  <a:lnTo>
                    <a:pt x="12700" y="405130"/>
                  </a:lnTo>
                  <a:close/>
                </a:path>
                <a:path w="12700" h="448310">
                  <a:moveTo>
                    <a:pt x="12700" y="408940"/>
                  </a:moveTo>
                  <a:lnTo>
                    <a:pt x="0" y="408940"/>
                  </a:lnTo>
                  <a:lnTo>
                    <a:pt x="0" y="411480"/>
                  </a:lnTo>
                  <a:lnTo>
                    <a:pt x="12700" y="411480"/>
                  </a:lnTo>
                  <a:lnTo>
                    <a:pt x="12700" y="408940"/>
                  </a:lnTo>
                  <a:close/>
                </a:path>
                <a:path w="12700" h="448310">
                  <a:moveTo>
                    <a:pt x="12700" y="411480"/>
                  </a:moveTo>
                  <a:lnTo>
                    <a:pt x="0" y="411480"/>
                  </a:lnTo>
                  <a:lnTo>
                    <a:pt x="0" y="417830"/>
                  </a:lnTo>
                  <a:lnTo>
                    <a:pt x="12700" y="417830"/>
                  </a:lnTo>
                  <a:lnTo>
                    <a:pt x="12700" y="411480"/>
                  </a:lnTo>
                  <a:close/>
                </a:path>
                <a:path w="12700" h="448310">
                  <a:moveTo>
                    <a:pt x="12700" y="417830"/>
                  </a:moveTo>
                  <a:lnTo>
                    <a:pt x="0" y="417830"/>
                  </a:lnTo>
                  <a:lnTo>
                    <a:pt x="0" y="424180"/>
                  </a:lnTo>
                  <a:lnTo>
                    <a:pt x="12700" y="424180"/>
                  </a:lnTo>
                  <a:lnTo>
                    <a:pt x="12700" y="417830"/>
                  </a:lnTo>
                  <a:close/>
                </a:path>
                <a:path w="12700" h="448310">
                  <a:moveTo>
                    <a:pt x="12700" y="424180"/>
                  </a:moveTo>
                  <a:lnTo>
                    <a:pt x="0" y="424180"/>
                  </a:lnTo>
                  <a:lnTo>
                    <a:pt x="0" y="427990"/>
                  </a:lnTo>
                  <a:lnTo>
                    <a:pt x="12700" y="427990"/>
                  </a:lnTo>
                  <a:lnTo>
                    <a:pt x="12700" y="424180"/>
                  </a:lnTo>
                  <a:close/>
                </a:path>
                <a:path w="12700" h="448310">
                  <a:moveTo>
                    <a:pt x="12700" y="427990"/>
                  </a:moveTo>
                  <a:lnTo>
                    <a:pt x="0" y="427990"/>
                  </a:lnTo>
                  <a:lnTo>
                    <a:pt x="0" y="434340"/>
                  </a:lnTo>
                  <a:lnTo>
                    <a:pt x="12700" y="434340"/>
                  </a:lnTo>
                  <a:lnTo>
                    <a:pt x="12700" y="427990"/>
                  </a:lnTo>
                  <a:close/>
                </a:path>
                <a:path w="12700" h="448310">
                  <a:moveTo>
                    <a:pt x="12700" y="434340"/>
                  </a:moveTo>
                  <a:lnTo>
                    <a:pt x="1270" y="434340"/>
                  </a:lnTo>
                  <a:lnTo>
                    <a:pt x="1270" y="435610"/>
                  </a:lnTo>
                  <a:lnTo>
                    <a:pt x="2540" y="435610"/>
                  </a:lnTo>
                  <a:lnTo>
                    <a:pt x="2540" y="436880"/>
                  </a:lnTo>
                  <a:lnTo>
                    <a:pt x="12700" y="436880"/>
                  </a:lnTo>
                  <a:lnTo>
                    <a:pt x="12700" y="434340"/>
                  </a:lnTo>
                  <a:close/>
                </a:path>
                <a:path w="12700" h="448310">
                  <a:moveTo>
                    <a:pt x="12700" y="436880"/>
                  </a:moveTo>
                  <a:lnTo>
                    <a:pt x="3810" y="436880"/>
                  </a:lnTo>
                  <a:lnTo>
                    <a:pt x="3810" y="438150"/>
                  </a:lnTo>
                  <a:lnTo>
                    <a:pt x="5079" y="438150"/>
                  </a:lnTo>
                  <a:lnTo>
                    <a:pt x="5079" y="440690"/>
                  </a:lnTo>
                  <a:lnTo>
                    <a:pt x="6350" y="440690"/>
                  </a:lnTo>
                  <a:lnTo>
                    <a:pt x="6350" y="441960"/>
                  </a:lnTo>
                  <a:lnTo>
                    <a:pt x="7620" y="441960"/>
                  </a:lnTo>
                  <a:lnTo>
                    <a:pt x="7620" y="443230"/>
                  </a:lnTo>
                  <a:lnTo>
                    <a:pt x="12700" y="443230"/>
                  </a:lnTo>
                  <a:lnTo>
                    <a:pt x="12700" y="436880"/>
                  </a:lnTo>
                  <a:close/>
                </a:path>
                <a:path w="12700" h="448310">
                  <a:moveTo>
                    <a:pt x="12700" y="443230"/>
                  </a:moveTo>
                  <a:lnTo>
                    <a:pt x="8890" y="443230"/>
                  </a:lnTo>
                  <a:lnTo>
                    <a:pt x="8890" y="444500"/>
                  </a:lnTo>
                  <a:lnTo>
                    <a:pt x="10160" y="444500"/>
                  </a:lnTo>
                  <a:lnTo>
                    <a:pt x="10160" y="445770"/>
                  </a:lnTo>
                  <a:lnTo>
                    <a:pt x="11429" y="445770"/>
                  </a:lnTo>
                  <a:lnTo>
                    <a:pt x="11429" y="448310"/>
                  </a:lnTo>
                  <a:lnTo>
                    <a:pt x="12700" y="448310"/>
                  </a:lnTo>
                  <a:lnTo>
                    <a:pt x="12700" y="443230"/>
                  </a:lnTo>
                  <a:close/>
                </a:path>
              </a:pathLst>
            </a:custGeom>
            <a:solidFill>
              <a:srgbClr val="CDC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1">
              <a:extLst>
                <a:ext uri="{FF2B5EF4-FFF2-40B4-BE49-F238E27FC236}">
                  <a16:creationId xmlns:a16="http://schemas.microsoft.com/office/drawing/2014/main" id="{F088539C-A43E-A83C-AF83-3111A30E047B}"/>
                </a:ext>
              </a:extLst>
            </p:cNvPr>
            <p:cNvSpPr/>
            <p:nvPr/>
          </p:nvSpPr>
          <p:spPr>
            <a:xfrm>
              <a:off x="6539229" y="5323840"/>
              <a:ext cx="12700" cy="478790"/>
            </a:xfrm>
            <a:custGeom>
              <a:avLst/>
              <a:gdLst/>
              <a:ahLst/>
              <a:cxnLst/>
              <a:rect l="l" t="t" r="r" b="b"/>
              <a:pathLst>
                <a:path w="12700" h="478789">
                  <a:moveTo>
                    <a:pt x="12700" y="0"/>
                  </a:moveTo>
                  <a:lnTo>
                    <a:pt x="11429" y="0"/>
                  </a:lnTo>
                  <a:lnTo>
                    <a:pt x="11429" y="1270"/>
                  </a:lnTo>
                  <a:lnTo>
                    <a:pt x="12700" y="1270"/>
                  </a:lnTo>
                  <a:lnTo>
                    <a:pt x="12700" y="0"/>
                  </a:lnTo>
                  <a:close/>
                </a:path>
                <a:path w="12700" h="478789">
                  <a:moveTo>
                    <a:pt x="12700" y="1270"/>
                  </a:moveTo>
                  <a:lnTo>
                    <a:pt x="10160" y="1270"/>
                  </a:lnTo>
                  <a:lnTo>
                    <a:pt x="10160" y="2540"/>
                  </a:lnTo>
                  <a:lnTo>
                    <a:pt x="8890" y="2540"/>
                  </a:lnTo>
                  <a:lnTo>
                    <a:pt x="8890" y="3810"/>
                  </a:lnTo>
                  <a:lnTo>
                    <a:pt x="7620" y="3810"/>
                  </a:lnTo>
                  <a:lnTo>
                    <a:pt x="7620" y="5080"/>
                  </a:lnTo>
                  <a:lnTo>
                    <a:pt x="6350" y="5080"/>
                  </a:lnTo>
                  <a:lnTo>
                    <a:pt x="6350" y="7620"/>
                  </a:lnTo>
                  <a:lnTo>
                    <a:pt x="5079" y="7620"/>
                  </a:lnTo>
                  <a:lnTo>
                    <a:pt x="5079" y="8890"/>
                  </a:lnTo>
                  <a:lnTo>
                    <a:pt x="3810" y="8890"/>
                  </a:lnTo>
                  <a:lnTo>
                    <a:pt x="381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1270" y="11430"/>
                  </a:lnTo>
                  <a:lnTo>
                    <a:pt x="1270" y="12700"/>
                  </a:lnTo>
                  <a:lnTo>
                    <a:pt x="0" y="12700"/>
                  </a:lnTo>
                  <a:lnTo>
                    <a:pt x="0" y="33020"/>
                  </a:lnTo>
                  <a:lnTo>
                    <a:pt x="12700" y="33020"/>
                  </a:lnTo>
                  <a:lnTo>
                    <a:pt x="12700" y="1270"/>
                  </a:lnTo>
                  <a:close/>
                </a:path>
                <a:path w="12700" h="478789">
                  <a:moveTo>
                    <a:pt x="12700" y="33020"/>
                  </a:moveTo>
                  <a:lnTo>
                    <a:pt x="0" y="33020"/>
                  </a:lnTo>
                  <a:lnTo>
                    <a:pt x="0" y="39370"/>
                  </a:lnTo>
                  <a:lnTo>
                    <a:pt x="12700" y="39370"/>
                  </a:lnTo>
                  <a:lnTo>
                    <a:pt x="12700" y="33020"/>
                  </a:lnTo>
                  <a:close/>
                </a:path>
                <a:path w="12700" h="478789">
                  <a:moveTo>
                    <a:pt x="12700" y="39370"/>
                  </a:moveTo>
                  <a:lnTo>
                    <a:pt x="0" y="39370"/>
                  </a:lnTo>
                  <a:lnTo>
                    <a:pt x="0" y="45720"/>
                  </a:lnTo>
                  <a:lnTo>
                    <a:pt x="12700" y="45720"/>
                  </a:lnTo>
                  <a:lnTo>
                    <a:pt x="12700" y="39370"/>
                  </a:lnTo>
                  <a:close/>
                </a:path>
                <a:path w="12700" h="478789">
                  <a:moveTo>
                    <a:pt x="12700" y="45720"/>
                  </a:moveTo>
                  <a:lnTo>
                    <a:pt x="0" y="45720"/>
                  </a:lnTo>
                  <a:lnTo>
                    <a:pt x="0" y="55880"/>
                  </a:lnTo>
                  <a:lnTo>
                    <a:pt x="12700" y="55880"/>
                  </a:lnTo>
                  <a:lnTo>
                    <a:pt x="12700" y="45720"/>
                  </a:lnTo>
                  <a:close/>
                </a:path>
                <a:path w="12700" h="478789">
                  <a:moveTo>
                    <a:pt x="12700" y="55880"/>
                  </a:moveTo>
                  <a:lnTo>
                    <a:pt x="0" y="55880"/>
                  </a:lnTo>
                  <a:lnTo>
                    <a:pt x="0" y="62230"/>
                  </a:lnTo>
                  <a:lnTo>
                    <a:pt x="12700" y="62230"/>
                  </a:lnTo>
                  <a:lnTo>
                    <a:pt x="12700" y="55880"/>
                  </a:lnTo>
                  <a:close/>
                </a:path>
                <a:path w="12700" h="478789">
                  <a:moveTo>
                    <a:pt x="12700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12700" y="64770"/>
                  </a:lnTo>
                  <a:lnTo>
                    <a:pt x="12700" y="62230"/>
                  </a:lnTo>
                  <a:close/>
                </a:path>
                <a:path w="12700" h="478789">
                  <a:moveTo>
                    <a:pt x="12700" y="64770"/>
                  </a:moveTo>
                  <a:lnTo>
                    <a:pt x="0" y="64770"/>
                  </a:lnTo>
                  <a:lnTo>
                    <a:pt x="0" y="71120"/>
                  </a:lnTo>
                  <a:lnTo>
                    <a:pt x="12700" y="71120"/>
                  </a:lnTo>
                  <a:lnTo>
                    <a:pt x="12700" y="64770"/>
                  </a:lnTo>
                  <a:close/>
                </a:path>
                <a:path w="12700" h="478789">
                  <a:moveTo>
                    <a:pt x="12700" y="71120"/>
                  </a:moveTo>
                  <a:lnTo>
                    <a:pt x="0" y="71120"/>
                  </a:lnTo>
                  <a:lnTo>
                    <a:pt x="0" y="87630"/>
                  </a:lnTo>
                  <a:lnTo>
                    <a:pt x="12700" y="87630"/>
                  </a:lnTo>
                  <a:lnTo>
                    <a:pt x="12700" y="71120"/>
                  </a:lnTo>
                  <a:close/>
                </a:path>
                <a:path w="12700" h="478789">
                  <a:moveTo>
                    <a:pt x="12700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2700" y="93980"/>
                  </a:lnTo>
                  <a:lnTo>
                    <a:pt x="12700" y="87630"/>
                  </a:lnTo>
                  <a:close/>
                </a:path>
                <a:path w="12700" h="478789">
                  <a:moveTo>
                    <a:pt x="12700" y="93980"/>
                  </a:moveTo>
                  <a:lnTo>
                    <a:pt x="0" y="93980"/>
                  </a:lnTo>
                  <a:lnTo>
                    <a:pt x="0" y="100330"/>
                  </a:lnTo>
                  <a:lnTo>
                    <a:pt x="12700" y="100330"/>
                  </a:lnTo>
                  <a:lnTo>
                    <a:pt x="12700" y="93980"/>
                  </a:lnTo>
                  <a:close/>
                </a:path>
                <a:path w="12700" h="478789">
                  <a:moveTo>
                    <a:pt x="12700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12700" y="102870"/>
                  </a:lnTo>
                  <a:lnTo>
                    <a:pt x="12700" y="100330"/>
                  </a:lnTo>
                  <a:close/>
                </a:path>
                <a:path w="12700" h="478789">
                  <a:moveTo>
                    <a:pt x="12700" y="102870"/>
                  </a:moveTo>
                  <a:lnTo>
                    <a:pt x="0" y="102870"/>
                  </a:lnTo>
                  <a:lnTo>
                    <a:pt x="0" y="106680"/>
                  </a:lnTo>
                  <a:lnTo>
                    <a:pt x="12700" y="106680"/>
                  </a:lnTo>
                  <a:lnTo>
                    <a:pt x="12700" y="102870"/>
                  </a:lnTo>
                  <a:close/>
                </a:path>
                <a:path w="12700" h="478789">
                  <a:moveTo>
                    <a:pt x="12700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12700" y="109220"/>
                  </a:lnTo>
                  <a:lnTo>
                    <a:pt x="12700" y="106680"/>
                  </a:lnTo>
                  <a:close/>
                </a:path>
                <a:path w="12700" h="478789">
                  <a:moveTo>
                    <a:pt x="12700" y="109220"/>
                  </a:moveTo>
                  <a:lnTo>
                    <a:pt x="0" y="109220"/>
                  </a:lnTo>
                  <a:lnTo>
                    <a:pt x="0" y="115570"/>
                  </a:lnTo>
                  <a:lnTo>
                    <a:pt x="12700" y="115570"/>
                  </a:lnTo>
                  <a:lnTo>
                    <a:pt x="12700" y="109220"/>
                  </a:lnTo>
                  <a:close/>
                </a:path>
                <a:path w="12700" h="478789">
                  <a:moveTo>
                    <a:pt x="12700" y="115570"/>
                  </a:moveTo>
                  <a:lnTo>
                    <a:pt x="0" y="115570"/>
                  </a:lnTo>
                  <a:lnTo>
                    <a:pt x="0" y="121920"/>
                  </a:lnTo>
                  <a:lnTo>
                    <a:pt x="12700" y="121920"/>
                  </a:lnTo>
                  <a:lnTo>
                    <a:pt x="12700" y="115570"/>
                  </a:lnTo>
                  <a:close/>
                </a:path>
                <a:path w="12700" h="478789">
                  <a:moveTo>
                    <a:pt x="12700" y="121920"/>
                  </a:moveTo>
                  <a:lnTo>
                    <a:pt x="0" y="121920"/>
                  </a:lnTo>
                  <a:lnTo>
                    <a:pt x="0" y="132080"/>
                  </a:lnTo>
                  <a:lnTo>
                    <a:pt x="12700" y="132080"/>
                  </a:lnTo>
                  <a:lnTo>
                    <a:pt x="12700" y="121920"/>
                  </a:lnTo>
                  <a:close/>
                </a:path>
                <a:path w="12700" h="478789">
                  <a:moveTo>
                    <a:pt x="12700" y="132080"/>
                  </a:moveTo>
                  <a:lnTo>
                    <a:pt x="0" y="132080"/>
                  </a:lnTo>
                  <a:lnTo>
                    <a:pt x="0" y="138430"/>
                  </a:lnTo>
                  <a:lnTo>
                    <a:pt x="12700" y="138430"/>
                  </a:lnTo>
                  <a:lnTo>
                    <a:pt x="12700" y="132080"/>
                  </a:lnTo>
                  <a:close/>
                </a:path>
                <a:path w="12700" h="478789">
                  <a:moveTo>
                    <a:pt x="12700" y="138430"/>
                  </a:moveTo>
                  <a:lnTo>
                    <a:pt x="0" y="138430"/>
                  </a:lnTo>
                  <a:lnTo>
                    <a:pt x="0" y="140970"/>
                  </a:lnTo>
                  <a:lnTo>
                    <a:pt x="12700" y="140970"/>
                  </a:lnTo>
                  <a:lnTo>
                    <a:pt x="12700" y="138430"/>
                  </a:lnTo>
                  <a:close/>
                </a:path>
                <a:path w="12700" h="478789">
                  <a:moveTo>
                    <a:pt x="12700" y="140970"/>
                  </a:moveTo>
                  <a:lnTo>
                    <a:pt x="0" y="140970"/>
                  </a:lnTo>
                  <a:lnTo>
                    <a:pt x="0" y="147320"/>
                  </a:lnTo>
                  <a:lnTo>
                    <a:pt x="12700" y="147320"/>
                  </a:lnTo>
                  <a:lnTo>
                    <a:pt x="12700" y="140970"/>
                  </a:lnTo>
                  <a:close/>
                </a:path>
                <a:path w="12700" h="478789">
                  <a:moveTo>
                    <a:pt x="12700" y="147320"/>
                  </a:moveTo>
                  <a:lnTo>
                    <a:pt x="0" y="147320"/>
                  </a:lnTo>
                  <a:lnTo>
                    <a:pt x="0" y="153670"/>
                  </a:lnTo>
                  <a:lnTo>
                    <a:pt x="12700" y="153670"/>
                  </a:lnTo>
                  <a:lnTo>
                    <a:pt x="12700" y="147320"/>
                  </a:lnTo>
                  <a:close/>
                </a:path>
                <a:path w="12700" h="478789">
                  <a:moveTo>
                    <a:pt x="12700" y="153670"/>
                  </a:moveTo>
                  <a:lnTo>
                    <a:pt x="0" y="153670"/>
                  </a:lnTo>
                  <a:lnTo>
                    <a:pt x="0" y="163830"/>
                  </a:lnTo>
                  <a:lnTo>
                    <a:pt x="12700" y="163830"/>
                  </a:lnTo>
                  <a:lnTo>
                    <a:pt x="12700" y="153670"/>
                  </a:lnTo>
                  <a:close/>
                </a:path>
                <a:path w="12700" h="478789">
                  <a:moveTo>
                    <a:pt x="12700" y="163830"/>
                  </a:moveTo>
                  <a:lnTo>
                    <a:pt x="0" y="163830"/>
                  </a:lnTo>
                  <a:lnTo>
                    <a:pt x="0" y="170180"/>
                  </a:lnTo>
                  <a:lnTo>
                    <a:pt x="12700" y="170180"/>
                  </a:lnTo>
                  <a:lnTo>
                    <a:pt x="12700" y="163830"/>
                  </a:lnTo>
                  <a:close/>
                </a:path>
                <a:path w="12700" h="478789">
                  <a:moveTo>
                    <a:pt x="12700" y="170180"/>
                  </a:moveTo>
                  <a:lnTo>
                    <a:pt x="0" y="170180"/>
                  </a:lnTo>
                  <a:lnTo>
                    <a:pt x="0" y="179070"/>
                  </a:lnTo>
                  <a:lnTo>
                    <a:pt x="12700" y="179070"/>
                  </a:lnTo>
                  <a:lnTo>
                    <a:pt x="12700" y="170180"/>
                  </a:lnTo>
                  <a:close/>
                </a:path>
                <a:path w="12700" h="478789">
                  <a:moveTo>
                    <a:pt x="12700" y="179070"/>
                  </a:moveTo>
                  <a:lnTo>
                    <a:pt x="0" y="179070"/>
                  </a:lnTo>
                  <a:lnTo>
                    <a:pt x="0" y="185420"/>
                  </a:lnTo>
                  <a:lnTo>
                    <a:pt x="12700" y="185420"/>
                  </a:lnTo>
                  <a:lnTo>
                    <a:pt x="12700" y="179070"/>
                  </a:lnTo>
                  <a:close/>
                </a:path>
                <a:path w="12700" h="478789">
                  <a:moveTo>
                    <a:pt x="12700" y="185420"/>
                  </a:moveTo>
                  <a:lnTo>
                    <a:pt x="0" y="185420"/>
                  </a:lnTo>
                  <a:lnTo>
                    <a:pt x="0" y="191770"/>
                  </a:lnTo>
                  <a:lnTo>
                    <a:pt x="12700" y="191770"/>
                  </a:lnTo>
                  <a:lnTo>
                    <a:pt x="12700" y="185420"/>
                  </a:lnTo>
                  <a:close/>
                </a:path>
                <a:path w="12700" h="478789">
                  <a:moveTo>
                    <a:pt x="12700" y="191770"/>
                  </a:moveTo>
                  <a:lnTo>
                    <a:pt x="0" y="191770"/>
                  </a:lnTo>
                  <a:lnTo>
                    <a:pt x="0" y="201930"/>
                  </a:lnTo>
                  <a:lnTo>
                    <a:pt x="12700" y="201930"/>
                  </a:lnTo>
                  <a:lnTo>
                    <a:pt x="12700" y="191770"/>
                  </a:lnTo>
                  <a:close/>
                </a:path>
                <a:path w="12700" h="478789">
                  <a:moveTo>
                    <a:pt x="12700" y="201930"/>
                  </a:moveTo>
                  <a:lnTo>
                    <a:pt x="0" y="201930"/>
                  </a:lnTo>
                  <a:lnTo>
                    <a:pt x="0" y="208280"/>
                  </a:lnTo>
                  <a:lnTo>
                    <a:pt x="12700" y="208280"/>
                  </a:lnTo>
                  <a:lnTo>
                    <a:pt x="12700" y="201930"/>
                  </a:lnTo>
                  <a:close/>
                </a:path>
                <a:path w="12700" h="478789">
                  <a:moveTo>
                    <a:pt x="12700" y="208280"/>
                  </a:moveTo>
                  <a:lnTo>
                    <a:pt x="0" y="208280"/>
                  </a:lnTo>
                  <a:lnTo>
                    <a:pt x="0" y="214630"/>
                  </a:lnTo>
                  <a:lnTo>
                    <a:pt x="12700" y="214630"/>
                  </a:lnTo>
                  <a:lnTo>
                    <a:pt x="12700" y="208280"/>
                  </a:lnTo>
                  <a:close/>
                </a:path>
                <a:path w="12700" h="478789">
                  <a:moveTo>
                    <a:pt x="12700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12700" y="217170"/>
                  </a:lnTo>
                  <a:lnTo>
                    <a:pt x="12700" y="214630"/>
                  </a:lnTo>
                  <a:close/>
                </a:path>
                <a:path w="12700" h="478789">
                  <a:moveTo>
                    <a:pt x="12700" y="217170"/>
                  </a:moveTo>
                  <a:lnTo>
                    <a:pt x="0" y="217170"/>
                  </a:lnTo>
                  <a:lnTo>
                    <a:pt x="0" y="223520"/>
                  </a:lnTo>
                  <a:lnTo>
                    <a:pt x="12700" y="223520"/>
                  </a:lnTo>
                  <a:lnTo>
                    <a:pt x="12700" y="217170"/>
                  </a:lnTo>
                  <a:close/>
                </a:path>
                <a:path w="12700" h="478789">
                  <a:moveTo>
                    <a:pt x="12700" y="223520"/>
                  </a:moveTo>
                  <a:lnTo>
                    <a:pt x="0" y="223520"/>
                  </a:lnTo>
                  <a:lnTo>
                    <a:pt x="0" y="229870"/>
                  </a:lnTo>
                  <a:lnTo>
                    <a:pt x="12700" y="229870"/>
                  </a:lnTo>
                  <a:lnTo>
                    <a:pt x="12700" y="223520"/>
                  </a:lnTo>
                  <a:close/>
                </a:path>
                <a:path w="12700" h="478789">
                  <a:moveTo>
                    <a:pt x="12700" y="229870"/>
                  </a:moveTo>
                  <a:lnTo>
                    <a:pt x="0" y="229870"/>
                  </a:lnTo>
                  <a:lnTo>
                    <a:pt x="0" y="261620"/>
                  </a:lnTo>
                  <a:lnTo>
                    <a:pt x="12700" y="261620"/>
                  </a:lnTo>
                  <a:lnTo>
                    <a:pt x="12700" y="229870"/>
                  </a:lnTo>
                  <a:close/>
                </a:path>
                <a:path w="12700" h="478789">
                  <a:moveTo>
                    <a:pt x="12700" y="261620"/>
                  </a:moveTo>
                  <a:lnTo>
                    <a:pt x="0" y="261620"/>
                  </a:lnTo>
                  <a:lnTo>
                    <a:pt x="0" y="267970"/>
                  </a:lnTo>
                  <a:lnTo>
                    <a:pt x="12700" y="267970"/>
                  </a:lnTo>
                  <a:lnTo>
                    <a:pt x="12700" y="261620"/>
                  </a:lnTo>
                  <a:close/>
                </a:path>
                <a:path w="12700" h="478789">
                  <a:moveTo>
                    <a:pt x="12700" y="267970"/>
                  </a:moveTo>
                  <a:lnTo>
                    <a:pt x="0" y="267970"/>
                  </a:lnTo>
                  <a:lnTo>
                    <a:pt x="0" y="271780"/>
                  </a:lnTo>
                  <a:lnTo>
                    <a:pt x="12700" y="271780"/>
                  </a:lnTo>
                  <a:lnTo>
                    <a:pt x="12700" y="267970"/>
                  </a:lnTo>
                  <a:close/>
                </a:path>
                <a:path w="12700" h="478789">
                  <a:moveTo>
                    <a:pt x="12700" y="271780"/>
                  </a:moveTo>
                  <a:lnTo>
                    <a:pt x="0" y="271780"/>
                  </a:lnTo>
                  <a:lnTo>
                    <a:pt x="0" y="278130"/>
                  </a:lnTo>
                  <a:lnTo>
                    <a:pt x="12700" y="278130"/>
                  </a:lnTo>
                  <a:lnTo>
                    <a:pt x="12700" y="271780"/>
                  </a:lnTo>
                  <a:close/>
                </a:path>
                <a:path w="12700" h="478789">
                  <a:moveTo>
                    <a:pt x="12700" y="278130"/>
                  </a:moveTo>
                  <a:lnTo>
                    <a:pt x="0" y="278130"/>
                  </a:lnTo>
                  <a:lnTo>
                    <a:pt x="0" y="293370"/>
                  </a:lnTo>
                  <a:lnTo>
                    <a:pt x="12700" y="293370"/>
                  </a:lnTo>
                  <a:lnTo>
                    <a:pt x="12700" y="278130"/>
                  </a:lnTo>
                  <a:close/>
                </a:path>
                <a:path w="12700" h="478789">
                  <a:moveTo>
                    <a:pt x="12700" y="293370"/>
                  </a:moveTo>
                  <a:lnTo>
                    <a:pt x="0" y="293370"/>
                  </a:lnTo>
                  <a:lnTo>
                    <a:pt x="0" y="299720"/>
                  </a:lnTo>
                  <a:lnTo>
                    <a:pt x="12700" y="299720"/>
                  </a:lnTo>
                  <a:lnTo>
                    <a:pt x="12700" y="293370"/>
                  </a:lnTo>
                  <a:close/>
                </a:path>
                <a:path w="12700" h="478789">
                  <a:moveTo>
                    <a:pt x="12700" y="299720"/>
                  </a:moveTo>
                  <a:lnTo>
                    <a:pt x="0" y="299720"/>
                  </a:lnTo>
                  <a:lnTo>
                    <a:pt x="0" y="303530"/>
                  </a:lnTo>
                  <a:lnTo>
                    <a:pt x="12700" y="303530"/>
                  </a:lnTo>
                  <a:lnTo>
                    <a:pt x="12700" y="299720"/>
                  </a:lnTo>
                  <a:close/>
                </a:path>
                <a:path w="12700" h="478789">
                  <a:moveTo>
                    <a:pt x="12700" y="303530"/>
                  </a:moveTo>
                  <a:lnTo>
                    <a:pt x="0" y="303530"/>
                  </a:lnTo>
                  <a:lnTo>
                    <a:pt x="0" y="309880"/>
                  </a:lnTo>
                  <a:lnTo>
                    <a:pt x="12700" y="309880"/>
                  </a:lnTo>
                  <a:lnTo>
                    <a:pt x="12700" y="303530"/>
                  </a:lnTo>
                  <a:close/>
                </a:path>
                <a:path w="12700" h="478789">
                  <a:moveTo>
                    <a:pt x="12700" y="309880"/>
                  </a:moveTo>
                  <a:lnTo>
                    <a:pt x="0" y="309880"/>
                  </a:lnTo>
                  <a:lnTo>
                    <a:pt x="0" y="316230"/>
                  </a:lnTo>
                  <a:lnTo>
                    <a:pt x="12700" y="316230"/>
                  </a:lnTo>
                  <a:lnTo>
                    <a:pt x="12700" y="309880"/>
                  </a:lnTo>
                  <a:close/>
                </a:path>
                <a:path w="12700" h="478789">
                  <a:moveTo>
                    <a:pt x="12700" y="316230"/>
                  </a:moveTo>
                  <a:lnTo>
                    <a:pt x="0" y="316230"/>
                  </a:lnTo>
                  <a:lnTo>
                    <a:pt x="0" y="318770"/>
                  </a:lnTo>
                  <a:lnTo>
                    <a:pt x="12700" y="318770"/>
                  </a:lnTo>
                  <a:lnTo>
                    <a:pt x="12700" y="316230"/>
                  </a:lnTo>
                  <a:close/>
                </a:path>
                <a:path w="12700" h="478789">
                  <a:moveTo>
                    <a:pt x="12700" y="318770"/>
                  </a:moveTo>
                  <a:lnTo>
                    <a:pt x="0" y="318770"/>
                  </a:lnTo>
                  <a:lnTo>
                    <a:pt x="0" y="325120"/>
                  </a:lnTo>
                  <a:lnTo>
                    <a:pt x="12700" y="325120"/>
                  </a:lnTo>
                  <a:lnTo>
                    <a:pt x="12700" y="318770"/>
                  </a:lnTo>
                  <a:close/>
                </a:path>
                <a:path w="12700" h="478789">
                  <a:moveTo>
                    <a:pt x="12700" y="325120"/>
                  </a:moveTo>
                  <a:lnTo>
                    <a:pt x="0" y="325120"/>
                  </a:lnTo>
                  <a:lnTo>
                    <a:pt x="0" y="331470"/>
                  </a:lnTo>
                  <a:lnTo>
                    <a:pt x="12700" y="331470"/>
                  </a:lnTo>
                  <a:lnTo>
                    <a:pt x="12700" y="325120"/>
                  </a:lnTo>
                  <a:close/>
                </a:path>
                <a:path w="12700" h="478789">
                  <a:moveTo>
                    <a:pt x="12700" y="331470"/>
                  </a:moveTo>
                  <a:lnTo>
                    <a:pt x="0" y="331470"/>
                  </a:lnTo>
                  <a:lnTo>
                    <a:pt x="0" y="341630"/>
                  </a:lnTo>
                  <a:lnTo>
                    <a:pt x="12700" y="341630"/>
                  </a:lnTo>
                  <a:lnTo>
                    <a:pt x="12700" y="331470"/>
                  </a:lnTo>
                  <a:close/>
                </a:path>
                <a:path w="12700" h="478789">
                  <a:moveTo>
                    <a:pt x="12700" y="341630"/>
                  </a:moveTo>
                  <a:lnTo>
                    <a:pt x="0" y="341630"/>
                  </a:lnTo>
                  <a:lnTo>
                    <a:pt x="0" y="350520"/>
                  </a:lnTo>
                  <a:lnTo>
                    <a:pt x="12700" y="350520"/>
                  </a:lnTo>
                  <a:lnTo>
                    <a:pt x="12700" y="341630"/>
                  </a:lnTo>
                  <a:close/>
                </a:path>
                <a:path w="12700" h="478789">
                  <a:moveTo>
                    <a:pt x="12700" y="350520"/>
                  </a:moveTo>
                  <a:lnTo>
                    <a:pt x="0" y="350520"/>
                  </a:lnTo>
                  <a:lnTo>
                    <a:pt x="0" y="356870"/>
                  </a:lnTo>
                  <a:lnTo>
                    <a:pt x="12700" y="356870"/>
                  </a:lnTo>
                  <a:lnTo>
                    <a:pt x="12700" y="350520"/>
                  </a:lnTo>
                  <a:close/>
                </a:path>
                <a:path w="12700" h="478789">
                  <a:moveTo>
                    <a:pt x="12700" y="356870"/>
                  </a:moveTo>
                  <a:lnTo>
                    <a:pt x="0" y="356870"/>
                  </a:lnTo>
                  <a:lnTo>
                    <a:pt x="0" y="363220"/>
                  </a:lnTo>
                  <a:lnTo>
                    <a:pt x="12700" y="363220"/>
                  </a:lnTo>
                  <a:lnTo>
                    <a:pt x="12700" y="356870"/>
                  </a:lnTo>
                  <a:close/>
                </a:path>
                <a:path w="12700" h="478789">
                  <a:moveTo>
                    <a:pt x="12700" y="363220"/>
                  </a:moveTo>
                  <a:lnTo>
                    <a:pt x="0" y="363220"/>
                  </a:lnTo>
                  <a:lnTo>
                    <a:pt x="0" y="367030"/>
                  </a:lnTo>
                  <a:lnTo>
                    <a:pt x="12700" y="367030"/>
                  </a:lnTo>
                  <a:lnTo>
                    <a:pt x="12700" y="363220"/>
                  </a:lnTo>
                  <a:close/>
                </a:path>
                <a:path w="12700" h="478789">
                  <a:moveTo>
                    <a:pt x="12700" y="367030"/>
                  </a:moveTo>
                  <a:lnTo>
                    <a:pt x="0" y="367030"/>
                  </a:lnTo>
                  <a:lnTo>
                    <a:pt x="0" y="369570"/>
                  </a:lnTo>
                  <a:lnTo>
                    <a:pt x="12700" y="369570"/>
                  </a:lnTo>
                  <a:lnTo>
                    <a:pt x="12700" y="367030"/>
                  </a:lnTo>
                  <a:close/>
                </a:path>
                <a:path w="12700" h="478789">
                  <a:moveTo>
                    <a:pt x="12700" y="369570"/>
                  </a:moveTo>
                  <a:lnTo>
                    <a:pt x="0" y="369570"/>
                  </a:lnTo>
                  <a:lnTo>
                    <a:pt x="0" y="373380"/>
                  </a:lnTo>
                  <a:lnTo>
                    <a:pt x="12700" y="373380"/>
                  </a:lnTo>
                  <a:lnTo>
                    <a:pt x="12700" y="369570"/>
                  </a:lnTo>
                  <a:close/>
                </a:path>
                <a:path w="12700" h="478789">
                  <a:moveTo>
                    <a:pt x="12700" y="373380"/>
                  </a:moveTo>
                  <a:lnTo>
                    <a:pt x="0" y="373380"/>
                  </a:lnTo>
                  <a:lnTo>
                    <a:pt x="0" y="379730"/>
                  </a:lnTo>
                  <a:lnTo>
                    <a:pt x="12700" y="379730"/>
                  </a:lnTo>
                  <a:lnTo>
                    <a:pt x="12700" y="373380"/>
                  </a:lnTo>
                  <a:close/>
                </a:path>
                <a:path w="12700" h="478789">
                  <a:moveTo>
                    <a:pt x="12700" y="379730"/>
                  </a:moveTo>
                  <a:lnTo>
                    <a:pt x="0" y="379730"/>
                  </a:lnTo>
                  <a:lnTo>
                    <a:pt x="0" y="388620"/>
                  </a:lnTo>
                  <a:lnTo>
                    <a:pt x="12700" y="388620"/>
                  </a:lnTo>
                  <a:lnTo>
                    <a:pt x="12700" y="379730"/>
                  </a:lnTo>
                  <a:close/>
                </a:path>
                <a:path w="12700" h="478789">
                  <a:moveTo>
                    <a:pt x="12700" y="388620"/>
                  </a:moveTo>
                  <a:lnTo>
                    <a:pt x="0" y="388620"/>
                  </a:lnTo>
                  <a:lnTo>
                    <a:pt x="0" y="394970"/>
                  </a:lnTo>
                  <a:lnTo>
                    <a:pt x="12700" y="394970"/>
                  </a:lnTo>
                  <a:lnTo>
                    <a:pt x="12700" y="388620"/>
                  </a:lnTo>
                  <a:close/>
                </a:path>
                <a:path w="12700" h="478789">
                  <a:moveTo>
                    <a:pt x="12700" y="394970"/>
                  </a:moveTo>
                  <a:lnTo>
                    <a:pt x="0" y="394970"/>
                  </a:lnTo>
                  <a:lnTo>
                    <a:pt x="0" y="401320"/>
                  </a:lnTo>
                  <a:lnTo>
                    <a:pt x="12700" y="401320"/>
                  </a:lnTo>
                  <a:lnTo>
                    <a:pt x="12700" y="394970"/>
                  </a:lnTo>
                  <a:close/>
                </a:path>
                <a:path w="12700" h="478789">
                  <a:moveTo>
                    <a:pt x="12700" y="401320"/>
                  </a:moveTo>
                  <a:lnTo>
                    <a:pt x="0" y="401320"/>
                  </a:lnTo>
                  <a:lnTo>
                    <a:pt x="0" y="420370"/>
                  </a:lnTo>
                  <a:lnTo>
                    <a:pt x="12700" y="420370"/>
                  </a:lnTo>
                  <a:lnTo>
                    <a:pt x="12700" y="401320"/>
                  </a:lnTo>
                  <a:close/>
                </a:path>
                <a:path w="12700" h="478789">
                  <a:moveTo>
                    <a:pt x="12700" y="420370"/>
                  </a:moveTo>
                  <a:lnTo>
                    <a:pt x="0" y="420370"/>
                  </a:lnTo>
                  <a:lnTo>
                    <a:pt x="0" y="424180"/>
                  </a:lnTo>
                  <a:lnTo>
                    <a:pt x="12700" y="424180"/>
                  </a:lnTo>
                  <a:lnTo>
                    <a:pt x="12700" y="420370"/>
                  </a:lnTo>
                  <a:close/>
                </a:path>
                <a:path w="12700" h="478789">
                  <a:moveTo>
                    <a:pt x="12700" y="424180"/>
                  </a:moveTo>
                  <a:lnTo>
                    <a:pt x="0" y="424180"/>
                  </a:lnTo>
                  <a:lnTo>
                    <a:pt x="0" y="426720"/>
                  </a:lnTo>
                  <a:lnTo>
                    <a:pt x="12700" y="426720"/>
                  </a:lnTo>
                  <a:lnTo>
                    <a:pt x="12700" y="424180"/>
                  </a:lnTo>
                  <a:close/>
                </a:path>
                <a:path w="12700" h="478789">
                  <a:moveTo>
                    <a:pt x="12700" y="426720"/>
                  </a:moveTo>
                  <a:lnTo>
                    <a:pt x="0" y="426720"/>
                  </a:lnTo>
                  <a:lnTo>
                    <a:pt x="0" y="433070"/>
                  </a:lnTo>
                  <a:lnTo>
                    <a:pt x="12700" y="433070"/>
                  </a:lnTo>
                  <a:lnTo>
                    <a:pt x="12700" y="426720"/>
                  </a:lnTo>
                  <a:close/>
                </a:path>
                <a:path w="12700" h="478789">
                  <a:moveTo>
                    <a:pt x="12700" y="433070"/>
                  </a:moveTo>
                  <a:lnTo>
                    <a:pt x="0" y="433070"/>
                  </a:lnTo>
                  <a:lnTo>
                    <a:pt x="0" y="439420"/>
                  </a:lnTo>
                  <a:lnTo>
                    <a:pt x="12700" y="439420"/>
                  </a:lnTo>
                  <a:lnTo>
                    <a:pt x="12700" y="433070"/>
                  </a:lnTo>
                  <a:close/>
                </a:path>
                <a:path w="12700" h="478789">
                  <a:moveTo>
                    <a:pt x="12700" y="439420"/>
                  </a:moveTo>
                  <a:lnTo>
                    <a:pt x="0" y="439420"/>
                  </a:lnTo>
                  <a:lnTo>
                    <a:pt x="0" y="443230"/>
                  </a:lnTo>
                  <a:lnTo>
                    <a:pt x="12700" y="443230"/>
                  </a:lnTo>
                  <a:lnTo>
                    <a:pt x="12700" y="439420"/>
                  </a:lnTo>
                  <a:close/>
                </a:path>
                <a:path w="12700" h="478789">
                  <a:moveTo>
                    <a:pt x="12700" y="443230"/>
                  </a:moveTo>
                  <a:lnTo>
                    <a:pt x="0" y="443230"/>
                  </a:lnTo>
                  <a:lnTo>
                    <a:pt x="0" y="449580"/>
                  </a:lnTo>
                  <a:lnTo>
                    <a:pt x="12700" y="449580"/>
                  </a:lnTo>
                  <a:lnTo>
                    <a:pt x="12700" y="443230"/>
                  </a:lnTo>
                  <a:close/>
                </a:path>
                <a:path w="12700" h="478789">
                  <a:moveTo>
                    <a:pt x="12700" y="449580"/>
                  </a:moveTo>
                  <a:lnTo>
                    <a:pt x="0" y="449580"/>
                  </a:lnTo>
                  <a:lnTo>
                    <a:pt x="0" y="452120"/>
                  </a:lnTo>
                  <a:lnTo>
                    <a:pt x="12700" y="452120"/>
                  </a:lnTo>
                  <a:lnTo>
                    <a:pt x="12700" y="449580"/>
                  </a:lnTo>
                  <a:close/>
                </a:path>
                <a:path w="12700" h="478789">
                  <a:moveTo>
                    <a:pt x="12700" y="452120"/>
                  </a:moveTo>
                  <a:lnTo>
                    <a:pt x="0" y="452120"/>
                  </a:lnTo>
                  <a:lnTo>
                    <a:pt x="0" y="458470"/>
                  </a:lnTo>
                  <a:lnTo>
                    <a:pt x="12700" y="458470"/>
                  </a:lnTo>
                  <a:lnTo>
                    <a:pt x="12700" y="452120"/>
                  </a:lnTo>
                  <a:close/>
                </a:path>
                <a:path w="12700" h="478789">
                  <a:moveTo>
                    <a:pt x="12700" y="458470"/>
                  </a:moveTo>
                  <a:lnTo>
                    <a:pt x="0" y="458470"/>
                  </a:lnTo>
                  <a:lnTo>
                    <a:pt x="0" y="464820"/>
                  </a:lnTo>
                  <a:lnTo>
                    <a:pt x="12700" y="464820"/>
                  </a:lnTo>
                  <a:lnTo>
                    <a:pt x="12700" y="458470"/>
                  </a:lnTo>
                  <a:close/>
                </a:path>
                <a:path w="12700" h="478789">
                  <a:moveTo>
                    <a:pt x="12700" y="464820"/>
                  </a:moveTo>
                  <a:lnTo>
                    <a:pt x="1270" y="464820"/>
                  </a:lnTo>
                  <a:lnTo>
                    <a:pt x="1270" y="466090"/>
                  </a:lnTo>
                  <a:lnTo>
                    <a:pt x="2540" y="466090"/>
                  </a:lnTo>
                  <a:lnTo>
                    <a:pt x="2540" y="467360"/>
                  </a:lnTo>
                  <a:lnTo>
                    <a:pt x="3810" y="467360"/>
                  </a:lnTo>
                  <a:lnTo>
                    <a:pt x="3810" y="468630"/>
                  </a:lnTo>
                  <a:lnTo>
                    <a:pt x="5079" y="468630"/>
                  </a:lnTo>
                  <a:lnTo>
                    <a:pt x="5079" y="471170"/>
                  </a:lnTo>
                  <a:lnTo>
                    <a:pt x="12700" y="471170"/>
                  </a:lnTo>
                  <a:lnTo>
                    <a:pt x="12700" y="464820"/>
                  </a:lnTo>
                  <a:close/>
                </a:path>
                <a:path w="12700" h="478789">
                  <a:moveTo>
                    <a:pt x="12700" y="471170"/>
                  </a:moveTo>
                  <a:lnTo>
                    <a:pt x="6350" y="471170"/>
                  </a:lnTo>
                  <a:lnTo>
                    <a:pt x="6350" y="472440"/>
                  </a:lnTo>
                  <a:lnTo>
                    <a:pt x="7620" y="472440"/>
                  </a:lnTo>
                  <a:lnTo>
                    <a:pt x="7620" y="473710"/>
                  </a:lnTo>
                  <a:lnTo>
                    <a:pt x="8890" y="473710"/>
                  </a:lnTo>
                  <a:lnTo>
                    <a:pt x="8890" y="474980"/>
                  </a:lnTo>
                  <a:lnTo>
                    <a:pt x="10160" y="474980"/>
                  </a:lnTo>
                  <a:lnTo>
                    <a:pt x="10160" y="476250"/>
                  </a:lnTo>
                  <a:lnTo>
                    <a:pt x="11429" y="476250"/>
                  </a:lnTo>
                  <a:lnTo>
                    <a:pt x="11429" y="478790"/>
                  </a:lnTo>
                  <a:lnTo>
                    <a:pt x="12700" y="478790"/>
                  </a:lnTo>
                  <a:lnTo>
                    <a:pt x="12700" y="471170"/>
                  </a:lnTo>
                  <a:close/>
                </a:path>
              </a:pathLst>
            </a:custGeom>
            <a:solidFill>
              <a:srgbClr val="CDC7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2">
              <a:extLst>
                <a:ext uri="{FF2B5EF4-FFF2-40B4-BE49-F238E27FC236}">
                  <a16:creationId xmlns:a16="http://schemas.microsoft.com/office/drawing/2014/main" id="{A7CD4506-0E53-9D86-38A2-8D0FB8B6DF4E}"/>
                </a:ext>
              </a:extLst>
            </p:cNvPr>
            <p:cNvSpPr/>
            <p:nvPr/>
          </p:nvSpPr>
          <p:spPr>
            <a:xfrm>
              <a:off x="6551929" y="5311140"/>
              <a:ext cx="12700" cy="502920"/>
            </a:xfrm>
            <a:custGeom>
              <a:avLst/>
              <a:gdLst/>
              <a:ahLst/>
              <a:cxnLst/>
              <a:rect l="l" t="t" r="r" b="b"/>
              <a:pathLst>
                <a:path w="12700" h="502920">
                  <a:moveTo>
                    <a:pt x="10160" y="0"/>
                  </a:moveTo>
                  <a:lnTo>
                    <a:pt x="8890" y="0"/>
                  </a:lnTo>
                  <a:lnTo>
                    <a:pt x="8890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  <a:path w="12700" h="502920">
                  <a:moveTo>
                    <a:pt x="10160" y="1270"/>
                  </a:moveTo>
                  <a:lnTo>
                    <a:pt x="7620" y="1270"/>
                  </a:lnTo>
                  <a:lnTo>
                    <a:pt x="7620" y="2540"/>
                  </a:lnTo>
                  <a:lnTo>
                    <a:pt x="6350" y="2540"/>
                  </a:lnTo>
                  <a:lnTo>
                    <a:pt x="6350" y="5080"/>
                  </a:lnTo>
                  <a:lnTo>
                    <a:pt x="10159" y="5080"/>
                  </a:lnTo>
                  <a:lnTo>
                    <a:pt x="10160" y="1270"/>
                  </a:lnTo>
                  <a:close/>
                </a:path>
                <a:path w="12700" h="502920">
                  <a:moveTo>
                    <a:pt x="10159" y="5080"/>
                  </a:moveTo>
                  <a:lnTo>
                    <a:pt x="5079" y="5080"/>
                  </a:lnTo>
                  <a:lnTo>
                    <a:pt x="5079" y="6350"/>
                  </a:lnTo>
                  <a:lnTo>
                    <a:pt x="3810" y="6350"/>
                  </a:lnTo>
                  <a:lnTo>
                    <a:pt x="3810" y="7620"/>
                  </a:lnTo>
                  <a:lnTo>
                    <a:pt x="10160" y="7620"/>
                  </a:lnTo>
                  <a:lnTo>
                    <a:pt x="10159" y="5080"/>
                  </a:lnTo>
                  <a:close/>
                </a:path>
                <a:path w="12700" h="502920">
                  <a:moveTo>
                    <a:pt x="10160" y="7620"/>
                  </a:moveTo>
                  <a:lnTo>
                    <a:pt x="2540" y="7620"/>
                  </a:lnTo>
                  <a:lnTo>
                    <a:pt x="2540" y="8890"/>
                  </a:lnTo>
                  <a:lnTo>
                    <a:pt x="1270" y="8890"/>
                  </a:lnTo>
                  <a:lnTo>
                    <a:pt x="1270" y="10160"/>
                  </a:lnTo>
                  <a:lnTo>
                    <a:pt x="0" y="10160"/>
                  </a:lnTo>
                  <a:lnTo>
                    <a:pt x="0" y="13970"/>
                  </a:lnTo>
                  <a:lnTo>
                    <a:pt x="10159" y="13970"/>
                  </a:lnTo>
                  <a:lnTo>
                    <a:pt x="10160" y="7620"/>
                  </a:lnTo>
                  <a:close/>
                </a:path>
                <a:path w="12700" h="502920">
                  <a:moveTo>
                    <a:pt x="10160" y="13970"/>
                  </a:moveTo>
                  <a:lnTo>
                    <a:pt x="0" y="13970"/>
                  </a:lnTo>
                  <a:lnTo>
                    <a:pt x="0" y="20320"/>
                  </a:lnTo>
                  <a:lnTo>
                    <a:pt x="10159" y="20320"/>
                  </a:lnTo>
                  <a:lnTo>
                    <a:pt x="10160" y="13970"/>
                  </a:lnTo>
                  <a:close/>
                </a:path>
                <a:path w="12700" h="502920">
                  <a:moveTo>
                    <a:pt x="1015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59" y="20320"/>
                  </a:lnTo>
                  <a:close/>
                </a:path>
                <a:path w="12700" h="502920">
                  <a:moveTo>
                    <a:pt x="10160" y="24130"/>
                  </a:moveTo>
                  <a:lnTo>
                    <a:pt x="0" y="24130"/>
                  </a:lnTo>
                  <a:lnTo>
                    <a:pt x="0" y="39370"/>
                  </a:lnTo>
                  <a:lnTo>
                    <a:pt x="10160" y="39370"/>
                  </a:lnTo>
                  <a:lnTo>
                    <a:pt x="10160" y="24130"/>
                  </a:lnTo>
                  <a:close/>
                </a:path>
                <a:path w="12700" h="502920">
                  <a:moveTo>
                    <a:pt x="1016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0159" y="43180"/>
                  </a:lnTo>
                  <a:lnTo>
                    <a:pt x="10160" y="39370"/>
                  </a:lnTo>
                  <a:close/>
                </a:path>
                <a:path w="12700" h="502920">
                  <a:moveTo>
                    <a:pt x="1015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0160" y="45720"/>
                  </a:lnTo>
                  <a:lnTo>
                    <a:pt x="10159" y="43180"/>
                  </a:lnTo>
                  <a:close/>
                </a:path>
                <a:path w="12700" h="502920">
                  <a:moveTo>
                    <a:pt x="10160" y="45720"/>
                  </a:moveTo>
                  <a:lnTo>
                    <a:pt x="0" y="45720"/>
                  </a:lnTo>
                  <a:lnTo>
                    <a:pt x="0" y="52070"/>
                  </a:lnTo>
                  <a:lnTo>
                    <a:pt x="10159" y="52070"/>
                  </a:lnTo>
                  <a:lnTo>
                    <a:pt x="10160" y="45720"/>
                  </a:lnTo>
                  <a:close/>
                </a:path>
                <a:path w="12700" h="502920">
                  <a:moveTo>
                    <a:pt x="10160" y="52070"/>
                  </a:moveTo>
                  <a:lnTo>
                    <a:pt x="0" y="52070"/>
                  </a:lnTo>
                  <a:lnTo>
                    <a:pt x="0" y="58420"/>
                  </a:lnTo>
                  <a:lnTo>
                    <a:pt x="10159" y="58420"/>
                  </a:lnTo>
                  <a:lnTo>
                    <a:pt x="10160" y="52070"/>
                  </a:lnTo>
                  <a:close/>
                </a:path>
                <a:path w="12700" h="502920">
                  <a:moveTo>
                    <a:pt x="10159" y="58420"/>
                  </a:moveTo>
                  <a:lnTo>
                    <a:pt x="0" y="5842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59" y="58420"/>
                  </a:lnTo>
                  <a:close/>
                </a:path>
                <a:path w="12700" h="502920">
                  <a:moveTo>
                    <a:pt x="10160" y="68580"/>
                  </a:moveTo>
                  <a:lnTo>
                    <a:pt x="0" y="6858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68580"/>
                  </a:lnTo>
                  <a:close/>
                </a:path>
                <a:path w="12700" h="502920">
                  <a:moveTo>
                    <a:pt x="10160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0160" y="77470"/>
                  </a:lnTo>
                  <a:lnTo>
                    <a:pt x="10160" y="74930"/>
                  </a:lnTo>
                  <a:close/>
                </a:path>
                <a:path w="12700" h="502920">
                  <a:moveTo>
                    <a:pt x="10160" y="77470"/>
                  </a:moveTo>
                  <a:lnTo>
                    <a:pt x="0" y="77470"/>
                  </a:lnTo>
                  <a:lnTo>
                    <a:pt x="0" y="83820"/>
                  </a:lnTo>
                  <a:lnTo>
                    <a:pt x="10160" y="83820"/>
                  </a:lnTo>
                  <a:lnTo>
                    <a:pt x="10160" y="77470"/>
                  </a:lnTo>
                  <a:close/>
                </a:path>
                <a:path w="12700" h="502920">
                  <a:moveTo>
                    <a:pt x="10160" y="83820"/>
                  </a:moveTo>
                  <a:lnTo>
                    <a:pt x="0" y="83820"/>
                  </a:lnTo>
                  <a:lnTo>
                    <a:pt x="0" y="90170"/>
                  </a:lnTo>
                  <a:lnTo>
                    <a:pt x="10160" y="90170"/>
                  </a:lnTo>
                  <a:lnTo>
                    <a:pt x="10160" y="83820"/>
                  </a:lnTo>
                  <a:close/>
                </a:path>
                <a:path w="12700" h="502920">
                  <a:moveTo>
                    <a:pt x="10160" y="90170"/>
                  </a:moveTo>
                  <a:lnTo>
                    <a:pt x="0" y="90170"/>
                  </a:lnTo>
                  <a:lnTo>
                    <a:pt x="0" y="96520"/>
                  </a:lnTo>
                  <a:lnTo>
                    <a:pt x="10159" y="96520"/>
                  </a:lnTo>
                  <a:lnTo>
                    <a:pt x="10160" y="90170"/>
                  </a:lnTo>
                  <a:close/>
                </a:path>
                <a:path w="12700" h="502920">
                  <a:moveTo>
                    <a:pt x="10160" y="96520"/>
                  </a:moveTo>
                  <a:lnTo>
                    <a:pt x="0" y="9652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6520"/>
                  </a:lnTo>
                  <a:close/>
                </a:path>
                <a:path w="12700" h="502920">
                  <a:moveTo>
                    <a:pt x="10160" y="100330"/>
                  </a:moveTo>
                  <a:lnTo>
                    <a:pt x="0" y="10033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0330"/>
                  </a:lnTo>
                  <a:close/>
                </a:path>
                <a:path w="12700" h="502920">
                  <a:moveTo>
                    <a:pt x="10160" y="106680"/>
                  </a:moveTo>
                  <a:lnTo>
                    <a:pt x="0" y="106680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06680"/>
                  </a:lnTo>
                  <a:close/>
                </a:path>
                <a:path w="12700" h="502920">
                  <a:moveTo>
                    <a:pt x="10160" y="113030"/>
                  </a:moveTo>
                  <a:lnTo>
                    <a:pt x="0" y="113030"/>
                  </a:lnTo>
                  <a:lnTo>
                    <a:pt x="0" y="115570"/>
                  </a:lnTo>
                  <a:lnTo>
                    <a:pt x="10160" y="115570"/>
                  </a:lnTo>
                  <a:lnTo>
                    <a:pt x="10160" y="113030"/>
                  </a:lnTo>
                  <a:close/>
                </a:path>
                <a:path w="12700" h="502920">
                  <a:moveTo>
                    <a:pt x="10160" y="115570"/>
                  </a:moveTo>
                  <a:lnTo>
                    <a:pt x="0" y="115570"/>
                  </a:lnTo>
                  <a:lnTo>
                    <a:pt x="0" y="119380"/>
                  </a:lnTo>
                  <a:lnTo>
                    <a:pt x="10159" y="119380"/>
                  </a:lnTo>
                  <a:lnTo>
                    <a:pt x="10160" y="115570"/>
                  </a:lnTo>
                  <a:close/>
                </a:path>
                <a:path w="12700" h="502920">
                  <a:moveTo>
                    <a:pt x="10160" y="119380"/>
                  </a:moveTo>
                  <a:lnTo>
                    <a:pt x="0" y="119380"/>
                  </a:lnTo>
                  <a:lnTo>
                    <a:pt x="0" y="121920"/>
                  </a:lnTo>
                  <a:lnTo>
                    <a:pt x="10160" y="121920"/>
                  </a:lnTo>
                  <a:lnTo>
                    <a:pt x="10160" y="119380"/>
                  </a:lnTo>
                  <a:close/>
                </a:path>
                <a:path w="12700" h="502920">
                  <a:moveTo>
                    <a:pt x="12700" y="121920"/>
                  </a:moveTo>
                  <a:lnTo>
                    <a:pt x="0" y="121920"/>
                  </a:lnTo>
                  <a:lnTo>
                    <a:pt x="0" y="128270"/>
                  </a:lnTo>
                  <a:lnTo>
                    <a:pt x="12700" y="128270"/>
                  </a:lnTo>
                  <a:lnTo>
                    <a:pt x="12700" y="121920"/>
                  </a:lnTo>
                  <a:close/>
                </a:path>
                <a:path w="12700" h="502920">
                  <a:moveTo>
                    <a:pt x="12700" y="128270"/>
                  </a:moveTo>
                  <a:lnTo>
                    <a:pt x="0" y="128270"/>
                  </a:lnTo>
                  <a:lnTo>
                    <a:pt x="0" y="134620"/>
                  </a:lnTo>
                  <a:lnTo>
                    <a:pt x="12700" y="134620"/>
                  </a:lnTo>
                  <a:lnTo>
                    <a:pt x="12700" y="128270"/>
                  </a:lnTo>
                  <a:close/>
                </a:path>
                <a:path w="12700" h="502920">
                  <a:moveTo>
                    <a:pt x="12700" y="134620"/>
                  </a:moveTo>
                  <a:lnTo>
                    <a:pt x="0" y="134620"/>
                  </a:lnTo>
                  <a:lnTo>
                    <a:pt x="0" y="144780"/>
                  </a:lnTo>
                  <a:lnTo>
                    <a:pt x="12700" y="144780"/>
                  </a:lnTo>
                  <a:lnTo>
                    <a:pt x="12700" y="134620"/>
                  </a:lnTo>
                  <a:close/>
                </a:path>
                <a:path w="12700" h="502920">
                  <a:moveTo>
                    <a:pt x="12700" y="144780"/>
                  </a:moveTo>
                  <a:lnTo>
                    <a:pt x="0" y="144780"/>
                  </a:lnTo>
                  <a:lnTo>
                    <a:pt x="0" y="151130"/>
                  </a:lnTo>
                  <a:lnTo>
                    <a:pt x="12700" y="151130"/>
                  </a:lnTo>
                  <a:lnTo>
                    <a:pt x="12700" y="144780"/>
                  </a:lnTo>
                  <a:close/>
                </a:path>
                <a:path w="12700" h="502920">
                  <a:moveTo>
                    <a:pt x="12700" y="151130"/>
                  </a:moveTo>
                  <a:lnTo>
                    <a:pt x="0" y="151130"/>
                  </a:lnTo>
                  <a:lnTo>
                    <a:pt x="0" y="153670"/>
                  </a:lnTo>
                  <a:lnTo>
                    <a:pt x="12700" y="153670"/>
                  </a:lnTo>
                  <a:lnTo>
                    <a:pt x="12700" y="151130"/>
                  </a:lnTo>
                  <a:close/>
                </a:path>
                <a:path w="12700" h="502920">
                  <a:moveTo>
                    <a:pt x="12700" y="153670"/>
                  </a:moveTo>
                  <a:lnTo>
                    <a:pt x="0" y="153670"/>
                  </a:lnTo>
                  <a:lnTo>
                    <a:pt x="0" y="160020"/>
                  </a:lnTo>
                  <a:lnTo>
                    <a:pt x="12700" y="160020"/>
                  </a:lnTo>
                  <a:lnTo>
                    <a:pt x="12700" y="153670"/>
                  </a:lnTo>
                  <a:close/>
                </a:path>
                <a:path w="12700" h="502920">
                  <a:moveTo>
                    <a:pt x="12700" y="160020"/>
                  </a:moveTo>
                  <a:lnTo>
                    <a:pt x="0" y="160020"/>
                  </a:lnTo>
                  <a:lnTo>
                    <a:pt x="0" y="166370"/>
                  </a:lnTo>
                  <a:lnTo>
                    <a:pt x="12700" y="166370"/>
                  </a:lnTo>
                  <a:lnTo>
                    <a:pt x="12700" y="160020"/>
                  </a:lnTo>
                  <a:close/>
                </a:path>
                <a:path w="12700" h="502920">
                  <a:moveTo>
                    <a:pt x="12700" y="166370"/>
                  </a:moveTo>
                  <a:lnTo>
                    <a:pt x="0" y="166370"/>
                  </a:lnTo>
                  <a:lnTo>
                    <a:pt x="0" y="176530"/>
                  </a:lnTo>
                  <a:lnTo>
                    <a:pt x="12700" y="176530"/>
                  </a:lnTo>
                  <a:lnTo>
                    <a:pt x="12700" y="166370"/>
                  </a:lnTo>
                  <a:close/>
                </a:path>
                <a:path w="12700" h="502920">
                  <a:moveTo>
                    <a:pt x="12700" y="176530"/>
                  </a:moveTo>
                  <a:lnTo>
                    <a:pt x="0" y="176530"/>
                  </a:lnTo>
                  <a:lnTo>
                    <a:pt x="0" y="182880"/>
                  </a:lnTo>
                  <a:lnTo>
                    <a:pt x="12700" y="182880"/>
                  </a:lnTo>
                  <a:lnTo>
                    <a:pt x="12700" y="176530"/>
                  </a:lnTo>
                  <a:close/>
                </a:path>
                <a:path w="12700" h="502920">
                  <a:moveTo>
                    <a:pt x="12700" y="182880"/>
                  </a:moveTo>
                  <a:lnTo>
                    <a:pt x="0" y="182880"/>
                  </a:lnTo>
                  <a:lnTo>
                    <a:pt x="0" y="191770"/>
                  </a:lnTo>
                  <a:lnTo>
                    <a:pt x="12700" y="191770"/>
                  </a:lnTo>
                  <a:lnTo>
                    <a:pt x="12700" y="182880"/>
                  </a:lnTo>
                  <a:close/>
                </a:path>
                <a:path w="12700" h="502920">
                  <a:moveTo>
                    <a:pt x="12700" y="191770"/>
                  </a:moveTo>
                  <a:lnTo>
                    <a:pt x="0" y="191770"/>
                  </a:lnTo>
                  <a:lnTo>
                    <a:pt x="0" y="198120"/>
                  </a:lnTo>
                  <a:lnTo>
                    <a:pt x="12700" y="198120"/>
                  </a:lnTo>
                  <a:lnTo>
                    <a:pt x="12700" y="191770"/>
                  </a:lnTo>
                  <a:close/>
                </a:path>
                <a:path w="12700" h="502920">
                  <a:moveTo>
                    <a:pt x="12700" y="198120"/>
                  </a:moveTo>
                  <a:lnTo>
                    <a:pt x="0" y="198120"/>
                  </a:lnTo>
                  <a:lnTo>
                    <a:pt x="0" y="204470"/>
                  </a:lnTo>
                  <a:lnTo>
                    <a:pt x="12700" y="204470"/>
                  </a:lnTo>
                  <a:lnTo>
                    <a:pt x="12700" y="198120"/>
                  </a:lnTo>
                  <a:close/>
                </a:path>
                <a:path w="12700" h="502920">
                  <a:moveTo>
                    <a:pt x="12700" y="204470"/>
                  </a:moveTo>
                  <a:lnTo>
                    <a:pt x="0" y="204470"/>
                  </a:lnTo>
                  <a:lnTo>
                    <a:pt x="0" y="214630"/>
                  </a:lnTo>
                  <a:lnTo>
                    <a:pt x="12700" y="214630"/>
                  </a:lnTo>
                  <a:lnTo>
                    <a:pt x="12700" y="204470"/>
                  </a:lnTo>
                  <a:close/>
                </a:path>
                <a:path w="12700" h="502920">
                  <a:moveTo>
                    <a:pt x="12700" y="214630"/>
                  </a:moveTo>
                  <a:lnTo>
                    <a:pt x="0" y="214630"/>
                  </a:lnTo>
                  <a:lnTo>
                    <a:pt x="0" y="220980"/>
                  </a:lnTo>
                  <a:lnTo>
                    <a:pt x="12700" y="220980"/>
                  </a:lnTo>
                  <a:lnTo>
                    <a:pt x="12700" y="214630"/>
                  </a:lnTo>
                  <a:close/>
                </a:path>
                <a:path w="12700" h="502920">
                  <a:moveTo>
                    <a:pt x="12700" y="220980"/>
                  </a:moveTo>
                  <a:lnTo>
                    <a:pt x="0" y="220980"/>
                  </a:lnTo>
                  <a:lnTo>
                    <a:pt x="0" y="227330"/>
                  </a:lnTo>
                  <a:lnTo>
                    <a:pt x="12700" y="227330"/>
                  </a:lnTo>
                  <a:lnTo>
                    <a:pt x="12700" y="220980"/>
                  </a:lnTo>
                  <a:close/>
                </a:path>
                <a:path w="12700" h="502920">
                  <a:moveTo>
                    <a:pt x="1270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12700" y="229870"/>
                  </a:lnTo>
                  <a:lnTo>
                    <a:pt x="12700" y="227330"/>
                  </a:lnTo>
                  <a:close/>
                </a:path>
                <a:path w="12700" h="502920">
                  <a:moveTo>
                    <a:pt x="12700" y="229870"/>
                  </a:moveTo>
                  <a:lnTo>
                    <a:pt x="0" y="229870"/>
                  </a:lnTo>
                  <a:lnTo>
                    <a:pt x="0" y="236220"/>
                  </a:lnTo>
                  <a:lnTo>
                    <a:pt x="12700" y="236220"/>
                  </a:lnTo>
                  <a:lnTo>
                    <a:pt x="12700" y="229870"/>
                  </a:lnTo>
                  <a:close/>
                </a:path>
                <a:path w="12700" h="502920">
                  <a:moveTo>
                    <a:pt x="12700" y="236220"/>
                  </a:moveTo>
                  <a:lnTo>
                    <a:pt x="0" y="236220"/>
                  </a:lnTo>
                  <a:lnTo>
                    <a:pt x="0" y="242570"/>
                  </a:lnTo>
                  <a:lnTo>
                    <a:pt x="12700" y="242570"/>
                  </a:lnTo>
                  <a:lnTo>
                    <a:pt x="12700" y="236220"/>
                  </a:lnTo>
                  <a:close/>
                </a:path>
                <a:path w="12700" h="502920">
                  <a:moveTo>
                    <a:pt x="12700" y="242570"/>
                  </a:moveTo>
                  <a:lnTo>
                    <a:pt x="0" y="242570"/>
                  </a:lnTo>
                  <a:lnTo>
                    <a:pt x="0" y="274320"/>
                  </a:lnTo>
                  <a:lnTo>
                    <a:pt x="12700" y="274320"/>
                  </a:lnTo>
                  <a:lnTo>
                    <a:pt x="12700" y="242570"/>
                  </a:lnTo>
                  <a:close/>
                </a:path>
                <a:path w="12700" h="502920">
                  <a:moveTo>
                    <a:pt x="12700" y="274320"/>
                  </a:moveTo>
                  <a:lnTo>
                    <a:pt x="0" y="274320"/>
                  </a:lnTo>
                  <a:lnTo>
                    <a:pt x="0" y="280670"/>
                  </a:lnTo>
                  <a:lnTo>
                    <a:pt x="12700" y="280670"/>
                  </a:lnTo>
                  <a:lnTo>
                    <a:pt x="12700" y="274320"/>
                  </a:lnTo>
                  <a:close/>
                </a:path>
                <a:path w="12700" h="502920">
                  <a:moveTo>
                    <a:pt x="12700" y="280670"/>
                  </a:moveTo>
                  <a:lnTo>
                    <a:pt x="0" y="280670"/>
                  </a:lnTo>
                  <a:lnTo>
                    <a:pt x="0" y="284480"/>
                  </a:lnTo>
                  <a:lnTo>
                    <a:pt x="12700" y="284480"/>
                  </a:lnTo>
                  <a:lnTo>
                    <a:pt x="12700" y="280670"/>
                  </a:lnTo>
                  <a:close/>
                </a:path>
                <a:path w="12700" h="502920">
                  <a:moveTo>
                    <a:pt x="12700" y="284480"/>
                  </a:moveTo>
                  <a:lnTo>
                    <a:pt x="0" y="284480"/>
                  </a:lnTo>
                  <a:lnTo>
                    <a:pt x="0" y="290830"/>
                  </a:lnTo>
                  <a:lnTo>
                    <a:pt x="12700" y="290830"/>
                  </a:lnTo>
                  <a:lnTo>
                    <a:pt x="12700" y="284480"/>
                  </a:lnTo>
                  <a:close/>
                </a:path>
                <a:path w="12700" h="502920">
                  <a:moveTo>
                    <a:pt x="12700" y="290830"/>
                  </a:moveTo>
                  <a:lnTo>
                    <a:pt x="0" y="290830"/>
                  </a:lnTo>
                  <a:lnTo>
                    <a:pt x="0" y="306070"/>
                  </a:lnTo>
                  <a:lnTo>
                    <a:pt x="12700" y="306070"/>
                  </a:lnTo>
                  <a:lnTo>
                    <a:pt x="12700" y="290830"/>
                  </a:lnTo>
                  <a:close/>
                </a:path>
                <a:path w="12700" h="502920">
                  <a:moveTo>
                    <a:pt x="12700" y="306070"/>
                  </a:moveTo>
                  <a:lnTo>
                    <a:pt x="0" y="306070"/>
                  </a:lnTo>
                  <a:lnTo>
                    <a:pt x="0" y="312420"/>
                  </a:lnTo>
                  <a:lnTo>
                    <a:pt x="12700" y="312420"/>
                  </a:lnTo>
                  <a:lnTo>
                    <a:pt x="12700" y="306070"/>
                  </a:lnTo>
                  <a:close/>
                </a:path>
                <a:path w="12700" h="502920">
                  <a:moveTo>
                    <a:pt x="12700" y="312420"/>
                  </a:moveTo>
                  <a:lnTo>
                    <a:pt x="0" y="312420"/>
                  </a:lnTo>
                  <a:lnTo>
                    <a:pt x="0" y="316230"/>
                  </a:lnTo>
                  <a:lnTo>
                    <a:pt x="12700" y="316230"/>
                  </a:lnTo>
                  <a:lnTo>
                    <a:pt x="12700" y="312420"/>
                  </a:lnTo>
                  <a:close/>
                </a:path>
                <a:path w="12700" h="502920">
                  <a:moveTo>
                    <a:pt x="12700" y="316230"/>
                  </a:moveTo>
                  <a:lnTo>
                    <a:pt x="0" y="316230"/>
                  </a:lnTo>
                  <a:lnTo>
                    <a:pt x="0" y="322580"/>
                  </a:lnTo>
                  <a:lnTo>
                    <a:pt x="12700" y="322580"/>
                  </a:lnTo>
                  <a:lnTo>
                    <a:pt x="12700" y="316230"/>
                  </a:lnTo>
                  <a:close/>
                </a:path>
                <a:path w="12700" h="502920">
                  <a:moveTo>
                    <a:pt x="12700" y="322580"/>
                  </a:moveTo>
                  <a:lnTo>
                    <a:pt x="0" y="322580"/>
                  </a:lnTo>
                  <a:lnTo>
                    <a:pt x="0" y="328930"/>
                  </a:lnTo>
                  <a:lnTo>
                    <a:pt x="12700" y="328930"/>
                  </a:lnTo>
                  <a:lnTo>
                    <a:pt x="12700" y="322580"/>
                  </a:lnTo>
                  <a:close/>
                </a:path>
                <a:path w="12700" h="502920">
                  <a:moveTo>
                    <a:pt x="12700" y="328930"/>
                  </a:moveTo>
                  <a:lnTo>
                    <a:pt x="0" y="328930"/>
                  </a:lnTo>
                  <a:lnTo>
                    <a:pt x="0" y="331470"/>
                  </a:lnTo>
                  <a:lnTo>
                    <a:pt x="12700" y="331470"/>
                  </a:lnTo>
                  <a:lnTo>
                    <a:pt x="12700" y="328930"/>
                  </a:lnTo>
                  <a:close/>
                </a:path>
                <a:path w="12700" h="502920">
                  <a:moveTo>
                    <a:pt x="12700" y="331470"/>
                  </a:moveTo>
                  <a:lnTo>
                    <a:pt x="0" y="331470"/>
                  </a:lnTo>
                  <a:lnTo>
                    <a:pt x="0" y="337820"/>
                  </a:lnTo>
                  <a:lnTo>
                    <a:pt x="12700" y="337820"/>
                  </a:lnTo>
                  <a:lnTo>
                    <a:pt x="12700" y="331470"/>
                  </a:lnTo>
                  <a:close/>
                </a:path>
                <a:path w="12700" h="502920">
                  <a:moveTo>
                    <a:pt x="12700" y="337820"/>
                  </a:moveTo>
                  <a:lnTo>
                    <a:pt x="0" y="337820"/>
                  </a:lnTo>
                  <a:lnTo>
                    <a:pt x="0" y="344170"/>
                  </a:lnTo>
                  <a:lnTo>
                    <a:pt x="12700" y="344170"/>
                  </a:lnTo>
                  <a:lnTo>
                    <a:pt x="12700" y="337820"/>
                  </a:lnTo>
                  <a:close/>
                </a:path>
                <a:path w="12700" h="502920">
                  <a:moveTo>
                    <a:pt x="12700" y="344170"/>
                  </a:moveTo>
                  <a:lnTo>
                    <a:pt x="0" y="344170"/>
                  </a:lnTo>
                  <a:lnTo>
                    <a:pt x="0" y="354330"/>
                  </a:lnTo>
                  <a:lnTo>
                    <a:pt x="12700" y="354330"/>
                  </a:lnTo>
                  <a:lnTo>
                    <a:pt x="12700" y="344170"/>
                  </a:lnTo>
                  <a:close/>
                </a:path>
                <a:path w="12700" h="502920">
                  <a:moveTo>
                    <a:pt x="12700" y="354330"/>
                  </a:moveTo>
                  <a:lnTo>
                    <a:pt x="0" y="354330"/>
                  </a:lnTo>
                  <a:lnTo>
                    <a:pt x="0" y="363220"/>
                  </a:lnTo>
                  <a:lnTo>
                    <a:pt x="12700" y="363220"/>
                  </a:lnTo>
                  <a:lnTo>
                    <a:pt x="12700" y="354330"/>
                  </a:lnTo>
                  <a:close/>
                </a:path>
                <a:path w="12700" h="502920">
                  <a:moveTo>
                    <a:pt x="12700" y="363220"/>
                  </a:moveTo>
                  <a:lnTo>
                    <a:pt x="0" y="363220"/>
                  </a:lnTo>
                  <a:lnTo>
                    <a:pt x="0" y="369570"/>
                  </a:lnTo>
                  <a:lnTo>
                    <a:pt x="12700" y="369570"/>
                  </a:lnTo>
                  <a:lnTo>
                    <a:pt x="12700" y="363220"/>
                  </a:lnTo>
                  <a:close/>
                </a:path>
                <a:path w="12700" h="502920">
                  <a:moveTo>
                    <a:pt x="12700" y="369570"/>
                  </a:moveTo>
                  <a:lnTo>
                    <a:pt x="0" y="369570"/>
                  </a:lnTo>
                  <a:lnTo>
                    <a:pt x="0" y="375920"/>
                  </a:lnTo>
                  <a:lnTo>
                    <a:pt x="12700" y="375920"/>
                  </a:lnTo>
                  <a:lnTo>
                    <a:pt x="12700" y="369570"/>
                  </a:lnTo>
                  <a:close/>
                </a:path>
                <a:path w="12700" h="502920">
                  <a:moveTo>
                    <a:pt x="12700" y="375920"/>
                  </a:moveTo>
                  <a:lnTo>
                    <a:pt x="0" y="375920"/>
                  </a:lnTo>
                  <a:lnTo>
                    <a:pt x="0" y="379730"/>
                  </a:lnTo>
                  <a:lnTo>
                    <a:pt x="12700" y="379730"/>
                  </a:lnTo>
                  <a:lnTo>
                    <a:pt x="12700" y="375920"/>
                  </a:lnTo>
                  <a:close/>
                </a:path>
                <a:path w="12700" h="502920">
                  <a:moveTo>
                    <a:pt x="12700" y="379730"/>
                  </a:moveTo>
                  <a:lnTo>
                    <a:pt x="0" y="379730"/>
                  </a:lnTo>
                  <a:lnTo>
                    <a:pt x="0" y="382270"/>
                  </a:lnTo>
                  <a:lnTo>
                    <a:pt x="10160" y="382270"/>
                  </a:lnTo>
                  <a:lnTo>
                    <a:pt x="10160" y="381000"/>
                  </a:lnTo>
                  <a:lnTo>
                    <a:pt x="12700" y="381000"/>
                  </a:lnTo>
                  <a:lnTo>
                    <a:pt x="12700" y="379730"/>
                  </a:lnTo>
                  <a:close/>
                </a:path>
                <a:path w="12700" h="502920">
                  <a:moveTo>
                    <a:pt x="10160" y="382270"/>
                  </a:moveTo>
                  <a:lnTo>
                    <a:pt x="0" y="382270"/>
                  </a:lnTo>
                  <a:lnTo>
                    <a:pt x="0" y="386080"/>
                  </a:lnTo>
                  <a:lnTo>
                    <a:pt x="10159" y="386080"/>
                  </a:lnTo>
                  <a:lnTo>
                    <a:pt x="10160" y="382270"/>
                  </a:lnTo>
                  <a:close/>
                </a:path>
                <a:path w="12700" h="502920">
                  <a:moveTo>
                    <a:pt x="10160" y="386080"/>
                  </a:moveTo>
                  <a:lnTo>
                    <a:pt x="0" y="386080"/>
                  </a:lnTo>
                  <a:lnTo>
                    <a:pt x="0" y="392430"/>
                  </a:lnTo>
                  <a:lnTo>
                    <a:pt x="10160" y="392430"/>
                  </a:lnTo>
                  <a:lnTo>
                    <a:pt x="10160" y="386080"/>
                  </a:lnTo>
                  <a:close/>
                </a:path>
                <a:path w="12700" h="502920">
                  <a:moveTo>
                    <a:pt x="10159" y="392430"/>
                  </a:moveTo>
                  <a:lnTo>
                    <a:pt x="0" y="392430"/>
                  </a:lnTo>
                  <a:lnTo>
                    <a:pt x="0" y="398780"/>
                  </a:lnTo>
                  <a:lnTo>
                    <a:pt x="10160" y="398780"/>
                  </a:lnTo>
                  <a:lnTo>
                    <a:pt x="10159" y="392430"/>
                  </a:lnTo>
                  <a:close/>
                </a:path>
                <a:path w="12700" h="502920">
                  <a:moveTo>
                    <a:pt x="10160" y="398780"/>
                  </a:moveTo>
                  <a:lnTo>
                    <a:pt x="0" y="398780"/>
                  </a:lnTo>
                  <a:lnTo>
                    <a:pt x="0" y="401320"/>
                  </a:lnTo>
                  <a:lnTo>
                    <a:pt x="10159" y="401320"/>
                  </a:lnTo>
                  <a:lnTo>
                    <a:pt x="10160" y="398780"/>
                  </a:lnTo>
                  <a:close/>
                </a:path>
                <a:path w="12700" h="502920">
                  <a:moveTo>
                    <a:pt x="10160" y="401320"/>
                  </a:moveTo>
                  <a:lnTo>
                    <a:pt x="0" y="401320"/>
                  </a:lnTo>
                  <a:lnTo>
                    <a:pt x="0" y="407670"/>
                  </a:lnTo>
                  <a:lnTo>
                    <a:pt x="10160" y="407670"/>
                  </a:lnTo>
                  <a:lnTo>
                    <a:pt x="10160" y="401320"/>
                  </a:lnTo>
                  <a:close/>
                </a:path>
                <a:path w="12700" h="502920">
                  <a:moveTo>
                    <a:pt x="10159" y="407670"/>
                  </a:moveTo>
                  <a:lnTo>
                    <a:pt x="0" y="407670"/>
                  </a:lnTo>
                  <a:lnTo>
                    <a:pt x="0" y="414020"/>
                  </a:lnTo>
                  <a:lnTo>
                    <a:pt x="10160" y="414020"/>
                  </a:lnTo>
                  <a:lnTo>
                    <a:pt x="10159" y="407670"/>
                  </a:lnTo>
                  <a:close/>
                </a:path>
                <a:path w="12700" h="502920">
                  <a:moveTo>
                    <a:pt x="10160" y="414020"/>
                  </a:moveTo>
                  <a:lnTo>
                    <a:pt x="0" y="414020"/>
                  </a:lnTo>
                  <a:lnTo>
                    <a:pt x="0" y="417830"/>
                  </a:lnTo>
                  <a:lnTo>
                    <a:pt x="10160" y="417830"/>
                  </a:lnTo>
                  <a:lnTo>
                    <a:pt x="10160" y="414020"/>
                  </a:lnTo>
                  <a:close/>
                </a:path>
                <a:path w="12700" h="502920">
                  <a:moveTo>
                    <a:pt x="10160" y="417830"/>
                  </a:moveTo>
                  <a:lnTo>
                    <a:pt x="0" y="417830"/>
                  </a:lnTo>
                  <a:lnTo>
                    <a:pt x="0" y="424180"/>
                  </a:lnTo>
                  <a:lnTo>
                    <a:pt x="10159" y="424180"/>
                  </a:lnTo>
                  <a:lnTo>
                    <a:pt x="10160" y="417830"/>
                  </a:lnTo>
                  <a:close/>
                </a:path>
                <a:path w="12700" h="502920">
                  <a:moveTo>
                    <a:pt x="10160" y="424180"/>
                  </a:moveTo>
                  <a:lnTo>
                    <a:pt x="0" y="424180"/>
                  </a:lnTo>
                  <a:lnTo>
                    <a:pt x="0" y="430530"/>
                  </a:lnTo>
                  <a:lnTo>
                    <a:pt x="10160" y="430530"/>
                  </a:lnTo>
                  <a:lnTo>
                    <a:pt x="10160" y="424180"/>
                  </a:lnTo>
                  <a:close/>
                </a:path>
                <a:path w="12700" h="502920">
                  <a:moveTo>
                    <a:pt x="10159" y="430530"/>
                  </a:moveTo>
                  <a:lnTo>
                    <a:pt x="0" y="430530"/>
                  </a:lnTo>
                  <a:lnTo>
                    <a:pt x="0" y="433070"/>
                  </a:lnTo>
                  <a:lnTo>
                    <a:pt x="10160" y="433070"/>
                  </a:lnTo>
                  <a:lnTo>
                    <a:pt x="10159" y="430530"/>
                  </a:lnTo>
                  <a:close/>
                </a:path>
                <a:path w="12700" h="502920">
                  <a:moveTo>
                    <a:pt x="10160" y="433070"/>
                  </a:moveTo>
                  <a:lnTo>
                    <a:pt x="0" y="433070"/>
                  </a:lnTo>
                  <a:lnTo>
                    <a:pt x="0" y="436880"/>
                  </a:lnTo>
                  <a:lnTo>
                    <a:pt x="10160" y="436880"/>
                  </a:lnTo>
                  <a:lnTo>
                    <a:pt x="10160" y="433070"/>
                  </a:lnTo>
                  <a:close/>
                </a:path>
                <a:path w="12700" h="502920">
                  <a:moveTo>
                    <a:pt x="10159" y="436880"/>
                  </a:moveTo>
                  <a:lnTo>
                    <a:pt x="0" y="436880"/>
                  </a:lnTo>
                  <a:lnTo>
                    <a:pt x="0" y="439420"/>
                  </a:lnTo>
                  <a:lnTo>
                    <a:pt x="10159" y="439420"/>
                  </a:lnTo>
                  <a:lnTo>
                    <a:pt x="10159" y="436880"/>
                  </a:lnTo>
                  <a:close/>
                </a:path>
                <a:path w="12700" h="502920">
                  <a:moveTo>
                    <a:pt x="10160" y="439420"/>
                  </a:moveTo>
                  <a:lnTo>
                    <a:pt x="0" y="439420"/>
                  </a:lnTo>
                  <a:lnTo>
                    <a:pt x="0" y="445770"/>
                  </a:lnTo>
                  <a:lnTo>
                    <a:pt x="10159" y="445770"/>
                  </a:lnTo>
                  <a:lnTo>
                    <a:pt x="10160" y="439420"/>
                  </a:lnTo>
                  <a:close/>
                </a:path>
                <a:path w="12700" h="502920">
                  <a:moveTo>
                    <a:pt x="10159" y="445770"/>
                  </a:moveTo>
                  <a:lnTo>
                    <a:pt x="0" y="445770"/>
                  </a:lnTo>
                  <a:lnTo>
                    <a:pt x="0" y="452120"/>
                  </a:lnTo>
                  <a:lnTo>
                    <a:pt x="10160" y="452120"/>
                  </a:lnTo>
                  <a:lnTo>
                    <a:pt x="10159" y="445770"/>
                  </a:lnTo>
                  <a:close/>
                </a:path>
                <a:path w="12700" h="502920">
                  <a:moveTo>
                    <a:pt x="10159" y="452120"/>
                  </a:moveTo>
                  <a:lnTo>
                    <a:pt x="0" y="452120"/>
                  </a:lnTo>
                  <a:lnTo>
                    <a:pt x="0" y="455930"/>
                  </a:lnTo>
                  <a:lnTo>
                    <a:pt x="10160" y="455930"/>
                  </a:lnTo>
                  <a:lnTo>
                    <a:pt x="10159" y="452120"/>
                  </a:lnTo>
                  <a:close/>
                </a:path>
                <a:path w="12700" h="502920">
                  <a:moveTo>
                    <a:pt x="10160" y="455930"/>
                  </a:moveTo>
                  <a:lnTo>
                    <a:pt x="0" y="455930"/>
                  </a:lnTo>
                  <a:lnTo>
                    <a:pt x="0" y="462280"/>
                  </a:lnTo>
                  <a:lnTo>
                    <a:pt x="10159" y="462280"/>
                  </a:lnTo>
                  <a:lnTo>
                    <a:pt x="10160" y="455930"/>
                  </a:lnTo>
                  <a:close/>
                </a:path>
                <a:path w="12700" h="502920">
                  <a:moveTo>
                    <a:pt x="10160" y="462280"/>
                  </a:moveTo>
                  <a:lnTo>
                    <a:pt x="0" y="462280"/>
                  </a:lnTo>
                  <a:lnTo>
                    <a:pt x="0" y="464820"/>
                  </a:lnTo>
                  <a:lnTo>
                    <a:pt x="10160" y="464820"/>
                  </a:lnTo>
                  <a:lnTo>
                    <a:pt x="10160" y="462280"/>
                  </a:lnTo>
                  <a:close/>
                </a:path>
                <a:path w="12700" h="502920">
                  <a:moveTo>
                    <a:pt x="10160" y="464820"/>
                  </a:moveTo>
                  <a:lnTo>
                    <a:pt x="0" y="464820"/>
                  </a:lnTo>
                  <a:lnTo>
                    <a:pt x="0" y="468630"/>
                  </a:lnTo>
                  <a:lnTo>
                    <a:pt x="10159" y="468630"/>
                  </a:lnTo>
                  <a:lnTo>
                    <a:pt x="10160" y="464820"/>
                  </a:lnTo>
                  <a:close/>
                </a:path>
                <a:path w="12700" h="502920">
                  <a:moveTo>
                    <a:pt x="10159" y="468630"/>
                  </a:moveTo>
                  <a:lnTo>
                    <a:pt x="0" y="468630"/>
                  </a:lnTo>
                  <a:lnTo>
                    <a:pt x="0" y="471170"/>
                  </a:lnTo>
                  <a:lnTo>
                    <a:pt x="10160" y="471170"/>
                  </a:lnTo>
                  <a:lnTo>
                    <a:pt x="10159" y="468630"/>
                  </a:lnTo>
                  <a:close/>
                </a:path>
                <a:path w="12700" h="502920">
                  <a:moveTo>
                    <a:pt x="10160" y="471170"/>
                  </a:moveTo>
                  <a:lnTo>
                    <a:pt x="0" y="471170"/>
                  </a:lnTo>
                  <a:lnTo>
                    <a:pt x="0" y="477520"/>
                  </a:lnTo>
                  <a:lnTo>
                    <a:pt x="10159" y="477520"/>
                  </a:lnTo>
                  <a:lnTo>
                    <a:pt x="10160" y="471170"/>
                  </a:lnTo>
                  <a:close/>
                </a:path>
                <a:path w="12700" h="502920">
                  <a:moveTo>
                    <a:pt x="10160" y="477520"/>
                  </a:moveTo>
                  <a:lnTo>
                    <a:pt x="0" y="477520"/>
                  </a:lnTo>
                  <a:lnTo>
                    <a:pt x="0" y="483870"/>
                  </a:lnTo>
                  <a:lnTo>
                    <a:pt x="10159" y="483870"/>
                  </a:lnTo>
                  <a:lnTo>
                    <a:pt x="10160" y="477520"/>
                  </a:lnTo>
                  <a:close/>
                </a:path>
                <a:path w="12700" h="502920">
                  <a:moveTo>
                    <a:pt x="10159" y="483870"/>
                  </a:moveTo>
                  <a:lnTo>
                    <a:pt x="0" y="483870"/>
                  </a:lnTo>
                  <a:lnTo>
                    <a:pt x="0" y="487680"/>
                  </a:lnTo>
                  <a:lnTo>
                    <a:pt x="10160" y="487680"/>
                  </a:lnTo>
                  <a:lnTo>
                    <a:pt x="10159" y="483870"/>
                  </a:lnTo>
                  <a:close/>
                </a:path>
                <a:path w="12700" h="502920">
                  <a:moveTo>
                    <a:pt x="10160" y="487680"/>
                  </a:moveTo>
                  <a:lnTo>
                    <a:pt x="0" y="487680"/>
                  </a:lnTo>
                  <a:lnTo>
                    <a:pt x="0" y="492760"/>
                  </a:lnTo>
                  <a:lnTo>
                    <a:pt x="1270" y="492760"/>
                  </a:lnTo>
                  <a:lnTo>
                    <a:pt x="1270" y="494030"/>
                  </a:lnTo>
                  <a:lnTo>
                    <a:pt x="10160" y="494030"/>
                  </a:lnTo>
                  <a:lnTo>
                    <a:pt x="10160" y="487680"/>
                  </a:lnTo>
                  <a:close/>
                </a:path>
                <a:path w="12700" h="502920">
                  <a:moveTo>
                    <a:pt x="10160" y="494030"/>
                  </a:moveTo>
                  <a:lnTo>
                    <a:pt x="2540" y="494030"/>
                  </a:lnTo>
                  <a:lnTo>
                    <a:pt x="2540" y="495300"/>
                  </a:lnTo>
                  <a:lnTo>
                    <a:pt x="3810" y="495300"/>
                  </a:lnTo>
                  <a:lnTo>
                    <a:pt x="3810" y="496570"/>
                  </a:lnTo>
                  <a:lnTo>
                    <a:pt x="5079" y="496570"/>
                  </a:lnTo>
                  <a:lnTo>
                    <a:pt x="5079" y="499110"/>
                  </a:lnTo>
                  <a:lnTo>
                    <a:pt x="6350" y="499110"/>
                  </a:lnTo>
                  <a:lnTo>
                    <a:pt x="6350" y="500380"/>
                  </a:lnTo>
                  <a:lnTo>
                    <a:pt x="10159" y="500380"/>
                  </a:lnTo>
                  <a:lnTo>
                    <a:pt x="10160" y="494030"/>
                  </a:lnTo>
                  <a:close/>
                </a:path>
                <a:path w="12700" h="502920">
                  <a:moveTo>
                    <a:pt x="10160" y="500380"/>
                  </a:moveTo>
                  <a:lnTo>
                    <a:pt x="7620" y="500380"/>
                  </a:lnTo>
                  <a:lnTo>
                    <a:pt x="7620" y="501650"/>
                  </a:lnTo>
                  <a:lnTo>
                    <a:pt x="8890" y="501650"/>
                  </a:lnTo>
                  <a:lnTo>
                    <a:pt x="8890" y="502920"/>
                  </a:lnTo>
                  <a:lnTo>
                    <a:pt x="10160" y="502920"/>
                  </a:lnTo>
                  <a:lnTo>
                    <a:pt x="10160" y="500380"/>
                  </a:lnTo>
                  <a:close/>
                </a:path>
              </a:pathLst>
            </a:custGeom>
            <a:solidFill>
              <a:srgbClr val="CCC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3">
              <a:extLst>
                <a:ext uri="{FF2B5EF4-FFF2-40B4-BE49-F238E27FC236}">
                  <a16:creationId xmlns:a16="http://schemas.microsoft.com/office/drawing/2014/main" id="{263134B3-ED7D-CD3C-5A34-382A504EA63D}"/>
                </a:ext>
              </a:extLst>
            </p:cNvPr>
            <p:cNvSpPr/>
            <p:nvPr/>
          </p:nvSpPr>
          <p:spPr>
            <a:xfrm>
              <a:off x="656463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CC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4">
              <a:extLst>
                <a:ext uri="{FF2B5EF4-FFF2-40B4-BE49-F238E27FC236}">
                  <a16:creationId xmlns:a16="http://schemas.microsoft.com/office/drawing/2014/main" id="{68312FDC-21EC-FFAE-FEE5-6004D42C65CB}"/>
                </a:ext>
              </a:extLst>
            </p:cNvPr>
            <p:cNvSpPr/>
            <p:nvPr/>
          </p:nvSpPr>
          <p:spPr>
            <a:xfrm>
              <a:off x="657733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CC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5">
              <a:extLst>
                <a:ext uri="{FF2B5EF4-FFF2-40B4-BE49-F238E27FC236}">
                  <a16:creationId xmlns:a16="http://schemas.microsoft.com/office/drawing/2014/main" id="{DCD96F6D-08B8-4AD5-F219-18EDC5269575}"/>
                </a:ext>
              </a:extLst>
            </p:cNvPr>
            <p:cNvSpPr/>
            <p:nvPr/>
          </p:nvSpPr>
          <p:spPr>
            <a:xfrm>
              <a:off x="6590030" y="5433072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17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1417" y="259067"/>
                  </a:lnTo>
                  <a:lnTo>
                    <a:pt x="11417" y="257810"/>
                  </a:lnTo>
                  <a:close/>
                </a:path>
                <a:path w="11429" h="259079">
                  <a:moveTo>
                    <a:pt x="11417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17" y="257797"/>
                  </a:lnTo>
                  <a:lnTo>
                    <a:pt x="11417" y="254000"/>
                  </a:lnTo>
                  <a:close/>
                </a:path>
                <a:path w="11429" h="259079">
                  <a:moveTo>
                    <a:pt x="11417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1417" y="253987"/>
                  </a:lnTo>
                  <a:lnTo>
                    <a:pt x="11417" y="247650"/>
                  </a:lnTo>
                  <a:close/>
                </a:path>
                <a:path w="11429" h="259079">
                  <a:moveTo>
                    <a:pt x="11417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1417" y="247637"/>
                  </a:lnTo>
                  <a:lnTo>
                    <a:pt x="11417" y="241300"/>
                  </a:lnTo>
                  <a:close/>
                </a:path>
                <a:path w="11429" h="259079">
                  <a:moveTo>
                    <a:pt x="11417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1417" y="241287"/>
                  </a:lnTo>
                  <a:lnTo>
                    <a:pt x="11417" y="232410"/>
                  </a:lnTo>
                  <a:close/>
                </a:path>
                <a:path w="11429" h="259079">
                  <a:moveTo>
                    <a:pt x="11417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1417" y="232397"/>
                  </a:lnTo>
                  <a:lnTo>
                    <a:pt x="11417" y="222250"/>
                  </a:lnTo>
                  <a:close/>
                </a:path>
                <a:path w="11429" h="259079">
                  <a:moveTo>
                    <a:pt x="11417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1417" y="222237"/>
                  </a:lnTo>
                  <a:lnTo>
                    <a:pt x="11417" y="215900"/>
                  </a:lnTo>
                  <a:close/>
                </a:path>
                <a:path w="11429" h="259079">
                  <a:moveTo>
                    <a:pt x="11417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1417" y="215887"/>
                  </a:lnTo>
                  <a:lnTo>
                    <a:pt x="11417" y="209550"/>
                  </a:lnTo>
                  <a:close/>
                </a:path>
                <a:path w="11429" h="259079">
                  <a:moveTo>
                    <a:pt x="11417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17" y="209537"/>
                  </a:lnTo>
                  <a:lnTo>
                    <a:pt x="11417" y="207010"/>
                  </a:lnTo>
                  <a:close/>
                </a:path>
                <a:path w="11429" h="259079">
                  <a:moveTo>
                    <a:pt x="11417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1417" y="206997"/>
                  </a:lnTo>
                  <a:lnTo>
                    <a:pt x="11417" y="200660"/>
                  </a:lnTo>
                  <a:close/>
                </a:path>
                <a:path w="11429" h="259079">
                  <a:moveTo>
                    <a:pt x="11417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1417" y="200647"/>
                  </a:lnTo>
                  <a:lnTo>
                    <a:pt x="11417" y="194310"/>
                  </a:lnTo>
                  <a:close/>
                </a:path>
                <a:path w="11429" h="259079">
                  <a:moveTo>
                    <a:pt x="11417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17" y="194297"/>
                  </a:lnTo>
                  <a:lnTo>
                    <a:pt x="11417" y="190500"/>
                  </a:lnTo>
                  <a:close/>
                </a:path>
                <a:path w="11429" h="259079">
                  <a:moveTo>
                    <a:pt x="11417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1417" y="190487"/>
                  </a:lnTo>
                  <a:lnTo>
                    <a:pt x="11417" y="184150"/>
                  </a:lnTo>
                  <a:close/>
                </a:path>
                <a:path w="11429" h="259079">
                  <a:moveTo>
                    <a:pt x="11417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1417" y="184137"/>
                  </a:lnTo>
                  <a:lnTo>
                    <a:pt x="11417" y="168910"/>
                  </a:lnTo>
                  <a:close/>
                </a:path>
                <a:path w="11429" h="259079">
                  <a:moveTo>
                    <a:pt x="11417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1417" y="168897"/>
                  </a:lnTo>
                  <a:lnTo>
                    <a:pt x="11417" y="162560"/>
                  </a:lnTo>
                  <a:close/>
                </a:path>
                <a:path w="11429" h="259079">
                  <a:moveTo>
                    <a:pt x="11417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1417" y="162547"/>
                  </a:lnTo>
                  <a:lnTo>
                    <a:pt x="11417" y="158750"/>
                  </a:lnTo>
                  <a:close/>
                </a:path>
                <a:path w="11429" h="259079">
                  <a:moveTo>
                    <a:pt x="11417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1417" y="158737"/>
                  </a:lnTo>
                  <a:lnTo>
                    <a:pt x="11417" y="152400"/>
                  </a:lnTo>
                  <a:close/>
                </a:path>
                <a:path w="11429" h="259079">
                  <a:moveTo>
                    <a:pt x="11417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1417" y="152387"/>
                  </a:lnTo>
                  <a:lnTo>
                    <a:pt x="11417" y="120650"/>
                  </a:lnTo>
                  <a:close/>
                </a:path>
                <a:path w="11429" h="259079">
                  <a:moveTo>
                    <a:pt x="11417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1417" y="120637"/>
                  </a:lnTo>
                  <a:lnTo>
                    <a:pt x="11417" y="114300"/>
                  </a:lnTo>
                  <a:close/>
                </a:path>
                <a:path w="11429" h="259079">
                  <a:moveTo>
                    <a:pt x="11417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17" y="114287"/>
                  </a:lnTo>
                  <a:lnTo>
                    <a:pt x="11417" y="107950"/>
                  </a:lnTo>
                  <a:close/>
                </a:path>
                <a:path w="11429" h="259079">
                  <a:moveTo>
                    <a:pt x="11417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17" y="107937"/>
                  </a:lnTo>
                  <a:lnTo>
                    <a:pt x="11417" y="105410"/>
                  </a:lnTo>
                  <a:close/>
                </a:path>
                <a:path w="11429" h="259079">
                  <a:moveTo>
                    <a:pt x="11417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1417" y="105397"/>
                  </a:lnTo>
                  <a:lnTo>
                    <a:pt x="11417" y="99060"/>
                  </a:lnTo>
                  <a:close/>
                </a:path>
                <a:path w="11429" h="259079">
                  <a:moveTo>
                    <a:pt x="11417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1417" y="99047"/>
                  </a:lnTo>
                  <a:lnTo>
                    <a:pt x="11417" y="92710"/>
                  </a:lnTo>
                  <a:close/>
                </a:path>
                <a:path w="11429" h="259079">
                  <a:moveTo>
                    <a:pt x="11417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1417" y="92697"/>
                  </a:lnTo>
                  <a:lnTo>
                    <a:pt x="11417" y="82550"/>
                  </a:lnTo>
                  <a:close/>
                </a:path>
                <a:path w="11429" h="259079">
                  <a:moveTo>
                    <a:pt x="11417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1417" y="82537"/>
                  </a:lnTo>
                  <a:lnTo>
                    <a:pt x="11417" y="76200"/>
                  </a:lnTo>
                  <a:close/>
                </a:path>
                <a:path w="11429" h="259079">
                  <a:moveTo>
                    <a:pt x="11417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1417" y="76187"/>
                  </a:lnTo>
                  <a:lnTo>
                    <a:pt x="11417" y="69850"/>
                  </a:lnTo>
                  <a:close/>
                </a:path>
                <a:path w="11429" h="259079">
                  <a:moveTo>
                    <a:pt x="11417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1417" y="69837"/>
                  </a:lnTo>
                  <a:lnTo>
                    <a:pt x="11417" y="60960"/>
                  </a:lnTo>
                  <a:close/>
                </a:path>
                <a:path w="11429" h="259079">
                  <a:moveTo>
                    <a:pt x="11417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1417" y="60947"/>
                  </a:lnTo>
                  <a:lnTo>
                    <a:pt x="11417" y="54610"/>
                  </a:lnTo>
                  <a:close/>
                </a:path>
                <a:path w="11429" h="259079">
                  <a:moveTo>
                    <a:pt x="11417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1417" y="54597"/>
                  </a:lnTo>
                  <a:lnTo>
                    <a:pt x="11417" y="44450"/>
                  </a:lnTo>
                  <a:close/>
                </a:path>
                <a:path w="11429" h="259079">
                  <a:moveTo>
                    <a:pt x="11417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1417" y="44437"/>
                  </a:lnTo>
                  <a:lnTo>
                    <a:pt x="11417" y="38100"/>
                  </a:lnTo>
                  <a:close/>
                </a:path>
                <a:path w="11429" h="259079">
                  <a:moveTo>
                    <a:pt x="11417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1417" y="38087"/>
                  </a:lnTo>
                  <a:lnTo>
                    <a:pt x="11417" y="31750"/>
                  </a:lnTo>
                  <a:close/>
                </a:path>
                <a:path w="11429" h="259079">
                  <a:moveTo>
                    <a:pt x="11417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17" y="31737"/>
                  </a:lnTo>
                  <a:lnTo>
                    <a:pt x="11417" y="29210"/>
                  </a:lnTo>
                  <a:close/>
                </a:path>
                <a:path w="11429" h="259079">
                  <a:moveTo>
                    <a:pt x="11417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1417" y="29197"/>
                  </a:lnTo>
                  <a:lnTo>
                    <a:pt x="11417" y="22860"/>
                  </a:lnTo>
                  <a:close/>
                </a:path>
                <a:path w="11429" h="259079">
                  <a:moveTo>
                    <a:pt x="11417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1417" y="22847"/>
                  </a:lnTo>
                  <a:lnTo>
                    <a:pt x="11417" y="12700"/>
                  </a:lnTo>
                  <a:close/>
                </a:path>
                <a:path w="11429" h="259079">
                  <a:moveTo>
                    <a:pt x="11417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1417" y="12687"/>
                  </a:lnTo>
                  <a:lnTo>
                    <a:pt x="11417" y="6350"/>
                  </a:lnTo>
                  <a:close/>
                </a:path>
                <a:path w="11429" h="259079">
                  <a:moveTo>
                    <a:pt x="11417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1417" y="6337"/>
                  </a:lnTo>
                  <a:lnTo>
                    <a:pt x="11417" y="0"/>
                  </a:lnTo>
                  <a:close/>
                </a:path>
              </a:pathLst>
            </a:custGeom>
            <a:solidFill>
              <a:srgbClr val="CAC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06">
              <a:extLst>
                <a:ext uri="{FF2B5EF4-FFF2-40B4-BE49-F238E27FC236}">
                  <a16:creationId xmlns:a16="http://schemas.microsoft.com/office/drawing/2014/main" id="{491C6FD5-7C47-A188-A7E2-53CF81111116}"/>
                </a:ext>
              </a:extLst>
            </p:cNvPr>
            <p:cNvSpPr/>
            <p:nvPr/>
          </p:nvSpPr>
          <p:spPr>
            <a:xfrm>
              <a:off x="6601447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AC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07">
              <a:extLst>
                <a:ext uri="{FF2B5EF4-FFF2-40B4-BE49-F238E27FC236}">
                  <a16:creationId xmlns:a16="http://schemas.microsoft.com/office/drawing/2014/main" id="{4A17095C-CFB6-64B6-BE8E-0A073DC55160}"/>
                </a:ext>
              </a:extLst>
            </p:cNvPr>
            <p:cNvSpPr/>
            <p:nvPr/>
          </p:nvSpPr>
          <p:spPr>
            <a:xfrm>
              <a:off x="6614147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9C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08">
              <a:extLst>
                <a:ext uri="{FF2B5EF4-FFF2-40B4-BE49-F238E27FC236}">
                  <a16:creationId xmlns:a16="http://schemas.microsoft.com/office/drawing/2014/main" id="{F03C6090-CBC1-7A8E-2F42-E847AAC9639D}"/>
                </a:ext>
              </a:extLst>
            </p:cNvPr>
            <p:cNvSpPr/>
            <p:nvPr/>
          </p:nvSpPr>
          <p:spPr>
            <a:xfrm>
              <a:off x="6626847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8C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09">
              <a:extLst>
                <a:ext uri="{FF2B5EF4-FFF2-40B4-BE49-F238E27FC236}">
                  <a16:creationId xmlns:a16="http://schemas.microsoft.com/office/drawing/2014/main" id="{F2ED8995-BEA2-12CB-A31D-C6BE28BC6652}"/>
                </a:ext>
              </a:extLst>
            </p:cNvPr>
            <p:cNvSpPr/>
            <p:nvPr/>
          </p:nvSpPr>
          <p:spPr>
            <a:xfrm>
              <a:off x="6639547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8C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0">
              <a:extLst>
                <a:ext uri="{FF2B5EF4-FFF2-40B4-BE49-F238E27FC236}">
                  <a16:creationId xmlns:a16="http://schemas.microsoft.com/office/drawing/2014/main" id="{655E83A8-D7A0-1B7D-7467-8D175872FA20}"/>
                </a:ext>
              </a:extLst>
            </p:cNvPr>
            <p:cNvSpPr/>
            <p:nvPr/>
          </p:nvSpPr>
          <p:spPr>
            <a:xfrm>
              <a:off x="6652247" y="5433072"/>
              <a:ext cx="13335" cy="259079"/>
            </a:xfrm>
            <a:custGeom>
              <a:avLst/>
              <a:gdLst/>
              <a:ahLst/>
              <a:cxnLst/>
              <a:rect l="l" t="t" r="r" b="b"/>
              <a:pathLst>
                <a:path w="13334" h="259079">
                  <a:moveTo>
                    <a:pt x="12712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12" y="259067"/>
                  </a:lnTo>
                  <a:lnTo>
                    <a:pt x="12712" y="257810"/>
                  </a:lnTo>
                  <a:close/>
                </a:path>
                <a:path w="13334" h="259079">
                  <a:moveTo>
                    <a:pt x="12712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12" y="257797"/>
                  </a:lnTo>
                  <a:lnTo>
                    <a:pt x="12712" y="254000"/>
                  </a:lnTo>
                  <a:close/>
                </a:path>
                <a:path w="13334" h="259079">
                  <a:moveTo>
                    <a:pt x="12712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12" y="253987"/>
                  </a:lnTo>
                  <a:lnTo>
                    <a:pt x="12712" y="247650"/>
                  </a:lnTo>
                  <a:close/>
                </a:path>
                <a:path w="13334" h="259079">
                  <a:moveTo>
                    <a:pt x="12712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12" y="247637"/>
                  </a:lnTo>
                  <a:lnTo>
                    <a:pt x="12712" y="241300"/>
                  </a:lnTo>
                  <a:close/>
                </a:path>
                <a:path w="13334" h="259079">
                  <a:moveTo>
                    <a:pt x="12712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12" y="241287"/>
                  </a:lnTo>
                  <a:lnTo>
                    <a:pt x="12712" y="232410"/>
                  </a:lnTo>
                  <a:close/>
                </a:path>
                <a:path w="13334" h="259079">
                  <a:moveTo>
                    <a:pt x="12712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12" y="232397"/>
                  </a:lnTo>
                  <a:lnTo>
                    <a:pt x="12712" y="222250"/>
                  </a:lnTo>
                  <a:close/>
                </a:path>
                <a:path w="13334" h="259079">
                  <a:moveTo>
                    <a:pt x="12712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12" y="222237"/>
                  </a:lnTo>
                  <a:lnTo>
                    <a:pt x="12712" y="215900"/>
                  </a:lnTo>
                  <a:close/>
                </a:path>
                <a:path w="13334" h="259079">
                  <a:moveTo>
                    <a:pt x="12712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12" y="215887"/>
                  </a:lnTo>
                  <a:lnTo>
                    <a:pt x="12712" y="209550"/>
                  </a:lnTo>
                  <a:close/>
                </a:path>
                <a:path w="13334" h="259079">
                  <a:moveTo>
                    <a:pt x="12712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12" y="209537"/>
                  </a:lnTo>
                  <a:lnTo>
                    <a:pt x="12712" y="207010"/>
                  </a:lnTo>
                  <a:close/>
                </a:path>
                <a:path w="13334" h="259079">
                  <a:moveTo>
                    <a:pt x="12712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12" y="206997"/>
                  </a:lnTo>
                  <a:lnTo>
                    <a:pt x="12712" y="200660"/>
                  </a:lnTo>
                  <a:close/>
                </a:path>
                <a:path w="13334" h="259079">
                  <a:moveTo>
                    <a:pt x="12712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12" y="200647"/>
                  </a:lnTo>
                  <a:lnTo>
                    <a:pt x="12712" y="194310"/>
                  </a:lnTo>
                  <a:close/>
                </a:path>
                <a:path w="13334" h="259079">
                  <a:moveTo>
                    <a:pt x="12712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12" y="194297"/>
                  </a:lnTo>
                  <a:lnTo>
                    <a:pt x="12712" y="190500"/>
                  </a:lnTo>
                  <a:close/>
                </a:path>
                <a:path w="13334" h="259079">
                  <a:moveTo>
                    <a:pt x="12712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12" y="190487"/>
                  </a:lnTo>
                  <a:lnTo>
                    <a:pt x="12712" y="184150"/>
                  </a:lnTo>
                  <a:close/>
                </a:path>
                <a:path w="13334" h="259079">
                  <a:moveTo>
                    <a:pt x="12712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12" y="184137"/>
                  </a:lnTo>
                  <a:lnTo>
                    <a:pt x="12712" y="168910"/>
                  </a:lnTo>
                  <a:close/>
                </a:path>
                <a:path w="13334" h="259079">
                  <a:moveTo>
                    <a:pt x="12712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12" y="168897"/>
                  </a:lnTo>
                  <a:lnTo>
                    <a:pt x="12712" y="162560"/>
                  </a:lnTo>
                  <a:close/>
                </a:path>
                <a:path w="13334" h="259079">
                  <a:moveTo>
                    <a:pt x="12712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12" y="162547"/>
                  </a:lnTo>
                  <a:lnTo>
                    <a:pt x="12712" y="158750"/>
                  </a:lnTo>
                  <a:close/>
                </a:path>
                <a:path w="13334" h="259079">
                  <a:moveTo>
                    <a:pt x="12712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12" y="158737"/>
                  </a:lnTo>
                  <a:lnTo>
                    <a:pt x="12712" y="152400"/>
                  </a:lnTo>
                  <a:close/>
                </a:path>
                <a:path w="13334" h="259079">
                  <a:moveTo>
                    <a:pt x="12712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12" y="152387"/>
                  </a:lnTo>
                  <a:lnTo>
                    <a:pt x="12712" y="120650"/>
                  </a:lnTo>
                  <a:close/>
                </a:path>
                <a:path w="13334" h="259079">
                  <a:moveTo>
                    <a:pt x="12712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12" y="120637"/>
                  </a:lnTo>
                  <a:lnTo>
                    <a:pt x="12712" y="114300"/>
                  </a:lnTo>
                  <a:close/>
                </a:path>
                <a:path w="13334" h="259079">
                  <a:moveTo>
                    <a:pt x="12712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12" y="114287"/>
                  </a:lnTo>
                  <a:lnTo>
                    <a:pt x="12712" y="107950"/>
                  </a:lnTo>
                  <a:close/>
                </a:path>
                <a:path w="13334" h="259079">
                  <a:moveTo>
                    <a:pt x="12712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12" y="107937"/>
                  </a:lnTo>
                  <a:lnTo>
                    <a:pt x="12712" y="105410"/>
                  </a:lnTo>
                  <a:close/>
                </a:path>
                <a:path w="13334" h="259079">
                  <a:moveTo>
                    <a:pt x="12712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12" y="105397"/>
                  </a:lnTo>
                  <a:lnTo>
                    <a:pt x="12712" y="99060"/>
                  </a:lnTo>
                  <a:close/>
                </a:path>
                <a:path w="13334" h="259079">
                  <a:moveTo>
                    <a:pt x="12712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12" y="99047"/>
                  </a:lnTo>
                  <a:lnTo>
                    <a:pt x="12712" y="92710"/>
                  </a:lnTo>
                  <a:close/>
                </a:path>
                <a:path w="13334" h="259079">
                  <a:moveTo>
                    <a:pt x="12712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12" y="92697"/>
                  </a:lnTo>
                  <a:lnTo>
                    <a:pt x="12712" y="82550"/>
                  </a:lnTo>
                  <a:close/>
                </a:path>
                <a:path w="13334" h="259079">
                  <a:moveTo>
                    <a:pt x="12712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12" y="82537"/>
                  </a:lnTo>
                  <a:lnTo>
                    <a:pt x="12712" y="76200"/>
                  </a:lnTo>
                  <a:close/>
                </a:path>
                <a:path w="13334" h="259079">
                  <a:moveTo>
                    <a:pt x="12712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12" y="76187"/>
                  </a:lnTo>
                  <a:lnTo>
                    <a:pt x="12712" y="69850"/>
                  </a:lnTo>
                  <a:close/>
                </a:path>
                <a:path w="13334" h="259079">
                  <a:moveTo>
                    <a:pt x="12712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12" y="69837"/>
                  </a:lnTo>
                  <a:lnTo>
                    <a:pt x="12712" y="60960"/>
                  </a:lnTo>
                  <a:close/>
                </a:path>
                <a:path w="13334" h="259079">
                  <a:moveTo>
                    <a:pt x="12712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12" y="60947"/>
                  </a:lnTo>
                  <a:lnTo>
                    <a:pt x="12712" y="54610"/>
                  </a:lnTo>
                  <a:close/>
                </a:path>
                <a:path w="13334" h="259079">
                  <a:moveTo>
                    <a:pt x="12712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12" y="54597"/>
                  </a:lnTo>
                  <a:lnTo>
                    <a:pt x="12712" y="44450"/>
                  </a:lnTo>
                  <a:close/>
                </a:path>
                <a:path w="13334" h="259079">
                  <a:moveTo>
                    <a:pt x="12712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12" y="44437"/>
                  </a:lnTo>
                  <a:lnTo>
                    <a:pt x="12712" y="38100"/>
                  </a:lnTo>
                  <a:close/>
                </a:path>
                <a:path w="13334" h="259079">
                  <a:moveTo>
                    <a:pt x="12712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12" y="38087"/>
                  </a:lnTo>
                  <a:lnTo>
                    <a:pt x="12712" y="31750"/>
                  </a:lnTo>
                  <a:close/>
                </a:path>
                <a:path w="13334" h="259079">
                  <a:moveTo>
                    <a:pt x="12712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12" y="31737"/>
                  </a:lnTo>
                  <a:lnTo>
                    <a:pt x="12712" y="29210"/>
                  </a:lnTo>
                  <a:close/>
                </a:path>
                <a:path w="13334" h="259079">
                  <a:moveTo>
                    <a:pt x="12712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12" y="29197"/>
                  </a:lnTo>
                  <a:lnTo>
                    <a:pt x="12712" y="22860"/>
                  </a:lnTo>
                  <a:close/>
                </a:path>
                <a:path w="13334" h="259079">
                  <a:moveTo>
                    <a:pt x="12712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12" y="22847"/>
                  </a:lnTo>
                  <a:lnTo>
                    <a:pt x="12712" y="12700"/>
                  </a:lnTo>
                  <a:close/>
                </a:path>
                <a:path w="13334" h="259079">
                  <a:moveTo>
                    <a:pt x="12712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12" y="12687"/>
                  </a:lnTo>
                  <a:lnTo>
                    <a:pt x="12712" y="6350"/>
                  </a:lnTo>
                  <a:close/>
                </a:path>
                <a:path w="13334" h="259079">
                  <a:moveTo>
                    <a:pt x="12712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12" y="6337"/>
                  </a:lnTo>
                  <a:lnTo>
                    <a:pt x="12712" y="0"/>
                  </a:lnTo>
                  <a:close/>
                </a:path>
              </a:pathLst>
            </a:custGeom>
            <a:solidFill>
              <a:srgbClr val="C7C1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1">
              <a:extLst>
                <a:ext uri="{FF2B5EF4-FFF2-40B4-BE49-F238E27FC236}">
                  <a16:creationId xmlns:a16="http://schemas.microsoft.com/office/drawing/2014/main" id="{64D5AB73-25A1-3277-C092-D8995C3257D8}"/>
                </a:ext>
              </a:extLst>
            </p:cNvPr>
            <p:cNvSpPr/>
            <p:nvPr/>
          </p:nvSpPr>
          <p:spPr>
            <a:xfrm>
              <a:off x="66649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7C0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2">
              <a:extLst>
                <a:ext uri="{FF2B5EF4-FFF2-40B4-BE49-F238E27FC236}">
                  <a16:creationId xmlns:a16="http://schemas.microsoft.com/office/drawing/2014/main" id="{17648C28-523A-1E93-2FEC-F81EB318E44C}"/>
                </a:ext>
              </a:extLst>
            </p:cNvPr>
            <p:cNvSpPr/>
            <p:nvPr/>
          </p:nvSpPr>
          <p:spPr>
            <a:xfrm>
              <a:off x="66776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6BF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3">
              <a:extLst>
                <a:ext uri="{FF2B5EF4-FFF2-40B4-BE49-F238E27FC236}">
                  <a16:creationId xmlns:a16="http://schemas.microsoft.com/office/drawing/2014/main" id="{0ADD114B-D955-8A5E-CBEA-7E546C1BF522}"/>
                </a:ext>
              </a:extLst>
            </p:cNvPr>
            <p:cNvSpPr/>
            <p:nvPr/>
          </p:nvSpPr>
          <p:spPr>
            <a:xfrm>
              <a:off x="66903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5BF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4">
              <a:extLst>
                <a:ext uri="{FF2B5EF4-FFF2-40B4-BE49-F238E27FC236}">
                  <a16:creationId xmlns:a16="http://schemas.microsoft.com/office/drawing/2014/main" id="{E7FFECB9-3510-8ED5-AE99-A2DD8FB2109E}"/>
                </a:ext>
              </a:extLst>
            </p:cNvPr>
            <p:cNvSpPr/>
            <p:nvPr/>
          </p:nvSpPr>
          <p:spPr>
            <a:xfrm>
              <a:off x="67030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5BE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5">
              <a:extLst>
                <a:ext uri="{FF2B5EF4-FFF2-40B4-BE49-F238E27FC236}">
                  <a16:creationId xmlns:a16="http://schemas.microsoft.com/office/drawing/2014/main" id="{7FBDD75D-3C91-672C-0B15-A4DE6CDB8FDE}"/>
                </a:ext>
              </a:extLst>
            </p:cNvPr>
            <p:cNvSpPr/>
            <p:nvPr/>
          </p:nvSpPr>
          <p:spPr>
            <a:xfrm>
              <a:off x="67157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4BD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16">
              <a:extLst>
                <a:ext uri="{FF2B5EF4-FFF2-40B4-BE49-F238E27FC236}">
                  <a16:creationId xmlns:a16="http://schemas.microsoft.com/office/drawing/2014/main" id="{DDC8E384-C663-8320-C767-179E063A7CF7}"/>
                </a:ext>
              </a:extLst>
            </p:cNvPr>
            <p:cNvSpPr/>
            <p:nvPr/>
          </p:nvSpPr>
          <p:spPr>
            <a:xfrm>
              <a:off x="67284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4BD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17">
              <a:extLst>
                <a:ext uri="{FF2B5EF4-FFF2-40B4-BE49-F238E27FC236}">
                  <a16:creationId xmlns:a16="http://schemas.microsoft.com/office/drawing/2014/main" id="{D7B9663A-3219-E031-85B2-4BB52BE7027B}"/>
                </a:ext>
              </a:extLst>
            </p:cNvPr>
            <p:cNvSpPr/>
            <p:nvPr/>
          </p:nvSpPr>
          <p:spPr>
            <a:xfrm>
              <a:off x="67411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3BC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18">
              <a:extLst>
                <a:ext uri="{FF2B5EF4-FFF2-40B4-BE49-F238E27FC236}">
                  <a16:creationId xmlns:a16="http://schemas.microsoft.com/office/drawing/2014/main" id="{E2B270B7-293A-27D8-2B5F-DF13C0F7A682}"/>
                </a:ext>
              </a:extLst>
            </p:cNvPr>
            <p:cNvSpPr/>
            <p:nvPr/>
          </p:nvSpPr>
          <p:spPr>
            <a:xfrm>
              <a:off x="67538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2BB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19">
              <a:extLst>
                <a:ext uri="{FF2B5EF4-FFF2-40B4-BE49-F238E27FC236}">
                  <a16:creationId xmlns:a16="http://schemas.microsoft.com/office/drawing/2014/main" id="{0F0A33DE-7169-86B6-6FFE-ED135542D74E}"/>
                </a:ext>
              </a:extLst>
            </p:cNvPr>
            <p:cNvSpPr/>
            <p:nvPr/>
          </p:nvSpPr>
          <p:spPr>
            <a:xfrm>
              <a:off x="67665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2BB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0">
              <a:extLst>
                <a:ext uri="{FF2B5EF4-FFF2-40B4-BE49-F238E27FC236}">
                  <a16:creationId xmlns:a16="http://schemas.microsoft.com/office/drawing/2014/main" id="{D54DE63D-F815-3B7C-4B9E-6B078167330F}"/>
                </a:ext>
              </a:extLst>
            </p:cNvPr>
            <p:cNvSpPr/>
            <p:nvPr/>
          </p:nvSpPr>
          <p:spPr>
            <a:xfrm>
              <a:off x="677926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1BA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1">
              <a:extLst>
                <a:ext uri="{FF2B5EF4-FFF2-40B4-BE49-F238E27FC236}">
                  <a16:creationId xmlns:a16="http://schemas.microsoft.com/office/drawing/2014/main" id="{751EF2EE-FE6F-AD50-FC4A-848399A3118B}"/>
                </a:ext>
              </a:extLst>
            </p:cNvPr>
            <p:cNvSpPr/>
            <p:nvPr/>
          </p:nvSpPr>
          <p:spPr>
            <a:xfrm>
              <a:off x="6791960" y="5433072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3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1430" y="259067"/>
                  </a:lnTo>
                  <a:lnTo>
                    <a:pt x="11430" y="257810"/>
                  </a:lnTo>
                  <a:close/>
                </a:path>
                <a:path w="11429" h="259079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59079">
                  <a:moveTo>
                    <a:pt x="1143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47650"/>
                  </a:lnTo>
                  <a:close/>
                </a:path>
                <a:path w="11429" h="259079">
                  <a:moveTo>
                    <a:pt x="1143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1300"/>
                  </a:lnTo>
                  <a:close/>
                </a:path>
                <a:path w="11429" h="259079">
                  <a:moveTo>
                    <a:pt x="1143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2410"/>
                  </a:lnTo>
                  <a:close/>
                </a:path>
                <a:path w="11429" h="259079">
                  <a:moveTo>
                    <a:pt x="1143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2250"/>
                  </a:lnTo>
                  <a:close/>
                </a:path>
                <a:path w="11429" h="259079">
                  <a:moveTo>
                    <a:pt x="1143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5900"/>
                  </a:lnTo>
                  <a:close/>
                </a:path>
                <a:path w="11429" h="259079">
                  <a:moveTo>
                    <a:pt x="1143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09550"/>
                  </a:lnTo>
                  <a:close/>
                </a:path>
                <a:path w="11429" h="259079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59079">
                  <a:moveTo>
                    <a:pt x="1143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0660"/>
                  </a:lnTo>
                  <a:close/>
                </a:path>
                <a:path w="11429" h="259079">
                  <a:moveTo>
                    <a:pt x="1143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4310"/>
                  </a:lnTo>
                  <a:close/>
                </a:path>
                <a:path w="11429" h="259079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59079">
                  <a:moveTo>
                    <a:pt x="1143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4150"/>
                  </a:lnTo>
                  <a:close/>
                </a:path>
                <a:path w="11429" h="259079">
                  <a:moveTo>
                    <a:pt x="1143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68910"/>
                  </a:lnTo>
                  <a:close/>
                </a:path>
                <a:path w="11429" h="259079">
                  <a:moveTo>
                    <a:pt x="1143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2560"/>
                  </a:lnTo>
                  <a:close/>
                </a:path>
                <a:path w="11429" h="259079">
                  <a:moveTo>
                    <a:pt x="1143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58750"/>
                  </a:lnTo>
                  <a:close/>
                </a:path>
                <a:path w="11429" h="259079">
                  <a:moveTo>
                    <a:pt x="1143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1430" y="158737"/>
                  </a:lnTo>
                  <a:lnTo>
                    <a:pt x="11430" y="152400"/>
                  </a:lnTo>
                  <a:close/>
                </a:path>
                <a:path w="11429" h="259079">
                  <a:moveTo>
                    <a:pt x="1143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1430" y="152387"/>
                  </a:lnTo>
                  <a:lnTo>
                    <a:pt x="11430" y="120650"/>
                  </a:lnTo>
                  <a:close/>
                </a:path>
                <a:path w="11429" h="259079">
                  <a:moveTo>
                    <a:pt x="1143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1430" y="120637"/>
                  </a:lnTo>
                  <a:lnTo>
                    <a:pt x="11430" y="114300"/>
                  </a:lnTo>
                  <a:close/>
                </a:path>
                <a:path w="11429" h="259079">
                  <a:moveTo>
                    <a:pt x="1143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07950"/>
                  </a:lnTo>
                  <a:close/>
                </a:path>
                <a:path w="11429" h="259079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59079">
                  <a:moveTo>
                    <a:pt x="1143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99060"/>
                  </a:lnTo>
                  <a:close/>
                </a:path>
                <a:path w="11429" h="259079">
                  <a:moveTo>
                    <a:pt x="1143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2710"/>
                  </a:lnTo>
                  <a:close/>
                </a:path>
                <a:path w="11429" h="259079">
                  <a:moveTo>
                    <a:pt x="1143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2550"/>
                  </a:lnTo>
                  <a:close/>
                </a:path>
                <a:path w="11429" h="259079">
                  <a:moveTo>
                    <a:pt x="1143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76200"/>
                  </a:lnTo>
                  <a:close/>
                </a:path>
                <a:path w="11429" h="259079">
                  <a:moveTo>
                    <a:pt x="1143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69850"/>
                  </a:lnTo>
                  <a:close/>
                </a:path>
                <a:path w="11429" h="259079">
                  <a:moveTo>
                    <a:pt x="1143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0960"/>
                  </a:lnTo>
                  <a:close/>
                </a:path>
                <a:path w="11429" h="259079">
                  <a:moveTo>
                    <a:pt x="1143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4610"/>
                  </a:lnTo>
                  <a:close/>
                </a:path>
                <a:path w="11429" h="259079">
                  <a:moveTo>
                    <a:pt x="1143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44450"/>
                  </a:lnTo>
                  <a:close/>
                </a:path>
                <a:path w="11429" h="259079">
                  <a:moveTo>
                    <a:pt x="1143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38100"/>
                  </a:lnTo>
                  <a:close/>
                </a:path>
                <a:path w="11429" h="259079">
                  <a:moveTo>
                    <a:pt x="1143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1750"/>
                  </a:lnTo>
                  <a:close/>
                </a:path>
                <a:path w="11429" h="259079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59079">
                  <a:moveTo>
                    <a:pt x="1143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2860"/>
                  </a:lnTo>
                  <a:close/>
                </a:path>
                <a:path w="11429" h="259079">
                  <a:moveTo>
                    <a:pt x="1143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2700"/>
                  </a:lnTo>
                  <a:close/>
                </a:path>
                <a:path w="11429" h="259079">
                  <a:moveTo>
                    <a:pt x="1143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6350"/>
                  </a:lnTo>
                  <a:close/>
                </a:path>
                <a:path w="11429" h="259079">
                  <a:moveTo>
                    <a:pt x="1143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C1B9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2">
              <a:extLst>
                <a:ext uri="{FF2B5EF4-FFF2-40B4-BE49-F238E27FC236}">
                  <a16:creationId xmlns:a16="http://schemas.microsoft.com/office/drawing/2014/main" id="{1DCC7111-74E2-71A4-E4A3-56D14C1F4180}"/>
                </a:ext>
              </a:extLst>
            </p:cNvPr>
            <p:cNvSpPr/>
            <p:nvPr/>
          </p:nvSpPr>
          <p:spPr>
            <a:xfrm>
              <a:off x="68033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C0B9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3">
              <a:extLst>
                <a:ext uri="{FF2B5EF4-FFF2-40B4-BE49-F238E27FC236}">
                  <a16:creationId xmlns:a16="http://schemas.microsoft.com/office/drawing/2014/main" id="{43F8E0D1-7F95-AC07-3B1E-30524690C065}"/>
                </a:ext>
              </a:extLst>
            </p:cNvPr>
            <p:cNvSpPr/>
            <p:nvPr/>
          </p:nvSpPr>
          <p:spPr>
            <a:xfrm>
              <a:off x="68160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FB8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4">
              <a:extLst>
                <a:ext uri="{FF2B5EF4-FFF2-40B4-BE49-F238E27FC236}">
                  <a16:creationId xmlns:a16="http://schemas.microsoft.com/office/drawing/2014/main" id="{E610277F-6564-A00F-F152-839DCE985589}"/>
                </a:ext>
              </a:extLst>
            </p:cNvPr>
            <p:cNvSpPr/>
            <p:nvPr/>
          </p:nvSpPr>
          <p:spPr>
            <a:xfrm>
              <a:off x="68287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FB7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5">
              <a:extLst>
                <a:ext uri="{FF2B5EF4-FFF2-40B4-BE49-F238E27FC236}">
                  <a16:creationId xmlns:a16="http://schemas.microsoft.com/office/drawing/2014/main" id="{C42DD9DC-8CA6-7B74-F4BB-82AE6D708999}"/>
                </a:ext>
              </a:extLst>
            </p:cNvPr>
            <p:cNvSpPr/>
            <p:nvPr/>
          </p:nvSpPr>
          <p:spPr>
            <a:xfrm>
              <a:off x="68414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EB7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26">
              <a:extLst>
                <a:ext uri="{FF2B5EF4-FFF2-40B4-BE49-F238E27FC236}">
                  <a16:creationId xmlns:a16="http://schemas.microsoft.com/office/drawing/2014/main" id="{DB7D40AB-4783-7443-C358-DFF908866F42}"/>
                </a:ext>
              </a:extLst>
            </p:cNvPr>
            <p:cNvSpPr/>
            <p:nvPr/>
          </p:nvSpPr>
          <p:spPr>
            <a:xfrm>
              <a:off x="68541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EB6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27">
              <a:extLst>
                <a:ext uri="{FF2B5EF4-FFF2-40B4-BE49-F238E27FC236}">
                  <a16:creationId xmlns:a16="http://schemas.microsoft.com/office/drawing/2014/main" id="{F93D825A-6A44-3D32-A729-3CAC2C42BC97}"/>
                </a:ext>
              </a:extLst>
            </p:cNvPr>
            <p:cNvSpPr/>
            <p:nvPr/>
          </p:nvSpPr>
          <p:spPr>
            <a:xfrm>
              <a:off x="68668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DB5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28">
              <a:extLst>
                <a:ext uri="{FF2B5EF4-FFF2-40B4-BE49-F238E27FC236}">
                  <a16:creationId xmlns:a16="http://schemas.microsoft.com/office/drawing/2014/main" id="{C99E0C90-0850-233A-062A-F35B83222CDB}"/>
                </a:ext>
              </a:extLst>
            </p:cNvPr>
            <p:cNvSpPr/>
            <p:nvPr/>
          </p:nvSpPr>
          <p:spPr>
            <a:xfrm>
              <a:off x="68795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CB5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29">
              <a:extLst>
                <a:ext uri="{FF2B5EF4-FFF2-40B4-BE49-F238E27FC236}">
                  <a16:creationId xmlns:a16="http://schemas.microsoft.com/office/drawing/2014/main" id="{FBBD32D9-4533-609C-F3ED-16CEA6B8BD76}"/>
                </a:ext>
              </a:extLst>
            </p:cNvPr>
            <p:cNvSpPr/>
            <p:nvPr/>
          </p:nvSpPr>
          <p:spPr>
            <a:xfrm>
              <a:off x="68922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CB4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0">
              <a:extLst>
                <a:ext uri="{FF2B5EF4-FFF2-40B4-BE49-F238E27FC236}">
                  <a16:creationId xmlns:a16="http://schemas.microsoft.com/office/drawing/2014/main" id="{5317B77E-F8C4-7E5F-1B81-761FC8878316}"/>
                </a:ext>
              </a:extLst>
            </p:cNvPr>
            <p:cNvSpPr/>
            <p:nvPr/>
          </p:nvSpPr>
          <p:spPr>
            <a:xfrm>
              <a:off x="69049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BB4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1">
              <a:extLst>
                <a:ext uri="{FF2B5EF4-FFF2-40B4-BE49-F238E27FC236}">
                  <a16:creationId xmlns:a16="http://schemas.microsoft.com/office/drawing/2014/main" id="{CA3AAA84-0577-DABF-2A26-A65BBDAC5C4F}"/>
                </a:ext>
              </a:extLst>
            </p:cNvPr>
            <p:cNvSpPr/>
            <p:nvPr/>
          </p:nvSpPr>
          <p:spPr>
            <a:xfrm>
              <a:off x="69176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BB3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2">
              <a:extLst>
                <a:ext uri="{FF2B5EF4-FFF2-40B4-BE49-F238E27FC236}">
                  <a16:creationId xmlns:a16="http://schemas.microsoft.com/office/drawing/2014/main" id="{820DB065-ED2B-C142-1BE2-FCF72FBF8F71}"/>
                </a:ext>
              </a:extLst>
            </p:cNvPr>
            <p:cNvSpPr/>
            <p:nvPr/>
          </p:nvSpPr>
          <p:spPr>
            <a:xfrm>
              <a:off x="69303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AB2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3">
              <a:extLst>
                <a:ext uri="{FF2B5EF4-FFF2-40B4-BE49-F238E27FC236}">
                  <a16:creationId xmlns:a16="http://schemas.microsoft.com/office/drawing/2014/main" id="{73A436DF-055D-FDB3-563A-0DF98CE038FB}"/>
                </a:ext>
              </a:extLst>
            </p:cNvPr>
            <p:cNvSpPr/>
            <p:nvPr/>
          </p:nvSpPr>
          <p:spPr>
            <a:xfrm>
              <a:off x="694309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AB2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4">
              <a:extLst>
                <a:ext uri="{FF2B5EF4-FFF2-40B4-BE49-F238E27FC236}">
                  <a16:creationId xmlns:a16="http://schemas.microsoft.com/office/drawing/2014/main" id="{B0342BF0-088C-5825-326E-E7E3885152C1}"/>
                </a:ext>
              </a:extLst>
            </p:cNvPr>
            <p:cNvSpPr/>
            <p:nvPr/>
          </p:nvSpPr>
          <p:spPr>
            <a:xfrm>
              <a:off x="6955790" y="5433072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3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1430" y="259067"/>
                  </a:lnTo>
                  <a:lnTo>
                    <a:pt x="11430" y="257810"/>
                  </a:lnTo>
                  <a:close/>
                </a:path>
                <a:path w="11429" h="259079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59079">
                  <a:moveTo>
                    <a:pt x="1143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47650"/>
                  </a:lnTo>
                  <a:close/>
                </a:path>
                <a:path w="11429" h="259079">
                  <a:moveTo>
                    <a:pt x="1143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1300"/>
                  </a:lnTo>
                  <a:close/>
                </a:path>
                <a:path w="11429" h="259079">
                  <a:moveTo>
                    <a:pt x="1143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2410"/>
                  </a:lnTo>
                  <a:close/>
                </a:path>
                <a:path w="11429" h="259079">
                  <a:moveTo>
                    <a:pt x="1143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2250"/>
                  </a:lnTo>
                  <a:close/>
                </a:path>
                <a:path w="11429" h="259079">
                  <a:moveTo>
                    <a:pt x="1143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5900"/>
                  </a:lnTo>
                  <a:close/>
                </a:path>
                <a:path w="11429" h="259079">
                  <a:moveTo>
                    <a:pt x="1143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09550"/>
                  </a:lnTo>
                  <a:close/>
                </a:path>
                <a:path w="11429" h="259079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59079">
                  <a:moveTo>
                    <a:pt x="1143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0660"/>
                  </a:lnTo>
                  <a:close/>
                </a:path>
                <a:path w="11429" h="259079">
                  <a:moveTo>
                    <a:pt x="1143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4310"/>
                  </a:lnTo>
                  <a:close/>
                </a:path>
                <a:path w="11429" h="259079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59079">
                  <a:moveTo>
                    <a:pt x="1143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4150"/>
                  </a:lnTo>
                  <a:close/>
                </a:path>
                <a:path w="11429" h="259079">
                  <a:moveTo>
                    <a:pt x="1143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68910"/>
                  </a:lnTo>
                  <a:close/>
                </a:path>
                <a:path w="11429" h="259079">
                  <a:moveTo>
                    <a:pt x="1143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2560"/>
                  </a:lnTo>
                  <a:close/>
                </a:path>
                <a:path w="11429" h="259079">
                  <a:moveTo>
                    <a:pt x="1143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58750"/>
                  </a:lnTo>
                  <a:close/>
                </a:path>
                <a:path w="11429" h="259079">
                  <a:moveTo>
                    <a:pt x="1143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1430" y="158737"/>
                  </a:lnTo>
                  <a:lnTo>
                    <a:pt x="11430" y="152400"/>
                  </a:lnTo>
                  <a:close/>
                </a:path>
                <a:path w="11429" h="259079">
                  <a:moveTo>
                    <a:pt x="1143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1430" y="152387"/>
                  </a:lnTo>
                  <a:lnTo>
                    <a:pt x="11430" y="120650"/>
                  </a:lnTo>
                  <a:close/>
                </a:path>
                <a:path w="11429" h="259079">
                  <a:moveTo>
                    <a:pt x="1143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1430" y="120637"/>
                  </a:lnTo>
                  <a:lnTo>
                    <a:pt x="11430" y="114300"/>
                  </a:lnTo>
                  <a:close/>
                </a:path>
                <a:path w="11429" h="259079">
                  <a:moveTo>
                    <a:pt x="1143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07950"/>
                  </a:lnTo>
                  <a:close/>
                </a:path>
                <a:path w="11429" h="259079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59079">
                  <a:moveTo>
                    <a:pt x="1143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99060"/>
                  </a:lnTo>
                  <a:close/>
                </a:path>
                <a:path w="11429" h="259079">
                  <a:moveTo>
                    <a:pt x="1143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2710"/>
                  </a:lnTo>
                  <a:close/>
                </a:path>
                <a:path w="11429" h="259079">
                  <a:moveTo>
                    <a:pt x="1143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2550"/>
                  </a:lnTo>
                  <a:close/>
                </a:path>
                <a:path w="11429" h="259079">
                  <a:moveTo>
                    <a:pt x="1143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76200"/>
                  </a:lnTo>
                  <a:close/>
                </a:path>
                <a:path w="11429" h="259079">
                  <a:moveTo>
                    <a:pt x="1143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69850"/>
                  </a:lnTo>
                  <a:close/>
                </a:path>
                <a:path w="11429" h="259079">
                  <a:moveTo>
                    <a:pt x="1143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0960"/>
                  </a:lnTo>
                  <a:close/>
                </a:path>
                <a:path w="11429" h="259079">
                  <a:moveTo>
                    <a:pt x="1143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4610"/>
                  </a:lnTo>
                  <a:close/>
                </a:path>
                <a:path w="11429" h="259079">
                  <a:moveTo>
                    <a:pt x="1143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44450"/>
                  </a:lnTo>
                  <a:close/>
                </a:path>
                <a:path w="11429" h="259079">
                  <a:moveTo>
                    <a:pt x="1143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38100"/>
                  </a:lnTo>
                  <a:close/>
                </a:path>
                <a:path w="11429" h="259079">
                  <a:moveTo>
                    <a:pt x="1143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1750"/>
                  </a:lnTo>
                  <a:close/>
                </a:path>
                <a:path w="11429" h="259079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59079">
                  <a:moveTo>
                    <a:pt x="1143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2860"/>
                  </a:lnTo>
                  <a:close/>
                </a:path>
                <a:path w="11429" h="259079">
                  <a:moveTo>
                    <a:pt x="1143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2700"/>
                  </a:lnTo>
                  <a:close/>
                </a:path>
                <a:path w="11429" h="259079">
                  <a:moveTo>
                    <a:pt x="1143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6350"/>
                  </a:lnTo>
                  <a:close/>
                </a:path>
                <a:path w="11429" h="259079">
                  <a:moveTo>
                    <a:pt x="1143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B9B1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5">
              <a:extLst>
                <a:ext uri="{FF2B5EF4-FFF2-40B4-BE49-F238E27FC236}">
                  <a16:creationId xmlns:a16="http://schemas.microsoft.com/office/drawing/2014/main" id="{EA6D5E75-2CC3-63D1-C3B1-18017066E8B0}"/>
                </a:ext>
              </a:extLst>
            </p:cNvPr>
            <p:cNvSpPr/>
            <p:nvPr/>
          </p:nvSpPr>
          <p:spPr>
            <a:xfrm>
              <a:off x="69672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8B0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36">
              <a:extLst>
                <a:ext uri="{FF2B5EF4-FFF2-40B4-BE49-F238E27FC236}">
                  <a16:creationId xmlns:a16="http://schemas.microsoft.com/office/drawing/2014/main" id="{04F22AEE-41AB-8494-78FD-4FD2F6B53D69}"/>
                </a:ext>
              </a:extLst>
            </p:cNvPr>
            <p:cNvSpPr/>
            <p:nvPr/>
          </p:nvSpPr>
          <p:spPr>
            <a:xfrm>
              <a:off x="69799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8B0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37">
              <a:extLst>
                <a:ext uri="{FF2B5EF4-FFF2-40B4-BE49-F238E27FC236}">
                  <a16:creationId xmlns:a16="http://schemas.microsoft.com/office/drawing/2014/main" id="{D5E89B19-8286-8B1B-348B-487DC662A0F3}"/>
                </a:ext>
              </a:extLst>
            </p:cNvPr>
            <p:cNvSpPr/>
            <p:nvPr/>
          </p:nvSpPr>
          <p:spPr>
            <a:xfrm>
              <a:off x="69926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7AF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38">
              <a:extLst>
                <a:ext uri="{FF2B5EF4-FFF2-40B4-BE49-F238E27FC236}">
                  <a16:creationId xmlns:a16="http://schemas.microsoft.com/office/drawing/2014/main" id="{82B9608C-549B-0250-F75B-5BDE046BC5F9}"/>
                </a:ext>
              </a:extLst>
            </p:cNvPr>
            <p:cNvSpPr/>
            <p:nvPr/>
          </p:nvSpPr>
          <p:spPr>
            <a:xfrm>
              <a:off x="70053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7AE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39">
              <a:extLst>
                <a:ext uri="{FF2B5EF4-FFF2-40B4-BE49-F238E27FC236}">
                  <a16:creationId xmlns:a16="http://schemas.microsoft.com/office/drawing/2014/main" id="{4473E9F7-222E-CC6F-4A7A-409DCA4D2D77}"/>
                </a:ext>
              </a:extLst>
            </p:cNvPr>
            <p:cNvSpPr/>
            <p:nvPr/>
          </p:nvSpPr>
          <p:spPr>
            <a:xfrm>
              <a:off x="70180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6A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0">
              <a:extLst>
                <a:ext uri="{FF2B5EF4-FFF2-40B4-BE49-F238E27FC236}">
                  <a16:creationId xmlns:a16="http://schemas.microsoft.com/office/drawing/2014/main" id="{E030EEFB-8A4E-71FA-A017-DE5FB1C5CDC5}"/>
                </a:ext>
              </a:extLst>
            </p:cNvPr>
            <p:cNvSpPr/>
            <p:nvPr/>
          </p:nvSpPr>
          <p:spPr>
            <a:xfrm>
              <a:off x="70307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5AD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1">
              <a:extLst>
                <a:ext uri="{FF2B5EF4-FFF2-40B4-BE49-F238E27FC236}">
                  <a16:creationId xmlns:a16="http://schemas.microsoft.com/office/drawing/2014/main" id="{6B95E2E3-05BD-CC73-A7D0-AB9E4668F3BA}"/>
                </a:ext>
              </a:extLst>
            </p:cNvPr>
            <p:cNvSpPr/>
            <p:nvPr/>
          </p:nvSpPr>
          <p:spPr>
            <a:xfrm>
              <a:off x="70434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5AC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2">
              <a:extLst>
                <a:ext uri="{FF2B5EF4-FFF2-40B4-BE49-F238E27FC236}">
                  <a16:creationId xmlns:a16="http://schemas.microsoft.com/office/drawing/2014/main" id="{814D8A66-369C-C276-3596-53D75321AA2C}"/>
                </a:ext>
              </a:extLst>
            </p:cNvPr>
            <p:cNvSpPr/>
            <p:nvPr/>
          </p:nvSpPr>
          <p:spPr>
            <a:xfrm>
              <a:off x="70561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4AC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3">
              <a:extLst>
                <a:ext uri="{FF2B5EF4-FFF2-40B4-BE49-F238E27FC236}">
                  <a16:creationId xmlns:a16="http://schemas.microsoft.com/office/drawing/2014/main" id="{975C04FE-BA31-2DFB-C1B7-DBBA8B09E45E}"/>
                </a:ext>
              </a:extLst>
            </p:cNvPr>
            <p:cNvSpPr/>
            <p:nvPr/>
          </p:nvSpPr>
          <p:spPr>
            <a:xfrm>
              <a:off x="70688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4AB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4">
              <a:extLst>
                <a:ext uri="{FF2B5EF4-FFF2-40B4-BE49-F238E27FC236}">
                  <a16:creationId xmlns:a16="http://schemas.microsoft.com/office/drawing/2014/main" id="{4BE4D893-5177-7248-FF3E-BD792D210D73}"/>
                </a:ext>
              </a:extLst>
            </p:cNvPr>
            <p:cNvSpPr/>
            <p:nvPr/>
          </p:nvSpPr>
          <p:spPr>
            <a:xfrm>
              <a:off x="70815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3AA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5">
              <a:extLst>
                <a:ext uri="{FF2B5EF4-FFF2-40B4-BE49-F238E27FC236}">
                  <a16:creationId xmlns:a16="http://schemas.microsoft.com/office/drawing/2014/main" id="{E69C42BE-1C72-DA38-41F6-8DF9B94E20B0}"/>
                </a:ext>
              </a:extLst>
            </p:cNvPr>
            <p:cNvSpPr/>
            <p:nvPr/>
          </p:nvSpPr>
          <p:spPr>
            <a:xfrm>
              <a:off x="70942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2AA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46">
              <a:extLst>
                <a:ext uri="{FF2B5EF4-FFF2-40B4-BE49-F238E27FC236}">
                  <a16:creationId xmlns:a16="http://schemas.microsoft.com/office/drawing/2014/main" id="{888E8CE3-9F31-271C-A660-4B5A51CD8C10}"/>
                </a:ext>
              </a:extLst>
            </p:cNvPr>
            <p:cNvSpPr/>
            <p:nvPr/>
          </p:nvSpPr>
          <p:spPr>
            <a:xfrm>
              <a:off x="71069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2A9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47">
              <a:extLst>
                <a:ext uri="{FF2B5EF4-FFF2-40B4-BE49-F238E27FC236}">
                  <a16:creationId xmlns:a16="http://schemas.microsoft.com/office/drawing/2014/main" id="{74BDFC86-F764-67B6-3E61-14AC593675FE}"/>
                </a:ext>
              </a:extLst>
            </p:cNvPr>
            <p:cNvSpPr/>
            <p:nvPr/>
          </p:nvSpPr>
          <p:spPr>
            <a:xfrm>
              <a:off x="7119620" y="5433072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3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1430" y="259067"/>
                  </a:lnTo>
                  <a:lnTo>
                    <a:pt x="11430" y="257810"/>
                  </a:lnTo>
                  <a:close/>
                </a:path>
                <a:path w="11429" h="259079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59079">
                  <a:moveTo>
                    <a:pt x="1143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47650"/>
                  </a:lnTo>
                  <a:close/>
                </a:path>
                <a:path w="11429" h="259079">
                  <a:moveTo>
                    <a:pt x="1143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1300"/>
                  </a:lnTo>
                  <a:close/>
                </a:path>
                <a:path w="11429" h="259079">
                  <a:moveTo>
                    <a:pt x="1143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2410"/>
                  </a:lnTo>
                  <a:close/>
                </a:path>
                <a:path w="11429" h="259079">
                  <a:moveTo>
                    <a:pt x="1143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2250"/>
                  </a:lnTo>
                  <a:close/>
                </a:path>
                <a:path w="11429" h="259079">
                  <a:moveTo>
                    <a:pt x="1143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5900"/>
                  </a:lnTo>
                  <a:close/>
                </a:path>
                <a:path w="11429" h="259079">
                  <a:moveTo>
                    <a:pt x="1143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09550"/>
                  </a:lnTo>
                  <a:close/>
                </a:path>
                <a:path w="11429" h="259079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59079">
                  <a:moveTo>
                    <a:pt x="1143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0660"/>
                  </a:lnTo>
                  <a:close/>
                </a:path>
                <a:path w="11429" h="259079">
                  <a:moveTo>
                    <a:pt x="1143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4310"/>
                  </a:lnTo>
                  <a:close/>
                </a:path>
                <a:path w="11429" h="259079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59079">
                  <a:moveTo>
                    <a:pt x="1143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4150"/>
                  </a:lnTo>
                  <a:close/>
                </a:path>
                <a:path w="11429" h="259079">
                  <a:moveTo>
                    <a:pt x="1143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68910"/>
                  </a:lnTo>
                  <a:close/>
                </a:path>
                <a:path w="11429" h="259079">
                  <a:moveTo>
                    <a:pt x="1143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2560"/>
                  </a:lnTo>
                  <a:close/>
                </a:path>
                <a:path w="11429" h="259079">
                  <a:moveTo>
                    <a:pt x="1143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58750"/>
                  </a:lnTo>
                  <a:close/>
                </a:path>
                <a:path w="11429" h="259079">
                  <a:moveTo>
                    <a:pt x="1143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1430" y="158737"/>
                  </a:lnTo>
                  <a:lnTo>
                    <a:pt x="11430" y="152400"/>
                  </a:lnTo>
                  <a:close/>
                </a:path>
                <a:path w="11429" h="259079">
                  <a:moveTo>
                    <a:pt x="1143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1430" y="152387"/>
                  </a:lnTo>
                  <a:lnTo>
                    <a:pt x="11430" y="120650"/>
                  </a:lnTo>
                  <a:close/>
                </a:path>
                <a:path w="11429" h="259079">
                  <a:moveTo>
                    <a:pt x="1143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1430" y="120637"/>
                  </a:lnTo>
                  <a:lnTo>
                    <a:pt x="11430" y="114300"/>
                  </a:lnTo>
                  <a:close/>
                </a:path>
                <a:path w="11429" h="259079">
                  <a:moveTo>
                    <a:pt x="1143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07950"/>
                  </a:lnTo>
                  <a:close/>
                </a:path>
                <a:path w="11429" h="259079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59079">
                  <a:moveTo>
                    <a:pt x="1143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99060"/>
                  </a:lnTo>
                  <a:close/>
                </a:path>
                <a:path w="11429" h="259079">
                  <a:moveTo>
                    <a:pt x="1143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2710"/>
                  </a:lnTo>
                  <a:close/>
                </a:path>
                <a:path w="11429" h="259079">
                  <a:moveTo>
                    <a:pt x="1143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2550"/>
                  </a:lnTo>
                  <a:close/>
                </a:path>
                <a:path w="11429" h="259079">
                  <a:moveTo>
                    <a:pt x="1143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76200"/>
                  </a:lnTo>
                  <a:close/>
                </a:path>
                <a:path w="11429" h="259079">
                  <a:moveTo>
                    <a:pt x="1143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69850"/>
                  </a:lnTo>
                  <a:close/>
                </a:path>
                <a:path w="11429" h="259079">
                  <a:moveTo>
                    <a:pt x="1143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0960"/>
                  </a:lnTo>
                  <a:close/>
                </a:path>
                <a:path w="11429" h="259079">
                  <a:moveTo>
                    <a:pt x="1143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4610"/>
                  </a:lnTo>
                  <a:close/>
                </a:path>
                <a:path w="11429" h="259079">
                  <a:moveTo>
                    <a:pt x="1143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44450"/>
                  </a:lnTo>
                  <a:close/>
                </a:path>
                <a:path w="11429" h="259079">
                  <a:moveTo>
                    <a:pt x="1143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38100"/>
                  </a:lnTo>
                  <a:close/>
                </a:path>
                <a:path w="11429" h="259079">
                  <a:moveTo>
                    <a:pt x="1143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1750"/>
                  </a:lnTo>
                  <a:close/>
                </a:path>
                <a:path w="11429" h="259079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59079">
                  <a:moveTo>
                    <a:pt x="1143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2860"/>
                  </a:lnTo>
                  <a:close/>
                </a:path>
                <a:path w="11429" h="259079">
                  <a:moveTo>
                    <a:pt x="1143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2700"/>
                  </a:lnTo>
                  <a:close/>
                </a:path>
                <a:path w="11429" h="259079">
                  <a:moveTo>
                    <a:pt x="1143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6350"/>
                  </a:lnTo>
                  <a:close/>
                </a:path>
                <a:path w="11429" h="259079">
                  <a:moveTo>
                    <a:pt x="1143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B1A8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48">
              <a:extLst>
                <a:ext uri="{FF2B5EF4-FFF2-40B4-BE49-F238E27FC236}">
                  <a16:creationId xmlns:a16="http://schemas.microsoft.com/office/drawing/2014/main" id="{C821D9CD-1481-97A1-76D6-6C63D4C1E231}"/>
                </a:ext>
              </a:extLst>
            </p:cNvPr>
            <p:cNvSpPr/>
            <p:nvPr/>
          </p:nvSpPr>
          <p:spPr>
            <a:xfrm>
              <a:off x="7131050" y="5433072"/>
              <a:ext cx="13970" cy="259079"/>
            </a:xfrm>
            <a:custGeom>
              <a:avLst/>
              <a:gdLst/>
              <a:ahLst/>
              <a:cxnLst/>
              <a:rect l="l" t="t" r="r" b="b"/>
              <a:pathLst>
                <a:path w="13970" h="259079">
                  <a:moveTo>
                    <a:pt x="1397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3970" y="259067"/>
                  </a:lnTo>
                  <a:lnTo>
                    <a:pt x="13970" y="257810"/>
                  </a:lnTo>
                  <a:close/>
                </a:path>
                <a:path w="13970" h="259079">
                  <a:moveTo>
                    <a:pt x="1397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3970" y="257797"/>
                  </a:lnTo>
                  <a:lnTo>
                    <a:pt x="13970" y="254000"/>
                  </a:lnTo>
                  <a:close/>
                </a:path>
                <a:path w="13970" h="259079">
                  <a:moveTo>
                    <a:pt x="1397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3970" y="253987"/>
                  </a:lnTo>
                  <a:lnTo>
                    <a:pt x="13970" y="247650"/>
                  </a:lnTo>
                  <a:close/>
                </a:path>
                <a:path w="13970" h="259079">
                  <a:moveTo>
                    <a:pt x="1397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3970" y="247637"/>
                  </a:lnTo>
                  <a:lnTo>
                    <a:pt x="13970" y="241300"/>
                  </a:lnTo>
                  <a:close/>
                </a:path>
                <a:path w="13970" h="259079">
                  <a:moveTo>
                    <a:pt x="1397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3970" y="241287"/>
                  </a:lnTo>
                  <a:lnTo>
                    <a:pt x="13970" y="232410"/>
                  </a:lnTo>
                  <a:close/>
                </a:path>
                <a:path w="13970" h="259079">
                  <a:moveTo>
                    <a:pt x="1397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3970" y="232397"/>
                  </a:lnTo>
                  <a:lnTo>
                    <a:pt x="13970" y="222250"/>
                  </a:lnTo>
                  <a:close/>
                </a:path>
                <a:path w="13970" h="259079">
                  <a:moveTo>
                    <a:pt x="1397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3970" y="222237"/>
                  </a:lnTo>
                  <a:lnTo>
                    <a:pt x="13970" y="215900"/>
                  </a:lnTo>
                  <a:close/>
                </a:path>
                <a:path w="13970" h="259079">
                  <a:moveTo>
                    <a:pt x="1397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3970" y="215887"/>
                  </a:lnTo>
                  <a:lnTo>
                    <a:pt x="13970" y="209550"/>
                  </a:lnTo>
                  <a:close/>
                </a:path>
                <a:path w="13970" h="259079">
                  <a:moveTo>
                    <a:pt x="1397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3970" y="209537"/>
                  </a:lnTo>
                  <a:lnTo>
                    <a:pt x="13970" y="207010"/>
                  </a:lnTo>
                  <a:close/>
                </a:path>
                <a:path w="13970" h="259079">
                  <a:moveTo>
                    <a:pt x="1397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3970" y="206997"/>
                  </a:lnTo>
                  <a:lnTo>
                    <a:pt x="13970" y="200660"/>
                  </a:lnTo>
                  <a:close/>
                </a:path>
                <a:path w="13970" h="259079">
                  <a:moveTo>
                    <a:pt x="1397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3970" y="200647"/>
                  </a:lnTo>
                  <a:lnTo>
                    <a:pt x="13970" y="194310"/>
                  </a:lnTo>
                  <a:close/>
                </a:path>
                <a:path w="13970" h="259079">
                  <a:moveTo>
                    <a:pt x="1397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3970" y="194297"/>
                  </a:lnTo>
                  <a:lnTo>
                    <a:pt x="13970" y="190500"/>
                  </a:lnTo>
                  <a:close/>
                </a:path>
                <a:path w="13970" h="259079">
                  <a:moveTo>
                    <a:pt x="1397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3970" y="190487"/>
                  </a:lnTo>
                  <a:lnTo>
                    <a:pt x="13970" y="184150"/>
                  </a:lnTo>
                  <a:close/>
                </a:path>
                <a:path w="13970" h="259079">
                  <a:moveTo>
                    <a:pt x="1397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3970" y="184137"/>
                  </a:lnTo>
                  <a:lnTo>
                    <a:pt x="13970" y="168910"/>
                  </a:lnTo>
                  <a:close/>
                </a:path>
                <a:path w="13970" h="259079">
                  <a:moveTo>
                    <a:pt x="1397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3970" y="168897"/>
                  </a:lnTo>
                  <a:lnTo>
                    <a:pt x="13970" y="162560"/>
                  </a:lnTo>
                  <a:close/>
                </a:path>
                <a:path w="13970" h="259079">
                  <a:moveTo>
                    <a:pt x="1397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3970" y="162547"/>
                  </a:lnTo>
                  <a:lnTo>
                    <a:pt x="13970" y="158750"/>
                  </a:lnTo>
                  <a:close/>
                </a:path>
                <a:path w="13970" h="259079">
                  <a:moveTo>
                    <a:pt x="1397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3970" y="158737"/>
                  </a:lnTo>
                  <a:lnTo>
                    <a:pt x="13970" y="152400"/>
                  </a:lnTo>
                  <a:close/>
                </a:path>
                <a:path w="13970" h="259079">
                  <a:moveTo>
                    <a:pt x="1397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3970" y="152387"/>
                  </a:lnTo>
                  <a:lnTo>
                    <a:pt x="13970" y="120650"/>
                  </a:lnTo>
                  <a:close/>
                </a:path>
                <a:path w="13970" h="259079">
                  <a:moveTo>
                    <a:pt x="1397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3970" y="120637"/>
                  </a:lnTo>
                  <a:lnTo>
                    <a:pt x="13970" y="114300"/>
                  </a:lnTo>
                  <a:close/>
                </a:path>
                <a:path w="13970" h="259079">
                  <a:moveTo>
                    <a:pt x="1397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3970" y="114287"/>
                  </a:lnTo>
                  <a:lnTo>
                    <a:pt x="13970" y="107950"/>
                  </a:lnTo>
                  <a:close/>
                </a:path>
                <a:path w="13970" h="259079">
                  <a:moveTo>
                    <a:pt x="1397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3970" y="107937"/>
                  </a:lnTo>
                  <a:lnTo>
                    <a:pt x="13970" y="105410"/>
                  </a:lnTo>
                  <a:close/>
                </a:path>
                <a:path w="13970" h="259079">
                  <a:moveTo>
                    <a:pt x="1397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3970" y="105397"/>
                  </a:lnTo>
                  <a:lnTo>
                    <a:pt x="13970" y="99060"/>
                  </a:lnTo>
                  <a:close/>
                </a:path>
                <a:path w="13970" h="259079">
                  <a:moveTo>
                    <a:pt x="1397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3970" y="99047"/>
                  </a:lnTo>
                  <a:lnTo>
                    <a:pt x="13970" y="92710"/>
                  </a:lnTo>
                  <a:close/>
                </a:path>
                <a:path w="13970" h="259079">
                  <a:moveTo>
                    <a:pt x="1397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3970" y="92697"/>
                  </a:lnTo>
                  <a:lnTo>
                    <a:pt x="13970" y="82550"/>
                  </a:lnTo>
                  <a:close/>
                </a:path>
                <a:path w="13970" h="259079">
                  <a:moveTo>
                    <a:pt x="1397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3970" y="82537"/>
                  </a:lnTo>
                  <a:lnTo>
                    <a:pt x="13970" y="76200"/>
                  </a:lnTo>
                  <a:close/>
                </a:path>
                <a:path w="13970" h="259079">
                  <a:moveTo>
                    <a:pt x="1397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3970" y="76187"/>
                  </a:lnTo>
                  <a:lnTo>
                    <a:pt x="13970" y="69850"/>
                  </a:lnTo>
                  <a:close/>
                </a:path>
                <a:path w="13970" h="259079">
                  <a:moveTo>
                    <a:pt x="1397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3970" y="69837"/>
                  </a:lnTo>
                  <a:lnTo>
                    <a:pt x="13970" y="60960"/>
                  </a:lnTo>
                  <a:close/>
                </a:path>
                <a:path w="13970" h="259079">
                  <a:moveTo>
                    <a:pt x="1397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3970" y="60947"/>
                  </a:lnTo>
                  <a:lnTo>
                    <a:pt x="13970" y="54610"/>
                  </a:lnTo>
                  <a:close/>
                </a:path>
                <a:path w="13970" h="259079">
                  <a:moveTo>
                    <a:pt x="1397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3970" y="54597"/>
                  </a:lnTo>
                  <a:lnTo>
                    <a:pt x="13970" y="44450"/>
                  </a:lnTo>
                  <a:close/>
                </a:path>
                <a:path w="13970" h="259079">
                  <a:moveTo>
                    <a:pt x="1397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3970" y="44437"/>
                  </a:lnTo>
                  <a:lnTo>
                    <a:pt x="13970" y="38100"/>
                  </a:lnTo>
                  <a:close/>
                </a:path>
                <a:path w="13970" h="259079">
                  <a:moveTo>
                    <a:pt x="1397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3970" y="38087"/>
                  </a:lnTo>
                  <a:lnTo>
                    <a:pt x="13970" y="31750"/>
                  </a:lnTo>
                  <a:close/>
                </a:path>
                <a:path w="13970" h="259079">
                  <a:moveTo>
                    <a:pt x="1397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3970" y="31737"/>
                  </a:lnTo>
                  <a:lnTo>
                    <a:pt x="13970" y="29210"/>
                  </a:lnTo>
                  <a:close/>
                </a:path>
                <a:path w="13970" h="259079">
                  <a:moveTo>
                    <a:pt x="1397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3970" y="29197"/>
                  </a:lnTo>
                  <a:lnTo>
                    <a:pt x="13970" y="22860"/>
                  </a:lnTo>
                  <a:close/>
                </a:path>
                <a:path w="13970" h="259079">
                  <a:moveTo>
                    <a:pt x="1397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3970" y="22847"/>
                  </a:lnTo>
                  <a:lnTo>
                    <a:pt x="13970" y="12700"/>
                  </a:lnTo>
                  <a:close/>
                </a:path>
                <a:path w="13970" h="259079">
                  <a:moveTo>
                    <a:pt x="1397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3970" y="12687"/>
                  </a:lnTo>
                  <a:lnTo>
                    <a:pt x="13970" y="6350"/>
                  </a:lnTo>
                  <a:close/>
                </a:path>
                <a:path w="13970" h="259079">
                  <a:moveTo>
                    <a:pt x="1397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3970" y="6337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B1A8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49">
              <a:extLst>
                <a:ext uri="{FF2B5EF4-FFF2-40B4-BE49-F238E27FC236}">
                  <a16:creationId xmlns:a16="http://schemas.microsoft.com/office/drawing/2014/main" id="{F93094FF-8BB2-FF61-CA4B-6A1656620FA6}"/>
                </a:ext>
              </a:extLst>
            </p:cNvPr>
            <p:cNvSpPr/>
            <p:nvPr/>
          </p:nvSpPr>
          <p:spPr>
            <a:xfrm>
              <a:off x="714502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B0A7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0">
              <a:extLst>
                <a:ext uri="{FF2B5EF4-FFF2-40B4-BE49-F238E27FC236}">
                  <a16:creationId xmlns:a16="http://schemas.microsoft.com/office/drawing/2014/main" id="{3315E542-77EE-74F5-FE3E-C88CA234169E}"/>
                </a:ext>
              </a:extLst>
            </p:cNvPr>
            <p:cNvSpPr/>
            <p:nvPr/>
          </p:nvSpPr>
          <p:spPr>
            <a:xfrm>
              <a:off x="7157720" y="5433072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3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1430" y="259067"/>
                  </a:lnTo>
                  <a:lnTo>
                    <a:pt x="11430" y="257810"/>
                  </a:lnTo>
                  <a:close/>
                </a:path>
                <a:path w="11429" h="259079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59079">
                  <a:moveTo>
                    <a:pt x="1143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47650"/>
                  </a:lnTo>
                  <a:close/>
                </a:path>
                <a:path w="11429" h="259079">
                  <a:moveTo>
                    <a:pt x="1143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1300"/>
                  </a:lnTo>
                  <a:close/>
                </a:path>
                <a:path w="11429" h="259079">
                  <a:moveTo>
                    <a:pt x="1143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2410"/>
                  </a:lnTo>
                  <a:close/>
                </a:path>
                <a:path w="11429" h="259079">
                  <a:moveTo>
                    <a:pt x="1143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2250"/>
                  </a:lnTo>
                  <a:close/>
                </a:path>
                <a:path w="11429" h="259079">
                  <a:moveTo>
                    <a:pt x="1143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5900"/>
                  </a:lnTo>
                  <a:close/>
                </a:path>
                <a:path w="11429" h="259079">
                  <a:moveTo>
                    <a:pt x="1143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09550"/>
                  </a:lnTo>
                  <a:close/>
                </a:path>
                <a:path w="11429" h="259079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59079">
                  <a:moveTo>
                    <a:pt x="1143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0660"/>
                  </a:lnTo>
                  <a:close/>
                </a:path>
                <a:path w="11429" h="259079">
                  <a:moveTo>
                    <a:pt x="1143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4310"/>
                  </a:lnTo>
                  <a:close/>
                </a:path>
                <a:path w="11429" h="259079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59079">
                  <a:moveTo>
                    <a:pt x="1143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4150"/>
                  </a:lnTo>
                  <a:close/>
                </a:path>
                <a:path w="11429" h="259079">
                  <a:moveTo>
                    <a:pt x="1143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68910"/>
                  </a:lnTo>
                  <a:close/>
                </a:path>
                <a:path w="11429" h="259079">
                  <a:moveTo>
                    <a:pt x="1143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2560"/>
                  </a:lnTo>
                  <a:close/>
                </a:path>
                <a:path w="11429" h="259079">
                  <a:moveTo>
                    <a:pt x="1143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58750"/>
                  </a:lnTo>
                  <a:close/>
                </a:path>
                <a:path w="11429" h="259079">
                  <a:moveTo>
                    <a:pt x="1143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1430" y="158737"/>
                  </a:lnTo>
                  <a:lnTo>
                    <a:pt x="11430" y="152400"/>
                  </a:lnTo>
                  <a:close/>
                </a:path>
                <a:path w="11429" h="259079">
                  <a:moveTo>
                    <a:pt x="1143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1430" y="152387"/>
                  </a:lnTo>
                  <a:lnTo>
                    <a:pt x="11430" y="120650"/>
                  </a:lnTo>
                  <a:close/>
                </a:path>
                <a:path w="11429" h="259079">
                  <a:moveTo>
                    <a:pt x="1143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1430" y="120637"/>
                  </a:lnTo>
                  <a:lnTo>
                    <a:pt x="11430" y="114300"/>
                  </a:lnTo>
                  <a:close/>
                </a:path>
                <a:path w="11429" h="259079">
                  <a:moveTo>
                    <a:pt x="1143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07950"/>
                  </a:lnTo>
                  <a:close/>
                </a:path>
                <a:path w="11429" h="259079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59079">
                  <a:moveTo>
                    <a:pt x="1143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99060"/>
                  </a:lnTo>
                  <a:close/>
                </a:path>
                <a:path w="11429" h="259079">
                  <a:moveTo>
                    <a:pt x="1143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2710"/>
                  </a:lnTo>
                  <a:close/>
                </a:path>
                <a:path w="11429" h="259079">
                  <a:moveTo>
                    <a:pt x="1143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2550"/>
                  </a:lnTo>
                  <a:close/>
                </a:path>
                <a:path w="11429" h="259079">
                  <a:moveTo>
                    <a:pt x="1143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76200"/>
                  </a:lnTo>
                  <a:close/>
                </a:path>
                <a:path w="11429" h="259079">
                  <a:moveTo>
                    <a:pt x="1143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69850"/>
                  </a:lnTo>
                  <a:close/>
                </a:path>
                <a:path w="11429" h="259079">
                  <a:moveTo>
                    <a:pt x="1143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0960"/>
                  </a:lnTo>
                  <a:close/>
                </a:path>
                <a:path w="11429" h="259079">
                  <a:moveTo>
                    <a:pt x="1143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4610"/>
                  </a:lnTo>
                  <a:close/>
                </a:path>
                <a:path w="11429" h="259079">
                  <a:moveTo>
                    <a:pt x="1143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44450"/>
                  </a:lnTo>
                  <a:close/>
                </a:path>
                <a:path w="11429" h="259079">
                  <a:moveTo>
                    <a:pt x="1143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38100"/>
                  </a:lnTo>
                  <a:close/>
                </a:path>
                <a:path w="11429" h="259079">
                  <a:moveTo>
                    <a:pt x="1143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1750"/>
                  </a:lnTo>
                  <a:close/>
                </a:path>
                <a:path w="11429" h="259079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59079">
                  <a:moveTo>
                    <a:pt x="1143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2860"/>
                  </a:lnTo>
                  <a:close/>
                </a:path>
                <a:path w="11429" h="259079">
                  <a:moveTo>
                    <a:pt x="1143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2700"/>
                  </a:lnTo>
                  <a:close/>
                </a:path>
                <a:path w="11429" h="259079">
                  <a:moveTo>
                    <a:pt x="1143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6350"/>
                  </a:lnTo>
                  <a:close/>
                </a:path>
                <a:path w="11429" h="259079">
                  <a:moveTo>
                    <a:pt x="1143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AFA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1">
              <a:extLst>
                <a:ext uri="{FF2B5EF4-FFF2-40B4-BE49-F238E27FC236}">
                  <a16:creationId xmlns:a16="http://schemas.microsoft.com/office/drawing/2014/main" id="{AB28F3B3-B294-A95D-4C69-71C6C27FEFA4}"/>
                </a:ext>
              </a:extLst>
            </p:cNvPr>
            <p:cNvSpPr/>
            <p:nvPr/>
          </p:nvSpPr>
          <p:spPr>
            <a:xfrm>
              <a:off x="71691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FA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2">
              <a:extLst>
                <a:ext uri="{FF2B5EF4-FFF2-40B4-BE49-F238E27FC236}">
                  <a16:creationId xmlns:a16="http://schemas.microsoft.com/office/drawing/2014/main" id="{16D67AAC-1080-DD69-0B95-FC34A08DE6A7}"/>
                </a:ext>
              </a:extLst>
            </p:cNvPr>
            <p:cNvSpPr/>
            <p:nvPr/>
          </p:nvSpPr>
          <p:spPr>
            <a:xfrm>
              <a:off x="71818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EA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3">
              <a:extLst>
                <a:ext uri="{FF2B5EF4-FFF2-40B4-BE49-F238E27FC236}">
                  <a16:creationId xmlns:a16="http://schemas.microsoft.com/office/drawing/2014/main" id="{C4A7421A-7F1C-37F1-4A71-C77CA215219A}"/>
                </a:ext>
              </a:extLst>
            </p:cNvPr>
            <p:cNvSpPr/>
            <p:nvPr/>
          </p:nvSpPr>
          <p:spPr>
            <a:xfrm>
              <a:off x="71945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EA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4">
              <a:extLst>
                <a:ext uri="{FF2B5EF4-FFF2-40B4-BE49-F238E27FC236}">
                  <a16:creationId xmlns:a16="http://schemas.microsoft.com/office/drawing/2014/main" id="{FB49EAEF-10E8-C15D-FCD1-62FA092F011D}"/>
                </a:ext>
              </a:extLst>
            </p:cNvPr>
            <p:cNvSpPr/>
            <p:nvPr/>
          </p:nvSpPr>
          <p:spPr>
            <a:xfrm>
              <a:off x="72072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DA4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5">
              <a:extLst>
                <a:ext uri="{FF2B5EF4-FFF2-40B4-BE49-F238E27FC236}">
                  <a16:creationId xmlns:a16="http://schemas.microsoft.com/office/drawing/2014/main" id="{0E72A4BC-A7B9-3D1F-84E0-27B66A4EF8FA}"/>
                </a:ext>
              </a:extLst>
            </p:cNvPr>
            <p:cNvSpPr/>
            <p:nvPr/>
          </p:nvSpPr>
          <p:spPr>
            <a:xfrm>
              <a:off x="72199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CA3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56">
              <a:extLst>
                <a:ext uri="{FF2B5EF4-FFF2-40B4-BE49-F238E27FC236}">
                  <a16:creationId xmlns:a16="http://schemas.microsoft.com/office/drawing/2014/main" id="{56915B0F-699B-955E-0588-923BF1434DA4}"/>
                </a:ext>
              </a:extLst>
            </p:cNvPr>
            <p:cNvSpPr/>
            <p:nvPr/>
          </p:nvSpPr>
          <p:spPr>
            <a:xfrm>
              <a:off x="72326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CA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57">
              <a:extLst>
                <a:ext uri="{FF2B5EF4-FFF2-40B4-BE49-F238E27FC236}">
                  <a16:creationId xmlns:a16="http://schemas.microsoft.com/office/drawing/2014/main" id="{7B4C417A-298F-3E7B-4593-01967F6D6894}"/>
                </a:ext>
              </a:extLst>
            </p:cNvPr>
            <p:cNvSpPr/>
            <p:nvPr/>
          </p:nvSpPr>
          <p:spPr>
            <a:xfrm>
              <a:off x="72453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BA2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58">
              <a:extLst>
                <a:ext uri="{FF2B5EF4-FFF2-40B4-BE49-F238E27FC236}">
                  <a16:creationId xmlns:a16="http://schemas.microsoft.com/office/drawing/2014/main" id="{D954E736-915B-2C36-75C5-CEDF8220784E}"/>
                </a:ext>
              </a:extLst>
            </p:cNvPr>
            <p:cNvSpPr/>
            <p:nvPr/>
          </p:nvSpPr>
          <p:spPr>
            <a:xfrm>
              <a:off x="72580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BA1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59">
              <a:extLst>
                <a:ext uri="{FF2B5EF4-FFF2-40B4-BE49-F238E27FC236}">
                  <a16:creationId xmlns:a16="http://schemas.microsoft.com/office/drawing/2014/main" id="{CE842712-5513-A801-500B-83D29FABAF6A}"/>
                </a:ext>
              </a:extLst>
            </p:cNvPr>
            <p:cNvSpPr/>
            <p:nvPr/>
          </p:nvSpPr>
          <p:spPr>
            <a:xfrm>
              <a:off x="72707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AA0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0">
              <a:extLst>
                <a:ext uri="{FF2B5EF4-FFF2-40B4-BE49-F238E27FC236}">
                  <a16:creationId xmlns:a16="http://schemas.microsoft.com/office/drawing/2014/main" id="{7405897F-64DD-D119-4C89-EC46F564EE5E}"/>
                </a:ext>
              </a:extLst>
            </p:cNvPr>
            <p:cNvSpPr/>
            <p:nvPr/>
          </p:nvSpPr>
          <p:spPr>
            <a:xfrm>
              <a:off x="72834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9A0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1">
              <a:extLst>
                <a:ext uri="{FF2B5EF4-FFF2-40B4-BE49-F238E27FC236}">
                  <a16:creationId xmlns:a16="http://schemas.microsoft.com/office/drawing/2014/main" id="{E7FD43F2-1CC4-8172-0703-C22CE89FB7A0}"/>
                </a:ext>
              </a:extLst>
            </p:cNvPr>
            <p:cNvSpPr/>
            <p:nvPr/>
          </p:nvSpPr>
          <p:spPr>
            <a:xfrm>
              <a:off x="72961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99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2">
              <a:extLst>
                <a:ext uri="{FF2B5EF4-FFF2-40B4-BE49-F238E27FC236}">
                  <a16:creationId xmlns:a16="http://schemas.microsoft.com/office/drawing/2014/main" id="{F87D7E34-FAF6-B4B4-804B-AB7AA25D8F98}"/>
                </a:ext>
              </a:extLst>
            </p:cNvPr>
            <p:cNvSpPr/>
            <p:nvPr/>
          </p:nvSpPr>
          <p:spPr>
            <a:xfrm>
              <a:off x="730885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89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3">
              <a:extLst>
                <a:ext uri="{FF2B5EF4-FFF2-40B4-BE49-F238E27FC236}">
                  <a16:creationId xmlns:a16="http://schemas.microsoft.com/office/drawing/2014/main" id="{E68CE3FF-511A-2D87-E776-35CA7419E191}"/>
                </a:ext>
              </a:extLst>
            </p:cNvPr>
            <p:cNvSpPr/>
            <p:nvPr/>
          </p:nvSpPr>
          <p:spPr>
            <a:xfrm>
              <a:off x="7321550" y="5433072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3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1430" y="259067"/>
                  </a:lnTo>
                  <a:lnTo>
                    <a:pt x="11430" y="257810"/>
                  </a:lnTo>
                  <a:close/>
                </a:path>
                <a:path w="11429" h="259079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59079">
                  <a:moveTo>
                    <a:pt x="1143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47650"/>
                  </a:lnTo>
                  <a:close/>
                </a:path>
                <a:path w="11429" h="259079">
                  <a:moveTo>
                    <a:pt x="1143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1300"/>
                  </a:lnTo>
                  <a:close/>
                </a:path>
                <a:path w="11429" h="259079">
                  <a:moveTo>
                    <a:pt x="1143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2410"/>
                  </a:lnTo>
                  <a:close/>
                </a:path>
                <a:path w="11429" h="259079">
                  <a:moveTo>
                    <a:pt x="1143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2250"/>
                  </a:lnTo>
                  <a:close/>
                </a:path>
                <a:path w="11429" h="259079">
                  <a:moveTo>
                    <a:pt x="1143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5900"/>
                  </a:lnTo>
                  <a:close/>
                </a:path>
                <a:path w="11429" h="259079">
                  <a:moveTo>
                    <a:pt x="1143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09550"/>
                  </a:lnTo>
                  <a:close/>
                </a:path>
                <a:path w="11429" h="259079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59079">
                  <a:moveTo>
                    <a:pt x="1143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0660"/>
                  </a:lnTo>
                  <a:close/>
                </a:path>
                <a:path w="11429" h="259079">
                  <a:moveTo>
                    <a:pt x="1143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4310"/>
                  </a:lnTo>
                  <a:close/>
                </a:path>
                <a:path w="11429" h="259079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59079">
                  <a:moveTo>
                    <a:pt x="1143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4150"/>
                  </a:lnTo>
                  <a:close/>
                </a:path>
                <a:path w="11429" h="259079">
                  <a:moveTo>
                    <a:pt x="1143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68910"/>
                  </a:lnTo>
                  <a:close/>
                </a:path>
                <a:path w="11429" h="259079">
                  <a:moveTo>
                    <a:pt x="1143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2560"/>
                  </a:lnTo>
                  <a:close/>
                </a:path>
                <a:path w="11429" h="259079">
                  <a:moveTo>
                    <a:pt x="1143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58750"/>
                  </a:lnTo>
                  <a:close/>
                </a:path>
                <a:path w="11429" h="259079">
                  <a:moveTo>
                    <a:pt x="1143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1430" y="158737"/>
                  </a:lnTo>
                  <a:lnTo>
                    <a:pt x="11430" y="152400"/>
                  </a:lnTo>
                  <a:close/>
                </a:path>
                <a:path w="11429" h="259079">
                  <a:moveTo>
                    <a:pt x="1143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1430" y="152387"/>
                  </a:lnTo>
                  <a:lnTo>
                    <a:pt x="11430" y="120650"/>
                  </a:lnTo>
                  <a:close/>
                </a:path>
                <a:path w="11429" h="259079">
                  <a:moveTo>
                    <a:pt x="1143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1430" y="120637"/>
                  </a:lnTo>
                  <a:lnTo>
                    <a:pt x="11430" y="114300"/>
                  </a:lnTo>
                  <a:close/>
                </a:path>
                <a:path w="11429" h="259079">
                  <a:moveTo>
                    <a:pt x="1143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07950"/>
                  </a:lnTo>
                  <a:close/>
                </a:path>
                <a:path w="11429" h="259079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59079">
                  <a:moveTo>
                    <a:pt x="1143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99060"/>
                  </a:lnTo>
                  <a:close/>
                </a:path>
                <a:path w="11429" h="259079">
                  <a:moveTo>
                    <a:pt x="1143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2710"/>
                  </a:lnTo>
                  <a:close/>
                </a:path>
                <a:path w="11429" h="259079">
                  <a:moveTo>
                    <a:pt x="1143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2550"/>
                  </a:lnTo>
                  <a:close/>
                </a:path>
                <a:path w="11429" h="259079">
                  <a:moveTo>
                    <a:pt x="1143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76200"/>
                  </a:lnTo>
                  <a:close/>
                </a:path>
                <a:path w="11429" h="259079">
                  <a:moveTo>
                    <a:pt x="1143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69850"/>
                  </a:lnTo>
                  <a:close/>
                </a:path>
                <a:path w="11429" h="259079">
                  <a:moveTo>
                    <a:pt x="1143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0960"/>
                  </a:lnTo>
                  <a:close/>
                </a:path>
                <a:path w="11429" h="259079">
                  <a:moveTo>
                    <a:pt x="1143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4610"/>
                  </a:lnTo>
                  <a:close/>
                </a:path>
                <a:path w="11429" h="259079">
                  <a:moveTo>
                    <a:pt x="1143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44450"/>
                  </a:lnTo>
                  <a:close/>
                </a:path>
                <a:path w="11429" h="259079">
                  <a:moveTo>
                    <a:pt x="1143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38100"/>
                  </a:lnTo>
                  <a:close/>
                </a:path>
                <a:path w="11429" h="259079">
                  <a:moveTo>
                    <a:pt x="1143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1750"/>
                  </a:lnTo>
                  <a:close/>
                </a:path>
                <a:path w="11429" h="259079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59079">
                  <a:moveTo>
                    <a:pt x="1143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2860"/>
                  </a:lnTo>
                  <a:close/>
                </a:path>
                <a:path w="11429" h="259079">
                  <a:moveTo>
                    <a:pt x="1143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2700"/>
                  </a:lnTo>
                  <a:close/>
                </a:path>
                <a:path w="11429" h="259079">
                  <a:moveTo>
                    <a:pt x="1143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6350"/>
                  </a:lnTo>
                  <a:close/>
                </a:path>
                <a:path w="11429" h="259079">
                  <a:moveTo>
                    <a:pt x="1143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A89E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4">
              <a:extLst>
                <a:ext uri="{FF2B5EF4-FFF2-40B4-BE49-F238E27FC236}">
                  <a16:creationId xmlns:a16="http://schemas.microsoft.com/office/drawing/2014/main" id="{561F6647-6A78-3616-897E-38A8D04865F8}"/>
                </a:ext>
              </a:extLst>
            </p:cNvPr>
            <p:cNvSpPr/>
            <p:nvPr/>
          </p:nvSpPr>
          <p:spPr>
            <a:xfrm>
              <a:off x="73329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79D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5">
              <a:extLst>
                <a:ext uri="{FF2B5EF4-FFF2-40B4-BE49-F238E27FC236}">
                  <a16:creationId xmlns:a16="http://schemas.microsoft.com/office/drawing/2014/main" id="{585DE8EF-07F1-0E0E-1B80-D73C6A2EE37A}"/>
                </a:ext>
              </a:extLst>
            </p:cNvPr>
            <p:cNvSpPr/>
            <p:nvPr/>
          </p:nvSpPr>
          <p:spPr>
            <a:xfrm>
              <a:off x="73456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69C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66">
              <a:extLst>
                <a:ext uri="{FF2B5EF4-FFF2-40B4-BE49-F238E27FC236}">
                  <a16:creationId xmlns:a16="http://schemas.microsoft.com/office/drawing/2014/main" id="{B82B3FFA-F091-4A83-199B-83B291FD00CA}"/>
                </a:ext>
              </a:extLst>
            </p:cNvPr>
            <p:cNvSpPr/>
            <p:nvPr/>
          </p:nvSpPr>
          <p:spPr>
            <a:xfrm>
              <a:off x="73583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69C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67">
              <a:extLst>
                <a:ext uri="{FF2B5EF4-FFF2-40B4-BE49-F238E27FC236}">
                  <a16:creationId xmlns:a16="http://schemas.microsoft.com/office/drawing/2014/main" id="{1ABF4D9F-ABF6-DA56-EAB7-5E0792DF1856}"/>
                </a:ext>
              </a:extLst>
            </p:cNvPr>
            <p:cNvSpPr/>
            <p:nvPr/>
          </p:nvSpPr>
          <p:spPr>
            <a:xfrm>
              <a:off x="73710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59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68">
              <a:extLst>
                <a:ext uri="{FF2B5EF4-FFF2-40B4-BE49-F238E27FC236}">
                  <a16:creationId xmlns:a16="http://schemas.microsoft.com/office/drawing/2014/main" id="{19B82179-E3F8-92B0-EBB0-A3FD625FDC91}"/>
                </a:ext>
              </a:extLst>
            </p:cNvPr>
            <p:cNvSpPr/>
            <p:nvPr/>
          </p:nvSpPr>
          <p:spPr>
            <a:xfrm>
              <a:off x="73837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59A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69">
              <a:extLst>
                <a:ext uri="{FF2B5EF4-FFF2-40B4-BE49-F238E27FC236}">
                  <a16:creationId xmlns:a16="http://schemas.microsoft.com/office/drawing/2014/main" id="{6A338BB3-2EA8-1D97-AE7A-086577225542}"/>
                </a:ext>
              </a:extLst>
            </p:cNvPr>
            <p:cNvSpPr/>
            <p:nvPr/>
          </p:nvSpPr>
          <p:spPr>
            <a:xfrm>
              <a:off x="73964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49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0">
              <a:extLst>
                <a:ext uri="{FF2B5EF4-FFF2-40B4-BE49-F238E27FC236}">
                  <a16:creationId xmlns:a16="http://schemas.microsoft.com/office/drawing/2014/main" id="{DABBE0D6-A4CD-626D-13C1-FC754251AC61}"/>
                </a:ext>
              </a:extLst>
            </p:cNvPr>
            <p:cNvSpPr/>
            <p:nvPr/>
          </p:nvSpPr>
          <p:spPr>
            <a:xfrm>
              <a:off x="7409180" y="5433072"/>
              <a:ext cx="25400" cy="259079"/>
            </a:xfrm>
            <a:custGeom>
              <a:avLst/>
              <a:gdLst/>
              <a:ahLst/>
              <a:cxnLst/>
              <a:rect l="l" t="t" r="r" b="b"/>
              <a:pathLst>
                <a:path w="254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25400" h="259079">
                  <a:moveTo>
                    <a:pt x="25400" y="254000"/>
                  </a:moveTo>
                  <a:lnTo>
                    <a:pt x="12700" y="254000"/>
                  </a:ln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25400" y="257797"/>
                  </a:lnTo>
                  <a:lnTo>
                    <a:pt x="25400" y="254000"/>
                  </a:lnTo>
                  <a:close/>
                </a:path>
                <a:path w="25400" h="259079">
                  <a:moveTo>
                    <a:pt x="25400" y="247650"/>
                  </a:moveTo>
                  <a:lnTo>
                    <a:pt x="12700" y="247650"/>
                  </a:ln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25400" y="253987"/>
                  </a:lnTo>
                  <a:lnTo>
                    <a:pt x="25400" y="247650"/>
                  </a:lnTo>
                  <a:close/>
                </a:path>
                <a:path w="25400" h="259079">
                  <a:moveTo>
                    <a:pt x="25400" y="241300"/>
                  </a:moveTo>
                  <a:lnTo>
                    <a:pt x="12700" y="241300"/>
                  </a:ln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25400" y="247637"/>
                  </a:lnTo>
                  <a:lnTo>
                    <a:pt x="25400" y="241300"/>
                  </a:lnTo>
                  <a:close/>
                </a:path>
                <a:path w="25400" h="259079">
                  <a:moveTo>
                    <a:pt x="25400" y="232410"/>
                  </a:moveTo>
                  <a:lnTo>
                    <a:pt x="12700" y="232410"/>
                  </a:ln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25400" y="241287"/>
                  </a:lnTo>
                  <a:lnTo>
                    <a:pt x="25400" y="232410"/>
                  </a:lnTo>
                  <a:close/>
                </a:path>
                <a:path w="25400" h="259079">
                  <a:moveTo>
                    <a:pt x="25400" y="222250"/>
                  </a:moveTo>
                  <a:lnTo>
                    <a:pt x="12700" y="222250"/>
                  </a:ln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25400" y="232397"/>
                  </a:lnTo>
                  <a:lnTo>
                    <a:pt x="25400" y="222250"/>
                  </a:lnTo>
                  <a:close/>
                </a:path>
                <a:path w="25400" h="259079">
                  <a:moveTo>
                    <a:pt x="25400" y="215900"/>
                  </a:moveTo>
                  <a:lnTo>
                    <a:pt x="12700" y="215900"/>
                  </a:ln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25400" y="222237"/>
                  </a:lnTo>
                  <a:lnTo>
                    <a:pt x="25400" y="215900"/>
                  </a:lnTo>
                  <a:close/>
                </a:path>
                <a:path w="25400" h="259079">
                  <a:moveTo>
                    <a:pt x="25400" y="209550"/>
                  </a:moveTo>
                  <a:lnTo>
                    <a:pt x="12700" y="209550"/>
                  </a:ln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25400" y="215887"/>
                  </a:lnTo>
                  <a:lnTo>
                    <a:pt x="25400" y="209550"/>
                  </a:lnTo>
                  <a:close/>
                </a:path>
                <a:path w="25400" h="259079">
                  <a:moveTo>
                    <a:pt x="25400" y="207010"/>
                  </a:moveTo>
                  <a:lnTo>
                    <a:pt x="12700" y="207010"/>
                  </a:ln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25400" y="209537"/>
                  </a:lnTo>
                  <a:lnTo>
                    <a:pt x="25400" y="207010"/>
                  </a:lnTo>
                  <a:close/>
                </a:path>
                <a:path w="25400" h="259079">
                  <a:moveTo>
                    <a:pt x="25400" y="200660"/>
                  </a:moveTo>
                  <a:lnTo>
                    <a:pt x="12700" y="200660"/>
                  </a:ln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25400" y="206997"/>
                  </a:lnTo>
                  <a:lnTo>
                    <a:pt x="25400" y="200660"/>
                  </a:lnTo>
                  <a:close/>
                </a:path>
                <a:path w="25400" h="259079">
                  <a:moveTo>
                    <a:pt x="25400" y="194310"/>
                  </a:moveTo>
                  <a:lnTo>
                    <a:pt x="12700" y="194310"/>
                  </a:ln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25400" y="200647"/>
                  </a:lnTo>
                  <a:lnTo>
                    <a:pt x="25400" y="194310"/>
                  </a:lnTo>
                  <a:close/>
                </a:path>
                <a:path w="25400" h="259079">
                  <a:moveTo>
                    <a:pt x="25400" y="190500"/>
                  </a:moveTo>
                  <a:lnTo>
                    <a:pt x="12700" y="190500"/>
                  </a:ln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25400" y="194297"/>
                  </a:lnTo>
                  <a:lnTo>
                    <a:pt x="25400" y="190500"/>
                  </a:lnTo>
                  <a:close/>
                </a:path>
                <a:path w="25400" h="259079">
                  <a:moveTo>
                    <a:pt x="25400" y="184150"/>
                  </a:moveTo>
                  <a:lnTo>
                    <a:pt x="12700" y="184150"/>
                  </a:ln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25400" y="190487"/>
                  </a:lnTo>
                  <a:lnTo>
                    <a:pt x="25400" y="184150"/>
                  </a:lnTo>
                  <a:close/>
                </a:path>
                <a:path w="25400" h="259079">
                  <a:moveTo>
                    <a:pt x="25400" y="168910"/>
                  </a:moveTo>
                  <a:lnTo>
                    <a:pt x="12700" y="168910"/>
                  </a:ln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25400" y="184137"/>
                  </a:lnTo>
                  <a:lnTo>
                    <a:pt x="25400" y="168910"/>
                  </a:lnTo>
                  <a:close/>
                </a:path>
                <a:path w="25400" h="259079">
                  <a:moveTo>
                    <a:pt x="25400" y="162560"/>
                  </a:moveTo>
                  <a:lnTo>
                    <a:pt x="12700" y="162560"/>
                  </a:ln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25400" y="168897"/>
                  </a:lnTo>
                  <a:lnTo>
                    <a:pt x="25400" y="162560"/>
                  </a:lnTo>
                  <a:close/>
                </a:path>
                <a:path w="25400" h="259079">
                  <a:moveTo>
                    <a:pt x="25400" y="158750"/>
                  </a:moveTo>
                  <a:lnTo>
                    <a:pt x="12700" y="158750"/>
                  </a:ln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25400" y="162547"/>
                  </a:lnTo>
                  <a:lnTo>
                    <a:pt x="25400" y="158750"/>
                  </a:lnTo>
                  <a:close/>
                </a:path>
                <a:path w="25400" h="259079">
                  <a:moveTo>
                    <a:pt x="25400" y="152400"/>
                  </a:moveTo>
                  <a:lnTo>
                    <a:pt x="12700" y="152400"/>
                  </a:ln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25400" y="158737"/>
                  </a:lnTo>
                  <a:lnTo>
                    <a:pt x="25400" y="152400"/>
                  </a:lnTo>
                  <a:close/>
                </a:path>
                <a:path w="25400" h="259079">
                  <a:moveTo>
                    <a:pt x="25400" y="120650"/>
                  </a:moveTo>
                  <a:lnTo>
                    <a:pt x="12700" y="120650"/>
                  </a:ln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25400" y="152387"/>
                  </a:lnTo>
                  <a:lnTo>
                    <a:pt x="25400" y="120650"/>
                  </a:lnTo>
                  <a:close/>
                </a:path>
                <a:path w="25400" h="259079">
                  <a:moveTo>
                    <a:pt x="25400" y="114300"/>
                  </a:moveTo>
                  <a:lnTo>
                    <a:pt x="12700" y="114300"/>
                  </a:ln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25400" y="120637"/>
                  </a:lnTo>
                  <a:lnTo>
                    <a:pt x="25400" y="114300"/>
                  </a:lnTo>
                  <a:close/>
                </a:path>
                <a:path w="25400" h="259079">
                  <a:moveTo>
                    <a:pt x="25400" y="107950"/>
                  </a:moveTo>
                  <a:lnTo>
                    <a:pt x="12700" y="107950"/>
                  </a:ln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25400" y="114287"/>
                  </a:lnTo>
                  <a:lnTo>
                    <a:pt x="25400" y="107950"/>
                  </a:lnTo>
                  <a:close/>
                </a:path>
                <a:path w="25400" h="259079">
                  <a:moveTo>
                    <a:pt x="25400" y="105410"/>
                  </a:moveTo>
                  <a:lnTo>
                    <a:pt x="12700" y="105410"/>
                  </a:ln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25400" y="107937"/>
                  </a:lnTo>
                  <a:lnTo>
                    <a:pt x="25400" y="105410"/>
                  </a:lnTo>
                  <a:close/>
                </a:path>
                <a:path w="25400" h="259079">
                  <a:moveTo>
                    <a:pt x="25400" y="99060"/>
                  </a:moveTo>
                  <a:lnTo>
                    <a:pt x="12700" y="99060"/>
                  </a:ln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25400" y="105397"/>
                  </a:lnTo>
                  <a:lnTo>
                    <a:pt x="25400" y="99060"/>
                  </a:lnTo>
                  <a:close/>
                </a:path>
                <a:path w="25400" h="259079">
                  <a:moveTo>
                    <a:pt x="25400" y="92710"/>
                  </a:moveTo>
                  <a:lnTo>
                    <a:pt x="12700" y="92710"/>
                  </a:ln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25400" y="99047"/>
                  </a:lnTo>
                  <a:lnTo>
                    <a:pt x="25400" y="92710"/>
                  </a:lnTo>
                  <a:close/>
                </a:path>
                <a:path w="25400" h="259079">
                  <a:moveTo>
                    <a:pt x="25400" y="82550"/>
                  </a:moveTo>
                  <a:lnTo>
                    <a:pt x="12700" y="82550"/>
                  </a:ln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25400" y="92697"/>
                  </a:lnTo>
                  <a:lnTo>
                    <a:pt x="25400" y="82550"/>
                  </a:lnTo>
                  <a:close/>
                </a:path>
                <a:path w="25400" h="259079">
                  <a:moveTo>
                    <a:pt x="25400" y="76200"/>
                  </a:moveTo>
                  <a:lnTo>
                    <a:pt x="12700" y="76200"/>
                  </a:ln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25400" y="82537"/>
                  </a:lnTo>
                  <a:lnTo>
                    <a:pt x="25400" y="76200"/>
                  </a:lnTo>
                  <a:close/>
                </a:path>
                <a:path w="25400" h="259079">
                  <a:moveTo>
                    <a:pt x="25400" y="69850"/>
                  </a:moveTo>
                  <a:lnTo>
                    <a:pt x="12700" y="69850"/>
                  </a:ln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25400" y="76187"/>
                  </a:lnTo>
                  <a:lnTo>
                    <a:pt x="25400" y="69850"/>
                  </a:lnTo>
                  <a:close/>
                </a:path>
                <a:path w="25400" h="259079">
                  <a:moveTo>
                    <a:pt x="25400" y="60960"/>
                  </a:moveTo>
                  <a:lnTo>
                    <a:pt x="12700" y="60960"/>
                  </a:ln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25400" y="69837"/>
                  </a:lnTo>
                  <a:lnTo>
                    <a:pt x="25400" y="60960"/>
                  </a:lnTo>
                  <a:close/>
                </a:path>
                <a:path w="25400" h="259079">
                  <a:moveTo>
                    <a:pt x="25400" y="54610"/>
                  </a:moveTo>
                  <a:lnTo>
                    <a:pt x="12700" y="54610"/>
                  </a:ln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25400" y="60947"/>
                  </a:lnTo>
                  <a:lnTo>
                    <a:pt x="25400" y="54610"/>
                  </a:lnTo>
                  <a:close/>
                </a:path>
                <a:path w="25400" h="259079">
                  <a:moveTo>
                    <a:pt x="25400" y="44450"/>
                  </a:moveTo>
                  <a:lnTo>
                    <a:pt x="12700" y="44450"/>
                  </a:ln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25400" y="54597"/>
                  </a:lnTo>
                  <a:lnTo>
                    <a:pt x="25400" y="44450"/>
                  </a:lnTo>
                  <a:close/>
                </a:path>
                <a:path w="25400" h="259079">
                  <a:moveTo>
                    <a:pt x="25400" y="38100"/>
                  </a:moveTo>
                  <a:lnTo>
                    <a:pt x="12700" y="38100"/>
                  </a:ln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25400" y="44437"/>
                  </a:lnTo>
                  <a:lnTo>
                    <a:pt x="25400" y="38100"/>
                  </a:lnTo>
                  <a:close/>
                </a:path>
                <a:path w="25400" h="259079">
                  <a:moveTo>
                    <a:pt x="25400" y="31750"/>
                  </a:moveTo>
                  <a:lnTo>
                    <a:pt x="12700" y="31750"/>
                  </a:ln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25400" y="38087"/>
                  </a:lnTo>
                  <a:lnTo>
                    <a:pt x="25400" y="31750"/>
                  </a:lnTo>
                  <a:close/>
                </a:path>
                <a:path w="25400" h="259079">
                  <a:moveTo>
                    <a:pt x="25400" y="29210"/>
                  </a:moveTo>
                  <a:lnTo>
                    <a:pt x="12700" y="29210"/>
                  </a:ln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25400" y="31737"/>
                  </a:lnTo>
                  <a:lnTo>
                    <a:pt x="25400" y="29210"/>
                  </a:lnTo>
                  <a:close/>
                </a:path>
                <a:path w="25400" h="259079">
                  <a:moveTo>
                    <a:pt x="25400" y="22860"/>
                  </a:moveTo>
                  <a:lnTo>
                    <a:pt x="12700" y="22860"/>
                  </a:ln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25400" y="29197"/>
                  </a:lnTo>
                  <a:lnTo>
                    <a:pt x="25400" y="22860"/>
                  </a:lnTo>
                  <a:close/>
                </a:path>
                <a:path w="25400" h="259079">
                  <a:moveTo>
                    <a:pt x="25400" y="12700"/>
                  </a:moveTo>
                  <a:lnTo>
                    <a:pt x="12700" y="12700"/>
                  </a:ln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25400" y="22847"/>
                  </a:lnTo>
                  <a:lnTo>
                    <a:pt x="25400" y="12700"/>
                  </a:lnTo>
                  <a:close/>
                </a:path>
                <a:path w="25400" h="259079">
                  <a:moveTo>
                    <a:pt x="25400" y="6350"/>
                  </a:moveTo>
                  <a:lnTo>
                    <a:pt x="12700" y="6350"/>
                  </a:ln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25400" y="12687"/>
                  </a:lnTo>
                  <a:lnTo>
                    <a:pt x="25400" y="6350"/>
                  </a:lnTo>
                  <a:close/>
                </a:path>
                <a:path w="25400" h="259079">
                  <a:moveTo>
                    <a:pt x="25400" y="0"/>
                  </a:moveTo>
                  <a:lnTo>
                    <a:pt x="12700" y="0"/>
                  </a:ln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25400" y="6337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A399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1">
              <a:extLst>
                <a:ext uri="{FF2B5EF4-FFF2-40B4-BE49-F238E27FC236}">
                  <a16:creationId xmlns:a16="http://schemas.microsoft.com/office/drawing/2014/main" id="{5AC9AA34-37B9-8FBA-D6B8-5EDE18FA7F15}"/>
                </a:ext>
              </a:extLst>
            </p:cNvPr>
            <p:cNvSpPr/>
            <p:nvPr/>
          </p:nvSpPr>
          <p:spPr>
            <a:xfrm>
              <a:off x="7421880" y="568707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3810"/>
                  </a:moveTo>
                  <a:lnTo>
                    <a:pt x="0" y="3810"/>
                  </a:lnTo>
                  <a:lnTo>
                    <a:pt x="0" y="5067"/>
                  </a:lnTo>
                  <a:lnTo>
                    <a:pt x="12700" y="5067"/>
                  </a:lnTo>
                  <a:lnTo>
                    <a:pt x="12700" y="3810"/>
                  </a:lnTo>
                  <a:close/>
                </a:path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2700" y="379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399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2">
              <a:extLst>
                <a:ext uri="{FF2B5EF4-FFF2-40B4-BE49-F238E27FC236}">
                  <a16:creationId xmlns:a16="http://schemas.microsoft.com/office/drawing/2014/main" id="{AEBE9BB2-7112-6D66-7481-B13E15EE9CB2}"/>
                </a:ext>
              </a:extLst>
            </p:cNvPr>
            <p:cNvSpPr/>
            <p:nvPr/>
          </p:nvSpPr>
          <p:spPr>
            <a:xfrm>
              <a:off x="74345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298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3">
              <a:extLst>
                <a:ext uri="{FF2B5EF4-FFF2-40B4-BE49-F238E27FC236}">
                  <a16:creationId xmlns:a16="http://schemas.microsoft.com/office/drawing/2014/main" id="{A1C285F1-E4A7-6C90-E6EE-D328F5711480}"/>
                </a:ext>
              </a:extLst>
            </p:cNvPr>
            <p:cNvSpPr/>
            <p:nvPr/>
          </p:nvSpPr>
          <p:spPr>
            <a:xfrm>
              <a:off x="74472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297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4">
              <a:extLst>
                <a:ext uri="{FF2B5EF4-FFF2-40B4-BE49-F238E27FC236}">
                  <a16:creationId xmlns:a16="http://schemas.microsoft.com/office/drawing/2014/main" id="{E16DE606-ABAE-7EBF-5A4F-6A5862477EC5}"/>
                </a:ext>
              </a:extLst>
            </p:cNvPr>
            <p:cNvSpPr/>
            <p:nvPr/>
          </p:nvSpPr>
          <p:spPr>
            <a:xfrm>
              <a:off x="74599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197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5">
              <a:extLst>
                <a:ext uri="{FF2B5EF4-FFF2-40B4-BE49-F238E27FC236}">
                  <a16:creationId xmlns:a16="http://schemas.microsoft.com/office/drawing/2014/main" id="{754954C0-E3FB-5607-B0DE-9BFE96F22CB1}"/>
                </a:ext>
              </a:extLst>
            </p:cNvPr>
            <p:cNvSpPr/>
            <p:nvPr/>
          </p:nvSpPr>
          <p:spPr>
            <a:xfrm>
              <a:off x="747268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196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76">
              <a:extLst>
                <a:ext uri="{FF2B5EF4-FFF2-40B4-BE49-F238E27FC236}">
                  <a16:creationId xmlns:a16="http://schemas.microsoft.com/office/drawing/2014/main" id="{7D1FB73B-1F80-D62B-FA9B-AAF487BB935E}"/>
                </a:ext>
              </a:extLst>
            </p:cNvPr>
            <p:cNvSpPr/>
            <p:nvPr/>
          </p:nvSpPr>
          <p:spPr>
            <a:xfrm>
              <a:off x="7485380" y="5433072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3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1430" y="259067"/>
                  </a:lnTo>
                  <a:lnTo>
                    <a:pt x="11430" y="257810"/>
                  </a:lnTo>
                  <a:close/>
                </a:path>
                <a:path w="11429" h="259079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59079">
                  <a:moveTo>
                    <a:pt x="1143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47650"/>
                  </a:lnTo>
                  <a:close/>
                </a:path>
                <a:path w="11429" h="259079">
                  <a:moveTo>
                    <a:pt x="1143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1300"/>
                  </a:lnTo>
                  <a:close/>
                </a:path>
                <a:path w="11429" h="259079">
                  <a:moveTo>
                    <a:pt x="1143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2410"/>
                  </a:lnTo>
                  <a:close/>
                </a:path>
                <a:path w="11429" h="259079">
                  <a:moveTo>
                    <a:pt x="1143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2250"/>
                  </a:lnTo>
                  <a:close/>
                </a:path>
                <a:path w="11429" h="259079">
                  <a:moveTo>
                    <a:pt x="1143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5900"/>
                  </a:lnTo>
                  <a:close/>
                </a:path>
                <a:path w="11429" h="259079">
                  <a:moveTo>
                    <a:pt x="1143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09550"/>
                  </a:lnTo>
                  <a:close/>
                </a:path>
                <a:path w="11429" h="259079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59079">
                  <a:moveTo>
                    <a:pt x="1143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0660"/>
                  </a:lnTo>
                  <a:close/>
                </a:path>
                <a:path w="11429" h="259079">
                  <a:moveTo>
                    <a:pt x="1143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4310"/>
                  </a:lnTo>
                  <a:close/>
                </a:path>
                <a:path w="11429" h="259079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59079">
                  <a:moveTo>
                    <a:pt x="1143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4150"/>
                  </a:lnTo>
                  <a:close/>
                </a:path>
                <a:path w="11429" h="259079">
                  <a:moveTo>
                    <a:pt x="1143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68910"/>
                  </a:lnTo>
                  <a:close/>
                </a:path>
                <a:path w="11429" h="259079">
                  <a:moveTo>
                    <a:pt x="1143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2560"/>
                  </a:lnTo>
                  <a:close/>
                </a:path>
                <a:path w="11429" h="259079">
                  <a:moveTo>
                    <a:pt x="1143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58750"/>
                  </a:lnTo>
                  <a:close/>
                </a:path>
                <a:path w="11429" h="259079">
                  <a:moveTo>
                    <a:pt x="1143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1430" y="158737"/>
                  </a:lnTo>
                  <a:lnTo>
                    <a:pt x="11430" y="152400"/>
                  </a:lnTo>
                  <a:close/>
                </a:path>
                <a:path w="11429" h="259079">
                  <a:moveTo>
                    <a:pt x="1143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1430" y="152387"/>
                  </a:lnTo>
                  <a:lnTo>
                    <a:pt x="11430" y="120650"/>
                  </a:lnTo>
                  <a:close/>
                </a:path>
                <a:path w="11429" h="259079">
                  <a:moveTo>
                    <a:pt x="1143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1430" y="120637"/>
                  </a:lnTo>
                  <a:lnTo>
                    <a:pt x="11430" y="114300"/>
                  </a:lnTo>
                  <a:close/>
                </a:path>
                <a:path w="11429" h="259079">
                  <a:moveTo>
                    <a:pt x="1143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07950"/>
                  </a:lnTo>
                  <a:close/>
                </a:path>
                <a:path w="11429" h="259079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59079">
                  <a:moveTo>
                    <a:pt x="1143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99060"/>
                  </a:lnTo>
                  <a:close/>
                </a:path>
                <a:path w="11429" h="259079">
                  <a:moveTo>
                    <a:pt x="1143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2710"/>
                  </a:lnTo>
                  <a:close/>
                </a:path>
                <a:path w="11429" h="259079">
                  <a:moveTo>
                    <a:pt x="1143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2550"/>
                  </a:lnTo>
                  <a:close/>
                </a:path>
                <a:path w="11429" h="259079">
                  <a:moveTo>
                    <a:pt x="1143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76200"/>
                  </a:lnTo>
                  <a:close/>
                </a:path>
                <a:path w="11429" h="259079">
                  <a:moveTo>
                    <a:pt x="1143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69850"/>
                  </a:lnTo>
                  <a:close/>
                </a:path>
                <a:path w="11429" h="259079">
                  <a:moveTo>
                    <a:pt x="1143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0960"/>
                  </a:lnTo>
                  <a:close/>
                </a:path>
                <a:path w="11429" h="259079">
                  <a:moveTo>
                    <a:pt x="1143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4610"/>
                  </a:lnTo>
                  <a:close/>
                </a:path>
                <a:path w="11429" h="259079">
                  <a:moveTo>
                    <a:pt x="1143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44450"/>
                  </a:lnTo>
                  <a:close/>
                </a:path>
                <a:path w="11429" h="259079">
                  <a:moveTo>
                    <a:pt x="1143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38100"/>
                  </a:lnTo>
                  <a:close/>
                </a:path>
                <a:path w="11429" h="259079">
                  <a:moveTo>
                    <a:pt x="1143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1750"/>
                  </a:lnTo>
                  <a:close/>
                </a:path>
                <a:path w="11429" h="259079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59079">
                  <a:moveTo>
                    <a:pt x="1143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2860"/>
                  </a:lnTo>
                  <a:close/>
                </a:path>
                <a:path w="11429" h="259079">
                  <a:moveTo>
                    <a:pt x="1143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2700"/>
                  </a:lnTo>
                  <a:close/>
                </a:path>
                <a:path w="11429" h="259079">
                  <a:moveTo>
                    <a:pt x="1143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6350"/>
                  </a:lnTo>
                  <a:close/>
                </a:path>
                <a:path w="11429" h="259079">
                  <a:moveTo>
                    <a:pt x="1143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A095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77">
              <a:extLst>
                <a:ext uri="{FF2B5EF4-FFF2-40B4-BE49-F238E27FC236}">
                  <a16:creationId xmlns:a16="http://schemas.microsoft.com/office/drawing/2014/main" id="{FADC3DE0-BDA9-C4D5-DF97-2F4C664E704E}"/>
                </a:ext>
              </a:extLst>
            </p:cNvPr>
            <p:cNvSpPr/>
            <p:nvPr/>
          </p:nvSpPr>
          <p:spPr>
            <a:xfrm>
              <a:off x="74968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F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78">
              <a:extLst>
                <a:ext uri="{FF2B5EF4-FFF2-40B4-BE49-F238E27FC236}">
                  <a16:creationId xmlns:a16="http://schemas.microsoft.com/office/drawing/2014/main" id="{EA8B87D1-DC8E-ADD5-8D87-C0D3CBA0E24B}"/>
                </a:ext>
              </a:extLst>
            </p:cNvPr>
            <p:cNvSpPr/>
            <p:nvPr/>
          </p:nvSpPr>
          <p:spPr>
            <a:xfrm>
              <a:off x="75095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F94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79">
              <a:extLst>
                <a:ext uri="{FF2B5EF4-FFF2-40B4-BE49-F238E27FC236}">
                  <a16:creationId xmlns:a16="http://schemas.microsoft.com/office/drawing/2014/main" id="{2A8F6783-588E-31F9-2E3B-2A294E236C93}"/>
                </a:ext>
              </a:extLst>
            </p:cNvPr>
            <p:cNvSpPr/>
            <p:nvPr/>
          </p:nvSpPr>
          <p:spPr>
            <a:xfrm>
              <a:off x="75222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E93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0">
              <a:extLst>
                <a:ext uri="{FF2B5EF4-FFF2-40B4-BE49-F238E27FC236}">
                  <a16:creationId xmlns:a16="http://schemas.microsoft.com/office/drawing/2014/main" id="{EBD56004-A845-57F7-627D-C57ECE3BF03C}"/>
                </a:ext>
              </a:extLst>
            </p:cNvPr>
            <p:cNvSpPr/>
            <p:nvPr/>
          </p:nvSpPr>
          <p:spPr>
            <a:xfrm>
              <a:off x="75349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E93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1">
              <a:extLst>
                <a:ext uri="{FF2B5EF4-FFF2-40B4-BE49-F238E27FC236}">
                  <a16:creationId xmlns:a16="http://schemas.microsoft.com/office/drawing/2014/main" id="{5C0FD4C1-C213-402C-74BB-9A4895D990DD}"/>
                </a:ext>
              </a:extLst>
            </p:cNvPr>
            <p:cNvSpPr/>
            <p:nvPr/>
          </p:nvSpPr>
          <p:spPr>
            <a:xfrm>
              <a:off x="75476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D92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2">
              <a:extLst>
                <a:ext uri="{FF2B5EF4-FFF2-40B4-BE49-F238E27FC236}">
                  <a16:creationId xmlns:a16="http://schemas.microsoft.com/office/drawing/2014/main" id="{C629DB5E-3FBD-2770-227C-E0B4CBD8C047}"/>
                </a:ext>
              </a:extLst>
            </p:cNvPr>
            <p:cNvSpPr/>
            <p:nvPr/>
          </p:nvSpPr>
          <p:spPr>
            <a:xfrm>
              <a:off x="75603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C91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3">
              <a:extLst>
                <a:ext uri="{FF2B5EF4-FFF2-40B4-BE49-F238E27FC236}">
                  <a16:creationId xmlns:a16="http://schemas.microsoft.com/office/drawing/2014/main" id="{8EA23BBE-5D8C-AC08-0B59-52A7083462FA}"/>
                </a:ext>
              </a:extLst>
            </p:cNvPr>
            <p:cNvSpPr/>
            <p:nvPr/>
          </p:nvSpPr>
          <p:spPr>
            <a:xfrm>
              <a:off x="75730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C91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4">
              <a:extLst>
                <a:ext uri="{FF2B5EF4-FFF2-40B4-BE49-F238E27FC236}">
                  <a16:creationId xmlns:a16="http://schemas.microsoft.com/office/drawing/2014/main" id="{5CA1B2E8-BF25-57E3-9E7E-93274E344D5C}"/>
                </a:ext>
              </a:extLst>
            </p:cNvPr>
            <p:cNvSpPr/>
            <p:nvPr/>
          </p:nvSpPr>
          <p:spPr>
            <a:xfrm>
              <a:off x="75857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B90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5">
              <a:extLst>
                <a:ext uri="{FF2B5EF4-FFF2-40B4-BE49-F238E27FC236}">
                  <a16:creationId xmlns:a16="http://schemas.microsoft.com/office/drawing/2014/main" id="{F0C3442C-4B9B-49B1-2C8E-28C9BA8C44F5}"/>
                </a:ext>
              </a:extLst>
            </p:cNvPr>
            <p:cNvSpPr/>
            <p:nvPr/>
          </p:nvSpPr>
          <p:spPr>
            <a:xfrm>
              <a:off x="75984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B8F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86">
              <a:extLst>
                <a:ext uri="{FF2B5EF4-FFF2-40B4-BE49-F238E27FC236}">
                  <a16:creationId xmlns:a16="http://schemas.microsoft.com/office/drawing/2014/main" id="{7CFC77FA-AA86-4D19-6D30-9E2033A39832}"/>
                </a:ext>
              </a:extLst>
            </p:cNvPr>
            <p:cNvSpPr/>
            <p:nvPr/>
          </p:nvSpPr>
          <p:spPr>
            <a:xfrm>
              <a:off x="76111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A8F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87">
              <a:extLst>
                <a:ext uri="{FF2B5EF4-FFF2-40B4-BE49-F238E27FC236}">
                  <a16:creationId xmlns:a16="http://schemas.microsoft.com/office/drawing/2014/main" id="{D79D8075-0A0D-5627-C26A-8D9FC101BC15}"/>
                </a:ext>
              </a:extLst>
            </p:cNvPr>
            <p:cNvSpPr/>
            <p:nvPr/>
          </p:nvSpPr>
          <p:spPr>
            <a:xfrm>
              <a:off x="76238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98E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88">
              <a:extLst>
                <a:ext uri="{FF2B5EF4-FFF2-40B4-BE49-F238E27FC236}">
                  <a16:creationId xmlns:a16="http://schemas.microsoft.com/office/drawing/2014/main" id="{3F4B21FB-F4F5-A591-4C29-EA57876114FB}"/>
                </a:ext>
              </a:extLst>
            </p:cNvPr>
            <p:cNvSpPr/>
            <p:nvPr/>
          </p:nvSpPr>
          <p:spPr>
            <a:xfrm>
              <a:off x="76365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98D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89">
              <a:extLst>
                <a:ext uri="{FF2B5EF4-FFF2-40B4-BE49-F238E27FC236}">
                  <a16:creationId xmlns:a16="http://schemas.microsoft.com/office/drawing/2014/main" id="{DCA32584-8CF0-60F2-779E-D6A04A994248}"/>
                </a:ext>
              </a:extLst>
            </p:cNvPr>
            <p:cNvSpPr/>
            <p:nvPr/>
          </p:nvSpPr>
          <p:spPr>
            <a:xfrm>
              <a:off x="7649210" y="5433072"/>
              <a:ext cx="12700" cy="259079"/>
            </a:xfrm>
            <a:custGeom>
              <a:avLst/>
              <a:gdLst/>
              <a:ahLst/>
              <a:cxnLst/>
              <a:rect l="l" t="t" r="r" b="b"/>
              <a:pathLst>
                <a:path w="12700" h="259079">
                  <a:moveTo>
                    <a:pt x="12700" y="257810"/>
                  </a:moveTo>
                  <a:lnTo>
                    <a:pt x="0" y="257810"/>
                  </a:lnTo>
                  <a:lnTo>
                    <a:pt x="0" y="259067"/>
                  </a:lnTo>
                  <a:lnTo>
                    <a:pt x="12700" y="259067"/>
                  </a:lnTo>
                  <a:lnTo>
                    <a:pt x="12700" y="257810"/>
                  </a:lnTo>
                  <a:close/>
                </a:path>
                <a:path w="12700" h="259079">
                  <a:moveTo>
                    <a:pt x="1270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2700" y="257797"/>
                  </a:lnTo>
                  <a:lnTo>
                    <a:pt x="12700" y="254000"/>
                  </a:lnTo>
                  <a:close/>
                </a:path>
                <a:path w="12700" h="259079">
                  <a:moveTo>
                    <a:pt x="12700" y="247650"/>
                  </a:moveTo>
                  <a:lnTo>
                    <a:pt x="0" y="247650"/>
                  </a:lnTo>
                  <a:lnTo>
                    <a:pt x="0" y="253987"/>
                  </a:lnTo>
                  <a:lnTo>
                    <a:pt x="12700" y="253987"/>
                  </a:lnTo>
                  <a:lnTo>
                    <a:pt x="12700" y="247650"/>
                  </a:lnTo>
                  <a:close/>
                </a:path>
                <a:path w="12700" h="259079">
                  <a:moveTo>
                    <a:pt x="12700" y="241300"/>
                  </a:moveTo>
                  <a:lnTo>
                    <a:pt x="0" y="241300"/>
                  </a:lnTo>
                  <a:lnTo>
                    <a:pt x="0" y="247637"/>
                  </a:lnTo>
                  <a:lnTo>
                    <a:pt x="12700" y="247637"/>
                  </a:lnTo>
                  <a:lnTo>
                    <a:pt x="12700" y="241300"/>
                  </a:lnTo>
                  <a:close/>
                </a:path>
                <a:path w="12700" h="259079">
                  <a:moveTo>
                    <a:pt x="12700" y="232410"/>
                  </a:moveTo>
                  <a:lnTo>
                    <a:pt x="0" y="232410"/>
                  </a:lnTo>
                  <a:lnTo>
                    <a:pt x="0" y="241287"/>
                  </a:lnTo>
                  <a:lnTo>
                    <a:pt x="12700" y="241287"/>
                  </a:lnTo>
                  <a:lnTo>
                    <a:pt x="12700" y="232410"/>
                  </a:lnTo>
                  <a:close/>
                </a:path>
                <a:path w="12700" h="259079">
                  <a:moveTo>
                    <a:pt x="12700" y="222250"/>
                  </a:moveTo>
                  <a:lnTo>
                    <a:pt x="0" y="222250"/>
                  </a:lnTo>
                  <a:lnTo>
                    <a:pt x="0" y="232397"/>
                  </a:lnTo>
                  <a:lnTo>
                    <a:pt x="12700" y="232397"/>
                  </a:lnTo>
                  <a:lnTo>
                    <a:pt x="12700" y="222250"/>
                  </a:lnTo>
                  <a:close/>
                </a:path>
                <a:path w="12700" h="259079">
                  <a:moveTo>
                    <a:pt x="12700" y="215900"/>
                  </a:moveTo>
                  <a:lnTo>
                    <a:pt x="0" y="215900"/>
                  </a:lnTo>
                  <a:lnTo>
                    <a:pt x="0" y="222237"/>
                  </a:lnTo>
                  <a:lnTo>
                    <a:pt x="12700" y="222237"/>
                  </a:lnTo>
                  <a:lnTo>
                    <a:pt x="12700" y="215900"/>
                  </a:lnTo>
                  <a:close/>
                </a:path>
                <a:path w="12700" h="259079">
                  <a:moveTo>
                    <a:pt x="12700" y="209550"/>
                  </a:moveTo>
                  <a:lnTo>
                    <a:pt x="0" y="209550"/>
                  </a:lnTo>
                  <a:lnTo>
                    <a:pt x="0" y="215887"/>
                  </a:lnTo>
                  <a:lnTo>
                    <a:pt x="12700" y="215887"/>
                  </a:lnTo>
                  <a:lnTo>
                    <a:pt x="12700" y="209550"/>
                  </a:lnTo>
                  <a:close/>
                </a:path>
                <a:path w="12700" h="259079">
                  <a:moveTo>
                    <a:pt x="1270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2700" y="209537"/>
                  </a:lnTo>
                  <a:lnTo>
                    <a:pt x="12700" y="207010"/>
                  </a:lnTo>
                  <a:close/>
                </a:path>
                <a:path w="12700" h="259079">
                  <a:moveTo>
                    <a:pt x="12700" y="200660"/>
                  </a:moveTo>
                  <a:lnTo>
                    <a:pt x="0" y="200660"/>
                  </a:lnTo>
                  <a:lnTo>
                    <a:pt x="0" y="206997"/>
                  </a:lnTo>
                  <a:lnTo>
                    <a:pt x="12700" y="206997"/>
                  </a:lnTo>
                  <a:lnTo>
                    <a:pt x="12700" y="200660"/>
                  </a:lnTo>
                  <a:close/>
                </a:path>
                <a:path w="12700" h="259079">
                  <a:moveTo>
                    <a:pt x="12700" y="194310"/>
                  </a:moveTo>
                  <a:lnTo>
                    <a:pt x="0" y="194310"/>
                  </a:lnTo>
                  <a:lnTo>
                    <a:pt x="0" y="200647"/>
                  </a:lnTo>
                  <a:lnTo>
                    <a:pt x="12700" y="200647"/>
                  </a:lnTo>
                  <a:lnTo>
                    <a:pt x="12700" y="194310"/>
                  </a:lnTo>
                  <a:close/>
                </a:path>
                <a:path w="12700" h="259079">
                  <a:moveTo>
                    <a:pt x="1270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2700" y="194297"/>
                  </a:lnTo>
                  <a:lnTo>
                    <a:pt x="12700" y="190500"/>
                  </a:lnTo>
                  <a:close/>
                </a:path>
                <a:path w="12700" h="259079">
                  <a:moveTo>
                    <a:pt x="12700" y="184150"/>
                  </a:moveTo>
                  <a:lnTo>
                    <a:pt x="0" y="184150"/>
                  </a:lnTo>
                  <a:lnTo>
                    <a:pt x="0" y="190487"/>
                  </a:lnTo>
                  <a:lnTo>
                    <a:pt x="12700" y="190487"/>
                  </a:lnTo>
                  <a:lnTo>
                    <a:pt x="12700" y="184150"/>
                  </a:lnTo>
                  <a:close/>
                </a:path>
                <a:path w="12700" h="259079">
                  <a:moveTo>
                    <a:pt x="12700" y="168910"/>
                  </a:moveTo>
                  <a:lnTo>
                    <a:pt x="0" y="168910"/>
                  </a:lnTo>
                  <a:lnTo>
                    <a:pt x="0" y="184137"/>
                  </a:lnTo>
                  <a:lnTo>
                    <a:pt x="12700" y="184137"/>
                  </a:lnTo>
                  <a:lnTo>
                    <a:pt x="12700" y="168910"/>
                  </a:lnTo>
                  <a:close/>
                </a:path>
                <a:path w="12700" h="259079">
                  <a:moveTo>
                    <a:pt x="12700" y="162560"/>
                  </a:moveTo>
                  <a:lnTo>
                    <a:pt x="0" y="162560"/>
                  </a:lnTo>
                  <a:lnTo>
                    <a:pt x="0" y="168897"/>
                  </a:lnTo>
                  <a:lnTo>
                    <a:pt x="12700" y="168897"/>
                  </a:lnTo>
                  <a:lnTo>
                    <a:pt x="12700" y="162560"/>
                  </a:lnTo>
                  <a:close/>
                </a:path>
                <a:path w="12700" h="259079">
                  <a:moveTo>
                    <a:pt x="12700" y="158750"/>
                  </a:moveTo>
                  <a:lnTo>
                    <a:pt x="0" y="158750"/>
                  </a:lnTo>
                  <a:lnTo>
                    <a:pt x="0" y="162547"/>
                  </a:lnTo>
                  <a:lnTo>
                    <a:pt x="12700" y="162547"/>
                  </a:lnTo>
                  <a:lnTo>
                    <a:pt x="12700" y="158750"/>
                  </a:lnTo>
                  <a:close/>
                </a:path>
                <a:path w="12700" h="259079">
                  <a:moveTo>
                    <a:pt x="12700" y="152400"/>
                  </a:moveTo>
                  <a:lnTo>
                    <a:pt x="0" y="152400"/>
                  </a:lnTo>
                  <a:lnTo>
                    <a:pt x="0" y="158737"/>
                  </a:lnTo>
                  <a:lnTo>
                    <a:pt x="12700" y="158737"/>
                  </a:lnTo>
                  <a:lnTo>
                    <a:pt x="12700" y="152400"/>
                  </a:lnTo>
                  <a:close/>
                </a:path>
                <a:path w="12700" h="259079">
                  <a:moveTo>
                    <a:pt x="12700" y="120650"/>
                  </a:moveTo>
                  <a:lnTo>
                    <a:pt x="0" y="120650"/>
                  </a:lnTo>
                  <a:lnTo>
                    <a:pt x="0" y="152387"/>
                  </a:lnTo>
                  <a:lnTo>
                    <a:pt x="12700" y="152387"/>
                  </a:lnTo>
                  <a:lnTo>
                    <a:pt x="12700" y="120650"/>
                  </a:lnTo>
                  <a:close/>
                </a:path>
                <a:path w="12700" h="259079">
                  <a:moveTo>
                    <a:pt x="12700" y="114300"/>
                  </a:moveTo>
                  <a:lnTo>
                    <a:pt x="0" y="114300"/>
                  </a:lnTo>
                  <a:lnTo>
                    <a:pt x="0" y="120637"/>
                  </a:lnTo>
                  <a:lnTo>
                    <a:pt x="12700" y="120637"/>
                  </a:lnTo>
                  <a:lnTo>
                    <a:pt x="12700" y="114300"/>
                  </a:lnTo>
                  <a:close/>
                </a:path>
                <a:path w="12700" h="259079">
                  <a:moveTo>
                    <a:pt x="1270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2700" y="114287"/>
                  </a:lnTo>
                  <a:lnTo>
                    <a:pt x="12700" y="107950"/>
                  </a:lnTo>
                  <a:close/>
                </a:path>
                <a:path w="12700" h="259079">
                  <a:moveTo>
                    <a:pt x="1270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2700" y="107937"/>
                  </a:lnTo>
                  <a:lnTo>
                    <a:pt x="12700" y="105410"/>
                  </a:lnTo>
                  <a:close/>
                </a:path>
                <a:path w="12700" h="259079">
                  <a:moveTo>
                    <a:pt x="12700" y="99060"/>
                  </a:moveTo>
                  <a:lnTo>
                    <a:pt x="0" y="99060"/>
                  </a:lnTo>
                  <a:lnTo>
                    <a:pt x="0" y="105397"/>
                  </a:lnTo>
                  <a:lnTo>
                    <a:pt x="12700" y="105397"/>
                  </a:lnTo>
                  <a:lnTo>
                    <a:pt x="12700" y="99060"/>
                  </a:lnTo>
                  <a:close/>
                </a:path>
                <a:path w="12700" h="259079">
                  <a:moveTo>
                    <a:pt x="12700" y="92710"/>
                  </a:moveTo>
                  <a:lnTo>
                    <a:pt x="0" y="92710"/>
                  </a:lnTo>
                  <a:lnTo>
                    <a:pt x="0" y="99047"/>
                  </a:lnTo>
                  <a:lnTo>
                    <a:pt x="12700" y="99047"/>
                  </a:lnTo>
                  <a:lnTo>
                    <a:pt x="12700" y="92710"/>
                  </a:lnTo>
                  <a:close/>
                </a:path>
                <a:path w="12700" h="259079">
                  <a:moveTo>
                    <a:pt x="12700" y="82550"/>
                  </a:moveTo>
                  <a:lnTo>
                    <a:pt x="0" y="82550"/>
                  </a:lnTo>
                  <a:lnTo>
                    <a:pt x="0" y="92697"/>
                  </a:lnTo>
                  <a:lnTo>
                    <a:pt x="12700" y="92697"/>
                  </a:lnTo>
                  <a:lnTo>
                    <a:pt x="12700" y="82550"/>
                  </a:lnTo>
                  <a:close/>
                </a:path>
                <a:path w="12700" h="259079">
                  <a:moveTo>
                    <a:pt x="12700" y="76200"/>
                  </a:moveTo>
                  <a:lnTo>
                    <a:pt x="0" y="76200"/>
                  </a:lnTo>
                  <a:lnTo>
                    <a:pt x="0" y="82537"/>
                  </a:lnTo>
                  <a:lnTo>
                    <a:pt x="12700" y="82537"/>
                  </a:lnTo>
                  <a:lnTo>
                    <a:pt x="12700" y="76200"/>
                  </a:lnTo>
                  <a:close/>
                </a:path>
                <a:path w="12700" h="259079">
                  <a:moveTo>
                    <a:pt x="12700" y="69850"/>
                  </a:moveTo>
                  <a:lnTo>
                    <a:pt x="0" y="69850"/>
                  </a:lnTo>
                  <a:lnTo>
                    <a:pt x="0" y="76187"/>
                  </a:lnTo>
                  <a:lnTo>
                    <a:pt x="12700" y="76187"/>
                  </a:lnTo>
                  <a:lnTo>
                    <a:pt x="12700" y="69850"/>
                  </a:lnTo>
                  <a:close/>
                </a:path>
                <a:path w="12700" h="259079">
                  <a:moveTo>
                    <a:pt x="12700" y="60960"/>
                  </a:moveTo>
                  <a:lnTo>
                    <a:pt x="0" y="60960"/>
                  </a:lnTo>
                  <a:lnTo>
                    <a:pt x="0" y="69837"/>
                  </a:lnTo>
                  <a:lnTo>
                    <a:pt x="12700" y="69837"/>
                  </a:lnTo>
                  <a:lnTo>
                    <a:pt x="12700" y="60960"/>
                  </a:lnTo>
                  <a:close/>
                </a:path>
                <a:path w="12700" h="259079">
                  <a:moveTo>
                    <a:pt x="12700" y="54610"/>
                  </a:moveTo>
                  <a:lnTo>
                    <a:pt x="0" y="54610"/>
                  </a:lnTo>
                  <a:lnTo>
                    <a:pt x="0" y="60947"/>
                  </a:lnTo>
                  <a:lnTo>
                    <a:pt x="12700" y="60947"/>
                  </a:lnTo>
                  <a:lnTo>
                    <a:pt x="12700" y="54610"/>
                  </a:lnTo>
                  <a:close/>
                </a:path>
                <a:path w="12700" h="259079">
                  <a:moveTo>
                    <a:pt x="12700" y="44450"/>
                  </a:moveTo>
                  <a:lnTo>
                    <a:pt x="0" y="44450"/>
                  </a:lnTo>
                  <a:lnTo>
                    <a:pt x="0" y="54597"/>
                  </a:lnTo>
                  <a:lnTo>
                    <a:pt x="12700" y="54597"/>
                  </a:lnTo>
                  <a:lnTo>
                    <a:pt x="12700" y="44450"/>
                  </a:lnTo>
                  <a:close/>
                </a:path>
                <a:path w="12700" h="259079">
                  <a:moveTo>
                    <a:pt x="12700" y="38100"/>
                  </a:moveTo>
                  <a:lnTo>
                    <a:pt x="0" y="38100"/>
                  </a:lnTo>
                  <a:lnTo>
                    <a:pt x="0" y="44437"/>
                  </a:lnTo>
                  <a:lnTo>
                    <a:pt x="12700" y="44437"/>
                  </a:lnTo>
                  <a:lnTo>
                    <a:pt x="12700" y="38100"/>
                  </a:lnTo>
                  <a:close/>
                </a:path>
                <a:path w="12700" h="259079">
                  <a:moveTo>
                    <a:pt x="1270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12700" y="38087"/>
                  </a:lnTo>
                  <a:lnTo>
                    <a:pt x="12700" y="31750"/>
                  </a:lnTo>
                  <a:close/>
                </a:path>
                <a:path w="12700" h="259079">
                  <a:moveTo>
                    <a:pt x="1270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2700" y="31737"/>
                  </a:lnTo>
                  <a:lnTo>
                    <a:pt x="12700" y="29210"/>
                  </a:lnTo>
                  <a:close/>
                </a:path>
                <a:path w="12700" h="259079">
                  <a:moveTo>
                    <a:pt x="12700" y="22860"/>
                  </a:moveTo>
                  <a:lnTo>
                    <a:pt x="0" y="22860"/>
                  </a:lnTo>
                  <a:lnTo>
                    <a:pt x="0" y="29197"/>
                  </a:lnTo>
                  <a:lnTo>
                    <a:pt x="12700" y="29197"/>
                  </a:lnTo>
                  <a:lnTo>
                    <a:pt x="12700" y="22860"/>
                  </a:lnTo>
                  <a:close/>
                </a:path>
                <a:path w="12700" h="259079">
                  <a:moveTo>
                    <a:pt x="12700" y="12700"/>
                  </a:moveTo>
                  <a:lnTo>
                    <a:pt x="0" y="12700"/>
                  </a:lnTo>
                  <a:lnTo>
                    <a:pt x="0" y="22847"/>
                  </a:lnTo>
                  <a:lnTo>
                    <a:pt x="12700" y="22847"/>
                  </a:lnTo>
                  <a:lnTo>
                    <a:pt x="12700" y="12700"/>
                  </a:lnTo>
                  <a:close/>
                </a:path>
                <a:path w="12700" h="259079">
                  <a:moveTo>
                    <a:pt x="12700" y="6350"/>
                  </a:moveTo>
                  <a:lnTo>
                    <a:pt x="0" y="6350"/>
                  </a:lnTo>
                  <a:lnTo>
                    <a:pt x="0" y="12687"/>
                  </a:lnTo>
                  <a:lnTo>
                    <a:pt x="12700" y="12687"/>
                  </a:lnTo>
                  <a:lnTo>
                    <a:pt x="12700" y="6350"/>
                  </a:lnTo>
                  <a:close/>
                </a:path>
                <a:path w="12700" h="259079">
                  <a:moveTo>
                    <a:pt x="12700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12700" y="633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88D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0">
              <a:extLst>
                <a:ext uri="{FF2B5EF4-FFF2-40B4-BE49-F238E27FC236}">
                  <a16:creationId xmlns:a16="http://schemas.microsoft.com/office/drawing/2014/main" id="{CA07927A-D4E9-2ABD-DC77-A4C18CC2ABB0}"/>
                </a:ext>
              </a:extLst>
            </p:cNvPr>
            <p:cNvSpPr/>
            <p:nvPr/>
          </p:nvSpPr>
          <p:spPr>
            <a:xfrm>
              <a:off x="7669529" y="4202430"/>
              <a:ext cx="5080" cy="1109980"/>
            </a:xfrm>
            <a:custGeom>
              <a:avLst/>
              <a:gdLst/>
              <a:ahLst/>
              <a:cxnLst/>
              <a:rect l="l" t="t" r="r" b="b"/>
              <a:pathLst>
                <a:path w="5079" h="1109979">
                  <a:moveTo>
                    <a:pt x="5079" y="0"/>
                  </a:moveTo>
                  <a:lnTo>
                    <a:pt x="0" y="0"/>
                  </a:lnTo>
                  <a:lnTo>
                    <a:pt x="0" y="1109980"/>
                  </a:lnTo>
                  <a:lnTo>
                    <a:pt x="5079" y="1109980"/>
                  </a:lnTo>
                  <a:lnTo>
                    <a:pt x="5079" y="0"/>
                  </a:lnTo>
                  <a:close/>
                </a:path>
              </a:pathLst>
            </a:custGeom>
            <a:solidFill>
              <a:srgbClr val="988C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1">
              <a:extLst>
                <a:ext uri="{FF2B5EF4-FFF2-40B4-BE49-F238E27FC236}">
                  <a16:creationId xmlns:a16="http://schemas.microsoft.com/office/drawing/2014/main" id="{20D67495-2672-58F2-29DB-5F2AABE02325}"/>
                </a:ext>
              </a:extLst>
            </p:cNvPr>
            <p:cNvSpPr/>
            <p:nvPr/>
          </p:nvSpPr>
          <p:spPr>
            <a:xfrm>
              <a:off x="7672069" y="5312410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h="80010">
                  <a:moveTo>
                    <a:pt x="0" y="0"/>
                  </a:moveTo>
                  <a:lnTo>
                    <a:pt x="0" y="80009"/>
                  </a:lnTo>
                </a:path>
              </a:pathLst>
            </a:custGeom>
            <a:ln w="5079">
              <a:solidFill>
                <a:srgbClr val="988C5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2">
              <a:extLst>
                <a:ext uri="{FF2B5EF4-FFF2-40B4-BE49-F238E27FC236}">
                  <a16:creationId xmlns:a16="http://schemas.microsoft.com/office/drawing/2014/main" id="{74C3CFDA-525A-8175-A664-23031A31E1F6}"/>
                </a:ext>
              </a:extLst>
            </p:cNvPr>
            <p:cNvSpPr/>
            <p:nvPr/>
          </p:nvSpPr>
          <p:spPr>
            <a:xfrm>
              <a:off x="7669530" y="5392432"/>
              <a:ext cx="5080" cy="40640"/>
            </a:xfrm>
            <a:custGeom>
              <a:avLst/>
              <a:gdLst/>
              <a:ahLst/>
              <a:cxnLst/>
              <a:rect l="l" t="t" r="r" b="b"/>
              <a:pathLst>
                <a:path w="5079" h="40639">
                  <a:moveTo>
                    <a:pt x="5080" y="38100"/>
                  </a:moveTo>
                  <a:lnTo>
                    <a:pt x="0" y="38100"/>
                  </a:lnTo>
                  <a:lnTo>
                    <a:pt x="0" y="40627"/>
                  </a:lnTo>
                  <a:lnTo>
                    <a:pt x="5080" y="40627"/>
                  </a:lnTo>
                  <a:lnTo>
                    <a:pt x="5080" y="38100"/>
                  </a:lnTo>
                  <a:close/>
                </a:path>
                <a:path w="5079" h="40639">
                  <a:moveTo>
                    <a:pt x="5080" y="31750"/>
                  </a:moveTo>
                  <a:lnTo>
                    <a:pt x="0" y="31750"/>
                  </a:lnTo>
                  <a:lnTo>
                    <a:pt x="0" y="38087"/>
                  </a:lnTo>
                  <a:lnTo>
                    <a:pt x="5080" y="38087"/>
                  </a:lnTo>
                  <a:lnTo>
                    <a:pt x="5080" y="31750"/>
                  </a:lnTo>
                  <a:close/>
                </a:path>
                <a:path w="5079" h="40639">
                  <a:moveTo>
                    <a:pt x="5080" y="25400"/>
                  </a:moveTo>
                  <a:lnTo>
                    <a:pt x="0" y="25400"/>
                  </a:lnTo>
                  <a:lnTo>
                    <a:pt x="0" y="31737"/>
                  </a:lnTo>
                  <a:lnTo>
                    <a:pt x="5080" y="31737"/>
                  </a:lnTo>
                  <a:lnTo>
                    <a:pt x="5080" y="25400"/>
                  </a:lnTo>
                  <a:close/>
                </a:path>
                <a:path w="5079" h="40639">
                  <a:moveTo>
                    <a:pt x="5080" y="19050"/>
                  </a:moveTo>
                  <a:lnTo>
                    <a:pt x="0" y="19050"/>
                  </a:lnTo>
                  <a:lnTo>
                    <a:pt x="0" y="25387"/>
                  </a:lnTo>
                  <a:lnTo>
                    <a:pt x="5080" y="25387"/>
                  </a:lnTo>
                  <a:lnTo>
                    <a:pt x="5080" y="19050"/>
                  </a:lnTo>
                  <a:close/>
                </a:path>
                <a:path w="5079" h="40639">
                  <a:moveTo>
                    <a:pt x="508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5080" y="19037"/>
                  </a:lnTo>
                  <a:lnTo>
                    <a:pt x="5080" y="15240"/>
                  </a:lnTo>
                  <a:close/>
                </a:path>
                <a:path w="5079" h="40639">
                  <a:moveTo>
                    <a:pt x="508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5080" y="15227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988C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3">
              <a:extLst>
                <a:ext uri="{FF2B5EF4-FFF2-40B4-BE49-F238E27FC236}">
                  <a16:creationId xmlns:a16="http://schemas.microsoft.com/office/drawing/2014/main" id="{2EF562F7-4B9A-D9AA-1450-200A50C7FAF7}"/>
                </a:ext>
              </a:extLst>
            </p:cNvPr>
            <p:cNvSpPr/>
            <p:nvPr/>
          </p:nvSpPr>
          <p:spPr>
            <a:xfrm>
              <a:off x="7668259" y="5433060"/>
              <a:ext cx="0" cy="259079"/>
            </a:xfrm>
            <a:custGeom>
              <a:avLst/>
              <a:gdLst/>
              <a:ahLst/>
              <a:cxnLst/>
              <a:rect l="l" t="t" r="r" b="b"/>
              <a:pathLst>
                <a:path h="259079">
                  <a:moveTo>
                    <a:pt x="0" y="0"/>
                  </a:moveTo>
                  <a:lnTo>
                    <a:pt x="0" y="259079"/>
                  </a:lnTo>
                </a:path>
              </a:pathLst>
            </a:custGeom>
            <a:ln w="12700">
              <a:solidFill>
                <a:srgbClr val="988C5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4">
              <a:extLst>
                <a:ext uri="{FF2B5EF4-FFF2-40B4-BE49-F238E27FC236}">
                  <a16:creationId xmlns:a16="http://schemas.microsoft.com/office/drawing/2014/main" id="{0CC93B12-09FE-64A9-A865-79E28883ED88}"/>
                </a:ext>
              </a:extLst>
            </p:cNvPr>
            <p:cNvSpPr/>
            <p:nvPr/>
          </p:nvSpPr>
          <p:spPr>
            <a:xfrm>
              <a:off x="767460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78B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5">
              <a:extLst>
                <a:ext uri="{FF2B5EF4-FFF2-40B4-BE49-F238E27FC236}">
                  <a16:creationId xmlns:a16="http://schemas.microsoft.com/office/drawing/2014/main" id="{9B770372-E711-984A-3B10-7B3DD30E5641}"/>
                </a:ext>
              </a:extLst>
            </p:cNvPr>
            <p:cNvSpPr/>
            <p:nvPr/>
          </p:nvSpPr>
          <p:spPr>
            <a:xfrm>
              <a:off x="767460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78B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596">
              <a:extLst>
                <a:ext uri="{FF2B5EF4-FFF2-40B4-BE49-F238E27FC236}">
                  <a16:creationId xmlns:a16="http://schemas.microsoft.com/office/drawing/2014/main" id="{E25E3C51-0771-49B2-7A9D-2193303FC939}"/>
                </a:ext>
              </a:extLst>
            </p:cNvPr>
            <p:cNvSpPr/>
            <p:nvPr/>
          </p:nvSpPr>
          <p:spPr>
            <a:xfrm>
              <a:off x="7687309" y="4202430"/>
              <a:ext cx="11430" cy="1113790"/>
            </a:xfrm>
            <a:custGeom>
              <a:avLst/>
              <a:gdLst/>
              <a:ahLst/>
              <a:cxnLst/>
              <a:rect l="l" t="t" r="r" b="b"/>
              <a:pathLst>
                <a:path w="11429" h="1113789">
                  <a:moveTo>
                    <a:pt x="1143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1430" y="111378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968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597">
              <a:extLst>
                <a:ext uri="{FF2B5EF4-FFF2-40B4-BE49-F238E27FC236}">
                  <a16:creationId xmlns:a16="http://schemas.microsoft.com/office/drawing/2014/main" id="{32D7EEA1-FB43-E478-BE4E-17C9C9E5C8FF}"/>
                </a:ext>
              </a:extLst>
            </p:cNvPr>
            <p:cNvSpPr/>
            <p:nvPr/>
          </p:nvSpPr>
          <p:spPr>
            <a:xfrm>
              <a:off x="7687309" y="5316220"/>
              <a:ext cx="11430" cy="375920"/>
            </a:xfrm>
            <a:custGeom>
              <a:avLst/>
              <a:gdLst/>
              <a:ahLst/>
              <a:cxnLst/>
              <a:rect l="l" t="t" r="r" b="b"/>
              <a:pathLst>
                <a:path w="11429" h="375920">
                  <a:moveTo>
                    <a:pt x="0" y="375919"/>
                  </a:moveTo>
                  <a:lnTo>
                    <a:pt x="11430" y="375919"/>
                  </a:lnTo>
                  <a:lnTo>
                    <a:pt x="1143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68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598">
              <a:extLst>
                <a:ext uri="{FF2B5EF4-FFF2-40B4-BE49-F238E27FC236}">
                  <a16:creationId xmlns:a16="http://schemas.microsoft.com/office/drawing/2014/main" id="{173C4314-3666-157D-240E-0799FC35FB8F}"/>
                </a:ext>
              </a:extLst>
            </p:cNvPr>
            <p:cNvSpPr/>
            <p:nvPr/>
          </p:nvSpPr>
          <p:spPr>
            <a:xfrm>
              <a:off x="76987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68A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599">
              <a:extLst>
                <a:ext uri="{FF2B5EF4-FFF2-40B4-BE49-F238E27FC236}">
                  <a16:creationId xmlns:a16="http://schemas.microsoft.com/office/drawing/2014/main" id="{D41C6E90-FBB0-262B-F945-058D0A31BC5D}"/>
                </a:ext>
              </a:extLst>
            </p:cNvPr>
            <p:cNvSpPr/>
            <p:nvPr/>
          </p:nvSpPr>
          <p:spPr>
            <a:xfrm>
              <a:off x="76987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68A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0">
              <a:extLst>
                <a:ext uri="{FF2B5EF4-FFF2-40B4-BE49-F238E27FC236}">
                  <a16:creationId xmlns:a16="http://schemas.microsoft.com/office/drawing/2014/main" id="{EB0E324B-A3C2-7A9F-536A-7E3B965CE1D5}"/>
                </a:ext>
              </a:extLst>
            </p:cNvPr>
            <p:cNvSpPr/>
            <p:nvPr/>
          </p:nvSpPr>
          <p:spPr>
            <a:xfrm>
              <a:off x="77114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589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1">
              <a:extLst>
                <a:ext uri="{FF2B5EF4-FFF2-40B4-BE49-F238E27FC236}">
                  <a16:creationId xmlns:a16="http://schemas.microsoft.com/office/drawing/2014/main" id="{776AF164-B214-3110-4959-C535314860B3}"/>
                </a:ext>
              </a:extLst>
            </p:cNvPr>
            <p:cNvSpPr/>
            <p:nvPr/>
          </p:nvSpPr>
          <p:spPr>
            <a:xfrm>
              <a:off x="77114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589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2">
              <a:extLst>
                <a:ext uri="{FF2B5EF4-FFF2-40B4-BE49-F238E27FC236}">
                  <a16:creationId xmlns:a16="http://schemas.microsoft.com/office/drawing/2014/main" id="{6B2991FB-78B7-BB44-21E9-70B8BAA19DE7}"/>
                </a:ext>
              </a:extLst>
            </p:cNvPr>
            <p:cNvSpPr/>
            <p:nvPr/>
          </p:nvSpPr>
          <p:spPr>
            <a:xfrm>
              <a:off x="77241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589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3">
              <a:extLst>
                <a:ext uri="{FF2B5EF4-FFF2-40B4-BE49-F238E27FC236}">
                  <a16:creationId xmlns:a16="http://schemas.microsoft.com/office/drawing/2014/main" id="{7AA78CAB-A5A8-B3A3-7254-1630CDC2792D}"/>
                </a:ext>
              </a:extLst>
            </p:cNvPr>
            <p:cNvSpPr/>
            <p:nvPr/>
          </p:nvSpPr>
          <p:spPr>
            <a:xfrm>
              <a:off x="77241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589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4">
              <a:extLst>
                <a:ext uri="{FF2B5EF4-FFF2-40B4-BE49-F238E27FC236}">
                  <a16:creationId xmlns:a16="http://schemas.microsoft.com/office/drawing/2014/main" id="{0F8A05BA-BDA2-93A6-90A2-5F7708549CEC}"/>
                </a:ext>
              </a:extLst>
            </p:cNvPr>
            <p:cNvSpPr/>
            <p:nvPr/>
          </p:nvSpPr>
          <p:spPr>
            <a:xfrm>
              <a:off x="77368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488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5">
              <a:extLst>
                <a:ext uri="{FF2B5EF4-FFF2-40B4-BE49-F238E27FC236}">
                  <a16:creationId xmlns:a16="http://schemas.microsoft.com/office/drawing/2014/main" id="{F0A5FCCA-1FA8-E0CF-7CEE-4EA34EBFC2FE}"/>
                </a:ext>
              </a:extLst>
            </p:cNvPr>
            <p:cNvSpPr/>
            <p:nvPr/>
          </p:nvSpPr>
          <p:spPr>
            <a:xfrm>
              <a:off x="77368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488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06">
              <a:extLst>
                <a:ext uri="{FF2B5EF4-FFF2-40B4-BE49-F238E27FC236}">
                  <a16:creationId xmlns:a16="http://schemas.microsoft.com/office/drawing/2014/main" id="{FD47EC47-AA84-BDAA-E09C-8107734DBAAC}"/>
                </a:ext>
              </a:extLst>
            </p:cNvPr>
            <p:cNvSpPr/>
            <p:nvPr/>
          </p:nvSpPr>
          <p:spPr>
            <a:xfrm>
              <a:off x="77495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387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07">
              <a:extLst>
                <a:ext uri="{FF2B5EF4-FFF2-40B4-BE49-F238E27FC236}">
                  <a16:creationId xmlns:a16="http://schemas.microsoft.com/office/drawing/2014/main" id="{D406E21B-8736-4241-7F0F-DF8CEE03BD48}"/>
                </a:ext>
              </a:extLst>
            </p:cNvPr>
            <p:cNvSpPr/>
            <p:nvPr/>
          </p:nvSpPr>
          <p:spPr>
            <a:xfrm>
              <a:off x="77495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387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08">
              <a:extLst>
                <a:ext uri="{FF2B5EF4-FFF2-40B4-BE49-F238E27FC236}">
                  <a16:creationId xmlns:a16="http://schemas.microsoft.com/office/drawing/2014/main" id="{4ED1549E-A350-00B3-FC39-9DF3EDFBF408}"/>
                </a:ext>
              </a:extLst>
            </p:cNvPr>
            <p:cNvSpPr/>
            <p:nvPr/>
          </p:nvSpPr>
          <p:spPr>
            <a:xfrm>
              <a:off x="77622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387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09">
              <a:extLst>
                <a:ext uri="{FF2B5EF4-FFF2-40B4-BE49-F238E27FC236}">
                  <a16:creationId xmlns:a16="http://schemas.microsoft.com/office/drawing/2014/main" id="{FE80540C-8CD9-8CED-A334-EBEF3D751962}"/>
                </a:ext>
              </a:extLst>
            </p:cNvPr>
            <p:cNvSpPr/>
            <p:nvPr/>
          </p:nvSpPr>
          <p:spPr>
            <a:xfrm>
              <a:off x="77622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387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0">
              <a:extLst>
                <a:ext uri="{FF2B5EF4-FFF2-40B4-BE49-F238E27FC236}">
                  <a16:creationId xmlns:a16="http://schemas.microsoft.com/office/drawing/2014/main" id="{0DD6DF82-1CBA-3EFF-3906-CCE8B0E312D7}"/>
                </a:ext>
              </a:extLst>
            </p:cNvPr>
            <p:cNvSpPr/>
            <p:nvPr/>
          </p:nvSpPr>
          <p:spPr>
            <a:xfrm>
              <a:off x="77749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286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1">
              <a:extLst>
                <a:ext uri="{FF2B5EF4-FFF2-40B4-BE49-F238E27FC236}">
                  <a16:creationId xmlns:a16="http://schemas.microsoft.com/office/drawing/2014/main" id="{192512E9-1E8A-FB8E-E775-CC181794315F}"/>
                </a:ext>
              </a:extLst>
            </p:cNvPr>
            <p:cNvSpPr/>
            <p:nvPr/>
          </p:nvSpPr>
          <p:spPr>
            <a:xfrm>
              <a:off x="77749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286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2">
              <a:extLst>
                <a:ext uri="{FF2B5EF4-FFF2-40B4-BE49-F238E27FC236}">
                  <a16:creationId xmlns:a16="http://schemas.microsoft.com/office/drawing/2014/main" id="{8CAD202D-F9C4-93DA-21D5-6CC617506483}"/>
                </a:ext>
              </a:extLst>
            </p:cNvPr>
            <p:cNvSpPr/>
            <p:nvPr/>
          </p:nvSpPr>
          <p:spPr>
            <a:xfrm>
              <a:off x="77876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285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3">
              <a:extLst>
                <a:ext uri="{FF2B5EF4-FFF2-40B4-BE49-F238E27FC236}">
                  <a16:creationId xmlns:a16="http://schemas.microsoft.com/office/drawing/2014/main" id="{A6F1C514-724B-C85E-4EC0-A1616A368089}"/>
                </a:ext>
              </a:extLst>
            </p:cNvPr>
            <p:cNvSpPr/>
            <p:nvPr/>
          </p:nvSpPr>
          <p:spPr>
            <a:xfrm>
              <a:off x="77876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285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4">
              <a:extLst>
                <a:ext uri="{FF2B5EF4-FFF2-40B4-BE49-F238E27FC236}">
                  <a16:creationId xmlns:a16="http://schemas.microsoft.com/office/drawing/2014/main" id="{7AF3E2ED-4E72-AEDF-7741-C72A0359D1D3}"/>
                </a:ext>
              </a:extLst>
            </p:cNvPr>
            <p:cNvSpPr/>
            <p:nvPr/>
          </p:nvSpPr>
          <p:spPr>
            <a:xfrm>
              <a:off x="78003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18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5">
              <a:extLst>
                <a:ext uri="{FF2B5EF4-FFF2-40B4-BE49-F238E27FC236}">
                  <a16:creationId xmlns:a16="http://schemas.microsoft.com/office/drawing/2014/main" id="{47F7AA73-2815-4FAD-A267-BAD3A86FDC82}"/>
                </a:ext>
              </a:extLst>
            </p:cNvPr>
            <p:cNvSpPr/>
            <p:nvPr/>
          </p:nvSpPr>
          <p:spPr>
            <a:xfrm>
              <a:off x="78003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18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16">
              <a:extLst>
                <a:ext uri="{FF2B5EF4-FFF2-40B4-BE49-F238E27FC236}">
                  <a16:creationId xmlns:a16="http://schemas.microsoft.com/office/drawing/2014/main" id="{87529A6F-29EA-5891-EAB8-74B4847553F5}"/>
                </a:ext>
              </a:extLst>
            </p:cNvPr>
            <p:cNvSpPr/>
            <p:nvPr/>
          </p:nvSpPr>
          <p:spPr>
            <a:xfrm>
              <a:off x="78130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08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17">
              <a:extLst>
                <a:ext uri="{FF2B5EF4-FFF2-40B4-BE49-F238E27FC236}">
                  <a16:creationId xmlns:a16="http://schemas.microsoft.com/office/drawing/2014/main" id="{B0FC419A-2A42-2D26-EC3E-45D8441FA175}"/>
                </a:ext>
              </a:extLst>
            </p:cNvPr>
            <p:cNvSpPr/>
            <p:nvPr/>
          </p:nvSpPr>
          <p:spPr>
            <a:xfrm>
              <a:off x="78130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08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18">
              <a:extLst>
                <a:ext uri="{FF2B5EF4-FFF2-40B4-BE49-F238E27FC236}">
                  <a16:creationId xmlns:a16="http://schemas.microsoft.com/office/drawing/2014/main" id="{1B96AF6F-69BC-74C5-BEBE-E7E1CF241884}"/>
                </a:ext>
              </a:extLst>
            </p:cNvPr>
            <p:cNvSpPr/>
            <p:nvPr/>
          </p:nvSpPr>
          <p:spPr>
            <a:xfrm>
              <a:off x="78257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908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19">
              <a:extLst>
                <a:ext uri="{FF2B5EF4-FFF2-40B4-BE49-F238E27FC236}">
                  <a16:creationId xmlns:a16="http://schemas.microsoft.com/office/drawing/2014/main" id="{0E319621-8504-5647-94CA-176B9B159AF9}"/>
                </a:ext>
              </a:extLst>
            </p:cNvPr>
            <p:cNvSpPr/>
            <p:nvPr/>
          </p:nvSpPr>
          <p:spPr>
            <a:xfrm>
              <a:off x="78257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908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0">
              <a:extLst>
                <a:ext uri="{FF2B5EF4-FFF2-40B4-BE49-F238E27FC236}">
                  <a16:creationId xmlns:a16="http://schemas.microsoft.com/office/drawing/2014/main" id="{2BA852C1-EA39-BFF3-2A05-06C94AB9A427}"/>
                </a:ext>
              </a:extLst>
            </p:cNvPr>
            <p:cNvSpPr/>
            <p:nvPr/>
          </p:nvSpPr>
          <p:spPr>
            <a:xfrm>
              <a:off x="783843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8F8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1">
              <a:extLst>
                <a:ext uri="{FF2B5EF4-FFF2-40B4-BE49-F238E27FC236}">
                  <a16:creationId xmlns:a16="http://schemas.microsoft.com/office/drawing/2014/main" id="{118C6E82-3C3E-4CB6-2BD9-159049850BEF}"/>
                </a:ext>
              </a:extLst>
            </p:cNvPr>
            <p:cNvSpPr/>
            <p:nvPr/>
          </p:nvSpPr>
          <p:spPr>
            <a:xfrm>
              <a:off x="783843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8F8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2">
              <a:extLst>
                <a:ext uri="{FF2B5EF4-FFF2-40B4-BE49-F238E27FC236}">
                  <a16:creationId xmlns:a16="http://schemas.microsoft.com/office/drawing/2014/main" id="{C7BA01C1-B80A-01DE-AF45-6916FDD0F2CE}"/>
                </a:ext>
              </a:extLst>
            </p:cNvPr>
            <p:cNvSpPr/>
            <p:nvPr/>
          </p:nvSpPr>
          <p:spPr>
            <a:xfrm>
              <a:off x="7851139" y="4202430"/>
              <a:ext cx="11430" cy="1113790"/>
            </a:xfrm>
            <a:custGeom>
              <a:avLst/>
              <a:gdLst/>
              <a:ahLst/>
              <a:cxnLst/>
              <a:rect l="l" t="t" r="r" b="b"/>
              <a:pathLst>
                <a:path w="11429" h="1113789">
                  <a:moveTo>
                    <a:pt x="11429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1429" y="111378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8F8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3">
              <a:extLst>
                <a:ext uri="{FF2B5EF4-FFF2-40B4-BE49-F238E27FC236}">
                  <a16:creationId xmlns:a16="http://schemas.microsoft.com/office/drawing/2014/main" id="{623D2955-DBDD-50AE-1AF9-9801C534808E}"/>
                </a:ext>
              </a:extLst>
            </p:cNvPr>
            <p:cNvSpPr/>
            <p:nvPr/>
          </p:nvSpPr>
          <p:spPr>
            <a:xfrm>
              <a:off x="7851139" y="5316220"/>
              <a:ext cx="11430" cy="375920"/>
            </a:xfrm>
            <a:custGeom>
              <a:avLst/>
              <a:gdLst/>
              <a:ahLst/>
              <a:cxnLst/>
              <a:rect l="l" t="t" r="r" b="b"/>
              <a:pathLst>
                <a:path w="11429" h="375920">
                  <a:moveTo>
                    <a:pt x="0" y="375919"/>
                  </a:moveTo>
                  <a:lnTo>
                    <a:pt x="11430" y="375919"/>
                  </a:lnTo>
                  <a:lnTo>
                    <a:pt x="1143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8F8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4">
              <a:extLst>
                <a:ext uri="{FF2B5EF4-FFF2-40B4-BE49-F238E27FC236}">
                  <a16:creationId xmlns:a16="http://schemas.microsoft.com/office/drawing/2014/main" id="{B9479B77-4FF4-32B3-0AE3-5F86660E31D0}"/>
                </a:ext>
              </a:extLst>
            </p:cNvPr>
            <p:cNvSpPr/>
            <p:nvPr/>
          </p:nvSpPr>
          <p:spPr>
            <a:xfrm>
              <a:off x="786256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8E81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5">
              <a:extLst>
                <a:ext uri="{FF2B5EF4-FFF2-40B4-BE49-F238E27FC236}">
                  <a16:creationId xmlns:a16="http://schemas.microsoft.com/office/drawing/2014/main" id="{76B6D867-322D-C89F-278A-28A2A8413F2B}"/>
                </a:ext>
              </a:extLst>
            </p:cNvPr>
            <p:cNvSpPr/>
            <p:nvPr/>
          </p:nvSpPr>
          <p:spPr>
            <a:xfrm>
              <a:off x="786256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8E81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26">
              <a:extLst>
                <a:ext uri="{FF2B5EF4-FFF2-40B4-BE49-F238E27FC236}">
                  <a16:creationId xmlns:a16="http://schemas.microsoft.com/office/drawing/2014/main" id="{855E70D4-5BF3-8960-0F5C-B3601C9AD3E1}"/>
                </a:ext>
              </a:extLst>
            </p:cNvPr>
            <p:cNvSpPr/>
            <p:nvPr/>
          </p:nvSpPr>
          <p:spPr>
            <a:xfrm>
              <a:off x="787526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8D81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27">
              <a:extLst>
                <a:ext uri="{FF2B5EF4-FFF2-40B4-BE49-F238E27FC236}">
                  <a16:creationId xmlns:a16="http://schemas.microsoft.com/office/drawing/2014/main" id="{F169CF43-89BC-EC84-D53E-403EBE53B69D}"/>
                </a:ext>
              </a:extLst>
            </p:cNvPr>
            <p:cNvSpPr/>
            <p:nvPr/>
          </p:nvSpPr>
          <p:spPr>
            <a:xfrm>
              <a:off x="787526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8D81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28">
              <a:extLst>
                <a:ext uri="{FF2B5EF4-FFF2-40B4-BE49-F238E27FC236}">
                  <a16:creationId xmlns:a16="http://schemas.microsoft.com/office/drawing/2014/main" id="{7F24341A-12AC-2E98-AA9B-0098A0DCAF17}"/>
                </a:ext>
              </a:extLst>
            </p:cNvPr>
            <p:cNvSpPr/>
            <p:nvPr/>
          </p:nvSpPr>
          <p:spPr>
            <a:xfrm>
              <a:off x="788796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8D8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29">
              <a:extLst>
                <a:ext uri="{FF2B5EF4-FFF2-40B4-BE49-F238E27FC236}">
                  <a16:creationId xmlns:a16="http://schemas.microsoft.com/office/drawing/2014/main" id="{A175B456-0F19-32A5-399A-3D88E67DED1B}"/>
                </a:ext>
              </a:extLst>
            </p:cNvPr>
            <p:cNvSpPr/>
            <p:nvPr/>
          </p:nvSpPr>
          <p:spPr>
            <a:xfrm>
              <a:off x="788796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8D8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0">
              <a:extLst>
                <a:ext uri="{FF2B5EF4-FFF2-40B4-BE49-F238E27FC236}">
                  <a16:creationId xmlns:a16="http://schemas.microsoft.com/office/drawing/2014/main" id="{47164F9B-C7AF-F654-183A-657EB2856879}"/>
                </a:ext>
              </a:extLst>
            </p:cNvPr>
            <p:cNvSpPr/>
            <p:nvPr/>
          </p:nvSpPr>
          <p:spPr>
            <a:xfrm>
              <a:off x="790066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8C7F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1">
              <a:extLst>
                <a:ext uri="{FF2B5EF4-FFF2-40B4-BE49-F238E27FC236}">
                  <a16:creationId xmlns:a16="http://schemas.microsoft.com/office/drawing/2014/main" id="{053D44C2-6C86-F817-02A8-64D4CAD72134}"/>
                </a:ext>
              </a:extLst>
            </p:cNvPr>
            <p:cNvSpPr/>
            <p:nvPr/>
          </p:nvSpPr>
          <p:spPr>
            <a:xfrm>
              <a:off x="790066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8C7F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2">
              <a:extLst>
                <a:ext uri="{FF2B5EF4-FFF2-40B4-BE49-F238E27FC236}">
                  <a16:creationId xmlns:a16="http://schemas.microsoft.com/office/drawing/2014/main" id="{A0F43EEC-33ED-1C74-E47E-28B823093220}"/>
                </a:ext>
              </a:extLst>
            </p:cNvPr>
            <p:cNvSpPr/>
            <p:nvPr/>
          </p:nvSpPr>
          <p:spPr>
            <a:xfrm>
              <a:off x="7913369" y="4202430"/>
              <a:ext cx="12700" cy="1113790"/>
            </a:xfrm>
            <a:custGeom>
              <a:avLst/>
              <a:gdLst/>
              <a:ahLst/>
              <a:cxnLst/>
              <a:rect l="l" t="t" r="r" b="b"/>
              <a:pathLst>
                <a:path w="12700" h="1113789">
                  <a:moveTo>
                    <a:pt x="12700" y="0"/>
                  </a:moveTo>
                  <a:lnTo>
                    <a:pt x="0" y="0"/>
                  </a:lnTo>
                  <a:lnTo>
                    <a:pt x="0" y="1113789"/>
                  </a:lnTo>
                  <a:lnTo>
                    <a:pt x="12700" y="111378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8C7F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3">
              <a:extLst>
                <a:ext uri="{FF2B5EF4-FFF2-40B4-BE49-F238E27FC236}">
                  <a16:creationId xmlns:a16="http://schemas.microsoft.com/office/drawing/2014/main" id="{0D9B63BE-0DAC-B484-C7B7-453BA5ECA48F}"/>
                </a:ext>
              </a:extLst>
            </p:cNvPr>
            <p:cNvSpPr/>
            <p:nvPr/>
          </p:nvSpPr>
          <p:spPr>
            <a:xfrm>
              <a:off x="7913369" y="5316220"/>
              <a:ext cx="12700" cy="375920"/>
            </a:xfrm>
            <a:custGeom>
              <a:avLst/>
              <a:gdLst/>
              <a:ahLst/>
              <a:cxnLst/>
              <a:rect l="l" t="t" r="r" b="b"/>
              <a:pathLst>
                <a:path w="12700" h="375920">
                  <a:moveTo>
                    <a:pt x="0" y="375919"/>
                  </a:moveTo>
                  <a:lnTo>
                    <a:pt x="12700" y="37591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375919"/>
                  </a:lnTo>
                  <a:close/>
                </a:path>
              </a:pathLst>
            </a:custGeom>
            <a:solidFill>
              <a:srgbClr val="8C7F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4">
              <a:extLst>
                <a:ext uri="{FF2B5EF4-FFF2-40B4-BE49-F238E27FC236}">
                  <a16:creationId xmlns:a16="http://schemas.microsoft.com/office/drawing/2014/main" id="{2DECC459-A1ED-BC74-3ECD-45F53E6A19E8}"/>
                </a:ext>
              </a:extLst>
            </p:cNvPr>
            <p:cNvSpPr/>
            <p:nvPr/>
          </p:nvSpPr>
          <p:spPr>
            <a:xfrm>
              <a:off x="6351269" y="4202430"/>
              <a:ext cx="1573530" cy="1610360"/>
            </a:xfrm>
            <a:custGeom>
              <a:avLst/>
              <a:gdLst/>
              <a:ahLst/>
              <a:cxnLst/>
              <a:rect l="l" t="t" r="r" b="b"/>
              <a:pathLst>
                <a:path w="1573529" h="1610360">
                  <a:moveTo>
                    <a:pt x="0" y="1360170"/>
                  </a:moveTo>
                  <a:lnTo>
                    <a:pt x="209550" y="1108710"/>
                  </a:lnTo>
                  <a:lnTo>
                    <a:pt x="209550" y="1229360"/>
                  </a:lnTo>
                  <a:lnTo>
                    <a:pt x="1318259" y="1229360"/>
                  </a:lnTo>
                  <a:lnTo>
                    <a:pt x="1318259" y="0"/>
                  </a:lnTo>
                  <a:lnTo>
                    <a:pt x="1573529" y="0"/>
                  </a:lnTo>
                  <a:lnTo>
                    <a:pt x="1573529" y="1489710"/>
                  </a:lnTo>
                  <a:lnTo>
                    <a:pt x="209550" y="1489710"/>
                  </a:lnTo>
                  <a:lnTo>
                    <a:pt x="209550" y="1610360"/>
                  </a:lnTo>
                  <a:lnTo>
                    <a:pt x="0" y="1360170"/>
                  </a:lnTo>
                  <a:close/>
                </a:path>
              </a:pathLst>
            </a:custGeom>
            <a:ln w="9344">
              <a:solidFill>
                <a:srgbClr val="453E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4931904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zh-CN" dirty="0"/>
              <a:t>NAS</a:t>
            </a:r>
            <a:r>
              <a:rPr lang="zh-CN" altLang="en-US" dirty="0"/>
              <a:t> </a:t>
            </a:r>
            <a:r>
              <a:rPr lang="en-US" altLang="zh-CN" dirty="0"/>
              <a:t>supports</a:t>
            </a:r>
            <a:r>
              <a:rPr lang="zh-CN" altLang="en-US" dirty="0"/>
              <a:t> </a:t>
            </a:r>
            <a:r>
              <a:rPr lang="en-US" altLang="zh-CN" dirty="0"/>
              <a:t>multiple</a:t>
            </a:r>
            <a:r>
              <a:rPr lang="zh-CN" altLang="en-US" dirty="0"/>
              <a:t> </a:t>
            </a:r>
            <a:r>
              <a:rPr lang="en-US" altLang="zh-CN" dirty="0"/>
              <a:t>protocols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schemeClr val="tx1"/>
                </a:solidFill>
              </a:rPr>
              <a:pPr/>
              <a:t>39</a:t>
            </a:fld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2230" name="object 3">
            <a:extLst>
              <a:ext uri="{FF2B5EF4-FFF2-40B4-BE49-F238E27FC236}">
                <a16:creationId xmlns:a16="http://schemas.microsoft.com/office/drawing/2014/main" id="{CDA25AF7-47F3-6B68-0EDF-44C5F5644486}"/>
              </a:ext>
            </a:extLst>
          </p:cNvPr>
          <p:cNvGrpSpPr/>
          <p:nvPr/>
        </p:nvGrpSpPr>
        <p:grpSpPr>
          <a:xfrm>
            <a:off x="1000516" y="2787477"/>
            <a:ext cx="2333625" cy="1628775"/>
            <a:chOff x="3262312" y="2649537"/>
            <a:chExt cx="2333625" cy="1628775"/>
          </a:xfrm>
        </p:grpSpPr>
        <p:sp>
          <p:nvSpPr>
            <p:cNvPr id="2231" name="object 4">
              <a:extLst>
                <a:ext uri="{FF2B5EF4-FFF2-40B4-BE49-F238E27FC236}">
                  <a16:creationId xmlns:a16="http://schemas.microsoft.com/office/drawing/2014/main" id="{3F59C8B5-C639-68EC-DC6D-C6AE23A95F6F}"/>
                </a:ext>
              </a:extLst>
            </p:cNvPr>
            <p:cNvSpPr/>
            <p:nvPr/>
          </p:nvSpPr>
          <p:spPr>
            <a:xfrm>
              <a:off x="3267075" y="2663825"/>
              <a:ext cx="0" cy="628650"/>
            </a:xfrm>
            <a:custGeom>
              <a:avLst/>
              <a:gdLst/>
              <a:ahLst/>
              <a:cxnLst/>
              <a:rect l="l" t="t" r="r" b="b"/>
              <a:pathLst>
                <a:path h="628650">
                  <a:moveTo>
                    <a:pt x="0" y="0"/>
                  </a:moveTo>
                  <a:lnTo>
                    <a:pt x="1" y="628650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5">
              <a:extLst>
                <a:ext uri="{FF2B5EF4-FFF2-40B4-BE49-F238E27FC236}">
                  <a16:creationId xmlns:a16="http://schemas.microsoft.com/office/drawing/2014/main" id="{F5D45816-28F8-EE17-5B2C-2DECBDF02269}"/>
                </a:ext>
              </a:extLst>
            </p:cNvPr>
            <p:cNvSpPr/>
            <p:nvPr/>
          </p:nvSpPr>
          <p:spPr>
            <a:xfrm>
              <a:off x="3267075" y="3292475"/>
              <a:ext cx="857250" cy="0"/>
            </a:xfrm>
            <a:custGeom>
              <a:avLst/>
              <a:gdLst/>
              <a:ahLst/>
              <a:cxnLst/>
              <a:rect l="l" t="t" r="r" b="b"/>
              <a:pathLst>
                <a:path w="857250">
                  <a:moveTo>
                    <a:pt x="0" y="0"/>
                  </a:moveTo>
                  <a:lnTo>
                    <a:pt x="857250" y="1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6">
              <a:extLst>
                <a:ext uri="{FF2B5EF4-FFF2-40B4-BE49-F238E27FC236}">
                  <a16:creationId xmlns:a16="http://schemas.microsoft.com/office/drawing/2014/main" id="{4C181779-C325-9D6B-8879-79773E1E93EF}"/>
                </a:ext>
              </a:extLst>
            </p:cNvPr>
            <p:cNvSpPr/>
            <p:nvPr/>
          </p:nvSpPr>
          <p:spPr>
            <a:xfrm>
              <a:off x="5591175" y="2654300"/>
              <a:ext cx="0" cy="628650"/>
            </a:xfrm>
            <a:custGeom>
              <a:avLst/>
              <a:gdLst/>
              <a:ahLst/>
              <a:cxnLst/>
              <a:rect l="l" t="t" r="r" b="b"/>
              <a:pathLst>
                <a:path h="628650">
                  <a:moveTo>
                    <a:pt x="0" y="0"/>
                  </a:moveTo>
                  <a:lnTo>
                    <a:pt x="1" y="628650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7">
              <a:extLst>
                <a:ext uri="{FF2B5EF4-FFF2-40B4-BE49-F238E27FC236}">
                  <a16:creationId xmlns:a16="http://schemas.microsoft.com/office/drawing/2014/main" id="{4FC90504-760B-1202-B216-660FAC950D02}"/>
                </a:ext>
              </a:extLst>
            </p:cNvPr>
            <p:cNvSpPr/>
            <p:nvPr/>
          </p:nvSpPr>
          <p:spPr>
            <a:xfrm>
              <a:off x="4752975" y="3292475"/>
              <a:ext cx="838200" cy="0"/>
            </a:xfrm>
            <a:custGeom>
              <a:avLst/>
              <a:gdLst/>
              <a:ahLst/>
              <a:cxnLst/>
              <a:rect l="l" t="t" r="r" b="b"/>
              <a:pathLst>
                <a:path w="838200">
                  <a:moveTo>
                    <a:pt x="0" y="0"/>
                  </a:moveTo>
                  <a:lnTo>
                    <a:pt x="838200" y="1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8">
              <a:extLst>
                <a:ext uri="{FF2B5EF4-FFF2-40B4-BE49-F238E27FC236}">
                  <a16:creationId xmlns:a16="http://schemas.microsoft.com/office/drawing/2014/main" id="{D3912591-28C7-D546-12C3-74DF8E1E6F91}"/>
                </a:ext>
              </a:extLst>
            </p:cNvPr>
            <p:cNvSpPr/>
            <p:nvPr/>
          </p:nvSpPr>
          <p:spPr>
            <a:xfrm>
              <a:off x="3457575" y="4273550"/>
              <a:ext cx="1905000" cy="0"/>
            </a:xfrm>
            <a:custGeom>
              <a:avLst/>
              <a:gdLst/>
              <a:ahLst/>
              <a:cxnLst/>
              <a:rect l="l" t="t" r="r" b="b"/>
              <a:pathLst>
                <a:path w="1905000">
                  <a:moveTo>
                    <a:pt x="0" y="0"/>
                  </a:moveTo>
                  <a:lnTo>
                    <a:pt x="1905000" y="1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6" name="object 9">
            <a:extLst>
              <a:ext uri="{FF2B5EF4-FFF2-40B4-BE49-F238E27FC236}">
                <a16:creationId xmlns:a16="http://schemas.microsoft.com/office/drawing/2014/main" id="{9F32E9CD-3BA9-FD3B-F7C8-D9E38D45D13B}"/>
              </a:ext>
            </a:extLst>
          </p:cNvPr>
          <p:cNvSpPr txBox="1"/>
          <p:nvPr/>
        </p:nvSpPr>
        <p:spPr>
          <a:xfrm>
            <a:off x="87704" y="2350915"/>
            <a:ext cx="476884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Verdana"/>
                <a:cs typeface="Verdana"/>
              </a:rPr>
              <a:t>U</a:t>
            </a:r>
            <a:r>
              <a:rPr sz="1200" b="1" spc="-5" dirty="0">
                <a:latin typeface="Verdana"/>
                <a:cs typeface="Verdana"/>
              </a:rPr>
              <a:t>N</a:t>
            </a:r>
            <a:r>
              <a:rPr sz="1200" b="1" spc="-10" dirty="0">
                <a:latin typeface="Verdana"/>
                <a:cs typeface="Verdana"/>
              </a:rPr>
              <a:t>I</a:t>
            </a:r>
            <a:r>
              <a:rPr sz="1200" b="1" dirty="0">
                <a:latin typeface="Verdana"/>
                <a:cs typeface="Verdana"/>
              </a:rPr>
              <a:t>X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2237" name="object 10">
            <a:extLst>
              <a:ext uri="{FF2B5EF4-FFF2-40B4-BE49-F238E27FC236}">
                <a16:creationId xmlns:a16="http://schemas.microsoft.com/office/drawing/2014/main" id="{3231BC05-C4D6-86BD-ED22-4F3C8D381920}"/>
              </a:ext>
            </a:extLst>
          </p:cNvPr>
          <p:cNvSpPr txBox="1"/>
          <p:nvPr/>
        </p:nvSpPr>
        <p:spPr>
          <a:xfrm>
            <a:off x="3805629" y="2350915"/>
            <a:ext cx="422275" cy="3905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latin typeface="Verdana"/>
                <a:cs typeface="Verdana"/>
              </a:rPr>
              <a:t>NT </a:t>
            </a:r>
            <a:r>
              <a:rPr sz="1200" b="1" dirty="0">
                <a:latin typeface="Verdana"/>
                <a:cs typeface="Verdana"/>
              </a:rPr>
              <a:t> </a:t>
            </a:r>
            <a:r>
              <a:rPr sz="1200" b="1" spc="-5" dirty="0">
                <a:latin typeface="Verdana"/>
                <a:cs typeface="Verdana"/>
              </a:rPr>
              <a:t>W2K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2238" name="object 11">
            <a:extLst>
              <a:ext uri="{FF2B5EF4-FFF2-40B4-BE49-F238E27FC236}">
                <a16:creationId xmlns:a16="http://schemas.microsoft.com/office/drawing/2014/main" id="{B90C4EAD-36EE-7730-C4DD-E5078078AB6F}"/>
              </a:ext>
            </a:extLst>
          </p:cNvPr>
          <p:cNvSpPr txBox="1"/>
          <p:nvPr/>
        </p:nvSpPr>
        <p:spPr>
          <a:xfrm>
            <a:off x="397266" y="5703715"/>
            <a:ext cx="3132455" cy="7905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64820">
              <a:lnSpc>
                <a:spcPct val="100000"/>
              </a:lnSpc>
              <a:spcBef>
                <a:spcPts val="100"/>
              </a:spcBef>
              <a:tabLst>
                <a:tab pos="2293620" algn="l"/>
              </a:tabLst>
            </a:pPr>
            <a:r>
              <a:rPr sz="1200" b="1" spc="-5" dirty="0">
                <a:latin typeface="Verdana"/>
                <a:cs typeface="Verdana"/>
              </a:rPr>
              <a:t>UNIX	Windows</a:t>
            </a:r>
            <a:endParaRPr sz="12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00">
              <a:latin typeface="Verdana"/>
              <a:cs typeface="Verdana"/>
            </a:endParaRPr>
          </a:p>
          <a:p>
            <a:pPr marL="12700" marR="5080">
              <a:lnSpc>
                <a:spcPct val="100000"/>
              </a:lnSpc>
            </a:pPr>
            <a:r>
              <a:rPr sz="1200" b="1" spc="-5" dirty="0">
                <a:latin typeface="Verdana"/>
                <a:cs typeface="Verdana"/>
              </a:rPr>
              <a:t>General purpose </a:t>
            </a:r>
            <a:r>
              <a:rPr sz="1200" b="1" dirty="0">
                <a:latin typeface="Verdana"/>
                <a:cs typeface="Verdana"/>
              </a:rPr>
              <a:t>OS </a:t>
            </a:r>
            <a:r>
              <a:rPr sz="1200" b="1" spc="-5" dirty="0">
                <a:latin typeface="Verdana"/>
                <a:cs typeface="Verdana"/>
              </a:rPr>
              <a:t>serving </a:t>
            </a:r>
            <a:r>
              <a:rPr sz="1200" b="1" dirty="0">
                <a:latin typeface="Verdana"/>
                <a:cs typeface="Verdana"/>
              </a:rPr>
              <a:t>files </a:t>
            </a:r>
            <a:r>
              <a:rPr sz="1200" b="1" spc="-5" dirty="0">
                <a:latin typeface="Verdana"/>
                <a:cs typeface="Verdana"/>
              </a:rPr>
              <a:t>via </a:t>
            </a:r>
            <a:r>
              <a:rPr sz="1200" b="1" spc="-400" dirty="0">
                <a:latin typeface="Verdana"/>
                <a:cs typeface="Verdana"/>
              </a:rPr>
              <a:t> </a:t>
            </a:r>
            <a:r>
              <a:rPr sz="1200" b="1" spc="-10" dirty="0">
                <a:latin typeface="Verdana"/>
                <a:cs typeface="Verdana"/>
              </a:rPr>
              <a:t>FTP,</a:t>
            </a:r>
            <a:r>
              <a:rPr sz="1200" b="1" dirty="0">
                <a:latin typeface="Verdana"/>
                <a:cs typeface="Verdana"/>
              </a:rPr>
              <a:t> </a:t>
            </a:r>
            <a:r>
              <a:rPr sz="1200" b="1" spc="-5" dirty="0">
                <a:latin typeface="Verdana"/>
                <a:cs typeface="Verdana"/>
              </a:rPr>
              <a:t>CIFS,</a:t>
            </a:r>
            <a:r>
              <a:rPr sz="1200" b="1" dirty="0">
                <a:latin typeface="Verdana"/>
                <a:cs typeface="Verdana"/>
              </a:rPr>
              <a:t> </a:t>
            </a:r>
            <a:r>
              <a:rPr sz="1200" b="1" spc="-5" dirty="0">
                <a:latin typeface="Verdana"/>
                <a:cs typeface="Verdana"/>
              </a:rPr>
              <a:t>NFS,</a:t>
            </a:r>
            <a:r>
              <a:rPr sz="1200" b="1" spc="5" dirty="0">
                <a:latin typeface="Verdana"/>
                <a:cs typeface="Verdana"/>
              </a:rPr>
              <a:t> </a:t>
            </a:r>
            <a:r>
              <a:rPr sz="1200" b="1" spc="-10" dirty="0">
                <a:latin typeface="Verdana"/>
                <a:cs typeface="Verdana"/>
              </a:rPr>
              <a:t>HTTP.</a:t>
            </a:r>
            <a:r>
              <a:rPr sz="1200" b="1" dirty="0">
                <a:latin typeface="Verdana"/>
                <a:cs typeface="Verdana"/>
              </a:rPr>
              <a:t> .</a:t>
            </a:r>
            <a:r>
              <a:rPr sz="1200" b="1" spc="5" dirty="0">
                <a:latin typeface="Verdana"/>
                <a:cs typeface="Verdana"/>
              </a:rPr>
              <a:t> </a:t>
            </a:r>
            <a:r>
              <a:rPr sz="1200" b="1" dirty="0">
                <a:latin typeface="Verdana"/>
                <a:cs typeface="Verdana"/>
              </a:rPr>
              <a:t>.</a:t>
            </a:r>
            <a:endParaRPr sz="1200">
              <a:latin typeface="Verdana"/>
              <a:cs typeface="Verdana"/>
            </a:endParaRPr>
          </a:p>
        </p:txBody>
      </p:sp>
      <p:grpSp>
        <p:nvGrpSpPr>
          <p:cNvPr id="2239" name="object 12">
            <a:extLst>
              <a:ext uri="{FF2B5EF4-FFF2-40B4-BE49-F238E27FC236}">
                <a16:creationId xmlns:a16="http://schemas.microsoft.com/office/drawing/2014/main" id="{C2F71CAC-5A15-ADA8-27CC-2FE8AB3E025B}"/>
              </a:ext>
            </a:extLst>
          </p:cNvPr>
          <p:cNvGrpSpPr/>
          <p:nvPr/>
        </p:nvGrpSpPr>
        <p:grpSpPr>
          <a:xfrm>
            <a:off x="-2261796" y="137940"/>
            <a:ext cx="9144000" cy="6858000"/>
            <a:chOff x="0" y="0"/>
            <a:chExt cx="9144000" cy="6858000"/>
          </a:xfrm>
        </p:grpSpPr>
        <p:pic>
          <p:nvPicPr>
            <p:cNvPr id="2240" name="object 13">
              <a:extLst>
                <a:ext uri="{FF2B5EF4-FFF2-40B4-BE49-F238E27FC236}">
                  <a16:creationId xmlns:a16="http://schemas.microsoft.com/office/drawing/2014/main" id="{51C5A8A3-9867-9E71-7D1A-FF13AC6BBF0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08300" y="1844675"/>
              <a:ext cx="749300" cy="1143000"/>
            </a:xfrm>
            <a:prstGeom prst="rect">
              <a:avLst/>
            </a:prstGeom>
          </p:spPr>
        </p:pic>
        <p:pic>
          <p:nvPicPr>
            <p:cNvPr id="2241" name="object 14">
              <a:extLst>
                <a:ext uri="{FF2B5EF4-FFF2-40B4-BE49-F238E27FC236}">
                  <a16:creationId xmlns:a16="http://schemas.microsoft.com/office/drawing/2014/main" id="{D1BA47C4-91E9-F5D6-65A2-EE734C2076F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0650" y="1844675"/>
              <a:ext cx="749300" cy="1143000"/>
            </a:xfrm>
            <a:prstGeom prst="rect">
              <a:avLst/>
            </a:prstGeom>
          </p:spPr>
        </p:pic>
        <p:sp>
          <p:nvSpPr>
            <p:cNvPr id="2242" name="object 15">
              <a:extLst>
                <a:ext uri="{FF2B5EF4-FFF2-40B4-BE49-F238E27FC236}">
                  <a16:creationId xmlns:a16="http://schemas.microsoft.com/office/drawing/2014/main" id="{D1C74169-9712-D97F-9895-B4376FD9DAD7}"/>
                </a:ext>
              </a:extLst>
            </p:cNvPr>
            <p:cNvSpPr/>
            <p:nvPr/>
          </p:nvSpPr>
          <p:spPr>
            <a:xfrm>
              <a:off x="4114800" y="3292475"/>
              <a:ext cx="838200" cy="0"/>
            </a:xfrm>
            <a:custGeom>
              <a:avLst/>
              <a:gdLst/>
              <a:ahLst/>
              <a:cxnLst/>
              <a:rect l="l" t="t" r="r" b="b"/>
              <a:pathLst>
                <a:path w="838200">
                  <a:moveTo>
                    <a:pt x="0" y="0"/>
                  </a:moveTo>
                  <a:lnTo>
                    <a:pt x="838200" y="1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16">
              <a:extLst>
                <a:ext uri="{FF2B5EF4-FFF2-40B4-BE49-F238E27FC236}">
                  <a16:creationId xmlns:a16="http://schemas.microsoft.com/office/drawing/2014/main" id="{7BB698D7-9D28-954E-663E-221BE0852AD7}"/>
                </a:ext>
              </a:extLst>
            </p:cNvPr>
            <p:cNvSpPr/>
            <p:nvPr/>
          </p:nvSpPr>
          <p:spPr>
            <a:xfrm>
              <a:off x="4395787" y="3978275"/>
              <a:ext cx="0" cy="304800"/>
            </a:xfrm>
            <a:custGeom>
              <a:avLst/>
              <a:gdLst/>
              <a:ahLst/>
              <a:cxnLst/>
              <a:rect l="l" t="t" r="r" b="b"/>
              <a:pathLst>
                <a:path h="304800">
                  <a:moveTo>
                    <a:pt x="0" y="0"/>
                  </a:moveTo>
                  <a:lnTo>
                    <a:pt x="1" y="304800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4" name="object 17">
              <a:extLst>
                <a:ext uri="{FF2B5EF4-FFF2-40B4-BE49-F238E27FC236}">
                  <a16:creationId xmlns:a16="http://schemas.microsoft.com/office/drawing/2014/main" id="{D26CABF1-32B3-9302-95B0-3C7B2B147F6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0"/>
              <a:ext cx="9144000" cy="6858000"/>
            </a:xfrm>
            <a:prstGeom prst="rect">
              <a:avLst/>
            </a:prstGeom>
          </p:spPr>
        </p:pic>
        <p:sp>
          <p:nvSpPr>
            <p:cNvPr id="2245" name="object 18">
              <a:extLst>
                <a:ext uri="{FF2B5EF4-FFF2-40B4-BE49-F238E27FC236}">
                  <a16:creationId xmlns:a16="http://schemas.microsoft.com/office/drawing/2014/main" id="{ED3FA2B6-8F5D-B5E0-962E-0CCEF80EBEF3}"/>
                </a:ext>
              </a:extLst>
            </p:cNvPr>
            <p:cNvSpPr/>
            <p:nvPr/>
          </p:nvSpPr>
          <p:spPr>
            <a:xfrm>
              <a:off x="4038600" y="3521075"/>
              <a:ext cx="752475" cy="485775"/>
            </a:xfrm>
            <a:custGeom>
              <a:avLst/>
              <a:gdLst/>
              <a:ahLst/>
              <a:cxnLst/>
              <a:rect l="l" t="t" r="r" b="b"/>
              <a:pathLst>
                <a:path w="752475" h="485775">
                  <a:moveTo>
                    <a:pt x="575733" y="1059"/>
                  </a:moveTo>
                  <a:lnTo>
                    <a:pt x="621241" y="4237"/>
                  </a:lnTo>
                  <a:lnTo>
                    <a:pt x="658283" y="22778"/>
                  </a:lnTo>
                  <a:lnTo>
                    <a:pt x="692150" y="57212"/>
                  </a:lnTo>
                  <a:lnTo>
                    <a:pt x="709083" y="93234"/>
                  </a:lnTo>
                  <a:lnTo>
                    <a:pt x="712258" y="113365"/>
                  </a:lnTo>
                  <a:lnTo>
                    <a:pt x="711200" y="121841"/>
                  </a:lnTo>
                  <a:lnTo>
                    <a:pt x="710141" y="132435"/>
                  </a:lnTo>
                  <a:lnTo>
                    <a:pt x="708025" y="142501"/>
                  </a:lnTo>
                  <a:lnTo>
                    <a:pt x="704850" y="152566"/>
                  </a:lnTo>
                  <a:lnTo>
                    <a:pt x="715962" y="162631"/>
                  </a:lnTo>
                  <a:lnTo>
                    <a:pt x="740833" y="194945"/>
                  </a:lnTo>
                  <a:lnTo>
                    <a:pt x="752475" y="239444"/>
                  </a:lnTo>
                  <a:lnTo>
                    <a:pt x="751416" y="250039"/>
                  </a:lnTo>
                  <a:lnTo>
                    <a:pt x="733425" y="295597"/>
                  </a:lnTo>
                  <a:lnTo>
                    <a:pt x="704850" y="330030"/>
                  </a:lnTo>
                  <a:lnTo>
                    <a:pt x="709083" y="339036"/>
                  </a:lnTo>
                  <a:lnTo>
                    <a:pt x="711200" y="355458"/>
                  </a:lnTo>
                  <a:lnTo>
                    <a:pt x="711200" y="372939"/>
                  </a:lnTo>
                  <a:lnTo>
                    <a:pt x="697441" y="415848"/>
                  </a:lnTo>
                  <a:lnTo>
                    <a:pt x="673100" y="445514"/>
                  </a:lnTo>
                  <a:lnTo>
                    <a:pt x="666220" y="451871"/>
                  </a:lnTo>
                  <a:lnTo>
                    <a:pt x="661987" y="454520"/>
                  </a:lnTo>
                  <a:lnTo>
                    <a:pt x="658283" y="457698"/>
                  </a:lnTo>
                  <a:lnTo>
                    <a:pt x="649816" y="464055"/>
                  </a:lnTo>
                  <a:lnTo>
                    <a:pt x="639762" y="468293"/>
                  </a:lnTo>
                  <a:lnTo>
                    <a:pt x="630766" y="472531"/>
                  </a:lnTo>
                  <a:lnTo>
                    <a:pt x="625475" y="473590"/>
                  </a:lnTo>
                  <a:lnTo>
                    <a:pt x="623358" y="474120"/>
                  </a:lnTo>
                  <a:lnTo>
                    <a:pt x="621241" y="475709"/>
                  </a:lnTo>
                  <a:lnTo>
                    <a:pt x="612245" y="477828"/>
                  </a:lnTo>
                  <a:lnTo>
                    <a:pt x="593195" y="480477"/>
                  </a:lnTo>
                  <a:lnTo>
                    <a:pt x="575733" y="480477"/>
                  </a:lnTo>
                  <a:lnTo>
                    <a:pt x="537633" y="467234"/>
                  </a:lnTo>
                  <a:lnTo>
                    <a:pt x="507470" y="439157"/>
                  </a:lnTo>
                  <a:lnTo>
                    <a:pt x="490008" y="449222"/>
                  </a:lnTo>
                  <a:lnTo>
                    <a:pt x="472016" y="458758"/>
                  </a:lnTo>
                  <a:lnTo>
                    <a:pt x="454025" y="466704"/>
                  </a:lnTo>
                  <a:lnTo>
                    <a:pt x="437620" y="473590"/>
                  </a:lnTo>
                  <a:lnTo>
                    <a:pt x="420158" y="477828"/>
                  </a:lnTo>
                  <a:lnTo>
                    <a:pt x="403225" y="482596"/>
                  </a:lnTo>
                  <a:lnTo>
                    <a:pt x="386820" y="484185"/>
                  </a:lnTo>
                  <a:lnTo>
                    <a:pt x="370945" y="485775"/>
                  </a:lnTo>
                  <a:lnTo>
                    <a:pt x="354541" y="484185"/>
                  </a:lnTo>
                  <a:lnTo>
                    <a:pt x="338137" y="482596"/>
                  </a:lnTo>
                  <a:lnTo>
                    <a:pt x="322262" y="477828"/>
                  </a:lnTo>
                  <a:lnTo>
                    <a:pt x="306916" y="473590"/>
                  </a:lnTo>
                  <a:lnTo>
                    <a:pt x="291041" y="466704"/>
                  </a:lnTo>
                  <a:lnTo>
                    <a:pt x="275695" y="458758"/>
                  </a:lnTo>
                  <a:lnTo>
                    <a:pt x="260350" y="449222"/>
                  </a:lnTo>
                  <a:lnTo>
                    <a:pt x="246062" y="439157"/>
                  </a:lnTo>
                  <a:lnTo>
                    <a:pt x="241829" y="442865"/>
                  </a:lnTo>
                  <a:lnTo>
                    <a:pt x="240770" y="443925"/>
                  </a:lnTo>
                  <a:lnTo>
                    <a:pt x="240241" y="444984"/>
                  </a:lnTo>
                  <a:lnTo>
                    <a:pt x="238654" y="447633"/>
                  </a:lnTo>
                  <a:lnTo>
                    <a:pt x="231775" y="455049"/>
                  </a:lnTo>
                  <a:lnTo>
                    <a:pt x="223837" y="461406"/>
                  </a:lnTo>
                  <a:lnTo>
                    <a:pt x="215900" y="467234"/>
                  </a:lnTo>
                  <a:lnTo>
                    <a:pt x="206904" y="471471"/>
                  </a:lnTo>
                  <a:lnTo>
                    <a:pt x="198437" y="475709"/>
                  </a:lnTo>
                  <a:lnTo>
                    <a:pt x="187854" y="478888"/>
                  </a:lnTo>
                  <a:lnTo>
                    <a:pt x="183091" y="479418"/>
                  </a:lnTo>
                  <a:lnTo>
                    <a:pt x="178329" y="480477"/>
                  </a:lnTo>
                  <a:lnTo>
                    <a:pt x="159279" y="480477"/>
                  </a:lnTo>
                  <a:lnTo>
                    <a:pt x="141287" y="477828"/>
                  </a:lnTo>
                  <a:lnTo>
                    <a:pt x="104245" y="464055"/>
                  </a:lnTo>
                  <a:lnTo>
                    <a:pt x="73554" y="440746"/>
                  </a:lnTo>
                  <a:lnTo>
                    <a:pt x="65616" y="430151"/>
                  </a:lnTo>
                  <a:lnTo>
                    <a:pt x="57150" y="419027"/>
                  </a:lnTo>
                  <a:lnTo>
                    <a:pt x="51329" y="407372"/>
                  </a:lnTo>
                  <a:lnTo>
                    <a:pt x="44450" y="387242"/>
                  </a:lnTo>
                  <a:lnTo>
                    <a:pt x="41275" y="368171"/>
                  </a:lnTo>
                  <a:lnTo>
                    <a:pt x="40745" y="358106"/>
                  </a:lnTo>
                  <a:lnTo>
                    <a:pt x="42862" y="349101"/>
                  </a:lnTo>
                  <a:lnTo>
                    <a:pt x="48154" y="330030"/>
                  </a:lnTo>
                  <a:lnTo>
                    <a:pt x="36512" y="318376"/>
                  </a:lnTo>
                  <a:lnTo>
                    <a:pt x="12170" y="286061"/>
                  </a:lnTo>
                  <a:lnTo>
                    <a:pt x="0" y="242092"/>
                  </a:lnTo>
                  <a:lnTo>
                    <a:pt x="529" y="230968"/>
                  </a:lnTo>
                  <a:lnTo>
                    <a:pt x="2645" y="219313"/>
                  </a:lnTo>
                  <a:lnTo>
                    <a:pt x="6350" y="207659"/>
                  </a:lnTo>
                  <a:lnTo>
                    <a:pt x="12170" y="197064"/>
                  </a:lnTo>
                  <a:lnTo>
                    <a:pt x="18520" y="185410"/>
                  </a:lnTo>
                  <a:lnTo>
                    <a:pt x="26987" y="174285"/>
                  </a:lnTo>
                  <a:lnTo>
                    <a:pt x="36512" y="162631"/>
                  </a:lnTo>
                  <a:lnTo>
                    <a:pt x="48154" y="152566"/>
                  </a:lnTo>
                  <a:lnTo>
                    <a:pt x="42862" y="132435"/>
                  </a:lnTo>
                  <a:lnTo>
                    <a:pt x="40745" y="121841"/>
                  </a:lnTo>
                  <a:lnTo>
                    <a:pt x="41275" y="113365"/>
                  </a:lnTo>
                  <a:lnTo>
                    <a:pt x="44450" y="93234"/>
                  </a:lnTo>
                  <a:lnTo>
                    <a:pt x="60325" y="57212"/>
                  </a:lnTo>
                  <a:lnTo>
                    <a:pt x="86254" y="29135"/>
                  </a:lnTo>
                  <a:lnTo>
                    <a:pt x="104245" y="18011"/>
                  </a:lnTo>
                  <a:lnTo>
                    <a:pt x="122237" y="8475"/>
                  </a:lnTo>
                  <a:lnTo>
                    <a:pt x="141287" y="2648"/>
                  </a:lnTo>
                  <a:lnTo>
                    <a:pt x="159279" y="0"/>
                  </a:lnTo>
                  <a:lnTo>
                    <a:pt x="178329" y="1059"/>
                  </a:lnTo>
                  <a:lnTo>
                    <a:pt x="215900" y="13773"/>
                  </a:lnTo>
                  <a:lnTo>
                    <a:pt x="246062" y="42379"/>
                  </a:lnTo>
                  <a:lnTo>
                    <a:pt x="277812" y="25427"/>
                  </a:lnTo>
                  <a:lnTo>
                    <a:pt x="327025" y="9535"/>
                  </a:lnTo>
                  <a:lnTo>
                    <a:pt x="376766" y="4237"/>
                  </a:lnTo>
                  <a:lnTo>
                    <a:pt x="408516" y="6356"/>
                  </a:lnTo>
                  <a:lnTo>
                    <a:pt x="458258" y="18541"/>
                  </a:lnTo>
                  <a:lnTo>
                    <a:pt x="507470" y="42379"/>
                  </a:lnTo>
                  <a:lnTo>
                    <a:pt x="513820" y="32844"/>
                  </a:lnTo>
                  <a:lnTo>
                    <a:pt x="520700" y="25957"/>
                  </a:lnTo>
                  <a:lnTo>
                    <a:pt x="528637" y="19070"/>
                  </a:lnTo>
                  <a:lnTo>
                    <a:pt x="537633" y="13773"/>
                  </a:lnTo>
                  <a:lnTo>
                    <a:pt x="545570" y="9005"/>
                  </a:lnTo>
                  <a:lnTo>
                    <a:pt x="555095" y="5827"/>
                  </a:lnTo>
                  <a:lnTo>
                    <a:pt x="564620" y="2648"/>
                  </a:lnTo>
                  <a:lnTo>
                    <a:pt x="575733" y="105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46" name="object 19">
            <a:extLst>
              <a:ext uri="{FF2B5EF4-FFF2-40B4-BE49-F238E27FC236}">
                <a16:creationId xmlns:a16="http://schemas.microsoft.com/office/drawing/2014/main" id="{D53FDDD0-0983-5226-9FCC-19AA5C2C75D8}"/>
              </a:ext>
            </a:extLst>
          </p:cNvPr>
          <p:cNvSpPr txBox="1"/>
          <p:nvPr/>
        </p:nvSpPr>
        <p:spPr>
          <a:xfrm>
            <a:off x="2046679" y="3784935"/>
            <a:ext cx="21907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latin typeface="Verdana"/>
                <a:cs typeface="Verdana"/>
              </a:rPr>
              <a:t>IP</a:t>
            </a:r>
            <a:endParaRPr sz="1200">
              <a:latin typeface="Verdana"/>
              <a:cs typeface="Verdana"/>
            </a:endParaRPr>
          </a:p>
        </p:txBody>
      </p:sp>
      <p:grpSp>
        <p:nvGrpSpPr>
          <p:cNvPr id="2247" name="object 20">
            <a:extLst>
              <a:ext uri="{FF2B5EF4-FFF2-40B4-BE49-F238E27FC236}">
                <a16:creationId xmlns:a16="http://schemas.microsoft.com/office/drawing/2014/main" id="{0CA67468-8F31-7F13-B642-8A0A1BCA887D}"/>
              </a:ext>
            </a:extLst>
          </p:cNvPr>
          <p:cNvGrpSpPr/>
          <p:nvPr/>
        </p:nvGrpSpPr>
        <p:grpSpPr>
          <a:xfrm>
            <a:off x="733816" y="3430415"/>
            <a:ext cx="2813050" cy="2281555"/>
            <a:chOff x="2995612" y="3292475"/>
            <a:chExt cx="2813050" cy="2281555"/>
          </a:xfrm>
        </p:grpSpPr>
        <p:sp>
          <p:nvSpPr>
            <p:cNvPr id="2248" name="object 21">
              <a:extLst>
                <a:ext uri="{FF2B5EF4-FFF2-40B4-BE49-F238E27FC236}">
                  <a16:creationId xmlns:a16="http://schemas.microsoft.com/office/drawing/2014/main" id="{F9574717-C1EF-BD49-E9AB-55809D5D5DCD}"/>
                </a:ext>
              </a:extLst>
            </p:cNvPr>
            <p:cNvSpPr/>
            <p:nvPr/>
          </p:nvSpPr>
          <p:spPr>
            <a:xfrm>
              <a:off x="4395787" y="3292475"/>
              <a:ext cx="0" cy="228600"/>
            </a:xfrm>
            <a:custGeom>
              <a:avLst/>
              <a:gdLst/>
              <a:ahLst/>
              <a:cxnLst/>
              <a:rect l="l" t="t" r="r" b="b"/>
              <a:pathLst>
                <a:path h="228600">
                  <a:moveTo>
                    <a:pt x="0" y="0"/>
                  </a:moveTo>
                  <a:lnTo>
                    <a:pt x="1" y="228600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9" name="object 22">
              <a:extLst>
                <a:ext uri="{FF2B5EF4-FFF2-40B4-BE49-F238E27FC236}">
                  <a16:creationId xmlns:a16="http://schemas.microsoft.com/office/drawing/2014/main" id="{ACDAFD47-8CA6-8679-13BC-A7ABB23DA732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24187" y="4892674"/>
              <a:ext cx="835025" cy="652463"/>
            </a:xfrm>
            <a:prstGeom prst="rect">
              <a:avLst/>
            </a:prstGeom>
          </p:spPr>
        </p:pic>
        <p:sp>
          <p:nvSpPr>
            <p:cNvPr id="2250" name="object 23">
              <a:extLst>
                <a:ext uri="{FF2B5EF4-FFF2-40B4-BE49-F238E27FC236}">
                  <a16:creationId xmlns:a16="http://schemas.microsoft.com/office/drawing/2014/main" id="{0F071CFC-AD4A-4C92-836D-387DA30D5E84}"/>
                </a:ext>
              </a:extLst>
            </p:cNvPr>
            <p:cNvSpPr/>
            <p:nvPr/>
          </p:nvSpPr>
          <p:spPr>
            <a:xfrm>
              <a:off x="3009900" y="4878387"/>
              <a:ext cx="863600" cy="681355"/>
            </a:xfrm>
            <a:custGeom>
              <a:avLst/>
              <a:gdLst/>
              <a:ahLst/>
              <a:cxnLst/>
              <a:rect l="l" t="t" r="r" b="b"/>
              <a:pathLst>
                <a:path w="863600" h="681354">
                  <a:moveTo>
                    <a:pt x="0" y="0"/>
                  </a:moveTo>
                  <a:lnTo>
                    <a:pt x="863600" y="0"/>
                  </a:lnTo>
                  <a:lnTo>
                    <a:pt x="863600" y="681038"/>
                  </a:lnTo>
                  <a:lnTo>
                    <a:pt x="0" y="681038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4">
              <a:extLst>
                <a:ext uri="{FF2B5EF4-FFF2-40B4-BE49-F238E27FC236}">
                  <a16:creationId xmlns:a16="http://schemas.microsoft.com/office/drawing/2014/main" id="{6E382992-719C-0C46-32CC-F140BD0FEAE2}"/>
                </a:ext>
              </a:extLst>
            </p:cNvPr>
            <p:cNvSpPr/>
            <p:nvPr/>
          </p:nvSpPr>
          <p:spPr>
            <a:xfrm>
              <a:off x="3462337" y="4273550"/>
              <a:ext cx="0" cy="628650"/>
            </a:xfrm>
            <a:custGeom>
              <a:avLst/>
              <a:gdLst/>
              <a:ahLst/>
              <a:cxnLst/>
              <a:rect l="l" t="t" r="r" b="b"/>
              <a:pathLst>
                <a:path h="628650">
                  <a:moveTo>
                    <a:pt x="0" y="0"/>
                  </a:moveTo>
                  <a:lnTo>
                    <a:pt x="1" y="628650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2" name="object 25">
              <a:extLst>
                <a:ext uri="{FF2B5EF4-FFF2-40B4-BE49-F238E27FC236}">
                  <a16:creationId xmlns:a16="http://schemas.microsoft.com/office/drawing/2014/main" id="{6801503D-5A74-69F6-7354-5C6914CBF68B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45062" y="4892674"/>
              <a:ext cx="835025" cy="652463"/>
            </a:xfrm>
            <a:prstGeom prst="rect">
              <a:avLst/>
            </a:prstGeom>
          </p:spPr>
        </p:pic>
        <p:sp>
          <p:nvSpPr>
            <p:cNvPr id="2253" name="object 26">
              <a:extLst>
                <a:ext uri="{FF2B5EF4-FFF2-40B4-BE49-F238E27FC236}">
                  <a16:creationId xmlns:a16="http://schemas.microsoft.com/office/drawing/2014/main" id="{C2C7035F-4F61-DDD4-62EF-9D4F76ED54B0}"/>
                </a:ext>
              </a:extLst>
            </p:cNvPr>
            <p:cNvSpPr/>
            <p:nvPr/>
          </p:nvSpPr>
          <p:spPr>
            <a:xfrm>
              <a:off x="4930775" y="4878387"/>
              <a:ext cx="863600" cy="681355"/>
            </a:xfrm>
            <a:custGeom>
              <a:avLst/>
              <a:gdLst/>
              <a:ahLst/>
              <a:cxnLst/>
              <a:rect l="l" t="t" r="r" b="b"/>
              <a:pathLst>
                <a:path w="863600" h="681354">
                  <a:moveTo>
                    <a:pt x="0" y="0"/>
                  </a:moveTo>
                  <a:lnTo>
                    <a:pt x="863600" y="0"/>
                  </a:lnTo>
                  <a:lnTo>
                    <a:pt x="863600" y="681038"/>
                  </a:lnTo>
                  <a:lnTo>
                    <a:pt x="0" y="681038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7">
              <a:extLst>
                <a:ext uri="{FF2B5EF4-FFF2-40B4-BE49-F238E27FC236}">
                  <a16:creationId xmlns:a16="http://schemas.microsoft.com/office/drawing/2014/main" id="{C9BECC30-EBE3-12C4-E3C9-0F94F3DBD0AC}"/>
                </a:ext>
              </a:extLst>
            </p:cNvPr>
            <p:cNvSpPr/>
            <p:nvPr/>
          </p:nvSpPr>
          <p:spPr>
            <a:xfrm>
              <a:off x="5367337" y="4273550"/>
              <a:ext cx="0" cy="628650"/>
            </a:xfrm>
            <a:custGeom>
              <a:avLst/>
              <a:gdLst/>
              <a:ahLst/>
              <a:cxnLst/>
              <a:rect l="l" t="t" r="r" b="b"/>
              <a:pathLst>
                <a:path h="628650">
                  <a:moveTo>
                    <a:pt x="0" y="0"/>
                  </a:moveTo>
                  <a:lnTo>
                    <a:pt x="1" y="628650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55" name="object 2">
            <a:extLst>
              <a:ext uri="{FF2B5EF4-FFF2-40B4-BE49-F238E27FC236}">
                <a16:creationId xmlns:a16="http://schemas.microsoft.com/office/drawing/2014/main" id="{82773D46-F9F5-2EB9-AF9E-87AE3A1BDD89}"/>
              </a:ext>
            </a:extLst>
          </p:cNvPr>
          <p:cNvSpPr txBox="1">
            <a:spLocks/>
          </p:cNvSpPr>
          <p:nvPr/>
        </p:nvSpPr>
        <p:spPr>
          <a:xfrm>
            <a:off x="1037029" y="1309443"/>
            <a:ext cx="2019300" cy="467359"/>
          </a:xfrm>
          <a:prstGeom prst="rect">
            <a:avLst/>
          </a:prstGeom>
        </p:spPr>
        <p:txBody>
          <a:bodyPr vert="horz" wrap="square" lIns="0" tIns="12700" rIns="0" bIns="0" rtlCol="0" anchor="ctr">
            <a:sp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" sz="2900" b="1" spc="-5" dirty="0">
                <a:solidFill>
                  <a:srgbClr val="7030A0"/>
                </a:solidFill>
                <a:latin typeface="Calibri"/>
                <a:cs typeface="Calibri"/>
              </a:rPr>
              <a:t>Without</a:t>
            </a:r>
            <a:r>
              <a:rPr lang="en" sz="2900" b="1" spc="-9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lang="en" sz="2900" b="1" dirty="0">
                <a:solidFill>
                  <a:srgbClr val="7030A0"/>
                </a:solidFill>
                <a:latin typeface="Calibri"/>
                <a:cs typeface="Calibri"/>
              </a:rPr>
              <a:t>NAS</a:t>
            </a:r>
            <a:endParaRPr lang="en" sz="2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  <p:sp>
        <p:nvSpPr>
          <p:cNvPr id="2256" name="object 2">
            <a:extLst>
              <a:ext uri="{FF2B5EF4-FFF2-40B4-BE49-F238E27FC236}">
                <a16:creationId xmlns:a16="http://schemas.microsoft.com/office/drawing/2014/main" id="{ADE4F26E-51AB-0649-5083-447DE4364C64}"/>
              </a:ext>
            </a:extLst>
          </p:cNvPr>
          <p:cNvSpPr txBox="1">
            <a:spLocks/>
          </p:cNvSpPr>
          <p:nvPr/>
        </p:nvSpPr>
        <p:spPr>
          <a:xfrm>
            <a:off x="7020651" y="1238907"/>
            <a:ext cx="1650364" cy="513080"/>
          </a:xfrm>
          <a:prstGeom prst="rect">
            <a:avLst/>
          </a:prstGeom>
        </p:spPr>
        <p:txBody>
          <a:bodyPr vert="horz" wrap="square" lIns="0" tIns="12700" rIns="0" bIns="0" rtlCol="0" anchor="ctr">
            <a:sp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" sz="3200" b="1">
                <a:solidFill>
                  <a:srgbClr val="7030A0"/>
                </a:solidFill>
                <a:latin typeface="Calibri"/>
                <a:cs typeface="Calibri"/>
              </a:rPr>
              <a:t>With</a:t>
            </a:r>
            <a:r>
              <a:rPr lang="en" sz="3200" b="1" spc="-10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lang="en" sz="3200" b="1">
                <a:solidFill>
                  <a:srgbClr val="7030A0"/>
                </a:solidFill>
                <a:latin typeface="Calibri"/>
                <a:cs typeface="Calibri"/>
              </a:rPr>
              <a:t>NAS</a:t>
            </a:r>
            <a:endParaRPr lang="en" sz="3200">
              <a:solidFill>
                <a:srgbClr val="7030A0"/>
              </a:solidFill>
              <a:latin typeface="Calibri"/>
              <a:cs typeface="Calibri"/>
            </a:endParaRPr>
          </a:p>
        </p:txBody>
      </p:sp>
      <p:sp>
        <p:nvSpPr>
          <p:cNvPr id="2257" name="object 3">
            <a:extLst>
              <a:ext uri="{FF2B5EF4-FFF2-40B4-BE49-F238E27FC236}">
                <a16:creationId xmlns:a16="http://schemas.microsoft.com/office/drawing/2014/main" id="{9EAF7D79-27D6-D50A-6789-7A16D14AB2E1}"/>
              </a:ext>
            </a:extLst>
          </p:cNvPr>
          <p:cNvSpPr txBox="1"/>
          <p:nvPr/>
        </p:nvSpPr>
        <p:spPr>
          <a:xfrm>
            <a:off x="6869504" y="2212528"/>
            <a:ext cx="38163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latin typeface="Verdana"/>
                <a:cs typeface="Verdana"/>
              </a:rPr>
              <a:t>N</a:t>
            </a:r>
            <a:r>
              <a:rPr sz="1200" b="1" spc="5" dirty="0">
                <a:latin typeface="Verdana"/>
                <a:cs typeface="Verdana"/>
              </a:rPr>
              <a:t>A</a:t>
            </a:r>
            <a:r>
              <a:rPr sz="1200" b="1" dirty="0">
                <a:latin typeface="Verdana"/>
                <a:cs typeface="Verdana"/>
              </a:rPr>
              <a:t>S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2258" name="object 4">
            <a:extLst>
              <a:ext uri="{FF2B5EF4-FFF2-40B4-BE49-F238E27FC236}">
                <a16:creationId xmlns:a16="http://schemas.microsoft.com/office/drawing/2014/main" id="{5F7C681E-A35B-85F4-6B09-179160C04574}"/>
              </a:ext>
            </a:extLst>
          </p:cNvPr>
          <p:cNvSpPr/>
          <p:nvPr/>
        </p:nvSpPr>
        <p:spPr>
          <a:xfrm>
            <a:off x="6340866" y="3017390"/>
            <a:ext cx="0" cy="628650"/>
          </a:xfrm>
          <a:custGeom>
            <a:avLst/>
            <a:gdLst/>
            <a:ahLst/>
            <a:cxnLst/>
            <a:rect l="l" t="t" r="r" b="b"/>
            <a:pathLst>
              <a:path h="628650">
                <a:moveTo>
                  <a:pt x="0" y="0"/>
                </a:moveTo>
                <a:lnTo>
                  <a:pt x="1" y="628650"/>
                </a:lnTo>
              </a:path>
            </a:pathLst>
          </a:custGeom>
          <a:ln w="9525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9" name="object 5">
            <a:extLst>
              <a:ext uri="{FF2B5EF4-FFF2-40B4-BE49-F238E27FC236}">
                <a16:creationId xmlns:a16="http://schemas.microsoft.com/office/drawing/2014/main" id="{0E28C930-7E91-797C-DA30-FB15C5AC293B}"/>
              </a:ext>
            </a:extLst>
          </p:cNvPr>
          <p:cNvSpPr txBox="1"/>
          <p:nvPr/>
        </p:nvSpPr>
        <p:spPr>
          <a:xfrm>
            <a:off x="4758129" y="6018273"/>
            <a:ext cx="3132455" cy="745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1800">
              <a:lnSpc>
                <a:spcPct val="100000"/>
              </a:lnSpc>
              <a:spcBef>
                <a:spcPts val="100"/>
              </a:spcBef>
              <a:tabLst>
                <a:tab pos="2199640" algn="l"/>
              </a:tabLst>
            </a:pPr>
            <a:r>
              <a:rPr sz="1200" b="1" spc="-5" dirty="0">
                <a:latin typeface="Times New Roman"/>
                <a:cs typeface="Times New Roman"/>
              </a:rPr>
              <a:t>UNIX	</a:t>
            </a:r>
            <a:r>
              <a:rPr sz="1200" b="1" spc="-10" dirty="0">
                <a:latin typeface="Times New Roman"/>
                <a:cs typeface="Times New Roman"/>
              </a:rPr>
              <a:t>Windows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sz="1200" b="1" spc="-5" dirty="0">
                <a:latin typeface="Verdana"/>
                <a:cs typeface="Verdana"/>
              </a:rPr>
              <a:t>General purpose </a:t>
            </a:r>
            <a:r>
              <a:rPr sz="1200" b="1" dirty="0">
                <a:latin typeface="Verdana"/>
                <a:cs typeface="Verdana"/>
              </a:rPr>
              <a:t>OS </a:t>
            </a:r>
            <a:r>
              <a:rPr sz="1200" b="1" spc="-5" dirty="0">
                <a:latin typeface="Verdana"/>
                <a:cs typeface="Verdana"/>
              </a:rPr>
              <a:t>serving </a:t>
            </a:r>
            <a:r>
              <a:rPr sz="1200" b="1" dirty="0">
                <a:latin typeface="Verdana"/>
                <a:cs typeface="Verdana"/>
              </a:rPr>
              <a:t>files </a:t>
            </a:r>
            <a:r>
              <a:rPr sz="1200" b="1" spc="-5" dirty="0">
                <a:latin typeface="Verdana"/>
                <a:cs typeface="Verdana"/>
              </a:rPr>
              <a:t>via </a:t>
            </a:r>
            <a:r>
              <a:rPr sz="1200" b="1" spc="-400" dirty="0">
                <a:latin typeface="Verdana"/>
                <a:cs typeface="Verdana"/>
              </a:rPr>
              <a:t> </a:t>
            </a:r>
            <a:r>
              <a:rPr sz="1200" b="1" spc="-10" dirty="0">
                <a:latin typeface="Verdana"/>
                <a:cs typeface="Verdana"/>
              </a:rPr>
              <a:t>FTP,</a:t>
            </a:r>
            <a:r>
              <a:rPr sz="1200" b="1" dirty="0">
                <a:latin typeface="Verdana"/>
                <a:cs typeface="Verdana"/>
              </a:rPr>
              <a:t> </a:t>
            </a:r>
            <a:r>
              <a:rPr sz="1200" b="1" spc="-5" dirty="0">
                <a:latin typeface="Verdana"/>
                <a:cs typeface="Verdana"/>
              </a:rPr>
              <a:t>CIFS,</a:t>
            </a:r>
            <a:r>
              <a:rPr sz="1200" b="1" dirty="0">
                <a:latin typeface="Verdana"/>
                <a:cs typeface="Verdana"/>
              </a:rPr>
              <a:t> </a:t>
            </a:r>
            <a:r>
              <a:rPr sz="1200" b="1" spc="-5" dirty="0">
                <a:latin typeface="Verdana"/>
                <a:cs typeface="Verdana"/>
              </a:rPr>
              <a:t>NFS,</a:t>
            </a:r>
            <a:r>
              <a:rPr sz="1200" b="1" spc="5" dirty="0">
                <a:latin typeface="Verdana"/>
                <a:cs typeface="Verdana"/>
              </a:rPr>
              <a:t> </a:t>
            </a:r>
            <a:r>
              <a:rPr sz="1200" b="1" spc="-10" dirty="0">
                <a:latin typeface="Verdana"/>
                <a:cs typeface="Verdana"/>
              </a:rPr>
              <a:t>HTTP.</a:t>
            </a:r>
            <a:r>
              <a:rPr sz="1200" b="1" dirty="0">
                <a:latin typeface="Verdana"/>
                <a:cs typeface="Verdana"/>
              </a:rPr>
              <a:t> .</a:t>
            </a:r>
            <a:r>
              <a:rPr sz="1200" b="1" spc="5" dirty="0">
                <a:latin typeface="Verdana"/>
                <a:cs typeface="Verdana"/>
              </a:rPr>
              <a:t> </a:t>
            </a:r>
            <a:r>
              <a:rPr sz="1200" b="1" dirty="0">
                <a:latin typeface="Verdana"/>
                <a:cs typeface="Verdana"/>
              </a:rPr>
              <a:t>.</a:t>
            </a:r>
            <a:endParaRPr sz="1200">
              <a:latin typeface="Verdana"/>
              <a:cs typeface="Verdana"/>
            </a:endParaRPr>
          </a:p>
        </p:txBody>
      </p:sp>
      <p:grpSp>
        <p:nvGrpSpPr>
          <p:cNvPr id="2260" name="object 6">
            <a:extLst>
              <a:ext uri="{FF2B5EF4-FFF2-40B4-BE49-F238E27FC236}">
                <a16:creationId xmlns:a16="http://schemas.microsoft.com/office/drawing/2014/main" id="{E4FCE3E5-BB76-5CE6-DCB1-AAC8C00DE063}"/>
              </a:ext>
            </a:extLst>
          </p:cNvPr>
          <p:cNvGrpSpPr/>
          <p:nvPr/>
        </p:nvGrpSpPr>
        <p:grpSpPr>
          <a:xfrm>
            <a:off x="2132404" y="82103"/>
            <a:ext cx="9144000" cy="6858000"/>
            <a:chOff x="0" y="0"/>
            <a:chExt cx="9144000" cy="6858000"/>
          </a:xfrm>
        </p:grpSpPr>
        <p:pic>
          <p:nvPicPr>
            <p:cNvPr id="2261" name="object 7">
              <a:extLst>
                <a:ext uri="{FF2B5EF4-FFF2-40B4-BE49-F238E27FC236}">
                  <a16:creationId xmlns:a16="http://schemas.microsoft.com/office/drawing/2014/main" id="{A5D7ADA1-1D37-F2A7-B822-D6488B984368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0" y="0"/>
              <a:ext cx="9144000" cy="6858000"/>
            </a:xfrm>
            <a:prstGeom prst="rect">
              <a:avLst/>
            </a:prstGeom>
          </p:spPr>
        </p:pic>
        <p:sp>
          <p:nvSpPr>
            <p:cNvPr id="2262" name="object 8">
              <a:extLst>
                <a:ext uri="{FF2B5EF4-FFF2-40B4-BE49-F238E27FC236}">
                  <a16:creationId xmlns:a16="http://schemas.microsoft.com/office/drawing/2014/main" id="{22572592-9870-800B-98AC-3E04B580325C}"/>
                </a:ext>
              </a:extLst>
            </p:cNvPr>
            <p:cNvSpPr/>
            <p:nvPr/>
          </p:nvSpPr>
          <p:spPr>
            <a:xfrm>
              <a:off x="3819525" y="3562350"/>
              <a:ext cx="752475" cy="485775"/>
            </a:xfrm>
            <a:custGeom>
              <a:avLst/>
              <a:gdLst/>
              <a:ahLst/>
              <a:cxnLst/>
              <a:rect l="l" t="t" r="r" b="b"/>
              <a:pathLst>
                <a:path w="752475" h="485775">
                  <a:moveTo>
                    <a:pt x="575733" y="1059"/>
                  </a:moveTo>
                  <a:lnTo>
                    <a:pt x="621241" y="4237"/>
                  </a:lnTo>
                  <a:lnTo>
                    <a:pt x="658283" y="22778"/>
                  </a:lnTo>
                  <a:lnTo>
                    <a:pt x="692150" y="57212"/>
                  </a:lnTo>
                  <a:lnTo>
                    <a:pt x="709083" y="93234"/>
                  </a:lnTo>
                  <a:lnTo>
                    <a:pt x="712258" y="113365"/>
                  </a:lnTo>
                  <a:lnTo>
                    <a:pt x="711200" y="121841"/>
                  </a:lnTo>
                  <a:lnTo>
                    <a:pt x="710141" y="132435"/>
                  </a:lnTo>
                  <a:lnTo>
                    <a:pt x="708025" y="142501"/>
                  </a:lnTo>
                  <a:lnTo>
                    <a:pt x="704850" y="152566"/>
                  </a:lnTo>
                  <a:lnTo>
                    <a:pt x="715962" y="162631"/>
                  </a:lnTo>
                  <a:lnTo>
                    <a:pt x="740833" y="194945"/>
                  </a:lnTo>
                  <a:lnTo>
                    <a:pt x="752475" y="239444"/>
                  </a:lnTo>
                  <a:lnTo>
                    <a:pt x="751416" y="250039"/>
                  </a:lnTo>
                  <a:lnTo>
                    <a:pt x="733425" y="295597"/>
                  </a:lnTo>
                  <a:lnTo>
                    <a:pt x="704850" y="330030"/>
                  </a:lnTo>
                  <a:lnTo>
                    <a:pt x="709083" y="339036"/>
                  </a:lnTo>
                  <a:lnTo>
                    <a:pt x="711200" y="355458"/>
                  </a:lnTo>
                  <a:lnTo>
                    <a:pt x="711200" y="372939"/>
                  </a:lnTo>
                  <a:lnTo>
                    <a:pt x="697441" y="415848"/>
                  </a:lnTo>
                  <a:lnTo>
                    <a:pt x="673100" y="445514"/>
                  </a:lnTo>
                  <a:lnTo>
                    <a:pt x="666220" y="451871"/>
                  </a:lnTo>
                  <a:lnTo>
                    <a:pt x="661987" y="454520"/>
                  </a:lnTo>
                  <a:lnTo>
                    <a:pt x="658283" y="457698"/>
                  </a:lnTo>
                  <a:lnTo>
                    <a:pt x="649816" y="464055"/>
                  </a:lnTo>
                  <a:lnTo>
                    <a:pt x="639762" y="468293"/>
                  </a:lnTo>
                  <a:lnTo>
                    <a:pt x="630766" y="472531"/>
                  </a:lnTo>
                  <a:lnTo>
                    <a:pt x="625475" y="473590"/>
                  </a:lnTo>
                  <a:lnTo>
                    <a:pt x="623358" y="474120"/>
                  </a:lnTo>
                  <a:lnTo>
                    <a:pt x="621241" y="475709"/>
                  </a:lnTo>
                  <a:lnTo>
                    <a:pt x="612245" y="477828"/>
                  </a:lnTo>
                  <a:lnTo>
                    <a:pt x="593195" y="480477"/>
                  </a:lnTo>
                  <a:lnTo>
                    <a:pt x="575733" y="480477"/>
                  </a:lnTo>
                  <a:lnTo>
                    <a:pt x="537633" y="467234"/>
                  </a:lnTo>
                  <a:lnTo>
                    <a:pt x="507470" y="439157"/>
                  </a:lnTo>
                  <a:lnTo>
                    <a:pt x="490008" y="449222"/>
                  </a:lnTo>
                  <a:lnTo>
                    <a:pt x="472016" y="458758"/>
                  </a:lnTo>
                  <a:lnTo>
                    <a:pt x="454025" y="466704"/>
                  </a:lnTo>
                  <a:lnTo>
                    <a:pt x="437620" y="473590"/>
                  </a:lnTo>
                  <a:lnTo>
                    <a:pt x="420158" y="477828"/>
                  </a:lnTo>
                  <a:lnTo>
                    <a:pt x="403225" y="482596"/>
                  </a:lnTo>
                  <a:lnTo>
                    <a:pt x="386820" y="484185"/>
                  </a:lnTo>
                  <a:lnTo>
                    <a:pt x="370945" y="485775"/>
                  </a:lnTo>
                  <a:lnTo>
                    <a:pt x="354541" y="484185"/>
                  </a:lnTo>
                  <a:lnTo>
                    <a:pt x="338137" y="482596"/>
                  </a:lnTo>
                  <a:lnTo>
                    <a:pt x="322262" y="477828"/>
                  </a:lnTo>
                  <a:lnTo>
                    <a:pt x="306916" y="473590"/>
                  </a:lnTo>
                  <a:lnTo>
                    <a:pt x="291041" y="466704"/>
                  </a:lnTo>
                  <a:lnTo>
                    <a:pt x="275695" y="458758"/>
                  </a:lnTo>
                  <a:lnTo>
                    <a:pt x="260350" y="449222"/>
                  </a:lnTo>
                  <a:lnTo>
                    <a:pt x="246062" y="439157"/>
                  </a:lnTo>
                  <a:lnTo>
                    <a:pt x="241829" y="442865"/>
                  </a:lnTo>
                  <a:lnTo>
                    <a:pt x="240770" y="443925"/>
                  </a:lnTo>
                  <a:lnTo>
                    <a:pt x="240241" y="444984"/>
                  </a:lnTo>
                  <a:lnTo>
                    <a:pt x="238654" y="447633"/>
                  </a:lnTo>
                  <a:lnTo>
                    <a:pt x="231775" y="455049"/>
                  </a:lnTo>
                  <a:lnTo>
                    <a:pt x="223837" y="461406"/>
                  </a:lnTo>
                  <a:lnTo>
                    <a:pt x="215900" y="467234"/>
                  </a:lnTo>
                  <a:lnTo>
                    <a:pt x="206904" y="471471"/>
                  </a:lnTo>
                  <a:lnTo>
                    <a:pt x="198437" y="475709"/>
                  </a:lnTo>
                  <a:lnTo>
                    <a:pt x="187854" y="478888"/>
                  </a:lnTo>
                  <a:lnTo>
                    <a:pt x="183091" y="479418"/>
                  </a:lnTo>
                  <a:lnTo>
                    <a:pt x="178329" y="480477"/>
                  </a:lnTo>
                  <a:lnTo>
                    <a:pt x="159279" y="480477"/>
                  </a:lnTo>
                  <a:lnTo>
                    <a:pt x="141287" y="477828"/>
                  </a:lnTo>
                  <a:lnTo>
                    <a:pt x="104245" y="464055"/>
                  </a:lnTo>
                  <a:lnTo>
                    <a:pt x="73554" y="440746"/>
                  </a:lnTo>
                  <a:lnTo>
                    <a:pt x="65616" y="430151"/>
                  </a:lnTo>
                  <a:lnTo>
                    <a:pt x="57150" y="419027"/>
                  </a:lnTo>
                  <a:lnTo>
                    <a:pt x="51329" y="407372"/>
                  </a:lnTo>
                  <a:lnTo>
                    <a:pt x="44450" y="387242"/>
                  </a:lnTo>
                  <a:lnTo>
                    <a:pt x="41275" y="368171"/>
                  </a:lnTo>
                  <a:lnTo>
                    <a:pt x="40745" y="358106"/>
                  </a:lnTo>
                  <a:lnTo>
                    <a:pt x="42862" y="349101"/>
                  </a:lnTo>
                  <a:lnTo>
                    <a:pt x="48154" y="330030"/>
                  </a:lnTo>
                  <a:lnTo>
                    <a:pt x="36512" y="318376"/>
                  </a:lnTo>
                  <a:lnTo>
                    <a:pt x="26987" y="307781"/>
                  </a:lnTo>
                  <a:lnTo>
                    <a:pt x="18520" y="296126"/>
                  </a:lnTo>
                  <a:lnTo>
                    <a:pt x="12170" y="286061"/>
                  </a:lnTo>
                  <a:lnTo>
                    <a:pt x="6350" y="274407"/>
                  </a:lnTo>
                  <a:lnTo>
                    <a:pt x="3704" y="269109"/>
                  </a:lnTo>
                  <a:lnTo>
                    <a:pt x="2645" y="263812"/>
                  </a:lnTo>
                  <a:lnTo>
                    <a:pt x="529" y="252158"/>
                  </a:lnTo>
                  <a:lnTo>
                    <a:pt x="0" y="242092"/>
                  </a:lnTo>
                  <a:lnTo>
                    <a:pt x="529" y="230968"/>
                  </a:lnTo>
                  <a:lnTo>
                    <a:pt x="2645" y="219313"/>
                  </a:lnTo>
                  <a:lnTo>
                    <a:pt x="6350" y="207659"/>
                  </a:lnTo>
                  <a:lnTo>
                    <a:pt x="12170" y="197064"/>
                  </a:lnTo>
                  <a:lnTo>
                    <a:pt x="18520" y="185410"/>
                  </a:lnTo>
                  <a:lnTo>
                    <a:pt x="26987" y="174285"/>
                  </a:lnTo>
                  <a:lnTo>
                    <a:pt x="36512" y="162631"/>
                  </a:lnTo>
                  <a:lnTo>
                    <a:pt x="48154" y="152566"/>
                  </a:lnTo>
                  <a:lnTo>
                    <a:pt x="42862" y="132435"/>
                  </a:lnTo>
                  <a:lnTo>
                    <a:pt x="40745" y="121841"/>
                  </a:lnTo>
                  <a:lnTo>
                    <a:pt x="41275" y="113365"/>
                  </a:lnTo>
                  <a:lnTo>
                    <a:pt x="44450" y="93234"/>
                  </a:lnTo>
                  <a:lnTo>
                    <a:pt x="60325" y="57212"/>
                  </a:lnTo>
                  <a:lnTo>
                    <a:pt x="86254" y="29135"/>
                  </a:lnTo>
                  <a:lnTo>
                    <a:pt x="104245" y="18011"/>
                  </a:lnTo>
                  <a:lnTo>
                    <a:pt x="122237" y="8475"/>
                  </a:lnTo>
                  <a:lnTo>
                    <a:pt x="141287" y="2648"/>
                  </a:lnTo>
                  <a:lnTo>
                    <a:pt x="159279" y="0"/>
                  </a:lnTo>
                  <a:lnTo>
                    <a:pt x="178329" y="1059"/>
                  </a:lnTo>
                  <a:lnTo>
                    <a:pt x="215900" y="13773"/>
                  </a:lnTo>
                  <a:lnTo>
                    <a:pt x="246062" y="42379"/>
                  </a:lnTo>
                  <a:lnTo>
                    <a:pt x="277812" y="25427"/>
                  </a:lnTo>
                  <a:lnTo>
                    <a:pt x="327025" y="9535"/>
                  </a:lnTo>
                  <a:lnTo>
                    <a:pt x="376766" y="4237"/>
                  </a:lnTo>
                  <a:lnTo>
                    <a:pt x="408516" y="6356"/>
                  </a:lnTo>
                  <a:lnTo>
                    <a:pt x="458258" y="18541"/>
                  </a:lnTo>
                  <a:lnTo>
                    <a:pt x="507470" y="42379"/>
                  </a:lnTo>
                  <a:lnTo>
                    <a:pt x="513820" y="32844"/>
                  </a:lnTo>
                  <a:lnTo>
                    <a:pt x="520700" y="25957"/>
                  </a:lnTo>
                  <a:lnTo>
                    <a:pt x="528637" y="19070"/>
                  </a:lnTo>
                  <a:lnTo>
                    <a:pt x="537633" y="13773"/>
                  </a:lnTo>
                  <a:lnTo>
                    <a:pt x="545570" y="9005"/>
                  </a:lnTo>
                  <a:lnTo>
                    <a:pt x="555095" y="5827"/>
                  </a:lnTo>
                  <a:lnTo>
                    <a:pt x="564620" y="2648"/>
                  </a:lnTo>
                  <a:lnTo>
                    <a:pt x="575733" y="105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63" name="object 9">
            <a:extLst>
              <a:ext uri="{FF2B5EF4-FFF2-40B4-BE49-F238E27FC236}">
                <a16:creationId xmlns:a16="http://schemas.microsoft.com/office/drawing/2014/main" id="{06535BE6-DB26-AB64-52FC-4141BDC56547}"/>
              </a:ext>
            </a:extLst>
          </p:cNvPr>
          <p:cNvSpPr txBox="1"/>
          <p:nvPr/>
        </p:nvSpPr>
        <p:spPr>
          <a:xfrm>
            <a:off x="6221804" y="3770373"/>
            <a:ext cx="21907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latin typeface="Verdana"/>
                <a:cs typeface="Verdana"/>
              </a:rPr>
              <a:t>IP</a:t>
            </a:r>
            <a:endParaRPr sz="1200">
              <a:latin typeface="Verdana"/>
              <a:cs typeface="Verdana"/>
            </a:endParaRPr>
          </a:p>
        </p:txBody>
      </p:sp>
      <p:grpSp>
        <p:nvGrpSpPr>
          <p:cNvPr id="2264" name="object 10">
            <a:extLst>
              <a:ext uri="{FF2B5EF4-FFF2-40B4-BE49-F238E27FC236}">
                <a16:creationId xmlns:a16="http://schemas.microsoft.com/office/drawing/2014/main" id="{DBC7206B-389E-20A3-F542-8C5FE696BD46}"/>
              </a:ext>
            </a:extLst>
          </p:cNvPr>
          <p:cNvGrpSpPr/>
          <p:nvPr/>
        </p:nvGrpSpPr>
        <p:grpSpPr>
          <a:xfrm>
            <a:off x="4954979" y="1645790"/>
            <a:ext cx="2794000" cy="4338955"/>
            <a:chOff x="2822575" y="1563687"/>
            <a:chExt cx="2794000" cy="4338955"/>
          </a:xfrm>
        </p:grpSpPr>
        <p:pic>
          <p:nvPicPr>
            <p:cNvPr id="2265" name="object 11">
              <a:extLst>
                <a:ext uri="{FF2B5EF4-FFF2-40B4-BE49-F238E27FC236}">
                  <a16:creationId xmlns:a16="http://schemas.microsoft.com/office/drawing/2014/main" id="{F7B8D8D0-A9ED-9E0B-8611-CB5E6C34DC7D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19512" y="1563687"/>
              <a:ext cx="990600" cy="1752600"/>
            </a:xfrm>
            <a:prstGeom prst="rect">
              <a:avLst/>
            </a:prstGeom>
          </p:spPr>
        </p:pic>
        <p:pic>
          <p:nvPicPr>
            <p:cNvPr id="2266" name="object 12">
              <a:extLst>
                <a:ext uri="{FF2B5EF4-FFF2-40B4-BE49-F238E27FC236}">
                  <a16:creationId xmlns:a16="http://schemas.microsoft.com/office/drawing/2014/main" id="{24FF21C8-659A-1FA6-A0BE-973A01D9DFA5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51149" y="5216525"/>
              <a:ext cx="835025" cy="652463"/>
            </a:xfrm>
            <a:prstGeom prst="rect">
              <a:avLst/>
            </a:prstGeom>
          </p:spPr>
        </p:pic>
        <p:sp>
          <p:nvSpPr>
            <p:cNvPr id="2267" name="object 13">
              <a:extLst>
                <a:ext uri="{FF2B5EF4-FFF2-40B4-BE49-F238E27FC236}">
                  <a16:creationId xmlns:a16="http://schemas.microsoft.com/office/drawing/2014/main" id="{117DF1E2-E7EB-AA54-1B9D-2F9A96504A99}"/>
                </a:ext>
              </a:extLst>
            </p:cNvPr>
            <p:cNvSpPr/>
            <p:nvPr/>
          </p:nvSpPr>
          <p:spPr>
            <a:xfrm>
              <a:off x="2836862" y="5202237"/>
              <a:ext cx="863600" cy="681355"/>
            </a:xfrm>
            <a:custGeom>
              <a:avLst/>
              <a:gdLst/>
              <a:ahLst/>
              <a:cxnLst/>
              <a:rect l="l" t="t" r="r" b="b"/>
              <a:pathLst>
                <a:path w="863600" h="681354">
                  <a:moveTo>
                    <a:pt x="0" y="0"/>
                  </a:moveTo>
                  <a:lnTo>
                    <a:pt x="863600" y="0"/>
                  </a:lnTo>
                  <a:lnTo>
                    <a:pt x="863600" y="681038"/>
                  </a:lnTo>
                  <a:lnTo>
                    <a:pt x="0" y="681038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8" name="object 14">
              <a:extLst>
                <a:ext uri="{FF2B5EF4-FFF2-40B4-BE49-F238E27FC236}">
                  <a16:creationId xmlns:a16="http://schemas.microsoft.com/office/drawing/2014/main" id="{D6B533D8-4A4E-0DAA-DB51-39DA5EBF4989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52975" y="5221287"/>
              <a:ext cx="835025" cy="652462"/>
            </a:xfrm>
            <a:prstGeom prst="rect">
              <a:avLst/>
            </a:prstGeom>
          </p:spPr>
        </p:pic>
        <p:sp>
          <p:nvSpPr>
            <p:cNvPr id="2269" name="object 15">
              <a:extLst>
                <a:ext uri="{FF2B5EF4-FFF2-40B4-BE49-F238E27FC236}">
                  <a16:creationId xmlns:a16="http://schemas.microsoft.com/office/drawing/2014/main" id="{B30A181F-4FB5-1D72-3A56-7884B236AAFB}"/>
                </a:ext>
              </a:extLst>
            </p:cNvPr>
            <p:cNvSpPr/>
            <p:nvPr/>
          </p:nvSpPr>
          <p:spPr>
            <a:xfrm>
              <a:off x="4738687" y="5207000"/>
              <a:ext cx="863600" cy="681355"/>
            </a:xfrm>
            <a:custGeom>
              <a:avLst/>
              <a:gdLst/>
              <a:ahLst/>
              <a:cxnLst/>
              <a:rect l="l" t="t" r="r" b="b"/>
              <a:pathLst>
                <a:path w="863600" h="681354">
                  <a:moveTo>
                    <a:pt x="0" y="0"/>
                  </a:moveTo>
                  <a:lnTo>
                    <a:pt x="863600" y="0"/>
                  </a:lnTo>
                  <a:lnTo>
                    <a:pt x="863600" y="681037"/>
                  </a:lnTo>
                  <a:lnTo>
                    <a:pt x="0" y="681037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16">
              <a:extLst>
                <a:ext uri="{FF2B5EF4-FFF2-40B4-BE49-F238E27FC236}">
                  <a16:creationId xmlns:a16="http://schemas.microsoft.com/office/drawing/2014/main" id="{DE26B8A3-EDB8-39E0-942C-F443B604A0B3}"/>
                </a:ext>
              </a:extLst>
            </p:cNvPr>
            <p:cNvSpPr/>
            <p:nvPr/>
          </p:nvSpPr>
          <p:spPr>
            <a:xfrm>
              <a:off x="3281362" y="4635125"/>
              <a:ext cx="1905000" cy="0"/>
            </a:xfrm>
            <a:custGeom>
              <a:avLst/>
              <a:gdLst/>
              <a:ahLst/>
              <a:cxnLst/>
              <a:rect l="l" t="t" r="r" b="b"/>
              <a:pathLst>
                <a:path w="1905000">
                  <a:moveTo>
                    <a:pt x="0" y="0"/>
                  </a:moveTo>
                  <a:lnTo>
                    <a:pt x="1905000" y="1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17">
              <a:extLst>
                <a:ext uri="{FF2B5EF4-FFF2-40B4-BE49-F238E27FC236}">
                  <a16:creationId xmlns:a16="http://schemas.microsoft.com/office/drawing/2014/main" id="{F1D689A6-59ED-5946-28D4-13BB243B722C}"/>
                </a:ext>
              </a:extLst>
            </p:cNvPr>
            <p:cNvSpPr/>
            <p:nvPr/>
          </p:nvSpPr>
          <p:spPr>
            <a:xfrm>
              <a:off x="4203701" y="4038600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h="586739">
                  <a:moveTo>
                    <a:pt x="0" y="0"/>
                  </a:moveTo>
                  <a:lnTo>
                    <a:pt x="1" y="586163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18">
              <a:extLst>
                <a:ext uri="{FF2B5EF4-FFF2-40B4-BE49-F238E27FC236}">
                  <a16:creationId xmlns:a16="http://schemas.microsoft.com/office/drawing/2014/main" id="{8DABC3C2-3584-F9B8-178B-3514AD520AE6}"/>
                </a:ext>
              </a:extLst>
            </p:cNvPr>
            <p:cNvSpPr/>
            <p:nvPr/>
          </p:nvSpPr>
          <p:spPr>
            <a:xfrm>
              <a:off x="3275012" y="4635125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h="586739">
                  <a:moveTo>
                    <a:pt x="0" y="0"/>
                  </a:moveTo>
                  <a:lnTo>
                    <a:pt x="1" y="586163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19">
              <a:extLst>
                <a:ext uri="{FF2B5EF4-FFF2-40B4-BE49-F238E27FC236}">
                  <a16:creationId xmlns:a16="http://schemas.microsoft.com/office/drawing/2014/main" id="{12518BF9-A0E6-B68D-64F6-19D762B9FF1A}"/>
                </a:ext>
              </a:extLst>
            </p:cNvPr>
            <p:cNvSpPr/>
            <p:nvPr/>
          </p:nvSpPr>
          <p:spPr>
            <a:xfrm>
              <a:off x="5181601" y="4635125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h="586739">
                  <a:moveTo>
                    <a:pt x="0" y="0"/>
                  </a:moveTo>
                  <a:lnTo>
                    <a:pt x="1" y="586163"/>
                  </a:lnTo>
                </a:path>
              </a:pathLst>
            </a:custGeom>
            <a:ln w="952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74" name="object 20">
            <a:extLst>
              <a:ext uri="{FF2B5EF4-FFF2-40B4-BE49-F238E27FC236}">
                <a16:creationId xmlns:a16="http://schemas.microsoft.com/office/drawing/2014/main" id="{68A5FA14-2F71-E04A-F5B2-EEBE1B7B003C}"/>
              </a:ext>
            </a:extLst>
          </p:cNvPr>
          <p:cNvSpPr txBox="1"/>
          <p:nvPr/>
        </p:nvSpPr>
        <p:spPr>
          <a:xfrm>
            <a:off x="10561394" y="6512620"/>
            <a:ext cx="1778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898989"/>
                </a:solidFill>
                <a:latin typeface="Times New Roman"/>
                <a:cs typeface="Times New Roman"/>
              </a:rPr>
              <a:t>79</a:t>
            </a:r>
            <a:endParaRPr sz="1200">
              <a:latin typeface="Times New Roman"/>
              <a:cs typeface="Times New Roman"/>
            </a:endParaRPr>
          </a:p>
        </p:txBody>
      </p:sp>
      <p:cxnSp>
        <p:nvCxnSpPr>
          <p:cNvPr id="2276" name="直线连接符 2275">
            <a:extLst>
              <a:ext uri="{FF2B5EF4-FFF2-40B4-BE49-F238E27FC236}">
                <a16:creationId xmlns:a16="http://schemas.microsoft.com/office/drawing/2014/main" id="{DFA74836-B5A1-9EAD-D76C-D5EA58BED039}"/>
              </a:ext>
            </a:extLst>
          </p:cNvPr>
          <p:cNvCxnSpPr/>
          <p:nvPr/>
        </p:nvCxnSpPr>
        <p:spPr>
          <a:xfrm>
            <a:off x="4572000" y="1495447"/>
            <a:ext cx="0" cy="4859488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6354318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zh-CN" dirty="0"/>
              <a:t>NAS</a:t>
            </a:r>
            <a:r>
              <a:rPr lang="zh-CN" altLang="en-US" dirty="0"/>
              <a:t> </a:t>
            </a:r>
            <a:r>
              <a:rPr lang="en-US" altLang="zh-CN" dirty="0"/>
              <a:t>supports</a:t>
            </a:r>
            <a:r>
              <a:rPr lang="zh-CN" altLang="en-US" dirty="0"/>
              <a:t> </a:t>
            </a:r>
            <a:r>
              <a:rPr lang="en-US" altLang="zh-CN" dirty="0"/>
              <a:t>multiple</a:t>
            </a:r>
            <a:r>
              <a:rPr lang="zh-CN" altLang="en-US" dirty="0"/>
              <a:t> </a:t>
            </a:r>
            <a:r>
              <a:rPr lang="en-US" altLang="zh-CN" dirty="0"/>
              <a:t>protocols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schemeClr val="tx1"/>
                </a:solidFill>
              </a:rPr>
              <a:pPr/>
              <a:t>40</a:t>
            </a:fld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1719" name="object 3">
            <a:extLst>
              <a:ext uri="{FF2B5EF4-FFF2-40B4-BE49-F238E27FC236}">
                <a16:creationId xmlns:a16="http://schemas.microsoft.com/office/drawing/2014/main" id="{C7E87FFC-D3DA-C428-CADF-1D0B9A515ABA}"/>
              </a:ext>
            </a:extLst>
          </p:cNvPr>
          <p:cNvGrpSpPr/>
          <p:nvPr/>
        </p:nvGrpSpPr>
        <p:grpSpPr>
          <a:xfrm>
            <a:off x="4111625" y="2571114"/>
            <a:ext cx="3921760" cy="3572510"/>
            <a:chOff x="4111625" y="2571114"/>
            <a:chExt cx="3921760" cy="3572510"/>
          </a:xfrm>
        </p:grpSpPr>
        <p:sp>
          <p:nvSpPr>
            <p:cNvPr id="1720" name="object 4">
              <a:extLst>
                <a:ext uri="{FF2B5EF4-FFF2-40B4-BE49-F238E27FC236}">
                  <a16:creationId xmlns:a16="http://schemas.microsoft.com/office/drawing/2014/main" id="{DCE1A791-3BC9-5B39-E01D-B7325961ABB7}"/>
                </a:ext>
              </a:extLst>
            </p:cNvPr>
            <p:cNvSpPr/>
            <p:nvPr/>
          </p:nvSpPr>
          <p:spPr>
            <a:xfrm>
              <a:off x="4130040" y="2613659"/>
              <a:ext cx="3886200" cy="96520"/>
            </a:xfrm>
            <a:custGeom>
              <a:avLst/>
              <a:gdLst/>
              <a:ahLst/>
              <a:cxnLst/>
              <a:rect l="l" t="t" r="r" b="b"/>
              <a:pathLst>
                <a:path w="3886200" h="96519">
                  <a:moveTo>
                    <a:pt x="7620" y="76200"/>
                  </a:moveTo>
                  <a:lnTo>
                    <a:pt x="6350" y="76200"/>
                  </a:lnTo>
                  <a:lnTo>
                    <a:pt x="6350" y="77470"/>
                  </a:lnTo>
                  <a:lnTo>
                    <a:pt x="7620" y="77470"/>
                  </a:lnTo>
                  <a:lnTo>
                    <a:pt x="7620" y="76200"/>
                  </a:lnTo>
                  <a:close/>
                </a:path>
                <a:path w="3886200" h="96519">
                  <a:moveTo>
                    <a:pt x="101600" y="78740"/>
                  </a:moveTo>
                  <a:lnTo>
                    <a:pt x="6350" y="78740"/>
                  </a:lnTo>
                  <a:lnTo>
                    <a:pt x="6350" y="81280"/>
                  </a:lnTo>
                  <a:lnTo>
                    <a:pt x="5080" y="81280"/>
                  </a:lnTo>
                  <a:lnTo>
                    <a:pt x="5080" y="83820"/>
                  </a:lnTo>
                  <a:lnTo>
                    <a:pt x="3810" y="83820"/>
                  </a:lnTo>
                  <a:lnTo>
                    <a:pt x="3810" y="86360"/>
                  </a:lnTo>
                  <a:lnTo>
                    <a:pt x="2540" y="86360"/>
                  </a:lnTo>
                  <a:lnTo>
                    <a:pt x="2540" y="90170"/>
                  </a:lnTo>
                  <a:lnTo>
                    <a:pt x="1270" y="90170"/>
                  </a:lnTo>
                  <a:lnTo>
                    <a:pt x="1270" y="92710"/>
                  </a:lnTo>
                  <a:lnTo>
                    <a:pt x="0" y="92710"/>
                  </a:lnTo>
                  <a:lnTo>
                    <a:pt x="0" y="96520"/>
                  </a:lnTo>
                  <a:lnTo>
                    <a:pt x="101600" y="96520"/>
                  </a:lnTo>
                  <a:lnTo>
                    <a:pt x="101600" y="92710"/>
                  </a:lnTo>
                  <a:lnTo>
                    <a:pt x="101600" y="90170"/>
                  </a:lnTo>
                  <a:lnTo>
                    <a:pt x="101600" y="86360"/>
                  </a:lnTo>
                  <a:lnTo>
                    <a:pt x="101600" y="83820"/>
                  </a:lnTo>
                  <a:lnTo>
                    <a:pt x="101600" y="81280"/>
                  </a:lnTo>
                  <a:lnTo>
                    <a:pt x="101600" y="78740"/>
                  </a:lnTo>
                  <a:close/>
                </a:path>
                <a:path w="3886200" h="96519">
                  <a:moveTo>
                    <a:pt x="3817620" y="1270"/>
                  </a:moveTo>
                  <a:lnTo>
                    <a:pt x="3815080" y="1270"/>
                  </a:lnTo>
                  <a:lnTo>
                    <a:pt x="3815080" y="0"/>
                  </a:lnTo>
                  <a:lnTo>
                    <a:pt x="3813810" y="0"/>
                  </a:lnTo>
                  <a:lnTo>
                    <a:pt x="3813810" y="1270"/>
                  </a:lnTo>
                  <a:lnTo>
                    <a:pt x="72390" y="1270"/>
                  </a:lnTo>
                  <a:lnTo>
                    <a:pt x="72390" y="0"/>
                  </a:lnTo>
                  <a:lnTo>
                    <a:pt x="71120" y="0"/>
                  </a:lnTo>
                  <a:lnTo>
                    <a:pt x="71120" y="1270"/>
                  </a:lnTo>
                  <a:lnTo>
                    <a:pt x="69850" y="1270"/>
                  </a:lnTo>
                  <a:lnTo>
                    <a:pt x="69850" y="3810"/>
                  </a:lnTo>
                  <a:lnTo>
                    <a:pt x="3817620" y="3810"/>
                  </a:lnTo>
                  <a:lnTo>
                    <a:pt x="3817620" y="1270"/>
                  </a:lnTo>
                  <a:close/>
                </a:path>
                <a:path w="3886200" h="96519">
                  <a:moveTo>
                    <a:pt x="3820160" y="3810"/>
                  </a:moveTo>
                  <a:lnTo>
                    <a:pt x="3818890" y="3810"/>
                  </a:lnTo>
                  <a:lnTo>
                    <a:pt x="3818890" y="5080"/>
                  </a:lnTo>
                  <a:lnTo>
                    <a:pt x="67310" y="5080"/>
                  </a:lnTo>
                  <a:lnTo>
                    <a:pt x="67310" y="3810"/>
                  </a:lnTo>
                  <a:lnTo>
                    <a:pt x="66040" y="3810"/>
                  </a:lnTo>
                  <a:lnTo>
                    <a:pt x="66040" y="5080"/>
                  </a:lnTo>
                  <a:lnTo>
                    <a:pt x="66040" y="6350"/>
                  </a:lnTo>
                  <a:lnTo>
                    <a:pt x="3820160" y="6350"/>
                  </a:lnTo>
                  <a:lnTo>
                    <a:pt x="3820160" y="5080"/>
                  </a:lnTo>
                  <a:lnTo>
                    <a:pt x="3820160" y="3810"/>
                  </a:lnTo>
                  <a:close/>
                </a:path>
                <a:path w="3886200" h="96519">
                  <a:moveTo>
                    <a:pt x="3825240" y="7620"/>
                  </a:moveTo>
                  <a:lnTo>
                    <a:pt x="3822700" y="7620"/>
                  </a:lnTo>
                  <a:lnTo>
                    <a:pt x="3822700" y="6350"/>
                  </a:lnTo>
                  <a:lnTo>
                    <a:pt x="3821430" y="6350"/>
                  </a:lnTo>
                  <a:lnTo>
                    <a:pt x="3821430" y="7620"/>
                  </a:lnTo>
                  <a:lnTo>
                    <a:pt x="64770" y="7620"/>
                  </a:lnTo>
                  <a:lnTo>
                    <a:pt x="64770" y="6350"/>
                  </a:lnTo>
                  <a:lnTo>
                    <a:pt x="63500" y="6350"/>
                  </a:lnTo>
                  <a:lnTo>
                    <a:pt x="63500" y="7620"/>
                  </a:lnTo>
                  <a:lnTo>
                    <a:pt x="62230" y="7620"/>
                  </a:lnTo>
                  <a:lnTo>
                    <a:pt x="62230" y="10160"/>
                  </a:lnTo>
                  <a:lnTo>
                    <a:pt x="3825240" y="10160"/>
                  </a:lnTo>
                  <a:lnTo>
                    <a:pt x="3825240" y="7620"/>
                  </a:lnTo>
                  <a:close/>
                </a:path>
                <a:path w="3886200" h="96519">
                  <a:moveTo>
                    <a:pt x="3827780" y="10160"/>
                  </a:moveTo>
                  <a:lnTo>
                    <a:pt x="3826510" y="10160"/>
                  </a:lnTo>
                  <a:lnTo>
                    <a:pt x="3826510" y="11430"/>
                  </a:lnTo>
                  <a:lnTo>
                    <a:pt x="59690" y="11430"/>
                  </a:lnTo>
                  <a:lnTo>
                    <a:pt x="59690" y="10160"/>
                  </a:lnTo>
                  <a:lnTo>
                    <a:pt x="58420" y="10160"/>
                  </a:lnTo>
                  <a:lnTo>
                    <a:pt x="58420" y="11430"/>
                  </a:lnTo>
                  <a:lnTo>
                    <a:pt x="58420" y="12700"/>
                  </a:lnTo>
                  <a:lnTo>
                    <a:pt x="3827780" y="12700"/>
                  </a:lnTo>
                  <a:lnTo>
                    <a:pt x="3827780" y="11430"/>
                  </a:lnTo>
                  <a:lnTo>
                    <a:pt x="3827780" y="10160"/>
                  </a:lnTo>
                  <a:close/>
                </a:path>
                <a:path w="3886200" h="96519">
                  <a:moveTo>
                    <a:pt x="3831590" y="13970"/>
                  </a:moveTo>
                  <a:lnTo>
                    <a:pt x="3830320" y="13970"/>
                  </a:lnTo>
                  <a:lnTo>
                    <a:pt x="3830320" y="12700"/>
                  </a:lnTo>
                  <a:lnTo>
                    <a:pt x="3829050" y="12700"/>
                  </a:lnTo>
                  <a:lnTo>
                    <a:pt x="3829050" y="13970"/>
                  </a:lnTo>
                  <a:lnTo>
                    <a:pt x="57150" y="13970"/>
                  </a:lnTo>
                  <a:lnTo>
                    <a:pt x="57150" y="12700"/>
                  </a:lnTo>
                  <a:lnTo>
                    <a:pt x="55880" y="12700"/>
                  </a:lnTo>
                  <a:lnTo>
                    <a:pt x="55880" y="13970"/>
                  </a:lnTo>
                  <a:lnTo>
                    <a:pt x="54610" y="13970"/>
                  </a:lnTo>
                  <a:lnTo>
                    <a:pt x="54610" y="16510"/>
                  </a:lnTo>
                  <a:lnTo>
                    <a:pt x="3831590" y="16510"/>
                  </a:lnTo>
                  <a:lnTo>
                    <a:pt x="3831590" y="13970"/>
                  </a:lnTo>
                  <a:close/>
                </a:path>
                <a:path w="3886200" h="96519">
                  <a:moveTo>
                    <a:pt x="3834130" y="16510"/>
                  </a:moveTo>
                  <a:lnTo>
                    <a:pt x="3832860" y="16510"/>
                  </a:lnTo>
                  <a:lnTo>
                    <a:pt x="3832860" y="17780"/>
                  </a:lnTo>
                  <a:lnTo>
                    <a:pt x="53340" y="17780"/>
                  </a:lnTo>
                  <a:lnTo>
                    <a:pt x="53340" y="16510"/>
                  </a:lnTo>
                  <a:lnTo>
                    <a:pt x="52070" y="16510"/>
                  </a:lnTo>
                  <a:lnTo>
                    <a:pt x="52070" y="17780"/>
                  </a:lnTo>
                  <a:lnTo>
                    <a:pt x="52070" y="19050"/>
                  </a:lnTo>
                  <a:lnTo>
                    <a:pt x="3834130" y="19050"/>
                  </a:lnTo>
                  <a:lnTo>
                    <a:pt x="3834130" y="17780"/>
                  </a:lnTo>
                  <a:lnTo>
                    <a:pt x="3834130" y="16510"/>
                  </a:lnTo>
                  <a:close/>
                </a:path>
                <a:path w="3886200" h="96519">
                  <a:moveTo>
                    <a:pt x="3837940" y="20320"/>
                  </a:moveTo>
                  <a:lnTo>
                    <a:pt x="3836670" y="20320"/>
                  </a:lnTo>
                  <a:lnTo>
                    <a:pt x="3836670" y="19050"/>
                  </a:lnTo>
                  <a:lnTo>
                    <a:pt x="3835400" y="19050"/>
                  </a:lnTo>
                  <a:lnTo>
                    <a:pt x="3835400" y="20320"/>
                  </a:lnTo>
                  <a:lnTo>
                    <a:pt x="49530" y="20320"/>
                  </a:lnTo>
                  <a:lnTo>
                    <a:pt x="49530" y="19050"/>
                  </a:lnTo>
                  <a:lnTo>
                    <a:pt x="48260" y="19050"/>
                  </a:lnTo>
                  <a:lnTo>
                    <a:pt x="48260" y="20320"/>
                  </a:lnTo>
                  <a:lnTo>
                    <a:pt x="46990" y="20320"/>
                  </a:lnTo>
                  <a:lnTo>
                    <a:pt x="46990" y="22860"/>
                  </a:lnTo>
                  <a:lnTo>
                    <a:pt x="3837940" y="22860"/>
                  </a:lnTo>
                  <a:lnTo>
                    <a:pt x="3837940" y="20320"/>
                  </a:lnTo>
                  <a:close/>
                </a:path>
                <a:path w="3886200" h="96519">
                  <a:moveTo>
                    <a:pt x="3840467" y="22860"/>
                  </a:moveTo>
                  <a:lnTo>
                    <a:pt x="3839210" y="22860"/>
                  </a:lnTo>
                  <a:lnTo>
                    <a:pt x="3839210" y="24130"/>
                  </a:lnTo>
                  <a:lnTo>
                    <a:pt x="45720" y="24130"/>
                  </a:lnTo>
                  <a:lnTo>
                    <a:pt x="45720" y="22860"/>
                  </a:lnTo>
                  <a:lnTo>
                    <a:pt x="44450" y="22860"/>
                  </a:lnTo>
                  <a:lnTo>
                    <a:pt x="44450" y="24130"/>
                  </a:lnTo>
                  <a:lnTo>
                    <a:pt x="44450" y="25400"/>
                  </a:lnTo>
                  <a:lnTo>
                    <a:pt x="3840467" y="25400"/>
                  </a:lnTo>
                  <a:lnTo>
                    <a:pt x="3840467" y="24130"/>
                  </a:lnTo>
                  <a:lnTo>
                    <a:pt x="3840467" y="22860"/>
                  </a:lnTo>
                  <a:close/>
                </a:path>
                <a:path w="3886200" h="96519">
                  <a:moveTo>
                    <a:pt x="3844290" y="26670"/>
                  </a:moveTo>
                  <a:lnTo>
                    <a:pt x="3843020" y="26670"/>
                  </a:lnTo>
                  <a:lnTo>
                    <a:pt x="3843020" y="25400"/>
                  </a:lnTo>
                  <a:lnTo>
                    <a:pt x="3841750" y="25400"/>
                  </a:lnTo>
                  <a:lnTo>
                    <a:pt x="3841750" y="26670"/>
                  </a:lnTo>
                  <a:lnTo>
                    <a:pt x="43180" y="26670"/>
                  </a:lnTo>
                  <a:lnTo>
                    <a:pt x="43180" y="25400"/>
                  </a:lnTo>
                  <a:lnTo>
                    <a:pt x="41910" y="25400"/>
                  </a:lnTo>
                  <a:lnTo>
                    <a:pt x="41910" y="26670"/>
                  </a:lnTo>
                  <a:lnTo>
                    <a:pt x="40640" y="26670"/>
                  </a:lnTo>
                  <a:lnTo>
                    <a:pt x="40640" y="29210"/>
                  </a:lnTo>
                  <a:lnTo>
                    <a:pt x="3844290" y="29210"/>
                  </a:lnTo>
                  <a:lnTo>
                    <a:pt x="3844290" y="26670"/>
                  </a:lnTo>
                  <a:close/>
                </a:path>
                <a:path w="3886200" h="96519">
                  <a:moveTo>
                    <a:pt x="3846830" y="29210"/>
                  </a:moveTo>
                  <a:lnTo>
                    <a:pt x="3845560" y="29210"/>
                  </a:lnTo>
                  <a:lnTo>
                    <a:pt x="3845560" y="30480"/>
                  </a:lnTo>
                  <a:lnTo>
                    <a:pt x="39370" y="30480"/>
                  </a:lnTo>
                  <a:lnTo>
                    <a:pt x="39370" y="31750"/>
                  </a:lnTo>
                  <a:lnTo>
                    <a:pt x="3846830" y="31750"/>
                  </a:lnTo>
                  <a:lnTo>
                    <a:pt x="3846830" y="30480"/>
                  </a:lnTo>
                  <a:lnTo>
                    <a:pt x="3846830" y="29210"/>
                  </a:lnTo>
                  <a:close/>
                </a:path>
                <a:path w="3886200" h="96519">
                  <a:moveTo>
                    <a:pt x="3850640" y="33020"/>
                  </a:moveTo>
                  <a:lnTo>
                    <a:pt x="3849370" y="33020"/>
                  </a:lnTo>
                  <a:lnTo>
                    <a:pt x="3849370" y="31750"/>
                  </a:lnTo>
                  <a:lnTo>
                    <a:pt x="3848100" y="31750"/>
                  </a:lnTo>
                  <a:lnTo>
                    <a:pt x="3848100" y="33020"/>
                  </a:lnTo>
                  <a:lnTo>
                    <a:pt x="38100" y="33020"/>
                  </a:lnTo>
                  <a:lnTo>
                    <a:pt x="38100" y="31750"/>
                  </a:lnTo>
                  <a:lnTo>
                    <a:pt x="36830" y="31750"/>
                  </a:lnTo>
                  <a:lnTo>
                    <a:pt x="36830" y="33020"/>
                  </a:lnTo>
                  <a:lnTo>
                    <a:pt x="35560" y="33020"/>
                  </a:lnTo>
                  <a:lnTo>
                    <a:pt x="35560" y="35560"/>
                  </a:lnTo>
                  <a:lnTo>
                    <a:pt x="3850640" y="35560"/>
                  </a:lnTo>
                  <a:lnTo>
                    <a:pt x="3850640" y="33020"/>
                  </a:lnTo>
                  <a:close/>
                </a:path>
                <a:path w="3886200" h="96519">
                  <a:moveTo>
                    <a:pt x="3853180" y="35560"/>
                  </a:moveTo>
                  <a:lnTo>
                    <a:pt x="3851910" y="35560"/>
                  </a:lnTo>
                  <a:lnTo>
                    <a:pt x="3851910" y="36830"/>
                  </a:lnTo>
                  <a:lnTo>
                    <a:pt x="34290" y="36830"/>
                  </a:lnTo>
                  <a:lnTo>
                    <a:pt x="34290" y="35560"/>
                  </a:lnTo>
                  <a:lnTo>
                    <a:pt x="33020" y="35560"/>
                  </a:lnTo>
                  <a:lnTo>
                    <a:pt x="33020" y="36830"/>
                  </a:lnTo>
                  <a:lnTo>
                    <a:pt x="33020" y="38100"/>
                  </a:lnTo>
                  <a:lnTo>
                    <a:pt x="3853167" y="38100"/>
                  </a:lnTo>
                  <a:lnTo>
                    <a:pt x="3853167" y="36830"/>
                  </a:lnTo>
                  <a:lnTo>
                    <a:pt x="3853180" y="35560"/>
                  </a:lnTo>
                  <a:close/>
                </a:path>
                <a:path w="3886200" h="96519">
                  <a:moveTo>
                    <a:pt x="3855720" y="39370"/>
                  </a:moveTo>
                  <a:lnTo>
                    <a:pt x="3854450" y="39370"/>
                  </a:lnTo>
                  <a:lnTo>
                    <a:pt x="3854450" y="38100"/>
                  </a:lnTo>
                  <a:lnTo>
                    <a:pt x="3853167" y="38100"/>
                  </a:lnTo>
                  <a:lnTo>
                    <a:pt x="3853167" y="39370"/>
                  </a:lnTo>
                  <a:lnTo>
                    <a:pt x="30480" y="39370"/>
                  </a:lnTo>
                  <a:lnTo>
                    <a:pt x="30480" y="41910"/>
                  </a:lnTo>
                  <a:lnTo>
                    <a:pt x="3855720" y="41910"/>
                  </a:lnTo>
                  <a:lnTo>
                    <a:pt x="3855720" y="39370"/>
                  </a:lnTo>
                  <a:close/>
                </a:path>
                <a:path w="3886200" h="96519">
                  <a:moveTo>
                    <a:pt x="3856990" y="43180"/>
                  </a:moveTo>
                  <a:lnTo>
                    <a:pt x="29210" y="43180"/>
                  </a:lnTo>
                  <a:lnTo>
                    <a:pt x="29210" y="41910"/>
                  </a:lnTo>
                  <a:lnTo>
                    <a:pt x="27940" y="41910"/>
                  </a:lnTo>
                  <a:lnTo>
                    <a:pt x="27940" y="43180"/>
                  </a:lnTo>
                  <a:lnTo>
                    <a:pt x="27940" y="44450"/>
                  </a:lnTo>
                  <a:lnTo>
                    <a:pt x="3856990" y="44450"/>
                  </a:lnTo>
                  <a:lnTo>
                    <a:pt x="3856990" y="43180"/>
                  </a:lnTo>
                  <a:close/>
                </a:path>
                <a:path w="3886200" h="96519">
                  <a:moveTo>
                    <a:pt x="3860800" y="45720"/>
                  </a:moveTo>
                  <a:lnTo>
                    <a:pt x="3859517" y="45720"/>
                  </a:lnTo>
                  <a:lnTo>
                    <a:pt x="3859517" y="44450"/>
                  </a:lnTo>
                  <a:lnTo>
                    <a:pt x="3858260" y="44450"/>
                  </a:lnTo>
                  <a:lnTo>
                    <a:pt x="3858260" y="45720"/>
                  </a:lnTo>
                  <a:lnTo>
                    <a:pt x="26670" y="45720"/>
                  </a:lnTo>
                  <a:lnTo>
                    <a:pt x="26670" y="44450"/>
                  </a:lnTo>
                  <a:lnTo>
                    <a:pt x="25400" y="44450"/>
                  </a:lnTo>
                  <a:lnTo>
                    <a:pt x="25400" y="45720"/>
                  </a:lnTo>
                  <a:lnTo>
                    <a:pt x="25400" y="48260"/>
                  </a:lnTo>
                  <a:lnTo>
                    <a:pt x="3860800" y="48260"/>
                  </a:lnTo>
                  <a:lnTo>
                    <a:pt x="3860800" y="45720"/>
                  </a:lnTo>
                  <a:close/>
                </a:path>
                <a:path w="3886200" h="96519">
                  <a:moveTo>
                    <a:pt x="3876040" y="71120"/>
                  </a:moveTo>
                  <a:lnTo>
                    <a:pt x="3874770" y="71120"/>
                  </a:lnTo>
                  <a:lnTo>
                    <a:pt x="3874770" y="69850"/>
                  </a:lnTo>
                  <a:lnTo>
                    <a:pt x="3873500" y="69850"/>
                  </a:lnTo>
                  <a:lnTo>
                    <a:pt x="3873500" y="67310"/>
                  </a:lnTo>
                  <a:lnTo>
                    <a:pt x="3872217" y="67310"/>
                  </a:lnTo>
                  <a:lnTo>
                    <a:pt x="3872217" y="64770"/>
                  </a:lnTo>
                  <a:lnTo>
                    <a:pt x="3870960" y="64770"/>
                  </a:lnTo>
                  <a:lnTo>
                    <a:pt x="3870960" y="63500"/>
                  </a:lnTo>
                  <a:lnTo>
                    <a:pt x="3869690" y="63500"/>
                  </a:lnTo>
                  <a:lnTo>
                    <a:pt x="3869690" y="60960"/>
                  </a:lnTo>
                  <a:lnTo>
                    <a:pt x="3868420" y="60960"/>
                  </a:lnTo>
                  <a:lnTo>
                    <a:pt x="3868420" y="58420"/>
                  </a:lnTo>
                  <a:lnTo>
                    <a:pt x="3867150" y="58420"/>
                  </a:lnTo>
                  <a:lnTo>
                    <a:pt x="3867150" y="57150"/>
                  </a:lnTo>
                  <a:lnTo>
                    <a:pt x="3865867" y="57150"/>
                  </a:lnTo>
                  <a:lnTo>
                    <a:pt x="3865867" y="54610"/>
                  </a:lnTo>
                  <a:lnTo>
                    <a:pt x="3864610" y="54610"/>
                  </a:lnTo>
                  <a:lnTo>
                    <a:pt x="3864610" y="52070"/>
                  </a:lnTo>
                  <a:lnTo>
                    <a:pt x="3863340" y="52070"/>
                  </a:lnTo>
                  <a:lnTo>
                    <a:pt x="3863340" y="50800"/>
                  </a:lnTo>
                  <a:lnTo>
                    <a:pt x="3862070" y="50800"/>
                  </a:lnTo>
                  <a:lnTo>
                    <a:pt x="3862070" y="49530"/>
                  </a:lnTo>
                  <a:lnTo>
                    <a:pt x="3862070" y="48260"/>
                  </a:lnTo>
                  <a:lnTo>
                    <a:pt x="3860800" y="48260"/>
                  </a:lnTo>
                  <a:lnTo>
                    <a:pt x="3860800" y="49530"/>
                  </a:lnTo>
                  <a:lnTo>
                    <a:pt x="24130" y="49530"/>
                  </a:lnTo>
                  <a:lnTo>
                    <a:pt x="24130" y="48260"/>
                  </a:lnTo>
                  <a:lnTo>
                    <a:pt x="22860" y="48260"/>
                  </a:lnTo>
                  <a:lnTo>
                    <a:pt x="22860" y="49530"/>
                  </a:lnTo>
                  <a:lnTo>
                    <a:pt x="22860" y="50800"/>
                  </a:lnTo>
                  <a:lnTo>
                    <a:pt x="21590" y="50800"/>
                  </a:lnTo>
                  <a:lnTo>
                    <a:pt x="21590" y="52070"/>
                  </a:lnTo>
                  <a:lnTo>
                    <a:pt x="20320" y="52070"/>
                  </a:lnTo>
                  <a:lnTo>
                    <a:pt x="20320" y="54610"/>
                  </a:lnTo>
                  <a:lnTo>
                    <a:pt x="19050" y="54610"/>
                  </a:lnTo>
                  <a:lnTo>
                    <a:pt x="19050" y="57150"/>
                  </a:lnTo>
                  <a:lnTo>
                    <a:pt x="17780" y="57150"/>
                  </a:lnTo>
                  <a:lnTo>
                    <a:pt x="17780" y="58420"/>
                  </a:lnTo>
                  <a:lnTo>
                    <a:pt x="16510" y="58420"/>
                  </a:lnTo>
                  <a:lnTo>
                    <a:pt x="16510" y="60960"/>
                  </a:lnTo>
                  <a:lnTo>
                    <a:pt x="15240" y="60960"/>
                  </a:lnTo>
                  <a:lnTo>
                    <a:pt x="15240" y="63500"/>
                  </a:lnTo>
                  <a:lnTo>
                    <a:pt x="13970" y="63500"/>
                  </a:lnTo>
                  <a:lnTo>
                    <a:pt x="13970" y="64770"/>
                  </a:lnTo>
                  <a:lnTo>
                    <a:pt x="12700" y="64770"/>
                  </a:lnTo>
                  <a:lnTo>
                    <a:pt x="12700" y="67310"/>
                  </a:lnTo>
                  <a:lnTo>
                    <a:pt x="11430" y="67310"/>
                  </a:lnTo>
                  <a:lnTo>
                    <a:pt x="11430" y="69850"/>
                  </a:lnTo>
                  <a:lnTo>
                    <a:pt x="10160" y="69850"/>
                  </a:lnTo>
                  <a:lnTo>
                    <a:pt x="10160" y="71120"/>
                  </a:lnTo>
                  <a:lnTo>
                    <a:pt x="8890" y="71120"/>
                  </a:lnTo>
                  <a:lnTo>
                    <a:pt x="8890" y="73660"/>
                  </a:lnTo>
                  <a:lnTo>
                    <a:pt x="3876040" y="73660"/>
                  </a:lnTo>
                  <a:lnTo>
                    <a:pt x="3876040" y="71120"/>
                  </a:lnTo>
                  <a:close/>
                </a:path>
                <a:path w="3886200" h="96519">
                  <a:moveTo>
                    <a:pt x="3877310" y="74930"/>
                  </a:moveTo>
                  <a:lnTo>
                    <a:pt x="8890" y="74930"/>
                  </a:lnTo>
                  <a:lnTo>
                    <a:pt x="8890" y="73660"/>
                  </a:lnTo>
                  <a:lnTo>
                    <a:pt x="7620" y="73660"/>
                  </a:lnTo>
                  <a:lnTo>
                    <a:pt x="7620" y="74930"/>
                  </a:lnTo>
                  <a:lnTo>
                    <a:pt x="7620" y="76200"/>
                  </a:lnTo>
                  <a:lnTo>
                    <a:pt x="3877310" y="76200"/>
                  </a:lnTo>
                  <a:lnTo>
                    <a:pt x="3877310" y="74930"/>
                  </a:lnTo>
                  <a:close/>
                </a:path>
                <a:path w="3886200" h="96519">
                  <a:moveTo>
                    <a:pt x="3886200" y="92710"/>
                  </a:moveTo>
                  <a:lnTo>
                    <a:pt x="3884930" y="92710"/>
                  </a:lnTo>
                  <a:lnTo>
                    <a:pt x="3884930" y="90170"/>
                  </a:lnTo>
                  <a:lnTo>
                    <a:pt x="3883660" y="90170"/>
                  </a:lnTo>
                  <a:lnTo>
                    <a:pt x="3883660" y="87630"/>
                  </a:lnTo>
                  <a:lnTo>
                    <a:pt x="3882390" y="87630"/>
                  </a:lnTo>
                  <a:lnTo>
                    <a:pt x="3882390" y="83820"/>
                  </a:lnTo>
                  <a:lnTo>
                    <a:pt x="3881120" y="83820"/>
                  </a:lnTo>
                  <a:lnTo>
                    <a:pt x="3881120" y="81280"/>
                  </a:lnTo>
                  <a:lnTo>
                    <a:pt x="3879850" y="81280"/>
                  </a:lnTo>
                  <a:lnTo>
                    <a:pt x="3879850" y="78740"/>
                  </a:lnTo>
                  <a:lnTo>
                    <a:pt x="3782060" y="78740"/>
                  </a:lnTo>
                  <a:lnTo>
                    <a:pt x="3782060" y="81280"/>
                  </a:lnTo>
                  <a:lnTo>
                    <a:pt x="3782060" y="83820"/>
                  </a:lnTo>
                  <a:lnTo>
                    <a:pt x="3782060" y="87630"/>
                  </a:lnTo>
                  <a:lnTo>
                    <a:pt x="3782060" y="90170"/>
                  </a:lnTo>
                  <a:lnTo>
                    <a:pt x="3782060" y="92710"/>
                  </a:lnTo>
                  <a:lnTo>
                    <a:pt x="3782060" y="96520"/>
                  </a:lnTo>
                  <a:lnTo>
                    <a:pt x="3886200" y="96520"/>
                  </a:lnTo>
                  <a:lnTo>
                    <a:pt x="3886200" y="9271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5">
              <a:extLst>
                <a:ext uri="{FF2B5EF4-FFF2-40B4-BE49-F238E27FC236}">
                  <a16:creationId xmlns:a16="http://schemas.microsoft.com/office/drawing/2014/main" id="{72445789-1586-F99D-9E6F-40773E4FE483}"/>
                </a:ext>
              </a:extLst>
            </p:cNvPr>
            <p:cNvSpPr/>
            <p:nvPr/>
          </p:nvSpPr>
          <p:spPr>
            <a:xfrm>
              <a:off x="4121150" y="2581909"/>
              <a:ext cx="3902710" cy="3451860"/>
            </a:xfrm>
            <a:custGeom>
              <a:avLst/>
              <a:gdLst/>
              <a:ahLst/>
              <a:cxnLst/>
              <a:rect l="l" t="t" r="r" b="b"/>
              <a:pathLst>
                <a:path w="3902709" h="3451860">
                  <a:moveTo>
                    <a:pt x="3756660" y="1270"/>
                  </a:moveTo>
                  <a:lnTo>
                    <a:pt x="3745230" y="1270"/>
                  </a:lnTo>
                  <a:lnTo>
                    <a:pt x="3745230" y="0"/>
                  </a:lnTo>
                  <a:lnTo>
                    <a:pt x="3728707" y="0"/>
                  </a:lnTo>
                  <a:lnTo>
                    <a:pt x="3728707" y="1270"/>
                  </a:lnTo>
                  <a:lnTo>
                    <a:pt x="173990" y="1270"/>
                  </a:lnTo>
                  <a:lnTo>
                    <a:pt x="173990" y="0"/>
                  </a:lnTo>
                  <a:lnTo>
                    <a:pt x="158750" y="0"/>
                  </a:lnTo>
                  <a:lnTo>
                    <a:pt x="158750" y="1270"/>
                  </a:lnTo>
                  <a:lnTo>
                    <a:pt x="153670" y="1270"/>
                  </a:lnTo>
                  <a:lnTo>
                    <a:pt x="153670" y="3810"/>
                  </a:lnTo>
                  <a:lnTo>
                    <a:pt x="3756660" y="3810"/>
                  </a:lnTo>
                  <a:lnTo>
                    <a:pt x="3756660" y="1270"/>
                  </a:lnTo>
                  <a:close/>
                </a:path>
                <a:path w="3902709" h="3451860">
                  <a:moveTo>
                    <a:pt x="3766820" y="3810"/>
                  </a:moveTo>
                  <a:lnTo>
                    <a:pt x="3761740" y="3810"/>
                  </a:lnTo>
                  <a:lnTo>
                    <a:pt x="3761740" y="5080"/>
                  </a:lnTo>
                  <a:lnTo>
                    <a:pt x="142240" y="5080"/>
                  </a:lnTo>
                  <a:lnTo>
                    <a:pt x="142240" y="3810"/>
                  </a:lnTo>
                  <a:lnTo>
                    <a:pt x="139700" y="3810"/>
                  </a:lnTo>
                  <a:lnTo>
                    <a:pt x="139700" y="5080"/>
                  </a:lnTo>
                  <a:lnTo>
                    <a:pt x="139700" y="6350"/>
                  </a:lnTo>
                  <a:lnTo>
                    <a:pt x="3766820" y="6350"/>
                  </a:lnTo>
                  <a:lnTo>
                    <a:pt x="3766820" y="5080"/>
                  </a:lnTo>
                  <a:lnTo>
                    <a:pt x="3766820" y="3810"/>
                  </a:lnTo>
                  <a:close/>
                </a:path>
                <a:path w="3902709" h="3451860">
                  <a:moveTo>
                    <a:pt x="3776980" y="7620"/>
                  </a:moveTo>
                  <a:lnTo>
                    <a:pt x="3774440" y="7620"/>
                  </a:lnTo>
                  <a:lnTo>
                    <a:pt x="3774440" y="6350"/>
                  </a:lnTo>
                  <a:lnTo>
                    <a:pt x="3770630" y="6350"/>
                  </a:lnTo>
                  <a:lnTo>
                    <a:pt x="3770630" y="7620"/>
                  </a:lnTo>
                  <a:lnTo>
                    <a:pt x="135890" y="7620"/>
                  </a:lnTo>
                  <a:lnTo>
                    <a:pt x="135890" y="6350"/>
                  </a:lnTo>
                  <a:lnTo>
                    <a:pt x="130810" y="6350"/>
                  </a:lnTo>
                  <a:lnTo>
                    <a:pt x="130810" y="7620"/>
                  </a:lnTo>
                  <a:lnTo>
                    <a:pt x="125730" y="7620"/>
                  </a:lnTo>
                  <a:lnTo>
                    <a:pt x="125730" y="10160"/>
                  </a:lnTo>
                  <a:lnTo>
                    <a:pt x="3776980" y="10160"/>
                  </a:lnTo>
                  <a:lnTo>
                    <a:pt x="3776980" y="7620"/>
                  </a:lnTo>
                  <a:close/>
                </a:path>
                <a:path w="3902709" h="3451860">
                  <a:moveTo>
                    <a:pt x="3784600" y="10160"/>
                  </a:moveTo>
                  <a:lnTo>
                    <a:pt x="3780790" y="10160"/>
                  </a:lnTo>
                  <a:lnTo>
                    <a:pt x="3780790" y="11430"/>
                  </a:lnTo>
                  <a:lnTo>
                    <a:pt x="123190" y="11430"/>
                  </a:lnTo>
                  <a:lnTo>
                    <a:pt x="123190" y="10160"/>
                  </a:lnTo>
                  <a:lnTo>
                    <a:pt x="120650" y="10160"/>
                  </a:lnTo>
                  <a:lnTo>
                    <a:pt x="120650" y="11430"/>
                  </a:lnTo>
                  <a:lnTo>
                    <a:pt x="120650" y="12700"/>
                  </a:lnTo>
                  <a:lnTo>
                    <a:pt x="3784600" y="12700"/>
                  </a:lnTo>
                  <a:lnTo>
                    <a:pt x="3784600" y="11430"/>
                  </a:lnTo>
                  <a:lnTo>
                    <a:pt x="3784600" y="10160"/>
                  </a:lnTo>
                  <a:close/>
                </a:path>
                <a:path w="3902709" h="3451860">
                  <a:moveTo>
                    <a:pt x="3792207" y="13970"/>
                  </a:moveTo>
                  <a:lnTo>
                    <a:pt x="3789680" y="13970"/>
                  </a:lnTo>
                  <a:lnTo>
                    <a:pt x="3789680" y="12700"/>
                  </a:lnTo>
                  <a:lnTo>
                    <a:pt x="3787140" y="12700"/>
                  </a:lnTo>
                  <a:lnTo>
                    <a:pt x="3787140" y="13970"/>
                  </a:lnTo>
                  <a:lnTo>
                    <a:pt x="118110" y="13970"/>
                  </a:lnTo>
                  <a:lnTo>
                    <a:pt x="118110" y="12700"/>
                  </a:lnTo>
                  <a:lnTo>
                    <a:pt x="114300" y="12700"/>
                  </a:lnTo>
                  <a:lnTo>
                    <a:pt x="114300" y="13970"/>
                  </a:lnTo>
                  <a:lnTo>
                    <a:pt x="110490" y="13970"/>
                  </a:lnTo>
                  <a:lnTo>
                    <a:pt x="110490" y="16510"/>
                  </a:lnTo>
                  <a:lnTo>
                    <a:pt x="3792207" y="16510"/>
                  </a:lnTo>
                  <a:lnTo>
                    <a:pt x="3792207" y="13970"/>
                  </a:lnTo>
                  <a:close/>
                </a:path>
                <a:path w="3902709" h="3451860">
                  <a:moveTo>
                    <a:pt x="3798557" y="16510"/>
                  </a:moveTo>
                  <a:lnTo>
                    <a:pt x="3796030" y="16510"/>
                  </a:lnTo>
                  <a:lnTo>
                    <a:pt x="3796030" y="17780"/>
                  </a:lnTo>
                  <a:lnTo>
                    <a:pt x="109220" y="17780"/>
                  </a:lnTo>
                  <a:lnTo>
                    <a:pt x="109220" y="16510"/>
                  </a:lnTo>
                  <a:lnTo>
                    <a:pt x="106680" y="16510"/>
                  </a:lnTo>
                  <a:lnTo>
                    <a:pt x="106680" y="17780"/>
                  </a:lnTo>
                  <a:lnTo>
                    <a:pt x="106680" y="19050"/>
                  </a:lnTo>
                  <a:lnTo>
                    <a:pt x="3798557" y="19050"/>
                  </a:lnTo>
                  <a:lnTo>
                    <a:pt x="3798557" y="17780"/>
                  </a:lnTo>
                  <a:lnTo>
                    <a:pt x="3798557" y="16510"/>
                  </a:lnTo>
                  <a:close/>
                </a:path>
                <a:path w="3902709" h="3451860">
                  <a:moveTo>
                    <a:pt x="3806190" y="20320"/>
                  </a:moveTo>
                  <a:lnTo>
                    <a:pt x="3803650" y="20320"/>
                  </a:lnTo>
                  <a:lnTo>
                    <a:pt x="3803650" y="19050"/>
                  </a:lnTo>
                  <a:lnTo>
                    <a:pt x="3801110" y="19050"/>
                  </a:lnTo>
                  <a:lnTo>
                    <a:pt x="3801110" y="20320"/>
                  </a:lnTo>
                  <a:lnTo>
                    <a:pt x="104140" y="20320"/>
                  </a:lnTo>
                  <a:lnTo>
                    <a:pt x="104140" y="19050"/>
                  </a:lnTo>
                  <a:lnTo>
                    <a:pt x="101600" y="19050"/>
                  </a:lnTo>
                  <a:lnTo>
                    <a:pt x="101600" y="20320"/>
                  </a:lnTo>
                  <a:lnTo>
                    <a:pt x="99060" y="20320"/>
                  </a:lnTo>
                  <a:lnTo>
                    <a:pt x="99060" y="22860"/>
                  </a:lnTo>
                  <a:lnTo>
                    <a:pt x="3806190" y="22860"/>
                  </a:lnTo>
                  <a:lnTo>
                    <a:pt x="3806190" y="20320"/>
                  </a:lnTo>
                  <a:close/>
                </a:path>
                <a:path w="3902709" h="3451860">
                  <a:moveTo>
                    <a:pt x="3810000" y="22860"/>
                  </a:moveTo>
                  <a:lnTo>
                    <a:pt x="3807460" y="22860"/>
                  </a:lnTo>
                  <a:lnTo>
                    <a:pt x="3807460" y="24130"/>
                  </a:lnTo>
                  <a:lnTo>
                    <a:pt x="95250" y="24130"/>
                  </a:lnTo>
                  <a:lnTo>
                    <a:pt x="95250" y="22860"/>
                  </a:lnTo>
                  <a:lnTo>
                    <a:pt x="93980" y="22860"/>
                  </a:lnTo>
                  <a:lnTo>
                    <a:pt x="93980" y="24130"/>
                  </a:lnTo>
                  <a:lnTo>
                    <a:pt x="93980" y="25400"/>
                  </a:lnTo>
                  <a:lnTo>
                    <a:pt x="3810000" y="25400"/>
                  </a:lnTo>
                  <a:lnTo>
                    <a:pt x="3810000" y="24130"/>
                  </a:lnTo>
                  <a:lnTo>
                    <a:pt x="3810000" y="22860"/>
                  </a:lnTo>
                  <a:close/>
                </a:path>
                <a:path w="3902709" h="3451860">
                  <a:moveTo>
                    <a:pt x="3816350" y="26670"/>
                  </a:moveTo>
                  <a:lnTo>
                    <a:pt x="3815080" y="26670"/>
                  </a:lnTo>
                  <a:lnTo>
                    <a:pt x="3815080" y="25400"/>
                  </a:lnTo>
                  <a:lnTo>
                    <a:pt x="3812540" y="25400"/>
                  </a:lnTo>
                  <a:lnTo>
                    <a:pt x="3812540" y="26670"/>
                  </a:lnTo>
                  <a:lnTo>
                    <a:pt x="91440" y="26670"/>
                  </a:lnTo>
                  <a:lnTo>
                    <a:pt x="91440" y="25400"/>
                  </a:lnTo>
                  <a:lnTo>
                    <a:pt x="90170" y="25400"/>
                  </a:lnTo>
                  <a:lnTo>
                    <a:pt x="90170" y="26670"/>
                  </a:lnTo>
                  <a:lnTo>
                    <a:pt x="87630" y="26670"/>
                  </a:lnTo>
                  <a:lnTo>
                    <a:pt x="87630" y="29210"/>
                  </a:lnTo>
                  <a:lnTo>
                    <a:pt x="3816350" y="29210"/>
                  </a:lnTo>
                  <a:lnTo>
                    <a:pt x="3816350" y="26670"/>
                  </a:lnTo>
                  <a:close/>
                </a:path>
                <a:path w="3902709" h="3451860">
                  <a:moveTo>
                    <a:pt x="3821430" y="29210"/>
                  </a:moveTo>
                  <a:lnTo>
                    <a:pt x="3818890" y="29210"/>
                  </a:lnTo>
                  <a:lnTo>
                    <a:pt x="3818890" y="30480"/>
                  </a:lnTo>
                  <a:lnTo>
                    <a:pt x="85090" y="30480"/>
                  </a:lnTo>
                  <a:lnTo>
                    <a:pt x="85090" y="29210"/>
                  </a:lnTo>
                  <a:lnTo>
                    <a:pt x="83820" y="29210"/>
                  </a:lnTo>
                  <a:lnTo>
                    <a:pt x="83820" y="30480"/>
                  </a:lnTo>
                  <a:lnTo>
                    <a:pt x="83820" y="31750"/>
                  </a:lnTo>
                  <a:lnTo>
                    <a:pt x="3821430" y="31750"/>
                  </a:lnTo>
                  <a:lnTo>
                    <a:pt x="3821430" y="30480"/>
                  </a:lnTo>
                  <a:lnTo>
                    <a:pt x="3821430" y="29210"/>
                  </a:lnTo>
                  <a:close/>
                </a:path>
                <a:path w="3902709" h="3451860">
                  <a:moveTo>
                    <a:pt x="3823970" y="31750"/>
                  </a:moveTo>
                  <a:lnTo>
                    <a:pt x="3822700" y="31750"/>
                  </a:lnTo>
                  <a:lnTo>
                    <a:pt x="3822700" y="33020"/>
                  </a:lnTo>
                  <a:lnTo>
                    <a:pt x="3823970" y="33020"/>
                  </a:lnTo>
                  <a:lnTo>
                    <a:pt x="3823970" y="31750"/>
                  </a:lnTo>
                  <a:close/>
                </a:path>
                <a:path w="3902709" h="3451860">
                  <a:moveTo>
                    <a:pt x="3898900" y="3407410"/>
                  </a:moveTo>
                  <a:lnTo>
                    <a:pt x="3790950" y="3407410"/>
                  </a:lnTo>
                  <a:lnTo>
                    <a:pt x="3790950" y="3413760"/>
                  </a:lnTo>
                  <a:lnTo>
                    <a:pt x="3790950" y="3418840"/>
                  </a:lnTo>
                  <a:lnTo>
                    <a:pt x="3790950" y="3441700"/>
                  </a:lnTo>
                  <a:lnTo>
                    <a:pt x="110490" y="3441700"/>
                  </a:lnTo>
                  <a:lnTo>
                    <a:pt x="110490" y="128270"/>
                  </a:lnTo>
                  <a:lnTo>
                    <a:pt x="7620" y="128270"/>
                  </a:lnTo>
                  <a:lnTo>
                    <a:pt x="7620" y="130810"/>
                  </a:lnTo>
                  <a:lnTo>
                    <a:pt x="6350" y="130810"/>
                  </a:lnTo>
                  <a:lnTo>
                    <a:pt x="6350" y="135890"/>
                  </a:lnTo>
                  <a:lnTo>
                    <a:pt x="5080" y="135890"/>
                  </a:lnTo>
                  <a:lnTo>
                    <a:pt x="5080" y="139700"/>
                  </a:lnTo>
                  <a:lnTo>
                    <a:pt x="3810" y="139700"/>
                  </a:lnTo>
                  <a:lnTo>
                    <a:pt x="3810" y="146050"/>
                  </a:lnTo>
                  <a:lnTo>
                    <a:pt x="2540" y="146050"/>
                  </a:lnTo>
                  <a:lnTo>
                    <a:pt x="2540" y="153670"/>
                  </a:lnTo>
                  <a:lnTo>
                    <a:pt x="1270" y="153670"/>
                  </a:lnTo>
                  <a:lnTo>
                    <a:pt x="1270" y="166370"/>
                  </a:lnTo>
                  <a:lnTo>
                    <a:pt x="0" y="166370"/>
                  </a:lnTo>
                  <a:lnTo>
                    <a:pt x="0" y="3385820"/>
                  </a:lnTo>
                  <a:lnTo>
                    <a:pt x="1270" y="3385820"/>
                  </a:lnTo>
                  <a:lnTo>
                    <a:pt x="1270" y="3397250"/>
                  </a:lnTo>
                  <a:lnTo>
                    <a:pt x="1270" y="3398520"/>
                  </a:lnTo>
                  <a:lnTo>
                    <a:pt x="2540" y="3398520"/>
                  </a:lnTo>
                  <a:lnTo>
                    <a:pt x="2540" y="3406140"/>
                  </a:lnTo>
                  <a:lnTo>
                    <a:pt x="3810" y="3406140"/>
                  </a:lnTo>
                  <a:lnTo>
                    <a:pt x="3810" y="3412490"/>
                  </a:lnTo>
                  <a:lnTo>
                    <a:pt x="5080" y="3412490"/>
                  </a:lnTo>
                  <a:lnTo>
                    <a:pt x="5080" y="3416300"/>
                  </a:lnTo>
                  <a:lnTo>
                    <a:pt x="6350" y="3416300"/>
                  </a:lnTo>
                  <a:lnTo>
                    <a:pt x="6350" y="3420110"/>
                  </a:lnTo>
                  <a:lnTo>
                    <a:pt x="7620" y="3420110"/>
                  </a:lnTo>
                  <a:lnTo>
                    <a:pt x="7620" y="3423920"/>
                  </a:lnTo>
                  <a:lnTo>
                    <a:pt x="8890" y="3423920"/>
                  </a:lnTo>
                  <a:lnTo>
                    <a:pt x="8890" y="3427730"/>
                  </a:lnTo>
                  <a:lnTo>
                    <a:pt x="10160" y="3427730"/>
                  </a:lnTo>
                  <a:lnTo>
                    <a:pt x="10160" y="3430270"/>
                  </a:lnTo>
                  <a:lnTo>
                    <a:pt x="11430" y="3430270"/>
                  </a:lnTo>
                  <a:lnTo>
                    <a:pt x="11430" y="3434080"/>
                  </a:lnTo>
                  <a:lnTo>
                    <a:pt x="12700" y="3434080"/>
                  </a:lnTo>
                  <a:lnTo>
                    <a:pt x="12700" y="3437890"/>
                  </a:lnTo>
                  <a:lnTo>
                    <a:pt x="13970" y="3437890"/>
                  </a:lnTo>
                  <a:lnTo>
                    <a:pt x="13970" y="3440430"/>
                  </a:lnTo>
                  <a:lnTo>
                    <a:pt x="15240" y="3440430"/>
                  </a:lnTo>
                  <a:lnTo>
                    <a:pt x="15240" y="3441700"/>
                  </a:lnTo>
                  <a:lnTo>
                    <a:pt x="15240" y="3442970"/>
                  </a:lnTo>
                  <a:lnTo>
                    <a:pt x="16510" y="3442970"/>
                  </a:lnTo>
                  <a:lnTo>
                    <a:pt x="16510" y="3445510"/>
                  </a:lnTo>
                  <a:lnTo>
                    <a:pt x="17780" y="3445510"/>
                  </a:lnTo>
                  <a:lnTo>
                    <a:pt x="17780" y="3448050"/>
                  </a:lnTo>
                  <a:lnTo>
                    <a:pt x="19050" y="3448050"/>
                  </a:lnTo>
                  <a:lnTo>
                    <a:pt x="19050" y="3450590"/>
                  </a:lnTo>
                  <a:lnTo>
                    <a:pt x="20320" y="3450590"/>
                  </a:lnTo>
                  <a:lnTo>
                    <a:pt x="20320" y="3451860"/>
                  </a:lnTo>
                  <a:lnTo>
                    <a:pt x="3883660" y="3451860"/>
                  </a:lnTo>
                  <a:lnTo>
                    <a:pt x="3883660" y="3450590"/>
                  </a:lnTo>
                  <a:lnTo>
                    <a:pt x="3884930" y="3450590"/>
                  </a:lnTo>
                  <a:lnTo>
                    <a:pt x="3884930" y="3448050"/>
                  </a:lnTo>
                  <a:lnTo>
                    <a:pt x="3886200" y="3448050"/>
                  </a:lnTo>
                  <a:lnTo>
                    <a:pt x="3886200" y="3445510"/>
                  </a:lnTo>
                  <a:lnTo>
                    <a:pt x="3887470" y="3445510"/>
                  </a:lnTo>
                  <a:lnTo>
                    <a:pt x="3887470" y="3442970"/>
                  </a:lnTo>
                  <a:lnTo>
                    <a:pt x="3888740" y="3442970"/>
                  </a:lnTo>
                  <a:lnTo>
                    <a:pt x="3888740" y="3441700"/>
                  </a:lnTo>
                  <a:lnTo>
                    <a:pt x="3888740" y="3440430"/>
                  </a:lnTo>
                  <a:lnTo>
                    <a:pt x="3890010" y="3440430"/>
                  </a:lnTo>
                  <a:lnTo>
                    <a:pt x="3890010" y="3437890"/>
                  </a:lnTo>
                  <a:lnTo>
                    <a:pt x="3891280" y="3437890"/>
                  </a:lnTo>
                  <a:lnTo>
                    <a:pt x="3891280" y="3434080"/>
                  </a:lnTo>
                  <a:lnTo>
                    <a:pt x="3892550" y="3434080"/>
                  </a:lnTo>
                  <a:lnTo>
                    <a:pt x="3892550" y="3430270"/>
                  </a:lnTo>
                  <a:lnTo>
                    <a:pt x="3893820" y="3430270"/>
                  </a:lnTo>
                  <a:lnTo>
                    <a:pt x="3893820" y="3427730"/>
                  </a:lnTo>
                  <a:lnTo>
                    <a:pt x="3895090" y="3427730"/>
                  </a:lnTo>
                  <a:lnTo>
                    <a:pt x="3895090" y="3423920"/>
                  </a:lnTo>
                  <a:lnTo>
                    <a:pt x="3896360" y="3423920"/>
                  </a:lnTo>
                  <a:lnTo>
                    <a:pt x="3896360" y="3418840"/>
                  </a:lnTo>
                  <a:lnTo>
                    <a:pt x="3897630" y="3418840"/>
                  </a:lnTo>
                  <a:lnTo>
                    <a:pt x="3897630" y="3413760"/>
                  </a:lnTo>
                  <a:lnTo>
                    <a:pt x="3898900" y="3413760"/>
                  </a:lnTo>
                  <a:lnTo>
                    <a:pt x="3898900" y="3407410"/>
                  </a:lnTo>
                  <a:close/>
                </a:path>
                <a:path w="3902709" h="3451860">
                  <a:moveTo>
                    <a:pt x="3902710" y="154940"/>
                  </a:moveTo>
                  <a:lnTo>
                    <a:pt x="3901440" y="154940"/>
                  </a:lnTo>
                  <a:lnTo>
                    <a:pt x="3901440" y="149860"/>
                  </a:lnTo>
                  <a:lnTo>
                    <a:pt x="3900170" y="149860"/>
                  </a:lnTo>
                  <a:lnTo>
                    <a:pt x="3900170" y="144780"/>
                  </a:lnTo>
                  <a:lnTo>
                    <a:pt x="3898900" y="144780"/>
                  </a:lnTo>
                  <a:lnTo>
                    <a:pt x="3898900" y="138430"/>
                  </a:lnTo>
                  <a:lnTo>
                    <a:pt x="3897630" y="138430"/>
                  </a:lnTo>
                  <a:lnTo>
                    <a:pt x="3897630" y="133350"/>
                  </a:lnTo>
                  <a:lnTo>
                    <a:pt x="3896360" y="133350"/>
                  </a:lnTo>
                  <a:lnTo>
                    <a:pt x="3896360" y="128270"/>
                  </a:lnTo>
                  <a:lnTo>
                    <a:pt x="3790950" y="128270"/>
                  </a:lnTo>
                  <a:lnTo>
                    <a:pt x="3790950" y="133350"/>
                  </a:lnTo>
                  <a:lnTo>
                    <a:pt x="3790950" y="138430"/>
                  </a:lnTo>
                  <a:lnTo>
                    <a:pt x="3790950" y="144780"/>
                  </a:lnTo>
                  <a:lnTo>
                    <a:pt x="3790950" y="149860"/>
                  </a:lnTo>
                  <a:lnTo>
                    <a:pt x="3790950" y="154940"/>
                  </a:lnTo>
                  <a:lnTo>
                    <a:pt x="3790950" y="3397250"/>
                  </a:lnTo>
                  <a:lnTo>
                    <a:pt x="3902710" y="3397250"/>
                  </a:lnTo>
                  <a:lnTo>
                    <a:pt x="3902710" y="15494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6">
              <a:extLst>
                <a:ext uri="{FF2B5EF4-FFF2-40B4-BE49-F238E27FC236}">
                  <a16:creationId xmlns:a16="http://schemas.microsoft.com/office/drawing/2014/main" id="{0025EFD2-6538-A8D6-1F97-F6AAFED89094}"/>
                </a:ext>
              </a:extLst>
            </p:cNvPr>
            <p:cNvSpPr/>
            <p:nvPr/>
          </p:nvSpPr>
          <p:spPr>
            <a:xfrm>
              <a:off x="4141470" y="5979160"/>
              <a:ext cx="3881120" cy="154940"/>
            </a:xfrm>
            <a:custGeom>
              <a:avLst/>
              <a:gdLst/>
              <a:ahLst/>
              <a:cxnLst/>
              <a:rect l="l" t="t" r="r" b="b"/>
              <a:pathLst>
                <a:path w="3881120" h="154939">
                  <a:moveTo>
                    <a:pt x="3741420" y="151384"/>
                  </a:moveTo>
                  <a:lnTo>
                    <a:pt x="121920" y="151384"/>
                  </a:lnTo>
                  <a:lnTo>
                    <a:pt x="121920" y="152527"/>
                  </a:lnTo>
                  <a:lnTo>
                    <a:pt x="127000" y="152527"/>
                  </a:lnTo>
                  <a:lnTo>
                    <a:pt x="127000" y="153670"/>
                  </a:lnTo>
                  <a:lnTo>
                    <a:pt x="138430" y="153670"/>
                  </a:lnTo>
                  <a:lnTo>
                    <a:pt x="138430" y="154940"/>
                  </a:lnTo>
                  <a:lnTo>
                    <a:pt x="3724910" y="154940"/>
                  </a:lnTo>
                  <a:lnTo>
                    <a:pt x="3724910" y="153670"/>
                  </a:lnTo>
                  <a:lnTo>
                    <a:pt x="3729990" y="153670"/>
                  </a:lnTo>
                  <a:lnTo>
                    <a:pt x="3729990" y="152527"/>
                  </a:lnTo>
                  <a:lnTo>
                    <a:pt x="3741420" y="152527"/>
                  </a:lnTo>
                  <a:lnTo>
                    <a:pt x="3741420" y="151384"/>
                  </a:lnTo>
                  <a:close/>
                </a:path>
                <a:path w="3881120" h="154939">
                  <a:moveTo>
                    <a:pt x="3743960" y="151257"/>
                  </a:moveTo>
                  <a:lnTo>
                    <a:pt x="3741420" y="151257"/>
                  </a:lnTo>
                  <a:lnTo>
                    <a:pt x="3741420" y="151384"/>
                  </a:lnTo>
                  <a:lnTo>
                    <a:pt x="3743960" y="151384"/>
                  </a:lnTo>
                  <a:lnTo>
                    <a:pt x="3743960" y="151257"/>
                  </a:lnTo>
                  <a:close/>
                </a:path>
                <a:path w="3881120" h="154939">
                  <a:moveTo>
                    <a:pt x="3759200" y="145034"/>
                  </a:moveTo>
                  <a:lnTo>
                    <a:pt x="101600" y="145034"/>
                  </a:lnTo>
                  <a:lnTo>
                    <a:pt x="101600" y="146177"/>
                  </a:lnTo>
                  <a:lnTo>
                    <a:pt x="105410" y="146177"/>
                  </a:lnTo>
                  <a:lnTo>
                    <a:pt x="105410" y="147320"/>
                  </a:lnTo>
                  <a:lnTo>
                    <a:pt x="107950" y="147320"/>
                  </a:lnTo>
                  <a:lnTo>
                    <a:pt x="107950" y="148590"/>
                  </a:lnTo>
                  <a:lnTo>
                    <a:pt x="111760" y="148590"/>
                  </a:lnTo>
                  <a:lnTo>
                    <a:pt x="111760" y="149987"/>
                  </a:lnTo>
                  <a:lnTo>
                    <a:pt x="116840" y="149987"/>
                  </a:lnTo>
                  <a:lnTo>
                    <a:pt x="116840" y="151130"/>
                  </a:lnTo>
                  <a:lnTo>
                    <a:pt x="3743960" y="151130"/>
                  </a:lnTo>
                  <a:lnTo>
                    <a:pt x="3743960" y="149987"/>
                  </a:lnTo>
                  <a:lnTo>
                    <a:pt x="3747770" y="149987"/>
                  </a:lnTo>
                  <a:lnTo>
                    <a:pt x="3747770" y="148590"/>
                  </a:lnTo>
                  <a:lnTo>
                    <a:pt x="3751580" y="148590"/>
                  </a:lnTo>
                  <a:lnTo>
                    <a:pt x="3751580" y="147320"/>
                  </a:lnTo>
                  <a:lnTo>
                    <a:pt x="3756660" y="147320"/>
                  </a:lnTo>
                  <a:lnTo>
                    <a:pt x="3756660" y="146177"/>
                  </a:lnTo>
                  <a:lnTo>
                    <a:pt x="3759200" y="146177"/>
                  </a:lnTo>
                  <a:lnTo>
                    <a:pt x="3759200" y="145034"/>
                  </a:lnTo>
                  <a:close/>
                </a:path>
                <a:path w="3881120" h="154939">
                  <a:moveTo>
                    <a:pt x="3761740" y="144907"/>
                  </a:moveTo>
                  <a:lnTo>
                    <a:pt x="3759200" y="144907"/>
                  </a:lnTo>
                  <a:lnTo>
                    <a:pt x="3759200" y="145034"/>
                  </a:lnTo>
                  <a:lnTo>
                    <a:pt x="3761740" y="145034"/>
                  </a:lnTo>
                  <a:lnTo>
                    <a:pt x="3761740" y="144907"/>
                  </a:lnTo>
                  <a:close/>
                </a:path>
                <a:path w="3881120" h="154939">
                  <a:moveTo>
                    <a:pt x="3773170" y="138684"/>
                  </a:moveTo>
                  <a:lnTo>
                    <a:pt x="86360" y="138684"/>
                  </a:lnTo>
                  <a:lnTo>
                    <a:pt x="86360" y="139827"/>
                  </a:lnTo>
                  <a:lnTo>
                    <a:pt x="90170" y="139827"/>
                  </a:lnTo>
                  <a:lnTo>
                    <a:pt x="90170" y="140970"/>
                  </a:lnTo>
                  <a:lnTo>
                    <a:pt x="92710" y="140970"/>
                  </a:lnTo>
                  <a:lnTo>
                    <a:pt x="92710" y="142240"/>
                  </a:lnTo>
                  <a:lnTo>
                    <a:pt x="95250" y="142240"/>
                  </a:lnTo>
                  <a:lnTo>
                    <a:pt x="95250" y="143637"/>
                  </a:lnTo>
                  <a:lnTo>
                    <a:pt x="97790" y="143637"/>
                  </a:lnTo>
                  <a:lnTo>
                    <a:pt x="97790" y="144780"/>
                  </a:lnTo>
                  <a:lnTo>
                    <a:pt x="3761740" y="144780"/>
                  </a:lnTo>
                  <a:lnTo>
                    <a:pt x="3761740" y="143637"/>
                  </a:lnTo>
                  <a:lnTo>
                    <a:pt x="3764280" y="143637"/>
                  </a:lnTo>
                  <a:lnTo>
                    <a:pt x="3764280" y="142240"/>
                  </a:lnTo>
                  <a:lnTo>
                    <a:pt x="3768090" y="142240"/>
                  </a:lnTo>
                  <a:lnTo>
                    <a:pt x="3768090" y="140970"/>
                  </a:lnTo>
                  <a:lnTo>
                    <a:pt x="3771887" y="140970"/>
                  </a:lnTo>
                  <a:lnTo>
                    <a:pt x="3771887" y="139827"/>
                  </a:lnTo>
                  <a:lnTo>
                    <a:pt x="3773170" y="139827"/>
                  </a:lnTo>
                  <a:lnTo>
                    <a:pt x="3773170" y="138684"/>
                  </a:lnTo>
                  <a:close/>
                </a:path>
                <a:path w="3881120" h="154939">
                  <a:moveTo>
                    <a:pt x="3775710" y="138557"/>
                  </a:moveTo>
                  <a:lnTo>
                    <a:pt x="3773170" y="138557"/>
                  </a:lnTo>
                  <a:lnTo>
                    <a:pt x="3773170" y="138684"/>
                  </a:lnTo>
                  <a:lnTo>
                    <a:pt x="3775710" y="138684"/>
                  </a:lnTo>
                  <a:lnTo>
                    <a:pt x="3775710" y="138557"/>
                  </a:lnTo>
                  <a:close/>
                </a:path>
                <a:path w="3881120" h="154939">
                  <a:moveTo>
                    <a:pt x="3787140" y="132334"/>
                  </a:moveTo>
                  <a:lnTo>
                    <a:pt x="74930" y="132334"/>
                  </a:lnTo>
                  <a:lnTo>
                    <a:pt x="74930" y="133477"/>
                  </a:lnTo>
                  <a:lnTo>
                    <a:pt x="76200" y="133477"/>
                  </a:lnTo>
                  <a:lnTo>
                    <a:pt x="76200" y="134620"/>
                  </a:lnTo>
                  <a:lnTo>
                    <a:pt x="78740" y="134620"/>
                  </a:lnTo>
                  <a:lnTo>
                    <a:pt x="78740" y="135890"/>
                  </a:lnTo>
                  <a:lnTo>
                    <a:pt x="81280" y="135890"/>
                  </a:lnTo>
                  <a:lnTo>
                    <a:pt x="81280" y="137287"/>
                  </a:lnTo>
                  <a:lnTo>
                    <a:pt x="83820" y="137287"/>
                  </a:lnTo>
                  <a:lnTo>
                    <a:pt x="83820" y="138430"/>
                  </a:lnTo>
                  <a:lnTo>
                    <a:pt x="3775710" y="138430"/>
                  </a:lnTo>
                  <a:lnTo>
                    <a:pt x="3775710" y="137287"/>
                  </a:lnTo>
                  <a:lnTo>
                    <a:pt x="3778250" y="137287"/>
                  </a:lnTo>
                  <a:lnTo>
                    <a:pt x="3778250" y="135890"/>
                  </a:lnTo>
                  <a:lnTo>
                    <a:pt x="3780790" y="135890"/>
                  </a:lnTo>
                  <a:lnTo>
                    <a:pt x="3780790" y="134620"/>
                  </a:lnTo>
                  <a:lnTo>
                    <a:pt x="3783330" y="134620"/>
                  </a:lnTo>
                  <a:lnTo>
                    <a:pt x="3783330" y="133477"/>
                  </a:lnTo>
                  <a:lnTo>
                    <a:pt x="3787140" y="133477"/>
                  </a:lnTo>
                  <a:lnTo>
                    <a:pt x="3787140" y="132334"/>
                  </a:lnTo>
                  <a:close/>
                </a:path>
                <a:path w="3881120" h="154939">
                  <a:moveTo>
                    <a:pt x="3788410" y="132207"/>
                  </a:moveTo>
                  <a:lnTo>
                    <a:pt x="3787140" y="132207"/>
                  </a:lnTo>
                  <a:lnTo>
                    <a:pt x="3787140" y="132334"/>
                  </a:lnTo>
                  <a:lnTo>
                    <a:pt x="3788410" y="132334"/>
                  </a:lnTo>
                  <a:lnTo>
                    <a:pt x="3788410" y="132207"/>
                  </a:lnTo>
                  <a:close/>
                </a:path>
                <a:path w="3881120" h="154939">
                  <a:moveTo>
                    <a:pt x="3796030" y="125984"/>
                  </a:moveTo>
                  <a:lnTo>
                    <a:pt x="66040" y="125984"/>
                  </a:lnTo>
                  <a:lnTo>
                    <a:pt x="66040" y="127127"/>
                  </a:lnTo>
                  <a:lnTo>
                    <a:pt x="67310" y="127127"/>
                  </a:lnTo>
                  <a:lnTo>
                    <a:pt x="67310" y="128270"/>
                  </a:lnTo>
                  <a:lnTo>
                    <a:pt x="69850" y="128270"/>
                  </a:lnTo>
                  <a:lnTo>
                    <a:pt x="69850" y="129540"/>
                  </a:lnTo>
                  <a:lnTo>
                    <a:pt x="71120" y="129540"/>
                  </a:lnTo>
                  <a:lnTo>
                    <a:pt x="71120" y="130937"/>
                  </a:lnTo>
                  <a:lnTo>
                    <a:pt x="72390" y="130937"/>
                  </a:lnTo>
                  <a:lnTo>
                    <a:pt x="72390" y="132080"/>
                  </a:lnTo>
                  <a:lnTo>
                    <a:pt x="3788410" y="132080"/>
                  </a:lnTo>
                  <a:lnTo>
                    <a:pt x="3788410" y="130937"/>
                  </a:lnTo>
                  <a:lnTo>
                    <a:pt x="3790937" y="130937"/>
                  </a:lnTo>
                  <a:lnTo>
                    <a:pt x="3790937" y="129540"/>
                  </a:lnTo>
                  <a:lnTo>
                    <a:pt x="3792220" y="129540"/>
                  </a:lnTo>
                  <a:lnTo>
                    <a:pt x="3792220" y="128270"/>
                  </a:lnTo>
                  <a:lnTo>
                    <a:pt x="3794760" y="128270"/>
                  </a:lnTo>
                  <a:lnTo>
                    <a:pt x="3794760" y="127127"/>
                  </a:lnTo>
                  <a:lnTo>
                    <a:pt x="3796030" y="127127"/>
                  </a:lnTo>
                  <a:lnTo>
                    <a:pt x="3796030" y="125984"/>
                  </a:lnTo>
                  <a:close/>
                </a:path>
                <a:path w="3881120" h="154939">
                  <a:moveTo>
                    <a:pt x="3798570" y="125857"/>
                  </a:moveTo>
                  <a:lnTo>
                    <a:pt x="3796030" y="125857"/>
                  </a:lnTo>
                  <a:lnTo>
                    <a:pt x="3796030" y="125984"/>
                  </a:lnTo>
                  <a:lnTo>
                    <a:pt x="3798570" y="125984"/>
                  </a:lnTo>
                  <a:lnTo>
                    <a:pt x="3798570" y="125857"/>
                  </a:lnTo>
                  <a:close/>
                </a:path>
                <a:path w="3881120" h="154939">
                  <a:moveTo>
                    <a:pt x="3806190" y="119634"/>
                  </a:moveTo>
                  <a:lnTo>
                    <a:pt x="57150" y="119634"/>
                  </a:lnTo>
                  <a:lnTo>
                    <a:pt x="57150" y="120777"/>
                  </a:lnTo>
                  <a:lnTo>
                    <a:pt x="58420" y="120777"/>
                  </a:lnTo>
                  <a:lnTo>
                    <a:pt x="58420" y="121920"/>
                  </a:lnTo>
                  <a:lnTo>
                    <a:pt x="60960" y="121920"/>
                  </a:lnTo>
                  <a:lnTo>
                    <a:pt x="60960" y="123190"/>
                  </a:lnTo>
                  <a:lnTo>
                    <a:pt x="62230" y="123190"/>
                  </a:lnTo>
                  <a:lnTo>
                    <a:pt x="62230" y="124587"/>
                  </a:lnTo>
                  <a:lnTo>
                    <a:pt x="64770" y="124587"/>
                  </a:lnTo>
                  <a:lnTo>
                    <a:pt x="64770" y="125730"/>
                  </a:lnTo>
                  <a:lnTo>
                    <a:pt x="3798570" y="125730"/>
                  </a:lnTo>
                  <a:lnTo>
                    <a:pt x="3798570" y="124587"/>
                  </a:lnTo>
                  <a:lnTo>
                    <a:pt x="3799840" y="124587"/>
                  </a:lnTo>
                  <a:lnTo>
                    <a:pt x="3799840" y="123190"/>
                  </a:lnTo>
                  <a:lnTo>
                    <a:pt x="3802380" y="123190"/>
                  </a:lnTo>
                  <a:lnTo>
                    <a:pt x="3802380" y="121920"/>
                  </a:lnTo>
                  <a:lnTo>
                    <a:pt x="3803637" y="121920"/>
                  </a:lnTo>
                  <a:lnTo>
                    <a:pt x="3803637" y="120777"/>
                  </a:lnTo>
                  <a:lnTo>
                    <a:pt x="3806190" y="120777"/>
                  </a:lnTo>
                  <a:lnTo>
                    <a:pt x="3806190" y="119634"/>
                  </a:lnTo>
                  <a:close/>
                </a:path>
                <a:path w="3881120" h="154939">
                  <a:moveTo>
                    <a:pt x="3807460" y="119507"/>
                  </a:moveTo>
                  <a:lnTo>
                    <a:pt x="3806190" y="119507"/>
                  </a:lnTo>
                  <a:lnTo>
                    <a:pt x="3806190" y="119634"/>
                  </a:lnTo>
                  <a:lnTo>
                    <a:pt x="3807460" y="119634"/>
                  </a:lnTo>
                  <a:lnTo>
                    <a:pt x="3807460" y="119507"/>
                  </a:lnTo>
                  <a:close/>
                </a:path>
                <a:path w="3881120" h="154939">
                  <a:moveTo>
                    <a:pt x="3813810" y="113284"/>
                  </a:moveTo>
                  <a:lnTo>
                    <a:pt x="48260" y="113284"/>
                  </a:lnTo>
                  <a:lnTo>
                    <a:pt x="48260" y="114427"/>
                  </a:lnTo>
                  <a:lnTo>
                    <a:pt x="50800" y="114427"/>
                  </a:lnTo>
                  <a:lnTo>
                    <a:pt x="50800" y="115570"/>
                  </a:lnTo>
                  <a:lnTo>
                    <a:pt x="52070" y="115570"/>
                  </a:lnTo>
                  <a:lnTo>
                    <a:pt x="52070" y="116840"/>
                  </a:lnTo>
                  <a:lnTo>
                    <a:pt x="53340" y="116840"/>
                  </a:lnTo>
                  <a:lnTo>
                    <a:pt x="53340" y="118237"/>
                  </a:lnTo>
                  <a:lnTo>
                    <a:pt x="55880" y="118237"/>
                  </a:lnTo>
                  <a:lnTo>
                    <a:pt x="55880" y="119380"/>
                  </a:lnTo>
                  <a:lnTo>
                    <a:pt x="3807460" y="119380"/>
                  </a:lnTo>
                  <a:lnTo>
                    <a:pt x="3807460" y="118237"/>
                  </a:lnTo>
                  <a:lnTo>
                    <a:pt x="3808730" y="118237"/>
                  </a:lnTo>
                  <a:lnTo>
                    <a:pt x="3808730" y="116840"/>
                  </a:lnTo>
                  <a:lnTo>
                    <a:pt x="3811270" y="116840"/>
                  </a:lnTo>
                  <a:lnTo>
                    <a:pt x="3811270" y="115570"/>
                  </a:lnTo>
                  <a:lnTo>
                    <a:pt x="3812540" y="115570"/>
                  </a:lnTo>
                  <a:lnTo>
                    <a:pt x="3812540" y="114427"/>
                  </a:lnTo>
                  <a:lnTo>
                    <a:pt x="3813810" y="114427"/>
                  </a:lnTo>
                  <a:lnTo>
                    <a:pt x="3813810" y="113284"/>
                  </a:lnTo>
                  <a:close/>
                </a:path>
                <a:path w="3881120" h="154939">
                  <a:moveTo>
                    <a:pt x="3816350" y="113157"/>
                  </a:moveTo>
                  <a:lnTo>
                    <a:pt x="3813810" y="113157"/>
                  </a:lnTo>
                  <a:lnTo>
                    <a:pt x="3813810" y="113284"/>
                  </a:lnTo>
                  <a:lnTo>
                    <a:pt x="3816350" y="113284"/>
                  </a:lnTo>
                  <a:lnTo>
                    <a:pt x="3816350" y="113157"/>
                  </a:lnTo>
                  <a:close/>
                </a:path>
                <a:path w="3881120" h="154939">
                  <a:moveTo>
                    <a:pt x="3821430" y="106934"/>
                  </a:moveTo>
                  <a:lnTo>
                    <a:pt x="40640" y="106934"/>
                  </a:lnTo>
                  <a:lnTo>
                    <a:pt x="40640" y="108077"/>
                  </a:lnTo>
                  <a:lnTo>
                    <a:pt x="43180" y="108077"/>
                  </a:lnTo>
                  <a:lnTo>
                    <a:pt x="43180" y="109220"/>
                  </a:lnTo>
                  <a:lnTo>
                    <a:pt x="44450" y="109220"/>
                  </a:lnTo>
                  <a:lnTo>
                    <a:pt x="44450" y="110490"/>
                  </a:lnTo>
                  <a:lnTo>
                    <a:pt x="45720" y="110490"/>
                  </a:lnTo>
                  <a:lnTo>
                    <a:pt x="45720" y="111887"/>
                  </a:lnTo>
                  <a:lnTo>
                    <a:pt x="46990" y="111887"/>
                  </a:lnTo>
                  <a:lnTo>
                    <a:pt x="46990" y="113030"/>
                  </a:lnTo>
                  <a:lnTo>
                    <a:pt x="3816350" y="113030"/>
                  </a:lnTo>
                  <a:lnTo>
                    <a:pt x="3816350" y="111887"/>
                  </a:lnTo>
                  <a:lnTo>
                    <a:pt x="3817620" y="111887"/>
                  </a:lnTo>
                  <a:lnTo>
                    <a:pt x="3817620" y="110490"/>
                  </a:lnTo>
                  <a:lnTo>
                    <a:pt x="3818890" y="110490"/>
                  </a:lnTo>
                  <a:lnTo>
                    <a:pt x="3818890" y="109220"/>
                  </a:lnTo>
                  <a:lnTo>
                    <a:pt x="3820160" y="109220"/>
                  </a:lnTo>
                  <a:lnTo>
                    <a:pt x="3820160" y="108077"/>
                  </a:lnTo>
                  <a:lnTo>
                    <a:pt x="3821430" y="108077"/>
                  </a:lnTo>
                  <a:lnTo>
                    <a:pt x="3821430" y="106934"/>
                  </a:lnTo>
                  <a:close/>
                </a:path>
                <a:path w="3881120" h="154939">
                  <a:moveTo>
                    <a:pt x="3822687" y="106807"/>
                  </a:moveTo>
                  <a:lnTo>
                    <a:pt x="3821430" y="106807"/>
                  </a:lnTo>
                  <a:lnTo>
                    <a:pt x="3821430" y="106934"/>
                  </a:lnTo>
                  <a:lnTo>
                    <a:pt x="3822687" y="106934"/>
                  </a:lnTo>
                  <a:lnTo>
                    <a:pt x="3822687" y="106807"/>
                  </a:lnTo>
                  <a:close/>
                </a:path>
                <a:path w="3881120" h="154939">
                  <a:moveTo>
                    <a:pt x="3827780" y="100584"/>
                  </a:moveTo>
                  <a:lnTo>
                    <a:pt x="34290" y="100584"/>
                  </a:lnTo>
                  <a:lnTo>
                    <a:pt x="34290" y="101727"/>
                  </a:lnTo>
                  <a:lnTo>
                    <a:pt x="35560" y="101727"/>
                  </a:lnTo>
                  <a:lnTo>
                    <a:pt x="35560" y="102870"/>
                  </a:lnTo>
                  <a:lnTo>
                    <a:pt x="36830" y="102870"/>
                  </a:lnTo>
                  <a:lnTo>
                    <a:pt x="36830" y="104140"/>
                  </a:lnTo>
                  <a:lnTo>
                    <a:pt x="38100" y="104140"/>
                  </a:lnTo>
                  <a:lnTo>
                    <a:pt x="38100" y="105537"/>
                  </a:lnTo>
                  <a:lnTo>
                    <a:pt x="39370" y="105537"/>
                  </a:lnTo>
                  <a:lnTo>
                    <a:pt x="39370" y="106680"/>
                  </a:lnTo>
                  <a:lnTo>
                    <a:pt x="3822687" y="106680"/>
                  </a:lnTo>
                  <a:lnTo>
                    <a:pt x="3822687" y="105537"/>
                  </a:lnTo>
                  <a:lnTo>
                    <a:pt x="3823970" y="105537"/>
                  </a:lnTo>
                  <a:lnTo>
                    <a:pt x="3823970" y="104140"/>
                  </a:lnTo>
                  <a:lnTo>
                    <a:pt x="3825240" y="104140"/>
                  </a:lnTo>
                  <a:lnTo>
                    <a:pt x="3825240" y="102870"/>
                  </a:lnTo>
                  <a:lnTo>
                    <a:pt x="3826510" y="102870"/>
                  </a:lnTo>
                  <a:lnTo>
                    <a:pt x="3826510" y="101727"/>
                  </a:lnTo>
                  <a:lnTo>
                    <a:pt x="3827780" y="101727"/>
                  </a:lnTo>
                  <a:lnTo>
                    <a:pt x="3827780" y="100584"/>
                  </a:lnTo>
                  <a:close/>
                </a:path>
                <a:path w="3881120" h="154939">
                  <a:moveTo>
                    <a:pt x="3829037" y="100457"/>
                  </a:moveTo>
                  <a:lnTo>
                    <a:pt x="3827780" y="100457"/>
                  </a:lnTo>
                  <a:lnTo>
                    <a:pt x="3827780" y="100584"/>
                  </a:lnTo>
                  <a:lnTo>
                    <a:pt x="3829037" y="100584"/>
                  </a:lnTo>
                  <a:lnTo>
                    <a:pt x="3829037" y="100457"/>
                  </a:lnTo>
                  <a:close/>
                </a:path>
                <a:path w="3881120" h="154939">
                  <a:moveTo>
                    <a:pt x="3839210" y="89027"/>
                  </a:moveTo>
                  <a:lnTo>
                    <a:pt x="24130" y="89027"/>
                  </a:lnTo>
                  <a:lnTo>
                    <a:pt x="24130" y="90170"/>
                  </a:lnTo>
                  <a:lnTo>
                    <a:pt x="25400" y="90170"/>
                  </a:lnTo>
                  <a:lnTo>
                    <a:pt x="25400" y="91440"/>
                  </a:lnTo>
                  <a:lnTo>
                    <a:pt x="26670" y="91440"/>
                  </a:lnTo>
                  <a:lnTo>
                    <a:pt x="26670" y="92837"/>
                  </a:lnTo>
                  <a:lnTo>
                    <a:pt x="27940" y="92837"/>
                  </a:lnTo>
                  <a:lnTo>
                    <a:pt x="27940" y="93980"/>
                  </a:lnTo>
                  <a:lnTo>
                    <a:pt x="29210" y="93980"/>
                  </a:lnTo>
                  <a:lnTo>
                    <a:pt x="29210" y="95250"/>
                  </a:lnTo>
                  <a:lnTo>
                    <a:pt x="29210" y="96520"/>
                  </a:lnTo>
                  <a:lnTo>
                    <a:pt x="30480" y="96520"/>
                  </a:lnTo>
                  <a:lnTo>
                    <a:pt x="30480" y="97790"/>
                  </a:lnTo>
                  <a:lnTo>
                    <a:pt x="31750" y="97790"/>
                  </a:lnTo>
                  <a:lnTo>
                    <a:pt x="31750" y="99187"/>
                  </a:lnTo>
                  <a:lnTo>
                    <a:pt x="33020" y="99187"/>
                  </a:lnTo>
                  <a:lnTo>
                    <a:pt x="33020" y="100330"/>
                  </a:lnTo>
                  <a:lnTo>
                    <a:pt x="3829037" y="100330"/>
                  </a:lnTo>
                  <a:lnTo>
                    <a:pt x="3829037" y="99187"/>
                  </a:lnTo>
                  <a:lnTo>
                    <a:pt x="3830320" y="99187"/>
                  </a:lnTo>
                  <a:lnTo>
                    <a:pt x="3830320" y="97790"/>
                  </a:lnTo>
                  <a:lnTo>
                    <a:pt x="3831590" y="97790"/>
                  </a:lnTo>
                  <a:lnTo>
                    <a:pt x="3831590" y="96520"/>
                  </a:lnTo>
                  <a:lnTo>
                    <a:pt x="3832860" y="96520"/>
                  </a:lnTo>
                  <a:lnTo>
                    <a:pt x="3832860" y="95250"/>
                  </a:lnTo>
                  <a:lnTo>
                    <a:pt x="3834130" y="95250"/>
                  </a:lnTo>
                  <a:lnTo>
                    <a:pt x="3834130" y="94234"/>
                  </a:lnTo>
                  <a:lnTo>
                    <a:pt x="3835400" y="94234"/>
                  </a:lnTo>
                  <a:lnTo>
                    <a:pt x="3835400" y="94107"/>
                  </a:lnTo>
                  <a:lnTo>
                    <a:pt x="3834130" y="94107"/>
                  </a:lnTo>
                  <a:lnTo>
                    <a:pt x="3834130" y="93980"/>
                  </a:lnTo>
                  <a:lnTo>
                    <a:pt x="3835400" y="93980"/>
                  </a:lnTo>
                  <a:lnTo>
                    <a:pt x="3835400" y="92837"/>
                  </a:lnTo>
                  <a:lnTo>
                    <a:pt x="3836670" y="92837"/>
                  </a:lnTo>
                  <a:lnTo>
                    <a:pt x="3836670" y="91440"/>
                  </a:lnTo>
                  <a:lnTo>
                    <a:pt x="3837940" y="91440"/>
                  </a:lnTo>
                  <a:lnTo>
                    <a:pt x="3837940" y="90170"/>
                  </a:lnTo>
                  <a:lnTo>
                    <a:pt x="3839210" y="90170"/>
                  </a:lnTo>
                  <a:lnTo>
                    <a:pt x="3839210" y="89027"/>
                  </a:lnTo>
                  <a:close/>
                </a:path>
                <a:path w="3881120" h="154939">
                  <a:moveTo>
                    <a:pt x="386207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1270" y="55880"/>
                  </a:lnTo>
                  <a:lnTo>
                    <a:pt x="1270" y="57150"/>
                  </a:lnTo>
                  <a:lnTo>
                    <a:pt x="1270" y="58420"/>
                  </a:lnTo>
                  <a:lnTo>
                    <a:pt x="2540" y="58420"/>
                  </a:lnTo>
                  <a:lnTo>
                    <a:pt x="2540" y="59690"/>
                  </a:lnTo>
                  <a:lnTo>
                    <a:pt x="2540" y="60960"/>
                  </a:lnTo>
                  <a:lnTo>
                    <a:pt x="3810" y="60960"/>
                  </a:lnTo>
                  <a:lnTo>
                    <a:pt x="3810" y="63500"/>
                  </a:lnTo>
                  <a:lnTo>
                    <a:pt x="3858260" y="63500"/>
                  </a:lnTo>
                  <a:lnTo>
                    <a:pt x="3858260" y="60960"/>
                  </a:lnTo>
                  <a:lnTo>
                    <a:pt x="3859530" y="60960"/>
                  </a:lnTo>
                  <a:lnTo>
                    <a:pt x="3859530" y="59690"/>
                  </a:lnTo>
                  <a:lnTo>
                    <a:pt x="3860800" y="59690"/>
                  </a:lnTo>
                  <a:lnTo>
                    <a:pt x="3860800" y="58420"/>
                  </a:lnTo>
                  <a:lnTo>
                    <a:pt x="3860787" y="57150"/>
                  </a:lnTo>
                  <a:lnTo>
                    <a:pt x="3862070" y="57150"/>
                  </a:lnTo>
                  <a:lnTo>
                    <a:pt x="3862070" y="55880"/>
                  </a:lnTo>
                  <a:lnTo>
                    <a:pt x="3862070" y="54610"/>
                  </a:lnTo>
                  <a:close/>
                </a:path>
                <a:path w="3881120" h="154939">
                  <a:moveTo>
                    <a:pt x="3881120" y="0"/>
                  </a:moveTo>
                  <a:lnTo>
                    <a:pt x="3770630" y="0"/>
                  </a:lnTo>
                  <a:lnTo>
                    <a:pt x="3770630" y="5080"/>
                  </a:lnTo>
                  <a:lnTo>
                    <a:pt x="3770630" y="10160"/>
                  </a:lnTo>
                  <a:lnTo>
                    <a:pt x="3770630" y="16510"/>
                  </a:lnTo>
                  <a:lnTo>
                    <a:pt x="3878580" y="16510"/>
                  </a:lnTo>
                  <a:lnTo>
                    <a:pt x="3878580" y="10160"/>
                  </a:lnTo>
                  <a:lnTo>
                    <a:pt x="3879850" y="10160"/>
                  </a:lnTo>
                  <a:lnTo>
                    <a:pt x="3879850" y="5080"/>
                  </a:lnTo>
                  <a:lnTo>
                    <a:pt x="3881120" y="5080"/>
                  </a:lnTo>
                  <a:lnTo>
                    <a:pt x="3881120" y="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7">
              <a:extLst>
                <a:ext uri="{FF2B5EF4-FFF2-40B4-BE49-F238E27FC236}">
                  <a16:creationId xmlns:a16="http://schemas.microsoft.com/office/drawing/2014/main" id="{1E50F7D7-1448-7A44-6A06-EFE022E96746}"/>
                </a:ext>
              </a:extLst>
            </p:cNvPr>
            <p:cNvSpPr/>
            <p:nvPr/>
          </p:nvSpPr>
          <p:spPr>
            <a:xfrm>
              <a:off x="4146550" y="6042913"/>
              <a:ext cx="3851910" cy="26670"/>
            </a:xfrm>
            <a:custGeom>
              <a:avLst/>
              <a:gdLst/>
              <a:ahLst/>
              <a:cxnLst/>
              <a:rect l="l" t="t" r="r" b="b"/>
              <a:pathLst>
                <a:path w="3851909" h="26670">
                  <a:moveTo>
                    <a:pt x="3835400" y="24130"/>
                  </a:moveTo>
                  <a:lnTo>
                    <a:pt x="17780" y="24130"/>
                  </a:lnTo>
                  <a:lnTo>
                    <a:pt x="17780" y="25273"/>
                  </a:lnTo>
                  <a:lnTo>
                    <a:pt x="19050" y="25273"/>
                  </a:lnTo>
                  <a:lnTo>
                    <a:pt x="19050" y="26416"/>
                  </a:lnTo>
                  <a:lnTo>
                    <a:pt x="3834130" y="26416"/>
                  </a:lnTo>
                  <a:lnTo>
                    <a:pt x="3834130" y="25273"/>
                  </a:lnTo>
                  <a:lnTo>
                    <a:pt x="3835400" y="25273"/>
                  </a:lnTo>
                  <a:lnTo>
                    <a:pt x="3835400" y="24130"/>
                  </a:lnTo>
                  <a:close/>
                </a:path>
                <a:path w="3851909" h="26670">
                  <a:moveTo>
                    <a:pt x="3836670" y="24003"/>
                  </a:moveTo>
                  <a:lnTo>
                    <a:pt x="3835400" y="24003"/>
                  </a:lnTo>
                  <a:lnTo>
                    <a:pt x="3835400" y="24130"/>
                  </a:lnTo>
                  <a:lnTo>
                    <a:pt x="3836670" y="24130"/>
                  </a:lnTo>
                  <a:lnTo>
                    <a:pt x="3836670" y="24003"/>
                  </a:lnTo>
                  <a:close/>
                </a:path>
                <a:path w="3851909" h="26670">
                  <a:moveTo>
                    <a:pt x="3840480" y="17780"/>
                  </a:moveTo>
                  <a:lnTo>
                    <a:pt x="12700" y="17780"/>
                  </a:lnTo>
                  <a:lnTo>
                    <a:pt x="12700" y="18923"/>
                  </a:lnTo>
                  <a:lnTo>
                    <a:pt x="13970" y="18923"/>
                  </a:lnTo>
                  <a:lnTo>
                    <a:pt x="13970" y="20066"/>
                  </a:lnTo>
                  <a:lnTo>
                    <a:pt x="15240" y="20066"/>
                  </a:lnTo>
                  <a:lnTo>
                    <a:pt x="15240" y="21336"/>
                  </a:lnTo>
                  <a:lnTo>
                    <a:pt x="15240" y="22606"/>
                  </a:lnTo>
                  <a:lnTo>
                    <a:pt x="16510" y="22606"/>
                  </a:lnTo>
                  <a:lnTo>
                    <a:pt x="16510" y="23876"/>
                  </a:lnTo>
                  <a:lnTo>
                    <a:pt x="3836670" y="23876"/>
                  </a:lnTo>
                  <a:lnTo>
                    <a:pt x="3836670" y="22606"/>
                  </a:lnTo>
                  <a:lnTo>
                    <a:pt x="3836657" y="21336"/>
                  </a:lnTo>
                  <a:lnTo>
                    <a:pt x="3837940" y="21336"/>
                  </a:lnTo>
                  <a:lnTo>
                    <a:pt x="3837940" y="20066"/>
                  </a:lnTo>
                  <a:lnTo>
                    <a:pt x="3839210" y="20066"/>
                  </a:lnTo>
                  <a:lnTo>
                    <a:pt x="3839210" y="18923"/>
                  </a:lnTo>
                  <a:lnTo>
                    <a:pt x="3840480" y="18923"/>
                  </a:lnTo>
                  <a:lnTo>
                    <a:pt x="3840480" y="17780"/>
                  </a:lnTo>
                  <a:close/>
                </a:path>
                <a:path w="3851909" h="26670">
                  <a:moveTo>
                    <a:pt x="3851910" y="0"/>
                  </a:moveTo>
                  <a:lnTo>
                    <a:pt x="0" y="0"/>
                  </a:lnTo>
                  <a:lnTo>
                    <a:pt x="0" y="1143"/>
                  </a:lnTo>
                  <a:lnTo>
                    <a:pt x="1270" y="1143"/>
                  </a:lnTo>
                  <a:lnTo>
                    <a:pt x="1270" y="3683"/>
                  </a:lnTo>
                  <a:lnTo>
                    <a:pt x="2540" y="3683"/>
                  </a:lnTo>
                  <a:lnTo>
                    <a:pt x="2540" y="6223"/>
                  </a:lnTo>
                  <a:lnTo>
                    <a:pt x="3810" y="6223"/>
                  </a:lnTo>
                  <a:lnTo>
                    <a:pt x="3810" y="7366"/>
                  </a:lnTo>
                  <a:lnTo>
                    <a:pt x="5080" y="7366"/>
                  </a:lnTo>
                  <a:lnTo>
                    <a:pt x="5080" y="10033"/>
                  </a:lnTo>
                  <a:lnTo>
                    <a:pt x="6350" y="10033"/>
                  </a:lnTo>
                  <a:lnTo>
                    <a:pt x="6350" y="11176"/>
                  </a:lnTo>
                  <a:lnTo>
                    <a:pt x="7620" y="11176"/>
                  </a:lnTo>
                  <a:lnTo>
                    <a:pt x="7620" y="12446"/>
                  </a:lnTo>
                  <a:lnTo>
                    <a:pt x="8890" y="12446"/>
                  </a:lnTo>
                  <a:lnTo>
                    <a:pt x="8890" y="13716"/>
                  </a:lnTo>
                  <a:lnTo>
                    <a:pt x="8890" y="14986"/>
                  </a:lnTo>
                  <a:lnTo>
                    <a:pt x="10160" y="14986"/>
                  </a:lnTo>
                  <a:lnTo>
                    <a:pt x="10160" y="16383"/>
                  </a:lnTo>
                  <a:lnTo>
                    <a:pt x="11430" y="16383"/>
                  </a:lnTo>
                  <a:lnTo>
                    <a:pt x="11430" y="17526"/>
                  </a:lnTo>
                  <a:lnTo>
                    <a:pt x="3840480" y="17526"/>
                  </a:lnTo>
                  <a:lnTo>
                    <a:pt x="3840480" y="16383"/>
                  </a:lnTo>
                  <a:lnTo>
                    <a:pt x="3841750" y="16383"/>
                  </a:lnTo>
                  <a:lnTo>
                    <a:pt x="3841750" y="14986"/>
                  </a:lnTo>
                  <a:lnTo>
                    <a:pt x="3843007" y="14986"/>
                  </a:lnTo>
                  <a:lnTo>
                    <a:pt x="3843007" y="13716"/>
                  </a:lnTo>
                  <a:lnTo>
                    <a:pt x="3844290" y="13716"/>
                  </a:lnTo>
                  <a:lnTo>
                    <a:pt x="3844290" y="12446"/>
                  </a:lnTo>
                  <a:lnTo>
                    <a:pt x="3844290" y="11430"/>
                  </a:lnTo>
                  <a:lnTo>
                    <a:pt x="3845560" y="11430"/>
                  </a:lnTo>
                  <a:lnTo>
                    <a:pt x="3845560" y="11303"/>
                  </a:lnTo>
                  <a:lnTo>
                    <a:pt x="3844290" y="11303"/>
                  </a:lnTo>
                  <a:lnTo>
                    <a:pt x="3844290" y="11176"/>
                  </a:lnTo>
                  <a:lnTo>
                    <a:pt x="3845560" y="11176"/>
                  </a:lnTo>
                  <a:lnTo>
                    <a:pt x="3845560" y="10033"/>
                  </a:lnTo>
                  <a:lnTo>
                    <a:pt x="3846830" y="10033"/>
                  </a:lnTo>
                  <a:lnTo>
                    <a:pt x="3846830" y="7366"/>
                  </a:lnTo>
                  <a:lnTo>
                    <a:pt x="3848100" y="7366"/>
                  </a:lnTo>
                  <a:lnTo>
                    <a:pt x="3848100" y="6223"/>
                  </a:lnTo>
                  <a:lnTo>
                    <a:pt x="3849357" y="6223"/>
                  </a:lnTo>
                  <a:lnTo>
                    <a:pt x="3849357" y="3683"/>
                  </a:lnTo>
                  <a:lnTo>
                    <a:pt x="3850640" y="3683"/>
                  </a:lnTo>
                  <a:lnTo>
                    <a:pt x="3850640" y="1143"/>
                  </a:lnTo>
                  <a:lnTo>
                    <a:pt x="3851910" y="1143"/>
                  </a:lnTo>
                  <a:lnTo>
                    <a:pt x="3851910" y="0"/>
                  </a:lnTo>
                  <a:close/>
                </a:path>
              </a:pathLst>
            </a:custGeom>
            <a:solidFill>
              <a:srgbClr val="DCDC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8">
              <a:extLst>
                <a:ext uri="{FF2B5EF4-FFF2-40B4-BE49-F238E27FC236}">
                  <a16:creationId xmlns:a16="http://schemas.microsoft.com/office/drawing/2014/main" id="{F1ACCC18-8AE9-31DF-BBB4-E11022955EA9}"/>
                </a:ext>
              </a:extLst>
            </p:cNvPr>
            <p:cNvSpPr/>
            <p:nvPr/>
          </p:nvSpPr>
          <p:spPr>
            <a:xfrm>
              <a:off x="4231640" y="2691129"/>
              <a:ext cx="3680460" cy="3332479"/>
            </a:xfrm>
            <a:custGeom>
              <a:avLst/>
              <a:gdLst/>
              <a:ahLst/>
              <a:cxnLst/>
              <a:rect l="l" t="t" r="r" b="b"/>
              <a:pathLst>
                <a:path w="3680459" h="3332479">
                  <a:moveTo>
                    <a:pt x="3680460" y="3288042"/>
                  </a:moveTo>
                  <a:lnTo>
                    <a:pt x="0" y="3288042"/>
                  </a:lnTo>
                  <a:lnTo>
                    <a:pt x="0" y="3332480"/>
                  </a:lnTo>
                  <a:lnTo>
                    <a:pt x="3680460" y="3332480"/>
                  </a:lnTo>
                  <a:lnTo>
                    <a:pt x="3680460" y="3288042"/>
                  </a:lnTo>
                  <a:close/>
                </a:path>
                <a:path w="3680459" h="3332479">
                  <a:moveTo>
                    <a:pt x="3680460" y="0"/>
                  </a:moveTo>
                  <a:lnTo>
                    <a:pt x="3569970" y="0"/>
                  </a:lnTo>
                  <a:lnTo>
                    <a:pt x="3569970" y="111760"/>
                  </a:lnTo>
                  <a:lnTo>
                    <a:pt x="3569970" y="3220720"/>
                  </a:lnTo>
                  <a:lnTo>
                    <a:pt x="110490" y="3220720"/>
                  </a:lnTo>
                  <a:lnTo>
                    <a:pt x="110490" y="111760"/>
                  </a:lnTo>
                  <a:lnTo>
                    <a:pt x="3569970" y="111760"/>
                  </a:lnTo>
                  <a:lnTo>
                    <a:pt x="3569970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0" y="111760"/>
                  </a:lnTo>
                  <a:lnTo>
                    <a:pt x="0" y="3220720"/>
                  </a:lnTo>
                  <a:lnTo>
                    <a:pt x="0" y="3288030"/>
                  </a:lnTo>
                  <a:lnTo>
                    <a:pt x="3680460" y="3288030"/>
                  </a:lnTo>
                  <a:lnTo>
                    <a:pt x="3680460" y="3220732"/>
                  </a:lnTo>
                  <a:lnTo>
                    <a:pt x="3680460" y="111760"/>
                  </a:lnTo>
                  <a:lnTo>
                    <a:pt x="3680460" y="19050"/>
                  </a:lnTo>
                  <a:lnTo>
                    <a:pt x="368046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9">
              <a:extLst>
                <a:ext uri="{FF2B5EF4-FFF2-40B4-BE49-F238E27FC236}">
                  <a16:creationId xmlns:a16="http://schemas.microsoft.com/office/drawing/2014/main" id="{788025E7-263D-179C-2FD9-338E131911FC}"/>
                </a:ext>
              </a:extLst>
            </p:cNvPr>
            <p:cNvSpPr/>
            <p:nvPr/>
          </p:nvSpPr>
          <p:spPr>
            <a:xfrm>
              <a:off x="4342130" y="2802889"/>
              <a:ext cx="3459479" cy="3108960"/>
            </a:xfrm>
            <a:custGeom>
              <a:avLst/>
              <a:gdLst/>
              <a:ahLst/>
              <a:cxnLst/>
              <a:rect l="l" t="t" r="r" b="b"/>
              <a:pathLst>
                <a:path w="3459479" h="3108960">
                  <a:moveTo>
                    <a:pt x="3459480" y="0"/>
                  </a:moveTo>
                  <a:lnTo>
                    <a:pt x="3347720" y="0"/>
                  </a:lnTo>
                  <a:lnTo>
                    <a:pt x="3347720" y="110490"/>
                  </a:lnTo>
                  <a:lnTo>
                    <a:pt x="3347720" y="2998470"/>
                  </a:lnTo>
                  <a:lnTo>
                    <a:pt x="111760" y="2998470"/>
                  </a:lnTo>
                  <a:lnTo>
                    <a:pt x="111760" y="110490"/>
                  </a:lnTo>
                  <a:lnTo>
                    <a:pt x="3347720" y="110490"/>
                  </a:lnTo>
                  <a:lnTo>
                    <a:pt x="334772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2998470"/>
                  </a:lnTo>
                  <a:lnTo>
                    <a:pt x="0" y="3108960"/>
                  </a:lnTo>
                  <a:lnTo>
                    <a:pt x="3459480" y="3108960"/>
                  </a:lnTo>
                  <a:lnTo>
                    <a:pt x="3459480" y="2998482"/>
                  </a:lnTo>
                  <a:lnTo>
                    <a:pt x="3459480" y="110490"/>
                  </a:lnTo>
                  <a:lnTo>
                    <a:pt x="3459480" y="0"/>
                  </a:lnTo>
                  <a:close/>
                </a:path>
              </a:pathLst>
            </a:custGeom>
            <a:solidFill>
              <a:srgbClr val="DED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0">
              <a:extLst>
                <a:ext uri="{FF2B5EF4-FFF2-40B4-BE49-F238E27FC236}">
                  <a16:creationId xmlns:a16="http://schemas.microsoft.com/office/drawing/2014/main" id="{B6839861-E072-E7AB-7444-CA152D7996E0}"/>
                </a:ext>
              </a:extLst>
            </p:cNvPr>
            <p:cNvSpPr/>
            <p:nvPr/>
          </p:nvSpPr>
          <p:spPr>
            <a:xfrm>
              <a:off x="4453890" y="2913379"/>
              <a:ext cx="3235960" cy="2887980"/>
            </a:xfrm>
            <a:custGeom>
              <a:avLst/>
              <a:gdLst/>
              <a:ahLst/>
              <a:cxnLst/>
              <a:rect l="l" t="t" r="r" b="b"/>
              <a:pathLst>
                <a:path w="3235959" h="2887979">
                  <a:moveTo>
                    <a:pt x="3235960" y="0"/>
                  </a:moveTo>
                  <a:lnTo>
                    <a:pt x="3125470" y="0"/>
                  </a:lnTo>
                  <a:lnTo>
                    <a:pt x="3125470" y="111760"/>
                  </a:lnTo>
                  <a:lnTo>
                    <a:pt x="3125470" y="2776220"/>
                  </a:lnTo>
                  <a:lnTo>
                    <a:pt x="110490" y="2776220"/>
                  </a:lnTo>
                  <a:lnTo>
                    <a:pt x="110490" y="111760"/>
                  </a:lnTo>
                  <a:lnTo>
                    <a:pt x="3125470" y="111760"/>
                  </a:lnTo>
                  <a:lnTo>
                    <a:pt x="3125470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0" y="2776220"/>
                  </a:lnTo>
                  <a:lnTo>
                    <a:pt x="0" y="2887980"/>
                  </a:lnTo>
                  <a:lnTo>
                    <a:pt x="3235960" y="2887980"/>
                  </a:lnTo>
                  <a:lnTo>
                    <a:pt x="3235960" y="2776220"/>
                  </a:lnTo>
                  <a:lnTo>
                    <a:pt x="3235960" y="111760"/>
                  </a:lnTo>
                  <a:lnTo>
                    <a:pt x="323596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1">
              <a:extLst>
                <a:ext uri="{FF2B5EF4-FFF2-40B4-BE49-F238E27FC236}">
                  <a16:creationId xmlns:a16="http://schemas.microsoft.com/office/drawing/2014/main" id="{06D811FB-4DE2-4A32-9E61-460E2C954B8F}"/>
                </a:ext>
              </a:extLst>
            </p:cNvPr>
            <p:cNvSpPr/>
            <p:nvPr/>
          </p:nvSpPr>
          <p:spPr>
            <a:xfrm>
              <a:off x="4564380" y="3025139"/>
              <a:ext cx="3014980" cy="2664460"/>
            </a:xfrm>
            <a:custGeom>
              <a:avLst/>
              <a:gdLst/>
              <a:ahLst/>
              <a:cxnLst/>
              <a:rect l="l" t="t" r="r" b="b"/>
              <a:pathLst>
                <a:path w="3014979" h="2664460">
                  <a:moveTo>
                    <a:pt x="3014980" y="0"/>
                  </a:moveTo>
                  <a:lnTo>
                    <a:pt x="2903220" y="0"/>
                  </a:lnTo>
                  <a:lnTo>
                    <a:pt x="2903220" y="110490"/>
                  </a:lnTo>
                  <a:lnTo>
                    <a:pt x="2903220" y="2553970"/>
                  </a:lnTo>
                  <a:lnTo>
                    <a:pt x="111760" y="2553970"/>
                  </a:lnTo>
                  <a:lnTo>
                    <a:pt x="111760" y="110490"/>
                  </a:lnTo>
                  <a:lnTo>
                    <a:pt x="2903220" y="110490"/>
                  </a:lnTo>
                  <a:lnTo>
                    <a:pt x="290322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2553970"/>
                  </a:lnTo>
                  <a:lnTo>
                    <a:pt x="0" y="2664460"/>
                  </a:lnTo>
                  <a:lnTo>
                    <a:pt x="3014980" y="2664460"/>
                  </a:lnTo>
                  <a:lnTo>
                    <a:pt x="3014980" y="2553982"/>
                  </a:lnTo>
                  <a:lnTo>
                    <a:pt x="3014980" y="110490"/>
                  </a:lnTo>
                  <a:lnTo>
                    <a:pt x="3014980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2">
              <a:extLst>
                <a:ext uri="{FF2B5EF4-FFF2-40B4-BE49-F238E27FC236}">
                  <a16:creationId xmlns:a16="http://schemas.microsoft.com/office/drawing/2014/main" id="{D3DCD224-1BB3-2A19-B0A5-C0EE98A0C042}"/>
                </a:ext>
              </a:extLst>
            </p:cNvPr>
            <p:cNvSpPr/>
            <p:nvPr/>
          </p:nvSpPr>
          <p:spPr>
            <a:xfrm>
              <a:off x="4676140" y="3135629"/>
              <a:ext cx="2791460" cy="2443480"/>
            </a:xfrm>
            <a:custGeom>
              <a:avLst/>
              <a:gdLst/>
              <a:ahLst/>
              <a:cxnLst/>
              <a:rect l="l" t="t" r="r" b="b"/>
              <a:pathLst>
                <a:path w="2791459" h="2443479">
                  <a:moveTo>
                    <a:pt x="2791460" y="0"/>
                  </a:moveTo>
                  <a:lnTo>
                    <a:pt x="2680970" y="0"/>
                  </a:lnTo>
                  <a:lnTo>
                    <a:pt x="2680970" y="111760"/>
                  </a:lnTo>
                  <a:lnTo>
                    <a:pt x="2680970" y="2331720"/>
                  </a:lnTo>
                  <a:lnTo>
                    <a:pt x="110490" y="2331720"/>
                  </a:lnTo>
                  <a:lnTo>
                    <a:pt x="110490" y="111760"/>
                  </a:lnTo>
                  <a:lnTo>
                    <a:pt x="2680970" y="111760"/>
                  </a:lnTo>
                  <a:lnTo>
                    <a:pt x="2680970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0" y="2331720"/>
                  </a:lnTo>
                  <a:lnTo>
                    <a:pt x="0" y="2443480"/>
                  </a:lnTo>
                  <a:lnTo>
                    <a:pt x="2791460" y="2443480"/>
                  </a:lnTo>
                  <a:lnTo>
                    <a:pt x="2791460" y="2331720"/>
                  </a:lnTo>
                  <a:lnTo>
                    <a:pt x="2791460" y="111760"/>
                  </a:lnTo>
                  <a:lnTo>
                    <a:pt x="2791460" y="0"/>
                  </a:lnTo>
                  <a:close/>
                </a:path>
              </a:pathLst>
            </a:custGeom>
            <a:solidFill>
              <a:srgbClr val="E1E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3">
              <a:extLst>
                <a:ext uri="{FF2B5EF4-FFF2-40B4-BE49-F238E27FC236}">
                  <a16:creationId xmlns:a16="http://schemas.microsoft.com/office/drawing/2014/main" id="{AD79BBA2-BB92-6F61-D9B5-AB1BDCCA6869}"/>
                </a:ext>
              </a:extLst>
            </p:cNvPr>
            <p:cNvSpPr/>
            <p:nvPr/>
          </p:nvSpPr>
          <p:spPr>
            <a:xfrm>
              <a:off x="4786630" y="3247389"/>
              <a:ext cx="2570480" cy="2219960"/>
            </a:xfrm>
            <a:custGeom>
              <a:avLst/>
              <a:gdLst/>
              <a:ahLst/>
              <a:cxnLst/>
              <a:rect l="l" t="t" r="r" b="b"/>
              <a:pathLst>
                <a:path w="2570479" h="2219960">
                  <a:moveTo>
                    <a:pt x="2570480" y="0"/>
                  </a:moveTo>
                  <a:lnTo>
                    <a:pt x="2459990" y="0"/>
                  </a:lnTo>
                  <a:lnTo>
                    <a:pt x="2459990" y="110490"/>
                  </a:lnTo>
                  <a:lnTo>
                    <a:pt x="2459990" y="2109470"/>
                  </a:lnTo>
                  <a:lnTo>
                    <a:pt x="111760" y="2109470"/>
                  </a:lnTo>
                  <a:lnTo>
                    <a:pt x="111760" y="110490"/>
                  </a:lnTo>
                  <a:lnTo>
                    <a:pt x="2459990" y="110490"/>
                  </a:lnTo>
                  <a:lnTo>
                    <a:pt x="245999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2109470"/>
                  </a:lnTo>
                  <a:lnTo>
                    <a:pt x="0" y="2219960"/>
                  </a:lnTo>
                  <a:lnTo>
                    <a:pt x="2570480" y="2219960"/>
                  </a:lnTo>
                  <a:lnTo>
                    <a:pt x="2570480" y="2109482"/>
                  </a:lnTo>
                  <a:lnTo>
                    <a:pt x="2570480" y="110490"/>
                  </a:lnTo>
                  <a:lnTo>
                    <a:pt x="2570480" y="0"/>
                  </a:lnTo>
                  <a:close/>
                </a:path>
              </a:pathLst>
            </a:custGeom>
            <a:solidFill>
              <a:srgbClr val="E2E2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4">
              <a:extLst>
                <a:ext uri="{FF2B5EF4-FFF2-40B4-BE49-F238E27FC236}">
                  <a16:creationId xmlns:a16="http://schemas.microsoft.com/office/drawing/2014/main" id="{78FF608F-EB83-CDA2-6D07-FB617E9229A0}"/>
                </a:ext>
              </a:extLst>
            </p:cNvPr>
            <p:cNvSpPr/>
            <p:nvPr/>
          </p:nvSpPr>
          <p:spPr>
            <a:xfrm>
              <a:off x="4898390" y="3357879"/>
              <a:ext cx="2348230" cy="1998980"/>
            </a:xfrm>
            <a:custGeom>
              <a:avLst/>
              <a:gdLst/>
              <a:ahLst/>
              <a:cxnLst/>
              <a:rect l="l" t="t" r="r" b="b"/>
              <a:pathLst>
                <a:path w="2348229" h="1998979">
                  <a:moveTo>
                    <a:pt x="2348230" y="0"/>
                  </a:moveTo>
                  <a:lnTo>
                    <a:pt x="2236470" y="0"/>
                  </a:lnTo>
                  <a:lnTo>
                    <a:pt x="2236470" y="110490"/>
                  </a:lnTo>
                  <a:lnTo>
                    <a:pt x="2236470" y="1887220"/>
                  </a:lnTo>
                  <a:lnTo>
                    <a:pt x="110490" y="1887220"/>
                  </a:lnTo>
                  <a:lnTo>
                    <a:pt x="110490" y="110490"/>
                  </a:lnTo>
                  <a:lnTo>
                    <a:pt x="2236470" y="110490"/>
                  </a:lnTo>
                  <a:lnTo>
                    <a:pt x="223647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1887220"/>
                  </a:lnTo>
                  <a:lnTo>
                    <a:pt x="0" y="1998980"/>
                  </a:lnTo>
                  <a:lnTo>
                    <a:pt x="2348230" y="1998980"/>
                  </a:lnTo>
                  <a:lnTo>
                    <a:pt x="2348230" y="1887232"/>
                  </a:lnTo>
                  <a:lnTo>
                    <a:pt x="2348230" y="110490"/>
                  </a:lnTo>
                  <a:lnTo>
                    <a:pt x="234823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5">
              <a:extLst>
                <a:ext uri="{FF2B5EF4-FFF2-40B4-BE49-F238E27FC236}">
                  <a16:creationId xmlns:a16="http://schemas.microsoft.com/office/drawing/2014/main" id="{4DD98116-0D87-CE06-FD04-A2106B916747}"/>
                </a:ext>
              </a:extLst>
            </p:cNvPr>
            <p:cNvSpPr/>
            <p:nvPr/>
          </p:nvSpPr>
          <p:spPr>
            <a:xfrm>
              <a:off x="5008880" y="3468369"/>
              <a:ext cx="2125980" cy="1776730"/>
            </a:xfrm>
            <a:custGeom>
              <a:avLst/>
              <a:gdLst/>
              <a:ahLst/>
              <a:cxnLst/>
              <a:rect l="l" t="t" r="r" b="b"/>
              <a:pathLst>
                <a:path w="2125979" h="1776729">
                  <a:moveTo>
                    <a:pt x="2125980" y="0"/>
                  </a:moveTo>
                  <a:lnTo>
                    <a:pt x="2015490" y="0"/>
                  </a:lnTo>
                  <a:lnTo>
                    <a:pt x="2015490" y="111760"/>
                  </a:lnTo>
                  <a:lnTo>
                    <a:pt x="2015490" y="1666240"/>
                  </a:lnTo>
                  <a:lnTo>
                    <a:pt x="110490" y="1666240"/>
                  </a:lnTo>
                  <a:lnTo>
                    <a:pt x="110490" y="111760"/>
                  </a:lnTo>
                  <a:lnTo>
                    <a:pt x="2015490" y="111760"/>
                  </a:lnTo>
                  <a:lnTo>
                    <a:pt x="2015490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0" y="1666240"/>
                  </a:lnTo>
                  <a:lnTo>
                    <a:pt x="0" y="1776730"/>
                  </a:lnTo>
                  <a:lnTo>
                    <a:pt x="2125980" y="1776730"/>
                  </a:lnTo>
                  <a:lnTo>
                    <a:pt x="2125980" y="1666240"/>
                  </a:lnTo>
                  <a:lnTo>
                    <a:pt x="2125980" y="111760"/>
                  </a:lnTo>
                  <a:lnTo>
                    <a:pt x="2125980" y="0"/>
                  </a:lnTo>
                  <a:close/>
                </a:path>
              </a:pathLst>
            </a:custGeom>
            <a:solidFill>
              <a:srgbClr val="E4E4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6">
              <a:extLst>
                <a:ext uri="{FF2B5EF4-FFF2-40B4-BE49-F238E27FC236}">
                  <a16:creationId xmlns:a16="http://schemas.microsoft.com/office/drawing/2014/main" id="{C4A3A0C1-3E52-80AB-A02B-54904F75BE0A}"/>
                </a:ext>
              </a:extLst>
            </p:cNvPr>
            <p:cNvSpPr/>
            <p:nvPr/>
          </p:nvSpPr>
          <p:spPr>
            <a:xfrm>
              <a:off x="5119370" y="3580129"/>
              <a:ext cx="1905000" cy="1554480"/>
            </a:xfrm>
            <a:custGeom>
              <a:avLst/>
              <a:gdLst/>
              <a:ahLst/>
              <a:cxnLst/>
              <a:rect l="l" t="t" r="r" b="b"/>
              <a:pathLst>
                <a:path w="1905000" h="1554479">
                  <a:moveTo>
                    <a:pt x="1905000" y="0"/>
                  </a:moveTo>
                  <a:lnTo>
                    <a:pt x="1793240" y="0"/>
                  </a:lnTo>
                  <a:lnTo>
                    <a:pt x="1793240" y="110490"/>
                  </a:lnTo>
                  <a:lnTo>
                    <a:pt x="1793240" y="1442720"/>
                  </a:lnTo>
                  <a:lnTo>
                    <a:pt x="111760" y="1442720"/>
                  </a:lnTo>
                  <a:lnTo>
                    <a:pt x="111760" y="110490"/>
                  </a:lnTo>
                  <a:lnTo>
                    <a:pt x="1793240" y="110490"/>
                  </a:lnTo>
                  <a:lnTo>
                    <a:pt x="179324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1442720"/>
                  </a:lnTo>
                  <a:lnTo>
                    <a:pt x="0" y="1554480"/>
                  </a:lnTo>
                  <a:lnTo>
                    <a:pt x="1905000" y="1554480"/>
                  </a:lnTo>
                  <a:lnTo>
                    <a:pt x="1905000" y="1442720"/>
                  </a:lnTo>
                  <a:lnTo>
                    <a:pt x="1905000" y="110490"/>
                  </a:lnTo>
                  <a:lnTo>
                    <a:pt x="1905000" y="0"/>
                  </a:lnTo>
                  <a:close/>
                </a:path>
              </a:pathLst>
            </a:custGeom>
            <a:solidFill>
              <a:srgbClr val="E5E5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">
              <a:extLst>
                <a:ext uri="{FF2B5EF4-FFF2-40B4-BE49-F238E27FC236}">
                  <a16:creationId xmlns:a16="http://schemas.microsoft.com/office/drawing/2014/main" id="{22151C8F-0F21-523E-24CB-6A7CF2C6812B}"/>
                </a:ext>
              </a:extLst>
            </p:cNvPr>
            <p:cNvSpPr/>
            <p:nvPr/>
          </p:nvSpPr>
          <p:spPr>
            <a:xfrm>
              <a:off x="5231130" y="3690619"/>
              <a:ext cx="1681480" cy="1332230"/>
            </a:xfrm>
            <a:custGeom>
              <a:avLst/>
              <a:gdLst/>
              <a:ahLst/>
              <a:cxnLst/>
              <a:rect l="l" t="t" r="r" b="b"/>
              <a:pathLst>
                <a:path w="1681479" h="1332229">
                  <a:moveTo>
                    <a:pt x="1681480" y="0"/>
                  </a:moveTo>
                  <a:lnTo>
                    <a:pt x="1570990" y="0"/>
                  </a:lnTo>
                  <a:lnTo>
                    <a:pt x="1570990" y="111760"/>
                  </a:lnTo>
                  <a:lnTo>
                    <a:pt x="1570990" y="1221740"/>
                  </a:lnTo>
                  <a:lnTo>
                    <a:pt x="110490" y="1221740"/>
                  </a:lnTo>
                  <a:lnTo>
                    <a:pt x="110490" y="111760"/>
                  </a:lnTo>
                  <a:lnTo>
                    <a:pt x="1570990" y="111760"/>
                  </a:lnTo>
                  <a:lnTo>
                    <a:pt x="1570990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0" y="1221740"/>
                  </a:lnTo>
                  <a:lnTo>
                    <a:pt x="0" y="1332230"/>
                  </a:lnTo>
                  <a:lnTo>
                    <a:pt x="1681480" y="1332230"/>
                  </a:lnTo>
                  <a:lnTo>
                    <a:pt x="1681480" y="1221740"/>
                  </a:lnTo>
                  <a:lnTo>
                    <a:pt x="1681480" y="111760"/>
                  </a:lnTo>
                  <a:lnTo>
                    <a:pt x="168148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8">
              <a:extLst>
                <a:ext uri="{FF2B5EF4-FFF2-40B4-BE49-F238E27FC236}">
                  <a16:creationId xmlns:a16="http://schemas.microsoft.com/office/drawing/2014/main" id="{F51284B8-5B53-DBC7-AC39-12DC585E08CE}"/>
                </a:ext>
              </a:extLst>
            </p:cNvPr>
            <p:cNvSpPr/>
            <p:nvPr/>
          </p:nvSpPr>
          <p:spPr>
            <a:xfrm>
              <a:off x="5341620" y="3802379"/>
              <a:ext cx="1460500" cy="1109980"/>
            </a:xfrm>
            <a:custGeom>
              <a:avLst/>
              <a:gdLst/>
              <a:ahLst/>
              <a:cxnLst/>
              <a:rect l="l" t="t" r="r" b="b"/>
              <a:pathLst>
                <a:path w="1460500" h="1109979">
                  <a:moveTo>
                    <a:pt x="1460500" y="0"/>
                  </a:moveTo>
                  <a:lnTo>
                    <a:pt x="1348740" y="0"/>
                  </a:lnTo>
                  <a:lnTo>
                    <a:pt x="1348740" y="110490"/>
                  </a:lnTo>
                  <a:lnTo>
                    <a:pt x="1348740" y="999490"/>
                  </a:lnTo>
                  <a:lnTo>
                    <a:pt x="111760" y="999490"/>
                  </a:lnTo>
                  <a:lnTo>
                    <a:pt x="111760" y="110490"/>
                  </a:lnTo>
                  <a:lnTo>
                    <a:pt x="1348740" y="110490"/>
                  </a:lnTo>
                  <a:lnTo>
                    <a:pt x="134874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999490"/>
                  </a:lnTo>
                  <a:lnTo>
                    <a:pt x="0" y="1109980"/>
                  </a:lnTo>
                  <a:lnTo>
                    <a:pt x="1460500" y="1109980"/>
                  </a:lnTo>
                  <a:lnTo>
                    <a:pt x="1460500" y="999502"/>
                  </a:lnTo>
                  <a:lnTo>
                    <a:pt x="1460500" y="110490"/>
                  </a:lnTo>
                  <a:lnTo>
                    <a:pt x="146050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9">
              <a:extLst>
                <a:ext uri="{FF2B5EF4-FFF2-40B4-BE49-F238E27FC236}">
                  <a16:creationId xmlns:a16="http://schemas.microsoft.com/office/drawing/2014/main" id="{3025AF15-232A-33A4-B500-2E5AFCE2D3F5}"/>
                </a:ext>
              </a:extLst>
            </p:cNvPr>
            <p:cNvSpPr/>
            <p:nvPr/>
          </p:nvSpPr>
          <p:spPr>
            <a:xfrm>
              <a:off x="5453380" y="3912869"/>
              <a:ext cx="1236980" cy="889000"/>
            </a:xfrm>
            <a:custGeom>
              <a:avLst/>
              <a:gdLst/>
              <a:ahLst/>
              <a:cxnLst/>
              <a:rect l="l" t="t" r="r" b="b"/>
              <a:pathLst>
                <a:path w="1236979" h="889000">
                  <a:moveTo>
                    <a:pt x="1236980" y="0"/>
                  </a:moveTo>
                  <a:lnTo>
                    <a:pt x="1126490" y="0"/>
                  </a:lnTo>
                  <a:lnTo>
                    <a:pt x="1126490" y="111760"/>
                  </a:lnTo>
                  <a:lnTo>
                    <a:pt x="1126490" y="777240"/>
                  </a:lnTo>
                  <a:lnTo>
                    <a:pt x="110490" y="777240"/>
                  </a:lnTo>
                  <a:lnTo>
                    <a:pt x="110490" y="111760"/>
                  </a:lnTo>
                  <a:lnTo>
                    <a:pt x="1126490" y="111760"/>
                  </a:lnTo>
                  <a:lnTo>
                    <a:pt x="1126490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0" y="777240"/>
                  </a:lnTo>
                  <a:lnTo>
                    <a:pt x="0" y="889000"/>
                  </a:lnTo>
                  <a:lnTo>
                    <a:pt x="1236980" y="889000"/>
                  </a:lnTo>
                  <a:lnTo>
                    <a:pt x="1236980" y="777240"/>
                  </a:lnTo>
                  <a:lnTo>
                    <a:pt x="1236980" y="111760"/>
                  </a:lnTo>
                  <a:lnTo>
                    <a:pt x="123698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20">
              <a:extLst>
                <a:ext uri="{FF2B5EF4-FFF2-40B4-BE49-F238E27FC236}">
                  <a16:creationId xmlns:a16="http://schemas.microsoft.com/office/drawing/2014/main" id="{C4CD7308-80D4-5B83-BE64-DB0447E4758E}"/>
                </a:ext>
              </a:extLst>
            </p:cNvPr>
            <p:cNvSpPr/>
            <p:nvPr/>
          </p:nvSpPr>
          <p:spPr>
            <a:xfrm>
              <a:off x="5563870" y="4024629"/>
              <a:ext cx="1016000" cy="665480"/>
            </a:xfrm>
            <a:custGeom>
              <a:avLst/>
              <a:gdLst/>
              <a:ahLst/>
              <a:cxnLst/>
              <a:rect l="l" t="t" r="r" b="b"/>
              <a:pathLst>
                <a:path w="1016000" h="665479">
                  <a:moveTo>
                    <a:pt x="1016000" y="0"/>
                  </a:moveTo>
                  <a:lnTo>
                    <a:pt x="904240" y="0"/>
                  </a:lnTo>
                  <a:lnTo>
                    <a:pt x="904240" y="110490"/>
                  </a:lnTo>
                  <a:lnTo>
                    <a:pt x="904240" y="554990"/>
                  </a:lnTo>
                  <a:lnTo>
                    <a:pt x="111760" y="554990"/>
                  </a:lnTo>
                  <a:lnTo>
                    <a:pt x="111760" y="110490"/>
                  </a:lnTo>
                  <a:lnTo>
                    <a:pt x="904240" y="110490"/>
                  </a:lnTo>
                  <a:lnTo>
                    <a:pt x="90424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554990"/>
                  </a:lnTo>
                  <a:lnTo>
                    <a:pt x="0" y="665480"/>
                  </a:lnTo>
                  <a:lnTo>
                    <a:pt x="1016000" y="665480"/>
                  </a:lnTo>
                  <a:lnTo>
                    <a:pt x="1016000" y="554990"/>
                  </a:lnTo>
                  <a:lnTo>
                    <a:pt x="1016000" y="110490"/>
                  </a:lnTo>
                  <a:lnTo>
                    <a:pt x="1016000" y="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21">
              <a:extLst>
                <a:ext uri="{FF2B5EF4-FFF2-40B4-BE49-F238E27FC236}">
                  <a16:creationId xmlns:a16="http://schemas.microsoft.com/office/drawing/2014/main" id="{42D7B7A8-CAEC-02A7-D17F-D10CE9410109}"/>
                </a:ext>
              </a:extLst>
            </p:cNvPr>
            <p:cNvSpPr/>
            <p:nvPr/>
          </p:nvSpPr>
          <p:spPr>
            <a:xfrm>
              <a:off x="5675630" y="4135119"/>
              <a:ext cx="792480" cy="444500"/>
            </a:xfrm>
            <a:custGeom>
              <a:avLst/>
              <a:gdLst/>
              <a:ahLst/>
              <a:cxnLst/>
              <a:rect l="l" t="t" r="r" b="b"/>
              <a:pathLst>
                <a:path w="792479" h="444500">
                  <a:moveTo>
                    <a:pt x="792480" y="0"/>
                  </a:moveTo>
                  <a:lnTo>
                    <a:pt x="681990" y="0"/>
                  </a:lnTo>
                  <a:lnTo>
                    <a:pt x="681990" y="110490"/>
                  </a:lnTo>
                  <a:lnTo>
                    <a:pt x="681990" y="332740"/>
                  </a:lnTo>
                  <a:lnTo>
                    <a:pt x="110490" y="332740"/>
                  </a:lnTo>
                  <a:lnTo>
                    <a:pt x="110490" y="110490"/>
                  </a:lnTo>
                  <a:lnTo>
                    <a:pt x="681990" y="110490"/>
                  </a:lnTo>
                  <a:lnTo>
                    <a:pt x="68199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0" y="332740"/>
                  </a:lnTo>
                  <a:lnTo>
                    <a:pt x="0" y="444500"/>
                  </a:lnTo>
                  <a:lnTo>
                    <a:pt x="792480" y="444500"/>
                  </a:lnTo>
                  <a:lnTo>
                    <a:pt x="792480" y="332740"/>
                  </a:lnTo>
                  <a:lnTo>
                    <a:pt x="792480" y="110490"/>
                  </a:lnTo>
                  <a:lnTo>
                    <a:pt x="792480" y="0"/>
                  </a:lnTo>
                  <a:close/>
                </a:path>
              </a:pathLst>
            </a:custGeom>
            <a:solidFill>
              <a:srgbClr val="EA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22">
              <a:extLst>
                <a:ext uri="{FF2B5EF4-FFF2-40B4-BE49-F238E27FC236}">
                  <a16:creationId xmlns:a16="http://schemas.microsoft.com/office/drawing/2014/main" id="{A00D7D6D-329E-03A0-64FD-413B14FC1701}"/>
                </a:ext>
              </a:extLst>
            </p:cNvPr>
            <p:cNvSpPr/>
            <p:nvPr/>
          </p:nvSpPr>
          <p:spPr>
            <a:xfrm>
              <a:off x="5786120" y="4245610"/>
              <a:ext cx="571500" cy="222250"/>
            </a:xfrm>
            <a:custGeom>
              <a:avLst/>
              <a:gdLst/>
              <a:ahLst/>
              <a:cxnLst/>
              <a:rect l="l" t="t" r="r" b="b"/>
              <a:pathLst>
                <a:path w="571500" h="222250">
                  <a:moveTo>
                    <a:pt x="571500" y="0"/>
                  </a:moveTo>
                  <a:lnTo>
                    <a:pt x="0" y="0"/>
                  </a:lnTo>
                  <a:lnTo>
                    <a:pt x="0" y="222250"/>
                  </a:lnTo>
                  <a:lnTo>
                    <a:pt x="571500" y="222250"/>
                  </a:lnTo>
                  <a:lnTo>
                    <a:pt x="571500" y="0"/>
                  </a:lnTo>
                  <a:close/>
                </a:path>
              </a:pathLst>
            </a:custGeom>
            <a:solidFill>
              <a:srgbClr val="EC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23">
              <a:extLst>
                <a:ext uri="{FF2B5EF4-FFF2-40B4-BE49-F238E27FC236}">
                  <a16:creationId xmlns:a16="http://schemas.microsoft.com/office/drawing/2014/main" id="{15247EB6-D4B7-3C62-1E95-74ABA9CFAC96}"/>
                </a:ext>
              </a:extLst>
            </p:cNvPr>
            <p:cNvSpPr/>
            <p:nvPr/>
          </p:nvSpPr>
          <p:spPr>
            <a:xfrm>
              <a:off x="4121150" y="2580639"/>
              <a:ext cx="3902710" cy="3553460"/>
            </a:xfrm>
            <a:custGeom>
              <a:avLst/>
              <a:gdLst/>
              <a:ahLst/>
              <a:cxnLst/>
              <a:rect l="l" t="t" r="r" b="b"/>
              <a:pathLst>
                <a:path w="3902709" h="3553460">
                  <a:moveTo>
                    <a:pt x="173989" y="0"/>
                  </a:moveTo>
                  <a:lnTo>
                    <a:pt x="130674" y="6896"/>
                  </a:lnTo>
                  <a:lnTo>
                    <a:pt x="89934" y="25964"/>
                  </a:lnTo>
                  <a:lnTo>
                    <a:pt x="54133" y="54768"/>
                  </a:lnTo>
                  <a:lnTo>
                    <a:pt x="25635" y="90875"/>
                  </a:lnTo>
                  <a:lnTo>
                    <a:pt x="6802" y="131850"/>
                  </a:lnTo>
                  <a:lnTo>
                    <a:pt x="0" y="175260"/>
                  </a:lnTo>
                  <a:lnTo>
                    <a:pt x="0" y="3378200"/>
                  </a:lnTo>
                  <a:lnTo>
                    <a:pt x="6802" y="3421609"/>
                  </a:lnTo>
                  <a:lnTo>
                    <a:pt x="25635" y="3462584"/>
                  </a:lnTo>
                  <a:lnTo>
                    <a:pt x="54133" y="3498691"/>
                  </a:lnTo>
                  <a:lnTo>
                    <a:pt x="89934" y="3527495"/>
                  </a:lnTo>
                  <a:lnTo>
                    <a:pt x="130674" y="3546563"/>
                  </a:lnTo>
                  <a:lnTo>
                    <a:pt x="173989" y="3553460"/>
                  </a:lnTo>
                  <a:lnTo>
                    <a:pt x="3727450" y="3553460"/>
                  </a:lnTo>
                  <a:lnTo>
                    <a:pt x="3770859" y="3546563"/>
                  </a:lnTo>
                  <a:lnTo>
                    <a:pt x="3811834" y="3527495"/>
                  </a:lnTo>
                  <a:lnTo>
                    <a:pt x="3847941" y="3498691"/>
                  </a:lnTo>
                  <a:lnTo>
                    <a:pt x="3876745" y="3462584"/>
                  </a:lnTo>
                  <a:lnTo>
                    <a:pt x="3895813" y="3421609"/>
                  </a:lnTo>
                  <a:lnTo>
                    <a:pt x="3902709" y="3378200"/>
                  </a:lnTo>
                  <a:lnTo>
                    <a:pt x="3902709" y="175260"/>
                  </a:lnTo>
                  <a:lnTo>
                    <a:pt x="3895813" y="131850"/>
                  </a:lnTo>
                  <a:lnTo>
                    <a:pt x="3876745" y="90875"/>
                  </a:lnTo>
                  <a:lnTo>
                    <a:pt x="3847941" y="54768"/>
                  </a:lnTo>
                  <a:lnTo>
                    <a:pt x="3811834" y="25964"/>
                  </a:lnTo>
                  <a:lnTo>
                    <a:pt x="3770859" y="6896"/>
                  </a:lnTo>
                  <a:lnTo>
                    <a:pt x="3727450" y="0"/>
                  </a:lnTo>
                  <a:lnTo>
                    <a:pt x="173989" y="0"/>
                  </a:lnTo>
                  <a:close/>
                </a:path>
              </a:pathLst>
            </a:custGeom>
            <a:ln w="19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0" name="object 24">
              <a:extLst>
                <a:ext uri="{FF2B5EF4-FFF2-40B4-BE49-F238E27FC236}">
                  <a16:creationId xmlns:a16="http://schemas.microsoft.com/office/drawing/2014/main" id="{DAD72777-D7F2-4973-18AD-172E0A4CF1C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67350" y="2727959"/>
              <a:ext cx="196580" cy="196768"/>
            </a:xfrm>
            <a:prstGeom prst="rect">
              <a:avLst/>
            </a:prstGeom>
          </p:spPr>
        </p:pic>
        <p:sp>
          <p:nvSpPr>
            <p:cNvPr id="1741" name="object 25">
              <a:extLst>
                <a:ext uri="{FF2B5EF4-FFF2-40B4-BE49-F238E27FC236}">
                  <a16:creationId xmlns:a16="http://schemas.microsoft.com/office/drawing/2014/main" id="{BBC60D05-5F5C-D803-BF85-9D3FD9DFF044}"/>
                </a:ext>
              </a:extLst>
            </p:cNvPr>
            <p:cNvSpPr/>
            <p:nvPr/>
          </p:nvSpPr>
          <p:spPr>
            <a:xfrm>
              <a:off x="5467350" y="2727959"/>
              <a:ext cx="262890" cy="262890"/>
            </a:xfrm>
            <a:custGeom>
              <a:avLst/>
              <a:gdLst/>
              <a:ahLst/>
              <a:cxnLst/>
              <a:rect l="l" t="t" r="r" b="b"/>
              <a:pathLst>
                <a:path w="262889" h="262889">
                  <a:moveTo>
                    <a:pt x="262889" y="0"/>
                  </a:moveTo>
                  <a:lnTo>
                    <a:pt x="196580" y="0"/>
                  </a:lnTo>
                  <a:lnTo>
                    <a:pt x="0" y="196768"/>
                  </a:lnTo>
                  <a:lnTo>
                    <a:pt x="0" y="262889"/>
                  </a:lnTo>
                  <a:lnTo>
                    <a:pt x="262889" y="0"/>
                  </a:lnTo>
                  <a:close/>
                </a:path>
              </a:pathLst>
            </a:custGeom>
            <a:solidFill>
              <a:srgbClr val="5372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26">
              <a:extLst>
                <a:ext uri="{FF2B5EF4-FFF2-40B4-BE49-F238E27FC236}">
                  <a16:creationId xmlns:a16="http://schemas.microsoft.com/office/drawing/2014/main" id="{99494E6A-8DFF-C5F8-9DB3-D76454027F24}"/>
                </a:ext>
              </a:extLst>
            </p:cNvPr>
            <p:cNvSpPr/>
            <p:nvPr/>
          </p:nvSpPr>
          <p:spPr>
            <a:xfrm>
              <a:off x="5467350" y="2727959"/>
              <a:ext cx="329565" cy="329565"/>
            </a:xfrm>
            <a:custGeom>
              <a:avLst/>
              <a:gdLst/>
              <a:ahLst/>
              <a:cxnLst/>
              <a:rect l="l" t="t" r="r" b="b"/>
              <a:pathLst>
                <a:path w="329564" h="329564">
                  <a:moveTo>
                    <a:pt x="329262" y="0"/>
                  </a:moveTo>
                  <a:lnTo>
                    <a:pt x="262889" y="0"/>
                  </a:lnTo>
                  <a:lnTo>
                    <a:pt x="0" y="262889"/>
                  </a:lnTo>
                  <a:lnTo>
                    <a:pt x="0" y="328948"/>
                  </a:lnTo>
                  <a:lnTo>
                    <a:pt x="329262" y="0"/>
                  </a:lnTo>
                  <a:close/>
                </a:path>
              </a:pathLst>
            </a:custGeom>
            <a:solidFill>
              <a:srgbClr val="5373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27">
              <a:extLst>
                <a:ext uri="{FF2B5EF4-FFF2-40B4-BE49-F238E27FC236}">
                  <a16:creationId xmlns:a16="http://schemas.microsoft.com/office/drawing/2014/main" id="{10BFCD6F-EDC5-671A-DD1B-A271F3C53ED3}"/>
                </a:ext>
              </a:extLst>
            </p:cNvPr>
            <p:cNvSpPr/>
            <p:nvPr/>
          </p:nvSpPr>
          <p:spPr>
            <a:xfrm>
              <a:off x="5467350" y="2727959"/>
              <a:ext cx="395605" cy="365760"/>
            </a:xfrm>
            <a:custGeom>
              <a:avLst/>
              <a:gdLst/>
              <a:ahLst/>
              <a:cxnLst/>
              <a:rect l="l" t="t" r="r" b="b"/>
              <a:pathLst>
                <a:path w="395604" h="365760">
                  <a:moveTo>
                    <a:pt x="395334" y="0"/>
                  </a:moveTo>
                  <a:lnTo>
                    <a:pt x="329262" y="0"/>
                  </a:lnTo>
                  <a:lnTo>
                    <a:pt x="0" y="328948"/>
                  </a:lnTo>
                  <a:lnTo>
                    <a:pt x="0" y="365760"/>
                  </a:lnTo>
                  <a:lnTo>
                    <a:pt x="29224" y="365760"/>
                  </a:lnTo>
                  <a:lnTo>
                    <a:pt x="395334" y="0"/>
                  </a:lnTo>
                  <a:close/>
                </a:path>
              </a:pathLst>
            </a:custGeom>
            <a:solidFill>
              <a:srgbClr val="5474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28">
              <a:extLst>
                <a:ext uri="{FF2B5EF4-FFF2-40B4-BE49-F238E27FC236}">
                  <a16:creationId xmlns:a16="http://schemas.microsoft.com/office/drawing/2014/main" id="{1B8D35BE-9A7F-6288-3100-9034058F54E6}"/>
                </a:ext>
              </a:extLst>
            </p:cNvPr>
            <p:cNvSpPr/>
            <p:nvPr/>
          </p:nvSpPr>
          <p:spPr>
            <a:xfrm>
              <a:off x="5496574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5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5575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29">
              <a:extLst>
                <a:ext uri="{FF2B5EF4-FFF2-40B4-BE49-F238E27FC236}">
                  <a16:creationId xmlns:a16="http://schemas.microsoft.com/office/drawing/2014/main" id="{41201C59-0495-900F-8B8C-2D5C08546167}"/>
                </a:ext>
              </a:extLst>
            </p:cNvPr>
            <p:cNvSpPr/>
            <p:nvPr/>
          </p:nvSpPr>
          <p:spPr>
            <a:xfrm>
              <a:off x="5562646" y="272795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3023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7263" y="365760"/>
                  </a:lnTo>
                  <a:lnTo>
                    <a:pt x="433023" y="0"/>
                  </a:lnTo>
                  <a:close/>
                </a:path>
              </a:pathLst>
            </a:custGeom>
            <a:solidFill>
              <a:srgbClr val="5576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30">
              <a:extLst>
                <a:ext uri="{FF2B5EF4-FFF2-40B4-BE49-F238E27FC236}">
                  <a16:creationId xmlns:a16="http://schemas.microsoft.com/office/drawing/2014/main" id="{DDD0D8B5-0DED-AA5E-66E6-A6D6972F062B}"/>
                </a:ext>
              </a:extLst>
            </p:cNvPr>
            <p:cNvSpPr/>
            <p:nvPr/>
          </p:nvSpPr>
          <p:spPr>
            <a:xfrm>
              <a:off x="5629910" y="272795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609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7199" y="365760"/>
                  </a:lnTo>
                  <a:lnTo>
                    <a:pt x="432609" y="0"/>
                  </a:lnTo>
                  <a:close/>
                </a:path>
              </a:pathLst>
            </a:custGeom>
            <a:solidFill>
              <a:srgbClr val="5677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31">
              <a:extLst>
                <a:ext uri="{FF2B5EF4-FFF2-40B4-BE49-F238E27FC236}">
                  <a16:creationId xmlns:a16="http://schemas.microsoft.com/office/drawing/2014/main" id="{6C43AAD0-8B3B-A4FF-BB38-7F404772A3FF}"/>
                </a:ext>
              </a:extLst>
            </p:cNvPr>
            <p:cNvSpPr/>
            <p:nvPr/>
          </p:nvSpPr>
          <p:spPr>
            <a:xfrm>
              <a:off x="5697109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57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32">
              <a:extLst>
                <a:ext uri="{FF2B5EF4-FFF2-40B4-BE49-F238E27FC236}">
                  <a16:creationId xmlns:a16="http://schemas.microsoft.com/office/drawing/2014/main" id="{8EAF0F07-6174-5DB8-F939-9D929F298921}"/>
                </a:ext>
              </a:extLst>
            </p:cNvPr>
            <p:cNvSpPr/>
            <p:nvPr/>
          </p:nvSpPr>
          <p:spPr>
            <a:xfrm>
              <a:off x="5763117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5" h="365760">
                  <a:moveTo>
                    <a:pt x="431942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182" y="365760"/>
                  </a:lnTo>
                  <a:lnTo>
                    <a:pt x="431942" y="0"/>
                  </a:lnTo>
                  <a:close/>
                </a:path>
              </a:pathLst>
            </a:custGeom>
            <a:solidFill>
              <a:srgbClr val="5879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33">
              <a:extLst>
                <a:ext uri="{FF2B5EF4-FFF2-40B4-BE49-F238E27FC236}">
                  <a16:creationId xmlns:a16="http://schemas.microsoft.com/office/drawing/2014/main" id="{A3202A6F-D524-D416-FAE1-3B6F34B85D29}"/>
                </a:ext>
              </a:extLst>
            </p:cNvPr>
            <p:cNvSpPr/>
            <p:nvPr/>
          </p:nvSpPr>
          <p:spPr>
            <a:xfrm>
              <a:off x="5829300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800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040" y="36576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587A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34">
              <a:extLst>
                <a:ext uri="{FF2B5EF4-FFF2-40B4-BE49-F238E27FC236}">
                  <a16:creationId xmlns:a16="http://schemas.microsoft.com/office/drawing/2014/main" id="{6AFF7403-7E79-811A-945C-E412F7EF63B5}"/>
                </a:ext>
              </a:extLst>
            </p:cNvPr>
            <p:cNvSpPr/>
            <p:nvPr/>
          </p:nvSpPr>
          <p:spPr>
            <a:xfrm>
              <a:off x="5895339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800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039" y="36576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597B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35">
              <a:extLst>
                <a:ext uri="{FF2B5EF4-FFF2-40B4-BE49-F238E27FC236}">
                  <a16:creationId xmlns:a16="http://schemas.microsoft.com/office/drawing/2014/main" id="{5F2ED42D-D712-32DE-D5F4-35EE7D17A268}"/>
                </a:ext>
              </a:extLst>
            </p:cNvPr>
            <p:cNvSpPr/>
            <p:nvPr/>
          </p:nvSpPr>
          <p:spPr>
            <a:xfrm>
              <a:off x="5961379" y="272795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3070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7310" y="365760"/>
                  </a:lnTo>
                  <a:lnTo>
                    <a:pt x="433070" y="0"/>
                  </a:lnTo>
                  <a:close/>
                </a:path>
              </a:pathLst>
            </a:custGeom>
            <a:solidFill>
              <a:srgbClr val="5A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36">
              <a:extLst>
                <a:ext uri="{FF2B5EF4-FFF2-40B4-BE49-F238E27FC236}">
                  <a16:creationId xmlns:a16="http://schemas.microsoft.com/office/drawing/2014/main" id="{3B4DDF22-D192-3B94-E06E-B647A152FB5D}"/>
                </a:ext>
              </a:extLst>
            </p:cNvPr>
            <p:cNvSpPr/>
            <p:nvPr/>
          </p:nvSpPr>
          <p:spPr>
            <a:xfrm>
              <a:off x="6028689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800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039" y="36576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5A7D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37">
              <a:extLst>
                <a:ext uri="{FF2B5EF4-FFF2-40B4-BE49-F238E27FC236}">
                  <a16:creationId xmlns:a16="http://schemas.microsoft.com/office/drawing/2014/main" id="{C2F5578B-88C0-F0B5-783F-B122E5D9062C}"/>
                </a:ext>
              </a:extLst>
            </p:cNvPr>
            <p:cNvSpPr/>
            <p:nvPr/>
          </p:nvSpPr>
          <p:spPr>
            <a:xfrm>
              <a:off x="6094729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387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977" y="365760"/>
                  </a:lnTo>
                  <a:lnTo>
                    <a:pt x="432387" y="0"/>
                  </a:lnTo>
                  <a:close/>
                </a:path>
              </a:pathLst>
            </a:custGeom>
            <a:solidFill>
              <a:srgbClr val="5B7E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38">
              <a:extLst>
                <a:ext uri="{FF2B5EF4-FFF2-40B4-BE49-F238E27FC236}">
                  <a16:creationId xmlns:a16="http://schemas.microsoft.com/office/drawing/2014/main" id="{664E2B06-0D9B-D565-EACC-B7464B23A052}"/>
                </a:ext>
              </a:extLst>
            </p:cNvPr>
            <p:cNvSpPr/>
            <p:nvPr/>
          </p:nvSpPr>
          <p:spPr>
            <a:xfrm>
              <a:off x="6161707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5C7F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39">
              <a:extLst>
                <a:ext uri="{FF2B5EF4-FFF2-40B4-BE49-F238E27FC236}">
                  <a16:creationId xmlns:a16="http://schemas.microsoft.com/office/drawing/2014/main" id="{32C3F445-709E-078A-4ED5-2599AE422EB4}"/>
                </a:ext>
              </a:extLst>
            </p:cNvPr>
            <p:cNvSpPr/>
            <p:nvPr/>
          </p:nvSpPr>
          <p:spPr>
            <a:xfrm>
              <a:off x="6227715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64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404" y="365760"/>
                  </a:lnTo>
                  <a:lnTo>
                    <a:pt x="432164" y="0"/>
                  </a:lnTo>
                  <a:close/>
                </a:path>
              </a:pathLst>
            </a:custGeom>
            <a:solidFill>
              <a:srgbClr val="5D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40">
              <a:extLst>
                <a:ext uri="{FF2B5EF4-FFF2-40B4-BE49-F238E27FC236}">
                  <a16:creationId xmlns:a16="http://schemas.microsoft.com/office/drawing/2014/main" id="{4C2A5656-81EB-6425-794B-9DC473A19F0E}"/>
                </a:ext>
              </a:extLst>
            </p:cNvPr>
            <p:cNvSpPr/>
            <p:nvPr/>
          </p:nvSpPr>
          <p:spPr>
            <a:xfrm>
              <a:off x="6294120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800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040" y="36576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5D81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41">
              <a:extLst>
                <a:ext uri="{FF2B5EF4-FFF2-40B4-BE49-F238E27FC236}">
                  <a16:creationId xmlns:a16="http://schemas.microsoft.com/office/drawing/2014/main" id="{0D9DFF5D-48B9-7573-1BC5-A8B58FD91AAA}"/>
                </a:ext>
              </a:extLst>
            </p:cNvPr>
            <p:cNvSpPr/>
            <p:nvPr/>
          </p:nvSpPr>
          <p:spPr>
            <a:xfrm>
              <a:off x="6360160" y="272795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609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499" y="365760"/>
                  </a:lnTo>
                  <a:lnTo>
                    <a:pt x="432609" y="0"/>
                  </a:lnTo>
                  <a:close/>
                </a:path>
              </a:pathLst>
            </a:custGeom>
            <a:solidFill>
              <a:srgbClr val="5E82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42">
              <a:extLst>
                <a:ext uri="{FF2B5EF4-FFF2-40B4-BE49-F238E27FC236}">
                  <a16:creationId xmlns:a16="http://schemas.microsoft.com/office/drawing/2014/main" id="{9F0F501E-1FAC-350D-AD9B-60FBD4CA96CD}"/>
                </a:ext>
              </a:extLst>
            </p:cNvPr>
            <p:cNvSpPr/>
            <p:nvPr/>
          </p:nvSpPr>
          <p:spPr>
            <a:xfrm>
              <a:off x="6426659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5F83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43">
              <a:extLst>
                <a:ext uri="{FF2B5EF4-FFF2-40B4-BE49-F238E27FC236}">
                  <a16:creationId xmlns:a16="http://schemas.microsoft.com/office/drawing/2014/main" id="{B527718D-91C9-F688-F887-19BC303327BC}"/>
                </a:ext>
              </a:extLst>
            </p:cNvPr>
            <p:cNvSpPr/>
            <p:nvPr/>
          </p:nvSpPr>
          <p:spPr>
            <a:xfrm>
              <a:off x="6492731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5F84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44">
              <a:extLst>
                <a:ext uri="{FF2B5EF4-FFF2-40B4-BE49-F238E27FC236}">
                  <a16:creationId xmlns:a16="http://schemas.microsoft.com/office/drawing/2014/main" id="{E8FF4106-F0B5-F5B7-75B7-66827ACAA7B0}"/>
                </a:ext>
              </a:extLst>
            </p:cNvPr>
            <p:cNvSpPr/>
            <p:nvPr/>
          </p:nvSpPr>
          <p:spPr>
            <a:xfrm>
              <a:off x="6558802" y="272795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547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787" y="365760"/>
                  </a:lnTo>
                  <a:lnTo>
                    <a:pt x="432547" y="0"/>
                  </a:lnTo>
                  <a:close/>
                </a:path>
              </a:pathLst>
            </a:custGeom>
            <a:solidFill>
              <a:srgbClr val="6085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45">
              <a:extLst>
                <a:ext uri="{FF2B5EF4-FFF2-40B4-BE49-F238E27FC236}">
                  <a16:creationId xmlns:a16="http://schemas.microsoft.com/office/drawing/2014/main" id="{0285EA58-8804-863B-4507-B87229032DFB}"/>
                </a:ext>
              </a:extLst>
            </p:cNvPr>
            <p:cNvSpPr/>
            <p:nvPr/>
          </p:nvSpPr>
          <p:spPr>
            <a:xfrm>
              <a:off x="6625589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33" y="0"/>
                  </a:moveTo>
                  <a:lnTo>
                    <a:pt x="365759" y="0"/>
                  </a:lnTo>
                  <a:lnTo>
                    <a:pt x="0" y="365760"/>
                  </a:lnTo>
                  <a:lnTo>
                    <a:pt x="66723" y="365760"/>
                  </a:lnTo>
                  <a:lnTo>
                    <a:pt x="432133" y="0"/>
                  </a:lnTo>
                  <a:close/>
                </a:path>
              </a:pathLst>
            </a:custGeom>
            <a:solidFill>
              <a:srgbClr val="6186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46">
              <a:extLst>
                <a:ext uri="{FF2B5EF4-FFF2-40B4-BE49-F238E27FC236}">
                  <a16:creationId xmlns:a16="http://schemas.microsoft.com/office/drawing/2014/main" id="{E64E53F0-4B85-6FEF-E306-17B4E088F132}"/>
                </a:ext>
              </a:extLst>
            </p:cNvPr>
            <p:cNvSpPr/>
            <p:nvPr/>
          </p:nvSpPr>
          <p:spPr>
            <a:xfrm>
              <a:off x="6692313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618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47">
              <a:extLst>
                <a:ext uri="{FF2B5EF4-FFF2-40B4-BE49-F238E27FC236}">
                  <a16:creationId xmlns:a16="http://schemas.microsoft.com/office/drawing/2014/main" id="{CD2CD36D-CE6A-BD50-C93F-2E9A34FF5E85}"/>
                </a:ext>
              </a:extLst>
            </p:cNvPr>
            <p:cNvSpPr/>
            <p:nvPr/>
          </p:nvSpPr>
          <p:spPr>
            <a:xfrm>
              <a:off x="6758321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6288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48">
              <a:extLst>
                <a:ext uri="{FF2B5EF4-FFF2-40B4-BE49-F238E27FC236}">
                  <a16:creationId xmlns:a16="http://schemas.microsoft.com/office/drawing/2014/main" id="{C4B7A5EC-43E4-AB9C-B506-D5C081D3CB1B}"/>
                </a:ext>
              </a:extLst>
            </p:cNvPr>
            <p:cNvSpPr/>
            <p:nvPr/>
          </p:nvSpPr>
          <p:spPr>
            <a:xfrm>
              <a:off x="6824330" y="272795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449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689" y="365760"/>
                  </a:lnTo>
                  <a:lnTo>
                    <a:pt x="432449" y="0"/>
                  </a:lnTo>
                  <a:close/>
                </a:path>
              </a:pathLst>
            </a:custGeom>
            <a:solidFill>
              <a:srgbClr val="638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49">
              <a:extLst>
                <a:ext uri="{FF2B5EF4-FFF2-40B4-BE49-F238E27FC236}">
                  <a16:creationId xmlns:a16="http://schemas.microsoft.com/office/drawing/2014/main" id="{AFC0A56B-2BCE-AA48-4673-A2C269064E23}"/>
                </a:ext>
              </a:extLst>
            </p:cNvPr>
            <p:cNvSpPr/>
            <p:nvPr/>
          </p:nvSpPr>
          <p:spPr>
            <a:xfrm>
              <a:off x="6891020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800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039" y="36576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648A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50">
              <a:extLst>
                <a:ext uri="{FF2B5EF4-FFF2-40B4-BE49-F238E27FC236}">
                  <a16:creationId xmlns:a16="http://schemas.microsoft.com/office/drawing/2014/main" id="{06859D03-444A-3489-CBCB-CAD9F812925B}"/>
                </a:ext>
              </a:extLst>
            </p:cNvPr>
            <p:cNvSpPr/>
            <p:nvPr/>
          </p:nvSpPr>
          <p:spPr>
            <a:xfrm>
              <a:off x="6957060" y="272795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894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784" y="365760"/>
                  </a:lnTo>
                  <a:lnTo>
                    <a:pt x="432894" y="0"/>
                  </a:lnTo>
                  <a:close/>
                </a:path>
              </a:pathLst>
            </a:custGeom>
            <a:solidFill>
              <a:srgbClr val="648B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51">
              <a:extLst>
                <a:ext uri="{FF2B5EF4-FFF2-40B4-BE49-F238E27FC236}">
                  <a16:creationId xmlns:a16="http://schemas.microsoft.com/office/drawing/2014/main" id="{E1FFC69E-9E91-0948-4999-805863BFCB18}"/>
                </a:ext>
              </a:extLst>
            </p:cNvPr>
            <p:cNvSpPr/>
            <p:nvPr/>
          </p:nvSpPr>
          <p:spPr>
            <a:xfrm>
              <a:off x="7023844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325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565" y="365760"/>
                  </a:lnTo>
                  <a:lnTo>
                    <a:pt x="432325" y="0"/>
                  </a:lnTo>
                  <a:close/>
                </a:path>
              </a:pathLst>
            </a:custGeom>
            <a:solidFill>
              <a:srgbClr val="668C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52">
              <a:extLst>
                <a:ext uri="{FF2B5EF4-FFF2-40B4-BE49-F238E27FC236}">
                  <a16:creationId xmlns:a16="http://schemas.microsoft.com/office/drawing/2014/main" id="{F34F81E9-7751-E6BF-C802-9B5AB31A5BD5}"/>
                </a:ext>
              </a:extLst>
            </p:cNvPr>
            <p:cNvSpPr/>
            <p:nvPr/>
          </p:nvSpPr>
          <p:spPr>
            <a:xfrm>
              <a:off x="7090410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800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040" y="36576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668D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53">
              <a:extLst>
                <a:ext uri="{FF2B5EF4-FFF2-40B4-BE49-F238E27FC236}">
                  <a16:creationId xmlns:a16="http://schemas.microsoft.com/office/drawing/2014/main" id="{13D86114-3C2F-0B74-66D1-5840F8C4E89E}"/>
                </a:ext>
              </a:extLst>
            </p:cNvPr>
            <p:cNvSpPr/>
            <p:nvPr/>
          </p:nvSpPr>
          <p:spPr>
            <a:xfrm>
              <a:off x="7156450" y="272795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1880" y="0"/>
                  </a:moveTo>
                  <a:lnTo>
                    <a:pt x="365759" y="0"/>
                  </a:lnTo>
                  <a:lnTo>
                    <a:pt x="0" y="365760"/>
                  </a:lnTo>
                  <a:lnTo>
                    <a:pt x="66469" y="365760"/>
                  </a:lnTo>
                  <a:lnTo>
                    <a:pt x="431880" y="0"/>
                  </a:lnTo>
                  <a:close/>
                </a:path>
              </a:pathLst>
            </a:custGeom>
            <a:solidFill>
              <a:srgbClr val="668E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54">
              <a:extLst>
                <a:ext uri="{FF2B5EF4-FFF2-40B4-BE49-F238E27FC236}">
                  <a16:creationId xmlns:a16="http://schemas.microsoft.com/office/drawing/2014/main" id="{5F31A0E2-F68A-32DF-FFF8-DA1F5EF3D418}"/>
                </a:ext>
              </a:extLst>
            </p:cNvPr>
            <p:cNvSpPr/>
            <p:nvPr/>
          </p:nvSpPr>
          <p:spPr>
            <a:xfrm>
              <a:off x="7222919" y="272795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640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880" y="365760"/>
                  </a:lnTo>
                  <a:lnTo>
                    <a:pt x="432640" y="0"/>
                  </a:lnTo>
                  <a:close/>
                </a:path>
              </a:pathLst>
            </a:custGeom>
            <a:solidFill>
              <a:srgbClr val="678F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55">
              <a:extLst>
                <a:ext uri="{FF2B5EF4-FFF2-40B4-BE49-F238E27FC236}">
                  <a16:creationId xmlns:a16="http://schemas.microsoft.com/office/drawing/2014/main" id="{5E795D07-600D-299D-71EC-3285984167AD}"/>
                </a:ext>
              </a:extLst>
            </p:cNvPr>
            <p:cNvSpPr/>
            <p:nvPr/>
          </p:nvSpPr>
          <p:spPr>
            <a:xfrm>
              <a:off x="7289800" y="272795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800" y="0"/>
                  </a:moveTo>
                  <a:lnTo>
                    <a:pt x="365759" y="0"/>
                  </a:lnTo>
                  <a:lnTo>
                    <a:pt x="0" y="365760"/>
                  </a:lnTo>
                  <a:lnTo>
                    <a:pt x="66039" y="36576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6890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56">
              <a:extLst>
                <a:ext uri="{FF2B5EF4-FFF2-40B4-BE49-F238E27FC236}">
                  <a16:creationId xmlns:a16="http://schemas.microsoft.com/office/drawing/2014/main" id="{658C4BD2-9FC7-64F8-02FE-6E6ADE15A9A8}"/>
                </a:ext>
              </a:extLst>
            </p:cNvPr>
            <p:cNvSpPr/>
            <p:nvPr/>
          </p:nvSpPr>
          <p:spPr>
            <a:xfrm>
              <a:off x="7355839" y="2727959"/>
              <a:ext cx="398780" cy="365760"/>
            </a:xfrm>
            <a:custGeom>
              <a:avLst/>
              <a:gdLst/>
              <a:ahLst/>
              <a:cxnLst/>
              <a:rect l="l" t="t" r="r" b="b"/>
              <a:pathLst>
                <a:path w="398779" h="365760">
                  <a:moveTo>
                    <a:pt x="398780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975" y="365760"/>
                  </a:lnTo>
                  <a:lnTo>
                    <a:pt x="398780" y="34273"/>
                  </a:lnTo>
                  <a:lnTo>
                    <a:pt x="398780" y="0"/>
                  </a:lnTo>
                  <a:close/>
                </a:path>
              </a:pathLst>
            </a:custGeom>
            <a:solidFill>
              <a:srgbClr val="6991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57">
              <a:extLst>
                <a:ext uri="{FF2B5EF4-FFF2-40B4-BE49-F238E27FC236}">
                  <a16:creationId xmlns:a16="http://schemas.microsoft.com/office/drawing/2014/main" id="{DF8A0033-45CD-B90D-6B62-66035C3408F8}"/>
                </a:ext>
              </a:extLst>
            </p:cNvPr>
            <p:cNvSpPr/>
            <p:nvPr/>
          </p:nvSpPr>
          <p:spPr>
            <a:xfrm>
              <a:off x="7422815" y="2762232"/>
              <a:ext cx="332105" cy="332105"/>
            </a:xfrm>
            <a:custGeom>
              <a:avLst/>
              <a:gdLst/>
              <a:ahLst/>
              <a:cxnLst/>
              <a:rect l="l" t="t" r="r" b="b"/>
              <a:pathLst>
                <a:path w="332104" h="332105">
                  <a:moveTo>
                    <a:pt x="331804" y="0"/>
                  </a:moveTo>
                  <a:lnTo>
                    <a:pt x="0" y="331486"/>
                  </a:lnTo>
                  <a:lnTo>
                    <a:pt x="66071" y="331486"/>
                  </a:lnTo>
                  <a:lnTo>
                    <a:pt x="331804" y="66008"/>
                  </a:lnTo>
                  <a:lnTo>
                    <a:pt x="331804" y="0"/>
                  </a:lnTo>
                  <a:close/>
                </a:path>
              </a:pathLst>
            </a:custGeom>
            <a:solidFill>
              <a:srgbClr val="6992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58">
              <a:extLst>
                <a:ext uri="{FF2B5EF4-FFF2-40B4-BE49-F238E27FC236}">
                  <a16:creationId xmlns:a16="http://schemas.microsoft.com/office/drawing/2014/main" id="{E10DB70D-6BA9-C3F2-8D6A-9C1288DB2EC7}"/>
                </a:ext>
              </a:extLst>
            </p:cNvPr>
            <p:cNvSpPr/>
            <p:nvPr/>
          </p:nvSpPr>
          <p:spPr>
            <a:xfrm>
              <a:off x="7488887" y="2828241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5" h="266064">
                  <a:moveTo>
                    <a:pt x="265732" y="0"/>
                  </a:moveTo>
                  <a:lnTo>
                    <a:pt x="0" y="265478"/>
                  </a:lnTo>
                  <a:lnTo>
                    <a:pt x="66071" y="265478"/>
                  </a:lnTo>
                  <a:lnTo>
                    <a:pt x="265732" y="66008"/>
                  </a:lnTo>
                  <a:lnTo>
                    <a:pt x="265732" y="0"/>
                  </a:lnTo>
                  <a:close/>
                </a:path>
              </a:pathLst>
            </a:custGeom>
            <a:solidFill>
              <a:srgbClr val="6A93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5" name="object 59">
              <a:extLst>
                <a:ext uri="{FF2B5EF4-FFF2-40B4-BE49-F238E27FC236}">
                  <a16:creationId xmlns:a16="http://schemas.microsoft.com/office/drawing/2014/main" id="{258ABA77-8299-DB1C-9F96-E640D9DCCAB2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554959" y="2894249"/>
              <a:ext cx="199661" cy="199470"/>
            </a:xfrm>
            <a:prstGeom prst="rect">
              <a:avLst/>
            </a:prstGeom>
          </p:spPr>
        </p:pic>
        <p:sp>
          <p:nvSpPr>
            <p:cNvPr id="1776" name="object 60">
              <a:extLst>
                <a:ext uri="{FF2B5EF4-FFF2-40B4-BE49-F238E27FC236}">
                  <a16:creationId xmlns:a16="http://schemas.microsoft.com/office/drawing/2014/main" id="{7D7E0FA4-47BA-32AC-09C1-9251CEF9870B}"/>
                </a:ext>
              </a:extLst>
            </p:cNvPr>
            <p:cNvSpPr/>
            <p:nvPr/>
          </p:nvSpPr>
          <p:spPr>
            <a:xfrm>
              <a:off x="5467350" y="2727959"/>
              <a:ext cx="2286000" cy="364490"/>
            </a:xfrm>
            <a:custGeom>
              <a:avLst/>
              <a:gdLst/>
              <a:ahLst/>
              <a:cxnLst/>
              <a:rect l="l" t="t" r="r" b="b"/>
              <a:pathLst>
                <a:path w="2286000" h="364489">
                  <a:moveTo>
                    <a:pt x="1143000" y="364489"/>
                  </a:moveTo>
                  <a:lnTo>
                    <a:pt x="0" y="364489"/>
                  </a:lnTo>
                  <a:lnTo>
                    <a:pt x="0" y="0"/>
                  </a:lnTo>
                  <a:lnTo>
                    <a:pt x="2286000" y="0"/>
                  </a:lnTo>
                  <a:lnTo>
                    <a:pt x="2286000" y="364489"/>
                  </a:lnTo>
                  <a:lnTo>
                    <a:pt x="1143000" y="364489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7" name="object 61">
              <a:extLst>
                <a:ext uri="{FF2B5EF4-FFF2-40B4-BE49-F238E27FC236}">
                  <a16:creationId xmlns:a16="http://schemas.microsoft.com/office/drawing/2014/main" id="{674D9545-A14A-FEED-F29B-E84394AB8F12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67350" y="3798569"/>
              <a:ext cx="197119" cy="196931"/>
            </a:xfrm>
            <a:prstGeom prst="rect">
              <a:avLst/>
            </a:prstGeom>
          </p:spPr>
        </p:pic>
        <p:sp>
          <p:nvSpPr>
            <p:cNvPr id="1778" name="object 62">
              <a:extLst>
                <a:ext uri="{FF2B5EF4-FFF2-40B4-BE49-F238E27FC236}">
                  <a16:creationId xmlns:a16="http://schemas.microsoft.com/office/drawing/2014/main" id="{029D2457-AFB0-BCE5-F8FB-9A04D1F40194}"/>
                </a:ext>
              </a:extLst>
            </p:cNvPr>
            <p:cNvSpPr/>
            <p:nvPr/>
          </p:nvSpPr>
          <p:spPr>
            <a:xfrm>
              <a:off x="5467350" y="3798569"/>
              <a:ext cx="263525" cy="263525"/>
            </a:xfrm>
            <a:custGeom>
              <a:avLst/>
              <a:gdLst/>
              <a:ahLst/>
              <a:cxnLst/>
              <a:rect l="l" t="t" r="r" b="b"/>
              <a:pathLst>
                <a:path w="263525" h="263525">
                  <a:moveTo>
                    <a:pt x="263191" y="0"/>
                  </a:moveTo>
                  <a:lnTo>
                    <a:pt x="197119" y="0"/>
                  </a:lnTo>
                  <a:lnTo>
                    <a:pt x="0" y="196931"/>
                  </a:lnTo>
                  <a:lnTo>
                    <a:pt x="0" y="262939"/>
                  </a:lnTo>
                  <a:lnTo>
                    <a:pt x="263191" y="0"/>
                  </a:lnTo>
                  <a:close/>
                </a:path>
              </a:pathLst>
            </a:custGeom>
            <a:solidFill>
              <a:srgbClr val="5372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63">
              <a:extLst>
                <a:ext uri="{FF2B5EF4-FFF2-40B4-BE49-F238E27FC236}">
                  <a16:creationId xmlns:a16="http://schemas.microsoft.com/office/drawing/2014/main" id="{13B68E20-762F-876C-48DB-8B64DB508483}"/>
                </a:ext>
              </a:extLst>
            </p:cNvPr>
            <p:cNvSpPr/>
            <p:nvPr/>
          </p:nvSpPr>
          <p:spPr>
            <a:xfrm>
              <a:off x="5467350" y="3798569"/>
              <a:ext cx="330200" cy="330200"/>
            </a:xfrm>
            <a:custGeom>
              <a:avLst/>
              <a:gdLst/>
              <a:ahLst/>
              <a:cxnLst/>
              <a:rect l="l" t="t" r="r" b="b"/>
              <a:pathLst>
                <a:path w="330200" h="330200">
                  <a:moveTo>
                    <a:pt x="330200" y="0"/>
                  </a:moveTo>
                  <a:lnTo>
                    <a:pt x="263191" y="0"/>
                  </a:lnTo>
                  <a:lnTo>
                    <a:pt x="0" y="262939"/>
                  </a:lnTo>
                  <a:lnTo>
                    <a:pt x="0" y="330199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5373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64">
              <a:extLst>
                <a:ext uri="{FF2B5EF4-FFF2-40B4-BE49-F238E27FC236}">
                  <a16:creationId xmlns:a16="http://schemas.microsoft.com/office/drawing/2014/main" id="{E644C6E6-05F6-9626-35F5-039760D375B4}"/>
                </a:ext>
              </a:extLst>
            </p:cNvPr>
            <p:cNvSpPr/>
            <p:nvPr/>
          </p:nvSpPr>
          <p:spPr>
            <a:xfrm>
              <a:off x="5467350" y="3798569"/>
              <a:ext cx="397510" cy="367030"/>
            </a:xfrm>
            <a:custGeom>
              <a:avLst/>
              <a:gdLst/>
              <a:ahLst/>
              <a:cxnLst/>
              <a:rect l="l" t="t" r="r" b="b"/>
              <a:pathLst>
                <a:path w="397510" h="367029">
                  <a:moveTo>
                    <a:pt x="397144" y="0"/>
                  </a:moveTo>
                  <a:lnTo>
                    <a:pt x="330200" y="0"/>
                  </a:lnTo>
                  <a:lnTo>
                    <a:pt x="0" y="330199"/>
                  </a:lnTo>
                  <a:lnTo>
                    <a:pt x="0" y="367029"/>
                  </a:lnTo>
                  <a:lnTo>
                    <a:pt x="30465" y="367029"/>
                  </a:lnTo>
                  <a:lnTo>
                    <a:pt x="397144" y="0"/>
                  </a:lnTo>
                  <a:close/>
                </a:path>
              </a:pathLst>
            </a:custGeom>
            <a:solidFill>
              <a:srgbClr val="5474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65">
              <a:extLst>
                <a:ext uri="{FF2B5EF4-FFF2-40B4-BE49-F238E27FC236}">
                  <a16:creationId xmlns:a16="http://schemas.microsoft.com/office/drawing/2014/main" id="{370E02F6-409B-2977-5B46-DB08CCB3F9C9}"/>
                </a:ext>
              </a:extLst>
            </p:cNvPr>
            <p:cNvSpPr/>
            <p:nvPr/>
          </p:nvSpPr>
          <p:spPr>
            <a:xfrm>
              <a:off x="5497815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5575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66">
              <a:extLst>
                <a:ext uri="{FF2B5EF4-FFF2-40B4-BE49-F238E27FC236}">
                  <a16:creationId xmlns:a16="http://schemas.microsoft.com/office/drawing/2014/main" id="{B80F988A-5DD7-4817-8351-6D85B61C63A8}"/>
                </a:ext>
              </a:extLst>
            </p:cNvPr>
            <p:cNvSpPr/>
            <p:nvPr/>
          </p:nvSpPr>
          <p:spPr>
            <a:xfrm>
              <a:off x="5563823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5576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67">
              <a:extLst>
                <a:ext uri="{FF2B5EF4-FFF2-40B4-BE49-F238E27FC236}">
                  <a16:creationId xmlns:a16="http://schemas.microsoft.com/office/drawing/2014/main" id="{80357958-F70C-D5B2-9405-231237003650}"/>
                </a:ext>
              </a:extLst>
            </p:cNvPr>
            <p:cNvSpPr/>
            <p:nvPr/>
          </p:nvSpPr>
          <p:spPr>
            <a:xfrm>
              <a:off x="5629832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608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227" y="367029"/>
                  </a:lnTo>
                  <a:lnTo>
                    <a:pt x="433608" y="0"/>
                  </a:lnTo>
                  <a:close/>
                </a:path>
              </a:pathLst>
            </a:custGeom>
            <a:solidFill>
              <a:srgbClr val="5677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68">
              <a:extLst>
                <a:ext uri="{FF2B5EF4-FFF2-40B4-BE49-F238E27FC236}">
                  <a16:creationId xmlns:a16="http://schemas.microsoft.com/office/drawing/2014/main" id="{41B046AB-9A29-2B6B-55A0-095C1CCEF4D5}"/>
                </a:ext>
              </a:extLst>
            </p:cNvPr>
            <p:cNvSpPr/>
            <p:nvPr/>
          </p:nvSpPr>
          <p:spPr>
            <a:xfrm>
              <a:off x="5696059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452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6071" y="367029"/>
                  </a:lnTo>
                  <a:lnTo>
                    <a:pt x="433452" y="0"/>
                  </a:lnTo>
                  <a:close/>
                </a:path>
              </a:pathLst>
            </a:custGeom>
            <a:solidFill>
              <a:srgbClr val="57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69">
              <a:extLst>
                <a:ext uri="{FF2B5EF4-FFF2-40B4-BE49-F238E27FC236}">
                  <a16:creationId xmlns:a16="http://schemas.microsoft.com/office/drawing/2014/main" id="{2D6E8081-613E-55A6-8A4C-F9CE0122E19A}"/>
                </a:ext>
              </a:extLst>
            </p:cNvPr>
            <p:cNvSpPr/>
            <p:nvPr/>
          </p:nvSpPr>
          <p:spPr>
            <a:xfrm>
              <a:off x="5762131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452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6071" y="367029"/>
                  </a:lnTo>
                  <a:lnTo>
                    <a:pt x="433452" y="0"/>
                  </a:lnTo>
                  <a:close/>
                </a:path>
              </a:pathLst>
            </a:custGeom>
            <a:solidFill>
              <a:srgbClr val="5879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70">
              <a:extLst>
                <a:ext uri="{FF2B5EF4-FFF2-40B4-BE49-F238E27FC236}">
                  <a16:creationId xmlns:a16="http://schemas.microsoft.com/office/drawing/2014/main" id="{F146AA80-C2FE-81F8-3500-5CD8437CECFA}"/>
                </a:ext>
              </a:extLst>
            </p:cNvPr>
            <p:cNvSpPr/>
            <p:nvPr/>
          </p:nvSpPr>
          <p:spPr>
            <a:xfrm>
              <a:off x="5828202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452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6071" y="367029"/>
                  </a:lnTo>
                  <a:lnTo>
                    <a:pt x="433452" y="0"/>
                  </a:lnTo>
                  <a:close/>
                </a:path>
              </a:pathLst>
            </a:custGeom>
            <a:solidFill>
              <a:srgbClr val="587A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71">
              <a:extLst>
                <a:ext uri="{FF2B5EF4-FFF2-40B4-BE49-F238E27FC236}">
                  <a16:creationId xmlns:a16="http://schemas.microsoft.com/office/drawing/2014/main" id="{3818524C-94F6-02CA-4621-253F7C51CD29}"/>
                </a:ext>
              </a:extLst>
            </p:cNvPr>
            <p:cNvSpPr/>
            <p:nvPr/>
          </p:nvSpPr>
          <p:spPr>
            <a:xfrm>
              <a:off x="5894274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452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6071" y="367029"/>
                  </a:lnTo>
                  <a:lnTo>
                    <a:pt x="433452" y="0"/>
                  </a:lnTo>
                  <a:close/>
                </a:path>
              </a:pathLst>
            </a:custGeom>
            <a:solidFill>
              <a:srgbClr val="597B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72">
              <a:extLst>
                <a:ext uri="{FF2B5EF4-FFF2-40B4-BE49-F238E27FC236}">
                  <a16:creationId xmlns:a16="http://schemas.microsoft.com/office/drawing/2014/main" id="{F2733E6E-1F38-8C90-BB8E-4385A990028C}"/>
                </a:ext>
              </a:extLst>
            </p:cNvPr>
            <p:cNvSpPr/>
            <p:nvPr/>
          </p:nvSpPr>
          <p:spPr>
            <a:xfrm>
              <a:off x="5960345" y="3798569"/>
              <a:ext cx="434975" cy="367030"/>
            </a:xfrm>
            <a:custGeom>
              <a:avLst/>
              <a:gdLst/>
              <a:ahLst/>
              <a:cxnLst/>
              <a:rect l="l" t="t" r="r" b="b"/>
              <a:pathLst>
                <a:path w="434975" h="367029">
                  <a:moveTo>
                    <a:pt x="434755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8075" y="367029"/>
                  </a:lnTo>
                  <a:lnTo>
                    <a:pt x="434755" y="0"/>
                  </a:lnTo>
                  <a:close/>
                </a:path>
              </a:pathLst>
            </a:custGeom>
            <a:solidFill>
              <a:srgbClr val="5A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73">
              <a:extLst>
                <a:ext uri="{FF2B5EF4-FFF2-40B4-BE49-F238E27FC236}">
                  <a16:creationId xmlns:a16="http://schemas.microsoft.com/office/drawing/2014/main" id="{C0E77999-314E-2313-FBC5-D2013671BFDB}"/>
                </a:ext>
              </a:extLst>
            </p:cNvPr>
            <p:cNvSpPr/>
            <p:nvPr/>
          </p:nvSpPr>
          <p:spPr>
            <a:xfrm>
              <a:off x="6028421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5A7D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74">
              <a:extLst>
                <a:ext uri="{FF2B5EF4-FFF2-40B4-BE49-F238E27FC236}">
                  <a16:creationId xmlns:a16="http://schemas.microsoft.com/office/drawing/2014/main" id="{73B05786-3250-7EFD-0B9D-0B21E025C13C}"/>
                </a:ext>
              </a:extLst>
            </p:cNvPr>
            <p:cNvSpPr/>
            <p:nvPr/>
          </p:nvSpPr>
          <p:spPr>
            <a:xfrm>
              <a:off x="6094430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5B7E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75">
              <a:extLst>
                <a:ext uri="{FF2B5EF4-FFF2-40B4-BE49-F238E27FC236}">
                  <a16:creationId xmlns:a16="http://schemas.microsoft.com/office/drawing/2014/main" id="{B424C148-2ADF-618C-E0F7-C33BFE57D4BA}"/>
                </a:ext>
              </a:extLst>
            </p:cNvPr>
            <p:cNvSpPr/>
            <p:nvPr/>
          </p:nvSpPr>
          <p:spPr>
            <a:xfrm>
              <a:off x="6160438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5C7F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76">
              <a:extLst>
                <a:ext uri="{FF2B5EF4-FFF2-40B4-BE49-F238E27FC236}">
                  <a16:creationId xmlns:a16="http://schemas.microsoft.com/office/drawing/2014/main" id="{FB127EA1-CCF3-94BC-DC4F-20013FA262F7}"/>
                </a:ext>
              </a:extLst>
            </p:cNvPr>
            <p:cNvSpPr/>
            <p:nvPr/>
          </p:nvSpPr>
          <p:spPr>
            <a:xfrm>
              <a:off x="6226446" y="3798569"/>
              <a:ext cx="434340" cy="367030"/>
            </a:xfrm>
            <a:custGeom>
              <a:avLst/>
              <a:gdLst/>
              <a:ahLst/>
              <a:cxnLst/>
              <a:rect l="l" t="t" r="r" b="b"/>
              <a:pathLst>
                <a:path w="434340" h="367029">
                  <a:moveTo>
                    <a:pt x="434179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798" y="367029"/>
                  </a:lnTo>
                  <a:lnTo>
                    <a:pt x="434179" y="0"/>
                  </a:lnTo>
                  <a:close/>
                </a:path>
              </a:pathLst>
            </a:custGeom>
            <a:solidFill>
              <a:srgbClr val="5D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77">
              <a:extLst>
                <a:ext uri="{FF2B5EF4-FFF2-40B4-BE49-F238E27FC236}">
                  <a16:creationId xmlns:a16="http://schemas.microsoft.com/office/drawing/2014/main" id="{889CCC7B-CBC5-EB67-3B45-043B53B5FC1C}"/>
                </a:ext>
              </a:extLst>
            </p:cNvPr>
            <p:cNvSpPr/>
            <p:nvPr/>
          </p:nvSpPr>
          <p:spPr>
            <a:xfrm>
              <a:off x="6293244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452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6071" y="367029"/>
                  </a:lnTo>
                  <a:lnTo>
                    <a:pt x="433452" y="0"/>
                  </a:lnTo>
                  <a:close/>
                </a:path>
              </a:pathLst>
            </a:custGeom>
            <a:solidFill>
              <a:srgbClr val="5D81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78">
              <a:extLst>
                <a:ext uri="{FF2B5EF4-FFF2-40B4-BE49-F238E27FC236}">
                  <a16:creationId xmlns:a16="http://schemas.microsoft.com/office/drawing/2014/main" id="{45B8AAC4-3EAD-EDA9-C292-A58D53251264}"/>
                </a:ext>
              </a:extLst>
            </p:cNvPr>
            <p:cNvSpPr/>
            <p:nvPr/>
          </p:nvSpPr>
          <p:spPr>
            <a:xfrm>
              <a:off x="6359316" y="3798569"/>
              <a:ext cx="434975" cy="367030"/>
            </a:xfrm>
            <a:custGeom>
              <a:avLst/>
              <a:gdLst/>
              <a:ahLst/>
              <a:cxnLst/>
              <a:rect l="l" t="t" r="r" b="b"/>
              <a:pathLst>
                <a:path w="434975" h="367029">
                  <a:moveTo>
                    <a:pt x="434373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7694" y="367029"/>
                  </a:lnTo>
                  <a:lnTo>
                    <a:pt x="434373" y="0"/>
                  </a:lnTo>
                  <a:close/>
                </a:path>
              </a:pathLst>
            </a:custGeom>
            <a:solidFill>
              <a:srgbClr val="5E82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79">
              <a:extLst>
                <a:ext uri="{FF2B5EF4-FFF2-40B4-BE49-F238E27FC236}">
                  <a16:creationId xmlns:a16="http://schemas.microsoft.com/office/drawing/2014/main" id="{F4CFFA60-5C6B-A66A-C06F-816CCE160EE4}"/>
                </a:ext>
              </a:extLst>
            </p:cNvPr>
            <p:cNvSpPr/>
            <p:nvPr/>
          </p:nvSpPr>
          <p:spPr>
            <a:xfrm>
              <a:off x="6427010" y="3798569"/>
              <a:ext cx="432434" cy="367030"/>
            </a:xfrm>
            <a:custGeom>
              <a:avLst/>
              <a:gdLst/>
              <a:ahLst/>
              <a:cxnLst/>
              <a:rect l="l" t="t" r="r" b="b"/>
              <a:pathLst>
                <a:path w="432434" h="367029">
                  <a:moveTo>
                    <a:pt x="432258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5228" y="367029"/>
                  </a:lnTo>
                  <a:lnTo>
                    <a:pt x="432258" y="0"/>
                  </a:lnTo>
                  <a:close/>
                </a:path>
              </a:pathLst>
            </a:custGeom>
            <a:solidFill>
              <a:srgbClr val="5F83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80">
              <a:extLst>
                <a:ext uri="{FF2B5EF4-FFF2-40B4-BE49-F238E27FC236}">
                  <a16:creationId xmlns:a16="http://schemas.microsoft.com/office/drawing/2014/main" id="{ADB85045-115A-B354-C2C5-5FE5836F3377}"/>
                </a:ext>
              </a:extLst>
            </p:cNvPr>
            <p:cNvSpPr/>
            <p:nvPr/>
          </p:nvSpPr>
          <p:spPr>
            <a:xfrm>
              <a:off x="6492239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3069" y="0"/>
                  </a:moveTo>
                  <a:lnTo>
                    <a:pt x="367030" y="0"/>
                  </a:lnTo>
                  <a:lnTo>
                    <a:pt x="0" y="367029"/>
                  </a:lnTo>
                  <a:lnTo>
                    <a:pt x="66039" y="367029"/>
                  </a:lnTo>
                  <a:lnTo>
                    <a:pt x="433069" y="0"/>
                  </a:lnTo>
                  <a:close/>
                </a:path>
              </a:pathLst>
            </a:custGeom>
            <a:solidFill>
              <a:srgbClr val="5F84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81">
              <a:extLst>
                <a:ext uri="{FF2B5EF4-FFF2-40B4-BE49-F238E27FC236}">
                  <a16:creationId xmlns:a16="http://schemas.microsoft.com/office/drawing/2014/main" id="{E07A6E0C-2FD9-B9D0-FBE4-8DBA934D9BD6}"/>
                </a:ext>
              </a:extLst>
            </p:cNvPr>
            <p:cNvSpPr/>
            <p:nvPr/>
          </p:nvSpPr>
          <p:spPr>
            <a:xfrm>
              <a:off x="6558279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435" y="0"/>
                  </a:moveTo>
                  <a:lnTo>
                    <a:pt x="367029" y="0"/>
                  </a:lnTo>
                  <a:lnTo>
                    <a:pt x="0" y="367029"/>
                  </a:lnTo>
                  <a:lnTo>
                    <a:pt x="66756" y="367029"/>
                  </a:lnTo>
                  <a:lnTo>
                    <a:pt x="433435" y="0"/>
                  </a:lnTo>
                  <a:close/>
                </a:path>
              </a:pathLst>
            </a:custGeom>
            <a:solidFill>
              <a:srgbClr val="6085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82">
              <a:extLst>
                <a:ext uri="{FF2B5EF4-FFF2-40B4-BE49-F238E27FC236}">
                  <a16:creationId xmlns:a16="http://schemas.microsoft.com/office/drawing/2014/main" id="{20A53138-F7D9-9A89-6683-559BFC13A764}"/>
                </a:ext>
              </a:extLst>
            </p:cNvPr>
            <p:cNvSpPr/>
            <p:nvPr/>
          </p:nvSpPr>
          <p:spPr>
            <a:xfrm>
              <a:off x="6625036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6186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83">
              <a:extLst>
                <a:ext uri="{FF2B5EF4-FFF2-40B4-BE49-F238E27FC236}">
                  <a16:creationId xmlns:a16="http://schemas.microsoft.com/office/drawing/2014/main" id="{DD798331-2DF1-3565-1D8E-E4037682F664}"/>
                </a:ext>
              </a:extLst>
            </p:cNvPr>
            <p:cNvSpPr/>
            <p:nvPr/>
          </p:nvSpPr>
          <p:spPr>
            <a:xfrm>
              <a:off x="6691044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655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625" y="367029"/>
                  </a:lnTo>
                  <a:lnTo>
                    <a:pt x="433655" y="0"/>
                  </a:lnTo>
                  <a:close/>
                </a:path>
              </a:pathLst>
            </a:custGeom>
            <a:solidFill>
              <a:srgbClr val="618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84">
              <a:extLst>
                <a:ext uri="{FF2B5EF4-FFF2-40B4-BE49-F238E27FC236}">
                  <a16:creationId xmlns:a16="http://schemas.microsoft.com/office/drawing/2014/main" id="{7C55526F-B63D-4B05-E783-73AA9FA5FF81}"/>
                </a:ext>
              </a:extLst>
            </p:cNvPr>
            <p:cNvSpPr/>
            <p:nvPr/>
          </p:nvSpPr>
          <p:spPr>
            <a:xfrm>
              <a:off x="6757670" y="3798569"/>
              <a:ext cx="434340" cy="367030"/>
            </a:xfrm>
            <a:custGeom>
              <a:avLst/>
              <a:gdLst/>
              <a:ahLst/>
              <a:cxnLst/>
              <a:rect l="l" t="t" r="r" b="b"/>
              <a:pathLst>
                <a:path w="434340" h="367029">
                  <a:moveTo>
                    <a:pt x="434070" y="0"/>
                  </a:moveTo>
                  <a:lnTo>
                    <a:pt x="367029" y="0"/>
                  </a:lnTo>
                  <a:lnTo>
                    <a:pt x="0" y="367029"/>
                  </a:lnTo>
                  <a:lnTo>
                    <a:pt x="66688" y="367029"/>
                  </a:lnTo>
                  <a:lnTo>
                    <a:pt x="434070" y="0"/>
                  </a:lnTo>
                  <a:close/>
                </a:path>
              </a:pathLst>
            </a:custGeom>
            <a:solidFill>
              <a:srgbClr val="6288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85">
              <a:extLst>
                <a:ext uri="{FF2B5EF4-FFF2-40B4-BE49-F238E27FC236}">
                  <a16:creationId xmlns:a16="http://schemas.microsoft.com/office/drawing/2014/main" id="{98961B02-8AF2-1222-DA63-4895CF10AC0E}"/>
                </a:ext>
              </a:extLst>
            </p:cNvPr>
            <p:cNvSpPr/>
            <p:nvPr/>
          </p:nvSpPr>
          <p:spPr>
            <a:xfrm>
              <a:off x="6824359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452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6071" y="367029"/>
                  </a:lnTo>
                  <a:lnTo>
                    <a:pt x="433452" y="0"/>
                  </a:lnTo>
                  <a:close/>
                </a:path>
              </a:pathLst>
            </a:custGeom>
            <a:solidFill>
              <a:srgbClr val="638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86">
              <a:extLst>
                <a:ext uri="{FF2B5EF4-FFF2-40B4-BE49-F238E27FC236}">
                  <a16:creationId xmlns:a16="http://schemas.microsoft.com/office/drawing/2014/main" id="{3B9CB7ED-EEFB-41D7-C039-BAB54200C008}"/>
                </a:ext>
              </a:extLst>
            </p:cNvPr>
            <p:cNvSpPr/>
            <p:nvPr/>
          </p:nvSpPr>
          <p:spPr>
            <a:xfrm>
              <a:off x="6890430" y="3798569"/>
              <a:ext cx="433705" cy="367030"/>
            </a:xfrm>
            <a:custGeom>
              <a:avLst/>
              <a:gdLst/>
              <a:ahLst/>
              <a:cxnLst/>
              <a:rect l="l" t="t" r="r" b="b"/>
              <a:pathLst>
                <a:path w="433704" h="367029">
                  <a:moveTo>
                    <a:pt x="433452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6071" y="367029"/>
                  </a:lnTo>
                  <a:lnTo>
                    <a:pt x="433452" y="0"/>
                  </a:lnTo>
                  <a:close/>
                </a:path>
              </a:pathLst>
            </a:custGeom>
            <a:solidFill>
              <a:srgbClr val="648A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87">
              <a:extLst>
                <a:ext uri="{FF2B5EF4-FFF2-40B4-BE49-F238E27FC236}">
                  <a16:creationId xmlns:a16="http://schemas.microsoft.com/office/drawing/2014/main" id="{A7B7E2B7-F121-04B8-EA20-B59E882B7EEF}"/>
                </a:ext>
              </a:extLst>
            </p:cNvPr>
            <p:cNvSpPr/>
            <p:nvPr/>
          </p:nvSpPr>
          <p:spPr>
            <a:xfrm>
              <a:off x="6956502" y="3798569"/>
              <a:ext cx="434340" cy="367030"/>
            </a:xfrm>
            <a:custGeom>
              <a:avLst/>
              <a:gdLst/>
              <a:ahLst/>
              <a:cxnLst/>
              <a:rect l="l" t="t" r="r" b="b"/>
              <a:pathLst>
                <a:path w="434340" h="367029">
                  <a:moveTo>
                    <a:pt x="433802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7123" y="367029"/>
                  </a:lnTo>
                  <a:lnTo>
                    <a:pt x="433802" y="0"/>
                  </a:lnTo>
                  <a:close/>
                </a:path>
              </a:pathLst>
            </a:custGeom>
            <a:solidFill>
              <a:srgbClr val="648B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88">
              <a:extLst>
                <a:ext uri="{FF2B5EF4-FFF2-40B4-BE49-F238E27FC236}">
                  <a16:creationId xmlns:a16="http://schemas.microsoft.com/office/drawing/2014/main" id="{50066F88-6B15-8B19-FD12-D9046E45F5D3}"/>
                </a:ext>
              </a:extLst>
            </p:cNvPr>
            <p:cNvSpPr/>
            <p:nvPr/>
          </p:nvSpPr>
          <p:spPr>
            <a:xfrm>
              <a:off x="7023625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668C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89">
              <a:extLst>
                <a:ext uri="{FF2B5EF4-FFF2-40B4-BE49-F238E27FC236}">
                  <a16:creationId xmlns:a16="http://schemas.microsoft.com/office/drawing/2014/main" id="{F00D874F-B252-531C-8DB6-10DE030A1EE7}"/>
                </a:ext>
              </a:extLst>
            </p:cNvPr>
            <p:cNvSpPr/>
            <p:nvPr/>
          </p:nvSpPr>
          <p:spPr>
            <a:xfrm>
              <a:off x="7089634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668D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90">
              <a:extLst>
                <a:ext uri="{FF2B5EF4-FFF2-40B4-BE49-F238E27FC236}">
                  <a16:creationId xmlns:a16="http://schemas.microsoft.com/office/drawing/2014/main" id="{0FF395FD-CC7E-2954-1A00-16E3E4FA5BE1}"/>
                </a:ext>
              </a:extLst>
            </p:cNvPr>
            <p:cNvSpPr/>
            <p:nvPr/>
          </p:nvSpPr>
          <p:spPr>
            <a:xfrm>
              <a:off x="7155642" y="3798569"/>
              <a:ext cx="433070" cy="367030"/>
            </a:xfrm>
            <a:custGeom>
              <a:avLst/>
              <a:gdLst/>
              <a:ahLst/>
              <a:cxnLst/>
              <a:rect l="l" t="t" r="r" b="b"/>
              <a:pathLst>
                <a:path w="433070" h="367029">
                  <a:moveTo>
                    <a:pt x="432687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008" y="367029"/>
                  </a:lnTo>
                  <a:lnTo>
                    <a:pt x="432687" y="0"/>
                  </a:lnTo>
                  <a:close/>
                </a:path>
              </a:pathLst>
            </a:custGeom>
            <a:solidFill>
              <a:srgbClr val="668E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91">
              <a:extLst>
                <a:ext uri="{FF2B5EF4-FFF2-40B4-BE49-F238E27FC236}">
                  <a16:creationId xmlns:a16="http://schemas.microsoft.com/office/drawing/2014/main" id="{8BC73F56-5B77-B339-E69F-1626CDEC19E6}"/>
                </a:ext>
              </a:extLst>
            </p:cNvPr>
            <p:cNvSpPr/>
            <p:nvPr/>
          </p:nvSpPr>
          <p:spPr>
            <a:xfrm>
              <a:off x="7221651" y="3798569"/>
              <a:ext cx="434340" cy="367030"/>
            </a:xfrm>
            <a:custGeom>
              <a:avLst/>
              <a:gdLst/>
              <a:ahLst/>
              <a:cxnLst/>
              <a:rect l="l" t="t" r="r" b="b"/>
              <a:pathLst>
                <a:path w="434340" h="367029">
                  <a:moveTo>
                    <a:pt x="433908" y="0"/>
                  </a:moveTo>
                  <a:lnTo>
                    <a:pt x="366679" y="0"/>
                  </a:lnTo>
                  <a:lnTo>
                    <a:pt x="0" y="367029"/>
                  </a:lnTo>
                  <a:lnTo>
                    <a:pt x="66878" y="367029"/>
                  </a:lnTo>
                  <a:lnTo>
                    <a:pt x="433908" y="0"/>
                  </a:lnTo>
                  <a:close/>
                </a:path>
              </a:pathLst>
            </a:custGeom>
            <a:solidFill>
              <a:srgbClr val="678F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92">
              <a:extLst>
                <a:ext uri="{FF2B5EF4-FFF2-40B4-BE49-F238E27FC236}">
                  <a16:creationId xmlns:a16="http://schemas.microsoft.com/office/drawing/2014/main" id="{93C8B5B0-3F20-A8FF-E444-DEA5A8300F3E}"/>
                </a:ext>
              </a:extLst>
            </p:cNvPr>
            <p:cNvSpPr/>
            <p:nvPr/>
          </p:nvSpPr>
          <p:spPr>
            <a:xfrm>
              <a:off x="7288529" y="3798569"/>
              <a:ext cx="434340" cy="367030"/>
            </a:xfrm>
            <a:custGeom>
              <a:avLst/>
              <a:gdLst/>
              <a:ahLst/>
              <a:cxnLst/>
              <a:rect l="l" t="t" r="r" b="b"/>
              <a:pathLst>
                <a:path w="434340" h="367029">
                  <a:moveTo>
                    <a:pt x="434324" y="0"/>
                  </a:moveTo>
                  <a:lnTo>
                    <a:pt x="367029" y="0"/>
                  </a:lnTo>
                  <a:lnTo>
                    <a:pt x="0" y="367029"/>
                  </a:lnTo>
                  <a:lnTo>
                    <a:pt x="66942" y="367029"/>
                  </a:lnTo>
                  <a:lnTo>
                    <a:pt x="434324" y="0"/>
                  </a:lnTo>
                  <a:close/>
                </a:path>
              </a:pathLst>
            </a:custGeom>
            <a:solidFill>
              <a:srgbClr val="6890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93">
              <a:extLst>
                <a:ext uri="{FF2B5EF4-FFF2-40B4-BE49-F238E27FC236}">
                  <a16:creationId xmlns:a16="http://schemas.microsoft.com/office/drawing/2014/main" id="{DAC449D4-EAD0-CA37-E107-D5998DAE839A}"/>
                </a:ext>
              </a:extLst>
            </p:cNvPr>
            <p:cNvSpPr/>
            <p:nvPr/>
          </p:nvSpPr>
          <p:spPr>
            <a:xfrm>
              <a:off x="7355472" y="3798569"/>
              <a:ext cx="399415" cy="367030"/>
            </a:xfrm>
            <a:custGeom>
              <a:avLst/>
              <a:gdLst/>
              <a:ahLst/>
              <a:cxnLst/>
              <a:rect l="l" t="t" r="r" b="b"/>
              <a:pathLst>
                <a:path w="399415" h="367029">
                  <a:moveTo>
                    <a:pt x="399147" y="0"/>
                  </a:moveTo>
                  <a:lnTo>
                    <a:pt x="367381" y="0"/>
                  </a:lnTo>
                  <a:lnTo>
                    <a:pt x="0" y="367029"/>
                  </a:lnTo>
                  <a:lnTo>
                    <a:pt x="66071" y="367029"/>
                  </a:lnTo>
                  <a:lnTo>
                    <a:pt x="399147" y="34273"/>
                  </a:lnTo>
                  <a:lnTo>
                    <a:pt x="399147" y="0"/>
                  </a:lnTo>
                  <a:close/>
                </a:path>
              </a:pathLst>
            </a:custGeom>
            <a:solidFill>
              <a:srgbClr val="6991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94">
              <a:extLst>
                <a:ext uri="{FF2B5EF4-FFF2-40B4-BE49-F238E27FC236}">
                  <a16:creationId xmlns:a16="http://schemas.microsoft.com/office/drawing/2014/main" id="{19D0A5E2-011B-4E6A-1C2D-310701C53AE3}"/>
                </a:ext>
              </a:extLst>
            </p:cNvPr>
            <p:cNvSpPr/>
            <p:nvPr/>
          </p:nvSpPr>
          <p:spPr>
            <a:xfrm>
              <a:off x="7421544" y="3832842"/>
              <a:ext cx="333375" cy="333375"/>
            </a:xfrm>
            <a:custGeom>
              <a:avLst/>
              <a:gdLst/>
              <a:ahLst/>
              <a:cxnLst/>
              <a:rect l="l" t="t" r="r" b="b"/>
              <a:pathLst>
                <a:path w="333375" h="333375">
                  <a:moveTo>
                    <a:pt x="333075" y="0"/>
                  </a:moveTo>
                  <a:lnTo>
                    <a:pt x="0" y="332756"/>
                  </a:lnTo>
                  <a:lnTo>
                    <a:pt x="66071" y="332756"/>
                  </a:lnTo>
                  <a:lnTo>
                    <a:pt x="333075" y="66008"/>
                  </a:lnTo>
                  <a:lnTo>
                    <a:pt x="333075" y="0"/>
                  </a:lnTo>
                  <a:close/>
                </a:path>
              </a:pathLst>
            </a:custGeom>
            <a:solidFill>
              <a:srgbClr val="6992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95">
              <a:extLst>
                <a:ext uri="{FF2B5EF4-FFF2-40B4-BE49-F238E27FC236}">
                  <a16:creationId xmlns:a16="http://schemas.microsoft.com/office/drawing/2014/main" id="{10112CD1-7173-5E8E-BE53-E639FF1494B5}"/>
                </a:ext>
              </a:extLst>
            </p:cNvPr>
            <p:cNvSpPr/>
            <p:nvPr/>
          </p:nvSpPr>
          <p:spPr>
            <a:xfrm>
              <a:off x="7487616" y="3898851"/>
              <a:ext cx="267335" cy="267335"/>
            </a:xfrm>
            <a:custGeom>
              <a:avLst/>
              <a:gdLst/>
              <a:ahLst/>
              <a:cxnLst/>
              <a:rect l="l" t="t" r="r" b="b"/>
              <a:pathLst>
                <a:path w="267334" h="267335">
                  <a:moveTo>
                    <a:pt x="267003" y="0"/>
                  </a:moveTo>
                  <a:lnTo>
                    <a:pt x="0" y="266748"/>
                  </a:lnTo>
                  <a:lnTo>
                    <a:pt x="66071" y="266748"/>
                  </a:lnTo>
                  <a:lnTo>
                    <a:pt x="267003" y="66008"/>
                  </a:lnTo>
                  <a:lnTo>
                    <a:pt x="267003" y="0"/>
                  </a:lnTo>
                  <a:close/>
                </a:path>
              </a:pathLst>
            </a:custGeom>
            <a:solidFill>
              <a:srgbClr val="6A93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2" name="object 96">
              <a:extLst>
                <a:ext uri="{FF2B5EF4-FFF2-40B4-BE49-F238E27FC236}">
                  <a16:creationId xmlns:a16="http://schemas.microsoft.com/office/drawing/2014/main" id="{FFA8702B-78AA-C992-03AC-CB605A09BDC0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553687" y="3964859"/>
              <a:ext cx="200932" cy="200740"/>
            </a:xfrm>
            <a:prstGeom prst="rect">
              <a:avLst/>
            </a:prstGeom>
          </p:spPr>
        </p:pic>
        <p:sp>
          <p:nvSpPr>
            <p:cNvPr id="1813" name="object 97">
              <a:extLst>
                <a:ext uri="{FF2B5EF4-FFF2-40B4-BE49-F238E27FC236}">
                  <a16:creationId xmlns:a16="http://schemas.microsoft.com/office/drawing/2014/main" id="{4B24727F-63A6-A78A-E79C-203B27AEB119}"/>
                </a:ext>
              </a:extLst>
            </p:cNvPr>
            <p:cNvSpPr/>
            <p:nvPr/>
          </p:nvSpPr>
          <p:spPr>
            <a:xfrm>
              <a:off x="5467350" y="3798569"/>
              <a:ext cx="2286000" cy="365760"/>
            </a:xfrm>
            <a:custGeom>
              <a:avLst/>
              <a:gdLst/>
              <a:ahLst/>
              <a:cxnLst/>
              <a:rect l="l" t="t" r="r" b="b"/>
              <a:pathLst>
                <a:path w="2286000" h="365760">
                  <a:moveTo>
                    <a:pt x="1143000" y="365759"/>
                  </a:moveTo>
                  <a:lnTo>
                    <a:pt x="0" y="365759"/>
                  </a:lnTo>
                  <a:lnTo>
                    <a:pt x="0" y="0"/>
                  </a:lnTo>
                  <a:lnTo>
                    <a:pt x="2286000" y="0"/>
                  </a:lnTo>
                  <a:lnTo>
                    <a:pt x="2286000" y="365759"/>
                  </a:lnTo>
                  <a:lnTo>
                    <a:pt x="1143000" y="365759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4" name="object 98">
              <a:extLst>
                <a:ext uri="{FF2B5EF4-FFF2-40B4-BE49-F238E27FC236}">
                  <a16:creationId xmlns:a16="http://schemas.microsoft.com/office/drawing/2014/main" id="{9B4DE699-E68C-C351-6E4C-3117766143B4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467350" y="3440429"/>
              <a:ext cx="196850" cy="196850"/>
            </a:xfrm>
            <a:prstGeom prst="rect">
              <a:avLst/>
            </a:prstGeom>
          </p:spPr>
        </p:pic>
        <p:sp>
          <p:nvSpPr>
            <p:cNvPr id="1815" name="object 99">
              <a:extLst>
                <a:ext uri="{FF2B5EF4-FFF2-40B4-BE49-F238E27FC236}">
                  <a16:creationId xmlns:a16="http://schemas.microsoft.com/office/drawing/2014/main" id="{59CFD48A-B0CA-E423-F7DC-83ADCB70E4B7}"/>
                </a:ext>
              </a:extLst>
            </p:cNvPr>
            <p:cNvSpPr/>
            <p:nvPr/>
          </p:nvSpPr>
          <p:spPr>
            <a:xfrm>
              <a:off x="5467350" y="3440429"/>
              <a:ext cx="263525" cy="263525"/>
            </a:xfrm>
            <a:custGeom>
              <a:avLst/>
              <a:gdLst/>
              <a:ahLst/>
              <a:cxnLst/>
              <a:rect l="l" t="t" r="r" b="b"/>
              <a:pathLst>
                <a:path w="263525" h="263525">
                  <a:moveTo>
                    <a:pt x="263191" y="0"/>
                  </a:moveTo>
                  <a:lnTo>
                    <a:pt x="196850" y="0"/>
                  </a:lnTo>
                  <a:lnTo>
                    <a:pt x="0" y="196850"/>
                  </a:lnTo>
                  <a:lnTo>
                    <a:pt x="0" y="262939"/>
                  </a:lnTo>
                  <a:lnTo>
                    <a:pt x="263191" y="0"/>
                  </a:lnTo>
                  <a:close/>
                </a:path>
              </a:pathLst>
            </a:custGeom>
            <a:solidFill>
              <a:srgbClr val="5372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00">
              <a:extLst>
                <a:ext uri="{FF2B5EF4-FFF2-40B4-BE49-F238E27FC236}">
                  <a16:creationId xmlns:a16="http://schemas.microsoft.com/office/drawing/2014/main" id="{145D3D08-9968-6E9F-3491-42F537E9DE4B}"/>
                </a:ext>
              </a:extLst>
            </p:cNvPr>
            <p:cNvSpPr/>
            <p:nvPr/>
          </p:nvSpPr>
          <p:spPr>
            <a:xfrm>
              <a:off x="5467350" y="3440429"/>
              <a:ext cx="329565" cy="329565"/>
            </a:xfrm>
            <a:custGeom>
              <a:avLst/>
              <a:gdLst/>
              <a:ahLst/>
              <a:cxnLst/>
              <a:rect l="l" t="t" r="r" b="b"/>
              <a:pathLst>
                <a:path w="329564" h="329564">
                  <a:moveTo>
                    <a:pt x="329262" y="0"/>
                  </a:moveTo>
                  <a:lnTo>
                    <a:pt x="263191" y="0"/>
                  </a:lnTo>
                  <a:lnTo>
                    <a:pt x="0" y="262939"/>
                  </a:lnTo>
                  <a:lnTo>
                    <a:pt x="0" y="328948"/>
                  </a:lnTo>
                  <a:lnTo>
                    <a:pt x="329262" y="0"/>
                  </a:lnTo>
                  <a:close/>
                </a:path>
              </a:pathLst>
            </a:custGeom>
            <a:solidFill>
              <a:srgbClr val="5373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01">
              <a:extLst>
                <a:ext uri="{FF2B5EF4-FFF2-40B4-BE49-F238E27FC236}">
                  <a16:creationId xmlns:a16="http://schemas.microsoft.com/office/drawing/2014/main" id="{38863644-05DA-52D8-96D8-19966ABBECD2}"/>
                </a:ext>
              </a:extLst>
            </p:cNvPr>
            <p:cNvSpPr/>
            <p:nvPr/>
          </p:nvSpPr>
          <p:spPr>
            <a:xfrm>
              <a:off x="5467350" y="3440429"/>
              <a:ext cx="396240" cy="365760"/>
            </a:xfrm>
            <a:custGeom>
              <a:avLst/>
              <a:gdLst/>
              <a:ahLst/>
              <a:cxnLst/>
              <a:rect l="l" t="t" r="r" b="b"/>
              <a:pathLst>
                <a:path w="396239" h="365760">
                  <a:moveTo>
                    <a:pt x="396240" y="0"/>
                  </a:moveTo>
                  <a:lnTo>
                    <a:pt x="329262" y="0"/>
                  </a:lnTo>
                  <a:lnTo>
                    <a:pt x="0" y="328948"/>
                  </a:lnTo>
                  <a:lnTo>
                    <a:pt x="0" y="365760"/>
                  </a:lnTo>
                  <a:lnTo>
                    <a:pt x="30480" y="365760"/>
                  </a:lnTo>
                  <a:lnTo>
                    <a:pt x="396240" y="0"/>
                  </a:lnTo>
                  <a:close/>
                </a:path>
              </a:pathLst>
            </a:custGeom>
            <a:solidFill>
              <a:srgbClr val="5474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02">
              <a:extLst>
                <a:ext uri="{FF2B5EF4-FFF2-40B4-BE49-F238E27FC236}">
                  <a16:creationId xmlns:a16="http://schemas.microsoft.com/office/drawing/2014/main" id="{72B28FD9-7879-C7BE-E924-69FAC97828F3}"/>
                </a:ext>
              </a:extLst>
            </p:cNvPr>
            <p:cNvSpPr/>
            <p:nvPr/>
          </p:nvSpPr>
          <p:spPr>
            <a:xfrm>
              <a:off x="5497830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799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039" y="365760"/>
                  </a:lnTo>
                  <a:lnTo>
                    <a:pt x="431799" y="0"/>
                  </a:lnTo>
                  <a:close/>
                </a:path>
              </a:pathLst>
            </a:custGeom>
            <a:solidFill>
              <a:srgbClr val="5575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03">
              <a:extLst>
                <a:ext uri="{FF2B5EF4-FFF2-40B4-BE49-F238E27FC236}">
                  <a16:creationId xmlns:a16="http://schemas.microsoft.com/office/drawing/2014/main" id="{DC516C9D-ED9E-B387-DB74-38D1ADE1CC1F}"/>
                </a:ext>
              </a:extLst>
            </p:cNvPr>
            <p:cNvSpPr/>
            <p:nvPr/>
          </p:nvSpPr>
          <p:spPr>
            <a:xfrm>
              <a:off x="5563869" y="344042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641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7231" y="365760"/>
                  </a:lnTo>
                  <a:lnTo>
                    <a:pt x="432641" y="0"/>
                  </a:lnTo>
                  <a:close/>
                </a:path>
              </a:pathLst>
            </a:custGeom>
            <a:solidFill>
              <a:srgbClr val="5576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04">
              <a:extLst>
                <a:ext uri="{FF2B5EF4-FFF2-40B4-BE49-F238E27FC236}">
                  <a16:creationId xmlns:a16="http://schemas.microsoft.com/office/drawing/2014/main" id="{2A5C38A6-5624-2F37-EA35-5A72E016A819}"/>
                </a:ext>
              </a:extLst>
            </p:cNvPr>
            <p:cNvSpPr/>
            <p:nvPr/>
          </p:nvSpPr>
          <p:spPr>
            <a:xfrm>
              <a:off x="5631101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5677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05">
              <a:extLst>
                <a:ext uri="{FF2B5EF4-FFF2-40B4-BE49-F238E27FC236}">
                  <a16:creationId xmlns:a16="http://schemas.microsoft.com/office/drawing/2014/main" id="{B9B2419A-C6AC-AA3E-DFCF-99CDB1D7C1E0}"/>
                </a:ext>
              </a:extLst>
            </p:cNvPr>
            <p:cNvSpPr/>
            <p:nvPr/>
          </p:nvSpPr>
          <p:spPr>
            <a:xfrm>
              <a:off x="5697109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57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06">
              <a:extLst>
                <a:ext uri="{FF2B5EF4-FFF2-40B4-BE49-F238E27FC236}">
                  <a16:creationId xmlns:a16="http://schemas.microsoft.com/office/drawing/2014/main" id="{7EAF30CD-47E2-53CC-502A-E1AD1531F54C}"/>
                </a:ext>
              </a:extLst>
            </p:cNvPr>
            <p:cNvSpPr/>
            <p:nvPr/>
          </p:nvSpPr>
          <p:spPr>
            <a:xfrm>
              <a:off x="5763117" y="344042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465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355" y="365760"/>
                  </a:lnTo>
                  <a:lnTo>
                    <a:pt x="432465" y="0"/>
                  </a:lnTo>
                  <a:close/>
                </a:path>
              </a:pathLst>
            </a:custGeom>
            <a:solidFill>
              <a:srgbClr val="5879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07">
              <a:extLst>
                <a:ext uri="{FF2B5EF4-FFF2-40B4-BE49-F238E27FC236}">
                  <a16:creationId xmlns:a16="http://schemas.microsoft.com/office/drawing/2014/main" id="{3C7957D3-D5E1-A7DC-1C69-E9520CD35949}"/>
                </a:ext>
              </a:extLst>
            </p:cNvPr>
            <p:cNvSpPr/>
            <p:nvPr/>
          </p:nvSpPr>
          <p:spPr>
            <a:xfrm>
              <a:off x="5829473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5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587A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08">
              <a:extLst>
                <a:ext uri="{FF2B5EF4-FFF2-40B4-BE49-F238E27FC236}">
                  <a16:creationId xmlns:a16="http://schemas.microsoft.com/office/drawing/2014/main" id="{1997A8DB-652E-4DD2-C381-5FFD0EEF889B}"/>
                </a:ext>
              </a:extLst>
            </p:cNvPr>
            <p:cNvSpPr/>
            <p:nvPr/>
          </p:nvSpPr>
          <p:spPr>
            <a:xfrm>
              <a:off x="5895545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5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597B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09">
              <a:extLst>
                <a:ext uri="{FF2B5EF4-FFF2-40B4-BE49-F238E27FC236}">
                  <a16:creationId xmlns:a16="http://schemas.microsoft.com/office/drawing/2014/main" id="{8BE2556F-1D1B-7B83-3032-A956555A6A48}"/>
                </a:ext>
              </a:extLst>
            </p:cNvPr>
            <p:cNvSpPr/>
            <p:nvPr/>
          </p:nvSpPr>
          <p:spPr>
            <a:xfrm>
              <a:off x="5961616" y="344042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833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7073" y="365760"/>
                  </a:lnTo>
                  <a:lnTo>
                    <a:pt x="432833" y="0"/>
                  </a:lnTo>
                  <a:close/>
                </a:path>
              </a:pathLst>
            </a:custGeom>
            <a:solidFill>
              <a:srgbClr val="5A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10">
              <a:extLst>
                <a:ext uri="{FF2B5EF4-FFF2-40B4-BE49-F238E27FC236}">
                  <a16:creationId xmlns:a16="http://schemas.microsoft.com/office/drawing/2014/main" id="{0E2C76E1-88DD-CCCB-3EBB-EBC4AAB84C53}"/>
                </a:ext>
              </a:extLst>
            </p:cNvPr>
            <p:cNvSpPr/>
            <p:nvPr/>
          </p:nvSpPr>
          <p:spPr>
            <a:xfrm>
              <a:off x="6028689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5" h="365760">
                  <a:moveTo>
                    <a:pt x="432419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7008" y="365760"/>
                  </a:lnTo>
                  <a:lnTo>
                    <a:pt x="432419" y="0"/>
                  </a:lnTo>
                  <a:close/>
                </a:path>
              </a:pathLst>
            </a:custGeom>
            <a:solidFill>
              <a:srgbClr val="5A7D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11">
              <a:extLst>
                <a:ext uri="{FF2B5EF4-FFF2-40B4-BE49-F238E27FC236}">
                  <a16:creationId xmlns:a16="http://schemas.microsoft.com/office/drawing/2014/main" id="{F1FBAF1F-F4F5-6377-850B-ECA94D1D21EA}"/>
                </a:ext>
              </a:extLst>
            </p:cNvPr>
            <p:cNvSpPr/>
            <p:nvPr/>
          </p:nvSpPr>
          <p:spPr>
            <a:xfrm>
              <a:off x="6095698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5B7E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12">
              <a:extLst>
                <a:ext uri="{FF2B5EF4-FFF2-40B4-BE49-F238E27FC236}">
                  <a16:creationId xmlns:a16="http://schemas.microsoft.com/office/drawing/2014/main" id="{D03BC0BA-B55B-92A0-29C6-7F962679D1E5}"/>
                </a:ext>
              </a:extLst>
            </p:cNvPr>
            <p:cNvSpPr/>
            <p:nvPr/>
          </p:nvSpPr>
          <p:spPr>
            <a:xfrm>
              <a:off x="6161707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5C7F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13">
              <a:extLst>
                <a:ext uri="{FF2B5EF4-FFF2-40B4-BE49-F238E27FC236}">
                  <a16:creationId xmlns:a16="http://schemas.microsoft.com/office/drawing/2014/main" id="{7ED120BA-8437-EA3F-240E-D8A67C6F2C66}"/>
                </a:ext>
              </a:extLst>
            </p:cNvPr>
            <p:cNvSpPr/>
            <p:nvPr/>
          </p:nvSpPr>
          <p:spPr>
            <a:xfrm>
              <a:off x="6227715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64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404" y="365760"/>
                  </a:lnTo>
                  <a:lnTo>
                    <a:pt x="432164" y="0"/>
                  </a:lnTo>
                  <a:close/>
                </a:path>
              </a:pathLst>
            </a:custGeom>
            <a:solidFill>
              <a:srgbClr val="5D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14">
              <a:extLst>
                <a:ext uri="{FF2B5EF4-FFF2-40B4-BE49-F238E27FC236}">
                  <a16:creationId xmlns:a16="http://schemas.microsoft.com/office/drawing/2014/main" id="{0AE19FF6-740B-BFB2-2DD1-5B1628D55D72}"/>
                </a:ext>
              </a:extLst>
            </p:cNvPr>
            <p:cNvSpPr/>
            <p:nvPr/>
          </p:nvSpPr>
          <p:spPr>
            <a:xfrm>
              <a:off x="6294120" y="344042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577" y="0"/>
                  </a:moveTo>
                  <a:lnTo>
                    <a:pt x="365759" y="0"/>
                  </a:lnTo>
                  <a:lnTo>
                    <a:pt x="0" y="365760"/>
                  </a:lnTo>
                  <a:lnTo>
                    <a:pt x="66467" y="365760"/>
                  </a:lnTo>
                  <a:lnTo>
                    <a:pt x="432577" y="0"/>
                  </a:lnTo>
                  <a:close/>
                </a:path>
              </a:pathLst>
            </a:custGeom>
            <a:solidFill>
              <a:srgbClr val="5D81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15">
              <a:extLst>
                <a:ext uri="{FF2B5EF4-FFF2-40B4-BE49-F238E27FC236}">
                  <a16:creationId xmlns:a16="http://schemas.microsoft.com/office/drawing/2014/main" id="{D8352E38-269E-B7C7-1125-424C398BDF2D}"/>
                </a:ext>
              </a:extLst>
            </p:cNvPr>
            <p:cNvSpPr/>
            <p:nvPr/>
          </p:nvSpPr>
          <p:spPr>
            <a:xfrm>
              <a:off x="6360587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5E82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16">
              <a:extLst>
                <a:ext uri="{FF2B5EF4-FFF2-40B4-BE49-F238E27FC236}">
                  <a16:creationId xmlns:a16="http://schemas.microsoft.com/office/drawing/2014/main" id="{010272E2-4DB9-1DE7-A529-B841E19E53DB}"/>
                </a:ext>
              </a:extLst>
            </p:cNvPr>
            <p:cNvSpPr/>
            <p:nvPr/>
          </p:nvSpPr>
          <p:spPr>
            <a:xfrm>
              <a:off x="6426659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5F83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17">
              <a:extLst>
                <a:ext uri="{FF2B5EF4-FFF2-40B4-BE49-F238E27FC236}">
                  <a16:creationId xmlns:a16="http://schemas.microsoft.com/office/drawing/2014/main" id="{C35DF3E6-49D1-A6A0-E56A-8B6295157E11}"/>
                </a:ext>
              </a:extLst>
            </p:cNvPr>
            <p:cNvSpPr/>
            <p:nvPr/>
          </p:nvSpPr>
          <p:spPr>
            <a:xfrm>
              <a:off x="6492731" y="344042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579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819" y="365760"/>
                  </a:lnTo>
                  <a:lnTo>
                    <a:pt x="432579" y="0"/>
                  </a:lnTo>
                  <a:close/>
                </a:path>
              </a:pathLst>
            </a:custGeom>
            <a:solidFill>
              <a:srgbClr val="5F84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18">
              <a:extLst>
                <a:ext uri="{FF2B5EF4-FFF2-40B4-BE49-F238E27FC236}">
                  <a16:creationId xmlns:a16="http://schemas.microsoft.com/office/drawing/2014/main" id="{054D04EC-704E-54DE-06BA-D1245893009B}"/>
                </a:ext>
              </a:extLst>
            </p:cNvPr>
            <p:cNvSpPr/>
            <p:nvPr/>
          </p:nvSpPr>
          <p:spPr>
            <a:xfrm>
              <a:off x="6559550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65" y="0"/>
                  </a:moveTo>
                  <a:lnTo>
                    <a:pt x="365759" y="0"/>
                  </a:lnTo>
                  <a:lnTo>
                    <a:pt x="0" y="365760"/>
                  </a:lnTo>
                  <a:lnTo>
                    <a:pt x="66755" y="365760"/>
                  </a:lnTo>
                  <a:lnTo>
                    <a:pt x="432165" y="0"/>
                  </a:lnTo>
                  <a:close/>
                </a:path>
              </a:pathLst>
            </a:custGeom>
            <a:solidFill>
              <a:srgbClr val="6085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19">
              <a:extLst>
                <a:ext uri="{FF2B5EF4-FFF2-40B4-BE49-F238E27FC236}">
                  <a16:creationId xmlns:a16="http://schemas.microsoft.com/office/drawing/2014/main" id="{6934D554-1291-E8F5-D62B-6CF2235A270F}"/>
                </a:ext>
              </a:extLst>
            </p:cNvPr>
            <p:cNvSpPr/>
            <p:nvPr/>
          </p:nvSpPr>
          <p:spPr>
            <a:xfrm>
              <a:off x="6626305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6186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20">
              <a:extLst>
                <a:ext uri="{FF2B5EF4-FFF2-40B4-BE49-F238E27FC236}">
                  <a16:creationId xmlns:a16="http://schemas.microsoft.com/office/drawing/2014/main" id="{D81163B0-65A6-A4FD-14C0-FE510C11D02D}"/>
                </a:ext>
              </a:extLst>
            </p:cNvPr>
            <p:cNvSpPr/>
            <p:nvPr/>
          </p:nvSpPr>
          <p:spPr>
            <a:xfrm>
              <a:off x="6692313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618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21">
              <a:extLst>
                <a:ext uri="{FF2B5EF4-FFF2-40B4-BE49-F238E27FC236}">
                  <a16:creationId xmlns:a16="http://schemas.microsoft.com/office/drawing/2014/main" id="{5BA859E4-CCF3-AB93-8F7A-24D3299D4EB4}"/>
                </a:ext>
              </a:extLst>
            </p:cNvPr>
            <p:cNvSpPr/>
            <p:nvPr/>
          </p:nvSpPr>
          <p:spPr>
            <a:xfrm>
              <a:off x="6758321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658" y="365760"/>
                  </a:lnTo>
                  <a:lnTo>
                    <a:pt x="432418" y="0"/>
                  </a:lnTo>
                  <a:close/>
                </a:path>
              </a:pathLst>
            </a:custGeom>
            <a:solidFill>
              <a:srgbClr val="6288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22">
              <a:extLst>
                <a:ext uri="{FF2B5EF4-FFF2-40B4-BE49-F238E27FC236}">
                  <a16:creationId xmlns:a16="http://schemas.microsoft.com/office/drawing/2014/main" id="{BE0DDF6F-EC57-D6C8-8812-19ED94CD1EC5}"/>
                </a:ext>
              </a:extLst>
            </p:cNvPr>
            <p:cNvSpPr/>
            <p:nvPr/>
          </p:nvSpPr>
          <p:spPr>
            <a:xfrm>
              <a:off x="6824979" y="344042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831" y="0"/>
                  </a:moveTo>
                  <a:lnTo>
                    <a:pt x="365760" y="0"/>
                  </a:lnTo>
                  <a:lnTo>
                    <a:pt x="0" y="365760"/>
                  </a:lnTo>
                  <a:lnTo>
                    <a:pt x="66721" y="365760"/>
                  </a:lnTo>
                  <a:lnTo>
                    <a:pt x="432831" y="0"/>
                  </a:lnTo>
                  <a:close/>
                </a:path>
              </a:pathLst>
            </a:custGeom>
            <a:solidFill>
              <a:srgbClr val="638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23">
              <a:extLst>
                <a:ext uri="{FF2B5EF4-FFF2-40B4-BE49-F238E27FC236}">
                  <a16:creationId xmlns:a16="http://schemas.microsoft.com/office/drawing/2014/main" id="{2D479609-9D94-943A-AA4B-C6F81508314E}"/>
                </a:ext>
              </a:extLst>
            </p:cNvPr>
            <p:cNvSpPr/>
            <p:nvPr/>
          </p:nvSpPr>
          <p:spPr>
            <a:xfrm>
              <a:off x="6891701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648A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24">
              <a:extLst>
                <a:ext uri="{FF2B5EF4-FFF2-40B4-BE49-F238E27FC236}">
                  <a16:creationId xmlns:a16="http://schemas.microsoft.com/office/drawing/2014/main" id="{6841BC1A-1D6F-CEED-040F-551D7F2546F0}"/>
                </a:ext>
              </a:extLst>
            </p:cNvPr>
            <p:cNvSpPr/>
            <p:nvPr/>
          </p:nvSpPr>
          <p:spPr>
            <a:xfrm>
              <a:off x="6957773" y="3440429"/>
              <a:ext cx="432434" cy="365760"/>
            </a:xfrm>
            <a:custGeom>
              <a:avLst/>
              <a:gdLst/>
              <a:ahLst/>
              <a:cxnLst/>
              <a:rect l="l" t="t" r="r" b="b"/>
              <a:pathLst>
                <a:path w="432434" h="365760">
                  <a:moveTo>
                    <a:pt x="432181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6071" y="365760"/>
                  </a:lnTo>
                  <a:lnTo>
                    <a:pt x="432181" y="0"/>
                  </a:lnTo>
                  <a:close/>
                </a:path>
              </a:pathLst>
            </a:custGeom>
            <a:solidFill>
              <a:srgbClr val="648B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25">
              <a:extLst>
                <a:ext uri="{FF2B5EF4-FFF2-40B4-BE49-F238E27FC236}">
                  <a16:creationId xmlns:a16="http://schemas.microsoft.com/office/drawing/2014/main" id="{39AB8CB5-7CC7-4537-1282-C6F5F7E24AC5}"/>
                </a:ext>
              </a:extLst>
            </p:cNvPr>
            <p:cNvSpPr/>
            <p:nvPr/>
          </p:nvSpPr>
          <p:spPr>
            <a:xfrm>
              <a:off x="7023844" y="344042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468" y="0"/>
                  </a:moveTo>
                  <a:lnTo>
                    <a:pt x="366110" y="0"/>
                  </a:lnTo>
                  <a:lnTo>
                    <a:pt x="0" y="365760"/>
                  </a:lnTo>
                  <a:lnTo>
                    <a:pt x="67057" y="365760"/>
                  </a:lnTo>
                  <a:lnTo>
                    <a:pt x="432468" y="0"/>
                  </a:lnTo>
                  <a:close/>
                </a:path>
              </a:pathLst>
            </a:custGeom>
            <a:solidFill>
              <a:srgbClr val="668C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26">
              <a:extLst>
                <a:ext uri="{FF2B5EF4-FFF2-40B4-BE49-F238E27FC236}">
                  <a16:creationId xmlns:a16="http://schemas.microsoft.com/office/drawing/2014/main" id="{F9C3F489-25FF-DD74-EBA4-BDC9F14F8C08}"/>
                </a:ext>
              </a:extLst>
            </p:cNvPr>
            <p:cNvSpPr/>
            <p:nvPr/>
          </p:nvSpPr>
          <p:spPr>
            <a:xfrm>
              <a:off x="7090903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668D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27">
              <a:extLst>
                <a:ext uri="{FF2B5EF4-FFF2-40B4-BE49-F238E27FC236}">
                  <a16:creationId xmlns:a16="http://schemas.microsoft.com/office/drawing/2014/main" id="{E5CCE326-AB54-9B7A-3B1B-8B0AC970AFC7}"/>
                </a:ext>
              </a:extLst>
            </p:cNvPr>
            <p:cNvSpPr/>
            <p:nvPr/>
          </p:nvSpPr>
          <p:spPr>
            <a:xfrm>
              <a:off x="7156911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418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008" y="365760"/>
                  </a:lnTo>
                  <a:lnTo>
                    <a:pt x="431418" y="0"/>
                  </a:lnTo>
                  <a:close/>
                </a:path>
              </a:pathLst>
            </a:custGeom>
            <a:solidFill>
              <a:srgbClr val="668E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28">
              <a:extLst>
                <a:ext uri="{FF2B5EF4-FFF2-40B4-BE49-F238E27FC236}">
                  <a16:creationId xmlns:a16="http://schemas.microsoft.com/office/drawing/2014/main" id="{4CAFBBF3-5D87-4A89-5344-8566D8BFE25E}"/>
                </a:ext>
              </a:extLst>
            </p:cNvPr>
            <p:cNvSpPr/>
            <p:nvPr/>
          </p:nvSpPr>
          <p:spPr>
            <a:xfrm>
              <a:off x="7222919" y="3440429"/>
              <a:ext cx="433070" cy="365760"/>
            </a:xfrm>
            <a:custGeom>
              <a:avLst/>
              <a:gdLst/>
              <a:ahLst/>
              <a:cxnLst/>
              <a:rect l="l" t="t" r="r" b="b"/>
              <a:pathLst>
                <a:path w="433070" h="365760">
                  <a:moveTo>
                    <a:pt x="432640" y="0"/>
                  </a:moveTo>
                  <a:lnTo>
                    <a:pt x="365410" y="0"/>
                  </a:lnTo>
                  <a:lnTo>
                    <a:pt x="0" y="365760"/>
                  </a:lnTo>
                  <a:lnTo>
                    <a:pt x="66880" y="365760"/>
                  </a:lnTo>
                  <a:lnTo>
                    <a:pt x="432640" y="0"/>
                  </a:lnTo>
                  <a:close/>
                </a:path>
              </a:pathLst>
            </a:custGeom>
            <a:solidFill>
              <a:srgbClr val="678F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29">
              <a:extLst>
                <a:ext uri="{FF2B5EF4-FFF2-40B4-BE49-F238E27FC236}">
                  <a16:creationId xmlns:a16="http://schemas.microsoft.com/office/drawing/2014/main" id="{D088C3B5-1618-8F25-119E-6EF3052775A9}"/>
                </a:ext>
              </a:extLst>
            </p:cNvPr>
            <p:cNvSpPr/>
            <p:nvPr/>
          </p:nvSpPr>
          <p:spPr>
            <a:xfrm>
              <a:off x="7289800" y="3440429"/>
              <a:ext cx="431800" cy="365760"/>
            </a:xfrm>
            <a:custGeom>
              <a:avLst/>
              <a:gdLst/>
              <a:ahLst/>
              <a:cxnLst/>
              <a:rect l="l" t="t" r="r" b="b"/>
              <a:pathLst>
                <a:path w="431800" h="365760">
                  <a:moveTo>
                    <a:pt x="431800" y="0"/>
                  </a:moveTo>
                  <a:lnTo>
                    <a:pt x="365759" y="0"/>
                  </a:lnTo>
                  <a:lnTo>
                    <a:pt x="0" y="365760"/>
                  </a:lnTo>
                  <a:lnTo>
                    <a:pt x="66040" y="365760"/>
                  </a:lnTo>
                  <a:lnTo>
                    <a:pt x="431800" y="0"/>
                  </a:lnTo>
                  <a:close/>
                </a:path>
              </a:pathLst>
            </a:custGeom>
            <a:solidFill>
              <a:srgbClr val="6890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30">
              <a:extLst>
                <a:ext uri="{FF2B5EF4-FFF2-40B4-BE49-F238E27FC236}">
                  <a16:creationId xmlns:a16="http://schemas.microsoft.com/office/drawing/2014/main" id="{23D41A1E-ED2B-B5CD-53D6-B43F84DFA5B0}"/>
                </a:ext>
              </a:extLst>
            </p:cNvPr>
            <p:cNvSpPr/>
            <p:nvPr/>
          </p:nvSpPr>
          <p:spPr>
            <a:xfrm>
              <a:off x="7355839" y="3440429"/>
              <a:ext cx="398780" cy="365760"/>
            </a:xfrm>
            <a:custGeom>
              <a:avLst/>
              <a:gdLst/>
              <a:ahLst/>
              <a:cxnLst/>
              <a:rect l="l" t="t" r="r" b="b"/>
              <a:pathLst>
                <a:path w="398779" h="365760">
                  <a:moveTo>
                    <a:pt x="398779" y="0"/>
                  </a:moveTo>
                  <a:lnTo>
                    <a:pt x="365759" y="0"/>
                  </a:lnTo>
                  <a:lnTo>
                    <a:pt x="0" y="365760"/>
                  </a:lnTo>
                  <a:lnTo>
                    <a:pt x="66975" y="365760"/>
                  </a:lnTo>
                  <a:lnTo>
                    <a:pt x="398779" y="34273"/>
                  </a:lnTo>
                  <a:lnTo>
                    <a:pt x="398779" y="0"/>
                  </a:lnTo>
                  <a:close/>
                </a:path>
              </a:pathLst>
            </a:custGeom>
            <a:solidFill>
              <a:srgbClr val="6991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31">
              <a:extLst>
                <a:ext uri="{FF2B5EF4-FFF2-40B4-BE49-F238E27FC236}">
                  <a16:creationId xmlns:a16="http://schemas.microsoft.com/office/drawing/2014/main" id="{BF83C2AE-61F0-AF34-A646-DE7E63DE6F35}"/>
                </a:ext>
              </a:extLst>
            </p:cNvPr>
            <p:cNvSpPr/>
            <p:nvPr/>
          </p:nvSpPr>
          <p:spPr>
            <a:xfrm>
              <a:off x="7422815" y="3474702"/>
              <a:ext cx="332105" cy="332105"/>
            </a:xfrm>
            <a:custGeom>
              <a:avLst/>
              <a:gdLst/>
              <a:ahLst/>
              <a:cxnLst/>
              <a:rect l="l" t="t" r="r" b="b"/>
              <a:pathLst>
                <a:path w="332104" h="332104">
                  <a:moveTo>
                    <a:pt x="331804" y="0"/>
                  </a:moveTo>
                  <a:lnTo>
                    <a:pt x="0" y="331486"/>
                  </a:lnTo>
                  <a:lnTo>
                    <a:pt x="66071" y="331486"/>
                  </a:lnTo>
                  <a:lnTo>
                    <a:pt x="331804" y="66008"/>
                  </a:lnTo>
                  <a:lnTo>
                    <a:pt x="331804" y="0"/>
                  </a:lnTo>
                  <a:close/>
                </a:path>
              </a:pathLst>
            </a:custGeom>
            <a:solidFill>
              <a:srgbClr val="6992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32">
              <a:extLst>
                <a:ext uri="{FF2B5EF4-FFF2-40B4-BE49-F238E27FC236}">
                  <a16:creationId xmlns:a16="http://schemas.microsoft.com/office/drawing/2014/main" id="{747F1F34-17A3-16F7-AE45-9A7BBF99A71C}"/>
                </a:ext>
              </a:extLst>
            </p:cNvPr>
            <p:cNvSpPr/>
            <p:nvPr/>
          </p:nvSpPr>
          <p:spPr>
            <a:xfrm>
              <a:off x="7488887" y="3540711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5" h="266064">
                  <a:moveTo>
                    <a:pt x="265732" y="0"/>
                  </a:moveTo>
                  <a:lnTo>
                    <a:pt x="0" y="265478"/>
                  </a:lnTo>
                  <a:lnTo>
                    <a:pt x="66071" y="265478"/>
                  </a:lnTo>
                  <a:lnTo>
                    <a:pt x="265732" y="66008"/>
                  </a:lnTo>
                  <a:lnTo>
                    <a:pt x="265732" y="0"/>
                  </a:lnTo>
                  <a:close/>
                </a:path>
              </a:pathLst>
            </a:custGeom>
            <a:solidFill>
              <a:srgbClr val="6A93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9" name="object 133">
              <a:extLst>
                <a:ext uri="{FF2B5EF4-FFF2-40B4-BE49-F238E27FC236}">
                  <a16:creationId xmlns:a16="http://schemas.microsoft.com/office/drawing/2014/main" id="{D1574232-23B6-C17D-F7EB-1B196145E2A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554959" y="3606719"/>
              <a:ext cx="199661" cy="199470"/>
            </a:xfrm>
            <a:prstGeom prst="rect">
              <a:avLst/>
            </a:prstGeom>
          </p:spPr>
        </p:pic>
        <p:sp>
          <p:nvSpPr>
            <p:cNvPr id="1850" name="object 134">
              <a:extLst>
                <a:ext uri="{FF2B5EF4-FFF2-40B4-BE49-F238E27FC236}">
                  <a16:creationId xmlns:a16="http://schemas.microsoft.com/office/drawing/2014/main" id="{9D90D528-629C-F818-1D7F-AF280612B65D}"/>
                </a:ext>
              </a:extLst>
            </p:cNvPr>
            <p:cNvSpPr/>
            <p:nvPr/>
          </p:nvSpPr>
          <p:spPr>
            <a:xfrm>
              <a:off x="5467350" y="3440429"/>
              <a:ext cx="2286000" cy="364490"/>
            </a:xfrm>
            <a:custGeom>
              <a:avLst/>
              <a:gdLst/>
              <a:ahLst/>
              <a:cxnLst/>
              <a:rect l="l" t="t" r="r" b="b"/>
              <a:pathLst>
                <a:path w="2286000" h="364489">
                  <a:moveTo>
                    <a:pt x="1143000" y="364490"/>
                  </a:moveTo>
                  <a:lnTo>
                    <a:pt x="0" y="364490"/>
                  </a:lnTo>
                  <a:lnTo>
                    <a:pt x="0" y="0"/>
                  </a:lnTo>
                  <a:lnTo>
                    <a:pt x="2286000" y="0"/>
                  </a:lnTo>
                  <a:lnTo>
                    <a:pt x="2286000" y="364490"/>
                  </a:lnTo>
                  <a:lnTo>
                    <a:pt x="1143000" y="364490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1" name="object 135">
            <a:extLst>
              <a:ext uri="{FF2B5EF4-FFF2-40B4-BE49-F238E27FC236}">
                <a16:creationId xmlns:a16="http://schemas.microsoft.com/office/drawing/2014/main" id="{5460CD82-54A8-99A8-FAA0-5C95C7D2FE14}"/>
              </a:ext>
            </a:extLst>
          </p:cNvPr>
          <p:cNvSpPr txBox="1"/>
          <p:nvPr/>
        </p:nvSpPr>
        <p:spPr>
          <a:xfrm>
            <a:off x="5477509" y="2293620"/>
            <a:ext cx="1188720" cy="21971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0" rIns="0" bIns="0" rtlCol="0">
            <a:spAutoFit/>
          </a:bodyPr>
          <a:lstStyle/>
          <a:p>
            <a:pPr marL="45085">
              <a:lnSpc>
                <a:spcPts val="1730"/>
              </a:lnSpc>
            </a:pPr>
            <a:r>
              <a:rPr sz="1600" spc="-5" dirty="0">
                <a:latin typeface="Arial MT"/>
                <a:cs typeface="Arial MT"/>
              </a:rPr>
              <a:t>NAS</a:t>
            </a:r>
            <a:r>
              <a:rPr sz="1600" spc="-4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Device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852" name="object 136">
            <a:extLst>
              <a:ext uri="{FF2B5EF4-FFF2-40B4-BE49-F238E27FC236}">
                <a16:creationId xmlns:a16="http://schemas.microsoft.com/office/drawing/2014/main" id="{7C7EC072-180E-EDF5-2C13-13EA38208828}"/>
              </a:ext>
            </a:extLst>
          </p:cNvPr>
          <p:cNvSpPr txBox="1"/>
          <p:nvPr/>
        </p:nvSpPr>
        <p:spPr>
          <a:xfrm>
            <a:off x="5473639" y="3845559"/>
            <a:ext cx="227393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814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latin typeface="Arial MT"/>
                <a:cs typeface="Arial MT"/>
              </a:rPr>
              <a:t>Storage</a:t>
            </a:r>
            <a:r>
              <a:rPr sz="1600" spc="-35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Interface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1853" name="object 137">
            <a:extLst>
              <a:ext uri="{FF2B5EF4-FFF2-40B4-BE49-F238E27FC236}">
                <a16:creationId xmlns:a16="http://schemas.microsoft.com/office/drawing/2014/main" id="{68BDD541-6AE3-BF28-AF52-C4DF96EBC3EB}"/>
              </a:ext>
            </a:extLst>
          </p:cNvPr>
          <p:cNvGrpSpPr/>
          <p:nvPr/>
        </p:nvGrpSpPr>
        <p:grpSpPr>
          <a:xfrm>
            <a:off x="4398645" y="3666172"/>
            <a:ext cx="1064895" cy="2367915"/>
            <a:chOff x="4398645" y="3666172"/>
            <a:chExt cx="1064895" cy="2367915"/>
          </a:xfrm>
        </p:grpSpPr>
        <p:sp>
          <p:nvSpPr>
            <p:cNvPr id="1854" name="object 138">
              <a:extLst>
                <a:ext uri="{FF2B5EF4-FFF2-40B4-BE49-F238E27FC236}">
                  <a16:creationId xmlns:a16="http://schemas.microsoft.com/office/drawing/2014/main" id="{8626B079-7FD4-DD4C-D614-25AD42025233}"/>
                </a:ext>
              </a:extLst>
            </p:cNvPr>
            <p:cNvSpPr/>
            <p:nvPr/>
          </p:nvSpPr>
          <p:spPr>
            <a:xfrm>
              <a:off x="4928870" y="3680459"/>
              <a:ext cx="0" cy="1507490"/>
            </a:xfrm>
            <a:custGeom>
              <a:avLst/>
              <a:gdLst/>
              <a:ahLst/>
              <a:cxnLst/>
              <a:rect l="l" t="t" r="r" b="b"/>
              <a:pathLst>
                <a:path h="1507489">
                  <a:moveTo>
                    <a:pt x="0" y="0"/>
                  </a:moveTo>
                  <a:lnTo>
                    <a:pt x="0" y="1507489"/>
                  </a:lnTo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55" name="object 139">
              <a:extLst>
                <a:ext uri="{FF2B5EF4-FFF2-40B4-BE49-F238E27FC236}">
                  <a16:creationId xmlns:a16="http://schemas.microsoft.com/office/drawing/2014/main" id="{5E555267-33F5-EEF6-FDA3-7390FED0DD71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99280" y="5067299"/>
              <a:ext cx="1064260" cy="966469"/>
            </a:xfrm>
            <a:prstGeom prst="rect">
              <a:avLst/>
            </a:prstGeom>
          </p:spPr>
        </p:pic>
        <p:sp>
          <p:nvSpPr>
            <p:cNvPr id="1856" name="object 140">
              <a:extLst>
                <a:ext uri="{FF2B5EF4-FFF2-40B4-BE49-F238E27FC236}">
                  <a16:creationId xmlns:a16="http://schemas.microsoft.com/office/drawing/2014/main" id="{FD32173D-BCBC-3190-72D5-86411768C127}"/>
                </a:ext>
              </a:extLst>
            </p:cNvPr>
            <p:cNvSpPr/>
            <p:nvPr/>
          </p:nvSpPr>
          <p:spPr>
            <a:xfrm>
              <a:off x="4399280" y="5067299"/>
              <a:ext cx="1062990" cy="965200"/>
            </a:xfrm>
            <a:custGeom>
              <a:avLst/>
              <a:gdLst/>
              <a:ahLst/>
              <a:cxnLst/>
              <a:rect l="l" t="t" r="r" b="b"/>
              <a:pathLst>
                <a:path w="1062989" h="965200">
                  <a:moveTo>
                    <a:pt x="1062990" y="965200"/>
                  </a:moveTo>
                  <a:lnTo>
                    <a:pt x="0" y="965200"/>
                  </a:lnTo>
                  <a:lnTo>
                    <a:pt x="0" y="0"/>
                  </a:lnTo>
                  <a:lnTo>
                    <a:pt x="1062990" y="0"/>
                  </a:lnTo>
                  <a:lnTo>
                    <a:pt x="1062990" y="96520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57" name="object 141">
              <a:extLst>
                <a:ext uri="{FF2B5EF4-FFF2-40B4-BE49-F238E27FC236}">
                  <a16:creationId xmlns:a16="http://schemas.microsoft.com/office/drawing/2014/main" id="{5CEBE8FF-355A-93FE-6E92-CF2CE844475D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72940" y="5640069"/>
              <a:ext cx="219710" cy="100330"/>
            </a:xfrm>
            <a:prstGeom prst="rect">
              <a:avLst/>
            </a:prstGeom>
          </p:spPr>
        </p:pic>
        <p:pic>
          <p:nvPicPr>
            <p:cNvPr id="1858" name="object 142">
              <a:extLst>
                <a:ext uri="{FF2B5EF4-FFF2-40B4-BE49-F238E27FC236}">
                  <a16:creationId xmlns:a16="http://schemas.microsoft.com/office/drawing/2014/main" id="{7BAFF6ED-CA67-DA18-5D9B-33E663379C0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72940" y="5755639"/>
              <a:ext cx="219710" cy="100330"/>
            </a:xfrm>
            <a:prstGeom prst="rect">
              <a:avLst/>
            </a:prstGeom>
          </p:spPr>
        </p:pic>
        <p:sp>
          <p:nvSpPr>
            <p:cNvPr id="1859" name="object 143">
              <a:extLst>
                <a:ext uri="{FF2B5EF4-FFF2-40B4-BE49-F238E27FC236}">
                  <a16:creationId xmlns:a16="http://schemas.microsoft.com/office/drawing/2014/main" id="{FB3D2E45-96FF-82FF-C68C-363591A06317}"/>
                </a:ext>
              </a:extLst>
            </p:cNvPr>
            <p:cNvSpPr/>
            <p:nvPr/>
          </p:nvSpPr>
          <p:spPr>
            <a:xfrm>
              <a:off x="5189220" y="5157469"/>
              <a:ext cx="182880" cy="35560"/>
            </a:xfrm>
            <a:custGeom>
              <a:avLst/>
              <a:gdLst/>
              <a:ahLst/>
              <a:cxnLst/>
              <a:rect l="l" t="t" r="r" b="b"/>
              <a:pathLst>
                <a:path w="182879" h="35560">
                  <a:moveTo>
                    <a:pt x="18288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182880" y="35560"/>
                  </a:lnTo>
                  <a:lnTo>
                    <a:pt x="182880" y="0"/>
                  </a:lnTo>
                  <a:close/>
                </a:path>
              </a:pathLst>
            </a:custGeom>
            <a:solidFill>
              <a:srgbClr val="467C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60" name="object 144">
              <a:extLst>
                <a:ext uri="{FF2B5EF4-FFF2-40B4-BE49-F238E27FC236}">
                  <a16:creationId xmlns:a16="http://schemas.microsoft.com/office/drawing/2014/main" id="{D316DC79-9C67-D95F-532D-3431785EA3E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3090" y="4939029"/>
              <a:ext cx="1056639" cy="123189"/>
            </a:xfrm>
            <a:prstGeom prst="rect">
              <a:avLst/>
            </a:prstGeom>
          </p:spPr>
        </p:pic>
        <p:sp>
          <p:nvSpPr>
            <p:cNvPr id="1861" name="object 145">
              <a:extLst>
                <a:ext uri="{FF2B5EF4-FFF2-40B4-BE49-F238E27FC236}">
                  <a16:creationId xmlns:a16="http://schemas.microsoft.com/office/drawing/2014/main" id="{D7AF5827-0CE5-1F8C-FB1B-3CD6FA26286E}"/>
                </a:ext>
              </a:extLst>
            </p:cNvPr>
            <p:cNvSpPr/>
            <p:nvPr/>
          </p:nvSpPr>
          <p:spPr>
            <a:xfrm>
              <a:off x="4758690" y="5063489"/>
              <a:ext cx="344170" cy="969010"/>
            </a:xfrm>
            <a:custGeom>
              <a:avLst/>
              <a:gdLst/>
              <a:ahLst/>
              <a:cxnLst/>
              <a:rect l="l" t="t" r="r" b="b"/>
              <a:pathLst>
                <a:path w="344170" h="969010">
                  <a:moveTo>
                    <a:pt x="19050" y="0"/>
                  </a:moveTo>
                  <a:lnTo>
                    <a:pt x="0" y="0"/>
                  </a:lnTo>
                  <a:lnTo>
                    <a:pt x="0" y="969010"/>
                  </a:lnTo>
                  <a:lnTo>
                    <a:pt x="19050" y="969010"/>
                  </a:lnTo>
                  <a:lnTo>
                    <a:pt x="19050" y="0"/>
                  </a:lnTo>
                  <a:close/>
                </a:path>
                <a:path w="344170" h="969010">
                  <a:moveTo>
                    <a:pt x="344170" y="0"/>
                  </a:moveTo>
                  <a:lnTo>
                    <a:pt x="327660" y="0"/>
                  </a:lnTo>
                  <a:lnTo>
                    <a:pt x="327660" y="969010"/>
                  </a:lnTo>
                  <a:lnTo>
                    <a:pt x="344170" y="969010"/>
                  </a:lnTo>
                  <a:lnTo>
                    <a:pt x="344170" y="0"/>
                  </a:lnTo>
                  <a:close/>
                </a:path>
              </a:pathLst>
            </a:custGeom>
            <a:solidFill>
              <a:srgbClr val="C6DE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62" name="object 146">
              <a:extLst>
                <a:ext uri="{FF2B5EF4-FFF2-40B4-BE49-F238E27FC236}">
                  <a16:creationId xmlns:a16="http://schemas.microsoft.com/office/drawing/2014/main" id="{9689B023-4036-1772-F74C-6360ABF710D6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826000" y="5642609"/>
              <a:ext cx="219710" cy="97790"/>
            </a:xfrm>
            <a:prstGeom prst="rect">
              <a:avLst/>
            </a:prstGeom>
          </p:spPr>
        </p:pic>
        <p:pic>
          <p:nvPicPr>
            <p:cNvPr id="1863" name="object 147">
              <a:extLst>
                <a:ext uri="{FF2B5EF4-FFF2-40B4-BE49-F238E27FC236}">
                  <a16:creationId xmlns:a16="http://schemas.microsoft.com/office/drawing/2014/main" id="{4F425285-1081-4405-3FA9-1F3B3FC7AAB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826000" y="5758179"/>
              <a:ext cx="219710" cy="97790"/>
            </a:xfrm>
            <a:prstGeom prst="rect">
              <a:avLst/>
            </a:prstGeom>
          </p:spPr>
        </p:pic>
        <p:pic>
          <p:nvPicPr>
            <p:cNvPr id="1864" name="object 148">
              <a:extLst>
                <a:ext uri="{FF2B5EF4-FFF2-40B4-BE49-F238E27FC236}">
                  <a16:creationId xmlns:a16="http://schemas.microsoft.com/office/drawing/2014/main" id="{ACD17B47-15C0-BE98-24A7-445458FF5C6D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72940" y="5867399"/>
              <a:ext cx="219710" cy="101600"/>
            </a:xfrm>
            <a:prstGeom prst="rect">
              <a:avLst/>
            </a:prstGeom>
          </p:spPr>
        </p:pic>
        <p:pic>
          <p:nvPicPr>
            <p:cNvPr id="1865" name="object 149">
              <a:extLst>
                <a:ext uri="{FF2B5EF4-FFF2-40B4-BE49-F238E27FC236}">
                  <a16:creationId xmlns:a16="http://schemas.microsoft.com/office/drawing/2014/main" id="{7DFB57A7-95E2-DD38-D47A-74E756D6B370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826000" y="5867399"/>
              <a:ext cx="219710" cy="101600"/>
            </a:xfrm>
            <a:prstGeom prst="rect">
              <a:avLst/>
            </a:prstGeom>
          </p:spPr>
        </p:pic>
        <p:pic>
          <p:nvPicPr>
            <p:cNvPr id="1866" name="object 150">
              <a:extLst>
                <a:ext uri="{FF2B5EF4-FFF2-40B4-BE49-F238E27FC236}">
                  <a16:creationId xmlns:a16="http://schemas.microsoft.com/office/drawing/2014/main" id="{9AB5831F-2993-A526-B473-5AA90A3CA479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72710" y="5640069"/>
              <a:ext cx="219710" cy="100330"/>
            </a:xfrm>
            <a:prstGeom prst="rect">
              <a:avLst/>
            </a:prstGeom>
          </p:spPr>
        </p:pic>
        <p:pic>
          <p:nvPicPr>
            <p:cNvPr id="1867" name="object 151">
              <a:extLst>
                <a:ext uri="{FF2B5EF4-FFF2-40B4-BE49-F238E27FC236}">
                  <a16:creationId xmlns:a16="http://schemas.microsoft.com/office/drawing/2014/main" id="{D5B92F5E-4A7E-D3F1-7959-7105B7DF5E6B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72710" y="5755639"/>
              <a:ext cx="219710" cy="100330"/>
            </a:xfrm>
            <a:prstGeom prst="rect">
              <a:avLst/>
            </a:prstGeom>
          </p:spPr>
        </p:pic>
        <p:pic>
          <p:nvPicPr>
            <p:cNvPr id="1868" name="object 152">
              <a:extLst>
                <a:ext uri="{FF2B5EF4-FFF2-40B4-BE49-F238E27FC236}">
                  <a16:creationId xmlns:a16="http://schemas.microsoft.com/office/drawing/2014/main" id="{11F94F97-EDDD-D9DF-A92B-AC466C53A08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72710" y="5867399"/>
              <a:ext cx="219710" cy="101600"/>
            </a:xfrm>
            <a:prstGeom prst="rect">
              <a:avLst/>
            </a:prstGeom>
          </p:spPr>
        </p:pic>
      </p:grpSp>
      <p:sp>
        <p:nvSpPr>
          <p:cNvPr id="1869" name="object 153">
            <a:extLst>
              <a:ext uri="{FF2B5EF4-FFF2-40B4-BE49-F238E27FC236}">
                <a16:creationId xmlns:a16="http://schemas.microsoft.com/office/drawing/2014/main" id="{0BA260B6-E245-B8C0-8AAB-89431E3F0FDA}"/>
              </a:ext>
            </a:extLst>
          </p:cNvPr>
          <p:cNvSpPr txBox="1"/>
          <p:nvPr/>
        </p:nvSpPr>
        <p:spPr>
          <a:xfrm>
            <a:off x="5549900" y="4558029"/>
            <a:ext cx="143764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SCSI,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FC,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or</a:t>
            </a:r>
            <a:r>
              <a:rPr sz="1400" spc="-5" dirty="0">
                <a:latin typeface="Arial MT"/>
                <a:cs typeface="Arial MT"/>
              </a:rPr>
              <a:t> ATA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1870" name="object 154">
            <a:extLst>
              <a:ext uri="{FF2B5EF4-FFF2-40B4-BE49-F238E27FC236}">
                <a16:creationId xmlns:a16="http://schemas.microsoft.com/office/drawing/2014/main" id="{6637E12F-61D2-AAD4-D8EF-58DDC734A2C2}"/>
              </a:ext>
            </a:extLst>
          </p:cNvPr>
          <p:cNvGrpSpPr/>
          <p:nvPr/>
        </p:nvGrpSpPr>
        <p:grpSpPr>
          <a:xfrm>
            <a:off x="4535170" y="2673350"/>
            <a:ext cx="3337560" cy="1906270"/>
            <a:chOff x="4535170" y="2673350"/>
            <a:chExt cx="3337560" cy="1906270"/>
          </a:xfrm>
        </p:grpSpPr>
        <p:sp>
          <p:nvSpPr>
            <p:cNvPr id="1871" name="object 155">
              <a:extLst>
                <a:ext uri="{FF2B5EF4-FFF2-40B4-BE49-F238E27FC236}">
                  <a16:creationId xmlns:a16="http://schemas.microsoft.com/office/drawing/2014/main" id="{F8F20435-B00E-E9FD-DEB4-E77AAF9CB17C}"/>
                </a:ext>
              </a:extLst>
            </p:cNvPr>
            <p:cNvSpPr/>
            <p:nvPr/>
          </p:nvSpPr>
          <p:spPr>
            <a:xfrm>
              <a:off x="4986020" y="4329429"/>
              <a:ext cx="601980" cy="250190"/>
            </a:xfrm>
            <a:custGeom>
              <a:avLst/>
              <a:gdLst/>
              <a:ahLst/>
              <a:cxnLst/>
              <a:rect l="l" t="t" r="r" b="b"/>
              <a:pathLst>
                <a:path w="601979" h="250189">
                  <a:moveTo>
                    <a:pt x="601980" y="241300"/>
                  </a:moveTo>
                  <a:lnTo>
                    <a:pt x="118338" y="42519"/>
                  </a:lnTo>
                  <a:lnTo>
                    <a:pt x="130810" y="12700"/>
                  </a:lnTo>
                  <a:lnTo>
                    <a:pt x="0" y="0"/>
                  </a:lnTo>
                  <a:lnTo>
                    <a:pt x="101600" y="82550"/>
                  </a:lnTo>
                  <a:lnTo>
                    <a:pt x="114604" y="51435"/>
                  </a:lnTo>
                  <a:lnTo>
                    <a:pt x="598170" y="250190"/>
                  </a:lnTo>
                  <a:lnTo>
                    <a:pt x="601980" y="241300"/>
                  </a:lnTo>
                  <a:close/>
                </a:path>
              </a:pathLst>
            </a:custGeom>
            <a:solidFill>
              <a:srgbClr val="0015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56">
              <a:extLst>
                <a:ext uri="{FF2B5EF4-FFF2-40B4-BE49-F238E27FC236}">
                  <a16:creationId xmlns:a16="http://schemas.microsoft.com/office/drawing/2014/main" id="{35C340B5-C45C-B1C6-8281-5736F46673F7}"/>
                </a:ext>
              </a:extLst>
            </p:cNvPr>
            <p:cNvSpPr/>
            <p:nvPr/>
          </p:nvSpPr>
          <p:spPr>
            <a:xfrm>
              <a:off x="4535170" y="2697479"/>
              <a:ext cx="49530" cy="93980"/>
            </a:xfrm>
            <a:custGeom>
              <a:avLst/>
              <a:gdLst/>
              <a:ahLst/>
              <a:cxnLst/>
              <a:rect l="l" t="t" r="r" b="b"/>
              <a:pathLst>
                <a:path w="49529" h="93980">
                  <a:moveTo>
                    <a:pt x="13970" y="58420"/>
                  </a:moveTo>
                  <a:lnTo>
                    <a:pt x="8890" y="57150"/>
                  </a:lnTo>
                  <a:lnTo>
                    <a:pt x="5080" y="55880"/>
                  </a:lnTo>
                  <a:lnTo>
                    <a:pt x="2540" y="62230"/>
                  </a:lnTo>
                  <a:lnTo>
                    <a:pt x="2540" y="63500"/>
                  </a:lnTo>
                  <a:lnTo>
                    <a:pt x="1270" y="72390"/>
                  </a:lnTo>
                  <a:lnTo>
                    <a:pt x="1270" y="73660"/>
                  </a:lnTo>
                  <a:lnTo>
                    <a:pt x="0" y="82550"/>
                  </a:lnTo>
                  <a:lnTo>
                    <a:pt x="0" y="93980"/>
                  </a:lnTo>
                  <a:lnTo>
                    <a:pt x="8890" y="93980"/>
                  </a:lnTo>
                  <a:lnTo>
                    <a:pt x="8890" y="83820"/>
                  </a:lnTo>
                  <a:lnTo>
                    <a:pt x="9994" y="74891"/>
                  </a:lnTo>
                  <a:lnTo>
                    <a:pt x="10160" y="74930"/>
                  </a:lnTo>
                  <a:lnTo>
                    <a:pt x="11430" y="64770"/>
                  </a:lnTo>
                  <a:lnTo>
                    <a:pt x="13970" y="58420"/>
                  </a:lnTo>
                  <a:close/>
                </a:path>
                <a:path w="49529" h="93980">
                  <a:moveTo>
                    <a:pt x="49530" y="7620"/>
                  </a:moveTo>
                  <a:lnTo>
                    <a:pt x="44450" y="0"/>
                  </a:lnTo>
                  <a:lnTo>
                    <a:pt x="41910" y="1270"/>
                  </a:lnTo>
                  <a:lnTo>
                    <a:pt x="40640" y="2540"/>
                  </a:lnTo>
                  <a:lnTo>
                    <a:pt x="34290" y="8890"/>
                  </a:lnTo>
                  <a:lnTo>
                    <a:pt x="33020" y="8890"/>
                  </a:lnTo>
                  <a:lnTo>
                    <a:pt x="26670" y="16510"/>
                  </a:lnTo>
                  <a:lnTo>
                    <a:pt x="20320" y="25400"/>
                  </a:lnTo>
                  <a:lnTo>
                    <a:pt x="17780" y="29210"/>
                  </a:lnTo>
                  <a:lnTo>
                    <a:pt x="25400" y="34290"/>
                  </a:lnTo>
                  <a:lnTo>
                    <a:pt x="27940" y="30480"/>
                  </a:lnTo>
                  <a:lnTo>
                    <a:pt x="33020" y="22860"/>
                  </a:lnTo>
                  <a:lnTo>
                    <a:pt x="40640" y="15240"/>
                  </a:lnTo>
                  <a:lnTo>
                    <a:pt x="48260" y="8890"/>
                  </a:lnTo>
                  <a:lnTo>
                    <a:pt x="47828" y="8470"/>
                  </a:lnTo>
                  <a:lnTo>
                    <a:pt x="49530" y="7620"/>
                  </a:lnTo>
                  <a:close/>
                </a:path>
              </a:pathLst>
            </a:custGeom>
            <a:solidFill>
              <a:srgbClr val="408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57">
              <a:extLst>
                <a:ext uri="{FF2B5EF4-FFF2-40B4-BE49-F238E27FC236}">
                  <a16:creationId xmlns:a16="http://schemas.microsoft.com/office/drawing/2014/main" id="{12DBB992-3983-D6CF-A11D-C76B3EDC0F6A}"/>
                </a:ext>
              </a:extLst>
            </p:cNvPr>
            <p:cNvSpPr/>
            <p:nvPr/>
          </p:nvSpPr>
          <p:spPr>
            <a:xfrm>
              <a:off x="4539615" y="2819400"/>
              <a:ext cx="0" cy="1294130"/>
            </a:xfrm>
            <a:custGeom>
              <a:avLst/>
              <a:gdLst/>
              <a:ahLst/>
              <a:cxnLst/>
              <a:rect l="l" t="t" r="r" b="b"/>
              <a:pathLst>
                <a:path h="1294129">
                  <a:moveTo>
                    <a:pt x="0" y="0"/>
                  </a:moveTo>
                  <a:lnTo>
                    <a:pt x="0" y="1294130"/>
                  </a:lnTo>
                </a:path>
              </a:pathLst>
            </a:custGeom>
            <a:ln w="8889">
              <a:solidFill>
                <a:srgbClr val="40867A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58">
              <a:extLst>
                <a:ext uri="{FF2B5EF4-FFF2-40B4-BE49-F238E27FC236}">
                  <a16:creationId xmlns:a16="http://schemas.microsoft.com/office/drawing/2014/main" id="{77EB5ABC-E799-D039-A77E-DBADE222E147}"/>
                </a:ext>
              </a:extLst>
            </p:cNvPr>
            <p:cNvSpPr/>
            <p:nvPr/>
          </p:nvSpPr>
          <p:spPr>
            <a:xfrm>
              <a:off x="4535170" y="4112259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10160" y="3810"/>
                  </a:moveTo>
                  <a:lnTo>
                    <a:pt x="8890" y="0"/>
                  </a:lnTo>
                  <a:lnTo>
                    <a:pt x="508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10160" y="3810"/>
                  </a:lnTo>
                  <a:close/>
                </a:path>
              </a:pathLst>
            </a:custGeom>
            <a:solidFill>
              <a:srgbClr val="408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5" name="object 159">
              <a:extLst>
                <a:ext uri="{FF2B5EF4-FFF2-40B4-BE49-F238E27FC236}">
                  <a16:creationId xmlns:a16="http://schemas.microsoft.com/office/drawing/2014/main" id="{471E245F-67F2-69C3-E5C5-1689EC42B255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41520" y="4142739"/>
              <a:ext cx="78739" cy="74930"/>
            </a:xfrm>
            <a:prstGeom prst="rect">
              <a:avLst/>
            </a:prstGeom>
          </p:spPr>
        </p:pic>
        <p:sp>
          <p:nvSpPr>
            <p:cNvPr id="1876" name="object 160">
              <a:extLst>
                <a:ext uri="{FF2B5EF4-FFF2-40B4-BE49-F238E27FC236}">
                  <a16:creationId xmlns:a16="http://schemas.microsoft.com/office/drawing/2014/main" id="{DE2D95D1-EBF0-0201-0B18-07A9D32DF44B}"/>
                </a:ext>
              </a:extLst>
            </p:cNvPr>
            <p:cNvSpPr/>
            <p:nvPr/>
          </p:nvSpPr>
          <p:spPr>
            <a:xfrm>
              <a:off x="4648200" y="4216400"/>
              <a:ext cx="3084830" cy="0"/>
            </a:xfrm>
            <a:custGeom>
              <a:avLst/>
              <a:gdLst/>
              <a:ahLst/>
              <a:cxnLst/>
              <a:rect l="l" t="t" r="r" b="b"/>
              <a:pathLst>
                <a:path w="3084829">
                  <a:moveTo>
                    <a:pt x="0" y="0"/>
                  </a:moveTo>
                  <a:lnTo>
                    <a:pt x="3084829" y="0"/>
                  </a:lnTo>
                </a:path>
              </a:pathLst>
            </a:custGeom>
            <a:ln w="10160">
              <a:solidFill>
                <a:srgbClr val="40867A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61">
              <a:extLst>
                <a:ext uri="{FF2B5EF4-FFF2-40B4-BE49-F238E27FC236}">
                  <a16:creationId xmlns:a16="http://schemas.microsoft.com/office/drawing/2014/main" id="{06EF7CA9-4719-759B-6E52-0D2B20164058}"/>
                </a:ext>
              </a:extLst>
            </p:cNvPr>
            <p:cNvSpPr/>
            <p:nvPr/>
          </p:nvSpPr>
          <p:spPr>
            <a:xfrm>
              <a:off x="7760970" y="4105909"/>
              <a:ext cx="111760" cy="115570"/>
            </a:xfrm>
            <a:custGeom>
              <a:avLst/>
              <a:gdLst/>
              <a:ahLst/>
              <a:cxnLst/>
              <a:rect l="l" t="t" r="r" b="b"/>
              <a:pathLst>
                <a:path w="111759" h="115570">
                  <a:moveTo>
                    <a:pt x="38100" y="107950"/>
                  </a:moveTo>
                  <a:lnTo>
                    <a:pt x="36830" y="104140"/>
                  </a:lnTo>
                  <a:lnTo>
                    <a:pt x="34290" y="99060"/>
                  </a:lnTo>
                  <a:lnTo>
                    <a:pt x="30746" y="101422"/>
                  </a:lnTo>
                  <a:lnTo>
                    <a:pt x="30480" y="100330"/>
                  </a:lnTo>
                  <a:lnTo>
                    <a:pt x="21590" y="104140"/>
                  </a:lnTo>
                  <a:lnTo>
                    <a:pt x="12700" y="105410"/>
                  </a:lnTo>
                  <a:lnTo>
                    <a:pt x="3810" y="105410"/>
                  </a:lnTo>
                  <a:lnTo>
                    <a:pt x="2540" y="105410"/>
                  </a:lnTo>
                  <a:lnTo>
                    <a:pt x="0" y="105410"/>
                  </a:lnTo>
                  <a:lnTo>
                    <a:pt x="0" y="115570"/>
                  </a:lnTo>
                  <a:lnTo>
                    <a:pt x="3810" y="115570"/>
                  </a:lnTo>
                  <a:lnTo>
                    <a:pt x="13970" y="114300"/>
                  </a:lnTo>
                  <a:lnTo>
                    <a:pt x="24130" y="113030"/>
                  </a:lnTo>
                  <a:lnTo>
                    <a:pt x="33020" y="109220"/>
                  </a:lnTo>
                  <a:lnTo>
                    <a:pt x="34290" y="109220"/>
                  </a:lnTo>
                  <a:lnTo>
                    <a:pt x="38100" y="107950"/>
                  </a:lnTo>
                  <a:close/>
                </a:path>
                <a:path w="111759" h="115570">
                  <a:moveTo>
                    <a:pt x="91440" y="66040"/>
                  </a:moveTo>
                  <a:lnTo>
                    <a:pt x="87630" y="62230"/>
                  </a:lnTo>
                  <a:lnTo>
                    <a:pt x="83820" y="59690"/>
                  </a:lnTo>
                  <a:lnTo>
                    <a:pt x="77470" y="67310"/>
                  </a:lnTo>
                  <a:lnTo>
                    <a:pt x="71120" y="74930"/>
                  </a:lnTo>
                  <a:lnTo>
                    <a:pt x="63500" y="81280"/>
                  </a:lnTo>
                  <a:lnTo>
                    <a:pt x="58420" y="85090"/>
                  </a:lnTo>
                  <a:lnTo>
                    <a:pt x="63500" y="92710"/>
                  </a:lnTo>
                  <a:lnTo>
                    <a:pt x="69850" y="88900"/>
                  </a:lnTo>
                  <a:lnTo>
                    <a:pt x="77470" y="81280"/>
                  </a:lnTo>
                  <a:lnTo>
                    <a:pt x="85090" y="73660"/>
                  </a:lnTo>
                  <a:lnTo>
                    <a:pt x="91440" y="66040"/>
                  </a:lnTo>
                  <a:close/>
                </a:path>
                <a:path w="111759" h="115570">
                  <a:moveTo>
                    <a:pt x="111760" y="0"/>
                  </a:moveTo>
                  <a:lnTo>
                    <a:pt x="101600" y="0"/>
                  </a:lnTo>
                  <a:lnTo>
                    <a:pt x="101600" y="6350"/>
                  </a:lnTo>
                  <a:lnTo>
                    <a:pt x="101600" y="7620"/>
                  </a:lnTo>
                  <a:lnTo>
                    <a:pt x="101600" y="15240"/>
                  </a:lnTo>
                  <a:lnTo>
                    <a:pt x="100330" y="25400"/>
                  </a:lnTo>
                  <a:lnTo>
                    <a:pt x="96520" y="34290"/>
                  </a:lnTo>
                  <a:lnTo>
                    <a:pt x="97536" y="34544"/>
                  </a:lnTo>
                  <a:lnTo>
                    <a:pt x="96520" y="35560"/>
                  </a:lnTo>
                  <a:lnTo>
                    <a:pt x="101600" y="36830"/>
                  </a:lnTo>
                  <a:lnTo>
                    <a:pt x="105410" y="39370"/>
                  </a:lnTo>
                  <a:lnTo>
                    <a:pt x="106680" y="38100"/>
                  </a:lnTo>
                  <a:lnTo>
                    <a:pt x="106680" y="36830"/>
                  </a:lnTo>
                  <a:lnTo>
                    <a:pt x="109220" y="27940"/>
                  </a:lnTo>
                  <a:lnTo>
                    <a:pt x="109220" y="26670"/>
                  </a:lnTo>
                  <a:lnTo>
                    <a:pt x="110490" y="17780"/>
                  </a:lnTo>
                  <a:lnTo>
                    <a:pt x="111760" y="7620"/>
                  </a:lnTo>
                  <a:lnTo>
                    <a:pt x="111760" y="0"/>
                  </a:lnTo>
                  <a:close/>
                </a:path>
              </a:pathLst>
            </a:custGeom>
            <a:solidFill>
              <a:srgbClr val="408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62">
              <a:extLst>
                <a:ext uri="{FF2B5EF4-FFF2-40B4-BE49-F238E27FC236}">
                  <a16:creationId xmlns:a16="http://schemas.microsoft.com/office/drawing/2014/main" id="{9A7D7B51-3861-1020-131B-3812C76374B3}"/>
                </a:ext>
              </a:extLst>
            </p:cNvPr>
            <p:cNvSpPr/>
            <p:nvPr/>
          </p:nvSpPr>
          <p:spPr>
            <a:xfrm>
              <a:off x="7867650" y="2781300"/>
              <a:ext cx="0" cy="1296670"/>
            </a:xfrm>
            <a:custGeom>
              <a:avLst/>
              <a:gdLst/>
              <a:ahLst/>
              <a:cxnLst/>
              <a:rect l="l" t="t" r="r" b="b"/>
              <a:pathLst>
                <a:path h="1296670">
                  <a:moveTo>
                    <a:pt x="0" y="0"/>
                  </a:moveTo>
                  <a:lnTo>
                    <a:pt x="0" y="1296670"/>
                  </a:lnTo>
                </a:path>
              </a:pathLst>
            </a:custGeom>
            <a:ln w="10159">
              <a:solidFill>
                <a:srgbClr val="40867A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9" name="object 163">
              <a:extLst>
                <a:ext uri="{FF2B5EF4-FFF2-40B4-BE49-F238E27FC236}">
                  <a16:creationId xmlns:a16="http://schemas.microsoft.com/office/drawing/2014/main" id="{538C9ADA-4D30-9875-EBB2-632137B34986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790179" y="2678430"/>
              <a:ext cx="77470" cy="76200"/>
            </a:xfrm>
            <a:prstGeom prst="rect">
              <a:avLst/>
            </a:prstGeom>
          </p:spPr>
        </p:pic>
        <p:sp>
          <p:nvSpPr>
            <p:cNvPr id="1880" name="object 164">
              <a:extLst>
                <a:ext uri="{FF2B5EF4-FFF2-40B4-BE49-F238E27FC236}">
                  <a16:creationId xmlns:a16="http://schemas.microsoft.com/office/drawing/2014/main" id="{96B4BC23-04AC-0873-81D4-55C19015C3A1}"/>
                </a:ext>
              </a:extLst>
            </p:cNvPr>
            <p:cNvSpPr/>
            <p:nvPr/>
          </p:nvSpPr>
          <p:spPr>
            <a:xfrm>
              <a:off x="4678680" y="2677794"/>
              <a:ext cx="3084830" cy="0"/>
            </a:xfrm>
            <a:custGeom>
              <a:avLst/>
              <a:gdLst/>
              <a:ahLst/>
              <a:cxnLst/>
              <a:rect l="l" t="t" r="r" b="b"/>
              <a:pathLst>
                <a:path w="3084829">
                  <a:moveTo>
                    <a:pt x="0" y="0"/>
                  </a:moveTo>
                  <a:lnTo>
                    <a:pt x="3084829" y="0"/>
                  </a:lnTo>
                </a:path>
              </a:pathLst>
            </a:custGeom>
            <a:ln w="8889">
              <a:solidFill>
                <a:srgbClr val="40867A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65">
              <a:extLst>
                <a:ext uri="{FF2B5EF4-FFF2-40B4-BE49-F238E27FC236}">
                  <a16:creationId xmlns:a16="http://schemas.microsoft.com/office/drawing/2014/main" id="{0FD045A1-EFEE-EC9F-346E-67260E13C82E}"/>
                </a:ext>
              </a:extLst>
            </p:cNvPr>
            <p:cNvSpPr/>
            <p:nvPr/>
          </p:nvSpPr>
          <p:spPr>
            <a:xfrm>
              <a:off x="4605020" y="2673349"/>
              <a:ext cx="45720" cy="16510"/>
            </a:xfrm>
            <a:custGeom>
              <a:avLst/>
              <a:gdLst/>
              <a:ahLst/>
              <a:cxnLst/>
              <a:rect l="l" t="t" r="r" b="b"/>
              <a:pathLst>
                <a:path w="45720" h="16510">
                  <a:moveTo>
                    <a:pt x="45720" y="0"/>
                  </a:moveTo>
                  <a:lnTo>
                    <a:pt x="38100" y="0"/>
                  </a:lnTo>
                  <a:lnTo>
                    <a:pt x="27940" y="0"/>
                  </a:lnTo>
                  <a:lnTo>
                    <a:pt x="17780" y="2540"/>
                  </a:lnTo>
                  <a:lnTo>
                    <a:pt x="7620" y="5080"/>
                  </a:lnTo>
                  <a:lnTo>
                    <a:pt x="0" y="8890"/>
                  </a:lnTo>
                  <a:lnTo>
                    <a:pt x="2540" y="16510"/>
                  </a:lnTo>
                  <a:lnTo>
                    <a:pt x="11430" y="13970"/>
                  </a:lnTo>
                  <a:lnTo>
                    <a:pt x="11277" y="13690"/>
                  </a:lnTo>
                  <a:lnTo>
                    <a:pt x="20320" y="11430"/>
                  </a:lnTo>
                  <a:lnTo>
                    <a:pt x="20243" y="11137"/>
                  </a:lnTo>
                  <a:lnTo>
                    <a:pt x="27940" y="9207"/>
                  </a:lnTo>
                  <a:lnTo>
                    <a:pt x="27940" y="10160"/>
                  </a:lnTo>
                  <a:lnTo>
                    <a:pt x="38100" y="8890"/>
                  </a:lnTo>
                  <a:lnTo>
                    <a:pt x="45720" y="889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086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82" name="object 166">
              <a:extLst>
                <a:ext uri="{FF2B5EF4-FFF2-40B4-BE49-F238E27FC236}">
                  <a16:creationId xmlns:a16="http://schemas.microsoft.com/office/drawing/2014/main" id="{1D81542B-7C1D-72F6-B6C9-72E437D8B19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429252" y="3045462"/>
              <a:ext cx="2362194" cy="440684"/>
            </a:xfrm>
            <a:prstGeom prst="rect">
              <a:avLst/>
            </a:prstGeom>
          </p:spPr>
        </p:pic>
      </p:grpSp>
      <p:sp>
        <p:nvSpPr>
          <p:cNvPr id="1883" name="object 167">
            <a:extLst>
              <a:ext uri="{FF2B5EF4-FFF2-40B4-BE49-F238E27FC236}">
                <a16:creationId xmlns:a16="http://schemas.microsoft.com/office/drawing/2014/main" id="{E1216429-D56E-07AF-6E52-706D062799DA}"/>
              </a:ext>
            </a:extLst>
          </p:cNvPr>
          <p:cNvSpPr txBox="1"/>
          <p:nvPr/>
        </p:nvSpPr>
        <p:spPr>
          <a:xfrm>
            <a:off x="5473639" y="2664460"/>
            <a:ext cx="2273935" cy="1092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1950" marR="327660" indent="-20320">
              <a:lnSpc>
                <a:spcPct val="145300"/>
              </a:lnSpc>
              <a:spcBef>
                <a:spcPts val="100"/>
              </a:spcBef>
              <a:tabLst>
                <a:tab pos="1475740" algn="l"/>
              </a:tabLst>
            </a:pPr>
            <a:r>
              <a:rPr sz="1600" spc="-5" dirty="0">
                <a:latin typeface="Arial MT"/>
                <a:cs typeface="Arial MT"/>
              </a:rPr>
              <a:t>Network Interface </a:t>
            </a:r>
            <a:r>
              <a:rPr sz="1600" spc="-430" dirty="0">
                <a:latin typeface="Arial MT"/>
                <a:cs typeface="Arial MT"/>
              </a:rPr>
              <a:t> </a:t>
            </a:r>
            <a:r>
              <a:rPr sz="1600" spc="-10" dirty="0">
                <a:latin typeface="Arial MT"/>
                <a:cs typeface="Arial MT"/>
              </a:rPr>
              <a:t>N</a:t>
            </a:r>
            <a:r>
              <a:rPr sz="1600" dirty="0">
                <a:latin typeface="Arial MT"/>
                <a:cs typeface="Arial MT"/>
              </a:rPr>
              <a:t>FS	</a:t>
            </a:r>
            <a:r>
              <a:rPr sz="1600" spc="-10" dirty="0">
                <a:latin typeface="Arial MT"/>
                <a:cs typeface="Arial MT"/>
              </a:rPr>
              <a:t>C</a:t>
            </a:r>
            <a:r>
              <a:rPr sz="1600" spc="5" dirty="0">
                <a:latin typeface="Arial MT"/>
                <a:cs typeface="Arial MT"/>
              </a:rPr>
              <a:t>I</a:t>
            </a:r>
            <a:r>
              <a:rPr sz="1600" spc="-10" dirty="0">
                <a:latin typeface="Arial MT"/>
                <a:cs typeface="Arial MT"/>
              </a:rPr>
              <a:t>F</a:t>
            </a:r>
            <a:r>
              <a:rPr sz="1600" dirty="0">
                <a:latin typeface="Arial MT"/>
                <a:cs typeface="Arial MT"/>
              </a:rPr>
              <a:t>S</a:t>
            </a:r>
            <a:endParaRPr sz="1600">
              <a:latin typeface="Arial MT"/>
              <a:cs typeface="Arial MT"/>
            </a:endParaRPr>
          </a:p>
          <a:p>
            <a:pPr marL="412750">
              <a:lnSpc>
                <a:spcPct val="100000"/>
              </a:lnSpc>
              <a:spcBef>
                <a:spcPts val="900"/>
              </a:spcBef>
            </a:pPr>
            <a:r>
              <a:rPr sz="1600" spc="-5" dirty="0">
                <a:latin typeface="Arial MT"/>
                <a:cs typeface="Arial MT"/>
              </a:rPr>
              <a:t>NAS</a:t>
            </a:r>
            <a:r>
              <a:rPr sz="1600" spc="-2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Device</a:t>
            </a:r>
            <a:r>
              <a:rPr sz="1600" spc="-3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OS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1884" name="object 168">
            <a:extLst>
              <a:ext uri="{FF2B5EF4-FFF2-40B4-BE49-F238E27FC236}">
                <a16:creationId xmlns:a16="http://schemas.microsoft.com/office/drawing/2014/main" id="{4273658D-00C8-FA92-0E8A-EE7CF26D4A73}"/>
              </a:ext>
            </a:extLst>
          </p:cNvPr>
          <p:cNvGrpSpPr/>
          <p:nvPr/>
        </p:nvGrpSpPr>
        <p:grpSpPr>
          <a:xfrm>
            <a:off x="834389" y="2005964"/>
            <a:ext cx="4137025" cy="2414905"/>
            <a:chOff x="834389" y="2005964"/>
            <a:chExt cx="4137025" cy="2414905"/>
          </a:xfrm>
        </p:grpSpPr>
        <p:sp>
          <p:nvSpPr>
            <p:cNvPr id="1885" name="object 169">
              <a:extLst>
                <a:ext uri="{FF2B5EF4-FFF2-40B4-BE49-F238E27FC236}">
                  <a16:creationId xmlns:a16="http://schemas.microsoft.com/office/drawing/2014/main" id="{C0DFA674-A1BC-5A62-1332-00D1DCA5BFBB}"/>
                </a:ext>
              </a:extLst>
            </p:cNvPr>
            <p:cNvSpPr/>
            <p:nvPr/>
          </p:nvSpPr>
          <p:spPr>
            <a:xfrm>
              <a:off x="1196339" y="2679699"/>
              <a:ext cx="3761740" cy="659130"/>
            </a:xfrm>
            <a:custGeom>
              <a:avLst/>
              <a:gdLst/>
              <a:ahLst/>
              <a:cxnLst/>
              <a:rect l="l" t="t" r="r" b="b"/>
              <a:pathLst>
                <a:path w="3761740" h="659129">
                  <a:moveTo>
                    <a:pt x="0" y="0"/>
                  </a:moveTo>
                  <a:lnTo>
                    <a:pt x="698499" y="0"/>
                  </a:lnTo>
                  <a:lnTo>
                    <a:pt x="698499" y="659129"/>
                  </a:lnTo>
                  <a:lnTo>
                    <a:pt x="3761740" y="659129"/>
                  </a:lnTo>
                </a:path>
              </a:pathLst>
            </a:custGeom>
            <a:ln w="25518">
              <a:solidFill>
                <a:srgbClr val="436A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70">
              <a:extLst>
                <a:ext uri="{FF2B5EF4-FFF2-40B4-BE49-F238E27FC236}">
                  <a16:creationId xmlns:a16="http://schemas.microsoft.com/office/drawing/2014/main" id="{9713901C-7FEE-61EC-F616-3FFF0EB839D1}"/>
                </a:ext>
              </a:extLst>
            </p:cNvPr>
            <p:cNvSpPr/>
            <p:nvPr/>
          </p:nvSpPr>
          <p:spPr>
            <a:xfrm>
              <a:off x="1196339" y="3545839"/>
              <a:ext cx="3761740" cy="659130"/>
            </a:xfrm>
            <a:custGeom>
              <a:avLst/>
              <a:gdLst/>
              <a:ahLst/>
              <a:cxnLst/>
              <a:rect l="l" t="t" r="r" b="b"/>
              <a:pathLst>
                <a:path w="3761740" h="659129">
                  <a:moveTo>
                    <a:pt x="0" y="659130"/>
                  </a:moveTo>
                  <a:lnTo>
                    <a:pt x="698499" y="659130"/>
                  </a:lnTo>
                  <a:lnTo>
                    <a:pt x="698499" y="0"/>
                  </a:lnTo>
                  <a:lnTo>
                    <a:pt x="3761740" y="0"/>
                  </a:lnTo>
                </a:path>
              </a:pathLst>
            </a:custGeom>
            <a:ln w="25518">
              <a:solidFill>
                <a:srgbClr val="941F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71">
              <a:extLst>
                <a:ext uri="{FF2B5EF4-FFF2-40B4-BE49-F238E27FC236}">
                  <a16:creationId xmlns:a16="http://schemas.microsoft.com/office/drawing/2014/main" id="{4D83A973-AF39-C74D-600C-C592DD5C8C45}"/>
                </a:ext>
              </a:extLst>
            </p:cNvPr>
            <p:cNvSpPr/>
            <p:nvPr/>
          </p:nvSpPr>
          <p:spPr>
            <a:xfrm>
              <a:off x="892810" y="258317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094" y="0"/>
                  </a:moveTo>
                  <a:lnTo>
                    <a:pt x="20320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44234"/>
                  </a:lnTo>
                  <a:lnTo>
                    <a:pt x="44094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72">
              <a:extLst>
                <a:ext uri="{FF2B5EF4-FFF2-40B4-BE49-F238E27FC236}">
                  <a16:creationId xmlns:a16="http://schemas.microsoft.com/office/drawing/2014/main" id="{1C722FB9-4A77-56F2-8441-FEA1A6532E82}"/>
                </a:ext>
              </a:extLst>
            </p:cNvPr>
            <p:cNvSpPr/>
            <p:nvPr/>
          </p:nvSpPr>
          <p:spPr>
            <a:xfrm>
              <a:off x="892809" y="2583179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40" h="66039">
                  <a:moveTo>
                    <a:pt x="66040" y="0"/>
                  </a:moveTo>
                  <a:lnTo>
                    <a:pt x="44099" y="0"/>
                  </a:lnTo>
                  <a:lnTo>
                    <a:pt x="0" y="44225"/>
                  </a:lnTo>
                  <a:lnTo>
                    <a:pt x="0" y="66039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8D8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73">
              <a:extLst>
                <a:ext uri="{FF2B5EF4-FFF2-40B4-BE49-F238E27FC236}">
                  <a16:creationId xmlns:a16="http://schemas.microsoft.com/office/drawing/2014/main" id="{17580513-1291-7227-887D-F2E74F72C73B}"/>
                </a:ext>
              </a:extLst>
            </p:cNvPr>
            <p:cNvSpPr/>
            <p:nvPr/>
          </p:nvSpPr>
          <p:spPr>
            <a:xfrm>
              <a:off x="892809" y="2583179"/>
              <a:ext cx="88900" cy="88900"/>
            </a:xfrm>
            <a:custGeom>
              <a:avLst/>
              <a:gdLst/>
              <a:ahLst/>
              <a:cxnLst/>
              <a:rect l="l" t="t" r="r" b="b"/>
              <a:pathLst>
                <a:path w="88900" h="88900">
                  <a:moveTo>
                    <a:pt x="88900" y="0"/>
                  </a:moveTo>
                  <a:lnTo>
                    <a:pt x="66040" y="0"/>
                  </a:lnTo>
                  <a:lnTo>
                    <a:pt x="0" y="66039"/>
                  </a:lnTo>
                  <a:lnTo>
                    <a:pt x="0" y="88900"/>
                  </a:lnTo>
                  <a:lnTo>
                    <a:pt x="88900" y="0"/>
                  </a:lnTo>
                  <a:close/>
                </a:path>
              </a:pathLst>
            </a:custGeom>
            <a:solidFill>
              <a:srgbClr val="8E8E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74">
              <a:extLst>
                <a:ext uri="{FF2B5EF4-FFF2-40B4-BE49-F238E27FC236}">
                  <a16:creationId xmlns:a16="http://schemas.microsoft.com/office/drawing/2014/main" id="{051E3241-95E2-9AC9-537F-D39F1409339B}"/>
                </a:ext>
              </a:extLst>
            </p:cNvPr>
            <p:cNvSpPr/>
            <p:nvPr/>
          </p:nvSpPr>
          <p:spPr>
            <a:xfrm>
              <a:off x="892809" y="2583179"/>
              <a:ext cx="111760" cy="111760"/>
            </a:xfrm>
            <a:custGeom>
              <a:avLst/>
              <a:gdLst/>
              <a:ahLst/>
              <a:cxnLst/>
              <a:rect l="l" t="t" r="r" b="b"/>
              <a:pathLst>
                <a:path w="111759" h="111760">
                  <a:moveTo>
                    <a:pt x="111760" y="0"/>
                  </a:moveTo>
                  <a:lnTo>
                    <a:pt x="88900" y="0"/>
                  </a:lnTo>
                  <a:lnTo>
                    <a:pt x="0" y="88900"/>
                  </a:lnTo>
                  <a:lnTo>
                    <a:pt x="0" y="111760"/>
                  </a:lnTo>
                  <a:lnTo>
                    <a:pt x="111760" y="0"/>
                  </a:lnTo>
                  <a:close/>
                </a:path>
              </a:pathLst>
            </a:custGeom>
            <a:solidFill>
              <a:srgbClr val="8F8F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75">
              <a:extLst>
                <a:ext uri="{FF2B5EF4-FFF2-40B4-BE49-F238E27FC236}">
                  <a16:creationId xmlns:a16="http://schemas.microsoft.com/office/drawing/2014/main" id="{4E9488E7-0F44-25B6-A505-3F2BFF4DC702}"/>
                </a:ext>
              </a:extLst>
            </p:cNvPr>
            <p:cNvSpPr/>
            <p:nvPr/>
          </p:nvSpPr>
          <p:spPr>
            <a:xfrm>
              <a:off x="892809" y="2583179"/>
              <a:ext cx="134620" cy="134620"/>
            </a:xfrm>
            <a:custGeom>
              <a:avLst/>
              <a:gdLst/>
              <a:ahLst/>
              <a:cxnLst/>
              <a:rect l="l" t="t" r="r" b="b"/>
              <a:pathLst>
                <a:path w="134619" h="134619">
                  <a:moveTo>
                    <a:pt x="134620" y="0"/>
                  </a:moveTo>
                  <a:lnTo>
                    <a:pt x="111760" y="0"/>
                  </a:lnTo>
                  <a:lnTo>
                    <a:pt x="0" y="111760"/>
                  </a:lnTo>
                  <a:lnTo>
                    <a:pt x="0" y="134620"/>
                  </a:lnTo>
                  <a:lnTo>
                    <a:pt x="134620" y="0"/>
                  </a:lnTo>
                  <a:close/>
                </a:path>
              </a:pathLst>
            </a:custGeom>
            <a:solidFill>
              <a:srgbClr val="9090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76">
              <a:extLst>
                <a:ext uri="{FF2B5EF4-FFF2-40B4-BE49-F238E27FC236}">
                  <a16:creationId xmlns:a16="http://schemas.microsoft.com/office/drawing/2014/main" id="{5667F691-987D-D0A9-92B8-8251D8E39D0E}"/>
                </a:ext>
              </a:extLst>
            </p:cNvPr>
            <p:cNvSpPr/>
            <p:nvPr/>
          </p:nvSpPr>
          <p:spPr>
            <a:xfrm>
              <a:off x="892809" y="2583179"/>
              <a:ext cx="157480" cy="157480"/>
            </a:xfrm>
            <a:custGeom>
              <a:avLst/>
              <a:gdLst/>
              <a:ahLst/>
              <a:cxnLst/>
              <a:rect l="l" t="t" r="r" b="b"/>
              <a:pathLst>
                <a:path w="157480" h="157480">
                  <a:moveTo>
                    <a:pt x="157480" y="0"/>
                  </a:moveTo>
                  <a:lnTo>
                    <a:pt x="134620" y="0"/>
                  </a:lnTo>
                  <a:lnTo>
                    <a:pt x="0" y="134620"/>
                  </a:lnTo>
                  <a:lnTo>
                    <a:pt x="0" y="157480"/>
                  </a:lnTo>
                  <a:lnTo>
                    <a:pt x="157480" y="0"/>
                  </a:lnTo>
                  <a:close/>
                </a:path>
              </a:pathLst>
            </a:custGeom>
            <a:solidFill>
              <a:srgbClr val="9191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77">
              <a:extLst>
                <a:ext uri="{FF2B5EF4-FFF2-40B4-BE49-F238E27FC236}">
                  <a16:creationId xmlns:a16="http://schemas.microsoft.com/office/drawing/2014/main" id="{1D3CF0A4-E813-55C7-BB35-931508E3C0F6}"/>
                </a:ext>
              </a:extLst>
            </p:cNvPr>
            <p:cNvSpPr/>
            <p:nvPr/>
          </p:nvSpPr>
          <p:spPr>
            <a:xfrm>
              <a:off x="892809" y="2583179"/>
              <a:ext cx="180340" cy="180340"/>
            </a:xfrm>
            <a:custGeom>
              <a:avLst/>
              <a:gdLst/>
              <a:ahLst/>
              <a:cxnLst/>
              <a:rect l="l" t="t" r="r" b="b"/>
              <a:pathLst>
                <a:path w="180340" h="180339">
                  <a:moveTo>
                    <a:pt x="180340" y="0"/>
                  </a:moveTo>
                  <a:lnTo>
                    <a:pt x="157480" y="0"/>
                  </a:lnTo>
                  <a:lnTo>
                    <a:pt x="0" y="157480"/>
                  </a:lnTo>
                  <a:lnTo>
                    <a:pt x="0" y="180339"/>
                  </a:lnTo>
                  <a:lnTo>
                    <a:pt x="180340" y="0"/>
                  </a:lnTo>
                  <a:close/>
                </a:path>
              </a:pathLst>
            </a:custGeom>
            <a:solidFill>
              <a:srgbClr val="9292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78">
              <a:extLst>
                <a:ext uri="{FF2B5EF4-FFF2-40B4-BE49-F238E27FC236}">
                  <a16:creationId xmlns:a16="http://schemas.microsoft.com/office/drawing/2014/main" id="{6CA88B75-AF3D-0748-EC54-2232F119DA3D}"/>
                </a:ext>
              </a:extLst>
            </p:cNvPr>
            <p:cNvSpPr/>
            <p:nvPr/>
          </p:nvSpPr>
          <p:spPr>
            <a:xfrm>
              <a:off x="892809" y="2583179"/>
              <a:ext cx="203200" cy="200660"/>
            </a:xfrm>
            <a:custGeom>
              <a:avLst/>
              <a:gdLst/>
              <a:ahLst/>
              <a:cxnLst/>
              <a:rect l="l" t="t" r="r" b="b"/>
              <a:pathLst>
                <a:path w="203200" h="200660">
                  <a:moveTo>
                    <a:pt x="203200" y="0"/>
                  </a:moveTo>
                  <a:lnTo>
                    <a:pt x="180340" y="0"/>
                  </a:lnTo>
                  <a:lnTo>
                    <a:pt x="0" y="180339"/>
                  </a:lnTo>
                  <a:lnTo>
                    <a:pt x="0" y="200660"/>
                  </a:lnTo>
                  <a:lnTo>
                    <a:pt x="2540" y="200660"/>
                  </a:lnTo>
                  <a:lnTo>
                    <a:pt x="203200" y="0"/>
                  </a:lnTo>
                  <a:close/>
                </a:path>
              </a:pathLst>
            </a:custGeom>
            <a:solidFill>
              <a:srgbClr val="9393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79">
              <a:extLst>
                <a:ext uri="{FF2B5EF4-FFF2-40B4-BE49-F238E27FC236}">
                  <a16:creationId xmlns:a16="http://schemas.microsoft.com/office/drawing/2014/main" id="{1C2A2F8D-CE29-0073-65FC-90ADB2B8E876}"/>
                </a:ext>
              </a:extLst>
            </p:cNvPr>
            <p:cNvSpPr/>
            <p:nvPr/>
          </p:nvSpPr>
          <p:spPr>
            <a:xfrm>
              <a:off x="895349" y="2583179"/>
              <a:ext cx="223520" cy="200660"/>
            </a:xfrm>
            <a:custGeom>
              <a:avLst/>
              <a:gdLst/>
              <a:ahLst/>
              <a:cxnLst/>
              <a:rect l="l" t="t" r="r" b="b"/>
              <a:pathLst>
                <a:path w="223519" h="200660">
                  <a:moveTo>
                    <a:pt x="223519" y="0"/>
                  </a:moveTo>
                  <a:lnTo>
                    <a:pt x="200660" y="0"/>
                  </a:lnTo>
                  <a:lnTo>
                    <a:pt x="0" y="200660"/>
                  </a:lnTo>
                  <a:lnTo>
                    <a:pt x="22859" y="200660"/>
                  </a:lnTo>
                  <a:lnTo>
                    <a:pt x="223519" y="0"/>
                  </a:lnTo>
                  <a:close/>
                </a:path>
              </a:pathLst>
            </a:custGeom>
            <a:solidFill>
              <a:srgbClr val="949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0">
              <a:extLst>
                <a:ext uri="{FF2B5EF4-FFF2-40B4-BE49-F238E27FC236}">
                  <a16:creationId xmlns:a16="http://schemas.microsoft.com/office/drawing/2014/main" id="{88F9F30C-E060-A0FF-C4EB-CE29B5DC63AB}"/>
                </a:ext>
              </a:extLst>
            </p:cNvPr>
            <p:cNvSpPr/>
            <p:nvPr/>
          </p:nvSpPr>
          <p:spPr>
            <a:xfrm>
              <a:off x="918209" y="2583179"/>
              <a:ext cx="223520" cy="200660"/>
            </a:xfrm>
            <a:custGeom>
              <a:avLst/>
              <a:gdLst/>
              <a:ahLst/>
              <a:cxnLst/>
              <a:rect l="l" t="t" r="r" b="b"/>
              <a:pathLst>
                <a:path w="223519" h="200660">
                  <a:moveTo>
                    <a:pt x="223520" y="0"/>
                  </a:moveTo>
                  <a:lnTo>
                    <a:pt x="200660" y="0"/>
                  </a:lnTo>
                  <a:lnTo>
                    <a:pt x="0" y="200660"/>
                  </a:lnTo>
                  <a:lnTo>
                    <a:pt x="22860" y="200660"/>
                  </a:lnTo>
                  <a:lnTo>
                    <a:pt x="223520" y="0"/>
                  </a:lnTo>
                  <a:close/>
                </a:path>
              </a:pathLst>
            </a:custGeom>
            <a:solidFill>
              <a:srgbClr val="959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1">
              <a:extLst>
                <a:ext uri="{FF2B5EF4-FFF2-40B4-BE49-F238E27FC236}">
                  <a16:creationId xmlns:a16="http://schemas.microsoft.com/office/drawing/2014/main" id="{A3CC2DB9-DF07-63C3-4E1E-A919B16195A1}"/>
                </a:ext>
              </a:extLst>
            </p:cNvPr>
            <p:cNvSpPr/>
            <p:nvPr/>
          </p:nvSpPr>
          <p:spPr>
            <a:xfrm>
              <a:off x="941069" y="2583179"/>
              <a:ext cx="223520" cy="200660"/>
            </a:xfrm>
            <a:custGeom>
              <a:avLst/>
              <a:gdLst/>
              <a:ahLst/>
              <a:cxnLst/>
              <a:rect l="l" t="t" r="r" b="b"/>
              <a:pathLst>
                <a:path w="223519" h="200660">
                  <a:moveTo>
                    <a:pt x="222924" y="0"/>
                  </a:moveTo>
                  <a:lnTo>
                    <a:pt x="200660" y="0"/>
                  </a:lnTo>
                  <a:lnTo>
                    <a:pt x="0" y="200660"/>
                  </a:lnTo>
                  <a:lnTo>
                    <a:pt x="21691" y="200660"/>
                  </a:lnTo>
                  <a:lnTo>
                    <a:pt x="222924" y="0"/>
                  </a:lnTo>
                  <a:close/>
                </a:path>
              </a:pathLst>
            </a:custGeom>
            <a:solidFill>
              <a:srgbClr val="969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2">
              <a:extLst>
                <a:ext uri="{FF2B5EF4-FFF2-40B4-BE49-F238E27FC236}">
                  <a16:creationId xmlns:a16="http://schemas.microsoft.com/office/drawing/2014/main" id="{2E478F5A-4B55-AFA5-CC16-86681D1E1041}"/>
                </a:ext>
              </a:extLst>
            </p:cNvPr>
            <p:cNvSpPr/>
            <p:nvPr/>
          </p:nvSpPr>
          <p:spPr>
            <a:xfrm>
              <a:off x="962761" y="2583179"/>
              <a:ext cx="224790" cy="200660"/>
            </a:xfrm>
            <a:custGeom>
              <a:avLst/>
              <a:gdLst/>
              <a:ahLst/>
              <a:cxnLst/>
              <a:rect l="l" t="t" r="r" b="b"/>
              <a:pathLst>
                <a:path w="224790" h="200660">
                  <a:moveTo>
                    <a:pt x="224688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4028" y="200660"/>
                  </a:lnTo>
                  <a:lnTo>
                    <a:pt x="224688" y="0"/>
                  </a:lnTo>
                  <a:close/>
                </a:path>
              </a:pathLst>
            </a:custGeom>
            <a:solidFill>
              <a:srgbClr val="979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3">
              <a:extLst>
                <a:ext uri="{FF2B5EF4-FFF2-40B4-BE49-F238E27FC236}">
                  <a16:creationId xmlns:a16="http://schemas.microsoft.com/office/drawing/2014/main" id="{944C5FE0-CCE1-5DAC-BCD0-8140A74EAF6C}"/>
                </a:ext>
              </a:extLst>
            </p:cNvPr>
            <p:cNvSpPr/>
            <p:nvPr/>
          </p:nvSpPr>
          <p:spPr>
            <a:xfrm>
              <a:off x="986789" y="2583179"/>
              <a:ext cx="223520" cy="200660"/>
            </a:xfrm>
            <a:custGeom>
              <a:avLst/>
              <a:gdLst/>
              <a:ahLst/>
              <a:cxnLst/>
              <a:rect l="l" t="t" r="r" b="b"/>
              <a:pathLst>
                <a:path w="223519" h="200660">
                  <a:moveTo>
                    <a:pt x="223520" y="0"/>
                  </a:moveTo>
                  <a:lnTo>
                    <a:pt x="200660" y="0"/>
                  </a:lnTo>
                  <a:lnTo>
                    <a:pt x="0" y="200660"/>
                  </a:lnTo>
                  <a:lnTo>
                    <a:pt x="22860" y="200660"/>
                  </a:lnTo>
                  <a:lnTo>
                    <a:pt x="223520" y="0"/>
                  </a:lnTo>
                  <a:close/>
                </a:path>
              </a:pathLst>
            </a:custGeom>
            <a:solidFill>
              <a:srgbClr val="989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84">
              <a:extLst>
                <a:ext uri="{FF2B5EF4-FFF2-40B4-BE49-F238E27FC236}">
                  <a16:creationId xmlns:a16="http://schemas.microsoft.com/office/drawing/2014/main" id="{552DA4BC-A346-FCD8-31C5-CBE4624DA136}"/>
                </a:ext>
              </a:extLst>
            </p:cNvPr>
            <p:cNvSpPr/>
            <p:nvPr/>
          </p:nvSpPr>
          <p:spPr>
            <a:xfrm>
              <a:off x="1009649" y="2583179"/>
              <a:ext cx="223520" cy="200660"/>
            </a:xfrm>
            <a:custGeom>
              <a:avLst/>
              <a:gdLst/>
              <a:ahLst/>
              <a:cxnLst/>
              <a:rect l="l" t="t" r="r" b="b"/>
              <a:pathLst>
                <a:path w="223519" h="200660">
                  <a:moveTo>
                    <a:pt x="223022" y="0"/>
                  </a:moveTo>
                  <a:lnTo>
                    <a:pt x="200660" y="0"/>
                  </a:lnTo>
                  <a:lnTo>
                    <a:pt x="0" y="200660"/>
                  </a:lnTo>
                  <a:lnTo>
                    <a:pt x="21789" y="200660"/>
                  </a:lnTo>
                  <a:lnTo>
                    <a:pt x="223022" y="0"/>
                  </a:lnTo>
                  <a:close/>
                </a:path>
              </a:pathLst>
            </a:custGeom>
            <a:solidFill>
              <a:srgbClr val="999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85">
              <a:extLst>
                <a:ext uri="{FF2B5EF4-FFF2-40B4-BE49-F238E27FC236}">
                  <a16:creationId xmlns:a16="http://schemas.microsoft.com/office/drawing/2014/main" id="{A38E684A-396C-9F62-D63B-606B95EEFBD7}"/>
                </a:ext>
              </a:extLst>
            </p:cNvPr>
            <p:cNvSpPr/>
            <p:nvPr/>
          </p:nvSpPr>
          <p:spPr>
            <a:xfrm>
              <a:off x="1031439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9A9A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86">
              <a:extLst>
                <a:ext uri="{FF2B5EF4-FFF2-40B4-BE49-F238E27FC236}">
                  <a16:creationId xmlns:a16="http://schemas.microsoft.com/office/drawing/2014/main" id="{BE7A0051-FA2D-F947-0FF4-31ACCBA0CF4F}"/>
                </a:ext>
              </a:extLst>
            </p:cNvPr>
            <p:cNvSpPr/>
            <p:nvPr/>
          </p:nvSpPr>
          <p:spPr>
            <a:xfrm>
              <a:off x="1054332" y="2583179"/>
              <a:ext cx="224790" cy="200660"/>
            </a:xfrm>
            <a:custGeom>
              <a:avLst/>
              <a:gdLst/>
              <a:ahLst/>
              <a:cxnLst/>
              <a:rect l="l" t="t" r="r" b="b"/>
              <a:pathLst>
                <a:path w="224790" h="200660">
                  <a:moveTo>
                    <a:pt x="224557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3897" y="200660"/>
                  </a:lnTo>
                  <a:lnTo>
                    <a:pt x="224557" y="0"/>
                  </a:lnTo>
                  <a:close/>
                </a:path>
              </a:pathLst>
            </a:custGeom>
            <a:solidFill>
              <a:srgbClr val="9B9B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87">
              <a:extLst>
                <a:ext uri="{FF2B5EF4-FFF2-40B4-BE49-F238E27FC236}">
                  <a16:creationId xmlns:a16="http://schemas.microsoft.com/office/drawing/2014/main" id="{392C9FE8-C3D0-7A7E-A5FC-C996FCA61211}"/>
                </a:ext>
              </a:extLst>
            </p:cNvPr>
            <p:cNvSpPr/>
            <p:nvPr/>
          </p:nvSpPr>
          <p:spPr>
            <a:xfrm>
              <a:off x="1078229" y="2583179"/>
              <a:ext cx="223520" cy="200660"/>
            </a:xfrm>
            <a:custGeom>
              <a:avLst/>
              <a:gdLst/>
              <a:ahLst/>
              <a:cxnLst/>
              <a:rect l="l" t="t" r="r" b="b"/>
              <a:pathLst>
                <a:path w="223519" h="200660">
                  <a:moveTo>
                    <a:pt x="223519" y="0"/>
                  </a:moveTo>
                  <a:lnTo>
                    <a:pt x="200660" y="0"/>
                  </a:lnTo>
                  <a:lnTo>
                    <a:pt x="0" y="200660"/>
                  </a:lnTo>
                  <a:lnTo>
                    <a:pt x="22859" y="200660"/>
                  </a:lnTo>
                  <a:lnTo>
                    <a:pt x="223519" y="0"/>
                  </a:lnTo>
                  <a:close/>
                </a:path>
              </a:pathLst>
            </a:custGeom>
            <a:solidFill>
              <a:srgbClr val="9C9C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88">
              <a:extLst>
                <a:ext uri="{FF2B5EF4-FFF2-40B4-BE49-F238E27FC236}">
                  <a16:creationId xmlns:a16="http://schemas.microsoft.com/office/drawing/2014/main" id="{08A5CBFB-1DC2-5698-1693-27D337B0823C}"/>
                </a:ext>
              </a:extLst>
            </p:cNvPr>
            <p:cNvSpPr/>
            <p:nvPr/>
          </p:nvSpPr>
          <p:spPr>
            <a:xfrm>
              <a:off x="1101089" y="2583179"/>
              <a:ext cx="223520" cy="200660"/>
            </a:xfrm>
            <a:custGeom>
              <a:avLst/>
              <a:gdLst/>
              <a:ahLst/>
              <a:cxnLst/>
              <a:rect l="l" t="t" r="r" b="b"/>
              <a:pathLst>
                <a:path w="223519" h="200660">
                  <a:moveTo>
                    <a:pt x="223153" y="0"/>
                  </a:moveTo>
                  <a:lnTo>
                    <a:pt x="200660" y="0"/>
                  </a:lnTo>
                  <a:lnTo>
                    <a:pt x="0" y="200660"/>
                  </a:lnTo>
                  <a:lnTo>
                    <a:pt x="21920" y="200660"/>
                  </a:lnTo>
                  <a:lnTo>
                    <a:pt x="223153" y="0"/>
                  </a:lnTo>
                  <a:close/>
                </a:path>
              </a:pathLst>
            </a:custGeom>
            <a:solidFill>
              <a:srgbClr val="9D9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89">
              <a:extLst>
                <a:ext uri="{FF2B5EF4-FFF2-40B4-BE49-F238E27FC236}">
                  <a16:creationId xmlns:a16="http://schemas.microsoft.com/office/drawing/2014/main" id="{01D27658-B372-1797-AE50-71B2A1F03810}"/>
                </a:ext>
              </a:extLst>
            </p:cNvPr>
            <p:cNvSpPr/>
            <p:nvPr/>
          </p:nvSpPr>
          <p:spPr>
            <a:xfrm>
              <a:off x="1123010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9E9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">
              <a:extLst>
                <a:ext uri="{FF2B5EF4-FFF2-40B4-BE49-F238E27FC236}">
                  <a16:creationId xmlns:a16="http://schemas.microsoft.com/office/drawing/2014/main" id="{D5AE6C07-F274-28CB-0CB8-A6F38607A0AE}"/>
                </a:ext>
              </a:extLst>
            </p:cNvPr>
            <p:cNvSpPr/>
            <p:nvPr/>
          </p:nvSpPr>
          <p:spPr>
            <a:xfrm>
              <a:off x="1145902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1">
              <a:extLst>
                <a:ext uri="{FF2B5EF4-FFF2-40B4-BE49-F238E27FC236}">
                  <a16:creationId xmlns:a16="http://schemas.microsoft.com/office/drawing/2014/main" id="{9697B326-20F6-08AB-B420-728FA1683EB4}"/>
                </a:ext>
              </a:extLst>
            </p:cNvPr>
            <p:cNvSpPr/>
            <p:nvPr/>
          </p:nvSpPr>
          <p:spPr>
            <a:xfrm>
              <a:off x="1168795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A0A0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2">
              <a:extLst>
                <a:ext uri="{FF2B5EF4-FFF2-40B4-BE49-F238E27FC236}">
                  <a16:creationId xmlns:a16="http://schemas.microsoft.com/office/drawing/2014/main" id="{39BD5879-E9C9-22A1-9B89-C9B883D87736}"/>
                </a:ext>
              </a:extLst>
            </p:cNvPr>
            <p:cNvSpPr/>
            <p:nvPr/>
          </p:nvSpPr>
          <p:spPr>
            <a:xfrm>
              <a:off x="1191688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3">
              <a:extLst>
                <a:ext uri="{FF2B5EF4-FFF2-40B4-BE49-F238E27FC236}">
                  <a16:creationId xmlns:a16="http://schemas.microsoft.com/office/drawing/2014/main" id="{3010C286-996A-BF84-69AE-807FB3A4163A}"/>
                </a:ext>
              </a:extLst>
            </p:cNvPr>
            <p:cNvSpPr/>
            <p:nvPr/>
          </p:nvSpPr>
          <p:spPr>
            <a:xfrm>
              <a:off x="1214580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A2A2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4">
              <a:extLst>
                <a:ext uri="{FF2B5EF4-FFF2-40B4-BE49-F238E27FC236}">
                  <a16:creationId xmlns:a16="http://schemas.microsoft.com/office/drawing/2014/main" id="{6E7CEC10-105B-F0A3-6DF4-0B6EA6FAC973}"/>
                </a:ext>
              </a:extLst>
            </p:cNvPr>
            <p:cNvSpPr/>
            <p:nvPr/>
          </p:nvSpPr>
          <p:spPr>
            <a:xfrm>
              <a:off x="1237473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5">
              <a:extLst>
                <a:ext uri="{FF2B5EF4-FFF2-40B4-BE49-F238E27FC236}">
                  <a16:creationId xmlns:a16="http://schemas.microsoft.com/office/drawing/2014/main" id="{D8C185B7-1774-5512-3C03-5232E0120D2D}"/>
                </a:ext>
              </a:extLst>
            </p:cNvPr>
            <p:cNvSpPr/>
            <p:nvPr/>
          </p:nvSpPr>
          <p:spPr>
            <a:xfrm>
              <a:off x="1260366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A4A4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6">
              <a:extLst>
                <a:ext uri="{FF2B5EF4-FFF2-40B4-BE49-F238E27FC236}">
                  <a16:creationId xmlns:a16="http://schemas.microsoft.com/office/drawing/2014/main" id="{DB593214-C43F-28B3-A726-A3A74776B58A}"/>
                </a:ext>
              </a:extLst>
            </p:cNvPr>
            <p:cNvSpPr/>
            <p:nvPr/>
          </p:nvSpPr>
          <p:spPr>
            <a:xfrm>
              <a:off x="1283258" y="2583179"/>
              <a:ext cx="224154" cy="200660"/>
            </a:xfrm>
            <a:custGeom>
              <a:avLst/>
              <a:gdLst/>
              <a:ahLst/>
              <a:cxnLst/>
              <a:rect l="l" t="t" r="r" b="b"/>
              <a:pathLst>
                <a:path w="224155" h="200660">
                  <a:moveTo>
                    <a:pt x="224125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892" y="200660"/>
                  </a:lnTo>
                  <a:lnTo>
                    <a:pt x="224125" y="0"/>
                  </a:lnTo>
                  <a:close/>
                </a:path>
              </a:pathLst>
            </a:custGeom>
            <a:solidFill>
              <a:srgbClr val="A5A5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7">
              <a:extLst>
                <a:ext uri="{FF2B5EF4-FFF2-40B4-BE49-F238E27FC236}">
                  <a16:creationId xmlns:a16="http://schemas.microsoft.com/office/drawing/2014/main" id="{22F750B5-6203-4145-CAF2-D29F7984844E}"/>
                </a:ext>
              </a:extLst>
            </p:cNvPr>
            <p:cNvSpPr/>
            <p:nvPr/>
          </p:nvSpPr>
          <p:spPr>
            <a:xfrm>
              <a:off x="1306151" y="2583179"/>
              <a:ext cx="223520" cy="200660"/>
            </a:xfrm>
            <a:custGeom>
              <a:avLst/>
              <a:gdLst/>
              <a:ahLst/>
              <a:cxnLst/>
              <a:rect l="l" t="t" r="r" b="b"/>
              <a:pathLst>
                <a:path w="223519" h="200660">
                  <a:moveTo>
                    <a:pt x="222928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2268" y="200660"/>
                  </a:lnTo>
                  <a:lnTo>
                    <a:pt x="222928" y="0"/>
                  </a:lnTo>
                  <a:close/>
                </a:path>
              </a:pathLst>
            </a:custGeom>
            <a:solidFill>
              <a:srgbClr val="A6A6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8">
              <a:extLst>
                <a:ext uri="{FF2B5EF4-FFF2-40B4-BE49-F238E27FC236}">
                  <a16:creationId xmlns:a16="http://schemas.microsoft.com/office/drawing/2014/main" id="{5DBCF053-10ED-313F-D827-6A7F29605A88}"/>
                </a:ext>
              </a:extLst>
            </p:cNvPr>
            <p:cNvSpPr/>
            <p:nvPr/>
          </p:nvSpPr>
          <p:spPr>
            <a:xfrm>
              <a:off x="1328419" y="2583179"/>
              <a:ext cx="224790" cy="200660"/>
            </a:xfrm>
            <a:custGeom>
              <a:avLst/>
              <a:gdLst/>
              <a:ahLst/>
              <a:cxnLst/>
              <a:rect l="l" t="t" r="r" b="b"/>
              <a:pathLst>
                <a:path w="224790" h="200660">
                  <a:moveTo>
                    <a:pt x="224750" y="0"/>
                  </a:moveTo>
                  <a:lnTo>
                    <a:pt x="200660" y="0"/>
                  </a:lnTo>
                  <a:lnTo>
                    <a:pt x="0" y="200660"/>
                  </a:lnTo>
                  <a:lnTo>
                    <a:pt x="23516" y="200660"/>
                  </a:lnTo>
                  <a:lnTo>
                    <a:pt x="224750" y="0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9">
              <a:extLst>
                <a:ext uri="{FF2B5EF4-FFF2-40B4-BE49-F238E27FC236}">
                  <a16:creationId xmlns:a16="http://schemas.microsoft.com/office/drawing/2014/main" id="{1290573B-BDF8-BEE4-F151-7E23719586AA}"/>
                </a:ext>
              </a:extLst>
            </p:cNvPr>
            <p:cNvSpPr/>
            <p:nvPr/>
          </p:nvSpPr>
          <p:spPr>
            <a:xfrm>
              <a:off x="1351936" y="2583179"/>
              <a:ext cx="221615" cy="200660"/>
            </a:xfrm>
            <a:custGeom>
              <a:avLst/>
              <a:gdLst/>
              <a:ahLst/>
              <a:cxnLst/>
              <a:rect l="l" t="t" r="r" b="b"/>
              <a:pathLst>
                <a:path w="221615" h="200660">
                  <a:moveTo>
                    <a:pt x="221604" y="0"/>
                  </a:moveTo>
                  <a:lnTo>
                    <a:pt x="201233" y="0"/>
                  </a:lnTo>
                  <a:lnTo>
                    <a:pt x="0" y="200660"/>
                  </a:lnTo>
                  <a:lnTo>
                    <a:pt x="21515" y="200660"/>
                  </a:lnTo>
                  <a:lnTo>
                    <a:pt x="221604" y="0"/>
                  </a:lnTo>
                  <a:close/>
                </a:path>
              </a:pathLst>
            </a:custGeom>
            <a:solidFill>
              <a:srgbClr val="A8A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200">
              <a:extLst>
                <a:ext uri="{FF2B5EF4-FFF2-40B4-BE49-F238E27FC236}">
                  <a16:creationId xmlns:a16="http://schemas.microsoft.com/office/drawing/2014/main" id="{EF1159EC-4171-5234-0FE1-1C9099CA658B}"/>
                </a:ext>
              </a:extLst>
            </p:cNvPr>
            <p:cNvSpPr/>
            <p:nvPr/>
          </p:nvSpPr>
          <p:spPr>
            <a:xfrm>
              <a:off x="1373452" y="2583179"/>
              <a:ext cx="208279" cy="200660"/>
            </a:xfrm>
            <a:custGeom>
              <a:avLst/>
              <a:gdLst/>
              <a:ahLst/>
              <a:cxnLst/>
              <a:rect l="l" t="t" r="r" b="b"/>
              <a:pathLst>
                <a:path w="208280" h="200660">
                  <a:moveTo>
                    <a:pt x="207697" y="0"/>
                  </a:moveTo>
                  <a:lnTo>
                    <a:pt x="200088" y="0"/>
                  </a:lnTo>
                  <a:lnTo>
                    <a:pt x="0" y="200659"/>
                  </a:lnTo>
                  <a:lnTo>
                    <a:pt x="22827" y="200659"/>
                  </a:lnTo>
                  <a:lnTo>
                    <a:pt x="207697" y="15261"/>
                  </a:lnTo>
                  <a:lnTo>
                    <a:pt x="207697" y="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201">
              <a:extLst>
                <a:ext uri="{FF2B5EF4-FFF2-40B4-BE49-F238E27FC236}">
                  <a16:creationId xmlns:a16="http://schemas.microsoft.com/office/drawing/2014/main" id="{90E05187-2DA7-A438-482F-823DF289A288}"/>
                </a:ext>
              </a:extLst>
            </p:cNvPr>
            <p:cNvSpPr/>
            <p:nvPr/>
          </p:nvSpPr>
          <p:spPr>
            <a:xfrm>
              <a:off x="1396279" y="2598441"/>
              <a:ext cx="185420" cy="185420"/>
            </a:xfrm>
            <a:custGeom>
              <a:avLst/>
              <a:gdLst/>
              <a:ahLst/>
              <a:cxnLst/>
              <a:rect l="l" t="t" r="r" b="b"/>
              <a:pathLst>
                <a:path w="185419" h="185419">
                  <a:moveTo>
                    <a:pt x="184870" y="0"/>
                  </a:moveTo>
                  <a:lnTo>
                    <a:pt x="0" y="185398"/>
                  </a:lnTo>
                  <a:lnTo>
                    <a:pt x="23580" y="185398"/>
                  </a:lnTo>
                  <a:lnTo>
                    <a:pt x="184870" y="24108"/>
                  </a:lnTo>
                  <a:lnTo>
                    <a:pt x="184870" y="0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202">
              <a:extLst>
                <a:ext uri="{FF2B5EF4-FFF2-40B4-BE49-F238E27FC236}">
                  <a16:creationId xmlns:a16="http://schemas.microsoft.com/office/drawing/2014/main" id="{0DAEC6FD-8685-4C1B-AA1E-C453F80B321C}"/>
                </a:ext>
              </a:extLst>
            </p:cNvPr>
            <p:cNvSpPr/>
            <p:nvPr/>
          </p:nvSpPr>
          <p:spPr>
            <a:xfrm>
              <a:off x="1419859" y="2622549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90" h="161289">
                  <a:moveTo>
                    <a:pt x="161290" y="0"/>
                  </a:moveTo>
                  <a:lnTo>
                    <a:pt x="0" y="161290"/>
                  </a:lnTo>
                  <a:lnTo>
                    <a:pt x="23647" y="161290"/>
                  </a:lnTo>
                  <a:lnTo>
                    <a:pt x="161290" y="24039"/>
                  </a:lnTo>
                  <a:lnTo>
                    <a:pt x="161290" y="0"/>
                  </a:lnTo>
                  <a:close/>
                </a:path>
              </a:pathLst>
            </a:custGeom>
            <a:solidFill>
              <a:srgbClr val="ABAB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203">
              <a:extLst>
                <a:ext uri="{FF2B5EF4-FFF2-40B4-BE49-F238E27FC236}">
                  <a16:creationId xmlns:a16="http://schemas.microsoft.com/office/drawing/2014/main" id="{42EA98AF-F84B-2D21-B195-35BBAEF4844F}"/>
                </a:ext>
              </a:extLst>
            </p:cNvPr>
            <p:cNvSpPr/>
            <p:nvPr/>
          </p:nvSpPr>
          <p:spPr>
            <a:xfrm>
              <a:off x="1443507" y="2646589"/>
              <a:ext cx="137795" cy="137795"/>
            </a:xfrm>
            <a:custGeom>
              <a:avLst/>
              <a:gdLst/>
              <a:ahLst/>
              <a:cxnLst/>
              <a:rect l="l" t="t" r="r" b="b"/>
              <a:pathLst>
                <a:path w="137794" h="137794">
                  <a:moveTo>
                    <a:pt x="137642" y="0"/>
                  </a:moveTo>
                  <a:lnTo>
                    <a:pt x="0" y="137250"/>
                  </a:lnTo>
                  <a:lnTo>
                    <a:pt x="22892" y="137250"/>
                  </a:lnTo>
                  <a:lnTo>
                    <a:pt x="137642" y="22827"/>
                  </a:lnTo>
                  <a:lnTo>
                    <a:pt x="137642" y="0"/>
                  </a:lnTo>
                  <a:close/>
                </a:path>
              </a:pathLst>
            </a:custGeom>
            <a:solidFill>
              <a:srgbClr val="ACA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204">
              <a:extLst>
                <a:ext uri="{FF2B5EF4-FFF2-40B4-BE49-F238E27FC236}">
                  <a16:creationId xmlns:a16="http://schemas.microsoft.com/office/drawing/2014/main" id="{BEA57D80-6A1D-1774-FB7F-3D2B70F59B1A}"/>
                </a:ext>
              </a:extLst>
            </p:cNvPr>
            <p:cNvSpPr/>
            <p:nvPr/>
          </p:nvSpPr>
          <p:spPr>
            <a:xfrm>
              <a:off x="1466400" y="2669416"/>
              <a:ext cx="114935" cy="114935"/>
            </a:xfrm>
            <a:custGeom>
              <a:avLst/>
              <a:gdLst/>
              <a:ahLst/>
              <a:cxnLst/>
              <a:rect l="l" t="t" r="r" b="b"/>
              <a:pathLst>
                <a:path w="114934" h="114935">
                  <a:moveTo>
                    <a:pt x="114749" y="0"/>
                  </a:moveTo>
                  <a:lnTo>
                    <a:pt x="0" y="114423"/>
                  </a:lnTo>
                  <a:lnTo>
                    <a:pt x="21189" y="114423"/>
                  </a:lnTo>
                  <a:lnTo>
                    <a:pt x="114749" y="20595"/>
                  </a:lnTo>
                  <a:lnTo>
                    <a:pt x="114749" y="0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205">
              <a:extLst>
                <a:ext uri="{FF2B5EF4-FFF2-40B4-BE49-F238E27FC236}">
                  <a16:creationId xmlns:a16="http://schemas.microsoft.com/office/drawing/2014/main" id="{195054D1-9A1D-71D5-D9A4-F05CF9039704}"/>
                </a:ext>
              </a:extLst>
            </p:cNvPr>
            <p:cNvSpPr/>
            <p:nvPr/>
          </p:nvSpPr>
          <p:spPr>
            <a:xfrm>
              <a:off x="1487589" y="2690012"/>
              <a:ext cx="93980" cy="93980"/>
            </a:xfrm>
            <a:custGeom>
              <a:avLst/>
              <a:gdLst/>
              <a:ahLst/>
              <a:cxnLst/>
              <a:rect l="l" t="t" r="r" b="b"/>
              <a:pathLst>
                <a:path w="93980" h="93980">
                  <a:moveTo>
                    <a:pt x="93560" y="0"/>
                  </a:moveTo>
                  <a:lnTo>
                    <a:pt x="0" y="93827"/>
                  </a:lnTo>
                  <a:lnTo>
                    <a:pt x="23710" y="93827"/>
                  </a:lnTo>
                  <a:lnTo>
                    <a:pt x="93560" y="23977"/>
                  </a:lnTo>
                  <a:lnTo>
                    <a:pt x="93560" y="0"/>
                  </a:lnTo>
                  <a:close/>
                </a:path>
              </a:pathLst>
            </a:custGeom>
            <a:solidFill>
              <a:srgbClr val="AEAE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206">
              <a:extLst>
                <a:ext uri="{FF2B5EF4-FFF2-40B4-BE49-F238E27FC236}">
                  <a16:creationId xmlns:a16="http://schemas.microsoft.com/office/drawing/2014/main" id="{77262A2B-37C2-25AD-D40F-BE54BE0AD2D8}"/>
                </a:ext>
              </a:extLst>
            </p:cNvPr>
            <p:cNvSpPr/>
            <p:nvPr/>
          </p:nvSpPr>
          <p:spPr>
            <a:xfrm>
              <a:off x="1511299" y="2713989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850" y="0"/>
                  </a:moveTo>
                  <a:lnTo>
                    <a:pt x="0" y="69850"/>
                  </a:lnTo>
                  <a:lnTo>
                    <a:pt x="21944" y="69850"/>
                  </a:lnTo>
                  <a:lnTo>
                    <a:pt x="69850" y="21807"/>
                  </a:lnTo>
                  <a:lnTo>
                    <a:pt x="69850" y="0"/>
                  </a:lnTo>
                  <a:close/>
                </a:path>
              </a:pathLst>
            </a:custGeom>
            <a:solidFill>
              <a:srgbClr val="AFAF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207">
              <a:extLst>
                <a:ext uri="{FF2B5EF4-FFF2-40B4-BE49-F238E27FC236}">
                  <a16:creationId xmlns:a16="http://schemas.microsoft.com/office/drawing/2014/main" id="{FC7CEF35-67B8-0B39-818D-A88A64B46D1C}"/>
                </a:ext>
              </a:extLst>
            </p:cNvPr>
            <p:cNvSpPr/>
            <p:nvPr/>
          </p:nvSpPr>
          <p:spPr>
            <a:xfrm>
              <a:off x="1533244" y="2735797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59" h="48260">
                  <a:moveTo>
                    <a:pt x="47905" y="0"/>
                  </a:moveTo>
                  <a:lnTo>
                    <a:pt x="0" y="48042"/>
                  </a:lnTo>
                  <a:lnTo>
                    <a:pt x="22827" y="48042"/>
                  </a:lnTo>
                  <a:lnTo>
                    <a:pt x="47905" y="22892"/>
                  </a:lnTo>
                  <a:lnTo>
                    <a:pt x="47905" y="0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208">
              <a:extLst>
                <a:ext uri="{FF2B5EF4-FFF2-40B4-BE49-F238E27FC236}">
                  <a16:creationId xmlns:a16="http://schemas.microsoft.com/office/drawing/2014/main" id="{268721DB-5591-DE3D-AD0A-9AA53189087A}"/>
                </a:ext>
              </a:extLst>
            </p:cNvPr>
            <p:cNvSpPr/>
            <p:nvPr/>
          </p:nvSpPr>
          <p:spPr>
            <a:xfrm>
              <a:off x="1556071" y="2758690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077" y="0"/>
                  </a:moveTo>
                  <a:lnTo>
                    <a:pt x="0" y="25149"/>
                  </a:lnTo>
                  <a:lnTo>
                    <a:pt x="22827" y="25149"/>
                  </a:lnTo>
                  <a:lnTo>
                    <a:pt x="25077" y="22892"/>
                  </a:lnTo>
                  <a:lnTo>
                    <a:pt x="25077" y="0"/>
                  </a:lnTo>
                  <a:close/>
                </a:path>
              </a:pathLst>
            </a:custGeom>
            <a:solidFill>
              <a:srgbClr val="B1B1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209">
              <a:extLst>
                <a:ext uri="{FF2B5EF4-FFF2-40B4-BE49-F238E27FC236}">
                  <a16:creationId xmlns:a16="http://schemas.microsoft.com/office/drawing/2014/main" id="{25C37C17-DCF5-E33E-1D9B-A2E054FC7B79}"/>
                </a:ext>
              </a:extLst>
            </p:cNvPr>
            <p:cNvSpPr/>
            <p:nvPr/>
          </p:nvSpPr>
          <p:spPr>
            <a:xfrm>
              <a:off x="892809" y="2583179"/>
              <a:ext cx="687070" cy="199390"/>
            </a:xfrm>
            <a:custGeom>
              <a:avLst/>
              <a:gdLst/>
              <a:ahLst/>
              <a:cxnLst/>
              <a:rect l="l" t="t" r="r" b="b"/>
              <a:pathLst>
                <a:path w="687069" h="199389">
                  <a:moveTo>
                    <a:pt x="342900" y="199390"/>
                  </a:moveTo>
                  <a:lnTo>
                    <a:pt x="0" y="199390"/>
                  </a:lnTo>
                  <a:lnTo>
                    <a:pt x="0" y="0"/>
                  </a:lnTo>
                  <a:lnTo>
                    <a:pt x="687070" y="0"/>
                  </a:lnTo>
                  <a:lnTo>
                    <a:pt x="687070" y="199390"/>
                  </a:lnTo>
                  <a:lnTo>
                    <a:pt x="342900" y="19939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210">
              <a:extLst>
                <a:ext uri="{FF2B5EF4-FFF2-40B4-BE49-F238E27FC236}">
                  <a16:creationId xmlns:a16="http://schemas.microsoft.com/office/drawing/2014/main" id="{B51C5D71-2B92-3809-F75C-D36EAAF0EFE2}"/>
                </a:ext>
              </a:extLst>
            </p:cNvPr>
            <p:cNvSpPr/>
            <p:nvPr/>
          </p:nvSpPr>
          <p:spPr>
            <a:xfrm>
              <a:off x="971550" y="2520949"/>
              <a:ext cx="529590" cy="2540"/>
            </a:xfrm>
            <a:custGeom>
              <a:avLst/>
              <a:gdLst/>
              <a:ahLst/>
              <a:cxnLst/>
              <a:rect l="l" t="t" r="r" b="b"/>
              <a:pathLst>
                <a:path w="529590" h="2539">
                  <a:moveTo>
                    <a:pt x="529590" y="1270"/>
                  </a:moveTo>
                  <a:lnTo>
                    <a:pt x="528320" y="1270"/>
                  </a:lnTo>
                  <a:lnTo>
                    <a:pt x="5283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529590" y="2540"/>
                  </a:lnTo>
                  <a:lnTo>
                    <a:pt x="52959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211">
              <a:extLst>
                <a:ext uri="{FF2B5EF4-FFF2-40B4-BE49-F238E27FC236}">
                  <a16:creationId xmlns:a16="http://schemas.microsoft.com/office/drawing/2014/main" id="{FF28FBED-64DD-D010-9189-596D087660B1}"/>
                </a:ext>
              </a:extLst>
            </p:cNvPr>
            <p:cNvSpPr/>
            <p:nvPr/>
          </p:nvSpPr>
          <p:spPr>
            <a:xfrm>
              <a:off x="966470" y="2523489"/>
              <a:ext cx="539750" cy="3810"/>
            </a:xfrm>
            <a:custGeom>
              <a:avLst/>
              <a:gdLst/>
              <a:ahLst/>
              <a:cxnLst/>
              <a:rect l="l" t="t" r="r" b="b"/>
              <a:pathLst>
                <a:path w="539750" h="3810">
                  <a:moveTo>
                    <a:pt x="539750" y="2540"/>
                  </a:moveTo>
                  <a:lnTo>
                    <a:pt x="538480" y="2540"/>
                  </a:lnTo>
                  <a:lnTo>
                    <a:pt x="538480" y="1270"/>
                  </a:lnTo>
                  <a:lnTo>
                    <a:pt x="537210" y="1270"/>
                  </a:lnTo>
                  <a:lnTo>
                    <a:pt x="5372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39750" y="3810"/>
                  </a:lnTo>
                  <a:lnTo>
                    <a:pt x="53975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212">
              <a:extLst>
                <a:ext uri="{FF2B5EF4-FFF2-40B4-BE49-F238E27FC236}">
                  <a16:creationId xmlns:a16="http://schemas.microsoft.com/office/drawing/2014/main" id="{1F1570D2-B21A-6A00-9733-94642E22915E}"/>
                </a:ext>
              </a:extLst>
            </p:cNvPr>
            <p:cNvSpPr/>
            <p:nvPr/>
          </p:nvSpPr>
          <p:spPr>
            <a:xfrm>
              <a:off x="963930" y="2527299"/>
              <a:ext cx="546100" cy="2540"/>
            </a:xfrm>
            <a:custGeom>
              <a:avLst/>
              <a:gdLst/>
              <a:ahLst/>
              <a:cxnLst/>
              <a:rect l="l" t="t" r="r" b="b"/>
              <a:pathLst>
                <a:path w="546100" h="2539">
                  <a:moveTo>
                    <a:pt x="546100" y="1270"/>
                  </a:moveTo>
                  <a:lnTo>
                    <a:pt x="544830" y="1270"/>
                  </a:lnTo>
                  <a:lnTo>
                    <a:pt x="54483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546100" y="2540"/>
                  </a:lnTo>
                  <a:lnTo>
                    <a:pt x="546100" y="127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213">
              <a:extLst>
                <a:ext uri="{FF2B5EF4-FFF2-40B4-BE49-F238E27FC236}">
                  <a16:creationId xmlns:a16="http://schemas.microsoft.com/office/drawing/2014/main" id="{A63BA1E7-B0A9-D182-7B76-F5B901FA6DF4}"/>
                </a:ext>
              </a:extLst>
            </p:cNvPr>
            <p:cNvSpPr/>
            <p:nvPr/>
          </p:nvSpPr>
          <p:spPr>
            <a:xfrm>
              <a:off x="958850" y="2529839"/>
              <a:ext cx="556260" cy="3810"/>
            </a:xfrm>
            <a:custGeom>
              <a:avLst/>
              <a:gdLst/>
              <a:ahLst/>
              <a:cxnLst/>
              <a:rect l="l" t="t" r="r" b="b"/>
              <a:pathLst>
                <a:path w="556260" h="3810">
                  <a:moveTo>
                    <a:pt x="556260" y="2540"/>
                  </a:moveTo>
                  <a:lnTo>
                    <a:pt x="554977" y="2540"/>
                  </a:lnTo>
                  <a:lnTo>
                    <a:pt x="554977" y="1270"/>
                  </a:lnTo>
                  <a:lnTo>
                    <a:pt x="553720" y="1270"/>
                  </a:lnTo>
                  <a:lnTo>
                    <a:pt x="5537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56260" y="3810"/>
                  </a:lnTo>
                  <a:lnTo>
                    <a:pt x="556260" y="2540"/>
                  </a:lnTo>
                  <a:close/>
                </a:path>
              </a:pathLst>
            </a:custGeom>
            <a:solidFill>
              <a:srgbClr val="C5C5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214">
              <a:extLst>
                <a:ext uri="{FF2B5EF4-FFF2-40B4-BE49-F238E27FC236}">
                  <a16:creationId xmlns:a16="http://schemas.microsoft.com/office/drawing/2014/main" id="{6BE54ABE-E593-1752-FD08-35929DA6BAFA}"/>
                </a:ext>
              </a:extLst>
            </p:cNvPr>
            <p:cNvSpPr/>
            <p:nvPr/>
          </p:nvSpPr>
          <p:spPr>
            <a:xfrm>
              <a:off x="952500" y="2533649"/>
              <a:ext cx="567690" cy="3810"/>
            </a:xfrm>
            <a:custGeom>
              <a:avLst/>
              <a:gdLst/>
              <a:ahLst/>
              <a:cxnLst/>
              <a:rect l="l" t="t" r="r" b="b"/>
              <a:pathLst>
                <a:path w="567690" h="3810">
                  <a:moveTo>
                    <a:pt x="567690" y="2540"/>
                  </a:moveTo>
                  <a:lnTo>
                    <a:pt x="566420" y="2540"/>
                  </a:lnTo>
                  <a:lnTo>
                    <a:pt x="566420" y="1270"/>
                  </a:lnTo>
                  <a:lnTo>
                    <a:pt x="565150" y="1270"/>
                  </a:lnTo>
                  <a:lnTo>
                    <a:pt x="56515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67690" y="3810"/>
                  </a:lnTo>
                  <a:lnTo>
                    <a:pt x="567690" y="2540"/>
                  </a:lnTo>
                  <a:close/>
                </a:path>
              </a:pathLst>
            </a:custGeom>
            <a:solidFill>
              <a:srgbClr val="C2C2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215">
              <a:extLst>
                <a:ext uri="{FF2B5EF4-FFF2-40B4-BE49-F238E27FC236}">
                  <a16:creationId xmlns:a16="http://schemas.microsoft.com/office/drawing/2014/main" id="{EB2CB7F0-7B80-63BB-3D5A-DC44742E11BB}"/>
                </a:ext>
              </a:extLst>
            </p:cNvPr>
            <p:cNvSpPr/>
            <p:nvPr/>
          </p:nvSpPr>
          <p:spPr>
            <a:xfrm>
              <a:off x="947420" y="2537459"/>
              <a:ext cx="579120" cy="3810"/>
            </a:xfrm>
            <a:custGeom>
              <a:avLst/>
              <a:gdLst/>
              <a:ahLst/>
              <a:cxnLst/>
              <a:rect l="l" t="t" r="r" b="b"/>
              <a:pathLst>
                <a:path w="579119" h="3810">
                  <a:moveTo>
                    <a:pt x="579107" y="2540"/>
                  </a:moveTo>
                  <a:lnTo>
                    <a:pt x="576580" y="2540"/>
                  </a:lnTo>
                  <a:lnTo>
                    <a:pt x="576580" y="1270"/>
                  </a:lnTo>
                  <a:lnTo>
                    <a:pt x="575310" y="1270"/>
                  </a:lnTo>
                  <a:lnTo>
                    <a:pt x="5753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9107" y="3810"/>
                  </a:lnTo>
                  <a:lnTo>
                    <a:pt x="579107" y="2540"/>
                  </a:lnTo>
                  <a:close/>
                </a:path>
              </a:pathLst>
            </a:custGeom>
            <a:solidFill>
              <a:srgbClr val="BEBE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216">
              <a:extLst>
                <a:ext uri="{FF2B5EF4-FFF2-40B4-BE49-F238E27FC236}">
                  <a16:creationId xmlns:a16="http://schemas.microsoft.com/office/drawing/2014/main" id="{3C080782-7280-6D30-9335-9DB38B08E9A7}"/>
                </a:ext>
              </a:extLst>
            </p:cNvPr>
            <p:cNvSpPr/>
            <p:nvPr/>
          </p:nvSpPr>
          <p:spPr>
            <a:xfrm>
              <a:off x="942340" y="2541269"/>
              <a:ext cx="589280" cy="3810"/>
            </a:xfrm>
            <a:custGeom>
              <a:avLst/>
              <a:gdLst/>
              <a:ahLst/>
              <a:cxnLst/>
              <a:rect l="l" t="t" r="r" b="b"/>
              <a:pathLst>
                <a:path w="589280" h="3810">
                  <a:moveTo>
                    <a:pt x="589280" y="2540"/>
                  </a:moveTo>
                  <a:lnTo>
                    <a:pt x="586740" y="2540"/>
                  </a:lnTo>
                  <a:lnTo>
                    <a:pt x="586740" y="1270"/>
                  </a:lnTo>
                  <a:lnTo>
                    <a:pt x="585470" y="1270"/>
                  </a:lnTo>
                  <a:lnTo>
                    <a:pt x="5854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89280" y="3810"/>
                  </a:lnTo>
                  <a:lnTo>
                    <a:pt x="589280" y="2540"/>
                  </a:lnTo>
                  <a:close/>
                </a:path>
              </a:pathLst>
            </a:custGeom>
            <a:solidFill>
              <a:srgbClr val="BBBB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217">
              <a:extLst>
                <a:ext uri="{FF2B5EF4-FFF2-40B4-BE49-F238E27FC236}">
                  <a16:creationId xmlns:a16="http://schemas.microsoft.com/office/drawing/2014/main" id="{05D1636D-BCC0-E914-42D5-808AC247E448}"/>
                </a:ext>
              </a:extLst>
            </p:cNvPr>
            <p:cNvSpPr/>
            <p:nvPr/>
          </p:nvSpPr>
          <p:spPr>
            <a:xfrm>
              <a:off x="937260" y="2545079"/>
              <a:ext cx="599440" cy="3810"/>
            </a:xfrm>
            <a:custGeom>
              <a:avLst/>
              <a:gdLst/>
              <a:ahLst/>
              <a:cxnLst/>
              <a:rect l="l" t="t" r="r" b="b"/>
              <a:pathLst>
                <a:path w="599440" h="3810">
                  <a:moveTo>
                    <a:pt x="599440" y="2540"/>
                  </a:moveTo>
                  <a:lnTo>
                    <a:pt x="598170" y="2540"/>
                  </a:lnTo>
                  <a:lnTo>
                    <a:pt x="598170" y="1270"/>
                  </a:lnTo>
                  <a:lnTo>
                    <a:pt x="595617" y="1270"/>
                  </a:lnTo>
                  <a:lnTo>
                    <a:pt x="595617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99440" y="3810"/>
                  </a:lnTo>
                  <a:lnTo>
                    <a:pt x="599440" y="254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218">
              <a:extLst>
                <a:ext uri="{FF2B5EF4-FFF2-40B4-BE49-F238E27FC236}">
                  <a16:creationId xmlns:a16="http://schemas.microsoft.com/office/drawing/2014/main" id="{01640661-1AE1-0F77-6587-C48DA0A234AF}"/>
                </a:ext>
              </a:extLst>
            </p:cNvPr>
            <p:cNvSpPr/>
            <p:nvPr/>
          </p:nvSpPr>
          <p:spPr>
            <a:xfrm>
              <a:off x="933450" y="2548889"/>
              <a:ext cx="607060" cy="2540"/>
            </a:xfrm>
            <a:custGeom>
              <a:avLst/>
              <a:gdLst/>
              <a:ahLst/>
              <a:cxnLst/>
              <a:rect l="l" t="t" r="r" b="b"/>
              <a:pathLst>
                <a:path w="607060" h="2539">
                  <a:moveTo>
                    <a:pt x="607060" y="1270"/>
                  </a:moveTo>
                  <a:lnTo>
                    <a:pt x="604520" y="1270"/>
                  </a:lnTo>
                  <a:lnTo>
                    <a:pt x="6045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07060" y="2540"/>
                  </a:lnTo>
                  <a:lnTo>
                    <a:pt x="607060" y="1270"/>
                  </a:lnTo>
                  <a:close/>
                </a:path>
              </a:pathLst>
            </a:custGeom>
            <a:solidFill>
              <a:srgbClr val="B4B4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219">
              <a:extLst>
                <a:ext uri="{FF2B5EF4-FFF2-40B4-BE49-F238E27FC236}">
                  <a16:creationId xmlns:a16="http://schemas.microsoft.com/office/drawing/2014/main" id="{0FD979C7-14FE-D75C-C1F8-A182AA878389}"/>
                </a:ext>
              </a:extLst>
            </p:cNvPr>
            <p:cNvSpPr/>
            <p:nvPr/>
          </p:nvSpPr>
          <p:spPr>
            <a:xfrm>
              <a:off x="928370" y="2551429"/>
              <a:ext cx="617220" cy="3810"/>
            </a:xfrm>
            <a:custGeom>
              <a:avLst/>
              <a:gdLst/>
              <a:ahLst/>
              <a:cxnLst/>
              <a:rect l="l" t="t" r="r" b="b"/>
              <a:pathLst>
                <a:path w="617219" h="3810">
                  <a:moveTo>
                    <a:pt x="617207" y="2540"/>
                  </a:moveTo>
                  <a:lnTo>
                    <a:pt x="615950" y="2540"/>
                  </a:lnTo>
                  <a:lnTo>
                    <a:pt x="615950" y="1270"/>
                  </a:lnTo>
                  <a:lnTo>
                    <a:pt x="613410" y="1270"/>
                  </a:lnTo>
                  <a:lnTo>
                    <a:pt x="61341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17207" y="3810"/>
                  </a:lnTo>
                  <a:lnTo>
                    <a:pt x="617207" y="254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220">
              <a:extLst>
                <a:ext uri="{FF2B5EF4-FFF2-40B4-BE49-F238E27FC236}">
                  <a16:creationId xmlns:a16="http://schemas.microsoft.com/office/drawing/2014/main" id="{B611A3CE-554A-91E4-6924-218C57851C78}"/>
                </a:ext>
              </a:extLst>
            </p:cNvPr>
            <p:cNvSpPr/>
            <p:nvPr/>
          </p:nvSpPr>
          <p:spPr>
            <a:xfrm>
              <a:off x="923290" y="2555239"/>
              <a:ext cx="627380" cy="3810"/>
            </a:xfrm>
            <a:custGeom>
              <a:avLst/>
              <a:gdLst/>
              <a:ahLst/>
              <a:cxnLst/>
              <a:rect l="l" t="t" r="r" b="b"/>
              <a:pathLst>
                <a:path w="627380" h="3810">
                  <a:moveTo>
                    <a:pt x="627380" y="2540"/>
                  </a:moveTo>
                  <a:lnTo>
                    <a:pt x="626110" y="2540"/>
                  </a:lnTo>
                  <a:lnTo>
                    <a:pt x="626110" y="1270"/>
                  </a:lnTo>
                  <a:lnTo>
                    <a:pt x="623570" y="1270"/>
                  </a:lnTo>
                  <a:lnTo>
                    <a:pt x="6235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27380" y="3810"/>
                  </a:lnTo>
                  <a:lnTo>
                    <a:pt x="627380" y="2540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221">
              <a:extLst>
                <a:ext uri="{FF2B5EF4-FFF2-40B4-BE49-F238E27FC236}">
                  <a16:creationId xmlns:a16="http://schemas.microsoft.com/office/drawing/2014/main" id="{01A81C99-DBD8-77CA-D882-CD6511BCF12C}"/>
                </a:ext>
              </a:extLst>
            </p:cNvPr>
            <p:cNvSpPr/>
            <p:nvPr/>
          </p:nvSpPr>
          <p:spPr>
            <a:xfrm>
              <a:off x="918210" y="2559049"/>
              <a:ext cx="637540" cy="3810"/>
            </a:xfrm>
            <a:custGeom>
              <a:avLst/>
              <a:gdLst/>
              <a:ahLst/>
              <a:cxnLst/>
              <a:rect l="l" t="t" r="r" b="b"/>
              <a:pathLst>
                <a:path w="637540" h="3810">
                  <a:moveTo>
                    <a:pt x="637540" y="2540"/>
                  </a:moveTo>
                  <a:lnTo>
                    <a:pt x="636270" y="2540"/>
                  </a:lnTo>
                  <a:lnTo>
                    <a:pt x="636270" y="1270"/>
                  </a:lnTo>
                  <a:lnTo>
                    <a:pt x="635000" y="1270"/>
                  </a:lnTo>
                  <a:lnTo>
                    <a:pt x="63500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37540" y="3810"/>
                  </a:lnTo>
                  <a:lnTo>
                    <a:pt x="637540" y="2540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222">
              <a:extLst>
                <a:ext uri="{FF2B5EF4-FFF2-40B4-BE49-F238E27FC236}">
                  <a16:creationId xmlns:a16="http://schemas.microsoft.com/office/drawing/2014/main" id="{0EBBAB03-9BB7-18C0-090E-E93079A088A6}"/>
                </a:ext>
              </a:extLst>
            </p:cNvPr>
            <p:cNvSpPr/>
            <p:nvPr/>
          </p:nvSpPr>
          <p:spPr>
            <a:xfrm>
              <a:off x="913130" y="2562859"/>
              <a:ext cx="647700" cy="3810"/>
            </a:xfrm>
            <a:custGeom>
              <a:avLst/>
              <a:gdLst/>
              <a:ahLst/>
              <a:cxnLst/>
              <a:rect l="l" t="t" r="r" b="b"/>
              <a:pathLst>
                <a:path w="647700" h="3810">
                  <a:moveTo>
                    <a:pt x="647700" y="2540"/>
                  </a:moveTo>
                  <a:lnTo>
                    <a:pt x="646430" y="2540"/>
                  </a:lnTo>
                  <a:lnTo>
                    <a:pt x="646430" y="1270"/>
                  </a:lnTo>
                  <a:lnTo>
                    <a:pt x="645160" y="1270"/>
                  </a:lnTo>
                  <a:lnTo>
                    <a:pt x="64516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47700" y="3810"/>
                  </a:lnTo>
                  <a:lnTo>
                    <a:pt x="647700" y="2540"/>
                  </a:lnTo>
                  <a:close/>
                </a:path>
              </a:pathLst>
            </a:custGeom>
            <a:solidFill>
              <a:srgbClr val="A6A6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223">
              <a:extLst>
                <a:ext uri="{FF2B5EF4-FFF2-40B4-BE49-F238E27FC236}">
                  <a16:creationId xmlns:a16="http://schemas.microsoft.com/office/drawing/2014/main" id="{D541D985-A2BF-F72B-2067-92CBCB79CCD3}"/>
                </a:ext>
              </a:extLst>
            </p:cNvPr>
            <p:cNvSpPr/>
            <p:nvPr/>
          </p:nvSpPr>
          <p:spPr>
            <a:xfrm>
              <a:off x="908050" y="2566669"/>
              <a:ext cx="659130" cy="3810"/>
            </a:xfrm>
            <a:custGeom>
              <a:avLst/>
              <a:gdLst/>
              <a:ahLst/>
              <a:cxnLst/>
              <a:rect l="l" t="t" r="r" b="b"/>
              <a:pathLst>
                <a:path w="659130" h="3810">
                  <a:moveTo>
                    <a:pt x="659130" y="2540"/>
                  </a:moveTo>
                  <a:lnTo>
                    <a:pt x="656577" y="2540"/>
                  </a:lnTo>
                  <a:lnTo>
                    <a:pt x="656577" y="1270"/>
                  </a:lnTo>
                  <a:lnTo>
                    <a:pt x="655320" y="1270"/>
                  </a:lnTo>
                  <a:lnTo>
                    <a:pt x="6553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59130" y="3810"/>
                  </a:lnTo>
                  <a:lnTo>
                    <a:pt x="659130" y="2540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224">
              <a:extLst>
                <a:ext uri="{FF2B5EF4-FFF2-40B4-BE49-F238E27FC236}">
                  <a16:creationId xmlns:a16="http://schemas.microsoft.com/office/drawing/2014/main" id="{335362DF-42CA-CB98-3A0B-165175E9CDAB}"/>
                </a:ext>
              </a:extLst>
            </p:cNvPr>
            <p:cNvSpPr/>
            <p:nvPr/>
          </p:nvSpPr>
          <p:spPr>
            <a:xfrm>
              <a:off x="904240" y="2570479"/>
              <a:ext cx="665480" cy="2540"/>
            </a:xfrm>
            <a:custGeom>
              <a:avLst/>
              <a:gdLst/>
              <a:ahLst/>
              <a:cxnLst/>
              <a:rect l="l" t="t" r="r" b="b"/>
              <a:pathLst>
                <a:path w="665480" h="2539">
                  <a:moveTo>
                    <a:pt x="665480" y="1270"/>
                  </a:moveTo>
                  <a:lnTo>
                    <a:pt x="664210" y="1270"/>
                  </a:lnTo>
                  <a:lnTo>
                    <a:pt x="6642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65480" y="2540"/>
                  </a:lnTo>
                  <a:lnTo>
                    <a:pt x="665480" y="127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225">
              <a:extLst>
                <a:ext uri="{FF2B5EF4-FFF2-40B4-BE49-F238E27FC236}">
                  <a16:creationId xmlns:a16="http://schemas.microsoft.com/office/drawing/2014/main" id="{A6DE5DBA-3867-F856-5CFC-BB14CD17E9F8}"/>
                </a:ext>
              </a:extLst>
            </p:cNvPr>
            <p:cNvSpPr/>
            <p:nvPr/>
          </p:nvSpPr>
          <p:spPr>
            <a:xfrm>
              <a:off x="902969" y="2520949"/>
              <a:ext cx="668020" cy="52069"/>
            </a:xfrm>
            <a:custGeom>
              <a:avLst/>
              <a:gdLst/>
              <a:ahLst/>
              <a:cxnLst/>
              <a:rect l="l" t="t" r="r" b="b"/>
              <a:pathLst>
                <a:path w="668019" h="52069">
                  <a:moveTo>
                    <a:pt x="0" y="52070"/>
                  </a:moveTo>
                  <a:lnTo>
                    <a:pt x="71120" y="0"/>
                  </a:lnTo>
                  <a:lnTo>
                    <a:pt x="595630" y="0"/>
                  </a:lnTo>
                  <a:lnTo>
                    <a:pt x="668020" y="52070"/>
                  </a:lnTo>
                  <a:lnTo>
                    <a:pt x="0" y="5207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226">
              <a:extLst>
                <a:ext uri="{FF2B5EF4-FFF2-40B4-BE49-F238E27FC236}">
                  <a16:creationId xmlns:a16="http://schemas.microsoft.com/office/drawing/2014/main" id="{9789FC3A-4770-6D10-7427-3A992C87D20D}"/>
                </a:ext>
              </a:extLst>
            </p:cNvPr>
            <p:cNvSpPr/>
            <p:nvPr/>
          </p:nvSpPr>
          <p:spPr>
            <a:xfrm>
              <a:off x="1334770" y="259587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227">
              <a:extLst>
                <a:ext uri="{FF2B5EF4-FFF2-40B4-BE49-F238E27FC236}">
                  <a16:creationId xmlns:a16="http://schemas.microsoft.com/office/drawing/2014/main" id="{82A37198-368A-3E56-11DC-1EEA2CC0EE72}"/>
                </a:ext>
              </a:extLst>
            </p:cNvPr>
            <p:cNvSpPr/>
            <p:nvPr/>
          </p:nvSpPr>
          <p:spPr>
            <a:xfrm>
              <a:off x="1334769" y="259968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A5A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228">
              <a:extLst>
                <a:ext uri="{FF2B5EF4-FFF2-40B4-BE49-F238E27FC236}">
                  <a16:creationId xmlns:a16="http://schemas.microsoft.com/office/drawing/2014/main" id="{F2FD8E68-629A-5AA9-FE1B-18621CFD6874}"/>
                </a:ext>
              </a:extLst>
            </p:cNvPr>
            <p:cNvSpPr/>
            <p:nvPr/>
          </p:nvSpPr>
          <p:spPr>
            <a:xfrm>
              <a:off x="1334769" y="260349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229">
              <a:extLst>
                <a:ext uri="{FF2B5EF4-FFF2-40B4-BE49-F238E27FC236}">
                  <a16:creationId xmlns:a16="http://schemas.microsoft.com/office/drawing/2014/main" id="{4E36F8D2-6D75-830F-5A14-5828B5D14D95}"/>
                </a:ext>
              </a:extLst>
            </p:cNvPr>
            <p:cNvSpPr/>
            <p:nvPr/>
          </p:nvSpPr>
          <p:spPr>
            <a:xfrm>
              <a:off x="1334769" y="260730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C5C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230">
              <a:extLst>
                <a:ext uri="{FF2B5EF4-FFF2-40B4-BE49-F238E27FC236}">
                  <a16:creationId xmlns:a16="http://schemas.microsoft.com/office/drawing/2014/main" id="{81EF3A3B-CE09-F329-FB78-70ED309BAEDF}"/>
                </a:ext>
              </a:extLst>
            </p:cNvPr>
            <p:cNvSpPr/>
            <p:nvPr/>
          </p:nvSpPr>
          <p:spPr>
            <a:xfrm>
              <a:off x="1334769" y="261111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231">
              <a:extLst>
                <a:ext uri="{FF2B5EF4-FFF2-40B4-BE49-F238E27FC236}">
                  <a16:creationId xmlns:a16="http://schemas.microsoft.com/office/drawing/2014/main" id="{91651BA1-961D-2258-A71C-1317F518E2E1}"/>
                </a:ext>
              </a:extLst>
            </p:cNvPr>
            <p:cNvSpPr/>
            <p:nvPr/>
          </p:nvSpPr>
          <p:spPr>
            <a:xfrm>
              <a:off x="1334769" y="261492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E5E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232">
              <a:extLst>
                <a:ext uri="{FF2B5EF4-FFF2-40B4-BE49-F238E27FC236}">
                  <a16:creationId xmlns:a16="http://schemas.microsoft.com/office/drawing/2014/main" id="{3240197C-AC88-0106-94A0-BE1FB229F34E}"/>
                </a:ext>
              </a:extLst>
            </p:cNvPr>
            <p:cNvSpPr/>
            <p:nvPr/>
          </p:nvSpPr>
          <p:spPr>
            <a:xfrm>
              <a:off x="1334769" y="2618739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20980" y="253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F5F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233">
              <a:extLst>
                <a:ext uri="{FF2B5EF4-FFF2-40B4-BE49-F238E27FC236}">
                  <a16:creationId xmlns:a16="http://schemas.microsoft.com/office/drawing/2014/main" id="{DB94A88E-7CDF-6E2D-D22E-3437A2B9C1DB}"/>
                </a:ext>
              </a:extLst>
            </p:cNvPr>
            <p:cNvSpPr/>
            <p:nvPr/>
          </p:nvSpPr>
          <p:spPr>
            <a:xfrm>
              <a:off x="1334769" y="262127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234">
              <a:extLst>
                <a:ext uri="{FF2B5EF4-FFF2-40B4-BE49-F238E27FC236}">
                  <a16:creationId xmlns:a16="http://schemas.microsoft.com/office/drawing/2014/main" id="{8E5A2710-9131-FCCA-3B18-6DD75D1097E2}"/>
                </a:ext>
              </a:extLst>
            </p:cNvPr>
            <p:cNvSpPr/>
            <p:nvPr/>
          </p:nvSpPr>
          <p:spPr>
            <a:xfrm>
              <a:off x="1334769" y="262508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262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235">
              <a:extLst>
                <a:ext uri="{FF2B5EF4-FFF2-40B4-BE49-F238E27FC236}">
                  <a16:creationId xmlns:a16="http://schemas.microsoft.com/office/drawing/2014/main" id="{D6DCAE87-2A66-7089-7B1D-42B42BE1DF1A}"/>
                </a:ext>
              </a:extLst>
            </p:cNvPr>
            <p:cNvSpPr/>
            <p:nvPr/>
          </p:nvSpPr>
          <p:spPr>
            <a:xfrm>
              <a:off x="1334769" y="262889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236">
              <a:extLst>
                <a:ext uri="{FF2B5EF4-FFF2-40B4-BE49-F238E27FC236}">
                  <a16:creationId xmlns:a16="http://schemas.microsoft.com/office/drawing/2014/main" id="{6C907395-657A-C02E-44D0-613200312F98}"/>
                </a:ext>
              </a:extLst>
            </p:cNvPr>
            <p:cNvSpPr/>
            <p:nvPr/>
          </p:nvSpPr>
          <p:spPr>
            <a:xfrm>
              <a:off x="1334769" y="263270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46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237">
              <a:extLst>
                <a:ext uri="{FF2B5EF4-FFF2-40B4-BE49-F238E27FC236}">
                  <a16:creationId xmlns:a16="http://schemas.microsoft.com/office/drawing/2014/main" id="{EEA5DD93-9DF0-D1D4-F179-1DC4262B063A}"/>
                </a:ext>
              </a:extLst>
            </p:cNvPr>
            <p:cNvSpPr/>
            <p:nvPr/>
          </p:nvSpPr>
          <p:spPr>
            <a:xfrm>
              <a:off x="1334769" y="263651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666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238">
              <a:extLst>
                <a:ext uri="{FF2B5EF4-FFF2-40B4-BE49-F238E27FC236}">
                  <a16:creationId xmlns:a16="http://schemas.microsoft.com/office/drawing/2014/main" id="{B421A1AF-20FD-67CD-1B18-104992B4F115}"/>
                </a:ext>
              </a:extLst>
            </p:cNvPr>
            <p:cNvSpPr/>
            <p:nvPr/>
          </p:nvSpPr>
          <p:spPr>
            <a:xfrm>
              <a:off x="1334769" y="264032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666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239">
              <a:extLst>
                <a:ext uri="{FF2B5EF4-FFF2-40B4-BE49-F238E27FC236}">
                  <a16:creationId xmlns:a16="http://schemas.microsoft.com/office/drawing/2014/main" id="{DC796713-5656-22C1-EDBC-E70B1FC283A3}"/>
                </a:ext>
              </a:extLst>
            </p:cNvPr>
            <p:cNvSpPr/>
            <p:nvPr/>
          </p:nvSpPr>
          <p:spPr>
            <a:xfrm>
              <a:off x="1334769" y="264413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868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240">
              <a:extLst>
                <a:ext uri="{FF2B5EF4-FFF2-40B4-BE49-F238E27FC236}">
                  <a16:creationId xmlns:a16="http://schemas.microsoft.com/office/drawing/2014/main" id="{1706192A-90BD-22EC-7E45-4A7C20DDF83B}"/>
                </a:ext>
              </a:extLst>
            </p:cNvPr>
            <p:cNvSpPr/>
            <p:nvPr/>
          </p:nvSpPr>
          <p:spPr>
            <a:xfrm>
              <a:off x="1334769" y="2647949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20980" y="253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241">
              <a:extLst>
                <a:ext uri="{FF2B5EF4-FFF2-40B4-BE49-F238E27FC236}">
                  <a16:creationId xmlns:a16="http://schemas.microsoft.com/office/drawing/2014/main" id="{B9B9A6AF-D16A-AC0A-CF25-D37BF0EEDCD6}"/>
                </a:ext>
              </a:extLst>
            </p:cNvPr>
            <p:cNvSpPr/>
            <p:nvPr/>
          </p:nvSpPr>
          <p:spPr>
            <a:xfrm>
              <a:off x="1334769" y="265048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A6A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242">
              <a:extLst>
                <a:ext uri="{FF2B5EF4-FFF2-40B4-BE49-F238E27FC236}">
                  <a16:creationId xmlns:a16="http://schemas.microsoft.com/office/drawing/2014/main" id="{990AC359-B6AD-6656-0A56-9B2292E24C25}"/>
                </a:ext>
              </a:extLst>
            </p:cNvPr>
            <p:cNvSpPr/>
            <p:nvPr/>
          </p:nvSpPr>
          <p:spPr>
            <a:xfrm>
              <a:off x="1334769" y="265429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243">
              <a:extLst>
                <a:ext uri="{FF2B5EF4-FFF2-40B4-BE49-F238E27FC236}">
                  <a16:creationId xmlns:a16="http://schemas.microsoft.com/office/drawing/2014/main" id="{682AB8BD-8140-FEAF-04B6-ECD4E4C1AB2D}"/>
                </a:ext>
              </a:extLst>
            </p:cNvPr>
            <p:cNvSpPr/>
            <p:nvPr/>
          </p:nvSpPr>
          <p:spPr>
            <a:xfrm>
              <a:off x="1334769" y="265810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C6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244">
              <a:extLst>
                <a:ext uri="{FF2B5EF4-FFF2-40B4-BE49-F238E27FC236}">
                  <a16:creationId xmlns:a16="http://schemas.microsoft.com/office/drawing/2014/main" id="{3D9DBF8D-FA66-8A95-903E-416417619740}"/>
                </a:ext>
              </a:extLst>
            </p:cNvPr>
            <p:cNvSpPr/>
            <p:nvPr/>
          </p:nvSpPr>
          <p:spPr>
            <a:xfrm>
              <a:off x="1334769" y="266191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245">
              <a:extLst>
                <a:ext uri="{FF2B5EF4-FFF2-40B4-BE49-F238E27FC236}">
                  <a16:creationId xmlns:a16="http://schemas.microsoft.com/office/drawing/2014/main" id="{7B8F2313-6C3B-39E7-06C3-5D643998111F}"/>
                </a:ext>
              </a:extLst>
            </p:cNvPr>
            <p:cNvSpPr/>
            <p:nvPr/>
          </p:nvSpPr>
          <p:spPr>
            <a:xfrm>
              <a:off x="1334769" y="266572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246">
              <a:extLst>
                <a:ext uri="{FF2B5EF4-FFF2-40B4-BE49-F238E27FC236}">
                  <a16:creationId xmlns:a16="http://schemas.microsoft.com/office/drawing/2014/main" id="{EA2A0D21-DFE3-C122-D75F-4AD13402EE00}"/>
                </a:ext>
              </a:extLst>
            </p:cNvPr>
            <p:cNvSpPr/>
            <p:nvPr/>
          </p:nvSpPr>
          <p:spPr>
            <a:xfrm>
              <a:off x="1334769" y="266953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070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247">
              <a:extLst>
                <a:ext uri="{FF2B5EF4-FFF2-40B4-BE49-F238E27FC236}">
                  <a16:creationId xmlns:a16="http://schemas.microsoft.com/office/drawing/2014/main" id="{010D1230-1958-D640-069A-24A22D8DD1FD}"/>
                </a:ext>
              </a:extLst>
            </p:cNvPr>
            <p:cNvSpPr/>
            <p:nvPr/>
          </p:nvSpPr>
          <p:spPr>
            <a:xfrm>
              <a:off x="1334769" y="267334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248">
              <a:extLst>
                <a:ext uri="{FF2B5EF4-FFF2-40B4-BE49-F238E27FC236}">
                  <a16:creationId xmlns:a16="http://schemas.microsoft.com/office/drawing/2014/main" id="{57F7946D-D95D-9AB7-9E36-1DC3737CE1BE}"/>
                </a:ext>
              </a:extLst>
            </p:cNvPr>
            <p:cNvSpPr/>
            <p:nvPr/>
          </p:nvSpPr>
          <p:spPr>
            <a:xfrm>
              <a:off x="1334769" y="267715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272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249">
              <a:extLst>
                <a:ext uri="{FF2B5EF4-FFF2-40B4-BE49-F238E27FC236}">
                  <a16:creationId xmlns:a16="http://schemas.microsoft.com/office/drawing/2014/main" id="{5B5BD449-16D6-5A23-1734-B9C47C71519C}"/>
                </a:ext>
              </a:extLst>
            </p:cNvPr>
            <p:cNvSpPr/>
            <p:nvPr/>
          </p:nvSpPr>
          <p:spPr>
            <a:xfrm>
              <a:off x="1334769" y="268096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250">
              <a:extLst>
                <a:ext uri="{FF2B5EF4-FFF2-40B4-BE49-F238E27FC236}">
                  <a16:creationId xmlns:a16="http://schemas.microsoft.com/office/drawing/2014/main" id="{AE777EC2-BC2D-C47E-44CD-5C161D52B082}"/>
                </a:ext>
              </a:extLst>
            </p:cNvPr>
            <p:cNvSpPr/>
            <p:nvPr/>
          </p:nvSpPr>
          <p:spPr>
            <a:xfrm>
              <a:off x="1334769" y="2684779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0980" y="254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47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251">
              <a:extLst>
                <a:ext uri="{FF2B5EF4-FFF2-40B4-BE49-F238E27FC236}">
                  <a16:creationId xmlns:a16="http://schemas.microsoft.com/office/drawing/2014/main" id="{FCF347C3-E263-CBC5-7D0A-72B5D821D823}"/>
                </a:ext>
              </a:extLst>
            </p:cNvPr>
            <p:cNvSpPr/>
            <p:nvPr/>
          </p:nvSpPr>
          <p:spPr>
            <a:xfrm>
              <a:off x="1334769" y="268731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252">
              <a:extLst>
                <a:ext uri="{FF2B5EF4-FFF2-40B4-BE49-F238E27FC236}">
                  <a16:creationId xmlns:a16="http://schemas.microsoft.com/office/drawing/2014/main" id="{C4F3653A-B091-6EC2-949E-6D0D6029EC74}"/>
                </a:ext>
              </a:extLst>
            </p:cNvPr>
            <p:cNvSpPr/>
            <p:nvPr/>
          </p:nvSpPr>
          <p:spPr>
            <a:xfrm>
              <a:off x="1334769" y="269112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77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253">
              <a:extLst>
                <a:ext uri="{FF2B5EF4-FFF2-40B4-BE49-F238E27FC236}">
                  <a16:creationId xmlns:a16="http://schemas.microsoft.com/office/drawing/2014/main" id="{BA8A2C0C-D965-CDAD-9DC3-762B4B7CDC79}"/>
                </a:ext>
              </a:extLst>
            </p:cNvPr>
            <p:cNvSpPr/>
            <p:nvPr/>
          </p:nvSpPr>
          <p:spPr>
            <a:xfrm>
              <a:off x="1334769" y="269493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87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254">
              <a:extLst>
                <a:ext uri="{FF2B5EF4-FFF2-40B4-BE49-F238E27FC236}">
                  <a16:creationId xmlns:a16="http://schemas.microsoft.com/office/drawing/2014/main" id="{6A83BE2C-26FC-35A0-451C-A28B16AD3011}"/>
                </a:ext>
              </a:extLst>
            </p:cNvPr>
            <p:cNvSpPr/>
            <p:nvPr/>
          </p:nvSpPr>
          <p:spPr>
            <a:xfrm>
              <a:off x="1334769" y="269874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255">
              <a:extLst>
                <a:ext uri="{FF2B5EF4-FFF2-40B4-BE49-F238E27FC236}">
                  <a16:creationId xmlns:a16="http://schemas.microsoft.com/office/drawing/2014/main" id="{23371FA2-69C0-A932-3F94-24D73A35126D}"/>
                </a:ext>
              </a:extLst>
            </p:cNvPr>
            <p:cNvSpPr/>
            <p:nvPr/>
          </p:nvSpPr>
          <p:spPr>
            <a:xfrm>
              <a:off x="1334769" y="270255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A7A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256">
              <a:extLst>
                <a:ext uri="{FF2B5EF4-FFF2-40B4-BE49-F238E27FC236}">
                  <a16:creationId xmlns:a16="http://schemas.microsoft.com/office/drawing/2014/main" id="{F9E973B8-2C02-9337-1BFB-828C020840FC}"/>
                </a:ext>
              </a:extLst>
            </p:cNvPr>
            <p:cNvSpPr/>
            <p:nvPr/>
          </p:nvSpPr>
          <p:spPr>
            <a:xfrm>
              <a:off x="1334769" y="270636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257">
              <a:extLst>
                <a:ext uri="{FF2B5EF4-FFF2-40B4-BE49-F238E27FC236}">
                  <a16:creationId xmlns:a16="http://schemas.microsoft.com/office/drawing/2014/main" id="{6FB34F1D-12B3-8CB3-BE9A-E8BA97B08451}"/>
                </a:ext>
              </a:extLst>
            </p:cNvPr>
            <p:cNvSpPr/>
            <p:nvPr/>
          </p:nvSpPr>
          <p:spPr>
            <a:xfrm>
              <a:off x="1334769" y="2710179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0980" y="254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C7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258">
              <a:extLst>
                <a:ext uri="{FF2B5EF4-FFF2-40B4-BE49-F238E27FC236}">
                  <a16:creationId xmlns:a16="http://schemas.microsoft.com/office/drawing/2014/main" id="{7D9A60F3-2FFB-10D2-9222-2C86E73C1D47}"/>
                </a:ext>
              </a:extLst>
            </p:cNvPr>
            <p:cNvSpPr/>
            <p:nvPr/>
          </p:nvSpPr>
          <p:spPr>
            <a:xfrm>
              <a:off x="1334769" y="2712719"/>
              <a:ext cx="220979" cy="5080"/>
            </a:xfrm>
            <a:custGeom>
              <a:avLst/>
              <a:gdLst/>
              <a:ahLst/>
              <a:cxnLst/>
              <a:rect l="l" t="t" r="r" b="b"/>
              <a:pathLst>
                <a:path w="220980" h="5080">
                  <a:moveTo>
                    <a:pt x="2209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20980" y="507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E7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259">
              <a:extLst>
                <a:ext uri="{FF2B5EF4-FFF2-40B4-BE49-F238E27FC236}">
                  <a16:creationId xmlns:a16="http://schemas.microsoft.com/office/drawing/2014/main" id="{E4E23205-1462-3E0E-FD5F-CAFD28163AA0}"/>
                </a:ext>
              </a:extLst>
            </p:cNvPr>
            <p:cNvSpPr/>
            <p:nvPr/>
          </p:nvSpPr>
          <p:spPr>
            <a:xfrm>
              <a:off x="1334769" y="2717799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20980" y="253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F7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260">
              <a:extLst>
                <a:ext uri="{FF2B5EF4-FFF2-40B4-BE49-F238E27FC236}">
                  <a16:creationId xmlns:a16="http://schemas.microsoft.com/office/drawing/2014/main" id="{A007FB4B-B42B-80C8-ACB2-59C477F7102D}"/>
                </a:ext>
              </a:extLst>
            </p:cNvPr>
            <p:cNvSpPr/>
            <p:nvPr/>
          </p:nvSpPr>
          <p:spPr>
            <a:xfrm>
              <a:off x="1334769" y="272033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261">
              <a:extLst>
                <a:ext uri="{FF2B5EF4-FFF2-40B4-BE49-F238E27FC236}">
                  <a16:creationId xmlns:a16="http://schemas.microsoft.com/office/drawing/2014/main" id="{59DC12B4-CB91-54F2-5B77-6CCA4D9BB364}"/>
                </a:ext>
              </a:extLst>
            </p:cNvPr>
            <p:cNvSpPr/>
            <p:nvPr/>
          </p:nvSpPr>
          <p:spPr>
            <a:xfrm>
              <a:off x="1334769" y="272414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18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262">
              <a:extLst>
                <a:ext uri="{FF2B5EF4-FFF2-40B4-BE49-F238E27FC236}">
                  <a16:creationId xmlns:a16="http://schemas.microsoft.com/office/drawing/2014/main" id="{D3375A58-6A64-7D24-42D4-1D0073507923}"/>
                </a:ext>
              </a:extLst>
            </p:cNvPr>
            <p:cNvSpPr/>
            <p:nvPr/>
          </p:nvSpPr>
          <p:spPr>
            <a:xfrm>
              <a:off x="1334769" y="272795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28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263">
              <a:extLst>
                <a:ext uri="{FF2B5EF4-FFF2-40B4-BE49-F238E27FC236}">
                  <a16:creationId xmlns:a16="http://schemas.microsoft.com/office/drawing/2014/main" id="{EDCC2B70-C1AB-C826-4E45-2702E739588F}"/>
                </a:ext>
              </a:extLst>
            </p:cNvPr>
            <p:cNvSpPr/>
            <p:nvPr/>
          </p:nvSpPr>
          <p:spPr>
            <a:xfrm>
              <a:off x="1334769" y="273176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264">
              <a:extLst>
                <a:ext uri="{FF2B5EF4-FFF2-40B4-BE49-F238E27FC236}">
                  <a16:creationId xmlns:a16="http://schemas.microsoft.com/office/drawing/2014/main" id="{EEC287FC-42E0-EA7F-C1F0-44E69CFCAF70}"/>
                </a:ext>
              </a:extLst>
            </p:cNvPr>
            <p:cNvSpPr/>
            <p:nvPr/>
          </p:nvSpPr>
          <p:spPr>
            <a:xfrm>
              <a:off x="1334769" y="273557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265">
              <a:extLst>
                <a:ext uri="{FF2B5EF4-FFF2-40B4-BE49-F238E27FC236}">
                  <a16:creationId xmlns:a16="http://schemas.microsoft.com/office/drawing/2014/main" id="{31646835-2F47-8DA7-B7C5-00A3CA36E54C}"/>
                </a:ext>
              </a:extLst>
            </p:cNvPr>
            <p:cNvSpPr/>
            <p:nvPr/>
          </p:nvSpPr>
          <p:spPr>
            <a:xfrm>
              <a:off x="1334769" y="273938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68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266">
              <a:extLst>
                <a:ext uri="{FF2B5EF4-FFF2-40B4-BE49-F238E27FC236}">
                  <a16:creationId xmlns:a16="http://schemas.microsoft.com/office/drawing/2014/main" id="{9B409E1C-0BBF-315F-716A-46114CF5F953}"/>
                </a:ext>
              </a:extLst>
            </p:cNvPr>
            <p:cNvSpPr/>
            <p:nvPr/>
          </p:nvSpPr>
          <p:spPr>
            <a:xfrm>
              <a:off x="1334769" y="274319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267">
              <a:extLst>
                <a:ext uri="{FF2B5EF4-FFF2-40B4-BE49-F238E27FC236}">
                  <a16:creationId xmlns:a16="http://schemas.microsoft.com/office/drawing/2014/main" id="{C415FA74-7635-C914-90CD-833495DDE011}"/>
                </a:ext>
              </a:extLst>
            </p:cNvPr>
            <p:cNvSpPr/>
            <p:nvPr/>
          </p:nvSpPr>
          <p:spPr>
            <a:xfrm>
              <a:off x="1334769" y="2747009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20980" y="253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888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268">
              <a:extLst>
                <a:ext uri="{FF2B5EF4-FFF2-40B4-BE49-F238E27FC236}">
                  <a16:creationId xmlns:a16="http://schemas.microsoft.com/office/drawing/2014/main" id="{A79734E5-AFA4-10C3-7311-2A0662B74F2E}"/>
                </a:ext>
              </a:extLst>
            </p:cNvPr>
            <p:cNvSpPr/>
            <p:nvPr/>
          </p:nvSpPr>
          <p:spPr>
            <a:xfrm>
              <a:off x="1334769" y="274954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989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269">
              <a:extLst>
                <a:ext uri="{FF2B5EF4-FFF2-40B4-BE49-F238E27FC236}">
                  <a16:creationId xmlns:a16="http://schemas.microsoft.com/office/drawing/2014/main" id="{80408D16-FCBC-3FF2-19FA-F59130EA67D2}"/>
                </a:ext>
              </a:extLst>
            </p:cNvPr>
            <p:cNvSpPr/>
            <p:nvPr/>
          </p:nvSpPr>
          <p:spPr>
            <a:xfrm>
              <a:off x="1336039" y="2597149"/>
              <a:ext cx="218440" cy="156210"/>
            </a:xfrm>
            <a:custGeom>
              <a:avLst/>
              <a:gdLst/>
              <a:ahLst/>
              <a:cxnLst/>
              <a:rect l="l" t="t" r="r" b="b"/>
              <a:pathLst>
                <a:path w="218440" h="156210">
                  <a:moveTo>
                    <a:pt x="109219" y="156210"/>
                  </a:moveTo>
                  <a:lnTo>
                    <a:pt x="0" y="156210"/>
                  </a:lnTo>
                  <a:lnTo>
                    <a:pt x="0" y="0"/>
                  </a:lnTo>
                  <a:lnTo>
                    <a:pt x="218440" y="0"/>
                  </a:lnTo>
                  <a:lnTo>
                    <a:pt x="218440" y="156210"/>
                  </a:lnTo>
                  <a:lnTo>
                    <a:pt x="109219" y="15621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270">
              <a:extLst>
                <a:ext uri="{FF2B5EF4-FFF2-40B4-BE49-F238E27FC236}">
                  <a16:creationId xmlns:a16="http://schemas.microsoft.com/office/drawing/2014/main" id="{0F2FF7A6-F664-77AD-9D9C-EC80609094A0}"/>
                </a:ext>
              </a:extLst>
            </p:cNvPr>
            <p:cNvSpPr/>
            <p:nvPr/>
          </p:nvSpPr>
          <p:spPr>
            <a:xfrm>
              <a:off x="925830" y="2752089"/>
              <a:ext cx="624840" cy="2540"/>
            </a:xfrm>
            <a:custGeom>
              <a:avLst/>
              <a:gdLst/>
              <a:ahLst/>
              <a:cxnLst/>
              <a:rect l="l" t="t" r="r" b="b"/>
              <a:pathLst>
                <a:path w="624840" h="2539">
                  <a:moveTo>
                    <a:pt x="624840" y="1270"/>
                  </a:moveTo>
                  <a:lnTo>
                    <a:pt x="623570" y="1270"/>
                  </a:lnTo>
                  <a:lnTo>
                    <a:pt x="62357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24840" y="2540"/>
                  </a:lnTo>
                  <a:lnTo>
                    <a:pt x="62484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271">
              <a:extLst>
                <a:ext uri="{FF2B5EF4-FFF2-40B4-BE49-F238E27FC236}">
                  <a16:creationId xmlns:a16="http://schemas.microsoft.com/office/drawing/2014/main" id="{B25EC5A8-3835-D37A-815D-6990C5CEEBC6}"/>
                </a:ext>
              </a:extLst>
            </p:cNvPr>
            <p:cNvSpPr/>
            <p:nvPr/>
          </p:nvSpPr>
          <p:spPr>
            <a:xfrm>
              <a:off x="923290" y="2754642"/>
              <a:ext cx="629920" cy="3810"/>
            </a:xfrm>
            <a:custGeom>
              <a:avLst/>
              <a:gdLst/>
              <a:ahLst/>
              <a:cxnLst/>
              <a:rect l="l" t="t" r="r" b="b"/>
              <a:pathLst>
                <a:path w="629919" h="3810">
                  <a:moveTo>
                    <a:pt x="629920" y="2527"/>
                  </a:moveTo>
                  <a:lnTo>
                    <a:pt x="628637" y="2527"/>
                  </a:lnTo>
                  <a:lnTo>
                    <a:pt x="628637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629920" y="3797"/>
                  </a:lnTo>
                  <a:lnTo>
                    <a:pt x="629920" y="2527"/>
                  </a:lnTo>
                  <a:close/>
                </a:path>
              </a:pathLst>
            </a:custGeom>
            <a:solidFill>
              <a:srgbClr val="CEC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272">
              <a:extLst>
                <a:ext uri="{FF2B5EF4-FFF2-40B4-BE49-F238E27FC236}">
                  <a16:creationId xmlns:a16="http://schemas.microsoft.com/office/drawing/2014/main" id="{346412AB-1BA3-D684-2552-E3355455D380}"/>
                </a:ext>
              </a:extLst>
            </p:cNvPr>
            <p:cNvSpPr/>
            <p:nvPr/>
          </p:nvSpPr>
          <p:spPr>
            <a:xfrm>
              <a:off x="920750" y="2758439"/>
              <a:ext cx="635000" cy="2540"/>
            </a:xfrm>
            <a:custGeom>
              <a:avLst/>
              <a:gdLst/>
              <a:ahLst/>
              <a:cxnLst/>
              <a:rect l="l" t="t" r="r" b="b"/>
              <a:pathLst>
                <a:path w="635000" h="2539">
                  <a:moveTo>
                    <a:pt x="635000" y="1270"/>
                  </a:moveTo>
                  <a:lnTo>
                    <a:pt x="633717" y="1270"/>
                  </a:lnTo>
                  <a:lnTo>
                    <a:pt x="63371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35000" y="2540"/>
                  </a:lnTo>
                  <a:lnTo>
                    <a:pt x="635000" y="127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273">
              <a:extLst>
                <a:ext uri="{FF2B5EF4-FFF2-40B4-BE49-F238E27FC236}">
                  <a16:creationId xmlns:a16="http://schemas.microsoft.com/office/drawing/2014/main" id="{3F74C316-0D87-AFAA-828A-A1B99B9B330E}"/>
                </a:ext>
              </a:extLst>
            </p:cNvPr>
            <p:cNvSpPr/>
            <p:nvPr/>
          </p:nvSpPr>
          <p:spPr>
            <a:xfrm>
              <a:off x="918197" y="2761106"/>
              <a:ext cx="640080" cy="3810"/>
            </a:xfrm>
            <a:custGeom>
              <a:avLst/>
              <a:gdLst/>
              <a:ahLst/>
              <a:cxnLst/>
              <a:rect l="l" t="t" r="r" b="b"/>
              <a:pathLst>
                <a:path w="640080" h="3810">
                  <a:moveTo>
                    <a:pt x="640080" y="2413"/>
                  </a:moveTo>
                  <a:lnTo>
                    <a:pt x="638822" y="2413"/>
                  </a:lnTo>
                  <a:lnTo>
                    <a:pt x="638822" y="0"/>
                  </a:lnTo>
                  <a:lnTo>
                    <a:pt x="1282" y="0"/>
                  </a:lnTo>
                  <a:lnTo>
                    <a:pt x="1282" y="2413"/>
                  </a:lnTo>
                  <a:lnTo>
                    <a:pt x="0" y="2413"/>
                  </a:lnTo>
                  <a:lnTo>
                    <a:pt x="0" y="3683"/>
                  </a:lnTo>
                  <a:lnTo>
                    <a:pt x="640080" y="3683"/>
                  </a:lnTo>
                  <a:lnTo>
                    <a:pt x="640080" y="2540"/>
                  </a:lnTo>
                  <a:lnTo>
                    <a:pt x="640080" y="2413"/>
                  </a:lnTo>
                  <a:close/>
                </a:path>
              </a:pathLst>
            </a:custGeom>
            <a:solidFill>
              <a:srgbClr val="CAC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274">
              <a:extLst>
                <a:ext uri="{FF2B5EF4-FFF2-40B4-BE49-F238E27FC236}">
                  <a16:creationId xmlns:a16="http://schemas.microsoft.com/office/drawing/2014/main" id="{F0F53980-E5A3-041A-2048-ABFEB2A19048}"/>
                </a:ext>
              </a:extLst>
            </p:cNvPr>
            <p:cNvSpPr/>
            <p:nvPr/>
          </p:nvSpPr>
          <p:spPr>
            <a:xfrm>
              <a:off x="915670" y="2764789"/>
              <a:ext cx="645160" cy="3810"/>
            </a:xfrm>
            <a:custGeom>
              <a:avLst/>
              <a:gdLst/>
              <a:ahLst/>
              <a:cxnLst/>
              <a:rect l="l" t="t" r="r" b="b"/>
              <a:pathLst>
                <a:path w="645160" h="3810">
                  <a:moveTo>
                    <a:pt x="645147" y="1397"/>
                  </a:moveTo>
                  <a:lnTo>
                    <a:pt x="643890" y="1397"/>
                  </a:lnTo>
                  <a:lnTo>
                    <a:pt x="643890" y="127"/>
                  </a:lnTo>
                  <a:lnTo>
                    <a:pt x="642607" y="127"/>
                  </a:lnTo>
                  <a:lnTo>
                    <a:pt x="642607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1397"/>
                  </a:lnTo>
                  <a:lnTo>
                    <a:pt x="0" y="1397"/>
                  </a:lnTo>
                  <a:lnTo>
                    <a:pt x="0" y="3810"/>
                  </a:lnTo>
                  <a:lnTo>
                    <a:pt x="645147" y="3810"/>
                  </a:lnTo>
                  <a:lnTo>
                    <a:pt x="645147" y="1397"/>
                  </a:lnTo>
                  <a:close/>
                </a:path>
              </a:pathLst>
            </a:custGeom>
            <a:solidFill>
              <a:srgbClr val="C8C8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275">
              <a:extLst>
                <a:ext uri="{FF2B5EF4-FFF2-40B4-BE49-F238E27FC236}">
                  <a16:creationId xmlns:a16="http://schemas.microsoft.com/office/drawing/2014/main" id="{9DAB6920-64B3-8C0D-A22C-3FDF7520B177}"/>
                </a:ext>
              </a:extLst>
            </p:cNvPr>
            <p:cNvSpPr/>
            <p:nvPr/>
          </p:nvSpPr>
          <p:spPr>
            <a:xfrm>
              <a:off x="911860" y="2768599"/>
              <a:ext cx="652780" cy="3810"/>
            </a:xfrm>
            <a:custGeom>
              <a:avLst/>
              <a:gdLst/>
              <a:ahLst/>
              <a:cxnLst/>
              <a:rect l="l" t="t" r="r" b="b"/>
              <a:pathLst>
                <a:path w="652780" h="3810">
                  <a:moveTo>
                    <a:pt x="651510" y="1270"/>
                  </a:moveTo>
                  <a:lnTo>
                    <a:pt x="650240" y="1270"/>
                  </a:lnTo>
                  <a:lnTo>
                    <a:pt x="650240" y="127"/>
                  </a:lnTo>
                  <a:lnTo>
                    <a:pt x="648957" y="127"/>
                  </a:lnTo>
                  <a:lnTo>
                    <a:pt x="648970" y="0"/>
                  </a:lnTo>
                  <a:lnTo>
                    <a:pt x="3810" y="0"/>
                  </a:lnTo>
                  <a:lnTo>
                    <a:pt x="3810" y="127"/>
                  </a:lnTo>
                  <a:lnTo>
                    <a:pt x="2540" y="127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651510" y="2540"/>
                  </a:lnTo>
                  <a:lnTo>
                    <a:pt x="651510" y="1397"/>
                  </a:lnTo>
                  <a:lnTo>
                    <a:pt x="651510" y="1270"/>
                  </a:lnTo>
                  <a:close/>
                </a:path>
                <a:path w="652780" h="3810">
                  <a:moveTo>
                    <a:pt x="652767" y="2667"/>
                  </a:moveTo>
                  <a:lnTo>
                    <a:pt x="0" y="2667"/>
                  </a:lnTo>
                  <a:lnTo>
                    <a:pt x="0" y="3810"/>
                  </a:lnTo>
                  <a:lnTo>
                    <a:pt x="652767" y="3810"/>
                  </a:lnTo>
                  <a:lnTo>
                    <a:pt x="652767" y="2667"/>
                  </a:lnTo>
                  <a:close/>
                </a:path>
              </a:pathLst>
            </a:custGeom>
            <a:solidFill>
              <a:srgbClr val="C7C7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276">
              <a:extLst>
                <a:ext uri="{FF2B5EF4-FFF2-40B4-BE49-F238E27FC236}">
                  <a16:creationId xmlns:a16="http://schemas.microsoft.com/office/drawing/2014/main" id="{3F519874-700C-6222-C7A4-4498F78CF8CA}"/>
                </a:ext>
              </a:extLst>
            </p:cNvPr>
            <p:cNvSpPr/>
            <p:nvPr/>
          </p:nvSpPr>
          <p:spPr>
            <a:xfrm>
              <a:off x="909320" y="2772409"/>
              <a:ext cx="657860" cy="3810"/>
            </a:xfrm>
            <a:custGeom>
              <a:avLst/>
              <a:gdLst/>
              <a:ahLst/>
              <a:cxnLst/>
              <a:rect l="l" t="t" r="r" b="b"/>
              <a:pathLst>
                <a:path w="657860" h="3810">
                  <a:moveTo>
                    <a:pt x="657847" y="2667"/>
                  </a:moveTo>
                  <a:lnTo>
                    <a:pt x="656590" y="2667"/>
                  </a:lnTo>
                  <a:lnTo>
                    <a:pt x="656590" y="127"/>
                  </a:lnTo>
                  <a:lnTo>
                    <a:pt x="655307" y="127"/>
                  </a:lnTo>
                  <a:lnTo>
                    <a:pt x="655307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657847" y="3810"/>
                  </a:lnTo>
                  <a:lnTo>
                    <a:pt x="657847" y="2667"/>
                  </a:lnTo>
                  <a:close/>
                </a:path>
              </a:pathLst>
            </a:custGeom>
            <a:solidFill>
              <a:srgbClr val="C5C5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277">
              <a:extLst>
                <a:ext uri="{FF2B5EF4-FFF2-40B4-BE49-F238E27FC236}">
                  <a16:creationId xmlns:a16="http://schemas.microsoft.com/office/drawing/2014/main" id="{290B0F7A-76E7-4A76-3B19-66563ECCC4EE}"/>
                </a:ext>
              </a:extLst>
            </p:cNvPr>
            <p:cNvSpPr/>
            <p:nvPr/>
          </p:nvSpPr>
          <p:spPr>
            <a:xfrm>
              <a:off x="905510" y="2776219"/>
              <a:ext cx="665480" cy="3810"/>
            </a:xfrm>
            <a:custGeom>
              <a:avLst/>
              <a:gdLst/>
              <a:ahLst/>
              <a:cxnLst/>
              <a:rect l="l" t="t" r="r" b="b"/>
              <a:pathLst>
                <a:path w="665480" h="3810">
                  <a:moveTo>
                    <a:pt x="662940" y="0"/>
                  </a:moveTo>
                  <a:lnTo>
                    <a:pt x="66165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662940" y="1270"/>
                  </a:lnTo>
                  <a:lnTo>
                    <a:pt x="662940" y="127"/>
                  </a:lnTo>
                  <a:lnTo>
                    <a:pt x="662940" y="0"/>
                  </a:lnTo>
                  <a:close/>
                </a:path>
                <a:path w="665480" h="3810">
                  <a:moveTo>
                    <a:pt x="665467" y="2667"/>
                  </a:moveTo>
                  <a:lnTo>
                    <a:pt x="664210" y="2667"/>
                  </a:lnTo>
                  <a:lnTo>
                    <a:pt x="664210" y="1397"/>
                  </a:lnTo>
                  <a:lnTo>
                    <a:pt x="1270" y="1397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665467" y="3810"/>
                  </a:lnTo>
                  <a:lnTo>
                    <a:pt x="665467" y="2667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278">
              <a:extLst>
                <a:ext uri="{FF2B5EF4-FFF2-40B4-BE49-F238E27FC236}">
                  <a16:creationId xmlns:a16="http://schemas.microsoft.com/office/drawing/2014/main" id="{E67B0DA4-6935-A8EA-729D-8A6A79C320BF}"/>
                </a:ext>
              </a:extLst>
            </p:cNvPr>
            <p:cNvSpPr/>
            <p:nvPr/>
          </p:nvSpPr>
          <p:spPr>
            <a:xfrm>
              <a:off x="902970" y="2780029"/>
              <a:ext cx="670560" cy="3810"/>
            </a:xfrm>
            <a:custGeom>
              <a:avLst/>
              <a:gdLst/>
              <a:ahLst/>
              <a:cxnLst/>
              <a:rect l="l" t="t" r="r" b="b"/>
              <a:pathLst>
                <a:path w="670560" h="3810">
                  <a:moveTo>
                    <a:pt x="670547" y="2540"/>
                  </a:moveTo>
                  <a:lnTo>
                    <a:pt x="669290" y="2540"/>
                  </a:lnTo>
                  <a:lnTo>
                    <a:pt x="669290" y="1397"/>
                  </a:lnTo>
                  <a:lnTo>
                    <a:pt x="668007" y="1397"/>
                  </a:lnTo>
                  <a:lnTo>
                    <a:pt x="668007" y="0"/>
                  </a:lnTo>
                  <a:lnTo>
                    <a:pt x="2540" y="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70547" y="3810"/>
                  </a:lnTo>
                  <a:lnTo>
                    <a:pt x="670547" y="2667"/>
                  </a:lnTo>
                  <a:lnTo>
                    <a:pt x="670547" y="2540"/>
                  </a:lnTo>
                  <a:close/>
                </a:path>
              </a:pathLst>
            </a:custGeom>
            <a:solidFill>
              <a:srgbClr val="C1C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279">
              <a:extLst>
                <a:ext uri="{FF2B5EF4-FFF2-40B4-BE49-F238E27FC236}">
                  <a16:creationId xmlns:a16="http://schemas.microsoft.com/office/drawing/2014/main" id="{C517F0C6-1E50-D593-F3A5-17E3D367C2DE}"/>
                </a:ext>
              </a:extLst>
            </p:cNvPr>
            <p:cNvSpPr/>
            <p:nvPr/>
          </p:nvSpPr>
          <p:spPr>
            <a:xfrm>
              <a:off x="900430" y="2783839"/>
              <a:ext cx="675640" cy="3810"/>
            </a:xfrm>
            <a:custGeom>
              <a:avLst/>
              <a:gdLst/>
              <a:ahLst/>
              <a:cxnLst/>
              <a:rect l="l" t="t" r="r" b="b"/>
              <a:pathLst>
                <a:path w="675640" h="3810">
                  <a:moveTo>
                    <a:pt x="675640" y="2540"/>
                  </a:moveTo>
                  <a:lnTo>
                    <a:pt x="674370" y="2540"/>
                  </a:lnTo>
                  <a:lnTo>
                    <a:pt x="674370" y="127"/>
                  </a:lnTo>
                  <a:lnTo>
                    <a:pt x="673087" y="127"/>
                  </a:lnTo>
                  <a:lnTo>
                    <a:pt x="673087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75640" y="3810"/>
                  </a:lnTo>
                  <a:lnTo>
                    <a:pt x="675640" y="2540"/>
                  </a:lnTo>
                  <a:close/>
                </a:path>
              </a:pathLst>
            </a:custGeom>
            <a:solidFill>
              <a:srgbClr val="C0C0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280">
              <a:extLst>
                <a:ext uri="{FF2B5EF4-FFF2-40B4-BE49-F238E27FC236}">
                  <a16:creationId xmlns:a16="http://schemas.microsoft.com/office/drawing/2014/main" id="{976265B1-174A-32A2-2315-34CC739FC738}"/>
                </a:ext>
              </a:extLst>
            </p:cNvPr>
            <p:cNvSpPr/>
            <p:nvPr/>
          </p:nvSpPr>
          <p:spPr>
            <a:xfrm>
              <a:off x="897890" y="2787649"/>
              <a:ext cx="680720" cy="2540"/>
            </a:xfrm>
            <a:custGeom>
              <a:avLst/>
              <a:gdLst/>
              <a:ahLst/>
              <a:cxnLst/>
              <a:rect l="l" t="t" r="r" b="b"/>
              <a:pathLst>
                <a:path w="680719" h="2539">
                  <a:moveTo>
                    <a:pt x="680720" y="1270"/>
                  </a:moveTo>
                  <a:lnTo>
                    <a:pt x="679437" y="1270"/>
                  </a:lnTo>
                  <a:lnTo>
                    <a:pt x="679437" y="127"/>
                  </a:lnTo>
                  <a:lnTo>
                    <a:pt x="678180" y="127"/>
                  </a:lnTo>
                  <a:lnTo>
                    <a:pt x="678180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80720" y="2540"/>
                  </a:lnTo>
                  <a:lnTo>
                    <a:pt x="680720" y="1397"/>
                  </a:lnTo>
                  <a:lnTo>
                    <a:pt x="680720" y="1270"/>
                  </a:lnTo>
                  <a:close/>
                </a:path>
              </a:pathLst>
            </a:custGeom>
            <a:solidFill>
              <a:srgbClr val="BEBE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281">
              <a:extLst>
                <a:ext uri="{FF2B5EF4-FFF2-40B4-BE49-F238E27FC236}">
                  <a16:creationId xmlns:a16="http://schemas.microsoft.com/office/drawing/2014/main" id="{805C93D3-77E6-1842-F8FE-05E8191532CD}"/>
                </a:ext>
              </a:extLst>
            </p:cNvPr>
            <p:cNvSpPr/>
            <p:nvPr/>
          </p:nvSpPr>
          <p:spPr>
            <a:xfrm>
              <a:off x="894080" y="2790189"/>
              <a:ext cx="688340" cy="5080"/>
            </a:xfrm>
            <a:custGeom>
              <a:avLst/>
              <a:gdLst/>
              <a:ahLst/>
              <a:cxnLst/>
              <a:rect l="l" t="t" r="r" b="b"/>
              <a:pathLst>
                <a:path w="688340" h="5080">
                  <a:moveTo>
                    <a:pt x="688340" y="3937"/>
                  </a:moveTo>
                  <a:lnTo>
                    <a:pt x="687070" y="3937"/>
                  </a:lnTo>
                  <a:lnTo>
                    <a:pt x="687070" y="2540"/>
                  </a:lnTo>
                  <a:lnTo>
                    <a:pt x="685787" y="2540"/>
                  </a:lnTo>
                  <a:lnTo>
                    <a:pt x="685787" y="127"/>
                  </a:lnTo>
                  <a:lnTo>
                    <a:pt x="684530" y="127"/>
                  </a:lnTo>
                  <a:lnTo>
                    <a:pt x="684530" y="0"/>
                  </a:lnTo>
                  <a:lnTo>
                    <a:pt x="3810" y="0"/>
                  </a:lnTo>
                  <a:lnTo>
                    <a:pt x="3810" y="127"/>
                  </a:lnTo>
                  <a:lnTo>
                    <a:pt x="2540" y="127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70" y="3937"/>
                  </a:lnTo>
                  <a:lnTo>
                    <a:pt x="0" y="3937"/>
                  </a:lnTo>
                  <a:lnTo>
                    <a:pt x="0" y="5080"/>
                  </a:lnTo>
                  <a:lnTo>
                    <a:pt x="688340" y="5080"/>
                  </a:lnTo>
                  <a:lnTo>
                    <a:pt x="688340" y="3937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282">
              <a:extLst>
                <a:ext uri="{FF2B5EF4-FFF2-40B4-BE49-F238E27FC236}">
                  <a16:creationId xmlns:a16="http://schemas.microsoft.com/office/drawing/2014/main" id="{4ED05241-4D0C-4ACA-E27E-EABFD09A5934}"/>
                </a:ext>
              </a:extLst>
            </p:cNvPr>
            <p:cNvSpPr/>
            <p:nvPr/>
          </p:nvSpPr>
          <p:spPr>
            <a:xfrm>
              <a:off x="891540" y="2795269"/>
              <a:ext cx="693420" cy="2540"/>
            </a:xfrm>
            <a:custGeom>
              <a:avLst/>
              <a:gdLst/>
              <a:ahLst/>
              <a:cxnLst/>
              <a:rect l="l" t="t" r="r" b="b"/>
              <a:pathLst>
                <a:path w="693419" h="2539">
                  <a:moveTo>
                    <a:pt x="692137" y="0"/>
                  </a:moveTo>
                  <a:lnTo>
                    <a:pt x="6908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692137" y="1270"/>
                  </a:lnTo>
                  <a:lnTo>
                    <a:pt x="692137" y="127"/>
                  </a:lnTo>
                  <a:lnTo>
                    <a:pt x="692137" y="0"/>
                  </a:lnTo>
                  <a:close/>
                </a:path>
                <a:path w="693419" h="2539">
                  <a:moveTo>
                    <a:pt x="693420" y="1397"/>
                  </a:moveTo>
                  <a:lnTo>
                    <a:pt x="0" y="1397"/>
                  </a:lnTo>
                  <a:lnTo>
                    <a:pt x="0" y="2540"/>
                  </a:lnTo>
                  <a:lnTo>
                    <a:pt x="693420" y="2540"/>
                  </a:lnTo>
                  <a:lnTo>
                    <a:pt x="693420" y="1397"/>
                  </a:lnTo>
                  <a:close/>
                </a:path>
              </a:pathLst>
            </a:custGeom>
            <a:solidFill>
              <a:srgbClr val="BABA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283">
              <a:extLst>
                <a:ext uri="{FF2B5EF4-FFF2-40B4-BE49-F238E27FC236}">
                  <a16:creationId xmlns:a16="http://schemas.microsoft.com/office/drawing/2014/main" id="{28552AC1-FFA5-B868-8E76-A3D3031E178B}"/>
                </a:ext>
              </a:extLst>
            </p:cNvPr>
            <p:cNvSpPr/>
            <p:nvPr/>
          </p:nvSpPr>
          <p:spPr>
            <a:xfrm>
              <a:off x="889000" y="2797809"/>
              <a:ext cx="698500" cy="3810"/>
            </a:xfrm>
            <a:custGeom>
              <a:avLst/>
              <a:gdLst/>
              <a:ahLst/>
              <a:cxnLst/>
              <a:rect l="l" t="t" r="r" b="b"/>
              <a:pathLst>
                <a:path w="698500" h="3810">
                  <a:moveTo>
                    <a:pt x="698500" y="2667"/>
                  </a:moveTo>
                  <a:lnTo>
                    <a:pt x="697217" y="2667"/>
                  </a:lnTo>
                  <a:lnTo>
                    <a:pt x="697217" y="1270"/>
                  </a:lnTo>
                  <a:lnTo>
                    <a:pt x="695960" y="1270"/>
                  </a:lnTo>
                  <a:lnTo>
                    <a:pt x="6959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698500" y="3810"/>
                  </a:lnTo>
                  <a:lnTo>
                    <a:pt x="698500" y="2667"/>
                  </a:lnTo>
                  <a:close/>
                </a:path>
              </a:pathLst>
            </a:custGeom>
            <a:solidFill>
              <a:srgbClr val="B8B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84">
              <a:extLst>
                <a:ext uri="{FF2B5EF4-FFF2-40B4-BE49-F238E27FC236}">
                  <a16:creationId xmlns:a16="http://schemas.microsoft.com/office/drawing/2014/main" id="{CD648BBF-6F91-9DDA-5016-E65C12A31705}"/>
                </a:ext>
              </a:extLst>
            </p:cNvPr>
            <p:cNvSpPr/>
            <p:nvPr/>
          </p:nvSpPr>
          <p:spPr>
            <a:xfrm>
              <a:off x="886460" y="2801619"/>
              <a:ext cx="703580" cy="3810"/>
            </a:xfrm>
            <a:custGeom>
              <a:avLst/>
              <a:gdLst/>
              <a:ahLst/>
              <a:cxnLst/>
              <a:rect l="l" t="t" r="r" b="b"/>
              <a:pathLst>
                <a:path w="703580" h="3810">
                  <a:moveTo>
                    <a:pt x="702310" y="0"/>
                  </a:moveTo>
                  <a:lnTo>
                    <a:pt x="7010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702310" y="1270"/>
                  </a:lnTo>
                  <a:lnTo>
                    <a:pt x="702310" y="127"/>
                  </a:lnTo>
                  <a:lnTo>
                    <a:pt x="702310" y="0"/>
                  </a:lnTo>
                  <a:close/>
                </a:path>
                <a:path w="703580" h="3810">
                  <a:moveTo>
                    <a:pt x="703567" y="1397"/>
                  </a:moveTo>
                  <a:lnTo>
                    <a:pt x="0" y="1397"/>
                  </a:lnTo>
                  <a:lnTo>
                    <a:pt x="0" y="3810"/>
                  </a:lnTo>
                  <a:lnTo>
                    <a:pt x="703567" y="3810"/>
                  </a:lnTo>
                  <a:lnTo>
                    <a:pt x="703567" y="1397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85">
              <a:extLst>
                <a:ext uri="{FF2B5EF4-FFF2-40B4-BE49-F238E27FC236}">
                  <a16:creationId xmlns:a16="http://schemas.microsoft.com/office/drawing/2014/main" id="{E63CDB64-9D10-D3FA-2A34-134560D045E8}"/>
                </a:ext>
              </a:extLst>
            </p:cNvPr>
            <p:cNvSpPr/>
            <p:nvPr/>
          </p:nvSpPr>
          <p:spPr>
            <a:xfrm>
              <a:off x="882650" y="2805429"/>
              <a:ext cx="711200" cy="3810"/>
            </a:xfrm>
            <a:custGeom>
              <a:avLst/>
              <a:gdLst/>
              <a:ahLst/>
              <a:cxnLst/>
              <a:rect l="l" t="t" r="r" b="b"/>
              <a:pathLst>
                <a:path w="711200" h="3810">
                  <a:moveTo>
                    <a:pt x="711200" y="2667"/>
                  </a:moveTo>
                  <a:lnTo>
                    <a:pt x="709917" y="2667"/>
                  </a:lnTo>
                  <a:lnTo>
                    <a:pt x="709917" y="1397"/>
                  </a:lnTo>
                  <a:lnTo>
                    <a:pt x="708660" y="1397"/>
                  </a:lnTo>
                  <a:lnTo>
                    <a:pt x="708660" y="0"/>
                  </a:lnTo>
                  <a:lnTo>
                    <a:pt x="2540" y="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711200" y="3810"/>
                  </a:lnTo>
                  <a:lnTo>
                    <a:pt x="711200" y="2667"/>
                  </a:lnTo>
                  <a:close/>
                </a:path>
              </a:pathLst>
            </a:custGeom>
            <a:solidFill>
              <a:srgbClr val="B5B5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86">
              <a:extLst>
                <a:ext uri="{FF2B5EF4-FFF2-40B4-BE49-F238E27FC236}">
                  <a16:creationId xmlns:a16="http://schemas.microsoft.com/office/drawing/2014/main" id="{AF60286C-9CB1-6A2C-C638-00F32886589B}"/>
                </a:ext>
              </a:extLst>
            </p:cNvPr>
            <p:cNvSpPr/>
            <p:nvPr/>
          </p:nvSpPr>
          <p:spPr>
            <a:xfrm>
              <a:off x="880110" y="2809239"/>
              <a:ext cx="716280" cy="3810"/>
            </a:xfrm>
            <a:custGeom>
              <a:avLst/>
              <a:gdLst/>
              <a:ahLst/>
              <a:cxnLst/>
              <a:rect l="l" t="t" r="r" b="b"/>
              <a:pathLst>
                <a:path w="716280" h="3810">
                  <a:moveTo>
                    <a:pt x="716267" y="2540"/>
                  </a:moveTo>
                  <a:lnTo>
                    <a:pt x="715010" y="2540"/>
                  </a:lnTo>
                  <a:lnTo>
                    <a:pt x="715010" y="1397"/>
                  </a:lnTo>
                  <a:lnTo>
                    <a:pt x="715010" y="1270"/>
                  </a:lnTo>
                  <a:lnTo>
                    <a:pt x="713740" y="1270"/>
                  </a:lnTo>
                  <a:lnTo>
                    <a:pt x="7137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16267" y="3810"/>
                  </a:lnTo>
                  <a:lnTo>
                    <a:pt x="716267" y="2540"/>
                  </a:lnTo>
                  <a:close/>
                </a:path>
              </a:pathLst>
            </a:custGeom>
            <a:solidFill>
              <a:srgbClr val="B3B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87">
              <a:extLst>
                <a:ext uri="{FF2B5EF4-FFF2-40B4-BE49-F238E27FC236}">
                  <a16:creationId xmlns:a16="http://schemas.microsoft.com/office/drawing/2014/main" id="{DC83DF29-1E26-D26C-B540-3411300C774F}"/>
                </a:ext>
              </a:extLst>
            </p:cNvPr>
            <p:cNvSpPr/>
            <p:nvPr/>
          </p:nvSpPr>
          <p:spPr>
            <a:xfrm>
              <a:off x="877570" y="2813049"/>
              <a:ext cx="721360" cy="3810"/>
            </a:xfrm>
            <a:custGeom>
              <a:avLst/>
              <a:gdLst/>
              <a:ahLst/>
              <a:cxnLst/>
              <a:rect l="l" t="t" r="r" b="b"/>
              <a:pathLst>
                <a:path w="721360" h="3810">
                  <a:moveTo>
                    <a:pt x="721347" y="1397"/>
                  </a:moveTo>
                  <a:lnTo>
                    <a:pt x="720090" y="1397"/>
                  </a:lnTo>
                  <a:lnTo>
                    <a:pt x="720090" y="127"/>
                  </a:lnTo>
                  <a:lnTo>
                    <a:pt x="718807" y="127"/>
                  </a:lnTo>
                  <a:lnTo>
                    <a:pt x="718807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1397"/>
                  </a:lnTo>
                  <a:lnTo>
                    <a:pt x="0" y="1397"/>
                  </a:lnTo>
                  <a:lnTo>
                    <a:pt x="0" y="3810"/>
                  </a:lnTo>
                  <a:lnTo>
                    <a:pt x="721347" y="3810"/>
                  </a:lnTo>
                  <a:lnTo>
                    <a:pt x="721347" y="1397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88">
              <a:extLst>
                <a:ext uri="{FF2B5EF4-FFF2-40B4-BE49-F238E27FC236}">
                  <a16:creationId xmlns:a16="http://schemas.microsoft.com/office/drawing/2014/main" id="{99E46975-DD35-5B6A-3CD2-BB0FBE9A0110}"/>
                </a:ext>
              </a:extLst>
            </p:cNvPr>
            <p:cNvSpPr/>
            <p:nvPr/>
          </p:nvSpPr>
          <p:spPr>
            <a:xfrm>
              <a:off x="873747" y="2816859"/>
              <a:ext cx="728980" cy="3810"/>
            </a:xfrm>
            <a:custGeom>
              <a:avLst/>
              <a:gdLst/>
              <a:ahLst/>
              <a:cxnLst/>
              <a:rect l="l" t="t" r="r" b="b"/>
              <a:pathLst>
                <a:path w="728980" h="3810">
                  <a:moveTo>
                    <a:pt x="728980" y="2667"/>
                  </a:moveTo>
                  <a:lnTo>
                    <a:pt x="727722" y="2667"/>
                  </a:lnTo>
                  <a:lnTo>
                    <a:pt x="727722" y="1270"/>
                  </a:lnTo>
                  <a:lnTo>
                    <a:pt x="726452" y="1270"/>
                  </a:lnTo>
                  <a:lnTo>
                    <a:pt x="726452" y="127"/>
                  </a:lnTo>
                  <a:lnTo>
                    <a:pt x="726452" y="0"/>
                  </a:lnTo>
                  <a:lnTo>
                    <a:pt x="725170" y="0"/>
                  </a:lnTo>
                  <a:lnTo>
                    <a:pt x="2552" y="0"/>
                  </a:lnTo>
                  <a:lnTo>
                    <a:pt x="2552" y="1270"/>
                  </a:lnTo>
                  <a:lnTo>
                    <a:pt x="1282" y="1270"/>
                  </a:lnTo>
                  <a:lnTo>
                    <a:pt x="1282" y="2667"/>
                  </a:lnTo>
                  <a:lnTo>
                    <a:pt x="12" y="2667"/>
                  </a:lnTo>
                  <a:lnTo>
                    <a:pt x="0" y="3810"/>
                  </a:lnTo>
                  <a:lnTo>
                    <a:pt x="728980" y="3810"/>
                  </a:lnTo>
                  <a:lnTo>
                    <a:pt x="728980" y="2667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89">
              <a:extLst>
                <a:ext uri="{FF2B5EF4-FFF2-40B4-BE49-F238E27FC236}">
                  <a16:creationId xmlns:a16="http://schemas.microsoft.com/office/drawing/2014/main" id="{BBC8422A-94A2-49D3-477F-AC069629842F}"/>
                </a:ext>
              </a:extLst>
            </p:cNvPr>
            <p:cNvSpPr/>
            <p:nvPr/>
          </p:nvSpPr>
          <p:spPr>
            <a:xfrm>
              <a:off x="872490" y="2820669"/>
              <a:ext cx="731520" cy="2540"/>
            </a:xfrm>
            <a:custGeom>
              <a:avLst/>
              <a:gdLst/>
              <a:ahLst/>
              <a:cxnLst/>
              <a:rect l="l" t="t" r="r" b="b"/>
              <a:pathLst>
                <a:path w="731519" h="2539">
                  <a:moveTo>
                    <a:pt x="731520" y="127"/>
                  </a:moveTo>
                  <a:lnTo>
                    <a:pt x="730237" y="127"/>
                  </a:lnTo>
                  <a:lnTo>
                    <a:pt x="730237" y="0"/>
                  </a:lnTo>
                  <a:lnTo>
                    <a:pt x="1270" y="0"/>
                  </a:lnTo>
                  <a:lnTo>
                    <a:pt x="1270" y="127"/>
                  </a:lnTo>
                  <a:lnTo>
                    <a:pt x="0" y="127"/>
                  </a:lnTo>
                  <a:lnTo>
                    <a:pt x="0" y="2540"/>
                  </a:lnTo>
                  <a:lnTo>
                    <a:pt x="731520" y="2540"/>
                  </a:lnTo>
                  <a:lnTo>
                    <a:pt x="731520" y="127"/>
                  </a:lnTo>
                  <a:close/>
                </a:path>
              </a:pathLst>
            </a:custGeom>
            <a:solidFill>
              <a:srgbClr val="AEAE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90">
              <a:extLst>
                <a:ext uri="{FF2B5EF4-FFF2-40B4-BE49-F238E27FC236}">
                  <a16:creationId xmlns:a16="http://schemas.microsoft.com/office/drawing/2014/main" id="{7E486001-7ADC-395B-406F-4B804A7FC469}"/>
                </a:ext>
              </a:extLst>
            </p:cNvPr>
            <p:cNvSpPr/>
            <p:nvPr/>
          </p:nvSpPr>
          <p:spPr>
            <a:xfrm>
              <a:off x="868680" y="2823209"/>
              <a:ext cx="739140" cy="3810"/>
            </a:xfrm>
            <a:custGeom>
              <a:avLst/>
              <a:gdLst/>
              <a:ahLst/>
              <a:cxnLst/>
              <a:rect l="l" t="t" r="r" b="b"/>
              <a:pathLst>
                <a:path w="739140" h="3810">
                  <a:moveTo>
                    <a:pt x="739140" y="2667"/>
                  </a:moveTo>
                  <a:lnTo>
                    <a:pt x="737870" y="2667"/>
                  </a:lnTo>
                  <a:lnTo>
                    <a:pt x="737870" y="1270"/>
                  </a:lnTo>
                  <a:lnTo>
                    <a:pt x="736587" y="1270"/>
                  </a:lnTo>
                  <a:lnTo>
                    <a:pt x="736587" y="127"/>
                  </a:lnTo>
                  <a:lnTo>
                    <a:pt x="736587" y="0"/>
                  </a:lnTo>
                  <a:lnTo>
                    <a:pt x="73533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739140" y="3810"/>
                  </a:lnTo>
                  <a:lnTo>
                    <a:pt x="739140" y="2667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91">
              <a:extLst>
                <a:ext uri="{FF2B5EF4-FFF2-40B4-BE49-F238E27FC236}">
                  <a16:creationId xmlns:a16="http://schemas.microsoft.com/office/drawing/2014/main" id="{E84DBB3A-972C-EE9B-6803-7A34BC5CD6D5}"/>
                </a:ext>
              </a:extLst>
            </p:cNvPr>
            <p:cNvSpPr/>
            <p:nvPr/>
          </p:nvSpPr>
          <p:spPr>
            <a:xfrm>
              <a:off x="866140" y="2827019"/>
              <a:ext cx="744220" cy="3810"/>
            </a:xfrm>
            <a:custGeom>
              <a:avLst/>
              <a:gdLst/>
              <a:ahLst/>
              <a:cxnLst/>
              <a:rect l="l" t="t" r="r" b="b"/>
              <a:pathLst>
                <a:path w="744219" h="3810">
                  <a:moveTo>
                    <a:pt x="744220" y="2540"/>
                  </a:moveTo>
                  <a:lnTo>
                    <a:pt x="742937" y="2540"/>
                  </a:lnTo>
                  <a:lnTo>
                    <a:pt x="742937" y="127"/>
                  </a:lnTo>
                  <a:lnTo>
                    <a:pt x="741680" y="127"/>
                  </a:lnTo>
                  <a:lnTo>
                    <a:pt x="741680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44220" y="3810"/>
                  </a:lnTo>
                  <a:lnTo>
                    <a:pt x="744220" y="2667"/>
                  </a:lnTo>
                  <a:lnTo>
                    <a:pt x="744220" y="2540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92">
              <a:extLst>
                <a:ext uri="{FF2B5EF4-FFF2-40B4-BE49-F238E27FC236}">
                  <a16:creationId xmlns:a16="http://schemas.microsoft.com/office/drawing/2014/main" id="{FD29FD62-3CB7-447A-D2EB-7379E7AE4306}"/>
                </a:ext>
              </a:extLst>
            </p:cNvPr>
            <p:cNvSpPr/>
            <p:nvPr/>
          </p:nvSpPr>
          <p:spPr>
            <a:xfrm>
              <a:off x="863600" y="2830829"/>
              <a:ext cx="749300" cy="3810"/>
            </a:xfrm>
            <a:custGeom>
              <a:avLst/>
              <a:gdLst/>
              <a:ahLst/>
              <a:cxnLst/>
              <a:rect l="l" t="t" r="r" b="b"/>
              <a:pathLst>
                <a:path w="749300" h="3810">
                  <a:moveTo>
                    <a:pt x="749300" y="1397"/>
                  </a:moveTo>
                  <a:lnTo>
                    <a:pt x="748017" y="1397"/>
                  </a:lnTo>
                  <a:lnTo>
                    <a:pt x="748017" y="0"/>
                  </a:lnTo>
                  <a:lnTo>
                    <a:pt x="1270" y="0"/>
                  </a:lnTo>
                  <a:lnTo>
                    <a:pt x="1270" y="1397"/>
                  </a:lnTo>
                  <a:lnTo>
                    <a:pt x="0" y="1397"/>
                  </a:lnTo>
                  <a:lnTo>
                    <a:pt x="0" y="3810"/>
                  </a:lnTo>
                  <a:lnTo>
                    <a:pt x="749300" y="3810"/>
                  </a:lnTo>
                  <a:lnTo>
                    <a:pt x="749300" y="1397"/>
                  </a:lnTo>
                  <a:close/>
                </a:path>
              </a:pathLst>
            </a:custGeom>
            <a:solidFill>
              <a:srgbClr val="A8A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93">
              <a:extLst>
                <a:ext uri="{FF2B5EF4-FFF2-40B4-BE49-F238E27FC236}">
                  <a16:creationId xmlns:a16="http://schemas.microsoft.com/office/drawing/2014/main" id="{14A12CC7-CB9B-3FD5-4848-7A128961B84C}"/>
                </a:ext>
              </a:extLst>
            </p:cNvPr>
            <p:cNvSpPr/>
            <p:nvPr/>
          </p:nvSpPr>
          <p:spPr>
            <a:xfrm>
              <a:off x="859790" y="2834639"/>
              <a:ext cx="756920" cy="3810"/>
            </a:xfrm>
            <a:custGeom>
              <a:avLst/>
              <a:gdLst/>
              <a:ahLst/>
              <a:cxnLst/>
              <a:rect l="l" t="t" r="r" b="b"/>
              <a:pathLst>
                <a:path w="756919" h="3810">
                  <a:moveTo>
                    <a:pt x="756920" y="2540"/>
                  </a:moveTo>
                  <a:lnTo>
                    <a:pt x="755637" y="2540"/>
                  </a:lnTo>
                  <a:lnTo>
                    <a:pt x="755637" y="1397"/>
                  </a:lnTo>
                  <a:lnTo>
                    <a:pt x="755637" y="1270"/>
                  </a:lnTo>
                  <a:lnTo>
                    <a:pt x="754380" y="1270"/>
                  </a:lnTo>
                  <a:lnTo>
                    <a:pt x="754380" y="127"/>
                  </a:lnTo>
                  <a:lnTo>
                    <a:pt x="753110" y="127"/>
                  </a:lnTo>
                  <a:lnTo>
                    <a:pt x="753110" y="0"/>
                  </a:lnTo>
                  <a:lnTo>
                    <a:pt x="3810" y="0"/>
                  </a:lnTo>
                  <a:lnTo>
                    <a:pt x="3810" y="127"/>
                  </a:lnTo>
                  <a:lnTo>
                    <a:pt x="2540" y="127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56920" y="3810"/>
                  </a:lnTo>
                  <a:lnTo>
                    <a:pt x="756920" y="2540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94">
              <a:extLst>
                <a:ext uri="{FF2B5EF4-FFF2-40B4-BE49-F238E27FC236}">
                  <a16:creationId xmlns:a16="http://schemas.microsoft.com/office/drawing/2014/main" id="{8994E0F6-B586-0BA5-64C6-F285D7C752CD}"/>
                </a:ext>
              </a:extLst>
            </p:cNvPr>
            <p:cNvSpPr/>
            <p:nvPr/>
          </p:nvSpPr>
          <p:spPr>
            <a:xfrm>
              <a:off x="857250" y="2838449"/>
              <a:ext cx="762000" cy="3810"/>
            </a:xfrm>
            <a:custGeom>
              <a:avLst/>
              <a:gdLst/>
              <a:ahLst/>
              <a:cxnLst/>
              <a:rect l="l" t="t" r="r" b="b"/>
              <a:pathLst>
                <a:path w="762000" h="3810">
                  <a:moveTo>
                    <a:pt x="762000" y="2667"/>
                  </a:moveTo>
                  <a:lnTo>
                    <a:pt x="760717" y="2667"/>
                  </a:lnTo>
                  <a:lnTo>
                    <a:pt x="760717" y="127"/>
                  </a:lnTo>
                  <a:lnTo>
                    <a:pt x="759460" y="127"/>
                  </a:lnTo>
                  <a:lnTo>
                    <a:pt x="759460" y="0"/>
                  </a:lnTo>
                  <a:lnTo>
                    <a:pt x="2540" y="0"/>
                  </a:lnTo>
                  <a:lnTo>
                    <a:pt x="2540" y="127"/>
                  </a:lnTo>
                  <a:lnTo>
                    <a:pt x="1270" y="127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762000" y="3810"/>
                  </a:lnTo>
                  <a:lnTo>
                    <a:pt x="762000" y="2667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95">
              <a:extLst>
                <a:ext uri="{FF2B5EF4-FFF2-40B4-BE49-F238E27FC236}">
                  <a16:creationId xmlns:a16="http://schemas.microsoft.com/office/drawing/2014/main" id="{0CE33C49-92C4-94A5-1E18-4D358155C209}"/>
                </a:ext>
              </a:extLst>
            </p:cNvPr>
            <p:cNvSpPr/>
            <p:nvPr/>
          </p:nvSpPr>
          <p:spPr>
            <a:xfrm>
              <a:off x="853440" y="2842259"/>
              <a:ext cx="769620" cy="3810"/>
            </a:xfrm>
            <a:custGeom>
              <a:avLst/>
              <a:gdLst/>
              <a:ahLst/>
              <a:cxnLst/>
              <a:rect l="l" t="t" r="r" b="b"/>
              <a:pathLst>
                <a:path w="769619" h="3810">
                  <a:moveTo>
                    <a:pt x="769620" y="2667"/>
                  </a:moveTo>
                  <a:lnTo>
                    <a:pt x="768337" y="2667"/>
                  </a:lnTo>
                  <a:lnTo>
                    <a:pt x="768337" y="1270"/>
                  </a:lnTo>
                  <a:lnTo>
                    <a:pt x="767080" y="1270"/>
                  </a:lnTo>
                  <a:lnTo>
                    <a:pt x="767080" y="127"/>
                  </a:lnTo>
                  <a:lnTo>
                    <a:pt x="767080" y="0"/>
                  </a:lnTo>
                  <a:lnTo>
                    <a:pt x="7658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667"/>
                  </a:lnTo>
                  <a:lnTo>
                    <a:pt x="0" y="2667"/>
                  </a:lnTo>
                  <a:lnTo>
                    <a:pt x="0" y="3810"/>
                  </a:lnTo>
                  <a:lnTo>
                    <a:pt x="769620" y="3810"/>
                  </a:lnTo>
                  <a:lnTo>
                    <a:pt x="769620" y="2667"/>
                  </a:lnTo>
                  <a:close/>
                </a:path>
              </a:pathLst>
            </a:custGeom>
            <a:solidFill>
              <a:srgbClr val="A3A3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96">
              <a:extLst>
                <a:ext uri="{FF2B5EF4-FFF2-40B4-BE49-F238E27FC236}">
                  <a16:creationId xmlns:a16="http://schemas.microsoft.com/office/drawing/2014/main" id="{5AECB6F2-A99B-874D-FD56-F7A9F671293C}"/>
                </a:ext>
              </a:extLst>
            </p:cNvPr>
            <p:cNvSpPr/>
            <p:nvPr/>
          </p:nvSpPr>
          <p:spPr>
            <a:xfrm>
              <a:off x="850900" y="2846069"/>
              <a:ext cx="774700" cy="3810"/>
            </a:xfrm>
            <a:custGeom>
              <a:avLst/>
              <a:gdLst/>
              <a:ahLst/>
              <a:cxnLst/>
              <a:rect l="l" t="t" r="r" b="b"/>
              <a:pathLst>
                <a:path w="774700" h="3810">
                  <a:moveTo>
                    <a:pt x="774700" y="2540"/>
                  </a:moveTo>
                  <a:lnTo>
                    <a:pt x="773417" y="2540"/>
                  </a:lnTo>
                  <a:lnTo>
                    <a:pt x="773417" y="1397"/>
                  </a:lnTo>
                  <a:lnTo>
                    <a:pt x="772160" y="1397"/>
                  </a:lnTo>
                  <a:lnTo>
                    <a:pt x="772160" y="0"/>
                  </a:lnTo>
                  <a:lnTo>
                    <a:pt x="2540" y="0"/>
                  </a:lnTo>
                  <a:lnTo>
                    <a:pt x="2540" y="1397"/>
                  </a:lnTo>
                  <a:lnTo>
                    <a:pt x="1270" y="139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74700" y="3810"/>
                  </a:lnTo>
                  <a:lnTo>
                    <a:pt x="774700" y="2667"/>
                  </a:lnTo>
                  <a:lnTo>
                    <a:pt x="774700" y="2540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97">
              <a:extLst>
                <a:ext uri="{FF2B5EF4-FFF2-40B4-BE49-F238E27FC236}">
                  <a16:creationId xmlns:a16="http://schemas.microsoft.com/office/drawing/2014/main" id="{374E6988-0D4A-7D03-0AF1-EB6F1EE7E958}"/>
                </a:ext>
              </a:extLst>
            </p:cNvPr>
            <p:cNvSpPr/>
            <p:nvPr/>
          </p:nvSpPr>
          <p:spPr>
            <a:xfrm>
              <a:off x="849629" y="2849879"/>
              <a:ext cx="777240" cy="2540"/>
            </a:xfrm>
            <a:custGeom>
              <a:avLst/>
              <a:gdLst/>
              <a:ahLst/>
              <a:cxnLst/>
              <a:rect l="l" t="t" r="r" b="b"/>
              <a:pathLst>
                <a:path w="777239" h="2539">
                  <a:moveTo>
                    <a:pt x="77724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77240" y="2539"/>
                  </a:lnTo>
                  <a:lnTo>
                    <a:pt x="777240" y="0"/>
                  </a:lnTo>
                  <a:close/>
                </a:path>
              </a:pathLst>
            </a:custGeom>
            <a:solidFill>
              <a:srgbClr val="A0A0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98">
              <a:extLst>
                <a:ext uri="{FF2B5EF4-FFF2-40B4-BE49-F238E27FC236}">
                  <a16:creationId xmlns:a16="http://schemas.microsoft.com/office/drawing/2014/main" id="{0860E14C-53C7-68A4-B68D-09D42D25EC98}"/>
                </a:ext>
              </a:extLst>
            </p:cNvPr>
            <p:cNvSpPr/>
            <p:nvPr/>
          </p:nvSpPr>
          <p:spPr>
            <a:xfrm>
              <a:off x="845820" y="2852419"/>
              <a:ext cx="784860" cy="3810"/>
            </a:xfrm>
            <a:custGeom>
              <a:avLst/>
              <a:gdLst/>
              <a:ahLst/>
              <a:cxnLst/>
              <a:rect l="l" t="t" r="r" b="b"/>
              <a:pathLst>
                <a:path w="784860" h="3810">
                  <a:moveTo>
                    <a:pt x="784847" y="2540"/>
                  </a:moveTo>
                  <a:lnTo>
                    <a:pt x="783590" y="2540"/>
                  </a:lnTo>
                  <a:lnTo>
                    <a:pt x="783590" y="1270"/>
                  </a:lnTo>
                  <a:lnTo>
                    <a:pt x="782307" y="1270"/>
                  </a:lnTo>
                  <a:lnTo>
                    <a:pt x="78230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84847" y="3810"/>
                  </a:lnTo>
                  <a:lnTo>
                    <a:pt x="784847" y="2540"/>
                  </a:lnTo>
                  <a:close/>
                </a:path>
              </a:pathLst>
            </a:custGeom>
            <a:solidFill>
              <a:srgbClr val="9E9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99">
              <a:extLst>
                <a:ext uri="{FF2B5EF4-FFF2-40B4-BE49-F238E27FC236}">
                  <a16:creationId xmlns:a16="http://schemas.microsoft.com/office/drawing/2014/main" id="{831B0C09-3D3B-BB8A-0ECD-B740C1B8E778}"/>
                </a:ext>
              </a:extLst>
            </p:cNvPr>
            <p:cNvSpPr/>
            <p:nvPr/>
          </p:nvSpPr>
          <p:spPr>
            <a:xfrm>
              <a:off x="843280" y="2856242"/>
              <a:ext cx="789940" cy="3810"/>
            </a:xfrm>
            <a:custGeom>
              <a:avLst/>
              <a:gdLst/>
              <a:ahLst/>
              <a:cxnLst/>
              <a:rect l="l" t="t" r="r" b="b"/>
              <a:pathLst>
                <a:path w="789939" h="3810">
                  <a:moveTo>
                    <a:pt x="789940" y="2527"/>
                  </a:moveTo>
                  <a:lnTo>
                    <a:pt x="788670" y="2527"/>
                  </a:lnTo>
                  <a:lnTo>
                    <a:pt x="788670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789940" y="3797"/>
                  </a:lnTo>
                  <a:lnTo>
                    <a:pt x="789940" y="2527"/>
                  </a:lnTo>
                  <a:close/>
                </a:path>
              </a:pathLst>
            </a:custGeom>
            <a:solidFill>
              <a:srgbClr val="9C9C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300">
              <a:extLst>
                <a:ext uri="{FF2B5EF4-FFF2-40B4-BE49-F238E27FC236}">
                  <a16:creationId xmlns:a16="http://schemas.microsoft.com/office/drawing/2014/main" id="{62AEBC68-81F8-4CC3-98E6-E21C9F608904}"/>
                </a:ext>
              </a:extLst>
            </p:cNvPr>
            <p:cNvSpPr/>
            <p:nvPr/>
          </p:nvSpPr>
          <p:spPr>
            <a:xfrm>
              <a:off x="842009" y="2752089"/>
              <a:ext cx="791210" cy="107950"/>
            </a:xfrm>
            <a:custGeom>
              <a:avLst/>
              <a:gdLst/>
              <a:ahLst/>
              <a:cxnLst/>
              <a:rect l="l" t="t" r="r" b="b"/>
              <a:pathLst>
                <a:path w="791210" h="107950">
                  <a:moveTo>
                    <a:pt x="0" y="107950"/>
                  </a:moveTo>
                  <a:lnTo>
                    <a:pt x="85090" y="0"/>
                  </a:lnTo>
                  <a:lnTo>
                    <a:pt x="706120" y="0"/>
                  </a:lnTo>
                  <a:lnTo>
                    <a:pt x="791210" y="107950"/>
                  </a:lnTo>
                  <a:lnTo>
                    <a:pt x="0" y="1079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301">
              <a:extLst>
                <a:ext uri="{FF2B5EF4-FFF2-40B4-BE49-F238E27FC236}">
                  <a16:creationId xmlns:a16="http://schemas.microsoft.com/office/drawing/2014/main" id="{43D2B589-E052-3290-ED3C-8403546448F9}"/>
                </a:ext>
              </a:extLst>
            </p:cNvPr>
            <p:cNvSpPr/>
            <p:nvPr/>
          </p:nvSpPr>
          <p:spPr>
            <a:xfrm>
              <a:off x="840740" y="285749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302">
              <a:extLst>
                <a:ext uri="{FF2B5EF4-FFF2-40B4-BE49-F238E27FC236}">
                  <a16:creationId xmlns:a16="http://schemas.microsoft.com/office/drawing/2014/main" id="{F8CBAFCF-EB45-B29C-068F-88D00FAD6221}"/>
                </a:ext>
              </a:extLst>
            </p:cNvPr>
            <p:cNvSpPr/>
            <p:nvPr/>
          </p:nvSpPr>
          <p:spPr>
            <a:xfrm>
              <a:off x="840739" y="286130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B8B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303">
              <a:extLst>
                <a:ext uri="{FF2B5EF4-FFF2-40B4-BE49-F238E27FC236}">
                  <a16:creationId xmlns:a16="http://schemas.microsoft.com/office/drawing/2014/main" id="{9DA26A63-08DD-019C-0CF4-C5326A264542}"/>
                </a:ext>
              </a:extLst>
            </p:cNvPr>
            <p:cNvSpPr/>
            <p:nvPr/>
          </p:nvSpPr>
          <p:spPr>
            <a:xfrm>
              <a:off x="840739" y="286511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95020" y="3809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304">
              <a:extLst>
                <a:ext uri="{FF2B5EF4-FFF2-40B4-BE49-F238E27FC236}">
                  <a16:creationId xmlns:a16="http://schemas.microsoft.com/office/drawing/2014/main" id="{D9B0755B-92DE-237C-B9F7-7DD9BAD15BA0}"/>
                </a:ext>
              </a:extLst>
            </p:cNvPr>
            <p:cNvSpPr/>
            <p:nvPr/>
          </p:nvSpPr>
          <p:spPr>
            <a:xfrm>
              <a:off x="840739" y="286892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888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305">
              <a:extLst>
                <a:ext uri="{FF2B5EF4-FFF2-40B4-BE49-F238E27FC236}">
                  <a16:creationId xmlns:a16="http://schemas.microsoft.com/office/drawing/2014/main" id="{F4EFC777-016D-DCD7-30A2-6971082DE8EC}"/>
                </a:ext>
              </a:extLst>
            </p:cNvPr>
            <p:cNvSpPr/>
            <p:nvPr/>
          </p:nvSpPr>
          <p:spPr>
            <a:xfrm>
              <a:off x="840739" y="287273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787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306">
              <a:extLst>
                <a:ext uri="{FF2B5EF4-FFF2-40B4-BE49-F238E27FC236}">
                  <a16:creationId xmlns:a16="http://schemas.microsoft.com/office/drawing/2014/main" id="{23E3968D-0F67-B507-2A4D-A904F3601C40}"/>
                </a:ext>
              </a:extLst>
            </p:cNvPr>
            <p:cNvSpPr/>
            <p:nvPr/>
          </p:nvSpPr>
          <p:spPr>
            <a:xfrm>
              <a:off x="840739" y="2876550"/>
              <a:ext cx="795020" cy="2540"/>
            </a:xfrm>
            <a:custGeom>
              <a:avLst/>
              <a:gdLst/>
              <a:ahLst/>
              <a:cxnLst/>
              <a:rect l="l" t="t" r="r" b="b"/>
              <a:pathLst>
                <a:path w="795019" h="2539">
                  <a:moveTo>
                    <a:pt x="79502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95020" y="2539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307">
              <a:extLst>
                <a:ext uri="{FF2B5EF4-FFF2-40B4-BE49-F238E27FC236}">
                  <a16:creationId xmlns:a16="http://schemas.microsoft.com/office/drawing/2014/main" id="{80430C6D-40F9-1AF5-41D6-E948E521B17F}"/>
                </a:ext>
              </a:extLst>
            </p:cNvPr>
            <p:cNvSpPr/>
            <p:nvPr/>
          </p:nvSpPr>
          <p:spPr>
            <a:xfrm>
              <a:off x="840739" y="287908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48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308">
              <a:extLst>
                <a:ext uri="{FF2B5EF4-FFF2-40B4-BE49-F238E27FC236}">
                  <a16:creationId xmlns:a16="http://schemas.microsoft.com/office/drawing/2014/main" id="{DA1A2DE5-6F2E-5815-7A55-EF5CDA02A28A}"/>
                </a:ext>
              </a:extLst>
            </p:cNvPr>
            <p:cNvSpPr/>
            <p:nvPr/>
          </p:nvSpPr>
          <p:spPr>
            <a:xfrm>
              <a:off x="840739" y="2882900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309">
              <a:extLst>
                <a:ext uri="{FF2B5EF4-FFF2-40B4-BE49-F238E27FC236}">
                  <a16:creationId xmlns:a16="http://schemas.microsoft.com/office/drawing/2014/main" id="{833C4EF9-5825-418A-B14A-9218A5C1B3FD}"/>
                </a:ext>
              </a:extLst>
            </p:cNvPr>
            <p:cNvSpPr/>
            <p:nvPr/>
          </p:nvSpPr>
          <p:spPr>
            <a:xfrm>
              <a:off x="840739" y="288670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18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310">
              <a:extLst>
                <a:ext uri="{FF2B5EF4-FFF2-40B4-BE49-F238E27FC236}">
                  <a16:creationId xmlns:a16="http://schemas.microsoft.com/office/drawing/2014/main" id="{6B784547-D03E-648C-5F31-2C35D8978540}"/>
                </a:ext>
              </a:extLst>
            </p:cNvPr>
            <p:cNvSpPr/>
            <p:nvPr/>
          </p:nvSpPr>
          <p:spPr>
            <a:xfrm>
              <a:off x="840739" y="289051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95020" y="3809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08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311">
              <a:extLst>
                <a:ext uri="{FF2B5EF4-FFF2-40B4-BE49-F238E27FC236}">
                  <a16:creationId xmlns:a16="http://schemas.microsoft.com/office/drawing/2014/main" id="{0343FCE2-5A62-D760-F317-7EE63E084400}"/>
                </a:ext>
              </a:extLst>
            </p:cNvPr>
            <p:cNvSpPr/>
            <p:nvPr/>
          </p:nvSpPr>
          <p:spPr>
            <a:xfrm>
              <a:off x="840739" y="289432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7E7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312">
              <a:extLst>
                <a:ext uri="{FF2B5EF4-FFF2-40B4-BE49-F238E27FC236}">
                  <a16:creationId xmlns:a16="http://schemas.microsoft.com/office/drawing/2014/main" id="{FAC3261D-B599-CA3A-59C5-B7AB059F9873}"/>
                </a:ext>
              </a:extLst>
            </p:cNvPr>
            <p:cNvSpPr/>
            <p:nvPr/>
          </p:nvSpPr>
          <p:spPr>
            <a:xfrm>
              <a:off x="840739" y="2858769"/>
              <a:ext cx="793750" cy="38100"/>
            </a:xfrm>
            <a:custGeom>
              <a:avLst/>
              <a:gdLst/>
              <a:ahLst/>
              <a:cxnLst/>
              <a:rect l="l" t="t" r="r" b="b"/>
              <a:pathLst>
                <a:path w="793750" h="38100">
                  <a:moveTo>
                    <a:pt x="397509" y="38100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93749" y="0"/>
                  </a:lnTo>
                  <a:lnTo>
                    <a:pt x="793749" y="38100"/>
                  </a:lnTo>
                  <a:lnTo>
                    <a:pt x="397509" y="3810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9" name="object 313">
              <a:extLst>
                <a:ext uri="{FF2B5EF4-FFF2-40B4-BE49-F238E27FC236}">
                  <a16:creationId xmlns:a16="http://schemas.microsoft.com/office/drawing/2014/main" id="{07EE60CD-2EB5-E0B6-53E4-0AEF5EAB3EB6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43939" y="2448559"/>
              <a:ext cx="374650" cy="106679"/>
            </a:xfrm>
            <a:prstGeom prst="rect">
              <a:avLst/>
            </a:prstGeom>
          </p:spPr>
        </p:pic>
        <p:sp>
          <p:nvSpPr>
            <p:cNvPr id="2030" name="object 314">
              <a:extLst>
                <a:ext uri="{FF2B5EF4-FFF2-40B4-BE49-F238E27FC236}">
                  <a16:creationId xmlns:a16="http://schemas.microsoft.com/office/drawing/2014/main" id="{1A12CAFF-4521-A0F4-C39D-21C08DFDF663}"/>
                </a:ext>
              </a:extLst>
            </p:cNvPr>
            <p:cNvSpPr/>
            <p:nvPr/>
          </p:nvSpPr>
          <p:spPr>
            <a:xfrm>
              <a:off x="1043939" y="2448559"/>
              <a:ext cx="373380" cy="105410"/>
            </a:xfrm>
            <a:custGeom>
              <a:avLst/>
              <a:gdLst/>
              <a:ahLst/>
              <a:cxnLst/>
              <a:rect l="l" t="t" r="r" b="b"/>
              <a:pathLst>
                <a:path w="373380" h="105410">
                  <a:moveTo>
                    <a:pt x="373379" y="82550"/>
                  </a:moveTo>
                  <a:lnTo>
                    <a:pt x="366514" y="79910"/>
                  </a:lnTo>
                  <a:lnTo>
                    <a:pt x="347027" y="77628"/>
                  </a:lnTo>
                  <a:lnTo>
                    <a:pt x="316587" y="75584"/>
                  </a:lnTo>
                  <a:lnTo>
                    <a:pt x="276859" y="73660"/>
                  </a:lnTo>
                  <a:lnTo>
                    <a:pt x="278328" y="54570"/>
                  </a:lnTo>
                  <a:lnTo>
                    <a:pt x="279082" y="44767"/>
                  </a:lnTo>
                  <a:lnTo>
                    <a:pt x="279360" y="41155"/>
                  </a:lnTo>
                  <a:lnTo>
                    <a:pt x="279400" y="40639"/>
                  </a:lnTo>
                  <a:lnTo>
                    <a:pt x="318313" y="17145"/>
                  </a:lnTo>
                  <a:lnTo>
                    <a:pt x="338296" y="5080"/>
                  </a:lnTo>
                  <a:lnTo>
                    <a:pt x="345658" y="635"/>
                  </a:lnTo>
                  <a:lnTo>
                    <a:pt x="346709" y="0"/>
                  </a:lnTo>
                  <a:lnTo>
                    <a:pt x="263743" y="0"/>
                  </a:lnTo>
                  <a:lnTo>
                    <a:pt x="221138" y="0"/>
                  </a:lnTo>
                  <a:lnTo>
                    <a:pt x="27940" y="0"/>
                  </a:lnTo>
                  <a:lnTo>
                    <a:pt x="67587" y="23494"/>
                  </a:lnTo>
                  <a:lnTo>
                    <a:pt x="87947" y="35559"/>
                  </a:lnTo>
                  <a:lnTo>
                    <a:pt x="95448" y="40004"/>
                  </a:lnTo>
                  <a:lnTo>
                    <a:pt x="96519" y="40639"/>
                  </a:lnTo>
                  <a:lnTo>
                    <a:pt x="96519" y="59729"/>
                  </a:lnTo>
                  <a:lnTo>
                    <a:pt x="96519" y="69532"/>
                  </a:lnTo>
                  <a:lnTo>
                    <a:pt x="96519" y="73144"/>
                  </a:lnTo>
                  <a:lnTo>
                    <a:pt x="96519" y="73660"/>
                  </a:lnTo>
                  <a:lnTo>
                    <a:pt x="57328" y="75584"/>
                  </a:lnTo>
                  <a:lnTo>
                    <a:pt x="26828" y="77628"/>
                  </a:lnTo>
                  <a:lnTo>
                    <a:pt x="7044" y="79910"/>
                  </a:lnTo>
                  <a:lnTo>
                    <a:pt x="0" y="82550"/>
                  </a:lnTo>
                  <a:lnTo>
                    <a:pt x="0" y="105410"/>
                  </a:lnTo>
                  <a:lnTo>
                    <a:pt x="99853" y="105410"/>
                  </a:lnTo>
                  <a:lnTo>
                    <a:pt x="151129" y="105410"/>
                  </a:lnTo>
                  <a:lnTo>
                    <a:pt x="170021" y="105410"/>
                  </a:lnTo>
                  <a:lnTo>
                    <a:pt x="172719" y="105410"/>
                  </a:lnTo>
                  <a:lnTo>
                    <a:pt x="190341" y="105410"/>
                  </a:lnTo>
                  <a:lnTo>
                    <a:pt x="199390" y="105410"/>
                  </a:lnTo>
                  <a:lnTo>
                    <a:pt x="202723" y="105410"/>
                  </a:lnTo>
                  <a:lnTo>
                    <a:pt x="203200" y="105410"/>
                  </a:lnTo>
                  <a:lnTo>
                    <a:pt x="301585" y="105410"/>
                  </a:lnTo>
                  <a:lnTo>
                    <a:pt x="352107" y="105410"/>
                  </a:lnTo>
                  <a:lnTo>
                    <a:pt x="370720" y="105410"/>
                  </a:lnTo>
                  <a:lnTo>
                    <a:pt x="373379" y="105410"/>
                  </a:lnTo>
                  <a:lnTo>
                    <a:pt x="373379" y="82550"/>
                  </a:lnTo>
                  <a:lnTo>
                    <a:pt x="373379" y="82550"/>
                  </a:lnTo>
                  <a:close/>
                </a:path>
              </a:pathLst>
            </a:custGeom>
            <a:ln w="889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31" name="object 315">
              <a:extLst>
                <a:ext uri="{FF2B5EF4-FFF2-40B4-BE49-F238E27FC236}">
                  <a16:creationId xmlns:a16="http://schemas.microsoft.com/office/drawing/2014/main" id="{623B6FF4-159B-A502-F5D5-9FE0894736E1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44879" y="2006599"/>
              <a:ext cx="588010" cy="445770"/>
            </a:xfrm>
            <a:prstGeom prst="rect">
              <a:avLst/>
            </a:prstGeom>
          </p:spPr>
        </p:pic>
        <p:sp>
          <p:nvSpPr>
            <p:cNvPr id="2032" name="object 316">
              <a:extLst>
                <a:ext uri="{FF2B5EF4-FFF2-40B4-BE49-F238E27FC236}">
                  <a16:creationId xmlns:a16="http://schemas.microsoft.com/office/drawing/2014/main" id="{60C00F1A-ED63-03B9-667F-E0DC50251D19}"/>
                </a:ext>
              </a:extLst>
            </p:cNvPr>
            <p:cNvSpPr/>
            <p:nvPr/>
          </p:nvSpPr>
          <p:spPr>
            <a:xfrm>
              <a:off x="944879" y="2006599"/>
              <a:ext cx="586740" cy="444500"/>
            </a:xfrm>
            <a:custGeom>
              <a:avLst/>
              <a:gdLst/>
              <a:ahLst/>
              <a:cxnLst/>
              <a:rect l="l" t="t" r="r" b="b"/>
              <a:pathLst>
                <a:path w="586740" h="444500">
                  <a:moveTo>
                    <a:pt x="586739" y="444500"/>
                  </a:moveTo>
                  <a:lnTo>
                    <a:pt x="0" y="444500"/>
                  </a:lnTo>
                  <a:lnTo>
                    <a:pt x="0" y="0"/>
                  </a:lnTo>
                  <a:lnTo>
                    <a:pt x="586739" y="0"/>
                  </a:lnTo>
                  <a:lnTo>
                    <a:pt x="586739" y="44450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317">
              <a:extLst>
                <a:ext uri="{FF2B5EF4-FFF2-40B4-BE49-F238E27FC236}">
                  <a16:creationId xmlns:a16="http://schemas.microsoft.com/office/drawing/2014/main" id="{A6E42C5C-67C4-42DA-E562-F499F30D1EBB}"/>
                </a:ext>
              </a:extLst>
            </p:cNvPr>
            <p:cNvSpPr/>
            <p:nvPr/>
          </p:nvSpPr>
          <p:spPr>
            <a:xfrm>
              <a:off x="1007109" y="2057399"/>
              <a:ext cx="457200" cy="337820"/>
            </a:xfrm>
            <a:custGeom>
              <a:avLst/>
              <a:gdLst/>
              <a:ahLst/>
              <a:cxnLst/>
              <a:rect l="l" t="t" r="r" b="b"/>
              <a:pathLst>
                <a:path w="457200" h="337819">
                  <a:moveTo>
                    <a:pt x="457200" y="0"/>
                  </a:moveTo>
                  <a:lnTo>
                    <a:pt x="0" y="0"/>
                  </a:lnTo>
                  <a:lnTo>
                    <a:pt x="0" y="337820"/>
                  </a:lnTo>
                  <a:lnTo>
                    <a:pt x="457200" y="337820"/>
                  </a:lnTo>
                  <a:lnTo>
                    <a:pt x="45720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318">
              <a:extLst>
                <a:ext uri="{FF2B5EF4-FFF2-40B4-BE49-F238E27FC236}">
                  <a16:creationId xmlns:a16="http://schemas.microsoft.com/office/drawing/2014/main" id="{76FBB767-2540-BCB7-84C3-03E9B0F5B231}"/>
                </a:ext>
              </a:extLst>
            </p:cNvPr>
            <p:cNvSpPr/>
            <p:nvPr/>
          </p:nvSpPr>
          <p:spPr>
            <a:xfrm>
              <a:off x="1007109" y="2057399"/>
              <a:ext cx="457200" cy="337820"/>
            </a:xfrm>
            <a:custGeom>
              <a:avLst/>
              <a:gdLst/>
              <a:ahLst/>
              <a:cxnLst/>
              <a:rect l="l" t="t" r="r" b="b"/>
              <a:pathLst>
                <a:path w="457200" h="337819">
                  <a:moveTo>
                    <a:pt x="457200" y="337820"/>
                  </a:moveTo>
                  <a:lnTo>
                    <a:pt x="0" y="337820"/>
                  </a:lnTo>
                  <a:lnTo>
                    <a:pt x="0" y="0"/>
                  </a:lnTo>
                  <a:lnTo>
                    <a:pt x="457200" y="0"/>
                  </a:lnTo>
                  <a:lnTo>
                    <a:pt x="457200" y="33782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319">
              <a:extLst>
                <a:ext uri="{FF2B5EF4-FFF2-40B4-BE49-F238E27FC236}">
                  <a16:creationId xmlns:a16="http://schemas.microsoft.com/office/drawing/2014/main" id="{841DD4F8-747E-67CC-F515-33893CF63269}"/>
                </a:ext>
              </a:extLst>
            </p:cNvPr>
            <p:cNvSpPr/>
            <p:nvPr/>
          </p:nvSpPr>
          <p:spPr>
            <a:xfrm>
              <a:off x="1007109" y="2062479"/>
              <a:ext cx="457200" cy="332740"/>
            </a:xfrm>
            <a:custGeom>
              <a:avLst/>
              <a:gdLst/>
              <a:ahLst/>
              <a:cxnLst/>
              <a:rect l="l" t="t" r="r" b="b"/>
              <a:pathLst>
                <a:path w="457200" h="332739">
                  <a:moveTo>
                    <a:pt x="457200" y="0"/>
                  </a:moveTo>
                  <a:lnTo>
                    <a:pt x="0" y="332740"/>
                  </a:lnTo>
                  <a:lnTo>
                    <a:pt x="457200" y="332740"/>
                  </a:lnTo>
                  <a:lnTo>
                    <a:pt x="45720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320">
              <a:extLst>
                <a:ext uri="{FF2B5EF4-FFF2-40B4-BE49-F238E27FC236}">
                  <a16:creationId xmlns:a16="http://schemas.microsoft.com/office/drawing/2014/main" id="{23EBF3D3-27CF-4878-29A7-22D0B77F0B31}"/>
                </a:ext>
              </a:extLst>
            </p:cNvPr>
            <p:cNvSpPr/>
            <p:nvPr/>
          </p:nvSpPr>
          <p:spPr>
            <a:xfrm>
              <a:off x="1007109" y="2062479"/>
              <a:ext cx="457200" cy="332740"/>
            </a:xfrm>
            <a:custGeom>
              <a:avLst/>
              <a:gdLst/>
              <a:ahLst/>
              <a:cxnLst/>
              <a:rect l="l" t="t" r="r" b="b"/>
              <a:pathLst>
                <a:path w="457200" h="332739">
                  <a:moveTo>
                    <a:pt x="457200" y="0"/>
                  </a:moveTo>
                  <a:lnTo>
                    <a:pt x="457200" y="332740"/>
                  </a:lnTo>
                  <a:lnTo>
                    <a:pt x="0" y="332740"/>
                  </a:lnTo>
                </a:path>
              </a:pathLst>
            </a:custGeom>
            <a:ln w="889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321">
              <a:extLst>
                <a:ext uri="{FF2B5EF4-FFF2-40B4-BE49-F238E27FC236}">
                  <a16:creationId xmlns:a16="http://schemas.microsoft.com/office/drawing/2014/main" id="{15A6E90A-EE00-AD39-E8CD-61D061461C5B}"/>
                </a:ext>
              </a:extLst>
            </p:cNvPr>
            <p:cNvSpPr/>
            <p:nvPr/>
          </p:nvSpPr>
          <p:spPr>
            <a:xfrm>
              <a:off x="1129029" y="2475229"/>
              <a:ext cx="214629" cy="26670"/>
            </a:xfrm>
            <a:custGeom>
              <a:avLst/>
              <a:gdLst/>
              <a:ahLst/>
              <a:cxnLst/>
              <a:rect l="l" t="t" r="r" b="b"/>
              <a:pathLst>
                <a:path w="214630" h="26669">
                  <a:moveTo>
                    <a:pt x="0" y="7620"/>
                  </a:moveTo>
                  <a:lnTo>
                    <a:pt x="24745" y="16490"/>
                  </a:lnTo>
                  <a:lnTo>
                    <a:pt x="47466" y="22383"/>
                  </a:lnTo>
                  <a:lnTo>
                    <a:pt x="73759" y="25657"/>
                  </a:lnTo>
                  <a:lnTo>
                    <a:pt x="109219" y="26670"/>
                  </a:lnTo>
                  <a:lnTo>
                    <a:pt x="145514" y="24467"/>
                  </a:lnTo>
                  <a:lnTo>
                    <a:pt x="173831" y="18573"/>
                  </a:lnTo>
                  <a:lnTo>
                    <a:pt x="196195" y="10060"/>
                  </a:lnTo>
                  <a:lnTo>
                    <a:pt x="214629" y="0"/>
                  </a:lnTo>
                </a:path>
              </a:pathLst>
            </a:custGeom>
            <a:ln w="889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322">
              <a:extLst>
                <a:ext uri="{FF2B5EF4-FFF2-40B4-BE49-F238E27FC236}">
                  <a16:creationId xmlns:a16="http://schemas.microsoft.com/office/drawing/2014/main" id="{A0B15423-5179-4682-D80B-8794C97885F9}"/>
                </a:ext>
              </a:extLst>
            </p:cNvPr>
            <p:cNvSpPr/>
            <p:nvPr/>
          </p:nvSpPr>
          <p:spPr>
            <a:xfrm>
              <a:off x="1203959" y="2462529"/>
              <a:ext cx="54610" cy="25400"/>
            </a:xfrm>
            <a:custGeom>
              <a:avLst/>
              <a:gdLst/>
              <a:ahLst/>
              <a:cxnLst/>
              <a:rect l="l" t="t" r="r" b="b"/>
              <a:pathLst>
                <a:path w="54609" h="25400">
                  <a:moveTo>
                    <a:pt x="5460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54609" y="25400"/>
                  </a:lnTo>
                  <a:lnTo>
                    <a:pt x="5460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323">
              <a:extLst>
                <a:ext uri="{FF2B5EF4-FFF2-40B4-BE49-F238E27FC236}">
                  <a16:creationId xmlns:a16="http://schemas.microsoft.com/office/drawing/2014/main" id="{1175DC20-70F5-98AF-D9DC-F56C0817ED50}"/>
                </a:ext>
              </a:extLst>
            </p:cNvPr>
            <p:cNvSpPr/>
            <p:nvPr/>
          </p:nvSpPr>
          <p:spPr>
            <a:xfrm>
              <a:off x="1203959" y="2462529"/>
              <a:ext cx="54610" cy="25400"/>
            </a:xfrm>
            <a:custGeom>
              <a:avLst/>
              <a:gdLst/>
              <a:ahLst/>
              <a:cxnLst/>
              <a:rect l="l" t="t" r="r" b="b"/>
              <a:pathLst>
                <a:path w="54609" h="25400">
                  <a:moveTo>
                    <a:pt x="54609" y="25400"/>
                  </a:moveTo>
                  <a:lnTo>
                    <a:pt x="0" y="25400"/>
                  </a:lnTo>
                  <a:lnTo>
                    <a:pt x="0" y="0"/>
                  </a:lnTo>
                  <a:lnTo>
                    <a:pt x="54609" y="0"/>
                  </a:lnTo>
                  <a:lnTo>
                    <a:pt x="54609" y="2540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324">
              <a:extLst>
                <a:ext uri="{FF2B5EF4-FFF2-40B4-BE49-F238E27FC236}">
                  <a16:creationId xmlns:a16="http://schemas.microsoft.com/office/drawing/2014/main" id="{5B9E737E-F245-962C-7F54-33FCB3493D2B}"/>
                </a:ext>
              </a:extLst>
            </p:cNvPr>
            <p:cNvSpPr/>
            <p:nvPr/>
          </p:nvSpPr>
          <p:spPr>
            <a:xfrm>
              <a:off x="1203959" y="2462529"/>
              <a:ext cx="54610" cy="25400"/>
            </a:xfrm>
            <a:custGeom>
              <a:avLst/>
              <a:gdLst/>
              <a:ahLst/>
              <a:cxnLst/>
              <a:rect l="l" t="t" r="r" b="b"/>
              <a:pathLst>
                <a:path w="54609" h="25400">
                  <a:moveTo>
                    <a:pt x="0" y="25400"/>
                  </a:moveTo>
                  <a:lnTo>
                    <a:pt x="54609" y="25400"/>
                  </a:lnTo>
                  <a:lnTo>
                    <a:pt x="54609" y="0"/>
                  </a:lnTo>
                </a:path>
              </a:pathLst>
            </a:custGeom>
            <a:ln w="889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325">
              <a:extLst>
                <a:ext uri="{FF2B5EF4-FFF2-40B4-BE49-F238E27FC236}">
                  <a16:creationId xmlns:a16="http://schemas.microsoft.com/office/drawing/2014/main" id="{56C6FB32-77D7-3D26-769C-31C444C0B43D}"/>
                </a:ext>
              </a:extLst>
            </p:cNvPr>
            <p:cNvSpPr/>
            <p:nvPr/>
          </p:nvSpPr>
          <p:spPr>
            <a:xfrm>
              <a:off x="892810" y="4100829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3167" y="0"/>
                  </a:moveTo>
                  <a:lnTo>
                    <a:pt x="20307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43180"/>
                  </a:lnTo>
                  <a:lnTo>
                    <a:pt x="43167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326">
              <a:extLst>
                <a:ext uri="{FF2B5EF4-FFF2-40B4-BE49-F238E27FC236}">
                  <a16:creationId xmlns:a16="http://schemas.microsoft.com/office/drawing/2014/main" id="{1E1EEF64-E694-E483-C056-93145AAEBF0A}"/>
                </a:ext>
              </a:extLst>
            </p:cNvPr>
            <p:cNvSpPr/>
            <p:nvPr/>
          </p:nvSpPr>
          <p:spPr>
            <a:xfrm>
              <a:off x="892809" y="4100829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40" h="66039">
                  <a:moveTo>
                    <a:pt x="66040" y="0"/>
                  </a:moveTo>
                  <a:lnTo>
                    <a:pt x="43179" y="0"/>
                  </a:lnTo>
                  <a:lnTo>
                    <a:pt x="0" y="43180"/>
                  </a:lnTo>
                  <a:lnTo>
                    <a:pt x="0" y="66040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8D8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327">
              <a:extLst>
                <a:ext uri="{FF2B5EF4-FFF2-40B4-BE49-F238E27FC236}">
                  <a16:creationId xmlns:a16="http://schemas.microsoft.com/office/drawing/2014/main" id="{2EF3B91E-F8A6-9052-CAEC-DB5460E895EC}"/>
                </a:ext>
              </a:extLst>
            </p:cNvPr>
            <p:cNvSpPr/>
            <p:nvPr/>
          </p:nvSpPr>
          <p:spPr>
            <a:xfrm>
              <a:off x="892809" y="4100829"/>
              <a:ext cx="88900" cy="88900"/>
            </a:xfrm>
            <a:custGeom>
              <a:avLst/>
              <a:gdLst/>
              <a:ahLst/>
              <a:cxnLst/>
              <a:rect l="l" t="t" r="r" b="b"/>
              <a:pathLst>
                <a:path w="88900" h="88900">
                  <a:moveTo>
                    <a:pt x="88900" y="0"/>
                  </a:moveTo>
                  <a:lnTo>
                    <a:pt x="66040" y="0"/>
                  </a:lnTo>
                  <a:lnTo>
                    <a:pt x="0" y="66040"/>
                  </a:lnTo>
                  <a:lnTo>
                    <a:pt x="0" y="88900"/>
                  </a:lnTo>
                  <a:lnTo>
                    <a:pt x="88900" y="0"/>
                  </a:lnTo>
                  <a:close/>
                </a:path>
              </a:pathLst>
            </a:custGeom>
            <a:solidFill>
              <a:srgbClr val="8E8E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328">
              <a:extLst>
                <a:ext uri="{FF2B5EF4-FFF2-40B4-BE49-F238E27FC236}">
                  <a16:creationId xmlns:a16="http://schemas.microsoft.com/office/drawing/2014/main" id="{B70364D1-F1A1-2F39-8E9D-245ECAC248C8}"/>
                </a:ext>
              </a:extLst>
            </p:cNvPr>
            <p:cNvSpPr/>
            <p:nvPr/>
          </p:nvSpPr>
          <p:spPr>
            <a:xfrm>
              <a:off x="892809" y="4100829"/>
              <a:ext cx="111760" cy="111760"/>
            </a:xfrm>
            <a:custGeom>
              <a:avLst/>
              <a:gdLst/>
              <a:ahLst/>
              <a:cxnLst/>
              <a:rect l="l" t="t" r="r" b="b"/>
              <a:pathLst>
                <a:path w="111759" h="111760">
                  <a:moveTo>
                    <a:pt x="111759" y="0"/>
                  </a:moveTo>
                  <a:lnTo>
                    <a:pt x="88900" y="0"/>
                  </a:lnTo>
                  <a:lnTo>
                    <a:pt x="0" y="88900"/>
                  </a:lnTo>
                  <a:lnTo>
                    <a:pt x="0" y="111760"/>
                  </a:lnTo>
                  <a:lnTo>
                    <a:pt x="111759" y="0"/>
                  </a:lnTo>
                  <a:close/>
                </a:path>
              </a:pathLst>
            </a:custGeom>
            <a:solidFill>
              <a:srgbClr val="8F8F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329">
              <a:extLst>
                <a:ext uri="{FF2B5EF4-FFF2-40B4-BE49-F238E27FC236}">
                  <a16:creationId xmlns:a16="http://schemas.microsoft.com/office/drawing/2014/main" id="{77F9F86A-9113-2FE2-77E3-1521A516AC09}"/>
                </a:ext>
              </a:extLst>
            </p:cNvPr>
            <p:cNvSpPr/>
            <p:nvPr/>
          </p:nvSpPr>
          <p:spPr>
            <a:xfrm>
              <a:off x="892809" y="4100829"/>
              <a:ext cx="134620" cy="134620"/>
            </a:xfrm>
            <a:custGeom>
              <a:avLst/>
              <a:gdLst/>
              <a:ahLst/>
              <a:cxnLst/>
              <a:rect l="l" t="t" r="r" b="b"/>
              <a:pathLst>
                <a:path w="134619" h="134620">
                  <a:moveTo>
                    <a:pt x="134619" y="0"/>
                  </a:moveTo>
                  <a:lnTo>
                    <a:pt x="111759" y="0"/>
                  </a:lnTo>
                  <a:lnTo>
                    <a:pt x="0" y="111760"/>
                  </a:lnTo>
                  <a:lnTo>
                    <a:pt x="0" y="134620"/>
                  </a:lnTo>
                  <a:lnTo>
                    <a:pt x="134619" y="0"/>
                  </a:lnTo>
                  <a:close/>
                </a:path>
              </a:pathLst>
            </a:custGeom>
            <a:solidFill>
              <a:srgbClr val="9090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330">
              <a:extLst>
                <a:ext uri="{FF2B5EF4-FFF2-40B4-BE49-F238E27FC236}">
                  <a16:creationId xmlns:a16="http://schemas.microsoft.com/office/drawing/2014/main" id="{320D46F2-B70E-3D59-906A-6A4E6DD9E935}"/>
                </a:ext>
              </a:extLst>
            </p:cNvPr>
            <p:cNvSpPr/>
            <p:nvPr/>
          </p:nvSpPr>
          <p:spPr>
            <a:xfrm>
              <a:off x="892809" y="4100829"/>
              <a:ext cx="157480" cy="157480"/>
            </a:xfrm>
            <a:custGeom>
              <a:avLst/>
              <a:gdLst/>
              <a:ahLst/>
              <a:cxnLst/>
              <a:rect l="l" t="t" r="r" b="b"/>
              <a:pathLst>
                <a:path w="157480" h="157479">
                  <a:moveTo>
                    <a:pt x="157480" y="0"/>
                  </a:moveTo>
                  <a:lnTo>
                    <a:pt x="134620" y="0"/>
                  </a:lnTo>
                  <a:lnTo>
                    <a:pt x="0" y="134620"/>
                  </a:lnTo>
                  <a:lnTo>
                    <a:pt x="0" y="157480"/>
                  </a:lnTo>
                  <a:lnTo>
                    <a:pt x="157480" y="0"/>
                  </a:lnTo>
                  <a:close/>
                </a:path>
              </a:pathLst>
            </a:custGeom>
            <a:solidFill>
              <a:srgbClr val="9191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331">
              <a:extLst>
                <a:ext uri="{FF2B5EF4-FFF2-40B4-BE49-F238E27FC236}">
                  <a16:creationId xmlns:a16="http://schemas.microsoft.com/office/drawing/2014/main" id="{B79726F8-B231-57BA-FCE4-39880249821D}"/>
                </a:ext>
              </a:extLst>
            </p:cNvPr>
            <p:cNvSpPr/>
            <p:nvPr/>
          </p:nvSpPr>
          <p:spPr>
            <a:xfrm>
              <a:off x="892809" y="4100829"/>
              <a:ext cx="180340" cy="180340"/>
            </a:xfrm>
            <a:custGeom>
              <a:avLst/>
              <a:gdLst/>
              <a:ahLst/>
              <a:cxnLst/>
              <a:rect l="l" t="t" r="r" b="b"/>
              <a:pathLst>
                <a:path w="180340" h="180339">
                  <a:moveTo>
                    <a:pt x="180340" y="0"/>
                  </a:moveTo>
                  <a:lnTo>
                    <a:pt x="157479" y="0"/>
                  </a:lnTo>
                  <a:lnTo>
                    <a:pt x="0" y="157480"/>
                  </a:lnTo>
                  <a:lnTo>
                    <a:pt x="0" y="180340"/>
                  </a:lnTo>
                  <a:lnTo>
                    <a:pt x="180340" y="0"/>
                  </a:lnTo>
                  <a:close/>
                </a:path>
              </a:pathLst>
            </a:custGeom>
            <a:solidFill>
              <a:srgbClr val="9292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332">
              <a:extLst>
                <a:ext uri="{FF2B5EF4-FFF2-40B4-BE49-F238E27FC236}">
                  <a16:creationId xmlns:a16="http://schemas.microsoft.com/office/drawing/2014/main" id="{83051A06-BC9F-CF42-65C6-E1D2FA524FD0}"/>
                </a:ext>
              </a:extLst>
            </p:cNvPr>
            <p:cNvSpPr/>
            <p:nvPr/>
          </p:nvSpPr>
          <p:spPr>
            <a:xfrm>
              <a:off x="892809" y="4100829"/>
              <a:ext cx="203200" cy="199390"/>
            </a:xfrm>
            <a:custGeom>
              <a:avLst/>
              <a:gdLst/>
              <a:ahLst/>
              <a:cxnLst/>
              <a:rect l="l" t="t" r="r" b="b"/>
              <a:pathLst>
                <a:path w="203200" h="199389">
                  <a:moveTo>
                    <a:pt x="203200" y="0"/>
                  </a:moveTo>
                  <a:lnTo>
                    <a:pt x="180340" y="0"/>
                  </a:lnTo>
                  <a:lnTo>
                    <a:pt x="0" y="180340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203200" y="0"/>
                  </a:lnTo>
                  <a:close/>
                </a:path>
              </a:pathLst>
            </a:custGeom>
            <a:solidFill>
              <a:srgbClr val="9393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333">
              <a:extLst>
                <a:ext uri="{FF2B5EF4-FFF2-40B4-BE49-F238E27FC236}">
                  <a16:creationId xmlns:a16="http://schemas.microsoft.com/office/drawing/2014/main" id="{9D73ED55-290F-15AE-3311-CC51B27DFCE0}"/>
                </a:ext>
              </a:extLst>
            </p:cNvPr>
            <p:cNvSpPr/>
            <p:nvPr/>
          </p:nvSpPr>
          <p:spPr>
            <a:xfrm>
              <a:off x="89661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49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59" y="199390"/>
                  </a:lnTo>
                  <a:lnTo>
                    <a:pt x="222249" y="0"/>
                  </a:lnTo>
                  <a:close/>
                </a:path>
              </a:pathLst>
            </a:custGeom>
            <a:solidFill>
              <a:srgbClr val="949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334">
              <a:extLst>
                <a:ext uri="{FF2B5EF4-FFF2-40B4-BE49-F238E27FC236}">
                  <a16:creationId xmlns:a16="http://schemas.microsoft.com/office/drawing/2014/main" id="{262392A6-959D-9D25-B2E3-F5BF0DABE185}"/>
                </a:ext>
              </a:extLst>
            </p:cNvPr>
            <p:cNvSpPr/>
            <p:nvPr/>
          </p:nvSpPr>
          <p:spPr>
            <a:xfrm>
              <a:off x="91947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50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60" y="199390"/>
                  </a:lnTo>
                  <a:lnTo>
                    <a:pt x="222250" y="0"/>
                  </a:lnTo>
                  <a:close/>
                </a:path>
              </a:pathLst>
            </a:custGeom>
            <a:solidFill>
              <a:srgbClr val="959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335">
              <a:extLst>
                <a:ext uri="{FF2B5EF4-FFF2-40B4-BE49-F238E27FC236}">
                  <a16:creationId xmlns:a16="http://schemas.microsoft.com/office/drawing/2014/main" id="{09E5710E-74E5-25C3-3424-E115E0A70912}"/>
                </a:ext>
              </a:extLst>
            </p:cNvPr>
            <p:cNvSpPr/>
            <p:nvPr/>
          </p:nvSpPr>
          <p:spPr>
            <a:xfrm>
              <a:off x="94233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1654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1695" y="199390"/>
                  </a:lnTo>
                  <a:lnTo>
                    <a:pt x="221654" y="0"/>
                  </a:lnTo>
                  <a:close/>
                </a:path>
              </a:pathLst>
            </a:custGeom>
            <a:solidFill>
              <a:srgbClr val="969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336">
              <a:extLst>
                <a:ext uri="{FF2B5EF4-FFF2-40B4-BE49-F238E27FC236}">
                  <a16:creationId xmlns:a16="http://schemas.microsoft.com/office/drawing/2014/main" id="{7C730914-3976-C8BC-4A5A-7911DA753636}"/>
                </a:ext>
              </a:extLst>
            </p:cNvPr>
            <p:cNvSpPr/>
            <p:nvPr/>
          </p:nvSpPr>
          <p:spPr>
            <a:xfrm>
              <a:off x="964035" y="4100829"/>
              <a:ext cx="223520" cy="199390"/>
            </a:xfrm>
            <a:custGeom>
              <a:avLst/>
              <a:gdLst/>
              <a:ahLst/>
              <a:cxnLst/>
              <a:rect l="l" t="t" r="r" b="b"/>
              <a:pathLst>
                <a:path w="223519" h="199389">
                  <a:moveTo>
                    <a:pt x="223414" y="0"/>
                  </a:moveTo>
                  <a:lnTo>
                    <a:pt x="199959" y="0"/>
                  </a:lnTo>
                  <a:lnTo>
                    <a:pt x="0" y="199390"/>
                  </a:lnTo>
                  <a:lnTo>
                    <a:pt x="24024" y="199390"/>
                  </a:lnTo>
                  <a:lnTo>
                    <a:pt x="223414" y="0"/>
                  </a:lnTo>
                  <a:close/>
                </a:path>
              </a:pathLst>
            </a:custGeom>
            <a:solidFill>
              <a:srgbClr val="979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337">
              <a:extLst>
                <a:ext uri="{FF2B5EF4-FFF2-40B4-BE49-F238E27FC236}">
                  <a16:creationId xmlns:a16="http://schemas.microsoft.com/office/drawing/2014/main" id="{5BE45D10-1AB4-4F4B-DC08-0EB5E1E2E234}"/>
                </a:ext>
              </a:extLst>
            </p:cNvPr>
            <p:cNvSpPr/>
            <p:nvPr/>
          </p:nvSpPr>
          <p:spPr>
            <a:xfrm>
              <a:off x="98805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50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60" y="199390"/>
                  </a:lnTo>
                  <a:lnTo>
                    <a:pt x="222250" y="0"/>
                  </a:lnTo>
                  <a:close/>
                </a:path>
              </a:pathLst>
            </a:custGeom>
            <a:solidFill>
              <a:srgbClr val="989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338">
              <a:extLst>
                <a:ext uri="{FF2B5EF4-FFF2-40B4-BE49-F238E27FC236}">
                  <a16:creationId xmlns:a16="http://schemas.microsoft.com/office/drawing/2014/main" id="{6FB32AC7-AE79-2A79-772B-CBBC90E7BDD2}"/>
                </a:ext>
              </a:extLst>
            </p:cNvPr>
            <p:cNvSpPr/>
            <p:nvPr/>
          </p:nvSpPr>
          <p:spPr>
            <a:xfrm>
              <a:off x="1010919" y="4100829"/>
              <a:ext cx="220979" cy="199390"/>
            </a:xfrm>
            <a:custGeom>
              <a:avLst/>
              <a:gdLst/>
              <a:ahLst/>
              <a:cxnLst/>
              <a:rect l="l" t="t" r="r" b="b"/>
              <a:pathLst>
                <a:path w="220980" h="199389">
                  <a:moveTo>
                    <a:pt x="220979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1589" y="199390"/>
                  </a:lnTo>
                  <a:lnTo>
                    <a:pt x="220979" y="0"/>
                  </a:lnTo>
                  <a:close/>
                </a:path>
              </a:pathLst>
            </a:custGeom>
            <a:solidFill>
              <a:srgbClr val="999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339">
              <a:extLst>
                <a:ext uri="{FF2B5EF4-FFF2-40B4-BE49-F238E27FC236}">
                  <a16:creationId xmlns:a16="http://schemas.microsoft.com/office/drawing/2014/main" id="{C63606E8-C770-A463-2D4D-A0197BC0E5D6}"/>
                </a:ext>
              </a:extLst>
            </p:cNvPr>
            <p:cNvSpPr/>
            <p:nvPr/>
          </p:nvSpPr>
          <p:spPr>
            <a:xfrm>
              <a:off x="1032509" y="4100829"/>
              <a:ext cx="223520" cy="199390"/>
            </a:xfrm>
            <a:custGeom>
              <a:avLst/>
              <a:gdLst/>
              <a:ahLst/>
              <a:cxnLst/>
              <a:rect l="l" t="t" r="r" b="b"/>
              <a:pathLst>
                <a:path w="223519" h="199389">
                  <a:moveTo>
                    <a:pt x="223055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3095" y="199390"/>
                  </a:lnTo>
                  <a:lnTo>
                    <a:pt x="223055" y="0"/>
                  </a:lnTo>
                  <a:close/>
                </a:path>
              </a:pathLst>
            </a:custGeom>
            <a:solidFill>
              <a:srgbClr val="9A9A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340">
              <a:extLst>
                <a:ext uri="{FF2B5EF4-FFF2-40B4-BE49-F238E27FC236}">
                  <a16:creationId xmlns:a16="http://schemas.microsoft.com/office/drawing/2014/main" id="{CF887302-4D76-D5A4-8525-1FB34392D476}"/>
                </a:ext>
              </a:extLst>
            </p:cNvPr>
            <p:cNvSpPr/>
            <p:nvPr/>
          </p:nvSpPr>
          <p:spPr>
            <a:xfrm>
              <a:off x="1055605" y="4100829"/>
              <a:ext cx="223520" cy="199390"/>
            </a:xfrm>
            <a:custGeom>
              <a:avLst/>
              <a:gdLst/>
              <a:ahLst/>
              <a:cxnLst/>
              <a:rect l="l" t="t" r="r" b="b"/>
              <a:pathLst>
                <a:path w="223519" h="199389">
                  <a:moveTo>
                    <a:pt x="223284" y="0"/>
                  </a:moveTo>
                  <a:lnTo>
                    <a:pt x="199959" y="0"/>
                  </a:lnTo>
                  <a:lnTo>
                    <a:pt x="0" y="199390"/>
                  </a:lnTo>
                  <a:lnTo>
                    <a:pt x="23894" y="199390"/>
                  </a:lnTo>
                  <a:lnTo>
                    <a:pt x="223284" y="0"/>
                  </a:lnTo>
                  <a:close/>
                </a:path>
              </a:pathLst>
            </a:custGeom>
            <a:solidFill>
              <a:srgbClr val="9B9B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341">
              <a:extLst>
                <a:ext uri="{FF2B5EF4-FFF2-40B4-BE49-F238E27FC236}">
                  <a16:creationId xmlns:a16="http://schemas.microsoft.com/office/drawing/2014/main" id="{444E094E-EAA8-B538-24EE-D70318EBF20F}"/>
                </a:ext>
              </a:extLst>
            </p:cNvPr>
            <p:cNvSpPr/>
            <p:nvPr/>
          </p:nvSpPr>
          <p:spPr>
            <a:xfrm>
              <a:off x="107949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50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60" y="199390"/>
                  </a:lnTo>
                  <a:lnTo>
                    <a:pt x="222250" y="0"/>
                  </a:lnTo>
                  <a:close/>
                </a:path>
              </a:pathLst>
            </a:custGeom>
            <a:solidFill>
              <a:srgbClr val="9C9C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342">
              <a:extLst>
                <a:ext uri="{FF2B5EF4-FFF2-40B4-BE49-F238E27FC236}">
                  <a16:creationId xmlns:a16="http://schemas.microsoft.com/office/drawing/2014/main" id="{DF1D9352-DE48-32B4-C969-930B697DD7CF}"/>
                </a:ext>
              </a:extLst>
            </p:cNvPr>
            <p:cNvSpPr/>
            <p:nvPr/>
          </p:nvSpPr>
          <p:spPr>
            <a:xfrm>
              <a:off x="1102359" y="4100829"/>
              <a:ext cx="220979" cy="199390"/>
            </a:xfrm>
            <a:custGeom>
              <a:avLst/>
              <a:gdLst/>
              <a:ahLst/>
              <a:cxnLst/>
              <a:rect l="l" t="t" r="r" b="b"/>
              <a:pathLst>
                <a:path w="220980" h="199389">
                  <a:moveTo>
                    <a:pt x="220979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1590" y="199390"/>
                  </a:lnTo>
                  <a:lnTo>
                    <a:pt x="220979" y="0"/>
                  </a:lnTo>
                  <a:close/>
                </a:path>
              </a:pathLst>
            </a:custGeom>
            <a:solidFill>
              <a:srgbClr val="9D9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343">
              <a:extLst>
                <a:ext uri="{FF2B5EF4-FFF2-40B4-BE49-F238E27FC236}">
                  <a16:creationId xmlns:a16="http://schemas.microsoft.com/office/drawing/2014/main" id="{EE85C19F-310A-5B08-0677-92D4B4D1DFDE}"/>
                </a:ext>
              </a:extLst>
            </p:cNvPr>
            <p:cNvSpPr/>
            <p:nvPr/>
          </p:nvSpPr>
          <p:spPr>
            <a:xfrm>
              <a:off x="1123949" y="4100829"/>
              <a:ext cx="223520" cy="199390"/>
            </a:xfrm>
            <a:custGeom>
              <a:avLst/>
              <a:gdLst/>
              <a:ahLst/>
              <a:cxnLst/>
              <a:rect l="l" t="t" r="r" b="b"/>
              <a:pathLst>
                <a:path w="223519" h="199389">
                  <a:moveTo>
                    <a:pt x="223186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3226" y="199390"/>
                  </a:lnTo>
                  <a:lnTo>
                    <a:pt x="223186" y="0"/>
                  </a:lnTo>
                  <a:close/>
                </a:path>
              </a:pathLst>
            </a:custGeom>
            <a:solidFill>
              <a:srgbClr val="9E9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344">
              <a:extLst>
                <a:ext uri="{FF2B5EF4-FFF2-40B4-BE49-F238E27FC236}">
                  <a16:creationId xmlns:a16="http://schemas.microsoft.com/office/drawing/2014/main" id="{A15ED15F-CC4A-B19D-359E-86747B7BE658}"/>
                </a:ext>
              </a:extLst>
            </p:cNvPr>
            <p:cNvSpPr/>
            <p:nvPr/>
          </p:nvSpPr>
          <p:spPr>
            <a:xfrm>
              <a:off x="1147176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1883" y="0"/>
                  </a:moveTo>
                  <a:lnTo>
                    <a:pt x="199959" y="0"/>
                  </a:lnTo>
                  <a:lnTo>
                    <a:pt x="0" y="199390"/>
                  </a:lnTo>
                  <a:lnTo>
                    <a:pt x="22493" y="199390"/>
                  </a:lnTo>
                  <a:lnTo>
                    <a:pt x="221883" y="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345">
              <a:extLst>
                <a:ext uri="{FF2B5EF4-FFF2-40B4-BE49-F238E27FC236}">
                  <a16:creationId xmlns:a16="http://schemas.microsoft.com/office/drawing/2014/main" id="{F7E9D134-308F-1DE8-A78C-8AEF6C7138E8}"/>
                </a:ext>
              </a:extLst>
            </p:cNvPr>
            <p:cNvSpPr/>
            <p:nvPr/>
          </p:nvSpPr>
          <p:spPr>
            <a:xfrm>
              <a:off x="116966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50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60" y="199390"/>
                  </a:lnTo>
                  <a:lnTo>
                    <a:pt x="222250" y="0"/>
                  </a:lnTo>
                  <a:close/>
                </a:path>
              </a:pathLst>
            </a:custGeom>
            <a:solidFill>
              <a:srgbClr val="A0A0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346">
              <a:extLst>
                <a:ext uri="{FF2B5EF4-FFF2-40B4-BE49-F238E27FC236}">
                  <a16:creationId xmlns:a16="http://schemas.microsoft.com/office/drawing/2014/main" id="{916740AB-AFCC-1B17-02B0-C00F0E8811CC}"/>
                </a:ext>
              </a:extLst>
            </p:cNvPr>
            <p:cNvSpPr/>
            <p:nvPr/>
          </p:nvSpPr>
          <p:spPr>
            <a:xfrm>
              <a:off x="119252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50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60" y="199390"/>
                  </a:lnTo>
                  <a:lnTo>
                    <a:pt x="222250" y="0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347">
              <a:extLst>
                <a:ext uri="{FF2B5EF4-FFF2-40B4-BE49-F238E27FC236}">
                  <a16:creationId xmlns:a16="http://schemas.microsoft.com/office/drawing/2014/main" id="{896196A3-4949-63BE-F24C-D55F078911BE}"/>
                </a:ext>
              </a:extLst>
            </p:cNvPr>
            <p:cNvSpPr/>
            <p:nvPr/>
          </p:nvSpPr>
          <p:spPr>
            <a:xfrm>
              <a:off x="1215389" y="4100829"/>
              <a:ext cx="223520" cy="199390"/>
            </a:xfrm>
            <a:custGeom>
              <a:avLst/>
              <a:gdLst/>
              <a:ahLst/>
              <a:cxnLst/>
              <a:rect l="l" t="t" r="r" b="b"/>
              <a:pathLst>
                <a:path w="223519" h="199389">
                  <a:moveTo>
                    <a:pt x="223316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3357" y="199390"/>
                  </a:lnTo>
                  <a:lnTo>
                    <a:pt x="223316" y="0"/>
                  </a:lnTo>
                  <a:close/>
                </a:path>
              </a:pathLst>
            </a:custGeom>
            <a:solidFill>
              <a:srgbClr val="A2A2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348">
              <a:extLst>
                <a:ext uri="{FF2B5EF4-FFF2-40B4-BE49-F238E27FC236}">
                  <a16:creationId xmlns:a16="http://schemas.microsoft.com/office/drawing/2014/main" id="{A9BC0CA1-9741-C79F-0863-3AB9AD30FC54}"/>
                </a:ext>
              </a:extLst>
            </p:cNvPr>
            <p:cNvSpPr/>
            <p:nvPr/>
          </p:nvSpPr>
          <p:spPr>
            <a:xfrm>
              <a:off x="1238747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1752" y="0"/>
                  </a:moveTo>
                  <a:lnTo>
                    <a:pt x="199959" y="0"/>
                  </a:lnTo>
                  <a:lnTo>
                    <a:pt x="0" y="199390"/>
                  </a:lnTo>
                  <a:lnTo>
                    <a:pt x="22362" y="199390"/>
                  </a:lnTo>
                  <a:lnTo>
                    <a:pt x="221752" y="0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349">
              <a:extLst>
                <a:ext uri="{FF2B5EF4-FFF2-40B4-BE49-F238E27FC236}">
                  <a16:creationId xmlns:a16="http://schemas.microsoft.com/office/drawing/2014/main" id="{87B873DF-6881-2520-783B-64FEA477F0BF}"/>
                </a:ext>
              </a:extLst>
            </p:cNvPr>
            <p:cNvSpPr/>
            <p:nvPr/>
          </p:nvSpPr>
          <p:spPr>
            <a:xfrm>
              <a:off x="126110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50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59" y="199390"/>
                  </a:lnTo>
                  <a:lnTo>
                    <a:pt x="222250" y="0"/>
                  </a:lnTo>
                  <a:close/>
                </a:path>
              </a:pathLst>
            </a:custGeom>
            <a:solidFill>
              <a:srgbClr val="A4A4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350">
              <a:extLst>
                <a:ext uri="{FF2B5EF4-FFF2-40B4-BE49-F238E27FC236}">
                  <a16:creationId xmlns:a16="http://schemas.microsoft.com/office/drawing/2014/main" id="{474270FF-8289-AC7C-9BA0-65692B3AAB12}"/>
                </a:ext>
              </a:extLst>
            </p:cNvPr>
            <p:cNvSpPr/>
            <p:nvPr/>
          </p:nvSpPr>
          <p:spPr>
            <a:xfrm>
              <a:off x="128396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50" y="0"/>
                  </a:moveTo>
                  <a:lnTo>
                    <a:pt x="199390" y="0"/>
                  </a:lnTo>
                  <a:lnTo>
                    <a:pt x="0" y="199390"/>
                  </a:lnTo>
                  <a:lnTo>
                    <a:pt x="22860" y="199390"/>
                  </a:lnTo>
                  <a:lnTo>
                    <a:pt x="222250" y="0"/>
                  </a:lnTo>
                  <a:close/>
                </a:path>
              </a:pathLst>
            </a:custGeom>
            <a:solidFill>
              <a:srgbClr val="A5A5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351">
              <a:extLst>
                <a:ext uri="{FF2B5EF4-FFF2-40B4-BE49-F238E27FC236}">
                  <a16:creationId xmlns:a16="http://schemas.microsoft.com/office/drawing/2014/main" id="{D5D7D1DA-201C-1A51-61EF-7C2AE3C9B331}"/>
                </a:ext>
              </a:extLst>
            </p:cNvPr>
            <p:cNvSpPr/>
            <p:nvPr/>
          </p:nvSpPr>
          <p:spPr>
            <a:xfrm>
              <a:off x="130682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50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60" y="199390"/>
                  </a:lnTo>
                  <a:lnTo>
                    <a:pt x="222250" y="0"/>
                  </a:lnTo>
                  <a:close/>
                </a:path>
              </a:pathLst>
            </a:custGeom>
            <a:solidFill>
              <a:srgbClr val="A6A6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352">
              <a:extLst>
                <a:ext uri="{FF2B5EF4-FFF2-40B4-BE49-F238E27FC236}">
                  <a16:creationId xmlns:a16="http://schemas.microsoft.com/office/drawing/2014/main" id="{F7DCB02C-4328-5DC4-E48C-763C476D53D7}"/>
                </a:ext>
              </a:extLst>
            </p:cNvPr>
            <p:cNvSpPr/>
            <p:nvPr/>
          </p:nvSpPr>
          <p:spPr>
            <a:xfrm>
              <a:off x="1329689" y="4100829"/>
              <a:ext cx="222250" cy="199390"/>
            </a:xfrm>
            <a:custGeom>
              <a:avLst/>
              <a:gdLst/>
              <a:ahLst/>
              <a:cxnLst/>
              <a:rect l="l" t="t" r="r" b="b"/>
              <a:pathLst>
                <a:path w="222250" h="199389">
                  <a:moveTo>
                    <a:pt x="222249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2859" y="199390"/>
                  </a:lnTo>
                  <a:lnTo>
                    <a:pt x="222249" y="0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353">
              <a:extLst>
                <a:ext uri="{FF2B5EF4-FFF2-40B4-BE49-F238E27FC236}">
                  <a16:creationId xmlns:a16="http://schemas.microsoft.com/office/drawing/2014/main" id="{0F758F53-F7D7-E231-17DF-4CD727AB1D43}"/>
                </a:ext>
              </a:extLst>
            </p:cNvPr>
            <p:cNvSpPr/>
            <p:nvPr/>
          </p:nvSpPr>
          <p:spPr>
            <a:xfrm>
              <a:off x="1352549" y="4100829"/>
              <a:ext cx="220979" cy="199390"/>
            </a:xfrm>
            <a:custGeom>
              <a:avLst/>
              <a:gdLst/>
              <a:ahLst/>
              <a:cxnLst/>
              <a:rect l="l" t="t" r="r" b="b"/>
              <a:pathLst>
                <a:path w="220980" h="199389">
                  <a:moveTo>
                    <a:pt x="220979" y="0"/>
                  </a:moveTo>
                  <a:lnTo>
                    <a:pt x="199389" y="0"/>
                  </a:lnTo>
                  <a:lnTo>
                    <a:pt x="0" y="199390"/>
                  </a:lnTo>
                  <a:lnTo>
                    <a:pt x="21590" y="199390"/>
                  </a:lnTo>
                  <a:lnTo>
                    <a:pt x="220979" y="0"/>
                  </a:lnTo>
                  <a:close/>
                </a:path>
              </a:pathLst>
            </a:custGeom>
            <a:solidFill>
              <a:srgbClr val="A8A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354">
              <a:extLst>
                <a:ext uri="{FF2B5EF4-FFF2-40B4-BE49-F238E27FC236}">
                  <a16:creationId xmlns:a16="http://schemas.microsoft.com/office/drawing/2014/main" id="{DDCD6802-0482-E368-E195-8AC92BACB71F}"/>
                </a:ext>
              </a:extLst>
            </p:cNvPr>
            <p:cNvSpPr/>
            <p:nvPr/>
          </p:nvSpPr>
          <p:spPr>
            <a:xfrm>
              <a:off x="1374139" y="4100829"/>
              <a:ext cx="207010" cy="199390"/>
            </a:xfrm>
            <a:custGeom>
              <a:avLst/>
              <a:gdLst/>
              <a:ahLst/>
              <a:cxnLst/>
              <a:rect l="l" t="t" r="r" b="b"/>
              <a:pathLst>
                <a:path w="207009" h="199389">
                  <a:moveTo>
                    <a:pt x="207009" y="0"/>
                  </a:moveTo>
                  <a:lnTo>
                    <a:pt x="199390" y="0"/>
                  </a:lnTo>
                  <a:lnTo>
                    <a:pt x="0" y="199390"/>
                  </a:lnTo>
                  <a:lnTo>
                    <a:pt x="23406" y="199390"/>
                  </a:lnTo>
                  <a:lnTo>
                    <a:pt x="207009" y="15261"/>
                  </a:lnTo>
                  <a:lnTo>
                    <a:pt x="207009" y="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355">
              <a:extLst>
                <a:ext uri="{FF2B5EF4-FFF2-40B4-BE49-F238E27FC236}">
                  <a16:creationId xmlns:a16="http://schemas.microsoft.com/office/drawing/2014/main" id="{CB99E2C4-9544-6B5C-0AAA-2723B9A536E5}"/>
                </a:ext>
              </a:extLst>
            </p:cNvPr>
            <p:cNvSpPr/>
            <p:nvPr/>
          </p:nvSpPr>
          <p:spPr>
            <a:xfrm>
              <a:off x="1397546" y="4116091"/>
              <a:ext cx="184150" cy="184150"/>
            </a:xfrm>
            <a:custGeom>
              <a:avLst/>
              <a:gdLst/>
              <a:ahLst/>
              <a:cxnLst/>
              <a:rect l="l" t="t" r="r" b="b"/>
              <a:pathLst>
                <a:path w="184150" h="184150">
                  <a:moveTo>
                    <a:pt x="183603" y="0"/>
                  </a:moveTo>
                  <a:lnTo>
                    <a:pt x="0" y="184128"/>
                  </a:lnTo>
                  <a:lnTo>
                    <a:pt x="23583" y="184128"/>
                  </a:lnTo>
                  <a:lnTo>
                    <a:pt x="183603" y="24108"/>
                  </a:lnTo>
                  <a:lnTo>
                    <a:pt x="183603" y="0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356">
              <a:extLst>
                <a:ext uri="{FF2B5EF4-FFF2-40B4-BE49-F238E27FC236}">
                  <a16:creationId xmlns:a16="http://schemas.microsoft.com/office/drawing/2014/main" id="{82FD4694-8535-5A8D-A5D4-A42386AA96FE}"/>
                </a:ext>
              </a:extLst>
            </p:cNvPr>
            <p:cNvSpPr/>
            <p:nvPr/>
          </p:nvSpPr>
          <p:spPr>
            <a:xfrm>
              <a:off x="1421129" y="4140200"/>
              <a:ext cx="160020" cy="160020"/>
            </a:xfrm>
            <a:custGeom>
              <a:avLst/>
              <a:gdLst/>
              <a:ahLst/>
              <a:cxnLst/>
              <a:rect l="l" t="t" r="r" b="b"/>
              <a:pathLst>
                <a:path w="160019" h="160020">
                  <a:moveTo>
                    <a:pt x="160019" y="0"/>
                  </a:moveTo>
                  <a:lnTo>
                    <a:pt x="0" y="160019"/>
                  </a:lnTo>
                  <a:lnTo>
                    <a:pt x="22860" y="160019"/>
                  </a:lnTo>
                  <a:lnTo>
                    <a:pt x="160019" y="22860"/>
                  </a:lnTo>
                  <a:lnTo>
                    <a:pt x="160019" y="0"/>
                  </a:lnTo>
                  <a:close/>
                </a:path>
              </a:pathLst>
            </a:custGeom>
            <a:solidFill>
              <a:srgbClr val="ABAB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357">
              <a:extLst>
                <a:ext uri="{FF2B5EF4-FFF2-40B4-BE49-F238E27FC236}">
                  <a16:creationId xmlns:a16="http://schemas.microsoft.com/office/drawing/2014/main" id="{A1BC6D1A-0AAA-716D-2D22-D7774C21A45C}"/>
                </a:ext>
              </a:extLst>
            </p:cNvPr>
            <p:cNvSpPr/>
            <p:nvPr/>
          </p:nvSpPr>
          <p:spPr>
            <a:xfrm>
              <a:off x="1443989" y="4163060"/>
              <a:ext cx="137160" cy="137160"/>
            </a:xfrm>
            <a:custGeom>
              <a:avLst/>
              <a:gdLst/>
              <a:ahLst/>
              <a:cxnLst/>
              <a:rect l="l" t="t" r="r" b="b"/>
              <a:pathLst>
                <a:path w="137159" h="137160">
                  <a:moveTo>
                    <a:pt x="137159" y="0"/>
                  </a:moveTo>
                  <a:lnTo>
                    <a:pt x="0" y="137159"/>
                  </a:lnTo>
                  <a:lnTo>
                    <a:pt x="22859" y="137159"/>
                  </a:lnTo>
                  <a:lnTo>
                    <a:pt x="137159" y="22859"/>
                  </a:lnTo>
                  <a:lnTo>
                    <a:pt x="137159" y="0"/>
                  </a:lnTo>
                  <a:close/>
                </a:path>
              </a:pathLst>
            </a:custGeom>
            <a:solidFill>
              <a:srgbClr val="ACA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358">
              <a:extLst>
                <a:ext uri="{FF2B5EF4-FFF2-40B4-BE49-F238E27FC236}">
                  <a16:creationId xmlns:a16="http://schemas.microsoft.com/office/drawing/2014/main" id="{7F68FF80-F363-86A5-7F81-E7DABAB4AEC8}"/>
                </a:ext>
              </a:extLst>
            </p:cNvPr>
            <p:cNvSpPr/>
            <p:nvPr/>
          </p:nvSpPr>
          <p:spPr>
            <a:xfrm>
              <a:off x="1466849" y="4185919"/>
              <a:ext cx="114300" cy="114300"/>
            </a:xfrm>
            <a:custGeom>
              <a:avLst/>
              <a:gdLst/>
              <a:ahLst/>
              <a:cxnLst/>
              <a:rect l="l" t="t" r="r" b="b"/>
              <a:pathLst>
                <a:path w="114300" h="114300">
                  <a:moveTo>
                    <a:pt x="114300" y="0"/>
                  </a:moveTo>
                  <a:lnTo>
                    <a:pt x="0" y="114299"/>
                  </a:lnTo>
                  <a:lnTo>
                    <a:pt x="22006" y="114299"/>
                  </a:lnTo>
                  <a:lnTo>
                    <a:pt x="114300" y="21742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359">
              <a:extLst>
                <a:ext uri="{FF2B5EF4-FFF2-40B4-BE49-F238E27FC236}">
                  <a16:creationId xmlns:a16="http://schemas.microsoft.com/office/drawing/2014/main" id="{77F48BB5-BDE1-91D9-172E-B4E889983B77}"/>
                </a:ext>
              </a:extLst>
            </p:cNvPr>
            <p:cNvSpPr/>
            <p:nvPr/>
          </p:nvSpPr>
          <p:spPr>
            <a:xfrm>
              <a:off x="1488856" y="4207662"/>
              <a:ext cx="92710" cy="92710"/>
            </a:xfrm>
            <a:custGeom>
              <a:avLst/>
              <a:gdLst/>
              <a:ahLst/>
              <a:cxnLst/>
              <a:rect l="l" t="t" r="r" b="b"/>
              <a:pathLst>
                <a:path w="92709" h="92710">
                  <a:moveTo>
                    <a:pt x="92293" y="0"/>
                  </a:moveTo>
                  <a:lnTo>
                    <a:pt x="0" y="92557"/>
                  </a:lnTo>
                  <a:lnTo>
                    <a:pt x="23713" y="92557"/>
                  </a:lnTo>
                  <a:lnTo>
                    <a:pt x="92293" y="23977"/>
                  </a:lnTo>
                  <a:lnTo>
                    <a:pt x="92293" y="0"/>
                  </a:lnTo>
                  <a:close/>
                </a:path>
              </a:pathLst>
            </a:custGeom>
            <a:solidFill>
              <a:srgbClr val="AEAE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360">
              <a:extLst>
                <a:ext uri="{FF2B5EF4-FFF2-40B4-BE49-F238E27FC236}">
                  <a16:creationId xmlns:a16="http://schemas.microsoft.com/office/drawing/2014/main" id="{B710E6B5-7D12-EDE0-E478-92E6B96C70BC}"/>
                </a:ext>
              </a:extLst>
            </p:cNvPr>
            <p:cNvSpPr/>
            <p:nvPr/>
          </p:nvSpPr>
          <p:spPr>
            <a:xfrm>
              <a:off x="1512569" y="4231639"/>
              <a:ext cx="68580" cy="68580"/>
            </a:xfrm>
            <a:custGeom>
              <a:avLst/>
              <a:gdLst/>
              <a:ahLst/>
              <a:cxnLst/>
              <a:rect l="l" t="t" r="r" b="b"/>
              <a:pathLst>
                <a:path w="68580" h="68579">
                  <a:moveTo>
                    <a:pt x="68580" y="0"/>
                  </a:moveTo>
                  <a:lnTo>
                    <a:pt x="0" y="68580"/>
                  </a:lnTo>
                  <a:lnTo>
                    <a:pt x="21590" y="68580"/>
                  </a:lnTo>
                  <a:lnTo>
                    <a:pt x="68580" y="21590"/>
                  </a:lnTo>
                  <a:lnTo>
                    <a:pt x="68580" y="0"/>
                  </a:lnTo>
                  <a:close/>
                </a:path>
              </a:pathLst>
            </a:custGeom>
            <a:solidFill>
              <a:srgbClr val="AFAF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361">
              <a:extLst>
                <a:ext uri="{FF2B5EF4-FFF2-40B4-BE49-F238E27FC236}">
                  <a16:creationId xmlns:a16="http://schemas.microsoft.com/office/drawing/2014/main" id="{07A801E2-A30C-A908-1CC2-A933B1F8A6E9}"/>
                </a:ext>
              </a:extLst>
            </p:cNvPr>
            <p:cNvSpPr/>
            <p:nvPr/>
          </p:nvSpPr>
          <p:spPr>
            <a:xfrm>
              <a:off x="1534159" y="4253229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90" h="46989">
                  <a:moveTo>
                    <a:pt x="46989" y="0"/>
                  </a:moveTo>
                  <a:lnTo>
                    <a:pt x="0" y="46990"/>
                  </a:lnTo>
                  <a:lnTo>
                    <a:pt x="22860" y="46990"/>
                  </a:lnTo>
                  <a:lnTo>
                    <a:pt x="46989" y="22860"/>
                  </a:lnTo>
                  <a:lnTo>
                    <a:pt x="46989" y="0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362">
              <a:extLst>
                <a:ext uri="{FF2B5EF4-FFF2-40B4-BE49-F238E27FC236}">
                  <a16:creationId xmlns:a16="http://schemas.microsoft.com/office/drawing/2014/main" id="{D2B78CB7-A52B-08B8-3A35-EB2F7A405436}"/>
                </a:ext>
              </a:extLst>
            </p:cNvPr>
            <p:cNvSpPr/>
            <p:nvPr/>
          </p:nvSpPr>
          <p:spPr>
            <a:xfrm>
              <a:off x="1557019" y="427608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4129" y="0"/>
                  </a:moveTo>
                  <a:lnTo>
                    <a:pt x="0" y="24129"/>
                  </a:lnTo>
                  <a:lnTo>
                    <a:pt x="22859" y="24129"/>
                  </a:lnTo>
                  <a:lnTo>
                    <a:pt x="24129" y="22859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B1B1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363">
              <a:extLst>
                <a:ext uri="{FF2B5EF4-FFF2-40B4-BE49-F238E27FC236}">
                  <a16:creationId xmlns:a16="http://schemas.microsoft.com/office/drawing/2014/main" id="{550BDF92-E224-7A88-4485-8107E257CAA3}"/>
                </a:ext>
              </a:extLst>
            </p:cNvPr>
            <p:cNvSpPr/>
            <p:nvPr/>
          </p:nvSpPr>
          <p:spPr>
            <a:xfrm>
              <a:off x="892809" y="4100829"/>
              <a:ext cx="687070" cy="198120"/>
            </a:xfrm>
            <a:custGeom>
              <a:avLst/>
              <a:gdLst/>
              <a:ahLst/>
              <a:cxnLst/>
              <a:rect l="l" t="t" r="r" b="b"/>
              <a:pathLst>
                <a:path w="687069" h="198120">
                  <a:moveTo>
                    <a:pt x="342900" y="198120"/>
                  </a:moveTo>
                  <a:lnTo>
                    <a:pt x="0" y="198120"/>
                  </a:lnTo>
                  <a:lnTo>
                    <a:pt x="0" y="0"/>
                  </a:lnTo>
                  <a:lnTo>
                    <a:pt x="687070" y="0"/>
                  </a:lnTo>
                  <a:lnTo>
                    <a:pt x="687070" y="198120"/>
                  </a:lnTo>
                  <a:lnTo>
                    <a:pt x="342900" y="1981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364">
              <a:extLst>
                <a:ext uri="{FF2B5EF4-FFF2-40B4-BE49-F238E27FC236}">
                  <a16:creationId xmlns:a16="http://schemas.microsoft.com/office/drawing/2014/main" id="{F89EF4E6-CAB4-70C5-0B94-C619A19EF299}"/>
                </a:ext>
              </a:extLst>
            </p:cNvPr>
            <p:cNvSpPr/>
            <p:nvPr/>
          </p:nvSpPr>
          <p:spPr>
            <a:xfrm>
              <a:off x="970280" y="4037329"/>
              <a:ext cx="533400" cy="3810"/>
            </a:xfrm>
            <a:custGeom>
              <a:avLst/>
              <a:gdLst/>
              <a:ahLst/>
              <a:cxnLst/>
              <a:rect l="l" t="t" r="r" b="b"/>
              <a:pathLst>
                <a:path w="533400" h="3810">
                  <a:moveTo>
                    <a:pt x="533400" y="2540"/>
                  </a:moveTo>
                  <a:lnTo>
                    <a:pt x="530860" y="2540"/>
                  </a:lnTo>
                  <a:lnTo>
                    <a:pt x="530860" y="1270"/>
                  </a:lnTo>
                  <a:lnTo>
                    <a:pt x="529590" y="1270"/>
                  </a:lnTo>
                  <a:lnTo>
                    <a:pt x="5295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33400" y="3810"/>
                  </a:lnTo>
                  <a:lnTo>
                    <a:pt x="533400" y="254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365">
              <a:extLst>
                <a:ext uri="{FF2B5EF4-FFF2-40B4-BE49-F238E27FC236}">
                  <a16:creationId xmlns:a16="http://schemas.microsoft.com/office/drawing/2014/main" id="{951EBD75-300A-E801-9B8A-F75D3C5B782D}"/>
                </a:ext>
              </a:extLst>
            </p:cNvPr>
            <p:cNvSpPr/>
            <p:nvPr/>
          </p:nvSpPr>
          <p:spPr>
            <a:xfrm>
              <a:off x="966470" y="4041152"/>
              <a:ext cx="539750" cy="2540"/>
            </a:xfrm>
            <a:custGeom>
              <a:avLst/>
              <a:gdLst/>
              <a:ahLst/>
              <a:cxnLst/>
              <a:rect l="l" t="t" r="r" b="b"/>
              <a:pathLst>
                <a:path w="539750" h="2539">
                  <a:moveTo>
                    <a:pt x="539750" y="1257"/>
                  </a:moveTo>
                  <a:lnTo>
                    <a:pt x="538480" y="1257"/>
                  </a:lnTo>
                  <a:lnTo>
                    <a:pt x="53848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539750" y="2527"/>
                  </a:lnTo>
                  <a:lnTo>
                    <a:pt x="539750" y="1257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366">
              <a:extLst>
                <a:ext uri="{FF2B5EF4-FFF2-40B4-BE49-F238E27FC236}">
                  <a16:creationId xmlns:a16="http://schemas.microsoft.com/office/drawing/2014/main" id="{D867DB71-0BEC-17D9-C2D4-5E0DC0D25F64}"/>
                </a:ext>
              </a:extLst>
            </p:cNvPr>
            <p:cNvSpPr/>
            <p:nvPr/>
          </p:nvSpPr>
          <p:spPr>
            <a:xfrm>
              <a:off x="961390" y="4043679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910" y="2540"/>
                  </a:moveTo>
                  <a:lnTo>
                    <a:pt x="548640" y="2540"/>
                  </a:lnTo>
                  <a:lnTo>
                    <a:pt x="548640" y="1270"/>
                  </a:lnTo>
                  <a:lnTo>
                    <a:pt x="547370" y="1270"/>
                  </a:lnTo>
                  <a:lnTo>
                    <a:pt x="54737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49910" y="3810"/>
                  </a:lnTo>
                  <a:lnTo>
                    <a:pt x="549910" y="254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367">
              <a:extLst>
                <a:ext uri="{FF2B5EF4-FFF2-40B4-BE49-F238E27FC236}">
                  <a16:creationId xmlns:a16="http://schemas.microsoft.com/office/drawing/2014/main" id="{1C0D287E-EC0F-5E49-EB12-CCD5ABD8AFA6}"/>
                </a:ext>
              </a:extLst>
            </p:cNvPr>
            <p:cNvSpPr/>
            <p:nvPr/>
          </p:nvSpPr>
          <p:spPr>
            <a:xfrm>
              <a:off x="956310" y="4047502"/>
              <a:ext cx="560070" cy="3810"/>
            </a:xfrm>
            <a:custGeom>
              <a:avLst/>
              <a:gdLst/>
              <a:ahLst/>
              <a:cxnLst/>
              <a:rect l="l" t="t" r="r" b="b"/>
              <a:pathLst>
                <a:path w="560069" h="3810">
                  <a:moveTo>
                    <a:pt x="560070" y="2527"/>
                  </a:moveTo>
                  <a:lnTo>
                    <a:pt x="558800" y="2527"/>
                  </a:lnTo>
                  <a:lnTo>
                    <a:pt x="558800" y="1257"/>
                  </a:lnTo>
                  <a:lnTo>
                    <a:pt x="557517" y="1257"/>
                  </a:lnTo>
                  <a:lnTo>
                    <a:pt x="557517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560070" y="3797"/>
                  </a:lnTo>
                  <a:lnTo>
                    <a:pt x="560070" y="2527"/>
                  </a:lnTo>
                  <a:close/>
                </a:path>
              </a:pathLst>
            </a:custGeom>
            <a:solidFill>
              <a:srgbClr val="C5C5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368">
              <a:extLst>
                <a:ext uri="{FF2B5EF4-FFF2-40B4-BE49-F238E27FC236}">
                  <a16:creationId xmlns:a16="http://schemas.microsoft.com/office/drawing/2014/main" id="{39B73ECD-ABE2-C3B9-9D6F-9ABAF3AAB90F}"/>
                </a:ext>
              </a:extLst>
            </p:cNvPr>
            <p:cNvSpPr/>
            <p:nvPr/>
          </p:nvSpPr>
          <p:spPr>
            <a:xfrm>
              <a:off x="951230" y="4051299"/>
              <a:ext cx="570230" cy="3810"/>
            </a:xfrm>
            <a:custGeom>
              <a:avLst/>
              <a:gdLst/>
              <a:ahLst/>
              <a:cxnLst/>
              <a:rect l="l" t="t" r="r" b="b"/>
              <a:pathLst>
                <a:path w="570230" h="3810">
                  <a:moveTo>
                    <a:pt x="568947" y="1270"/>
                  </a:moveTo>
                  <a:lnTo>
                    <a:pt x="567690" y="1270"/>
                  </a:lnTo>
                  <a:lnTo>
                    <a:pt x="5676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568947" y="2540"/>
                  </a:lnTo>
                  <a:lnTo>
                    <a:pt x="568947" y="1270"/>
                  </a:lnTo>
                  <a:close/>
                </a:path>
                <a:path w="570230" h="3810">
                  <a:moveTo>
                    <a:pt x="57023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570230" y="3810"/>
                  </a:lnTo>
                  <a:lnTo>
                    <a:pt x="570230" y="2552"/>
                  </a:lnTo>
                  <a:close/>
                </a:path>
              </a:pathLst>
            </a:custGeom>
            <a:solidFill>
              <a:srgbClr val="C2C2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369">
              <a:extLst>
                <a:ext uri="{FF2B5EF4-FFF2-40B4-BE49-F238E27FC236}">
                  <a16:creationId xmlns:a16="http://schemas.microsoft.com/office/drawing/2014/main" id="{57B68F7C-4965-6D65-56DD-E5A14618B740}"/>
                </a:ext>
              </a:extLst>
            </p:cNvPr>
            <p:cNvSpPr/>
            <p:nvPr/>
          </p:nvSpPr>
          <p:spPr>
            <a:xfrm>
              <a:off x="946150" y="4055109"/>
              <a:ext cx="581660" cy="3810"/>
            </a:xfrm>
            <a:custGeom>
              <a:avLst/>
              <a:gdLst/>
              <a:ahLst/>
              <a:cxnLst/>
              <a:rect l="l" t="t" r="r" b="b"/>
              <a:pathLst>
                <a:path w="581660" h="3810">
                  <a:moveTo>
                    <a:pt x="581660" y="2540"/>
                  </a:moveTo>
                  <a:lnTo>
                    <a:pt x="579120" y="2540"/>
                  </a:lnTo>
                  <a:lnTo>
                    <a:pt x="579120" y="1270"/>
                  </a:lnTo>
                  <a:lnTo>
                    <a:pt x="577850" y="1270"/>
                  </a:lnTo>
                  <a:lnTo>
                    <a:pt x="57785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81660" y="3810"/>
                  </a:lnTo>
                  <a:lnTo>
                    <a:pt x="581660" y="2540"/>
                  </a:lnTo>
                  <a:close/>
                </a:path>
              </a:pathLst>
            </a:custGeom>
            <a:solidFill>
              <a:srgbClr val="BEBE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370">
              <a:extLst>
                <a:ext uri="{FF2B5EF4-FFF2-40B4-BE49-F238E27FC236}">
                  <a16:creationId xmlns:a16="http://schemas.microsoft.com/office/drawing/2014/main" id="{A71A66B6-9702-4AC4-246E-AB54AB41B4D8}"/>
                </a:ext>
              </a:extLst>
            </p:cNvPr>
            <p:cNvSpPr/>
            <p:nvPr/>
          </p:nvSpPr>
          <p:spPr>
            <a:xfrm>
              <a:off x="941070" y="4058919"/>
              <a:ext cx="591820" cy="3810"/>
            </a:xfrm>
            <a:custGeom>
              <a:avLst/>
              <a:gdLst/>
              <a:ahLst/>
              <a:cxnLst/>
              <a:rect l="l" t="t" r="r" b="b"/>
              <a:pathLst>
                <a:path w="591819" h="3810">
                  <a:moveTo>
                    <a:pt x="58801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88010" y="1270"/>
                  </a:lnTo>
                  <a:lnTo>
                    <a:pt x="588010" y="0"/>
                  </a:lnTo>
                  <a:close/>
                </a:path>
                <a:path w="591819" h="3810">
                  <a:moveTo>
                    <a:pt x="591807" y="2540"/>
                  </a:moveTo>
                  <a:lnTo>
                    <a:pt x="589280" y="2540"/>
                  </a:lnTo>
                  <a:lnTo>
                    <a:pt x="58928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91807" y="3810"/>
                  </a:lnTo>
                  <a:lnTo>
                    <a:pt x="591807" y="2540"/>
                  </a:lnTo>
                  <a:close/>
                </a:path>
              </a:pathLst>
            </a:custGeom>
            <a:solidFill>
              <a:srgbClr val="BBBB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371">
              <a:extLst>
                <a:ext uri="{FF2B5EF4-FFF2-40B4-BE49-F238E27FC236}">
                  <a16:creationId xmlns:a16="http://schemas.microsoft.com/office/drawing/2014/main" id="{46BCEE00-4F3F-C5BC-3769-966459C02388}"/>
                </a:ext>
              </a:extLst>
            </p:cNvPr>
            <p:cNvSpPr/>
            <p:nvPr/>
          </p:nvSpPr>
          <p:spPr>
            <a:xfrm>
              <a:off x="938530" y="4062729"/>
              <a:ext cx="596900" cy="2540"/>
            </a:xfrm>
            <a:custGeom>
              <a:avLst/>
              <a:gdLst/>
              <a:ahLst/>
              <a:cxnLst/>
              <a:rect l="l" t="t" r="r" b="b"/>
              <a:pathLst>
                <a:path w="596900" h="2539">
                  <a:moveTo>
                    <a:pt x="596900" y="1270"/>
                  </a:moveTo>
                  <a:lnTo>
                    <a:pt x="595630" y="1270"/>
                  </a:lnTo>
                  <a:lnTo>
                    <a:pt x="59563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596900" y="2540"/>
                  </a:lnTo>
                  <a:lnTo>
                    <a:pt x="596900" y="127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372">
              <a:extLst>
                <a:ext uri="{FF2B5EF4-FFF2-40B4-BE49-F238E27FC236}">
                  <a16:creationId xmlns:a16="http://schemas.microsoft.com/office/drawing/2014/main" id="{95BB5CEC-48E2-9648-E0D4-9B35A6FC4E00}"/>
                </a:ext>
              </a:extLst>
            </p:cNvPr>
            <p:cNvSpPr/>
            <p:nvPr/>
          </p:nvSpPr>
          <p:spPr>
            <a:xfrm>
              <a:off x="933450" y="4065269"/>
              <a:ext cx="607060" cy="3810"/>
            </a:xfrm>
            <a:custGeom>
              <a:avLst/>
              <a:gdLst/>
              <a:ahLst/>
              <a:cxnLst/>
              <a:rect l="l" t="t" r="r" b="b"/>
              <a:pathLst>
                <a:path w="607060" h="3810">
                  <a:moveTo>
                    <a:pt x="60452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604520" y="1270"/>
                  </a:lnTo>
                  <a:lnTo>
                    <a:pt x="604520" y="0"/>
                  </a:lnTo>
                  <a:close/>
                </a:path>
                <a:path w="607060" h="3810">
                  <a:moveTo>
                    <a:pt x="607060" y="2540"/>
                  </a:moveTo>
                  <a:lnTo>
                    <a:pt x="605777" y="2540"/>
                  </a:lnTo>
                  <a:lnTo>
                    <a:pt x="605777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07060" y="3810"/>
                  </a:lnTo>
                  <a:lnTo>
                    <a:pt x="607060" y="2540"/>
                  </a:lnTo>
                  <a:close/>
                </a:path>
              </a:pathLst>
            </a:custGeom>
            <a:solidFill>
              <a:srgbClr val="B4B4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373">
              <a:extLst>
                <a:ext uri="{FF2B5EF4-FFF2-40B4-BE49-F238E27FC236}">
                  <a16:creationId xmlns:a16="http://schemas.microsoft.com/office/drawing/2014/main" id="{7DEDF5DF-07B5-A981-029A-0DEAB853A4DB}"/>
                </a:ext>
              </a:extLst>
            </p:cNvPr>
            <p:cNvSpPr/>
            <p:nvPr/>
          </p:nvSpPr>
          <p:spPr>
            <a:xfrm>
              <a:off x="928370" y="4069079"/>
              <a:ext cx="617220" cy="3810"/>
            </a:xfrm>
            <a:custGeom>
              <a:avLst/>
              <a:gdLst/>
              <a:ahLst/>
              <a:cxnLst/>
              <a:rect l="l" t="t" r="r" b="b"/>
              <a:pathLst>
                <a:path w="617219" h="3810">
                  <a:moveTo>
                    <a:pt x="617207" y="2540"/>
                  </a:moveTo>
                  <a:lnTo>
                    <a:pt x="615950" y="2540"/>
                  </a:lnTo>
                  <a:lnTo>
                    <a:pt x="615950" y="1270"/>
                  </a:lnTo>
                  <a:lnTo>
                    <a:pt x="614680" y="1270"/>
                  </a:lnTo>
                  <a:lnTo>
                    <a:pt x="6146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17207" y="3810"/>
                  </a:lnTo>
                  <a:lnTo>
                    <a:pt x="617207" y="254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374">
              <a:extLst>
                <a:ext uri="{FF2B5EF4-FFF2-40B4-BE49-F238E27FC236}">
                  <a16:creationId xmlns:a16="http://schemas.microsoft.com/office/drawing/2014/main" id="{C3295B8D-3DE9-6F02-AAB0-B4A6592F7E47}"/>
                </a:ext>
              </a:extLst>
            </p:cNvPr>
            <p:cNvSpPr/>
            <p:nvPr/>
          </p:nvSpPr>
          <p:spPr>
            <a:xfrm>
              <a:off x="923290" y="4072902"/>
              <a:ext cx="628650" cy="3810"/>
            </a:xfrm>
            <a:custGeom>
              <a:avLst/>
              <a:gdLst/>
              <a:ahLst/>
              <a:cxnLst/>
              <a:rect l="l" t="t" r="r" b="b"/>
              <a:pathLst>
                <a:path w="628650" h="3810">
                  <a:moveTo>
                    <a:pt x="628650" y="2527"/>
                  </a:moveTo>
                  <a:lnTo>
                    <a:pt x="626110" y="2527"/>
                  </a:lnTo>
                  <a:lnTo>
                    <a:pt x="626110" y="1257"/>
                  </a:lnTo>
                  <a:lnTo>
                    <a:pt x="624840" y="1257"/>
                  </a:lnTo>
                  <a:lnTo>
                    <a:pt x="62484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628650" y="3797"/>
                  </a:lnTo>
                  <a:lnTo>
                    <a:pt x="628650" y="2527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375">
              <a:extLst>
                <a:ext uri="{FF2B5EF4-FFF2-40B4-BE49-F238E27FC236}">
                  <a16:creationId xmlns:a16="http://schemas.microsoft.com/office/drawing/2014/main" id="{CCFE7D1F-B407-1326-690B-57C1101DBE84}"/>
                </a:ext>
              </a:extLst>
            </p:cNvPr>
            <p:cNvSpPr/>
            <p:nvPr/>
          </p:nvSpPr>
          <p:spPr>
            <a:xfrm>
              <a:off x="918210" y="4076699"/>
              <a:ext cx="638810" cy="3810"/>
            </a:xfrm>
            <a:custGeom>
              <a:avLst/>
              <a:gdLst/>
              <a:ahLst/>
              <a:cxnLst/>
              <a:rect l="l" t="t" r="r" b="b"/>
              <a:pathLst>
                <a:path w="638810" h="3810">
                  <a:moveTo>
                    <a:pt x="636270" y="1270"/>
                  </a:moveTo>
                  <a:lnTo>
                    <a:pt x="635000" y="1270"/>
                  </a:lnTo>
                  <a:lnTo>
                    <a:pt x="63500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636270" y="2540"/>
                  </a:lnTo>
                  <a:lnTo>
                    <a:pt x="636270" y="1270"/>
                  </a:lnTo>
                  <a:close/>
                </a:path>
                <a:path w="638810" h="3810">
                  <a:moveTo>
                    <a:pt x="63881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638810" y="3810"/>
                  </a:lnTo>
                  <a:lnTo>
                    <a:pt x="638810" y="2552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376">
              <a:extLst>
                <a:ext uri="{FF2B5EF4-FFF2-40B4-BE49-F238E27FC236}">
                  <a16:creationId xmlns:a16="http://schemas.microsoft.com/office/drawing/2014/main" id="{B634A2A5-B8B9-BF20-E72C-96ACDDFEB080}"/>
                </a:ext>
              </a:extLst>
            </p:cNvPr>
            <p:cNvSpPr/>
            <p:nvPr/>
          </p:nvSpPr>
          <p:spPr>
            <a:xfrm>
              <a:off x="913130" y="4080509"/>
              <a:ext cx="648970" cy="3810"/>
            </a:xfrm>
            <a:custGeom>
              <a:avLst/>
              <a:gdLst/>
              <a:ahLst/>
              <a:cxnLst/>
              <a:rect l="l" t="t" r="r" b="b"/>
              <a:pathLst>
                <a:path w="648969" h="3810">
                  <a:moveTo>
                    <a:pt x="648970" y="2540"/>
                  </a:moveTo>
                  <a:lnTo>
                    <a:pt x="646430" y="2540"/>
                  </a:lnTo>
                  <a:lnTo>
                    <a:pt x="646430" y="1270"/>
                  </a:lnTo>
                  <a:lnTo>
                    <a:pt x="645147" y="1270"/>
                  </a:lnTo>
                  <a:lnTo>
                    <a:pt x="64514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48970" y="3810"/>
                  </a:lnTo>
                  <a:lnTo>
                    <a:pt x="648970" y="2540"/>
                  </a:lnTo>
                  <a:close/>
                </a:path>
              </a:pathLst>
            </a:custGeom>
            <a:solidFill>
              <a:srgbClr val="A6A6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377">
              <a:extLst>
                <a:ext uri="{FF2B5EF4-FFF2-40B4-BE49-F238E27FC236}">
                  <a16:creationId xmlns:a16="http://schemas.microsoft.com/office/drawing/2014/main" id="{73E9EE51-9D4F-D05A-ECAF-DB8C9DF7601F}"/>
                </a:ext>
              </a:extLst>
            </p:cNvPr>
            <p:cNvSpPr/>
            <p:nvPr/>
          </p:nvSpPr>
          <p:spPr>
            <a:xfrm>
              <a:off x="909320" y="4084319"/>
              <a:ext cx="655320" cy="2540"/>
            </a:xfrm>
            <a:custGeom>
              <a:avLst/>
              <a:gdLst/>
              <a:ahLst/>
              <a:cxnLst/>
              <a:rect l="l" t="t" r="r" b="b"/>
              <a:pathLst>
                <a:path w="655319" h="2539">
                  <a:moveTo>
                    <a:pt x="65405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654050" y="1270"/>
                  </a:lnTo>
                  <a:lnTo>
                    <a:pt x="654050" y="0"/>
                  </a:lnTo>
                  <a:close/>
                </a:path>
                <a:path w="655319" h="2539">
                  <a:moveTo>
                    <a:pt x="655307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655307" y="2540"/>
                  </a:lnTo>
                  <a:lnTo>
                    <a:pt x="655307" y="1282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378">
              <a:extLst>
                <a:ext uri="{FF2B5EF4-FFF2-40B4-BE49-F238E27FC236}">
                  <a16:creationId xmlns:a16="http://schemas.microsoft.com/office/drawing/2014/main" id="{E378A99F-22DD-48A4-CCEC-E628157FBD3D}"/>
                </a:ext>
              </a:extLst>
            </p:cNvPr>
            <p:cNvSpPr/>
            <p:nvPr/>
          </p:nvSpPr>
          <p:spPr>
            <a:xfrm>
              <a:off x="902970" y="4086859"/>
              <a:ext cx="669290" cy="5080"/>
            </a:xfrm>
            <a:custGeom>
              <a:avLst/>
              <a:gdLst/>
              <a:ahLst/>
              <a:cxnLst/>
              <a:rect l="l" t="t" r="r" b="b"/>
              <a:pathLst>
                <a:path w="669290" h="5079">
                  <a:moveTo>
                    <a:pt x="669290" y="3810"/>
                  </a:moveTo>
                  <a:lnTo>
                    <a:pt x="666750" y="3810"/>
                  </a:lnTo>
                  <a:lnTo>
                    <a:pt x="666750" y="2540"/>
                  </a:lnTo>
                  <a:lnTo>
                    <a:pt x="665480" y="2540"/>
                  </a:lnTo>
                  <a:lnTo>
                    <a:pt x="665480" y="1270"/>
                  </a:lnTo>
                  <a:lnTo>
                    <a:pt x="664210" y="1270"/>
                  </a:lnTo>
                  <a:lnTo>
                    <a:pt x="664210" y="0"/>
                  </a:lnTo>
                  <a:lnTo>
                    <a:pt x="5080" y="0"/>
                  </a:lnTo>
                  <a:lnTo>
                    <a:pt x="508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669290" y="5080"/>
                  </a:lnTo>
                  <a:lnTo>
                    <a:pt x="669290" y="381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379">
              <a:extLst>
                <a:ext uri="{FF2B5EF4-FFF2-40B4-BE49-F238E27FC236}">
                  <a16:creationId xmlns:a16="http://schemas.microsoft.com/office/drawing/2014/main" id="{AE4B40EF-D7D8-FED0-C135-9D25376D35AD}"/>
                </a:ext>
              </a:extLst>
            </p:cNvPr>
            <p:cNvSpPr/>
            <p:nvPr/>
          </p:nvSpPr>
          <p:spPr>
            <a:xfrm>
              <a:off x="902969" y="4037329"/>
              <a:ext cx="668020" cy="53340"/>
            </a:xfrm>
            <a:custGeom>
              <a:avLst/>
              <a:gdLst/>
              <a:ahLst/>
              <a:cxnLst/>
              <a:rect l="l" t="t" r="r" b="b"/>
              <a:pathLst>
                <a:path w="668019" h="53339">
                  <a:moveTo>
                    <a:pt x="0" y="53340"/>
                  </a:moveTo>
                  <a:lnTo>
                    <a:pt x="71120" y="0"/>
                  </a:lnTo>
                  <a:lnTo>
                    <a:pt x="595630" y="0"/>
                  </a:lnTo>
                  <a:lnTo>
                    <a:pt x="668020" y="53340"/>
                  </a:lnTo>
                  <a:lnTo>
                    <a:pt x="0" y="5334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380">
              <a:extLst>
                <a:ext uri="{FF2B5EF4-FFF2-40B4-BE49-F238E27FC236}">
                  <a16:creationId xmlns:a16="http://schemas.microsoft.com/office/drawing/2014/main" id="{127AA3E5-3655-8DF3-F0C9-4EB402E8A367}"/>
                </a:ext>
              </a:extLst>
            </p:cNvPr>
            <p:cNvSpPr/>
            <p:nvPr/>
          </p:nvSpPr>
          <p:spPr>
            <a:xfrm>
              <a:off x="1334770" y="411352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381">
              <a:extLst>
                <a:ext uri="{FF2B5EF4-FFF2-40B4-BE49-F238E27FC236}">
                  <a16:creationId xmlns:a16="http://schemas.microsoft.com/office/drawing/2014/main" id="{2C945C72-4E1E-EF54-71A6-3E15A3125041}"/>
                </a:ext>
              </a:extLst>
            </p:cNvPr>
            <p:cNvSpPr/>
            <p:nvPr/>
          </p:nvSpPr>
          <p:spPr>
            <a:xfrm>
              <a:off x="1334769" y="411733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A5A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382">
              <a:extLst>
                <a:ext uri="{FF2B5EF4-FFF2-40B4-BE49-F238E27FC236}">
                  <a16:creationId xmlns:a16="http://schemas.microsoft.com/office/drawing/2014/main" id="{22E20220-CFA1-5FC4-0884-C4973977763F}"/>
                </a:ext>
              </a:extLst>
            </p:cNvPr>
            <p:cNvSpPr/>
            <p:nvPr/>
          </p:nvSpPr>
          <p:spPr>
            <a:xfrm>
              <a:off x="1334769" y="412115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B5B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383">
              <a:extLst>
                <a:ext uri="{FF2B5EF4-FFF2-40B4-BE49-F238E27FC236}">
                  <a16:creationId xmlns:a16="http://schemas.microsoft.com/office/drawing/2014/main" id="{1E4D1B76-77D5-9A86-8112-AEC159543797}"/>
                </a:ext>
              </a:extLst>
            </p:cNvPr>
            <p:cNvSpPr/>
            <p:nvPr/>
          </p:nvSpPr>
          <p:spPr>
            <a:xfrm>
              <a:off x="1334769" y="4124960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20980" y="253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C5C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384">
              <a:extLst>
                <a:ext uri="{FF2B5EF4-FFF2-40B4-BE49-F238E27FC236}">
                  <a16:creationId xmlns:a16="http://schemas.microsoft.com/office/drawing/2014/main" id="{43F1F456-6D63-19EB-D4FB-545694B03801}"/>
                </a:ext>
              </a:extLst>
            </p:cNvPr>
            <p:cNvSpPr/>
            <p:nvPr/>
          </p:nvSpPr>
          <p:spPr>
            <a:xfrm>
              <a:off x="1334769" y="412750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D5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385">
              <a:extLst>
                <a:ext uri="{FF2B5EF4-FFF2-40B4-BE49-F238E27FC236}">
                  <a16:creationId xmlns:a16="http://schemas.microsoft.com/office/drawing/2014/main" id="{CF58D3DB-1B0B-6EC8-3C27-633347754DB4}"/>
                </a:ext>
              </a:extLst>
            </p:cNvPr>
            <p:cNvSpPr/>
            <p:nvPr/>
          </p:nvSpPr>
          <p:spPr>
            <a:xfrm>
              <a:off x="1334769" y="413131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E5E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386">
              <a:extLst>
                <a:ext uri="{FF2B5EF4-FFF2-40B4-BE49-F238E27FC236}">
                  <a16:creationId xmlns:a16="http://schemas.microsoft.com/office/drawing/2014/main" id="{F928856E-BF0B-CA4D-1094-0927D442D2FF}"/>
                </a:ext>
              </a:extLst>
            </p:cNvPr>
            <p:cNvSpPr/>
            <p:nvPr/>
          </p:nvSpPr>
          <p:spPr>
            <a:xfrm>
              <a:off x="1334769" y="413511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5F5F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387">
              <a:extLst>
                <a:ext uri="{FF2B5EF4-FFF2-40B4-BE49-F238E27FC236}">
                  <a16:creationId xmlns:a16="http://schemas.microsoft.com/office/drawing/2014/main" id="{8E80EF76-73A6-33D6-781F-90D9CE3AE952}"/>
                </a:ext>
              </a:extLst>
            </p:cNvPr>
            <p:cNvSpPr/>
            <p:nvPr/>
          </p:nvSpPr>
          <p:spPr>
            <a:xfrm>
              <a:off x="1334769" y="413892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161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388">
              <a:extLst>
                <a:ext uri="{FF2B5EF4-FFF2-40B4-BE49-F238E27FC236}">
                  <a16:creationId xmlns:a16="http://schemas.microsoft.com/office/drawing/2014/main" id="{2A38C4B3-DA09-8000-D226-23842372872A}"/>
                </a:ext>
              </a:extLst>
            </p:cNvPr>
            <p:cNvSpPr/>
            <p:nvPr/>
          </p:nvSpPr>
          <p:spPr>
            <a:xfrm>
              <a:off x="1334769" y="414273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262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389">
              <a:extLst>
                <a:ext uri="{FF2B5EF4-FFF2-40B4-BE49-F238E27FC236}">
                  <a16:creationId xmlns:a16="http://schemas.microsoft.com/office/drawing/2014/main" id="{4181DE0C-0873-8A44-D6D7-3155717E8645}"/>
                </a:ext>
              </a:extLst>
            </p:cNvPr>
            <p:cNvSpPr/>
            <p:nvPr/>
          </p:nvSpPr>
          <p:spPr>
            <a:xfrm>
              <a:off x="1334769" y="414655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390">
              <a:extLst>
                <a:ext uri="{FF2B5EF4-FFF2-40B4-BE49-F238E27FC236}">
                  <a16:creationId xmlns:a16="http://schemas.microsoft.com/office/drawing/2014/main" id="{4147AA1E-F03B-65A1-0500-8C691748ACB9}"/>
                </a:ext>
              </a:extLst>
            </p:cNvPr>
            <p:cNvSpPr/>
            <p:nvPr/>
          </p:nvSpPr>
          <p:spPr>
            <a:xfrm>
              <a:off x="1334769" y="415036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46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391">
              <a:extLst>
                <a:ext uri="{FF2B5EF4-FFF2-40B4-BE49-F238E27FC236}">
                  <a16:creationId xmlns:a16="http://schemas.microsoft.com/office/drawing/2014/main" id="{14F15954-57AE-BD4B-4B00-CD8B1F511ACB}"/>
                </a:ext>
              </a:extLst>
            </p:cNvPr>
            <p:cNvSpPr/>
            <p:nvPr/>
          </p:nvSpPr>
          <p:spPr>
            <a:xfrm>
              <a:off x="1334769" y="415416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666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392">
              <a:extLst>
                <a:ext uri="{FF2B5EF4-FFF2-40B4-BE49-F238E27FC236}">
                  <a16:creationId xmlns:a16="http://schemas.microsoft.com/office/drawing/2014/main" id="{36FE5C05-B484-D385-64E2-5ED24F6C5E0E}"/>
                </a:ext>
              </a:extLst>
            </p:cNvPr>
            <p:cNvSpPr/>
            <p:nvPr/>
          </p:nvSpPr>
          <p:spPr>
            <a:xfrm>
              <a:off x="1334769" y="415797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666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393">
              <a:extLst>
                <a:ext uri="{FF2B5EF4-FFF2-40B4-BE49-F238E27FC236}">
                  <a16:creationId xmlns:a16="http://schemas.microsoft.com/office/drawing/2014/main" id="{232598F3-A891-1904-49F9-C30D373BE626}"/>
                </a:ext>
              </a:extLst>
            </p:cNvPr>
            <p:cNvSpPr/>
            <p:nvPr/>
          </p:nvSpPr>
          <p:spPr>
            <a:xfrm>
              <a:off x="1334769" y="4161789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20980" y="254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868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394">
              <a:extLst>
                <a:ext uri="{FF2B5EF4-FFF2-40B4-BE49-F238E27FC236}">
                  <a16:creationId xmlns:a16="http://schemas.microsoft.com/office/drawing/2014/main" id="{96080FA2-11DB-6E8E-AE02-9F07DF9007AF}"/>
                </a:ext>
              </a:extLst>
            </p:cNvPr>
            <p:cNvSpPr/>
            <p:nvPr/>
          </p:nvSpPr>
          <p:spPr>
            <a:xfrm>
              <a:off x="1334769" y="416432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969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395">
              <a:extLst>
                <a:ext uri="{FF2B5EF4-FFF2-40B4-BE49-F238E27FC236}">
                  <a16:creationId xmlns:a16="http://schemas.microsoft.com/office/drawing/2014/main" id="{8B7E4038-C62D-50CE-870C-C6D0AF3501EF}"/>
                </a:ext>
              </a:extLst>
            </p:cNvPr>
            <p:cNvSpPr/>
            <p:nvPr/>
          </p:nvSpPr>
          <p:spPr>
            <a:xfrm>
              <a:off x="1334769" y="416813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A6A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396">
              <a:extLst>
                <a:ext uri="{FF2B5EF4-FFF2-40B4-BE49-F238E27FC236}">
                  <a16:creationId xmlns:a16="http://schemas.microsoft.com/office/drawing/2014/main" id="{0DC1F65C-61B5-E04B-7D1F-189D3272483E}"/>
                </a:ext>
              </a:extLst>
            </p:cNvPr>
            <p:cNvSpPr/>
            <p:nvPr/>
          </p:nvSpPr>
          <p:spPr>
            <a:xfrm>
              <a:off x="1334769" y="417195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397">
              <a:extLst>
                <a:ext uri="{FF2B5EF4-FFF2-40B4-BE49-F238E27FC236}">
                  <a16:creationId xmlns:a16="http://schemas.microsoft.com/office/drawing/2014/main" id="{5DE15E15-CA84-6237-7CFA-6B7C75DDFA7F}"/>
                </a:ext>
              </a:extLst>
            </p:cNvPr>
            <p:cNvSpPr/>
            <p:nvPr/>
          </p:nvSpPr>
          <p:spPr>
            <a:xfrm>
              <a:off x="1334769" y="417576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C6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398">
              <a:extLst>
                <a:ext uri="{FF2B5EF4-FFF2-40B4-BE49-F238E27FC236}">
                  <a16:creationId xmlns:a16="http://schemas.microsoft.com/office/drawing/2014/main" id="{EE255163-32CD-BB6F-84E2-68A391C1260B}"/>
                </a:ext>
              </a:extLst>
            </p:cNvPr>
            <p:cNvSpPr/>
            <p:nvPr/>
          </p:nvSpPr>
          <p:spPr>
            <a:xfrm>
              <a:off x="1334769" y="417956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399">
              <a:extLst>
                <a:ext uri="{FF2B5EF4-FFF2-40B4-BE49-F238E27FC236}">
                  <a16:creationId xmlns:a16="http://schemas.microsoft.com/office/drawing/2014/main" id="{6DC4698C-804C-8177-FA03-65A9C12755D6}"/>
                </a:ext>
              </a:extLst>
            </p:cNvPr>
            <p:cNvSpPr/>
            <p:nvPr/>
          </p:nvSpPr>
          <p:spPr>
            <a:xfrm>
              <a:off x="1334769" y="418337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400">
              <a:extLst>
                <a:ext uri="{FF2B5EF4-FFF2-40B4-BE49-F238E27FC236}">
                  <a16:creationId xmlns:a16="http://schemas.microsoft.com/office/drawing/2014/main" id="{83F07993-D68D-6D57-2CE6-08E296A2C029}"/>
                </a:ext>
              </a:extLst>
            </p:cNvPr>
            <p:cNvSpPr/>
            <p:nvPr/>
          </p:nvSpPr>
          <p:spPr>
            <a:xfrm>
              <a:off x="1334769" y="418718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070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401">
              <a:extLst>
                <a:ext uri="{FF2B5EF4-FFF2-40B4-BE49-F238E27FC236}">
                  <a16:creationId xmlns:a16="http://schemas.microsoft.com/office/drawing/2014/main" id="{DE7C5481-C2CA-327E-B3E2-F1144BC67962}"/>
                </a:ext>
              </a:extLst>
            </p:cNvPr>
            <p:cNvSpPr/>
            <p:nvPr/>
          </p:nvSpPr>
          <p:spPr>
            <a:xfrm>
              <a:off x="1334769" y="419100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402">
              <a:extLst>
                <a:ext uri="{FF2B5EF4-FFF2-40B4-BE49-F238E27FC236}">
                  <a16:creationId xmlns:a16="http://schemas.microsoft.com/office/drawing/2014/main" id="{0BB2CD86-C7C9-E7FE-3305-0D25476C4865}"/>
                </a:ext>
              </a:extLst>
            </p:cNvPr>
            <p:cNvSpPr/>
            <p:nvPr/>
          </p:nvSpPr>
          <p:spPr>
            <a:xfrm>
              <a:off x="1334769" y="4194810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20980" y="253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272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403">
              <a:extLst>
                <a:ext uri="{FF2B5EF4-FFF2-40B4-BE49-F238E27FC236}">
                  <a16:creationId xmlns:a16="http://schemas.microsoft.com/office/drawing/2014/main" id="{D3E799DE-DAA1-88F2-5C22-3D2D28A5274E}"/>
                </a:ext>
              </a:extLst>
            </p:cNvPr>
            <p:cNvSpPr/>
            <p:nvPr/>
          </p:nvSpPr>
          <p:spPr>
            <a:xfrm>
              <a:off x="1334769" y="419735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404">
              <a:extLst>
                <a:ext uri="{FF2B5EF4-FFF2-40B4-BE49-F238E27FC236}">
                  <a16:creationId xmlns:a16="http://schemas.microsoft.com/office/drawing/2014/main" id="{7DD00F9E-A8C6-F185-C148-326FC6982182}"/>
                </a:ext>
              </a:extLst>
            </p:cNvPr>
            <p:cNvSpPr/>
            <p:nvPr/>
          </p:nvSpPr>
          <p:spPr>
            <a:xfrm>
              <a:off x="1334769" y="420116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47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405">
              <a:extLst>
                <a:ext uri="{FF2B5EF4-FFF2-40B4-BE49-F238E27FC236}">
                  <a16:creationId xmlns:a16="http://schemas.microsoft.com/office/drawing/2014/main" id="{FF4154A7-5905-D8C0-6CA1-8FB92D7912C6}"/>
                </a:ext>
              </a:extLst>
            </p:cNvPr>
            <p:cNvSpPr/>
            <p:nvPr/>
          </p:nvSpPr>
          <p:spPr>
            <a:xfrm>
              <a:off x="1334769" y="420496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406">
              <a:extLst>
                <a:ext uri="{FF2B5EF4-FFF2-40B4-BE49-F238E27FC236}">
                  <a16:creationId xmlns:a16="http://schemas.microsoft.com/office/drawing/2014/main" id="{E5687E83-7B98-66CD-198F-7FFF39CE722C}"/>
                </a:ext>
              </a:extLst>
            </p:cNvPr>
            <p:cNvSpPr/>
            <p:nvPr/>
          </p:nvSpPr>
          <p:spPr>
            <a:xfrm>
              <a:off x="1334769" y="420877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77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407">
              <a:extLst>
                <a:ext uri="{FF2B5EF4-FFF2-40B4-BE49-F238E27FC236}">
                  <a16:creationId xmlns:a16="http://schemas.microsoft.com/office/drawing/2014/main" id="{E17D5956-5FC8-E044-8F8B-6ADA450F65BA}"/>
                </a:ext>
              </a:extLst>
            </p:cNvPr>
            <p:cNvSpPr/>
            <p:nvPr/>
          </p:nvSpPr>
          <p:spPr>
            <a:xfrm>
              <a:off x="1334769" y="421258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87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408">
              <a:extLst>
                <a:ext uri="{FF2B5EF4-FFF2-40B4-BE49-F238E27FC236}">
                  <a16:creationId xmlns:a16="http://schemas.microsoft.com/office/drawing/2014/main" id="{EFA3D9E9-C49E-FFD3-F827-B0AF45580A28}"/>
                </a:ext>
              </a:extLst>
            </p:cNvPr>
            <p:cNvSpPr/>
            <p:nvPr/>
          </p:nvSpPr>
          <p:spPr>
            <a:xfrm>
              <a:off x="1334769" y="421640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409">
              <a:extLst>
                <a:ext uri="{FF2B5EF4-FFF2-40B4-BE49-F238E27FC236}">
                  <a16:creationId xmlns:a16="http://schemas.microsoft.com/office/drawing/2014/main" id="{07F32CE6-2AC1-F637-27A9-CD6F0DA5225F}"/>
                </a:ext>
              </a:extLst>
            </p:cNvPr>
            <p:cNvSpPr/>
            <p:nvPr/>
          </p:nvSpPr>
          <p:spPr>
            <a:xfrm>
              <a:off x="1334769" y="422021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A7A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410">
              <a:extLst>
                <a:ext uri="{FF2B5EF4-FFF2-40B4-BE49-F238E27FC236}">
                  <a16:creationId xmlns:a16="http://schemas.microsoft.com/office/drawing/2014/main" id="{D4871703-BEAA-E3E5-E835-9AB23858FCBC}"/>
                </a:ext>
              </a:extLst>
            </p:cNvPr>
            <p:cNvSpPr/>
            <p:nvPr/>
          </p:nvSpPr>
          <p:spPr>
            <a:xfrm>
              <a:off x="1334769" y="4224019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20980" y="253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B7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411">
              <a:extLst>
                <a:ext uri="{FF2B5EF4-FFF2-40B4-BE49-F238E27FC236}">
                  <a16:creationId xmlns:a16="http://schemas.microsoft.com/office/drawing/2014/main" id="{64FAF908-C3E9-6EC9-ABB2-0BCCE27C906E}"/>
                </a:ext>
              </a:extLst>
            </p:cNvPr>
            <p:cNvSpPr/>
            <p:nvPr/>
          </p:nvSpPr>
          <p:spPr>
            <a:xfrm>
              <a:off x="1334769" y="422656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C7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412">
              <a:extLst>
                <a:ext uri="{FF2B5EF4-FFF2-40B4-BE49-F238E27FC236}">
                  <a16:creationId xmlns:a16="http://schemas.microsoft.com/office/drawing/2014/main" id="{4E99AB20-80FF-0380-C33D-928A7B0A7391}"/>
                </a:ext>
              </a:extLst>
            </p:cNvPr>
            <p:cNvSpPr/>
            <p:nvPr/>
          </p:nvSpPr>
          <p:spPr>
            <a:xfrm>
              <a:off x="1334769" y="423036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E7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413">
              <a:extLst>
                <a:ext uri="{FF2B5EF4-FFF2-40B4-BE49-F238E27FC236}">
                  <a16:creationId xmlns:a16="http://schemas.microsoft.com/office/drawing/2014/main" id="{1F66D67D-44E7-D5BE-9081-F4E8A7521B44}"/>
                </a:ext>
              </a:extLst>
            </p:cNvPr>
            <p:cNvSpPr/>
            <p:nvPr/>
          </p:nvSpPr>
          <p:spPr>
            <a:xfrm>
              <a:off x="1334769" y="423417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7F7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414">
              <a:extLst>
                <a:ext uri="{FF2B5EF4-FFF2-40B4-BE49-F238E27FC236}">
                  <a16:creationId xmlns:a16="http://schemas.microsoft.com/office/drawing/2014/main" id="{ECFADC98-C475-6465-CEF8-16BEEB708AA3}"/>
                </a:ext>
              </a:extLst>
            </p:cNvPr>
            <p:cNvSpPr/>
            <p:nvPr/>
          </p:nvSpPr>
          <p:spPr>
            <a:xfrm>
              <a:off x="1334769" y="423798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415">
              <a:extLst>
                <a:ext uri="{FF2B5EF4-FFF2-40B4-BE49-F238E27FC236}">
                  <a16:creationId xmlns:a16="http://schemas.microsoft.com/office/drawing/2014/main" id="{535DBE11-BF2F-0611-0914-A7BA60CEFF15}"/>
                </a:ext>
              </a:extLst>
            </p:cNvPr>
            <p:cNvSpPr/>
            <p:nvPr/>
          </p:nvSpPr>
          <p:spPr>
            <a:xfrm>
              <a:off x="1334769" y="424180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18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416">
              <a:extLst>
                <a:ext uri="{FF2B5EF4-FFF2-40B4-BE49-F238E27FC236}">
                  <a16:creationId xmlns:a16="http://schemas.microsoft.com/office/drawing/2014/main" id="{1F4F4F7A-6196-AF85-7EDD-6EADF6A669D4}"/>
                </a:ext>
              </a:extLst>
            </p:cNvPr>
            <p:cNvSpPr/>
            <p:nvPr/>
          </p:nvSpPr>
          <p:spPr>
            <a:xfrm>
              <a:off x="1334769" y="424561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28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417">
              <a:extLst>
                <a:ext uri="{FF2B5EF4-FFF2-40B4-BE49-F238E27FC236}">
                  <a16:creationId xmlns:a16="http://schemas.microsoft.com/office/drawing/2014/main" id="{CB114863-A098-7613-621E-425EC5C6E133}"/>
                </a:ext>
              </a:extLst>
            </p:cNvPr>
            <p:cNvSpPr/>
            <p:nvPr/>
          </p:nvSpPr>
          <p:spPr>
            <a:xfrm>
              <a:off x="1334769" y="424941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20980" y="380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38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418">
              <a:extLst>
                <a:ext uri="{FF2B5EF4-FFF2-40B4-BE49-F238E27FC236}">
                  <a16:creationId xmlns:a16="http://schemas.microsoft.com/office/drawing/2014/main" id="{5CDC2A18-51FF-8608-B4EC-0FC9D636D88B}"/>
                </a:ext>
              </a:extLst>
            </p:cNvPr>
            <p:cNvSpPr/>
            <p:nvPr/>
          </p:nvSpPr>
          <p:spPr>
            <a:xfrm>
              <a:off x="1334769" y="425322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419">
              <a:extLst>
                <a:ext uri="{FF2B5EF4-FFF2-40B4-BE49-F238E27FC236}">
                  <a16:creationId xmlns:a16="http://schemas.microsoft.com/office/drawing/2014/main" id="{EE9BC790-3C67-B87F-F6B7-E6909EEEA3A3}"/>
                </a:ext>
              </a:extLst>
            </p:cNvPr>
            <p:cNvSpPr/>
            <p:nvPr/>
          </p:nvSpPr>
          <p:spPr>
            <a:xfrm>
              <a:off x="1334769" y="425703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68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420">
              <a:extLst>
                <a:ext uri="{FF2B5EF4-FFF2-40B4-BE49-F238E27FC236}">
                  <a16:creationId xmlns:a16="http://schemas.microsoft.com/office/drawing/2014/main" id="{AD181B1A-202A-5CB7-CF7E-D29DC898FC7A}"/>
                </a:ext>
              </a:extLst>
            </p:cNvPr>
            <p:cNvSpPr/>
            <p:nvPr/>
          </p:nvSpPr>
          <p:spPr>
            <a:xfrm>
              <a:off x="1334769" y="4260850"/>
              <a:ext cx="220979" cy="2540"/>
            </a:xfrm>
            <a:custGeom>
              <a:avLst/>
              <a:gdLst/>
              <a:ahLst/>
              <a:cxnLst/>
              <a:rect l="l" t="t" r="r" b="b"/>
              <a:pathLst>
                <a:path w="220980" h="2539">
                  <a:moveTo>
                    <a:pt x="2209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220980" y="2539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421">
              <a:extLst>
                <a:ext uri="{FF2B5EF4-FFF2-40B4-BE49-F238E27FC236}">
                  <a16:creationId xmlns:a16="http://schemas.microsoft.com/office/drawing/2014/main" id="{8DE720EB-B8FD-6049-A139-CAF9A6B4378A}"/>
                </a:ext>
              </a:extLst>
            </p:cNvPr>
            <p:cNvSpPr/>
            <p:nvPr/>
          </p:nvSpPr>
          <p:spPr>
            <a:xfrm>
              <a:off x="1334769" y="4263389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888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422">
              <a:extLst>
                <a:ext uri="{FF2B5EF4-FFF2-40B4-BE49-F238E27FC236}">
                  <a16:creationId xmlns:a16="http://schemas.microsoft.com/office/drawing/2014/main" id="{289277D5-193E-5FAD-0520-36F3ED51CC14}"/>
                </a:ext>
              </a:extLst>
            </p:cNvPr>
            <p:cNvSpPr/>
            <p:nvPr/>
          </p:nvSpPr>
          <p:spPr>
            <a:xfrm>
              <a:off x="1334769" y="4267200"/>
              <a:ext cx="220979" cy="3810"/>
            </a:xfrm>
            <a:custGeom>
              <a:avLst/>
              <a:gdLst/>
              <a:ahLst/>
              <a:cxnLst/>
              <a:rect l="l" t="t" r="r" b="b"/>
              <a:pathLst>
                <a:path w="220980" h="3810">
                  <a:moveTo>
                    <a:pt x="2209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0980" y="3810"/>
                  </a:lnTo>
                  <a:lnTo>
                    <a:pt x="220980" y="0"/>
                  </a:lnTo>
                  <a:close/>
                </a:path>
              </a:pathLst>
            </a:custGeom>
            <a:solidFill>
              <a:srgbClr val="8989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423">
              <a:extLst>
                <a:ext uri="{FF2B5EF4-FFF2-40B4-BE49-F238E27FC236}">
                  <a16:creationId xmlns:a16="http://schemas.microsoft.com/office/drawing/2014/main" id="{0E2E1662-0DBE-C211-6DCE-AAD47CAA5D7C}"/>
                </a:ext>
              </a:extLst>
            </p:cNvPr>
            <p:cNvSpPr/>
            <p:nvPr/>
          </p:nvSpPr>
          <p:spPr>
            <a:xfrm>
              <a:off x="1336039" y="4114800"/>
              <a:ext cx="218440" cy="154940"/>
            </a:xfrm>
            <a:custGeom>
              <a:avLst/>
              <a:gdLst/>
              <a:ahLst/>
              <a:cxnLst/>
              <a:rect l="l" t="t" r="r" b="b"/>
              <a:pathLst>
                <a:path w="218440" h="154939">
                  <a:moveTo>
                    <a:pt x="109219" y="154939"/>
                  </a:moveTo>
                  <a:lnTo>
                    <a:pt x="0" y="154939"/>
                  </a:lnTo>
                  <a:lnTo>
                    <a:pt x="0" y="0"/>
                  </a:lnTo>
                  <a:lnTo>
                    <a:pt x="218440" y="0"/>
                  </a:lnTo>
                  <a:lnTo>
                    <a:pt x="218440" y="154939"/>
                  </a:lnTo>
                  <a:lnTo>
                    <a:pt x="109219" y="154939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424">
              <a:extLst>
                <a:ext uri="{FF2B5EF4-FFF2-40B4-BE49-F238E27FC236}">
                  <a16:creationId xmlns:a16="http://schemas.microsoft.com/office/drawing/2014/main" id="{7381ED9B-D588-81F4-0730-71A8A5FD96CF}"/>
                </a:ext>
              </a:extLst>
            </p:cNvPr>
            <p:cNvSpPr/>
            <p:nvPr/>
          </p:nvSpPr>
          <p:spPr>
            <a:xfrm>
              <a:off x="924560" y="4268469"/>
              <a:ext cx="627380" cy="3810"/>
            </a:xfrm>
            <a:custGeom>
              <a:avLst/>
              <a:gdLst/>
              <a:ahLst/>
              <a:cxnLst/>
              <a:rect l="l" t="t" r="r" b="b"/>
              <a:pathLst>
                <a:path w="627380" h="3810">
                  <a:moveTo>
                    <a:pt x="62484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624840" y="1270"/>
                  </a:lnTo>
                  <a:lnTo>
                    <a:pt x="624840" y="0"/>
                  </a:lnTo>
                  <a:close/>
                </a:path>
                <a:path w="627380" h="3810">
                  <a:moveTo>
                    <a:pt x="627367" y="2540"/>
                  </a:moveTo>
                  <a:lnTo>
                    <a:pt x="626110" y="2540"/>
                  </a:lnTo>
                  <a:lnTo>
                    <a:pt x="6261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27367" y="3810"/>
                  </a:lnTo>
                  <a:lnTo>
                    <a:pt x="627367" y="254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425">
              <a:extLst>
                <a:ext uri="{FF2B5EF4-FFF2-40B4-BE49-F238E27FC236}">
                  <a16:creationId xmlns:a16="http://schemas.microsoft.com/office/drawing/2014/main" id="{B743459E-382E-8D0B-44FF-4A28ACF1E578}"/>
                </a:ext>
              </a:extLst>
            </p:cNvPr>
            <p:cNvSpPr/>
            <p:nvPr/>
          </p:nvSpPr>
          <p:spPr>
            <a:xfrm>
              <a:off x="923290" y="4272279"/>
              <a:ext cx="629920" cy="2540"/>
            </a:xfrm>
            <a:custGeom>
              <a:avLst/>
              <a:gdLst/>
              <a:ahLst/>
              <a:cxnLst/>
              <a:rect l="l" t="t" r="r" b="b"/>
              <a:pathLst>
                <a:path w="629919" h="2539">
                  <a:moveTo>
                    <a:pt x="629920" y="1270"/>
                  </a:moveTo>
                  <a:lnTo>
                    <a:pt x="628637" y="1270"/>
                  </a:lnTo>
                  <a:lnTo>
                    <a:pt x="62863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29920" y="2540"/>
                  </a:lnTo>
                  <a:lnTo>
                    <a:pt x="629920" y="1270"/>
                  </a:lnTo>
                  <a:close/>
                </a:path>
              </a:pathLst>
            </a:custGeom>
            <a:solidFill>
              <a:srgbClr val="CECE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426">
              <a:extLst>
                <a:ext uri="{FF2B5EF4-FFF2-40B4-BE49-F238E27FC236}">
                  <a16:creationId xmlns:a16="http://schemas.microsoft.com/office/drawing/2014/main" id="{D7823D46-87BD-4302-B94F-FCC8A6A81831}"/>
                </a:ext>
              </a:extLst>
            </p:cNvPr>
            <p:cNvSpPr/>
            <p:nvPr/>
          </p:nvSpPr>
          <p:spPr>
            <a:xfrm>
              <a:off x="919480" y="4274819"/>
              <a:ext cx="637540" cy="3810"/>
            </a:xfrm>
            <a:custGeom>
              <a:avLst/>
              <a:gdLst/>
              <a:ahLst/>
              <a:cxnLst/>
              <a:rect l="l" t="t" r="r" b="b"/>
              <a:pathLst>
                <a:path w="637540" h="3810">
                  <a:moveTo>
                    <a:pt x="634987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634987" y="1270"/>
                  </a:lnTo>
                  <a:lnTo>
                    <a:pt x="634987" y="0"/>
                  </a:lnTo>
                  <a:close/>
                </a:path>
                <a:path w="637540" h="3810">
                  <a:moveTo>
                    <a:pt x="637540" y="2540"/>
                  </a:moveTo>
                  <a:lnTo>
                    <a:pt x="636270" y="2540"/>
                  </a:lnTo>
                  <a:lnTo>
                    <a:pt x="63627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37540" y="3810"/>
                  </a:lnTo>
                  <a:lnTo>
                    <a:pt x="63754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427">
              <a:extLst>
                <a:ext uri="{FF2B5EF4-FFF2-40B4-BE49-F238E27FC236}">
                  <a16:creationId xmlns:a16="http://schemas.microsoft.com/office/drawing/2014/main" id="{D0495816-04EF-BE81-884E-10F815FB966A}"/>
                </a:ext>
              </a:extLst>
            </p:cNvPr>
            <p:cNvSpPr/>
            <p:nvPr/>
          </p:nvSpPr>
          <p:spPr>
            <a:xfrm>
              <a:off x="916940" y="4278629"/>
              <a:ext cx="642620" cy="3810"/>
            </a:xfrm>
            <a:custGeom>
              <a:avLst/>
              <a:gdLst/>
              <a:ahLst/>
              <a:cxnLst/>
              <a:rect l="l" t="t" r="r" b="b"/>
              <a:pathLst>
                <a:path w="642619" h="3810">
                  <a:moveTo>
                    <a:pt x="642620" y="2540"/>
                  </a:moveTo>
                  <a:lnTo>
                    <a:pt x="641337" y="2540"/>
                  </a:lnTo>
                  <a:lnTo>
                    <a:pt x="641337" y="1270"/>
                  </a:lnTo>
                  <a:lnTo>
                    <a:pt x="640080" y="1270"/>
                  </a:lnTo>
                  <a:lnTo>
                    <a:pt x="6400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42620" y="3810"/>
                  </a:lnTo>
                  <a:lnTo>
                    <a:pt x="642620" y="2540"/>
                  </a:lnTo>
                  <a:close/>
                </a:path>
              </a:pathLst>
            </a:custGeom>
            <a:solidFill>
              <a:srgbClr val="CAC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428">
              <a:extLst>
                <a:ext uri="{FF2B5EF4-FFF2-40B4-BE49-F238E27FC236}">
                  <a16:creationId xmlns:a16="http://schemas.microsoft.com/office/drawing/2014/main" id="{CFC4168F-D770-EAF7-7638-4D87DD7D6CB5}"/>
                </a:ext>
              </a:extLst>
            </p:cNvPr>
            <p:cNvSpPr/>
            <p:nvPr/>
          </p:nvSpPr>
          <p:spPr>
            <a:xfrm>
              <a:off x="914400" y="4282452"/>
              <a:ext cx="647700" cy="3810"/>
            </a:xfrm>
            <a:custGeom>
              <a:avLst/>
              <a:gdLst/>
              <a:ahLst/>
              <a:cxnLst/>
              <a:rect l="l" t="t" r="r" b="b"/>
              <a:pathLst>
                <a:path w="647700" h="3810">
                  <a:moveTo>
                    <a:pt x="647700" y="2527"/>
                  </a:moveTo>
                  <a:lnTo>
                    <a:pt x="646417" y="2527"/>
                  </a:lnTo>
                  <a:lnTo>
                    <a:pt x="646417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647700" y="3797"/>
                  </a:lnTo>
                  <a:lnTo>
                    <a:pt x="647700" y="2527"/>
                  </a:lnTo>
                  <a:close/>
                </a:path>
              </a:pathLst>
            </a:custGeom>
            <a:solidFill>
              <a:srgbClr val="C8C8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429">
              <a:extLst>
                <a:ext uri="{FF2B5EF4-FFF2-40B4-BE49-F238E27FC236}">
                  <a16:creationId xmlns:a16="http://schemas.microsoft.com/office/drawing/2014/main" id="{D389AC3E-E606-A098-881D-E6E00F7DDC7E}"/>
                </a:ext>
              </a:extLst>
            </p:cNvPr>
            <p:cNvSpPr/>
            <p:nvPr/>
          </p:nvSpPr>
          <p:spPr>
            <a:xfrm>
              <a:off x="910590" y="4286249"/>
              <a:ext cx="655320" cy="3810"/>
            </a:xfrm>
            <a:custGeom>
              <a:avLst/>
              <a:gdLst/>
              <a:ahLst/>
              <a:cxnLst/>
              <a:rect l="l" t="t" r="r" b="b"/>
              <a:pathLst>
                <a:path w="655319" h="3810">
                  <a:moveTo>
                    <a:pt x="654037" y="1270"/>
                  </a:moveTo>
                  <a:lnTo>
                    <a:pt x="652780" y="1270"/>
                  </a:lnTo>
                  <a:lnTo>
                    <a:pt x="6527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654037" y="2540"/>
                  </a:lnTo>
                  <a:lnTo>
                    <a:pt x="654037" y="1270"/>
                  </a:lnTo>
                  <a:close/>
                </a:path>
                <a:path w="655319" h="3810">
                  <a:moveTo>
                    <a:pt x="65532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655320" y="3810"/>
                  </a:lnTo>
                  <a:lnTo>
                    <a:pt x="655320" y="2552"/>
                  </a:lnTo>
                  <a:close/>
                </a:path>
              </a:pathLst>
            </a:custGeom>
            <a:solidFill>
              <a:srgbClr val="C7C7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430">
              <a:extLst>
                <a:ext uri="{FF2B5EF4-FFF2-40B4-BE49-F238E27FC236}">
                  <a16:creationId xmlns:a16="http://schemas.microsoft.com/office/drawing/2014/main" id="{8296003C-AFA2-B35B-AE5B-47A2509E2B4F}"/>
                </a:ext>
              </a:extLst>
            </p:cNvPr>
            <p:cNvSpPr/>
            <p:nvPr/>
          </p:nvSpPr>
          <p:spPr>
            <a:xfrm>
              <a:off x="908050" y="4290059"/>
              <a:ext cx="660400" cy="3810"/>
            </a:xfrm>
            <a:custGeom>
              <a:avLst/>
              <a:gdLst/>
              <a:ahLst/>
              <a:cxnLst/>
              <a:rect l="l" t="t" r="r" b="b"/>
              <a:pathLst>
                <a:path w="660400" h="3810">
                  <a:moveTo>
                    <a:pt x="660400" y="2540"/>
                  </a:moveTo>
                  <a:lnTo>
                    <a:pt x="659117" y="2540"/>
                  </a:lnTo>
                  <a:lnTo>
                    <a:pt x="659117" y="1270"/>
                  </a:lnTo>
                  <a:lnTo>
                    <a:pt x="657860" y="1270"/>
                  </a:lnTo>
                  <a:lnTo>
                    <a:pt x="6578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60400" y="3810"/>
                  </a:lnTo>
                  <a:lnTo>
                    <a:pt x="660400" y="2540"/>
                  </a:lnTo>
                  <a:close/>
                </a:path>
              </a:pathLst>
            </a:custGeom>
            <a:solidFill>
              <a:srgbClr val="C5C5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431">
              <a:extLst>
                <a:ext uri="{FF2B5EF4-FFF2-40B4-BE49-F238E27FC236}">
                  <a16:creationId xmlns:a16="http://schemas.microsoft.com/office/drawing/2014/main" id="{70AC7657-DE3D-23EC-30EB-8133D7DD3F67}"/>
                </a:ext>
              </a:extLst>
            </p:cNvPr>
            <p:cNvSpPr/>
            <p:nvPr/>
          </p:nvSpPr>
          <p:spPr>
            <a:xfrm>
              <a:off x="905510" y="4293869"/>
              <a:ext cx="665480" cy="3810"/>
            </a:xfrm>
            <a:custGeom>
              <a:avLst/>
              <a:gdLst/>
              <a:ahLst/>
              <a:cxnLst/>
              <a:rect l="l" t="t" r="r" b="b"/>
              <a:pathLst>
                <a:path w="665480" h="3810">
                  <a:moveTo>
                    <a:pt x="6642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664210" y="1270"/>
                  </a:lnTo>
                  <a:lnTo>
                    <a:pt x="664210" y="0"/>
                  </a:lnTo>
                  <a:close/>
                </a:path>
                <a:path w="665480" h="3810">
                  <a:moveTo>
                    <a:pt x="665467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665467" y="3810"/>
                  </a:lnTo>
                  <a:lnTo>
                    <a:pt x="665467" y="1282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432">
              <a:extLst>
                <a:ext uri="{FF2B5EF4-FFF2-40B4-BE49-F238E27FC236}">
                  <a16:creationId xmlns:a16="http://schemas.microsoft.com/office/drawing/2014/main" id="{1B1AAC71-D503-7917-EF35-DAF590723990}"/>
                </a:ext>
              </a:extLst>
            </p:cNvPr>
            <p:cNvSpPr/>
            <p:nvPr/>
          </p:nvSpPr>
          <p:spPr>
            <a:xfrm>
              <a:off x="901700" y="4297679"/>
              <a:ext cx="673100" cy="3810"/>
            </a:xfrm>
            <a:custGeom>
              <a:avLst/>
              <a:gdLst/>
              <a:ahLst/>
              <a:cxnLst/>
              <a:rect l="l" t="t" r="r" b="b"/>
              <a:pathLst>
                <a:path w="673100" h="3810">
                  <a:moveTo>
                    <a:pt x="671817" y="1270"/>
                  </a:moveTo>
                  <a:lnTo>
                    <a:pt x="670560" y="1270"/>
                  </a:lnTo>
                  <a:lnTo>
                    <a:pt x="67056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671817" y="2540"/>
                  </a:lnTo>
                  <a:lnTo>
                    <a:pt x="671817" y="1270"/>
                  </a:lnTo>
                  <a:close/>
                </a:path>
                <a:path w="673100" h="3810">
                  <a:moveTo>
                    <a:pt x="67310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673100" y="3810"/>
                  </a:lnTo>
                  <a:lnTo>
                    <a:pt x="673100" y="2552"/>
                  </a:lnTo>
                  <a:close/>
                </a:path>
              </a:pathLst>
            </a:custGeom>
            <a:solidFill>
              <a:srgbClr val="C1C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433">
              <a:extLst>
                <a:ext uri="{FF2B5EF4-FFF2-40B4-BE49-F238E27FC236}">
                  <a16:creationId xmlns:a16="http://schemas.microsoft.com/office/drawing/2014/main" id="{5DA2F8C9-6B85-8D52-E4E6-6A754D4A030A}"/>
                </a:ext>
              </a:extLst>
            </p:cNvPr>
            <p:cNvSpPr/>
            <p:nvPr/>
          </p:nvSpPr>
          <p:spPr>
            <a:xfrm>
              <a:off x="900430" y="4301489"/>
              <a:ext cx="675640" cy="2540"/>
            </a:xfrm>
            <a:custGeom>
              <a:avLst/>
              <a:gdLst/>
              <a:ahLst/>
              <a:cxnLst/>
              <a:rect l="l" t="t" r="r" b="b"/>
              <a:pathLst>
                <a:path w="675640" h="2539">
                  <a:moveTo>
                    <a:pt x="675640" y="1270"/>
                  </a:moveTo>
                  <a:lnTo>
                    <a:pt x="674370" y="1270"/>
                  </a:lnTo>
                  <a:lnTo>
                    <a:pt x="67437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75640" y="2540"/>
                  </a:lnTo>
                  <a:lnTo>
                    <a:pt x="675640" y="1270"/>
                  </a:lnTo>
                  <a:close/>
                </a:path>
              </a:pathLst>
            </a:custGeom>
            <a:solidFill>
              <a:srgbClr val="C0C0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434">
              <a:extLst>
                <a:ext uri="{FF2B5EF4-FFF2-40B4-BE49-F238E27FC236}">
                  <a16:creationId xmlns:a16="http://schemas.microsoft.com/office/drawing/2014/main" id="{4868F540-D091-CB42-8FE2-18AB67E494A3}"/>
                </a:ext>
              </a:extLst>
            </p:cNvPr>
            <p:cNvSpPr/>
            <p:nvPr/>
          </p:nvSpPr>
          <p:spPr>
            <a:xfrm>
              <a:off x="896620" y="4304029"/>
              <a:ext cx="683260" cy="3810"/>
            </a:xfrm>
            <a:custGeom>
              <a:avLst/>
              <a:gdLst/>
              <a:ahLst/>
              <a:cxnLst/>
              <a:rect l="l" t="t" r="r" b="b"/>
              <a:pathLst>
                <a:path w="683260" h="3810">
                  <a:moveTo>
                    <a:pt x="681990" y="1270"/>
                  </a:moveTo>
                  <a:lnTo>
                    <a:pt x="680707" y="1270"/>
                  </a:lnTo>
                  <a:lnTo>
                    <a:pt x="68070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681990" y="2540"/>
                  </a:lnTo>
                  <a:lnTo>
                    <a:pt x="681990" y="1270"/>
                  </a:lnTo>
                  <a:close/>
                </a:path>
                <a:path w="683260" h="3810">
                  <a:moveTo>
                    <a:pt x="683247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683247" y="3810"/>
                  </a:lnTo>
                  <a:lnTo>
                    <a:pt x="683247" y="2552"/>
                  </a:lnTo>
                  <a:close/>
                </a:path>
              </a:pathLst>
            </a:custGeom>
            <a:solidFill>
              <a:srgbClr val="BEBE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435">
              <a:extLst>
                <a:ext uri="{FF2B5EF4-FFF2-40B4-BE49-F238E27FC236}">
                  <a16:creationId xmlns:a16="http://schemas.microsoft.com/office/drawing/2014/main" id="{E84EE90B-65AB-6518-DC03-C3F49C6E3B6F}"/>
                </a:ext>
              </a:extLst>
            </p:cNvPr>
            <p:cNvSpPr/>
            <p:nvPr/>
          </p:nvSpPr>
          <p:spPr>
            <a:xfrm>
              <a:off x="894080" y="4307839"/>
              <a:ext cx="688340" cy="3810"/>
            </a:xfrm>
            <a:custGeom>
              <a:avLst/>
              <a:gdLst/>
              <a:ahLst/>
              <a:cxnLst/>
              <a:rect l="l" t="t" r="r" b="b"/>
              <a:pathLst>
                <a:path w="688340" h="3810">
                  <a:moveTo>
                    <a:pt x="688340" y="2540"/>
                  </a:moveTo>
                  <a:lnTo>
                    <a:pt x="687070" y="2540"/>
                  </a:lnTo>
                  <a:lnTo>
                    <a:pt x="687070" y="1270"/>
                  </a:lnTo>
                  <a:lnTo>
                    <a:pt x="685787" y="1270"/>
                  </a:lnTo>
                  <a:lnTo>
                    <a:pt x="68580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88340" y="3810"/>
                  </a:lnTo>
                  <a:lnTo>
                    <a:pt x="68834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436">
              <a:extLst>
                <a:ext uri="{FF2B5EF4-FFF2-40B4-BE49-F238E27FC236}">
                  <a16:creationId xmlns:a16="http://schemas.microsoft.com/office/drawing/2014/main" id="{B72419F8-EB5D-655B-1725-0E3638DD052B}"/>
                </a:ext>
              </a:extLst>
            </p:cNvPr>
            <p:cNvSpPr/>
            <p:nvPr/>
          </p:nvSpPr>
          <p:spPr>
            <a:xfrm>
              <a:off x="891540" y="4311649"/>
              <a:ext cx="693420" cy="3810"/>
            </a:xfrm>
            <a:custGeom>
              <a:avLst/>
              <a:gdLst/>
              <a:ahLst/>
              <a:cxnLst/>
              <a:rect l="l" t="t" r="r" b="b"/>
              <a:pathLst>
                <a:path w="693419" h="3810">
                  <a:moveTo>
                    <a:pt x="692137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692137" y="1270"/>
                  </a:lnTo>
                  <a:lnTo>
                    <a:pt x="692137" y="0"/>
                  </a:lnTo>
                  <a:close/>
                </a:path>
                <a:path w="693419" h="3810">
                  <a:moveTo>
                    <a:pt x="69342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693420" y="3810"/>
                  </a:lnTo>
                  <a:lnTo>
                    <a:pt x="693420" y="1282"/>
                  </a:lnTo>
                  <a:close/>
                </a:path>
              </a:pathLst>
            </a:custGeom>
            <a:solidFill>
              <a:srgbClr val="BABA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437">
              <a:extLst>
                <a:ext uri="{FF2B5EF4-FFF2-40B4-BE49-F238E27FC236}">
                  <a16:creationId xmlns:a16="http://schemas.microsoft.com/office/drawing/2014/main" id="{8C3FD467-7BE3-3F6F-B8DD-EBF1488E8263}"/>
                </a:ext>
              </a:extLst>
            </p:cNvPr>
            <p:cNvSpPr/>
            <p:nvPr/>
          </p:nvSpPr>
          <p:spPr>
            <a:xfrm>
              <a:off x="887730" y="4315459"/>
              <a:ext cx="701040" cy="3810"/>
            </a:xfrm>
            <a:custGeom>
              <a:avLst/>
              <a:gdLst/>
              <a:ahLst/>
              <a:cxnLst/>
              <a:rect l="l" t="t" r="r" b="b"/>
              <a:pathLst>
                <a:path w="701040" h="3810">
                  <a:moveTo>
                    <a:pt x="701040" y="2540"/>
                  </a:moveTo>
                  <a:lnTo>
                    <a:pt x="699770" y="2540"/>
                  </a:lnTo>
                  <a:lnTo>
                    <a:pt x="699770" y="1270"/>
                  </a:lnTo>
                  <a:lnTo>
                    <a:pt x="698487" y="1270"/>
                  </a:lnTo>
                  <a:lnTo>
                    <a:pt x="69848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01040" y="3810"/>
                  </a:lnTo>
                  <a:lnTo>
                    <a:pt x="701040" y="2540"/>
                  </a:lnTo>
                  <a:close/>
                </a:path>
              </a:pathLst>
            </a:custGeom>
            <a:solidFill>
              <a:srgbClr val="B8B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438">
              <a:extLst>
                <a:ext uri="{FF2B5EF4-FFF2-40B4-BE49-F238E27FC236}">
                  <a16:creationId xmlns:a16="http://schemas.microsoft.com/office/drawing/2014/main" id="{4F0396F7-3530-00CF-4137-FF52E6485B69}"/>
                </a:ext>
              </a:extLst>
            </p:cNvPr>
            <p:cNvSpPr/>
            <p:nvPr/>
          </p:nvSpPr>
          <p:spPr>
            <a:xfrm>
              <a:off x="885190" y="4319282"/>
              <a:ext cx="706120" cy="3810"/>
            </a:xfrm>
            <a:custGeom>
              <a:avLst/>
              <a:gdLst/>
              <a:ahLst/>
              <a:cxnLst/>
              <a:rect l="l" t="t" r="r" b="b"/>
              <a:pathLst>
                <a:path w="706119" h="3810">
                  <a:moveTo>
                    <a:pt x="706120" y="2527"/>
                  </a:moveTo>
                  <a:lnTo>
                    <a:pt x="704837" y="2527"/>
                  </a:lnTo>
                  <a:lnTo>
                    <a:pt x="704837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706120" y="3797"/>
                  </a:lnTo>
                  <a:lnTo>
                    <a:pt x="706120" y="2527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439">
              <a:extLst>
                <a:ext uri="{FF2B5EF4-FFF2-40B4-BE49-F238E27FC236}">
                  <a16:creationId xmlns:a16="http://schemas.microsoft.com/office/drawing/2014/main" id="{9509ADE6-F650-FCDA-12DB-6C1D55B92530}"/>
                </a:ext>
              </a:extLst>
            </p:cNvPr>
            <p:cNvSpPr/>
            <p:nvPr/>
          </p:nvSpPr>
          <p:spPr>
            <a:xfrm>
              <a:off x="882650" y="4323079"/>
              <a:ext cx="711200" cy="3810"/>
            </a:xfrm>
            <a:custGeom>
              <a:avLst/>
              <a:gdLst/>
              <a:ahLst/>
              <a:cxnLst/>
              <a:rect l="l" t="t" r="r" b="b"/>
              <a:pathLst>
                <a:path w="711200" h="3810">
                  <a:moveTo>
                    <a:pt x="711200" y="1270"/>
                  </a:moveTo>
                  <a:lnTo>
                    <a:pt x="709917" y="1270"/>
                  </a:lnTo>
                  <a:lnTo>
                    <a:pt x="70991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11200" y="3810"/>
                  </a:lnTo>
                  <a:lnTo>
                    <a:pt x="711200" y="1270"/>
                  </a:lnTo>
                  <a:close/>
                </a:path>
              </a:pathLst>
            </a:custGeom>
            <a:solidFill>
              <a:srgbClr val="B5B5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440">
              <a:extLst>
                <a:ext uri="{FF2B5EF4-FFF2-40B4-BE49-F238E27FC236}">
                  <a16:creationId xmlns:a16="http://schemas.microsoft.com/office/drawing/2014/main" id="{58A6B6BE-CADE-18AA-E0DB-E59B71950C12}"/>
                </a:ext>
              </a:extLst>
            </p:cNvPr>
            <p:cNvSpPr/>
            <p:nvPr/>
          </p:nvSpPr>
          <p:spPr>
            <a:xfrm>
              <a:off x="878840" y="4326902"/>
              <a:ext cx="718820" cy="3810"/>
            </a:xfrm>
            <a:custGeom>
              <a:avLst/>
              <a:gdLst/>
              <a:ahLst/>
              <a:cxnLst/>
              <a:rect l="l" t="t" r="r" b="b"/>
              <a:pathLst>
                <a:path w="718819" h="3810">
                  <a:moveTo>
                    <a:pt x="718820" y="2527"/>
                  </a:moveTo>
                  <a:lnTo>
                    <a:pt x="717537" y="2527"/>
                  </a:lnTo>
                  <a:lnTo>
                    <a:pt x="717537" y="1257"/>
                  </a:lnTo>
                  <a:lnTo>
                    <a:pt x="716280" y="1257"/>
                  </a:lnTo>
                  <a:lnTo>
                    <a:pt x="71628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718820" y="3797"/>
                  </a:lnTo>
                  <a:lnTo>
                    <a:pt x="718820" y="2527"/>
                  </a:lnTo>
                  <a:close/>
                </a:path>
              </a:pathLst>
            </a:custGeom>
            <a:solidFill>
              <a:srgbClr val="B3B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441">
              <a:extLst>
                <a:ext uri="{FF2B5EF4-FFF2-40B4-BE49-F238E27FC236}">
                  <a16:creationId xmlns:a16="http://schemas.microsoft.com/office/drawing/2014/main" id="{D9649632-9D68-3CDA-A7C3-2CEEE66C48FB}"/>
                </a:ext>
              </a:extLst>
            </p:cNvPr>
            <p:cNvSpPr/>
            <p:nvPr/>
          </p:nvSpPr>
          <p:spPr>
            <a:xfrm>
              <a:off x="877569" y="4330700"/>
              <a:ext cx="721360" cy="2540"/>
            </a:xfrm>
            <a:custGeom>
              <a:avLst/>
              <a:gdLst/>
              <a:ahLst/>
              <a:cxnLst/>
              <a:rect l="l" t="t" r="r" b="b"/>
              <a:pathLst>
                <a:path w="721360" h="2539">
                  <a:moveTo>
                    <a:pt x="72136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21360" y="2539"/>
                  </a:lnTo>
                  <a:lnTo>
                    <a:pt x="721360" y="0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442">
              <a:extLst>
                <a:ext uri="{FF2B5EF4-FFF2-40B4-BE49-F238E27FC236}">
                  <a16:creationId xmlns:a16="http://schemas.microsoft.com/office/drawing/2014/main" id="{E113BD64-9543-E725-063D-B22EF1AE4BA1}"/>
                </a:ext>
              </a:extLst>
            </p:cNvPr>
            <p:cNvSpPr/>
            <p:nvPr/>
          </p:nvSpPr>
          <p:spPr>
            <a:xfrm>
              <a:off x="873760" y="4333252"/>
              <a:ext cx="728980" cy="3810"/>
            </a:xfrm>
            <a:custGeom>
              <a:avLst/>
              <a:gdLst/>
              <a:ahLst/>
              <a:cxnLst/>
              <a:rect l="l" t="t" r="r" b="b"/>
              <a:pathLst>
                <a:path w="728980" h="3810">
                  <a:moveTo>
                    <a:pt x="728967" y="2527"/>
                  </a:moveTo>
                  <a:lnTo>
                    <a:pt x="727710" y="2527"/>
                  </a:lnTo>
                  <a:lnTo>
                    <a:pt x="727710" y="1257"/>
                  </a:lnTo>
                  <a:lnTo>
                    <a:pt x="726440" y="1257"/>
                  </a:lnTo>
                  <a:lnTo>
                    <a:pt x="72644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728967" y="3797"/>
                  </a:lnTo>
                  <a:lnTo>
                    <a:pt x="728967" y="2527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443">
              <a:extLst>
                <a:ext uri="{FF2B5EF4-FFF2-40B4-BE49-F238E27FC236}">
                  <a16:creationId xmlns:a16="http://schemas.microsoft.com/office/drawing/2014/main" id="{CC4C9DB9-9B5D-FC6D-901A-51680E1E5087}"/>
                </a:ext>
              </a:extLst>
            </p:cNvPr>
            <p:cNvSpPr/>
            <p:nvPr/>
          </p:nvSpPr>
          <p:spPr>
            <a:xfrm>
              <a:off x="871220" y="4337049"/>
              <a:ext cx="734060" cy="3810"/>
            </a:xfrm>
            <a:custGeom>
              <a:avLst/>
              <a:gdLst/>
              <a:ahLst/>
              <a:cxnLst/>
              <a:rect l="l" t="t" r="r" b="b"/>
              <a:pathLst>
                <a:path w="734060" h="3810">
                  <a:moveTo>
                    <a:pt x="73279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732790" y="2540"/>
                  </a:lnTo>
                  <a:lnTo>
                    <a:pt x="732790" y="0"/>
                  </a:lnTo>
                  <a:close/>
                </a:path>
                <a:path w="734060" h="3810">
                  <a:moveTo>
                    <a:pt x="734047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734047" y="3810"/>
                  </a:lnTo>
                  <a:lnTo>
                    <a:pt x="734047" y="2552"/>
                  </a:lnTo>
                  <a:close/>
                </a:path>
              </a:pathLst>
            </a:custGeom>
            <a:solidFill>
              <a:srgbClr val="AEAE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444">
              <a:extLst>
                <a:ext uri="{FF2B5EF4-FFF2-40B4-BE49-F238E27FC236}">
                  <a16:creationId xmlns:a16="http://schemas.microsoft.com/office/drawing/2014/main" id="{726DA323-44A9-4BE6-55E3-E97E94016B59}"/>
                </a:ext>
              </a:extLst>
            </p:cNvPr>
            <p:cNvSpPr/>
            <p:nvPr/>
          </p:nvSpPr>
          <p:spPr>
            <a:xfrm>
              <a:off x="867410" y="4340859"/>
              <a:ext cx="741680" cy="3810"/>
            </a:xfrm>
            <a:custGeom>
              <a:avLst/>
              <a:gdLst/>
              <a:ahLst/>
              <a:cxnLst/>
              <a:rect l="l" t="t" r="r" b="b"/>
              <a:pathLst>
                <a:path w="741680" h="3810">
                  <a:moveTo>
                    <a:pt x="741667" y="2540"/>
                  </a:moveTo>
                  <a:lnTo>
                    <a:pt x="740410" y="2540"/>
                  </a:lnTo>
                  <a:lnTo>
                    <a:pt x="740410" y="1270"/>
                  </a:lnTo>
                  <a:lnTo>
                    <a:pt x="739140" y="1270"/>
                  </a:lnTo>
                  <a:lnTo>
                    <a:pt x="7391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41667" y="3810"/>
                  </a:lnTo>
                  <a:lnTo>
                    <a:pt x="741667" y="254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445">
              <a:extLst>
                <a:ext uri="{FF2B5EF4-FFF2-40B4-BE49-F238E27FC236}">
                  <a16:creationId xmlns:a16="http://schemas.microsoft.com/office/drawing/2014/main" id="{01C8DC1A-5DBB-FD7E-2278-6D5D9EC16BD2}"/>
                </a:ext>
              </a:extLst>
            </p:cNvPr>
            <p:cNvSpPr/>
            <p:nvPr/>
          </p:nvSpPr>
          <p:spPr>
            <a:xfrm>
              <a:off x="864870" y="4344669"/>
              <a:ext cx="746760" cy="3810"/>
            </a:xfrm>
            <a:custGeom>
              <a:avLst/>
              <a:gdLst/>
              <a:ahLst/>
              <a:cxnLst/>
              <a:rect l="l" t="t" r="r" b="b"/>
              <a:pathLst>
                <a:path w="746760" h="3810">
                  <a:moveTo>
                    <a:pt x="744207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744207" y="1270"/>
                  </a:lnTo>
                  <a:lnTo>
                    <a:pt x="744207" y="0"/>
                  </a:lnTo>
                  <a:close/>
                </a:path>
                <a:path w="746760" h="3810">
                  <a:moveTo>
                    <a:pt x="746747" y="2540"/>
                  </a:moveTo>
                  <a:lnTo>
                    <a:pt x="745490" y="2540"/>
                  </a:lnTo>
                  <a:lnTo>
                    <a:pt x="74549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46747" y="3810"/>
                  </a:lnTo>
                  <a:lnTo>
                    <a:pt x="746747" y="2540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446">
              <a:extLst>
                <a:ext uri="{FF2B5EF4-FFF2-40B4-BE49-F238E27FC236}">
                  <a16:creationId xmlns:a16="http://schemas.microsoft.com/office/drawing/2014/main" id="{56F92BA5-51C1-4985-9CAA-F6040D7C3E33}"/>
                </a:ext>
              </a:extLst>
            </p:cNvPr>
            <p:cNvSpPr/>
            <p:nvPr/>
          </p:nvSpPr>
          <p:spPr>
            <a:xfrm>
              <a:off x="862330" y="4348479"/>
              <a:ext cx="751840" cy="3810"/>
            </a:xfrm>
            <a:custGeom>
              <a:avLst/>
              <a:gdLst/>
              <a:ahLst/>
              <a:cxnLst/>
              <a:rect l="l" t="t" r="r" b="b"/>
              <a:pathLst>
                <a:path w="751840" h="3810">
                  <a:moveTo>
                    <a:pt x="751840" y="2540"/>
                  </a:moveTo>
                  <a:lnTo>
                    <a:pt x="750570" y="2540"/>
                  </a:lnTo>
                  <a:lnTo>
                    <a:pt x="75057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51840" y="3810"/>
                  </a:lnTo>
                  <a:lnTo>
                    <a:pt x="751840" y="2540"/>
                  </a:lnTo>
                  <a:close/>
                </a:path>
              </a:pathLst>
            </a:custGeom>
            <a:solidFill>
              <a:srgbClr val="A8A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447">
              <a:extLst>
                <a:ext uri="{FF2B5EF4-FFF2-40B4-BE49-F238E27FC236}">
                  <a16:creationId xmlns:a16="http://schemas.microsoft.com/office/drawing/2014/main" id="{81ED9111-FFB0-D175-05A0-9E339BA2299D}"/>
                </a:ext>
              </a:extLst>
            </p:cNvPr>
            <p:cNvSpPr/>
            <p:nvPr/>
          </p:nvSpPr>
          <p:spPr>
            <a:xfrm>
              <a:off x="858520" y="4352302"/>
              <a:ext cx="759460" cy="3810"/>
            </a:xfrm>
            <a:custGeom>
              <a:avLst/>
              <a:gdLst/>
              <a:ahLst/>
              <a:cxnLst/>
              <a:rect l="l" t="t" r="r" b="b"/>
              <a:pathLst>
                <a:path w="759460" h="3810">
                  <a:moveTo>
                    <a:pt x="759447" y="2527"/>
                  </a:moveTo>
                  <a:lnTo>
                    <a:pt x="758190" y="2527"/>
                  </a:lnTo>
                  <a:lnTo>
                    <a:pt x="758190" y="1257"/>
                  </a:lnTo>
                  <a:lnTo>
                    <a:pt x="756907" y="1257"/>
                  </a:lnTo>
                  <a:lnTo>
                    <a:pt x="756907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759447" y="3797"/>
                  </a:lnTo>
                  <a:lnTo>
                    <a:pt x="759447" y="2527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448">
              <a:extLst>
                <a:ext uri="{FF2B5EF4-FFF2-40B4-BE49-F238E27FC236}">
                  <a16:creationId xmlns:a16="http://schemas.microsoft.com/office/drawing/2014/main" id="{0BD36F39-FD37-5BD9-17D6-DA3E365101E1}"/>
                </a:ext>
              </a:extLst>
            </p:cNvPr>
            <p:cNvSpPr/>
            <p:nvPr/>
          </p:nvSpPr>
          <p:spPr>
            <a:xfrm>
              <a:off x="855980" y="4356099"/>
              <a:ext cx="764540" cy="3810"/>
            </a:xfrm>
            <a:custGeom>
              <a:avLst/>
              <a:gdLst/>
              <a:ahLst/>
              <a:cxnLst/>
              <a:rect l="l" t="t" r="r" b="b"/>
              <a:pathLst>
                <a:path w="764540" h="3810">
                  <a:moveTo>
                    <a:pt x="763270" y="1270"/>
                  </a:moveTo>
                  <a:lnTo>
                    <a:pt x="761987" y="1270"/>
                  </a:lnTo>
                  <a:lnTo>
                    <a:pt x="76198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763270" y="2540"/>
                  </a:lnTo>
                  <a:lnTo>
                    <a:pt x="763270" y="1270"/>
                  </a:lnTo>
                  <a:close/>
                </a:path>
                <a:path w="764540" h="3810">
                  <a:moveTo>
                    <a:pt x="76454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764540" y="3810"/>
                  </a:lnTo>
                  <a:lnTo>
                    <a:pt x="764540" y="2552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449">
              <a:extLst>
                <a:ext uri="{FF2B5EF4-FFF2-40B4-BE49-F238E27FC236}">
                  <a16:creationId xmlns:a16="http://schemas.microsoft.com/office/drawing/2014/main" id="{144415D1-8930-93DB-6D66-2A8D5B87EA12}"/>
                </a:ext>
              </a:extLst>
            </p:cNvPr>
            <p:cNvSpPr/>
            <p:nvPr/>
          </p:nvSpPr>
          <p:spPr>
            <a:xfrm>
              <a:off x="853440" y="4359909"/>
              <a:ext cx="769620" cy="3810"/>
            </a:xfrm>
            <a:custGeom>
              <a:avLst/>
              <a:gdLst/>
              <a:ahLst/>
              <a:cxnLst/>
              <a:rect l="l" t="t" r="r" b="b"/>
              <a:pathLst>
                <a:path w="769619" h="3810">
                  <a:moveTo>
                    <a:pt x="769620" y="1270"/>
                  </a:moveTo>
                  <a:lnTo>
                    <a:pt x="768337" y="1270"/>
                  </a:lnTo>
                  <a:lnTo>
                    <a:pt x="768337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769620" y="3810"/>
                  </a:lnTo>
                  <a:lnTo>
                    <a:pt x="769620" y="1270"/>
                  </a:lnTo>
                  <a:close/>
                </a:path>
              </a:pathLst>
            </a:custGeom>
            <a:solidFill>
              <a:srgbClr val="A3A3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450">
              <a:extLst>
                <a:ext uri="{FF2B5EF4-FFF2-40B4-BE49-F238E27FC236}">
                  <a16:creationId xmlns:a16="http://schemas.microsoft.com/office/drawing/2014/main" id="{156032AC-DEE9-E11D-E157-25DD7DA297A6}"/>
                </a:ext>
              </a:extLst>
            </p:cNvPr>
            <p:cNvSpPr/>
            <p:nvPr/>
          </p:nvSpPr>
          <p:spPr>
            <a:xfrm>
              <a:off x="850900" y="4363719"/>
              <a:ext cx="774700" cy="2540"/>
            </a:xfrm>
            <a:custGeom>
              <a:avLst/>
              <a:gdLst/>
              <a:ahLst/>
              <a:cxnLst/>
              <a:rect l="l" t="t" r="r" b="b"/>
              <a:pathLst>
                <a:path w="774700" h="2539">
                  <a:moveTo>
                    <a:pt x="773417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773417" y="1270"/>
                  </a:lnTo>
                  <a:lnTo>
                    <a:pt x="773417" y="0"/>
                  </a:lnTo>
                  <a:close/>
                </a:path>
                <a:path w="774700" h="2539">
                  <a:moveTo>
                    <a:pt x="774700" y="1282"/>
                  </a:moveTo>
                  <a:lnTo>
                    <a:pt x="0" y="1282"/>
                  </a:lnTo>
                  <a:lnTo>
                    <a:pt x="0" y="2540"/>
                  </a:lnTo>
                  <a:lnTo>
                    <a:pt x="774700" y="2540"/>
                  </a:lnTo>
                  <a:lnTo>
                    <a:pt x="774700" y="1282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451">
              <a:extLst>
                <a:ext uri="{FF2B5EF4-FFF2-40B4-BE49-F238E27FC236}">
                  <a16:creationId xmlns:a16="http://schemas.microsoft.com/office/drawing/2014/main" id="{76F47C0B-864D-63B8-2E20-B1FE532BCA5C}"/>
                </a:ext>
              </a:extLst>
            </p:cNvPr>
            <p:cNvSpPr/>
            <p:nvPr/>
          </p:nvSpPr>
          <p:spPr>
            <a:xfrm>
              <a:off x="848360" y="4366259"/>
              <a:ext cx="779780" cy="3810"/>
            </a:xfrm>
            <a:custGeom>
              <a:avLst/>
              <a:gdLst/>
              <a:ahLst/>
              <a:cxnLst/>
              <a:rect l="l" t="t" r="r" b="b"/>
              <a:pathLst>
                <a:path w="779780" h="3810">
                  <a:moveTo>
                    <a:pt x="779767" y="2540"/>
                  </a:moveTo>
                  <a:lnTo>
                    <a:pt x="778510" y="2540"/>
                  </a:lnTo>
                  <a:lnTo>
                    <a:pt x="77851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79767" y="3810"/>
                  </a:lnTo>
                  <a:lnTo>
                    <a:pt x="779767" y="2540"/>
                  </a:lnTo>
                  <a:close/>
                </a:path>
              </a:pathLst>
            </a:custGeom>
            <a:solidFill>
              <a:srgbClr val="A0A0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452">
              <a:extLst>
                <a:ext uri="{FF2B5EF4-FFF2-40B4-BE49-F238E27FC236}">
                  <a16:creationId xmlns:a16="http://schemas.microsoft.com/office/drawing/2014/main" id="{D6EF44D7-5C49-4AEC-C286-9843F54D5E39}"/>
                </a:ext>
              </a:extLst>
            </p:cNvPr>
            <p:cNvSpPr/>
            <p:nvPr/>
          </p:nvSpPr>
          <p:spPr>
            <a:xfrm>
              <a:off x="844550" y="4370069"/>
              <a:ext cx="787400" cy="3810"/>
            </a:xfrm>
            <a:custGeom>
              <a:avLst/>
              <a:gdLst/>
              <a:ahLst/>
              <a:cxnLst/>
              <a:rect l="l" t="t" r="r" b="b"/>
              <a:pathLst>
                <a:path w="787400" h="3810">
                  <a:moveTo>
                    <a:pt x="78486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784860" y="1270"/>
                  </a:lnTo>
                  <a:lnTo>
                    <a:pt x="784860" y="0"/>
                  </a:lnTo>
                  <a:close/>
                </a:path>
                <a:path w="787400" h="3810">
                  <a:moveTo>
                    <a:pt x="787400" y="2540"/>
                  </a:moveTo>
                  <a:lnTo>
                    <a:pt x="786117" y="2540"/>
                  </a:lnTo>
                  <a:lnTo>
                    <a:pt x="786117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87400" y="3810"/>
                  </a:lnTo>
                  <a:lnTo>
                    <a:pt x="787400" y="2540"/>
                  </a:lnTo>
                  <a:close/>
                </a:path>
              </a:pathLst>
            </a:custGeom>
            <a:solidFill>
              <a:srgbClr val="9E9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453">
              <a:extLst>
                <a:ext uri="{FF2B5EF4-FFF2-40B4-BE49-F238E27FC236}">
                  <a16:creationId xmlns:a16="http://schemas.microsoft.com/office/drawing/2014/main" id="{F7610698-9B33-2A25-1346-3D4E9B3DDC9F}"/>
                </a:ext>
              </a:extLst>
            </p:cNvPr>
            <p:cNvSpPr/>
            <p:nvPr/>
          </p:nvSpPr>
          <p:spPr>
            <a:xfrm>
              <a:off x="842010" y="4373879"/>
              <a:ext cx="792480" cy="3810"/>
            </a:xfrm>
            <a:custGeom>
              <a:avLst/>
              <a:gdLst/>
              <a:ahLst/>
              <a:cxnLst/>
              <a:rect l="l" t="t" r="r" b="b"/>
              <a:pathLst>
                <a:path w="792480" h="3810">
                  <a:moveTo>
                    <a:pt x="792467" y="2540"/>
                  </a:moveTo>
                  <a:lnTo>
                    <a:pt x="791210" y="2540"/>
                  </a:lnTo>
                  <a:lnTo>
                    <a:pt x="791210" y="1270"/>
                  </a:lnTo>
                  <a:lnTo>
                    <a:pt x="789940" y="1270"/>
                  </a:lnTo>
                  <a:lnTo>
                    <a:pt x="78994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792467" y="3810"/>
                  </a:lnTo>
                  <a:lnTo>
                    <a:pt x="792467" y="2540"/>
                  </a:lnTo>
                  <a:close/>
                </a:path>
              </a:pathLst>
            </a:custGeom>
            <a:solidFill>
              <a:srgbClr val="9C9C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454">
              <a:extLst>
                <a:ext uri="{FF2B5EF4-FFF2-40B4-BE49-F238E27FC236}">
                  <a16:creationId xmlns:a16="http://schemas.microsoft.com/office/drawing/2014/main" id="{CE01F2EA-C78A-7AC9-3886-C44B8D11891B}"/>
                </a:ext>
              </a:extLst>
            </p:cNvPr>
            <p:cNvSpPr/>
            <p:nvPr/>
          </p:nvSpPr>
          <p:spPr>
            <a:xfrm>
              <a:off x="842009" y="4268469"/>
              <a:ext cx="791210" cy="107950"/>
            </a:xfrm>
            <a:custGeom>
              <a:avLst/>
              <a:gdLst/>
              <a:ahLst/>
              <a:cxnLst/>
              <a:rect l="l" t="t" r="r" b="b"/>
              <a:pathLst>
                <a:path w="791210" h="107950">
                  <a:moveTo>
                    <a:pt x="0" y="107949"/>
                  </a:moveTo>
                  <a:lnTo>
                    <a:pt x="85090" y="0"/>
                  </a:lnTo>
                  <a:lnTo>
                    <a:pt x="706120" y="0"/>
                  </a:lnTo>
                  <a:lnTo>
                    <a:pt x="791210" y="107949"/>
                  </a:lnTo>
                  <a:lnTo>
                    <a:pt x="0" y="10794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455">
              <a:extLst>
                <a:ext uri="{FF2B5EF4-FFF2-40B4-BE49-F238E27FC236}">
                  <a16:creationId xmlns:a16="http://schemas.microsoft.com/office/drawing/2014/main" id="{07829A24-7FF3-29AD-FD9D-F1AF93597111}"/>
                </a:ext>
              </a:extLst>
            </p:cNvPr>
            <p:cNvSpPr/>
            <p:nvPr/>
          </p:nvSpPr>
          <p:spPr>
            <a:xfrm>
              <a:off x="840740" y="437514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456">
              <a:extLst>
                <a:ext uri="{FF2B5EF4-FFF2-40B4-BE49-F238E27FC236}">
                  <a16:creationId xmlns:a16="http://schemas.microsoft.com/office/drawing/2014/main" id="{5C9C89E5-5469-537C-BD2E-9A5A8D88D830}"/>
                </a:ext>
              </a:extLst>
            </p:cNvPr>
            <p:cNvSpPr/>
            <p:nvPr/>
          </p:nvSpPr>
          <p:spPr>
            <a:xfrm>
              <a:off x="840739" y="4378960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95020" y="3809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B8B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457">
              <a:extLst>
                <a:ext uri="{FF2B5EF4-FFF2-40B4-BE49-F238E27FC236}">
                  <a16:creationId xmlns:a16="http://schemas.microsoft.com/office/drawing/2014/main" id="{564F74D6-123F-8DED-3987-5AD3B294F7C6}"/>
                </a:ext>
              </a:extLst>
            </p:cNvPr>
            <p:cNvSpPr/>
            <p:nvPr/>
          </p:nvSpPr>
          <p:spPr>
            <a:xfrm>
              <a:off x="840739" y="438276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95020" y="3809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A8A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458">
              <a:extLst>
                <a:ext uri="{FF2B5EF4-FFF2-40B4-BE49-F238E27FC236}">
                  <a16:creationId xmlns:a16="http://schemas.microsoft.com/office/drawing/2014/main" id="{5EDC2B22-047C-9AD7-A8CB-51F74F4EB138}"/>
                </a:ext>
              </a:extLst>
            </p:cNvPr>
            <p:cNvSpPr/>
            <p:nvPr/>
          </p:nvSpPr>
          <p:spPr>
            <a:xfrm>
              <a:off x="840739" y="438657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888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459">
              <a:extLst>
                <a:ext uri="{FF2B5EF4-FFF2-40B4-BE49-F238E27FC236}">
                  <a16:creationId xmlns:a16="http://schemas.microsoft.com/office/drawing/2014/main" id="{DD61BD5A-DE0A-23B5-1171-7DA14DB732DE}"/>
                </a:ext>
              </a:extLst>
            </p:cNvPr>
            <p:cNvSpPr/>
            <p:nvPr/>
          </p:nvSpPr>
          <p:spPr>
            <a:xfrm>
              <a:off x="840739" y="4390389"/>
              <a:ext cx="795020" cy="2540"/>
            </a:xfrm>
            <a:custGeom>
              <a:avLst/>
              <a:gdLst/>
              <a:ahLst/>
              <a:cxnLst/>
              <a:rect l="l" t="t" r="r" b="b"/>
              <a:pathLst>
                <a:path w="795019" h="2539">
                  <a:moveTo>
                    <a:pt x="7950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795020" y="254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787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460">
              <a:extLst>
                <a:ext uri="{FF2B5EF4-FFF2-40B4-BE49-F238E27FC236}">
                  <a16:creationId xmlns:a16="http://schemas.microsoft.com/office/drawing/2014/main" id="{CFDA1CAA-FD3D-B0D3-502E-5AFCF4765C01}"/>
                </a:ext>
              </a:extLst>
            </p:cNvPr>
            <p:cNvSpPr/>
            <p:nvPr/>
          </p:nvSpPr>
          <p:spPr>
            <a:xfrm>
              <a:off x="840739" y="439292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461">
              <a:extLst>
                <a:ext uri="{FF2B5EF4-FFF2-40B4-BE49-F238E27FC236}">
                  <a16:creationId xmlns:a16="http://schemas.microsoft.com/office/drawing/2014/main" id="{98F5D03F-406F-488E-F416-41DBB7FCA5C6}"/>
                </a:ext>
              </a:extLst>
            </p:cNvPr>
            <p:cNvSpPr/>
            <p:nvPr/>
          </p:nvSpPr>
          <p:spPr>
            <a:xfrm>
              <a:off x="840739" y="439673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48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462">
              <a:extLst>
                <a:ext uri="{FF2B5EF4-FFF2-40B4-BE49-F238E27FC236}">
                  <a16:creationId xmlns:a16="http://schemas.microsoft.com/office/drawing/2014/main" id="{DFE2AAB4-AEBD-8D4D-CC16-3ABAAA47808E}"/>
                </a:ext>
              </a:extLst>
            </p:cNvPr>
            <p:cNvSpPr/>
            <p:nvPr/>
          </p:nvSpPr>
          <p:spPr>
            <a:xfrm>
              <a:off x="840739" y="4400550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38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463">
              <a:extLst>
                <a:ext uri="{FF2B5EF4-FFF2-40B4-BE49-F238E27FC236}">
                  <a16:creationId xmlns:a16="http://schemas.microsoft.com/office/drawing/2014/main" id="{C8B2C0C0-61CC-7268-4F07-90525BD5FC48}"/>
                </a:ext>
              </a:extLst>
            </p:cNvPr>
            <p:cNvSpPr/>
            <p:nvPr/>
          </p:nvSpPr>
          <p:spPr>
            <a:xfrm>
              <a:off x="840739" y="4404360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95020" y="3809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18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464">
              <a:extLst>
                <a:ext uri="{FF2B5EF4-FFF2-40B4-BE49-F238E27FC236}">
                  <a16:creationId xmlns:a16="http://schemas.microsoft.com/office/drawing/2014/main" id="{1B0CB25C-3EC0-F992-C598-896AACEEB4CC}"/>
                </a:ext>
              </a:extLst>
            </p:cNvPr>
            <p:cNvSpPr/>
            <p:nvPr/>
          </p:nvSpPr>
          <p:spPr>
            <a:xfrm>
              <a:off x="840739" y="440816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95020" y="3809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808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465">
              <a:extLst>
                <a:ext uri="{FF2B5EF4-FFF2-40B4-BE49-F238E27FC236}">
                  <a16:creationId xmlns:a16="http://schemas.microsoft.com/office/drawing/2014/main" id="{0323FF01-59C2-DF1F-9177-F7A98D57F491}"/>
                </a:ext>
              </a:extLst>
            </p:cNvPr>
            <p:cNvSpPr/>
            <p:nvPr/>
          </p:nvSpPr>
          <p:spPr>
            <a:xfrm>
              <a:off x="840739" y="4411979"/>
              <a:ext cx="795020" cy="3810"/>
            </a:xfrm>
            <a:custGeom>
              <a:avLst/>
              <a:gdLst/>
              <a:ahLst/>
              <a:cxnLst/>
              <a:rect l="l" t="t" r="r" b="b"/>
              <a:pathLst>
                <a:path w="795019" h="3810">
                  <a:moveTo>
                    <a:pt x="7950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95020" y="3810"/>
                  </a:lnTo>
                  <a:lnTo>
                    <a:pt x="795020" y="0"/>
                  </a:lnTo>
                  <a:close/>
                </a:path>
              </a:pathLst>
            </a:custGeom>
            <a:solidFill>
              <a:srgbClr val="7E7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466">
              <a:extLst>
                <a:ext uri="{FF2B5EF4-FFF2-40B4-BE49-F238E27FC236}">
                  <a16:creationId xmlns:a16="http://schemas.microsoft.com/office/drawing/2014/main" id="{8B1499F6-2C29-E87C-1A59-7410A735A862}"/>
                </a:ext>
              </a:extLst>
            </p:cNvPr>
            <p:cNvSpPr/>
            <p:nvPr/>
          </p:nvSpPr>
          <p:spPr>
            <a:xfrm>
              <a:off x="840739" y="4376419"/>
              <a:ext cx="793750" cy="38100"/>
            </a:xfrm>
            <a:custGeom>
              <a:avLst/>
              <a:gdLst/>
              <a:ahLst/>
              <a:cxnLst/>
              <a:rect l="l" t="t" r="r" b="b"/>
              <a:pathLst>
                <a:path w="793750" h="38100">
                  <a:moveTo>
                    <a:pt x="397509" y="38099"/>
                  </a:moveTo>
                  <a:lnTo>
                    <a:pt x="0" y="38099"/>
                  </a:lnTo>
                  <a:lnTo>
                    <a:pt x="0" y="0"/>
                  </a:lnTo>
                  <a:lnTo>
                    <a:pt x="793749" y="0"/>
                  </a:lnTo>
                  <a:lnTo>
                    <a:pt x="793749" y="38099"/>
                  </a:lnTo>
                  <a:lnTo>
                    <a:pt x="397509" y="3809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83" name="object 467">
              <a:extLst>
                <a:ext uri="{FF2B5EF4-FFF2-40B4-BE49-F238E27FC236}">
                  <a16:creationId xmlns:a16="http://schemas.microsoft.com/office/drawing/2014/main" id="{65984ABF-F0A3-1F18-D26D-7890BC39C542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43939" y="3966210"/>
              <a:ext cx="374650" cy="106680"/>
            </a:xfrm>
            <a:prstGeom prst="rect">
              <a:avLst/>
            </a:prstGeom>
          </p:spPr>
        </p:pic>
        <p:sp>
          <p:nvSpPr>
            <p:cNvPr id="2184" name="object 468">
              <a:extLst>
                <a:ext uri="{FF2B5EF4-FFF2-40B4-BE49-F238E27FC236}">
                  <a16:creationId xmlns:a16="http://schemas.microsoft.com/office/drawing/2014/main" id="{BB3E7074-040E-5888-4B5D-05063BB4C0B2}"/>
                </a:ext>
              </a:extLst>
            </p:cNvPr>
            <p:cNvSpPr/>
            <p:nvPr/>
          </p:nvSpPr>
          <p:spPr>
            <a:xfrm>
              <a:off x="1043939" y="3966210"/>
              <a:ext cx="373380" cy="105410"/>
            </a:xfrm>
            <a:custGeom>
              <a:avLst/>
              <a:gdLst/>
              <a:ahLst/>
              <a:cxnLst/>
              <a:rect l="l" t="t" r="r" b="b"/>
              <a:pathLst>
                <a:path w="373380" h="105410">
                  <a:moveTo>
                    <a:pt x="373379" y="82550"/>
                  </a:moveTo>
                  <a:lnTo>
                    <a:pt x="366514" y="79910"/>
                  </a:lnTo>
                  <a:lnTo>
                    <a:pt x="347027" y="77628"/>
                  </a:lnTo>
                  <a:lnTo>
                    <a:pt x="316587" y="75584"/>
                  </a:lnTo>
                  <a:lnTo>
                    <a:pt x="276859" y="73659"/>
                  </a:lnTo>
                  <a:lnTo>
                    <a:pt x="278328" y="54570"/>
                  </a:lnTo>
                  <a:lnTo>
                    <a:pt x="279082" y="44767"/>
                  </a:lnTo>
                  <a:lnTo>
                    <a:pt x="279360" y="41155"/>
                  </a:lnTo>
                  <a:lnTo>
                    <a:pt x="279400" y="40639"/>
                  </a:lnTo>
                  <a:lnTo>
                    <a:pt x="318313" y="17144"/>
                  </a:lnTo>
                  <a:lnTo>
                    <a:pt x="338296" y="5080"/>
                  </a:lnTo>
                  <a:lnTo>
                    <a:pt x="345658" y="635"/>
                  </a:lnTo>
                  <a:lnTo>
                    <a:pt x="346709" y="0"/>
                  </a:lnTo>
                  <a:lnTo>
                    <a:pt x="27940" y="0"/>
                  </a:lnTo>
                  <a:lnTo>
                    <a:pt x="67587" y="23494"/>
                  </a:lnTo>
                  <a:lnTo>
                    <a:pt x="87947" y="35559"/>
                  </a:lnTo>
                  <a:lnTo>
                    <a:pt x="95448" y="40004"/>
                  </a:lnTo>
                  <a:lnTo>
                    <a:pt x="96519" y="40639"/>
                  </a:lnTo>
                  <a:lnTo>
                    <a:pt x="96519" y="59729"/>
                  </a:lnTo>
                  <a:lnTo>
                    <a:pt x="96519" y="69532"/>
                  </a:lnTo>
                  <a:lnTo>
                    <a:pt x="96519" y="73144"/>
                  </a:lnTo>
                  <a:lnTo>
                    <a:pt x="96519" y="73659"/>
                  </a:lnTo>
                  <a:lnTo>
                    <a:pt x="57328" y="75584"/>
                  </a:lnTo>
                  <a:lnTo>
                    <a:pt x="26828" y="77628"/>
                  </a:lnTo>
                  <a:lnTo>
                    <a:pt x="7044" y="79910"/>
                  </a:lnTo>
                  <a:lnTo>
                    <a:pt x="0" y="82550"/>
                  </a:lnTo>
                  <a:lnTo>
                    <a:pt x="0" y="105409"/>
                  </a:lnTo>
                  <a:lnTo>
                    <a:pt x="99853" y="105409"/>
                  </a:lnTo>
                  <a:lnTo>
                    <a:pt x="151129" y="105409"/>
                  </a:lnTo>
                  <a:lnTo>
                    <a:pt x="170021" y="105409"/>
                  </a:lnTo>
                  <a:lnTo>
                    <a:pt x="172719" y="105409"/>
                  </a:lnTo>
                  <a:lnTo>
                    <a:pt x="190341" y="105409"/>
                  </a:lnTo>
                  <a:lnTo>
                    <a:pt x="199390" y="105409"/>
                  </a:lnTo>
                  <a:lnTo>
                    <a:pt x="202723" y="105409"/>
                  </a:lnTo>
                  <a:lnTo>
                    <a:pt x="203200" y="105409"/>
                  </a:lnTo>
                  <a:lnTo>
                    <a:pt x="301585" y="105409"/>
                  </a:lnTo>
                  <a:lnTo>
                    <a:pt x="352107" y="105409"/>
                  </a:lnTo>
                  <a:lnTo>
                    <a:pt x="370720" y="105409"/>
                  </a:lnTo>
                  <a:lnTo>
                    <a:pt x="373379" y="105409"/>
                  </a:lnTo>
                  <a:lnTo>
                    <a:pt x="373379" y="82550"/>
                  </a:lnTo>
                  <a:lnTo>
                    <a:pt x="373379" y="82550"/>
                  </a:lnTo>
                  <a:close/>
                </a:path>
              </a:pathLst>
            </a:custGeom>
            <a:ln w="889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85" name="object 469">
              <a:extLst>
                <a:ext uri="{FF2B5EF4-FFF2-40B4-BE49-F238E27FC236}">
                  <a16:creationId xmlns:a16="http://schemas.microsoft.com/office/drawing/2014/main" id="{96D4FC04-5579-45DB-92D1-03CDAFF6A667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44879" y="3524250"/>
              <a:ext cx="588010" cy="444500"/>
            </a:xfrm>
            <a:prstGeom prst="rect">
              <a:avLst/>
            </a:prstGeom>
          </p:spPr>
        </p:pic>
        <p:sp>
          <p:nvSpPr>
            <p:cNvPr id="2186" name="object 470">
              <a:extLst>
                <a:ext uri="{FF2B5EF4-FFF2-40B4-BE49-F238E27FC236}">
                  <a16:creationId xmlns:a16="http://schemas.microsoft.com/office/drawing/2014/main" id="{1BE90795-D159-032D-30BA-A249810FA6F1}"/>
                </a:ext>
              </a:extLst>
            </p:cNvPr>
            <p:cNvSpPr/>
            <p:nvPr/>
          </p:nvSpPr>
          <p:spPr>
            <a:xfrm>
              <a:off x="944879" y="3524250"/>
              <a:ext cx="586740" cy="443230"/>
            </a:xfrm>
            <a:custGeom>
              <a:avLst/>
              <a:gdLst/>
              <a:ahLst/>
              <a:cxnLst/>
              <a:rect l="l" t="t" r="r" b="b"/>
              <a:pathLst>
                <a:path w="586740" h="443229">
                  <a:moveTo>
                    <a:pt x="586739" y="443230"/>
                  </a:moveTo>
                  <a:lnTo>
                    <a:pt x="0" y="443230"/>
                  </a:lnTo>
                  <a:lnTo>
                    <a:pt x="0" y="0"/>
                  </a:lnTo>
                  <a:lnTo>
                    <a:pt x="586739" y="0"/>
                  </a:lnTo>
                  <a:lnTo>
                    <a:pt x="586739" y="44323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471">
              <a:extLst>
                <a:ext uri="{FF2B5EF4-FFF2-40B4-BE49-F238E27FC236}">
                  <a16:creationId xmlns:a16="http://schemas.microsoft.com/office/drawing/2014/main" id="{EC24BC3B-EB25-8C8F-138B-D8C525333DA9}"/>
                </a:ext>
              </a:extLst>
            </p:cNvPr>
            <p:cNvSpPr/>
            <p:nvPr/>
          </p:nvSpPr>
          <p:spPr>
            <a:xfrm>
              <a:off x="1007109" y="3575050"/>
              <a:ext cx="457200" cy="337820"/>
            </a:xfrm>
            <a:custGeom>
              <a:avLst/>
              <a:gdLst/>
              <a:ahLst/>
              <a:cxnLst/>
              <a:rect l="l" t="t" r="r" b="b"/>
              <a:pathLst>
                <a:path w="457200" h="337820">
                  <a:moveTo>
                    <a:pt x="457200" y="0"/>
                  </a:moveTo>
                  <a:lnTo>
                    <a:pt x="0" y="0"/>
                  </a:lnTo>
                  <a:lnTo>
                    <a:pt x="0" y="337819"/>
                  </a:lnTo>
                  <a:lnTo>
                    <a:pt x="457200" y="337819"/>
                  </a:lnTo>
                  <a:lnTo>
                    <a:pt x="45720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472">
              <a:extLst>
                <a:ext uri="{FF2B5EF4-FFF2-40B4-BE49-F238E27FC236}">
                  <a16:creationId xmlns:a16="http://schemas.microsoft.com/office/drawing/2014/main" id="{449DABC6-E851-13FF-C87D-C45FCAE025EF}"/>
                </a:ext>
              </a:extLst>
            </p:cNvPr>
            <p:cNvSpPr/>
            <p:nvPr/>
          </p:nvSpPr>
          <p:spPr>
            <a:xfrm>
              <a:off x="1007109" y="3575050"/>
              <a:ext cx="457200" cy="337820"/>
            </a:xfrm>
            <a:custGeom>
              <a:avLst/>
              <a:gdLst/>
              <a:ahLst/>
              <a:cxnLst/>
              <a:rect l="l" t="t" r="r" b="b"/>
              <a:pathLst>
                <a:path w="457200" h="337820">
                  <a:moveTo>
                    <a:pt x="457200" y="337819"/>
                  </a:moveTo>
                  <a:lnTo>
                    <a:pt x="0" y="337819"/>
                  </a:lnTo>
                  <a:lnTo>
                    <a:pt x="0" y="0"/>
                  </a:lnTo>
                  <a:lnTo>
                    <a:pt x="457200" y="0"/>
                  </a:lnTo>
                  <a:lnTo>
                    <a:pt x="457200" y="33781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473">
              <a:extLst>
                <a:ext uri="{FF2B5EF4-FFF2-40B4-BE49-F238E27FC236}">
                  <a16:creationId xmlns:a16="http://schemas.microsoft.com/office/drawing/2014/main" id="{83AFC55C-739F-71F1-7207-E04AD9327732}"/>
                </a:ext>
              </a:extLst>
            </p:cNvPr>
            <p:cNvSpPr/>
            <p:nvPr/>
          </p:nvSpPr>
          <p:spPr>
            <a:xfrm>
              <a:off x="1007109" y="3580129"/>
              <a:ext cx="457200" cy="332740"/>
            </a:xfrm>
            <a:custGeom>
              <a:avLst/>
              <a:gdLst/>
              <a:ahLst/>
              <a:cxnLst/>
              <a:rect l="l" t="t" r="r" b="b"/>
              <a:pathLst>
                <a:path w="457200" h="332739">
                  <a:moveTo>
                    <a:pt x="457200" y="0"/>
                  </a:moveTo>
                  <a:lnTo>
                    <a:pt x="0" y="332740"/>
                  </a:lnTo>
                  <a:lnTo>
                    <a:pt x="457200" y="332740"/>
                  </a:lnTo>
                  <a:lnTo>
                    <a:pt x="45720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474">
              <a:extLst>
                <a:ext uri="{FF2B5EF4-FFF2-40B4-BE49-F238E27FC236}">
                  <a16:creationId xmlns:a16="http://schemas.microsoft.com/office/drawing/2014/main" id="{456D8322-3A1C-B117-C76C-7B2943C3F8A5}"/>
                </a:ext>
              </a:extLst>
            </p:cNvPr>
            <p:cNvSpPr/>
            <p:nvPr/>
          </p:nvSpPr>
          <p:spPr>
            <a:xfrm>
              <a:off x="1007109" y="3580129"/>
              <a:ext cx="457200" cy="332740"/>
            </a:xfrm>
            <a:custGeom>
              <a:avLst/>
              <a:gdLst/>
              <a:ahLst/>
              <a:cxnLst/>
              <a:rect l="l" t="t" r="r" b="b"/>
              <a:pathLst>
                <a:path w="457200" h="332739">
                  <a:moveTo>
                    <a:pt x="457200" y="0"/>
                  </a:moveTo>
                  <a:lnTo>
                    <a:pt x="457200" y="332740"/>
                  </a:lnTo>
                  <a:lnTo>
                    <a:pt x="0" y="332740"/>
                  </a:lnTo>
                </a:path>
              </a:pathLst>
            </a:custGeom>
            <a:ln w="889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475">
              <a:extLst>
                <a:ext uri="{FF2B5EF4-FFF2-40B4-BE49-F238E27FC236}">
                  <a16:creationId xmlns:a16="http://schemas.microsoft.com/office/drawing/2014/main" id="{60FEA8C8-AFB4-31D7-BFF5-F9A1696E03A9}"/>
                </a:ext>
              </a:extLst>
            </p:cNvPr>
            <p:cNvSpPr/>
            <p:nvPr/>
          </p:nvSpPr>
          <p:spPr>
            <a:xfrm>
              <a:off x="1129029" y="3992879"/>
              <a:ext cx="214629" cy="25400"/>
            </a:xfrm>
            <a:custGeom>
              <a:avLst/>
              <a:gdLst/>
              <a:ahLst/>
              <a:cxnLst/>
              <a:rect l="l" t="t" r="r" b="b"/>
              <a:pathLst>
                <a:path w="214630" h="25400">
                  <a:moveTo>
                    <a:pt x="0" y="7620"/>
                  </a:moveTo>
                  <a:lnTo>
                    <a:pt x="24745" y="16291"/>
                  </a:lnTo>
                  <a:lnTo>
                    <a:pt x="47466" y="21748"/>
                  </a:lnTo>
                  <a:lnTo>
                    <a:pt x="73759" y="24586"/>
                  </a:lnTo>
                  <a:lnTo>
                    <a:pt x="109219" y="25400"/>
                  </a:lnTo>
                  <a:lnTo>
                    <a:pt x="145514" y="23395"/>
                  </a:lnTo>
                  <a:lnTo>
                    <a:pt x="173831" y="17938"/>
                  </a:lnTo>
                  <a:lnTo>
                    <a:pt x="196195" y="9862"/>
                  </a:lnTo>
                  <a:lnTo>
                    <a:pt x="214629" y="0"/>
                  </a:lnTo>
                </a:path>
              </a:pathLst>
            </a:custGeom>
            <a:ln w="889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476">
              <a:extLst>
                <a:ext uri="{FF2B5EF4-FFF2-40B4-BE49-F238E27FC236}">
                  <a16:creationId xmlns:a16="http://schemas.microsoft.com/office/drawing/2014/main" id="{83F8AC77-11B2-2795-2062-DC25B0050243}"/>
                </a:ext>
              </a:extLst>
            </p:cNvPr>
            <p:cNvSpPr/>
            <p:nvPr/>
          </p:nvSpPr>
          <p:spPr>
            <a:xfrm>
              <a:off x="1203959" y="3980179"/>
              <a:ext cx="54610" cy="25400"/>
            </a:xfrm>
            <a:custGeom>
              <a:avLst/>
              <a:gdLst/>
              <a:ahLst/>
              <a:cxnLst/>
              <a:rect l="l" t="t" r="r" b="b"/>
              <a:pathLst>
                <a:path w="54609" h="25400">
                  <a:moveTo>
                    <a:pt x="5460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54609" y="25400"/>
                  </a:lnTo>
                  <a:lnTo>
                    <a:pt x="5460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477">
              <a:extLst>
                <a:ext uri="{FF2B5EF4-FFF2-40B4-BE49-F238E27FC236}">
                  <a16:creationId xmlns:a16="http://schemas.microsoft.com/office/drawing/2014/main" id="{A270935A-1410-81E6-75CC-F8530B89AEE3}"/>
                </a:ext>
              </a:extLst>
            </p:cNvPr>
            <p:cNvSpPr/>
            <p:nvPr/>
          </p:nvSpPr>
          <p:spPr>
            <a:xfrm>
              <a:off x="1203959" y="3980179"/>
              <a:ext cx="54610" cy="25400"/>
            </a:xfrm>
            <a:custGeom>
              <a:avLst/>
              <a:gdLst/>
              <a:ahLst/>
              <a:cxnLst/>
              <a:rect l="l" t="t" r="r" b="b"/>
              <a:pathLst>
                <a:path w="54609" h="25400">
                  <a:moveTo>
                    <a:pt x="54609" y="25400"/>
                  </a:moveTo>
                  <a:lnTo>
                    <a:pt x="0" y="25400"/>
                  </a:lnTo>
                  <a:lnTo>
                    <a:pt x="0" y="0"/>
                  </a:lnTo>
                  <a:lnTo>
                    <a:pt x="54609" y="0"/>
                  </a:lnTo>
                  <a:lnTo>
                    <a:pt x="54609" y="2540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478">
              <a:extLst>
                <a:ext uri="{FF2B5EF4-FFF2-40B4-BE49-F238E27FC236}">
                  <a16:creationId xmlns:a16="http://schemas.microsoft.com/office/drawing/2014/main" id="{F5EBCD3A-CA59-8B2C-94DE-EDD783570664}"/>
                </a:ext>
              </a:extLst>
            </p:cNvPr>
            <p:cNvSpPr/>
            <p:nvPr/>
          </p:nvSpPr>
          <p:spPr>
            <a:xfrm>
              <a:off x="1203959" y="3980179"/>
              <a:ext cx="54610" cy="25400"/>
            </a:xfrm>
            <a:custGeom>
              <a:avLst/>
              <a:gdLst/>
              <a:ahLst/>
              <a:cxnLst/>
              <a:rect l="l" t="t" r="r" b="b"/>
              <a:pathLst>
                <a:path w="54609" h="25400">
                  <a:moveTo>
                    <a:pt x="0" y="25400"/>
                  </a:moveTo>
                  <a:lnTo>
                    <a:pt x="54609" y="25400"/>
                  </a:lnTo>
                  <a:lnTo>
                    <a:pt x="54609" y="0"/>
                  </a:lnTo>
                </a:path>
              </a:pathLst>
            </a:custGeom>
            <a:ln w="889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5" name="object 479">
              <a:extLst>
                <a:ext uri="{FF2B5EF4-FFF2-40B4-BE49-F238E27FC236}">
                  <a16:creationId xmlns:a16="http://schemas.microsoft.com/office/drawing/2014/main" id="{DE42F34A-6C88-A0C4-7165-F84DD529E5B0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353083" y="2977923"/>
              <a:ext cx="1319983" cy="923743"/>
            </a:xfrm>
            <a:prstGeom prst="rect">
              <a:avLst/>
            </a:prstGeom>
          </p:spPr>
        </p:pic>
      </p:grpSp>
      <p:sp>
        <p:nvSpPr>
          <p:cNvPr id="2196" name="object 480">
            <a:extLst>
              <a:ext uri="{FF2B5EF4-FFF2-40B4-BE49-F238E27FC236}">
                <a16:creationId xmlns:a16="http://schemas.microsoft.com/office/drawing/2014/main" id="{21806596-0DE3-EDAB-4B04-8ED18E945984}"/>
              </a:ext>
            </a:extLst>
          </p:cNvPr>
          <p:cNvSpPr txBox="1"/>
          <p:nvPr/>
        </p:nvSpPr>
        <p:spPr>
          <a:xfrm>
            <a:off x="2562860" y="3321050"/>
            <a:ext cx="90106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5" dirty="0">
                <a:latin typeface="Arial MT"/>
                <a:cs typeface="Arial MT"/>
              </a:rPr>
              <a:t>IP</a:t>
            </a:r>
            <a:r>
              <a:rPr sz="1400" spc="-6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Network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2197" name="object 481">
            <a:extLst>
              <a:ext uri="{FF2B5EF4-FFF2-40B4-BE49-F238E27FC236}">
                <a16:creationId xmlns:a16="http://schemas.microsoft.com/office/drawing/2014/main" id="{586EF10D-D365-813F-358C-0F9C1D24612C}"/>
              </a:ext>
            </a:extLst>
          </p:cNvPr>
          <p:cNvGrpSpPr/>
          <p:nvPr/>
        </p:nvGrpSpPr>
        <p:grpSpPr>
          <a:xfrm>
            <a:off x="4654550" y="3001010"/>
            <a:ext cx="544830" cy="887730"/>
            <a:chOff x="4654550" y="3001010"/>
            <a:chExt cx="544830" cy="887730"/>
          </a:xfrm>
        </p:grpSpPr>
        <p:pic>
          <p:nvPicPr>
            <p:cNvPr id="2198" name="object 482">
              <a:extLst>
                <a:ext uri="{FF2B5EF4-FFF2-40B4-BE49-F238E27FC236}">
                  <a16:creationId xmlns:a16="http://schemas.microsoft.com/office/drawing/2014/main" id="{88EEBE55-6469-7C1B-A6C0-55F9CC7F29DA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654550" y="3108960"/>
              <a:ext cx="537210" cy="779779"/>
            </a:xfrm>
            <a:prstGeom prst="rect">
              <a:avLst/>
            </a:prstGeom>
          </p:spPr>
        </p:pic>
        <p:sp>
          <p:nvSpPr>
            <p:cNvPr id="2199" name="object 483">
              <a:extLst>
                <a:ext uri="{FF2B5EF4-FFF2-40B4-BE49-F238E27FC236}">
                  <a16:creationId xmlns:a16="http://schemas.microsoft.com/office/drawing/2014/main" id="{53E50D0F-6CBF-C161-7BAB-47348C95DE98}"/>
                </a:ext>
              </a:extLst>
            </p:cNvPr>
            <p:cNvSpPr/>
            <p:nvPr/>
          </p:nvSpPr>
          <p:spPr>
            <a:xfrm>
              <a:off x="4726939" y="31165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484">
              <a:extLst>
                <a:ext uri="{FF2B5EF4-FFF2-40B4-BE49-F238E27FC236}">
                  <a16:creationId xmlns:a16="http://schemas.microsoft.com/office/drawing/2014/main" id="{30FE5DA1-9D60-6EDB-F10F-0A2716C91648}"/>
                </a:ext>
              </a:extLst>
            </p:cNvPr>
            <p:cNvSpPr/>
            <p:nvPr/>
          </p:nvSpPr>
          <p:spPr>
            <a:xfrm>
              <a:off x="4726939" y="31165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1" name="object 485">
              <a:extLst>
                <a:ext uri="{FF2B5EF4-FFF2-40B4-BE49-F238E27FC236}">
                  <a16:creationId xmlns:a16="http://schemas.microsoft.com/office/drawing/2014/main" id="{8DAAB050-E3B8-D056-87A9-F834A70FC682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655820" y="3001010"/>
              <a:ext cx="543560" cy="109220"/>
            </a:xfrm>
            <a:prstGeom prst="rect">
              <a:avLst/>
            </a:prstGeom>
          </p:spPr>
        </p:pic>
        <p:pic>
          <p:nvPicPr>
            <p:cNvPr id="2202" name="object 486">
              <a:extLst>
                <a:ext uri="{FF2B5EF4-FFF2-40B4-BE49-F238E27FC236}">
                  <a16:creationId xmlns:a16="http://schemas.microsoft.com/office/drawing/2014/main" id="{7283072B-F068-7C8E-3F8A-73D662B38966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700269" y="3108960"/>
              <a:ext cx="445769" cy="741679"/>
            </a:xfrm>
            <a:prstGeom prst="rect">
              <a:avLst/>
            </a:prstGeom>
          </p:spPr>
        </p:pic>
        <p:sp>
          <p:nvSpPr>
            <p:cNvPr id="2203" name="object 487">
              <a:extLst>
                <a:ext uri="{FF2B5EF4-FFF2-40B4-BE49-F238E27FC236}">
                  <a16:creationId xmlns:a16="http://schemas.microsoft.com/office/drawing/2014/main" id="{C5A76D6B-29ED-600F-D1B1-834881DEC4FD}"/>
                </a:ext>
              </a:extLst>
            </p:cNvPr>
            <p:cNvSpPr/>
            <p:nvPr/>
          </p:nvSpPr>
          <p:spPr>
            <a:xfrm>
              <a:off x="4800600" y="3268979"/>
              <a:ext cx="245110" cy="105410"/>
            </a:xfrm>
            <a:custGeom>
              <a:avLst/>
              <a:gdLst/>
              <a:ahLst/>
              <a:cxnLst/>
              <a:rect l="l" t="t" r="r" b="b"/>
              <a:pathLst>
                <a:path w="245110" h="105410">
                  <a:moveTo>
                    <a:pt x="245110" y="71120"/>
                  </a:moveTo>
                  <a:lnTo>
                    <a:pt x="0" y="71120"/>
                  </a:lnTo>
                  <a:lnTo>
                    <a:pt x="0" y="105410"/>
                  </a:lnTo>
                  <a:lnTo>
                    <a:pt x="245110" y="105410"/>
                  </a:lnTo>
                  <a:lnTo>
                    <a:pt x="245110" y="71120"/>
                  </a:lnTo>
                  <a:close/>
                </a:path>
                <a:path w="245110" h="105410">
                  <a:moveTo>
                    <a:pt x="2451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45110" y="34290"/>
                  </a:lnTo>
                  <a:lnTo>
                    <a:pt x="2451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04" name="object 488">
            <a:extLst>
              <a:ext uri="{FF2B5EF4-FFF2-40B4-BE49-F238E27FC236}">
                <a16:creationId xmlns:a16="http://schemas.microsoft.com/office/drawing/2014/main" id="{450C1E7B-D941-E8A3-45D7-7640B6398247}"/>
              </a:ext>
            </a:extLst>
          </p:cNvPr>
          <p:cNvSpPr txBox="1"/>
          <p:nvPr/>
        </p:nvSpPr>
        <p:spPr>
          <a:xfrm>
            <a:off x="847089" y="4479290"/>
            <a:ext cx="74803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-5" dirty="0">
                <a:latin typeface="Arial MT"/>
                <a:cs typeface="Arial MT"/>
              </a:rPr>
              <a:t>Windows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2205" name="object 489">
            <a:extLst>
              <a:ext uri="{FF2B5EF4-FFF2-40B4-BE49-F238E27FC236}">
                <a16:creationId xmlns:a16="http://schemas.microsoft.com/office/drawing/2014/main" id="{625EDA91-3EDD-334D-E747-FD4F8DAC21C2}"/>
              </a:ext>
            </a:extLst>
          </p:cNvPr>
          <p:cNvSpPr txBox="1"/>
          <p:nvPr/>
        </p:nvSpPr>
        <p:spPr>
          <a:xfrm>
            <a:off x="1029969" y="1746250"/>
            <a:ext cx="38227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5" dirty="0">
                <a:latin typeface="Arial MT"/>
                <a:cs typeface="Arial MT"/>
              </a:rPr>
              <a:t>U</a:t>
            </a:r>
            <a:r>
              <a:rPr sz="1400" dirty="0">
                <a:latin typeface="Arial MT"/>
                <a:cs typeface="Arial MT"/>
              </a:rPr>
              <a:t>n</a:t>
            </a:r>
            <a:r>
              <a:rPr sz="1400" spc="-5" dirty="0">
                <a:latin typeface="Arial MT"/>
                <a:cs typeface="Arial MT"/>
              </a:rPr>
              <a:t>i</a:t>
            </a:r>
            <a:r>
              <a:rPr sz="1400" dirty="0">
                <a:latin typeface="Arial MT"/>
                <a:cs typeface="Arial MT"/>
              </a:rPr>
              <a:t>x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2206" name="object 490">
            <a:extLst>
              <a:ext uri="{FF2B5EF4-FFF2-40B4-BE49-F238E27FC236}">
                <a16:creationId xmlns:a16="http://schemas.microsoft.com/office/drawing/2014/main" id="{4A5273B1-C302-EEE5-C914-FB2604247E00}"/>
              </a:ext>
            </a:extLst>
          </p:cNvPr>
          <p:cNvSpPr txBox="1"/>
          <p:nvPr/>
        </p:nvSpPr>
        <p:spPr>
          <a:xfrm>
            <a:off x="1943100" y="2768600"/>
            <a:ext cx="38163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5" dirty="0">
                <a:latin typeface="Arial MT"/>
                <a:cs typeface="Arial MT"/>
              </a:rPr>
              <a:t>N</a:t>
            </a:r>
            <a:r>
              <a:rPr sz="1400" spc="-10" dirty="0">
                <a:latin typeface="Arial MT"/>
                <a:cs typeface="Arial MT"/>
              </a:rPr>
              <a:t>F</a:t>
            </a:r>
            <a:r>
              <a:rPr sz="1400" dirty="0">
                <a:latin typeface="Arial MT"/>
                <a:cs typeface="Arial MT"/>
              </a:rPr>
              <a:t>S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2207" name="object 491">
            <a:extLst>
              <a:ext uri="{FF2B5EF4-FFF2-40B4-BE49-F238E27FC236}">
                <a16:creationId xmlns:a16="http://schemas.microsoft.com/office/drawing/2014/main" id="{CF2D12DC-58BC-A43F-C518-C5B8FF6A5D27}"/>
              </a:ext>
            </a:extLst>
          </p:cNvPr>
          <p:cNvSpPr txBox="1"/>
          <p:nvPr/>
        </p:nvSpPr>
        <p:spPr>
          <a:xfrm>
            <a:off x="1943100" y="3864609"/>
            <a:ext cx="43243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5" dirty="0">
                <a:latin typeface="Arial MT"/>
                <a:cs typeface="Arial MT"/>
              </a:rPr>
              <a:t>C</a:t>
            </a:r>
            <a:r>
              <a:rPr sz="1400" spc="10" dirty="0">
                <a:latin typeface="Arial MT"/>
                <a:cs typeface="Arial MT"/>
              </a:rPr>
              <a:t>I</a:t>
            </a:r>
            <a:r>
              <a:rPr sz="1400" spc="-10" dirty="0">
                <a:latin typeface="Arial MT"/>
                <a:cs typeface="Arial MT"/>
              </a:rPr>
              <a:t>F</a:t>
            </a:r>
            <a:r>
              <a:rPr sz="1400" dirty="0">
                <a:latin typeface="Arial MT"/>
                <a:cs typeface="Arial MT"/>
              </a:rPr>
              <a:t>S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2208" name="内容占位符 5">
            <a:extLst>
              <a:ext uri="{FF2B5EF4-FFF2-40B4-BE49-F238E27FC236}">
                <a16:creationId xmlns:a16="http://schemas.microsoft.com/office/drawing/2014/main" id="{E489F922-11D5-98E7-DE12-974266AFA8E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5"/>
            <a:ext cx="8659905" cy="5101198"/>
          </a:xfrm>
        </p:spPr>
        <p:txBody>
          <a:bodyPr/>
          <a:lstStyle/>
          <a:p>
            <a:pPr marL="0" indent="0">
              <a:buNone/>
            </a:pP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95328926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NAS</a:t>
            </a:r>
            <a:r>
              <a:rPr lang="zh-CN" altLang="en-US" dirty="0"/>
              <a:t> </a:t>
            </a:r>
            <a:r>
              <a:rPr lang="en-US" altLang="zh-CN" dirty="0"/>
              <a:t>–</a:t>
            </a:r>
            <a:r>
              <a:rPr lang="zh-CN" altLang="en-US" dirty="0"/>
              <a:t> </a:t>
            </a:r>
            <a:r>
              <a:rPr lang="en-US" altLang="zh-CN" dirty="0"/>
              <a:t>Integrated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Gateway</a:t>
            </a:r>
            <a:r>
              <a:rPr lang="zh-CN" altLang="en-US" dirty="0"/>
              <a:t> </a:t>
            </a:r>
          </a:p>
        </p:txBody>
      </p:sp>
      <p:sp>
        <p:nvSpPr>
          <p:cNvPr id="330" name="内容占位符 329">
            <a:extLst>
              <a:ext uri="{FF2B5EF4-FFF2-40B4-BE49-F238E27FC236}">
                <a16:creationId xmlns:a16="http://schemas.microsoft.com/office/drawing/2014/main" id="{CADE9B62-6267-4201-47BF-8CA6D365A71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41</a:t>
            </a:fld>
            <a:endParaRPr lang="en-US" dirty="0"/>
          </a:p>
        </p:txBody>
      </p:sp>
      <p:grpSp>
        <p:nvGrpSpPr>
          <p:cNvPr id="5" name="object 3">
            <a:extLst>
              <a:ext uri="{FF2B5EF4-FFF2-40B4-BE49-F238E27FC236}">
                <a16:creationId xmlns:a16="http://schemas.microsoft.com/office/drawing/2014/main" id="{BD99CBCB-660B-04AC-5261-77243A04AA4A}"/>
              </a:ext>
            </a:extLst>
          </p:cNvPr>
          <p:cNvGrpSpPr/>
          <p:nvPr/>
        </p:nvGrpSpPr>
        <p:grpSpPr>
          <a:xfrm>
            <a:off x="1526539" y="2186713"/>
            <a:ext cx="4817110" cy="1092835"/>
            <a:chOff x="1526539" y="2186713"/>
            <a:chExt cx="4817110" cy="1092835"/>
          </a:xfrm>
        </p:grpSpPr>
        <p:sp>
          <p:nvSpPr>
            <p:cNvPr id="6" name="object 4">
              <a:extLst>
                <a:ext uri="{FF2B5EF4-FFF2-40B4-BE49-F238E27FC236}">
                  <a16:creationId xmlns:a16="http://schemas.microsoft.com/office/drawing/2014/main" id="{24D426EA-BD6D-B4DF-DEDB-C8C0FEBA588C}"/>
                </a:ext>
              </a:extLst>
            </p:cNvPr>
            <p:cNvSpPr/>
            <p:nvPr/>
          </p:nvSpPr>
          <p:spPr>
            <a:xfrm>
              <a:off x="2108199" y="2738119"/>
              <a:ext cx="4230370" cy="0"/>
            </a:xfrm>
            <a:custGeom>
              <a:avLst/>
              <a:gdLst/>
              <a:ahLst/>
              <a:cxnLst/>
              <a:rect l="l" t="t" r="r" b="b"/>
              <a:pathLst>
                <a:path w="4230370">
                  <a:moveTo>
                    <a:pt x="0" y="0"/>
                  </a:moveTo>
                  <a:lnTo>
                    <a:pt x="4230370" y="0"/>
                  </a:lnTo>
                </a:path>
              </a:pathLst>
            </a:custGeom>
            <a:ln w="9344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5">
              <a:extLst>
                <a:ext uri="{FF2B5EF4-FFF2-40B4-BE49-F238E27FC236}">
                  <a16:creationId xmlns:a16="http://schemas.microsoft.com/office/drawing/2014/main" id="{CE7498AA-0EFA-0E18-7376-15DD7A9C8E0E}"/>
                </a:ext>
              </a:extLst>
            </p:cNvPr>
            <p:cNvSpPr/>
            <p:nvPr/>
          </p:nvSpPr>
          <p:spPr>
            <a:xfrm>
              <a:off x="1577340" y="2710179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5">
                  <a:moveTo>
                    <a:pt x="38100" y="0"/>
                  </a:moveTo>
                  <a:lnTo>
                    <a:pt x="17780" y="0"/>
                  </a:lnTo>
                  <a:lnTo>
                    <a:pt x="0" y="0"/>
                  </a:lnTo>
                  <a:lnTo>
                    <a:pt x="0" y="17780"/>
                  </a:lnTo>
                  <a:lnTo>
                    <a:pt x="0" y="38112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6">
              <a:extLst>
                <a:ext uri="{FF2B5EF4-FFF2-40B4-BE49-F238E27FC236}">
                  <a16:creationId xmlns:a16="http://schemas.microsoft.com/office/drawing/2014/main" id="{085A563C-AA83-FC6C-47A5-AC2541D964BD}"/>
                </a:ext>
              </a:extLst>
            </p:cNvPr>
            <p:cNvSpPr/>
            <p:nvPr/>
          </p:nvSpPr>
          <p:spPr>
            <a:xfrm>
              <a:off x="1577339" y="2710179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19" h="58419">
                  <a:moveTo>
                    <a:pt x="58420" y="0"/>
                  </a:moveTo>
                  <a:lnTo>
                    <a:pt x="38100" y="0"/>
                  </a:lnTo>
                  <a:lnTo>
                    <a:pt x="0" y="38100"/>
                  </a:lnTo>
                  <a:lnTo>
                    <a:pt x="0" y="58420"/>
                  </a:lnTo>
                  <a:lnTo>
                    <a:pt x="58420" y="0"/>
                  </a:lnTo>
                  <a:close/>
                </a:path>
              </a:pathLst>
            </a:custGeom>
            <a:solidFill>
              <a:srgbClr val="8D8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7">
              <a:extLst>
                <a:ext uri="{FF2B5EF4-FFF2-40B4-BE49-F238E27FC236}">
                  <a16:creationId xmlns:a16="http://schemas.microsoft.com/office/drawing/2014/main" id="{EDFD4802-D560-18DE-DED5-55C57B26B107}"/>
                </a:ext>
              </a:extLst>
            </p:cNvPr>
            <p:cNvSpPr/>
            <p:nvPr/>
          </p:nvSpPr>
          <p:spPr>
            <a:xfrm>
              <a:off x="1577339" y="2710179"/>
              <a:ext cx="78740" cy="78740"/>
            </a:xfrm>
            <a:custGeom>
              <a:avLst/>
              <a:gdLst/>
              <a:ahLst/>
              <a:cxnLst/>
              <a:rect l="l" t="t" r="r" b="b"/>
              <a:pathLst>
                <a:path w="78739" h="78739">
                  <a:moveTo>
                    <a:pt x="78740" y="0"/>
                  </a:moveTo>
                  <a:lnTo>
                    <a:pt x="58420" y="0"/>
                  </a:lnTo>
                  <a:lnTo>
                    <a:pt x="0" y="58420"/>
                  </a:lnTo>
                  <a:lnTo>
                    <a:pt x="0" y="78739"/>
                  </a:lnTo>
                  <a:lnTo>
                    <a:pt x="78740" y="0"/>
                  </a:lnTo>
                  <a:close/>
                </a:path>
              </a:pathLst>
            </a:custGeom>
            <a:solidFill>
              <a:srgbClr val="8E8E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8">
              <a:extLst>
                <a:ext uri="{FF2B5EF4-FFF2-40B4-BE49-F238E27FC236}">
                  <a16:creationId xmlns:a16="http://schemas.microsoft.com/office/drawing/2014/main" id="{D6027EB8-2A71-2433-0140-57B651389634}"/>
                </a:ext>
              </a:extLst>
            </p:cNvPr>
            <p:cNvSpPr/>
            <p:nvPr/>
          </p:nvSpPr>
          <p:spPr>
            <a:xfrm>
              <a:off x="1577339" y="2710179"/>
              <a:ext cx="99060" cy="99060"/>
            </a:xfrm>
            <a:custGeom>
              <a:avLst/>
              <a:gdLst/>
              <a:ahLst/>
              <a:cxnLst/>
              <a:rect l="l" t="t" r="r" b="b"/>
              <a:pathLst>
                <a:path w="99060" h="99060">
                  <a:moveTo>
                    <a:pt x="99060" y="0"/>
                  </a:moveTo>
                  <a:lnTo>
                    <a:pt x="78740" y="0"/>
                  </a:lnTo>
                  <a:lnTo>
                    <a:pt x="0" y="78739"/>
                  </a:lnTo>
                  <a:lnTo>
                    <a:pt x="0" y="99060"/>
                  </a:lnTo>
                  <a:lnTo>
                    <a:pt x="99060" y="0"/>
                  </a:lnTo>
                  <a:close/>
                </a:path>
              </a:pathLst>
            </a:custGeom>
            <a:solidFill>
              <a:srgbClr val="8F8F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3AEEB53C-7BA0-FC15-C066-0DB92402D0B7}"/>
                </a:ext>
              </a:extLst>
            </p:cNvPr>
            <p:cNvSpPr/>
            <p:nvPr/>
          </p:nvSpPr>
          <p:spPr>
            <a:xfrm>
              <a:off x="1577339" y="2710179"/>
              <a:ext cx="118745" cy="118745"/>
            </a:xfrm>
            <a:custGeom>
              <a:avLst/>
              <a:gdLst/>
              <a:ahLst/>
              <a:cxnLst/>
              <a:rect l="l" t="t" r="r" b="b"/>
              <a:pathLst>
                <a:path w="118744" h="118744">
                  <a:moveTo>
                    <a:pt x="118589" y="0"/>
                  </a:moveTo>
                  <a:lnTo>
                    <a:pt x="99060" y="0"/>
                  </a:lnTo>
                  <a:lnTo>
                    <a:pt x="0" y="99060"/>
                  </a:lnTo>
                  <a:lnTo>
                    <a:pt x="0" y="118204"/>
                  </a:lnTo>
                  <a:lnTo>
                    <a:pt x="118589" y="0"/>
                  </a:lnTo>
                  <a:close/>
                </a:path>
              </a:pathLst>
            </a:custGeom>
            <a:solidFill>
              <a:srgbClr val="9090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0">
              <a:extLst>
                <a:ext uri="{FF2B5EF4-FFF2-40B4-BE49-F238E27FC236}">
                  <a16:creationId xmlns:a16="http://schemas.microsoft.com/office/drawing/2014/main" id="{5C418CE0-A394-1601-7DA4-5748DF650CBB}"/>
                </a:ext>
              </a:extLst>
            </p:cNvPr>
            <p:cNvSpPr/>
            <p:nvPr/>
          </p:nvSpPr>
          <p:spPr>
            <a:xfrm>
              <a:off x="1577339" y="2710179"/>
              <a:ext cx="138430" cy="138430"/>
            </a:xfrm>
            <a:custGeom>
              <a:avLst/>
              <a:gdLst/>
              <a:ahLst/>
              <a:cxnLst/>
              <a:rect l="l" t="t" r="r" b="b"/>
              <a:pathLst>
                <a:path w="138430" h="138430">
                  <a:moveTo>
                    <a:pt x="137918" y="0"/>
                  </a:moveTo>
                  <a:lnTo>
                    <a:pt x="118589" y="0"/>
                  </a:lnTo>
                  <a:lnTo>
                    <a:pt x="0" y="118204"/>
                  </a:lnTo>
                  <a:lnTo>
                    <a:pt x="0" y="138367"/>
                  </a:lnTo>
                  <a:lnTo>
                    <a:pt x="137918" y="0"/>
                  </a:lnTo>
                  <a:close/>
                </a:path>
              </a:pathLst>
            </a:custGeom>
            <a:solidFill>
              <a:srgbClr val="9191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1">
              <a:extLst>
                <a:ext uri="{FF2B5EF4-FFF2-40B4-BE49-F238E27FC236}">
                  <a16:creationId xmlns:a16="http://schemas.microsoft.com/office/drawing/2014/main" id="{E9080C9E-C33B-0E96-F521-8E982CFF10DC}"/>
                </a:ext>
              </a:extLst>
            </p:cNvPr>
            <p:cNvSpPr/>
            <p:nvPr/>
          </p:nvSpPr>
          <p:spPr>
            <a:xfrm>
              <a:off x="1577339" y="2710179"/>
              <a:ext cx="158750" cy="158750"/>
            </a:xfrm>
            <a:custGeom>
              <a:avLst/>
              <a:gdLst/>
              <a:ahLst/>
              <a:cxnLst/>
              <a:rect l="l" t="t" r="r" b="b"/>
              <a:pathLst>
                <a:path w="158750" h="158750">
                  <a:moveTo>
                    <a:pt x="158205" y="0"/>
                  </a:moveTo>
                  <a:lnTo>
                    <a:pt x="137918" y="0"/>
                  </a:lnTo>
                  <a:lnTo>
                    <a:pt x="0" y="138367"/>
                  </a:lnTo>
                  <a:lnTo>
                    <a:pt x="0" y="158721"/>
                  </a:lnTo>
                  <a:lnTo>
                    <a:pt x="158205" y="0"/>
                  </a:lnTo>
                  <a:close/>
                </a:path>
              </a:pathLst>
            </a:custGeom>
            <a:solidFill>
              <a:srgbClr val="9292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210F9A0A-6F1C-1AF5-8425-F28613B2375B}"/>
                </a:ext>
              </a:extLst>
            </p:cNvPr>
            <p:cNvSpPr/>
            <p:nvPr/>
          </p:nvSpPr>
          <p:spPr>
            <a:xfrm>
              <a:off x="1577339" y="2710179"/>
              <a:ext cx="177800" cy="175260"/>
            </a:xfrm>
            <a:custGeom>
              <a:avLst/>
              <a:gdLst/>
              <a:ahLst/>
              <a:cxnLst/>
              <a:rect l="l" t="t" r="r" b="b"/>
              <a:pathLst>
                <a:path w="177800" h="175260">
                  <a:moveTo>
                    <a:pt x="177800" y="0"/>
                  </a:moveTo>
                  <a:lnTo>
                    <a:pt x="158205" y="0"/>
                  </a:lnTo>
                  <a:lnTo>
                    <a:pt x="0" y="158721"/>
                  </a:lnTo>
                  <a:lnTo>
                    <a:pt x="0" y="175260"/>
                  </a:lnTo>
                  <a:lnTo>
                    <a:pt x="2540" y="175260"/>
                  </a:lnTo>
                  <a:lnTo>
                    <a:pt x="177800" y="0"/>
                  </a:lnTo>
                  <a:close/>
                </a:path>
              </a:pathLst>
            </a:custGeom>
            <a:solidFill>
              <a:srgbClr val="9393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3">
              <a:extLst>
                <a:ext uri="{FF2B5EF4-FFF2-40B4-BE49-F238E27FC236}">
                  <a16:creationId xmlns:a16="http://schemas.microsoft.com/office/drawing/2014/main" id="{112779C1-A9E2-A0DA-CBDA-A57B902D69ED}"/>
                </a:ext>
              </a:extLst>
            </p:cNvPr>
            <p:cNvSpPr/>
            <p:nvPr/>
          </p:nvSpPr>
          <p:spPr>
            <a:xfrm>
              <a:off x="157987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579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20320" y="175260"/>
                  </a:lnTo>
                  <a:lnTo>
                    <a:pt x="195579" y="0"/>
                  </a:lnTo>
                  <a:close/>
                </a:path>
              </a:pathLst>
            </a:custGeom>
            <a:solidFill>
              <a:srgbClr val="949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4">
              <a:extLst>
                <a:ext uri="{FF2B5EF4-FFF2-40B4-BE49-F238E27FC236}">
                  <a16:creationId xmlns:a16="http://schemas.microsoft.com/office/drawing/2014/main" id="{8BEB9A57-3289-7334-B2E8-58EE0ABDA9B7}"/>
                </a:ext>
              </a:extLst>
            </p:cNvPr>
            <p:cNvSpPr/>
            <p:nvPr/>
          </p:nvSpPr>
          <p:spPr>
            <a:xfrm>
              <a:off x="160019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579" y="0"/>
                  </a:moveTo>
                  <a:lnTo>
                    <a:pt x="175259" y="0"/>
                  </a:lnTo>
                  <a:lnTo>
                    <a:pt x="0" y="175260"/>
                  </a:lnTo>
                  <a:lnTo>
                    <a:pt x="20319" y="175260"/>
                  </a:lnTo>
                  <a:lnTo>
                    <a:pt x="195579" y="0"/>
                  </a:lnTo>
                  <a:close/>
                </a:path>
              </a:pathLst>
            </a:custGeom>
            <a:solidFill>
              <a:srgbClr val="959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70B66AF5-3D9A-DD7F-82F3-CB590758338C}"/>
                </a:ext>
              </a:extLst>
            </p:cNvPr>
            <p:cNvSpPr/>
            <p:nvPr/>
          </p:nvSpPr>
          <p:spPr>
            <a:xfrm>
              <a:off x="162051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580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20319" y="175260"/>
                  </a:lnTo>
                  <a:lnTo>
                    <a:pt x="195580" y="0"/>
                  </a:lnTo>
                  <a:close/>
                </a:path>
              </a:pathLst>
            </a:custGeom>
            <a:solidFill>
              <a:srgbClr val="969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6">
              <a:extLst>
                <a:ext uri="{FF2B5EF4-FFF2-40B4-BE49-F238E27FC236}">
                  <a16:creationId xmlns:a16="http://schemas.microsoft.com/office/drawing/2014/main" id="{2A6CA4F5-9C27-8538-4DC7-60F314D7A0EA}"/>
                </a:ext>
              </a:extLst>
            </p:cNvPr>
            <p:cNvSpPr/>
            <p:nvPr/>
          </p:nvSpPr>
          <p:spPr>
            <a:xfrm>
              <a:off x="164083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017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19186" y="175260"/>
                  </a:lnTo>
                  <a:lnTo>
                    <a:pt x="195017" y="0"/>
                  </a:lnTo>
                  <a:close/>
                </a:path>
              </a:pathLst>
            </a:custGeom>
            <a:solidFill>
              <a:srgbClr val="979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17">
              <a:extLst>
                <a:ext uri="{FF2B5EF4-FFF2-40B4-BE49-F238E27FC236}">
                  <a16:creationId xmlns:a16="http://schemas.microsoft.com/office/drawing/2014/main" id="{EA09B2BD-825C-CB65-E2F8-A26233DD6B22}"/>
                </a:ext>
              </a:extLst>
            </p:cNvPr>
            <p:cNvSpPr/>
            <p:nvPr/>
          </p:nvSpPr>
          <p:spPr>
            <a:xfrm>
              <a:off x="1660026" y="2710179"/>
              <a:ext cx="196215" cy="175260"/>
            </a:xfrm>
            <a:custGeom>
              <a:avLst/>
              <a:gdLst/>
              <a:ahLst/>
              <a:cxnLst/>
              <a:rect l="l" t="t" r="r" b="b"/>
              <a:pathLst>
                <a:path w="196214" h="175260">
                  <a:moveTo>
                    <a:pt x="196183" y="0"/>
                  </a:moveTo>
                  <a:lnTo>
                    <a:pt x="175830" y="0"/>
                  </a:lnTo>
                  <a:lnTo>
                    <a:pt x="0" y="175260"/>
                  </a:lnTo>
                  <a:lnTo>
                    <a:pt x="20353" y="175260"/>
                  </a:lnTo>
                  <a:lnTo>
                    <a:pt x="196183" y="0"/>
                  </a:lnTo>
                  <a:close/>
                </a:path>
              </a:pathLst>
            </a:custGeom>
            <a:solidFill>
              <a:srgbClr val="989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18">
              <a:extLst>
                <a:ext uri="{FF2B5EF4-FFF2-40B4-BE49-F238E27FC236}">
                  <a16:creationId xmlns:a16="http://schemas.microsoft.com/office/drawing/2014/main" id="{1F8E5876-08AF-ED9D-25E1-6BBC35D7FC8A}"/>
                </a:ext>
              </a:extLst>
            </p:cNvPr>
            <p:cNvSpPr/>
            <p:nvPr/>
          </p:nvSpPr>
          <p:spPr>
            <a:xfrm>
              <a:off x="168037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410" y="0"/>
                  </a:moveTo>
                  <a:lnTo>
                    <a:pt x="175830" y="0"/>
                  </a:lnTo>
                  <a:lnTo>
                    <a:pt x="0" y="175260"/>
                  </a:lnTo>
                  <a:lnTo>
                    <a:pt x="20150" y="175260"/>
                  </a:lnTo>
                  <a:lnTo>
                    <a:pt x="195410" y="0"/>
                  </a:lnTo>
                  <a:close/>
                </a:path>
              </a:pathLst>
            </a:custGeom>
            <a:solidFill>
              <a:srgbClr val="999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121150BA-596F-A326-1B82-63A8DC0D0C7E}"/>
                </a:ext>
              </a:extLst>
            </p:cNvPr>
            <p:cNvSpPr/>
            <p:nvPr/>
          </p:nvSpPr>
          <p:spPr>
            <a:xfrm>
              <a:off x="1700529" y="2710179"/>
              <a:ext cx="194945" cy="175260"/>
            </a:xfrm>
            <a:custGeom>
              <a:avLst/>
              <a:gdLst/>
              <a:ahLst/>
              <a:cxnLst/>
              <a:rect l="l" t="t" r="r" b="b"/>
              <a:pathLst>
                <a:path w="194944" h="175260">
                  <a:moveTo>
                    <a:pt x="194775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20084" y="175260"/>
                  </a:lnTo>
                  <a:lnTo>
                    <a:pt x="194775" y="0"/>
                  </a:lnTo>
                  <a:close/>
                </a:path>
              </a:pathLst>
            </a:custGeom>
            <a:solidFill>
              <a:srgbClr val="9A9A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0">
              <a:extLst>
                <a:ext uri="{FF2B5EF4-FFF2-40B4-BE49-F238E27FC236}">
                  <a16:creationId xmlns:a16="http://schemas.microsoft.com/office/drawing/2014/main" id="{EDC34E26-807A-2B2F-28A3-F174518ABA43}"/>
                </a:ext>
              </a:extLst>
            </p:cNvPr>
            <p:cNvSpPr/>
            <p:nvPr/>
          </p:nvSpPr>
          <p:spPr>
            <a:xfrm>
              <a:off x="1720614" y="2710179"/>
              <a:ext cx="194945" cy="175260"/>
            </a:xfrm>
            <a:custGeom>
              <a:avLst/>
              <a:gdLst/>
              <a:ahLst/>
              <a:cxnLst/>
              <a:rect l="l" t="t" r="r" b="b"/>
              <a:pathLst>
                <a:path w="194944" h="175260">
                  <a:moveTo>
                    <a:pt x="194545" y="0"/>
                  </a:moveTo>
                  <a:lnTo>
                    <a:pt x="174690" y="0"/>
                  </a:lnTo>
                  <a:lnTo>
                    <a:pt x="0" y="175260"/>
                  </a:lnTo>
                  <a:lnTo>
                    <a:pt x="19285" y="175260"/>
                  </a:lnTo>
                  <a:lnTo>
                    <a:pt x="194545" y="0"/>
                  </a:lnTo>
                  <a:close/>
                </a:path>
              </a:pathLst>
            </a:custGeom>
            <a:solidFill>
              <a:srgbClr val="9B9B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A29517DF-CBEB-43A7-9505-196DFADD285A}"/>
                </a:ext>
              </a:extLst>
            </p:cNvPr>
            <p:cNvSpPr/>
            <p:nvPr/>
          </p:nvSpPr>
          <p:spPr>
            <a:xfrm>
              <a:off x="1739899" y="2710179"/>
              <a:ext cx="196215" cy="175260"/>
            </a:xfrm>
            <a:custGeom>
              <a:avLst/>
              <a:gdLst/>
              <a:ahLst/>
              <a:cxnLst/>
              <a:rect l="l" t="t" r="r" b="b"/>
              <a:pathLst>
                <a:path w="196214" h="175260">
                  <a:moveTo>
                    <a:pt x="195979" y="0"/>
                  </a:moveTo>
                  <a:lnTo>
                    <a:pt x="175259" y="0"/>
                  </a:lnTo>
                  <a:lnTo>
                    <a:pt x="0" y="175260"/>
                  </a:lnTo>
                  <a:lnTo>
                    <a:pt x="21288" y="175260"/>
                  </a:lnTo>
                  <a:lnTo>
                    <a:pt x="195979" y="0"/>
                  </a:lnTo>
                  <a:close/>
                </a:path>
              </a:pathLst>
            </a:custGeom>
            <a:solidFill>
              <a:srgbClr val="9C9C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2">
              <a:extLst>
                <a:ext uri="{FF2B5EF4-FFF2-40B4-BE49-F238E27FC236}">
                  <a16:creationId xmlns:a16="http://schemas.microsoft.com/office/drawing/2014/main" id="{B0E0B48D-A3BC-09FD-3861-222641542148}"/>
                </a:ext>
              </a:extLst>
            </p:cNvPr>
            <p:cNvSpPr/>
            <p:nvPr/>
          </p:nvSpPr>
          <p:spPr>
            <a:xfrm>
              <a:off x="1761188" y="2710179"/>
              <a:ext cx="194945" cy="175260"/>
            </a:xfrm>
            <a:custGeom>
              <a:avLst/>
              <a:gdLst/>
              <a:ahLst/>
              <a:cxnLst/>
              <a:rect l="l" t="t" r="r" b="b"/>
              <a:pathLst>
                <a:path w="194944" h="175260">
                  <a:moveTo>
                    <a:pt x="194611" y="0"/>
                  </a:moveTo>
                  <a:lnTo>
                    <a:pt x="174690" y="0"/>
                  </a:lnTo>
                  <a:lnTo>
                    <a:pt x="0" y="175260"/>
                  </a:lnTo>
                  <a:lnTo>
                    <a:pt x="19351" y="175260"/>
                  </a:lnTo>
                  <a:lnTo>
                    <a:pt x="194611" y="0"/>
                  </a:lnTo>
                  <a:close/>
                </a:path>
              </a:pathLst>
            </a:custGeom>
            <a:solidFill>
              <a:srgbClr val="9D9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3">
              <a:extLst>
                <a:ext uri="{FF2B5EF4-FFF2-40B4-BE49-F238E27FC236}">
                  <a16:creationId xmlns:a16="http://schemas.microsoft.com/office/drawing/2014/main" id="{9EF87D10-337C-6138-11A2-009641AE60E9}"/>
                </a:ext>
              </a:extLst>
            </p:cNvPr>
            <p:cNvSpPr/>
            <p:nvPr/>
          </p:nvSpPr>
          <p:spPr>
            <a:xfrm>
              <a:off x="178053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244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19414" y="175260"/>
                  </a:lnTo>
                  <a:lnTo>
                    <a:pt x="195244" y="0"/>
                  </a:lnTo>
                  <a:close/>
                </a:path>
              </a:pathLst>
            </a:custGeom>
            <a:solidFill>
              <a:srgbClr val="9E9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5BC10788-546D-1AC9-8FAF-1E0EBA37A70C}"/>
                </a:ext>
              </a:extLst>
            </p:cNvPr>
            <p:cNvSpPr/>
            <p:nvPr/>
          </p:nvSpPr>
          <p:spPr>
            <a:xfrm>
              <a:off x="1799953" y="2710179"/>
              <a:ext cx="196215" cy="175260"/>
            </a:xfrm>
            <a:custGeom>
              <a:avLst/>
              <a:gdLst/>
              <a:ahLst/>
              <a:cxnLst/>
              <a:rect l="l" t="t" r="r" b="b"/>
              <a:pathLst>
                <a:path w="196214" h="175260">
                  <a:moveTo>
                    <a:pt x="196183" y="0"/>
                  </a:moveTo>
                  <a:lnTo>
                    <a:pt x="175830" y="0"/>
                  </a:lnTo>
                  <a:lnTo>
                    <a:pt x="0" y="175260"/>
                  </a:lnTo>
                  <a:lnTo>
                    <a:pt x="20353" y="175260"/>
                  </a:lnTo>
                  <a:lnTo>
                    <a:pt x="196183" y="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5">
              <a:extLst>
                <a:ext uri="{FF2B5EF4-FFF2-40B4-BE49-F238E27FC236}">
                  <a16:creationId xmlns:a16="http://schemas.microsoft.com/office/drawing/2014/main" id="{AB9489C2-FA45-A4F6-E59A-3D2553C7B36A}"/>
                </a:ext>
              </a:extLst>
            </p:cNvPr>
            <p:cNvSpPr/>
            <p:nvPr/>
          </p:nvSpPr>
          <p:spPr>
            <a:xfrm>
              <a:off x="1820307" y="2710179"/>
              <a:ext cx="196215" cy="175260"/>
            </a:xfrm>
            <a:custGeom>
              <a:avLst/>
              <a:gdLst/>
              <a:ahLst/>
              <a:cxnLst/>
              <a:rect l="l" t="t" r="r" b="b"/>
              <a:pathLst>
                <a:path w="196214" h="175260">
                  <a:moveTo>
                    <a:pt x="196183" y="0"/>
                  </a:moveTo>
                  <a:lnTo>
                    <a:pt x="175830" y="0"/>
                  </a:lnTo>
                  <a:lnTo>
                    <a:pt x="0" y="175260"/>
                  </a:lnTo>
                  <a:lnTo>
                    <a:pt x="20353" y="175260"/>
                  </a:lnTo>
                  <a:lnTo>
                    <a:pt x="196183" y="0"/>
                  </a:lnTo>
                  <a:close/>
                </a:path>
              </a:pathLst>
            </a:custGeom>
            <a:solidFill>
              <a:srgbClr val="A0A0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6">
              <a:extLst>
                <a:ext uri="{FF2B5EF4-FFF2-40B4-BE49-F238E27FC236}">
                  <a16:creationId xmlns:a16="http://schemas.microsoft.com/office/drawing/2014/main" id="{8BB391F0-E5FD-9A2A-0F30-4568EBDF5A10}"/>
                </a:ext>
              </a:extLst>
            </p:cNvPr>
            <p:cNvSpPr/>
            <p:nvPr/>
          </p:nvSpPr>
          <p:spPr>
            <a:xfrm>
              <a:off x="1840660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149" y="0"/>
                  </a:moveTo>
                  <a:lnTo>
                    <a:pt x="175830" y="0"/>
                  </a:lnTo>
                  <a:lnTo>
                    <a:pt x="0" y="175260"/>
                  </a:lnTo>
                  <a:lnTo>
                    <a:pt x="19889" y="175260"/>
                  </a:lnTo>
                  <a:lnTo>
                    <a:pt x="195149" y="0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7">
              <a:extLst>
                <a:ext uri="{FF2B5EF4-FFF2-40B4-BE49-F238E27FC236}">
                  <a16:creationId xmlns:a16="http://schemas.microsoft.com/office/drawing/2014/main" id="{E2448378-73BE-9B98-6265-B7C4E0184364}"/>
                </a:ext>
              </a:extLst>
            </p:cNvPr>
            <p:cNvSpPr/>
            <p:nvPr/>
          </p:nvSpPr>
          <p:spPr>
            <a:xfrm>
              <a:off x="1860549" y="2710179"/>
              <a:ext cx="194945" cy="175260"/>
            </a:xfrm>
            <a:custGeom>
              <a:avLst/>
              <a:gdLst/>
              <a:ahLst/>
              <a:cxnLst/>
              <a:rect l="l" t="t" r="r" b="b"/>
              <a:pathLst>
                <a:path w="194944" h="175260">
                  <a:moveTo>
                    <a:pt x="194516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19825" y="175260"/>
                  </a:lnTo>
                  <a:lnTo>
                    <a:pt x="194516" y="0"/>
                  </a:lnTo>
                  <a:close/>
                </a:path>
              </a:pathLst>
            </a:custGeom>
            <a:solidFill>
              <a:srgbClr val="A2A2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284106DD-91AF-BB99-D201-C8339EFAEFFF}"/>
                </a:ext>
              </a:extLst>
            </p:cNvPr>
            <p:cNvSpPr/>
            <p:nvPr/>
          </p:nvSpPr>
          <p:spPr>
            <a:xfrm>
              <a:off x="1880375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4977" y="0"/>
                  </a:moveTo>
                  <a:lnTo>
                    <a:pt x="174690" y="0"/>
                  </a:lnTo>
                  <a:lnTo>
                    <a:pt x="0" y="175260"/>
                  </a:lnTo>
                  <a:lnTo>
                    <a:pt x="20287" y="175260"/>
                  </a:lnTo>
                  <a:lnTo>
                    <a:pt x="194977" y="0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9">
              <a:extLst>
                <a:ext uri="{FF2B5EF4-FFF2-40B4-BE49-F238E27FC236}">
                  <a16:creationId xmlns:a16="http://schemas.microsoft.com/office/drawing/2014/main" id="{CCF152E8-2632-52DB-7155-61C048B51332}"/>
                </a:ext>
              </a:extLst>
            </p:cNvPr>
            <p:cNvSpPr/>
            <p:nvPr/>
          </p:nvSpPr>
          <p:spPr>
            <a:xfrm>
              <a:off x="1900662" y="2710179"/>
              <a:ext cx="194945" cy="175260"/>
            </a:xfrm>
            <a:custGeom>
              <a:avLst/>
              <a:gdLst/>
              <a:ahLst/>
              <a:cxnLst/>
              <a:rect l="l" t="t" r="r" b="b"/>
              <a:pathLst>
                <a:path w="194944" h="175260">
                  <a:moveTo>
                    <a:pt x="194837" y="0"/>
                  </a:moveTo>
                  <a:lnTo>
                    <a:pt x="174690" y="0"/>
                  </a:lnTo>
                  <a:lnTo>
                    <a:pt x="0" y="175260"/>
                  </a:lnTo>
                  <a:lnTo>
                    <a:pt x="19577" y="175260"/>
                  </a:lnTo>
                  <a:lnTo>
                    <a:pt x="194837" y="0"/>
                  </a:lnTo>
                  <a:close/>
                </a:path>
              </a:pathLst>
            </a:custGeom>
            <a:solidFill>
              <a:srgbClr val="A4A4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0">
              <a:extLst>
                <a:ext uri="{FF2B5EF4-FFF2-40B4-BE49-F238E27FC236}">
                  <a16:creationId xmlns:a16="http://schemas.microsoft.com/office/drawing/2014/main" id="{D2B7DE8E-F2B6-F5B8-1133-450D46E215D2}"/>
                </a:ext>
              </a:extLst>
            </p:cNvPr>
            <p:cNvSpPr/>
            <p:nvPr/>
          </p:nvSpPr>
          <p:spPr>
            <a:xfrm>
              <a:off x="192023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580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20320" y="175260"/>
                  </a:lnTo>
                  <a:lnTo>
                    <a:pt x="195580" y="0"/>
                  </a:lnTo>
                  <a:close/>
                </a:path>
              </a:pathLst>
            </a:custGeom>
            <a:solidFill>
              <a:srgbClr val="A5A5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80EB9702-8F44-B82E-01F2-86DF826DC2D1}"/>
                </a:ext>
              </a:extLst>
            </p:cNvPr>
            <p:cNvSpPr/>
            <p:nvPr/>
          </p:nvSpPr>
          <p:spPr>
            <a:xfrm>
              <a:off x="194055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580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20320" y="175260"/>
                  </a:lnTo>
                  <a:lnTo>
                    <a:pt x="195580" y="0"/>
                  </a:lnTo>
                  <a:close/>
                </a:path>
              </a:pathLst>
            </a:custGeom>
            <a:solidFill>
              <a:srgbClr val="A6A6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2">
              <a:extLst>
                <a:ext uri="{FF2B5EF4-FFF2-40B4-BE49-F238E27FC236}">
                  <a16:creationId xmlns:a16="http://schemas.microsoft.com/office/drawing/2014/main" id="{982975E2-601B-8479-BEFB-D4A2CF86B4E5}"/>
                </a:ext>
              </a:extLst>
            </p:cNvPr>
            <p:cNvSpPr/>
            <p:nvPr/>
          </p:nvSpPr>
          <p:spPr>
            <a:xfrm>
              <a:off x="196087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579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20319" y="175260"/>
                  </a:lnTo>
                  <a:lnTo>
                    <a:pt x="195579" y="0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3">
              <a:extLst>
                <a:ext uri="{FF2B5EF4-FFF2-40B4-BE49-F238E27FC236}">
                  <a16:creationId xmlns:a16="http://schemas.microsoft.com/office/drawing/2014/main" id="{C654BBC5-ED88-30A3-02F0-78EE48D0E6E3}"/>
                </a:ext>
              </a:extLst>
            </p:cNvPr>
            <p:cNvSpPr/>
            <p:nvPr/>
          </p:nvSpPr>
          <p:spPr>
            <a:xfrm>
              <a:off x="1981199" y="2710179"/>
              <a:ext cx="195580" cy="175260"/>
            </a:xfrm>
            <a:custGeom>
              <a:avLst/>
              <a:gdLst/>
              <a:ahLst/>
              <a:cxnLst/>
              <a:rect l="l" t="t" r="r" b="b"/>
              <a:pathLst>
                <a:path w="195580" h="175260">
                  <a:moveTo>
                    <a:pt x="195571" y="0"/>
                  </a:moveTo>
                  <a:lnTo>
                    <a:pt x="175260" y="0"/>
                  </a:lnTo>
                  <a:lnTo>
                    <a:pt x="0" y="175260"/>
                  </a:lnTo>
                  <a:lnTo>
                    <a:pt x="19740" y="175260"/>
                  </a:lnTo>
                  <a:lnTo>
                    <a:pt x="195571" y="0"/>
                  </a:lnTo>
                  <a:close/>
                </a:path>
              </a:pathLst>
            </a:custGeom>
            <a:solidFill>
              <a:srgbClr val="A8A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4">
              <a:extLst>
                <a:ext uri="{FF2B5EF4-FFF2-40B4-BE49-F238E27FC236}">
                  <a16:creationId xmlns:a16="http://schemas.microsoft.com/office/drawing/2014/main" id="{2D8D76A2-9493-4B0A-BC19-A874EB0E3B43}"/>
                </a:ext>
              </a:extLst>
            </p:cNvPr>
            <p:cNvSpPr/>
            <p:nvPr/>
          </p:nvSpPr>
          <p:spPr>
            <a:xfrm>
              <a:off x="2000940" y="2710179"/>
              <a:ext cx="179705" cy="175260"/>
            </a:xfrm>
            <a:custGeom>
              <a:avLst/>
              <a:gdLst/>
              <a:ahLst/>
              <a:cxnLst/>
              <a:rect l="l" t="t" r="r" b="b"/>
              <a:pathLst>
                <a:path w="179705" h="175260">
                  <a:moveTo>
                    <a:pt x="179649" y="0"/>
                  </a:moveTo>
                  <a:lnTo>
                    <a:pt x="175830" y="0"/>
                  </a:lnTo>
                  <a:lnTo>
                    <a:pt x="0" y="175260"/>
                  </a:lnTo>
                  <a:lnTo>
                    <a:pt x="18907" y="175260"/>
                  </a:lnTo>
                  <a:lnTo>
                    <a:pt x="179649" y="13994"/>
                  </a:lnTo>
                  <a:lnTo>
                    <a:pt x="179649" y="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5">
              <a:extLst>
                <a:ext uri="{FF2B5EF4-FFF2-40B4-BE49-F238E27FC236}">
                  <a16:creationId xmlns:a16="http://schemas.microsoft.com/office/drawing/2014/main" id="{188FAF15-B4E2-1E0A-965C-D1D8379CC32B}"/>
                </a:ext>
              </a:extLst>
            </p:cNvPr>
            <p:cNvSpPr/>
            <p:nvPr/>
          </p:nvSpPr>
          <p:spPr>
            <a:xfrm>
              <a:off x="2019848" y="2724174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89" h="161289">
                  <a:moveTo>
                    <a:pt x="160741" y="0"/>
                  </a:moveTo>
                  <a:lnTo>
                    <a:pt x="0" y="161265"/>
                  </a:lnTo>
                  <a:lnTo>
                    <a:pt x="21041" y="161265"/>
                  </a:lnTo>
                  <a:lnTo>
                    <a:pt x="160741" y="21565"/>
                  </a:lnTo>
                  <a:lnTo>
                    <a:pt x="160741" y="0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6">
              <a:extLst>
                <a:ext uri="{FF2B5EF4-FFF2-40B4-BE49-F238E27FC236}">
                  <a16:creationId xmlns:a16="http://schemas.microsoft.com/office/drawing/2014/main" id="{F7764028-D685-EDBB-7479-65B7FC70BD9C}"/>
                </a:ext>
              </a:extLst>
            </p:cNvPr>
            <p:cNvSpPr/>
            <p:nvPr/>
          </p:nvSpPr>
          <p:spPr>
            <a:xfrm>
              <a:off x="2040889" y="2745739"/>
              <a:ext cx="139700" cy="139700"/>
            </a:xfrm>
            <a:custGeom>
              <a:avLst/>
              <a:gdLst/>
              <a:ahLst/>
              <a:cxnLst/>
              <a:rect l="l" t="t" r="r" b="b"/>
              <a:pathLst>
                <a:path w="139700" h="139700">
                  <a:moveTo>
                    <a:pt x="139699" y="0"/>
                  </a:moveTo>
                  <a:lnTo>
                    <a:pt x="0" y="139699"/>
                  </a:lnTo>
                  <a:lnTo>
                    <a:pt x="19050" y="139699"/>
                  </a:lnTo>
                  <a:lnTo>
                    <a:pt x="139699" y="19049"/>
                  </a:lnTo>
                  <a:lnTo>
                    <a:pt x="139699" y="0"/>
                  </a:lnTo>
                  <a:close/>
                </a:path>
              </a:pathLst>
            </a:custGeom>
            <a:solidFill>
              <a:srgbClr val="ABAB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37">
              <a:extLst>
                <a:ext uri="{FF2B5EF4-FFF2-40B4-BE49-F238E27FC236}">
                  <a16:creationId xmlns:a16="http://schemas.microsoft.com/office/drawing/2014/main" id="{EAA2964B-52E9-AB62-0DEF-F6E97B5257B1}"/>
                </a:ext>
              </a:extLst>
            </p:cNvPr>
            <p:cNvSpPr/>
            <p:nvPr/>
          </p:nvSpPr>
          <p:spPr>
            <a:xfrm>
              <a:off x="2059939" y="2764789"/>
              <a:ext cx="120650" cy="120650"/>
            </a:xfrm>
            <a:custGeom>
              <a:avLst/>
              <a:gdLst/>
              <a:ahLst/>
              <a:cxnLst/>
              <a:rect l="l" t="t" r="r" b="b"/>
              <a:pathLst>
                <a:path w="120650" h="120650">
                  <a:moveTo>
                    <a:pt x="120649" y="0"/>
                  </a:moveTo>
                  <a:lnTo>
                    <a:pt x="0" y="120649"/>
                  </a:lnTo>
                  <a:lnTo>
                    <a:pt x="20319" y="120649"/>
                  </a:lnTo>
                  <a:lnTo>
                    <a:pt x="120649" y="20319"/>
                  </a:lnTo>
                  <a:lnTo>
                    <a:pt x="120649" y="0"/>
                  </a:lnTo>
                  <a:close/>
                </a:path>
              </a:pathLst>
            </a:custGeom>
            <a:solidFill>
              <a:srgbClr val="ACA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EB2D1879-89D7-E50F-62CD-249BFF44AB0A}"/>
                </a:ext>
              </a:extLst>
            </p:cNvPr>
            <p:cNvSpPr/>
            <p:nvPr/>
          </p:nvSpPr>
          <p:spPr>
            <a:xfrm>
              <a:off x="2080259" y="2785109"/>
              <a:ext cx="100330" cy="100330"/>
            </a:xfrm>
            <a:custGeom>
              <a:avLst/>
              <a:gdLst/>
              <a:ahLst/>
              <a:cxnLst/>
              <a:rect l="l" t="t" r="r" b="b"/>
              <a:pathLst>
                <a:path w="100330" h="100330">
                  <a:moveTo>
                    <a:pt x="100329" y="0"/>
                  </a:moveTo>
                  <a:lnTo>
                    <a:pt x="0" y="100329"/>
                  </a:lnTo>
                  <a:lnTo>
                    <a:pt x="20320" y="100329"/>
                  </a:lnTo>
                  <a:lnTo>
                    <a:pt x="100329" y="20320"/>
                  </a:lnTo>
                  <a:lnTo>
                    <a:pt x="100329" y="0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39">
              <a:extLst>
                <a:ext uri="{FF2B5EF4-FFF2-40B4-BE49-F238E27FC236}">
                  <a16:creationId xmlns:a16="http://schemas.microsoft.com/office/drawing/2014/main" id="{75F4DEF6-4754-18A9-F730-E7045FA154B1}"/>
                </a:ext>
              </a:extLst>
            </p:cNvPr>
            <p:cNvSpPr/>
            <p:nvPr/>
          </p:nvSpPr>
          <p:spPr>
            <a:xfrm>
              <a:off x="2100579" y="2805429"/>
              <a:ext cx="80010" cy="80010"/>
            </a:xfrm>
            <a:custGeom>
              <a:avLst/>
              <a:gdLst/>
              <a:ahLst/>
              <a:cxnLst/>
              <a:rect l="l" t="t" r="r" b="b"/>
              <a:pathLst>
                <a:path w="80010" h="80010">
                  <a:moveTo>
                    <a:pt x="80009" y="0"/>
                  </a:moveTo>
                  <a:lnTo>
                    <a:pt x="0" y="80009"/>
                  </a:lnTo>
                  <a:lnTo>
                    <a:pt x="20319" y="80009"/>
                  </a:lnTo>
                  <a:lnTo>
                    <a:pt x="80009" y="20319"/>
                  </a:lnTo>
                  <a:lnTo>
                    <a:pt x="80009" y="0"/>
                  </a:lnTo>
                  <a:close/>
                </a:path>
              </a:pathLst>
            </a:custGeom>
            <a:solidFill>
              <a:srgbClr val="AEAE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0">
              <a:extLst>
                <a:ext uri="{FF2B5EF4-FFF2-40B4-BE49-F238E27FC236}">
                  <a16:creationId xmlns:a16="http://schemas.microsoft.com/office/drawing/2014/main" id="{DFB689A9-7867-984C-19ED-7F28D97BB48A}"/>
                </a:ext>
              </a:extLst>
            </p:cNvPr>
            <p:cNvSpPr/>
            <p:nvPr/>
          </p:nvSpPr>
          <p:spPr>
            <a:xfrm>
              <a:off x="2120899" y="282574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59689" y="0"/>
                  </a:moveTo>
                  <a:lnTo>
                    <a:pt x="0" y="59689"/>
                  </a:lnTo>
                  <a:lnTo>
                    <a:pt x="20319" y="59689"/>
                  </a:lnTo>
                  <a:lnTo>
                    <a:pt x="59689" y="20320"/>
                  </a:lnTo>
                  <a:lnTo>
                    <a:pt x="59689" y="0"/>
                  </a:lnTo>
                  <a:close/>
                </a:path>
              </a:pathLst>
            </a:custGeom>
            <a:solidFill>
              <a:srgbClr val="AFAF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1">
              <a:extLst>
                <a:ext uri="{FF2B5EF4-FFF2-40B4-BE49-F238E27FC236}">
                  <a16:creationId xmlns:a16="http://schemas.microsoft.com/office/drawing/2014/main" id="{AF6F963E-30AB-1BA3-9DFD-61314E6999F5}"/>
                </a:ext>
              </a:extLst>
            </p:cNvPr>
            <p:cNvSpPr/>
            <p:nvPr/>
          </p:nvSpPr>
          <p:spPr>
            <a:xfrm>
              <a:off x="2141219" y="284606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69" h="39369">
                  <a:moveTo>
                    <a:pt x="39369" y="0"/>
                  </a:moveTo>
                  <a:lnTo>
                    <a:pt x="0" y="39369"/>
                  </a:lnTo>
                  <a:lnTo>
                    <a:pt x="19050" y="39369"/>
                  </a:lnTo>
                  <a:lnTo>
                    <a:pt x="39369" y="19050"/>
                  </a:lnTo>
                  <a:lnTo>
                    <a:pt x="39369" y="0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2">
              <a:extLst>
                <a:ext uri="{FF2B5EF4-FFF2-40B4-BE49-F238E27FC236}">
                  <a16:creationId xmlns:a16="http://schemas.microsoft.com/office/drawing/2014/main" id="{9EBEEAE9-76E5-8469-29DF-FD6E392603F4}"/>
                </a:ext>
              </a:extLst>
            </p:cNvPr>
            <p:cNvSpPr/>
            <p:nvPr/>
          </p:nvSpPr>
          <p:spPr>
            <a:xfrm>
              <a:off x="2160269" y="286511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19">
                  <a:moveTo>
                    <a:pt x="20319" y="0"/>
                  </a:moveTo>
                  <a:lnTo>
                    <a:pt x="0" y="20319"/>
                  </a:lnTo>
                  <a:lnTo>
                    <a:pt x="20319" y="20319"/>
                  </a:lnTo>
                  <a:lnTo>
                    <a:pt x="20319" y="0"/>
                  </a:lnTo>
                  <a:close/>
                </a:path>
              </a:pathLst>
            </a:custGeom>
            <a:solidFill>
              <a:srgbClr val="B1B1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3">
              <a:extLst>
                <a:ext uri="{FF2B5EF4-FFF2-40B4-BE49-F238E27FC236}">
                  <a16:creationId xmlns:a16="http://schemas.microsoft.com/office/drawing/2014/main" id="{1D1EA292-F099-9AF1-8565-C0104850ED2E}"/>
                </a:ext>
              </a:extLst>
            </p:cNvPr>
            <p:cNvSpPr/>
            <p:nvPr/>
          </p:nvSpPr>
          <p:spPr>
            <a:xfrm>
              <a:off x="1577339" y="2710179"/>
              <a:ext cx="601980" cy="173990"/>
            </a:xfrm>
            <a:custGeom>
              <a:avLst/>
              <a:gdLst/>
              <a:ahLst/>
              <a:cxnLst/>
              <a:rect l="l" t="t" r="r" b="b"/>
              <a:pathLst>
                <a:path w="601980" h="173989">
                  <a:moveTo>
                    <a:pt x="300990" y="173990"/>
                  </a:moveTo>
                  <a:lnTo>
                    <a:pt x="0" y="173990"/>
                  </a:lnTo>
                  <a:lnTo>
                    <a:pt x="0" y="0"/>
                  </a:lnTo>
                  <a:lnTo>
                    <a:pt x="601979" y="0"/>
                  </a:lnTo>
                  <a:lnTo>
                    <a:pt x="601979" y="173990"/>
                  </a:lnTo>
                  <a:lnTo>
                    <a:pt x="300990" y="17399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4">
              <a:extLst>
                <a:ext uri="{FF2B5EF4-FFF2-40B4-BE49-F238E27FC236}">
                  <a16:creationId xmlns:a16="http://schemas.microsoft.com/office/drawing/2014/main" id="{E16C7100-8343-06DA-9B14-99EA1DA06E00}"/>
                </a:ext>
              </a:extLst>
            </p:cNvPr>
            <p:cNvSpPr/>
            <p:nvPr/>
          </p:nvSpPr>
          <p:spPr>
            <a:xfrm>
              <a:off x="1647177" y="2655569"/>
              <a:ext cx="464820" cy="2540"/>
            </a:xfrm>
            <a:custGeom>
              <a:avLst/>
              <a:gdLst/>
              <a:ahLst/>
              <a:cxnLst/>
              <a:rect l="l" t="t" r="r" b="b"/>
              <a:pathLst>
                <a:path w="464819" h="2539">
                  <a:moveTo>
                    <a:pt x="464820" y="1270"/>
                  </a:moveTo>
                  <a:lnTo>
                    <a:pt x="463562" y="1270"/>
                  </a:lnTo>
                  <a:lnTo>
                    <a:pt x="463562" y="0"/>
                  </a:lnTo>
                  <a:lnTo>
                    <a:pt x="2552" y="0"/>
                  </a:lnTo>
                  <a:lnTo>
                    <a:pt x="2552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464820" y="2540"/>
                  </a:lnTo>
                  <a:lnTo>
                    <a:pt x="464820" y="127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5">
              <a:extLst>
                <a:ext uri="{FF2B5EF4-FFF2-40B4-BE49-F238E27FC236}">
                  <a16:creationId xmlns:a16="http://schemas.microsoft.com/office/drawing/2014/main" id="{3C37A505-C845-3CDD-62CF-8ECBEE849FAD}"/>
                </a:ext>
              </a:extLst>
            </p:cNvPr>
            <p:cNvSpPr/>
            <p:nvPr/>
          </p:nvSpPr>
          <p:spPr>
            <a:xfrm>
              <a:off x="1642110" y="2658109"/>
              <a:ext cx="474980" cy="3810"/>
            </a:xfrm>
            <a:custGeom>
              <a:avLst/>
              <a:gdLst/>
              <a:ahLst/>
              <a:cxnLst/>
              <a:rect l="l" t="t" r="r" b="b"/>
              <a:pathLst>
                <a:path w="474980" h="3810">
                  <a:moveTo>
                    <a:pt x="474980" y="2540"/>
                  </a:moveTo>
                  <a:lnTo>
                    <a:pt x="473710" y="2540"/>
                  </a:lnTo>
                  <a:lnTo>
                    <a:pt x="473710" y="1270"/>
                  </a:lnTo>
                  <a:lnTo>
                    <a:pt x="472440" y="1270"/>
                  </a:lnTo>
                  <a:lnTo>
                    <a:pt x="47244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74980" y="3810"/>
                  </a:lnTo>
                  <a:lnTo>
                    <a:pt x="474980" y="254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6">
              <a:extLst>
                <a:ext uri="{FF2B5EF4-FFF2-40B4-BE49-F238E27FC236}">
                  <a16:creationId xmlns:a16="http://schemas.microsoft.com/office/drawing/2014/main" id="{BB7E6042-8526-4AEF-843C-6C2766712177}"/>
                </a:ext>
              </a:extLst>
            </p:cNvPr>
            <p:cNvSpPr/>
            <p:nvPr/>
          </p:nvSpPr>
          <p:spPr>
            <a:xfrm>
              <a:off x="1637030" y="2661919"/>
              <a:ext cx="485140" cy="3810"/>
            </a:xfrm>
            <a:custGeom>
              <a:avLst/>
              <a:gdLst/>
              <a:ahLst/>
              <a:cxnLst/>
              <a:rect l="l" t="t" r="r" b="b"/>
              <a:pathLst>
                <a:path w="485139" h="3810">
                  <a:moveTo>
                    <a:pt x="485140" y="2540"/>
                  </a:moveTo>
                  <a:lnTo>
                    <a:pt x="483870" y="2540"/>
                  </a:lnTo>
                  <a:lnTo>
                    <a:pt x="483870" y="1270"/>
                  </a:lnTo>
                  <a:lnTo>
                    <a:pt x="482587" y="1270"/>
                  </a:lnTo>
                  <a:lnTo>
                    <a:pt x="482587" y="0"/>
                  </a:lnTo>
                  <a:lnTo>
                    <a:pt x="3797" y="0"/>
                  </a:lnTo>
                  <a:lnTo>
                    <a:pt x="3797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85140" y="3810"/>
                  </a:lnTo>
                  <a:lnTo>
                    <a:pt x="485140" y="2540"/>
                  </a:lnTo>
                  <a:close/>
                </a:path>
              </a:pathLst>
            </a:custGeom>
            <a:solidFill>
              <a:srgbClr val="C8C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47">
              <a:extLst>
                <a:ext uri="{FF2B5EF4-FFF2-40B4-BE49-F238E27FC236}">
                  <a16:creationId xmlns:a16="http://schemas.microsoft.com/office/drawing/2014/main" id="{24D6BC86-ED8C-F259-46D2-189C40EFA237}"/>
                </a:ext>
              </a:extLst>
            </p:cNvPr>
            <p:cNvSpPr/>
            <p:nvPr/>
          </p:nvSpPr>
          <p:spPr>
            <a:xfrm>
              <a:off x="1631950" y="2665729"/>
              <a:ext cx="495300" cy="3810"/>
            </a:xfrm>
            <a:custGeom>
              <a:avLst/>
              <a:gdLst/>
              <a:ahLst/>
              <a:cxnLst/>
              <a:rect l="l" t="t" r="r" b="b"/>
              <a:pathLst>
                <a:path w="495300" h="3810">
                  <a:moveTo>
                    <a:pt x="495300" y="2540"/>
                  </a:moveTo>
                  <a:lnTo>
                    <a:pt x="494017" y="2540"/>
                  </a:lnTo>
                  <a:lnTo>
                    <a:pt x="494017" y="1270"/>
                  </a:lnTo>
                  <a:lnTo>
                    <a:pt x="492760" y="1270"/>
                  </a:lnTo>
                  <a:lnTo>
                    <a:pt x="49276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27" y="1270"/>
                  </a:lnTo>
                  <a:lnTo>
                    <a:pt x="2527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495300" y="3810"/>
                  </a:lnTo>
                  <a:lnTo>
                    <a:pt x="495300" y="2540"/>
                  </a:lnTo>
                  <a:close/>
                </a:path>
              </a:pathLst>
            </a:custGeom>
            <a:solidFill>
              <a:srgbClr val="C4C4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48">
              <a:extLst>
                <a:ext uri="{FF2B5EF4-FFF2-40B4-BE49-F238E27FC236}">
                  <a16:creationId xmlns:a16="http://schemas.microsoft.com/office/drawing/2014/main" id="{343714AE-3EA6-370E-4013-926BFFF89746}"/>
                </a:ext>
              </a:extLst>
            </p:cNvPr>
            <p:cNvSpPr/>
            <p:nvPr/>
          </p:nvSpPr>
          <p:spPr>
            <a:xfrm>
              <a:off x="1626870" y="2669539"/>
              <a:ext cx="506730" cy="3810"/>
            </a:xfrm>
            <a:custGeom>
              <a:avLst/>
              <a:gdLst/>
              <a:ahLst/>
              <a:cxnLst/>
              <a:rect l="l" t="t" r="r" b="b"/>
              <a:pathLst>
                <a:path w="506730" h="3810">
                  <a:moveTo>
                    <a:pt x="506730" y="2540"/>
                  </a:moveTo>
                  <a:lnTo>
                    <a:pt x="504177" y="2540"/>
                  </a:lnTo>
                  <a:lnTo>
                    <a:pt x="504177" y="1270"/>
                  </a:lnTo>
                  <a:lnTo>
                    <a:pt x="502920" y="1270"/>
                  </a:lnTo>
                  <a:lnTo>
                    <a:pt x="5029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57" y="1270"/>
                  </a:lnTo>
                  <a:lnTo>
                    <a:pt x="1257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06730" y="3810"/>
                  </a:lnTo>
                  <a:lnTo>
                    <a:pt x="506730" y="2540"/>
                  </a:lnTo>
                  <a:close/>
                </a:path>
              </a:pathLst>
            </a:custGeom>
            <a:solidFill>
              <a:srgbClr val="C0C0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49">
              <a:extLst>
                <a:ext uri="{FF2B5EF4-FFF2-40B4-BE49-F238E27FC236}">
                  <a16:creationId xmlns:a16="http://schemas.microsoft.com/office/drawing/2014/main" id="{03B6A24D-71E6-995B-2C0A-33847E63D6D8}"/>
                </a:ext>
              </a:extLst>
            </p:cNvPr>
            <p:cNvSpPr/>
            <p:nvPr/>
          </p:nvSpPr>
          <p:spPr>
            <a:xfrm>
              <a:off x="1621790" y="2673349"/>
              <a:ext cx="516890" cy="3810"/>
            </a:xfrm>
            <a:custGeom>
              <a:avLst/>
              <a:gdLst/>
              <a:ahLst/>
              <a:cxnLst/>
              <a:rect l="l" t="t" r="r" b="b"/>
              <a:pathLst>
                <a:path w="516889" h="3810">
                  <a:moveTo>
                    <a:pt x="516890" y="2540"/>
                  </a:moveTo>
                  <a:lnTo>
                    <a:pt x="514350" y="2540"/>
                  </a:lnTo>
                  <a:lnTo>
                    <a:pt x="514350" y="1270"/>
                  </a:lnTo>
                  <a:lnTo>
                    <a:pt x="513080" y="1270"/>
                  </a:lnTo>
                  <a:lnTo>
                    <a:pt x="5130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16890" y="3810"/>
                  </a:lnTo>
                  <a:lnTo>
                    <a:pt x="51689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0">
              <a:extLst>
                <a:ext uri="{FF2B5EF4-FFF2-40B4-BE49-F238E27FC236}">
                  <a16:creationId xmlns:a16="http://schemas.microsoft.com/office/drawing/2014/main" id="{FD4AA142-B7D6-9782-A0C1-84FC3322A776}"/>
                </a:ext>
              </a:extLst>
            </p:cNvPr>
            <p:cNvSpPr/>
            <p:nvPr/>
          </p:nvSpPr>
          <p:spPr>
            <a:xfrm>
              <a:off x="1616710" y="2677159"/>
              <a:ext cx="527050" cy="3810"/>
            </a:xfrm>
            <a:custGeom>
              <a:avLst/>
              <a:gdLst/>
              <a:ahLst/>
              <a:cxnLst/>
              <a:rect l="l" t="t" r="r" b="b"/>
              <a:pathLst>
                <a:path w="527050" h="3810">
                  <a:moveTo>
                    <a:pt x="527050" y="2540"/>
                  </a:moveTo>
                  <a:lnTo>
                    <a:pt x="524510" y="2540"/>
                  </a:lnTo>
                  <a:lnTo>
                    <a:pt x="524510" y="1270"/>
                  </a:lnTo>
                  <a:lnTo>
                    <a:pt x="523240" y="1270"/>
                  </a:lnTo>
                  <a:lnTo>
                    <a:pt x="52324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27050" y="3810"/>
                  </a:lnTo>
                  <a:lnTo>
                    <a:pt x="527050" y="2540"/>
                  </a:lnTo>
                  <a:close/>
                </a:path>
              </a:pathLst>
            </a:custGeom>
            <a:solidFill>
              <a:srgbClr val="B8B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1">
              <a:extLst>
                <a:ext uri="{FF2B5EF4-FFF2-40B4-BE49-F238E27FC236}">
                  <a16:creationId xmlns:a16="http://schemas.microsoft.com/office/drawing/2014/main" id="{43CD891E-4125-9540-CDBA-94DC770B0E08}"/>
                </a:ext>
              </a:extLst>
            </p:cNvPr>
            <p:cNvSpPr/>
            <p:nvPr/>
          </p:nvSpPr>
          <p:spPr>
            <a:xfrm>
              <a:off x="1611630" y="2680969"/>
              <a:ext cx="537210" cy="3810"/>
            </a:xfrm>
            <a:custGeom>
              <a:avLst/>
              <a:gdLst/>
              <a:ahLst/>
              <a:cxnLst/>
              <a:rect l="l" t="t" r="r" b="b"/>
              <a:pathLst>
                <a:path w="537210" h="3810">
                  <a:moveTo>
                    <a:pt x="537210" y="2540"/>
                  </a:moveTo>
                  <a:lnTo>
                    <a:pt x="534670" y="2540"/>
                  </a:lnTo>
                  <a:lnTo>
                    <a:pt x="534670" y="1270"/>
                  </a:lnTo>
                  <a:lnTo>
                    <a:pt x="533400" y="1270"/>
                  </a:lnTo>
                  <a:lnTo>
                    <a:pt x="53340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37210" y="3810"/>
                  </a:lnTo>
                  <a:lnTo>
                    <a:pt x="537210" y="2540"/>
                  </a:lnTo>
                  <a:close/>
                </a:path>
              </a:pathLst>
            </a:custGeom>
            <a:solidFill>
              <a:srgbClr val="B4B4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2">
              <a:extLst>
                <a:ext uri="{FF2B5EF4-FFF2-40B4-BE49-F238E27FC236}">
                  <a16:creationId xmlns:a16="http://schemas.microsoft.com/office/drawing/2014/main" id="{AF79D183-B2B3-D733-2BA2-A3CAF2EE8725}"/>
                </a:ext>
              </a:extLst>
            </p:cNvPr>
            <p:cNvSpPr/>
            <p:nvPr/>
          </p:nvSpPr>
          <p:spPr>
            <a:xfrm>
              <a:off x="1607820" y="2684779"/>
              <a:ext cx="543560" cy="2540"/>
            </a:xfrm>
            <a:custGeom>
              <a:avLst/>
              <a:gdLst/>
              <a:ahLst/>
              <a:cxnLst/>
              <a:rect l="l" t="t" r="r" b="b"/>
              <a:pathLst>
                <a:path w="543560" h="2539">
                  <a:moveTo>
                    <a:pt x="543547" y="1270"/>
                  </a:moveTo>
                  <a:lnTo>
                    <a:pt x="542290" y="1270"/>
                  </a:lnTo>
                  <a:lnTo>
                    <a:pt x="5422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543547" y="2540"/>
                  </a:lnTo>
                  <a:lnTo>
                    <a:pt x="543547" y="1270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3">
              <a:extLst>
                <a:ext uri="{FF2B5EF4-FFF2-40B4-BE49-F238E27FC236}">
                  <a16:creationId xmlns:a16="http://schemas.microsoft.com/office/drawing/2014/main" id="{466090B1-38F2-2F27-A83D-DC45FF969D12}"/>
                </a:ext>
              </a:extLst>
            </p:cNvPr>
            <p:cNvSpPr/>
            <p:nvPr/>
          </p:nvSpPr>
          <p:spPr>
            <a:xfrm>
              <a:off x="1602740" y="2687319"/>
              <a:ext cx="554990" cy="3810"/>
            </a:xfrm>
            <a:custGeom>
              <a:avLst/>
              <a:gdLst/>
              <a:ahLst/>
              <a:cxnLst/>
              <a:rect l="l" t="t" r="r" b="b"/>
              <a:pathLst>
                <a:path w="554989" h="3810">
                  <a:moveTo>
                    <a:pt x="554990" y="2540"/>
                  </a:moveTo>
                  <a:lnTo>
                    <a:pt x="552450" y="2540"/>
                  </a:lnTo>
                  <a:lnTo>
                    <a:pt x="552450" y="1270"/>
                  </a:lnTo>
                  <a:lnTo>
                    <a:pt x="551180" y="1270"/>
                  </a:lnTo>
                  <a:lnTo>
                    <a:pt x="5511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54990" y="3810"/>
                  </a:lnTo>
                  <a:lnTo>
                    <a:pt x="554990" y="2540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4">
              <a:extLst>
                <a:ext uri="{FF2B5EF4-FFF2-40B4-BE49-F238E27FC236}">
                  <a16:creationId xmlns:a16="http://schemas.microsoft.com/office/drawing/2014/main" id="{B91E23C1-F41F-028E-0907-6655DC51D733}"/>
                </a:ext>
              </a:extLst>
            </p:cNvPr>
            <p:cNvSpPr/>
            <p:nvPr/>
          </p:nvSpPr>
          <p:spPr>
            <a:xfrm>
              <a:off x="1597660" y="2691129"/>
              <a:ext cx="565150" cy="3810"/>
            </a:xfrm>
            <a:custGeom>
              <a:avLst/>
              <a:gdLst/>
              <a:ahLst/>
              <a:cxnLst/>
              <a:rect l="l" t="t" r="r" b="b"/>
              <a:pathLst>
                <a:path w="565150" h="3810">
                  <a:moveTo>
                    <a:pt x="565150" y="2540"/>
                  </a:moveTo>
                  <a:lnTo>
                    <a:pt x="562610" y="2540"/>
                  </a:lnTo>
                  <a:lnTo>
                    <a:pt x="562610" y="1270"/>
                  </a:lnTo>
                  <a:lnTo>
                    <a:pt x="561340" y="1270"/>
                  </a:lnTo>
                  <a:lnTo>
                    <a:pt x="56134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65150" y="3810"/>
                  </a:lnTo>
                  <a:lnTo>
                    <a:pt x="565150" y="2540"/>
                  </a:lnTo>
                  <a:close/>
                </a:path>
              </a:pathLst>
            </a:custGeom>
            <a:solidFill>
              <a:srgbClr val="A8A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5">
              <a:extLst>
                <a:ext uri="{FF2B5EF4-FFF2-40B4-BE49-F238E27FC236}">
                  <a16:creationId xmlns:a16="http://schemas.microsoft.com/office/drawing/2014/main" id="{7603F808-FC08-8B34-B198-743A3336D11D}"/>
                </a:ext>
              </a:extLst>
            </p:cNvPr>
            <p:cNvSpPr/>
            <p:nvPr/>
          </p:nvSpPr>
          <p:spPr>
            <a:xfrm>
              <a:off x="1592580" y="2694939"/>
              <a:ext cx="575310" cy="3810"/>
            </a:xfrm>
            <a:custGeom>
              <a:avLst/>
              <a:gdLst/>
              <a:ahLst/>
              <a:cxnLst/>
              <a:rect l="l" t="t" r="r" b="b"/>
              <a:pathLst>
                <a:path w="575310" h="3810">
                  <a:moveTo>
                    <a:pt x="575310" y="2540"/>
                  </a:moveTo>
                  <a:lnTo>
                    <a:pt x="572770" y="2540"/>
                  </a:lnTo>
                  <a:lnTo>
                    <a:pt x="572770" y="1270"/>
                  </a:lnTo>
                  <a:lnTo>
                    <a:pt x="571500" y="1270"/>
                  </a:lnTo>
                  <a:lnTo>
                    <a:pt x="57150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5310" y="3810"/>
                  </a:lnTo>
                  <a:lnTo>
                    <a:pt x="575310" y="2540"/>
                  </a:lnTo>
                  <a:close/>
                </a:path>
              </a:pathLst>
            </a:custGeom>
            <a:solidFill>
              <a:srgbClr val="A4A4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6">
              <a:extLst>
                <a:ext uri="{FF2B5EF4-FFF2-40B4-BE49-F238E27FC236}">
                  <a16:creationId xmlns:a16="http://schemas.microsoft.com/office/drawing/2014/main" id="{74594953-A6AF-5414-8E03-9E4E3D607181}"/>
                </a:ext>
              </a:extLst>
            </p:cNvPr>
            <p:cNvSpPr/>
            <p:nvPr/>
          </p:nvSpPr>
          <p:spPr>
            <a:xfrm>
              <a:off x="1587500" y="2698749"/>
              <a:ext cx="585470" cy="3810"/>
            </a:xfrm>
            <a:custGeom>
              <a:avLst/>
              <a:gdLst/>
              <a:ahLst/>
              <a:cxnLst/>
              <a:rect l="l" t="t" r="r" b="b"/>
              <a:pathLst>
                <a:path w="585469" h="3810">
                  <a:moveTo>
                    <a:pt x="585470" y="2540"/>
                  </a:moveTo>
                  <a:lnTo>
                    <a:pt x="582917" y="2540"/>
                  </a:lnTo>
                  <a:lnTo>
                    <a:pt x="582917" y="1270"/>
                  </a:lnTo>
                  <a:lnTo>
                    <a:pt x="581660" y="1270"/>
                  </a:lnTo>
                  <a:lnTo>
                    <a:pt x="58166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85470" y="3810"/>
                  </a:lnTo>
                  <a:lnTo>
                    <a:pt x="585470" y="2540"/>
                  </a:lnTo>
                  <a:close/>
                </a:path>
              </a:pathLst>
            </a:custGeom>
            <a:solidFill>
              <a:srgbClr val="A0A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57">
              <a:extLst>
                <a:ext uri="{FF2B5EF4-FFF2-40B4-BE49-F238E27FC236}">
                  <a16:creationId xmlns:a16="http://schemas.microsoft.com/office/drawing/2014/main" id="{1D5D2A90-2BFB-EA6A-0728-28452C767BF8}"/>
                </a:ext>
              </a:extLst>
            </p:cNvPr>
            <p:cNvSpPr/>
            <p:nvPr/>
          </p:nvSpPr>
          <p:spPr>
            <a:xfrm>
              <a:off x="1587499" y="2655569"/>
              <a:ext cx="584200" cy="45720"/>
            </a:xfrm>
            <a:custGeom>
              <a:avLst/>
              <a:gdLst/>
              <a:ahLst/>
              <a:cxnLst/>
              <a:rect l="l" t="t" r="r" b="b"/>
              <a:pathLst>
                <a:path w="584200" h="45719">
                  <a:moveTo>
                    <a:pt x="0" y="45719"/>
                  </a:moveTo>
                  <a:lnTo>
                    <a:pt x="62230" y="0"/>
                  </a:lnTo>
                  <a:lnTo>
                    <a:pt x="521969" y="0"/>
                  </a:lnTo>
                  <a:lnTo>
                    <a:pt x="584200" y="45719"/>
                  </a:lnTo>
                  <a:lnTo>
                    <a:pt x="0" y="4571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1E7985CD-4D7D-14DC-2FAD-4C07EF76917E}"/>
                </a:ext>
              </a:extLst>
            </p:cNvPr>
            <p:cNvSpPr/>
            <p:nvPr/>
          </p:nvSpPr>
          <p:spPr>
            <a:xfrm>
              <a:off x="1965960" y="272160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4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40" y="3810"/>
                  </a:lnTo>
                  <a:lnTo>
                    <a:pt x="19304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59">
              <a:extLst>
                <a:ext uri="{FF2B5EF4-FFF2-40B4-BE49-F238E27FC236}">
                  <a16:creationId xmlns:a16="http://schemas.microsoft.com/office/drawing/2014/main" id="{875E32DF-64E4-DFA6-97E0-11828499DD52}"/>
                </a:ext>
              </a:extLst>
            </p:cNvPr>
            <p:cNvSpPr/>
            <p:nvPr/>
          </p:nvSpPr>
          <p:spPr>
            <a:xfrm>
              <a:off x="1965959" y="272541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3039" y="380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5A5A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0">
              <a:extLst>
                <a:ext uri="{FF2B5EF4-FFF2-40B4-BE49-F238E27FC236}">
                  <a16:creationId xmlns:a16="http://schemas.microsoft.com/office/drawing/2014/main" id="{8DF96019-946E-5761-A331-14861DC3CFA4}"/>
                </a:ext>
              </a:extLst>
            </p:cNvPr>
            <p:cNvSpPr/>
            <p:nvPr/>
          </p:nvSpPr>
          <p:spPr>
            <a:xfrm>
              <a:off x="1965959" y="272922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5B5B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1">
              <a:extLst>
                <a:ext uri="{FF2B5EF4-FFF2-40B4-BE49-F238E27FC236}">
                  <a16:creationId xmlns:a16="http://schemas.microsoft.com/office/drawing/2014/main" id="{BB432597-A6FF-17D8-FFC9-D7BC54DC80ED}"/>
                </a:ext>
              </a:extLst>
            </p:cNvPr>
            <p:cNvSpPr/>
            <p:nvPr/>
          </p:nvSpPr>
          <p:spPr>
            <a:xfrm>
              <a:off x="1965959" y="273303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5C5C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2">
              <a:extLst>
                <a:ext uri="{FF2B5EF4-FFF2-40B4-BE49-F238E27FC236}">
                  <a16:creationId xmlns:a16="http://schemas.microsoft.com/office/drawing/2014/main" id="{C956D5F9-7E26-0E8B-CF51-AADB29E1A054}"/>
                </a:ext>
              </a:extLst>
            </p:cNvPr>
            <p:cNvSpPr/>
            <p:nvPr/>
          </p:nvSpPr>
          <p:spPr>
            <a:xfrm>
              <a:off x="1965959" y="2736849"/>
              <a:ext cx="193040" cy="2540"/>
            </a:xfrm>
            <a:custGeom>
              <a:avLst/>
              <a:gdLst/>
              <a:ahLst/>
              <a:cxnLst/>
              <a:rect l="l" t="t" r="r" b="b"/>
              <a:pathLst>
                <a:path w="193039" h="2539">
                  <a:moveTo>
                    <a:pt x="1930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93039" y="253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5E5E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3">
              <a:extLst>
                <a:ext uri="{FF2B5EF4-FFF2-40B4-BE49-F238E27FC236}">
                  <a16:creationId xmlns:a16="http://schemas.microsoft.com/office/drawing/2014/main" id="{423C7B57-4100-2B43-6A2F-CB2159DE4111}"/>
                </a:ext>
              </a:extLst>
            </p:cNvPr>
            <p:cNvSpPr/>
            <p:nvPr/>
          </p:nvSpPr>
          <p:spPr>
            <a:xfrm>
              <a:off x="1965959" y="273938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5F5F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4">
              <a:extLst>
                <a:ext uri="{FF2B5EF4-FFF2-40B4-BE49-F238E27FC236}">
                  <a16:creationId xmlns:a16="http://schemas.microsoft.com/office/drawing/2014/main" id="{81987100-0292-51D5-DAB8-774EE7A6FBCD}"/>
                </a:ext>
              </a:extLst>
            </p:cNvPr>
            <p:cNvSpPr/>
            <p:nvPr/>
          </p:nvSpPr>
          <p:spPr>
            <a:xfrm>
              <a:off x="1965959" y="274319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060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5">
              <a:extLst>
                <a:ext uri="{FF2B5EF4-FFF2-40B4-BE49-F238E27FC236}">
                  <a16:creationId xmlns:a16="http://schemas.microsoft.com/office/drawing/2014/main" id="{BED37FA5-EE07-28F4-21DE-5E124A810DCA}"/>
                </a:ext>
              </a:extLst>
            </p:cNvPr>
            <p:cNvSpPr/>
            <p:nvPr/>
          </p:nvSpPr>
          <p:spPr>
            <a:xfrm>
              <a:off x="1965959" y="274700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262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6">
              <a:extLst>
                <a:ext uri="{FF2B5EF4-FFF2-40B4-BE49-F238E27FC236}">
                  <a16:creationId xmlns:a16="http://schemas.microsoft.com/office/drawing/2014/main" id="{7C4D688F-4F93-41EC-A4EE-369D4866F28F}"/>
                </a:ext>
              </a:extLst>
            </p:cNvPr>
            <p:cNvSpPr/>
            <p:nvPr/>
          </p:nvSpPr>
          <p:spPr>
            <a:xfrm>
              <a:off x="1965959" y="275081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3039" y="380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67">
              <a:extLst>
                <a:ext uri="{FF2B5EF4-FFF2-40B4-BE49-F238E27FC236}">
                  <a16:creationId xmlns:a16="http://schemas.microsoft.com/office/drawing/2014/main" id="{778F5249-8C42-068A-3C34-71CF39C3EE40}"/>
                </a:ext>
              </a:extLst>
            </p:cNvPr>
            <p:cNvSpPr/>
            <p:nvPr/>
          </p:nvSpPr>
          <p:spPr>
            <a:xfrm>
              <a:off x="1965959" y="275462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464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68">
              <a:extLst>
                <a:ext uri="{FF2B5EF4-FFF2-40B4-BE49-F238E27FC236}">
                  <a16:creationId xmlns:a16="http://schemas.microsoft.com/office/drawing/2014/main" id="{E4A57596-511F-5FFC-29F4-F823F49DAD13}"/>
                </a:ext>
              </a:extLst>
            </p:cNvPr>
            <p:cNvSpPr/>
            <p:nvPr/>
          </p:nvSpPr>
          <p:spPr>
            <a:xfrm>
              <a:off x="1965959" y="275843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666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69">
              <a:extLst>
                <a:ext uri="{FF2B5EF4-FFF2-40B4-BE49-F238E27FC236}">
                  <a16:creationId xmlns:a16="http://schemas.microsoft.com/office/drawing/2014/main" id="{E1D97734-989E-09DE-C6B5-19DBEDFF00EF}"/>
                </a:ext>
              </a:extLst>
            </p:cNvPr>
            <p:cNvSpPr/>
            <p:nvPr/>
          </p:nvSpPr>
          <p:spPr>
            <a:xfrm>
              <a:off x="1965959" y="276224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0">
              <a:extLst>
                <a:ext uri="{FF2B5EF4-FFF2-40B4-BE49-F238E27FC236}">
                  <a16:creationId xmlns:a16="http://schemas.microsoft.com/office/drawing/2014/main" id="{36CC44F0-B402-9C20-45F1-0A3E8EA1D522}"/>
                </a:ext>
              </a:extLst>
            </p:cNvPr>
            <p:cNvSpPr/>
            <p:nvPr/>
          </p:nvSpPr>
          <p:spPr>
            <a:xfrm>
              <a:off x="1965959" y="2766059"/>
              <a:ext cx="193040" cy="2540"/>
            </a:xfrm>
            <a:custGeom>
              <a:avLst/>
              <a:gdLst/>
              <a:ahLst/>
              <a:cxnLst/>
              <a:rect l="l" t="t" r="r" b="b"/>
              <a:pathLst>
                <a:path w="193039" h="2539">
                  <a:moveTo>
                    <a:pt x="1930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93039" y="253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868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1">
              <a:extLst>
                <a:ext uri="{FF2B5EF4-FFF2-40B4-BE49-F238E27FC236}">
                  <a16:creationId xmlns:a16="http://schemas.microsoft.com/office/drawing/2014/main" id="{C0D0F068-FC13-4B28-C0AE-DBE7083F49BE}"/>
                </a:ext>
              </a:extLst>
            </p:cNvPr>
            <p:cNvSpPr/>
            <p:nvPr/>
          </p:nvSpPr>
          <p:spPr>
            <a:xfrm>
              <a:off x="1965959" y="276859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A6A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2">
              <a:extLst>
                <a:ext uri="{FF2B5EF4-FFF2-40B4-BE49-F238E27FC236}">
                  <a16:creationId xmlns:a16="http://schemas.microsoft.com/office/drawing/2014/main" id="{EBAA3A47-B2E8-3097-A4B1-6093A4499F8F}"/>
                </a:ext>
              </a:extLst>
            </p:cNvPr>
            <p:cNvSpPr/>
            <p:nvPr/>
          </p:nvSpPr>
          <p:spPr>
            <a:xfrm>
              <a:off x="1965959" y="277240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3">
              <a:extLst>
                <a:ext uri="{FF2B5EF4-FFF2-40B4-BE49-F238E27FC236}">
                  <a16:creationId xmlns:a16="http://schemas.microsoft.com/office/drawing/2014/main" id="{FBCE29AE-6267-D13A-78BC-F9BD5FE11BC3}"/>
                </a:ext>
              </a:extLst>
            </p:cNvPr>
            <p:cNvSpPr/>
            <p:nvPr/>
          </p:nvSpPr>
          <p:spPr>
            <a:xfrm>
              <a:off x="1965959" y="277621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3039" y="380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C6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4">
              <a:extLst>
                <a:ext uri="{FF2B5EF4-FFF2-40B4-BE49-F238E27FC236}">
                  <a16:creationId xmlns:a16="http://schemas.microsoft.com/office/drawing/2014/main" id="{3F280E8F-1496-C3FC-F99D-AC69BEBAD9D2}"/>
                </a:ext>
              </a:extLst>
            </p:cNvPr>
            <p:cNvSpPr/>
            <p:nvPr/>
          </p:nvSpPr>
          <p:spPr>
            <a:xfrm>
              <a:off x="1965959" y="278002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5">
              <a:extLst>
                <a:ext uri="{FF2B5EF4-FFF2-40B4-BE49-F238E27FC236}">
                  <a16:creationId xmlns:a16="http://schemas.microsoft.com/office/drawing/2014/main" id="{38CCE3B1-195F-4F37-9A15-7E99549DA518}"/>
                </a:ext>
              </a:extLst>
            </p:cNvPr>
            <p:cNvSpPr/>
            <p:nvPr/>
          </p:nvSpPr>
          <p:spPr>
            <a:xfrm>
              <a:off x="1965959" y="278383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6">
              <a:extLst>
                <a:ext uri="{FF2B5EF4-FFF2-40B4-BE49-F238E27FC236}">
                  <a16:creationId xmlns:a16="http://schemas.microsoft.com/office/drawing/2014/main" id="{06677952-F409-4A17-E755-3649D6D80A2F}"/>
                </a:ext>
              </a:extLst>
            </p:cNvPr>
            <p:cNvSpPr/>
            <p:nvPr/>
          </p:nvSpPr>
          <p:spPr>
            <a:xfrm>
              <a:off x="1965959" y="278764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070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77">
              <a:extLst>
                <a:ext uri="{FF2B5EF4-FFF2-40B4-BE49-F238E27FC236}">
                  <a16:creationId xmlns:a16="http://schemas.microsoft.com/office/drawing/2014/main" id="{2ED2A818-1364-1B11-3265-90796E0F7FDF}"/>
                </a:ext>
              </a:extLst>
            </p:cNvPr>
            <p:cNvSpPr/>
            <p:nvPr/>
          </p:nvSpPr>
          <p:spPr>
            <a:xfrm>
              <a:off x="1965959" y="279145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78">
              <a:extLst>
                <a:ext uri="{FF2B5EF4-FFF2-40B4-BE49-F238E27FC236}">
                  <a16:creationId xmlns:a16="http://schemas.microsoft.com/office/drawing/2014/main" id="{B5007967-C18E-440A-F978-FBCC7F8238B9}"/>
                </a:ext>
              </a:extLst>
            </p:cNvPr>
            <p:cNvSpPr/>
            <p:nvPr/>
          </p:nvSpPr>
          <p:spPr>
            <a:xfrm>
              <a:off x="1965959" y="2795269"/>
              <a:ext cx="193040" cy="2540"/>
            </a:xfrm>
            <a:custGeom>
              <a:avLst/>
              <a:gdLst/>
              <a:ahLst/>
              <a:cxnLst/>
              <a:rect l="l" t="t" r="r" b="b"/>
              <a:pathLst>
                <a:path w="193039" h="2539">
                  <a:moveTo>
                    <a:pt x="1930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93039" y="253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79">
              <a:extLst>
                <a:ext uri="{FF2B5EF4-FFF2-40B4-BE49-F238E27FC236}">
                  <a16:creationId xmlns:a16="http://schemas.microsoft.com/office/drawing/2014/main" id="{0A784751-6A28-2A59-4271-F6F2F1D48492}"/>
                </a:ext>
              </a:extLst>
            </p:cNvPr>
            <p:cNvSpPr/>
            <p:nvPr/>
          </p:nvSpPr>
          <p:spPr>
            <a:xfrm>
              <a:off x="1965959" y="279780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47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0">
              <a:extLst>
                <a:ext uri="{FF2B5EF4-FFF2-40B4-BE49-F238E27FC236}">
                  <a16:creationId xmlns:a16="http://schemas.microsoft.com/office/drawing/2014/main" id="{56A36FEF-55C1-876C-2A9E-400EF356EC1E}"/>
                </a:ext>
              </a:extLst>
            </p:cNvPr>
            <p:cNvSpPr/>
            <p:nvPr/>
          </p:nvSpPr>
          <p:spPr>
            <a:xfrm>
              <a:off x="1965959" y="280161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3039" y="380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1">
              <a:extLst>
                <a:ext uri="{FF2B5EF4-FFF2-40B4-BE49-F238E27FC236}">
                  <a16:creationId xmlns:a16="http://schemas.microsoft.com/office/drawing/2014/main" id="{D5F6A8AF-B9E8-AAFB-34EE-E690022339B7}"/>
                </a:ext>
              </a:extLst>
            </p:cNvPr>
            <p:cNvSpPr/>
            <p:nvPr/>
          </p:nvSpPr>
          <p:spPr>
            <a:xfrm>
              <a:off x="1965959" y="280542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77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2">
              <a:extLst>
                <a:ext uri="{FF2B5EF4-FFF2-40B4-BE49-F238E27FC236}">
                  <a16:creationId xmlns:a16="http://schemas.microsoft.com/office/drawing/2014/main" id="{2F31DBCF-26B1-A279-D83C-B3AC013485C8}"/>
                </a:ext>
              </a:extLst>
            </p:cNvPr>
            <p:cNvSpPr/>
            <p:nvPr/>
          </p:nvSpPr>
          <p:spPr>
            <a:xfrm>
              <a:off x="1965959" y="280923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878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3">
              <a:extLst>
                <a:ext uri="{FF2B5EF4-FFF2-40B4-BE49-F238E27FC236}">
                  <a16:creationId xmlns:a16="http://schemas.microsoft.com/office/drawing/2014/main" id="{237AA27A-61DF-F7D6-8940-6ABBF2E80A2F}"/>
                </a:ext>
              </a:extLst>
            </p:cNvPr>
            <p:cNvSpPr/>
            <p:nvPr/>
          </p:nvSpPr>
          <p:spPr>
            <a:xfrm>
              <a:off x="1965959" y="281304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4">
              <a:extLst>
                <a:ext uri="{FF2B5EF4-FFF2-40B4-BE49-F238E27FC236}">
                  <a16:creationId xmlns:a16="http://schemas.microsoft.com/office/drawing/2014/main" id="{A14D4093-C30B-0BCB-6AC3-926F658AC917}"/>
                </a:ext>
              </a:extLst>
            </p:cNvPr>
            <p:cNvSpPr/>
            <p:nvPr/>
          </p:nvSpPr>
          <p:spPr>
            <a:xfrm>
              <a:off x="1965959" y="281685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B7B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5">
              <a:extLst>
                <a:ext uri="{FF2B5EF4-FFF2-40B4-BE49-F238E27FC236}">
                  <a16:creationId xmlns:a16="http://schemas.microsoft.com/office/drawing/2014/main" id="{30D67076-8F37-3CD5-E3BF-B54C68A1CA18}"/>
                </a:ext>
              </a:extLst>
            </p:cNvPr>
            <p:cNvSpPr/>
            <p:nvPr/>
          </p:nvSpPr>
          <p:spPr>
            <a:xfrm>
              <a:off x="1965959" y="2820669"/>
              <a:ext cx="193040" cy="2540"/>
            </a:xfrm>
            <a:custGeom>
              <a:avLst/>
              <a:gdLst/>
              <a:ahLst/>
              <a:cxnLst/>
              <a:rect l="l" t="t" r="r" b="b"/>
              <a:pathLst>
                <a:path w="193039" h="2539">
                  <a:moveTo>
                    <a:pt x="1930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93039" y="253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C7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E3A10CFD-B678-1EB0-D029-2FEBAE71E9CA}"/>
                </a:ext>
              </a:extLst>
            </p:cNvPr>
            <p:cNvSpPr/>
            <p:nvPr/>
          </p:nvSpPr>
          <p:spPr>
            <a:xfrm>
              <a:off x="1965959" y="282320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87">
              <a:extLst>
                <a:ext uri="{FF2B5EF4-FFF2-40B4-BE49-F238E27FC236}">
                  <a16:creationId xmlns:a16="http://schemas.microsoft.com/office/drawing/2014/main" id="{AE4A2E06-405D-2E5D-967A-EE3F20A10949}"/>
                </a:ext>
              </a:extLst>
            </p:cNvPr>
            <p:cNvSpPr/>
            <p:nvPr/>
          </p:nvSpPr>
          <p:spPr>
            <a:xfrm>
              <a:off x="1965959" y="282701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3039" y="380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7E7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88">
              <a:extLst>
                <a:ext uri="{FF2B5EF4-FFF2-40B4-BE49-F238E27FC236}">
                  <a16:creationId xmlns:a16="http://schemas.microsoft.com/office/drawing/2014/main" id="{6BAD00D7-400B-F667-982A-38343BBC2006}"/>
                </a:ext>
              </a:extLst>
            </p:cNvPr>
            <p:cNvSpPr/>
            <p:nvPr/>
          </p:nvSpPr>
          <p:spPr>
            <a:xfrm>
              <a:off x="1965959" y="283082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89">
              <a:extLst>
                <a:ext uri="{FF2B5EF4-FFF2-40B4-BE49-F238E27FC236}">
                  <a16:creationId xmlns:a16="http://schemas.microsoft.com/office/drawing/2014/main" id="{B099FF68-B62F-4AFA-58C1-372A04C04DEE}"/>
                </a:ext>
              </a:extLst>
            </p:cNvPr>
            <p:cNvSpPr/>
            <p:nvPr/>
          </p:nvSpPr>
          <p:spPr>
            <a:xfrm>
              <a:off x="1965959" y="283463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818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0">
              <a:extLst>
                <a:ext uri="{FF2B5EF4-FFF2-40B4-BE49-F238E27FC236}">
                  <a16:creationId xmlns:a16="http://schemas.microsoft.com/office/drawing/2014/main" id="{018F103E-7C2A-92DD-1656-DE379AFD596E}"/>
                </a:ext>
              </a:extLst>
            </p:cNvPr>
            <p:cNvSpPr/>
            <p:nvPr/>
          </p:nvSpPr>
          <p:spPr>
            <a:xfrm>
              <a:off x="1965959" y="283844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828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E55CCC84-A722-C334-84C6-01B7D1372584}"/>
                </a:ext>
              </a:extLst>
            </p:cNvPr>
            <p:cNvSpPr/>
            <p:nvPr/>
          </p:nvSpPr>
          <p:spPr>
            <a:xfrm>
              <a:off x="1965959" y="284225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8484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2">
              <a:extLst>
                <a:ext uri="{FF2B5EF4-FFF2-40B4-BE49-F238E27FC236}">
                  <a16:creationId xmlns:a16="http://schemas.microsoft.com/office/drawing/2014/main" id="{DD3A1F86-71C7-B074-479F-A22973C330F5}"/>
                </a:ext>
              </a:extLst>
            </p:cNvPr>
            <p:cNvSpPr/>
            <p:nvPr/>
          </p:nvSpPr>
          <p:spPr>
            <a:xfrm>
              <a:off x="1965959" y="284606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3039" y="380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3">
              <a:extLst>
                <a:ext uri="{FF2B5EF4-FFF2-40B4-BE49-F238E27FC236}">
                  <a16:creationId xmlns:a16="http://schemas.microsoft.com/office/drawing/2014/main" id="{137E49BA-B0D0-38ED-9349-F356C34922ED}"/>
                </a:ext>
              </a:extLst>
            </p:cNvPr>
            <p:cNvSpPr/>
            <p:nvPr/>
          </p:nvSpPr>
          <p:spPr>
            <a:xfrm>
              <a:off x="1965959" y="2849879"/>
              <a:ext cx="193040" cy="2540"/>
            </a:xfrm>
            <a:custGeom>
              <a:avLst/>
              <a:gdLst/>
              <a:ahLst/>
              <a:cxnLst/>
              <a:rect l="l" t="t" r="r" b="b"/>
              <a:pathLst>
                <a:path w="193039" h="2539">
                  <a:moveTo>
                    <a:pt x="1930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93039" y="254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8686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4">
              <a:extLst>
                <a:ext uri="{FF2B5EF4-FFF2-40B4-BE49-F238E27FC236}">
                  <a16:creationId xmlns:a16="http://schemas.microsoft.com/office/drawing/2014/main" id="{6BCC6B7B-3170-0155-3B5F-41CC756F79F2}"/>
                </a:ext>
              </a:extLst>
            </p:cNvPr>
            <p:cNvSpPr/>
            <p:nvPr/>
          </p:nvSpPr>
          <p:spPr>
            <a:xfrm>
              <a:off x="1965959" y="285241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3039" y="3809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8888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5">
              <a:extLst>
                <a:ext uri="{FF2B5EF4-FFF2-40B4-BE49-F238E27FC236}">
                  <a16:creationId xmlns:a16="http://schemas.microsoft.com/office/drawing/2014/main" id="{2F0D5FCB-7F89-6975-63BE-A0C33E4F1B39}"/>
                </a:ext>
              </a:extLst>
            </p:cNvPr>
            <p:cNvSpPr/>
            <p:nvPr/>
          </p:nvSpPr>
          <p:spPr>
            <a:xfrm>
              <a:off x="1965959" y="285622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3039" y="3810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8989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6">
              <a:extLst>
                <a:ext uri="{FF2B5EF4-FFF2-40B4-BE49-F238E27FC236}">
                  <a16:creationId xmlns:a16="http://schemas.microsoft.com/office/drawing/2014/main" id="{842B7DE9-8A86-CB71-3D68-1B9C468191B5}"/>
                </a:ext>
              </a:extLst>
            </p:cNvPr>
            <p:cNvSpPr/>
            <p:nvPr/>
          </p:nvSpPr>
          <p:spPr>
            <a:xfrm>
              <a:off x="1965959" y="2722879"/>
              <a:ext cx="191770" cy="137160"/>
            </a:xfrm>
            <a:custGeom>
              <a:avLst/>
              <a:gdLst/>
              <a:ahLst/>
              <a:cxnLst/>
              <a:rect l="l" t="t" r="r" b="b"/>
              <a:pathLst>
                <a:path w="191769" h="137160">
                  <a:moveTo>
                    <a:pt x="96519" y="137160"/>
                  </a:moveTo>
                  <a:lnTo>
                    <a:pt x="0" y="137160"/>
                  </a:lnTo>
                  <a:lnTo>
                    <a:pt x="0" y="0"/>
                  </a:lnTo>
                  <a:lnTo>
                    <a:pt x="191769" y="0"/>
                  </a:lnTo>
                  <a:lnTo>
                    <a:pt x="191769" y="137160"/>
                  </a:lnTo>
                  <a:lnTo>
                    <a:pt x="96519" y="137160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C054C79B-051F-CE3F-EDEB-A8789B7D8947}"/>
                </a:ext>
              </a:extLst>
            </p:cNvPr>
            <p:cNvSpPr/>
            <p:nvPr/>
          </p:nvSpPr>
          <p:spPr>
            <a:xfrm>
              <a:off x="1606550" y="2857499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910" y="2540"/>
                  </a:moveTo>
                  <a:lnTo>
                    <a:pt x="548640" y="2540"/>
                  </a:lnTo>
                  <a:lnTo>
                    <a:pt x="548640" y="1270"/>
                  </a:lnTo>
                  <a:lnTo>
                    <a:pt x="547370" y="1270"/>
                  </a:lnTo>
                  <a:lnTo>
                    <a:pt x="54737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49910" y="3810"/>
                  </a:lnTo>
                  <a:lnTo>
                    <a:pt x="549910" y="2540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98">
              <a:extLst>
                <a:ext uri="{FF2B5EF4-FFF2-40B4-BE49-F238E27FC236}">
                  <a16:creationId xmlns:a16="http://schemas.microsoft.com/office/drawing/2014/main" id="{E81AE84E-62B1-D408-FF1B-0FEDD7C1A9F8}"/>
                </a:ext>
              </a:extLst>
            </p:cNvPr>
            <p:cNvSpPr/>
            <p:nvPr/>
          </p:nvSpPr>
          <p:spPr>
            <a:xfrm>
              <a:off x="1604010" y="2861309"/>
              <a:ext cx="554990" cy="3810"/>
            </a:xfrm>
            <a:custGeom>
              <a:avLst/>
              <a:gdLst/>
              <a:ahLst/>
              <a:cxnLst/>
              <a:rect l="l" t="t" r="r" b="b"/>
              <a:pathLst>
                <a:path w="554989" h="3810">
                  <a:moveTo>
                    <a:pt x="554990" y="2540"/>
                  </a:moveTo>
                  <a:lnTo>
                    <a:pt x="553720" y="2540"/>
                  </a:lnTo>
                  <a:lnTo>
                    <a:pt x="553720" y="1270"/>
                  </a:lnTo>
                  <a:lnTo>
                    <a:pt x="552450" y="1270"/>
                  </a:lnTo>
                  <a:lnTo>
                    <a:pt x="55245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54990" y="3810"/>
                  </a:lnTo>
                  <a:lnTo>
                    <a:pt x="554990" y="2540"/>
                  </a:lnTo>
                  <a:close/>
                </a:path>
              </a:pathLst>
            </a:custGeom>
            <a:solidFill>
              <a:srgbClr val="CDC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99">
              <a:extLst>
                <a:ext uri="{FF2B5EF4-FFF2-40B4-BE49-F238E27FC236}">
                  <a16:creationId xmlns:a16="http://schemas.microsoft.com/office/drawing/2014/main" id="{C623A827-E9B2-4A32-EEB5-8BC6580C5A01}"/>
                </a:ext>
              </a:extLst>
            </p:cNvPr>
            <p:cNvSpPr/>
            <p:nvPr/>
          </p:nvSpPr>
          <p:spPr>
            <a:xfrm>
              <a:off x="1601470" y="2865119"/>
              <a:ext cx="560070" cy="3810"/>
            </a:xfrm>
            <a:custGeom>
              <a:avLst/>
              <a:gdLst/>
              <a:ahLst/>
              <a:cxnLst/>
              <a:rect l="l" t="t" r="r" b="b"/>
              <a:pathLst>
                <a:path w="560069" h="3810">
                  <a:moveTo>
                    <a:pt x="560070" y="1270"/>
                  </a:moveTo>
                  <a:lnTo>
                    <a:pt x="558800" y="1270"/>
                  </a:lnTo>
                  <a:lnTo>
                    <a:pt x="55880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560070" y="3810"/>
                  </a:lnTo>
                  <a:lnTo>
                    <a:pt x="560070" y="1270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0">
              <a:extLst>
                <a:ext uri="{FF2B5EF4-FFF2-40B4-BE49-F238E27FC236}">
                  <a16:creationId xmlns:a16="http://schemas.microsoft.com/office/drawing/2014/main" id="{2FE79745-3871-9EC7-AE90-3CB6A9BF575D}"/>
                </a:ext>
              </a:extLst>
            </p:cNvPr>
            <p:cNvSpPr/>
            <p:nvPr/>
          </p:nvSpPr>
          <p:spPr>
            <a:xfrm>
              <a:off x="1598930" y="2868929"/>
              <a:ext cx="565150" cy="2540"/>
            </a:xfrm>
            <a:custGeom>
              <a:avLst/>
              <a:gdLst/>
              <a:ahLst/>
              <a:cxnLst/>
              <a:rect l="l" t="t" r="r" b="b"/>
              <a:pathLst>
                <a:path w="565150" h="2539">
                  <a:moveTo>
                    <a:pt x="565150" y="1270"/>
                  </a:moveTo>
                  <a:lnTo>
                    <a:pt x="563880" y="1270"/>
                  </a:lnTo>
                  <a:lnTo>
                    <a:pt x="5638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565150" y="2540"/>
                  </a:lnTo>
                  <a:lnTo>
                    <a:pt x="565150" y="1270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1">
              <a:extLst>
                <a:ext uri="{FF2B5EF4-FFF2-40B4-BE49-F238E27FC236}">
                  <a16:creationId xmlns:a16="http://schemas.microsoft.com/office/drawing/2014/main" id="{5EDDADC5-0030-BEDA-EF62-840F25C44A8D}"/>
                </a:ext>
              </a:extLst>
            </p:cNvPr>
            <p:cNvSpPr/>
            <p:nvPr/>
          </p:nvSpPr>
          <p:spPr>
            <a:xfrm>
              <a:off x="1596390" y="2871469"/>
              <a:ext cx="570230" cy="3810"/>
            </a:xfrm>
            <a:custGeom>
              <a:avLst/>
              <a:gdLst/>
              <a:ahLst/>
              <a:cxnLst/>
              <a:rect l="l" t="t" r="r" b="b"/>
              <a:pathLst>
                <a:path w="570230" h="3810">
                  <a:moveTo>
                    <a:pt x="570230" y="2540"/>
                  </a:moveTo>
                  <a:lnTo>
                    <a:pt x="568960" y="2540"/>
                  </a:lnTo>
                  <a:lnTo>
                    <a:pt x="56896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0230" y="3810"/>
                  </a:lnTo>
                  <a:lnTo>
                    <a:pt x="570230" y="2540"/>
                  </a:lnTo>
                  <a:close/>
                </a:path>
              </a:pathLst>
            </a:custGeom>
            <a:solidFill>
              <a:srgbClr val="C7C7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2">
              <a:extLst>
                <a:ext uri="{FF2B5EF4-FFF2-40B4-BE49-F238E27FC236}">
                  <a16:creationId xmlns:a16="http://schemas.microsoft.com/office/drawing/2014/main" id="{5AEB91F5-C49D-92D2-2440-E8DB5246C67B}"/>
                </a:ext>
              </a:extLst>
            </p:cNvPr>
            <p:cNvSpPr/>
            <p:nvPr/>
          </p:nvSpPr>
          <p:spPr>
            <a:xfrm>
              <a:off x="1592580" y="2875279"/>
              <a:ext cx="577850" cy="3810"/>
            </a:xfrm>
            <a:custGeom>
              <a:avLst/>
              <a:gdLst/>
              <a:ahLst/>
              <a:cxnLst/>
              <a:rect l="l" t="t" r="r" b="b"/>
              <a:pathLst>
                <a:path w="577850" h="3810">
                  <a:moveTo>
                    <a:pt x="577850" y="2540"/>
                  </a:moveTo>
                  <a:lnTo>
                    <a:pt x="576580" y="2540"/>
                  </a:lnTo>
                  <a:lnTo>
                    <a:pt x="576580" y="1270"/>
                  </a:lnTo>
                  <a:lnTo>
                    <a:pt x="575310" y="1270"/>
                  </a:lnTo>
                  <a:lnTo>
                    <a:pt x="5753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7850" y="3810"/>
                  </a:lnTo>
                  <a:lnTo>
                    <a:pt x="577850" y="2540"/>
                  </a:lnTo>
                  <a:close/>
                </a:path>
              </a:pathLst>
            </a:custGeom>
            <a:solidFill>
              <a:srgbClr val="C5C5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3">
              <a:extLst>
                <a:ext uri="{FF2B5EF4-FFF2-40B4-BE49-F238E27FC236}">
                  <a16:creationId xmlns:a16="http://schemas.microsoft.com/office/drawing/2014/main" id="{B1CE3B18-4742-503D-C717-A0D5E47A4B62}"/>
                </a:ext>
              </a:extLst>
            </p:cNvPr>
            <p:cNvSpPr/>
            <p:nvPr/>
          </p:nvSpPr>
          <p:spPr>
            <a:xfrm>
              <a:off x="1590040" y="2879089"/>
              <a:ext cx="582930" cy="3810"/>
            </a:xfrm>
            <a:custGeom>
              <a:avLst/>
              <a:gdLst/>
              <a:ahLst/>
              <a:cxnLst/>
              <a:rect l="l" t="t" r="r" b="b"/>
              <a:pathLst>
                <a:path w="582930" h="3810">
                  <a:moveTo>
                    <a:pt x="582930" y="2540"/>
                  </a:moveTo>
                  <a:lnTo>
                    <a:pt x="581660" y="2540"/>
                  </a:lnTo>
                  <a:lnTo>
                    <a:pt x="581660" y="1270"/>
                  </a:lnTo>
                  <a:lnTo>
                    <a:pt x="580390" y="1270"/>
                  </a:lnTo>
                  <a:lnTo>
                    <a:pt x="5803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82930" y="3810"/>
                  </a:lnTo>
                  <a:lnTo>
                    <a:pt x="582930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4">
              <a:extLst>
                <a:ext uri="{FF2B5EF4-FFF2-40B4-BE49-F238E27FC236}">
                  <a16:creationId xmlns:a16="http://schemas.microsoft.com/office/drawing/2014/main" id="{CC7BFABB-CCEA-095A-CBF8-25D6D77D77A8}"/>
                </a:ext>
              </a:extLst>
            </p:cNvPr>
            <p:cNvSpPr/>
            <p:nvPr/>
          </p:nvSpPr>
          <p:spPr>
            <a:xfrm>
              <a:off x="1587500" y="2882899"/>
              <a:ext cx="588010" cy="3810"/>
            </a:xfrm>
            <a:custGeom>
              <a:avLst/>
              <a:gdLst/>
              <a:ahLst/>
              <a:cxnLst/>
              <a:rect l="l" t="t" r="r" b="b"/>
              <a:pathLst>
                <a:path w="588010" h="3810">
                  <a:moveTo>
                    <a:pt x="588010" y="1270"/>
                  </a:moveTo>
                  <a:lnTo>
                    <a:pt x="586740" y="1270"/>
                  </a:lnTo>
                  <a:lnTo>
                    <a:pt x="5867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588010" y="3810"/>
                  </a:lnTo>
                  <a:lnTo>
                    <a:pt x="588010" y="1270"/>
                  </a:lnTo>
                  <a:close/>
                </a:path>
              </a:pathLst>
            </a:custGeom>
            <a:solidFill>
              <a:srgbClr val="C1C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5">
              <a:extLst>
                <a:ext uri="{FF2B5EF4-FFF2-40B4-BE49-F238E27FC236}">
                  <a16:creationId xmlns:a16="http://schemas.microsoft.com/office/drawing/2014/main" id="{D172A2B2-A2BA-864A-490F-FBE0E2EFCD91}"/>
                </a:ext>
              </a:extLst>
            </p:cNvPr>
            <p:cNvSpPr/>
            <p:nvPr/>
          </p:nvSpPr>
          <p:spPr>
            <a:xfrm>
              <a:off x="1583690" y="2886709"/>
              <a:ext cx="595630" cy="3810"/>
            </a:xfrm>
            <a:custGeom>
              <a:avLst/>
              <a:gdLst/>
              <a:ahLst/>
              <a:cxnLst/>
              <a:rect l="l" t="t" r="r" b="b"/>
              <a:pathLst>
                <a:path w="595630" h="3810">
                  <a:moveTo>
                    <a:pt x="595630" y="2540"/>
                  </a:moveTo>
                  <a:lnTo>
                    <a:pt x="594360" y="2540"/>
                  </a:lnTo>
                  <a:lnTo>
                    <a:pt x="594360" y="1270"/>
                  </a:lnTo>
                  <a:lnTo>
                    <a:pt x="593090" y="1270"/>
                  </a:lnTo>
                  <a:lnTo>
                    <a:pt x="5930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95630" y="3810"/>
                  </a:lnTo>
                  <a:lnTo>
                    <a:pt x="595630" y="2540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6">
              <a:extLst>
                <a:ext uri="{FF2B5EF4-FFF2-40B4-BE49-F238E27FC236}">
                  <a16:creationId xmlns:a16="http://schemas.microsoft.com/office/drawing/2014/main" id="{54599918-D4AF-3ED4-2355-7CC018F2BDE6}"/>
                </a:ext>
              </a:extLst>
            </p:cNvPr>
            <p:cNvSpPr/>
            <p:nvPr/>
          </p:nvSpPr>
          <p:spPr>
            <a:xfrm>
              <a:off x="1581150" y="2890519"/>
              <a:ext cx="600710" cy="3810"/>
            </a:xfrm>
            <a:custGeom>
              <a:avLst/>
              <a:gdLst/>
              <a:ahLst/>
              <a:cxnLst/>
              <a:rect l="l" t="t" r="r" b="b"/>
              <a:pathLst>
                <a:path w="600710" h="3810">
                  <a:moveTo>
                    <a:pt x="600710" y="2540"/>
                  </a:moveTo>
                  <a:lnTo>
                    <a:pt x="599440" y="2540"/>
                  </a:lnTo>
                  <a:lnTo>
                    <a:pt x="599440" y="1270"/>
                  </a:lnTo>
                  <a:lnTo>
                    <a:pt x="598170" y="1270"/>
                  </a:lnTo>
                  <a:lnTo>
                    <a:pt x="59817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00710" y="3810"/>
                  </a:lnTo>
                  <a:lnTo>
                    <a:pt x="600710" y="2540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07">
              <a:extLst>
                <a:ext uri="{FF2B5EF4-FFF2-40B4-BE49-F238E27FC236}">
                  <a16:creationId xmlns:a16="http://schemas.microsoft.com/office/drawing/2014/main" id="{A075CAE5-8762-7FD3-94B5-900881CC32CB}"/>
                </a:ext>
              </a:extLst>
            </p:cNvPr>
            <p:cNvSpPr/>
            <p:nvPr/>
          </p:nvSpPr>
          <p:spPr>
            <a:xfrm>
              <a:off x="1578610" y="2894329"/>
              <a:ext cx="605790" cy="3810"/>
            </a:xfrm>
            <a:custGeom>
              <a:avLst/>
              <a:gdLst/>
              <a:ahLst/>
              <a:cxnLst/>
              <a:rect l="l" t="t" r="r" b="b"/>
              <a:pathLst>
                <a:path w="605789" h="3810">
                  <a:moveTo>
                    <a:pt x="605790" y="1270"/>
                  </a:moveTo>
                  <a:lnTo>
                    <a:pt x="604520" y="1270"/>
                  </a:lnTo>
                  <a:lnTo>
                    <a:pt x="6045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05790" y="3810"/>
                  </a:lnTo>
                  <a:lnTo>
                    <a:pt x="605790" y="1270"/>
                  </a:lnTo>
                  <a:close/>
                </a:path>
              </a:pathLst>
            </a:custGeom>
            <a:solidFill>
              <a:srgbClr val="BBBB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08">
              <a:extLst>
                <a:ext uri="{FF2B5EF4-FFF2-40B4-BE49-F238E27FC236}">
                  <a16:creationId xmlns:a16="http://schemas.microsoft.com/office/drawing/2014/main" id="{95ADF2C7-3776-3755-E2EB-40EE697ED29F}"/>
                </a:ext>
              </a:extLst>
            </p:cNvPr>
            <p:cNvSpPr/>
            <p:nvPr/>
          </p:nvSpPr>
          <p:spPr>
            <a:xfrm>
              <a:off x="1574800" y="2898139"/>
              <a:ext cx="613410" cy="3810"/>
            </a:xfrm>
            <a:custGeom>
              <a:avLst/>
              <a:gdLst/>
              <a:ahLst/>
              <a:cxnLst/>
              <a:rect l="l" t="t" r="r" b="b"/>
              <a:pathLst>
                <a:path w="613410" h="3810">
                  <a:moveTo>
                    <a:pt x="613410" y="2540"/>
                  </a:moveTo>
                  <a:lnTo>
                    <a:pt x="612140" y="2540"/>
                  </a:lnTo>
                  <a:lnTo>
                    <a:pt x="612140" y="1270"/>
                  </a:lnTo>
                  <a:lnTo>
                    <a:pt x="610870" y="1270"/>
                  </a:lnTo>
                  <a:lnTo>
                    <a:pt x="61087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13410" y="3810"/>
                  </a:lnTo>
                  <a:lnTo>
                    <a:pt x="613410" y="254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09">
              <a:extLst>
                <a:ext uri="{FF2B5EF4-FFF2-40B4-BE49-F238E27FC236}">
                  <a16:creationId xmlns:a16="http://schemas.microsoft.com/office/drawing/2014/main" id="{D19E30D1-8986-1649-A5B4-37DD1059CC0A}"/>
                </a:ext>
              </a:extLst>
            </p:cNvPr>
            <p:cNvSpPr/>
            <p:nvPr/>
          </p:nvSpPr>
          <p:spPr>
            <a:xfrm>
              <a:off x="1572260" y="2901949"/>
              <a:ext cx="618490" cy="3810"/>
            </a:xfrm>
            <a:custGeom>
              <a:avLst/>
              <a:gdLst/>
              <a:ahLst/>
              <a:cxnLst/>
              <a:rect l="l" t="t" r="r" b="b"/>
              <a:pathLst>
                <a:path w="618489" h="3810">
                  <a:moveTo>
                    <a:pt x="618490" y="2540"/>
                  </a:moveTo>
                  <a:lnTo>
                    <a:pt x="617220" y="2540"/>
                  </a:lnTo>
                  <a:lnTo>
                    <a:pt x="61722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18490" y="3810"/>
                  </a:lnTo>
                  <a:lnTo>
                    <a:pt x="618490" y="254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0">
              <a:extLst>
                <a:ext uri="{FF2B5EF4-FFF2-40B4-BE49-F238E27FC236}">
                  <a16:creationId xmlns:a16="http://schemas.microsoft.com/office/drawing/2014/main" id="{630FCEAA-CEF3-37F0-5BE2-1C79BF2358BE}"/>
                </a:ext>
              </a:extLst>
            </p:cNvPr>
            <p:cNvSpPr/>
            <p:nvPr/>
          </p:nvSpPr>
          <p:spPr>
            <a:xfrm>
              <a:off x="1569720" y="2905759"/>
              <a:ext cx="623570" cy="3810"/>
            </a:xfrm>
            <a:custGeom>
              <a:avLst/>
              <a:gdLst/>
              <a:ahLst/>
              <a:cxnLst/>
              <a:rect l="l" t="t" r="r" b="b"/>
              <a:pathLst>
                <a:path w="623569" h="3810">
                  <a:moveTo>
                    <a:pt x="62230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622300" y="1270"/>
                  </a:lnTo>
                  <a:lnTo>
                    <a:pt x="622300" y="0"/>
                  </a:lnTo>
                  <a:close/>
                </a:path>
                <a:path w="623569" h="3810">
                  <a:moveTo>
                    <a:pt x="62357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623570" y="3810"/>
                  </a:lnTo>
                  <a:lnTo>
                    <a:pt x="623570" y="1282"/>
                  </a:lnTo>
                  <a:close/>
                </a:path>
              </a:pathLst>
            </a:custGeom>
            <a:solidFill>
              <a:srgbClr val="B5B5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1">
              <a:extLst>
                <a:ext uri="{FF2B5EF4-FFF2-40B4-BE49-F238E27FC236}">
                  <a16:creationId xmlns:a16="http://schemas.microsoft.com/office/drawing/2014/main" id="{5325399D-546E-B9BA-0C20-4122A2438102}"/>
                </a:ext>
              </a:extLst>
            </p:cNvPr>
            <p:cNvSpPr/>
            <p:nvPr/>
          </p:nvSpPr>
          <p:spPr>
            <a:xfrm>
              <a:off x="1565910" y="2909569"/>
              <a:ext cx="631190" cy="3810"/>
            </a:xfrm>
            <a:custGeom>
              <a:avLst/>
              <a:gdLst/>
              <a:ahLst/>
              <a:cxnLst/>
              <a:rect l="l" t="t" r="r" b="b"/>
              <a:pathLst>
                <a:path w="631189" h="3810">
                  <a:moveTo>
                    <a:pt x="631190" y="2540"/>
                  </a:moveTo>
                  <a:lnTo>
                    <a:pt x="629920" y="2540"/>
                  </a:lnTo>
                  <a:lnTo>
                    <a:pt x="629920" y="1270"/>
                  </a:lnTo>
                  <a:lnTo>
                    <a:pt x="628650" y="1270"/>
                  </a:lnTo>
                  <a:lnTo>
                    <a:pt x="62865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31190" y="3810"/>
                  </a:lnTo>
                  <a:lnTo>
                    <a:pt x="631190" y="2540"/>
                  </a:lnTo>
                  <a:close/>
                </a:path>
              </a:pathLst>
            </a:custGeom>
            <a:solidFill>
              <a:srgbClr val="B3B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2">
              <a:extLst>
                <a:ext uri="{FF2B5EF4-FFF2-40B4-BE49-F238E27FC236}">
                  <a16:creationId xmlns:a16="http://schemas.microsoft.com/office/drawing/2014/main" id="{54C77A5F-3091-D660-EEF6-B47C8168BDC3}"/>
                </a:ext>
              </a:extLst>
            </p:cNvPr>
            <p:cNvSpPr/>
            <p:nvPr/>
          </p:nvSpPr>
          <p:spPr>
            <a:xfrm>
              <a:off x="1563370" y="2913392"/>
              <a:ext cx="636270" cy="3810"/>
            </a:xfrm>
            <a:custGeom>
              <a:avLst/>
              <a:gdLst/>
              <a:ahLst/>
              <a:cxnLst/>
              <a:rect l="l" t="t" r="r" b="b"/>
              <a:pathLst>
                <a:path w="636269" h="3810">
                  <a:moveTo>
                    <a:pt x="636270" y="2527"/>
                  </a:moveTo>
                  <a:lnTo>
                    <a:pt x="635000" y="2527"/>
                  </a:lnTo>
                  <a:lnTo>
                    <a:pt x="635000" y="0"/>
                  </a:lnTo>
                  <a:lnTo>
                    <a:pt x="1270" y="0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636270" y="3797"/>
                  </a:lnTo>
                  <a:lnTo>
                    <a:pt x="636270" y="2527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3">
              <a:extLst>
                <a:ext uri="{FF2B5EF4-FFF2-40B4-BE49-F238E27FC236}">
                  <a16:creationId xmlns:a16="http://schemas.microsoft.com/office/drawing/2014/main" id="{142B7CED-2967-611F-3187-7CBFDC21776C}"/>
                </a:ext>
              </a:extLst>
            </p:cNvPr>
            <p:cNvSpPr/>
            <p:nvPr/>
          </p:nvSpPr>
          <p:spPr>
            <a:xfrm>
              <a:off x="1560830" y="2917189"/>
              <a:ext cx="641350" cy="2540"/>
            </a:xfrm>
            <a:custGeom>
              <a:avLst/>
              <a:gdLst/>
              <a:ahLst/>
              <a:cxnLst/>
              <a:rect l="l" t="t" r="r" b="b"/>
              <a:pathLst>
                <a:path w="641350" h="2539">
                  <a:moveTo>
                    <a:pt x="641350" y="1270"/>
                  </a:moveTo>
                  <a:lnTo>
                    <a:pt x="640080" y="1270"/>
                  </a:lnTo>
                  <a:lnTo>
                    <a:pt x="64008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41350" y="2540"/>
                  </a:lnTo>
                  <a:lnTo>
                    <a:pt x="641350" y="1270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4">
              <a:extLst>
                <a:ext uri="{FF2B5EF4-FFF2-40B4-BE49-F238E27FC236}">
                  <a16:creationId xmlns:a16="http://schemas.microsoft.com/office/drawing/2014/main" id="{95D8994E-54FE-B8F8-E021-CF625E67B170}"/>
                </a:ext>
              </a:extLst>
            </p:cNvPr>
            <p:cNvSpPr/>
            <p:nvPr/>
          </p:nvSpPr>
          <p:spPr>
            <a:xfrm>
              <a:off x="1557020" y="2919742"/>
              <a:ext cx="648970" cy="5080"/>
            </a:xfrm>
            <a:custGeom>
              <a:avLst/>
              <a:gdLst/>
              <a:ahLst/>
              <a:cxnLst/>
              <a:rect l="l" t="t" r="r" b="b"/>
              <a:pathLst>
                <a:path w="648969" h="5080">
                  <a:moveTo>
                    <a:pt x="648970" y="3797"/>
                  </a:moveTo>
                  <a:lnTo>
                    <a:pt x="647700" y="3797"/>
                  </a:lnTo>
                  <a:lnTo>
                    <a:pt x="647700" y="2527"/>
                  </a:lnTo>
                  <a:lnTo>
                    <a:pt x="646430" y="2527"/>
                  </a:lnTo>
                  <a:lnTo>
                    <a:pt x="646430" y="0"/>
                  </a:lnTo>
                  <a:lnTo>
                    <a:pt x="2540" y="0"/>
                  </a:lnTo>
                  <a:lnTo>
                    <a:pt x="2540" y="2527"/>
                  </a:lnTo>
                  <a:lnTo>
                    <a:pt x="1270" y="2527"/>
                  </a:lnTo>
                  <a:lnTo>
                    <a:pt x="1270" y="3797"/>
                  </a:lnTo>
                  <a:lnTo>
                    <a:pt x="0" y="3797"/>
                  </a:lnTo>
                  <a:lnTo>
                    <a:pt x="0" y="5067"/>
                  </a:lnTo>
                  <a:lnTo>
                    <a:pt x="648970" y="5067"/>
                  </a:lnTo>
                  <a:lnTo>
                    <a:pt x="648970" y="3797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5">
              <a:extLst>
                <a:ext uri="{FF2B5EF4-FFF2-40B4-BE49-F238E27FC236}">
                  <a16:creationId xmlns:a16="http://schemas.microsoft.com/office/drawing/2014/main" id="{E66C54F7-5EF8-87F7-FB20-7173FA1B55BB}"/>
                </a:ext>
              </a:extLst>
            </p:cNvPr>
            <p:cNvSpPr/>
            <p:nvPr/>
          </p:nvSpPr>
          <p:spPr>
            <a:xfrm>
              <a:off x="1555749" y="2924809"/>
              <a:ext cx="651510" cy="2540"/>
            </a:xfrm>
            <a:custGeom>
              <a:avLst/>
              <a:gdLst/>
              <a:ahLst/>
              <a:cxnLst/>
              <a:rect l="l" t="t" r="r" b="b"/>
              <a:pathLst>
                <a:path w="651510" h="2539">
                  <a:moveTo>
                    <a:pt x="6515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51510" y="2539"/>
                  </a:lnTo>
                  <a:lnTo>
                    <a:pt x="651510" y="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6">
              <a:extLst>
                <a:ext uri="{FF2B5EF4-FFF2-40B4-BE49-F238E27FC236}">
                  <a16:creationId xmlns:a16="http://schemas.microsoft.com/office/drawing/2014/main" id="{5C984688-5144-4DBF-0AD3-EF526FB5F993}"/>
                </a:ext>
              </a:extLst>
            </p:cNvPr>
            <p:cNvSpPr/>
            <p:nvPr/>
          </p:nvSpPr>
          <p:spPr>
            <a:xfrm>
              <a:off x="1551940" y="2927349"/>
              <a:ext cx="659130" cy="3810"/>
            </a:xfrm>
            <a:custGeom>
              <a:avLst/>
              <a:gdLst/>
              <a:ahLst/>
              <a:cxnLst/>
              <a:rect l="l" t="t" r="r" b="b"/>
              <a:pathLst>
                <a:path w="659130" h="3810">
                  <a:moveTo>
                    <a:pt x="659130" y="2540"/>
                  </a:moveTo>
                  <a:lnTo>
                    <a:pt x="657860" y="2540"/>
                  </a:lnTo>
                  <a:lnTo>
                    <a:pt x="657860" y="1270"/>
                  </a:lnTo>
                  <a:lnTo>
                    <a:pt x="656590" y="1270"/>
                  </a:lnTo>
                  <a:lnTo>
                    <a:pt x="6565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59130" y="3810"/>
                  </a:lnTo>
                  <a:lnTo>
                    <a:pt x="659130" y="254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17">
              <a:extLst>
                <a:ext uri="{FF2B5EF4-FFF2-40B4-BE49-F238E27FC236}">
                  <a16:creationId xmlns:a16="http://schemas.microsoft.com/office/drawing/2014/main" id="{597386C1-293B-16D2-B7BF-B8FA7AC08961}"/>
                </a:ext>
              </a:extLst>
            </p:cNvPr>
            <p:cNvSpPr/>
            <p:nvPr/>
          </p:nvSpPr>
          <p:spPr>
            <a:xfrm>
              <a:off x="1549400" y="2931159"/>
              <a:ext cx="664210" cy="3810"/>
            </a:xfrm>
            <a:custGeom>
              <a:avLst/>
              <a:gdLst/>
              <a:ahLst/>
              <a:cxnLst/>
              <a:rect l="l" t="t" r="r" b="b"/>
              <a:pathLst>
                <a:path w="664210" h="3810">
                  <a:moveTo>
                    <a:pt x="664210" y="2540"/>
                  </a:moveTo>
                  <a:lnTo>
                    <a:pt x="662940" y="2540"/>
                  </a:lnTo>
                  <a:lnTo>
                    <a:pt x="66294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64210" y="3810"/>
                  </a:lnTo>
                  <a:lnTo>
                    <a:pt x="664210" y="2540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457CFC30-CA1C-BE2D-52F6-7142185A46A3}"/>
                </a:ext>
              </a:extLst>
            </p:cNvPr>
            <p:cNvSpPr/>
            <p:nvPr/>
          </p:nvSpPr>
          <p:spPr>
            <a:xfrm>
              <a:off x="1545590" y="2934969"/>
              <a:ext cx="671830" cy="3810"/>
            </a:xfrm>
            <a:custGeom>
              <a:avLst/>
              <a:gdLst/>
              <a:ahLst/>
              <a:cxnLst/>
              <a:rect l="l" t="t" r="r" b="b"/>
              <a:pathLst>
                <a:path w="671830" h="3810">
                  <a:moveTo>
                    <a:pt x="671830" y="2540"/>
                  </a:moveTo>
                  <a:lnTo>
                    <a:pt x="670560" y="2540"/>
                  </a:lnTo>
                  <a:lnTo>
                    <a:pt x="670560" y="1270"/>
                  </a:lnTo>
                  <a:lnTo>
                    <a:pt x="669290" y="1270"/>
                  </a:lnTo>
                  <a:lnTo>
                    <a:pt x="6692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71830" y="3810"/>
                  </a:lnTo>
                  <a:lnTo>
                    <a:pt x="67183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19">
              <a:extLst>
                <a:ext uri="{FF2B5EF4-FFF2-40B4-BE49-F238E27FC236}">
                  <a16:creationId xmlns:a16="http://schemas.microsoft.com/office/drawing/2014/main" id="{20E8CA39-AF07-F92D-8F78-5D930672E2F5}"/>
                </a:ext>
              </a:extLst>
            </p:cNvPr>
            <p:cNvSpPr/>
            <p:nvPr/>
          </p:nvSpPr>
          <p:spPr>
            <a:xfrm>
              <a:off x="1543050" y="2938779"/>
              <a:ext cx="676910" cy="3810"/>
            </a:xfrm>
            <a:custGeom>
              <a:avLst/>
              <a:gdLst/>
              <a:ahLst/>
              <a:cxnLst/>
              <a:rect l="l" t="t" r="r" b="b"/>
              <a:pathLst>
                <a:path w="676910" h="3810">
                  <a:moveTo>
                    <a:pt x="676910" y="2540"/>
                  </a:moveTo>
                  <a:lnTo>
                    <a:pt x="675640" y="2540"/>
                  </a:lnTo>
                  <a:lnTo>
                    <a:pt x="675640" y="1270"/>
                  </a:lnTo>
                  <a:lnTo>
                    <a:pt x="674370" y="1270"/>
                  </a:lnTo>
                  <a:lnTo>
                    <a:pt x="67437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76910" y="3810"/>
                  </a:lnTo>
                  <a:lnTo>
                    <a:pt x="676910" y="2540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0">
              <a:extLst>
                <a:ext uri="{FF2B5EF4-FFF2-40B4-BE49-F238E27FC236}">
                  <a16:creationId xmlns:a16="http://schemas.microsoft.com/office/drawing/2014/main" id="{5FBDAA16-3ADD-3597-6C78-84477CA50934}"/>
                </a:ext>
              </a:extLst>
            </p:cNvPr>
            <p:cNvSpPr/>
            <p:nvPr/>
          </p:nvSpPr>
          <p:spPr>
            <a:xfrm>
              <a:off x="1540510" y="2942589"/>
              <a:ext cx="681990" cy="3810"/>
            </a:xfrm>
            <a:custGeom>
              <a:avLst/>
              <a:gdLst/>
              <a:ahLst/>
              <a:cxnLst/>
              <a:rect l="l" t="t" r="r" b="b"/>
              <a:pathLst>
                <a:path w="681989" h="3810">
                  <a:moveTo>
                    <a:pt x="681990" y="2540"/>
                  </a:moveTo>
                  <a:lnTo>
                    <a:pt x="680720" y="2540"/>
                  </a:lnTo>
                  <a:lnTo>
                    <a:pt x="68072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81990" y="3810"/>
                  </a:lnTo>
                  <a:lnTo>
                    <a:pt x="681990" y="2540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1">
              <a:extLst>
                <a:ext uri="{FF2B5EF4-FFF2-40B4-BE49-F238E27FC236}">
                  <a16:creationId xmlns:a16="http://schemas.microsoft.com/office/drawing/2014/main" id="{4E379DDF-4F35-1662-615D-DC02DDCA26C8}"/>
                </a:ext>
              </a:extLst>
            </p:cNvPr>
            <p:cNvSpPr/>
            <p:nvPr/>
          </p:nvSpPr>
          <p:spPr>
            <a:xfrm>
              <a:off x="1536700" y="2946399"/>
              <a:ext cx="689610" cy="3810"/>
            </a:xfrm>
            <a:custGeom>
              <a:avLst/>
              <a:gdLst/>
              <a:ahLst/>
              <a:cxnLst/>
              <a:rect l="l" t="t" r="r" b="b"/>
              <a:pathLst>
                <a:path w="689610" h="3810">
                  <a:moveTo>
                    <a:pt x="689610" y="2540"/>
                  </a:moveTo>
                  <a:lnTo>
                    <a:pt x="688340" y="2540"/>
                  </a:lnTo>
                  <a:lnTo>
                    <a:pt x="688340" y="1270"/>
                  </a:lnTo>
                  <a:lnTo>
                    <a:pt x="687070" y="1270"/>
                  </a:lnTo>
                  <a:lnTo>
                    <a:pt x="68707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89610" y="3810"/>
                  </a:lnTo>
                  <a:lnTo>
                    <a:pt x="689610" y="254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2">
              <a:extLst>
                <a:ext uri="{FF2B5EF4-FFF2-40B4-BE49-F238E27FC236}">
                  <a16:creationId xmlns:a16="http://schemas.microsoft.com/office/drawing/2014/main" id="{A771A9A7-72F3-8CD7-565F-C094D84724C6}"/>
                </a:ext>
              </a:extLst>
            </p:cNvPr>
            <p:cNvSpPr/>
            <p:nvPr/>
          </p:nvSpPr>
          <p:spPr>
            <a:xfrm>
              <a:off x="1534160" y="2950209"/>
              <a:ext cx="693420" cy="3810"/>
            </a:xfrm>
            <a:custGeom>
              <a:avLst/>
              <a:gdLst/>
              <a:ahLst/>
              <a:cxnLst/>
              <a:rect l="l" t="t" r="r" b="b"/>
              <a:pathLst>
                <a:path w="693419" h="3810">
                  <a:moveTo>
                    <a:pt x="693420" y="1270"/>
                  </a:moveTo>
                  <a:lnTo>
                    <a:pt x="692150" y="1270"/>
                  </a:lnTo>
                  <a:lnTo>
                    <a:pt x="69215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93420" y="3810"/>
                  </a:lnTo>
                  <a:lnTo>
                    <a:pt x="693420" y="2540"/>
                  </a:lnTo>
                  <a:lnTo>
                    <a:pt x="693420" y="1270"/>
                  </a:lnTo>
                  <a:close/>
                </a:path>
              </a:pathLst>
            </a:custGeom>
            <a:solidFill>
              <a:srgbClr val="9D9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3">
              <a:extLst>
                <a:ext uri="{FF2B5EF4-FFF2-40B4-BE49-F238E27FC236}">
                  <a16:creationId xmlns:a16="http://schemas.microsoft.com/office/drawing/2014/main" id="{A527938C-BF28-E625-CB17-F9BD2BDEF6AB}"/>
                </a:ext>
              </a:extLst>
            </p:cNvPr>
            <p:cNvSpPr/>
            <p:nvPr/>
          </p:nvSpPr>
          <p:spPr>
            <a:xfrm>
              <a:off x="1534159" y="2857499"/>
              <a:ext cx="693420" cy="95250"/>
            </a:xfrm>
            <a:custGeom>
              <a:avLst/>
              <a:gdLst/>
              <a:ahLst/>
              <a:cxnLst/>
              <a:rect l="l" t="t" r="r" b="b"/>
              <a:pathLst>
                <a:path w="693419" h="95250">
                  <a:moveTo>
                    <a:pt x="0" y="95250"/>
                  </a:moveTo>
                  <a:lnTo>
                    <a:pt x="74930" y="0"/>
                  </a:lnTo>
                  <a:lnTo>
                    <a:pt x="618490" y="0"/>
                  </a:lnTo>
                  <a:lnTo>
                    <a:pt x="693420" y="95250"/>
                  </a:lnTo>
                  <a:lnTo>
                    <a:pt x="0" y="9525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1EA5903F-6241-E06F-ECCE-79CB338B3A80}"/>
                </a:ext>
              </a:extLst>
            </p:cNvPr>
            <p:cNvSpPr/>
            <p:nvPr/>
          </p:nvSpPr>
          <p:spPr>
            <a:xfrm>
              <a:off x="1532890" y="2951479"/>
              <a:ext cx="695960" cy="3810"/>
            </a:xfrm>
            <a:custGeom>
              <a:avLst/>
              <a:gdLst/>
              <a:ahLst/>
              <a:cxnLst/>
              <a:rect l="l" t="t" r="r" b="b"/>
              <a:pathLst>
                <a:path w="695960" h="3810">
                  <a:moveTo>
                    <a:pt x="6959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5960" y="3810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5">
              <a:extLst>
                <a:ext uri="{FF2B5EF4-FFF2-40B4-BE49-F238E27FC236}">
                  <a16:creationId xmlns:a16="http://schemas.microsoft.com/office/drawing/2014/main" id="{B76E4975-E5E6-A847-7FE1-7D45C2AAC4C6}"/>
                </a:ext>
              </a:extLst>
            </p:cNvPr>
            <p:cNvSpPr/>
            <p:nvPr/>
          </p:nvSpPr>
          <p:spPr>
            <a:xfrm>
              <a:off x="1532889" y="2955289"/>
              <a:ext cx="695960" cy="3810"/>
            </a:xfrm>
            <a:custGeom>
              <a:avLst/>
              <a:gdLst/>
              <a:ahLst/>
              <a:cxnLst/>
              <a:rect l="l" t="t" r="r" b="b"/>
              <a:pathLst>
                <a:path w="695960" h="3810">
                  <a:moveTo>
                    <a:pt x="6959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5960" y="3810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8B8B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6">
              <a:extLst>
                <a:ext uri="{FF2B5EF4-FFF2-40B4-BE49-F238E27FC236}">
                  <a16:creationId xmlns:a16="http://schemas.microsoft.com/office/drawing/2014/main" id="{1BC3FE60-E30F-7BB9-E960-4AE871FBA9F9}"/>
                </a:ext>
              </a:extLst>
            </p:cNvPr>
            <p:cNvSpPr/>
            <p:nvPr/>
          </p:nvSpPr>
          <p:spPr>
            <a:xfrm>
              <a:off x="1532889" y="2959099"/>
              <a:ext cx="695960" cy="3810"/>
            </a:xfrm>
            <a:custGeom>
              <a:avLst/>
              <a:gdLst/>
              <a:ahLst/>
              <a:cxnLst/>
              <a:rect l="l" t="t" r="r" b="b"/>
              <a:pathLst>
                <a:path w="695960" h="3810">
                  <a:moveTo>
                    <a:pt x="6959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5960" y="3810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8989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27">
              <a:extLst>
                <a:ext uri="{FF2B5EF4-FFF2-40B4-BE49-F238E27FC236}">
                  <a16:creationId xmlns:a16="http://schemas.microsoft.com/office/drawing/2014/main" id="{EE95135A-B69B-1C99-DA10-DA8CC9F46DF4}"/>
                </a:ext>
              </a:extLst>
            </p:cNvPr>
            <p:cNvSpPr/>
            <p:nvPr/>
          </p:nvSpPr>
          <p:spPr>
            <a:xfrm>
              <a:off x="1532889" y="2962909"/>
              <a:ext cx="695960" cy="3810"/>
            </a:xfrm>
            <a:custGeom>
              <a:avLst/>
              <a:gdLst/>
              <a:ahLst/>
              <a:cxnLst/>
              <a:rect l="l" t="t" r="r" b="b"/>
              <a:pathLst>
                <a:path w="695960" h="3810">
                  <a:moveTo>
                    <a:pt x="6959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5960" y="3810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28">
              <a:extLst>
                <a:ext uri="{FF2B5EF4-FFF2-40B4-BE49-F238E27FC236}">
                  <a16:creationId xmlns:a16="http://schemas.microsoft.com/office/drawing/2014/main" id="{F87FFABC-FE75-1E72-1706-47BFC9A4B7B3}"/>
                </a:ext>
              </a:extLst>
            </p:cNvPr>
            <p:cNvSpPr/>
            <p:nvPr/>
          </p:nvSpPr>
          <p:spPr>
            <a:xfrm>
              <a:off x="1532889" y="2966719"/>
              <a:ext cx="695960" cy="3810"/>
            </a:xfrm>
            <a:custGeom>
              <a:avLst/>
              <a:gdLst/>
              <a:ahLst/>
              <a:cxnLst/>
              <a:rect l="l" t="t" r="r" b="b"/>
              <a:pathLst>
                <a:path w="695960" h="3810">
                  <a:moveTo>
                    <a:pt x="69596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695960" y="3809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868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29">
              <a:extLst>
                <a:ext uri="{FF2B5EF4-FFF2-40B4-BE49-F238E27FC236}">
                  <a16:creationId xmlns:a16="http://schemas.microsoft.com/office/drawing/2014/main" id="{37D9283A-2BC1-FAB5-939A-26F38A59A20B}"/>
                </a:ext>
              </a:extLst>
            </p:cNvPr>
            <p:cNvSpPr/>
            <p:nvPr/>
          </p:nvSpPr>
          <p:spPr>
            <a:xfrm>
              <a:off x="1532889" y="2970529"/>
              <a:ext cx="695960" cy="3810"/>
            </a:xfrm>
            <a:custGeom>
              <a:avLst/>
              <a:gdLst/>
              <a:ahLst/>
              <a:cxnLst/>
              <a:rect l="l" t="t" r="r" b="b"/>
              <a:pathLst>
                <a:path w="695960" h="3810">
                  <a:moveTo>
                    <a:pt x="6959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5960" y="3810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848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0">
              <a:extLst>
                <a:ext uri="{FF2B5EF4-FFF2-40B4-BE49-F238E27FC236}">
                  <a16:creationId xmlns:a16="http://schemas.microsoft.com/office/drawing/2014/main" id="{70F71733-FCB3-8F1C-0955-7DA39824353F}"/>
                </a:ext>
              </a:extLst>
            </p:cNvPr>
            <p:cNvSpPr/>
            <p:nvPr/>
          </p:nvSpPr>
          <p:spPr>
            <a:xfrm>
              <a:off x="1532889" y="2974339"/>
              <a:ext cx="695960" cy="3810"/>
            </a:xfrm>
            <a:custGeom>
              <a:avLst/>
              <a:gdLst/>
              <a:ahLst/>
              <a:cxnLst/>
              <a:rect l="l" t="t" r="r" b="b"/>
              <a:pathLst>
                <a:path w="695960" h="3810">
                  <a:moveTo>
                    <a:pt x="6959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5960" y="3810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828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1">
              <a:extLst>
                <a:ext uri="{FF2B5EF4-FFF2-40B4-BE49-F238E27FC236}">
                  <a16:creationId xmlns:a16="http://schemas.microsoft.com/office/drawing/2014/main" id="{B13168F1-D5E4-2B74-5F94-5CD11A7CEE2E}"/>
                </a:ext>
              </a:extLst>
            </p:cNvPr>
            <p:cNvSpPr/>
            <p:nvPr/>
          </p:nvSpPr>
          <p:spPr>
            <a:xfrm>
              <a:off x="1532889" y="2978149"/>
              <a:ext cx="695960" cy="5080"/>
            </a:xfrm>
            <a:custGeom>
              <a:avLst/>
              <a:gdLst/>
              <a:ahLst/>
              <a:cxnLst/>
              <a:rect l="l" t="t" r="r" b="b"/>
              <a:pathLst>
                <a:path w="695960" h="5080">
                  <a:moveTo>
                    <a:pt x="69596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695960" y="5079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818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2">
              <a:extLst>
                <a:ext uri="{FF2B5EF4-FFF2-40B4-BE49-F238E27FC236}">
                  <a16:creationId xmlns:a16="http://schemas.microsoft.com/office/drawing/2014/main" id="{72FC4770-F7F3-40FF-BAFD-CB55EBEF2B2E}"/>
                </a:ext>
              </a:extLst>
            </p:cNvPr>
            <p:cNvSpPr/>
            <p:nvPr/>
          </p:nvSpPr>
          <p:spPr>
            <a:xfrm>
              <a:off x="1532889" y="2983229"/>
              <a:ext cx="695960" cy="2540"/>
            </a:xfrm>
            <a:custGeom>
              <a:avLst/>
              <a:gdLst/>
              <a:ahLst/>
              <a:cxnLst/>
              <a:rect l="l" t="t" r="r" b="b"/>
              <a:pathLst>
                <a:path w="695960" h="2539">
                  <a:moveTo>
                    <a:pt x="6959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695960" y="2540"/>
                  </a:lnTo>
                  <a:lnTo>
                    <a:pt x="695960" y="0"/>
                  </a:lnTo>
                  <a:close/>
                </a:path>
              </a:pathLst>
            </a:custGeom>
            <a:solidFill>
              <a:srgbClr val="7F7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3">
              <a:extLst>
                <a:ext uri="{FF2B5EF4-FFF2-40B4-BE49-F238E27FC236}">
                  <a16:creationId xmlns:a16="http://schemas.microsoft.com/office/drawing/2014/main" id="{449F6D8E-6E26-987D-E9BA-AF8B69909AF5}"/>
                </a:ext>
              </a:extLst>
            </p:cNvPr>
            <p:cNvSpPr/>
            <p:nvPr/>
          </p:nvSpPr>
          <p:spPr>
            <a:xfrm>
              <a:off x="1532889" y="2951479"/>
              <a:ext cx="695960" cy="34290"/>
            </a:xfrm>
            <a:custGeom>
              <a:avLst/>
              <a:gdLst/>
              <a:ahLst/>
              <a:cxnLst/>
              <a:rect l="l" t="t" r="r" b="b"/>
              <a:pathLst>
                <a:path w="695960" h="34289">
                  <a:moveTo>
                    <a:pt x="347979" y="34290"/>
                  </a:moveTo>
                  <a:lnTo>
                    <a:pt x="0" y="34290"/>
                  </a:lnTo>
                  <a:lnTo>
                    <a:pt x="0" y="0"/>
                  </a:lnTo>
                  <a:lnTo>
                    <a:pt x="695960" y="0"/>
                  </a:lnTo>
                  <a:lnTo>
                    <a:pt x="695960" y="34290"/>
                  </a:lnTo>
                  <a:lnTo>
                    <a:pt x="347979" y="3429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4">
              <a:extLst>
                <a:ext uri="{FF2B5EF4-FFF2-40B4-BE49-F238E27FC236}">
                  <a16:creationId xmlns:a16="http://schemas.microsoft.com/office/drawing/2014/main" id="{472C7401-3F4C-99DE-B281-FBE06A8F759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10689" y="2593339"/>
              <a:ext cx="328930" cy="93979"/>
            </a:xfrm>
            <a:prstGeom prst="rect">
              <a:avLst/>
            </a:prstGeom>
          </p:spPr>
        </p:pic>
        <p:sp>
          <p:nvSpPr>
            <p:cNvPr id="138" name="object 135">
              <a:extLst>
                <a:ext uri="{FF2B5EF4-FFF2-40B4-BE49-F238E27FC236}">
                  <a16:creationId xmlns:a16="http://schemas.microsoft.com/office/drawing/2014/main" id="{B30D26B8-D9BB-2EBA-C330-2EDE49F5700B}"/>
                </a:ext>
              </a:extLst>
            </p:cNvPr>
            <p:cNvSpPr/>
            <p:nvPr/>
          </p:nvSpPr>
          <p:spPr>
            <a:xfrm>
              <a:off x="1710689" y="2593339"/>
              <a:ext cx="327660" cy="92710"/>
            </a:xfrm>
            <a:custGeom>
              <a:avLst/>
              <a:gdLst/>
              <a:ahLst/>
              <a:cxnLst/>
              <a:rect l="l" t="t" r="r" b="b"/>
              <a:pathLst>
                <a:path w="327660" h="92710">
                  <a:moveTo>
                    <a:pt x="327660" y="72389"/>
                  </a:moveTo>
                  <a:lnTo>
                    <a:pt x="321508" y="69770"/>
                  </a:lnTo>
                  <a:lnTo>
                    <a:pt x="304165" y="67627"/>
                  </a:lnTo>
                  <a:lnTo>
                    <a:pt x="277296" y="65960"/>
                  </a:lnTo>
                  <a:lnTo>
                    <a:pt x="242570" y="64770"/>
                  </a:lnTo>
                  <a:lnTo>
                    <a:pt x="244038" y="48617"/>
                  </a:lnTo>
                  <a:lnTo>
                    <a:pt x="244792" y="40322"/>
                  </a:lnTo>
                  <a:lnTo>
                    <a:pt x="245070" y="37266"/>
                  </a:lnTo>
                  <a:lnTo>
                    <a:pt x="245110" y="36830"/>
                  </a:lnTo>
                  <a:lnTo>
                    <a:pt x="278884" y="15537"/>
                  </a:lnTo>
                  <a:lnTo>
                    <a:pt x="296227" y="4603"/>
                  </a:lnTo>
                  <a:lnTo>
                    <a:pt x="302617" y="575"/>
                  </a:lnTo>
                  <a:lnTo>
                    <a:pt x="303530" y="0"/>
                  </a:lnTo>
                  <a:lnTo>
                    <a:pt x="230842" y="0"/>
                  </a:lnTo>
                  <a:lnTo>
                    <a:pt x="193516" y="0"/>
                  </a:lnTo>
                  <a:lnTo>
                    <a:pt x="24130" y="0"/>
                  </a:lnTo>
                  <a:lnTo>
                    <a:pt x="59372" y="21292"/>
                  </a:lnTo>
                  <a:lnTo>
                    <a:pt x="77470" y="32226"/>
                  </a:lnTo>
                  <a:lnTo>
                    <a:pt x="84137" y="36254"/>
                  </a:lnTo>
                  <a:lnTo>
                    <a:pt x="85090" y="36830"/>
                  </a:lnTo>
                  <a:lnTo>
                    <a:pt x="85090" y="52982"/>
                  </a:lnTo>
                  <a:lnTo>
                    <a:pt x="85090" y="61277"/>
                  </a:lnTo>
                  <a:lnTo>
                    <a:pt x="85090" y="64333"/>
                  </a:lnTo>
                  <a:lnTo>
                    <a:pt x="85090" y="64770"/>
                  </a:lnTo>
                  <a:lnTo>
                    <a:pt x="50363" y="65960"/>
                  </a:lnTo>
                  <a:lnTo>
                    <a:pt x="23495" y="67627"/>
                  </a:lnTo>
                  <a:lnTo>
                    <a:pt x="6151" y="69770"/>
                  </a:lnTo>
                  <a:lnTo>
                    <a:pt x="0" y="72389"/>
                  </a:lnTo>
                  <a:lnTo>
                    <a:pt x="0" y="92710"/>
                  </a:lnTo>
                  <a:lnTo>
                    <a:pt x="88106" y="92710"/>
                  </a:lnTo>
                  <a:lnTo>
                    <a:pt x="133350" y="92710"/>
                  </a:lnTo>
                  <a:lnTo>
                    <a:pt x="150018" y="92710"/>
                  </a:lnTo>
                  <a:lnTo>
                    <a:pt x="152400" y="92710"/>
                  </a:lnTo>
                  <a:lnTo>
                    <a:pt x="167084" y="92710"/>
                  </a:lnTo>
                  <a:lnTo>
                    <a:pt x="174625" y="92710"/>
                  </a:lnTo>
                  <a:lnTo>
                    <a:pt x="177403" y="92710"/>
                  </a:lnTo>
                  <a:lnTo>
                    <a:pt x="177800" y="92710"/>
                  </a:lnTo>
                  <a:lnTo>
                    <a:pt x="264437" y="92710"/>
                  </a:lnTo>
                  <a:lnTo>
                    <a:pt x="308927" y="92710"/>
                  </a:lnTo>
                  <a:lnTo>
                    <a:pt x="325318" y="92710"/>
                  </a:lnTo>
                  <a:lnTo>
                    <a:pt x="327660" y="92710"/>
                  </a:lnTo>
                  <a:lnTo>
                    <a:pt x="327660" y="72389"/>
                  </a:lnTo>
                  <a:lnTo>
                    <a:pt x="327660" y="72389"/>
                  </a:lnTo>
                  <a:close/>
                </a:path>
              </a:pathLst>
            </a:custGeom>
            <a:ln w="762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6">
              <a:extLst>
                <a:ext uri="{FF2B5EF4-FFF2-40B4-BE49-F238E27FC236}">
                  <a16:creationId xmlns:a16="http://schemas.microsoft.com/office/drawing/2014/main" id="{CCDF616B-6DED-A978-2120-E4A35CEF1FAF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4329" y="2205989"/>
              <a:ext cx="514350" cy="389889"/>
            </a:xfrm>
            <a:prstGeom prst="rect">
              <a:avLst/>
            </a:prstGeom>
          </p:spPr>
        </p:pic>
        <p:sp>
          <p:nvSpPr>
            <p:cNvPr id="140" name="object 137">
              <a:extLst>
                <a:ext uri="{FF2B5EF4-FFF2-40B4-BE49-F238E27FC236}">
                  <a16:creationId xmlns:a16="http://schemas.microsoft.com/office/drawing/2014/main" id="{95A2D1D7-FC63-7FAF-DA92-1E036D606FDD}"/>
                </a:ext>
              </a:extLst>
            </p:cNvPr>
            <p:cNvSpPr/>
            <p:nvPr/>
          </p:nvSpPr>
          <p:spPr>
            <a:xfrm>
              <a:off x="1624329" y="2205989"/>
              <a:ext cx="513080" cy="388620"/>
            </a:xfrm>
            <a:custGeom>
              <a:avLst/>
              <a:gdLst/>
              <a:ahLst/>
              <a:cxnLst/>
              <a:rect l="l" t="t" r="r" b="b"/>
              <a:pathLst>
                <a:path w="513080" h="388619">
                  <a:moveTo>
                    <a:pt x="513080" y="388620"/>
                  </a:moveTo>
                  <a:lnTo>
                    <a:pt x="0" y="388620"/>
                  </a:lnTo>
                  <a:lnTo>
                    <a:pt x="0" y="0"/>
                  </a:lnTo>
                  <a:lnTo>
                    <a:pt x="513080" y="0"/>
                  </a:lnTo>
                  <a:lnTo>
                    <a:pt x="513080" y="38862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38">
              <a:extLst>
                <a:ext uri="{FF2B5EF4-FFF2-40B4-BE49-F238E27FC236}">
                  <a16:creationId xmlns:a16="http://schemas.microsoft.com/office/drawing/2014/main" id="{325EB3B2-E333-D1A2-3BB4-D43E09814EAE}"/>
                </a:ext>
              </a:extLst>
            </p:cNvPr>
            <p:cNvSpPr/>
            <p:nvPr/>
          </p:nvSpPr>
          <p:spPr>
            <a:xfrm>
              <a:off x="1678939" y="2250439"/>
              <a:ext cx="400050" cy="295910"/>
            </a:xfrm>
            <a:custGeom>
              <a:avLst/>
              <a:gdLst/>
              <a:ahLst/>
              <a:cxnLst/>
              <a:rect l="l" t="t" r="r" b="b"/>
              <a:pathLst>
                <a:path w="400050" h="295910">
                  <a:moveTo>
                    <a:pt x="400050" y="0"/>
                  </a:moveTo>
                  <a:lnTo>
                    <a:pt x="0" y="0"/>
                  </a:lnTo>
                  <a:lnTo>
                    <a:pt x="0" y="295910"/>
                  </a:lnTo>
                  <a:lnTo>
                    <a:pt x="400050" y="29591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61CC8E2B-97CA-4490-799E-551646495929}"/>
                </a:ext>
              </a:extLst>
            </p:cNvPr>
            <p:cNvSpPr/>
            <p:nvPr/>
          </p:nvSpPr>
          <p:spPr>
            <a:xfrm>
              <a:off x="1678939" y="2250439"/>
              <a:ext cx="400050" cy="295910"/>
            </a:xfrm>
            <a:custGeom>
              <a:avLst/>
              <a:gdLst/>
              <a:ahLst/>
              <a:cxnLst/>
              <a:rect l="l" t="t" r="r" b="b"/>
              <a:pathLst>
                <a:path w="400050" h="295910">
                  <a:moveTo>
                    <a:pt x="400050" y="295910"/>
                  </a:moveTo>
                  <a:lnTo>
                    <a:pt x="0" y="295910"/>
                  </a:lnTo>
                  <a:lnTo>
                    <a:pt x="0" y="0"/>
                  </a:lnTo>
                  <a:lnTo>
                    <a:pt x="400050" y="0"/>
                  </a:lnTo>
                  <a:lnTo>
                    <a:pt x="400050" y="29591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0">
              <a:extLst>
                <a:ext uri="{FF2B5EF4-FFF2-40B4-BE49-F238E27FC236}">
                  <a16:creationId xmlns:a16="http://schemas.microsoft.com/office/drawing/2014/main" id="{5A66E4DD-A67B-550D-210C-813BC766D323}"/>
                </a:ext>
              </a:extLst>
            </p:cNvPr>
            <p:cNvSpPr/>
            <p:nvPr/>
          </p:nvSpPr>
          <p:spPr>
            <a:xfrm>
              <a:off x="1678939" y="2254249"/>
              <a:ext cx="400050" cy="292100"/>
            </a:xfrm>
            <a:custGeom>
              <a:avLst/>
              <a:gdLst/>
              <a:ahLst/>
              <a:cxnLst/>
              <a:rect l="l" t="t" r="r" b="b"/>
              <a:pathLst>
                <a:path w="400050" h="292100">
                  <a:moveTo>
                    <a:pt x="400050" y="0"/>
                  </a:moveTo>
                  <a:lnTo>
                    <a:pt x="0" y="292100"/>
                  </a:lnTo>
                  <a:lnTo>
                    <a:pt x="400050" y="29210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1">
              <a:extLst>
                <a:ext uri="{FF2B5EF4-FFF2-40B4-BE49-F238E27FC236}">
                  <a16:creationId xmlns:a16="http://schemas.microsoft.com/office/drawing/2014/main" id="{8CBD62CF-73AA-22A6-0A24-9F78CE8ACB35}"/>
                </a:ext>
              </a:extLst>
            </p:cNvPr>
            <p:cNvSpPr/>
            <p:nvPr/>
          </p:nvSpPr>
          <p:spPr>
            <a:xfrm>
              <a:off x="1678939" y="2254249"/>
              <a:ext cx="400050" cy="292100"/>
            </a:xfrm>
            <a:custGeom>
              <a:avLst/>
              <a:gdLst/>
              <a:ahLst/>
              <a:cxnLst/>
              <a:rect l="l" t="t" r="r" b="b"/>
              <a:pathLst>
                <a:path w="400050" h="292100">
                  <a:moveTo>
                    <a:pt x="400050" y="0"/>
                  </a:moveTo>
                  <a:lnTo>
                    <a:pt x="400050" y="292100"/>
                  </a:lnTo>
                  <a:lnTo>
                    <a:pt x="0" y="292100"/>
                  </a:lnTo>
                </a:path>
              </a:pathLst>
            </a:custGeom>
            <a:ln w="762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2">
              <a:extLst>
                <a:ext uri="{FF2B5EF4-FFF2-40B4-BE49-F238E27FC236}">
                  <a16:creationId xmlns:a16="http://schemas.microsoft.com/office/drawing/2014/main" id="{95C00174-D37D-847D-4572-795C7C5AA604}"/>
                </a:ext>
              </a:extLst>
            </p:cNvPr>
            <p:cNvSpPr/>
            <p:nvPr/>
          </p:nvSpPr>
          <p:spPr>
            <a:xfrm>
              <a:off x="1785619" y="2617469"/>
              <a:ext cx="187960" cy="21590"/>
            </a:xfrm>
            <a:custGeom>
              <a:avLst/>
              <a:gdLst/>
              <a:ahLst/>
              <a:cxnLst/>
              <a:rect l="l" t="t" r="r" b="b"/>
              <a:pathLst>
                <a:path w="187960" h="21589">
                  <a:moveTo>
                    <a:pt x="0" y="6350"/>
                  </a:moveTo>
                  <a:lnTo>
                    <a:pt x="22026" y="13553"/>
                  </a:lnTo>
                  <a:lnTo>
                    <a:pt x="41910" y="18256"/>
                  </a:lnTo>
                  <a:lnTo>
                    <a:pt x="64650" y="20816"/>
                  </a:lnTo>
                  <a:lnTo>
                    <a:pt x="95250" y="21589"/>
                  </a:lnTo>
                  <a:lnTo>
                    <a:pt x="127238" y="20002"/>
                  </a:lnTo>
                  <a:lnTo>
                    <a:pt x="152082" y="15557"/>
                  </a:lnTo>
                  <a:lnTo>
                    <a:pt x="171688" y="8731"/>
                  </a:lnTo>
                  <a:lnTo>
                    <a:pt x="187960" y="0"/>
                  </a:lnTo>
                </a:path>
              </a:pathLst>
            </a:custGeom>
            <a:ln w="762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0E274EB5-6AF1-3770-A470-E77684BCEA63}"/>
                </a:ext>
              </a:extLst>
            </p:cNvPr>
            <p:cNvSpPr/>
            <p:nvPr/>
          </p:nvSpPr>
          <p:spPr>
            <a:xfrm>
              <a:off x="1850389" y="2604769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60">
                  <a:moveTo>
                    <a:pt x="4826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48260" y="22859"/>
                  </a:lnTo>
                  <a:lnTo>
                    <a:pt x="48260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4">
              <a:extLst>
                <a:ext uri="{FF2B5EF4-FFF2-40B4-BE49-F238E27FC236}">
                  <a16:creationId xmlns:a16="http://schemas.microsoft.com/office/drawing/2014/main" id="{5D64046B-7050-922F-1B87-53D7F952EE5F}"/>
                </a:ext>
              </a:extLst>
            </p:cNvPr>
            <p:cNvSpPr/>
            <p:nvPr/>
          </p:nvSpPr>
          <p:spPr>
            <a:xfrm>
              <a:off x="1850389" y="2604769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60">
                  <a:moveTo>
                    <a:pt x="48260" y="22859"/>
                  </a:moveTo>
                  <a:lnTo>
                    <a:pt x="0" y="22859"/>
                  </a:lnTo>
                  <a:lnTo>
                    <a:pt x="0" y="0"/>
                  </a:lnTo>
                  <a:lnTo>
                    <a:pt x="48260" y="0"/>
                  </a:lnTo>
                  <a:lnTo>
                    <a:pt x="48260" y="22859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5">
              <a:extLst>
                <a:ext uri="{FF2B5EF4-FFF2-40B4-BE49-F238E27FC236}">
                  <a16:creationId xmlns:a16="http://schemas.microsoft.com/office/drawing/2014/main" id="{EE1F2EC6-7A79-C478-8A0E-15F8D21AD986}"/>
                </a:ext>
              </a:extLst>
            </p:cNvPr>
            <p:cNvSpPr/>
            <p:nvPr/>
          </p:nvSpPr>
          <p:spPr>
            <a:xfrm>
              <a:off x="1850389" y="2604769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60">
                  <a:moveTo>
                    <a:pt x="0" y="22859"/>
                  </a:moveTo>
                  <a:lnTo>
                    <a:pt x="48260" y="22859"/>
                  </a:lnTo>
                  <a:lnTo>
                    <a:pt x="48260" y="0"/>
                  </a:lnTo>
                </a:path>
              </a:pathLst>
            </a:custGeom>
            <a:ln w="762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6">
              <a:extLst>
                <a:ext uri="{FF2B5EF4-FFF2-40B4-BE49-F238E27FC236}">
                  <a16:creationId xmlns:a16="http://schemas.microsoft.com/office/drawing/2014/main" id="{601BE3D5-A802-FDC2-7ADA-2A5D067CFBB7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21153" y="2186713"/>
              <a:ext cx="1420313" cy="1092653"/>
            </a:xfrm>
            <a:prstGeom prst="rect">
              <a:avLst/>
            </a:prstGeom>
          </p:spPr>
        </p:pic>
      </p:grpSp>
      <p:sp>
        <p:nvSpPr>
          <p:cNvPr id="150" name="object 147">
            <a:extLst>
              <a:ext uri="{FF2B5EF4-FFF2-40B4-BE49-F238E27FC236}">
                <a16:creationId xmlns:a16="http://schemas.microsoft.com/office/drawing/2014/main" id="{C268C1FF-5727-E66E-2085-EBF72040B164}"/>
              </a:ext>
            </a:extLst>
          </p:cNvPr>
          <p:cNvSpPr txBox="1"/>
          <p:nvPr/>
        </p:nvSpPr>
        <p:spPr>
          <a:xfrm>
            <a:off x="3404870" y="1737359"/>
            <a:ext cx="124777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Integrated</a:t>
            </a:r>
            <a:r>
              <a:rPr sz="1400" spc="-5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NAS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151" name="object 148">
            <a:extLst>
              <a:ext uri="{FF2B5EF4-FFF2-40B4-BE49-F238E27FC236}">
                <a16:creationId xmlns:a16="http://schemas.microsoft.com/office/drawing/2014/main" id="{BE9FB4F2-7EF3-9572-B8C9-7EBFD61C410C}"/>
              </a:ext>
            </a:extLst>
          </p:cNvPr>
          <p:cNvGrpSpPr/>
          <p:nvPr/>
        </p:nvGrpSpPr>
        <p:grpSpPr>
          <a:xfrm>
            <a:off x="763269" y="5020945"/>
            <a:ext cx="6492240" cy="1154430"/>
            <a:chOff x="763269" y="5020945"/>
            <a:chExt cx="6492240" cy="1154430"/>
          </a:xfrm>
        </p:grpSpPr>
        <p:sp>
          <p:nvSpPr>
            <p:cNvPr id="152" name="object 149">
              <a:extLst>
                <a:ext uri="{FF2B5EF4-FFF2-40B4-BE49-F238E27FC236}">
                  <a16:creationId xmlns:a16="http://schemas.microsoft.com/office/drawing/2014/main" id="{AEEBD5AF-A4BF-4F76-8C9D-A197C5C1FEB0}"/>
                </a:ext>
              </a:extLst>
            </p:cNvPr>
            <p:cNvSpPr/>
            <p:nvPr/>
          </p:nvSpPr>
          <p:spPr>
            <a:xfrm>
              <a:off x="1371600" y="5612130"/>
              <a:ext cx="5878830" cy="0"/>
            </a:xfrm>
            <a:custGeom>
              <a:avLst/>
              <a:gdLst/>
              <a:ahLst/>
              <a:cxnLst/>
              <a:rect l="l" t="t" r="r" b="b"/>
              <a:pathLst>
                <a:path w="5878830">
                  <a:moveTo>
                    <a:pt x="0" y="0"/>
                  </a:moveTo>
                  <a:lnTo>
                    <a:pt x="5878830" y="0"/>
                  </a:lnTo>
                </a:path>
              </a:pathLst>
            </a:custGeom>
            <a:ln w="9344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0">
              <a:extLst>
                <a:ext uri="{FF2B5EF4-FFF2-40B4-BE49-F238E27FC236}">
                  <a16:creationId xmlns:a16="http://schemas.microsoft.com/office/drawing/2014/main" id="{F6DC423E-5C1A-878B-FD72-C7ABC918922C}"/>
                </a:ext>
              </a:extLst>
            </p:cNvPr>
            <p:cNvSpPr/>
            <p:nvPr/>
          </p:nvSpPr>
          <p:spPr>
            <a:xfrm>
              <a:off x="814057" y="5525770"/>
              <a:ext cx="40005" cy="39370"/>
            </a:xfrm>
            <a:custGeom>
              <a:avLst/>
              <a:gdLst/>
              <a:ahLst/>
              <a:cxnLst/>
              <a:rect l="l" t="t" r="r" b="b"/>
              <a:pathLst>
                <a:path w="40005" h="39370">
                  <a:moveTo>
                    <a:pt x="39382" y="0"/>
                  </a:moveTo>
                  <a:lnTo>
                    <a:pt x="19062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0" y="39370"/>
                  </a:lnTo>
                  <a:lnTo>
                    <a:pt x="39382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1">
              <a:extLst>
                <a:ext uri="{FF2B5EF4-FFF2-40B4-BE49-F238E27FC236}">
                  <a16:creationId xmlns:a16="http://schemas.microsoft.com/office/drawing/2014/main" id="{A95E9E2D-C289-A2B5-2D0A-2352659015A2}"/>
                </a:ext>
              </a:extLst>
            </p:cNvPr>
            <p:cNvSpPr/>
            <p:nvPr/>
          </p:nvSpPr>
          <p:spPr>
            <a:xfrm>
              <a:off x="814069" y="5525770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19" h="58420">
                  <a:moveTo>
                    <a:pt x="58420" y="0"/>
                  </a:moveTo>
                  <a:lnTo>
                    <a:pt x="39370" y="0"/>
                  </a:lnTo>
                  <a:lnTo>
                    <a:pt x="0" y="39369"/>
                  </a:lnTo>
                  <a:lnTo>
                    <a:pt x="0" y="58419"/>
                  </a:lnTo>
                  <a:lnTo>
                    <a:pt x="58420" y="0"/>
                  </a:lnTo>
                  <a:close/>
                </a:path>
              </a:pathLst>
            </a:custGeom>
            <a:solidFill>
              <a:srgbClr val="8D8D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2">
              <a:extLst>
                <a:ext uri="{FF2B5EF4-FFF2-40B4-BE49-F238E27FC236}">
                  <a16:creationId xmlns:a16="http://schemas.microsoft.com/office/drawing/2014/main" id="{4DCC9B54-8E7B-25AD-89D9-F9E394932CA3}"/>
                </a:ext>
              </a:extLst>
            </p:cNvPr>
            <p:cNvSpPr/>
            <p:nvPr/>
          </p:nvSpPr>
          <p:spPr>
            <a:xfrm>
              <a:off x="814069" y="5525770"/>
              <a:ext cx="79375" cy="79375"/>
            </a:xfrm>
            <a:custGeom>
              <a:avLst/>
              <a:gdLst/>
              <a:ahLst/>
              <a:cxnLst/>
              <a:rect l="l" t="t" r="r" b="b"/>
              <a:pathLst>
                <a:path w="79375" h="79375">
                  <a:moveTo>
                    <a:pt x="79157" y="0"/>
                  </a:moveTo>
                  <a:lnTo>
                    <a:pt x="58420" y="0"/>
                  </a:lnTo>
                  <a:lnTo>
                    <a:pt x="0" y="58419"/>
                  </a:lnTo>
                  <a:lnTo>
                    <a:pt x="0" y="78900"/>
                  </a:lnTo>
                  <a:lnTo>
                    <a:pt x="79157" y="0"/>
                  </a:lnTo>
                  <a:close/>
                </a:path>
              </a:pathLst>
            </a:custGeom>
            <a:solidFill>
              <a:srgbClr val="8E8E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3">
              <a:extLst>
                <a:ext uri="{FF2B5EF4-FFF2-40B4-BE49-F238E27FC236}">
                  <a16:creationId xmlns:a16="http://schemas.microsoft.com/office/drawing/2014/main" id="{1BCB47B2-BFDD-CEC4-9F54-E4D7D50B3876}"/>
                </a:ext>
              </a:extLst>
            </p:cNvPr>
            <p:cNvSpPr/>
            <p:nvPr/>
          </p:nvSpPr>
          <p:spPr>
            <a:xfrm>
              <a:off x="814069" y="5525770"/>
              <a:ext cx="98425" cy="98425"/>
            </a:xfrm>
            <a:custGeom>
              <a:avLst/>
              <a:gdLst/>
              <a:ahLst/>
              <a:cxnLst/>
              <a:rect l="l" t="t" r="r" b="b"/>
              <a:pathLst>
                <a:path w="98425" h="98425">
                  <a:moveTo>
                    <a:pt x="98236" y="0"/>
                  </a:moveTo>
                  <a:lnTo>
                    <a:pt x="79157" y="0"/>
                  </a:lnTo>
                  <a:lnTo>
                    <a:pt x="0" y="78900"/>
                  </a:lnTo>
                  <a:lnTo>
                    <a:pt x="0" y="97917"/>
                  </a:lnTo>
                  <a:lnTo>
                    <a:pt x="98236" y="0"/>
                  </a:lnTo>
                  <a:close/>
                </a:path>
              </a:pathLst>
            </a:custGeom>
            <a:solidFill>
              <a:srgbClr val="8F8F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4">
              <a:extLst>
                <a:ext uri="{FF2B5EF4-FFF2-40B4-BE49-F238E27FC236}">
                  <a16:creationId xmlns:a16="http://schemas.microsoft.com/office/drawing/2014/main" id="{86D214AC-8077-141C-9A7E-B682B7D1595A}"/>
                </a:ext>
              </a:extLst>
            </p:cNvPr>
            <p:cNvSpPr/>
            <p:nvPr/>
          </p:nvSpPr>
          <p:spPr>
            <a:xfrm>
              <a:off x="814069" y="5525770"/>
              <a:ext cx="118745" cy="118745"/>
            </a:xfrm>
            <a:custGeom>
              <a:avLst/>
              <a:gdLst/>
              <a:ahLst/>
              <a:cxnLst/>
              <a:rect l="l" t="t" r="r" b="b"/>
              <a:pathLst>
                <a:path w="118744" h="118745">
                  <a:moveTo>
                    <a:pt x="118589" y="0"/>
                  </a:moveTo>
                  <a:lnTo>
                    <a:pt x="98236" y="0"/>
                  </a:lnTo>
                  <a:lnTo>
                    <a:pt x="0" y="97917"/>
                  </a:lnTo>
                  <a:lnTo>
                    <a:pt x="0" y="118204"/>
                  </a:lnTo>
                  <a:lnTo>
                    <a:pt x="118589" y="0"/>
                  </a:lnTo>
                  <a:close/>
                </a:path>
              </a:pathLst>
            </a:custGeom>
            <a:solidFill>
              <a:srgbClr val="9090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5">
              <a:extLst>
                <a:ext uri="{FF2B5EF4-FFF2-40B4-BE49-F238E27FC236}">
                  <a16:creationId xmlns:a16="http://schemas.microsoft.com/office/drawing/2014/main" id="{E47C1610-082E-487F-1260-ED7C1867F15C}"/>
                </a:ext>
              </a:extLst>
            </p:cNvPr>
            <p:cNvSpPr/>
            <p:nvPr/>
          </p:nvSpPr>
          <p:spPr>
            <a:xfrm>
              <a:off x="814069" y="5525770"/>
              <a:ext cx="138430" cy="138430"/>
            </a:xfrm>
            <a:custGeom>
              <a:avLst/>
              <a:gdLst/>
              <a:ahLst/>
              <a:cxnLst/>
              <a:rect l="l" t="t" r="r" b="b"/>
              <a:pathLst>
                <a:path w="138430" h="138429">
                  <a:moveTo>
                    <a:pt x="138430" y="0"/>
                  </a:moveTo>
                  <a:lnTo>
                    <a:pt x="118589" y="0"/>
                  </a:lnTo>
                  <a:lnTo>
                    <a:pt x="0" y="118204"/>
                  </a:lnTo>
                  <a:lnTo>
                    <a:pt x="0" y="138429"/>
                  </a:lnTo>
                  <a:lnTo>
                    <a:pt x="138430" y="0"/>
                  </a:lnTo>
                  <a:close/>
                </a:path>
              </a:pathLst>
            </a:custGeom>
            <a:solidFill>
              <a:srgbClr val="9191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6">
              <a:extLst>
                <a:ext uri="{FF2B5EF4-FFF2-40B4-BE49-F238E27FC236}">
                  <a16:creationId xmlns:a16="http://schemas.microsoft.com/office/drawing/2014/main" id="{7B5C3666-D014-49BF-87B2-E0A4D32540CA}"/>
                </a:ext>
              </a:extLst>
            </p:cNvPr>
            <p:cNvSpPr/>
            <p:nvPr/>
          </p:nvSpPr>
          <p:spPr>
            <a:xfrm>
              <a:off x="814069" y="5525770"/>
              <a:ext cx="158750" cy="158750"/>
            </a:xfrm>
            <a:custGeom>
              <a:avLst/>
              <a:gdLst/>
              <a:ahLst/>
              <a:cxnLst/>
              <a:rect l="l" t="t" r="r" b="b"/>
              <a:pathLst>
                <a:path w="158750" h="158750">
                  <a:moveTo>
                    <a:pt x="158750" y="0"/>
                  </a:moveTo>
                  <a:lnTo>
                    <a:pt x="138430" y="0"/>
                  </a:lnTo>
                  <a:lnTo>
                    <a:pt x="0" y="138429"/>
                  </a:lnTo>
                  <a:lnTo>
                    <a:pt x="0" y="158749"/>
                  </a:lnTo>
                  <a:lnTo>
                    <a:pt x="158750" y="0"/>
                  </a:lnTo>
                  <a:close/>
                </a:path>
              </a:pathLst>
            </a:custGeom>
            <a:solidFill>
              <a:srgbClr val="9292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57">
              <a:extLst>
                <a:ext uri="{FF2B5EF4-FFF2-40B4-BE49-F238E27FC236}">
                  <a16:creationId xmlns:a16="http://schemas.microsoft.com/office/drawing/2014/main" id="{8708DE66-AE33-3D5D-24E1-AD90D25F2497}"/>
                </a:ext>
              </a:extLst>
            </p:cNvPr>
            <p:cNvSpPr/>
            <p:nvPr/>
          </p:nvSpPr>
          <p:spPr>
            <a:xfrm>
              <a:off x="814069" y="5525770"/>
              <a:ext cx="179070" cy="176530"/>
            </a:xfrm>
            <a:custGeom>
              <a:avLst/>
              <a:gdLst/>
              <a:ahLst/>
              <a:cxnLst/>
              <a:rect l="l" t="t" r="r" b="b"/>
              <a:pathLst>
                <a:path w="179069" h="176529">
                  <a:moveTo>
                    <a:pt x="179070" y="0"/>
                  </a:moveTo>
                  <a:lnTo>
                    <a:pt x="158750" y="0"/>
                  </a:lnTo>
                  <a:lnTo>
                    <a:pt x="0" y="158749"/>
                  </a:lnTo>
                  <a:lnTo>
                    <a:pt x="0" y="176529"/>
                  </a:lnTo>
                  <a:lnTo>
                    <a:pt x="2540" y="176529"/>
                  </a:lnTo>
                  <a:lnTo>
                    <a:pt x="179070" y="0"/>
                  </a:lnTo>
                  <a:close/>
                </a:path>
              </a:pathLst>
            </a:custGeom>
            <a:solidFill>
              <a:srgbClr val="9393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58">
              <a:extLst>
                <a:ext uri="{FF2B5EF4-FFF2-40B4-BE49-F238E27FC236}">
                  <a16:creationId xmlns:a16="http://schemas.microsoft.com/office/drawing/2014/main" id="{DACFFE74-BC47-B881-7E82-667D818544B2}"/>
                </a:ext>
              </a:extLst>
            </p:cNvPr>
            <p:cNvSpPr/>
            <p:nvPr/>
          </p:nvSpPr>
          <p:spPr>
            <a:xfrm>
              <a:off x="81660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20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949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59">
              <a:extLst>
                <a:ext uri="{FF2B5EF4-FFF2-40B4-BE49-F238E27FC236}">
                  <a16:creationId xmlns:a16="http://schemas.microsoft.com/office/drawing/2014/main" id="{933302B4-5649-8ED9-2E1A-2C9994353721}"/>
                </a:ext>
              </a:extLst>
            </p:cNvPr>
            <p:cNvSpPr/>
            <p:nvPr/>
          </p:nvSpPr>
          <p:spPr>
            <a:xfrm>
              <a:off x="83692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19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959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0">
              <a:extLst>
                <a:ext uri="{FF2B5EF4-FFF2-40B4-BE49-F238E27FC236}">
                  <a16:creationId xmlns:a16="http://schemas.microsoft.com/office/drawing/2014/main" id="{F477CA6D-38ED-E4AE-A004-4D0DC00325A6}"/>
                </a:ext>
              </a:extLst>
            </p:cNvPr>
            <p:cNvSpPr/>
            <p:nvPr/>
          </p:nvSpPr>
          <p:spPr>
            <a:xfrm>
              <a:off x="857249" y="5525770"/>
              <a:ext cx="195580" cy="176530"/>
            </a:xfrm>
            <a:custGeom>
              <a:avLst/>
              <a:gdLst/>
              <a:ahLst/>
              <a:cxnLst/>
              <a:rect l="l" t="t" r="r" b="b"/>
              <a:pathLst>
                <a:path w="195580" h="176529">
                  <a:moveTo>
                    <a:pt x="19558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19050" y="176529"/>
                  </a:lnTo>
                  <a:lnTo>
                    <a:pt x="195580" y="0"/>
                  </a:lnTo>
                  <a:close/>
                </a:path>
              </a:pathLst>
            </a:custGeom>
            <a:solidFill>
              <a:srgbClr val="969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1">
              <a:extLst>
                <a:ext uri="{FF2B5EF4-FFF2-40B4-BE49-F238E27FC236}">
                  <a16:creationId xmlns:a16="http://schemas.microsoft.com/office/drawing/2014/main" id="{C1803CF9-CD05-3FCB-1F24-A665AF671EE3}"/>
                </a:ext>
              </a:extLst>
            </p:cNvPr>
            <p:cNvSpPr/>
            <p:nvPr/>
          </p:nvSpPr>
          <p:spPr>
            <a:xfrm>
              <a:off x="87629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287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19182" y="176529"/>
                  </a:lnTo>
                  <a:lnTo>
                    <a:pt x="196287" y="0"/>
                  </a:lnTo>
                  <a:close/>
                </a:path>
              </a:pathLst>
            </a:custGeom>
            <a:solidFill>
              <a:srgbClr val="979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2">
              <a:extLst>
                <a:ext uri="{FF2B5EF4-FFF2-40B4-BE49-F238E27FC236}">
                  <a16:creationId xmlns:a16="http://schemas.microsoft.com/office/drawing/2014/main" id="{FAE75167-5F30-3EE1-FD62-38F9D82D9AE1}"/>
                </a:ext>
              </a:extLst>
            </p:cNvPr>
            <p:cNvSpPr/>
            <p:nvPr/>
          </p:nvSpPr>
          <p:spPr>
            <a:xfrm>
              <a:off x="895482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717" y="0"/>
                  </a:moveTo>
                  <a:lnTo>
                    <a:pt x="177105" y="0"/>
                  </a:lnTo>
                  <a:lnTo>
                    <a:pt x="0" y="176529"/>
                  </a:lnTo>
                  <a:lnTo>
                    <a:pt x="20187" y="176529"/>
                  </a:lnTo>
                  <a:lnTo>
                    <a:pt x="196717" y="0"/>
                  </a:lnTo>
                  <a:close/>
                </a:path>
              </a:pathLst>
            </a:custGeom>
            <a:solidFill>
              <a:srgbClr val="989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3">
              <a:extLst>
                <a:ext uri="{FF2B5EF4-FFF2-40B4-BE49-F238E27FC236}">
                  <a16:creationId xmlns:a16="http://schemas.microsoft.com/office/drawing/2014/main" id="{1D76923C-A97E-4077-926E-EEDD549C3ADC}"/>
                </a:ext>
              </a:extLst>
            </p:cNvPr>
            <p:cNvSpPr/>
            <p:nvPr/>
          </p:nvSpPr>
          <p:spPr>
            <a:xfrm>
              <a:off x="91566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20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999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4">
              <a:extLst>
                <a:ext uri="{FF2B5EF4-FFF2-40B4-BE49-F238E27FC236}">
                  <a16:creationId xmlns:a16="http://schemas.microsoft.com/office/drawing/2014/main" id="{E2F62DC3-6F16-55D5-0DF6-40A89F947D80}"/>
                </a:ext>
              </a:extLst>
            </p:cNvPr>
            <p:cNvSpPr/>
            <p:nvPr/>
          </p:nvSpPr>
          <p:spPr>
            <a:xfrm>
              <a:off x="93598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29" y="0"/>
                  </a:lnTo>
                  <a:lnTo>
                    <a:pt x="0" y="176529"/>
                  </a:lnTo>
                  <a:lnTo>
                    <a:pt x="20319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9A9A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5">
              <a:extLst>
                <a:ext uri="{FF2B5EF4-FFF2-40B4-BE49-F238E27FC236}">
                  <a16:creationId xmlns:a16="http://schemas.microsoft.com/office/drawing/2014/main" id="{0BB744E7-905C-C4EF-2B2F-7DB01F3F277B}"/>
                </a:ext>
              </a:extLst>
            </p:cNvPr>
            <p:cNvSpPr/>
            <p:nvPr/>
          </p:nvSpPr>
          <p:spPr>
            <a:xfrm>
              <a:off x="95630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20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9B9B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6">
              <a:extLst>
                <a:ext uri="{FF2B5EF4-FFF2-40B4-BE49-F238E27FC236}">
                  <a16:creationId xmlns:a16="http://schemas.microsoft.com/office/drawing/2014/main" id="{B5EE263A-69D9-610C-6371-4A8B942722C0}"/>
                </a:ext>
              </a:extLst>
            </p:cNvPr>
            <p:cNvSpPr/>
            <p:nvPr/>
          </p:nvSpPr>
          <p:spPr>
            <a:xfrm>
              <a:off x="97662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19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9C9C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67">
              <a:extLst>
                <a:ext uri="{FF2B5EF4-FFF2-40B4-BE49-F238E27FC236}">
                  <a16:creationId xmlns:a16="http://schemas.microsoft.com/office/drawing/2014/main" id="{274F0A8C-484E-8C4D-8EB9-E797D784FFEC}"/>
                </a:ext>
              </a:extLst>
            </p:cNvPr>
            <p:cNvSpPr/>
            <p:nvPr/>
          </p:nvSpPr>
          <p:spPr>
            <a:xfrm>
              <a:off x="996949" y="5525770"/>
              <a:ext cx="196215" cy="176530"/>
            </a:xfrm>
            <a:custGeom>
              <a:avLst/>
              <a:gdLst/>
              <a:ahLst/>
              <a:cxnLst/>
              <a:rect l="l" t="t" r="r" b="b"/>
              <a:pathLst>
                <a:path w="196215" h="176529">
                  <a:moveTo>
                    <a:pt x="195946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19990" y="176529"/>
                  </a:lnTo>
                  <a:lnTo>
                    <a:pt x="195946" y="0"/>
                  </a:lnTo>
                  <a:close/>
                </a:path>
              </a:pathLst>
            </a:custGeom>
            <a:solidFill>
              <a:srgbClr val="9D9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68">
              <a:extLst>
                <a:ext uri="{FF2B5EF4-FFF2-40B4-BE49-F238E27FC236}">
                  <a16:creationId xmlns:a16="http://schemas.microsoft.com/office/drawing/2014/main" id="{A2C09474-B01C-F1BF-1135-5DD16A234704}"/>
                </a:ext>
              </a:extLst>
            </p:cNvPr>
            <p:cNvSpPr/>
            <p:nvPr/>
          </p:nvSpPr>
          <p:spPr>
            <a:xfrm>
              <a:off x="1016940" y="5525770"/>
              <a:ext cx="195580" cy="176530"/>
            </a:xfrm>
            <a:custGeom>
              <a:avLst/>
              <a:gdLst/>
              <a:ahLst/>
              <a:cxnLst/>
              <a:rect l="l" t="t" r="r" b="b"/>
              <a:pathLst>
                <a:path w="195580" h="176529">
                  <a:moveTo>
                    <a:pt x="194973" y="0"/>
                  </a:moveTo>
                  <a:lnTo>
                    <a:pt x="175956" y="0"/>
                  </a:lnTo>
                  <a:lnTo>
                    <a:pt x="0" y="176529"/>
                  </a:lnTo>
                  <a:lnTo>
                    <a:pt x="19017" y="176529"/>
                  </a:lnTo>
                  <a:lnTo>
                    <a:pt x="194973" y="0"/>
                  </a:lnTo>
                  <a:close/>
                </a:path>
              </a:pathLst>
            </a:custGeom>
            <a:solidFill>
              <a:srgbClr val="9E9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69">
              <a:extLst>
                <a:ext uri="{FF2B5EF4-FFF2-40B4-BE49-F238E27FC236}">
                  <a16:creationId xmlns:a16="http://schemas.microsoft.com/office/drawing/2014/main" id="{38812AE3-2D91-642C-C775-19FB062A1FE6}"/>
                </a:ext>
              </a:extLst>
            </p:cNvPr>
            <p:cNvSpPr/>
            <p:nvPr/>
          </p:nvSpPr>
          <p:spPr>
            <a:xfrm>
              <a:off x="1035957" y="5525770"/>
              <a:ext cx="196215" cy="176530"/>
            </a:xfrm>
            <a:custGeom>
              <a:avLst/>
              <a:gdLst/>
              <a:ahLst/>
              <a:cxnLst/>
              <a:rect l="l" t="t" r="r" b="b"/>
              <a:pathLst>
                <a:path w="196215" h="176529">
                  <a:moveTo>
                    <a:pt x="195942" y="0"/>
                  </a:moveTo>
                  <a:lnTo>
                    <a:pt x="175956" y="0"/>
                  </a:lnTo>
                  <a:lnTo>
                    <a:pt x="0" y="176529"/>
                  </a:lnTo>
                  <a:lnTo>
                    <a:pt x="19412" y="176529"/>
                  </a:lnTo>
                  <a:lnTo>
                    <a:pt x="195942" y="0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0">
              <a:extLst>
                <a:ext uri="{FF2B5EF4-FFF2-40B4-BE49-F238E27FC236}">
                  <a16:creationId xmlns:a16="http://schemas.microsoft.com/office/drawing/2014/main" id="{A5277F6E-2566-CF1C-78C8-F0EC3706E84B}"/>
                </a:ext>
              </a:extLst>
            </p:cNvPr>
            <p:cNvSpPr/>
            <p:nvPr/>
          </p:nvSpPr>
          <p:spPr>
            <a:xfrm>
              <a:off x="1055369" y="5525770"/>
              <a:ext cx="197485" cy="176530"/>
            </a:xfrm>
            <a:custGeom>
              <a:avLst/>
              <a:gdLst/>
              <a:ahLst/>
              <a:cxnLst/>
              <a:rect l="l" t="t" r="r" b="b"/>
              <a:pathLst>
                <a:path w="197484" h="176529">
                  <a:moveTo>
                    <a:pt x="197118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1161" y="176529"/>
                  </a:lnTo>
                  <a:lnTo>
                    <a:pt x="197118" y="0"/>
                  </a:lnTo>
                  <a:close/>
                </a:path>
              </a:pathLst>
            </a:custGeom>
            <a:solidFill>
              <a:srgbClr val="A0A0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1">
              <a:extLst>
                <a:ext uri="{FF2B5EF4-FFF2-40B4-BE49-F238E27FC236}">
                  <a16:creationId xmlns:a16="http://schemas.microsoft.com/office/drawing/2014/main" id="{48F6AB59-82D7-9AEB-A8F0-25899451E8DC}"/>
                </a:ext>
              </a:extLst>
            </p:cNvPr>
            <p:cNvSpPr/>
            <p:nvPr/>
          </p:nvSpPr>
          <p:spPr>
            <a:xfrm>
              <a:off x="1076531" y="5525770"/>
              <a:ext cx="196215" cy="176530"/>
            </a:xfrm>
            <a:custGeom>
              <a:avLst/>
              <a:gdLst/>
              <a:ahLst/>
              <a:cxnLst/>
              <a:rect l="l" t="t" r="r" b="b"/>
              <a:pathLst>
                <a:path w="196215" h="176529">
                  <a:moveTo>
                    <a:pt x="196008" y="0"/>
                  </a:moveTo>
                  <a:lnTo>
                    <a:pt x="175956" y="0"/>
                  </a:lnTo>
                  <a:lnTo>
                    <a:pt x="0" y="176529"/>
                  </a:lnTo>
                  <a:lnTo>
                    <a:pt x="19478" y="176529"/>
                  </a:lnTo>
                  <a:lnTo>
                    <a:pt x="196008" y="0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2">
              <a:extLst>
                <a:ext uri="{FF2B5EF4-FFF2-40B4-BE49-F238E27FC236}">
                  <a16:creationId xmlns:a16="http://schemas.microsoft.com/office/drawing/2014/main" id="{424EAAD6-DF41-19FE-6111-A785277ACD36}"/>
                </a:ext>
              </a:extLst>
            </p:cNvPr>
            <p:cNvSpPr/>
            <p:nvPr/>
          </p:nvSpPr>
          <p:spPr>
            <a:xfrm>
              <a:off x="109600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20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A2A2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3">
              <a:extLst>
                <a:ext uri="{FF2B5EF4-FFF2-40B4-BE49-F238E27FC236}">
                  <a16:creationId xmlns:a16="http://schemas.microsoft.com/office/drawing/2014/main" id="{65DD8370-AFF5-4A09-7355-EE8DA331F9F8}"/>
                </a:ext>
              </a:extLst>
            </p:cNvPr>
            <p:cNvSpPr/>
            <p:nvPr/>
          </p:nvSpPr>
          <p:spPr>
            <a:xfrm>
              <a:off x="111632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19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4">
              <a:extLst>
                <a:ext uri="{FF2B5EF4-FFF2-40B4-BE49-F238E27FC236}">
                  <a16:creationId xmlns:a16="http://schemas.microsoft.com/office/drawing/2014/main" id="{07FE5610-FC9B-6EC4-37EA-977A3F2F6B09}"/>
                </a:ext>
              </a:extLst>
            </p:cNvPr>
            <p:cNvSpPr/>
            <p:nvPr/>
          </p:nvSpPr>
          <p:spPr>
            <a:xfrm>
              <a:off x="113664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19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A4A4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5">
              <a:extLst>
                <a:ext uri="{FF2B5EF4-FFF2-40B4-BE49-F238E27FC236}">
                  <a16:creationId xmlns:a16="http://schemas.microsoft.com/office/drawing/2014/main" id="{2EC5B48D-012F-F87F-7762-31CBA2F72D42}"/>
                </a:ext>
              </a:extLst>
            </p:cNvPr>
            <p:cNvSpPr/>
            <p:nvPr/>
          </p:nvSpPr>
          <p:spPr>
            <a:xfrm>
              <a:off x="1156969" y="5525770"/>
              <a:ext cx="195580" cy="176530"/>
            </a:xfrm>
            <a:custGeom>
              <a:avLst/>
              <a:gdLst/>
              <a:ahLst/>
              <a:cxnLst/>
              <a:rect l="l" t="t" r="r" b="b"/>
              <a:pathLst>
                <a:path w="195580" h="176529">
                  <a:moveTo>
                    <a:pt x="19558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19050" y="176529"/>
                  </a:lnTo>
                  <a:lnTo>
                    <a:pt x="195580" y="0"/>
                  </a:lnTo>
                  <a:close/>
                </a:path>
              </a:pathLst>
            </a:custGeom>
            <a:solidFill>
              <a:srgbClr val="A5A5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6">
              <a:extLst>
                <a:ext uri="{FF2B5EF4-FFF2-40B4-BE49-F238E27FC236}">
                  <a16:creationId xmlns:a16="http://schemas.microsoft.com/office/drawing/2014/main" id="{7BAA7F41-B751-6636-BFAF-9672A317580F}"/>
                </a:ext>
              </a:extLst>
            </p:cNvPr>
            <p:cNvSpPr/>
            <p:nvPr/>
          </p:nvSpPr>
          <p:spPr>
            <a:xfrm>
              <a:off x="117601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19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A6A6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77">
              <a:extLst>
                <a:ext uri="{FF2B5EF4-FFF2-40B4-BE49-F238E27FC236}">
                  <a16:creationId xmlns:a16="http://schemas.microsoft.com/office/drawing/2014/main" id="{9645C5F1-982F-12E5-554F-7F2D413F19BC}"/>
                </a:ext>
              </a:extLst>
            </p:cNvPr>
            <p:cNvSpPr/>
            <p:nvPr/>
          </p:nvSpPr>
          <p:spPr>
            <a:xfrm>
              <a:off x="1196339" y="5525770"/>
              <a:ext cx="196850" cy="176530"/>
            </a:xfrm>
            <a:custGeom>
              <a:avLst/>
              <a:gdLst/>
              <a:ahLst/>
              <a:cxnLst/>
              <a:rect l="l" t="t" r="r" b="b"/>
              <a:pathLst>
                <a:path w="196850" h="176529">
                  <a:moveTo>
                    <a:pt x="196850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20" y="176529"/>
                  </a:lnTo>
                  <a:lnTo>
                    <a:pt x="196850" y="0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78">
              <a:extLst>
                <a:ext uri="{FF2B5EF4-FFF2-40B4-BE49-F238E27FC236}">
                  <a16:creationId xmlns:a16="http://schemas.microsoft.com/office/drawing/2014/main" id="{A5C002DA-5C16-91E6-E956-8B980364EB12}"/>
                </a:ext>
              </a:extLst>
            </p:cNvPr>
            <p:cNvSpPr/>
            <p:nvPr/>
          </p:nvSpPr>
          <p:spPr>
            <a:xfrm>
              <a:off x="1216659" y="5525770"/>
              <a:ext cx="195580" cy="176530"/>
            </a:xfrm>
            <a:custGeom>
              <a:avLst/>
              <a:gdLst/>
              <a:ahLst/>
              <a:cxnLst/>
              <a:rect l="l" t="t" r="r" b="b"/>
              <a:pathLst>
                <a:path w="195580" h="176529">
                  <a:moveTo>
                    <a:pt x="195580" y="0"/>
                  </a:moveTo>
                  <a:lnTo>
                    <a:pt x="176529" y="0"/>
                  </a:lnTo>
                  <a:lnTo>
                    <a:pt x="0" y="176529"/>
                  </a:lnTo>
                  <a:lnTo>
                    <a:pt x="19050" y="176529"/>
                  </a:lnTo>
                  <a:lnTo>
                    <a:pt x="195580" y="0"/>
                  </a:lnTo>
                  <a:close/>
                </a:path>
              </a:pathLst>
            </a:custGeom>
            <a:solidFill>
              <a:srgbClr val="A8A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79">
              <a:extLst>
                <a:ext uri="{FF2B5EF4-FFF2-40B4-BE49-F238E27FC236}">
                  <a16:creationId xmlns:a16="http://schemas.microsoft.com/office/drawing/2014/main" id="{83B123BF-41C8-0166-61C1-6C236932EFC0}"/>
                </a:ext>
              </a:extLst>
            </p:cNvPr>
            <p:cNvSpPr/>
            <p:nvPr/>
          </p:nvSpPr>
          <p:spPr>
            <a:xfrm>
              <a:off x="1235709" y="5525770"/>
              <a:ext cx="181610" cy="176530"/>
            </a:xfrm>
            <a:custGeom>
              <a:avLst/>
              <a:gdLst/>
              <a:ahLst/>
              <a:cxnLst/>
              <a:rect l="l" t="t" r="r" b="b"/>
              <a:pathLst>
                <a:path w="181609" h="176529">
                  <a:moveTo>
                    <a:pt x="181609" y="0"/>
                  </a:moveTo>
                  <a:lnTo>
                    <a:pt x="176530" y="0"/>
                  </a:lnTo>
                  <a:lnTo>
                    <a:pt x="0" y="176529"/>
                  </a:lnTo>
                  <a:lnTo>
                    <a:pt x="20319" y="176529"/>
                  </a:lnTo>
                  <a:lnTo>
                    <a:pt x="181609" y="15239"/>
                  </a:lnTo>
                  <a:lnTo>
                    <a:pt x="181609" y="0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0">
              <a:extLst>
                <a:ext uri="{FF2B5EF4-FFF2-40B4-BE49-F238E27FC236}">
                  <a16:creationId xmlns:a16="http://schemas.microsoft.com/office/drawing/2014/main" id="{8353A22E-17B7-85C0-6FF6-580D1DCC4BCE}"/>
                </a:ext>
              </a:extLst>
            </p:cNvPr>
            <p:cNvSpPr/>
            <p:nvPr/>
          </p:nvSpPr>
          <p:spPr>
            <a:xfrm>
              <a:off x="1256029" y="5541010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90" h="161289">
                  <a:moveTo>
                    <a:pt x="161289" y="0"/>
                  </a:moveTo>
                  <a:lnTo>
                    <a:pt x="0" y="161289"/>
                  </a:lnTo>
                  <a:lnTo>
                    <a:pt x="20319" y="161289"/>
                  </a:lnTo>
                  <a:lnTo>
                    <a:pt x="161289" y="20319"/>
                  </a:lnTo>
                  <a:lnTo>
                    <a:pt x="161289" y="0"/>
                  </a:lnTo>
                  <a:close/>
                </a:path>
              </a:pathLst>
            </a:custGeom>
            <a:solidFill>
              <a:srgbClr val="AAAA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1">
              <a:extLst>
                <a:ext uri="{FF2B5EF4-FFF2-40B4-BE49-F238E27FC236}">
                  <a16:creationId xmlns:a16="http://schemas.microsoft.com/office/drawing/2014/main" id="{6DED858B-270F-2A42-CCC9-64DDEF556621}"/>
                </a:ext>
              </a:extLst>
            </p:cNvPr>
            <p:cNvSpPr/>
            <p:nvPr/>
          </p:nvSpPr>
          <p:spPr>
            <a:xfrm>
              <a:off x="1276350" y="5561330"/>
              <a:ext cx="140970" cy="140970"/>
            </a:xfrm>
            <a:custGeom>
              <a:avLst/>
              <a:gdLst/>
              <a:ahLst/>
              <a:cxnLst/>
              <a:rect l="l" t="t" r="r" b="b"/>
              <a:pathLst>
                <a:path w="140969" h="140970">
                  <a:moveTo>
                    <a:pt x="140969" y="0"/>
                  </a:moveTo>
                  <a:lnTo>
                    <a:pt x="0" y="140970"/>
                  </a:lnTo>
                  <a:lnTo>
                    <a:pt x="20319" y="140970"/>
                  </a:lnTo>
                  <a:lnTo>
                    <a:pt x="140969" y="20320"/>
                  </a:lnTo>
                  <a:lnTo>
                    <a:pt x="140969" y="0"/>
                  </a:lnTo>
                  <a:close/>
                </a:path>
              </a:pathLst>
            </a:custGeom>
            <a:solidFill>
              <a:srgbClr val="ABAB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2">
              <a:extLst>
                <a:ext uri="{FF2B5EF4-FFF2-40B4-BE49-F238E27FC236}">
                  <a16:creationId xmlns:a16="http://schemas.microsoft.com/office/drawing/2014/main" id="{9B394CCB-B3FE-6F08-523E-540EBDC5EBF4}"/>
                </a:ext>
              </a:extLst>
            </p:cNvPr>
            <p:cNvSpPr/>
            <p:nvPr/>
          </p:nvSpPr>
          <p:spPr>
            <a:xfrm>
              <a:off x="1296669" y="5581650"/>
              <a:ext cx="120650" cy="120650"/>
            </a:xfrm>
            <a:custGeom>
              <a:avLst/>
              <a:gdLst/>
              <a:ahLst/>
              <a:cxnLst/>
              <a:rect l="l" t="t" r="r" b="b"/>
              <a:pathLst>
                <a:path w="120650" h="120650">
                  <a:moveTo>
                    <a:pt x="120650" y="0"/>
                  </a:moveTo>
                  <a:lnTo>
                    <a:pt x="0" y="120650"/>
                  </a:lnTo>
                  <a:lnTo>
                    <a:pt x="19869" y="120650"/>
                  </a:lnTo>
                  <a:lnTo>
                    <a:pt x="120650" y="20196"/>
                  </a:lnTo>
                  <a:lnTo>
                    <a:pt x="120650" y="0"/>
                  </a:lnTo>
                  <a:close/>
                </a:path>
              </a:pathLst>
            </a:custGeom>
            <a:solidFill>
              <a:srgbClr val="ACA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3">
              <a:extLst>
                <a:ext uri="{FF2B5EF4-FFF2-40B4-BE49-F238E27FC236}">
                  <a16:creationId xmlns:a16="http://schemas.microsoft.com/office/drawing/2014/main" id="{3A9AF4B4-D1A7-090C-48D5-E4F76D089DCD}"/>
                </a:ext>
              </a:extLst>
            </p:cNvPr>
            <p:cNvSpPr/>
            <p:nvPr/>
          </p:nvSpPr>
          <p:spPr>
            <a:xfrm>
              <a:off x="1316539" y="5601846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780" y="0"/>
                  </a:moveTo>
                  <a:lnTo>
                    <a:pt x="0" y="100453"/>
                  </a:lnTo>
                  <a:lnTo>
                    <a:pt x="19500" y="100453"/>
                  </a:lnTo>
                  <a:lnTo>
                    <a:pt x="100780" y="19173"/>
                  </a:lnTo>
                  <a:lnTo>
                    <a:pt x="100780" y="0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4">
              <a:extLst>
                <a:ext uri="{FF2B5EF4-FFF2-40B4-BE49-F238E27FC236}">
                  <a16:creationId xmlns:a16="http://schemas.microsoft.com/office/drawing/2014/main" id="{10127B76-D613-C9DF-C57F-986DA1894F2C}"/>
                </a:ext>
              </a:extLst>
            </p:cNvPr>
            <p:cNvSpPr/>
            <p:nvPr/>
          </p:nvSpPr>
          <p:spPr>
            <a:xfrm>
              <a:off x="1336039" y="5621020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81279" y="0"/>
                  </a:moveTo>
                  <a:lnTo>
                    <a:pt x="0" y="81279"/>
                  </a:lnTo>
                  <a:lnTo>
                    <a:pt x="21205" y="81279"/>
                  </a:lnTo>
                  <a:lnTo>
                    <a:pt x="81279" y="21400"/>
                  </a:lnTo>
                  <a:lnTo>
                    <a:pt x="81279" y="0"/>
                  </a:lnTo>
                  <a:close/>
                </a:path>
              </a:pathLst>
            </a:custGeom>
            <a:solidFill>
              <a:srgbClr val="AEAE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5">
              <a:extLst>
                <a:ext uri="{FF2B5EF4-FFF2-40B4-BE49-F238E27FC236}">
                  <a16:creationId xmlns:a16="http://schemas.microsoft.com/office/drawing/2014/main" id="{C56A32FE-3784-76C0-1C21-D43D58498847}"/>
                </a:ext>
              </a:extLst>
            </p:cNvPr>
            <p:cNvSpPr/>
            <p:nvPr/>
          </p:nvSpPr>
          <p:spPr>
            <a:xfrm>
              <a:off x="1357245" y="5642420"/>
              <a:ext cx="60325" cy="60325"/>
            </a:xfrm>
            <a:custGeom>
              <a:avLst/>
              <a:gdLst/>
              <a:ahLst/>
              <a:cxnLst/>
              <a:rect l="l" t="t" r="r" b="b"/>
              <a:pathLst>
                <a:path w="60325" h="60325">
                  <a:moveTo>
                    <a:pt x="60074" y="0"/>
                  </a:moveTo>
                  <a:lnTo>
                    <a:pt x="0" y="59879"/>
                  </a:lnTo>
                  <a:lnTo>
                    <a:pt x="19078" y="59879"/>
                  </a:lnTo>
                  <a:lnTo>
                    <a:pt x="60074" y="19017"/>
                  </a:lnTo>
                  <a:lnTo>
                    <a:pt x="60074" y="0"/>
                  </a:lnTo>
                  <a:close/>
                </a:path>
              </a:pathLst>
            </a:custGeom>
            <a:solidFill>
              <a:srgbClr val="AFAF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6">
              <a:extLst>
                <a:ext uri="{FF2B5EF4-FFF2-40B4-BE49-F238E27FC236}">
                  <a16:creationId xmlns:a16="http://schemas.microsoft.com/office/drawing/2014/main" id="{3D79A798-7954-1F33-56F5-875FC9FA4A5E}"/>
                </a:ext>
              </a:extLst>
            </p:cNvPr>
            <p:cNvSpPr/>
            <p:nvPr/>
          </p:nvSpPr>
          <p:spPr>
            <a:xfrm>
              <a:off x="1376324" y="56614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0"/>
                  </a:moveTo>
                  <a:lnTo>
                    <a:pt x="0" y="40862"/>
                  </a:lnTo>
                  <a:lnTo>
                    <a:pt x="19405" y="40862"/>
                  </a:lnTo>
                  <a:lnTo>
                    <a:pt x="40995" y="19272"/>
                  </a:lnTo>
                  <a:lnTo>
                    <a:pt x="40995" y="0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87">
              <a:extLst>
                <a:ext uri="{FF2B5EF4-FFF2-40B4-BE49-F238E27FC236}">
                  <a16:creationId xmlns:a16="http://schemas.microsoft.com/office/drawing/2014/main" id="{1AD6042D-5AC7-7BF0-6832-E987F0723DE1}"/>
                </a:ext>
              </a:extLst>
            </p:cNvPr>
            <p:cNvSpPr/>
            <p:nvPr/>
          </p:nvSpPr>
          <p:spPr>
            <a:xfrm>
              <a:off x="1395729" y="568071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21589" y="0"/>
                  </a:moveTo>
                  <a:lnTo>
                    <a:pt x="0" y="21589"/>
                  </a:lnTo>
                  <a:lnTo>
                    <a:pt x="20319" y="21589"/>
                  </a:lnTo>
                  <a:lnTo>
                    <a:pt x="21589" y="20319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B1B1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88">
              <a:extLst>
                <a:ext uri="{FF2B5EF4-FFF2-40B4-BE49-F238E27FC236}">
                  <a16:creationId xmlns:a16="http://schemas.microsoft.com/office/drawing/2014/main" id="{082A8785-D817-E46C-195F-47A2CE7FA047}"/>
                </a:ext>
              </a:extLst>
            </p:cNvPr>
            <p:cNvSpPr/>
            <p:nvPr/>
          </p:nvSpPr>
          <p:spPr>
            <a:xfrm>
              <a:off x="814069" y="5525770"/>
              <a:ext cx="601980" cy="175260"/>
            </a:xfrm>
            <a:custGeom>
              <a:avLst/>
              <a:gdLst/>
              <a:ahLst/>
              <a:cxnLst/>
              <a:rect l="l" t="t" r="r" b="b"/>
              <a:pathLst>
                <a:path w="601980" h="175260">
                  <a:moveTo>
                    <a:pt x="300990" y="175259"/>
                  </a:moveTo>
                  <a:lnTo>
                    <a:pt x="0" y="175259"/>
                  </a:lnTo>
                  <a:lnTo>
                    <a:pt x="0" y="0"/>
                  </a:lnTo>
                  <a:lnTo>
                    <a:pt x="601980" y="0"/>
                  </a:lnTo>
                  <a:lnTo>
                    <a:pt x="601980" y="175259"/>
                  </a:lnTo>
                  <a:lnTo>
                    <a:pt x="300990" y="17525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89">
              <a:extLst>
                <a:ext uri="{FF2B5EF4-FFF2-40B4-BE49-F238E27FC236}">
                  <a16:creationId xmlns:a16="http://schemas.microsoft.com/office/drawing/2014/main" id="{4CA24CD9-F446-E54C-C219-BB58F3F6DD0C}"/>
                </a:ext>
              </a:extLst>
            </p:cNvPr>
            <p:cNvSpPr/>
            <p:nvPr/>
          </p:nvSpPr>
          <p:spPr>
            <a:xfrm>
              <a:off x="882650" y="5471172"/>
              <a:ext cx="467359" cy="3810"/>
            </a:xfrm>
            <a:custGeom>
              <a:avLst/>
              <a:gdLst/>
              <a:ahLst/>
              <a:cxnLst/>
              <a:rect l="l" t="t" r="r" b="b"/>
              <a:pathLst>
                <a:path w="467359" h="3810">
                  <a:moveTo>
                    <a:pt x="467360" y="2527"/>
                  </a:moveTo>
                  <a:lnTo>
                    <a:pt x="464820" y="2527"/>
                  </a:lnTo>
                  <a:lnTo>
                    <a:pt x="464820" y="1257"/>
                  </a:lnTo>
                  <a:lnTo>
                    <a:pt x="463550" y="1257"/>
                  </a:lnTo>
                  <a:lnTo>
                    <a:pt x="46355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467360" y="3797"/>
                  </a:lnTo>
                  <a:lnTo>
                    <a:pt x="467360" y="2527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0">
              <a:extLst>
                <a:ext uri="{FF2B5EF4-FFF2-40B4-BE49-F238E27FC236}">
                  <a16:creationId xmlns:a16="http://schemas.microsoft.com/office/drawing/2014/main" id="{49CEE5B2-0C97-947E-33BF-F693E947D8FE}"/>
                </a:ext>
              </a:extLst>
            </p:cNvPr>
            <p:cNvSpPr/>
            <p:nvPr/>
          </p:nvSpPr>
          <p:spPr>
            <a:xfrm>
              <a:off x="878840" y="5474982"/>
              <a:ext cx="473709" cy="2540"/>
            </a:xfrm>
            <a:custGeom>
              <a:avLst/>
              <a:gdLst/>
              <a:ahLst/>
              <a:cxnLst/>
              <a:rect l="l" t="t" r="r" b="b"/>
              <a:pathLst>
                <a:path w="473709" h="2539">
                  <a:moveTo>
                    <a:pt x="473710" y="1257"/>
                  </a:moveTo>
                  <a:lnTo>
                    <a:pt x="472440" y="1257"/>
                  </a:lnTo>
                  <a:lnTo>
                    <a:pt x="47244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473710" y="2527"/>
                  </a:lnTo>
                  <a:lnTo>
                    <a:pt x="473710" y="1257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1">
              <a:extLst>
                <a:ext uri="{FF2B5EF4-FFF2-40B4-BE49-F238E27FC236}">
                  <a16:creationId xmlns:a16="http://schemas.microsoft.com/office/drawing/2014/main" id="{75C39C82-15C8-44C0-E52F-99B625AB0214}"/>
                </a:ext>
              </a:extLst>
            </p:cNvPr>
            <p:cNvSpPr/>
            <p:nvPr/>
          </p:nvSpPr>
          <p:spPr>
            <a:xfrm>
              <a:off x="873760" y="5477522"/>
              <a:ext cx="483870" cy="3810"/>
            </a:xfrm>
            <a:custGeom>
              <a:avLst/>
              <a:gdLst/>
              <a:ahLst/>
              <a:cxnLst/>
              <a:rect l="l" t="t" r="r" b="b"/>
              <a:pathLst>
                <a:path w="483869" h="3810">
                  <a:moveTo>
                    <a:pt x="483870" y="2527"/>
                  </a:moveTo>
                  <a:lnTo>
                    <a:pt x="482600" y="2527"/>
                  </a:lnTo>
                  <a:lnTo>
                    <a:pt x="482600" y="1257"/>
                  </a:lnTo>
                  <a:lnTo>
                    <a:pt x="481317" y="1257"/>
                  </a:lnTo>
                  <a:lnTo>
                    <a:pt x="481317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483870" y="3797"/>
                  </a:lnTo>
                  <a:lnTo>
                    <a:pt x="483870" y="2527"/>
                  </a:lnTo>
                  <a:close/>
                </a:path>
              </a:pathLst>
            </a:custGeom>
            <a:solidFill>
              <a:srgbClr val="C8C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2">
              <a:extLst>
                <a:ext uri="{FF2B5EF4-FFF2-40B4-BE49-F238E27FC236}">
                  <a16:creationId xmlns:a16="http://schemas.microsoft.com/office/drawing/2014/main" id="{B01EBA4C-F0B3-C56F-9B23-2E294CC6477F}"/>
                </a:ext>
              </a:extLst>
            </p:cNvPr>
            <p:cNvSpPr/>
            <p:nvPr/>
          </p:nvSpPr>
          <p:spPr>
            <a:xfrm>
              <a:off x="868680" y="5481332"/>
              <a:ext cx="494030" cy="3810"/>
            </a:xfrm>
            <a:custGeom>
              <a:avLst/>
              <a:gdLst/>
              <a:ahLst/>
              <a:cxnLst/>
              <a:rect l="l" t="t" r="r" b="b"/>
              <a:pathLst>
                <a:path w="494030" h="3810">
                  <a:moveTo>
                    <a:pt x="492747" y="1257"/>
                  </a:moveTo>
                  <a:lnTo>
                    <a:pt x="491490" y="1257"/>
                  </a:lnTo>
                  <a:lnTo>
                    <a:pt x="49149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492747" y="2527"/>
                  </a:lnTo>
                  <a:lnTo>
                    <a:pt x="492747" y="1257"/>
                  </a:lnTo>
                  <a:close/>
                </a:path>
                <a:path w="494030" h="3810">
                  <a:moveTo>
                    <a:pt x="49403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494030" y="3797"/>
                  </a:lnTo>
                  <a:lnTo>
                    <a:pt x="494030" y="2540"/>
                  </a:lnTo>
                  <a:close/>
                </a:path>
              </a:pathLst>
            </a:custGeom>
            <a:solidFill>
              <a:srgbClr val="C4C4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3">
              <a:extLst>
                <a:ext uri="{FF2B5EF4-FFF2-40B4-BE49-F238E27FC236}">
                  <a16:creationId xmlns:a16="http://schemas.microsoft.com/office/drawing/2014/main" id="{7A589322-00DA-4421-C55B-D1095C451E58}"/>
                </a:ext>
              </a:extLst>
            </p:cNvPr>
            <p:cNvSpPr/>
            <p:nvPr/>
          </p:nvSpPr>
          <p:spPr>
            <a:xfrm>
              <a:off x="863600" y="5485130"/>
              <a:ext cx="504190" cy="3810"/>
            </a:xfrm>
            <a:custGeom>
              <a:avLst/>
              <a:gdLst/>
              <a:ahLst/>
              <a:cxnLst/>
              <a:rect l="l" t="t" r="r" b="b"/>
              <a:pathLst>
                <a:path w="504190" h="3810">
                  <a:moveTo>
                    <a:pt x="502920" y="1270"/>
                  </a:moveTo>
                  <a:lnTo>
                    <a:pt x="501650" y="1270"/>
                  </a:lnTo>
                  <a:lnTo>
                    <a:pt x="50165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40"/>
                  </a:lnTo>
                  <a:lnTo>
                    <a:pt x="502920" y="2540"/>
                  </a:lnTo>
                  <a:lnTo>
                    <a:pt x="502920" y="1270"/>
                  </a:lnTo>
                  <a:close/>
                </a:path>
                <a:path w="504190" h="3810">
                  <a:moveTo>
                    <a:pt x="50419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504190" y="3810"/>
                  </a:lnTo>
                  <a:lnTo>
                    <a:pt x="504190" y="2552"/>
                  </a:lnTo>
                  <a:close/>
                </a:path>
              </a:pathLst>
            </a:custGeom>
            <a:solidFill>
              <a:srgbClr val="C0C0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4">
              <a:extLst>
                <a:ext uri="{FF2B5EF4-FFF2-40B4-BE49-F238E27FC236}">
                  <a16:creationId xmlns:a16="http://schemas.microsoft.com/office/drawing/2014/main" id="{E2171A71-763A-C71C-EB21-68AABD089108}"/>
                </a:ext>
              </a:extLst>
            </p:cNvPr>
            <p:cNvSpPr/>
            <p:nvPr/>
          </p:nvSpPr>
          <p:spPr>
            <a:xfrm>
              <a:off x="858520" y="5488940"/>
              <a:ext cx="514350" cy="3810"/>
            </a:xfrm>
            <a:custGeom>
              <a:avLst/>
              <a:gdLst/>
              <a:ahLst/>
              <a:cxnLst/>
              <a:rect l="l" t="t" r="r" b="b"/>
              <a:pathLst>
                <a:path w="514350" h="3810">
                  <a:moveTo>
                    <a:pt x="51181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11810" y="1270"/>
                  </a:lnTo>
                  <a:lnTo>
                    <a:pt x="511810" y="0"/>
                  </a:lnTo>
                  <a:close/>
                </a:path>
                <a:path w="514350" h="3810">
                  <a:moveTo>
                    <a:pt x="514350" y="2540"/>
                  </a:moveTo>
                  <a:lnTo>
                    <a:pt x="513080" y="2540"/>
                  </a:lnTo>
                  <a:lnTo>
                    <a:pt x="51308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14350" y="3810"/>
                  </a:lnTo>
                  <a:lnTo>
                    <a:pt x="514350" y="2540"/>
                  </a:lnTo>
                  <a:close/>
                </a:path>
              </a:pathLst>
            </a:custGeom>
            <a:solidFill>
              <a:srgbClr val="BCB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5">
              <a:extLst>
                <a:ext uri="{FF2B5EF4-FFF2-40B4-BE49-F238E27FC236}">
                  <a16:creationId xmlns:a16="http://schemas.microsoft.com/office/drawing/2014/main" id="{909A118B-E84E-8137-65AD-AA95C9BED6B7}"/>
                </a:ext>
              </a:extLst>
            </p:cNvPr>
            <p:cNvSpPr/>
            <p:nvPr/>
          </p:nvSpPr>
          <p:spPr>
            <a:xfrm>
              <a:off x="853440" y="5492750"/>
              <a:ext cx="524510" cy="3810"/>
            </a:xfrm>
            <a:custGeom>
              <a:avLst/>
              <a:gdLst/>
              <a:ahLst/>
              <a:cxnLst/>
              <a:rect l="l" t="t" r="r" b="b"/>
              <a:pathLst>
                <a:path w="524510" h="3810">
                  <a:moveTo>
                    <a:pt x="52197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21970" y="1270"/>
                  </a:lnTo>
                  <a:lnTo>
                    <a:pt x="521970" y="0"/>
                  </a:lnTo>
                  <a:close/>
                </a:path>
                <a:path w="524510" h="3810">
                  <a:moveTo>
                    <a:pt x="524510" y="2540"/>
                  </a:moveTo>
                  <a:lnTo>
                    <a:pt x="523240" y="2540"/>
                  </a:lnTo>
                  <a:lnTo>
                    <a:pt x="5232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24510" y="3810"/>
                  </a:lnTo>
                  <a:lnTo>
                    <a:pt x="524510" y="2540"/>
                  </a:lnTo>
                  <a:close/>
                </a:path>
              </a:pathLst>
            </a:custGeom>
            <a:solidFill>
              <a:srgbClr val="B8B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6">
              <a:extLst>
                <a:ext uri="{FF2B5EF4-FFF2-40B4-BE49-F238E27FC236}">
                  <a16:creationId xmlns:a16="http://schemas.microsoft.com/office/drawing/2014/main" id="{37034AC0-15B2-EF8B-FFD5-D06308156A2C}"/>
                </a:ext>
              </a:extLst>
            </p:cNvPr>
            <p:cNvSpPr/>
            <p:nvPr/>
          </p:nvSpPr>
          <p:spPr>
            <a:xfrm>
              <a:off x="848360" y="5496572"/>
              <a:ext cx="535940" cy="3810"/>
            </a:xfrm>
            <a:custGeom>
              <a:avLst/>
              <a:gdLst/>
              <a:ahLst/>
              <a:cxnLst/>
              <a:rect l="l" t="t" r="r" b="b"/>
              <a:pathLst>
                <a:path w="535940" h="3810">
                  <a:moveTo>
                    <a:pt x="535940" y="2527"/>
                  </a:moveTo>
                  <a:lnTo>
                    <a:pt x="533400" y="2527"/>
                  </a:lnTo>
                  <a:lnTo>
                    <a:pt x="533400" y="1257"/>
                  </a:lnTo>
                  <a:lnTo>
                    <a:pt x="532117" y="1257"/>
                  </a:lnTo>
                  <a:lnTo>
                    <a:pt x="532117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535940" y="3797"/>
                  </a:lnTo>
                  <a:lnTo>
                    <a:pt x="535940" y="2527"/>
                  </a:lnTo>
                  <a:close/>
                </a:path>
              </a:pathLst>
            </a:custGeom>
            <a:solidFill>
              <a:srgbClr val="B4B4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197">
              <a:extLst>
                <a:ext uri="{FF2B5EF4-FFF2-40B4-BE49-F238E27FC236}">
                  <a16:creationId xmlns:a16="http://schemas.microsoft.com/office/drawing/2014/main" id="{97344409-92B1-6108-14B2-9EF7EF8177A2}"/>
                </a:ext>
              </a:extLst>
            </p:cNvPr>
            <p:cNvSpPr/>
            <p:nvPr/>
          </p:nvSpPr>
          <p:spPr>
            <a:xfrm>
              <a:off x="843280" y="5500382"/>
              <a:ext cx="546100" cy="3810"/>
            </a:xfrm>
            <a:custGeom>
              <a:avLst/>
              <a:gdLst/>
              <a:ahLst/>
              <a:cxnLst/>
              <a:rect l="l" t="t" r="r" b="b"/>
              <a:pathLst>
                <a:path w="546100" h="3810">
                  <a:moveTo>
                    <a:pt x="543560" y="1257"/>
                  </a:moveTo>
                  <a:lnTo>
                    <a:pt x="542290" y="1257"/>
                  </a:lnTo>
                  <a:lnTo>
                    <a:pt x="54229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543560" y="2527"/>
                  </a:lnTo>
                  <a:lnTo>
                    <a:pt x="543560" y="1257"/>
                  </a:lnTo>
                  <a:close/>
                </a:path>
                <a:path w="546100" h="3810">
                  <a:moveTo>
                    <a:pt x="546100" y="2540"/>
                  </a:moveTo>
                  <a:lnTo>
                    <a:pt x="0" y="2540"/>
                  </a:lnTo>
                  <a:lnTo>
                    <a:pt x="0" y="3797"/>
                  </a:lnTo>
                  <a:lnTo>
                    <a:pt x="546100" y="3797"/>
                  </a:lnTo>
                  <a:lnTo>
                    <a:pt x="546100" y="2540"/>
                  </a:lnTo>
                  <a:close/>
                </a:path>
              </a:pathLst>
            </a:custGeom>
            <a:solidFill>
              <a:srgbClr val="B0B0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198">
              <a:extLst>
                <a:ext uri="{FF2B5EF4-FFF2-40B4-BE49-F238E27FC236}">
                  <a16:creationId xmlns:a16="http://schemas.microsoft.com/office/drawing/2014/main" id="{22B402CC-D915-1789-40AE-2E920052C855}"/>
                </a:ext>
              </a:extLst>
            </p:cNvPr>
            <p:cNvSpPr/>
            <p:nvPr/>
          </p:nvSpPr>
          <p:spPr>
            <a:xfrm>
              <a:off x="838200" y="5504180"/>
              <a:ext cx="556260" cy="3810"/>
            </a:xfrm>
            <a:custGeom>
              <a:avLst/>
              <a:gdLst/>
              <a:ahLst/>
              <a:cxnLst/>
              <a:rect l="l" t="t" r="r" b="b"/>
              <a:pathLst>
                <a:path w="556260" h="3810">
                  <a:moveTo>
                    <a:pt x="553720" y="1270"/>
                  </a:moveTo>
                  <a:lnTo>
                    <a:pt x="552450" y="1270"/>
                  </a:lnTo>
                  <a:lnTo>
                    <a:pt x="55245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553720" y="2540"/>
                  </a:lnTo>
                  <a:lnTo>
                    <a:pt x="553720" y="1270"/>
                  </a:lnTo>
                  <a:close/>
                </a:path>
                <a:path w="556260" h="3810">
                  <a:moveTo>
                    <a:pt x="55626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556260" y="3810"/>
                  </a:lnTo>
                  <a:lnTo>
                    <a:pt x="556260" y="2552"/>
                  </a:lnTo>
                  <a:close/>
                </a:path>
              </a:pathLst>
            </a:custGeom>
            <a:solidFill>
              <a:srgbClr val="ACA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199">
              <a:extLst>
                <a:ext uri="{FF2B5EF4-FFF2-40B4-BE49-F238E27FC236}">
                  <a16:creationId xmlns:a16="http://schemas.microsoft.com/office/drawing/2014/main" id="{5EFF4828-B901-4356-8D20-9802EAC0934B}"/>
                </a:ext>
              </a:extLst>
            </p:cNvPr>
            <p:cNvSpPr/>
            <p:nvPr/>
          </p:nvSpPr>
          <p:spPr>
            <a:xfrm>
              <a:off x="833120" y="5507990"/>
              <a:ext cx="566420" cy="3810"/>
            </a:xfrm>
            <a:custGeom>
              <a:avLst/>
              <a:gdLst/>
              <a:ahLst/>
              <a:cxnLst/>
              <a:rect l="l" t="t" r="r" b="b"/>
              <a:pathLst>
                <a:path w="566419" h="3810">
                  <a:moveTo>
                    <a:pt x="56261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62610" y="1270"/>
                  </a:lnTo>
                  <a:lnTo>
                    <a:pt x="562610" y="0"/>
                  </a:lnTo>
                  <a:close/>
                </a:path>
                <a:path w="566419" h="3810">
                  <a:moveTo>
                    <a:pt x="566407" y="2540"/>
                  </a:moveTo>
                  <a:lnTo>
                    <a:pt x="563880" y="2540"/>
                  </a:lnTo>
                  <a:lnTo>
                    <a:pt x="56388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66407" y="3810"/>
                  </a:lnTo>
                  <a:lnTo>
                    <a:pt x="566407" y="2540"/>
                  </a:lnTo>
                  <a:close/>
                </a:path>
              </a:pathLst>
            </a:custGeom>
            <a:solidFill>
              <a:srgbClr val="A8A8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0">
              <a:extLst>
                <a:ext uri="{FF2B5EF4-FFF2-40B4-BE49-F238E27FC236}">
                  <a16:creationId xmlns:a16="http://schemas.microsoft.com/office/drawing/2014/main" id="{2B52CE3C-7817-5536-8A31-02139344735B}"/>
                </a:ext>
              </a:extLst>
            </p:cNvPr>
            <p:cNvSpPr/>
            <p:nvPr/>
          </p:nvSpPr>
          <p:spPr>
            <a:xfrm>
              <a:off x="828040" y="5511800"/>
              <a:ext cx="576580" cy="3810"/>
            </a:xfrm>
            <a:custGeom>
              <a:avLst/>
              <a:gdLst/>
              <a:ahLst/>
              <a:cxnLst/>
              <a:rect l="l" t="t" r="r" b="b"/>
              <a:pathLst>
                <a:path w="576580" h="3810">
                  <a:moveTo>
                    <a:pt x="57277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72770" y="1270"/>
                  </a:lnTo>
                  <a:lnTo>
                    <a:pt x="572770" y="0"/>
                  </a:lnTo>
                  <a:close/>
                </a:path>
                <a:path w="576580" h="3810">
                  <a:moveTo>
                    <a:pt x="576580" y="2540"/>
                  </a:moveTo>
                  <a:lnTo>
                    <a:pt x="574040" y="2540"/>
                  </a:lnTo>
                  <a:lnTo>
                    <a:pt x="5740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6580" y="3810"/>
                  </a:lnTo>
                  <a:lnTo>
                    <a:pt x="576580" y="2540"/>
                  </a:lnTo>
                  <a:close/>
                </a:path>
              </a:pathLst>
            </a:custGeom>
            <a:solidFill>
              <a:srgbClr val="A4A4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1">
              <a:extLst>
                <a:ext uri="{FF2B5EF4-FFF2-40B4-BE49-F238E27FC236}">
                  <a16:creationId xmlns:a16="http://schemas.microsoft.com/office/drawing/2014/main" id="{D852F55C-E88B-BBF8-41AD-239DEBB37E7B}"/>
                </a:ext>
              </a:extLst>
            </p:cNvPr>
            <p:cNvSpPr/>
            <p:nvPr/>
          </p:nvSpPr>
          <p:spPr>
            <a:xfrm>
              <a:off x="822960" y="5515622"/>
              <a:ext cx="586740" cy="3810"/>
            </a:xfrm>
            <a:custGeom>
              <a:avLst/>
              <a:gdLst/>
              <a:ahLst/>
              <a:cxnLst/>
              <a:rect l="l" t="t" r="r" b="b"/>
              <a:pathLst>
                <a:path w="586740" h="3810">
                  <a:moveTo>
                    <a:pt x="586740" y="2527"/>
                  </a:moveTo>
                  <a:lnTo>
                    <a:pt x="584200" y="2527"/>
                  </a:lnTo>
                  <a:lnTo>
                    <a:pt x="584200" y="1257"/>
                  </a:lnTo>
                  <a:lnTo>
                    <a:pt x="582917" y="1257"/>
                  </a:lnTo>
                  <a:lnTo>
                    <a:pt x="582917" y="0"/>
                  </a:lnTo>
                  <a:lnTo>
                    <a:pt x="3797" y="0"/>
                  </a:lnTo>
                  <a:lnTo>
                    <a:pt x="3797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586740" y="3797"/>
                  </a:lnTo>
                  <a:lnTo>
                    <a:pt x="586740" y="2527"/>
                  </a:lnTo>
                  <a:close/>
                </a:path>
              </a:pathLst>
            </a:custGeom>
            <a:solidFill>
              <a:srgbClr val="A0A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2">
              <a:extLst>
                <a:ext uri="{FF2B5EF4-FFF2-40B4-BE49-F238E27FC236}">
                  <a16:creationId xmlns:a16="http://schemas.microsoft.com/office/drawing/2014/main" id="{0E745341-90A3-A202-ADF7-291D422B108A}"/>
                </a:ext>
              </a:extLst>
            </p:cNvPr>
            <p:cNvSpPr/>
            <p:nvPr/>
          </p:nvSpPr>
          <p:spPr>
            <a:xfrm>
              <a:off x="822959" y="5471160"/>
              <a:ext cx="585470" cy="46990"/>
            </a:xfrm>
            <a:custGeom>
              <a:avLst/>
              <a:gdLst/>
              <a:ahLst/>
              <a:cxnLst/>
              <a:rect l="l" t="t" r="r" b="b"/>
              <a:pathLst>
                <a:path w="585469" h="46989">
                  <a:moveTo>
                    <a:pt x="0" y="46989"/>
                  </a:moveTo>
                  <a:lnTo>
                    <a:pt x="63500" y="0"/>
                  </a:lnTo>
                  <a:lnTo>
                    <a:pt x="521970" y="0"/>
                  </a:lnTo>
                  <a:lnTo>
                    <a:pt x="585470" y="46989"/>
                  </a:lnTo>
                  <a:lnTo>
                    <a:pt x="0" y="4698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3">
              <a:extLst>
                <a:ext uri="{FF2B5EF4-FFF2-40B4-BE49-F238E27FC236}">
                  <a16:creationId xmlns:a16="http://schemas.microsoft.com/office/drawing/2014/main" id="{6A6B9196-4C1D-3F69-76E3-F02C593BBE3F}"/>
                </a:ext>
              </a:extLst>
            </p:cNvPr>
            <p:cNvSpPr/>
            <p:nvPr/>
          </p:nvSpPr>
          <p:spPr>
            <a:xfrm>
              <a:off x="1201420" y="553847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5959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4">
              <a:extLst>
                <a:ext uri="{FF2B5EF4-FFF2-40B4-BE49-F238E27FC236}">
                  <a16:creationId xmlns:a16="http://schemas.microsoft.com/office/drawing/2014/main" id="{20D26C76-E8E7-CDD0-6EA8-0983A1BD6E80}"/>
                </a:ext>
              </a:extLst>
            </p:cNvPr>
            <p:cNvSpPr/>
            <p:nvPr/>
          </p:nvSpPr>
          <p:spPr>
            <a:xfrm>
              <a:off x="1201419" y="5542280"/>
              <a:ext cx="194310" cy="2540"/>
            </a:xfrm>
            <a:custGeom>
              <a:avLst/>
              <a:gdLst/>
              <a:ahLst/>
              <a:cxnLst/>
              <a:rect l="l" t="t" r="r" b="b"/>
              <a:pathLst>
                <a:path w="194309" h="2539">
                  <a:moveTo>
                    <a:pt x="1943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94310" y="254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5A5A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5">
              <a:extLst>
                <a:ext uri="{FF2B5EF4-FFF2-40B4-BE49-F238E27FC236}">
                  <a16:creationId xmlns:a16="http://schemas.microsoft.com/office/drawing/2014/main" id="{3C27411A-46E9-0E83-9BA4-09D4227CE0A9}"/>
                </a:ext>
              </a:extLst>
            </p:cNvPr>
            <p:cNvSpPr/>
            <p:nvPr/>
          </p:nvSpPr>
          <p:spPr>
            <a:xfrm>
              <a:off x="1201419" y="554482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5B5B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6">
              <a:extLst>
                <a:ext uri="{FF2B5EF4-FFF2-40B4-BE49-F238E27FC236}">
                  <a16:creationId xmlns:a16="http://schemas.microsoft.com/office/drawing/2014/main" id="{E4A5A953-299E-DDA6-10E6-7710485A282E}"/>
                </a:ext>
              </a:extLst>
            </p:cNvPr>
            <p:cNvSpPr/>
            <p:nvPr/>
          </p:nvSpPr>
          <p:spPr>
            <a:xfrm>
              <a:off x="1201419" y="554863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5C5C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07">
              <a:extLst>
                <a:ext uri="{FF2B5EF4-FFF2-40B4-BE49-F238E27FC236}">
                  <a16:creationId xmlns:a16="http://schemas.microsoft.com/office/drawing/2014/main" id="{8C33C39D-4478-A83F-6BC2-DFA771BEB617}"/>
                </a:ext>
              </a:extLst>
            </p:cNvPr>
            <p:cNvSpPr/>
            <p:nvPr/>
          </p:nvSpPr>
          <p:spPr>
            <a:xfrm>
              <a:off x="1201419" y="555244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5E5E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08">
              <a:extLst>
                <a:ext uri="{FF2B5EF4-FFF2-40B4-BE49-F238E27FC236}">
                  <a16:creationId xmlns:a16="http://schemas.microsoft.com/office/drawing/2014/main" id="{2889A24F-F4CF-B1DA-2CC6-A06726194072}"/>
                </a:ext>
              </a:extLst>
            </p:cNvPr>
            <p:cNvSpPr/>
            <p:nvPr/>
          </p:nvSpPr>
          <p:spPr>
            <a:xfrm>
              <a:off x="1201419" y="555625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5F5F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09">
              <a:extLst>
                <a:ext uri="{FF2B5EF4-FFF2-40B4-BE49-F238E27FC236}">
                  <a16:creationId xmlns:a16="http://schemas.microsoft.com/office/drawing/2014/main" id="{851F7E27-1B2B-1A9A-D407-AC37107F7688}"/>
                </a:ext>
              </a:extLst>
            </p:cNvPr>
            <p:cNvSpPr/>
            <p:nvPr/>
          </p:nvSpPr>
          <p:spPr>
            <a:xfrm>
              <a:off x="1201419" y="556006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060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0">
              <a:extLst>
                <a:ext uri="{FF2B5EF4-FFF2-40B4-BE49-F238E27FC236}">
                  <a16:creationId xmlns:a16="http://schemas.microsoft.com/office/drawing/2014/main" id="{FE8C59B6-A098-E7B8-51FE-6DBA55ADAB8C}"/>
                </a:ext>
              </a:extLst>
            </p:cNvPr>
            <p:cNvSpPr/>
            <p:nvPr/>
          </p:nvSpPr>
          <p:spPr>
            <a:xfrm>
              <a:off x="1201419" y="556387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262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1">
              <a:extLst>
                <a:ext uri="{FF2B5EF4-FFF2-40B4-BE49-F238E27FC236}">
                  <a16:creationId xmlns:a16="http://schemas.microsoft.com/office/drawing/2014/main" id="{A602199D-FFF6-C00B-B0E3-C682E606CE21}"/>
                </a:ext>
              </a:extLst>
            </p:cNvPr>
            <p:cNvSpPr/>
            <p:nvPr/>
          </p:nvSpPr>
          <p:spPr>
            <a:xfrm>
              <a:off x="1201419" y="556768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363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2">
              <a:extLst>
                <a:ext uri="{FF2B5EF4-FFF2-40B4-BE49-F238E27FC236}">
                  <a16:creationId xmlns:a16="http://schemas.microsoft.com/office/drawing/2014/main" id="{F0515D9A-1C34-7B6E-D351-4A8C144A6F17}"/>
                </a:ext>
              </a:extLst>
            </p:cNvPr>
            <p:cNvSpPr/>
            <p:nvPr/>
          </p:nvSpPr>
          <p:spPr>
            <a:xfrm>
              <a:off x="1201419" y="5571490"/>
              <a:ext cx="194310" cy="2540"/>
            </a:xfrm>
            <a:custGeom>
              <a:avLst/>
              <a:gdLst/>
              <a:ahLst/>
              <a:cxnLst/>
              <a:rect l="l" t="t" r="r" b="b"/>
              <a:pathLst>
                <a:path w="194309" h="2539">
                  <a:moveTo>
                    <a:pt x="1943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94310" y="254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464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3">
              <a:extLst>
                <a:ext uri="{FF2B5EF4-FFF2-40B4-BE49-F238E27FC236}">
                  <a16:creationId xmlns:a16="http://schemas.microsoft.com/office/drawing/2014/main" id="{1A8AC912-0AE1-12DF-AD70-A6091F8DC186}"/>
                </a:ext>
              </a:extLst>
            </p:cNvPr>
            <p:cNvSpPr/>
            <p:nvPr/>
          </p:nvSpPr>
          <p:spPr>
            <a:xfrm>
              <a:off x="1201419" y="557403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666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4">
              <a:extLst>
                <a:ext uri="{FF2B5EF4-FFF2-40B4-BE49-F238E27FC236}">
                  <a16:creationId xmlns:a16="http://schemas.microsoft.com/office/drawing/2014/main" id="{E08DA1AA-B0B6-BFCA-0D67-3B01FCFC4CAC}"/>
                </a:ext>
              </a:extLst>
            </p:cNvPr>
            <p:cNvSpPr/>
            <p:nvPr/>
          </p:nvSpPr>
          <p:spPr>
            <a:xfrm>
              <a:off x="1201419" y="557784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767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5">
              <a:extLst>
                <a:ext uri="{FF2B5EF4-FFF2-40B4-BE49-F238E27FC236}">
                  <a16:creationId xmlns:a16="http://schemas.microsoft.com/office/drawing/2014/main" id="{3209F3B3-25D9-DA10-4448-933FA1AB0CE2}"/>
                </a:ext>
              </a:extLst>
            </p:cNvPr>
            <p:cNvSpPr/>
            <p:nvPr/>
          </p:nvSpPr>
          <p:spPr>
            <a:xfrm>
              <a:off x="1201419" y="558165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868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6">
              <a:extLst>
                <a:ext uri="{FF2B5EF4-FFF2-40B4-BE49-F238E27FC236}">
                  <a16:creationId xmlns:a16="http://schemas.microsoft.com/office/drawing/2014/main" id="{1A8F3E9B-B036-722B-A410-EB5FE36A2A58}"/>
                </a:ext>
              </a:extLst>
            </p:cNvPr>
            <p:cNvSpPr/>
            <p:nvPr/>
          </p:nvSpPr>
          <p:spPr>
            <a:xfrm>
              <a:off x="1201419" y="558546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A6A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17">
              <a:extLst>
                <a:ext uri="{FF2B5EF4-FFF2-40B4-BE49-F238E27FC236}">
                  <a16:creationId xmlns:a16="http://schemas.microsoft.com/office/drawing/2014/main" id="{D6FC6D47-CDB9-9711-A2AE-8B8D2BB843A1}"/>
                </a:ext>
              </a:extLst>
            </p:cNvPr>
            <p:cNvSpPr/>
            <p:nvPr/>
          </p:nvSpPr>
          <p:spPr>
            <a:xfrm>
              <a:off x="1201419" y="558927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B6B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18">
              <a:extLst>
                <a:ext uri="{FF2B5EF4-FFF2-40B4-BE49-F238E27FC236}">
                  <a16:creationId xmlns:a16="http://schemas.microsoft.com/office/drawing/2014/main" id="{9FC21D7A-55F2-5FA3-5D84-7FFF06406D0A}"/>
                </a:ext>
              </a:extLst>
            </p:cNvPr>
            <p:cNvSpPr/>
            <p:nvPr/>
          </p:nvSpPr>
          <p:spPr>
            <a:xfrm>
              <a:off x="1201419" y="559308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C6C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19">
              <a:extLst>
                <a:ext uri="{FF2B5EF4-FFF2-40B4-BE49-F238E27FC236}">
                  <a16:creationId xmlns:a16="http://schemas.microsoft.com/office/drawing/2014/main" id="{50AFE9BA-A644-ADE7-8D0A-484E18722737}"/>
                </a:ext>
              </a:extLst>
            </p:cNvPr>
            <p:cNvSpPr/>
            <p:nvPr/>
          </p:nvSpPr>
          <p:spPr>
            <a:xfrm>
              <a:off x="1201419" y="559689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D6D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0">
              <a:extLst>
                <a:ext uri="{FF2B5EF4-FFF2-40B4-BE49-F238E27FC236}">
                  <a16:creationId xmlns:a16="http://schemas.microsoft.com/office/drawing/2014/main" id="{FD95D408-7D97-1885-CDD9-F6416EAF4C48}"/>
                </a:ext>
              </a:extLst>
            </p:cNvPr>
            <p:cNvSpPr/>
            <p:nvPr/>
          </p:nvSpPr>
          <p:spPr>
            <a:xfrm>
              <a:off x="1201419" y="5600700"/>
              <a:ext cx="194310" cy="2540"/>
            </a:xfrm>
            <a:custGeom>
              <a:avLst/>
              <a:gdLst/>
              <a:ahLst/>
              <a:cxnLst/>
              <a:rect l="l" t="t" r="r" b="b"/>
              <a:pathLst>
                <a:path w="194309" h="2539">
                  <a:moveTo>
                    <a:pt x="1943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94310" y="254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6F6F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1">
              <a:extLst>
                <a:ext uri="{FF2B5EF4-FFF2-40B4-BE49-F238E27FC236}">
                  <a16:creationId xmlns:a16="http://schemas.microsoft.com/office/drawing/2014/main" id="{AF091593-4975-500A-B401-8F555FED1E39}"/>
                </a:ext>
              </a:extLst>
            </p:cNvPr>
            <p:cNvSpPr/>
            <p:nvPr/>
          </p:nvSpPr>
          <p:spPr>
            <a:xfrm>
              <a:off x="1201419" y="560324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070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2">
              <a:extLst>
                <a:ext uri="{FF2B5EF4-FFF2-40B4-BE49-F238E27FC236}">
                  <a16:creationId xmlns:a16="http://schemas.microsoft.com/office/drawing/2014/main" id="{79C65308-7F17-26F8-F420-68031A7E2FDE}"/>
                </a:ext>
              </a:extLst>
            </p:cNvPr>
            <p:cNvSpPr/>
            <p:nvPr/>
          </p:nvSpPr>
          <p:spPr>
            <a:xfrm>
              <a:off x="1201419" y="560705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171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3">
              <a:extLst>
                <a:ext uri="{FF2B5EF4-FFF2-40B4-BE49-F238E27FC236}">
                  <a16:creationId xmlns:a16="http://schemas.microsoft.com/office/drawing/2014/main" id="{48EECEFF-F824-AFB2-310B-5E73C1745649}"/>
                </a:ext>
              </a:extLst>
            </p:cNvPr>
            <p:cNvSpPr/>
            <p:nvPr/>
          </p:nvSpPr>
          <p:spPr>
            <a:xfrm>
              <a:off x="1201419" y="561086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37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4">
              <a:extLst>
                <a:ext uri="{FF2B5EF4-FFF2-40B4-BE49-F238E27FC236}">
                  <a16:creationId xmlns:a16="http://schemas.microsoft.com/office/drawing/2014/main" id="{E2D7D477-9F0E-32E3-2EB3-BCB1920FAAB8}"/>
                </a:ext>
              </a:extLst>
            </p:cNvPr>
            <p:cNvSpPr/>
            <p:nvPr/>
          </p:nvSpPr>
          <p:spPr>
            <a:xfrm>
              <a:off x="1201419" y="561467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474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5">
              <a:extLst>
                <a:ext uri="{FF2B5EF4-FFF2-40B4-BE49-F238E27FC236}">
                  <a16:creationId xmlns:a16="http://schemas.microsoft.com/office/drawing/2014/main" id="{A6B8BAE6-D461-8106-9A45-4517E5A5D7E6}"/>
                </a:ext>
              </a:extLst>
            </p:cNvPr>
            <p:cNvSpPr/>
            <p:nvPr/>
          </p:nvSpPr>
          <p:spPr>
            <a:xfrm>
              <a:off x="1201419" y="561848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575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6">
              <a:extLst>
                <a:ext uri="{FF2B5EF4-FFF2-40B4-BE49-F238E27FC236}">
                  <a16:creationId xmlns:a16="http://schemas.microsoft.com/office/drawing/2014/main" id="{BB5F947E-9BB5-5F85-3C87-6C5485DEA7B3}"/>
                </a:ext>
              </a:extLst>
            </p:cNvPr>
            <p:cNvSpPr/>
            <p:nvPr/>
          </p:nvSpPr>
          <p:spPr>
            <a:xfrm>
              <a:off x="1201419" y="562229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777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27">
              <a:extLst>
                <a:ext uri="{FF2B5EF4-FFF2-40B4-BE49-F238E27FC236}">
                  <a16:creationId xmlns:a16="http://schemas.microsoft.com/office/drawing/2014/main" id="{0737B39F-CF17-33D0-6DED-7435E1940D03}"/>
                </a:ext>
              </a:extLst>
            </p:cNvPr>
            <p:cNvSpPr/>
            <p:nvPr/>
          </p:nvSpPr>
          <p:spPr>
            <a:xfrm>
              <a:off x="1201419" y="562610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878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28">
              <a:extLst>
                <a:ext uri="{FF2B5EF4-FFF2-40B4-BE49-F238E27FC236}">
                  <a16:creationId xmlns:a16="http://schemas.microsoft.com/office/drawing/2014/main" id="{0F52313F-F19A-69BE-AA9F-9989C1DB34D9}"/>
                </a:ext>
              </a:extLst>
            </p:cNvPr>
            <p:cNvSpPr/>
            <p:nvPr/>
          </p:nvSpPr>
          <p:spPr>
            <a:xfrm>
              <a:off x="1201419" y="5629910"/>
              <a:ext cx="194310" cy="2540"/>
            </a:xfrm>
            <a:custGeom>
              <a:avLst/>
              <a:gdLst/>
              <a:ahLst/>
              <a:cxnLst/>
              <a:rect l="l" t="t" r="r" b="b"/>
              <a:pathLst>
                <a:path w="194309" h="2539">
                  <a:moveTo>
                    <a:pt x="1943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94310" y="253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979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29">
              <a:extLst>
                <a:ext uri="{FF2B5EF4-FFF2-40B4-BE49-F238E27FC236}">
                  <a16:creationId xmlns:a16="http://schemas.microsoft.com/office/drawing/2014/main" id="{B07909DD-BE69-5743-7817-8AEE8D613899}"/>
                </a:ext>
              </a:extLst>
            </p:cNvPr>
            <p:cNvSpPr/>
            <p:nvPr/>
          </p:nvSpPr>
          <p:spPr>
            <a:xfrm>
              <a:off x="1201419" y="563245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B7B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0">
              <a:extLst>
                <a:ext uri="{FF2B5EF4-FFF2-40B4-BE49-F238E27FC236}">
                  <a16:creationId xmlns:a16="http://schemas.microsoft.com/office/drawing/2014/main" id="{44189301-806A-939A-D7E0-25DACA0409A0}"/>
                </a:ext>
              </a:extLst>
            </p:cNvPr>
            <p:cNvSpPr/>
            <p:nvPr/>
          </p:nvSpPr>
          <p:spPr>
            <a:xfrm>
              <a:off x="1201419" y="563626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C7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1">
              <a:extLst>
                <a:ext uri="{FF2B5EF4-FFF2-40B4-BE49-F238E27FC236}">
                  <a16:creationId xmlns:a16="http://schemas.microsoft.com/office/drawing/2014/main" id="{C8725AD4-944F-B7FC-BBD6-C40712CBBBC7}"/>
                </a:ext>
              </a:extLst>
            </p:cNvPr>
            <p:cNvSpPr/>
            <p:nvPr/>
          </p:nvSpPr>
          <p:spPr>
            <a:xfrm>
              <a:off x="1201419" y="564007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D7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2">
              <a:extLst>
                <a:ext uri="{FF2B5EF4-FFF2-40B4-BE49-F238E27FC236}">
                  <a16:creationId xmlns:a16="http://schemas.microsoft.com/office/drawing/2014/main" id="{5C57489C-46B3-AD52-17DB-72E3FF89C15D}"/>
                </a:ext>
              </a:extLst>
            </p:cNvPr>
            <p:cNvSpPr/>
            <p:nvPr/>
          </p:nvSpPr>
          <p:spPr>
            <a:xfrm>
              <a:off x="1201419" y="564388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7E7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3">
              <a:extLst>
                <a:ext uri="{FF2B5EF4-FFF2-40B4-BE49-F238E27FC236}">
                  <a16:creationId xmlns:a16="http://schemas.microsoft.com/office/drawing/2014/main" id="{CBCB62D0-E7EE-5768-48EB-5BD21877D209}"/>
                </a:ext>
              </a:extLst>
            </p:cNvPr>
            <p:cNvSpPr/>
            <p:nvPr/>
          </p:nvSpPr>
          <p:spPr>
            <a:xfrm>
              <a:off x="1201419" y="564769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808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4">
              <a:extLst>
                <a:ext uri="{FF2B5EF4-FFF2-40B4-BE49-F238E27FC236}">
                  <a16:creationId xmlns:a16="http://schemas.microsoft.com/office/drawing/2014/main" id="{4E089B35-B07C-E81B-40FA-4871DC6A4267}"/>
                </a:ext>
              </a:extLst>
            </p:cNvPr>
            <p:cNvSpPr/>
            <p:nvPr/>
          </p:nvSpPr>
          <p:spPr>
            <a:xfrm>
              <a:off x="1201419" y="565150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818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5">
              <a:extLst>
                <a:ext uri="{FF2B5EF4-FFF2-40B4-BE49-F238E27FC236}">
                  <a16:creationId xmlns:a16="http://schemas.microsoft.com/office/drawing/2014/main" id="{49CA82C9-41AB-B113-FB1D-68EB51860779}"/>
                </a:ext>
              </a:extLst>
            </p:cNvPr>
            <p:cNvSpPr/>
            <p:nvPr/>
          </p:nvSpPr>
          <p:spPr>
            <a:xfrm>
              <a:off x="1201419" y="5655310"/>
              <a:ext cx="194310" cy="2540"/>
            </a:xfrm>
            <a:custGeom>
              <a:avLst/>
              <a:gdLst/>
              <a:ahLst/>
              <a:cxnLst/>
              <a:rect l="l" t="t" r="r" b="b"/>
              <a:pathLst>
                <a:path w="194309" h="2539">
                  <a:moveTo>
                    <a:pt x="1943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94310" y="253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828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6">
              <a:extLst>
                <a:ext uri="{FF2B5EF4-FFF2-40B4-BE49-F238E27FC236}">
                  <a16:creationId xmlns:a16="http://schemas.microsoft.com/office/drawing/2014/main" id="{BA0AB205-4676-F1BB-B2C0-C21D40C17F11}"/>
                </a:ext>
              </a:extLst>
            </p:cNvPr>
            <p:cNvSpPr/>
            <p:nvPr/>
          </p:nvSpPr>
          <p:spPr>
            <a:xfrm>
              <a:off x="1201419" y="565785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8484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37">
              <a:extLst>
                <a:ext uri="{FF2B5EF4-FFF2-40B4-BE49-F238E27FC236}">
                  <a16:creationId xmlns:a16="http://schemas.microsoft.com/office/drawing/2014/main" id="{2C635BE2-D793-E77E-4315-359272B58125}"/>
                </a:ext>
              </a:extLst>
            </p:cNvPr>
            <p:cNvSpPr/>
            <p:nvPr/>
          </p:nvSpPr>
          <p:spPr>
            <a:xfrm>
              <a:off x="1201419" y="566166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8585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38">
              <a:extLst>
                <a:ext uri="{FF2B5EF4-FFF2-40B4-BE49-F238E27FC236}">
                  <a16:creationId xmlns:a16="http://schemas.microsoft.com/office/drawing/2014/main" id="{72008CC8-08AA-FF22-CFA1-009CDFB32E10}"/>
                </a:ext>
              </a:extLst>
            </p:cNvPr>
            <p:cNvSpPr/>
            <p:nvPr/>
          </p:nvSpPr>
          <p:spPr>
            <a:xfrm>
              <a:off x="1201419" y="566547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94310" y="3809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8686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39">
              <a:extLst>
                <a:ext uri="{FF2B5EF4-FFF2-40B4-BE49-F238E27FC236}">
                  <a16:creationId xmlns:a16="http://schemas.microsoft.com/office/drawing/2014/main" id="{F86E2AC0-4614-6C93-5810-559AA64150A8}"/>
                </a:ext>
              </a:extLst>
            </p:cNvPr>
            <p:cNvSpPr/>
            <p:nvPr/>
          </p:nvSpPr>
          <p:spPr>
            <a:xfrm>
              <a:off x="1201419" y="566928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8888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0">
              <a:extLst>
                <a:ext uri="{FF2B5EF4-FFF2-40B4-BE49-F238E27FC236}">
                  <a16:creationId xmlns:a16="http://schemas.microsoft.com/office/drawing/2014/main" id="{D56E6329-E070-C9E5-69FC-9AF4D27FB91E}"/>
                </a:ext>
              </a:extLst>
            </p:cNvPr>
            <p:cNvSpPr/>
            <p:nvPr/>
          </p:nvSpPr>
          <p:spPr>
            <a:xfrm>
              <a:off x="1201419" y="5673090"/>
              <a:ext cx="194310" cy="3810"/>
            </a:xfrm>
            <a:custGeom>
              <a:avLst/>
              <a:gdLst/>
              <a:ahLst/>
              <a:cxnLst/>
              <a:rect l="l" t="t" r="r" b="b"/>
              <a:pathLst>
                <a:path w="194309" h="3810">
                  <a:moveTo>
                    <a:pt x="1943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10" y="3810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8989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1">
              <a:extLst>
                <a:ext uri="{FF2B5EF4-FFF2-40B4-BE49-F238E27FC236}">
                  <a16:creationId xmlns:a16="http://schemas.microsoft.com/office/drawing/2014/main" id="{020FEF46-3935-FF80-C997-D783A8787469}"/>
                </a:ext>
              </a:extLst>
            </p:cNvPr>
            <p:cNvSpPr/>
            <p:nvPr/>
          </p:nvSpPr>
          <p:spPr>
            <a:xfrm>
              <a:off x="1202689" y="5538470"/>
              <a:ext cx="191770" cy="137160"/>
            </a:xfrm>
            <a:custGeom>
              <a:avLst/>
              <a:gdLst/>
              <a:ahLst/>
              <a:cxnLst/>
              <a:rect l="l" t="t" r="r" b="b"/>
              <a:pathLst>
                <a:path w="191769" h="137160">
                  <a:moveTo>
                    <a:pt x="95250" y="137159"/>
                  </a:moveTo>
                  <a:lnTo>
                    <a:pt x="0" y="137159"/>
                  </a:lnTo>
                  <a:lnTo>
                    <a:pt x="0" y="0"/>
                  </a:lnTo>
                  <a:lnTo>
                    <a:pt x="191769" y="0"/>
                  </a:lnTo>
                  <a:lnTo>
                    <a:pt x="191769" y="137159"/>
                  </a:lnTo>
                  <a:lnTo>
                    <a:pt x="95250" y="137159"/>
                  </a:lnTo>
                  <a:close/>
                </a:path>
              </a:pathLst>
            </a:custGeom>
            <a:ln w="646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2">
              <a:extLst>
                <a:ext uri="{FF2B5EF4-FFF2-40B4-BE49-F238E27FC236}">
                  <a16:creationId xmlns:a16="http://schemas.microsoft.com/office/drawing/2014/main" id="{47ADF900-ABD3-80FA-DD07-FD367C784FDD}"/>
                </a:ext>
              </a:extLst>
            </p:cNvPr>
            <p:cNvSpPr/>
            <p:nvPr/>
          </p:nvSpPr>
          <p:spPr>
            <a:xfrm>
              <a:off x="844550" y="5674372"/>
              <a:ext cx="547370" cy="2540"/>
            </a:xfrm>
            <a:custGeom>
              <a:avLst/>
              <a:gdLst/>
              <a:ahLst/>
              <a:cxnLst/>
              <a:rect l="l" t="t" r="r" b="b"/>
              <a:pathLst>
                <a:path w="547369" h="2539">
                  <a:moveTo>
                    <a:pt x="547370" y="1257"/>
                  </a:moveTo>
                  <a:lnTo>
                    <a:pt x="546100" y="1257"/>
                  </a:lnTo>
                  <a:lnTo>
                    <a:pt x="54610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547370" y="2527"/>
                  </a:lnTo>
                  <a:lnTo>
                    <a:pt x="547370" y="1257"/>
                  </a:lnTo>
                  <a:close/>
                </a:path>
              </a:pathLst>
            </a:custGeom>
            <a:solidFill>
              <a:srgbClr val="CFC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3">
              <a:extLst>
                <a:ext uri="{FF2B5EF4-FFF2-40B4-BE49-F238E27FC236}">
                  <a16:creationId xmlns:a16="http://schemas.microsoft.com/office/drawing/2014/main" id="{6F2294AE-9633-F7AB-D382-67DEE16DF08E}"/>
                </a:ext>
              </a:extLst>
            </p:cNvPr>
            <p:cNvSpPr/>
            <p:nvPr/>
          </p:nvSpPr>
          <p:spPr>
            <a:xfrm>
              <a:off x="842010" y="5676900"/>
              <a:ext cx="552450" cy="3810"/>
            </a:xfrm>
            <a:custGeom>
              <a:avLst/>
              <a:gdLst/>
              <a:ahLst/>
              <a:cxnLst/>
              <a:rect l="l" t="t" r="r" b="b"/>
              <a:pathLst>
                <a:path w="552450" h="3810">
                  <a:moveTo>
                    <a:pt x="552450" y="2540"/>
                  </a:moveTo>
                  <a:lnTo>
                    <a:pt x="551180" y="2540"/>
                  </a:lnTo>
                  <a:lnTo>
                    <a:pt x="55118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52450" y="3810"/>
                  </a:lnTo>
                  <a:lnTo>
                    <a:pt x="552450" y="2540"/>
                  </a:lnTo>
                  <a:close/>
                </a:path>
              </a:pathLst>
            </a:custGeom>
            <a:solidFill>
              <a:srgbClr val="CDC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4">
              <a:extLst>
                <a:ext uri="{FF2B5EF4-FFF2-40B4-BE49-F238E27FC236}">
                  <a16:creationId xmlns:a16="http://schemas.microsoft.com/office/drawing/2014/main" id="{6286900E-BCA5-A210-4E01-8FE00C169C03}"/>
                </a:ext>
              </a:extLst>
            </p:cNvPr>
            <p:cNvSpPr/>
            <p:nvPr/>
          </p:nvSpPr>
          <p:spPr>
            <a:xfrm>
              <a:off x="838200" y="5680722"/>
              <a:ext cx="560070" cy="3810"/>
            </a:xfrm>
            <a:custGeom>
              <a:avLst/>
              <a:gdLst/>
              <a:ahLst/>
              <a:cxnLst/>
              <a:rect l="l" t="t" r="r" b="b"/>
              <a:pathLst>
                <a:path w="560069" h="3810">
                  <a:moveTo>
                    <a:pt x="560070" y="2527"/>
                  </a:moveTo>
                  <a:lnTo>
                    <a:pt x="558800" y="2527"/>
                  </a:lnTo>
                  <a:lnTo>
                    <a:pt x="558800" y="1257"/>
                  </a:lnTo>
                  <a:lnTo>
                    <a:pt x="557530" y="1257"/>
                  </a:lnTo>
                  <a:lnTo>
                    <a:pt x="55753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560070" y="3797"/>
                  </a:lnTo>
                  <a:lnTo>
                    <a:pt x="560070" y="2527"/>
                  </a:lnTo>
                  <a:close/>
                </a:path>
              </a:pathLst>
            </a:custGeom>
            <a:solidFill>
              <a:srgbClr val="CCC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5">
              <a:extLst>
                <a:ext uri="{FF2B5EF4-FFF2-40B4-BE49-F238E27FC236}">
                  <a16:creationId xmlns:a16="http://schemas.microsoft.com/office/drawing/2014/main" id="{67690AE2-D92D-9F65-3840-AEB9C9D7B26A}"/>
                </a:ext>
              </a:extLst>
            </p:cNvPr>
            <p:cNvSpPr/>
            <p:nvPr/>
          </p:nvSpPr>
          <p:spPr>
            <a:xfrm>
              <a:off x="835660" y="5684520"/>
              <a:ext cx="565150" cy="3810"/>
            </a:xfrm>
            <a:custGeom>
              <a:avLst/>
              <a:gdLst/>
              <a:ahLst/>
              <a:cxnLst/>
              <a:rect l="l" t="t" r="r" b="b"/>
              <a:pathLst>
                <a:path w="565150" h="3810">
                  <a:moveTo>
                    <a:pt x="563880" y="1270"/>
                  </a:moveTo>
                  <a:lnTo>
                    <a:pt x="562610" y="1270"/>
                  </a:lnTo>
                  <a:lnTo>
                    <a:pt x="5626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563880" y="2540"/>
                  </a:lnTo>
                  <a:lnTo>
                    <a:pt x="563880" y="1270"/>
                  </a:lnTo>
                  <a:close/>
                </a:path>
                <a:path w="565150" h="3810">
                  <a:moveTo>
                    <a:pt x="56515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565150" y="3810"/>
                  </a:lnTo>
                  <a:lnTo>
                    <a:pt x="565150" y="2552"/>
                  </a:lnTo>
                  <a:close/>
                </a:path>
              </a:pathLst>
            </a:custGeom>
            <a:solidFill>
              <a:srgbClr val="C9C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6">
              <a:extLst>
                <a:ext uri="{FF2B5EF4-FFF2-40B4-BE49-F238E27FC236}">
                  <a16:creationId xmlns:a16="http://schemas.microsoft.com/office/drawing/2014/main" id="{FEDC34C7-0F47-CB80-9BB0-7C5C8F837E63}"/>
                </a:ext>
              </a:extLst>
            </p:cNvPr>
            <p:cNvSpPr/>
            <p:nvPr/>
          </p:nvSpPr>
          <p:spPr>
            <a:xfrm>
              <a:off x="833120" y="5688330"/>
              <a:ext cx="570230" cy="3810"/>
            </a:xfrm>
            <a:custGeom>
              <a:avLst/>
              <a:gdLst/>
              <a:ahLst/>
              <a:cxnLst/>
              <a:rect l="l" t="t" r="r" b="b"/>
              <a:pathLst>
                <a:path w="570230" h="3810">
                  <a:moveTo>
                    <a:pt x="56896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568960" y="2540"/>
                  </a:lnTo>
                  <a:lnTo>
                    <a:pt x="568960" y="0"/>
                  </a:lnTo>
                  <a:close/>
                </a:path>
                <a:path w="570230" h="3810">
                  <a:moveTo>
                    <a:pt x="57023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570230" y="3810"/>
                  </a:lnTo>
                  <a:lnTo>
                    <a:pt x="570230" y="2552"/>
                  </a:lnTo>
                  <a:close/>
                </a:path>
              </a:pathLst>
            </a:custGeom>
            <a:solidFill>
              <a:srgbClr val="C7C7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47">
              <a:extLst>
                <a:ext uri="{FF2B5EF4-FFF2-40B4-BE49-F238E27FC236}">
                  <a16:creationId xmlns:a16="http://schemas.microsoft.com/office/drawing/2014/main" id="{117BF16D-1C4A-CAEB-EF1C-D316D067B31B}"/>
                </a:ext>
              </a:extLst>
            </p:cNvPr>
            <p:cNvSpPr/>
            <p:nvPr/>
          </p:nvSpPr>
          <p:spPr>
            <a:xfrm>
              <a:off x="829310" y="5692140"/>
              <a:ext cx="577850" cy="3810"/>
            </a:xfrm>
            <a:custGeom>
              <a:avLst/>
              <a:gdLst/>
              <a:ahLst/>
              <a:cxnLst/>
              <a:rect l="l" t="t" r="r" b="b"/>
              <a:pathLst>
                <a:path w="577850" h="3810">
                  <a:moveTo>
                    <a:pt x="5753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575310" y="1270"/>
                  </a:lnTo>
                  <a:lnTo>
                    <a:pt x="575310" y="0"/>
                  </a:lnTo>
                  <a:close/>
                </a:path>
                <a:path w="577850" h="3810">
                  <a:moveTo>
                    <a:pt x="577850" y="2540"/>
                  </a:moveTo>
                  <a:lnTo>
                    <a:pt x="576580" y="2540"/>
                  </a:lnTo>
                  <a:lnTo>
                    <a:pt x="57658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7850" y="3810"/>
                  </a:lnTo>
                  <a:lnTo>
                    <a:pt x="577850" y="2540"/>
                  </a:lnTo>
                  <a:close/>
                </a:path>
              </a:pathLst>
            </a:custGeom>
            <a:solidFill>
              <a:srgbClr val="C5C5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48">
              <a:extLst>
                <a:ext uri="{FF2B5EF4-FFF2-40B4-BE49-F238E27FC236}">
                  <a16:creationId xmlns:a16="http://schemas.microsoft.com/office/drawing/2014/main" id="{84DF4186-C02D-0F59-40DE-7D06586DDBAC}"/>
                </a:ext>
              </a:extLst>
            </p:cNvPr>
            <p:cNvSpPr/>
            <p:nvPr/>
          </p:nvSpPr>
          <p:spPr>
            <a:xfrm>
              <a:off x="826757" y="5695950"/>
              <a:ext cx="583565" cy="3810"/>
            </a:xfrm>
            <a:custGeom>
              <a:avLst/>
              <a:gdLst/>
              <a:ahLst/>
              <a:cxnLst/>
              <a:rect l="l" t="t" r="r" b="b"/>
              <a:pathLst>
                <a:path w="583565" h="3810">
                  <a:moveTo>
                    <a:pt x="580402" y="0"/>
                  </a:moveTo>
                  <a:lnTo>
                    <a:pt x="2552" y="0"/>
                  </a:lnTo>
                  <a:lnTo>
                    <a:pt x="2552" y="1270"/>
                  </a:lnTo>
                  <a:lnTo>
                    <a:pt x="580402" y="1270"/>
                  </a:lnTo>
                  <a:lnTo>
                    <a:pt x="580402" y="0"/>
                  </a:lnTo>
                  <a:close/>
                </a:path>
                <a:path w="583565" h="3810">
                  <a:moveTo>
                    <a:pt x="582942" y="2540"/>
                  </a:moveTo>
                  <a:lnTo>
                    <a:pt x="581672" y="2540"/>
                  </a:lnTo>
                  <a:lnTo>
                    <a:pt x="581672" y="1282"/>
                  </a:lnTo>
                  <a:lnTo>
                    <a:pt x="1282" y="1282"/>
                  </a:lnTo>
                  <a:lnTo>
                    <a:pt x="1282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82942" y="3810"/>
                  </a:lnTo>
                  <a:lnTo>
                    <a:pt x="582942" y="2540"/>
                  </a:lnTo>
                  <a:close/>
                </a:path>
              </a:pathLst>
            </a:custGeom>
            <a:solidFill>
              <a:srgbClr val="C3C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49">
              <a:extLst>
                <a:ext uri="{FF2B5EF4-FFF2-40B4-BE49-F238E27FC236}">
                  <a16:creationId xmlns:a16="http://schemas.microsoft.com/office/drawing/2014/main" id="{128896D1-8506-F99B-3D57-01DE0FF096A3}"/>
                </a:ext>
              </a:extLst>
            </p:cNvPr>
            <p:cNvSpPr/>
            <p:nvPr/>
          </p:nvSpPr>
          <p:spPr>
            <a:xfrm>
              <a:off x="824230" y="5699772"/>
              <a:ext cx="588010" cy="3810"/>
            </a:xfrm>
            <a:custGeom>
              <a:avLst/>
              <a:gdLst/>
              <a:ahLst/>
              <a:cxnLst/>
              <a:rect l="l" t="t" r="r" b="b"/>
              <a:pathLst>
                <a:path w="588010" h="3810">
                  <a:moveTo>
                    <a:pt x="588010" y="1257"/>
                  </a:moveTo>
                  <a:lnTo>
                    <a:pt x="586740" y="1257"/>
                  </a:lnTo>
                  <a:lnTo>
                    <a:pt x="58674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3797"/>
                  </a:lnTo>
                  <a:lnTo>
                    <a:pt x="588010" y="3797"/>
                  </a:lnTo>
                  <a:lnTo>
                    <a:pt x="588010" y="1257"/>
                  </a:lnTo>
                  <a:close/>
                </a:path>
              </a:pathLst>
            </a:custGeom>
            <a:solidFill>
              <a:srgbClr val="C1C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0">
              <a:extLst>
                <a:ext uri="{FF2B5EF4-FFF2-40B4-BE49-F238E27FC236}">
                  <a16:creationId xmlns:a16="http://schemas.microsoft.com/office/drawing/2014/main" id="{D925C25D-6B03-F2B7-A94E-0039C60CA301}"/>
                </a:ext>
              </a:extLst>
            </p:cNvPr>
            <p:cNvSpPr/>
            <p:nvPr/>
          </p:nvSpPr>
          <p:spPr>
            <a:xfrm>
              <a:off x="820407" y="5703582"/>
              <a:ext cx="596265" cy="3810"/>
            </a:xfrm>
            <a:custGeom>
              <a:avLst/>
              <a:gdLst/>
              <a:ahLst/>
              <a:cxnLst/>
              <a:rect l="l" t="t" r="r" b="b"/>
              <a:pathLst>
                <a:path w="596265" h="3810">
                  <a:moveTo>
                    <a:pt x="595642" y="2527"/>
                  </a:moveTo>
                  <a:lnTo>
                    <a:pt x="594372" y="2527"/>
                  </a:lnTo>
                  <a:lnTo>
                    <a:pt x="594372" y="1257"/>
                  </a:lnTo>
                  <a:lnTo>
                    <a:pt x="593102" y="1257"/>
                  </a:lnTo>
                  <a:lnTo>
                    <a:pt x="593102" y="0"/>
                  </a:lnTo>
                  <a:lnTo>
                    <a:pt x="2552" y="0"/>
                  </a:lnTo>
                  <a:lnTo>
                    <a:pt x="2552" y="1257"/>
                  </a:lnTo>
                  <a:lnTo>
                    <a:pt x="1282" y="1257"/>
                  </a:lnTo>
                  <a:lnTo>
                    <a:pt x="1282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595642" y="3797"/>
                  </a:lnTo>
                  <a:lnTo>
                    <a:pt x="595642" y="2527"/>
                  </a:lnTo>
                  <a:close/>
                </a:path>
              </a:pathLst>
            </a:custGeom>
            <a:solidFill>
              <a:srgbClr val="BFB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1">
              <a:extLst>
                <a:ext uri="{FF2B5EF4-FFF2-40B4-BE49-F238E27FC236}">
                  <a16:creationId xmlns:a16="http://schemas.microsoft.com/office/drawing/2014/main" id="{98FF178C-0885-D618-2B6E-7955C46ECB08}"/>
                </a:ext>
              </a:extLst>
            </p:cNvPr>
            <p:cNvSpPr/>
            <p:nvPr/>
          </p:nvSpPr>
          <p:spPr>
            <a:xfrm>
              <a:off x="817880" y="5707380"/>
              <a:ext cx="600710" cy="3810"/>
            </a:xfrm>
            <a:custGeom>
              <a:avLst/>
              <a:gdLst/>
              <a:ahLst/>
              <a:cxnLst/>
              <a:rect l="l" t="t" r="r" b="b"/>
              <a:pathLst>
                <a:path w="600710" h="3810">
                  <a:moveTo>
                    <a:pt x="599440" y="1270"/>
                  </a:moveTo>
                  <a:lnTo>
                    <a:pt x="598170" y="1270"/>
                  </a:lnTo>
                  <a:lnTo>
                    <a:pt x="598170" y="0"/>
                  </a:lnTo>
                  <a:lnTo>
                    <a:pt x="2527" y="0"/>
                  </a:lnTo>
                  <a:lnTo>
                    <a:pt x="2527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599440" y="2540"/>
                  </a:lnTo>
                  <a:lnTo>
                    <a:pt x="599440" y="1270"/>
                  </a:lnTo>
                  <a:close/>
                </a:path>
                <a:path w="600710" h="3810">
                  <a:moveTo>
                    <a:pt x="60071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600710" y="3810"/>
                  </a:lnTo>
                  <a:lnTo>
                    <a:pt x="600710" y="2552"/>
                  </a:lnTo>
                  <a:close/>
                </a:path>
              </a:pathLst>
            </a:custGeom>
            <a:solidFill>
              <a:srgbClr val="BDBD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2">
              <a:extLst>
                <a:ext uri="{FF2B5EF4-FFF2-40B4-BE49-F238E27FC236}">
                  <a16:creationId xmlns:a16="http://schemas.microsoft.com/office/drawing/2014/main" id="{38C8BC80-2725-B47B-4ECE-45015A16040F}"/>
                </a:ext>
              </a:extLst>
            </p:cNvPr>
            <p:cNvSpPr/>
            <p:nvPr/>
          </p:nvSpPr>
          <p:spPr>
            <a:xfrm>
              <a:off x="815340" y="5711190"/>
              <a:ext cx="605790" cy="2540"/>
            </a:xfrm>
            <a:custGeom>
              <a:avLst/>
              <a:gdLst/>
              <a:ahLst/>
              <a:cxnLst/>
              <a:rect l="l" t="t" r="r" b="b"/>
              <a:pathLst>
                <a:path w="605790" h="2539">
                  <a:moveTo>
                    <a:pt x="605790" y="1270"/>
                  </a:moveTo>
                  <a:lnTo>
                    <a:pt x="604520" y="1270"/>
                  </a:lnTo>
                  <a:lnTo>
                    <a:pt x="60452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05790" y="2540"/>
                  </a:lnTo>
                  <a:lnTo>
                    <a:pt x="605790" y="1270"/>
                  </a:lnTo>
                  <a:close/>
                </a:path>
              </a:pathLst>
            </a:custGeom>
            <a:solidFill>
              <a:srgbClr val="BBBB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3">
              <a:extLst>
                <a:ext uri="{FF2B5EF4-FFF2-40B4-BE49-F238E27FC236}">
                  <a16:creationId xmlns:a16="http://schemas.microsoft.com/office/drawing/2014/main" id="{05532648-9DE7-9F6A-F097-37CC0B0AB374}"/>
                </a:ext>
              </a:extLst>
            </p:cNvPr>
            <p:cNvSpPr/>
            <p:nvPr/>
          </p:nvSpPr>
          <p:spPr>
            <a:xfrm>
              <a:off x="811530" y="5713730"/>
              <a:ext cx="613410" cy="5080"/>
            </a:xfrm>
            <a:custGeom>
              <a:avLst/>
              <a:gdLst/>
              <a:ahLst/>
              <a:cxnLst/>
              <a:rect l="l" t="t" r="r" b="b"/>
              <a:pathLst>
                <a:path w="613410" h="5079">
                  <a:moveTo>
                    <a:pt x="610870" y="1270"/>
                  </a:moveTo>
                  <a:lnTo>
                    <a:pt x="609600" y="1270"/>
                  </a:lnTo>
                  <a:lnTo>
                    <a:pt x="60960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27" y="1270"/>
                  </a:lnTo>
                  <a:lnTo>
                    <a:pt x="2527" y="2540"/>
                  </a:lnTo>
                  <a:lnTo>
                    <a:pt x="610870" y="2540"/>
                  </a:lnTo>
                  <a:lnTo>
                    <a:pt x="610870" y="1270"/>
                  </a:lnTo>
                  <a:close/>
                </a:path>
                <a:path w="613410" h="5079">
                  <a:moveTo>
                    <a:pt x="613397" y="3810"/>
                  </a:moveTo>
                  <a:lnTo>
                    <a:pt x="612140" y="3810"/>
                  </a:lnTo>
                  <a:lnTo>
                    <a:pt x="612140" y="2552"/>
                  </a:lnTo>
                  <a:lnTo>
                    <a:pt x="1270" y="2552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613397" y="5080"/>
                  </a:lnTo>
                  <a:lnTo>
                    <a:pt x="613397" y="3810"/>
                  </a:lnTo>
                  <a:close/>
                </a:path>
              </a:pathLst>
            </a:custGeom>
            <a:solidFill>
              <a:srgbClr val="B9B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4">
              <a:extLst>
                <a:ext uri="{FF2B5EF4-FFF2-40B4-BE49-F238E27FC236}">
                  <a16:creationId xmlns:a16="http://schemas.microsoft.com/office/drawing/2014/main" id="{C04C76C9-72D4-FEFB-9992-207EE33D1A35}"/>
                </a:ext>
              </a:extLst>
            </p:cNvPr>
            <p:cNvSpPr/>
            <p:nvPr/>
          </p:nvSpPr>
          <p:spPr>
            <a:xfrm>
              <a:off x="810259" y="5718810"/>
              <a:ext cx="615950" cy="2540"/>
            </a:xfrm>
            <a:custGeom>
              <a:avLst/>
              <a:gdLst/>
              <a:ahLst/>
              <a:cxnLst/>
              <a:rect l="l" t="t" r="r" b="b"/>
              <a:pathLst>
                <a:path w="615950" h="2539">
                  <a:moveTo>
                    <a:pt x="6159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615950" y="2539"/>
                  </a:lnTo>
                  <a:lnTo>
                    <a:pt x="615950" y="0"/>
                  </a:lnTo>
                  <a:close/>
                </a:path>
              </a:pathLst>
            </a:custGeom>
            <a:solidFill>
              <a:srgbClr val="B7B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5">
              <a:extLst>
                <a:ext uri="{FF2B5EF4-FFF2-40B4-BE49-F238E27FC236}">
                  <a16:creationId xmlns:a16="http://schemas.microsoft.com/office/drawing/2014/main" id="{30829218-04E8-F27E-CF3C-72E93D079F76}"/>
                </a:ext>
              </a:extLst>
            </p:cNvPr>
            <p:cNvSpPr/>
            <p:nvPr/>
          </p:nvSpPr>
          <p:spPr>
            <a:xfrm>
              <a:off x="806450" y="5721350"/>
              <a:ext cx="623570" cy="3810"/>
            </a:xfrm>
            <a:custGeom>
              <a:avLst/>
              <a:gdLst/>
              <a:ahLst/>
              <a:cxnLst/>
              <a:rect l="l" t="t" r="r" b="b"/>
              <a:pathLst>
                <a:path w="623569" h="3810">
                  <a:moveTo>
                    <a:pt x="62103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621030" y="1270"/>
                  </a:lnTo>
                  <a:lnTo>
                    <a:pt x="621030" y="0"/>
                  </a:lnTo>
                  <a:close/>
                </a:path>
                <a:path w="623569" h="3810">
                  <a:moveTo>
                    <a:pt x="623570" y="2540"/>
                  </a:moveTo>
                  <a:lnTo>
                    <a:pt x="622300" y="2540"/>
                  </a:lnTo>
                  <a:lnTo>
                    <a:pt x="62230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23570" y="3810"/>
                  </a:lnTo>
                  <a:lnTo>
                    <a:pt x="623570" y="2540"/>
                  </a:lnTo>
                  <a:close/>
                </a:path>
              </a:pathLst>
            </a:custGeom>
            <a:solidFill>
              <a:srgbClr val="B5B5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6">
              <a:extLst>
                <a:ext uri="{FF2B5EF4-FFF2-40B4-BE49-F238E27FC236}">
                  <a16:creationId xmlns:a16="http://schemas.microsoft.com/office/drawing/2014/main" id="{85433C65-F663-0AC0-1824-37AE99BF2E43}"/>
                </a:ext>
              </a:extLst>
            </p:cNvPr>
            <p:cNvSpPr/>
            <p:nvPr/>
          </p:nvSpPr>
          <p:spPr>
            <a:xfrm>
              <a:off x="803910" y="5725160"/>
              <a:ext cx="628650" cy="3810"/>
            </a:xfrm>
            <a:custGeom>
              <a:avLst/>
              <a:gdLst/>
              <a:ahLst/>
              <a:cxnLst/>
              <a:rect l="l" t="t" r="r" b="b"/>
              <a:pathLst>
                <a:path w="628650" h="3810">
                  <a:moveTo>
                    <a:pt x="628650" y="2540"/>
                  </a:moveTo>
                  <a:lnTo>
                    <a:pt x="627367" y="2540"/>
                  </a:lnTo>
                  <a:lnTo>
                    <a:pt x="627367" y="1270"/>
                  </a:lnTo>
                  <a:lnTo>
                    <a:pt x="626110" y="1270"/>
                  </a:lnTo>
                  <a:lnTo>
                    <a:pt x="6261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28650" y="3810"/>
                  </a:lnTo>
                  <a:lnTo>
                    <a:pt x="628650" y="2540"/>
                  </a:lnTo>
                  <a:close/>
                </a:path>
              </a:pathLst>
            </a:custGeom>
            <a:solidFill>
              <a:srgbClr val="B3B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57">
              <a:extLst>
                <a:ext uri="{FF2B5EF4-FFF2-40B4-BE49-F238E27FC236}">
                  <a16:creationId xmlns:a16="http://schemas.microsoft.com/office/drawing/2014/main" id="{8F5CB451-1E3A-4DF2-F39C-E7AF677F3685}"/>
                </a:ext>
              </a:extLst>
            </p:cNvPr>
            <p:cNvSpPr/>
            <p:nvPr/>
          </p:nvSpPr>
          <p:spPr>
            <a:xfrm>
              <a:off x="801370" y="5728982"/>
              <a:ext cx="633730" cy="3810"/>
            </a:xfrm>
            <a:custGeom>
              <a:avLst/>
              <a:gdLst/>
              <a:ahLst/>
              <a:cxnLst/>
              <a:rect l="l" t="t" r="r" b="b"/>
              <a:pathLst>
                <a:path w="633730" h="3810">
                  <a:moveTo>
                    <a:pt x="633730" y="1257"/>
                  </a:moveTo>
                  <a:lnTo>
                    <a:pt x="632460" y="1257"/>
                  </a:lnTo>
                  <a:lnTo>
                    <a:pt x="63246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3797"/>
                  </a:lnTo>
                  <a:lnTo>
                    <a:pt x="633730" y="3797"/>
                  </a:lnTo>
                  <a:lnTo>
                    <a:pt x="633730" y="1257"/>
                  </a:lnTo>
                  <a:close/>
                </a:path>
              </a:pathLst>
            </a:custGeom>
            <a:solidFill>
              <a:srgbClr val="B1B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58">
              <a:extLst>
                <a:ext uri="{FF2B5EF4-FFF2-40B4-BE49-F238E27FC236}">
                  <a16:creationId xmlns:a16="http://schemas.microsoft.com/office/drawing/2014/main" id="{D12D9C7A-D0C9-5C72-B310-94F60A1C912A}"/>
                </a:ext>
              </a:extLst>
            </p:cNvPr>
            <p:cNvSpPr/>
            <p:nvPr/>
          </p:nvSpPr>
          <p:spPr>
            <a:xfrm>
              <a:off x="797560" y="5732780"/>
              <a:ext cx="641350" cy="3810"/>
            </a:xfrm>
            <a:custGeom>
              <a:avLst/>
              <a:gdLst/>
              <a:ahLst/>
              <a:cxnLst/>
              <a:rect l="l" t="t" r="r" b="b"/>
              <a:pathLst>
                <a:path w="641350" h="3810">
                  <a:moveTo>
                    <a:pt x="640067" y="1270"/>
                  </a:moveTo>
                  <a:lnTo>
                    <a:pt x="638810" y="1270"/>
                  </a:lnTo>
                  <a:lnTo>
                    <a:pt x="63881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640067" y="2540"/>
                  </a:lnTo>
                  <a:lnTo>
                    <a:pt x="640067" y="1270"/>
                  </a:lnTo>
                  <a:close/>
                </a:path>
                <a:path w="641350" h="3810">
                  <a:moveTo>
                    <a:pt x="64135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641350" y="3810"/>
                  </a:lnTo>
                  <a:lnTo>
                    <a:pt x="641350" y="2552"/>
                  </a:lnTo>
                  <a:close/>
                </a:path>
              </a:pathLst>
            </a:custGeom>
            <a:solidFill>
              <a:srgbClr val="AFAF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59">
              <a:extLst>
                <a:ext uri="{FF2B5EF4-FFF2-40B4-BE49-F238E27FC236}">
                  <a16:creationId xmlns:a16="http://schemas.microsoft.com/office/drawing/2014/main" id="{F38BA16C-4546-DC14-8BC6-0909E7582B79}"/>
                </a:ext>
              </a:extLst>
            </p:cNvPr>
            <p:cNvSpPr/>
            <p:nvPr/>
          </p:nvSpPr>
          <p:spPr>
            <a:xfrm>
              <a:off x="795020" y="5736590"/>
              <a:ext cx="646430" cy="3810"/>
            </a:xfrm>
            <a:custGeom>
              <a:avLst/>
              <a:gdLst/>
              <a:ahLst/>
              <a:cxnLst/>
              <a:rect l="l" t="t" r="r" b="b"/>
              <a:pathLst>
                <a:path w="646430" h="3810">
                  <a:moveTo>
                    <a:pt x="646430" y="2540"/>
                  </a:moveTo>
                  <a:lnTo>
                    <a:pt x="645160" y="2540"/>
                  </a:lnTo>
                  <a:lnTo>
                    <a:pt x="64516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46430" y="3810"/>
                  </a:lnTo>
                  <a:lnTo>
                    <a:pt x="646430" y="2540"/>
                  </a:lnTo>
                  <a:close/>
                </a:path>
              </a:pathLst>
            </a:custGeom>
            <a:solidFill>
              <a:srgbClr val="ADAD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0">
              <a:extLst>
                <a:ext uri="{FF2B5EF4-FFF2-40B4-BE49-F238E27FC236}">
                  <a16:creationId xmlns:a16="http://schemas.microsoft.com/office/drawing/2014/main" id="{F7957E68-F820-561C-B359-1D064C6CA055}"/>
                </a:ext>
              </a:extLst>
            </p:cNvPr>
            <p:cNvSpPr/>
            <p:nvPr/>
          </p:nvSpPr>
          <p:spPr>
            <a:xfrm>
              <a:off x="792480" y="5740400"/>
              <a:ext cx="651510" cy="3810"/>
            </a:xfrm>
            <a:custGeom>
              <a:avLst/>
              <a:gdLst/>
              <a:ahLst/>
              <a:cxnLst/>
              <a:rect l="l" t="t" r="r" b="b"/>
              <a:pathLst>
                <a:path w="651510" h="3810">
                  <a:moveTo>
                    <a:pt x="651497" y="1270"/>
                  </a:moveTo>
                  <a:lnTo>
                    <a:pt x="650240" y="1270"/>
                  </a:lnTo>
                  <a:lnTo>
                    <a:pt x="650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651497" y="3810"/>
                  </a:lnTo>
                  <a:lnTo>
                    <a:pt x="651497" y="1270"/>
                  </a:lnTo>
                  <a:close/>
                </a:path>
              </a:pathLst>
            </a:custGeom>
            <a:solidFill>
              <a:srgbClr val="ABAB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1">
              <a:extLst>
                <a:ext uri="{FF2B5EF4-FFF2-40B4-BE49-F238E27FC236}">
                  <a16:creationId xmlns:a16="http://schemas.microsoft.com/office/drawing/2014/main" id="{8492BB8F-4D90-EC2E-DDB9-9360CDC1EF34}"/>
                </a:ext>
              </a:extLst>
            </p:cNvPr>
            <p:cNvSpPr/>
            <p:nvPr/>
          </p:nvSpPr>
          <p:spPr>
            <a:xfrm>
              <a:off x="788670" y="5744222"/>
              <a:ext cx="659130" cy="3810"/>
            </a:xfrm>
            <a:custGeom>
              <a:avLst/>
              <a:gdLst/>
              <a:ahLst/>
              <a:cxnLst/>
              <a:rect l="l" t="t" r="r" b="b"/>
              <a:pathLst>
                <a:path w="659130" h="3810">
                  <a:moveTo>
                    <a:pt x="659130" y="2527"/>
                  </a:moveTo>
                  <a:lnTo>
                    <a:pt x="657860" y="2527"/>
                  </a:lnTo>
                  <a:lnTo>
                    <a:pt x="657860" y="1257"/>
                  </a:lnTo>
                  <a:lnTo>
                    <a:pt x="656590" y="1257"/>
                  </a:lnTo>
                  <a:lnTo>
                    <a:pt x="65659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659130" y="3797"/>
                  </a:lnTo>
                  <a:lnTo>
                    <a:pt x="659130" y="2527"/>
                  </a:lnTo>
                  <a:close/>
                </a:path>
              </a:pathLst>
            </a:custGeom>
            <a:solidFill>
              <a:srgbClr val="A9A9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2">
              <a:extLst>
                <a:ext uri="{FF2B5EF4-FFF2-40B4-BE49-F238E27FC236}">
                  <a16:creationId xmlns:a16="http://schemas.microsoft.com/office/drawing/2014/main" id="{7FA47B79-F432-4EBC-A58C-6D859D8E79E2}"/>
                </a:ext>
              </a:extLst>
            </p:cNvPr>
            <p:cNvSpPr/>
            <p:nvPr/>
          </p:nvSpPr>
          <p:spPr>
            <a:xfrm>
              <a:off x="786130" y="5748020"/>
              <a:ext cx="664210" cy="3810"/>
            </a:xfrm>
            <a:custGeom>
              <a:avLst/>
              <a:gdLst/>
              <a:ahLst/>
              <a:cxnLst/>
              <a:rect l="l" t="t" r="r" b="b"/>
              <a:pathLst>
                <a:path w="664210" h="3810">
                  <a:moveTo>
                    <a:pt x="6629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662940" y="2540"/>
                  </a:lnTo>
                  <a:lnTo>
                    <a:pt x="662940" y="0"/>
                  </a:lnTo>
                  <a:close/>
                </a:path>
                <a:path w="664210" h="3810">
                  <a:moveTo>
                    <a:pt x="664197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664197" y="3810"/>
                  </a:lnTo>
                  <a:lnTo>
                    <a:pt x="664197" y="2552"/>
                  </a:lnTo>
                  <a:close/>
                </a:path>
              </a:pathLst>
            </a:custGeom>
            <a:solidFill>
              <a:srgbClr val="A7A7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3">
              <a:extLst>
                <a:ext uri="{FF2B5EF4-FFF2-40B4-BE49-F238E27FC236}">
                  <a16:creationId xmlns:a16="http://schemas.microsoft.com/office/drawing/2014/main" id="{A1896D06-4AE3-33F9-8D7E-685003FAD052}"/>
                </a:ext>
              </a:extLst>
            </p:cNvPr>
            <p:cNvSpPr/>
            <p:nvPr/>
          </p:nvSpPr>
          <p:spPr>
            <a:xfrm>
              <a:off x="782320" y="5751830"/>
              <a:ext cx="671830" cy="3810"/>
            </a:xfrm>
            <a:custGeom>
              <a:avLst/>
              <a:gdLst/>
              <a:ahLst/>
              <a:cxnLst/>
              <a:rect l="l" t="t" r="r" b="b"/>
              <a:pathLst>
                <a:path w="671830" h="3810">
                  <a:moveTo>
                    <a:pt x="671830" y="2540"/>
                  </a:moveTo>
                  <a:lnTo>
                    <a:pt x="670560" y="2540"/>
                  </a:lnTo>
                  <a:lnTo>
                    <a:pt x="670560" y="1270"/>
                  </a:lnTo>
                  <a:lnTo>
                    <a:pt x="669290" y="1270"/>
                  </a:lnTo>
                  <a:lnTo>
                    <a:pt x="66929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71830" y="3810"/>
                  </a:lnTo>
                  <a:lnTo>
                    <a:pt x="671830" y="2540"/>
                  </a:lnTo>
                  <a:close/>
                </a:path>
              </a:pathLst>
            </a:custGeom>
            <a:solidFill>
              <a:srgbClr val="A5A5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4">
              <a:extLst>
                <a:ext uri="{FF2B5EF4-FFF2-40B4-BE49-F238E27FC236}">
                  <a16:creationId xmlns:a16="http://schemas.microsoft.com/office/drawing/2014/main" id="{085A3238-E617-AFE0-C58E-A0BB873799C3}"/>
                </a:ext>
              </a:extLst>
            </p:cNvPr>
            <p:cNvSpPr/>
            <p:nvPr/>
          </p:nvSpPr>
          <p:spPr>
            <a:xfrm>
              <a:off x="779780" y="5755640"/>
              <a:ext cx="676910" cy="3810"/>
            </a:xfrm>
            <a:custGeom>
              <a:avLst/>
              <a:gdLst/>
              <a:ahLst/>
              <a:cxnLst/>
              <a:rect l="l" t="t" r="r" b="b"/>
              <a:pathLst>
                <a:path w="676910" h="3810">
                  <a:moveTo>
                    <a:pt x="67437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674370" y="1270"/>
                  </a:lnTo>
                  <a:lnTo>
                    <a:pt x="674370" y="0"/>
                  </a:lnTo>
                  <a:close/>
                </a:path>
                <a:path w="676910" h="3810">
                  <a:moveTo>
                    <a:pt x="676897" y="2540"/>
                  </a:moveTo>
                  <a:lnTo>
                    <a:pt x="675640" y="2540"/>
                  </a:lnTo>
                  <a:lnTo>
                    <a:pt x="6756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76897" y="3810"/>
                  </a:lnTo>
                  <a:lnTo>
                    <a:pt x="676897" y="2540"/>
                  </a:lnTo>
                  <a:close/>
                </a:path>
              </a:pathLst>
            </a:custGeom>
            <a:solidFill>
              <a:srgbClr val="A3A3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5">
              <a:extLst>
                <a:ext uri="{FF2B5EF4-FFF2-40B4-BE49-F238E27FC236}">
                  <a16:creationId xmlns:a16="http://schemas.microsoft.com/office/drawing/2014/main" id="{34DBF786-8082-5152-8185-367B76313F1A}"/>
                </a:ext>
              </a:extLst>
            </p:cNvPr>
            <p:cNvSpPr/>
            <p:nvPr/>
          </p:nvSpPr>
          <p:spPr>
            <a:xfrm>
              <a:off x="777240" y="5759450"/>
              <a:ext cx="681990" cy="3810"/>
            </a:xfrm>
            <a:custGeom>
              <a:avLst/>
              <a:gdLst/>
              <a:ahLst/>
              <a:cxnLst/>
              <a:rect l="l" t="t" r="r" b="b"/>
              <a:pathLst>
                <a:path w="681990" h="3810">
                  <a:moveTo>
                    <a:pt x="681990" y="2540"/>
                  </a:moveTo>
                  <a:lnTo>
                    <a:pt x="680720" y="2540"/>
                  </a:lnTo>
                  <a:lnTo>
                    <a:pt x="680720" y="0"/>
                  </a:ln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81990" y="3810"/>
                  </a:lnTo>
                  <a:lnTo>
                    <a:pt x="681990" y="2540"/>
                  </a:lnTo>
                  <a:close/>
                </a:path>
              </a:pathLst>
            </a:custGeom>
            <a:solidFill>
              <a:srgbClr val="A1A1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6">
              <a:extLst>
                <a:ext uri="{FF2B5EF4-FFF2-40B4-BE49-F238E27FC236}">
                  <a16:creationId xmlns:a16="http://schemas.microsoft.com/office/drawing/2014/main" id="{F1D44836-F979-E252-0D75-C25243521929}"/>
                </a:ext>
              </a:extLst>
            </p:cNvPr>
            <p:cNvSpPr/>
            <p:nvPr/>
          </p:nvSpPr>
          <p:spPr>
            <a:xfrm>
              <a:off x="773430" y="5763272"/>
              <a:ext cx="689610" cy="3810"/>
            </a:xfrm>
            <a:custGeom>
              <a:avLst/>
              <a:gdLst/>
              <a:ahLst/>
              <a:cxnLst/>
              <a:rect l="l" t="t" r="r" b="b"/>
              <a:pathLst>
                <a:path w="689610" h="3810">
                  <a:moveTo>
                    <a:pt x="689597" y="2527"/>
                  </a:moveTo>
                  <a:lnTo>
                    <a:pt x="688340" y="2527"/>
                  </a:lnTo>
                  <a:lnTo>
                    <a:pt x="688340" y="1257"/>
                  </a:lnTo>
                  <a:lnTo>
                    <a:pt x="687070" y="1257"/>
                  </a:lnTo>
                  <a:lnTo>
                    <a:pt x="68707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797"/>
                  </a:lnTo>
                  <a:lnTo>
                    <a:pt x="689597" y="3797"/>
                  </a:lnTo>
                  <a:lnTo>
                    <a:pt x="689597" y="2527"/>
                  </a:lnTo>
                  <a:close/>
                </a:path>
              </a:pathLst>
            </a:custGeom>
            <a:solidFill>
              <a:srgbClr val="9F9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67">
              <a:extLst>
                <a:ext uri="{FF2B5EF4-FFF2-40B4-BE49-F238E27FC236}">
                  <a16:creationId xmlns:a16="http://schemas.microsoft.com/office/drawing/2014/main" id="{AD440E9B-DF2C-D8FF-1588-25E80410A594}"/>
                </a:ext>
              </a:extLst>
            </p:cNvPr>
            <p:cNvSpPr/>
            <p:nvPr/>
          </p:nvSpPr>
          <p:spPr>
            <a:xfrm>
              <a:off x="770890" y="5767070"/>
              <a:ext cx="693420" cy="3810"/>
            </a:xfrm>
            <a:custGeom>
              <a:avLst/>
              <a:gdLst/>
              <a:ahLst/>
              <a:cxnLst/>
              <a:rect l="l" t="t" r="r" b="b"/>
              <a:pathLst>
                <a:path w="693419" h="3810">
                  <a:moveTo>
                    <a:pt x="693420" y="2552"/>
                  </a:moveTo>
                  <a:lnTo>
                    <a:pt x="0" y="2552"/>
                  </a:lnTo>
                  <a:lnTo>
                    <a:pt x="0" y="3810"/>
                  </a:lnTo>
                  <a:lnTo>
                    <a:pt x="693420" y="3810"/>
                  </a:lnTo>
                  <a:lnTo>
                    <a:pt x="693420" y="2552"/>
                  </a:lnTo>
                  <a:close/>
                </a:path>
                <a:path w="693419" h="3810">
                  <a:moveTo>
                    <a:pt x="693420" y="1270"/>
                  </a:moveTo>
                  <a:lnTo>
                    <a:pt x="692137" y="1270"/>
                  </a:lnTo>
                  <a:lnTo>
                    <a:pt x="69213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693420" y="2540"/>
                  </a:lnTo>
                  <a:lnTo>
                    <a:pt x="693420" y="1270"/>
                  </a:lnTo>
                  <a:close/>
                </a:path>
              </a:pathLst>
            </a:custGeom>
            <a:solidFill>
              <a:srgbClr val="9D9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68">
              <a:extLst>
                <a:ext uri="{FF2B5EF4-FFF2-40B4-BE49-F238E27FC236}">
                  <a16:creationId xmlns:a16="http://schemas.microsoft.com/office/drawing/2014/main" id="{7D18E5EE-41E7-DC62-045F-29EE79414C12}"/>
                </a:ext>
              </a:extLst>
            </p:cNvPr>
            <p:cNvSpPr/>
            <p:nvPr/>
          </p:nvSpPr>
          <p:spPr>
            <a:xfrm>
              <a:off x="770889" y="5674360"/>
              <a:ext cx="693420" cy="95250"/>
            </a:xfrm>
            <a:custGeom>
              <a:avLst/>
              <a:gdLst/>
              <a:ahLst/>
              <a:cxnLst/>
              <a:rect l="l" t="t" r="r" b="b"/>
              <a:pathLst>
                <a:path w="693419" h="95250">
                  <a:moveTo>
                    <a:pt x="0" y="95249"/>
                  </a:moveTo>
                  <a:lnTo>
                    <a:pt x="74929" y="0"/>
                  </a:lnTo>
                  <a:lnTo>
                    <a:pt x="618490" y="0"/>
                  </a:lnTo>
                  <a:lnTo>
                    <a:pt x="693419" y="95249"/>
                  </a:lnTo>
                  <a:lnTo>
                    <a:pt x="0" y="95249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69">
              <a:extLst>
                <a:ext uri="{FF2B5EF4-FFF2-40B4-BE49-F238E27FC236}">
                  <a16:creationId xmlns:a16="http://schemas.microsoft.com/office/drawing/2014/main" id="{160BE003-8725-B5A2-7F20-913A58EE199A}"/>
                </a:ext>
              </a:extLst>
            </p:cNvPr>
            <p:cNvSpPr/>
            <p:nvPr/>
          </p:nvSpPr>
          <p:spPr>
            <a:xfrm>
              <a:off x="768350" y="5767070"/>
              <a:ext cx="697230" cy="3810"/>
            </a:xfrm>
            <a:custGeom>
              <a:avLst/>
              <a:gdLst/>
              <a:ahLst/>
              <a:cxnLst/>
              <a:rect l="l" t="t" r="r" b="b"/>
              <a:pathLst>
                <a:path w="697230" h="3810">
                  <a:moveTo>
                    <a:pt x="6972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7230" y="381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C8C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0">
              <a:extLst>
                <a:ext uri="{FF2B5EF4-FFF2-40B4-BE49-F238E27FC236}">
                  <a16:creationId xmlns:a16="http://schemas.microsoft.com/office/drawing/2014/main" id="{53C5D04C-6FF0-B625-5C3A-4C5C062C509A}"/>
                </a:ext>
              </a:extLst>
            </p:cNvPr>
            <p:cNvSpPr/>
            <p:nvPr/>
          </p:nvSpPr>
          <p:spPr>
            <a:xfrm>
              <a:off x="768349" y="5770880"/>
              <a:ext cx="697230" cy="3810"/>
            </a:xfrm>
            <a:custGeom>
              <a:avLst/>
              <a:gdLst/>
              <a:ahLst/>
              <a:cxnLst/>
              <a:rect l="l" t="t" r="r" b="b"/>
              <a:pathLst>
                <a:path w="697230" h="3810">
                  <a:moveTo>
                    <a:pt x="6972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7230" y="381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B8B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1">
              <a:extLst>
                <a:ext uri="{FF2B5EF4-FFF2-40B4-BE49-F238E27FC236}">
                  <a16:creationId xmlns:a16="http://schemas.microsoft.com/office/drawing/2014/main" id="{85ACA188-02B3-03C8-D9D6-D3AA7D159CCB}"/>
                </a:ext>
              </a:extLst>
            </p:cNvPr>
            <p:cNvSpPr/>
            <p:nvPr/>
          </p:nvSpPr>
          <p:spPr>
            <a:xfrm>
              <a:off x="768349" y="5774690"/>
              <a:ext cx="697230" cy="3810"/>
            </a:xfrm>
            <a:custGeom>
              <a:avLst/>
              <a:gdLst/>
              <a:ahLst/>
              <a:cxnLst/>
              <a:rect l="l" t="t" r="r" b="b"/>
              <a:pathLst>
                <a:path w="697230" h="3810">
                  <a:moveTo>
                    <a:pt x="6972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7230" y="381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989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2">
              <a:extLst>
                <a:ext uri="{FF2B5EF4-FFF2-40B4-BE49-F238E27FC236}">
                  <a16:creationId xmlns:a16="http://schemas.microsoft.com/office/drawing/2014/main" id="{96A7C6D0-2E96-B157-C897-28AABF1A2D70}"/>
                </a:ext>
              </a:extLst>
            </p:cNvPr>
            <p:cNvSpPr/>
            <p:nvPr/>
          </p:nvSpPr>
          <p:spPr>
            <a:xfrm>
              <a:off x="768349" y="5778500"/>
              <a:ext cx="697230" cy="5080"/>
            </a:xfrm>
            <a:custGeom>
              <a:avLst/>
              <a:gdLst/>
              <a:ahLst/>
              <a:cxnLst/>
              <a:rect l="l" t="t" r="r" b="b"/>
              <a:pathLst>
                <a:path w="697230" h="5079">
                  <a:moveTo>
                    <a:pt x="69723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697230" y="508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787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3">
              <a:extLst>
                <a:ext uri="{FF2B5EF4-FFF2-40B4-BE49-F238E27FC236}">
                  <a16:creationId xmlns:a16="http://schemas.microsoft.com/office/drawing/2014/main" id="{95908D05-B415-9598-DDB1-C1831E9A2ECE}"/>
                </a:ext>
              </a:extLst>
            </p:cNvPr>
            <p:cNvSpPr/>
            <p:nvPr/>
          </p:nvSpPr>
          <p:spPr>
            <a:xfrm>
              <a:off x="768349" y="5783580"/>
              <a:ext cx="697230" cy="3810"/>
            </a:xfrm>
            <a:custGeom>
              <a:avLst/>
              <a:gdLst/>
              <a:ahLst/>
              <a:cxnLst/>
              <a:rect l="l" t="t" r="r" b="b"/>
              <a:pathLst>
                <a:path w="697230" h="3810">
                  <a:moveTo>
                    <a:pt x="6972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7230" y="381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686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4">
              <a:extLst>
                <a:ext uri="{FF2B5EF4-FFF2-40B4-BE49-F238E27FC236}">
                  <a16:creationId xmlns:a16="http://schemas.microsoft.com/office/drawing/2014/main" id="{4CD35C54-D06F-7E9B-F12A-217C6729AE32}"/>
                </a:ext>
              </a:extLst>
            </p:cNvPr>
            <p:cNvSpPr/>
            <p:nvPr/>
          </p:nvSpPr>
          <p:spPr>
            <a:xfrm>
              <a:off x="768349" y="5787390"/>
              <a:ext cx="697230" cy="3810"/>
            </a:xfrm>
            <a:custGeom>
              <a:avLst/>
              <a:gdLst/>
              <a:ahLst/>
              <a:cxnLst/>
              <a:rect l="l" t="t" r="r" b="b"/>
              <a:pathLst>
                <a:path w="697230" h="3810">
                  <a:moveTo>
                    <a:pt x="69723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7230" y="3810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48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5">
              <a:extLst>
                <a:ext uri="{FF2B5EF4-FFF2-40B4-BE49-F238E27FC236}">
                  <a16:creationId xmlns:a16="http://schemas.microsoft.com/office/drawing/2014/main" id="{8B355B2D-CA7F-0792-A961-2E33B840C188}"/>
                </a:ext>
              </a:extLst>
            </p:cNvPr>
            <p:cNvSpPr/>
            <p:nvPr/>
          </p:nvSpPr>
          <p:spPr>
            <a:xfrm>
              <a:off x="768349" y="5791200"/>
              <a:ext cx="697230" cy="3810"/>
            </a:xfrm>
            <a:custGeom>
              <a:avLst/>
              <a:gdLst/>
              <a:ahLst/>
              <a:cxnLst/>
              <a:rect l="l" t="t" r="r" b="b"/>
              <a:pathLst>
                <a:path w="697230" h="3810">
                  <a:moveTo>
                    <a:pt x="69723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697230" y="3809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28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6">
              <a:extLst>
                <a:ext uri="{FF2B5EF4-FFF2-40B4-BE49-F238E27FC236}">
                  <a16:creationId xmlns:a16="http://schemas.microsoft.com/office/drawing/2014/main" id="{D84D8132-0BEF-5023-8B15-8C6027CAA719}"/>
                </a:ext>
              </a:extLst>
            </p:cNvPr>
            <p:cNvSpPr/>
            <p:nvPr/>
          </p:nvSpPr>
          <p:spPr>
            <a:xfrm>
              <a:off x="768349" y="5795010"/>
              <a:ext cx="697230" cy="3810"/>
            </a:xfrm>
            <a:custGeom>
              <a:avLst/>
              <a:gdLst/>
              <a:ahLst/>
              <a:cxnLst/>
              <a:rect l="l" t="t" r="r" b="b"/>
              <a:pathLst>
                <a:path w="697230" h="3810">
                  <a:moveTo>
                    <a:pt x="69723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697230" y="3809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818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77">
              <a:extLst>
                <a:ext uri="{FF2B5EF4-FFF2-40B4-BE49-F238E27FC236}">
                  <a16:creationId xmlns:a16="http://schemas.microsoft.com/office/drawing/2014/main" id="{4599BB2F-DE16-83C2-BF8F-5A69B9EBCFDC}"/>
                </a:ext>
              </a:extLst>
            </p:cNvPr>
            <p:cNvSpPr/>
            <p:nvPr/>
          </p:nvSpPr>
          <p:spPr>
            <a:xfrm>
              <a:off x="768349" y="5798820"/>
              <a:ext cx="697230" cy="3810"/>
            </a:xfrm>
            <a:custGeom>
              <a:avLst/>
              <a:gdLst/>
              <a:ahLst/>
              <a:cxnLst/>
              <a:rect l="l" t="t" r="r" b="b"/>
              <a:pathLst>
                <a:path w="697230" h="3810">
                  <a:moveTo>
                    <a:pt x="69723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697230" y="3809"/>
                  </a:lnTo>
                  <a:lnTo>
                    <a:pt x="697230" y="0"/>
                  </a:lnTo>
                  <a:close/>
                </a:path>
              </a:pathLst>
            </a:custGeom>
            <a:solidFill>
              <a:srgbClr val="7F7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78">
              <a:extLst>
                <a:ext uri="{FF2B5EF4-FFF2-40B4-BE49-F238E27FC236}">
                  <a16:creationId xmlns:a16="http://schemas.microsoft.com/office/drawing/2014/main" id="{422F1527-CDF7-7747-1E3C-167CA1E986D9}"/>
                </a:ext>
              </a:extLst>
            </p:cNvPr>
            <p:cNvSpPr/>
            <p:nvPr/>
          </p:nvSpPr>
          <p:spPr>
            <a:xfrm>
              <a:off x="769619" y="5768340"/>
              <a:ext cx="694690" cy="33020"/>
            </a:xfrm>
            <a:custGeom>
              <a:avLst/>
              <a:gdLst/>
              <a:ahLst/>
              <a:cxnLst/>
              <a:rect l="l" t="t" r="r" b="b"/>
              <a:pathLst>
                <a:path w="694690" h="33020">
                  <a:moveTo>
                    <a:pt x="347980" y="33020"/>
                  </a:moveTo>
                  <a:lnTo>
                    <a:pt x="0" y="33020"/>
                  </a:lnTo>
                  <a:lnTo>
                    <a:pt x="0" y="0"/>
                  </a:lnTo>
                  <a:lnTo>
                    <a:pt x="694690" y="0"/>
                  </a:lnTo>
                  <a:lnTo>
                    <a:pt x="694690" y="33020"/>
                  </a:lnTo>
                  <a:lnTo>
                    <a:pt x="347980" y="33020"/>
                  </a:lnTo>
                  <a:close/>
                </a:path>
              </a:pathLst>
            </a:custGeom>
            <a:ln w="12579">
              <a:solidFill>
                <a:srgbClr val="6D6D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2" name="object 279">
              <a:extLst>
                <a:ext uri="{FF2B5EF4-FFF2-40B4-BE49-F238E27FC236}">
                  <a16:creationId xmlns:a16="http://schemas.microsoft.com/office/drawing/2014/main" id="{6E8CC08A-1CC4-A8F0-9F0D-C80641DC7BC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7419" y="5408930"/>
              <a:ext cx="328930" cy="93980"/>
            </a:xfrm>
            <a:prstGeom prst="rect">
              <a:avLst/>
            </a:prstGeom>
          </p:spPr>
        </p:pic>
        <p:sp>
          <p:nvSpPr>
            <p:cNvPr id="283" name="object 280">
              <a:extLst>
                <a:ext uri="{FF2B5EF4-FFF2-40B4-BE49-F238E27FC236}">
                  <a16:creationId xmlns:a16="http://schemas.microsoft.com/office/drawing/2014/main" id="{7E7064B3-1B00-67CE-F29B-1FFA4CD62C62}"/>
                </a:ext>
              </a:extLst>
            </p:cNvPr>
            <p:cNvSpPr/>
            <p:nvPr/>
          </p:nvSpPr>
          <p:spPr>
            <a:xfrm>
              <a:off x="947419" y="5408930"/>
              <a:ext cx="327660" cy="92710"/>
            </a:xfrm>
            <a:custGeom>
              <a:avLst/>
              <a:gdLst/>
              <a:ahLst/>
              <a:cxnLst/>
              <a:rect l="l" t="t" r="r" b="b"/>
              <a:pathLst>
                <a:path w="327659" h="92710">
                  <a:moveTo>
                    <a:pt x="327660" y="72390"/>
                  </a:moveTo>
                  <a:lnTo>
                    <a:pt x="321508" y="69770"/>
                  </a:lnTo>
                  <a:lnTo>
                    <a:pt x="304165" y="67627"/>
                  </a:lnTo>
                  <a:lnTo>
                    <a:pt x="277296" y="65960"/>
                  </a:lnTo>
                  <a:lnTo>
                    <a:pt x="242570" y="64770"/>
                  </a:lnTo>
                  <a:lnTo>
                    <a:pt x="244038" y="48617"/>
                  </a:lnTo>
                  <a:lnTo>
                    <a:pt x="244792" y="40322"/>
                  </a:lnTo>
                  <a:lnTo>
                    <a:pt x="245070" y="37266"/>
                  </a:lnTo>
                  <a:lnTo>
                    <a:pt x="245110" y="36830"/>
                  </a:lnTo>
                  <a:lnTo>
                    <a:pt x="278884" y="15537"/>
                  </a:lnTo>
                  <a:lnTo>
                    <a:pt x="296227" y="4603"/>
                  </a:lnTo>
                  <a:lnTo>
                    <a:pt x="302617" y="575"/>
                  </a:lnTo>
                  <a:lnTo>
                    <a:pt x="303530" y="0"/>
                  </a:lnTo>
                  <a:lnTo>
                    <a:pt x="230842" y="0"/>
                  </a:lnTo>
                  <a:lnTo>
                    <a:pt x="193516" y="0"/>
                  </a:lnTo>
                  <a:lnTo>
                    <a:pt x="24130" y="0"/>
                  </a:lnTo>
                  <a:lnTo>
                    <a:pt x="59372" y="21292"/>
                  </a:lnTo>
                  <a:lnTo>
                    <a:pt x="77470" y="32226"/>
                  </a:lnTo>
                  <a:lnTo>
                    <a:pt x="84137" y="36254"/>
                  </a:lnTo>
                  <a:lnTo>
                    <a:pt x="85090" y="36830"/>
                  </a:lnTo>
                  <a:lnTo>
                    <a:pt x="85090" y="52982"/>
                  </a:lnTo>
                  <a:lnTo>
                    <a:pt x="85090" y="61277"/>
                  </a:lnTo>
                  <a:lnTo>
                    <a:pt x="85090" y="64333"/>
                  </a:lnTo>
                  <a:lnTo>
                    <a:pt x="85090" y="64770"/>
                  </a:lnTo>
                  <a:lnTo>
                    <a:pt x="50363" y="65960"/>
                  </a:lnTo>
                  <a:lnTo>
                    <a:pt x="23495" y="67627"/>
                  </a:lnTo>
                  <a:lnTo>
                    <a:pt x="6151" y="69770"/>
                  </a:lnTo>
                  <a:lnTo>
                    <a:pt x="0" y="72390"/>
                  </a:lnTo>
                  <a:lnTo>
                    <a:pt x="0" y="92710"/>
                  </a:lnTo>
                  <a:lnTo>
                    <a:pt x="88106" y="92710"/>
                  </a:lnTo>
                  <a:lnTo>
                    <a:pt x="133350" y="92710"/>
                  </a:lnTo>
                  <a:lnTo>
                    <a:pt x="150018" y="92710"/>
                  </a:lnTo>
                  <a:lnTo>
                    <a:pt x="152400" y="92710"/>
                  </a:lnTo>
                  <a:lnTo>
                    <a:pt x="167084" y="92710"/>
                  </a:lnTo>
                  <a:lnTo>
                    <a:pt x="174625" y="92710"/>
                  </a:lnTo>
                  <a:lnTo>
                    <a:pt x="177403" y="92710"/>
                  </a:lnTo>
                  <a:lnTo>
                    <a:pt x="177800" y="92710"/>
                  </a:lnTo>
                  <a:lnTo>
                    <a:pt x="264437" y="92710"/>
                  </a:lnTo>
                  <a:lnTo>
                    <a:pt x="308927" y="92710"/>
                  </a:lnTo>
                  <a:lnTo>
                    <a:pt x="325318" y="92710"/>
                  </a:lnTo>
                  <a:lnTo>
                    <a:pt x="327660" y="92710"/>
                  </a:lnTo>
                  <a:lnTo>
                    <a:pt x="327660" y="72390"/>
                  </a:lnTo>
                  <a:lnTo>
                    <a:pt x="327660" y="72390"/>
                  </a:lnTo>
                  <a:close/>
                </a:path>
              </a:pathLst>
            </a:custGeom>
            <a:ln w="762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1">
              <a:extLst>
                <a:ext uri="{FF2B5EF4-FFF2-40B4-BE49-F238E27FC236}">
                  <a16:creationId xmlns:a16="http://schemas.microsoft.com/office/drawing/2014/main" id="{11E80657-0E40-341F-785C-18D2A7FD88BB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61059" y="5021580"/>
              <a:ext cx="514350" cy="389889"/>
            </a:xfrm>
            <a:prstGeom prst="rect">
              <a:avLst/>
            </a:prstGeom>
          </p:spPr>
        </p:pic>
        <p:sp>
          <p:nvSpPr>
            <p:cNvPr id="285" name="object 282">
              <a:extLst>
                <a:ext uri="{FF2B5EF4-FFF2-40B4-BE49-F238E27FC236}">
                  <a16:creationId xmlns:a16="http://schemas.microsoft.com/office/drawing/2014/main" id="{602BE023-6184-7922-2B43-BB1DDE1E42CD}"/>
                </a:ext>
              </a:extLst>
            </p:cNvPr>
            <p:cNvSpPr/>
            <p:nvPr/>
          </p:nvSpPr>
          <p:spPr>
            <a:xfrm>
              <a:off x="861059" y="5021580"/>
              <a:ext cx="513080" cy="388620"/>
            </a:xfrm>
            <a:custGeom>
              <a:avLst/>
              <a:gdLst/>
              <a:ahLst/>
              <a:cxnLst/>
              <a:rect l="l" t="t" r="r" b="b"/>
              <a:pathLst>
                <a:path w="513080" h="388620">
                  <a:moveTo>
                    <a:pt x="513080" y="388620"/>
                  </a:moveTo>
                  <a:lnTo>
                    <a:pt x="0" y="388620"/>
                  </a:lnTo>
                  <a:lnTo>
                    <a:pt x="0" y="0"/>
                  </a:lnTo>
                  <a:lnTo>
                    <a:pt x="513080" y="0"/>
                  </a:lnTo>
                  <a:lnTo>
                    <a:pt x="513080" y="38862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3">
              <a:extLst>
                <a:ext uri="{FF2B5EF4-FFF2-40B4-BE49-F238E27FC236}">
                  <a16:creationId xmlns:a16="http://schemas.microsoft.com/office/drawing/2014/main" id="{C2E606A9-0450-4A05-4C6F-C437668F3E63}"/>
                </a:ext>
              </a:extLst>
            </p:cNvPr>
            <p:cNvSpPr/>
            <p:nvPr/>
          </p:nvSpPr>
          <p:spPr>
            <a:xfrm>
              <a:off x="915669" y="5066030"/>
              <a:ext cx="400050" cy="295910"/>
            </a:xfrm>
            <a:custGeom>
              <a:avLst/>
              <a:gdLst/>
              <a:ahLst/>
              <a:cxnLst/>
              <a:rect l="l" t="t" r="r" b="b"/>
              <a:pathLst>
                <a:path w="400050" h="295910">
                  <a:moveTo>
                    <a:pt x="400050" y="0"/>
                  </a:moveTo>
                  <a:lnTo>
                    <a:pt x="0" y="0"/>
                  </a:lnTo>
                  <a:lnTo>
                    <a:pt x="0" y="295910"/>
                  </a:lnTo>
                  <a:lnTo>
                    <a:pt x="400050" y="29591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4">
              <a:extLst>
                <a:ext uri="{FF2B5EF4-FFF2-40B4-BE49-F238E27FC236}">
                  <a16:creationId xmlns:a16="http://schemas.microsoft.com/office/drawing/2014/main" id="{241DF0B4-73CF-12AC-5179-5D2E0AB28FFA}"/>
                </a:ext>
              </a:extLst>
            </p:cNvPr>
            <p:cNvSpPr/>
            <p:nvPr/>
          </p:nvSpPr>
          <p:spPr>
            <a:xfrm>
              <a:off x="915669" y="5066030"/>
              <a:ext cx="400050" cy="295910"/>
            </a:xfrm>
            <a:custGeom>
              <a:avLst/>
              <a:gdLst/>
              <a:ahLst/>
              <a:cxnLst/>
              <a:rect l="l" t="t" r="r" b="b"/>
              <a:pathLst>
                <a:path w="400050" h="295910">
                  <a:moveTo>
                    <a:pt x="400050" y="295910"/>
                  </a:moveTo>
                  <a:lnTo>
                    <a:pt x="0" y="295910"/>
                  </a:lnTo>
                  <a:lnTo>
                    <a:pt x="0" y="0"/>
                  </a:lnTo>
                  <a:lnTo>
                    <a:pt x="400050" y="0"/>
                  </a:lnTo>
                  <a:lnTo>
                    <a:pt x="400050" y="29591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5">
              <a:extLst>
                <a:ext uri="{FF2B5EF4-FFF2-40B4-BE49-F238E27FC236}">
                  <a16:creationId xmlns:a16="http://schemas.microsoft.com/office/drawing/2014/main" id="{C0A10530-3C1E-9A79-D1CD-3BB7D33464BF}"/>
                </a:ext>
              </a:extLst>
            </p:cNvPr>
            <p:cNvSpPr/>
            <p:nvPr/>
          </p:nvSpPr>
          <p:spPr>
            <a:xfrm>
              <a:off x="915669" y="5069840"/>
              <a:ext cx="400050" cy="292100"/>
            </a:xfrm>
            <a:custGeom>
              <a:avLst/>
              <a:gdLst/>
              <a:ahLst/>
              <a:cxnLst/>
              <a:rect l="l" t="t" r="r" b="b"/>
              <a:pathLst>
                <a:path w="400050" h="292100">
                  <a:moveTo>
                    <a:pt x="400050" y="0"/>
                  </a:moveTo>
                  <a:lnTo>
                    <a:pt x="0" y="292100"/>
                  </a:lnTo>
                  <a:lnTo>
                    <a:pt x="400050" y="29210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6">
              <a:extLst>
                <a:ext uri="{FF2B5EF4-FFF2-40B4-BE49-F238E27FC236}">
                  <a16:creationId xmlns:a16="http://schemas.microsoft.com/office/drawing/2014/main" id="{24A70F9E-2500-0643-2C34-28BC2D76A4DE}"/>
                </a:ext>
              </a:extLst>
            </p:cNvPr>
            <p:cNvSpPr/>
            <p:nvPr/>
          </p:nvSpPr>
          <p:spPr>
            <a:xfrm>
              <a:off x="915669" y="5069840"/>
              <a:ext cx="400050" cy="292100"/>
            </a:xfrm>
            <a:custGeom>
              <a:avLst/>
              <a:gdLst/>
              <a:ahLst/>
              <a:cxnLst/>
              <a:rect l="l" t="t" r="r" b="b"/>
              <a:pathLst>
                <a:path w="400050" h="292100">
                  <a:moveTo>
                    <a:pt x="400050" y="0"/>
                  </a:moveTo>
                  <a:lnTo>
                    <a:pt x="400050" y="292100"/>
                  </a:lnTo>
                  <a:lnTo>
                    <a:pt x="0" y="292100"/>
                  </a:lnTo>
                </a:path>
              </a:pathLst>
            </a:custGeom>
            <a:ln w="762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87">
              <a:extLst>
                <a:ext uri="{FF2B5EF4-FFF2-40B4-BE49-F238E27FC236}">
                  <a16:creationId xmlns:a16="http://schemas.microsoft.com/office/drawing/2014/main" id="{DF264CE0-0EBF-59A6-2507-AA2353B1257B}"/>
                </a:ext>
              </a:extLst>
            </p:cNvPr>
            <p:cNvSpPr/>
            <p:nvPr/>
          </p:nvSpPr>
          <p:spPr>
            <a:xfrm>
              <a:off x="1022349" y="5433060"/>
              <a:ext cx="187960" cy="21590"/>
            </a:xfrm>
            <a:custGeom>
              <a:avLst/>
              <a:gdLst/>
              <a:ahLst/>
              <a:cxnLst/>
              <a:rect l="l" t="t" r="r" b="b"/>
              <a:pathLst>
                <a:path w="187959" h="21589">
                  <a:moveTo>
                    <a:pt x="0" y="6349"/>
                  </a:moveTo>
                  <a:lnTo>
                    <a:pt x="22026" y="13553"/>
                  </a:lnTo>
                  <a:lnTo>
                    <a:pt x="41909" y="18256"/>
                  </a:lnTo>
                  <a:lnTo>
                    <a:pt x="64650" y="20816"/>
                  </a:lnTo>
                  <a:lnTo>
                    <a:pt x="95250" y="21589"/>
                  </a:lnTo>
                  <a:lnTo>
                    <a:pt x="127238" y="20002"/>
                  </a:lnTo>
                  <a:lnTo>
                    <a:pt x="152082" y="15557"/>
                  </a:lnTo>
                  <a:lnTo>
                    <a:pt x="171688" y="8731"/>
                  </a:lnTo>
                  <a:lnTo>
                    <a:pt x="187959" y="0"/>
                  </a:lnTo>
                </a:path>
              </a:pathLst>
            </a:custGeom>
            <a:ln w="762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88">
              <a:extLst>
                <a:ext uri="{FF2B5EF4-FFF2-40B4-BE49-F238E27FC236}">
                  <a16:creationId xmlns:a16="http://schemas.microsoft.com/office/drawing/2014/main" id="{9B9FB301-4F21-798A-82F5-D0FAE99D4193}"/>
                </a:ext>
              </a:extLst>
            </p:cNvPr>
            <p:cNvSpPr/>
            <p:nvPr/>
          </p:nvSpPr>
          <p:spPr>
            <a:xfrm>
              <a:off x="1087119" y="5420360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59" h="22860">
                  <a:moveTo>
                    <a:pt x="48260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48260" y="22859"/>
                  </a:lnTo>
                  <a:lnTo>
                    <a:pt x="48260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89">
              <a:extLst>
                <a:ext uri="{FF2B5EF4-FFF2-40B4-BE49-F238E27FC236}">
                  <a16:creationId xmlns:a16="http://schemas.microsoft.com/office/drawing/2014/main" id="{0502A6D8-A6A4-4F28-148C-6ABCB981ABE4}"/>
                </a:ext>
              </a:extLst>
            </p:cNvPr>
            <p:cNvSpPr/>
            <p:nvPr/>
          </p:nvSpPr>
          <p:spPr>
            <a:xfrm>
              <a:off x="1087119" y="5420360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59" h="22860">
                  <a:moveTo>
                    <a:pt x="48260" y="22859"/>
                  </a:moveTo>
                  <a:lnTo>
                    <a:pt x="0" y="22859"/>
                  </a:lnTo>
                  <a:lnTo>
                    <a:pt x="0" y="0"/>
                  </a:lnTo>
                  <a:lnTo>
                    <a:pt x="48260" y="0"/>
                  </a:lnTo>
                  <a:lnTo>
                    <a:pt x="48260" y="22859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0">
              <a:extLst>
                <a:ext uri="{FF2B5EF4-FFF2-40B4-BE49-F238E27FC236}">
                  <a16:creationId xmlns:a16="http://schemas.microsoft.com/office/drawing/2014/main" id="{674A1B0B-F526-AC8D-E1A4-1EF74A244D24}"/>
                </a:ext>
              </a:extLst>
            </p:cNvPr>
            <p:cNvSpPr/>
            <p:nvPr/>
          </p:nvSpPr>
          <p:spPr>
            <a:xfrm>
              <a:off x="1087119" y="5420360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59" h="22860">
                  <a:moveTo>
                    <a:pt x="0" y="22859"/>
                  </a:moveTo>
                  <a:lnTo>
                    <a:pt x="48260" y="22859"/>
                  </a:lnTo>
                  <a:lnTo>
                    <a:pt x="48260" y="0"/>
                  </a:lnTo>
                </a:path>
              </a:pathLst>
            </a:custGeom>
            <a:ln w="761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4" name="object 291">
              <a:extLst>
                <a:ext uri="{FF2B5EF4-FFF2-40B4-BE49-F238E27FC236}">
                  <a16:creationId xmlns:a16="http://schemas.microsoft.com/office/drawing/2014/main" id="{4FBDF681-8F93-EA72-7E7A-30541CB93B6B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15263" y="5081043"/>
              <a:ext cx="1419043" cy="1093923"/>
            </a:xfrm>
            <a:prstGeom prst="rect">
              <a:avLst/>
            </a:prstGeom>
          </p:spPr>
        </p:pic>
      </p:grpSp>
      <p:sp>
        <p:nvSpPr>
          <p:cNvPr id="295" name="object 292">
            <a:extLst>
              <a:ext uri="{FF2B5EF4-FFF2-40B4-BE49-F238E27FC236}">
                <a16:creationId xmlns:a16="http://schemas.microsoft.com/office/drawing/2014/main" id="{D04A633C-72DF-5A01-0EAB-F0ED179EDCAD}"/>
              </a:ext>
            </a:extLst>
          </p:cNvPr>
          <p:cNvSpPr txBox="1"/>
          <p:nvPr/>
        </p:nvSpPr>
        <p:spPr>
          <a:xfrm>
            <a:off x="3858259" y="4203700"/>
            <a:ext cx="114871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NAS</a:t>
            </a:r>
            <a:r>
              <a:rPr sz="1400" spc="-5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Gateway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296" name="object 293">
            <a:extLst>
              <a:ext uri="{FF2B5EF4-FFF2-40B4-BE49-F238E27FC236}">
                <a16:creationId xmlns:a16="http://schemas.microsoft.com/office/drawing/2014/main" id="{7998E1D0-9B4C-B5B5-4CC9-DCB303BF7162}"/>
              </a:ext>
            </a:extLst>
          </p:cNvPr>
          <p:cNvSpPr txBox="1"/>
          <p:nvPr/>
        </p:nvSpPr>
        <p:spPr>
          <a:xfrm>
            <a:off x="3666490" y="2645409"/>
            <a:ext cx="90106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5" dirty="0">
                <a:latin typeface="Arial MT"/>
                <a:cs typeface="Arial MT"/>
              </a:rPr>
              <a:t>IP</a:t>
            </a:r>
            <a:r>
              <a:rPr sz="1400" spc="-6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Network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297" name="object 294">
            <a:extLst>
              <a:ext uri="{FF2B5EF4-FFF2-40B4-BE49-F238E27FC236}">
                <a16:creationId xmlns:a16="http://schemas.microsoft.com/office/drawing/2014/main" id="{57A0B76E-BDC5-79A9-24E8-1BFC02B4FADA}"/>
              </a:ext>
            </a:extLst>
          </p:cNvPr>
          <p:cNvSpPr txBox="1"/>
          <p:nvPr/>
        </p:nvSpPr>
        <p:spPr>
          <a:xfrm>
            <a:off x="2259329" y="5542279"/>
            <a:ext cx="90106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5" dirty="0">
                <a:latin typeface="Arial MT"/>
                <a:cs typeface="Arial MT"/>
              </a:rPr>
              <a:t>IP</a:t>
            </a:r>
            <a:r>
              <a:rPr sz="1400" spc="-6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Network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298" name="object 295">
            <a:extLst>
              <a:ext uri="{FF2B5EF4-FFF2-40B4-BE49-F238E27FC236}">
                <a16:creationId xmlns:a16="http://schemas.microsoft.com/office/drawing/2014/main" id="{6FC92B1D-9707-78FF-1AD7-5A282C9F649B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277893" y="4940073"/>
            <a:ext cx="1420313" cy="1093923"/>
          </a:xfrm>
          <a:prstGeom prst="rect">
            <a:avLst/>
          </a:prstGeom>
        </p:spPr>
      </p:pic>
      <p:sp>
        <p:nvSpPr>
          <p:cNvPr id="299" name="object 296">
            <a:extLst>
              <a:ext uri="{FF2B5EF4-FFF2-40B4-BE49-F238E27FC236}">
                <a16:creationId xmlns:a16="http://schemas.microsoft.com/office/drawing/2014/main" id="{87EC44AA-63BD-504C-AEAA-6AED94C564FA}"/>
              </a:ext>
            </a:extLst>
          </p:cNvPr>
          <p:cNvSpPr txBox="1"/>
          <p:nvPr/>
        </p:nvSpPr>
        <p:spPr>
          <a:xfrm>
            <a:off x="5571490" y="5400040"/>
            <a:ext cx="80772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FC</a:t>
            </a:r>
            <a:r>
              <a:rPr sz="1400" spc="-6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Fabric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300" name="object 297">
            <a:extLst>
              <a:ext uri="{FF2B5EF4-FFF2-40B4-BE49-F238E27FC236}">
                <a16:creationId xmlns:a16="http://schemas.microsoft.com/office/drawing/2014/main" id="{AD55A93A-D764-9F95-A68A-F253803B8E87}"/>
              </a:ext>
            </a:extLst>
          </p:cNvPr>
          <p:cNvGrpSpPr/>
          <p:nvPr/>
        </p:nvGrpSpPr>
        <p:grpSpPr>
          <a:xfrm>
            <a:off x="6262370" y="2225039"/>
            <a:ext cx="1134110" cy="1141730"/>
            <a:chOff x="6262370" y="2225039"/>
            <a:chExt cx="1134110" cy="1141730"/>
          </a:xfrm>
        </p:grpSpPr>
        <p:pic>
          <p:nvPicPr>
            <p:cNvPr id="301" name="object 298">
              <a:extLst>
                <a:ext uri="{FF2B5EF4-FFF2-40B4-BE49-F238E27FC236}">
                  <a16:creationId xmlns:a16="http://schemas.microsoft.com/office/drawing/2014/main" id="{26721898-60AD-39F7-BB6D-FABCCB3341D0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835140" y="2590799"/>
              <a:ext cx="445770" cy="533400"/>
            </a:xfrm>
            <a:prstGeom prst="rect">
              <a:avLst/>
            </a:prstGeom>
          </p:spPr>
        </p:pic>
        <p:pic>
          <p:nvPicPr>
            <p:cNvPr id="302" name="object 299">
              <a:extLst>
                <a:ext uri="{FF2B5EF4-FFF2-40B4-BE49-F238E27FC236}">
                  <a16:creationId xmlns:a16="http://schemas.microsoft.com/office/drawing/2014/main" id="{12A8265E-59AE-F3D4-74C5-5B2A574E5737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601460" y="2825749"/>
              <a:ext cx="445770" cy="533400"/>
            </a:xfrm>
            <a:prstGeom prst="rect">
              <a:avLst/>
            </a:prstGeom>
          </p:spPr>
        </p:pic>
        <p:pic>
          <p:nvPicPr>
            <p:cNvPr id="303" name="object 300">
              <a:extLst>
                <a:ext uri="{FF2B5EF4-FFF2-40B4-BE49-F238E27FC236}">
                  <a16:creationId xmlns:a16="http://schemas.microsoft.com/office/drawing/2014/main" id="{401F439D-FCA4-0CE6-A987-F28995D5BEB1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950710" y="2833369"/>
              <a:ext cx="445770" cy="533400"/>
            </a:xfrm>
            <a:prstGeom prst="rect">
              <a:avLst/>
            </a:prstGeom>
          </p:spPr>
        </p:pic>
        <p:pic>
          <p:nvPicPr>
            <p:cNvPr id="304" name="object 301">
              <a:extLst>
                <a:ext uri="{FF2B5EF4-FFF2-40B4-BE49-F238E27FC236}">
                  <a16:creationId xmlns:a16="http://schemas.microsoft.com/office/drawing/2014/main" id="{21119AE2-3F18-7F27-06E2-4B8C31C0DE45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262370" y="2332989"/>
              <a:ext cx="538479" cy="779779"/>
            </a:xfrm>
            <a:prstGeom prst="rect">
              <a:avLst/>
            </a:prstGeom>
          </p:spPr>
        </p:pic>
        <p:sp>
          <p:nvSpPr>
            <p:cNvPr id="305" name="object 302">
              <a:extLst>
                <a:ext uri="{FF2B5EF4-FFF2-40B4-BE49-F238E27FC236}">
                  <a16:creationId xmlns:a16="http://schemas.microsoft.com/office/drawing/2014/main" id="{CE06F644-7A7B-9EC0-5E8C-4B20D563036A}"/>
                </a:ext>
              </a:extLst>
            </p:cNvPr>
            <p:cNvSpPr/>
            <p:nvPr/>
          </p:nvSpPr>
          <p:spPr>
            <a:xfrm>
              <a:off x="6334760" y="23406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3">
              <a:extLst>
                <a:ext uri="{FF2B5EF4-FFF2-40B4-BE49-F238E27FC236}">
                  <a16:creationId xmlns:a16="http://schemas.microsoft.com/office/drawing/2014/main" id="{D256A8EC-05D0-B3E0-63A5-ECE5AEB05F2B}"/>
                </a:ext>
              </a:extLst>
            </p:cNvPr>
            <p:cNvSpPr/>
            <p:nvPr/>
          </p:nvSpPr>
          <p:spPr>
            <a:xfrm>
              <a:off x="6334760" y="23406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7" name="object 304">
              <a:extLst>
                <a:ext uri="{FF2B5EF4-FFF2-40B4-BE49-F238E27FC236}">
                  <a16:creationId xmlns:a16="http://schemas.microsoft.com/office/drawing/2014/main" id="{4E6A0456-C6B8-0891-8804-F09E833F5C84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264910" y="2225039"/>
              <a:ext cx="543560" cy="109220"/>
            </a:xfrm>
            <a:prstGeom prst="rect">
              <a:avLst/>
            </a:prstGeom>
          </p:spPr>
        </p:pic>
        <p:pic>
          <p:nvPicPr>
            <p:cNvPr id="308" name="object 305">
              <a:extLst>
                <a:ext uri="{FF2B5EF4-FFF2-40B4-BE49-F238E27FC236}">
                  <a16:creationId xmlns:a16="http://schemas.microsoft.com/office/drawing/2014/main" id="{EF9F852C-0AE1-7658-DFEE-2C80A021CF7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09360" y="2332989"/>
              <a:ext cx="445769" cy="741679"/>
            </a:xfrm>
            <a:prstGeom prst="rect">
              <a:avLst/>
            </a:prstGeom>
          </p:spPr>
        </p:pic>
        <p:sp>
          <p:nvSpPr>
            <p:cNvPr id="309" name="object 306">
              <a:extLst>
                <a:ext uri="{FF2B5EF4-FFF2-40B4-BE49-F238E27FC236}">
                  <a16:creationId xmlns:a16="http://schemas.microsoft.com/office/drawing/2014/main" id="{7AD42151-5359-91C2-C08C-BFB285E870D0}"/>
                </a:ext>
              </a:extLst>
            </p:cNvPr>
            <p:cNvSpPr/>
            <p:nvPr/>
          </p:nvSpPr>
          <p:spPr>
            <a:xfrm>
              <a:off x="6409690" y="2493009"/>
              <a:ext cx="245110" cy="105410"/>
            </a:xfrm>
            <a:custGeom>
              <a:avLst/>
              <a:gdLst/>
              <a:ahLst/>
              <a:cxnLst/>
              <a:rect l="l" t="t" r="r" b="b"/>
              <a:pathLst>
                <a:path w="245109" h="105410">
                  <a:moveTo>
                    <a:pt x="245110" y="71120"/>
                  </a:moveTo>
                  <a:lnTo>
                    <a:pt x="0" y="71120"/>
                  </a:lnTo>
                  <a:lnTo>
                    <a:pt x="0" y="105410"/>
                  </a:lnTo>
                  <a:lnTo>
                    <a:pt x="245110" y="105410"/>
                  </a:lnTo>
                  <a:lnTo>
                    <a:pt x="245110" y="71120"/>
                  </a:lnTo>
                  <a:close/>
                </a:path>
                <a:path w="245109" h="105410">
                  <a:moveTo>
                    <a:pt x="2451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45110" y="34290"/>
                  </a:lnTo>
                  <a:lnTo>
                    <a:pt x="2451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0" name="object 307">
            <a:extLst>
              <a:ext uri="{FF2B5EF4-FFF2-40B4-BE49-F238E27FC236}">
                <a16:creationId xmlns:a16="http://schemas.microsoft.com/office/drawing/2014/main" id="{543F3AC4-6CCF-58CC-E74A-A3DC42DD7CB5}"/>
              </a:ext>
            </a:extLst>
          </p:cNvPr>
          <p:cNvGrpSpPr/>
          <p:nvPr/>
        </p:nvGrpSpPr>
        <p:grpSpPr>
          <a:xfrm>
            <a:off x="4038600" y="5115559"/>
            <a:ext cx="3856990" cy="910590"/>
            <a:chOff x="4038600" y="5115559"/>
            <a:chExt cx="3856990" cy="910590"/>
          </a:xfrm>
        </p:grpSpPr>
        <p:pic>
          <p:nvPicPr>
            <p:cNvPr id="311" name="object 308">
              <a:extLst>
                <a:ext uri="{FF2B5EF4-FFF2-40B4-BE49-F238E27FC236}">
                  <a16:creationId xmlns:a16="http://schemas.microsoft.com/office/drawing/2014/main" id="{D6F6072B-F3E4-1CE7-1441-7E65275C0B60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334250" y="5115559"/>
              <a:ext cx="445770" cy="533399"/>
            </a:xfrm>
            <a:prstGeom prst="rect">
              <a:avLst/>
            </a:prstGeom>
          </p:spPr>
        </p:pic>
        <p:pic>
          <p:nvPicPr>
            <p:cNvPr id="312" name="object 309">
              <a:extLst>
                <a:ext uri="{FF2B5EF4-FFF2-40B4-BE49-F238E27FC236}">
                  <a16:creationId xmlns:a16="http://schemas.microsoft.com/office/drawing/2014/main" id="{FB862EE0-4EA9-8646-02E9-595666DD3681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099300" y="5349239"/>
              <a:ext cx="445770" cy="533400"/>
            </a:xfrm>
            <a:prstGeom prst="rect">
              <a:avLst/>
            </a:prstGeom>
          </p:spPr>
        </p:pic>
        <p:pic>
          <p:nvPicPr>
            <p:cNvPr id="313" name="object 310">
              <a:extLst>
                <a:ext uri="{FF2B5EF4-FFF2-40B4-BE49-F238E27FC236}">
                  <a16:creationId xmlns:a16="http://schemas.microsoft.com/office/drawing/2014/main" id="{50B9BBDD-F416-333A-51B3-B978E87391CE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448550" y="5358129"/>
              <a:ext cx="447040" cy="533400"/>
            </a:xfrm>
            <a:prstGeom prst="rect">
              <a:avLst/>
            </a:prstGeom>
          </p:spPr>
        </p:pic>
        <p:pic>
          <p:nvPicPr>
            <p:cNvPr id="314" name="object 311">
              <a:extLst>
                <a:ext uri="{FF2B5EF4-FFF2-40B4-BE49-F238E27FC236}">
                  <a16:creationId xmlns:a16="http://schemas.microsoft.com/office/drawing/2014/main" id="{380BBD9E-1F5D-BB70-B4A1-D43AA1E994D8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38600" y="5246369"/>
              <a:ext cx="537210" cy="779780"/>
            </a:xfrm>
            <a:prstGeom prst="rect">
              <a:avLst/>
            </a:prstGeom>
          </p:spPr>
        </p:pic>
        <p:sp>
          <p:nvSpPr>
            <p:cNvPr id="315" name="object 312">
              <a:extLst>
                <a:ext uri="{FF2B5EF4-FFF2-40B4-BE49-F238E27FC236}">
                  <a16:creationId xmlns:a16="http://schemas.microsoft.com/office/drawing/2014/main" id="{D41D6EF2-1A42-9D7F-8D68-2B6DF119E37F}"/>
                </a:ext>
              </a:extLst>
            </p:cNvPr>
            <p:cNvSpPr/>
            <p:nvPr/>
          </p:nvSpPr>
          <p:spPr>
            <a:xfrm>
              <a:off x="4110989" y="525398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3">
              <a:extLst>
                <a:ext uri="{FF2B5EF4-FFF2-40B4-BE49-F238E27FC236}">
                  <a16:creationId xmlns:a16="http://schemas.microsoft.com/office/drawing/2014/main" id="{30D903CA-A255-6C45-E7BE-E26897D50DEC}"/>
                </a:ext>
              </a:extLst>
            </p:cNvPr>
            <p:cNvSpPr/>
            <p:nvPr/>
          </p:nvSpPr>
          <p:spPr>
            <a:xfrm>
              <a:off x="4110989" y="525398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7" name="object 314">
              <a:extLst>
                <a:ext uri="{FF2B5EF4-FFF2-40B4-BE49-F238E27FC236}">
                  <a16:creationId xmlns:a16="http://schemas.microsoft.com/office/drawing/2014/main" id="{52F492A8-5A44-A78B-94CF-FA39316AAA84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39870" y="5138419"/>
              <a:ext cx="543560" cy="109220"/>
            </a:xfrm>
            <a:prstGeom prst="rect">
              <a:avLst/>
            </a:prstGeom>
          </p:spPr>
        </p:pic>
        <p:pic>
          <p:nvPicPr>
            <p:cNvPr id="318" name="object 315">
              <a:extLst>
                <a:ext uri="{FF2B5EF4-FFF2-40B4-BE49-F238E27FC236}">
                  <a16:creationId xmlns:a16="http://schemas.microsoft.com/office/drawing/2014/main" id="{9488420E-536B-DB4A-7A4A-FD2969530D9E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84319" y="5246369"/>
              <a:ext cx="445769" cy="741680"/>
            </a:xfrm>
            <a:prstGeom prst="rect">
              <a:avLst/>
            </a:prstGeom>
          </p:spPr>
        </p:pic>
        <p:sp>
          <p:nvSpPr>
            <p:cNvPr id="319" name="object 316">
              <a:extLst>
                <a:ext uri="{FF2B5EF4-FFF2-40B4-BE49-F238E27FC236}">
                  <a16:creationId xmlns:a16="http://schemas.microsoft.com/office/drawing/2014/main" id="{27174CEF-2582-DFBD-EB1C-EB8F3F3B38F9}"/>
                </a:ext>
              </a:extLst>
            </p:cNvPr>
            <p:cNvSpPr/>
            <p:nvPr/>
          </p:nvSpPr>
          <p:spPr>
            <a:xfrm>
              <a:off x="4184650" y="5406389"/>
              <a:ext cx="245110" cy="105410"/>
            </a:xfrm>
            <a:custGeom>
              <a:avLst/>
              <a:gdLst/>
              <a:ahLst/>
              <a:cxnLst/>
              <a:rect l="l" t="t" r="r" b="b"/>
              <a:pathLst>
                <a:path w="245110" h="105410">
                  <a:moveTo>
                    <a:pt x="245110" y="71120"/>
                  </a:moveTo>
                  <a:lnTo>
                    <a:pt x="0" y="71120"/>
                  </a:lnTo>
                  <a:lnTo>
                    <a:pt x="0" y="105410"/>
                  </a:lnTo>
                  <a:lnTo>
                    <a:pt x="245110" y="105410"/>
                  </a:lnTo>
                  <a:lnTo>
                    <a:pt x="245110" y="71120"/>
                  </a:lnTo>
                  <a:close/>
                </a:path>
                <a:path w="245110" h="105410">
                  <a:moveTo>
                    <a:pt x="24511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245110" y="34290"/>
                  </a:lnTo>
                  <a:lnTo>
                    <a:pt x="2451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0" name="object 317">
            <a:extLst>
              <a:ext uri="{FF2B5EF4-FFF2-40B4-BE49-F238E27FC236}">
                <a16:creationId xmlns:a16="http://schemas.microsoft.com/office/drawing/2014/main" id="{07618485-76CB-FD4C-3F8A-77F8AAE2B15F}"/>
              </a:ext>
            </a:extLst>
          </p:cNvPr>
          <p:cNvSpPr txBox="1"/>
          <p:nvPr/>
        </p:nvSpPr>
        <p:spPr>
          <a:xfrm>
            <a:off x="5929629" y="3281679"/>
            <a:ext cx="86995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NAS</a:t>
            </a:r>
            <a:r>
              <a:rPr sz="1400" spc="-6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Head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321" name="object 318">
            <a:extLst>
              <a:ext uri="{FF2B5EF4-FFF2-40B4-BE49-F238E27FC236}">
                <a16:creationId xmlns:a16="http://schemas.microsoft.com/office/drawing/2014/main" id="{4BB6C008-0397-6C7B-84B2-87890561C133}"/>
              </a:ext>
            </a:extLst>
          </p:cNvPr>
          <p:cNvSpPr txBox="1"/>
          <p:nvPr/>
        </p:nvSpPr>
        <p:spPr>
          <a:xfrm>
            <a:off x="3808729" y="6162040"/>
            <a:ext cx="86995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NAS</a:t>
            </a:r>
            <a:r>
              <a:rPr sz="1400" spc="-6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Head</a:t>
            </a:r>
            <a:endParaRPr sz="1400">
              <a:latin typeface="Arial MT"/>
              <a:cs typeface="Arial MT"/>
            </a:endParaRPr>
          </a:p>
        </p:txBody>
      </p:sp>
    </p:spTree>
    <p:extLst>
      <p:ext uri="{BB962C8B-B14F-4D97-AF65-F5344CB8AC3E}">
        <p14:creationId xmlns:p14="http://schemas.microsoft.com/office/powerpoint/2010/main" val="10948314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Why</a:t>
            </a:r>
            <a:r>
              <a:rPr lang="zh-CN" altLang="en-US" dirty="0"/>
              <a:t> </a:t>
            </a:r>
            <a:r>
              <a:rPr lang="en-US" altLang="zh-CN" dirty="0"/>
              <a:t>NAS</a:t>
            </a:r>
            <a:endParaRPr lang="zh-CN" altLang="en-US" dirty="0"/>
          </a:p>
        </p:txBody>
      </p:sp>
      <p:sp>
        <p:nvSpPr>
          <p:cNvPr id="16" name="内容占位符 15">
            <a:extLst>
              <a:ext uri="{FF2B5EF4-FFF2-40B4-BE49-F238E27FC236}">
                <a16:creationId xmlns:a16="http://schemas.microsoft.com/office/drawing/2014/main" id="{E1CFAD78-6EFB-780E-A40F-5459637E16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kumimoji="1" lang="en" altLang="zh-CN" dirty="0"/>
              <a:t>Supports global information access</a:t>
            </a:r>
          </a:p>
          <a:p>
            <a:r>
              <a:rPr kumimoji="1" lang="en" altLang="zh-CN" dirty="0"/>
              <a:t>Improves efficiency</a:t>
            </a:r>
          </a:p>
          <a:p>
            <a:r>
              <a:rPr kumimoji="1" lang="en" altLang="zh-CN" dirty="0"/>
              <a:t>Provides flexibility</a:t>
            </a:r>
          </a:p>
          <a:p>
            <a:r>
              <a:rPr kumimoji="1" lang="en" altLang="zh-CN" dirty="0"/>
              <a:t>Centralizes storage</a:t>
            </a:r>
          </a:p>
          <a:p>
            <a:r>
              <a:rPr kumimoji="1" lang="en" altLang="zh-CN" dirty="0"/>
              <a:t>Simplifies management</a:t>
            </a:r>
          </a:p>
          <a:p>
            <a:r>
              <a:rPr kumimoji="1" lang="en" altLang="zh-CN" dirty="0"/>
              <a:t>Scalability</a:t>
            </a:r>
          </a:p>
          <a:p>
            <a:r>
              <a:rPr kumimoji="1" lang="en" altLang="zh-CN" dirty="0"/>
              <a:t>High availability – through native clustering</a:t>
            </a:r>
          </a:p>
          <a:p>
            <a:r>
              <a:rPr kumimoji="1" lang="en" altLang="zh-CN" dirty="0"/>
              <a:t>Provides security integration to environment (user  authentication and authorization)</a:t>
            </a:r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339825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网络存储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直连式存储（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DAS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网络附加存储（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NAS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/>
              <a:t>存储区域网络（</a:t>
            </a:r>
            <a:r>
              <a:rPr lang="en-US" altLang="zh-CN" dirty="0"/>
              <a:t>SAN</a:t>
            </a:r>
            <a:r>
              <a:rPr lang="zh-CN" altLang="en-US" dirty="0"/>
              <a:t>）</a:t>
            </a: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5066857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SAN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4"/>
            <a:ext cx="8659905" cy="5644295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zh-CN" b="1" dirty="0"/>
              <a:t>SAN:</a:t>
            </a:r>
            <a:r>
              <a:rPr lang="zh-CN" altLang="en-US" b="1" dirty="0"/>
              <a:t> </a:t>
            </a:r>
            <a:r>
              <a:rPr lang="en" altLang="zh-CN" dirty="0"/>
              <a:t>It is a high-speed, dedicated </a:t>
            </a:r>
            <a:r>
              <a:rPr lang="en" altLang="zh-CN" dirty="0">
                <a:solidFill>
                  <a:srgbClr val="7030A0"/>
                </a:solidFill>
              </a:rPr>
              <a:t>network of servers and shared storage devices</a:t>
            </a:r>
            <a:r>
              <a:rPr lang="en" altLang="zh-CN" dirty="0"/>
              <a:t>. </a:t>
            </a:r>
          </a:p>
          <a:p>
            <a:pPr marL="457200"/>
            <a:r>
              <a:rPr lang="en-US" altLang="zh-CN" dirty="0">
                <a:solidFill>
                  <a:srgbClr val="7030A0"/>
                </a:solidFill>
              </a:rPr>
              <a:t>block-level</a:t>
            </a:r>
            <a:r>
              <a:rPr lang="zh-CN" altLang="en-US" dirty="0"/>
              <a:t> </a:t>
            </a:r>
            <a:r>
              <a:rPr lang="en-US" altLang="zh-CN" dirty="0"/>
              <a:t>data</a:t>
            </a:r>
            <a:r>
              <a:rPr lang="zh-CN" altLang="en-US" dirty="0"/>
              <a:t> </a:t>
            </a:r>
            <a:r>
              <a:rPr lang="en-US" altLang="zh-CN" dirty="0"/>
              <a:t>access</a:t>
            </a:r>
            <a:endParaRPr lang="en" altLang="zh-CN" dirty="0"/>
          </a:p>
          <a:p>
            <a:endParaRPr lang="en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44</a:t>
            </a:fld>
            <a:endParaRPr lang="en-US" dirty="0"/>
          </a:p>
        </p:txBody>
      </p:sp>
      <p:pic>
        <p:nvPicPr>
          <p:cNvPr id="3" name="object 5">
            <a:extLst>
              <a:ext uri="{FF2B5EF4-FFF2-40B4-BE49-F238E27FC236}">
                <a16:creationId xmlns:a16="http://schemas.microsoft.com/office/drawing/2014/main" id="{F6A7FFE2-54AE-FEF9-F4D9-A638B596498D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67096" y="2043951"/>
            <a:ext cx="3004457" cy="44935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140990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FC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r>
              <a:rPr lang="zh-CN" altLang="en-US" dirty="0"/>
              <a:t> </a:t>
            </a:r>
            <a:r>
              <a:rPr lang="en-US" altLang="zh-CN" dirty="0"/>
              <a:t>and</a:t>
            </a:r>
            <a:r>
              <a:rPr lang="zh-CN" altLang="en-US" dirty="0"/>
              <a:t> </a:t>
            </a:r>
            <a:r>
              <a:rPr lang="en-US" altLang="zh-CN" dirty="0"/>
              <a:t>IP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4"/>
            <a:ext cx="8864300" cy="5644295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" altLang="zh-CN" b="1" dirty="0"/>
              <a:t>Common SAN deployments are</a:t>
            </a:r>
          </a:p>
          <a:p>
            <a:pPr marL="457200" indent="-457200"/>
            <a:r>
              <a:rPr lang="en" altLang="zh-CN" dirty="0" err="1"/>
              <a:t>Fibre</a:t>
            </a:r>
            <a:r>
              <a:rPr lang="en" altLang="zh-CN" dirty="0"/>
              <a:t> Channel (FC) SAN: uses FC protocol for</a:t>
            </a:r>
            <a:r>
              <a:rPr lang="zh-CN" altLang="en-US" dirty="0"/>
              <a:t> </a:t>
            </a:r>
            <a:r>
              <a:rPr lang="en" altLang="zh-CN" dirty="0"/>
              <a:t>communication</a:t>
            </a:r>
          </a:p>
          <a:p>
            <a:pPr marL="457200" indent="-457200"/>
            <a:r>
              <a:rPr lang="en" altLang="zh-CN" dirty="0"/>
              <a:t>IP SAN: uses IP-based protocols for communication </a:t>
            </a:r>
          </a:p>
          <a:p>
            <a:endParaRPr lang="en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45</a:t>
            </a:fld>
            <a:endParaRPr lang="en-US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BA9FA491-DC7B-E715-1DAB-50882E29BE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84623" y="3187701"/>
            <a:ext cx="4654453" cy="33497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273136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FC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4"/>
            <a:ext cx="8864300" cy="5644295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" altLang="zh-CN" b="1" dirty="0"/>
              <a:t>Common SAN deployments are</a:t>
            </a:r>
          </a:p>
          <a:p>
            <a:pPr marL="457200" indent="-457200"/>
            <a:r>
              <a:rPr lang="en" altLang="zh-CN" dirty="0" err="1">
                <a:solidFill>
                  <a:srgbClr val="7030A0"/>
                </a:solidFill>
              </a:rPr>
              <a:t>Fibre</a:t>
            </a:r>
            <a:r>
              <a:rPr lang="en" altLang="zh-CN" dirty="0">
                <a:solidFill>
                  <a:srgbClr val="7030A0"/>
                </a:solidFill>
              </a:rPr>
              <a:t> Channel (FC) SAN: uses FC protocol for</a:t>
            </a:r>
            <a:r>
              <a:rPr lang="zh-CN" altLang="en-US" dirty="0">
                <a:solidFill>
                  <a:srgbClr val="7030A0"/>
                </a:solidFill>
              </a:rPr>
              <a:t> </a:t>
            </a:r>
            <a:r>
              <a:rPr lang="en" altLang="zh-CN" dirty="0">
                <a:solidFill>
                  <a:srgbClr val="7030A0"/>
                </a:solidFill>
              </a:rPr>
              <a:t>communication</a:t>
            </a:r>
          </a:p>
          <a:p>
            <a:pPr marL="457200" indent="-457200"/>
            <a:r>
              <a:rPr lang="en" altLang="zh-CN" dirty="0">
                <a:solidFill>
                  <a:schemeClr val="bg1">
                    <a:lumMod val="75000"/>
                  </a:schemeClr>
                </a:solidFill>
              </a:rPr>
              <a:t>IP SAN: uses IP-based protocols for communication </a:t>
            </a:r>
          </a:p>
          <a:p>
            <a:endParaRPr lang="en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46</a:t>
            </a:fld>
            <a:endParaRPr lang="en-US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BA9FA491-DC7B-E715-1DAB-50882E29BE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84623" y="3187701"/>
            <a:ext cx="4654453" cy="3349796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08671B93-F44A-2513-6618-95522F5A304E}"/>
              </a:ext>
            </a:extLst>
          </p:cNvPr>
          <p:cNvSpPr/>
          <p:nvPr/>
        </p:nvSpPr>
        <p:spPr>
          <a:xfrm>
            <a:off x="2267896" y="3096420"/>
            <a:ext cx="2341756" cy="353235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71756861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Evolution</a:t>
            </a:r>
            <a:r>
              <a:rPr lang="zh-CN" altLang="en-US" dirty="0"/>
              <a:t> </a:t>
            </a:r>
            <a:r>
              <a:rPr lang="en-US" altLang="zh-CN" dirty="0"/>
              <a:t>of</a:t>
            </a:r>
            <a:r>
              <a:rPr lang="zh-CN" altLang="en-US" dirty="0"/>
              <a:t> </a:t>
            </a:r>
            <a:r>
              <a:rPr lang="en-US" altLang="zh-CN" dirty="0"/>
              <a:t>FC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endParaRPr lang="zh-CN" altLang="en-US" dirty="0"/>
          </a:p>
        </p:txBody>
      </p:sp>
      <p:sp>
        <p:nvSpPr>
          <p:cNvPr id="10534" name="内容占位符 10533">
            <a:extLst>
              <a:ext uri="{FF2B5EF4-FFF2-40B4-BE49-F238E27FC236}">
                <a16:creationId xmlns:a16="http://schemas.microsoft.com/office/drawing/2014/main" id="{998DCC15-76D2-CC49-338A-CDA7177E7B4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47</a:t>
            </a:fld>
            <a:endParaRPr lang="en-US" dirty="0"/>
          </a:p>
        </p:txBody>
      </p:sp>
      <p:grpSp>
        <p:nvGrpSpPr>
          <p:cNvPr id="7" name="object 3">
            <a:extLst>
              <a:ext uri="{FF2B5EF4-FFF2-40B4-BE49-F238E27FC236}">
                <a16:creationId xmlns:a16="http://schemas.microsoft.com/office/drawing/2014/main" id="{F566BE1A-5CAA-4AA3-297A-CDA94586CC01}"/>
              </a:ext>
            </a:extLst>
          </p:cNvPr>
          <p:cNvGrpSpPr/>
          <p:nvPr/>
        </p:nvGrpSpPr>
        <p:grpSpPr>
          <a:xfrm>
            <a:off x="612775" y="1891029"/>
            <a:ext cx="8084184" cy="3348990"/>
            <a:chOff x="612775" y="1891029"/>
            <a:chExt cx="8084184" cy="3348990"/>
          </a:xfrm>
        </p:grpSpPr>
        <p:pic>
          <p:nvPicPr>
            <p:cNvPr id="8" name="object 4">
              <a:extLst>
                <a:ext uri="{FF2B5EF4-FFF2-40B4-BE49-F238E27FC236}">
                  <a16:creationId xmlns:a16="http://schemas.microsoft.com/office/drawing/2014/main" id="{BD33E2F9-2F2F-298A-206C-5229ACE8C1D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4689" y="2989579"/>
              <a:ext cx="8002270" cy="991870"/>
            </a:xfrm>
            <a:prstGeom prst="rect">
              <a:avLst/>
            </a:prstGeom>
          </p:spPr>
        </p:pic>
        <p:sp>
          <p:nvSpPr>
            <p:cNvPr id="9" name="object 5">
              <a:extLst>
                <a:ext uri="{FF2B5EF4-FFF2-40B4-BE49-F238E27FC236}">
                  <a16:creationId xmlns:a16="http://schemas.microsoft.com/office/drawing/2014/main" id="{6BE16877-F4FF-C5EA-B8BA-A44BEEDD8A7F}"/>
                </a:ext>
              </a:extLst>
            </p:cNvPr>
            <p:cNvSpPr/>
            <p:nvPr/>
          </p:nvSpPr>
          <p:spPr>
            <a:xfrm>
              <a:off x="3016250" y="2449829"/>
              <a:ext cx="5469890" cy="2268220"/>
            </a:xfrm>
            <a:custGeom>
              <a:avLst/>
              <a:gdLst/>
              <a:ahLst/>
              <a:cxnLst/>
              <a:rect l="l" t="t" r="r" b="b"/>
              <a:pathLst>
                <a:path w="5469890" h="2268220">
                  <a:moveTo>
                    <a:pt x="1075689" y="186690"/>
                  </a:moveTo>
                  <a:lnTo>
                    <a:pt x="528320" y="599440"/>
                  </a:lnTo>
                </a:path>
                <a:path w="5469890" h="2268220">
                  <a:moveTo>
                    <a:pt x="4015740" y="115570"/>
                  </a:moveTo>
                  <a:lnTo>
                    <a:pt x="3568700" y="501650"/>
                  </a:lnTo>
                </a:path>
                <a:path w="5469890" h="2268220">
                  <a:moveTo>
                    <a:pt x="5208270" y="90170"/>
                  </a:moveTo>
                  <a:lnTo>
                    <a:pt x="4761230" y="476250"/>
                  </a:lnTo>
                </a:path>
                <a:path w="5469890" h="2268220">
                  <a:moveTo>
                    <a:pt x="4023359" y="1149350"/>
                  </a:moveTo>
                  <a:lnTo>
                    <a:pt x="3576320" y="1534160"/>
                  </a:lnTo>
                </a:path>
                <a:path w="5469890" h="2268220">
                  <a:moveTo>
                    <a:pt x="1934210" y="641350"/>
                  </a:moveTo>
                  <a:lnTo>
                    <a:pt x="1586229" y="1437640"/>
                  </a:lnTo>
                </a:path>
                <a:path w="5469890" h="2268220">
                  <a:moveTo>
                    <a:pt x="400050" y="631190"/>
                  </a:moveTo>
                  <a:lnTo>
                    <a:pt x="0" y="1184910"/>
                  </a:lnTo>
                </a:path>
                <a:path w="5469890" h="2268220">
                  <a:moveTo>
                    <a:pt x="4213859" y="1165860"/>
                  </a:moveTo>
                  <a:lnTo>
                    <a:pt x="4886959" y="1577340"/>
                  </a:lnTo>
                </a:path>
                <a:path w="5469890" h="2268220">
                  <a:moveTo>
                    <a:pt x="3549650" y="584200"/>
                  </a:moveTo>
                  <a:lnTo>
                    <a:pt x="4043679" y="1004570"/>
                  </a:lnTo>
                </a:path>
                <a:path w="5469890" h="2268220">
                  <a:moveTo>
                    <a:pt x="2062479" y="665480"/>
                  </a:moveTo>
                  <a:lnTo>
                    <a:pt x="2367279" y="1417320"/>
                  </a:lnTo>
                </a:path>
                <a:path w="5469890" h="2268220">
                  <a:moveTo>
                    <a:pt x="1973579" y="665480"/>
                  </a:moveTo>
                  <a:lnTo>
                    <a:pt x="1992629" y="1461770"/>
                  </a:lnTo>
                </a:path>
                <a:path w="5469890" h="2268220">
                  <a:moveTo>
                    <a:pt x="3613150" y="0"/>
                  </a:moveTo>
                  <a:lnTo>
                    <a:pt x="3568700" y="528320"/>
                  </a:lnTo>
                </a:path>
                <a:path w="5469890" h="2268220">
                  <a:moveTo>
                    <a:pt x="3103879" y="53340"/>
                  </a:moveTo>
                  <a:lnTo>
                    <a:pt x="3481070" y="491490"/>
                  </a:lnTo>
                </a:path>
                <a:path w="5469890" h="2268220">
                  <a:moveTo>
                    <a:pt x="4413250" y="63500"/>
                  </a:moveTo>
                  <a:lnTo>
                    <a:pt x="4646930" y="501650"/>
                  </a:lnTo>
                </a:path>
                <a:path w="5469890" h="2268220">
                  <a:moveTo>
                    <a:pt x="4808220" y="26670"/>
                  </a:moveTo>
                  <a:lnTo>
                    <a:pt x="4700270" y="516890"/>
                  </a:lnTo>
                </a:path>
                <a:path w="5469890" h="2268220">
                  <a:moveTo>
                    <a:pt x="4665980" y="599440"/>
                  </a:moveTo>
                  <a:lnTo>
                    <a:pt x="4171950" y="1028700"/>
                  </a:lnTo>
                </a:path>
                <a:path w="5469890" h="2268220">
                  <a:moveTo>
                    <a:pt x="567689" y="655320"/>
                  </a:moveTo>
                  <a:lnTo>
                    <a:pt x="772160" y="1672590"/>
                  </a:lnTo>
                </a:path>
                <a:path w="5469890" h="2268220">
                  <a:moveTo>
                    <a:pt x="471170" y="668020"/>
                  </a:moveTo>
                  <a:lnTo>
                    <a:pt x="368300" y="1490980"/>
                  </a:lnTo>
                </a:path>
                <a:path w="5469890" h="2268220">
                  <a:moveTo>
                    <a:pt x="3327400" y="1612900"/>
                  </a:moveTo>
                  <a:lnTo>
                    <a:pt x="2959100" y="1959610"/>
                  </a:lnTo>
                </a:path>
                <a:path w="5469890" h="2268220">
                  <a:moveTo>
                    <a:pt x="3467100" y="1612900"/>
                  </a:moveTo>
                  <a:lnTo>
                    <a:pt x="3439160" y="2268220"/>
                  </a:lnTo>
                </a:path>
                <a:path w="5469890" h="2268220">
                  <a:moveTo>
                    <a:pt x="3808729" y="1602740"/>
                  </a:moveTo>
                  <a:lnTo>
                    <a:pt x="4077970" y="2169160"/>
                  </a:lnTo>
                </a:path>
                <a:path w="5469890" h="2268220">
                  <a:moveTo>
                    <a:pt x="5205730" y="1558290"/>
                  </a:moveTo>
                  <a:lnTo>
                    <a:pt x="5469890" y="2021840"/>
                  </a:lnTo>
                </a:path>
                <a:path w="5469890" h="2268220">
                  <a:moveTo>
                    <a:pt x="4950459" y="1631950"/>
                  </a:moveTo>
                  <a:lnTo>
                    <a:pt x="5040630" y="2137410"/>
                  </a:lnTo>
                </a:path>
                <a:path w="5469890" h="2268220">
                  <a:moveTo>
                    <a:pt x="4735830" y="1620520"/>
                  </a:moveTo>
                  <a:lnTo>
                    <a:pt x="4601209" y="2075180"/>
                  </a:lnTo>
                </a:path>
                <a:path w="5469890" h="2268220">
                  <a:moveTo>
                    <a:pt x="1377950" y="165100"/>
                  </a:moveTo>
                  <a:lnTo>
                    <a:pt x="1898650" y="595630"/>
                  </a:lnTo>
                </a:path>
              </a:pathLst>
            </a:custGeom>
            <a:ln w="9344">
              <a:solidFill>
                <a:srgbClr val="DFAC1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6">
              <a:extLst>
                <a:ext uri="{FF2B5EF4-FFF2-40B4-BE49-F238E27FC236}">
                  <a16:creationId xmlns:a16="http://schemas.microsoft.com/office/drawing/2014/main" id="{F6F36D76-13CA-C34B-613B-24749C7B4548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08020" y="3910329"/>
              <a:ext cx="365759" cy="527050"/>
            </a:xfrm>
            <a:prstGeom prst="rect">
              <a:avLst/>
            </a:prstGeom>
          </p:spPr>
        </p:pic>
        <p:sp>
          <p:nvSpPr>
            <p:cNvPr id="11" name="object 7">
              <a:extLst>
                <a:ext uri="{FF2B5EF4-FFF2-40B4-BE49-F238E27FC236}">
                  <a16:creationId xmlns:a16="http://schemas.microsoft.com/office/drawing/2014/main" id="{6A22EA36-F692-0797-908A-DD5FFB435CBC}"/>
                </a:ext>
              </a:extLst>
            </p:cNvPr>
            <p:cNvSpPr/>
            <p:nvPr/>
          </p:nvSpPr>
          <p:spPr>
            <a:xfrm>
              <a:off x="3257550" y="39154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8">
              <a:extLst>
                <a:ext uri="{FF2B5EF4-FFF2-40B4-BE49-F238E27FC236}">
                  <a16:creationId xmlns:a16="http://schemas.microsoft.com/office/drawing/2014/main" id="{BFB6F3AE-671D-3A8D-5B20-DC84914DB2D4}"/>
                </a:ext>
              </a:extLst>
            </p:cNvPr>
            <p:cNvSpPr/>
            <p:nvPr/>
          </p:nvSpPr>
          <p:spPr>
            <a:xfrm>
              <a:off x="3257550" y="39154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9">
              <a:extLst>
                <a:ext uri="{FF2B5EF4-FFF2-40B4-BE49-F238E27FC236}">
                  <a16:creationId xmlns:a16="http://schemas.microsoft.com/office/drawing/2014/main" id="{9BF59184-E181-E134-8C88-2FEE0E1E9B2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09289" y="3836669"/>
              <a:ext cx="369570" cy="74930"/>
            </a:xfrm>
            <a:prstGeom prst="rect">
              <a:avLst/>
            </a:prstGeom>
          </p:spPr>
        </p:pic>
        <p:pic>
          <p:nvPicPr>
            <p:cNvPr id="14" name="object 10">
              <a:extLst>
                <a:ext uri="{FF2B5EF4-FFF2-40B4-BE49-F238E27FC236}">
                  <a16:creationId xmlns:a16="http://schemas.microsoft.com/office/drawing/2014/main" id="{483AC79A-C60C-7E63-136A-F2F99729E7B0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39770" y="3910329"/>
              <a:ext cx="302259" cy="500380"/>
            </a:xfrm>
            <a:prstGeom prst="rect">
              <a:avLst/>
            </a:prstGeom>
          </p:spPr>
        </p:pic>
        <p:sp>
          <p:nvSpPr>
            <p:cNvPr id="15" name="object 11">
              <a:extLst>
                <a:ext uri="{FF2B5EF4-FFF2-40B4-BE49-F238E27FC236}">
                  <a16:creationId xmlns:a16="http://schemas.microsoft.com/office/drawing/2014/main" id="{88660409-B439-07D6-1724-E3D9DEE7D576}"/>
                </a:ext>
              </a:extLst>
            </p:cNvPr>
            <p:cNvSpPr/>
            <p:nvPr/>
          </p:nvSpPr>
          <p:spPr>
            <a:xfrm>
              <a:off x="3307067" y="4018279"/>
              <a:ext cx="168275" cy="69850"/>
            </a:xfrm>
            <a:custGeom>
              <a:avLst/>
              <a:gdLst/>
              <a:ahLst/>
              <a:cxnLst/>
              <a:rect l="l" t="t" r="r" b="b"/>
              <a:pathLst>
                <a:path w="168275" h="69850">
                  <a:moveTo>
                    <a:pt x="167652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7652" y="69850"/>
                  </a:lnTo>
                  <a:lnTo>
                    <a:pt x="167652" y="46990"/>
                  </a:lnTo>
                  <a:close/>
                </a:path>
                <a:path w="168275" h="69850">
                  <a:moveTo>
                    <a:pt x="167652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52" y="22860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2">
              <a:extLst>
                <a:ext uri="{FF2B5EF4-FFF2-40B4-BE49-F238E27FC236}">
                  <a16:creationId xmlns:a16="http://schemas.microsoft.com/office/drawing/2014/main" id="{954D94FB-9B37-573E-9DAA-FF8FADB3746F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53890" y="3887469"/>
              <a:ext cx="364490" cy="527050"/>
            </a:xfrm>
            <a:prstGeom prst="rect">
              <a:avLst/>
            </a:prstGeom>
          </p:spPr>
        </p:pic>
        <p:sp>
          <p:nvSpPr>
            <p:cNvPr id="17" name="object 13">
              <a:extLst>
                <a:ext uri="{FF2B5EF4-FFF2-40B4-BE49-F238E27FC236}">
                  <a16:creationId xmlns:a16="http://schemas.microsoft.com/office/drawing/2014/main" id="{4717C226-4315-6714-AE91-BE628D2173C9}"/>
                </a:ext>
              </a:extLst>
            </p:cNvPr>
            <p:cNvSpPr/>
            <p:nvPr/>
          </p:nvSpPr>
          <p:spPr>
            <a:xfrm>
              <a:off x="4503420" y="3892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4">
              <a:extLst>
                <a:ext uri="{FF2B5EF4-FFF2-40B4-BE49-F238E27FC236}">
                  <a16:creationId xmlns:a16="http://schemas.microsoft.com/office/drawing/2014/main" id="{36E85991-3FE1-4473-6FA3-1E2CE23F5DF8}"/>
                </a:ext>
              </a:extLst>
            </p:cNvPr>
            <p:cNvSpPr/>
            <p:nvPr/>
          </p:nvSpPr>
          <p:spPr>
            <a:xfrm>
              <a:off x="4503420" y="3892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5">
              <a:extLst>
                <a:ext uri="{FF2B5EF4-FFF2-40B4-BE49-F238E27FC236}">
                  <a16:creationId xmlns:a16="http://schemas.microsoft.com/office/drawing/2014/main" id="{49081571-467B-F40E-912B-EE8B37B5C10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55159" y="3813809"/>
              <a:ext cx="368300" cy="74929"/>
            </a:xfrm>
            <a:prstGeom prst="rect">
              <a:avLst/>
            </a:prstGeom>
          </p:spPr>
        </p:pic>
        <p:pic>
          <p:nvPicPr>
            <p:cNvPr id="20" name="object 16">
              <a:extLst>
                <a:ext uri="{FF2B5EF4-FFF2-40B4-BE49-F238E27FC236}">
                  <a16:creationId xmlns:a16="http://schemas.microsoft.com/office/drawing/2014/main" id="{3BD26F80-FE89-DAF7-4FA8-B6F6BDC9C223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85640" y="3887469"/>
              <a:ext cx="300989" cy="500380"/>
            </a:xfrm>
            <a:prstGeom prst="rect">
              <a:avLst/>
            </a:prstGeom>
          </p:spPr>
        </p:pic>
        <p:sp>
          <p:nvSpPr>
            <p:cNvPr id="21" name="object 17">
              <a:extLst>
                <a:ext uri="{FF2B5EF4-FFF2-40B4-BE49-F238E27FC236}">
                  <a16:creationId xmlns:a16="http://schemas.microsoft.com/office/drawing/2014/main" id="{76459055-A002-A14B-A124-11D8A81EB578}"/>
                </a:ext>
              </a:extLst>
            </p:cNvPr>
            <p:cNvSpPr/>
            <p:nvPr/>
          </p:nvSpPr>
          <p:spPr>
            <a:xfrm>
              <a:off x="4552950" y="399541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70" h="69850">
                  <a:moveTo>
                    <a:pt x="16637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8260"/>
                  </a:lnTo>
                  <a:close/>
                </a:path>
                <a:path w="166370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18">
              <a:extLst>
                <a:ext uri="{FF2B5EF4-FFF2-40B4-BE49-F238E27FC236}">
                  <a16:creationId xmlns:a16="http://schemas.microsoft.com/office/drawing/2014/main" id="{208E68ED-C641-F5E6-8951-FEB5667BC59A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50129" y="3887469"/>
              <a:ext cx="365760" cy="527050"/>
            </a:xfrm>
            <a:prstGeom prst="rect">
              <a:avLst/>
            </a:prstGeom>
          </p:spPr>
        </p:pic>
        <p:sp>
          <p:nvSpPr>
            <p:cNvPr id="23" name="object 19">
              <a:extLst>
                <a:ext uri="{FF2B5EF4-FFF2-40B4-BE49-F238E27FC236}">
                  <a16:creationId xmlns:a16="http://schemas.microsoft.com/office/drawing/2014/main" id="{0C1CF24D-6AEE-0B72-4A39-0F6B942E68B7}"/>
                </a:ext>
              </a:extLst>
            </p:cNvPr>
            <p:cNvSpPr/>
            <p:nvPr/>
          </p:nvSpPr>
          <p:spPr>
            <a:xfrm>
              <a:off x="4899659" y="3892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0">
              <a:extLst>
                <a:ext uri="{FF2B5EF4-FFF2-40B4-BE49-F238E27FC236}">
                  <a16:creationId xmlns:a16="http://schemas.microsoft.com/office/drawing/2014/main" id="{BC3FADA5-17C1-3F4F-D03A-5A1225EBC114}"/>
                </a:ext>
              </a:extLst>
            </p:cNvPr>
            <p:cNvSpPr/>
            <p:nvPr/>
          </p:nvSpPr>
          <p:spPr>
            <a:xfrm>
              <a:off x="4899659" y="3892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1">
              <a:extLst>
                <a:ext uri="{FF2B5EF4-FFF2-40B4-BE49-F238E27FC236}">
                  <a16:creationId xmlns:a16="http://schemas.microsoft.com/office/drawing/2014/main" id="{224584C8-AD11-3E10-D206-5720C2C8CBF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51400" y="3813809"/>
              <a:ext cx="369570" cy="74929"/>
            </a:xfrm>
            <a:prstGeom prst="rect">
              <a:avLst/>
            </a:prstGeom>
          </p:spPr>
        </p:pic>
        <p:pic>
          <p:nvPicPr>
            <p:cNvPr id="26" name="object 22">
              <a:extLst>
                <a:ext uri="{FF2B5EF4-FFF2-40B4-BE49-F238E27FC236}">
                  <a16:creationId xmlns:a16="http://schemas.microsoft.com/office/drawing/2014/main" id="{B16CE661-AD7C-7E0F-280C-17B9F141A6C2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881879" y="3887469"/>
              <a:ext cx="302260" cy="500380"/>
            </a:xfrm>
            <a:prstGeom prst="rect">
              <a:avLst/>
            </a:prstGeom>
          </p:spPr>
        </p:pic>
        <p:sp>
          <p:nvSpPr>
            <p:cNvPr id="27" name="object 23">
              <a:extLst>
                <a:ext uri="{FF2B5EF4-FFF2-40B4-BE49-F238E27FC236}">
                  <a16:creationId xmlns:a16="http://schemas.microsoft.com/office/drawing/2014/main" id="{3732768E-F557-5DE0-4683-325E730A535A}"/>
                </a:ext>
              </a:extLst>
            </p:cNvPr>
            <p:cNvSpPr/>
            <p:nvPr/>
          </p:nvSpPr>
          <p:spPr>
            <a:xfrm>
              <a:off x="4950460" y="399541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70" h="69850">
                  <a:moveTo>
                    <a:pt x="16637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8260"/>
                  </a:lnTo>
                  <a:close/>
                </a:path>
                <a:path w="166370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4">
              <a:extLst>
                <a:ext uri="{FF2B5EF4-FFF2-40B4-BE49-F238E27FC236}">
                  <a16:creationId xmlns:a16="http://schemas.microsoft.com/office/drawing/2014/main" id="{21215530-3A1E-1C1B-222E-D0196738852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47640" y="3887469"/>
              <a:ext cx="364490" cy="527050"/>
            </a:xfrm>
            <a:prstGeom prst="rect">
              <a:avLst/>
            </a:prstGeom>
          </p:spPr>
        </p:pic>
        <p:sp>
          <p:nvSpPr>
            <p:cNvPr id="29" name="object 25">
              <a:extLst>
                <a:ext uri="{FF2B5EF4-FFF2-40B4-BE49-F238E27FC236}">
                  <a16:creationId xmlns:a16="http://schemas.microsoft.com/office/drawing/2014/main" id="{8FBD5E91-8E9D-C01E-FB6E-E6663D555F6E}"/>
                </a:ext>
              </a:extLst>
            </p:cNvPr>
            <p:cNvSpPr/>
            <p:nvPr/>
          </p:nvSpPr>
          <p:spPr>
            <a:xfrm>
              <a:off x="5297170" y="3892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6">
              <a:extLst>
                <a:ext uri="{FF2B5EF4-FFF2-40B4-BE49-F238E27FC236}">
                  <a16:creationId xmlns:a16="http://schemas.microsoft.com/office/drawing/2014/main" id="{D0317AC0-A290-1B30-D4EB-37E58FBC6F0E}"/>
                </a:ext>
              </a:extLst>
            </p:cNvPr>
            <p:cNvSpPr/>
            <p:nvPr/>
          </p:nvSpPr>
          <p:spPr>
            <a:xfrm>
              <a:off x="5297170" y="3892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27">
              <a:extLst>
                <a:ext uri="{FF2B5EF4-FFF2-40B4-BE49-F238E27FC236}">
                  <a16:creationId xmlns:a16="http://schemas.microsoft.com/office/drawing/2014/main" id="{3D7F995E-6B58-9B07-E6B6-552B0881DB28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48909" y="3813809"/>
              <a:ext cx="368300" cy="74929"/>
            </a:xfrm>
            <a:prstGeom prst="rect">
              <a:avLst/>
            </a:prstGeom>
          </p:spPr>
        </p:pic>
        <p:pic>
          <p:nvPicPr>
            <p:cNvPr id="32" name="object 28">
              <a:extLst>
                <a:ext uri="{FF2B5EF4-FFF2-40B4-BE49-F238E27FC236}">
                  <a16:creationId xmlns:a16="http://schemas.microsoft.com/office/drawing/2014/main" id="{BC067EC6-2683-B658-E908-02D6DD9B5147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79390" y="3887469"/>
              <a:ext cx="300989" cy="500380"/>
            </a:xfrm>
            <a:prstGeom prst="rect">
              <a:avLst/>
            </a:prstGeom>
          </p:spPr>
        </p:pic>
        <p:sp>
          <p:nvSpPr>
            <p:cNvPr id="33" name="object 29">
              <a:extLst>
                <a:ext uri="{FF2B5EF4-FFF2-40B4-BE49-F238E27FC236}">
                  <a16:creationId xmlns:a16="http://schemas.microsoft.com/office/drawing/2014/main" id="{DCCFABF9-A200-DF51-C0AF-105BCC2FDBE5}"/>
                </a:ext>
              </a:extLst>
            </p:cNvPr>
            <p:cNvSpPr/>
            <p:nvPr/>
          </p:nvSpPr>
          <p:spPr>
            <a:xfrm>
              <a:off x="5346700" y="399541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70" h="69850">
                  <a:moveTo>
                    <a:pt x="16637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8260"/>
                  </a:lnTo>
                  <a:close/>
                </a:path>
                <a:path w="166370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0">
              <a:extLst>
                <a:ext uri="{FF2B5EF4-FFF2-40B4-BE49-F238E27FC236}">
                  <a16:creationId xmlns:a16="http://schemas.microsoft.com/office/drawing/2014/main" id="{34EF1B81-3C3B-D490-CEC3-7F8C9C21F98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9950" y="2105659"/>
              <a:ext cx="365759" cy="527050"/>
            </a:xfrm>
            <a:prstGeom prst="rect">
              <a:avLst/>
            </a:prstGeom>
          </p:spPr>
        </p:pic>
        <p:sp>
          <p:nvSpPr>
            <p:cNvPr id="35" name="object 31">
              <a:extLst>
                <a:ext uri="{FF2B5EF4-FFF2-40B4-BE49-F238E27FC236}">
                  <a16:creationId xmlns:a16="http://schemas.microsoft.com/office/drawing/2014/main" id="{DBECCAA9-91D3-9D50-9CE0-B263FE4E56AF}"/>
                </a:ext>
              </a:extLst>
            </p:cNvPr>
            <p:cNvSpPr/>
            <p:nvPr/>
          </p:nvSpPr>
          <p:spPr>
            <a:xfrm>
              <a:off x="5999479" y="21107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2">
              <a:extLst>
                <a:ext uri="{FF2B5EF4-FFF2-40B4-BE49-F238E27FC236}">
                  <a16:creationId xmlns:a16="http://schemas.microsoft.com/office/drawing/2014/main" id="{0CF561C7-701A-B3AF-F107-36C670D74997}"/>
                </a:ext>
              </a:extLst>
            </p:cNvPr>
            <p:cNvSpPr/>
            <p:nvPr/>
          </p:nvSpPr>
          <p:spPr>
            <a:xfrm>
              <a:off x="5999479" y="21107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3">
              <a:extLst>
                <a:ext uri="{FF2B5EF4-FFF2-40B4-BE49-F238E27FC236}">
                  <a16:creationId xmlns:a16="http://schemas.microsoft.com/office/drawing/2014/main" id="{4765BC43-11F2-EEEA-423E-82E8C553AC04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51220" y="2031999"/>
              <a:ext cx="369570" cy="74929"/>
            </a:xfrm>
            <a:prstGeom prst="rect">
              <a:avLst/>
            </a:prstGeom>
          </p:spPr>
        </p:pic>
        <p:pic>
          <p:nvPicPr>
            <p:cNvPr id="38" name="object 34">
              <a:extLst>
                <a:ext uri="{FF2B5EF4-FFF2-40B4-BE49-F238E27FC236}">
                  <a16:creationId xmlns:a16="http://schemas.microsoft.com/office/drawing/2014/main" id="{E194AA8A-0305-CEA6-FF50-658E089F6C42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81700" y="2105659"/>
              <a:ext cx="302260" cy="500380"/>
            </a:xfrm>
            <a:prstGeom prst="rect">
              <a:avLst/>
            </a:prstGeom>
          </p:spPr>
        </p:pic>
        <p:sp>
          <p:nvSpPr>
            <p:cNvPr id="39" name="object 35">
              <a:extLst>
                <a:ext uri="{FF2B5EF4-FFF2-40B4-BE49-F238E27FC236}">
                  <a16:creationId xmlns:a16="http://schemas.microsoft.com/office/drawing/2014/main" id="{7D0BA23E-CAE3-D628-D9E0-DD772FB32291}"/>
                </a:ext>
              </a:extLst>
            </p:cNvPr>
            <p:cNvSpPr/>
            <p:nvPr/>
          </p:nvSpPr>
          <p:spPr>
            <a:xfrm>
              <a:off x="6049010" y="2213609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39" h="69850">
                  <a:moveTo>
                    <a:pt x="16764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8260"/>
                  </a:lnTo>
                  <a:close/>
                </a:path>
                <a:path w="167639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36">
              <a:extLst>
                <a:ext uri="{FF2B5EF4-FFF2-40B4-BE49-F238E27FC236}">
                  <a16:creationId xmlns:a16="http://schemas.microsoft.com/office/drawing/2014/main" id="{308125A2-FC6A-F374-BD93-2206DAC8A36D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32550" y="1964689"/>
              <a:ext cx="364489" cy="527050"/>
            </a:xfrm>
            <a:prstGeom prst="rect">
              <a:avLst/>
            </a:prstGeom>
          </p:spPr>
        </p:pic>
        <p:sp>
          <p:nvSpPr>
            <p:cNvPr id="41" name="object 37">
              <a:extLst>
                <a:ext uri="{FF2B5EF4-FFF2-40B4-BE49-F238E27FC236}">
                  <a16:creationId xmlns:a16="http://schemas.microsoft.com/office/drawing/2014/main" id="{7B64E7AC-057E-BDA4-FE1C-DA54BFBCA20E}"/>
                </a:ext>
              </a:extLst>
            </p:cNvPr>
            <p:cNvSpPr/>
            <p:nvPr/>
          </p:nvSpPr>
          <p:spPr>
            <a:xfrm>
              <a:off x="6482079" y="196976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38">
              <a:extLst>
                <a:ext uri="{FF2B5EF4-FFF2-40B4-BE49-F238E27FC236}">
                  <a16:creationId xmlns:a16="http://schemas.microsoft.com/office/drawing/2014/main" id="{D30B7C2E-A848-8040-FBD9-26477102B15E}"/>
                </a:ext>
              </a:extLst>
            </p:cNvPr>
            <p:cNvSpPr/>
            <p:nvPr/>
          </p:nvSpPr>
          <p:spPr>
            <a:xfrm>
              <a:off x="6482079" y="196976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39">
              <a:extLst>
                <a:ext uri="{FF2B5EF4-FFF2-40B4-BE49-F238E27FC236}">
                  <a16:creationId xmlns:a16="http://schemas.microsoft.com/office/drawing/2014/main" id="{8B2BE7FE-76C2-F224-24B4-6670996DF840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33820" y="1891029"/>
              <a:ext cx="368300" cy="74929"/>
            </a:xfrm>
            <a:prstGeom prst="rect">
              <a:avLst/>
            </a:prstGeom>
          </p:spPr>
        </p:pic>
        <p:pic>
          <p:nvPicPr>
            <p:cNvPr id="44" name="object 40">
              <a:extLst>
                <a:ext uri="{FF2B5EF4-FFF2-40B4-BE49-F238E27FC236}">
                  <a16:creationId xmlns:a16="http://schemas.microsoft.com/office/drawing/2014/main" id="{A7674AAF-393C-B170-B5B3-D50433017EF4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64300" y="1964689"/>
              <a:ext cx="300990" cy="500380"/>
            </a:xfrm>
            <a:prstGeom prst="rect">
              <a:avLst/>
            </a:prstGeom>
          </p:spPr>
        </p:pic>
        <p:sp>
          <p:nvSpPr>
            <p:cNvPr id="45" name="object 41">
              <a:extLst>
                <a:ext uri="{FF2B5EF4-FFF2-40B4-BE49-F238E27FC236}">
                  <a16:creationId xmlns:a16="http://schemas.microsoft.com/office/drawing/2014/main" id="{593EE2D8-A018-A944-A0B4-0027B93ACBB4}"/>
                </a:ext>
              </a:extLst>
            </p:cNvPr>
            <p:cNvSpPr/>
            <p:nvPr/>
          </p:nvSpPr>
          <p:spPr>
            <a:xfrm>
              <a:off x="6531597" y="2072639"/>
              <a:ext cx="167005" cy="69850"/>
            </a:xfrm>
            <a:custGeom>
              <a:avLst/>
              <a:gdLst/>
              <a:ahLst/>
              <a:cxnLst/>
              <a:rect l="l" t="t" r="r" b="b"/>
              <a:pathLst>
                <a:path w="167004" h="69850">
                  <a:moveTo>
                    <a:pt x="166382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82" y="69850"/>
                  </a:lnTo>
                  <a:lnTo>
                    <a:pt x="166382" y="48260"/>
                  </a:lnTo>
                  <a:close/>
                </a:path>
                <a:path w="167004" h="69850">
                  <a:moveTo>
                    <a:pt x="166382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82" y="22860"/>
                  </a:lnTo>
                  <a:lnTo>
                    <a:pt x="166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2">
              <a:extLst>
                <a:ext uri="{FF2B5EF4-FFF2-40B4-BE49-F238E27FC236}">
                  <a16:creationId xmlns:a16="http://schemas.microsoft.com/office/drawing/2014/main" id="{3A35E191-0BE6-28C2-7AB4-398AE8227A98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69429" y="2105659"/>
              <a:ext cx="365759" cy="527050"/>
            </a:xfrm>
            <a:prstGeom prst="rect">
              <a:avLst/>
            </a:prstGeom>
          </p:spPr>
        </p:pic>
        <p:sp>
          <p:nvSpPr>
            <p:cNvPr id="47" name="object 43">
              <a:extLst>
                <a:ext uri="{FF2B5EF4-FFF2-40B4-BE49-F238E27FC236}">
                  <a16:creationId xmlns:a16="http://schemas.microsoft.com/office/drawing/2014/main" id="{A1315902-BBFD-480C-D2C7-CB3CD42CEFD4}"/>
                </a:ext>
              </a:extLst>
            </p:cNvPr>
            <p:cNvSpPr/>
            <p:nvPr/>
          </p:nvSpPr>
          <p:spPr>
            <a:xfrm>
              <a:off x="6918959" y="21107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4">
              <a:extLst>
                <a:ext uri="{FF2B5EF4-FFF2-40B4-BE49-F238E27FC236}">
                  <a16:creationId xmlns:a16="http://schemas.microsoft.com/office/drawing/2014/main" id="{15150A95-AF26-E5AA-B9F3-7469DC6E40DC}"/>
                </a:ext>
              </a:extLst>
            </p:cNvPr>
            <p:cNvSpPr/>
            <p:nvPr/>
          </p:nvSpPr>
          <p:spPr>
            <a:xfrm>
              <a:off x="6918959" y="21107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5">
              <a:extLst>
                <a:ext uri="{FF2B5EF4-FFF2-40B4-BE49-F238E27FC236}">
                  <a16:creationId xmlns:a16="http://schemas.microsoft.com/office/drawing/2014/main" id="{F2347D26-EE25-0436-2A5A-7E8E1CDF7857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70700" y="2031999"/>
              <a:ext cx="369570" cy="74929"/>
            </a:xfrm>
            <a:prstGeom prst="rect">
              <a:avLst/>
            </a:prstGeom>
          </p:spPr>
        </p:pic>
        <p:pic>
          <p:nvPicPr>
            <p:cNvPr id="50" name="object 46">
              <a:extLst>
                <a:ext uri="{FF2B5EF4-FFF2-40B4-BE49-F238E27FC236}">
                  <a16:creationId xmlns:a16="http://schemas.microsoft.com/office/drawing/2014/main" id="{D2525FD1-B6BF-4F8F-F0CE-7A22DF7E2EC9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01179" y="2105659"/>
              <a:ext cx="302260" cy="500380"/>
            </a:xfrm>
            <a:prstGeom prst="rect">
              <a:avLst/>
            </a:prstGeom>
          </p:spPr>
        </p:pic>
        <p:sp>
          <p:nvSpPr>
            <p:cNvPr id="51" name="object 47">
              <a:extLst>
                <a:ext uri="{FF2B5EF4-FFF2-40B4-BE49-F238E27FC236}">
                  <a16:creationId xmlns:a16="http://schemas.microsoft.com/office/drawing/2014/main" id="{0B7A7D6E-95F8-89F4-3F29-15B2B1CFF5DF}"/>
                </a:ext>
              </a:extLst>
            </p:cNvPr>
            <p:cNvSpPr/>
            <p:nvPr/>
          </p:nvSpPr>
          <p:spPr>
            <a:xfrm>
              <a:off x="6968490" y="2213609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826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48">
              <a:extLst>
                <a:ext uri="{FF2B5EF4-FFF2-40B4-BE49-F238E27FC236}">
                  <a16:creationId xmlns:a16="http://schemas.microsoft.com/office/drawing/2014/main" id="{630DB98A-6505-B05C-33C2-E98D9A5FC53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315200" y="2105659"/>
              <a:ext cx="365759" cy="527050"/>
            </a:xfrm>
            <a:prstGeom prst="rect">
              <a:avLst/>
            </a:prstGeom>
          </p:spPr>
        </p:pic>
        <p:sp>
          <p:nvSpPr>
            <p:cNvPr id="53" name="object 49">
              <a:extLst>
                <a:ext uri="{FF2B5EF4-FFF2-40B4-BE49-F238E27FC236}">
                  <a16:creationId xmlns:a16="http://schemas.microsoft.com/office/drawing/2014/main" id="{D26CE529-173A-CCD6-3276-C64DDD0C2A9E}"/>
                </a:ext>
              </a:extLst>
            </p:cNvPr>
            <p:cNvSpPr/>
            <p:nvPr/>
          </p:nvSpPr>
          <p:spPr>
            <a:xfrm>
              <a:off x="7364730" y="21107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0">
              <a:extLst>
                <a:ext uri="{FF2B5EF4-FFF2-40B4-BE49-F238E27FC236}">
                  <a16:creationId xmlns:a16="http://schemas.microsoft.com/office/drawing/2014/main" id="{79EAB9BC-5707-8DEF-2A53-8F8727E9198A}"/>
                </a:ext>
              </a:extLst>
            </p:cNvPr>
            <p:cNvSpPr/>
            <p:nvPr/>
          </p:nvSpPr>
          <p:spPr>
            <a:xfrm>
              <a:off x="7364730" y="21107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1">
              <a:extLst>
                <a:ext uri="{FF2B5EF4-FFF2-40B4-BE49-F238E27FC236}">
                  <a16:creationId xmlns:a16="http://schemas.microsoft.com/office/drawing/2014/main" id="{D679E288-97CA-FDCE-E43F-CDF193A28887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16469" y="2031999"/>
              <a:ext cx="369570" cy="74929"/>
            </a:xfrm>
            <a:prstGeom prst="rect">
              <a:avLst/>
            </a:prstGeom>
          </p:spPr>
        </p:pic>
        <p:pic>
          <p:nvPicPr>
            <p:cNvPr id="56" name="object 52">
              <a:extLst>
                <a:ext uri="{FF2B5EF4-FFF2-40B4-BE49-F238E27FC236}">
                  <a16:creationId xmlns:a16="http://schemas.microsoft.com/office/drawing/2014/main" id="{21E68580-A776-17D0-421B-F13631EFCD0B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346950" y="2105659"/>
              <a:ext cx="302259" cy="500380"/>
            </a:xfrm>
            <a:prstGeom prst="rect">
              <a:avLst/>
            </a:prstGeom>
          </p:spPr>
        </p:pic>
        <p:sp>
          <p:nvSpPr>
            <p:cNvPr id="57" name="object 53">
              <a:extLst>
                <a:ext uri="{FF2B5EF4-FFF2-40B4-BE49-F238E27FC236}">
                  <a16:creationId xmlns:a16="http://schemas.microsoft.com/office/drawing/2014/main" id="{29DBDE60-B524-B9DD-F0AF-318E2B4BF9DE}"/>
                </a:ext>
              </a:extLst>
            </p:cNvPr>
            <p:cNvSpPr/>
            <p:nvPr/>
          </p:nvSpPr>
          <p:spPr>
            <a:xfrm>
              <a:off x="7414260" y="2213609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826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4">
              <a:extLst>
                <a:ext uri="{FF2B5EF4-FFF2-40B4-BE49-F238E27FC236}">
                  <a16:creationId xmlns:a16="http://schemas.microsoft.com/office/drawing/2014/main" id="{C442AB47-2A37-8AA6-4DFC-E00665B2A447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00009" y="1964689"/>
              <a:ext cx="364490" cy="527050"/>
            </a:xfrm>
            <a:prstGeom prst="rect">
              <a:avLst/>
            </a:prstGeom>
          </p:spPr>
        </p:pic>
        <p:sp>
          <p:nvSpPr>
            <p:cNvPr id="59" name="object 55">
              <a:extLst>
                <a:ext uri="{FF2B5EF4-FFF2-40B4-BE49-F238E27FC236}">
                  <a16:creationId xmlns:a16="http://schemas.microsoft.com/office/drawing/2014/main" id="{67A08B3B-F745-B585-A8A4-5AE03DC1A693}"/>
                </a:ext>
              </a:extLst>
            </p:cNvPr>
            <p:cNvSpPr/>
            <p:nvPr/>
          </p:nvSpPr>
          <p:spPr>
            <a:xfrm>
              <a:off x="7749540" y="196976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56">
              <a:extLst>
                <a:ext uri="{FF2B5EF4-FFF2-40B4-BE49-F238E27FC236}">
                  <a16:creationId xmlns:a16="http://schemas.microsoft.com/office/drawing/2014/main" id="{A11CF350-8BDA-3E8D-98D0-D2952D60B617}"/>
                </a:ext>
              </a:extLst>
            </p:cNvPr>
            <p:cNvSpPr/>
            <p:nvPr/>
          </p:nvSpPr>
          <p:spPr>
            <a:xfrm>
              <a:off x="7749540" y="196976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57">
              <a:extLst>
                <a:ext uri="{FF2B5EF4-FFF2-40B4-BE49-F238E27FC236}">
                  <a16:creationId xmlns:a16="http://schemas.microsoft.com/office/drawing/2014/main" id="{AFF6680D-A7F6-3444-4FB2-19B9A2D3D2A4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01280" y="1891029"/>
              <a:ext cx="368300" cy="74929"/>
            </a:xfrm>
            <a:prstGeom prst="rect">
              <a:avLst/>
            </a:prstGeom>
          </p:spPr>
        </p:pic>
        <p:pic>
          <p:nvPicPr>
            <p:cNvPr id="62" name="object 58">
              <a:extLst>
                <a:ext uri="{FF2B5EF4-FFF2-40B4-BE49-F238E27FC236}">
                  <a16:creationId xmlns:a16="http://schemas.microsoft.com/office/drawing/2014/main" id="{FB5A3B6D-196A-B73B-D041-1158E25494C9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31759" y="1964689"/>
              <a:ext cx="300990" cy="500380"/>
            </a:xfrm>
            <a:prstGeom prst="rect">
              <a:avLst/>
            </a:prstGeom>
          </p:spPr>
        </p:pic>
        <p:sp>
          <p:nvSpPr>
            <p:cNvPr id="63" name="object 59">
              <a:extLst>
                <a:ext uri="{FF2B5EF4-FFF2-40B4-BE49-F238E27FC236}">
                  <a16:creationId xmlns:a16="http://schemas.microsoft.com/office/drawing/2014/main" id="{3C40FCF8-7D55-885C-709E-E818C331AF34}"/>
                </a:ext>
              </a:extLst>
            </p:cNvPr>
            <p:cNvSpPr/>
            <p:nvPr/>
          </p:nvSpPr>
          <p:spPr>
            <a:xfrm>
              <a:off x="7799070" y="207263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70" h="69850">
                  <a:moveTo>
                    <a:pt x="16637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8260"/>
                  </a:lnTo>
                  <a:close/>
                </a:path>
                <a:path w="166370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40" name="object 60">
              <a:extLst>
                <a:ext uri="{FF2B5EF4-FFF2-40B4-BE49-F238E27FC236}">
                  <a16:creationId xmlns:a16="http://schemas.microsoft.com/office/drawing/2014/main" id="{BDD9AB51-231E-2F8C-7EB9-BA4BF452177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089900" y="2105659"/>
              <a:ext cx="365759" cy="527050"/>
            </a:xfrm>
            <a:prstGeom prst="rect">
              <a:avLst/>
            </a:prstGeom>
          </p:spPr>
        </p:pic>
        <p:sp>
          <p:nvSpPr>
            <p:cNvPr id="10242" name="object 61">
              <a:extLst>
                <a:ext uri="{FF2B5EF4-FFF2-40B4-BE49-F238E27FC236}">
                  <a16:creationId xmlns:a16="http://schemas.microsoft.com/office/drawing/2014/main" id="{E032B74E-7BE3-DEFC-4C56-CE263C2A136B}"/>
                </a:ext>
              </a:extLst>
            </p:cNvPr>
            <p:cNvSpPr/>
            <p:nvPr/>
          </p:nvSpPr>
          <p:spPr>
            <a:xfrm>
              <a:off x="8139430" y="21107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3" name="object 62">
              <a:extLst>
                <a:ext uri="{FF2B5EF4-FFF2-40B4-BE49-F238E27FC236}">
                  <a16:creationId xmlns:a16="http://schemas.microsoft.com/office/drawing/2014/main" id="{ECE19AEC-12C6-4F6A-8790-AB044C896FCD}"/>
                </a:ext>
              </a:extLst>
            </p:cNvPr>
            <p:cNvSpPr/>
            <p:nvPr/>
          </p:nvSpPr>
          <p:spPr>
            <a:xfrm>
              <a:off x="8139430" y="21107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44" name="object 63">
              <a:extLst>
                <a:ext uri="{FF2B5EF4-FFF2-40B4-BE49-F238E27FC236}">
                  <a16:creationId xmlns:a16="http://schemas.microsoft.com/office/drawing/2014/main" id="{D926DDB6-62D7-292B-6C48-03B442FD8DC1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091169" y="2031999"/>
              <a:ext cx="369570" cy="74929"/>
            </a:xfrm>
            <a:prstGeom prst="rect">
              <a:avLst/>
            </a:prstGeom>
          </p:spPr>
        </p:pic>
        <p:pic>
          <p:nvPicPr>
            <p:cNvPr id="10245" name="object 64">
              <a:extLst>
                <a:ext uri="{FF2B5EF4-FFF2-40B4-BE49-F238E27FC236}">
                  <a16:creationId xmlns:a16="http://schemas.microsoft.com/office/drawing/2014/main" id="{BAA0F142-90F8-AB86-DD48-7A02A6144FFA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121650" y="2105659"/>
              <a:ext cx="302259" cy="500380"/>
            </a:xfrm>
            <a:prstGeom prst="rect">
              <a:avLst/>
            </a:prstGeom>
          </p:spPr>
        </p:pic>
        <p:sp>
          <p:nvSpPr>
            <p:cNvPr id="10246" name="object 65">
              <a:extLst>
                <a:ext uri="{FF2B5EF4-FFF2-40B4-BE49-F238E27FC236}">
                  <a16:creationId xmlns:a16="http://schemas.microsoft.com/office/drawing/2014/main" id="{24A1633A-EC08-72D4-7D4A-6313FD25688F}"/>
                </a:ext>
              </a:extLst>
            </p:cNvPr>
            <p:cNvSpPr/>
            <p:nvPr/>
          </p:nvSpPr>
          <p:spPr>
            <a:xfrm>
              <a:off x="8188960" y="2213609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826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47" name="object 66">
              <a:extLst>
                <a:ext uri="{FF2B5EF4-FFF2-40B4-BE49-F238E27FC236}">
                  <a16:creationId xmlns:a16="http://schemas.microsoft.com/office/drawing/2014/main" id="{FB3133EA-E1C4-904F-3E42-CCAAD9008FD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29660" y="2564129"/>
              <a:ext cx="1203960" cy="170179"/>
            </a:xfrm>
            <a:prstGeom prst="rect">
              <a:avLst/>
            </a:prstGeom>
          </p:spPr>
        </p:pic>
        <p:sp>
          <p:nvSpPr>
            <p:cNvPr id="10248" name="object 67">
              <a:extLst>
                <a:ext uri="{FF2B5EF4-FFF2-40B4-BE49-F238E27FC236}">
                  <a16:creationId xmlns:a16="http://schemas.microsoft.com/office/drawing/2014/main" id="{63ABCDA3-78F3-2565-9884-904EADFBC26E}"/>
                </a:ext>
              </a:extLst>
            </p:cNvPr>
            <p:cNvSpPr/>
            <p:nvPr/>
          </p:nvSpPr>
          <p:spPr>
            <a:xfrm>
              <a:off x="3655060" y="2606039"/>
              <a:ext cx="1075690" cy="100330"/>
            </a:xfrm>
            <a:custGeom>
              <a:avLst/>
              <a:gdLst/>
              <a:ahLst/>
              <a:cxnLst/>
              <a:rect l="l" t="t" r="r" b="b"/>
              <a:pathLst>
                <a:path w="1075689" h="100330">
                  <a:moveTo>
                    <a:pt x="4953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49530" y="33020"/>
                  </a:lnTo>
                  <a:lnTo>
                    <a:pt x="49530" y="0"/>
                  </a:lnTo>
                  <a:close/>
                </a:path>
                <a:path w="1075689" h="100330">
                  <a:moveTo>
                    <a:pt x="1075690" y="67310"/>
                  </a:moveTo>
                  <a:lnTo>
                    <a:pt x="71120" y="67310"/>
                  </a:lnTo>
                  <a:lnTo>
                    <a:pt x="71120" y="100330"/>
                  </a:lnTo>
                  <a:lnTo>
                    <a:pt x="1075690" y="100330"/>
                  </a:lnTo>
                  <a:lnTo>
                    <a:pt x="1075690" y="6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49" name="object 68">
              <a:extLst>
                <a:ext uri="{FF2B5EF4-FFF2-40B4-BE49-F238E27FC236}">
                  <a16:creationId xmlns:a16="http://schemas.microsoft.com/office/drawing/2014/main" id="{4FED74E5-3BAF-D569-37EF-3814794B2071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25850" y="2421889"/>
              <a:ext cx="1200150" cy="147320"/>
            </a:xfrm>
            <a:prstGeom prst="rect">
              <a:avLst/>
            </a:prstGeom>
          </p:spPr>
        </p:pic>
        <p:pic>
          <p:nvPicPr>
            <p:cNvPr id="10250" name="object 69">
              <a:extLst>
                <a:ext uri="{FF2B5EF4-FFF2-40B4-BE49-F238E27FC236}">
                  <a16:creationId xmlns:a16="http://schemas.microsoft.com/office/drawing/2014/main" id="{B96F1C74-B31F-832C-B5FC-49FEB865F58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25850" y="2560319"/>
              <a:ext cx="1203960" cy="71120"/>
            </a:xfrm>
            <a:prstGeom prst="rect">
              <a:avLst/>
            </a:prstGeom>
          </p:spPr>
        </p:pic>
        <p:pic>
          <p:nvPicPr>
            <p:cNvPr id="10251" name="object 70">
              <a:extLst>
                <a:ext uri="{FF2B5EF4-FFF2-40B4-BE49-F238E27FC236}">
                  <a16:creationId xmlns:a16="http://schemas.microsoft.com/office/drawing/2014/main" id="{E94CEFAD-12D7-1349-146E-5EFCDF2745F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325359" y="2984499"/>
              <a:ext cx="937259" cy="133350"/>
            </a:xfrm>
            <a:prstGeom prst="rect">
              <a:avLst/>
            </a:prstGeom>
          </p:spPr>
        </p:pic>
        <p:sp>
          <p:nvSpPr>
            <p:cNvPr id="10252" name="object 71">
              <a:extLst>
                <a:ext uri="{FF2B5EF4-FFF2-40B4-BE49-F238E27FC236}">
                  <a16:creationId xmlns:a16="http://schemas.microsoft.com/office/drawing/2014/main" id="{A3DDDE8E-DAD3-B939-3A6E-CBFAEBA7B443}"/>
                </a:ext>
              </a:extLst>
            </p:cNvPr>
            <p:cNvSpPr/>
            <p:nvPr/>
          </p:nvSpPr>
          <p:spPr>
            <a:xfrm>
              <a:off x="7345680" y="3016249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29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29" h="78739">
                  <a:moveTo>
                    <a:pt x="836930" y="53340"/>
                  </a:moveTo>
                  <a:lnTo>
                    <a:pt x="55880" y="53340"/>
                  </a:lnTo>
                  <a:lnTo>
                    <a:pt x="5588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53" name="object 72">
              <a:extLst>
                <a:ext uri="{FF2B5EF4-FFF2-40B4-BE49-F238E27FC236}">
                  <a16:creationId xmlns:a16="http://schemas.microsoft.com/office/drawing/2014/main" id="{A007FAA0-B903-214E-BE81-86D9D393032C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322819" y="2874009"/>
              <a:ext cx="933450" cy="114300"/>
            </a:xfrm>
            <a:prstGeom prst="rect">
              <a:avLst/>
            </a:prstGeom>
          </p:spPr>
        </p:pic>
        <p:pic>
          <p:nvPicPr>
            <p:cNvPr id="10254" name="object 73">
              <a:extLst>
                <a:ext uri="{FF2B5EF4-FFF2-40B4-BE49-F238E27FC236}">
                  <a16:creationId xmlns:a16="http://schemas.microsoft.com/office/drawing/2014/main" id="{49427A16-FEBF-51E7-1564-B81D44F9A324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322819" y="2981959"/>
              <a:ext cx="935989" cy="55879"/>
            </a:xfrm>
            <a:prstGeom prst="rect">
              <a:avLst/>
            </a:prstGeom>
          </p:spPr>
        </p:pic>
        <p:pic>
          <p:nvPicPr>
            <p:cNvPr id="10255" name="object 74">
              <a:extLst>
                <a:ext uri="{FF2B5EF4-FFF2-40B4-BE49-F238E27FC236}">
                  <a16:creationId xmlns:a16="http://schemas.microsoft.com/office/drawing/2014/main" id="{94BA15C6-B3D9-D6E9-D6DD-96B045C6260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96000" y="2984499"/>
              <a:ext cx="937259" cy="133350"/>
            </a:xfrm>
            <a:prstGeom prst="rect">
              <a:avLst/>
            </a:prstGeom>
          </p:spPr>
        </p:pic>
        <p:sp>
          <p:nvSpPr>
            <p:cNvPr id="10256" name="object 75">
              <a:extLst>
                <a:ext uri="{FF2B5EF4-FFF2-40B4-BE49-F238E27FC236}">
                  <a16:creationId xmlns:a16="http://schemas.microsoft.com/office/drawing/2014/main" id="{A089413D-43EB-CE55-51FB-1B10B12F2C41}"/>
                </a:ext>
              </a:extLst>
            </p:cNvPr>
            <p:cNvSpPr/>
            <p:nvPr/>
          </p:nvSpPr>
          <p:spPr>
            <a:xfrm>
              <a:off x="6116320" y="3016249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29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29" h="78739">
                  <a:moveTo>
                    <a:pt x="836930" y="53340"/>
                  </a:moveTo>
                  <a:lnTo>
                    <a:pt x="54610" y="53340"/>
                  </a:lnTo>
                  <a:lnTo>
                    <a:pt x="5461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57" name="object 76">
              <a:extLst>
                <a:ext uri="{FF2B5EF4-FFF2-40B4-BE49-F238E27FC236}">
                  <a16:creationId xmlns:a16="http://schemas.microsoft.com/office/drawing/2014/main" id="{851BFDA8-2D43-BFD1-B997-8B6CE9460543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093459" y="2874009"/>
              <a:ext cx="933449" cy="114300"/>
            </a:xfrm>
            <a:prstGeom prst="rect">
              <a:avLst/>
            </a:prstGeom>
          </p:spPr>
        </p:pic>
        <p:pic>
          <p:nvPicPr>
            <p:cNvPr id="10258" name="object 77">
              <a:extLst>
                <a:ext uri="{FF2B5EF4-FFF2-40B4-BE49-F238E27FC236}">
                  <a16:creationId xmlns:a16="http://schemas.microsoft.com/office/drawing/2014/main" id="{47CFF616-E06C-A132-6396-C8572A8FF773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093459" y="2981959"/>
              <a:ext cx="935989" cy="55879"/>
            </a:xfrm>
            <a:prstGeom prst="rect">
              <a:avLst/>
            </a:prstGeom>
          </p:spPr>
        </p:pic>
        <p:pic>
          <p:nvPicPr>
            <p:cNvPr id="10259" name="object 78">
              <a:extLst>
                <a:ext uri="{FF2B5EF4-FFF2-40B4-BE49-F238E27FC236}">
                  <a16:creationId xmlns:a16="http://schemas.microsoft.com/office/drawing/2014/main" id="{4A3EBD0F-AF27-7747-0B68-E627D9587D2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685279" y="3520439"/>
              <a:ext cx="937259" cy="133350"/>
            </a:xfrm>
            <a:prstGeom prst="rect">
              <a:avLst/>
            </a:prstGeom>
          </p:spPr>
        </p:pic>
        <p:sp>
          <p:nvSpPr>
            <p:cNvPr id="10260" name="object 79">
              <a:extLst>
                <a:ext uri="{FF2B5EF4-FFF2-40B4-BE49-F238E27FC236}">
                  <a16:creationId xmlns:a16="http://schemas.microsoft.com/office/drawing/2014/main" id="{0B8A9FD8-E1E9-4994-F990-5BA79D846CC3}"/>
                </a:ext>
              </a:extLst>
            </p:cNvPr>
            <p:cNvSpPr/>
            <p:nvPr/>
          </p:nvSpPr>
          <p:spPr>
            <a:xfrm>
              <a:off x="6705600" y="3552189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29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29" h="78739">
                  <a:moveTo>
                    <a:pt x="836930" y="53340"/>
                  </a:moveTo>
                  <a:lnTo>
                    <a:pt x="55880" y="53340"/>
                  </a:lnTo>
                  <a:lnTo>
                    <a:pt x="5588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61" name="object 80">
              <a:extLst>
                <a:ext uri="{FF2B5EF4-FFF2-40B4-BE49-F238E27FC236}">
                  <a16:creationId xmlns:a16="http://schemas.microsoft.com/office/drawing/2014/main" id="{2AF9CC1A-41F2-6BBC-72E4-6995D639F7C3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682740" y="3409949"/>
              <a:ext cx="933450" cy="114300"/>
            </a:xfrm>
            <a:prstGeom prst="rect">
              <a:avLst/>
            </a:prstGeom>
          </p:spPr>
        </p:pic>
        <p:pic>
          <p:nvPicPr>
            <p:cNvPr id="10262" name="object 81">
              <a:extLst>
                <a:ext uri="{FF2B5EF4-FFF2-40B4-BE49-F238E27FC236}">
                  <a16:creationId xmlns:a16="http://schemas.microsoft.com/office/drawing/2014/main" id="{7BA9FA1C-C504-5FBA-59A7-85913ACE52A2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682740" y="3517900"/>
              <a:ext cx="935989" cy="55879"/>
            </a:xfrm>
            <a:prstGeom prst="rect">
              <a:avLst/>
            </a:prstGeom>
          </p:spPr>
        </p:pic>
        <p:pic>
          <p:nvPicPr>
            <p:cNvPr id="10263" name="object 82">
              <a:extLst>
                <a:ext uri="{FF2B5EF4-FFF2-40B4-BE49-F238E27FC236}">
                  <a16:creationId xmlns:a16="http://schemas.microsoft.com/office/drawing/2014/main" id="{907DF351-D9B2-E756-C531-8BFD9ED4FE8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506969" y="4029709"/>
              <a:ext cx="937259" cy="132080"/>
            </a:xfrm>
            <a:prstGeom prst="rect">
              <a:avLst/>
            </a:prstGeom>
          </p:spPr>
        </p:pic>
        <p:sp>
          <p:nvSpPr>
            <p:cNvPr id="10264" name="object 83">
              <a:extLst>
                <a:ext uri="{FF2B5EF4-FFF2-40B4-BE49-F238E27FC236}">
                  <a16:creationId xmlns:a16="http://schemas.microsoft.com/office/drawing/2014/main" id="{CD0516EE-F863-675B-9415-FE203605BFDB}"/>
                </a:ext>
              </a:extLst>
            </p:cNvPr>
            <p:cNvSpPr/>
            <p:nvPr/>
          </p:nvSpPr>
          <p:spPr>
            <a:xfrm>
              <a:off x="7527290" y="4061459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29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29" h="78739">
                  <a:moveTo>
                    <a:pt x="836930" y="53340"/>
                  </a:moveTo>
                  <a:lnTo>
                    <a:pt x="55880" y="53340"/>
                  </a:lnTo>
                  <a:lnTo>
                    <a:pt x="5588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65" name="object 84">
              <a:extLst>
                <a:ext uri="{FF2B5EF4-FFF2-40B4-BE49-F238E27FC236}">
                  <a16:creationId xmlns:a16="http://schemas.microsoft.com/office/drawing/2014/main" id="{7F9AD63F-A609-B4C8-2F3B-F0A893C64231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04430" y="3919219"/>
              <a:ext cx="933450" cy="114300"/>
            </a:xfrm>
            <a:prstGeom prst="rect">
              <a:avLst/>
            </a:prstGeom>
          </p:spPr>
        </p:pic>
        <p:pic>
          <p:nvPicPr>
            <p:cNvPr id="10266" name="object 85">
              <a:extLst>
                <a:ext uri="{FF2B5EF4-FFF2-40B4-BE49-F238E27FC236}">
                  <a16:creationId xmlns:a16="http://schemas.microsoft.com/office/drawing/2014/main" id="{ADEA4319-1505-0960-1C23-54E237450C27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504430" y="4027169"/>
              <a:ext cx="935989" cy="54610"/>
            </a:xfrm>
            <a:prstGeom prst="rect">
              <a:avLst/>
            </a:prstGeom>
          </p:spPr>
        </p:pic>
        <p:pic>
          <p:nvPicPr>
            <p:cNvPr id="10267" name="object 86">
              <a:extLst>
                <a:ext uri="{FF2B5EF4-FFF2-40B4-BE49-F238E27FC236}">
                  <a16:creationId xmlns:a16="http://schemas.microsoft.com/office/drawing/2014/main" id="{8DCC1CC7-7D32-F818-6C53-F86F7A8787E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88379" y="4047489"/>
              <a:ext cx="937259" cy="132080"/>
            </a:xfrm>
            <a:prstGeom prst="rect">
              <a:avLst/>
            </a:prstGeom>
          </p:spPr>
        </p:pic>
        <p:sp>
          <p:nvSpPr>
            <p:cNvPr id="10268" name="object 87">
              <a:extLst>
                <a:ext uri="{FF2B5EF4-FFF2-40B4-BE49-F238E27FC236}">
                  <a16:creationId xmlns:a16="http://schemas.microsoft.com/office/drawing/2014/main" id="{AAF1437A-A9E2-D5B4-B740-DABA0AF6FEC1}"/>
                </a:ext>
              </a:extLst>
            </p:cNvPr>
            <p:cNvSpPr/>
            <p:nvPr/>
          </p:nvSpPr>
          <p:spPr>
            <a:xfrm>
              <a:off x="6108700" y="4079239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29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29" h="78739">
                  <a:moveTo>
                    <a:pt x="836930" y="53340"/>
                  </a:moveTo>
                  <a:lnTo>
                    <a:pt x="55880" y="53340"/>
                  </a:lnTo>
                  <a:lnTo>
                    <a:pt x="5588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69" name="object 88">
              <a:extLst>
                <a:ext uri="{FF2B5EF4-FFF2-40B4-BE49-F238E27FC236}">
                  <a16:creationId xmlns:a16="http://schemas.microsoft.com/office/drawing/2014/main" id="{F0C532CA-A602-E640-CD20-6C3D73DB0EEE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085840" y="3937000"/>
              <a:ext cx="933450" cy="114300"/>
            </a:xfrm>
            <a:prstGeom prst="rect">
              <a:avLst/>
            </a:prstGeom>
          </p:spPr>
        </p:pic>
        <p:pic>
          <p:nvPicPr>
            <p:cNvPr id="10270" name="object 89">
              <a:extLst>
                <a:ext uri="{FF2B5EF4-FFF2-40B4-BE49-F238E27FC236}">
                  <a16:creationId xmlns:a16="http://schemas.microsoft.com/office/drawing/2014/main" id="{A9C817AD-E175-B095-4BB5-F3A248C99DDA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85840" y="4044950"/>
              <a:ext cx="935989" cy="54610"/>
            </a:xfrm>
            <a:prstGeom prst="rect">
              <a:avLst/>
            </a:prstGeom>
          </p:spPr>
        </p:pic>
        <p:pic>
          <p:nvPicPr>
            <p:cNvPr id="10271" name="object 90">
              <a:extLst>
                <a:ext uri="{FF2B5EF4-FFF2-40B4-BE49-F238E27FC236}">
                  <a16:creationId xmlns:a16="http://schemas.microsoft.com/office/drawing/2014/main" id="{71AEC9CB-C712-FE22-A743-A0F96504DB6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83560" y="3100069"/>
              <a:ext cx="937260" cy="132079"/>
            </a:xfrm>
            <a:prstGeom prst="rect">
              <a:avLst/>
            </a:prstGeom>
          </p:spPr>
        </p:pic>
        <p:sp>
          <p:nvSpPr>
            <p:cNvPr id="10272" name="object 91">
              <a:extLst>
                <a:ext uri="{FF2B5EF4-FFF2-40B4-BE49-F238E27FC236}">
                  <a16:creationId xmlns:a16="http://schemas.microsoft.com/office/drawing/2014/main" id="{A69B5A12-7A15-2B40-DE17-78AA39B62352}"/>
                </a:ext>
              </a:extLst>
            </p:cNvPr>
            <p:cNvSpPr/>
            <p:nvPr/>
          </p:nvSpPr>
          <p:spPr>
            <a:xfrm>
              <a:off x="3103880" y="3131819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29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29" h="78739">
                  <a:moveTo>
                    <a:pt x="836930" y="53340"/>
                  </a:moveTo>
                  <a:lnTo>
                    <a:pt x="55880" y="53340"/>
                  </a:lnTo>
                  <a:lnTo>
                    <a:pt x="5588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73" name="object 92">
              <a:extLst>
                <a:ext uri="{FF2B5EF4-FFF2-40B4-BE49-F238E27FC236}">
                  <a16:creationId xmlns:a16="http://schemas.microsoft.com/office/drawing/2014/main" id="{5F8D7C67-DC61-518A-EDD5-382FB110006B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081020" y="2989579"/>
              <a:ext cx="933450" cy="114300"/>
            </a:xfrm>
            <a:prstGeom prst="rect">
              <a:avLst/>
            </a:prstGeom>
          </p:spPr>
        </p:pic>
        <p:pic>
          <p:nvPicPr>
            <p:cNvPr id="10274" name="object 93">
              <a:extLst>
                <a:ext uri="{FF2B5EF4-FFF2-40B4-BE49-F238E27FC236}">
                  <a16:creationId xmlns:a16="http://schemas.microsoft.com/office/drawing/2014/main" id="{E24A8B94-F6A2-9F3E-8972-11AA0EBC2AAA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081020" y="3097529"/>
              <a:ext cx="935990" cy="54610"/>
            </a:xfrm>
            <a:prstGeom prst="rect">
              <a:avLst/>
            </a:prstGeom>
          </p:spPr>
        </p:pic>
        <p:pic>
          <p:nvPicPr>
            <p:cNvPr id="10275" name="object 94">
              <a:extLst>
                <a:ext uri="{FF2B5EF4-FFF2-40B4-BE49-F238E27FC236}">
                  <a16:creationId xmlns:a16="http://schemas.microsoft.com/office/drawing/2014/main" id="{382219F3-4AE0-7A45-915D-BA4026DCB385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40729" y="4441189"/>
              <a:ext cx="345439" cy="759460"/>
            </a:xfrm>
            <a:prstGeom prst="rect">
              <a:avLst/>
            </a:prstGeom>
          </p:spPr>
        </p:pic>
        <p:sp>
          <p:nvSpPr>
            <p:cNvPr id="10276" name="object 95">
              <a:extLst>
                <a:ext uri="{FF2B5EF4-FFF2-40B4-BE49-F238E27FC236}">
                  <a16:creationId xmlns:a16="http://schemas.microsoft.com/office/drawing/2014/main" id="{98FCB7F0-1DAB-0F59-6C23-F24142A590D0}"/>
                </a:ext>
              </a:extLst>
            </p:cNvPr>
            <p:cNvSpPr/>
            <p:nvPr/>
          </p:nvSpPr>
          <p:spPr>
            <a:xfrm>
              <a:off x="5840729" y="4441189"/>
              <a:ext cx="344170" cy="758190"/>
            </a:xfrm>
            <a:custGeom>
              <a:avLst/>
              <a:gdLst/>
              <a:ahLst/>
              <a:cxnLst/>
              <a:rect l="l" t="t" r="r" b="b"/>
              <a:pathLst>
                <a:path w="344170" h="758189">
                  <a:moveTo>
                    <a:pt x="344170" y="758190"/>
                  </a:moveTo>
                  <a:lnTo>
                    <a:pt x="0" y="758190"/>
                  </a:lnTo>
                  <a:lnTo>
                    <a:pt x="0" y="0"/>
                  </a:lnTo>
                  <a:lnTo>
                    <a:pt x="344170" y="0"/>
                  </a:lnTo>
                  <a:lnTo>
                    <a:pt x="344170" y="75819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77" name="object 96">
              <a:extLst>
                <a:ext uri="{FF2B5EF4-FFF2-40B4-BE49-F238E27FC236}">
                  <a16:creationId xmlns:a16="http://schemas.microsoft.com/office/drawing/2014/main" id="{19215B54-BEA4-080C-F4B4-AEEFEA81719B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840729" y="4340859"/>
              <a:ext cx="347979" cy="93980"/>
            </a:xfrm>
            <a:prstGeom prst="rect">
              <a:avLst/>
            </a:prstGeom>
          </p:spPr>
        </p:pic>
        <p:pic>
          <p:nvPicPr>
            <p:cNvPr id="10278" name="object 97">
              <a:extLst>
                <a:ext uri="{FF2B5EF4-FFF2-40B4-BE49-F238E27FC236}">
                  <a16:creationId xmlns:a16="http://schemas.microsoft.com/office/drawing/2014/main" id="{25F196C5-256C-9EFD-AC07-6AB24DD14443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880734" y="4719954"/>
              <a:ext cx="264795" cy="208915"/>
            </a:xfrm>
            <a:prstGeom prst="rect">
              <a:avLst/>
            </a:prstGeom>
          </p:spPr>
        </p:pic>
        <p:pic>
          <p:nvPicPr>
            <p:cNvPr id="10279" name="object 98">
              <a:extLst>
                <a:ext uri="{FF2B5EF4-FFF2-40B4-BE49-F238E27FC236}">
                  <a16:creationId xmlns:a16="http://schemas.microsoft.com/office/drawing/2014/main" id="{3BD855D9-4ACE-FBF1-DEDF-BE07B9751AE9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881370" y="4494529"/>
              <a:ext cx="264160" cy="203200"/>
            </a:xfrm>
            <a:prstGeom prst="rect">
              <a:avLst/>
            </a:prstGeom>
          </p:spPr>
        </p:pic>
        <p:pic>
          <p:nvPicPr>
            <p:cNvPr id="10280" name="object 99">
              <a:extLst>
                <a:ext uri="{FF2B5EF4-FFF2-40B4-BE49-F238E27FC236}">
                  <a16:creationId xmlns:a16="http://schemas.microsoft.com/office/drawing/2014/main" id="{D8AEF45C-38E9-0588-4086-B7F10F03F715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805429" y="3670300"/>
              <a:ext cx="345439" cy="759460"/>
            </a:xfrm>
            <a:prstGeom prst="rect">
              <a:avLst/>
            </a:prstGeom>
          </p:spPr>
        </p:pic>
        <p:sp>
          <p:nvSpPr>
            <p:cNvPr id="10281" name="object 100">
              <a:extLst>
                <a:ext uri="{FF2B5EF4-FFF2-40B4-BE49-F238E27FC236}">
                  <a16:creationId xmlns:a16="http://schemas.microsoft.com/office/drawing/2014/main" id="{1F18797F-77E8-75F5-0CD5-F6000144304C}"/>
                </a:ext>
              </a:extLst>
            </p:cNvPr>
            <p:cNvSpPr/>
            <p:nvPr/>
          </p:nvSpPr>
          <p:spPr>
            <a:xfrm>
              <a:off x="2805429" y="3670300"/>
              <a:ext cx="344170" cy="758190"/>
            </a:xfrm>
            <a:custGeom>
              <a:avLst/>
              <a:gdLst/>
              <a:ahLst/>
              <a:cxnLst/>
              <a:rect l="l" t="t" r="r" b="b"/>
              <a:pathLst>
                <a:path w="344169" h="758189">
                  <a:moveTo>
                    <a:pt x="344169" y="758189"/>
                  </a:moveTo>
                  <a:lnTo>
                    <a:pt x="0" y="758189"/>
                  </a:lnTo>
                  <a:lnTo>
                    <a:pt x="0" y="0"/>
                  </a:lnTo>
                  <a:lnTo>
                    <a:pt x="344169" y="0"/>
                  </a:lnTo>
                  <a:lnTo>
                    <a:pt x="344169" y="75818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82" name="object 101">
              <a:extLst>
                <a:ext uri="{FF2B5EF4-FFF2-40B4-BE49-F238E27FC236}">
                  <a16:creationId xmlns:a16="http://schemas.microsoft.com/office/drawing/2014/main" id="{D8D4C4E8-FA02-5EAF-04D6-66CFBCE85445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805429" y="3569969"/>
              <a:ext cx="347980" cy="93979"/>
            </a:xfrm>
            <a:prstGeom prst="rect">
              <a:avLst/>
            </a:prstGeom>
          </p:spPr>
        </p:pic>
        <p:pic>
          <p:nvPicPr>
            <p:cNvPr id="10283" name="object 102">
              <a:extLst>
                <a:ext uri="{FF2B5EF4-FFF2-40B4-BE49-F238E27FC236}">
                  <a16:creationId xmlns:a16="http://schemas.microsoft.com/office/drawing/2014/main" id="{F16150D2-E87C-FECB-C30C-4A2FB2274CE0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845435" y="3949064"/>
              <a:ext cx="264795" cy="208915"/>
            </a:xfrm>
            <a:prstGeom prst="rect">
              <a:avLst/>
            </a:prstGeom>
          </p:spPr>
        </p:pic>
        <p:pic>
          <p:nvPicPr>
            <p:cNvPr id="10284" name="object 103">
              <a:extLst>
                <a:ext uri="{FF2B5EF4-FFF2-40B4-BE49-F238E27FC236}">
                  <a16:creationId xmlns:a16="http://schemas.microsoft.com/office/drawing/2014/main" id="{A7655448-F926-2F78-D6C0-F2940DC38977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846070" y="3723639"/>
              <a:ext cx="264160" cy="203200"/>
            </a:xfrm>
            <a:prstGeom prst="rect">
              <a:avLst/>
            </a:prstGeom>
          </p:spPr>
        </p:pic>
        <p:sp>
          <p:nvSpPr>
            <p:cNvPr id="10285" name="object 104">
              <a:extLst>
                <a:ext uri="{FF2B5EF4-FFF2-40B4-BE49-F238E27FC236}">
                  <a16:creationId xmlns:a16="http://schemas.microsoft.com/office/drawing/2014/main" id="{1ED0C678-1230-AF73-4F74-10CAABB4A9CE}"/>
                </a:ext>
              </a:extLst>
            </p:cNvPr>
            <p:cNvSpPr/>
            <p:nvPr/>
          </p:nvSpPr>
          <p:spPr>
            <a:xfrm>
              <a:off x="786129" y="2622549"/>
              <a:ext cx="1341120" cy="1314450"/>
            </a:xfrm>
            <a:custGeom>
              <a:avLst/>
              <a:gdLst/>
              <a:ahLst/>
              <a:cxnLst/>
              <a:rect l="l" t="t" r="r" b="b"/>
              <a:pathLst>
                <a:path w="1341120" h="1314450">
                  <a:moveTo>
                    <a:pt x="441960" y="62229"/>
                  </a:moveTo>
                  <a:lnTo>
                    <a:pt x="0" y="1021080"/>
                  </a:lnTo>
                </a:path>
                <a:path w="1341120" h="1314450">
                  <a:moveTo>
                    <a:pt x="998219" y="20320"/>
                  </a:moveTo>
                  <a:lnTo>
                    <a:pt x="1341120" y="1225550"/>
                  </a:lnTo>
                </a:path>
                <a:path w="1341120" h="1314450">
                  <a:moveTo>
                    <a:pt x="740410" y="0"/>
                  </a:moveTo>
                  <a:lnTo>
                    <a:pt x="902969" y="1314450"/>
                  </a:lnTo>
                </a:path>
                <a:path w="1341120" h="1314450">
                  <a:moveTo>
                    <a:pt x="575310" y="64770"/>
                  </a:moveTo>
                  <a:lnTo>
                    <a:pt x="441960" y="1259839"/>
                  </a:lnTo>
                </a:path>
              </a:pathLst>
            </a:custGeom>
            <a:ln w="9344">
              <a:solidFill>
                <a:srgbClr val="DFAC1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86" name="object 105">
              <a:extLst>
                <a:ext uri="{FF2B5EF4-FFF2-40B4-BE49-F238E27FC236}">
                  <a16:creationId xmlns:a16="http://schemas.microsoft.com/office/drawing/2014/main" id="{AC915466-1591-0711-B305-17EDE6571CCB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46480" y="3910329"/>
              <a:ext cx="365759" cy="527050"/>
            </a:xfrm>
            <a:prstGeom prst="rect">
              <a:avLst/>
            </a:prstGeom>
          </p:spPr>
        </p:pic>
        <p:sp>
          <p:nvSpPr>
            <p:cNvPr id="10287" name="object 106">
              <a:extLst>
                <a:ext uri="{FF2B5EF4-FFF2-40B4-BE49-F238E27FC236}">
                  <a16:creationId xmlns:a16="http://schemas.microsoft.com/office/drawing/2014/main" id="{F910F825-1843-2FDB-F48E-DA3349BE27C5}"/>
                </a:ext>
              </a:extLst>
            </p:cNvPr>
            <p:cNvSpPr/>
            <p:nvPr/>
          </p:nvSpPr>
          <p:spPr>
            <a:xfrm>
              <a:off x="1096009" y="39154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8" name="object 107">
              <a:extLst>
                <a:ext uri="{FF2B5EF4-FFF2-40B4-BE49-F238E27FC236}">
                  <a16:creationId xmlns:a16="http://schemas.microsoft.com/office/drawing/2014/main" id="{7A11266C-98D6-54A1-029C-885804BC5CF9}"/>
                </a:ext>
              </a:extLst>
            </p:cNvPr>
            <p:cNvSpPr/>
            <p:nvPr/>
          </p:nvSpPr>
          <p:spPr>
            <a:xfrm>
              <a:off x="1096009" y="39154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89" name="object 108">
              <a:extLst>
                <a:ext uri="{FF2B5EF4-FFF2-40B4-BE49-F238E27FC236}">
                  <a16:creationId xmlns:a16="http://schemas.microsoft.com/office/drawing/2014/main" id="{A5172B82-F1E5-0AEC-0270-6B32759D2D94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47750" y="3836669"/>
              <a:ext cx="369569" cy="74930"/>
            </a:xfrm>
            <a:prstGeom prst="rect">
              <a:avLst/>
            </a:prstGeom>
          </p:spPr>
        </p:pic>
        <p:pic>
          <p:nvPicPr>
            <p:cNvPr id="10290" name="object 109">
              <a:extLst>
                <a:ext uri="{FF2B5EF4-FFF2-40B4-BE49-F238E27FC236}">
                  <a16:creationId xmlns:a16="http://schemas.microsoft.com/office/drawing/2014/main" id="{BF1146D2-02CF-847C-8FD0-A874D5728611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78230" y="3910329"/>
              <a:ext cx="302259" cy="500380"/>
            </a:xfrm>
            <a:prstGeom prst="rect">
              <a:avLst/>
            </a:prstGeom>
          </p:spPr>
        </p:pic>
        <p:sp>
          <p:nvSpPr>
            <p:cNvPr id="10291" name="object 110">
              <a:extLst>
                <a:ext uri="{FF2B5EF4-FFF2-40B4-BE49-F238E27FC236}">
                  <a16:creationId xmlns:a16="http://schemas.microsoft.com/office/drawing/2014/main" id="{4477C047-9DF4-1D2B-F492-4C6A2535539B}"/>
                </a:ext>
              </a:extLst>
            </p:cNvPr>
            <p:cNvSpPr/>
            <p:nvPr/>
          </p:nvSpPr>
          <p:spPr>
            <a:xfrm>
              <a:off x="1145540" y="4018279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699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92" name="object 111">
              <a:extLst>
                <a:ext uri="{FF2B5EF4-FFF2-40B4-BE49-F238E27FC236}">
                  <a16:creationId xmlns:a16="http://schemas.microsoft.com/office/drawing/2014/main" id="{2726734D-0C34-1768-C849-D77C39C6867B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96060" y="3910329"/>
              <a:ext cx="365759" cy="527050"/>
            </a:xfrm>
            <a:prstGeom prst="rect">
              <a:avLst/>
            </a:prstGeom>
          </p:spPr>
        </p:pic>
        <p:sp>
          <p:nvSpPr>
            <p:cNvPr id="10293" name="object 112">
              <a:extLst>
                <a:ext uri="{FF2B5EF4-FFF2-40B4-BE49-F238E27FC236}">
                  <a16:creationId xmlns:a16="http://schemas.microsoft.com/office/drawing/2014/main" id="{6B411598-5606-8B29-42BF-01A4EC5A6E0A}"/>
                </a:ext>
              </a:extLst>
            </p:cNvPr>
            <p:cNvSpPr/>
            <p:nvPr/>
          </p:nvSpPr>
          <p:spPr>
            <a:xfrm>
              <a:off x="1545589" y="39154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4" name="object 113">
              <a:extLst>
                <a:ext uri="{FF2B5EF4-FFF2-40B4-BE49-F238E27FC236}">
                  <a16:creationId xmlns:a16="http://schemas.microsoft.com/office/drawing/2014/main" id="{A6F76D68-3C6B-3F2F-FE74-74CC7F01A1FE}"/>
                </a:ext>
              </a:extLst>
            </p:cNvPr>
            <p:cNvSpPr/>
            <p:nvPr/>
          </p:nvSpPr>
          <p:spPr>
            <a:xfrm>
              <a:off x="1545589" y="39154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95" name="object 114">
              <a:extLst>
                <a:ext uri="{FF2B5EF4-FFF2-40B4-BE49-F238E27FC236}">
                  <a16:creationId xmlns:a16="http://schemas.microsoft.com/office/drawing/2014/main" id="{6BF1D2F1-8DC8-922F-01F6-C62373AA34F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97330" y="3836669"/>
              <a:ext cx="369569" cy="74930"/>
            </a:xfrm>
            <a:prstGeom prst="rect">
              <a:avLst/>
            </a:prstGeom>
          </p:spPr>
        </p:pic>
        <p:pic>
          <p:nvPicPr>
            <p:cNvPr id="10296" name="object 115">
              <a:extLst>
                <a:ext uri="{FF2B5EF4-FFF2-40B4-BE49-F238E27FC236}">
                  <a16:creationId xmlns:a16="http://schemas.microsoft.com/office/drawing/2014/main" id="{AAF09BA1-4516-22D4-CBBC-A1FEA08446C9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527810" y="3910329"/>
              <a:ext cx="302259" cy="500380"/>
            </a:xfrm>
            <a:prstGeom prst="rect">
              <a:avLst/>
            </a:prstGeom>
          </p:spPr>
        </p:pic>
        <p:sp>
          <p:nvSpPr>
            <p:cNvPr id="10297" name="object 116">
              <a:extLst>
                <a:ext uri="{FF2B5EF4-FFF2-40B4-BE49-F238E27FC236}">
                  <a16:creationId xmlns:a16="http://schemas.microsoft.com/office/drawing/2014/main" id="{74D5BE64-6688-A57D-3F9C-FBFD128D5323}"/>
                </a:ext>
              </a:extLst>
            </p:cNvPr>
            <p:cNvSpPr/>
            <p:nvPr/>
          </p:nvSpPr>
          <p:spPr>
            <a:xfrm>
              <a:off x="1595120" y="4018279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39" h="69850">
                  <a:moveTo>
                    <a:pt x="16764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6990"/>
                  </a:lnTo>
                  <a:close/>
                </a:path>
                <a:path w="167639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98" name="object 117">
              <a:extLst>
                <a:ext uri="{FF2B5EF4-FFF2-40B4-BE49-F238E27FC236}">
                  <a16:creationId xmlns:a16="http://schemas.microsoft.com/office/drawing/2014/main" id="{FA986546-F50B-BDEF-AA14-0CBE200C67D3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85010" y="3910329"/>
              <a:ext cx="364489" cy="527050"/>
            </a:xfrm>
            <a:prstGeom prst="rect">
              <a:avLst/>
            </a:prstGeom>
          </p:spPr>
        </p:pic>
        <p:sp>
          <p:nvSpPr>
            <p:cNvPr id="10299" name="object 118">
              <a:extLst>
                <a:ext uri="{FF2B5EF4-FFF2-40B4-BE49-F238E27FC236}">
                  <a16:creationId xmlns:a16="http://schemas.microsoft.com/office/drawing/2014/main" id="{AD5B8ECF-48E1-7AF9-0BC1-E49D8ED6E617}"/>
                </a:ext>
              </a:extLst>
            </p:cNvPr>
            <p:cNvSpPr/>
            <p:nvPr/>
          </p:nvSpPr>
          <p:spPr>
            <a:xfrm>
              <a:off x="2034539" y="39154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0" name="object 119">
              <a:extLst>
                <a:ext uri="{FF2B5EF4-FFF2-40B4-BE49-F238E27FC236}">
                  <a16:creationId xmlns:a16="http://schemas.microsoft.com/office/drawing/2014/main" id="{CEE061AE-11DB-0E26-A5E7-71D5D5F79BBE}"/>
                </a:ext>
              </a:extLst>
            </p:cNvPr>
            <p:cNvSpPr/>
            <p:nvPr/>
          </p:nvSpPr>
          <p:spPr>
            <a:xfrm>
              <a:off x="2034539" y="39154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01" name="object 120">
              <a:extLst>
                <a:ext uri="{FF2B5EF4-FFF2-40B4-BE49-F238E27FC236}">
                  <a16:creationId xmlns:a16="http://schemas.microsoft.com/office/drawing/2014/main" id="{2AE22C84-B1C9-E036-9A99-BE52479F7078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86280" y="3836669"/>
              <a:ext cx="368300" cy="74930"/>
            </a:xfrm>
            <a:prstGeom prst="rect">
              <a:avLst/>
            </a:prstGeom>
          </p:spPr>
        </p:pic>
        <p:pic>
          <p:nvPicPr>
            <p:cNvPr id="10302" name="object 121">
              <a:extLst>
                <a:ext uri="{FF2B5EF4-FFF2-40B4-BE49-F238E27FC236}">
                  <a16:creationId xmlns:a16="http://schemas.microsoft.com/office/drawing/2014/main" id="{9B74207C-BE5E-F923-4893-D55DF688C6CA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016760" y="3910329"/>
              <a:ext cx="300989" cy="500380"/>
            </a:xfrm>
            <a:prstGeom prst="rect">
              <a:avLst/>
            </a:prstGeom>
          </p:spPr>
        </p:pic>
        <p:sp>
          <p:nvSpPr>
            <p:cNvPr id="10303" name="object 122">
              <a:extLst>
                <a:ext uri="{FF2B5EF4-FFF2-40B4-BE49-F238E27FC236}">
                  <a16:creationId xmlns:a16="http://schemas.microsoft.com/office/drawing/2014/main" id="{BF5E8C69-1FC0-0058-7B0F-8B9F52B978D6}"/>
                </a:ext>
              </a:extLst>
            </p:cNvPr>
            <p:cNvSpPr/>
            <p:nvPr/>
          </p:nvSpPr>
          <p:spPr>
            <a:xfrm>
              <a:off x="2084070" y="401827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69" h="69850">
                  <a:moveTo>
                    <a:pt x="16637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6990"/>
                  </a:lnTo>
                  <a:close/>
                </a:path>
                <a:path w="166369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04" name="object 123">
              <a:extLst>
                <a:ext uri="{FF2B5EF4-FFF2-40B4-BE49-F238E27FC236}">
                  <a16:creationId xmlns:a16="http://schemas.microsoft.com/office/drawing/2014/main" id="{60F22BBF-78A1-761D-B7DA-F270C8BEF138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13410" y="3670300"/>
              <a:ext cx="345440" cy="759460"/>
            </a:xfrm>
            <a:prstGeom prst="rect">
              <a:avLst/>
            </a:prstGeom>
          </p:spPr>
        </p:pic>
        <p:sp>
          <p:nvSpPr>
            <p:cNvPr id="10305" name="object 124">
              <a:extLst>
                <a:ext uri="{FF2B5EF4-FFF2-40B4-BE49-F238E27FC236}">
                  <a16:creationId xmlns:a16="http://schemas.microsoft.com/office/drawing/2014/main" id="{286AFE32-FC24-E6D6-D320-8939FF8E32FD}"/>
                </a:ext>
              </a:extLst>
            </p:cNvPr>
            <p:cNvSpPr/>
            <p:nvPr/>
          </p:nvSpPr>
          <p:spPr>
            <a:xfrm>
              <a:off x="613410" y="3670300"/>
              <a:ext cx="344170" cy="758190"/>
            </a:xfrm>
            <a:custGeom>
              <a:avLst/>
              <a:gdLst/>
              <a:ahLst/>
              <a:cxnLst/>
              <a:rect l="l" t="t" r="r" b="b"/>
              <a:pathLst>
                <a:path w="344169" h="758189">
                  <a:moveTo>
                    <a:pt x="344170" y="758189"/>
                  </a:moveTo>
                  <a:lnTo>
                    <a:pt x="0" y="758189"/>
                  </a:lnTo>
                  <a:lnTo>
                    <a:pt x="0" y="0"/>
                  </a:lnTo>
                  <a:lnTo>
                    <a:pt x="344170" y="0"/>
                  </a:lnTo>
                  <a:lnTo>
                    <a:pt x="344170" y="75818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06" name="object 125">
              <a:extLst>
                <a:ext uri="{FF2B5EF4-FFF2-40B4-BE49-F238E27FC236}">
                  <a16:creationId xmlns:a16="http://schemas.microsoft.com/office/drawing/2014/main" id="{71B592DA-3E6D-B102-8D72-973C29176D32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13410" y="3569969"/>
              <a:ext cx="347979" cy="93979"/>
            </a:xfrm>
            <a:prstGeom prst="rect">
              <a:avLst/>
            </a:prstGeom>
          </p:spPr>
        </p:pic>
        <p:pic>
          <p:nvPicPr>
            <p:cNvPr id="10307" name="object 126">
              <a:extLst>
                <a:ext uri="{FF2B5EF4-FFF2-40B4-BE49-F238E27FC236}">
                  <a16:creationId xmlns:a16="http://schemas.microsoft.com/office/drawing/2014/main" id="{DF1DDE08-DDDC-937C-7572-3474F95BE90B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53415" y="3949064"/>
              <a:ext cx="264794" cy="208915"/>
            </a:xfrm>
            <a:prstGeom prst="rect">
              <a:avLst/>
            </a:prstGeom>
          </p:spPr>
        </p:pic>
        <p:pic>
          <p:nvPicPr>
            <p:cNvPr id="10308" name="object 127">
              <a:extLst>
                <a:ext uri="{FF2B5EF4-FFF2-40B4-BE49-F238E27FC236}">
                  <a16:creationId xmlns:a16="http://schemas.microsoft.com/office/drawing/2014/main" id="{20AC7A09-74DA-1899-3926-523AE63D05B6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54050" y="3723639"/>
              <a:ext cx="264159" cy="203200"/>
            </a:xfrm>
            <a:prstGeom prst="rect">
              <a:avLst/>
            </a:prstGeom>
          </p:spPr>
        </p:pic>
        <p:pic>
          <p:nvPicPr>
            <p:cNvPr id="10309" name="object 128">
              <a:extLst>
                <a:ext uri="{FF2B5EF4-FFF2-40B4-BE49-F238E27FC236}">
                  <a16:creationId xmlns:a16="http://schemas.microsoft.com/office/drawing/2014/main" id="{88755E53-6CC7-5A40-2EBC-235D4525B2A9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429500" y="4479289"/>
              <a:ext cx="345440" cy="759460"/>
            </a:xfrm>
            <a:prstGeom prst="rect">
              <a:avLst/>
            </a:prstGeom>
          </p:spPr>
        </p:pic>
        <p:sp>
          <p:nvSpPr>
            <p:cNvPr id="10310" name="object 129">
              <a:extLst>
                <a:ext uri="{FF2B5EF4-FFF2-40B4-BE49-F238E27FC236}">
                  <a16:creationId xmlns:a16="http://schemas.microsoft.com/office/drawing/2014/main" id="{D0145610-3819-7645-3E98-6E88EC9C8537}"/>
                </a:ext>
              </a:extLst>
            </p:cNvPr>
            <p:cNvSpPr/>
            <p:nvPr/>
          </p:nvSpPr>
          <p:spPr>
            <a:xfrm>
              <a:off x="7429500" y="4479289"/>
              <a:ext cx="344170" cy="758190"/>
            </a:xfrm>
            <a:custGeom>
              <a:avLst/>
              <a:gdLst/>
              <a:ahLst/>
              <a:cxnLst/>
              <a:rect l="l" t="t" r="r" b="b"/>
              <a:pathLst>
                <a:path w="344170" h="758189">
                  <a:moveTo>
                    <a:pt x="344170" y="758190"/>
                  </a:moveTo>
                  <a:lnTo>
                    <a:pt x="0" y="758190"/>
                  </a:lnTo>
                  <a:lnTo>
                    <a:pt x="0" y="0"/>
                  </a:lnTo>
                  <a:lnTo>
                    <a:pt x="344170" y="0"/>
                  </a:lnTo>
                  <a:lnTo>
                    <a:pt x="344170" y="75819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11" name="object 130">
              <a:extLst>
                <a:ext uri="{FF2B5EF4-FFF2-40B4-BE49-F238E27FC236}">
                  <a16:creationId xmlns:a16="http://schemas.microsoft.com/office/drawing/2014/main" id="{32DECC6D-504D-3352-5847-DB919C508CE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429500" y="4378959"/>
              <a:ext cx="347979" cy="93980"/>
            </a:xfrm>
            <a:prstGeom prst="rect">
              <a:avLst/>
            </a:prstGeom>
          </p:spPr>
        </p:pic>
        <p:pic>
          <p:nvPicPr>
            <p:cNvPr id="10312" name="object 131">
              <a:extLst>
                <a:ext uri="{FF2B5EF4-FFF2-40B4-BE49-F238E27FC236}">
                  <a16:creationId xmlns:a16="http://schemas.microsoft.com/office/drawing/2014/main" id="{2222B53E-F17C-9007-BD60-D21F7F82F9D1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469505" y="4758054"/>
              <a:ext cx="264794" cy="208915"/>
            </a:xfrm>
            <a:prstGeom prst="rect">
              <a:avLst/>
            </a:prstGeom>
          </p:spPr>
        </p:pic>
        <p:pic>
          <p:nvPicPr>
            <p:cNvPr id="10313" name="object 132">
              <a:extLst>
                <a:ext uri="{FF2B5EF4-FFF2-40B4-BE49-F238E27FC236}">
                  <a16:creationId xmlns:a16="http://schemas.microsoft.com/office/drawing/2014/main" id="{73250207-9065-6E56-0279-011025D898DE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470140" y="4532629"/>
              <a:ext cx="264159" cy="203200"/>
            </a:xfrm>
            <a:prstGeom prst="rect">
              <a:avLst/>
            </a:prstGeom>
          </p:spPr>
        </p:pic>
        <p:pic>
          <p:nvPicPr>
            <p:cNvPr id="10314" name="object 133">
              <a:extLst>
                <a:ext uri="{FF2B5EF4-FFF2-40B4-BE49-F238E27FC236}">
                  <a16:creationId xmlns:a16="http://schemas.microsoft.com/office/drawing/2014/main" id="{8DCE2C34-DB61-CCE9-41AA-EE23CE3FD81E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819390" y="4465319"/>
              <a:ext cx="345440" cy="759459"/>
            </a:xfrm>
            <a:prstGeom prst="rect">
              <a:avLst/>
            </a:prstGeom>
          </p:spPr>
        </p:pic>
        <p:sp>
          <p:nvSpPr>
            <p:cNvPr id="10315" name="object 134">
              <a:extLst>
                <a:ext uri="{FF2B5EF4-FFF2-40B4-BE49-F238E27FC236}">
                  <a16:creationId xmlns:a16="http://schemas.microsoft.com/office/drawing/2014/main" id="{721B4D30-292E-2DDA-481C-A66161283561}"/>
                </a:ext>
              </a:extLst>
            </p:cNvPr>
            <p:cNvSpPr/>
            <p:nvPr/>
          </p:nvSpPr>
          <p:spPr>
            <a:xfrm>
              <a:off x="7819390" y="4465319"/>
              <a:ext cx="344170" cy="758190"/>
            </a:xfrm>
            <a:custGeom>
              <a:avLst/>
              <a:gdLst/>
              <a:ahLst/>
              <a:cxnLst/>
              <a:rect l="l" t="t" r="r" b="b"/>
              <a:pathLst>
                <a:path w="344170" h="758189">
                  <a:moveTo>
                    <a:pt x="344169" y="758189"/>
                  </a:moveTo>
                  <a:lnTo>
                    <a:pt x="0" y="758189"/>
                  </a:lnTo>
                  <a:lnTo>
                    <a:pt x="0" y="0"/>
                  </a:lnTo>
                  <a:lnTo>
                    <a:pt x="344169" y="0"/>
                  </a:lnTo>
                  <a:lnTo>
                    <a:pt x="344169" y="75818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16" name="object 135">
              <a:extLst>
                <a:ext uri="{FF2B5EF4-FFF2-40B4-BE49-F238E27FC236}">
                  <a16:creationId xmlns:a16="http://schemas.microsoft.com/office/drawing/2014/main" id="{98262337-EE9C-D5EE-EE39-22C6BED1257D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819390" y="4364989"/>
              <a:ext cx="347979" cy="93980"/>
            </a:xfrm>
            <a:prstGeom prst="rect">
              <a:avLst/>
            </a:prstGeom>
          </p:spPr>
        </p:pic>
        <p:pic>
          <p:nvPicPr>
            <p:cNvPr id="10317" name="object 136">
              <a:extLst>
                <a:ext uri="{FF2B5EF4-FFF2-40B4-BE49-F238E27FC236}">
                  <a16:creationId xmlns:a16="http://schemas.microsoft.com/office/drawing/2014/main" id="{56348519-8173-A5B6-F7D2-4D637E9CF3EE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859394" y="4744084"/>
              <a:ext cx="264794" cy="208915"/>
            </a:xfrm>
            <a:prstGeom prst="rect">
              <a:avLst/>
            </a:prstGeom>
          </p:spPr>
        </p:pic>
        <p:pic>
          <p:nvPicPr>
            <p:cNvPr id="10318" name="object 137">
              <a:extLst>
                <a:ext uri="{FF2B5EF4-FFF2-40B4-BE49-F238E27FC236}">
                  <a16:creationId xmlns:a16="http://schemas.microsoft.com/office/drawing/2014/main" id="{DEFC0184-1EA4-9A7E-A416-F04DCB3CCB57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860030" y="4518659"/>
              <a:ext cx="264159" cy="203200"/>
            </a:xfrm>
            <a:prstGeom prst="rect">
              <a:avLst/>
            </a:prstGeom>
          </p:spPr>
        </p:pic>
        <p:pic>
          <p:nvPicPr>
            <p:cNvPr id="10319" name="object 138">
              <a:extLst>
                <a:ext uri="{FF2B5EF4-FFF2-40B4-BE49-F238E27FC236}">
                  <a16:creationId xmlns:a16="http://schemas.microsoft.com/office/drawing/2014/main" id="{3741AD15-6384-0F40-4366-BD8B9FE3BF99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242300" y="4480559"/>
              <a:ext cx="345440" cy="759459"/>
            </a:xfrm>
            <a:prstGeom prst="rect">
              <a:avLst/>
            </a:prstGeom>
          </p:spPr>
        </p:pic>
        <p:sp>
          <p:nvSpPr>
            <p:cNvPr id="10320" name="object 139">
              <a:extLst>
                <a:ext uri="{FF2B5EF4-FFF2-40B4-BE49-F238E27FC236}">
                  <a16:creationId xmlns:a16="http://schemas.microsoft.com/office/drawing/2014/main" id="{07CC6B0F-2427-6082-7C50-52A56823355F}"/>
                </a:ext>
              </a:extLst>
            </p:cNvPr>
            <p:cNvSpPr/>
            <p:nvPr/>
          </p:nvSpPr>
          <p:spPr>
            <a:xfrm>
              <a:off x="8242300" y="4480559"/>
              <a:ext cx="344170" cy="758190"/>
            </a:xfrm>
            <a:custGeom>
              <a:avLst/>
              <a:gdLst/>
              <a:ahLst/>
              <a:cxnLst/>
              <a:rect l="l" t="t" r="r" b="b"/>
              <a:pathLst>
                <a:path w="344170" h="758189">
                  <a:moveTo>
                    <a:pt x="344170" y="758189"/>
                  </a:moveTo>
                  <a:lnTo>
                    <a:pt x="0" y="758189"/>
                  </a:lnTo>
                  <a:lnTo>
                    <a:pt x="0" y="0"/>
                  </a:lnTo>
                  <a:lnTo>
                    <a:pt x="344170" y="0"/>
                  </a:lnTo>
                  <a:lnTo>
                    <a:pt x="344170" y="75818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21" name="object 140">
              <a:extLst>
                <a:ext uri="{FF2B5EF4-FFF2-40B4-BE49-F238E27FC236}">
                  <a16:creationId xmlns:a16="http://schemas.microsoft.com/office/drawing/2014/main" id="{894DEA4B-E0B0-F1BD-CC87-26E3946842CC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242300" y="4380229"/>
              <a:ext cx="347979" cy="93980"/>
            </a:xfrm>
            <a:prstGeom prst="rect">
              <a:avLst/>
            </a:prstGeom>
          </p:spPr>
        </p:pic>
        <p:pic>
          <p:nvPicPr>
            <p:cNvPr id="10322" name="object 141">
              <a:extLst>
                <a:ext uri="{FF2B5EF4-FFF2-40B4-BE49-F238E27FC236}">
                  <a16:creationId xmlns:a16="http://schemas.microsoft.com/office/drawing/2014/main" id="{CBCD5C9F-8472-E3F8-19B4-1F19E1D70430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8282305" y="4759325"/>
              <a:ext cx="264794" cy="208914"/>
            </a:xfrm>
            <a:prstGeom prst="rect">
              <a:avLst/>
            </a:prstGeom>
          </p:spPr>
        </p:pic>
        <p:pic>
          <p:nvPicPr>
            <p:cNvPr id="10323" name="object 142">
              <a:extLst>
                <a:ext uri="{FF2B5EF4-FFF2-40B4-BE49-F238E27FC236}">
                  <a16:creationId xmlns:a16="http://schemas.microsoft.com/office/drawing/2014/main" id="{95611C5B-CEFB-ED6A-4114-61AF057497E8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282940" y="4533900"/>
              <a:ext cx="264159" cy="203200"/>
            </a:xfrm>
            <a:prstGeom prst="rect">
              <a:avLst/>
            </a:prstGeom>
          </p:spPr>
        </p:pic>
        <p:pic>
          <p:nvPicPr>
            <p:cNvPr id="10324" name="object 143">
              <a:extLst>
                <a:ext uri="{FF2B5EF4-FFF2-40B4-BE49-F238E27FC236}">
                  <a16:creationId xmlns:a16="http://schemas.microsoft.com/office/drawing/2014/main" id="{57C014A4-379B-064C-85D7-7977C0D63816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18229" y="4064000"/>
              <a:ext cx="392429" cy="368300"/>
            </a:xfrm>
            <a:prstGeom prst="rect">
              <a:avLst/>
            </a:prstGeom>
          </p:spPr>
        </p:pic>
        <p:sp>
          <p:nvSpPr>
            <p:cNvPr id="10325" name="object 144">
              <a:extLst>
                <a:ext uri="{FF2B5EF4-FFF2-40B4-BE49-F238E27FC236}">
                  <a16:creationId xmlns:a16="http://schemas.microsoft.com/office/drawing/2014/main" id="{CA10FA60-943D-2F6A-E9B5-6DB6240546BF}"/>
                </a:ext>
              </a:extLst>
            </p:cNvPr>
            <p:cNvSpPr/>
            <p:nvPr/>
          </p:nvSpPr>
          <p:spPr>
            <a:xfrm>
              <a:off x="3652520" y="4185919"/>
              <a:ext cx="330200" cy="114300"/>
            </a:xfrm>
            <a:custGeom>
              <a:avLst/>
              <a:gdLst/>
              <a:ahLst/>
              <a:cxnLst/>
              <a:rect l="l" t="t" r="r" b="b"/>
              <a:pathLst>
                <a:path w="330200" h="114300">
                  <a:moveTo>
                    <a:pt x="330200" y="0"/>
                  </a:moveTo>
                  <a:lnTo>
                    <a:pt x="0" y="0"/>
                  </a:lnTo>
                  <a:lnTo>
                    <a:pt x="0" y="114299"/>
                  </a:lnTo>
                  <a:lnTo>
                    <a:pt x="330200" y="114299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3358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6" name="object 145">
              <a:extLst>
                <a:ext uri="{FF2B5EF4-FFF2-40B4-BE49-F238E27FC236}">
                  <a16:creationId xmlns:a16="http://schemas.microsoft.com/office/drawing/2014/main" id="{2AA780B9-4D76-7223-8AAF-B598ADB001F6}"/>
                </a:ext>
              </a:extLst>
            </p:cNvPr>
            <p:cNvSpPr/>
            <p:nvPr/>
          </p:nvSpPr>
          <p:spPr>
            <a:xfrm>
              <a:off x="3695700" y="4217669"/>
              <a:ext cx="238760" cy="53340"/>
            </a:xfrm>
            <a:custGeom>
              <a:avLst/>
              <a:gdLst/>
              <a:ahLst/>
              <a:cxnLst/>
              <a:rect l="l" t="t" r="r" b="b"/>
              <a:pathLst>
                <a:path w="238760" h="53339">
                  <a:moveTo>
                    <a:pt x="238760" y="0"/>
                  </a:moveTo>
                  <a:lnTo>
                    <a:pt x="0" y="0"/>
                  </a:lnTo>
                  <a:lnTo>
                    <a:pt x="0" y="53339"/>
                  </a:lnTo>
                  <a:lnTo>
                    <a:pt x="238760" y="53339"/>
                  </a:lnTo>
                  <a:lnTo>
                    <a:pt x="2387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7" name="object 146">
              <a:extLst>
                <a:ext uri="{FF2B5EF4-FFF2-40B4-BE49-F238E27FC236}">
                  <a16:creationId xmlns:a16="http://schemas.microsoft.com/office/drawing/2014/main" id="{1443E3C1-0852-05F5-0A33-EDBCAD25C064}"/>
                </a:ext>
              </a:extLst>
            </p:cNvPr>
            <p:cNvSpPr/>
            <p:nvPr/>
          </p:nvSpPr>
          <p:spPr>
            <a:xfrm>
              <a:off x="4222750" y="3119119"/>
              <a:ext cx="502920" cy="566420"/>
            </a:xfrm>
            <a:custGeom>
              <a:avLst/>
              <a:gdLst/>
              <a:ahLst/>
              <a:cxnLst/>
              <a:rect l="l" t="t" r="r" b="b"/>
              <a:pathLst>
                <a:path w="502920" h="566420">
                  <a:moveTo>
                    <a:pt x="502920" y="0"/>
                  </a:moveTo>
                  <a:lnTo>
                    <a:pt x="0" y="566419"/>
                  </a:lnTo>
                </a:path>
              </a:pathLst>
            </a:custGeom>
            <a:ln w="9344">
              <a:solidFill>
                <a:srgbClr val="DFAC1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28" name="object 147">
              <a:extLst>
                <a:ext uri="{FF2B5EF4-FFF2-40B4-BE49-F238E27FC236}">
                  <a16:creationId xmlns:a16="http://schemas.microsoft.com/office/drawing/2014/main" id="{79C6C7F1-16C5-45F2-9333-1E5638511F34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80509" y="3656329"/>
              <a:ext cx="345439" cy="759460"/>
            </a:xfrm>
            <a:prstGeom prst="rect">
              <a:avLst/>
            </a:prstGeom>
          </p:spPr>
        </p:pic>
        <p:sp>
          <p:nvSpPr>
            <p:cNvPr id="10329" name="object 148">
              <a:extLst>
                <a:ext uri="{FF2B5EF4-FFF2-40B4-BE49-F238E27FC236}">
                  <a16:creationId xmlns:a16="http://schemas.microsoft.com/office/drawing/2014/main" id="{28373EC6-8CC4-435D-16A0-78AFA8A6D099}"/>
                </a:ext>
              </a:extLst>
            </p:cNvPr>
            <p:cNvSpPr/>
            <p:nvPr/>
          </p:nvSpPr>
          <p:spPr>
            <a:xfrm>
              <a:off x="4080509" y="3656329"/>
              <a:ext cx="344170" cy="758190"/>
            </a:xfrm>
            <a:custGeom>
              <a:avLst/>
              <a:gdLst/>
              <a:ahLst/>
              <a:cxnLst/>
              <a:rect l="l" t="t" r="r" b="b"/>
              <a:pathLst>
                <a:path w="344170" h="758189">
                  <a:moveTo>
                    <a:pt x="344169" y="758190"/>
                  </a:moveTo>
                  <a:lnTo>
                    <a:pt x="0" y="758190"/>
                  </a:lnTo>
                  <a:lnTo>
                    <a:pt x="0" y="0"/>
                  </a:lnTo>
                  <a:lnTo>
                    <a:pt x="344169" y="0"/>
                  </a:lnTo>
                  <a:lnTo>
                    <a:pt x="344169" y="75819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30" name="object 149">
              <a:extLst>
                <a:ext uri="{FF2B5EF4-FFF2-40B4-BE49-F238E27FC236}">
                  <a16:creationId xmlns:a16="http://schemas.microsoft.com/office/drawing/2014/main" id="{4B3AF569-8577-D73C-E3C4-716D931B7B7A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080509" y="3556000"/>
              <a:ext cx="347979" cy="93980"/>
            </a:xfrm>
            <a:prstGeom prst="rect">
              <a:avLst/>
            </a:prstGeom>
          </p:spPr>
        </p:pic>
        <p:pic>
          <p:nvPicPr>
            <p:cNvPr id="10331" name="object 150">
              <a:extLst>
                <a:ext uri="{FF2B5EF4-FFF2-40B4-BE49-F238E27FC236}">
                  <a16:creationId xmlns:a16="http://schemas.microsoft.com/office/drawing/2014/main" id="{F9850161-1F99-D226-4F32-97BAC3A3CD21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120515" y="3935094"/>
              <a:ext cx="264795" cy="208915"/>
            </a:xfrm>
            <a:prstGeom prst="rect">
              <a:avLst/>
            </a:prstGeom>
          </p:spPr>
        </p:pic>
        <p:pic>
          <p:nvPicPr>
            <p:cNvPr id="10332" name="object 151">
              <a:extLst>
                <a:ext uri="{FF2B5EF4-FFF2-40B4-BE49-F238E27FC236}">
                  <a16:creationId xmlns:a16="http://schemas.microsoft.com/office/drawing/2014/main" id="{30AA5E08-6F2A-9E8B-EB8F-6FA1950E5175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21150" y="3709669"/>
              <a:ext cx="264160" cy="203200"/>
            </a:xfrm>
            <a:prstGeom prst="rect">
              <a:avLst/>
            </a:prstGeom>
          </p:spPr>
        </p:pic>
        <p:pic>
          <p:nvPicPr>
            <p:cNvPr id="10333" name="object 152">
              <a:extLst>
                <a:ext uri="{FF2B5EF4-FFF2-40B4-BE49-F238E27FC236}">
                  <a16:creationId xmlns:a16="http://schemas.microsoft.com/office/drawing/2014/main" id="{7F5DEAA5-465E-F144-7E91-3434AAC13E5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23740" y="3100069"/>
              <a:ext cx="937260" cy="132079"/>
            </a:xfrm>
            <a:prstGeom prst="rect">
              <a:avLst/>
            </a:prstGeom>
          </p:spPr>
        </p:pic>
        <p:sp>
          <p:nvSpPr>
            <p:cNvPr id="10334" name="object 153">
              <a:extLst>
                <a:ext uri="{FF2B5EF4-FFF2-40B4-BE49-F238E27FC236}">
                  <a16:creationId xmlns:a16="http://schemas.microsoft.com/office/drawing/2014/main" id="{3555E02D-796C-91E9-EFA4-69126C6527F4}"/>
                </a:ext>
              </a:extLst>
            </p:cNvPr>
            <p:cNvSpPr/>
            <p:nvPr/>
          </p:nvSpPr>
          <p:spPr>
            <a:xfrm>
              <a:off x="4544060" y="3131819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29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29" h="78739">
                  <a:moveTo>
                    <a:pt x="836930" y="53340"/>
                  </a:moveTo>
                  <a:lnTo>
                    <a:pt x="55880" y="53340"/>
                  </a:lnTo>
                  <a:lnTo>
                    <a:pt x="5588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35" name="object 154">
              <a:extLst>
                <a:ext uri="{FF2B5EF4-FFF2-40B4-BE49-F238E27FC236}">
                  <a16:creationId xmlns:a16="http://schemas.microsoft.com/office/drawing/2014/main" id="{E64545E7-B1BD-9D75-4361-F2635A38DF02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21200" y="2989579"/>
              <a:ext cx="933450" cy="114300"/>
            </a:xfrm>
            <a:prstGeom prst="rect">
              <a:avLst/>
            </a:prstGeom>
          </p:spPr>
        </p:pic>
        <p:pic>
          <p:nvPicPr>
            <p:cNvPr id="10336" name="object 155">
              <a:extLst>
                <a:ext uri="{FF2B5EF4-FFF2-40B4-BE49-F238E27FC236}">
                  <a16:creationId xmlns:a16="http://schemas.microsoft.com/office/drawing/2014/main" id="{44AD00A6-00DC-2182-C1FA-706A7643724C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521200" y="3097529"/>
              <a:ext cx="935989" cy="54610"/>
            </a:xfrm>
            <a:prstGeom prst="rect">
              <a:avLst/>
            </a:prstGeom>
          </p:spPr>
        </p:pic>
        <p:pic>
          <p:nvPicPr>
            <p:cNvPr id="10337" name="object 156">
              <a:extLst>
                <a:ext uri="{FF2B5EF4-FFF2-40B4-BE49-F238E27FC236}">
                  <a16:creationId xmlns:a16="http://schemas.microsoft.com/office/drawing/2014/main" id="{CF82F42B-CCD7-655C-F59C-F8FFF84DD634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215379" y="4445000"/>
              <a:ext cx="530859" cy="756919"/>
            </a:xfrm>
            <a:prstGeom prst="rect">
              <a:avLst/>
            </a:prstGeom>
          </p:spPr>
        </p:pic>
        <p:sp>
          <p:nvSpPr>
            <p:cNvPr id="10338" name="object 157">
              <a:extLst>
                <a:ext uri="{FF2B5EF4-FFF2-40B4-BE49-F238E27FC236}">
                  <a16:creationId xmlns:a16="http://schemas.microsoft.com/office/drawing/2014/main" id="{04A7AF94-B3B0-EBF9-0AD6-67437560AF3C}"/>
                </a:ext>
              </a:extLst>
            </p:cNvPr>
            <p:cNvSpPr/>
            <p:nvPr/>
          </p:nvSpPr>
          <p:spPr>
            <a:xfrm>
              <a:off x="6215379" y="4445000"/>
              <a:ext cx="529590" cy="755650"/>
            </a:xfrm>
            <a:custGeom>
              <a:avLst/>
              <a:gdLst/>
              <a:ahLst/>
              <a:cxnLst/>
              <a:rect l="l" t="t" r="r" b="b"/>
              <a:pathLst>
                <a:path w="529590" h="755650">
                  <a:moveTo>
                    <a:pt x="529590" y="755650"/>
                  </a:moveTo>
                  <a:lnTo>
                    <a:pt x="0" y="755650"/>
                  </a:lnTo>
                  <a:lnTo>
                    <a:pt x="0" y="0"/>
                  </a:lnTo>
                  <a:lnTo>
                    <a:pt x="529590" y="0"/>
                  </a:lnTo>
                  <a:lnTo>
                    <a:pt x="529590" y="75565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39" name="object 158">
              <a:extLst>
                <a:ext uri="{FF2B5EF4-FFF2-40B4-BE49-F238E27FC236}">
                  <a16:creationId xmlns:a16="http://schemas.microsoft.com/office/drawing/2014/main" id="{736B2067-21EA-116B-5D72-A593677A9DFA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240779" y="4491989"/>
              <a:ext cx="219710" cy="664210"/>
            </a:xfrm>
            <a:prstGeom prst="rect">
              <a:avLst/>
            </a:prstGeom>
          </p:spPr>
        </p:pic>
        <p:pic>
          <p:nvPicPr>
            <p:cNvPr id="10340" name="object 159">
              <a:extLst>
                <a:ext uri="{FF2B5EF4-FFF2-40B4-BE49-F238E27FC236}">
                  <a16:creationId xmlns:a16="http://schemas.microsoft.com/office/drawing/2014/main" id="{80ABD54A-22B0-069F-92BD-59F9C796B069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548120" y="4573269"/>
              <a:ext cx="114300" cy="29210"/>
            </a:xfrm>
            <a:prstGeom prst="rect">
              <a:avLst/>
            </a:prstGeom>
          </p:spPr>
        </p:pic>
        <p:pic>
          <p:nvPicPr>
            <p:cNvPr id="10341" name="object 160">
              <a:extLst>
                <a:ext uri="{FF2B5EF4-FFF2-40B4-BE49-F238E27FC236}">
                  <a16:creationId xmlns:a16="http://schemas.microsoft.com/office/drawing/2014/main" id="{18BA291C-0646-7BFF-11E6-9C44084B2B24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212840" y="4335779"/>
              <a:ext cx="523239" cy="97789"/>
            </a:xfrm>
            <a:prstGeom prst="rect">
              <a:avLst/>
            </a:prstGeom>
          </p:spPr>
        </p:pic>
        <p:sp>
          <p:nvSpPr>
            <p:cNvPr id="10342" name="object 161">
              <a:extLst>
                <a:ext uri="{FF2B5EF4-FFF2-40B4-BE49-F238E27FC236}">
                  <a16:creationId xmlns:a16="http://schemas.microsoft.com/office/drawing/2014/main" id="{087B897E-A4FE-F292-FEA1-31C02EF19652}"/>
                </a:ext>
              </a:extLst>
            </p:cNvPr>
            <p:cNvSpPr/>
            <p:nvPr/>
          </p:nvSpPr>
          <p:spPr>
            <a:xfrm>
              <a:off x="6469379" y="4432300"/>
              <a:ext cx="20320" cy="760730"/>
            </a:xfrm>
            <a:custGeom>
              <a:avLst/>
              <a:gdLst/>
              <a:ahLst/>
              <a:cxnLst/>
              <a:rect l="l" t="t" r="r" b="b"/>
              <a:pathLst>
                <a:path w="20320" h="760729">
                  <a:moveTo>
                    <a:pt x="20320" y="0"/>
                  </a:moveTo>
                  <a:lnTo>
                    <a:pt x="0" y="0"/>
                  </a:lnTo>
                  <a:lnTo>
                    <a:pt x="0" y="760730"/>
                  </a:lnTo>
                  <a:lnTo>
                    <a:pt x="20320" y="760730"/>
                  </a:lnTo>
                  <a:lnTo>
                    <a:pt x="20320" y="0"/>
                  </a:lnTo>
                  <a:close/>
                </a:path>
              </a:pathLst>
            </a:custGeom>
            <a:solidFill>
              <a:srgbClr val="C6DE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43" name="object 162">
              <a:extLst>
                <a:ext uri="{FF2B5EF4-FFF2-40B4-BE49-F238E27FC236}">
                  <a16:creationId xmlns:a16="http://schemas.microsoft.com/office/drawing/2014/main" id="{9C4A2387-25FD-572F-B159-75EE69476CDA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809740" y="4445000"/>
              <a:ext cx="530859" cy="756919"/>
            </a:xfrm>
            <a:prstGeom prst="rect">
              <a:avLst/>
            </a:prstGeom>
          </p:spPr>
        </p:pic>
        <p:sp>
          <p:nvSpPr>
            <p:cNvPr id="10344" name="object 163">
              <a:extLst>
                <a:ext uri="{FF2B5EF4-FFF2-40B4-BE49-F238E27FC236}">
                  <a16:creationId xmlns:a16="http://schemas.microsoft.com/office/drawing/2014/main" id="{A9B66641-BADE-6EE9-4CD6-6253722F621C}"/>
                </a:ext>
              </a:extLst>
            </p:cNvPr>
            <p:cNvSpPr/>
            <p:nvPr/>
          </p:nvSpPr>
          <p:spPr>
            <a:xfrm>
              <a:off x="6809740" y="4445000"/>
              <a:ext cx="529590" cy="755650"/>
            </a:xfrm>
            <a:custGeom>
              <a:avLst/>
              <a:gdLst/>
              <a:ahLst/>
              <a:cxnLst/>
              <a:rect l="l" t="t" r="r" b="b"/>
              <a:pathLst>
                <a:path w="529590" h="755650">
                  <a:moveTo>
                    <a:pt x="529589" y="755650"/>
                  </a:moveTo>
                  <a:lnTo>
                    <a:pt x="0" y="755650"/>
                  </a:lnTo>
                  <a:lnTo>
                    <a:pt x="0" y="0"/>
                  </a:lnTo>
                  <a:lnTo>
                    <a:pt x="529589" y="0"/>
                  </a:lnTo>
                  <a:lnTo>
                    <a:pt x="529589" y="75565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45" name="object 164">
              <a:extLst>
                <a:ext uri="{FF2B5EF4-FFF2-40B4-BE49-F238E27FC236}">
                  <a16:creationId xmlns:a16="http://schemas.microsoft.com/office/drawing/2014/main" id="{0575369B-6B79-F53B-3A68-474381C044CC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835140" y="4491989"/>
              <a:ext cx="220979" cy="664210"/>
            </a:xfrm>
            <a:prstGeom prst="rect">
              <a:avLst/>
            </a:prstGeom>
          </p:spPr>
        </p:pic>
        <p:pic>
          <p:nvPicPr>
            <p:cNvPr id="10346" name="object 165">
              <a:extLst>
                <a:ext uri="{FF2B5EF4-FFF2-40B4-BE49-F238E27FC236}">
                  <a16:creationId xmlns:a16="http://schemas.microsoft.com/office/drawing/2014/main" id="{9775D0B5-5E58-E1CA-23C9-FFF22589EACA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142480" y="4573269"/>
              <a:ext cx="114300" cy="29210"/>
            </a:xfrm>
            <a:prstGeom prst="rect">
              <a:avLst/>
            </a:prstGeom>
          </p:spPr>
        </p:pic>
        <p:pic>
          <p:nvPicPr>
            <p:cNvPr id="10347" name="object 166">
              <a:extLst>
                <a:ext uri="{FF2B5EF4-FFF2-40B4-BE49-F238E27FC236}">
                  <a16:creationId xmlns:a16="http://schemas.microsoft.com/office/drawing/2014/main" id="{FD222104-71B9-4598-7792-FFEEC58B3CE3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807200" y="4335779"/>
              <a:ext cx="523240" cy="97789"/>
            </a:xfrm>
            <a:prstGeom prst="rect">
              <a:avLst/>
            </a:prstGeom>
          </p:spPr>
        </p:pic>
        <p:sp>
          <p:nvSpPr>
            <p:cNvPr id="10348" name="object 167">
              <a:extLst>
                <a:ext uri="{FF2B5EF4-FFF2-40B4-BE49-F238E27FC236}">
                  <a16:creationId xmlns:a16="http://schemas.microsoft.com/office/drawing/2014/main" id="{49C5476E-A253-0E56-0738-6B7DBB0080C6}"/>
                </a:ext>
              </a:extLst>
            </p:cNvPr>
            <p:cNvSpPr/>
            <p:nvPr/>
          </p:nvSpPr>
          <p:spPr>
            <a:xfrm>
              <a:off x="7065009" y="4432300"/>
              <a:ext cx="19050" cy="760730"/>
            </a:xfrm>
            <a:custGeom>
              <a:avLst/>
              <a:gdLst/>
              <a:ahLst/>
              <a:cxnLst/>
              <a:rect l="l" t="t" r="r" b="b"/>
              <a:pathLst>
                <a:path w="19050" h="760729">
                  <a:moveTo>
                    <a:pt x="19050" y="0"/>
                  </a:moveTo>
                  <a:lnTo>
                    <a:pt x="0" y="0"/>
                  </a:lnTo>
                  <a:lnTo>
                    <a:pt x="0" y="760730"/>
                  </a:lnTo>
                  <a:lnTo>
                    <a:pt x="19050" y="760730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C6DE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9" name="object 168">
              <a:extLst>
                <a:ext uri="{FF2B5EF4-FFF2-40B4-BE49-F238E27FC236}">
                  <a16:creationId xmlns:a16="http://schemas.microsoft.com/office/drawing/2014/main" id="{BB0619C8-1293-9D9E-69D8-865AA21C742E}"/>
                </a:ext>
              </a:extLst>
            </p:cNvPr>
            <p:cNvSpPr/>
            <p:nvPr/>
          </p:nvSpPr>
          <p:spPr>
            <a:xfrm>
              <a:off x="1104900" y="2147569"/>
              <a:ext cx="713740" cy="713740"/>
            </a:xfrm>
            <a:custGeom>
              <a:avLst/>
              <a:gdLst/>
              <a:ahLst/>
              <a:cxnLst/>
              <a:rect l="l" t="t" r="r" b="b"/>
              <a:pathLst>
                <a:path w="713739" h="713739">
                  <a:moveTo>
                    <a:pt x="713739" y="0"/>
                  </a:moveTo>
                  <a:lnTo>
                    <a:pt x="0" y="0"/>
                  </a:lnTo>
                  <a:lnTo>
                    <a:pt x="0" y="713739"/>
                  </a:lnTo>
                  <a:lnTo>
                    <a:pt x="356869" y="713739"/>
                  </a:lnTo>
                  <a:lnTo>
                    <a:pt x="713739" y="713739"/>
                  </a:lnTo>
                  <a:lnTo>
                    <a:pt x="713739" y="0"/>
                  </a:lnTo>
                  <a:close/>
                </a:path>
              </a:pathLst>
            </a:custGeom>
            <a:solidFill>
              <a:srgbClr val="E8D7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0" name="object 169">
              <a:extLst>
                <a:ext uri="{FF2B5EF4-FFF2-40B4-BE49-F238E27FC236}">
                  <a16:creationId xmlns:a16="http://schemas.microsoft.com/office/drawing/2014/main" id="{8946A295-A818-4C5D-5396-4780E8AF7A9F}"/>
                </a:ext>
              </a:extLst>
            </p:cNvPr>
            <p:cNvSpPr/>
            <p:nvPr/>
          </p:nvSpPr>
          <p:spPr>
            <a:xfrm>
              <a:off x="1164590" y="2199639"/>
              <a:ext cx="594360" cy="601980"/>
            </a:xfrm>
            <a:custGeom>
              <a:avLst/>
              <a:gdLst/>
              <a:ahLst/>
              <a:cxnLst/>
              <a:rect l="l" t="t" r="r" b="b"/>
              <a:pathLst>
                <a:path w="594360" h="601980">
                  <a:moveTo>
                    <a:pt x="76200" y="205740"/>
                  </a:moveTo>
                  <a:lnTo>
                    <a:pt x="38100" y="77470"/>
                  </a:lnTo>
                  <a:lnTo>
                    <a:pt x="0" y="205740"/>
                  </a:lnTo>
                  <a:lnTo>
                    <a:pt x="25400" y="205740"/>
                  </a:lnTo>
                  <a:lnTo>
                    <a:pt x="25400" y="521970"/>
                  </a:lnTo>
                  <a:lnTo>
                    <a:pt x="50800" y="521970"/>
                  </a:lnTo>
                  <a:lnTo>
                    <a:pt x="50800" y="205740"/>
                  </a:lnTo>
                  <a:lnTo>
                    <a:pt x="76200" y="205740"/>
                  </a:lnTo>
                  <a:close/>
                </a:path>
                <a:path w="594360" h="601980">
                  <a:moveTo>
                    <a:pt x="514350" y="551180"/>
                  </a:moveTo>
                  <a:lnTo>
                    <a:pt x="184150" y="551180"/>
                  </a:lnTo>
                  <a:lnTo>
                    <a:pt x="184150" y="525780"/>
                  </a:lnTo>
                  <a:lnTo>
                    <a:pt x="57150" y="563880"/>
                  </a:lnTo>
                  <a:lnTo>
                    <a:pt x="184150" y="601980"/>
                  </a:lnTo>
                  <a:lnTo>
                    <a:pt x="184150" y="576580"/>
                  </a:lnTo>
                  <a:lnTo>
                    <a:pt x="514350" y="576580"/>
                  </a:lnTo>
                  <a:lnTo>
                    <a:pt x="514350" y="551180"/>
                  </a:lnTo>
                  <a:close/>
                </a:path>
                <a:path w="594360" h="601980">
                  <a:moveTo>
                    <a:pt x="535940" y="38100"/>
                  </a:moveTo>
                  <a:lnTo>
                    <a:pt x="407670" y="0"/>
                  </a:lnTo>
                  <a:lnTo>
                    <a:pt x="407670" y="25400"/>
                  </a:lnTo>
                  <a:lnTo>
                    <a:pt x="87630" y="25400"/>
                  </a:lnTo>
                  <a:lnTo>
                    <a:pt x="87630" y="50800"/>
                  </a:lnTo>
                  <a:lnTo>
                    <a:pt x="407670" y="50800"/>
                  </a:lnTo>
                  <a:lnTo>
                    <a:pt x="407670" y="76200"/>
                  </a:lnTo>
                  <a:lnTo>
                    <a:pt x="535940" y="38100"/>
                  </a:lnTo>
                  <a:close/>
                </a:path>
                <a:path w="594360" h="601980">
                  <a:moveTo>
                    <a:pt x="594360" y="397510"/>
                  </a:moveTo>
                  <a:lnTo>
                    <a:pt x="568960" y="397510"/>
                  </a:lnTo>
                  <a:lnTo>
                    <a:pt x="568960" y="74930"/>
                  </a:lnTo>
                  <a:lnTo>
                    <a:pt x="543560" y="74930"/>
                  </a:lnTo>
                  <a:lnTo>
                    <a:pt x="543560" y="397510"/>
                  </a:lnTo>
                  <a:lnTo>
                    <a:pt x="518160" y="397510"/>
                  </a:lnTo>
                  <a:lnTo>
                    <a:pt x="556260" y="524510"/>
                  </a:lnTo>
                  <a:lnTo>
                    <a:pt x="594360" y="3975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54" name="object 173">
            <a:extLst>
              <a:ext uri="{FF2B5EF4-FFF2-40B4-BE49-F238E27FC236}">
                <a16:creationId xmlns:a16="http://schemas.microsoft.com/office/drawing/2014/main" id="{D37D276C-460F-1E4F-03CA-F7AE4FFCE2E9}"/>
              </a:ext>
            </a:extLst>
          </p:cNvPr>
          <p:cNvSpPr txBox="1"/>
          <p:nvPr/>
        </p:nvSpPr>
        <p:spPr>
          <a:xfrm>
            <a:off x="1104900" y="2147570"/>
            <a:ext cx="713740" cy="493725"/>
          </a:xfrm>
          <a:prstGeom prst="rect">
            <a:avLst/>
          </a:prstGeom>
          <a:ln w="25518">
            <a:solidFill>
              <a:srgbClr val="B4833C"/>
            </a:solidFill>
          </a:ln>
        </p:spPr>
        <p:txBody>
          <a:bodyPr vert="horz" wrap="square" lIns="0" tIns="127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800">
              <a:latin typeface="Times New Roman"/>
              <a:cs typeface="Times New Roman"/>
            </a:endParaRPr>
          </a:p>
          <a:p>
            <a:pPr marL="155575">
              <a:lnSpc>
                <a:spcPct val="100000"/>
              </a:lnSpc>
            </a:pPr>
            <a:r>
              <a:rPr sz="1400" dirty="0">
                <a:latin typeface="Arial MT"/>
                <a:cs typeface="Arial MT"/>
              </a:rPr>
              <a:t>HUB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3" name="内容占位符 4">
            <a:extLst>
              <a:ext uri="{FF2B5EF4-FFF2-40B4-BE49-F238E27FC236}">
                <a16:creationId xmlns:a16="http://schemas.microsoft.com/office/drawing/2014/main" id="{0034707D-0B29-ADB9-A753-AF6EE07347B0}"/>
              </a:ext>
            </a:extLst>
          </p:cNvPr>
          <p:cNvSpPr txBox="1">
            <a:spLocks/>
          </p:cNvSpPr>
          <p:nvPr/>
        </p:nvSpPr>
        <p:spPr>
          <a:xfrm>
            <a:off x="6049010" y="5499697"/>
            <a:ext cx="4631258" cy="15129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48260" indent="0" defTabSz="914400">
              <a:spcBef>
                <a:spcPts val="1000"/>
              </a:spcBef>
              <a:buSzPct val="100000"/>
              <a:buNone/>
            </a:pPr>
            <a:r>
              <a:rPr lang="en" altLang="zh-CN" sz="2000" dirty="0"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rPr>
              <a:t>Enterprise SANs</a:t>
            </a:r>
            <a:r>
              <a:rPr lang="zh-CN" altLang="en-US" sz="2000" dirty="0"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rPr>
              <a:t> </a:t>
            </a:r>
            <a:endParaRPr lang="en-US" altLang="zh-CN" sz="2000" dirty="0">
              <a:latin typeface="Arial" panose="020B0604020202020204" pitchFamily="34" charset="0"/>
              <a:ea typeface="黑体" panose="02010609060101010101" pitchFamily="49" charset="-122"/>
              <a:cs typeface="Arial" panose="020B0604020202020204" pitchFamily="34" charset="0"/>
            </a:endParaRPr>
          </a:p>
          <a:p>
            <a:pPr marR="48260" indent="0" defTabSz="914400">
              <a:spcBef>
                <a:spcPts val="1000"/>
              </a:spcBef>
              <a:buSzPct val="100000"/>
              <a:buNone/>
            </a:pPr>
            <a:r>
              <a:rPr lang="en" altLang="zh-CN" sz="2000" dirty="0"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rPr>
              <a:t>FC Switched Fabric</a:t>
            </a:r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8A7B2AF3-F39C-8AA8-92CB-41E524A3A515}"/>
              </a:ext>
            </a:extLst>
          </p:cNvPr>
          <p:cNvSpPr txBox="1">
            <a:spLocks/>
          </p:cNvSpPr>
          <p:nvPr/>
        </p:nvSpPr>
        <p:spPr>
          <a:xfrm>
            <a:off x="2787541" y="5499697"/>
            <a:ext cx="2870417" cy="15129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48260" indent="0" defTabSz="914400">
              <a:spcBef>
                <a:spcPts val="1000"/>
              </a:spcBef>
              <a:buSzPct val="100000"/>
              <a:buNone/>
            </a:pPr>
            <a:r>
              <a:rPr lang="zh-CN" altLang="en-US" sz="2000" dirty="0"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rPr>
              <a:t>Interconnected SANs </a:t>
            </a:r>
            <a:endParaRPr lang="en-US" altLang="zh-CN" sz="2000" dirty="0">
              <a:latin typeface="Arial" panose="020B0604020202020204" pitchFamily="34" charset="0"/>
              <a:ea typeface="黑体" panose="02010609060101010101" pitchFamily="49" charset="-122"/>
              <a:cs typeface="Arial" panose="020B0604020202020204" pitchFamily="34" charset="0"/>
            </a:endParaRPr>
          </a:p>
          <a:p>
            <a:pPr marL="0" marR="48260" indent="0" defTabSz="914400">
              <a:spcBef>
                <a:spcPts val="1000"/>
              </a:spcBef>
              <a:buSzPct val="100000"/>
              <a:buNone/>
            </a:pPr>
            <a:r>
              <a:rPr lang="zh-CN" altLang="en-US" sz="2000" dirty="0"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rPr>
              <a:t>FC Switched Fabric</a:t>
            </a:r>
          </a:p>
        </p:txBody>
      </p:sp>
      <p:sp>
        <p:nvSpPr>
          <p:cNvPr id="6" name="内容占位符 4">
            <a:extLst>
              <a:ext uri="{FF2B5EF4-FFF2-40B4-BE49-F238E27FC236}">
                <a16:creationId xmlns:a16="http://schemas.microsoft.com/office/drawing/2014/main" id="{8754900C-99B9-D336-74AA-347B49727DF0}"/>
              </a:ext>
            </a:extLst>
          </p:cNvPr>
          <p:cNvSpPr txBox="1">
            <a:spLocks/>
          </p:cNvSpPr>
          <p:nvPr/>
        </p:nvSpPr>
        <p:spPr>
          <a:xfrm>
            <a:off x="279182" y="5499697"/>
            <a:ext cx="2870417" cy="15129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48260" indent="0" defTabSz="914400">
              <a:lnSpc>
                <a:spcPts val="1540"/>
              </a:lnSpc>
              <a:spcBef>
                <a:spcPts val="1000"/>
              </a:spcBef>
              <a:buSzPct val="100000"/>
              <a:buNone/>
            </a:pPr>
            <a:r>
              <a:rPr lang="en" altLang="zh-CN" sz="2000" dirty="0"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rPr>
              <a:t>SAN Islands  </a:t>
            </a:r>
          </a:p>
          <a:p>
            <a:pPr marL="0" marR="48260" indent="0" defTabSz="914400">
              <a:lnSpc>
                <a:spcPts val="1540"/>
              </a:lnSpc>
              <a:spcBef>
                <a:spcPts val="1000"/>
              </a:spcBef>
              <a:buSzPct val="100000"/>
              <a:buNone/>
            </a:pPr>
            <a:r>
              <a:rPr lang="en" altLang="zh-CN" sz="2000" dirty="0"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rPr>
              <a:t>FC Arbitrated Loop</a:t>
            </a:r>
          </a:p>
        </p:txBody>
      </p:sp>
    </p:spTree>
    <p:extLst>
      <p:ext uri="{BB962C8B-B14F-4D97-AF65-F5344CB8AC3E}">
        <p14:creationId xmlns:p14="http://schemas.microsoft.com/office/powerpoint/2010/main" val="136539112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SAN</a:t>
            </a:r>
            <a:r>
              <a:rPr lang="zh-CN" altLang="en-US" dirty="0"/>
              <a:t> </a:t>
            </a:r>
            <a:r>
              <a:rPr lang="en-US" altLang="zh-CN" dirty="0"/>
              <a:t>-</a:t>
            </a:r>
            <a:r>
              <a:rPr lang="zh-CN" altLang="en-US" dirty="0"/>
              <a:t> 组成部分</a:t>
            </a:r>
          </a:p>
        </p:txBody>
      </p:sp>
      <p:sp>
        <p:nvSpPr>
          <p:cNvPr id="46" name="内容占位符 45">
            <a:extLst>
              <a:ext uri="{FF2B5EF4-FFF2-40B4-BE49-F238E27FC236}">
                <a16:creationId xmlns:a16="http://schemas.microsoft.com/office/drawing/2014/main" id="{D2A81F88-2DEE-5E11-7CB3-E7BC08E7D13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kumimoji="1" lang="en" altLang="zh-CN" dirty="0"/>
              <a:t>Host Bus Adapter (HBA)</a:t>
            </a:r>
          </a:p>
          <a:p>
            <a:r>
              <a:rPr kumimoji="1" lang="en" altLang="zh-CN" dirty="0"/>
              <a:t>Fiber Cabling</a:t>
            </a:r>
          </a:p>
          <a:p>
            <a:r>
              <a:rPr kumimoji="1" lang="en" altLang="zh-CN" dirty="0"/>
              <a:t>Fiber Channel Switch /Hub</a:t>
            </a:r>
          </a:p>
          <a:p>
            <a:r>
              <a:rPr kumimoji="1" lang="en" altLang="zh-CN" dirty="0"/>
              <a:t>Disk Array</a:t>
            </a:r>
          </a:p>
          <a:p>
            <a:r>
              <a:rPr kumimoji="1" lang="en" altLang="zh-CN" dirty="0"/>
              <a:t>Management System</a:t>
            </a:r>
          </a:p>
          <a:p>
            <a:endParaRPr kumimoji="1" lang="en" altLang="zh-CN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7" name="object 5">
            <a:extLst>
              <a:ext uri="{FF2B5EF4-FFF2-40B4-BE49-F238E27FC236}">
                <a16:creationId xmlns:a16="http://schemas.microsoft.com/office/drawing/2014/main" id="{DEB7F626-4F7B-C8D1-9D03-332D62DD2789}"/>
              </a:ext>
            </a:extLst>
          </p:cNvPr>
          <p:cNvGrpSpPr/>
          <p:nvPr/>
        </p:nvGrpSpPr>
        <p:grpSpPr>
          <a:xfrm>
            <a:off x="4527624" y="3104030"/>
            <a:ext cx="3815079" cy="2728595"/>
            <a:chOff x="4644390" y="2142489"/>
            <a:chExt cx="3815079" cy="2728595"/>
          </a:xfrm>
        </p:grpSpPr>
        <p:sp>
          <p:nvSpPr>
            <p:cNvPr id="8" name="object 6">
              <a:extLst>
                <a:ext uri="{FF2B5EF4-FFF2-40B4-BE49-F238E27FC236}">
                  <a16:creationId xmlns:a16="http://schemas.microsoft.com/office/drawing/2014/main" id="{47C27DBD-E3A5-7BD8-5E45-1032BDD345D5}"/>
                </a:ext>
              </a:extLst>
            </p:cNvPr>
            <p:cNvSpPr/>
            <p:nvPr/>
          </p:nvSpPr>
          <p:spPr>
            <a:xfrm>
              <a:off x="5005070" y="3732529"/>
              <a:ext cx="532130" cy="284480"/>
            </a:xfrm>
            <a:custGeom>
              <a:avLst/>
              <a:gdLst/>
              <a:ahLst/>
              <a:cxnLst/>
              <a:rect l="l" t="t" r="r" b="b"/>
              <a:pathLst>
                <a:path w="532129" h="284479">
                  <a:moveTo>
                    <a:pt x="532129" y="0"/>
                  </a:moveTo>
                  <a:lnTo>
                    <a:pt x="0" y="0"/>
                  </a:lnTo>
                  <a:lnTo>
                    <a:pt x="0" y="284480"/>
                  </a:lnTo>
                  <a:lnTo>
                    <a:pt x="265429" y="284480"/>
                  </a:lnTo>
                  <a:lnTo>
                    <a:pt x="532129" y="284480"/>
                  </a:lnTo>
                  <a:lnTo>
                    <a:pt x="532129" y="0"/>
                  </a:lnTo>
                  <a:close/>
                </a:path>
              </a:pathLst>
            </a:custGeom>
            <a:solidFill>
              <a:srgbClr val="A3A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7">
              <a:extLst>
                <a:ext uri="{FF2B5EF4-FFF2-40B4-BE49-F238E27FC236}">
                  <a16:creationId xmlns:a16="http://schemas.microsoft.com/office/drawing/2014/main" id="{515FBE40-B0C4-8E61-38BC-D552D085FF1F}"/>
                </a:ext>
              </a:extLst>
            </p:cNvPr>
            <p:cNvSpPr/>
            <p:nvPr/>
          </p:nvSpPr>
          <p:spPr>
            <a:xfrm>
              <a:off x="5005070" y="3732529"/>
              <a:ext cx="532130" cy="284480"/>
            </a:xfrm>
            <a:custGeom>
              <a:avLst/>
              <a:gdLst/>
              <a:ahLst/>
              <a:cxnLst/>
              <a:rect l="l" t="t" r="r" b="b"/>
              <a:pathLst>
                <a:path w="532129" h="284479">
                  <a:moveTo>
                    <a:pt x="265429" y="284480"/>
                  </a:moveTo>
                  <a:lnTo>
                    <a:pt x="0" y="284480"/>
                  </a:lnTo>
                  <a:lnTo>
                    <a:pt x="0" y="0"/>
                  </a:lnTo>
                  <a:lnTo>
                    <a:pt x="532129" y="0"/>
                  </a:lnTo>
                  <a:lnTo>
                    <a:pt x="532129" y="284480"/>
                  </a:lnTo>
                  <a:lnTo>
                    <a:pt x="265429" y="284480"/>
                  </a:lnTo>
                  <a:close/>
                </a:path>
              </a:pathLst>
            </a:custGeom>
            <a:ln w="255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8">
              <a:extLst>
                <a:ext uri="{FF2B5EF4-FFF2-40B4-BE49-F238E27FC236}">
                  <a16:creationId xmlns:a16="http://schemas.microsoft.com/office/drawing/2014/main" id="{026FA05A-1598-3A21-5F8C-17DDDB2A67A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44390" y="3260089"/>
              <a:ext cx="849630" cy="1137920"/>
            </a:xfrm>
            <a:prstGeom prst="rect">
              <a:avLst/>
            </a:prstGeom>
          </p:spPr>
        </p:pic>
        <p:pic>
          <p:nvPicPr>
            <p:cNvPr id="11" name="object 9">
              <a:extLst>
                <a:ext uri="{FF2B5EF4-FFF2-40B4-BE49-F238E27FC236}">
                  <a16:creationId xmlns:a16="http://schemas.microsoft.com/office/drawing/2014/main" id="{91CF406C-6CFF-01C0-6E78-784D2BC8353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44390" y="3133089"/>
              <a:ext cx="844550" cy="139700"/>
            </a:xfrm>
            <a:prstGeom prst="rect">
              <a:avLst/>
            </a:prstGeom>
          </p:spPr>
        </p:pic>
        <p:pic>
          <p:nvPicPr>
            <p:cNvPr id="12" name="object 10">
              <a:extLst>
                <a:ext uri="{FF2B5EF4-FFF2-40B4-BE49-F238E27FC236}">
                  <a16:creationId xmlns:a16="http://schemas.microsoft.com/office/drawing/2014/main" id="{5200B013-EEF5-1947-91B3-4A14345A0371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72710" y="3388359"/>
              <a:ext cx="241299" cy="138429"/>
            </a:xfrm>
            <a:prstGeom prst="rect">
              <a:avLst/>
            </a:prstGeom>
          </p:spPr>
        </p:pic>
        <p:sp>
          <p:nvSpPr>
            <p:cNvPr id="13" name="object 11">
              <a:extLst>
                <a:ext uri="{FF2B5EF4-FFF2-40B4-BE49-F238E27FC236}">
                  <a16:creationId xmlns:a16="http://schemas.microsoft.com/office/drawing/2014/main" id="{31EF0594-79C5-53B3-71D8-9C4D10F20E2C}"/>
                </a:ext>
              </a:extLst>
            </p:cNvPr>
            <p:cNvSpPr/>
            <p:nvPr/>
          </p:nvSpPr>
          <p:spPr>
            <a:xfrm>
              <a:off x="5057140" y="3271519"/>
              <a:ext cx="22860" cy="1117600"/>
            </a:xfrm>
            <a:custGeom>
              <a:avLst/>
              <a:gdLst/>
              <a:ahLst/>
              <a:cxnLst/>
              <a:rect l="l" t="t" r="r" b="b"/>
              <a:pathLst>
                <a:path w="22860" h="1117600">
                  <a:moveTo>
                    <a:pt x="22860" y="0"/>
                  </a:moveTo>
                  <a:lnTo>
                    <a:pt x="0" y="0"/>
                  </a:lnTo>
                  <a:lnTo>
                    <a:pt x="0" y="1117599"/>
                  </a:lnTo>
                  <a:lnTo>
                    <a:pt x="22860" y="111759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2">
              <a:extLst>
                <a:ext uri="{FF2B5EF4-FFF2-40B4-BE49-F238E27FC236}">
                  <a16:creationId xmlns:a16="http://schemas.microsoft.com/office/drawing/2014/main" id="{4AF79DB9-0794-58C4-EEB0-59E02F2A3AF5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47183" y="2561363"/>
              <a:ext cx="1700983" cy="2309313"/>
            </a:xfrm>
            <a:prstGeom prst="rect">
              <a:avLst/>
            </a:prstGeom>
          </p:spPr>
        </p:pic>
        <p:pic>
          <p:nvPicPr>
            <p:cNvPr id="15" name="object 13">
              <a:extLst>
                <a:ext uri="{FF2B5EF4-FFF2-40B4-BE49-F238E27FC236}">
                  <a16:creationId xmlns:a16="http://schemas.microsoft.com/office/drawing/2014/main" id="{0CD05877-2883-0875-6375-6994A0743E39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974330" y="2284729"/>
              <a:ext cx="482600" cy="1066800"/>
            </a:xfrm>
            <a:prstGeom prst="rect">
              <a:avLst/>
            </a:prstGeom>
          </p:spPr>
        </p:pic>
        <p:sp>
          <p:nvSpPr>
            <p:cNvPr id="16" name="object 14">
              <a:extLst>
                <a:ext uri="{FF2B5EF4-FFF2-40B4-BE49-F238E27FC236}">
                  <a16:creationId xmlns:a16="http://schemas.microsoft.com/office/drawing/2014/main" id="{7BA56D5F-2998-BE4D-073F-087B5E66FC20}"/>
                </a:ext>
              </a:extLst>
            </p:cNvPr>
            <p:cNvSpPr/>
            <p:nvPr/>
          </p:nvSpPr>
          <p:spPr>
            <a:xfrm>
              <a:off x="7974330" y="2284729"/>
              <a:ext cx="481330" cy="1065530"/>
            </a:xfrm>
            <a:custGeom>
              <a:avLst/>
              <a:gdLst/>
              <a:ahLst/>
              <a:cxnLst/>
              <a:rect l="l" t="t" r="r" b="b"/>
              <a:pathLst>
                <a:path w="481329" h="1065529">
                  <a:moveTo>
                    <a:pt x="481329" y="1065530"/>
                  </a:moveTo>
                  <a:lnTo>
                    <a:pt x="0" y="1065530"/>
                  </a:lnTo>
                  <a:lnTo>
                    <a:pt x="0" y="0"/>
                  </a:lnTo>
                  <a:lnTo>
                    <a:pt x="481329" y="0"/>
                  </a:lnTo>
                  <a:lnTo>
                    <a:pt x="481329" y="106553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5">
              <a:extLst>
                <a:ext uri="{FF2B5EF4-FFF2-40B4-BE49-F238E27FC236}">
                  <a16:creationId xmlns:a16="http://schemas.microsoft.com/office/drawing/2014/main" id="{6BCCD887-17B5-21D3-A9E7-76005C25CB6F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74330" y="2142489"/>
              <a:ext cx="485140" cy="132079"/>
            </a:xfrm>
            <a:prstGeom prst="rect">
              <a:avLst/>
            </a:prstGeom>
          </p:spPr>
        </p:pic>
        <p:pic>
          <p:nvPicPr>
            <p:cNvPr id="18" name="object 16">
              <a:extLst>
                <a:ext uri="{FF2B5EF4-FFF2-40B4-BE49-F238E27FC236}">
                  <a16:creationId xmlns:a16="http://schemas.microsoft.com/office/drawing/2014/main" id="{A38A9406-4DE0-979E-23C7-D8E16B1C40CA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029575" y="2676524"/>
              <a:ext cx="370204" cy="291464"/>
            </a:xfrm>
            <a:prstGeom prst="rect">
              <a:avLst/>
            </a:prstGeom>
          </p:spPr>
        </p:pic>
        <p:pic>
          <p:nvPicPr>
            <p:cNvPr id="19" name="object 17">
              <a:extLst>
                <a:ext uri="{FF2B5EF4-FFF2-40B4-BE49-F238E27FC236}">
                  <a16:creationId xmlns:a16="http://schemas.microsoft.com/office/drawing/2014/main" id="{57A02146-C5D6-2B18-4A82-DF976DA86C58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030210" y="2358389"/>
              <a:ext cx="369570" cy="284479"/>
            </a:xfrm>
            <a:prstGeom prst="rect">
              <a:avLst/>
            </a:prstGeom>
          </p:spPr>
        </p:pic>
      </p:grpSp>
      <p:sp>
        <p:nvSpPr>
          <p:cNvPr id="20" name="object 18">
            <a:extLst>
              <a:ext uri="{FF2B5EF4-FFF2-40B4-BE49-F238E27FC236}">
                <a16:creationId xmlns:a16="http://schemas.microsoft.com/office/drawing/2014/main" id="{32490A5F-09E8-F88D-9786-BEA10389778B}"/>
              </a:ext>
            </a:extLst>
          </p:cNvPr>
          <p:cNvSpPr txBox="1"/>
          <p:nvPr/>
        </p:nvSpPr>
        <p:spPr>
          <a:xfrm>
            <a:off x="4932148" y="4691531"/>
            <a:ext cx="47561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latin typeface="Arial MT"/>
                <a:cs typeface="Arial MT"/>
              </a:rPr>
              <a:t>HBA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21" name="object 19">
            <a:extLst>
              <a:ext uri="{FF2B5EF4-FFF2-40B4-BE49-F238E27FC236}">
                <a16:creationId xmlns:a16="http://schemas.microsoft.com/office/drawing/2014/main" id="{6D4C8A54-B9B3-F82A-F2A7-65D27D71812D}"/>
              </a:ext>
            </a:extLst>
          </p:cNvPr>
          <p:cNvGrpSpPr/>
          <p:nvPr/>
        </p:nvGrpSpPr>
        <p:grpSpPr>
          <a:xfrm>
            <a:off x="5421704" y="3900728"/>
            <a:ext cx="2921000" cy="2239010"/>
            <a:chOff x="5538470" y="2939187"/>
            <a:chExt cx="2921000" cy="2239010"/>
          </a:xfrm>
        </p:grpSpPr>
        <p:sp>
          <p:nvSpPr>
            <p:cNvPr id="22" name="object 20">
              <a:extLst>
                <a:ext uri="{FF2B5EF4-FFF2-40B4-BE49-F238E27FC236}">
                  <a16:creationId xmlns:a16="http://schemas.microsoft.com/office/drawing/2014/main" id="{C5D8D638-47A8-68A6-A1DB-15A4AA830A55}"/>
                </a:ext>
              </a:extLst>
            </p:cNvPr>
            <p:cNvSpPr/>
            <p:nvPr/>
          </p:nvSpPr>
          <p:spPr>
            <a:xfrm>
              <a:off x="5538470" y="2943859"/>
              <a:ext cx="2696210" cy="1612900"/>
            </a:xfrm>
            <a:custGeom>
              <a:avLst/>
              <a:gdLst/>
              <a:ahLst/>
              <a:cxnLst/>
              <a:rect l="l" t="t" r="r" b="b"/>
              <a:pathLst>
                <a:path w="2696209" h="1612900">
                  <a:moveTo>
                    <a:pt x="0" y="935989"/>
                  </a:moveTo>
                  <a:lnTo>
                    <a:pt x="422909" y="935989"/>
                  </a:lnTo>
                </a:path>
                <a:path w="2696209" h="1612900">
                  <a:moveTo>
                    <a:pt x="1184909" y="368300"/>
                  </a:moveTo>
                  <a:lnTo>
                    <a:pt x="1184909" y="1266189"/>
                  </a:lnTo>
                </a:path>
                <a:path w="2696209" h="1612900">
                  <a:moveTo>
                    <a:pt x="1357629" y="373379"/>
                  </a:moveTo>
                  <a:lnTo>
                    <a:pt x="1357629" y="1272539"/>
                  </a:lnTo>
                </a:path>
                <a:path w="2696209" h="1612900">
                  <a:moveTo>
                    <a:pt x="2429509" y="0"/>
                  </a:moveTo>
                  <a:lnTo>
                    <a:pt x="1861820" y="137160"/>
                  </a:lnTo>
                </a:path>
                <a:path w="2696209" h="1612900">
                  <a:moveTo>
                    <a:pt x="1948179" y="1413509"/>
                  </a:moveTo>
                  <a:lnTo>
                    <a:pt x="2696209" y="1612900"/>
                  </a:lnTo>
                </a:path>
              </a:pathLst>
            </a:custGeom>
            <a:ln w="93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1">
              <a:extLst>
                <a:ext uri="{FF2B5EF4-FFF2-40B4-BE49-F238E27FC236}">
                  <a16:creationId xmlns:a16="http://schemas.microsoft.com/office/drawing/2014/main" id="{74D18BC9-64CA-7A57-76B9-B1B3398F5F6C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974330" y="4112259"/>
              <a:ext cx="482600" cy="1065530"/>
            </a:xfrm>
            <a:prstGeom prst="rect">
              <a:avLst/>
            </a:prstGeom>
          </p:spPr>
        </p:pic>
        <p:sp>
          <p:nvSpPr>
            <p:cNvPr id="24" name="object 22">
              <a:extLst>
                <a:ext uri="{FF2B5EF4-FFF2-40B4-BE49-F238E27FC236}">
                  <a16:creationId xmlns:a16="http://schemas.microsoft.com/office/drawing/2014/main" id="{99F1D3BD-76C3-691B-CCB7-62E54477419F}"/>
                </a:ext>
              </a:extLst>
            </p:cNvPr>
            <p:cNvSpPr/>
            <p:nvPr/>
          </p:nvSpPr>
          <p:spPr>
            <a:xfrm>
              <a:off x="7974330" y="4112259"/>
              <a:ext cx="481330" cy="1064260"/>
            </a:xfrm>
            <a:custGeom>
              <a:avLst/>
              <a:gdLst/>
              <a:ahLst/>
              <a:cxnLst/>
              <a:rect l="l" t="t" r="r" b="b"/>
              <a:pathLst>
                <a:path w="481329" h="1064260">
                  <a:moveTo>
                    <a:pt x="481329" y="1064259"/>
                  </a:moveTo>
                  <a:lnTo>
                    <a:pt x="0" y="1064259"/>
                  </a:lnTo>
                  <a:lnTo>
                    <a:pt x="0" y="0"/>
                  </a:lnTo>
                  <a:lnTo>
                    <a:pt x="481329" y="0"/>
                  </a:lnTo>
                  <a:lnTo>
                    <a:pt x="481329" y="106425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3">
              <a:extLst>
                <a:ext uri="{FF2B5EF4-FFF2-40B4-BE49-F238E27FC236}">
                  <a16:creationId xmlns:a16="http://schemas.microsoft.com/office/drawing/2014/main" id="{45EAB441-C41F-7064-959D-365A50C4DA11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74330" y="3970019"/>
              <a:ext cx="485140" cy="132080"/>
            </a:xfrm>
            <a:prstGeom prst="rect">
              <a:avLst/>
            </a:prstGeom>
          </p:spPr>
        </p:pic>
        <p:pic>
          <p:nvPicPr>
            <p:cNvPr id="26" name="object 24">
              <a:extLst>
                <a:ext uri="{FF2B5EF4-FFF2-40B4-BE49-F238E27FC236}">
                  <a16:creationId xmlns:a16="http://schemas.microsoft.com/office/drawing/2014/main" id="{B53064D9-C95C-F543-2721-87BC69694A86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029575" y="4504055"/>
              <a:ext cx="370204" cy="291465"/>
            </a:xfrm>
            <a:prstGeom prst="rect">
              <a:avLst/>
            </a:prstGeom>
          </p:spPr>
        </p:pic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30C3A086-AE5C-2F44-B6A1-6FAFC3E3A2B1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030210" y="4185919"/>
              <a:ext cx="369570" cy="284480"/>
            </a:xfrm>
            <a:prstGeom prst="rect">
              <a:avLst/>
            </a:prstGeom>
          </p:spPr>
        </p:pic>
        <p:pic>
          <p:nvPicPr>
            <p:cNvPr id="28" name="object 26">
              <a:extLst>
                <a:ext uri="{FF2B5EF4-FFF2-40B4-BE49-F238E27FC236}">
                  <a16:creationId xmlns:a16="http://schemas.microsoft.com/office/drawing/2014/main" id="{1D85E69C-7DB3-4DEA-87D2-75DED4FD87F4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75400" y="3237229"/>
              <a:ext cx="899159" cy="127000"/>
            </a:xfrm>
            <a:prstGeom prst="rect">
              <a:avLst/>
            </a:prstGeom>
          </p:spPr>
        </p:pic>
        <p:sp>
          <p:nvSpPr>
            <p:cNvPr id="29" name="object 27">
              <a:extLst>
                <a:ext uri="{FF2B5EF4-FFF2-40B4-BE49-F238E27FC236}">
                  <a16:creationId xmlns:a16="http://schemas.microsoft.com/office/drawing/2014/main" id="{465EAB7E-E0C7-0667-6B7E-8AE75C64A8AE}"/>
                </a:ext>
              </a:extLst>
            </p:cNvPr>
            <p:cNvSpPr/>
            <p:nvPr/>
          </p:nvSpPr>
          <p:spPr>
            <a:xfrm>
              <a:off x="6394450" y="3267709"/>
              <a:ext cx="802640" cy="76200"/>
            </a:xfrm>
            <a:custGeom>
              <a:avLst/>
              <a:gdLst/>
              <a:ahLst/>
              <a:cxnLst/>
              <a:rect l="l" t="t" r="r" b="b"/>
              <a:pathLst>
                <a:path w="802640" h="76200">
                  <a:moveTo>
                    <a:pt x="3683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36830" y="25400"/>
                  </a:lnTo>
                  <a:lnTo>
                    <a:pt x="36830" y="0"/>
                  </a:lnTo>
                  <a:close/>
                </a:path>
                <a:path w="802640" h="76200">
                  <a:moveTo>
                    <a:pt x="802640" y="50800"/>
                  </a:moveTo>
                  <a:lnTo>
                    <a:pt x="53340" y="50800"/>
                  </a:lnTo>
                  <a:lnTo>
                    <a:pt x="53340" y="76200"/>
                  </a:lnTo>
                  <a:lnTo>
                    <a:pt x="802640" y="76200"/>
                  </a:lnTo>
                  <a:lnTo>
                    <a:pt x="802640" y="508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28">
              <a:extLst>
                <a:ext uri="{FF2B5EF4-FFF2-40B4-BE49-F238E27FC236}">
                  <a16:creationId xmlns:a16="http://schemas.microsoft.com/office/drawing/2014/main" id="{5F092D8C-65B4-9A76-6A56-A5C684A8CFC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72860" y="3130549"/>
              <a:ext cx="895349" cy="110489"/>
            </a:xfrm>
            <a:prstGeom prst="rect">
              <a:avLst/>
            </a:prstGeom>
          </p:spPr>
        </p:pic>
        <p:pic>
          <p:nvPicPr>
            <p:cNvPr id="31" name="object 29">
              <a:extLst>
                <a:ext uri="{FF2B5EF4-FFF2-40B4-BE49-F238E27FC236}">
                  <a16:creationId xmlns:a16="http://schemas.microsoft.com/office/drawing/2014/main" id="{9EC08011-1037-D3BA-B7C5-B98A1413FE4D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372860" y="3234689"/>
              <a:ext cx="899160" cy="53339"/>
            </a:xfrm>
            <a:prstGeom prst="rect">
              <a:avLst/>
            </a:prstGeom>
          </p:spPr>
        </p:pic>
        <p:pic>
          <p:nvPicPr>
            <p:cNvPr id="32" name="object 30">
              <a:extLst>
                <a:ext uri="{FF2B5EF4-FFF2-40B4-BE49-F238E27FC236}">
                  <a16:creationId xmlns:a16="http://schemas.microsoft.com/office/drawing/2014/main" id="{F51C25D7-0F79-F7F0-370B-217ACE0CD92C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75400" y="4290059"/>
              <a:ext cx="899159" cy="127000"/>
            </a:xfrm>
            <a:prstGeom prst="rect">
              <a:avLst/>
            </a:prstGeom>
          </p:spPr>
        </p:pic>
        <p:sp>
          <p:nvSpPr>
            <p:cNvPr id="33" name="object 31">
              <a:extLst>
                <a:ext uri="{FF2B5EF4-FFF2-40B4-BE49-F238E27FC236}">
                  <a16:creationId xmlns:a16="http://schemas.microsoft.com/office/drawing/2014/main" id="{49E2C084-8D5A-7DEA-6E4C-5F38A199C033}"/>
                </a:ext>
              </a:extLst>
            </p:cNvPr>
            <p:cNvSpPr/>
            <p:nvPr/>
          </p:nvSpPr>
          <p:spPr>
            <a:xfrm>
              <a:off x="6394450" y="4321809"/>
              <a:ext cx="802640" cy="74930"/>
            </a:xfrm>
            <a:custGeom>
              <a:avLst/>
              <a:gdLst/>
              <a:ahLst/>
              <a:cxnLst/>
              <a:rect l="l" t="t" r="r" b="b"/>
              <a:pathLst>
                <a:path w="802640" h="74929">
                  <a:moveTo>
                    <a:pt x="36830" y="0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36830" y="24130"/>
                  </a:lnTo>
                  <a:lnTo>
                    <a:pt x="36830" y="0"/>
                  </a:lnTo>
                  <a:close/>
                </a:path>
                <a:path w="802640" h="74929">
                  <a:moveTo>
                    <a:pt x="802640" y="49530"/>
                  </a:moveTo>
                  <a:lnTo>
                    <a:pt x="53340" y="49530"/>
                  </a:lnTo>
                  <a:lnTo>
                    <a:pt x="53340" y="74930"/>
                  </a:lnTo>
                  <a:lnTo>
                    <a:pt x="802640" y="74930"/>
                  </a:lnTo>
                  <a:lnTo>
                    <a:pt x="802640" y="495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2">
              <a:extLst>
                <a:ext uri="{FF2B5EF4-FFF2-40B4-BE49-F238E27FC236}">
                  <a16:creationId xmlns:a16="http://schemas.microsoft.com/office/drawing/2014/main" id="{1D93F27A-2B7C-4215-4D4E-B7269FCA5D6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72860" y="4183380"/>
              <a:ext cx="895349" cy="111760"/>
            </a:xfrm>
            <a:prstGeom prst="rect">
              <a:avLst/>
            </a:prstGeom>
          </p:spPr>
        </p:pic>
        <p:pic>
          <p:nvPicPr>
            <p:cNvPr id="35" name="object 33">
              <a:extLst>
                <a:ext uri="{FF2B5EF4-FFF2-40B4-BE49-F238E27FC236}">
                  <a16:creationId xmlns:a16="http://schemas.microsoft.com/office/drawing/2014/main" id="{04B3946B-8CB1-661D-E0BF-4A9FF5523E1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72860" y="4287519"/>
              <a:ext cx="899160" cy="53340"/>
            </a:xfrm>
            <a:prstGeom prst="rect">
              <a:avLst/>
            </a:prstGeom>
          </p:spPr>
        </p:pic>
      </p:grpSp>
      <p:sp>
        <p:nvSpPr>
          <p:cNvPr id="36" name="object 34">
            <a:extLst>
              <a:ext uri="{FF2B5EF4-FFF2-40B4-BE49-F238E27FC236}">
                <a16:creationId xmlns:a16="http://schemas.microsoft.com/office/drawing/2014/main" id="{3704300A-CEF3-3361-2936-BB31D1734FE5}"/>
              </a:ext>
            </a:extLst>
          </p:cNvPr>
          <p:cNvSpPr txBox="1"/>
          <p:nvPr/>
        </p:nvSpPr>
        <p:spPr>
          <a:xfrm>
            <a:off x="4083124" y="5411620"/>
            <a:ext cx="171450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SAN-attached</a:t>
            </a:r>
            <a:r>
              <a:rPr sz="1400" spc="-4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Server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37" name="object 35">
            <a:extLst>
              <a:ext uri="{FF2B5EF4-FFF2-40B4-BE49-F238E27FC236}">
                <a16:creationId xmlns:a16="http://schemas.microsoft.com/office/drawing/2014/main" id="{D152A80D-2EB0-E5E8-B21D-3BC00130A43E}"/>
              </a:ext>
            </a:extLst>
          </p:cNvPr>
          <p:cNvSpPr txBox="1"/>
          <p:nvPr/>
        </p:nvSpPr>
        <p:spPr>
          <a:xfrm>
            <a:off x="6512634" y="5901841"/>
            <a:ext cx="39116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5" dirty="0">
                <a:latin typeface="Arial MT"/>
                <a:cs typeface="Arial MT"/>
              </a:rPr>
              <a:t>S</a:t>
            </a:r>
            <a:r>
              <a:rPr sz="1400" spc="-5" dirty="0">
                <a:latin typeface="Arial MT"/>
                <a:cs typeface="Arial MT"/>
              </a:rPr>
              <a:t>A</a:t>
            </a:r>
            <a:r>
              <a:rPr sz="1400" dirty="0">
                <a:latin typeface="Arial MT"/>
                <a:cs typeface="Arial MT"/>
              </a:rPr>
              <a:t>N</a:t>
            </a:r>
            <a:endParaRPr sz="1400">
              <a:latin typeface="Arial MT"/>
              <a:cs typeface="Arial MT"/>
            </a:endParaRPr>
          </a:p>
        </p:txBody>
      </p:sp>
    </p:spTree>
    <p:extLst>
      <p:ext uri="{BB962C8B-B14F-4D97-AF65-F5344CB8AC3E}">
        <p14:creationId xmlns:p14="http://schemas.microsoft.com/office/powerpoint/2010/main" val="345350310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SAN</a:t>
            </a:r>
            <a:r>
              <a:rPr lang="zh-CN" altLang="en-US" dirty="0"/>
              <a:t> 组成部分 </a:t>
            </a:r>
            <a:r>
              <a:rPr lang="en-US" altLang="zh-CN" dirty="0"/>
              <a:t>-</a:t>
            </a:r>
            <a:r>
              <a:rPr lang="zh-CN" altLang="en-US" dirty="0"/>
              <a:t> </a:t>
            </a:r>
            <a:r>
              <a:rPr lang="en" dirty="0"/>
              <a:t>HBA Cards</a:t>
            </a:r>
          </a:p>
        </p:txBody>
      </p:sp>
      <p:sp>
        <p:nvSpPr>
          <p:cNvPr id="17" name="内容占位符 16">
            <a:extLst>
              <a:ext uri="{FF2B5EF4-FFF2-40B4-BE49-F238E27FC236}">
                <a16:creationId xmlns:a16="http://schemas.microsoft.com/office/drawing/2014/main" id="{82486AE4-34EB-71BD-647E-E886409B4F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3" name="object 3"/>
          <p:cNvSpPr txBox="1"/>
          <p:nvPr/>
        </p:nvSpPr>
        <p:spPr>
          <a:xfrm>
            <a:off x="520412" y="1168590"/>
            <a:ext cx="7995284" cy="2059305"/>
          </a:xfrm>
          <a:prstGeom prst="rect">
            <a:avLst/>
          </a:prstGeom>
        </p:spPr>
        <p:txBody>
          <a:bodyPr vert="horz" wrap="square" lIns="0" tIns="108585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55"/>
              </a:spcBef>
              <a:buFont typeface="Arial MT"/>
              <a:buChar char="•"/>
              <a:tabLst>
                <a:tab pos="354965" algn="l"/>
                <a:tab pos="355600" algn="l"/>
              </a:tabLst>
            </a:pPr>
            <a:r>
              <a:rPr sz="3200" spc="-10" dirty="0">
                <a:latin typeface="Calibri"/>
                <a:cs typeface="Calibri"/>
              </a:rPr>
              <a:t>HBA</a:t>
            </a:r>
            <a:r>
              <a:rPr sz="3200" spc="-15" dirty="0">
                <a:latin typeface="Calibri"/>
                <a:cs typeface="Calibri"/>
              </a:rPr>
              <a:t> </a:t>
            </a:r>
            <a:r>
              <a:rPr sz="3200" dirty="0">
                <a:latin typeface="Wingdings"/>
                <a:cs typeface="Wingdings"/>
              </a:rPr>
              <a:t></a:t>
            </a:r>
            <a:r>
              <a:rPr sz="3200" spc="-90" dirty="0">
                <a:latin typeface="Times New Roman"/>
                <a:cs typeface="Times New Roman"/>
              </a:rPr>
              <a:t> </a:t>
            </a:r>
            <a:r>
              <a:rPr sz="3200" spc="-10" dirty="0">
                <a:latin typeface="Calibri"/>
                <a:cs typeface="Calibri"/>
              </a:rPr>
              <a:t>Host </a:t>
            </a:r>
            <a:r>
              <a:rPr sz="3200" dirty="0">
                <a:latin typeface="Calibri"/>
                <a:cs typeface="Calibri"/>
              </a:rPr>
              <a:t>Bus</a:t>
            </a:r>
            <a:r>
              <a:rPr sz="3200" spc="-10" dirty="0">
                <a:latin typeface="Calibri"/>
                <a:cs typeface="Calibri"/>
              </a:rPr>
              <a:t> Adapter</a:t>
            </a:r>
            <a:endParaRPr sz="3200" dirty="0">
              <a:latin typeface="Calibri"/>
              <a:cs typeface="Calibri"/>
            </a:endParaRPr>
          </a:p>
          <a:p>
            <a:pPr marL="755650" marR="5080" lvl="1" indent="-285750">
              <a:lnSpc>
                <a:spcPct val="100000"/>
              </a:lnSpc>
              <a:spcBef>
                <a:spcPts val="655"/>
              </a:spcBef>
              <a:buFont typeface="Arial MT"/>
              <a:buChar char="–"/>
              <a:tabLst>
                <a:tab pos="836294" algn="l"/>
                <a:tab pos="836930" algn="l"/>
              </a:tabLst>
            </a:pPr>
            <a:r>
              <a:rPr dirty="0"/>
              <a:t>	</a:t>
            </a:r>
            <a:r>
              <a:rPr sz="2800" spc="-5" dirty="0">
                <a:latin typeface="Calibri"/>
                <a:cs typeface="Calibri"/>
              </a:rPr>
              <a:t>connects</a:t>
            </a:r>
            <a:r>
              <a:rPr sz="2800" spc="5" dirty="0">
                <a:latin typeface="Calibri"/>
                <a:cs typeface="Calibri"/>
              </a:rPr>
              <a:t> </a:t>
            </a:r>
            <a:r>
              <a:rPr sz="2800" dirty="0">
                <a:latin typeface="Calibri"/>
                <a:cs typeface="Calibri"/>
              </a:rPr>
              <a:t>a</a:t>
            </a:r>
            <a:r>
              <a:rPr sz="2800" spc="-5" dirty="0">
                <a:latin typeface="Calibri"/>
                <a:cs typeface="Calibri"/>
              </a:rPr>
              <a:t> </a:t>
            </a:r>
            <a:r>
              <a:rPr sz="2800" spc="-10" dirty="0">
                <a:latin typeface="Calibri"/>
                <a:cs typeface="Calibri"/>
              </a:rPr>
              <a:t>host</a:t>
            </a:r>
            <a:r>
              <a:rPr sz="2800" dirty="0">
                <a:latin typeface="Calibri"/>
                <a:cs typeface="Calibri"/>
              </a:rPr>
              <a:t> </a:t>
            </a:r>
            <a:r>
              <a:rPr sz="2800" spc="-25" dirty="0">
                <a:latin typeface="Calibri"/>
                <a:cs typeface="Calibri"/>
              </a:rPr>
              <a:t>system</a:t>
            </a:r>
            <a:r>
              <a:rPr sz="2800" dirty="0">
                <a:latin typeface="Calibri"/>
                <a:cs typeface="Calibri"/>
              </a:rPr>
              <a:t> (the</a:t>
            </a:r>
            <a:r>
              <a:rPr sz="2800" spc="-10" dirty="0">
                <a:latin typeface="Calibri"/>
                <a:cs typeface="Calibri"/>
              </a:rPr>
              <a:t> computer)</a:t>
            </a:r>
            <a:r>
              <a:rPr sz="2800" dirty="0">
                <a:latin typeface="Calibri"/>
                <a:cs typeface="Calibri"/>
              </a:rPr>
              <a:t> </a:t>
            </a:r>
            <a:r>
              <a:rPr sz="2800" spc="-15" dirty="0">
                <a:latin typeface="Calibri"/>
                <a:cs typeface="Calibri"/>
              </a:rPr>
              <a:t>to</a:t>
            </a:r>
            <a:r>
              <a:rPr sz="2800" spc="5" dirty="0">
                <a:latin typeface="Calibri"/>
                <a:cs typeface="Calibri"/>
              </a:rPr>
              <a:t> </a:t>
            </a:r>
            <a:r>
              <a:rPr sz="2800" spc="-25" dirty="0">
                <a:latin typeface="Calibri"/>
                <a:cs typeface="Calibri"/>
              </a:rPr>
              <a:t>storage </a:t>
            </a:r>
            <a:r>
              <a:rPr sz="2800" spc="-620" dirty="0">
                <a:latin typeface="Calibri"/>
                <a:cs typeface="Calibri"/>
              </a:rPr>
              <a:t> </a:t>
            </a:r>
            <a:r>
              <a:rPr sz="2800" spc="-5" dirty="0">
                <a:latin typeface="Calibri"/>
                <a:cs typeface="Calibri"/>
              </a:rPr>
              <a:t>devices</a:t>
            </a:r>
            <a:endParaRPr sz="2800" dirty="0">
              <a:latin typeface="Calibri"/>
              <a:cs typeface="Calibri"/>
            </a:endParaRPr>
          </a:p>
          <a:p>
            <a:pPr marL="755650" lvl="1" indent="-285750">
              <a:lnSpc>
                <a:spcPct val="100000"/>
              </a:lnSpc>
              <a:spcBef>
                <a:spcPts val="680"/>
              </a:spcBef>
              <a:buFont typeface="Arial MT"/>
              <a:buChar char="–"/>
              <a:tabLst>
                <a:tab pos="755650" algn="l"/>
              </a:tabLst>
            </a:pPr>
            <a:r>
              <a:rPr sz="2800" spc="-10" dirty="0">
                <a:latin typeface="Calibri"/>
                <a:cs typeface="Calibri"/>
              </a:rPr>
              <a:t>Just</a:t>
            </a:r>
            <a:r>
              <a:rPr sz="2800" spc="-20" dirty="0">
                <a:latin typeface="Calibri"/>
                <a:cs typeface="Calibri"/>
              </a:rPr>
              <a:t> </a:t>
            </a:r>
            <a:r>
              <a:rPr sz="2800" spc="-25" dirty="0">
                <a:latin typeface="Calibri"/>
                <a:cs typeface="Calibri"/>
              </a:rPr>
              <a:t>like</a:t>
            </a:r>
            <a:r>
              <a:rPr sz="2800" spc="-30" dirty="0">
                <a:latin typeface="Calibri"/>
                <a:cs typeface="Calibri"/>
              </a:rPr>
              <a:t> </a:t>
            </a:r>
            <a:r>
              <a:rPr sz="2800" spc="-10" dirty="0">
                <a:latin typeface="Calibri"/>
                <a:cs typeface="Calibri"/>
              </a:rPr>
              <a:t>NIC</a:t>
            </a:r>
            <a:endParaRPr sz="2800" dirty="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11380" y="3656056"/>
            <a:ext cx="3728571" cy="252000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18054" y="3728065"/>
            <a:ext cx="4302418" cy="2299567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338371" y="6200631"/>
            <a:ext cx="219138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latin typeface="Times New Roman"/>
                <a:cs typeface="Times New Roman"/>
              </a:rPr>
              <a:t>SCS</a:t>
            </a:r>
            <a:r>
              <a:rPr sz="1800" dirty="0">
                <a:latin typeface="Times New Roman"/>
                <a:cs typeface="Times New Roman"/>
              </a:rPr>
              <a:t>I Ho</a:t>
            </a:r>
            <a:r>
              <a:rPr sz="1800" spc="-5" dirty="0">
                <a:latin typeface="Times New Roman"/>
                <a:cs typeface="Times New Roman"/>
              </a:rPr>
              <a:t>s</a:t>
            </a:r>
            <a:r>
              <a:rPr sz="1800" dirty="0">
                <a:latin typeface="Times New Roman"/>
                <a:cs typeface="Times New Roman"/>
              </a:rPr>
              <a:t>t</a:t>
            </a:r>
            <a:r>
              <a:rPr sz="1800" spc="-5" dirty="0">
                <a:latin typeface="Times New Roman"/>
                <a:cs typeface="Times New Roman"/>
              </a:rPr>
              <a:t> B</a:t>
            </a:r>
            <a:r>
              <a:rPr sz="1800" dirty="0">
                <a:latin typeface="Times New Roman"/>
                <a:cs typeface="Times New Roman"/>
              </a:rPr>
              <a:t>us</a:t>
            </a:r>
            <a:r>
              <a:rPr sz="1800" spc="-100" dirty="0">
                <a:latin typeface="Times New Roman"/>
                <a:cs typeface="Times New Roman"/>
              </a:rPr>
              <a:t> </a:t>
            </a:r>
            <a:r>
              <a:rPr sz="1800" dirty="0">
                <a:latin typeface="Times New Roman"/>
                <a:cs typeface="Times New Roman"/>
              </a:rPr>
              <a:t>Adap</a:t>
            </a:r>
            <a:r>
              <a:rPr sz="1800" spc="-5" dirty="0">
                <a:latin typeface="Times New Roman"/>
                <a:cs typeface="Times New Roman"/>
              </a:rPr>
              <a:t>t</a:t>
            </a:r>
            <a:r>
              <a:rPr sz="1800" dirty="0">
                <a:latin typeface="Times New Roman"/>
                <a:cs typeface="Times New Roman"/>
              </a:rPr>
              <a:t>er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298812" y="6128623"/>
            <a:ext cx="30099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latin typeface="Times New Roman"/>
                <a:cs typeface="Times New Roman"/>
              </a:rPr>
              <a:t>Fibre</a:t>
            </a:r>
            <a:r>
              <a:rPr sz="1800" dirty="0">
                <a:latin typeface="Times New Roman"/>
                <a:cs typeface="Times New Roman"/>
              </a:rPr>
              <a:t> </a:t>
            </a:r>
            <a:r>
              <a:rPr sz="1800" spc="-5" dirty="0">
                <a:latin typeface="Times New Roman"/>
                <a:cs typeface="Times New Roman"/>
              </a:rPr>
              <a:t>Channel Host Bus</a:t>
            </a:r>
            <a:r>
              <a:rPr sz="1800" spc="-100" dirty="0">
                <a:latin typeface="Times New Roman"/>
                <a:cs typeface="Times New Roman"/>
              </a:rPr>
              <a:t> </a:t>
            </a:r>
            <a:r>
              <a:rPr sz="1800" spc="-5" dirty="0">
                <a:latin typeface="Times New Roman"/>
                <a:cs typeface="Times New Roman"/>
              </a:rPr>
              <a:t>Adapter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8" name="灯片编号占位符 3">
            <a:extLst>
              <a:ext uri="{FF2B5EF4-FFF2-40B4-BE49-F238E27FC236}">
                <a16:creationId xmlns:a16="http://schemas.microsoft.com/office/drawing/2014/main" id="{D1AD96FE-9272-36D7-7427-042B2340FA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525383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SAN</a:t>
            </a:r>
            <a:r>
              <a:rPr lang="zh-CN" altLang="en-US" dirty="0"/>
              <a:t> 组成部分 </a:t>
            </a:r>
            <a:r>
              <a:rPr lang="en-US" altLang="zh-CN" dirty="0"/>
              <a:t>-</a:t>
            </a:r>
            <a:r>
              <a:rPr lang="zh-CN" altLang="en-US" dirty="0"/>
              <a:t> </a:t>
            </a:r>
            <a:r>
              <a:rPr lang="en-US" altLang="zh-CN" dirty="0"/>
              <a:t>Disk</a:t>
            </a:r>
            <a:r>
              <a:rPr lang="en" dirty="0"/>
              <a:t> Array</a:t>
            </a:r>
          </a:p>
        </p:txBody>
      </p:sp>
      <p:sp>
        <p:nvSpPr>
          <p:cNvPr id="13" name="内容占位符 12">
            <a:extLst>
              <a:ext uri="{FF2B5EF4-FFF2-40B4-BE49-F238E27FC236}">
                <a16:creationId xmlns:a16="http://schemas.microsoft.com/office/drawing/2014/main" id="{66F1BE2F-D523-8B28-12F9-C843C17C8A5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3" name="object 3"/>
          <p:cNvSpPr txBox="1"/>
          <p:nvPr/>
        </p:nvSpPr>
        <p:spPr>
          <a:xfrm>
            <a:off x="535940" y="1507188"/>
            <a:ext cx="8021320" cy="1556385"/>
          </a:xfrm>
          <a:prstGeom prst="rect">
            <a:avLst/>
          </a:prstGeom>
        </p:spPr>
        <p:txBody>
          <a:bodyPr vert="horz" wrap="square" lIns="0" tIns="11303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90"/>
              </a:spcBef>
              <a:buFont typeface="Arial MT"/>
              <a:buChar char="•"/>
              <a:tabLst>
                <a:tab pos="354965" algn="l"/>
                <a:tab pos="355600" algn="l"/>
              </a:tabLst>
            </a:pPr>
            <a:r>
              <a:rPr sz="3200" dirty="0">
                <a:latin typeface="Calibri"/>
                <a:cs typeface="Calibri"/>
              </a:rPr>
              <a:t>Disk</a:t>
            </a:r>
            <a:r>
              <a:rPr sz="3200" spc="-40" dirty="0">
                <a:latin typeface="Calibri"/>
                <a:cs typeface="Calibri"/>
              </a:rPr>
              <a:t> </a:t>
            </a:r>
            <a:r>
              <a:rPr sz="3200" spc="-30" dirty="0">
                <a:latin typeface="Calibri"/>
                <a:cs typeface="Calibri"/>
              </a:rPr>
              <a:t>Array</a:t>
            </a:r>
            <a:endParaRPr sz="3200">
              <a:latin typeface="Calibri"/>
              <a:cs typeface="Calibri"/>
            </a:endParaRPr>
          </a:p>
          <a:p>
            <a:pPr marL="755650" marR="5080" indent="-285750">
              <a:lnSpc>
                <a:spcPct val="100000"/>
              </a:lnSpc>
              <a:spcBef>
                <a:spcPts val="695"/>
              </a:spcBef>
            </a:pPr>
            <a:r>
              <a:rPr sz="2800" dirty="0">
                <a:latin typeface="Arial MT"/>
                <a:cs typeface="Arial MT"/>
              </a:rPr>
              <a:t>– </a:t>
            </a:r>
            <a:r>
              <a:rPr sz="2800" dirty="0">
                <a:latin typeface="Calibri"/>
                <a:cs typeface="Calibri"/>
              </a:rPr>
              <a:t>A </a:t>
            </a:r>
            <a:r>
              <a:rPr sz="2800" spc="-20" dirty="0">
                <a:latin typeface="Calibri"/>
                <a:cs typeface="Calibri"/>
              </a:rPr>
              <a:t>hardware </a:t>
            </a:r>
            <a:r>
              <a:rPr sz="2800" spc="-10" dirty="0">
                <a:latin typeface="Calibri"/>
                <a:cs typeface="Calibri"/>
              </a:rPr>
              <a:t>element that </a:t>
            </a:r>
            <a:r>
              <a:rPr sz="2800" spc="-15" dirty="0">
                <a:latin typeface="Calibri"/>
                <a:cs typeface="Calibri"/>
              </a:rPr>
              <a:t>contains </a:t>
            </a:r>
            <a:r>
              <a:rPr sz="2800" dirty="0">
                <a:latin typeface="Calibri"/>
                <a:cs typeface="Calibri"/>
              </a:rPr>
              <a:t>a </a:t>
            </a:r>
            <a:r>
              <a:rPr sz="2800" spc="-20" dirty="0">
                <a:latin typeface="Calibri"/>
                <a:cs typeface="Calibri"/>
              </a:rPr>
              <a:t>large </a:t>
            </a:r>
            <a:r>
              <a:rPr sz="2800" spc="-15" dirty="0">
                <a:latin typeface="Calibri"/>
                <a:cs typeface="Calibri"/>
              </a:rPr>
              <a:t>group </a:t>
            </a:r>
            <a:r>
              <a:rPr sz="2800" spc="-5" dirty="0">
                <a:latin typeface="Calibri"/>
                <a:cs typeface="Calibri"/>
              </a:rPr>
              <a:t>of </a:t>
            </a:r>
            <a:r>
              <a:rPr sz="2800" spc="-620" dirty="0">
                <a:latin typeface="Calibri"/>
                <a:cs typeface="Calibri"/>
              </a:rPr>
              <a:t> </a:t>
            </a:r>
            <a:r>
              <a:rPr sz="2800" spc="-15" dirty="0">
                <a:latin typeface="Calibri"/>
                <a:cs typeface="Calibri"/>
              </a:rPr>
              <a:t>hard</a:t>
            </a:r>
            <a:r>
              <a:rPr sz="2800" dirty="0">
                <a:latin typeface="Calibri"/>
                <a:cs typeface="Calibri"/>
              </a:rPr>
              <a:t> </a:t>
            </a:r>
            <a:r>
              <a:rPr sz="2800" spc="-5" dirty="0">
                <a:latin typeface="Calibri"/>
                <a:cs typeface="Calibri"/>
              </a:rPr>
              <a:t>disk</a:t>
            </a:r>
            <a:r>
              <a:rPr sz="2800" spc="5" dirty="0">
                <a:latin typeface="Calibri"/>
                <a:cs typeface="Calibri"/>
              </a:rPr>
              <a:t> </a:t>
            </a:r>
            <a:r>
              <a:rPr sz="2800" spc="-10" dirty="0">
                <a:latin typeface="Calibri"/>
                <a:cs typeface="Calibri"/>
              </a:rPr>
              <a:t>drives</a:t>
            </a:r>
            <a:endParaRPr sz="280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5940" y="4082095"/>
            <a:ext cx="3470988" cy="146888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86974" y="3935541"/>
            <a:ext cx="3721086" cy="1615436"/>
          </a:xfrm>
          <a:prstGeom prst="rect">
            <a:avLst/>
          </a:prstGeom>
        </p:spPr>
      </p:pic>
      <p:sp>
        <p:nvSpPr>
          <p:cNvPr id="7" name="灯片编号占位符 3">
            <a:extLst>
              <a:ext uri="{FF2B5EF4-FFF2-40B4-BE49-F238E27FC236}">
                <a16:creationId xmlns:a16="http://schemas.microsoft.com/office/drawing/2014/main" id="{B518B83E-0857-83D9-03DD-52C33462D9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8603677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SAN</a:t>
            </a:r>
            <a:r>
              <a:rPr lang="zh-CN" altLang="en-US" dirty="0"/>
              <a:t> 组成部分 </a:t>
            </a:r>
            <a:r>
              <a:rPr lang="en-US" altLang="zh-CN" dirty="0"/>
              <a:t>-</a:t>
            </a:r>
            <a:r>
              <a:rPr lang="zh-CN" altLang="en-US" dirty="0"/>
              <a:t> 光纤通道</a:t>
            </a:r>
          </a:p>
        </p:txBody>
      </p:sp>
      <p:sp>
        <p:nvSpPr>
          <p:cNvPr id="15" name="内容占位符 14">
            <a:extLst>
              <a:ext uri="{FF2B5EF4-FFF2-40B4-BE49-F238E27FC236}">
                <a16:creationId xmlns:a16="http://schemas.microsoft.com/office/drawing/2014/main" id="{726BEDDF-0C8B-2D2D-3E4D-B9EA1CA7812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R="5080">
              <a:tabLst>
                <a:tab pos="440055" algn="l"/>
              </a:tabLst>
            </a:pPr>
            <a:r>
              <a:rPr kumimoji="1" lang="en" altLang="zh-CN" dirty="0"/>
              <a:t>Fiber Channel is an </a:t>
            </a:r>
            <a:r>
              <a:rPr kumimoji="1" lang="en" altLang="zh-CN" dirty="0">
                <a:solidFill>
                  <a:srgbClr val="7030A0"/>
                </a:solidFill>
              </a:rPr>
              <a:t>open standard</a:t>
            </a:r>
            <a:r>
              <a:rPr kumimoji="1" lang="zh-CN" altLang="en-US" dirty="0">
                <a:solidFill>
                  <a:srgbClr val="7030A0"/>
                </a:solidFill>
              </a:rPr>
              <a:t> </a:t>
            </a:r>
            <a:r>
              <a:rPr kumimoji="1" lang="en" altLang="zh-CN" dirty="0">
                <a:solidFill>
                  <a:srgbClr val="7030A0"/>
                </a:solidFill>
              </a:rPr>
              <a:t>communications  and transport protocol</a:t>
            </a:r>
            <a:r>
              <a:rPr kumimoji="1" lang="en" altLang="zh-CN" dirty="0"/>
              <a:t> operates over copper and fiber optic cabling at distances of up to 10 kilometers</a:t>
            </a:r>
          </a:p>
          <a:p>
            <a:pPr marR="5080" lvl="1">
              <a:tabLst>
                <a:tab pos="440055" algn="l"/>
              </a:tabLst>
            </a:pPr>
            <a:r>
              <a:rPr lang="en" altLang="zh-CN" sz="2000" dirty="0"/>
              <a:t>Single-mode (SM) fiber</a:t>
            </a:r>
          </a:p>
          <a:p>
            <a:pPr marR="5080" lvl="1">
              <a:tabLst>
                <a:tab pos="440055" algn="l"/>
              </a:tabLst>
            </a:pPr>
            <a:r>
              <a:rPr lang="en" altLang="zh-CN" sz="2000" dirty="0"/>
              <a:t>Multi-mode (MM)</a:t>
            </a:r>
          </a:p>
          <a:p>
            <a:pPr marR="5080" lvl="1">
              <a:tabLst>
                <a:tab pos="440055" algn="l"/>
              </a:tabLst>
            </a:pPr>
            <a:r>
              <a:rPr lang="en" altLang="zh-CN" sz="2000" dirty="0"/>
              <a:t>Fiber Channel Speed: up to 1Gb/s, 2Gb/s, 4Gb/s</a:t>
            </a:r>
          </a:p>
          <a:p>
            <a:pPr marR="5080" lvl="1">
              <a:tabLst>
                <a:tab pos="440055" algn="l"/>
              </a:tabLst>
            </a:pPr>
            <a:r>
              <a:rPr lang="en" altLang="zh-CN" sz="2000" dirty="0"/>
              <a:t>Maximum Transmission Unit: 64 kB … but in theory unlimited</a:t>
            </a:r>
          </a:p>
          <a:p>
            <a:endParaRPr kumimoji="1" lang="zh-CN" altLang="en-US" dirty="0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9811" y="4601708"/>
            <a:ext cx="3807696" cy="125846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89895" y="6028765"/>
            <a:ext cx="270446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-5" dirty="0">
                <a:latin typeface="Arial MT"/>
                <a:cs typeface="Arial MT"/>
              </a:rPr>
              <a:t>The</a:t>
            </a:r>
            <a:r>
              <a:rPr sz="1400" spc="-15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structure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of</a:t>
            </a:r>
            <a:r>
              <a:rPr sz="1400" spc="-1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a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fiber</a:t>
            </a:r>
            <a:r>
              <a:rPr sz="1400" spc="-2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optic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cable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913588" y="4601708"/>
            <a:ext cx="3620601" cy="177921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596232" y="6421342"/>
            <a:ext cx="226123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-5" dirty="0">
                <a:latin typeface="Arial MT"/>
                <a:cs typeface="Arial MT"/>
              </a:rPr>
              <a:t>Fiber</a:t>
            </a:r>
            <a:r>
              <a:rPr sz="1400" spc="-3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Channel</a:t>
            </a:r>
            <a:r>
              <a:rPr sz="1400" spc="-2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adapter</a:t>
            </a:r>
            <a:r>
              <a:rPr sz="1400" spc="-3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cable</a:t>
            </a:r>
            <a:endParaRPr sz="1400">
              <a:latin typeface="Arial MT"/>
              <a:cs typeface="Arial MT"/>
            </a:endParaRPr>
          </a:p>
        </p:txBody>
      </p:sp>
    </p:spTree>
    <p:extLst>
      <p:ext uri="{BB962C8B-B14F-4D97-AF65-F5344CB8AC3E}">
        <p14:creationId xmlns:p14="http://schemas.microsoft.com/office/powerpoint/2010/main" val="32758633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839075" y="6432550"/>
            <a:ext cx="1090613" cy="414338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光纤通道基本原理</a:t>
            </a:r>
            <a:endParaRPr lang="zh-CN" altLang="en-US"/>
          </a:p>
        </p:txBody>
      </p:sp>
      <p:sp>
        <p:nvSpPr>
          <p:cNvPr id="10" name="内容占位符 9">
            <a:extLst>
              <a:ext uri="{FF2B5EF4-FFF2-40B4-BE49-F238E27FC236}">
                <a16:creationId xmlns:a16="http://schemas.microsoft.com/office/drawing/2014/main" id="{13129F1A-6E20-C049-D4CE-B88C9E33C67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1416675"/>
              </p:ext>
            </p:extLst>
          </p:nvPr>
        </p:nvGraphicFramePr>
        <p:xfrm>
          <a:off x="242888" y="1211878"/>
          <a:ext cx="8686800" cy="52206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76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67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91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186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800" b="0" spc="-5" dirty="0">
                          <a:latin typeface="Times New Roman"/>
                          <a:cs typeface="Times New Roman"/>
                        </a:rPr>
                        <a:t>OSI</a:t>
                      </a:r>
                      <a:r>
                        <a:rPr sz="4050" b="0" spc="150" baseline="1028" dirty="0">
                          <a:latin typeface="Microsoft YaHei UI"/>
                          <a:cs typeface="Microsoft YaHei UI"/>
                        </a:rPr>
                        <a:t>模型</a:t>
                      </a:r>
                      <a:endParaRPr sz="4050" b="0" baseline="1028">
                        <a:latin typeface="Microsoft YaHei UI"/>
                        <a:cs typeface="Microsoft YaHei UI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F99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b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2">
                  <a:txBody>
                    <a:bodyPr/>
                    <a:lstStyle/>
                    <a:p>
                      <a:pPr marL="622300">
                        <a:lnSpc>
                          <a:spcPts val="3170"/>
                        </a:lnSpc>
                        <a:spcBef>
                          <a:spcPts val="520"/>
                        </a:spcBef>
                      </a:pPr>
                      <a:r>
                        <a:rPr sz="2700" b="0" dirty="0">
                          <a:latin typeface="Microsoft YaHei UI"/>
                          <a:cs typeface="Microsoft YaHei UI"/>
                        </a:rPr>
                        <a:t>以太网和</a:t>
                      </a:r>
                      <a:endParaRPr sz="2700" b="0">
                        <a:latin typeface="Microsoft YaHei UI"/>
                        <a:cs typeface="Microsoft YaHei UI"/>
                      </a:endParaRPr>
                    </a:p>
                    <a:p>
                      <a:pPr marL="750570">
                        <a:lnSpc>
                          <a:spcPts val="3290"/>
                        </a:lnSpc>
                      </a:pPr>
                      <a:r>
                        <a:rPr sz="2800" b="0" spc="-5" dirty="0">
                          <a:latin typeface="Times New Roman"/>
                          <a:cs typeface="Times New Roman"/>
                        </a:rPr>
                        <a:t>TCP/IP</a:t>
                      </a:r>
                      <a:endParaRPr sz="2800" b="0">
                        <a:latin typeface="Times New Roman"/>
                        <a:cs typeface="Times New Roman"/>
                      </a:endParaRPr>
                    </a:p>
                  </a:txBody>
                  <a:tcPr marL="0" marR="0" marT="660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F99"/>
                    </a:solidFill>
                  </a:tcPr>
                </a:tc>
                <a:tc rowSpan="1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b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2700" b="0" spc="100" dirty="0">
                          <a:latin typeface="Microsoft YaHei UI"/>
                          <a:cs typeface="Microsoft YaHei UI"/>
                        </a:rPr>
                        <a:t>光</a:t>
                      </a:r>
                      <a:r>
                        <a:rPr sz="2700" b="0" spc="100" dirty="0">
                          <a:latin typeface="SimSun"/>
                          <a:cs typeface="SimSun"/>
                        </a:rPr>
                        <a:t>纤</a:t>
                      </a:r>
                      <a:r>
                        <a:rPr sz="2700" b="0" spc="100" dirty="0">
                          <a:latin typeface="Microsoft YaHei UI"/>
                          <a:cs typeface="Microsoft YaHei UI"/>
                        </a:rPr>
                        <a:t>通道</a:t>
                      </a:r>
                      <a:endParaRPr sz="2700" b="0">
                        <a:latin typeface="Microsoft YaHei UI"/>
                        <a:cs typeface="Microsoft YaHei UI"/>
                      </a:endParaRPr>
                    </a:p>
                  </a:txBody>
                  <a:tcPr marL="0" marR="0" marT="4508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83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2150" b="0" spc="50" dirty="0">
                          <a:latin typeface="SimSun"/>
                          <a:cs typeface="SimSun"/>
                        </a:rPr>
                        <a:t>应</a:t>
                      </a:r>
                      <a:r>
                        <a:rPr sz="2150" b="0" spc="50" dirty="0">
                          <a:latin typeface="Microsoft YaHei UI"/>
                          <a:cs typeface="Microsoft YaHei UI"/>
                        </a:rPr>
                        <a:t>用</a:t>
                      </a:r>
                      <a:r>
                        <a:rPr sz="2150" b="0" spc="50" dirty="0">
                          <a:latin typeface="SimSun"/>
                          <a:cs typeface="SimSun"/>
                        </a:rPr>
                        <a:t>层</a:t>
                      </a:r>
                      <a:endParaRPr sz="2150" b="0" dirty="0">
                        <a:latin typeface="SimSun"/>
                        <a:cs typeface="SimSun"/>
                      </a:endParaRPr>
                    </a:p>
                  </a:txBody>
                  <a:tcPr marL="0" marR="0" marT="4445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60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381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F9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3">
                  <a:txBody>
                    <a:bodyPr/>
                    <a:lstStyle/>
                    <a:p>
                      <a:pPr marL="114363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2200" b="0" dirty="0">
                          <a:latin typeface="MS Gothic"/>
                          <a:cs typeface="MS Gothic"/>
                        </a:rPr>
                        <a:t>高</a:t>
                      </a:r>
                      <a:r>
                        <a:rPr sz="2200" b="0" dirty="0">
                          <a:latin typeface="SimSun"/>
                          <a:cs typeface="SimSun"/>
                        </a:rPr>
                        <a:t>层协议</a:t>
                      </a:r>
                      <a:r>
                        <a:rPr sz="2200" b="0" spc="-55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sz="2200" b="0" spc="5" dirty="0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P)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</a:txBody>
                  <a:tcPr marL="0" marR="0" marT="406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19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2150" b="0" dirty="0">
                          <a:latin typeface="Microsoft YaHei UI"/>
                          <a:cs typeface="Microsoft YaHei UI"/>
                        </a:rPr>
                        <a:t>表示</a:t>
                      </a:r>
                      <a:r>
                        <a:rPr sz="2150" b="0" dirty="0">
                          <a:latin typeface="SimSun"/>
                          <a:cs typeface="SimSun"/>
                        </a:rPr>
                        <a:t>层</a:t>
                      </a:r>
                      <a:endParaRPr sz="2150" b="0">
                        <a:latin typeface="SimSun"/>
                        <a:cs typeface="SimSun"/>
                      </a:endParaRPr>
                    </a:p>
                  </a:txBody>
                  <a:tcPr marL="0" marR="0" marT="660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1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b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4">
                  <a:txBody>
                    <a:bodyPr/>
                    <a:lstStyle/>
                    <a:p>
                      <a:pPr algn="ctr">
                        <a:lnSpc>
                          <a:spcPts val="2620"/>
                        </a:lnSpc>
                        <a:spcBef>
                          <a:spcPts val="150"/>
                        </a:spcBef>
                      </a:pPr>
                      <a:r>
                        <a:rPr sz="2200" b="0" dirty="0">
                          <a:latin typeface="SimSun"/>
                          <a:cs typeface="SimSun"/>
                        </a:rPr>
                        <a:t>应</a:t>
                      </a:r>
                      <a:r>
                        <a:rPr sz="2200" b="0" dirty="0">
                          <a:latin typeface="MS Gothic"/>
                          <a:cs typeface="MS Gothic"/>
                        </a:rPr>
                        <a:t>用</a:t>
                      </a:r>
                      <a:r>
                        <a:rPr sz="2200" b="0" dirty="0">
                          <a:latin typeface="SimSun"/>
                          <a:cs typeface="SimSun"/>
                        </a:rPr>
                        <a:t>层</a:t>
                      </a:r>
                      <a:endParaRPr sz="2200" b="0">
                        <a:latin typeface="SimSun"/>
                        <a:cs typeface="SimSun"/>
                      </a:endParaRPr>
                    </a:p>
                    <a:p>
                      <a:pPr marL="299720" marR="292735" algn="ctr">
                        <a:lnSpc>
                          <a:spcPts val="2630"/>
                        </a:lnSpc>
                        <a:spcBef>
                          <a:spcPts val="75"/>
                        </a:spcBef>
                      </a:pP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(i.e.</a:t>
                      </a:r>
                      <a:r>
                        <a:rPr sz="2200" b="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POP3,</a:t>
                      </a:r>
                      <a:r>
                        <a:rPr sz="2200" b="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spc="-50" dirty="0">
                          <a:latin typeface="Times New Roman"/>
                          <a:cs typeface="Times New Roman"/>
                        </a:rPr>
                        <a:t>SMTP, </a:t>
                      </a:r>
                      <a:r>
                        <a:rPr sz="2200" b="0" spc="-5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DNS,</a:t>
                      </a:r>
                      <a:r>
                        <a:rPr sz="2200" b="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spc="-60" dirty="0">
                          <a:latin typeface="Times New Roman"/>
                          <a:cs typeface="Times New Roman"/>
                        </a:rPr>
                        <a:t>DHCP,FTP,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ts val="2585"/>
                        </a:lnSpc>
                      </a:pP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WWW</a:t>
                      </a:r>
                      <a:r>
                        <a:rPr sz="2200" b="0" spc="-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SimSun"/>
                          <a:cs typeface="SimSun"/>
                        </a:rPr>
                        <a:t>协议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)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</a:txBody>
                  <a:tcPr marL="0" marR="0" marT="1905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06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066">
                <a:tc rowSpan="2">
                  <a:txBody>
                    <a:bodyPr/>
                    <a:lstStyle/>
                    <a:p>
                      <a:pPr marL="419100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2150" b="0" spc="50" dirty="0">
                          <a:latin typeface="Microsoft YaHei UI"/>
                          <a:cs typeface="Microsoft YaHei UI"/>
                        </a:rPr>
                        <a:t>会</a:t>
                      </a:r>
                      <a:r>
                        <a:rPr sz="2150" b="0" spc="50" dirty="0">
                          <a:latin typeface="SimSun"/>
                          <a:cs typeface="SimSun"/>
                        </a:rPr>
                        <a:t>话层</a:t>
                      </a:r>
                      <a:endParaRPr sz="2150" b="0">
                        <a:latin typeface="SimSun"/>
                        <a:cs typeface="SimSun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905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06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213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905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5">
                  <a:txBody>
                    <a:bodyPr/>
                    <a:lstStyle/>
                    <a:p>
                      <a:pPr marL="93599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FC-4:</a:t>
                      </a:r>
                      <a:r>
                        <a:rPr sz="2200" b="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ULP</a:t>
                      </a:r>
                      <a:r>
                        <a:rPr sz="2200" b="0" spc="-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Mapping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7315">
                <a:tc rowSpan="2">
                  <a:txBody>
                    <a:bodyPr/>
                    <a:lstStyle/>
                    <a:p>
                      <a:pPr marL="419100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2150" b="0" dirty="0">
                          <a:latin typeface="SimSun"/>
                          <a:cs typeface="SimSun"/>
                        </a:rPr>
                        <a:t>传输层</a:t>
                      </a:r>
                      <a:endParaRPr sz="2150" b="0">
                        <a:latin typeface="SimSun"/>
                        <a:cs typeface="SimSun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905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258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2">
                  <a:txBody>
                    <a:bodyPr/>
                    <a:lstStyle/>
                    <a:p>
                      <a:pPr marL="69405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2200" b="0" dirty="0">
                          <a:latin typeface="Times New Roman"/>
                          <a:cs typeface="Times New Roman"/>
                        </a:rPr>
                        <a:t>TCP</a:t>
                      </a:r>
                      <a:r>
                        <a:rPr sz="2200" b="0" spc="-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/</a:t>
                      </a:r>
                      <a:r>
                        <a:rPr sz="2200" b="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UDP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4453">
                <a:tc rowSpan="3">
                  <a:txBody>
                    <a:bodyPr/>
                    <a:lstStyle/>
                    <a:p>
                      <a:pPr marL="419100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2150" b="0" spc="50" dirty="0">
                          <a:latin typeface="Microsoft YaHei UI"/>
                          <a:cs typeface="Microsoft YaHei UI"/>
                        </a:rPr>
                        <a:t>网</a:t>
                      </a:r>
                      <a:r>
                        <a:rPr sz="2150" b="0" spc="50" dirty="0">
                          <a:latin typeface="SimSun"/>
                          <a:cs typeface="SimSun"/>
                        </a:rPr>
                        <a:t>络层</a:t>
                      </a:r>
                      <a:endParaRPr sz="2150" b="0">
                        <a:latin typeface="SimSun"/>
                        <a:cs typeface="SimSun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63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4">
                  <a:txBody>
                    <a:bodyPr/>
                    <a:lstStyle/>
                    <a:p>
                      <a:pPr marL="669925" marR="577215" indent="-85090">
                        <a:lnSpc>
                          <a:spcPts val="2600"/>
                        </a:lnSpc>
                        <a:spcBef>
                          <a:spcPts val="445"/>
                        </a:spcBef>
                      </a:pPr>
                      <a:r>
                        <a:rPr sz="3225" b="0" baseline="1291" dirty="0">
                          <a:latin typeface="SimSun"/>
                          <a:cs typeface="SimSun"/>
                        </a:rPr>
                        <a:t>动态</a:t>
                      </a:r>
                      <a:r>
                        <a:rPr sz="3225" b="0" spc="-787" baseline="1291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IP</a:t>
                      </a:r>
                      <a:r>
                        <a:rPr sz="2200" b="0" spc="-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MS Gothic"/>
                          <a:cs typeface="MS Gothic"/>
                        </a:rPr>
                        <a:t>地址  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10.77.77.77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</a:txBody>
                  <a:tcPr marL="0" marR="0" marT="565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CCEC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683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542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65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CCEC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2">
                  <a:txBody>
                    <a:bodyPr/>
                    <a:lstStyle/>
                    <a:p>
                      <a:pPr marL="117538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FC-3:</a:t>
                      </a:r>
                      <a:r>
                        <a:rPr sz="2200" b="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MS Gothic"/>
                          <a:cs typeface="MS Gothic"/>
                        </a:rPr>
                        <a:t>通用服</a:t>
                      </a:r>
                      <a:r>
                        <a:rPr sz="2200" b="0" dirty="0">
                          <a:latin typeface="SimSun"/>
                          <a:cs typeface="SimSun"/>
                        </a:rPr>
                        <a:t>务</a:t>
                      </a:r>
                      <a:endParaRPr sz="2200" b="0">
                        <a:latin typeface="SimSun"/>
                        <a:cs typeface="SimSun"/>
                      </a:endParaRPr>
                    </a:p>
                  </a:txBody>
                  <a:tcPr marL="0" marR="0" marT="4127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1616">
                <a:tc rowSpan="4"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2150" b="0" dirty="0">
                          <a:latin typeface="Microsoft YaHei UI"/>
                          <a:cs typeface="Microsoft YaHei UI"/>
                        </a:rPr>
                        <a:t>数据</a:t>
                      </a:r>
                      <a:r>
                        <a:rPr sz="2150" b="0" dirty="0">
                          <a:latin typeface="SimSun"/>
                          <a:cs typeface="SimSun"/>
                        </a:rPr>
                        <a:t>链</a:t>
                      </a:r>
                      <a:r>
                        <a:rPr sz="2150" b="0" dirty="0">
                          <a:latin typeface="Microsoft YaHei UI"/>
                          <a:cs typeface="Microsoft YaHei UI"/>
                        </a:rPr>
                        <a:t>路</a:t>
                      </a:r>
                      <a:r>
                        <a:rPr sz="2150" b="0" dirty="0">
                          <a:latin typeface="SimSun"/>
                          <a:cs typeface="SimSun"/>
                        </a:rPr>
                        <a:t>层</a:t>
                      </a:r>
                      <a:endParaRPr sz="2150" b="0">
                        <a:latin typeface="SimSun"/>
                        <a:cs typeface="SimSun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65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CCEC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127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6857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65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CCEC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3225" b="0" baseline="1291" dirty="0">
                          <a:latin typeface="SimSun"/>
                          <a:cs typeface="SimSun"/>
                        </a:rPr>
                        <a:t>动态</a:t>
                      </a:r>
                      <a:r>
                        <a:rPr sz="3225" b="0" spc="-787" baseline="1291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Na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tive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MS Gothic"/>
                          <a:cs typeface="MS Gothic"/>
                        </a:rPr>
                        <a:t>地址</a:t>
                      </a:r>
                      <a:r>
                        <a:rPr sz="2200" b="0" spc="-550" dirty="0">
                          <a:latin typeface="MS Gothic"/>
                          <a:cs typeface="MS Gothic"/>
                        </a:rPr>
                        <a:t> 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(8/24-bit</a:t>
                      </a:r>
                      <a:r>
                        <a:rPr sz="2200" b="0" spc="-10" dirty="0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)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3225" b="0" spc="75" baseline="1291" dirty="0">
                          <a:latin typeface="Microsoft YaHei UI"/>
                          <a:cs typeface="Microsoft YaHei UI"/>
                        </a:rPr>
                        <a:t>固定</a:t>
                      </a:r>
                      <a:r>
                        <a:rPr sz="3225" b="0" spc="-209" baseline="1291" dirty="0">
                          <a:latin typeface="Microsoft YaHei UI"/>
                          <a:cs typeface="Microsoft YaHei UI"/>
                        </a:rPr>
                        <a:t> </a:t>
                      </a:r>
                      <a:r>
                        <a:rPr sz="2200" b="0" spc="-30" dirty="0">
                          <a:latin typeface="Times New Roman"/>
                          <a:cs typeface="Times New Roman"/>
                        </a:rPr>
                        <a:t>World-Wide</a:t>
                      </a:r>
                      <a:r>
                        <a:rPr sz="2200" b="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Name</a:t>
                      </a:r>
                      <a:r>
                        <a:rPr sz="2200" b="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(64-bits)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</a:txBody>
                  <a:tcPr marL="0" marR="0" marT="4127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CCE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76047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2">
                  <a:txBody>
                    <a:bodyPr/>
                    <a:lstStyle/>
                    <a:p>
                      <a:pPr marL="58419" marR="51435" indent="295275">
                        <a:lnSpc>
                          <a:spcPts val="3130"/>
                        </a:lnSpc>
                        <a:spcBef>
                          <a:spcPts val="20"/>
                        </a:spcBef>
                      </a:pPr>
                      <a:r>
                        <a:rPr sz="3225" b="0" spc="75" baseline="1291" dirty="0">
                          <a:latin typeface="Microsoft YaHei UI"/>
                          <a:cs typeface="Microsoft YaHei UI"/>
                        </a:rPr>
                        <a:t>固定</a:t>
                      </a:r>
                      <a:r>
                        <a:rPr sz="3225" b="0" spc="-165" baseline="1291" dirty="0">
                          <a:latin typeface="Microsoft YaHei UI"/>
                          <a:cs typeface="Microsoft YaHei UI"/>
                        </a:rPr>
                        <a:t> 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MAC</a:t>
                      </a:r>
                      <a:r>
                        <a:rPr sz="2200" b="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MS Gothic"/>
                          <a:cs typeface="MS Gothic"/>
                        </a:rPr>
                        <a:t>地址 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x‘00-00-0</a:t>
                      </a:r>
                      <a:r>
                        <a:rPr sz="2200" b="0" spc="5" dirty="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-21-17-6</a:t>
                      </a: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’</a:t>
                      </a:r>
                      <a:endParaRPr sz="2200" b="0">
                        <a:latin typeface="Times New Roman"/>
                        <a:cs typeface="Times New Roman"/>
                      </a:endParaRPr>
                    </a:p>
                  </a:txBody>
                  <a:tcPr marL="0" marR="0" marT="25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CCEC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127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CCE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516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381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CCEC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FC-1:</a:t>
                      </a:r>
                      <a:r>
                        <a:rPr sz="2200" b="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Times New Roman"/>
                          <a:cs typeface="Times New Roman"/>
                        </a:rPr>
                        <a:t>8b/10b</a:t>
                      </a:r>
                      <a:r>
                        <a:rPr sz="2200" b="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200" b="0" dirty="0">
                          <a:latin typeface="SimSun"/>
                          <a:cs typeface="SimSun"/>
                        </a:rPr>
                        <a:t>编码</a:t>
                      </a:r>
                      <a:endParaRPr sz="2200" b="0">
                        <a:latin typeface="SimSun"/>
                        <a:cs typeface="SimSun"/>
                      </a:endParaRPr>
                    </a:p>
                  </a:txBody>
                  <a:tcPr marL="0" marR="0" marT="41275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442119">
                <a:tc>
                  <a:txBody>
                    <a:bodyPr/>
                    <a:lstStyle/>
                    <a:p>
                      <a:pPr algn="ctr">
                        <a:lnSpc>
                          <a:spcPts val="2515"/>
                        </a:lnSpc>
                      </a:pPr>
                      <a:r>
                        <a:rPr sz="2150" b="0" dirty="0">
                          <a:latin typeface="Microsoft YaHei UI"/>
                          <a:cs typeface="Microsoft YaHei UI"/>
                        </a:rPr>
                        <a:t>物理</a:t>
                      </a:r>
                      <a:r>
                        <a:rPr sz="2150" b="0" dirty="0">
                          <a:latin typeface="SimSun"/>
                          <a:cs typeface="SimSun"/>
                        </a:rPr>
                        <a:t>层</a:t>
                      </a:r>
                      <a:endParaRPr sz="2150" b="0">
                        <a:latin typeface="SimSun"/>
                        <a:cs typeface="SimSun"/>
                      </a:endParaRPr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b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7470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2200" b="0" dirty="0">
                          <a:latin typeface="MS Gothic"/>
                          <a:cs typeface="MS Gothic"/>
                        </a:rPr>
                        <a:t>物理接口</a:t>
                      </a:r>
                      <a:endParaRPr sz="2200" b="0">
                        <a:latin typeface="MS Gothic"/>
                        <a:cs typeface="MS Gothic"/>
                      </a:endParaRPr>
                    </a:p>
                  </a:txBody>
                  <a:tcPr marL="0" marR="0" marT="6604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b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2200" b="0" spc="-5" dirty="0">
                          <a:latin typeface="Times New Roman"/>
                          <a:cs typeface="Times New Roman"/>
                        </a:rPr>
                        <a:t>FC-0:</a:t>
                      </a:r>
                      <a:r>
                        <a:rPr sz="2200" b="0" dirty="0">
                          <a:latin typeface="MS Gothic"/>
                          <a:cs typeface="MS Gothic"/>
                        </a:rPr>
                        <a:t>物理接口</a:t>
                      </a:r>
                    </a:p>
                  </a:txBody>
                  <a:tcPr marL="0" marR="0" marT="1651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970049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IP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4"/>
            <a:ext cx="8864300" cy="5644295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" altLang="zh-CN" b="1" dirty="0"/>
              <a:t>Common SAN deployments are</a:t>
            </a:r>
          </a:p>
          <a:p>
            <a:pPr marL="457200" indent="-457200"/>
            <a:r>
              <a:rPr lang="en" altLang="zh-CN" dirty="0" err="1">
                <a:solidFill>
                  <a:schemeClr val="bg1">
                    <a:lumMod val="75000"/>
                  </a:schemeClr>
                </a:solidFill>
              </a:rPr>
              <a:t>Fibre</a:t>
            </a:r>
            <a:r>
              <a:rPr lang="en" altLang="zh-CN" dirty="0">
                <a:solidFill>
                  <a:schemeClr val="bg1">
                    <a:lumMod val="75000"/>
                  </a:schemeClr>
                </a:solidFill>
              </a:rPr>
              <a:t> Channel (FC) SAN: uses FC protocol for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 </a:t>
            </a:r>
            <a:r>
              <a:rPr lang="en" altLang="zh-CN" dirty="0">
                <a:solidFill>
                  <a:schemeClr val="bg1">
                    <a:lumMod val="75000"/>
                  </a:schemeClr>
                </a:solidFill>
              </a:rPr>
              <a:t>communication</a:t>
            </a:r>
          </a:p>
          <a:p>
            <a:pPr marL="457200" indent="-457200"/>
            <a:r>
              <a:rPr lang="en" altLang="zh-CN" dirty="0">
                <a:solidFill>
                  <a:srgbClr val="7030A0"/>
                </a:solidFill>
              </a:rPr>
              <a:t>IP SAN: uses IP-based protocols for communication </a:t>
            </a:r>
          </a:p>
          <a:p>
            <a:endParaRPr lang="en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53</a:t>
            </a:fld>
            <a:endParaRPr lang="en-US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BA9FA491-DC7B-E715-1DAB-50882E29BE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84623" y="3187701"/>
            <a:ext cx="4654453" cy="3349796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08671B93-F44A-2513-6618-95522F5A304E}"/>
              </a:ext>
            </a:extLst>
          </p:cNvPr>
          <p:cNvSpPr/>
          <p:nvPr/>
        </p:nvSpPr>
        <p:spPr>
          <a:xfrm>
            <a:off x="4799518" y="3096420"/>
            <a:ext cx="2341756" cy="353235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952624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What</a:t>
            </a:r>
            <a:r>
              <a:rPr lang="zh-CN" altLang="en-US" dirty="0"/>
              <a:t> </a:t>
            </a:r>
            <a:r>
              <a:rPr lang="en-US" altLang="zh-CN" dirty="0"/>
              <a:t>is</a:t>
            </a:r>
            <a:r>
              <a:rPr lang="zh-CN" altLang="en-US" dirty="0"/>
              <a:t> </a:t>
            </a:r>
            <a:r>
              <a:rPr lang="en-US" altLang="zh-CN" dirty="0"/>
              <a:t>IP-SAN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" altLang="zh-CN" dirty="0"/>
              <a:t>Traditional SAN technology is built around </a:t>
            </a:r>
            <a:r>
              <a:rPr lang="en" altLang="zh-CN" dirty="0" err="1"/>
              <a:t>Fibe</a:t>
            </a:r>
            <a:r>
              <a:rPr lang="en-US" altLang="zh-CN" dirty="0"/>
              <a:t>r</a:t>
            </a:r>
            <a:r>
              <a:rPr lang="en" altLang="zh-CN" dirty="0"/>
              <a:t> Channel.</a:t>
            </a:r>
          </a:p>
          <a:p>
            <a:r>
              <a:rPr lang="en" altLang="zh-CN" dirty="0"/>
              <a:t>IP technology is emerging as an alternative or  supplemental transport for storage traffic.</a:t>
            </a:r>
          </a:p>
          <a:p>
            <a:endParaRPr lang="en" altLang="zh-CN" dirty="0"/>
          </a:p>
          <a:p>
            <a:endParaRPr lang="en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3" name="object 5">
            <a:extLst>
              <a:ext uri="{FF2B5EF4-FFF2-40B4-BE49-F238E27FC236}">
                <a16:creationId xmlns:a16="http://schemas.microsoft.com/office/drawing/2014/main" id="{6968A713-A331-6BF4-A9A4-DA2758A0A190}"/>
              </a:ext>
            </a:extLst>
          </p:cNvPr>
          <p:cNvSpPr/>
          <p:nvPr/>
        </p:nvSpPr>
        <p:spPr>
          <a:xfrm>
            <a:off x="5863255" y="6460344"/>
            <a:ext cx="283210" cy="1270"/>
          </a:xfrm>
          <a:custGeom>
            <a:avLst/>
            <a:gdLst/>
            <a:ahLst/>
            <a:cxnLst/>
            <a:rect l="l" t="t" r="r" b="b"/>
            <a:pathLst>
              <a:path w="283210" h="1270">
                <a:moveTo>
                  <a:pt x="0" y="0"/>
                </a:moveTo>
                <a:lnTo>
                  <a:pt x="283210" y="1270"/>
                </a:lnTo>
              </a:path>
            </a:pathLst>
          </a:custGeom>
          <a:ln w="28393">
            <a:solidFill>
              <a:srgbClr val="FF98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6">
            <a:extLst>
              <a:ext uri="{FF2B5EF4-FFF2-40B4-BE49-F238E27FC236}">
                <a16:creationId xmlns:a16="http://schemas.microsoft.com/office/drawing/2014/main" id="{F107D31A-8DA5-459D-5D70-465BCF6C6AEF}"/>
              </a:ext>
            </a:extLst>
          </p:cNvPr>
          <p:cNvSpPr txBox="1"/>
          <p:nvPr/>
        </p:nvSpPr>
        <p:spPr>
          <a:xfrm>
            <a:off x="6193455" y="6125065"/>
            <a:ext cx="41592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latin typeface="Arial MT"/>
                <a:cs typeface="Arial MT"/>
              </a:rPr>
              <a:t>=</a:t>
            </a:r>
            <a:r>
              <a:rPr sz="1400" spc="-50" dirty="0">
                <a:latin typeface="Arial MT"/>
                <a:cs typeface="Arial MT"/>
              </a:rPr>
              <a:t> </a:t>
            </a:r>
            <a:r>
              <a:rPr sz="1400" spc="5" dirty="0">
                <a:latin typeface="Arial MT"/>
                <a:cs typeface="Arial MT"/>
              </a:rPr>
              <a:t>IP</a:t>
            </a:r>
            <a:endParaRPr sz="14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</a:pPr>
            <a:r>
              <a:rPr sz="1400" dirty="0">
                <a:latin typeface="Arial MT"/>
                <a:cs typeface="Arial MT"/>
              </a:rPr>
              <a:t>=</a:t>
            </a:r>
            <a:r>
              <a:rPr sz="1400" spc="-8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FC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7" name="object 7">
            <a:extLst>
              <a:ext uri="{FF2B5EF4-FFF2-40B4-BE49-F238E27FC236}">
                <a16:creationId xmlns:a16="http://schemas.microsoft.com/office/drawing/2014/main" id="{94262AE5-3AB7-BF87-4DC4-7559BC435FF4}"/>
              </a:ext>
            </a:extLst>
          </p:cNvPr>
          <p:cNvSpPr/>
          <p:nvPr/>
        </p:nvSpPr>
        <p:spPr>
          <a:xfrm>
            <a:off x="5858175" y="6257144"/>
            <a:ext cx="288290" cy="0"/>
          </a:xfrm>
          <a:custGeom>
            <a:avLst/>
            <a:gdLst/>
            <a:ahLst/>
            <a:cxnLst/>
            <a:rect l="l" t="t" r="r" b="b"/>
            <a:pathLst>
              <a:path w="288289">
                <a:moveTo>
                  <a:pt x="0" y="0"/>
                </a:moveTo>
                <a:lnTo>
                  <a:pt x="288289" y="0"/>
                </a:lnTo>
              </a:path>
            </a:pathLst>
          </a:custGeom>
          <a:ln w="28393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>
            <a:extLst>
              <a:ext uri="{FF2B5EF4-FFF2-40B4-BE49-F238E27FC236}">
                <a16:creationId xmlns:a16="http://schemas.microsoft.com/office/drawing/2014/main" id="{E5B33C08-6BAF-EA0D-85B9-E0C630821DEC}"/>
              </a:ext>
            </a:extLst>
          </p:cNvPr>
          <p:cNvGrpSpPr/>
          <p:nvPr/>
        </p:nvGrpSpPr>
        <p:grpSpPr>
          <a:xfrm>
            <a:off x="279700" y="3211685"/>
            <a:ext cx="8805545" cy="3143250"/>
            <a:chOff x="169545" y="2414270"/>
            <a:chExt cx="8805545" cy="3143250"/>
          </a:xfrm>
        </p:grpSpPr>
        <p:sp>
          <p:nvSpPr>
            <p:cNvPr id="9" name="object 9">
              <a:extLst>
                <a:ext uri="{FF2B5EF4-FFF2-40B4-BE49-F238E27FC236}">
                  <a16:creationId xmlns:a16="http://schemas.microsoft.com/office/drawing/2014/main" id="{B11851ED-F677-9277-D977-EC88709D6B7B}"/>
                </a:ext>
              </a:extLst>
            </p:cNvPr>
            <p:cNvSpPr/>
            <p:nvPr/>
          </p:nvSpPr>
          <p:spPr>
            <a:xfrm>
              <a:off x="1009650" y="2843530"/>
              <a:ext cx="786130" cy="2456180"/>
            </a:xfrm>
            <a:custGeom>
              <a:avLst/>
              <a:gdLst/>
              <a:ahLst/>
              <a:cxnLst/>
              <a:rect l="l" t="t" r="r" b="b"/>
              <a:pathLst>
                <a:path w="786130" h="2456179">
                  <a:moveTo>
                    <a:pt x="424180" y="0"/>
                  </a:moveTo>
                  <a:lnTo>
                    <a:pt x="396240" y="2456180"/>
                  </a:lnTo>
                </a:path>
                <a:path w="786130" h="2456179">
                  <a:moveTo>
                    <a:pt x="786130" y="104140"/>
                  </a:moveTo>
                  <a:lnTo>
                    <a:pt x="457200" y="784860"/>
                  </a:lnTo>
                </a:path>
                <a:path w="786130" h="2456179">
                  <a:moveTo>
                    <a:pt x="96519" y="68580"/>
                  </a:moveTo>
                  <a:lnTo>
                    <a:pt x="346709" y="782320"/>
                  </a:lnTo>
                </a:path>
                <a:path w="786130" h="2456179">
                  <a:moveTo>
                    <a:pt x="515619" y="1478280"/>
                  </a:moveTo>
                  <a:lnTo>
                    <a:pt x="764539" y="2192020"/>
                  </a:lnTo>
                </a:path>
                <a:path w="786130" h="2456179">
                  <a:moveTo>
                    <a:pt x="328930" y="1513840"/>
                  </a:moveTo>
                  <a:lnTo>
                    <a:pt x="0" y="2194560"/>
                  </a:lnTo>
                </a:path>
              </a:pathLst>
            </a:custGeom>
            <a:ln w="9344">
              <a:solidFill>
                <a:srgbClr val="FF98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>
              <a:extLst>
                <a:ext uri="{FF2B5EF4-FFF2-40B4-BE49-F238E27FC236}">
                  <a16:creationId xmlns:a16="http://schemas.microsoft.com/office/drawing/2014/main" id="{C7DDD973-5F3A-B9B3-ABB3-CCA9A0F36CE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34389" y="5029200"/>
              <a:ext cx="365759" cy="528319"/>
            </a:xfrm>
            <a:prstGeom prst="rect">
              <a:avLst/>
            </a:prstGeom>
          </p:spPr>
        </p:pic>
        <p:sp>
          <p:nvSpPr>
            <p:cNvPr id="11" name="object 11">
              <a:extLst>
                <a:ext uri="{FF2B5EF4-FFF2-40B4-BE49-F238E27FC236}">
                  <a16:creationId xmlns:a16="http://schemas.microsoft.com/office/drawing/2014/main" id="{59AE2F3A-EDBC-E0FC-DAC6-DD3E08CAAB7E}"/>
                </a:ext>
              </a:extLst>
            </p:cNvPr>
            <p:cNvSpPr/>
            <p:nvPr/>
          </p:nvSpPr>
          <p:spPr>
            <a:xfrm>
              <a:off x="883920" y="50342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>
              <a:extLst>
                <a:ext uri="{FF2B5EF4-FFF2-40B4-BE49-F238E27FC236}">
                  <a16:creationId xmlns:a16="http://schemas.microsoft.com/office/drawing/2014/main" id="{0DDBE337-089B-DBEA-C711-ECF9C0C1CF4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5660" y="4956810"/>
              <a:ext cx="369570" cy="82550"/>
            </a:xfrm>
            <a:prstGeom prst="rect">
              <a:avLst/>
            </a:prstGeom>
          </p:spPr>
        </p:pic>
        <p:pic>
          <p:nvPicPr>
            <p:cNvPr id="13" name="object 13">
              <a:extLst>
                <a:ext uri="{FF2B5EF4-FFF2-40B4-BE49-F238E27FC236}">
                  <a16:creationId xmlns:a16="http://schemas.microsoft.com/office/drawing/2014/main" id="{1B22A6DC-F94D-2FC4-F070-F5C04DF28E0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66139" y="5029200"/>
              <a:ext cx="302259" cy="501650"/>
            </a:xfrm>
            <a:prstGeom prst="rect">
              <a:avLst/>
            </a:prstGeom>
          </p:spPr>
        </p:pic>
        <p:sp>
          <p:nvSpPr>
            <p:cNvPr id="14" name="object 14">
              <a:extLst>
                <a:ext uri="{FF2B5EF4-FFF2-40B4-BE49-F238E27FC236}">
                  <a16:creationId xmlns:a16="http://schemas.microsoft.com/office/drawing/2014/main" id="{D754511A-1E56-AB8E-B8EC-4C0390B8B05A}"/>
                </a:ext>
              </a:extLst>
            </p:cNvPr>
            <p:cNvSpPr/>
            <p:nvPr/>
          </p:nvSpPr>
          <p:spPr>
            <a:xfrm>
              <a:off x="933450" y="5138420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699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>
              <a:extLst>
                <a:ext uri="{FF2B5EF4-FFF2-40B4-BE49-F238E27FC236}">
                  <a16:creationId xmlns:a16="http://schemas.microsoft.com/office/drawing/2014/main" id="{BE748B46-387B-E29A-E171-DA4DAF7D4D8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15389" y="5029200"/>
              <a:ext cx="365759" cy="528319"/>
            </a:xfrm>
            <a:prstGeom prst="rect">
              <a:avLst/>
            </a:prstGeom>
          </p:spPr>
        </p:pic>
        <p:sp>
          <p:nvSpPr>
            <p:cNvPr id="16" name="object 16">
              <a:extLst>
                <a:ext uri="{FF2B5EF4-FFF2-40B4-BE49-F238E27FC236}">
                  <a16:creationId xmlns:a16="http://schemas.microsoft.com/office/drawing/2014/main" id="{F9AECE99-3190-9205-12F8-A96E4FEE2D59}"/>
                </a:ext>
              </a:extLst>
            </p:cNvPr>
            <p:cNvSpPr/>
            <p:nvPr/>
          </p:nvSpPr>
          <p:spPr>
            <a:xfrm>
              <a:off x="1264920" y="50342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>
              <a:extLst>
                <a:ext uri="{FF2B5EF4-FFF2-40B4-BE49-F238E27FC236}">
                  <a16:creationId xmlns:a16="http://schemas.microsoft.com/office/drawing/2014/main" id="{84F1AE3E-119B-0ACC-8EF7-4138BE133591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16659" y="4956810"/>
              <a:ext cx="369570" cy="82550"/>
            </a:xfrm>
            <a:prstGeom prst="rect">
              <a:avLst/>
            </a:prstGeom>
          </p:spPr>
        </p:pic>
        <p:pic>
          <p:nvPicPr>
            <p:cNvPr id="18" name="object 18">
              <a:extLst>
                <a:ext uri="{FF2B5EF4-FFF2-40B4-BE49-F238E27FC236}">
                  <a16:creationId xmlns:a16="http://schemas.microsoft.com/office/drawing/2014/main" id="{8CEAB1EE-D739-05E0-C642-59F19C4703F7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47139" y="5029200"/>
              <a:ext cx="302259" cy="501650"/>
            </a:xfrm>
            <a:prstGeom prst="rect">
              <a:avLst/>
            </a:prstGeom>
          </p:spPr>
        </p:pic>
        <p:sp>
          <p:nvSpPr>
            <p:cNvPr id="19" name="object 19">
              <a:extLst>
                <a:ext uri="{FF2B5EF4-FFF2-40B4-BE49-F238E27FC236}">
                  <a16:creationId xmlns:a16="http://schemas.microsoft.com/office/drawing/2014/main" id="{FB06D205-D421-7241-5117-DBA490786367}"/>
                </a:ext>
              </a:extLst>
            </p:cNvPr>
            <p:cNvSpPr/>
            <p:nvPr/>
          </p:nvSpPr>
          <p:spPr>
            <a:xfrm>
              <a:off x="1314450" y="5138420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699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>
              <a:extLst>
                <a:ext uri="{FF2B5EF4-FFF2-40B4-BE49-F238E27FC236}">
                  <a16:creationId xmlns:a16="http://schemas.microsoft.com/office/drawing/2014/main" id="{2CF28163-A291-70E0-BA1A-DE7EF15AF58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96389" y="5029200"/>
              <a:ext cx="364490" cy="528319"/>
            </a:xfrm>
            <a:prstGeom prst="rect">
              <a:avLst/>
            </a:prstGeom>
          </p:spPr>
        </p:pic>
        <p:sp>
          <p:nvSpPr>
            <p:cNvPr id="21" name="object 21">
              <a:extLst>
                <a:ext uri="{FF2B5EF4-FFF2-40B4-BE49-F238E27FC236}">
                  <a16:creationId xmlns:a16="http://schemas.microsoft.com/office/drawing/2014/main" id="{0AC1A31B-AB76-5A87-1967-A4E968B1A91B}"/>
                </a:ext>
              </a:extLst>
            </p:cNvPr>
            <p:cNvSpPr/>
            <p:nvPr/>
          </p:nvSpPr>
          <p:spPr>
            <a:xfrm>
              <a:off x="1645920" y="50342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>
              <a:extLst>
                <a:ext uri="{FF2B5EF4-FFF2-40B4-BE49-F238E27FC236}">
                  <a16:creationId xmlns:a16="http://schemas.microsoft.com/office/drawing/2014/main" id="{F73A7073-2D1D-0DBD-8046-F3FB86E0450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97659" y="4956810"/>
              <a:ext cx="368300" cy="82550"/>
            </a:xfrm>
            <a:prstGeom prst="rect">
              <a:avLst/>
            </a:prstGeom>
          </p:spPr>
        </p:pic>
        <p:pic>
          <p:nvPicPr>
            <p:cNvPr id="23" name="object 23">
              <a:extLst>
                <a:ext uri="{FF2B5EF4-FFF2-40B4-BE49-F238E27FC236}">
                  <a16:creationId xmlns:a16="http://schemas.microsoft.com/office/drawing/2014/main" id="{9EFA2659-59A2-D978-48A6-C0C63242F070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28139" y="5029200"/>
              <a:ext cx="300990" cy="501650"/>
            </a:xfrm>
            <a:prstGeom prst="rect">
              <a:avLst/>
            </a:prstGeom>
          </p:spPr>
        </p:pic>
        <p:sp>
          <p:nvSpPr>
            <p:cNvPr id="24" name="object 24">
              <a:extLst>
                <a:ext uri="{FF2B5EF4-FFF2-40B4-BE49-F238E27FC236}">
                  <a16:creationId xmlns:a16="http://schemas.microsoft.com/office/drawing/2014/main" id="{F99F3612-62E1-6039-AF90-7ED3D8FFD3AB}"/>
                </a:ext>
              </a:extLst>
            </p:cNvPr>
            <p:cNvSpPr/>
            <p:nvPr/>
          </p:nvSpPr>
          <p:spPr>
            <a:xfrm>
              <a:off x="1695450" y="5138420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69" h="69850">
                  <a:moveTo>
                    <a:pt x="16637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6990"/>
                  </a:lnTo>
                  <a:close/>
                </a:path>
                <a:path w="166369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1339CE20-5768-CF68-E2EA-BD5B5D1B22E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0270" y="2487930"/>
              <a:ext cx="364490" cy="527050"/>
            </a:xfrm>
            <a:prstGeom prst="rect">
              <a:avLst/>
            </a:prstGeom>
          </p:spPr>
        </p:pic>
        <p:sp>
          <p:nvSpPr>
            <p:cNvPr id="26" name="object 26">
              <a:extLst>
                <a:ext uri="{FF2B5EF4-FFF2-40B4-BE49-F238E27FC236}">
                  <a16:creationId xmlns:a16="http://schemas.microsoft.com/office/drawing/2014/main" id="{32380470-1E82-A814-E98B-C52A539A3382}"/>
                </a:ext>
              </a:extLst>
            </p:cNvPr>
            <p:cNvSpPr/>
            <p:nvPr/>
          </p:nvSpPr>
          <p:spPr>
            <a:xfrm>
              <a:off x="93980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>
              <a:extLst>
                <a:ext uri="{FF2B5EF4-FFF2-40B4-BE49-F238E27FC236}">
                  <a16:creationId xmlns:a16="http://schemas.microsoft.com/office/drawing/2014/main" id="{7A42CE11-9B14-3329-1DC3-9B8E6043EE07}"/>
                </a:ext>
              </a:extLst>
            </p:cNvPr>
            <p:cNvSpPr/>
            <p:nvPr/>
          </p:nvSpPr>
          <p:spPr>
            <a:xfrm>
              <a:off x="93980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>
              <a:extLst>
                <a:ext uri="{FF2B5EF4-FFF2-40B4-BE49-F238E27FC236}">
                  <a16:creationId xmlns:a16="http://schemas.microsoft.com/office/drawing/2014/main" id="{037AAE63-B0D9-CFA7-9F0B-25B5F74060FB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91539" y="2414270"/>
              <a:ext cx="368300" cy="74929"/>
            </a:xfrm>
            <a:prstGeom prst="rect">
              <a:avLst/>
            </a:prstGeom>
          </p:spPr>
        </p:pic>
        <p:pic>
          <p:nvPicPr>
            <p:cNvPr id="29" name="object 29">
              <a:extLst>
                <a:ext uri="{FF2B5EF4-FFF2-40B4-BE49-F238E27FC236}">
                  <a16:creationId xmlns:a16="http://schemas.microsoft.com/office/drawing/2014/main" id="{995DD588-10E2-8660-7562-21BD99A3442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2020" y="2487930"/>
              <a:ext cx="300990" cy="500380"/>
            </a:xfrm>
            <a:prstGeom prst="rect">
              <a:avLst/>
            </a:prstGeom>
          </p:spPr>
        </p:pic>
        <p:sp>
          <p:nvSpPr>
            <p:cNvPr id="30" name="object 30">
              <a:extLst>
                <a:ext uri="{FF2B5EF4-FFF2-40B4-BE49-F238E27FC236}">
                  <a16:creationId xmlns:a16="http://schemas.microsoft.com/office/drawing/2014/main" id="{512C27C5-A281-0F9E-7D6C-19211305EE80}"/>
                </a:ext>
              </a:extLst>
            </p:cNvPr>
            <p:cNvSpPr/>
            <p:nvPr/>
          </p:nvSpPr>
          <p:spPr>
            <a:xfrm>
              <a:off x="989330" y="259587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69" h="69850">
                  <a:moveTo>
                    <a:pt x="16637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8260"/>
                  </a:lnTo>
                  <a:close/>
                </a:path>
                <a:path w="166369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582EB754-A851-712B-D673-7DCADBC90D7E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270" y="2487930"/>
              <a:ext cx="364490" cy="527050"/>
            </a:xfrm>
            <a:prstGeom prst="rect">
              <a:avLst/>
            </a:prstGeom>
          </p:spPr>
        </p:pic>
        <p:sp>
          <p:nvSpPr>
            <p:cNvPr id="32" name="object 32">
              <a:extLst>
                <a:ext uri="{FF2B5EF4-FFF2-40B4-BE49-F238E27FC236}">
                  <a16:creationId xmlns:a16="http://schemas.microsoft.com/office/drawing/2014/main" id="{9A6CBC08-4A82-C9D5-68AB-68DBA6B4C22A}"/>
                </a:ext>
              </a:extLst>
            </p:cNvPr>
            <p:cNvSpPr/>
            <p:nvPr/>
          </p:nvSpPr>
          <p:spPr>
            <a:xfrm>
              <a:off x="132080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>
              <a:extLst>
                <a:ext uri="{FF2B5EF4-FFF2-40B4-BE49-F238E27FC236}">
                  <a16:creationId xmlns:a16="http://schemas.microsoft.com/office/drawing/2014/main" id="{EDE27CDE-A529-F7B9-0385-733E10313644}"/>
                </a:ext>
              </a:extLst>
            </p:cNvPr>
            <p:cNvSpPr/>
            <p:nvPr/>
          </p:nvSpPr>
          <p:spPr>
            <a:xfrm>
              <a:off x="132080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>
              <a:extLst>
                <a:ext uri="{FF2B5EF4-FFF2-40B4-BE49-F238E27FC236}">
                  <a16:creationId xmlns:a16="http://schemas.microsoft.com/office/drawing/2014/main" id="{05D6CC47-5251-CC07-C0EC-68F60889B014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72539" y="2414270"/>
              <a:ext cx="368299" cy="74929"/>
            </a:xfrm>
            <a:prstGeom prst="rect">
              <a:avLst/>
            </a:prstGeom>
          </p:spPr>
        </p:pic>
        <p:pic>
          <p:nvPicPr>
            <p:cNvPr id="35" name="object 35">
              <a:extLst>
                <a:ext uri="{FF2B5EF4-FFF2-40B4-BE49-F238E27FC236}">
                  <a16:creationId xmlns:a16="http://schemas.microsoft.com/office/drawing/2014/main" id="{BFC209EF-C018-5719-5DEF-7F70199B009A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3020" y="2487930"/>
              <a:ext cx="300990" cy="500380"/>
            </a:xfrm>
            <a:prstGeom prst="rect">
              <a:avLst/>
            </a:prstGeom>
          </p:spPr>
        </p:pic>
        <p:sp>
          <p:nvSpPr>
            <p:cNvPr id="36" name="object 36">
              <a:extLst>
                <a:ext uri="{FF2B5EF4-FFF2-40B4-BE49-F238E27FC236}">
                  <a16:creationId xmlns:a16="http://schemas.microsoft.com/office/drawing/2014/main" id="{5E8914C8-9553-AC8E-B9C5-7CC74ED9EF3B}"/>
                </a:ext>
              </a:extLst>
            </p:cNvPr>
            <p:cNvSpPr/>
            <p:nvPr/>
          </p:nvSpPr>
          <p:spPr>
            <a:xfrm>
              <a:off x="1370330" y="259587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69" h="69850">
                  <a:moveTo>
                    <a:pt x="16637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8260"/>
                  </a:lnTo>
                  <a:close/>
                </a:path>
                <a:path w="166369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>
              <a:extLst>
                <a:ext uri="{FF2B5EF4-FFF2-40B4-BE49-F238E27FC236}">
                  <a16:creationId xmlns:a16="http://schemas.microsoft.com/office/drawing/2014/main" id="{C44F44C2-F76E-B98B-EE5E-504104F79E2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52270" y="2487930"/>
              <a:ext cx="365760" cy="527050"/>
            </a:xfrm>
            <a:prstGeom prst="rect">
              <a:avLst/>
            </a:prstGeom>
          </p:spPr>
        </p:pic>
        <p:sp>
          <p:nvSpPr>
            <p:cNvPr id="38" name="object 38">
              <a:extLst>
                <a:ext uri="{FF2B5EF4-FFF2-40B4-BE49-F238E27FC236}">
                  <a16:creationId xmlns:a16="http://schemas.microsoft.com/office/drawing/2014/main" id="{2D4F2A9F-C739-5EED-CEE6-76B86ED58C57}"/>
                </a:ext>
              </a:extLst>
            </p:cNvPr>
            <p:cNvSpPr/>
            <p:nvPr/>
          </p:nvSpPr>
          <p:spPr>
            <a:xfrm>
              <a:off x="170180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>
              <a:extLst>
                <a:ext uri="{FF2B5EF4-FFF2-40B4-BE49-F238E27FC236}">
                  <a16:creationId xmlns:a16="http://schemas.microsoft.com/office/drawing/2014/main" id="{9CCBE73A-1AF0-3B30-52FB-5FD0B1312E4F}"/>
                </a:ext>
              </a:extLst>
            </p:cNvPr>
            <p:cNvSpPr/>
            <p:nvPr/>
          </p:nvSpPr>
          <p:spPr>
            <a:xfrm>
              <a:off x="170180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>
              <a:extLst>
                <a:ext uri="{FF2B5EF4-FFF2-40B4-BE49-F238E27FC236}">
                  <a16:creationId xmlns:a16="http://schemas.microsoft.com/office/drawing/2014/main" id="{0C244386-89EA-FD81-FECE-28165DB9751A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53539" y="2414270"/>
              <a:ext cx="369569" cy="74929"/>
            </a:xfrm>
            <a:prstGeom prst="rect">
              <a:avLst/>
            </a:prstGeom>
          </p:spPr>
        </p:pic>
        <p:pic>
          <p:nvPicPr>
            <p:cNvPr id="41" name="object 41">
              <a:extLst>
                <a:ext uri="{FF2B5EF4-FFF2-40B4-BE49-F238E27FC236}">
                  <a16:creationId xmlns:a16="http://schemas.microsoft.com/office/drawing/2014/main" id="{68A0A4D3-E755-ED0E-C56C-FD5E0F46BB8C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20" y="2487930"/>
              <a:ext cx="302260" cy="500380"/>
            </a:xfrm>
            <a:prstGeom prst="rect">
              <a:avLst/>
            </a:prstGeom>
          </p:spPr>
        </p:pic>
        <p:sp>
          <p:nvSpPr>
            <p:cNvPr id="42" name="object 42">
              <a:extLst>
                <a:ext uri="{FF2B5EF4-FFF2-40B4-BE49-F238E27FC236}">
                  <a16:creationId xmlns:a16="http://schemas.microsoft.com/office/drawing/2014/main" id="{CC7FDF08-6BCC-06A6-3BF8-49496BFE8C08}"/>
                </a:ext>
              </a:extLst>
            </p:cNvPr>
            <p:cNvSpPr/>
            <p:nvPr/>
          </p:nvSpPr>
          <p:spPr>
            <a:xfrm>
              <a:off x="1751330" y="2595879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39" h="69850">
                  <a:moveTo>
                    <a:pt x="16764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8260"/>
                  </a:lnTo>
                  <a:close/>
                </a:path>
                <a:path w="167639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>
              <a:extLst>
                <a:ext uri="{FF2B5EF4-FFF2-40B4-BE49-F238E27FC236}">
                  <a16:creationId xmlns:a16="http://schemas.microsoft.com/office/drawing/2014/main" id="{D918035F-1071-8D5C-3C6D-802ED2F68DA3}"/>
                </a:ext>
              </a:extLst>
            </p:cNvPr>
            <p:cNvSpPr/>
            <p:nvPr/>
          </p:nvSpPr>
          <p:spPr>
            <a:xfrm>
              <a:off x="494029" y="3759200"/>
              <a:ext cx="1076960" cy="297180"/>
            </a:xfrm>
            <a:custGeom>
              <a:avLst/>
              <a:gdLst/>
              <a:ahLst/>
              <a:cxnLst/>
              <a:rect l="l" t="t" r="r" b="b"/>
              <a:pathLst>
                <a:path w="1076960" h="297179">
                  <a:moveTo>
                    <a:pt x="1076960" y="297180"/>
                  </a:moveTo>
                  <a:lnTo>
                    <a:pt x="152400" y="294639"/>
                  </a:lnTo>
                </a:path>
                <a:path w="1076960" h="297179">
                  <a:moveTo>
                    <a:pt x="1057910" y="1269"/>
                  </a:moveTo>
                  <a:lnTo>
                    <a:pt x="133350" y="0"/>
                  </a:lnTo>
                </a:path>
                <a:path w="1076960" h="297179">
                  <a:moveTo>
                    <a:pt x="924560" y="143510"/>
                  </a:moveTo>
                  <a:lnTo>
                    <a:pt x="0" y="142239"/>
                  </a:lnTo>
                </a:path>
              </a:pathLst>
            </a:custGeom>
            <a:ln w="9344">
              <a:solidFill>
                <a:srgbClr val="FF98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>
              <a:extLst>
                <a:ext uri="{FF2B5EF4-FFF2-40B4-BE49-F238E27FC236}">
                  <a16:creationId xmlns:a16="http://schemas.microsoft.com/office/drawing/2014/main" id="{495044D5-5D6B-9CBB-3F82-13B983AF02BF}"/>
                </a:ext>
              </a:extLst>
            </p:cNvPr>
            <p:cNvSpPr/>
            <p:nvPr/>
          </p:nvSpPr>
          <p:spPr>
            <a:xfrm>
              <a:off x="1521459" y="3850640"/>
              <a:ext cx="811530" cy="668020"/>
            </a:xfrm>
            <a:custGeom>
              <a:avLst/>
              <a:gdLst/>
              <a:ahLst/>
              <a:cxnLst/>
              <a:rect l="l" t="t" r="r" b="b"/>
              <a:pathLst>
                <a:path w="811530" h="668020">
                  <a:moveTo>
                    <a:pt x="811529" y="668020"/>
                  </a:moveTo>
                  <a:lnTo>
                    <a:pt x="811529" y="0"/>
                  </a:lnTo>
                  <a:lnTo>
                    <a:pt x="0" y="0"/>
                  </a:lnTo>
                </a:path>
              </a:pathLst>
            </a:custGeom>
            <a:ln w="9344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>
              <a:extLst>
                <a:ext uri="{FF2B5EF4-FFF2-40B4-BE49-F238E27FC236}">
                  <a16:creationId xmlns:a16="http://schemas.microsoft.com/office/drawing/2014/main" id="{2AFA5EBF-C77A-9A0F-697E-15E5E8938A91}"/>
                </a:ext>
              </a:extLst>
            </p:cNvPr>
            <p:cNvSpPr/>
            <p:nvPr/>
          </p:nvSpPr>
          <p:spPr>
            <a:xfrm>
              <a:off x="2583180" y="4655820"/>
              <a:ext cx="3961129" cy="0"/>
            </a:xfrm>
            <a:custGeom>
              <a:avLst/>
              <a:gdLst/>
              <a:ahLst/>
              <a:cxnLst/>
              <a:rect l="l" t="t" r="r" b="b"/>
              <a:pathLst>
                <a:path w="3961129">
                  <a:moveTo>
                    <a:pt x="3961129" y="0"/>
                  </a:moveTo>
                  <a:lnTo>
                    <a:pt x="0" y="0"/>
                  </a:lnTo>
                </a:path>
              </a:pathLst>
            </a:custGeom>
            <a:ln w="9344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>
              <a:extLst>
                <a:ext uri="{FF2B5EF4-FFF2-40B4-BE49-F238E27FC236}">
                  <a16:creationId xmlns:a16="http://schemas.microsoft.com/office/drawing/2014/main" id="{9A78571F-569F-2ED2-B459-33FE36CCAE5D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94840" y="4632960"/>
              <a:ext cx="937260" cy="133350"/>
            </a:xfrm>
            <a:prstGeom prst="rect">
              <a:avLst/>
            </a:prstGeom>
          </p:spPr>
        </p:pic>
        <p:sp>
          <p:nvSpPr>
            <p:cNvPr id="47" name="object 47">
              <a:extLst>
                <a:ext uri="{FF2B5EF4-FFF2-40B4-BE49-F238E27FC236}">
                  <a16:creationId xmlns:a16="http://schemas.microsoft.com/office/drawing/2014/main" id="{64BFBBA1-C48C-DC71-54D7-549F29ACE85D}"/>
                </a:ext>
              </a:extLst>
            </p:cNvPr>
            <p:cNvSpPr/>
            <p:nvPr/>
          </p:nvSpPr>
          <p:spPr>
            <a:xfrm>
              <a:off x="1915160" y="4664710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30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30" h="78739">
                  <a:moveTo>
                    <a:pt x="836930" y="53340"/>
                  </a:moveTo>
                  <a:lnTo>
                    <a:pt x="55880" y="53340"/>
                  </a:lnTo>
                  <a:lnTo>
                    <a:pt x="5588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>
              <a:extLst>
                <a:ext uri="{FF2B5EF4-FFF2-40B4-BE49-F238E27FC236}">
                  <a16:creationId xmlns:a16="http://schemas.microsoft.com/office/drawing/2014/main" id="{A829EFB6-4911-2543-8666-A46A98747FD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92299" y="4522470"/>
              <a:ext cx="933450" cy="114300"/>
            </a:xfrm>
            <a:prstGeom prst="rect">
              <a:avLst/>
            </a:prstGeom>
          </p:spPr>
        </p:pic>
        <p:pic>
          <p:nvPicPr>
            <p:cNvPr id="49" name="object 49">
              <a:extLst>
                <a:ext uri="{FF2B5EF4-FFF2-40B4-BE49-F238E27FC236}">
                  <a16:creationId xmlns:a16="http://schemas.microsoft.com/office/drawing/2014/main" id="{14E3D253-97CF-B4AD-1AD0-FC59F95FF5A7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92299" y="4630420"/>
              <a:ext cx="935989" cy="55880"/>
            </a:xfrm>
            <a:prstGeom prst="rect">
              <a:avLst/>
            </a:prstGeom>
          </p:spPr>
        </p:pic>
        <p:sp>
          <p:nvSpPr>
            <p:cNvPr id="50" name="object 50">
              <a:extLst>
                <a:ext uri="{FF2B5EF4-FFF2-40B4-BE49-F238E27FC236}">
                  <a16:creationId xmlns:a16="http://schemas.microsoft.com/office/drawing/2014/main" id="{A5255260-59A2-61CF-B79A-D6915A2DB3FC}"/>
                </a:ext>
              </a:extLst>
            </p:cNvPr>
            <p:cNvSpPr/>
            <p:nvPr/>
          </p:nvSpPr>
          <p:spPr>
            <a:xfrm>
              <a:off x="7287260" y="2843530"/>
              <a:ext cx="784860" cy="2456180"/>
            </a:xfrm>
            <a:custGeom>
              <a:avLst/>
              <a:gdLst/>
              <a:ahLst/>
              <a:cxnLst/>
              <a:rect l="l" t="t" r="r" b="b"/>
              <a:pathLst>
                <a:path w="784859" h="2456179">
                  <a:moveTo>
                    <a:pt x="424180" y="0"/>
                  </a:moveTo>
                  <a:lnTo>
                    <a:pt x="394970" y="2456180"/>
                  </a:lnTo>
                </a:path>
                <a:path w="784859" h="2456179">
                  <a:moveTo>
                    <a:pt x="784860" y="104140"/>
                  </a:moveTo>
                  <a:lnTo>
                    <a:pt x="457200" y="784860"/>
                  </a:lnTo>
                </a:path>
                <a:path w="784859" h="2456179">
                  <a:moveTo>
                    <a:pt x="96520" y="68580"/>
                  </a:moveTo>
                  <a:lnTo>
                    <a:pt x="345440" y="782320"/>
                  </a:lnTo>
                </a:path>
                <a:path w="784859" h="2456179">
                  <a:moveTo>
                    <a:pt x="515620" y="1478280"/>
                  </a:moveTo>
                  <a:lnTo>
                    <a:pt x="764540" y="2192020"/>
                  </a:lnTo>
                </a:path>
                <a:path w="784859" h="2456179">
                  <a:moveTo>
                    <a:pt x="327660" y="1513840"/>
                  </a:moveTo>
                  <a:lnTo>
                    <a:pt x="0" y="2194560"/>
                  </a:lnTo>
                </a:path>
              </a:pathLst>
            </a:custGeom>
            <a:ln w="9344">
              <a:solidFill>
                <a:srgbClr val="FF98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>
              <a:extLst>
                <a:ext uri="{FF2B5EF4-FFF2-40B4-BE49-F238E27FC236}">
                  <a16:creationId xmlns:a16="http://schemas.microsoft.com/office/drawing/2014/main" id="{09A06105-DDE2-1B58-C9DA-4A7D28C02AD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10729" y="5029200"/>
              <a:ext cx="365759" cy="528319"/>
            </a:xfrm>
            <a:prstGeom prst="rect">
              <a:avLst/>
            </a:prstGeom>
          </p:spPr>
        </p:pic>
        <p:sp>
          <p:nvSpPr>
            <p:cNvPr id="52" name="object 52">
              <a:extLst>
                <a:ext uri="{FF2B5EF4-FFF2-40B4-BE49-F238E27FC236}">
                  <a16:creationId xmlns:a16="http://schemas.microsoft.com/office/drawing/2014/main" id="{8A965BFA-B6A3-FD9D-D221-4F0F21911177}"/>
                </a:ext>
              </a:extLst>
            </p:cNvPr>
            <p:cNvSpPr/>
            <p:nvPr/>
          </p:nvSpPr>
          <p:spPr>
            <a:xfrm>
              <a:off x="7160260" y="50342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>
              <a:extLst>
                <a:ext uri="{FF2B5EF4-FFF2-40B4-BE49-F238E27FC236}">
                  <a16:creationId xmlns:a16="http://schemas.microsoft.com/office/drawing/2014/main" id="{D18D0265-0C64-379B-54CD-454C352DB848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12000" y="4956810"/>
              <a:ext cx="369570" cy="82550"/>
            </a:xfrm>
            <a:prstGeom prst="rect">
              <a:avLst/>
            </a:prstGeom>
          </p:spPr>
        </p:pic>
        <p:pic>
          <p:nvPicPr>
            <p:cNvPr id="54" name="object 54">
              <a:extLst>
                <a:ext uri="{FF2B5EF4-FFF2-40B4-BE49-F238E27FC236}">
                  <a16:creationId xmlns:a16="http://schemas.microsoft.com/office/drawing/2014/main" id="{D5359772-D1D2-E2D9-515D-97E6D48B3D6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142479" y="5029200"/>
              <a:ext cx="302260" cy="501650"/>
            </a:xfrm>
            <a:prstGeom prst="rect">
              <a:avLst/>
            </a:prstGeom>
          </p:spPr>
        </p:pic>
        <p:sp>
          <p:nvSpPr>
            <p:cNvPr id="55" name="object 55">
              <a:extLst>
                <a:ext uri="{FF2B5EF4-FFF2-40B4-BE49-F238E27FC236}">
                  <a16:creationId xmlns:a16="http://schemas.microsoft.com/office/drawing/2014/main" id="{E4296009-D27B-8077-C045-6839E169628B}"/>
                </a:ext>
              </a:extLst>
            </p:cNvPr>
            <p:cNvSpPr/>
            <p:nvPr/>
          </p:nvSpPr>
          <p:spPr>
            <a:xfrm>
              <a:off x="7209790" y="5138420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699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>
              <a:extLst>
                <a:ext uri="{FF2B5EF4-FFF2-40B4-BE49-F238E27FC236}">
                  <a16:creationId xmlns:a16="http://schemas.microsoft.com/office/drawing/2014/main" id="{2737B3DA-4EFD-E99F-B1F8-D1A5CACD454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91729" y="5029200"/>
              <a:ext cx="365759" cy="528319"/>
            </a:xfrm>
            <a:prstGeom prst="rect">
              <a:avLst/>
            </a:prstGeom>
          </p:spPr>
        </p:pic>
        <p:sp>
          <p:nvSpPr>
            <p:cNvPr id="57" name="object 57">
              <a:extLst>
                <a:ext uri="{FF2B5EF4-FFF2-40B4-BE49-F238E27FC236}">
                  <a16:creationId xmlns:a16="http://schemas.microsoft.com/office/drawing/2014/main" id="{8E9A63A1-3481-49D4-FBA0-A9D2BDF0753A}"/>
                </a:ext>
              </a:extLst>
            </p:cNvPr>
            <p:cNvSpPr/>
            <p:nvPr/>
          </p:nvSpPr>
          <p:spPr>
            <a:xfrm>
              <a:off x="7541260" y="50342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>
              <a:extLst>
                <a:ext uri="{FF2B5EF4-FFF2-40B4-BE49-F238E27FC236}">
                  <a16:creationId xmlns:a16="http://schemas.microsoft.com/office/drawing/2014/main" id="{843BE55A-D9FF-1F95-441B-16E5A8EE4D2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493000" y="4956810"/>
              <a:ext cx="369570" cy="82550"/>
            </a:xfrm>
            <a:prstGeom prst="rect">
              <a:avLst/>
            </a:prstGeom>
          </p:spPr>
        </p:pic>
        <p:pic>
          <p:nvPicPr>
            <p:cNvPr id="59" name="object 59">
              <a:extLst>
                <a:ext uri="{FF2B5EF4-FFF2-40B4-BE49-F238E27FC236}">
                  <a16:creationId xmlns:a16="http://schemas.microsoft.com/office/drawing/2014/main" id="{BEE3A29D-0DE9-DEC5-0309-1E9A76757E9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23479" y="5029200"/>
              <a:ext cx="302260" cy="501650"/>
            </a:xfrm>
            <a:prstGeom prst="rect">
              <a:avLst/>
            </a:prstGeom>
          </p:spPr>
        </p:pic>
        <p:sp>
          <p:nvSpPr>
            <p:cNvPr id="60" name="object 60">
              <a:extLst>
                <a:ext uri="{FF2B5EF4-FFF2-40B4-BE49-F238E27FC236}">
                  <a16:creationId xmlns:a16="http://schemas.microsoft.com/office/drawing/2014/main" id="{12038C92-FDF4-5B47-627E-B0851D02223C}"/>
                </a:ext>
              </a:extLst>
            </p:cNvPr>
            <p:cNvSpPr/>
            <p:nvPr/>
          </p:nvSpPr>
          <p:spPr>
            <a:xfrm>
              <a:off x="7590790" y="5138420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699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>
              <a:extLst>
                <a:ext uri="{FF2B5EF4-FFF2-40B4-BE49-F238E27FC236}">
                  <a16:creationId xmlns:a16="http://schemas.microsoft.com/office/drawing/2014/main" id="{115F3AAD-3277-99C4-87B9-08113BEDE61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872729" y="5029200"/>
              <a:ext cx="364489" cy="528319"/>
            </a:xfrm>
            <a:prstGeom prst="rect">
              <a:avLst/>
            </a:prstGeom>
          </p:spPr>
        </p:pic>
        <p:sp>
          <p:nvSpPr>
            <p:cNvPr id="62" name="object 62">
              <a:extLst>
                <a:ext uri="{FF2B5EF4-FFF2-40B4-BE49-F238E27FC236}">
                  <a16:creationId xmlns:a16="http://schemas.microsoft.com/office/drawing/2014/main" id="{E92BC7FE-518B-F843-F1E0-C0557B2D7BB3}"/>
                </a:ext>
              </a:extLst>
            </p:cNvPr>
            <p:cNvSpPr/>
            <p:nvPr/>
          </p:nvSpPr>
          <p:spPr>
            <a:xfrm>
              <a:off x="7922260" y="50342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>
              <a:extLst>
                <a:ext uri="{FF2B5EF4-FFF2-40B4-BE49-F238E27FC236}">
                  <a16:creationId xmlns:a16="http://schemas.microsoft.com/office/drawing/2014/main" id="{EC208E41-89B5-437F-6E13-3C9D55699A29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874000" y="4956810"/>
              <a:ext cx="368300" cy="82550"/>
            </a:xfrm>
            <a:prstGeom prst="rect">
              <a:avLst/>
            </a:prstGeom>
          </p:spPr>
        </p:pic>
        <p:pic>
          <p:nvPicPr>
            <p:cNvPr id="64" name="object 64">
              <a:extLst>
                <a:ext uri="{FF2B5EF4-FFF2-40B4-BE49-F238E27FC236}">
                  <a16:creationId xmlns:a16="http://schemas.microsoft.com/office/drawing/2014/main" id="{C37EFD00-FD13-AF2F-A52B-566B2A543EE5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904479" y="5029200"/>
              <a:ext cx="300990" cy="501650"/>
            </a:xfrm>
            <a:prstGeom prst="rect">
              <a:avLst/>
            </a:prstGeom>
          </p:spPr>
        </p:pic>
        <p:sp>
          <p:nvSpPr>
            <p:cNvPr id="65" name="object 65">
              <a:extLst>
                <a:ext uri="{FF2B5EF4-FFF2-40B4-BE49-F238E27FC236}">
                  <a16:creationId xmlns:a16="http://schemas.microsoft.com/office/drawing/2014/main" id="{F9F8E1A9-0E43-187F-A507-BD81A9E146D4}"/>
                </a:ext>
              </a:extLst>
            </p:cNvPr>
            <p:cNvSpPr/>
            <p:nvPr/>
          </p:nvSpPr>
          <p:spPr>
            <a:xfrm>
              <a:off x="7971790" y="5138420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70" h="69850">
                  <a:moveTo>
                    <a:pt x="166370" y="46990"/>
                  </a:moveTo>
                  <a:lnTo>
                    <a:pt x="0" y="4699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6990"/>
                  </a:lnTo>
                  <a:close/>
                </a:path>
                <a:path w="166370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>
              <a:extLst>
                <a:ext uri="{FF2B5EF4-FFF2-40B4-BE49-F238E27FC236}">
                  <a16:creationId xmlns:a16="http://schemas.microsoft.com/office/drawing/2014/main" id="{6C6E73F8-B843-0C48-CAF1-1B8B2022259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67879" y="2487930"/>
              <a:ext cx="364489" cy="527050"/>
            </a:xfrm>
            <a:prstGeom prst="rect">
              <a:avLst/>
            </a:prstGeom>
          </p:spPr>
        </p:pic>
        <p:sp>
          <p:nvSpPr>
            <p:cNvPr id="67" name="object 67">
              <a:extLst>
                <a:ext uri="{FF2B5EF4-FFF2-40B4-BE49-F238E27FC236}">
                  <a16:creationId xmlns:a16="http://schemas.microsoft.com/office/drawing/2014/main" id="{7233CBF8-5C33-5CE3-3C77-2DBEAEF354C6}"/>
                </a:ext>
              </a:extLst>
            </p:cNvPr>
            <p:cNvSpPr/>
            <p:nvPr/>
          </p:nvSpPr>
          <p:spPr>
            <a:xfrm>
              <a:off x="721741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>
              <a:extLst>
                <a:ext uri="{FF2B5EF4-FFF2-40B4-BE49-F238E27FC236}">
                  <a16:creationId xmlns:a16="http://schemas.microsoft.com/office/drawing/2014/main" id="{3A9B487F-3E88-77F0-5106-95CCF682C42F}"/>
                </a:ext>
              </a:extLst>
            </p:cNvPr>
            <p:cNvSpPr/>
            <p:nvPr/>
          </p:nvSpPr>
          <p:spPr>
            <a:xfrm>
              <a:off x="721741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>
              <a:extLst>
                <a:ext uri="{FF2B5EF4-FFF2-40B4-BE49-F238E27FC236}">
                  <a16:creationId xmlns:a16="http://schemas.microsoft.com/office/drawing/2014/main" id="{A107C5EF-F138-CDEB-4177-D7D008CBA98A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69150" y="2414270"/>
              <a:ext cx="368300" cy="74929"/>
            </a:xfrm>
            <a:prstGeom prst="rect">
              <a:avLst/>
            </a:prstGeom>
          </p:spPr>
        </p:pic>
        <p:pic>
          <p:nvPicPr>
            <p:cNvPr id="70" name="object 70">
              <a:extLst>
                <a:ext uri="{FF2B5EF4-FFF2-40B4-BE49-F238E27FC236}">
                  <a16:creationId xmlns:a16="http://schemas.microsoft.com/office/drawing/2014/main" id="{2965D0FC-6E43-CABD-3695-510DBC96A48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99629" y="2487930"/>
              <a:ext cx="300990" cy="500380"/>
            </a:xfrm>
            <a:prstGeom prst="rect">
              <a:avLst/>
            </a:prstGeom>
          </p:spPr>
        </p:pic>
        <p:sp>
          <p:nvSpPr>
            <p:cNvPr id="71" name="object 71">
              <a:extLst>
                <a:ext uri="{FF2B5EF4-FFF2-40B4-BE49-F238E27FC236}">
                  <a16:creationId xmlns:a16="http://schemas.microsoft.com/office/drawing/2014/main" id="{6F3426E3-0158-8AF6-BFEC-6FDA0CC5E28E}"/>
                </a:ext>
              </a:extLst>
            </p:cNvPr>
            <p:cNvSpPr/>
            <p:nvPr/>
          </p:nvSpPr>
          <p:spPr>
            <a:xfrm>
              <a:off x="7266940" y="259587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70" h="69850">
                  <a:moveTo>
                    <a:pt x="16637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8260"/>
                  </a:lnTo>
                  <a:close/>
                </a:path>
                <a:path w="166370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>
              <a:extLst>
                <a:ext uri="{FF2B5EF4-FFF2-40B4-BE49-F238E27FC236}">
                  <a16:creationId xmlns:a16="http://schemas.microsoft.com/office/drawing/2014/main" id="{CA71B36D-122C-660C-1FBC-ACBD7E0E6675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48879" y="2487930"/>
              <a:ext cx="364489" cy="527050"/>
            </a:xfrm>
            <a:prstGeom prst="rect">
              <a:avLst/>
            </a:prstGeom>
          </p:spPr>
        </p:pic>
        <p:sp>
          <p:nvSpPr>
            <p:cNvPr id="73" name="object 73">
              <a:extLst>
                <a:ext uri="{FF2B5EF4-FFF2-40B4-BE49-F238E27FC236}">
                  <a16:creationId xmlns:a16="http://schemas.microsoft.com/office/drawing/2014/main" id="{B79D8DE4-58D3-C637-085E-4E15F88508D3}"/>
                </a:ext>
              </a:extLst>
            </p:cNvPr>
            <p:cNvSpPr/>
            <p:nvPr/>
          </p:nvSpPr>
          <p:spPr>
            <a:xfrm>
              <a:off x="759841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>
              <a:extLst>
                <a:ext uri="{FF2B5EF4-FFF2-40B4-BE49-F238E27FC236}">
                  <a16:creationId xmlns:a16="http://schemas.microsoft.com/office/drawing/2014/main" id="{EC6C815B-8C3D-EFBF-1E18-5355DAAE412C}"/>
                </a:ext>
              </a:extLst>
            </p:cNvPr>
            <p:cNvSpPr/>
            <p:nvPr/>
          </p:nvSpPr>
          <p:spPr>
            <a:xfrm>
              <a:off x="759841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>
              <a:extLst>
                <a:ext uri="{FF2B5EF4-FFF2-40B4-BE49-F238E27FC236}">
                  <a16:creationId xmlns:a16="http://schemas.microsoft.com/office/drawing/2014/main" id="{A04C593E-27B2-14D5-F5A3-2193B21EC943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550150" y="2414270"/>
              <a:ext cx="368300" cy="74929"/>
            </a:xfrm>
            <a:prstGeom prst="rect">
              <a:avLst/>
            </a:prstGeom>
          </p:spPr>
        </p:pic>
        <p:pic>
          <p:nvPicPr>
            <p:cNvPr id="76" name="object 76">
              <a:extLst>
                <a:ext uri="{FF2B5EF4-FFF2-40B4-BE49-F238E27FC236}">
                  <a16:creationId xmlns:a16="http://schemas.microsoft.com/office/drawing/2014/main" id="{9ADB5634-08C4-C818-449D-AF893384D0DD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580629" y="2487930"/>
              <a:ext cx="300990" cy="500380"/>
            </a:xfrm>
            <a:prstGeom prst="rect">
              <a:avLst/>
            </a:prstGeom>
          </p:spPr>
        </p:pic>
        <p:sp>
          <p:nvSpPr>
            <p:cNvPr id="77" name="object 77">
              <a:extLst>
                <a:ext uri="{FF2B5EF4-FFF2-40B4-BE49-F238E27FC236}">
                  <a16:creationId xmlns:a16="http://schemas.microsoft.com/office/drawing/2014/main" id="{0D42559A-77F8-CE12-B5C4-88E9FF9C9F54}"/>
                </a:ext>
              </a:extLst>
            </p:cNvPr>
            <p:cNvSpPr/>
            <p:nvPr/>
          </p:nvSpPr>
          <p:spPr>
            <a:xfrm>
              <a:off x="7647940" y="2595879"/>
              <a:ext cx="166370" cy="69850"/>
            </a:xfrm>
            <a:custGeom>
              <a:avLst/>
              <a:gdLst/>
              <a:ahLst/>
              <a:cxnLst/>
              <a:rect l="l" t="t" r="r" b="b"/>
              <a:pathLst>
                <a:path w="166370" h="69850">
                  <a:moveTo>
                    <a:pt x="16637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6370" y="69850"/>
                  </a:lnTo>
                  <a:lnTo>
                    <a:pt x="166370" y="48260"/>
                  </a:lnTo>
                  <a:close/>
                </a:path>
                <a:path w="166370" h="69850">
                  <a:moveTo>
                    <a:pt x="16637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6370" y="22860"/>
                  </a:lnTo>
                  <a:lnTo>
                    <a:pt x="1663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>
              <a:extLst>
                <a:ext uri="{FF2B5EF4-FFF2-40B4-BE49-F238E27FC236}">
                  <a16:creationId xmlns:a16="http://schemas.microsoft.com/office/drawing/2014/main" id="{E73845FF-E7EA-30E7-1B4E-36387593A2F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29879" y="2487930"/>
              <a:ext cx="365759" cy="527050"/>
            </a:xfrm>
            <a:prstGeom prst="rect">
              <a:avLst/>
            </a:prstGeom>
          </p:spPr>
        </p:pic>
        <p:sp>
          <p:nvSpPr>
            <p:cNvPr id="79" name="object 79">
              <a:extLst>
                <a:ext uri="{FF2B5EF4-FFF2-40B4-BE49-F238E27FC236}">
                  <a16:creationId xmlns:a16="http://schemas.microsoft.com/office/drawing/2014/main" id="{DDA4DAF7-941B-138A-10D1-CBC51951AFEA}"/>
                </a:ext>
              </a:extLst>
            </p:cNvPr>
            <p:cNvSpPr/>
            <p:nvPr/>
          </p:nvSpPr>
          <p:spPr>
            <a:xfrm>
              <a:off x="797941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>
              <a:extLst>
                <a:ext uri="{FF2B5EF4-FFF2-40B4-BE49-F238E27FC236}">
                  <a16:creationId xmlns:a16="http://schemas.microsoft.com/office/drawing/2014/main" id="{716A8CF8-044D-C313-95D3-1A5BC4E6733C}"/>
                </a:ext>
              </a:extLst>
            </p:cNvPr>
            <p:cNvSpPr/>
            <p:nvPr/>
          </p:nvSpPr>
          <p:spPr>
            <a:xfrm>
              <a:off x="7979410" y="2493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016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>
              <a:extLst>
                <a:ext uri="{FF2B5EF4-FFF2-40B4-BE49-F238E27FC236}">
                  <a16:creationId xmlns:a16="http://schemas.microsoft.com/office/drawing/2014/main" id="{B0054344-07CB-BE31-2BF2-90132B7640B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931150" y="2414270"/>
              <a:ext cx="369570" cy="74929"/>
            </a:xfrm>
            <a:prstGeom prst="rect">
              <a:avLst/>
            </a:prstGeom>
          </p:spPr>
        </p:pic>
        <p:pic>
          <p:nvPicPr>
            <p:cNvPr id="82" name="object 82">
              <a:extLst>
                <a:ext uri="{FF2B5EF4-FFF2-40B4-BE49-F238E27FC236}">
                  <a16:creationId xmlns:a16="http://schemas.microsoft.com/office/drawing/2014/main" id="{86060605-1619-266B-ECDB-E5018726D38F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961629" y="2487930"/>
              <a:ext cx="302260" cy="500380"/>
            </a:xfrm>
            <a:prstGeom prst="rect">
              <a:avLst/>
            </a:prstGeom>
          </p:spPr>
        </p:pic>
        <p:sp>
          <p:nvSpPr>
            <p:cNvPr id="83" name="object 83">
              <a:extLst>
                <a:ext uri="{FF2B5EF4-FFF2-40B4-BE49-F238E27FC236}">
                  <a16:creationId xmlns:a16="http://schemas.microsoft.com/office/drawing/2014/main" id="{3FD992A4-0F4C-8C2C-5746-E5A383EF742F}"/>
                </a:ext>
              </a:extLst>
            </p:cNvPr>
            <p:cNvSpPr/>
            <p:nvPr/>
          </p:nvSpPr>
          <p:spPr>
            <a:xfrm>
              <a:off x="8028940" y="2595879"/>
              <a:ext cx="167640" cy="69850"/>
            </a:xfrm>
            <a:custGeom>
              <a:avLst/>
              <a:gdLst/>
              <a:ahLst/>
              <a:cxnLst/>
              <a:rect l="l" t="t" r="r" b="b"/>
              <a:pathLst>
                <a:path w="167640" h="69850">
                  <a:moveTo>
                    <a:pt x="167640" y="48260"/>
                  </a:moveTo>
                  <a:lnTo>
                    <a:pt x="0" y="48260"/>
                  </a:lnTo>
                  <a:lnTo>
                    <a:pt x="0" y="69850"/>
                  </a:lnTo>
                  <a:lnTo>
                    <a:pt x="167640" y="69850"/>
                  </a:lnTo>
                  <a:lnTo>
                    <a:pt x="167640" y="48260"/>
                  </a:lnTo>
                  <a:close/>
                </a:path>
                <a:path w="167640" h="69850">
                  <a:moveTo>
                    <a:pt x="1676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67640" y="22860"/>
                  </a:lnTo>
                  <a:lnTo>
                    <a:pt x="167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>
              <a:extLst>
                <a:ext uri="{FF2B5EF4-FFF2-40B4-BE49-F238E27FC236}">
                  <a16:creationId xmlns:a16="http://schemas.microsoft.com/office/drawing/2014/main" id="{9BBAC176-F15A-1B2B-0AFC-1723D51A22D8}"/>
                </a:ext>
              </a:extLst>
            </p:cNvPr>
            <p:cNvSpPr/>
            <p:nvPr/>
          </p:nvSpPr>
          <p:spPr>
            <a:xfrm>
              <a:off x="6684010" y="3850640"/>
              <a:ext cx="868680" cy="737870"/>
            </a:xfrm>
            <a:custGeom>
              <a:avLst/>
              <a:gdLst/>
              <a:ahLst/>
              <a:cxnLst/>
              <a:rect l="l" t="t" r="r" b="b"/>
              <a:pathLst>
                <a:path w="868679" h="737870">
                  <a:moveTo>
                    <a:pt x="0" y="737870"/>
                  </a:moveTo>
                  <a:lnTo>
                    <a:pt x="0" y="0"/>
                  </a:lnTo>
                  <a:lnTo>
                    <a:pt x="868680" y="0"/>
                  </a:lnTo>
                </a:path>
              </a:pathLst>
            </a:custGeom>
            <a:ln w="9344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>
              <a:extLst>
                <a:ext uri="{FF2B5EF4-FFF2-40B4-BE49-F238E27FC236}">
                  <a16:creationId xmlns:a16="http://schemas.microsoft.com/office/drawing/2014/main" id="{61E8F822-F870-60C0-A6BB-18342A527830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228079" y="4632960"/>
              <a:ext cx="937259" cy="133350"/>
            </a:xfrm>
            <a:prstGeom prst="rect">
              <a:avLst/>
            </a:prstGeom>
          </p:spPr>
        </p:pic>
        <p:sp>
          <p:nvSpPr>
            <p:cNvPr id="86" name="object 86">
              <a:extLst>
                <a:ext uri="{FF2B5EF4-FFF2-40B4-BE49-F238E27FC236}">
                  <a16:creationId xmlns:a16="http://schemas.microsoft.com/office/drawing/2014/main" id="{B2C7A489-2D34-6E6C-80C6-CE9053B4B2D7}"/>
                </a:ext>
              </a:extLst>
            </p:cNvPr>
            <p:cNvSpPr/>
            <p:nvPr/>
          </p:nvSpPr>
          <p:spPr>
            <a:xfrm>
              <a:off x="6248400" y="4664710"/>
              <a:ext cx="836930" cy="78740"/>
            </a:xfrm>
            <a:custGeom>
              <a:avLst/>
              <a:gdLst/>
              <a:ahLst/>
              <a:cxnLst/>
              <a:rect l="l" t="t" r="r" b="b"/>
              <a:pathLst>
                <a:path w="836929" h="78739">
                  <a:moveTo>
                    <a:pt x="3810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38100" y="26670"/>
                  </a:lnTo>
                  <a:lnTo>
                    <a:pt x="38100" y="0"/>
                  </a:lnTo>
                  <a:close/>
                </a:path>
                <a:path w="836929" h="78739">
                  <a:moveTo>
                    <a:pt x="836930" y="53340"/>
                  </a:moveTo>
                  <a:lnTo>
                    <a:pt x="54610" y="53340"/>
                  </a:lnTo>
                  <a:lnTo>
                    <a:pt x="54610" y="78740"/>
                  </a:lnTo>
                  <a:lnTo>
                    <a:pt x="836930" y="78740"/>
                  </a:lnTo>
                  <a:lnTo>
                    <a:pt x="83693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>
              <a:extLst>
                <a:ext uri="{FF2B5EF4-FFF2-40B4-BE49-F238E27FC236}">
                  <a16:creationId xmlns:a16="http://schemas.microsoft.com/office/drawing/2014/main" id="{A04EA80D-8402-D892-9E36-63811E74F5A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25540" y="4522470"/>
              <a:ext cx="933450" cy="114300"/>
            </a:xfrm>
            <a:prstGeom prst="rect">
              <a:avLst/>
            </a:prstGeom>
          </p:spPr>
        </p:pic>
        <p:pic>
          <p:nvPicPr>
            <p:cNvPr id="88" name="object 88">
              <a:extLst>
                <a:ext uri="{FF2B5EF4-FFF2-40B4-BE49-F238E27FC236}">
                  <a16:creationId xmlns:a16="http://schemas.microsoft.com/office/drawing/2014/main" id="{44773711-1880-43FA-E15F-04B87788E97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225540" y="4630420"/>
              <a:ext cx="935989" cy="55880"/>
            </a:xfrm>
            <a:prstGeom prst="rect">
              <a:avLst/>
            </a:prstGeom>
          </p:spPr>
        </p:pic>
        <p:pic>
          <p:nvPicPr>
            <p:cNvPr id="89" name="object 89">
              <a:extLst>
                <a:ext uri="{FF2B5EF4-FFF2-40B4-BE49-F238E27FC236}">
                  <a16:creationId xmlns:a16="http://schemas.microsoft.com/office/drawing/2014/main" id="{A5DCD1F7-6166-484A-0448-73F5C439B2FF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0180" y="3378200"/>
              <a:ext cx="737870" cy="82550"/>
            </a:xfrm>
            <a:prstGeom prst="rect">
              <a:avLst/>
            </a:prstGeom>
          </p:spPr>
        </p:pic>
        <p:sp>
          <p:nvSpPr>
            <p:cNvPr id="90" name="object 90">
              <a:extLst>
                <a:ext uri="{FF2B5EF4-FFF2-40B4-BE49-F238E27FC236}">
                  <a16:creationId xmlns:a16="http://schemas.microsoft.com/office/drawing/2014/main" id="{DEC0ED00-5912-7326-0606-FD8746649F54}"/>
                </a:ext>
              </a:extLst>
            </p:cNvPr>
            <p:cNvSpPr/>
            <p:nvPr/>
          </p:nvSpPr>
          <p:spPr>
            <a:xfrm>
              <a:off x="170180" y="3378200"/>
              <a:ext cx="736600" cy="81280"/>
            </a:xfrm>
            <a:custGeom>
              <a:avLst/>
              <a:gdLst/>
              <a:ahLst/>
              <a:cxnLst/>
              <a:rect l="l" t="t" r="r" b="b"/>
              <a:pathLst>
                <a:path w="736600" h="81279">
                  <a:moveTo>
                    <a:pt x="736600" y="81279"/>
                  </a:moveTo>
                  <a:lnTo>
                    <a:pt x="0" y="81279"/>
                  </a:lnTo>
                  <a:lnTo>
                    <a:pt x="119380" y="0"/>
                  </a:lnTo>
                  <a:lnTo>
                    <a:pt x="591820" y="0"/>
                  </a:lnTo>
                  <a:lnTo>
                    <a:pt x="736600" y="8127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>
              <a:extLst>
                <a:ext uri="{FF2B5EF4-FFF2-40B4-BE49-F238E27FC236}">
                  <a16:creationId xmlns:a16="http://schemas.microsoft.com/office/drawing/2014/main" id="{194BA3D0-3D02-78C6-1CB8-025CEB2EAA8D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73990" y="3465830"/>
              <a:ext cx="242569" cy="934720"/>
            </a:xfrm>
            <a:prstGeom prst="rect">
              <a:avLst/>
            </a:prstGeom>
          </p:spPr>
        </p:pic>
        <p:sp>
          <p:nvSpPr>
            <p:cNvPr id="92" name="object 92">
              <a:extLst>
                <a:ext uri="{FF2B5EF4-FFF2-40B4-BE49-F238E27FC236}">
                  <a16:creationId xmlns:a16="http://schemas.microsoft.com/office/drawing/2014/main" id="{8789EAD9-D2B9-7468-578F-EE27E490179E}"/>
                </a:ext>
              </a:extLst>
            </p:cNvPr>
            <p:cNvSpPr/>
            <p:nvPr/>
          </p:nvSpPr>
          <p:spPr>
            <a:xfrm>
              <a:off x="173990" y="3465830"/>
              <a:ext cx="241300" cy="933450"/>
            </a:xfrm>
            <a:custGeom>
              <a:avLst/>
              <a:gdLst/>
              <a:ahLst/>
              <a:cxnLst/>
              <a:rect l="l" t="t" r="r" b="b"/>
              <a:pathLst>
                <a:path w="241300" h="933450">
                  <a:moveTo>
                    <a:pt x="241300" y="933450"/>
                  </a:moveTo>
                  <a:lnTo>
                    <a:pt x="0" y="933450"/>
                  </a:lnTo>
                  <a:lnTo>
                    <a:pt x="0" y="0"/>
                  </a:lnTo>
                  <a:lnTo>
                    <a:pt x="241300" y="0"/>
                  </a:lnTo>
                  <a:lnTo>
                    <a:pt x="241300" y="93345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>
              <a:extLst>
                <a:ext uri="{FF2B5EF4-FFF2-40B4-BE49-F238E27FC236}">
                  <a16:creationId xmlns:a16="http://schemas.microsoft.com/office/drawing/2014/main" id="{5EC7043F-2772-F370-D315-8369EFD19164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5290" y="3465830"/>
              <a:ext cx="251459" cy="934720"/>
            </a:xfrm>
            <a:prstGeom prst="rect">
              <a:avLst/>
            </a:prstGeom>
          </p:spPr>
        </p:pic>
        <p:sp>
          <p:nvSpPr>
            <p:cNvPr id="94" name="object 94">
              <a:extLst>
                <a:ext uri="{FF2B5EF4-FFF2-40B4-BE49-F238E27FC236}">
                  <a16:creationId xmlns:a16="http://schemas.microsoft.com/office/drawing/2014/main" id="{F787D089-883E-CCA5-062F-7F9E1AB139E8}"/>
                </a:ext>
              </a:extLst>
            </p:cNvPr>
            <p:cNvSpPr/>
            <p:nvPr/>
          </p:nvSpPr>
          <p:spPr>
            <a:xfrm>
              <a:off x="415290" y="3465830"/>
              <a:ext cx="250190" cy="933450"/>
            </a:xfrm>
            <a:custGeom>
              <a:avLst/>
              <a:gdLst/>
              <a:ahLst/>
              <a:cxnLst/>
              <a:rect l="l" t="t" r="r" b="b"/>
              <a:pathLst>
                <a:path w="250190" h="933450">
                  <a:moveTo>
                    <a:pt x="250189" y="933450"/>
                  </a:moveTo>
                  <a:lnTo>
                    <a:pt x="0" y="933450"/>
                  </a:lnTo>
                  <a:lnTo>
                    <a:pt x="0" y="0"/>
                  </a:lnTo>
                  <a:lnTo>
                    <a:pt x="250189" y="0"/>
                  </a:lnTo>
                  <a:lnTo>
                    <a:pt x="250189" y="93345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>
              <a:extLst>
                <a:ext uri="{FF2B5EF4-FFF2-40B4-BE49-F238E27FC236}">
                  <a16:creationId xmlns:a16="http://schemas.microsoft.com/office/drawing/2014/main" id="{90731418-7614-A60F-9A60-16ECA2C27287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62939" y="3465830"/>
              <a:ext cx="242570" cy="934720"/>
            </a:xfrm>
            <a:prstGeom prst="rect">
              <a:avLst/>
            </a:prstGeom>
          </p:spPr>
        </p:pic>
        <p:sp>
          <p:nvSpPr>
            <p:cNvPr id="96" name="object 96">
              <a:extLst>
                <a:ext uri="{FF2B5EF4-FFF2-40B4-BE49-F238E27FC236}">
                  <a16:creationId xmlns:a16="http://schemas.microsoft.com/office/drawing/2014/main" id="{471779D6-A60B-CC35-6FE4-07597DFF8DCD}"/>
                </a:ext>
              </a:extLst>
            </p:cNvPr>
            <p:cNvSpPr/>
            <p:nvPr/>
          </p:nvSpPr>
          <p:spPr>
            <a:xfrm>
              <a:off x="662939" y="3465830"/>
              <a:ext cx="241300" cy="933450"/>
            </a:xfrm>
            <a:custGeom>
              <a:avLst/>
              <a:gdLst/>
              <a:ahLst/>
              <a:cxnLst/>
              <a:rect l="l" t="t" r="r" b="b"/>
              <a:pathLst>
                <a:path w="241300" h="933450">
                  <a:moveTo>
                    <a:pt x="241300" y="933450"/>
                  </a:moveTo>
                  <a:lnTo>
                    <a:pt x="0" y="933450"/>
                  </a:lnTo>
                  <a:lnTo>
                    <a:pt x="0" y="0"/>
                  </a:lnTo>
                  <a:lnTo>
                    <a:pt x="241300" y="0"/>
                  </a:lnTo>
                  <a:lnTo>
                    <a:pt x="241300" y="93345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>
              <a:extLst>
                <a:ext uri="{FF2B5EF4-FFF2-40B4-BE49-F238E27FC236}">
                  <a16:creationId xmlns:a16="http://schemas.microsoft.com/office/drawing/2014/main" id="{CC8AF83A-DEB7-B6E7-5E71-010AAF13E14A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0980" y="4018280"/>
              <a:ext cx="151129" cy="99060"/>
            </a:xfrm>
            <a:prstGeom prst="rect">
              <a:avLst/>
            </a:prstGeom>
          </p:spPr>
        </p:pic>
        <p:sp>
          <p:nvSpPr>
            <p:cNvPr id="98" name="object 98">
              <a:extLst>
                <a:ext uri="{FF2B5EF4-FFF2-40B4-BE49-F238E27FC236}">
                  <a16:creationId xmlns:a16="http://schemas.microsoft.com/office/drawing/2014/main" id="{06819326-FE37-0493-8024-AA7D924DB4FA}"/>
                </a:ext>
              </a:extLst>
            </p:cNvPr>
            <p:cNvSpPr/>
            <p:nvPr/>
          </p:nvSpPr>
          <p:spPr>
            <a:xfrm>
              <a:off x="220980" y="4018280"/>
              <a:ext cx="149860" cy="97790"/>
            </a:xfrm>
            <a:custGeom>
              <a:avLst/>
              <a:gdLst/>
              <a:ahLst/>
              <a:cxnLst/>
              <a:rect l="l" t="t" r="r" b="b"/>
              <a:pathLst>
                <a:path w="149860" h="97789">
                  <a:moveTo>
                    <a:pt x="149860" y="97790"/>
                  </a:moveTo>
                  <a:lnTo>
                    <a:pt x="0" y="97790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779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>
              <a:extLst>
                <a:ext uri="{FF2B5EF4-FFF2-40B4-BE49-F238E27FC236}">
                  <a16:creationId xmlns:a16="http://schemas.microsoft.com/office/drawing/2014/main" id="{47444287-A17B-487E-F462-B46CBDB3C68A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20980" y="4135120"/>
              <a:ext cx="151129" cy="95250"/>
            </a:xfrm>
            <a:prstGeom prst="rect">
              <a:avLst/>
            </a:prstGeom>
          </p:spPr>
        </p:pic>
        <p:sp>
          <p:nvSpPr>
            <p:cNvPr id="100" name="object 100">
              <a:extLst>
                <a:ext uri="{FF2B5EF4-FFF2-40B4-BE49-F238E27FC236}">
                  <a16:creationId xmlns:a16="http://schemas.microsoft.com/office/drawing/2014/main" id="{71D5A8A4-4869-6F76-219E-47D06F393B5C}"/>
                </a:ext>
              </a:extLst>
            </p:cNvPr>
            <p:cNvSpPr/>
            <p:nvPr/>
          </p:nvSpPr>
          <p:spPr>
            <a:xfrm>
              <a:off x="220980" y="4135120"/>
              <a:ext cx="149860" cy="93980"/>
            </a:xfrm>
            <a:custGeom>
              <a:avLst/>
              <a:gdLst/>
              <a:ahLst/>
              <a:cxnLst/>
              <a:rect l="l" t="t" r="r" b="b"/>
              <a:pathLst>
                <a:path w="149860" h="93979">
                  <a:moveTo>
                    <a:pt x="149860" y="93979"/>
                  </a:moveTo>
                  <a:lnTo>
                    <a:pt x="0" y="93979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397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>
              <a:extLst>
                <a:ext uri="{FF2B5EF4-FFF2-40B4-BE49-F238E27FC236}">
                  <a16:creationId xmlns:a16="http://schemas.microsoft.com/office/drawing/2014/main" id="{1174CA63-1151-A09E-57BF-56F72C1BFD36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20980" y="4248150"/>
              <a:ext cx="151129" cy="97789"/>
            </a:xfrm>
            <a:prstGeom prst="rect">
              <a:avLst/>
            </a:prstGeom>
          </p:spPr>
        </p:pic>
        <p:sp>
          <p:nvSpPr>
            <p:cNvPr id="102" name="object 102">
              <a:extLst>
                <a:ext uri="{FF2B5EF4-FFF2-40B4-BE49-F238E27FC236}">
                  <a16:creationId xmlns:a16="http://schemas.microsoft.com/office/drawing/2014/main" id="{EC7C99B8-491D-F0A1-D93C-E2A7F971C71F}"/>
                </a:ext>
              </a:extLst>
            </p:cNvPr>
            <p:cNvSpPr/>
            <p:nvPr/>
          </p:nvSpPr>
          <p:spPr>
            <a:xfrm>
              <a:off x="220980" y="4248150"/>
              <a:ext cx="149860" cy="96520"/>
            </a:xfrm>
            <a:custGeom>
              <a:avLst/>
              <a:gdLst/>
              <a:ahLst/>
              <a:cxnLst/>
              <a:rect l="l" t="t" r="r" b="b"/>
              <a:pathLst>
                <a:path w="149860" h="96520">
                  <a:moveTo>
                    <a:pt x="149860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>
              <a:extLst>
                <a:ext uri="{FF2B5EF4-FFF2-40B4-BE49-F238E27FC236}">
                  <a16:creationId xmlns:a16="http://schemas.microsoft.com/office/drawing/2014/main" id="{D2A3991B-848B-EF20-DA57-064D0542C3A0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64820" y="4022090"/>
              <a:ext cx="151129" cy="95250"/>
            </a:xfrm>
            <a:prstGeom prst="rect">
              <a:avLst/>
            </a:prstGeom>
          </p:spPr>
        </p:pic>
        <p:sp>
          <p:nvSpPr>
            <p:cNvPr id="104" name="object 104">
              <a:extLst>
                <a:ext uri="{FF2B5EF4-FFF2-40B4-BE49-F238E27FC236}">
                  <a16:creationId xmlns:a16="http://schemas.microsoft.com/office/drawing/2014/main" id="{EBF8E988-928E-4697-52BA-6BFED433E6D9}"/>
                </a:ext>
              </a:extLst>
            </p:cNvPr>
            <p:cNvSpPr/>
            <p:nvPr/>
          </p:nvSpPr>
          <p:spPr>
            <a:xfrm>
              <a:off x="464820" y="4022090"/>
              <a:ext cx="149860" cy="93980"/>
            </a:xfrm>
            <a:custGeom>
              <a:avLst/>
              <a:gdLst/>
              <a:ahLst/>
              <a:cxnLst/>
              <a:rect l="l" t="t" r="r" b="b"/>
              <a:pathLst>
                <a:path w="149859" h="93979">
                  <a:moveTo>
                    <a:pt x="149859" y="93980"/>
                  </a:moveTo>
                  <a:lnTo>
                    <a:pt x="0" y="93980"/>
                  </a:lnTo>
                  <a:lnTo>
                    <a:pt x="0" y="0"/>
                  </a:lnTo>
                  <a:lnTo>
                    <a:pt x="149859" y="0"/>
                  </a:lnTo>
                  <a:lnTo>
                    <a:pt x="149859" y="9398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>
              <a:extLst>
                <a:ext uri="{FF2B5EF4-FFF2-40B4-BE49-F238E27FC236}">
                  <a16:creationId xmlns:a16="http://schemas.microsoft.com/office/drawing/2014/main" id="{DA22AFC8-8FBC-8EC3-E50E-76C86141E4A2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64820" y="4135120"/>
              <a:ext cx="151129" cy="97789"/>
            </a:xfrm>
            <a:prstGeom prst="rect">
              <a:avLst/>
            </a:prstGeom>
          </p:spPr>
        </p:pic>
        <p:sp>
          <p:nvSpPr>
            <p:cNvPr id="106" name="object 106">
              <a:extLst>
                <a:ext uri="{FF2B5EF4-FFF2-40B4-BE49-F238E27FC236}">
                  <a16:creationId xmlns:a16="http://schemas.microsoft.com/office/drawing/2014/main" id="{6F727E0C-4D3C-EBED-299A-23D7B0D1441C}"/>
                </a:ext>
              </a:extLst>
            </p:cNvPr>
            <p:cNvSpPr/>
            <p:nvPr/>
          </p:nvSpPr>
          <p:spPr>
            <a:xfrm>
              <a:off x="464820" y="4135120"/>
              <a:ext cx="149860" cy="96520"/>
            </a:xfrm>
            <a:custGeom>
              <a:avLst/>
              <a:gdLst/>
              <a:ahLst/>
              <a:cxnLst/>
              <a:rect l="l" t="t" r="r" b="b"/>
              <a:pathLst>
                <a:path w="149859" h="96520">
                  <a:moveTo>
                    <a:pt x="149859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49859" y="0"/>
                  </a:lnTo>
                  <a:lnTo>
                    <a:pt x="149859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>
              <a:extLst>
                <a:ext uri="{FF2B5EF4-FFF2-40B4-BE49-F238E27FC236}">
                  <a16:creationId xmlns:a16="http://schemas.microsoft.com/office/drawing/2014/main" id="{8A7E44D7-2B6F-0B93-29AE-478D27F00DF0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64820" y="4248150"/>
              <a:ext cx="151129" cy="97789"/>
            </a:xfrm>
            <a:prstGeom prst="rect">
              <a:avLst/>
            </a:prstGeom>
          </p:spPr>
        </p:pic>
        <p:sp>
          <p:nvSpPr>
            <p:cNvPr id="108" name="object 108">
              <a:extLst>
                <a:ext uri="{FF2B5EF4-FFF2-40B4-BE49-F238E27FC236}">
                  <a16:creationId xmlns:a16="http://schemas.microsoft.com/office/drawing/2014/main" id="{2A027F23-2DB2-5FE5-71CD-820F0672E1CD}"/>
                </a:ext>
              </a:extLst>
            </p:cNvPr>
            <p:cNvSpPr/>
            <p:nvPr/>
          </p:nvSpPr>
          <p:spPr>
            <a:xfrm>
              <a:off x="464820" y="4248150"/>
              <a:ext cx="149860" cy="96520"/>
            </a:xfrm>
            <a:custGeom>
              <a:avLst/>
              <a:gdLst/>
              <a:ahLst/>
              <a:cxnLst/>
              <a:rect l="l" t="t" r="r" b="b"/>
              <a:pathLst>
                <a:path w="149859" h="96520">
                  <a:moveTo>
                    <a:pt x="149859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49859" y="0"/>
                  </a:lnTo>
                  <a:lnTo>
                    <a:pt x="149859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>
              <a:extLst>
                <a:ext uri="{FF2B5EF4-FFF2-40B4-BE49-F238E27FC236}">
                  <a16:creationId xmlns:a16="http://schemas.microsoft.com/office/drawing/2014/main" id="{25827DC3-E187-744D-BCAD-BEF91132FB7C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703579" y="4022090"/>
              <a:ext cx="151129" cy="95250"/>
            </a:xfrm>
            <a:prstGeom prst="rect">
              <a:avLst/>
            </a:prstGeom>
          </p:spPr>
        </p:pic>
        <p:sp>
          <p:nvSpPr>
            <p:cNvPr id="110" name="object 110">
              <a:extLst>
                <a:ext uri="{FF2B5EF4-FFF2-40B4-BE49-F238E27FC236}">
                  <a16:creationId xmlns:a16="http://schemas.microsoft.com/office/drawing/2014/main" id="{3949120A-5814-6752-4142-5E7010EC0118}"/>
                </a:ext>
              </a:extLst>
            </p:cNvPr>
            <p:cNvSpPr/>
            <p:nvPr/>
          </p:nvSpPr>
          <p:spPr>
            <a:xfrm>
              <a:off x="703579" y="4022090"/>
              <a:ext cx="149860" cy="93980"/>
            </a:xfrm>
            <a:custGeom>
              <a:avLst/>
              <a:gdLst/>
              <a:ahLst/>
              <a:cxnLst/>
              <a:rect l="l" t="t" r="r" b="b"/>
              <a:pathLst>
                <a:path w="149859" h="93979">
                  <a:moveTo>
                    <a:pt x="149860" y="93980"/>
                  </a:moveTo>
                  <a:lnTo>
                    <a:pt x="0" y="93980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398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>
              <a:extLst>
                <a:ext uri="{FF2B5EF4-FFF2-40B4-BE49-F238E27FC236}">
                  <a16:creationId xmlns:a16="http://schemas.microsoft.com/office/drawing/2014/main" id="{5677291C-783B-91EF-2D3B-6257FCE28C6C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03579" y="4135120"/>
              <a:ext cx="151129" cy="97789"/>
            </a:xfrm>
            <a:prstGeom prst="rect">
              <a:avLst/>
            </a:prstGeom>
          </p:spPr>
        </p:pic>
        <p:sp>
          <p:nvSpPr>
            <p:cNvPr id="112" name="object 112">
              <a:extLst>
                <a:ext uri="{FF2B5EF4-FFF2-40B4-BE49-F238E27FC236}">
                  <a16:creationId xmlns:a16="http://schemas.microsoft.com/office/drawing/2014/main" id="{722F16A1-56BC-DA32-2EB6-59AB163E3B6B}"/>
                </a:ext>
              </a:extLst>
            </p:cNvPr>
            <p:cNvSpPr/>
            <p:nvPr/>
          </p:nvSpPr>
          <p:spPr>
            <a:xfrm>
              <a:off x="703579" y="4135120"/>
              <a:ext cx="149860" cy="96520"/>
            </a:xfrm>
            <a:custGeom>
              <a:avLst/>
              <a:gdLst/>
              <a:ahLst/>
              <a:cxnLst/>
              <a:rect l="l" t="t" r="r" b="b"/>
              <a:pathLst>
                <a:path w="149859" h="96520">
                  <a:moveTo>
                    <a:pt x="149860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>
              <a:extLst>
                <a:ext uri="{FF2B5EF4-FFF2-40B4-BE49-F238E27FC236}">
                  <a16:creationId xmlns:a16="http://schemas.microsoft.com/office/drawing/2014/main" id="{3464005D-778B-AC4A-2FE8-9A4771283F94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03579" y="4248150"/>
              <a:ext cx="151129" cy="97789"/>
            </a:xfrm>
            <a:prstGeom prst="rect">
              <a:avLst/>
            </a:prstGeom>
          </p:spPr>
        </p:pic>
        <p:sp>
          <p:nvSpPr>
            <p:cNvPr id="114" name="object 114">
              <a:extLst>
                <a:ext uri="{FF2B5EF4-FFF2-40B4-BE49-F238E27FC236}">
                  <a16:creationId xmlns:a16="http://schemas.microsoft.com/office/drawing/2014/main" id="{E2127402-A6FD-C222-7E63-E79EB0BC04E4}"/>
                </a:ext>
              </a:extLst>
            </p:cNvPr>
            <p:cNvSpPr/>
            <p:nvPr/>
          </p:nvSpPr>
          <p:spPr>
            <a:xfrm>
              <a:off x="703579" y="4248150"/>
              <a:ext cx="149860" cy="96520"/>
            </a:xfrm>
            <a:custGeom>
              <a:avLst/>
              <a:gdLst/>
              <a:ahLst/>
              <a:cxnLst/>
              <a:rect l="l" t="t" r="r" b="b"/>
              <a:pathLst>
                <a:path w="149859" h="96520">
                  <a:moveTo>
                    <a:pt x="149860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>
              <a:extLst>
                <a:ext uri="{FF2B5EF4-FFF2-40B4-BE49-F238E27FC236}">
                  <a16:creationId xmlns:a16="http://schemas.microsoft.com/office/drawing/2014/main" id="{1FE79485-CA5A-5912-44A0-53D9BDB9B00D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16279" y="3553460"/>
              <a:ext cx="125729" cy="36829"/>
            </a:xfrm>
            <a:prstGeom prst="rect">
              <a:avLst/>
            </a:prstGeom>
          </p:spPr>
        </p:pic>
        <p:pic>
          <p:nvPicPr>
            <p:cNvPr id="116" name="object 116">
              <a:extLst>
                <a:ext uri="{FF2B5EF4-FFF2-40B4-BE49-F238E27FC236}">
                  <a16:creationId xmlns:a16="http://schemas.microsoft.com/office/drawing/2014/main" id="{DC2574B4-0C29-0B3E-9290-7C0FBBD795E9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15645" y="3552825"/>
              <a:ext cx="126364" cy="37464"/>
            </a:xfrm>
            <a:prstGeom prst="rect">
              <a:avLst/>
            </a:prstGeom>
          </p:spPr>
        </p:pic>
        <p:sp>
          <p:nvSpPr>
            <p:cNvPr id="117" name="object 117">
              <a:extLst>
                <a:ext uri="{FF2B5EF4-FFF2-40B4-BE49-F238E27FC236}">
                  <a16:creationId xmlns:a16="http://schemas.microsoft.com/office/drawing/2014/main" id="{AF617F1D-54DA-267F-6E53-00C6FB7EF75F}"/>
                </a:ext>
              </a:extLst>
            </p:cNvPr>
            <p:cNvSpPr/>
            <p:nvPr/>
          </p:nvSpPr>
          <p:spPr>
            <a:xfrm>
              <a:off x="716279" y="3553460"/>
              <a:ext cx="124460" cy="35560"/>
            </a:xfrm>
            <a:custGeom>
              <a:avLst/>
              <a:gdLst/>
              <a:ahLst/>
              <a:cxnLst/>
              <a:rect l="l" t="t" r="r" b="b"/>
              <a:pathLst>
                <a:path w="124459" h="35560">
                  <a:moveTo>
                    <a:pt x="0" y="35560"/>
                  </a:moveTo>
                  <a:lnTo>
                    <a:pt x="0" y="0"/>
                  </a:lnTo>
                  <a:lnTo>
                    <a:pt x="12446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>
              <a:extLst>
                <a:ext uri="{FF2B5EF4-FFF2-40B4-BE49-F238E27FC236}">
                  <a16:creationId xmlns:a16="http://schemas.microsoft.com/office/drawing/2014/main" id="{64AC2A3A-E991-2BD1-127F-5F89F17E7BE4}"/>
                </a:ext>
              </a:extLst>
            </p:cNvPr>
            <p:cNvSpPr/>
            <p:nvPr/>
          </p:nvSpPr>
          <p:spPr>
            <a:xfrm>
              <a:off x="217170" y="3469640"/>
              <a:ext cx="636270" cy="929640"/>
            </a:xfrm>
            <a:custGeom>
              <a:avLst/>
              <a:gdLst/>
              <a:ahLst/>
              <a:cxnLst/>
              <a:rect l="l" t="t" r="r" b="b"/>
              <a:pathLst>
                <a:path w="636269" h="929639">
                  <a:moveTo>
                    <a:pt x="0" y="552450"/>
                  </a:moveTo>
                  <a:lnTo>
                    <a:pt x="0" y="646430"/>
                  </a:lnTo>
                  <a:lnTo>
                    <a:pt x="147319" y="646430"/>
                  </a:lnTo>
                </a:path>
                <a:path w="636269" h="929639">
                  <a:moveTo>
                    <a:pt x="251459" y="552450"/>
                  </a:moveTo>
                  <a:lnTo>
                    <a:pt x="251459" y="642620"/>
                  </a:lnTo>
                  <a:lnTo>
                    <a:pt x="397509" y="642620"/>
                  </a:lnTo>
                </a:path>
                <a:path w="636269" h="929639">
                  <a:moveTo>
                    <a:pt x="488950" y="554990"/>
                  </a:moveTo>
                  <a:lnTo>
                    <a:pt x="488950" y="646430"/>
                  </a:lnTo>
                  <a:lnTo>
                    <a:pt x="636270" y="646430"/>
                  </a:lnTo>
                </a:path>
                <a:path w="636269" h="929639">
                  <a:moveTo>
                    <a:pt x="488950" y="668020"/>
                  </a:moveTo>
                  <a:lnTo>
                    <a:pt x="488950" y="759460"/>
                  </a:lnTo>
                  <a:lnTo>
                    <a:pt x="636270" y="759460"/>
                  </a:lnTo>
                </a:path>
                <a:path w="636269" h="929639">
                  <a:moveTo>
                    <a:pt x="247650" y="668020"/>
                  </a:moveTo>
                  <a:lnTo>
                    <a:pt x="247650" y="759460"/>
                  </a:lnTo>
                  <a:lnTo>
                    <a:pt x="394970" y="759460"/>
                  </a:lnTo>
                </a:path>
                <a:path w="636269" h="929639">
                  <a:moveTo>
                    <a:pt x="0" y="665480"/>
                  </a:moveTo>
                  <a:lnTo>
                    <a:pt x="0" y="755650"/>
                  </a:lnTo>
                  <a:lnTo>
                    <a:pt x="147319" y="755650"/>
                  </a:lnTo>
                </a:path>
                <a:path w="636269" h="929639">
                  <a:moveTo>
                    <a:pt x="0" y="781050"/>
                  </a:moveTo>
                  <a:lnTo>
                    <a:pt x="0" y="872490"/>
                  </a:lnTo>
                  <a:lnTo>
                    <a:pt x="147319" y="872490"/>
                  </a:lnTo>
                </a:path>
                <a:path w="636269" h="929639">
                  <a:moveTo>
                    <a:pt x="247650" y="784860"/>
                  </a:moveTo>
                  <a:lnTo>
                    <a:pt x="247650" y="875030"/>
                  </a:lnTo>
                  <a:lnTo>
                    <a:pt x="394970" y="875030"/>
                  </a:lnTo>
                </a:path>
                <a:path w="636269" h="929639">
                  <a:moveTo>
                    <a:pt x="488950" y="781050"/>
                  </a:moveTo>
                  <a:lnTo>
                    <a:pt x="488950" y="872490"/>
                  </a:lnTo>
                  <a:lnTo>
                    <a:pt x="636270" y="872490"/>
                  </a:lnTo>
                </a:path>
                <a:path w="636269" h="929639">
                  <a:moveTo>
                    <a:pt x="187959" y="2539"/>
                  </a:moveTo>
                  <a:lnTo>
                    <a:pt x="187959" y="929640"/>
                  </a:lnTo>
                </a:path>
                <a:path w="636269" h="929639">
                  <a:moveTo>
                    <a:pt x="435609" y="0"/>
                  </a:moveTo>
                  <a:lnTo>
                    <a:pt x="435609" y="923290"/>
                  </a:lnTo>
                </a:path>
              </a:pathLst>
            </a:custGeom>
            <a:ln w="889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>
              <a:extLst>
                <a:ext uri="{FF2B5EF4-FFF2-40B4-BE49-F238E27FC236}">
                  <a16:creationId xmlns:a16="http://schemas.microsoft.com/office/drawing/2014/main" id="{A9981908-B0FB-79FF-D8D4-BBB3B60269C1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221739" y="3514090"/>
              <a:ext cx="420370" cy="899160"/>
            </a:xfrm>
            <a:prstGeom prst="rect">
              <a:avLst/>
            </a:prstGeom>
          </p:spPr>
        </p:pic>
        <p:sp>
          <p:nvSpPr>
            <p:cNvPr id="120" name="object 120">
              <a:extLst>
                <a:ext uri="{FF2B5EF4-FFF2-40B4-BE49-F238E27FC236}">
                  <a16:creationId xmlns:a16="http://schemas.microsoft.com/office/drawing/2014/main" id="{FCF6AC06-C550-6CCA-5F95-8B3FC6D0AD2C}"/>
                </a:ext>
              </a:extLst>
            </p:cNvPr>
            <p:cNvSpPr/>
            <p:nvPr/>
          </p:nvSpPr>
          <p:spPr>
            <a:xfrm>
              <a:off x="1221739" y="3514090"/>
              <a:ext cx="419100" cy="897890"/>
            </a:xfrm>
            <a:custGeom>
              <a:avLst/>
              <a:gdLst/>
              <a:ahLst/>
              <a:cxnLst/>
              <a:rect l="l" t="t" r="r" b="b"/>
              <a:pathLst>
                <a:path w="419100" h="897889">
                  <a:moveTo>
                    <a:pt x="419099" y="897890"/>
                  </a:moveTo>
                  <a:lnTo>
                    <a:pt x="0" y="897890"/>
                  </a:lnTo>
                  <a:lnTo>
                    <a:pt x="0" y="0"/>
                  </a:lnTo>
                  <a:lnTo>
                    <a:pt x="419099" y="0"/>
                  </a:lnTo>
                  <a:lnTo>
                    <a:pt x="419099" y="89789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>
              <a:extLst>
                <a:ext uri="{FF2B5EF4-FFF2-40B4-BE49-F238E27FC236}">
                  <a16:creationId xmlns:a16="http://schemas.microsoft.com/office/drawing/2014/main" id="{6F19F3C0-5D36-5AB3-5B8D-0CBF61AA7953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221739" y="3393440"/>
              <a:ext cx="422909" cy="111760"/>
            </a:xfrm>
            <a:prstGeom prst="rect">
              <a:avLst/>
            </a:prstGeom>
          </p:spPr>
        </p:pic>
        <p:pic>
          <p:nvPicPr>
            <p:cNvPr id="122" name="object 122">
              <a:extLst>
                <a:ext uri="{FF2B5EF4-FFF2-40B4-BE49-F238E27FC236}">
                  <a16:creationId xmlns:a16="http://schemas.microsoft.com/office/drawing/2014/main" id="{52A5221A-2541-818B-8E0F-B0502BBB0A2A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270634" y="3843655"/>
              <a:ext cx="321944" cy="247015"/>
            </a:xfrm>
            <a:prstGeom prst="rect">
              <a:avLst/>
            </a:prstGeom>
          </p:spPr>
        </p:pic>
        <p:pic>
          <p:nvPicPr>
            <p:cNvPr id="123" name="object 123">
              <a:extLst>
                <a:ext uri="{FF2B5EF4-FFF2-40B4-BE49-F238E27FC236}">
                  <a16:creationId xmlns:a16="http://schemas.microsoft.com/office/drawing/2014/main" id="{34612801-7F4E-0773-19E8-4C1370146D0B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271270" y="3576320"/>
              <a:ext cx="321309" cy="240029"/>
            </a:xfrm>
            <a:prstGeom prst="rect">
              <a:avLst/>
            </a:prstGeom>
          </p:spPr>
        </p:pic>
        <p:sp>
          <p:nvSpPr>
            <p:cNvPr id="124" name="object 124">
              <a:extLst>
                <a:ext uri="{FF2B5EF4-FFF2-40B4-BE49-F238E27FC236}">
                  <a16:creationId xmlns:a16="http://schemas.microsoft.com/office/drawing/2014/main" id="{94114AD1-D306-C191-16C3-D194E40AEFF5}"/>
                </a:ext>
              </a:extLst>
            </p:cNvPr>
            <p:cNvSpPr/>
            <p:nvPr/>
          </p:nvSpPr>
          <p:spPr>
            <a:xfrm>
              <a:off x="7722870" y="3778250"/>
              <a:ext cx="1078230" cy="297180"/>
            </a:xfrm>
            <a:custGeom>
              <a:avLst/>
              <a:gdLst/>
              <a:ahLst/>
              <a:cxnLst/>
              <a:rect l="l" t="t" r="r" b="b"/>
              <a:pathLst>
                <a:path w="1078229" h="297179">
                  <a:moveTo>
                    <a:pt x="1078229" y="297180"/>
                  </a:moveTo>
                  <a:lnTo>
                    <a:pt x="152400" y="294639"/>
                  </a:lnTo>
                </a:path>
                <a:path w="1078229" h="297179">
                  <a:moveTo>
                    <a:pt x="1059179" y="1269"/>
                  </a:moveTo>
                  <a:lnTo>
                    <a:pt x="133350" y="0"/>
                  </a:lnTo>
                </a:path>
                <a:path w="1078229" h="297179">
                  <a:moveTo>
                    <a:pt x="924559" y="143510"/>
                  </a:moveTo>
                  <a:lnTo>
                    <a:pt x="0" y="142239"/>
                  </a:lnTo>
                </a:path>
              </a:pathLst>
            </a:custGeom>
            <a:ln w="9344">
              <a:solidFill>
                <a:srgbClr val="FF98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>
              <a:extLst>
                <a:ext uri="{FF2B5EF4-FFF2-40B4-BE49-F238E27FC236}">
                  <a16:creationId xmlns:a16="http://schemas.microsoft.com/office/drawing/2014/main" id="{6F84A33C-BF32-8CBD-C63C-3FC39EA5C5AF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489189" y="3514090"/>
              <a:ext cx="420370" cy="899160"/>
            </a:xfrm>
            <a:prstGeom prst="rect">
              <a:avLst/>
            </a:prstGeom>
          </p:spPr>
        </p:pic>
        <p:sp>
          <p:nvSpPr>
            <p:cNvPr id="126" name="object 126">
              <a:extLst>
                <a:ext uri="{FF2B5EF4-FFF2-40B4-BE49-F238E27FC236}">
                  <a16:creationId xmlns:a16="http://schemas.microsoft.com/office/drawing/2014/main" id="{42992CFD-912C-DCDF-4758-D567B66C803E}"/>
                </a:ext>
              </a:extLst>
            </p:cNvPr>
            <p:cNvSpPr/>
            <p:nvPr/>
          </p:nvSpPr>
          <p:spPr>
            <a:xfrm>
              <a:off x="7489189" y="3514090"/>
              <a:ext cx="419100" cy="897890"/>
            </a:xfrm>
            <a:custGeom>
              <a:avLst/>
              <a:gdLst/>
              <a:ahLst/>
              <a:cxnLst/>
              <a:rect l="l" t="t" r="r" b="b"/>
              <a:pathLst>
                <a:path w="419100" h="897889">
                  <a:moveTo>
                    <a:pt x="419100" y="897890"/>
                  </a:moveTo>
                  <a:lnTo>
                    <a:pt x="0" y="897890"/>
                  </a:lnTo>
                  <a:lnTo>
                    <a:pt x="0" y="0"/>
                  </a:lnTo>
                  <a:lnTo>
                    <a:pt x="419100" y="0"/>
                  </a:lnTo>
                  <a:lnTo>
                    <a:pt x="419100" y="89789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>
              <a:extLst>
                <a:ext uri="{FF2B5EF4-FFF2-40B4-BE49-F238E27FC236}">
                  <a16:creationId xmlns:a16="http://schemas.microsoft.com/office/drawing/2014/main" id="{CDB35513-91BF-8486-15A7-1729465B6FF4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7489189" y="3393440"/>
              <a:ext cx="422909" cy="111760"/>
            </a:xfrm>
            <a:prstGeom prst="rect">
              <a:avLst/>
            </a:prstGeom>
          </p:spPr>
        </p:pic>
        <p:pic>
          <p:nvPicPr>
            <p:cNvPr id="128" name="object 128">
              <a:extLst>
                <a:ext uri="{FF2B5EF4-FFF2-40B4-BE49-F238E27FC236}">
                  <a16:creationId xmlns:a16="http://schemas.microsoft.com/office/drawing/2014/main" id="{A339D54C-C87E-C9F0-993B-4B2E531E1DC4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7538085" y="3843655"/>
              <a:ext cx="321944" cy="247015"/>
            </a:xfrm>
            <a:prstGeom prst="rect">
              <a:avLst/>
            </a:prstGeom>
          </p:spPr>
        </p:pic>
        <p:pic>
          <p:nvPicPr>
            <p:cNvPr id="129" name="object 129">
              <a:extLst>
                <a:ext uri="{FF2B5EF4-FFF2-40B4-BE49-F238E27FC236}">
                  <a16:creationId xmlns:a16="http://schemas.microsoft.com/office/drawing/2014/main" id="{21F37AA2-FBDB-E60E-230A-C0E1EB371DF1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7538720" y="3576320"/>
              <a:ext cx="321309" cy="240029"/>
            </a:xfrm>
            <a:prstGeom prst="rect">
              <a:avLst/>
            </a:prstGeom>
          </p:spPr>
        </p:pic>
        <p:pic>
          <p:nvPicPr>
            <p:cNvPr id="130" name="object 130">
              <a:extLst>
                <a:ext uri="{FF2B5EF4-FFF2-40B4-BE49-F238E27FC236}">
                  <a16:creationId xmlns:a16="http://schemas.microsoft.com/office/drawing/2014/main" id="{097E48D7-5F35-493E-BB30-FA4C7609332C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237220" y="3378200"/>
              <a:ext cx="737870" cy="82550"/>
            </a:xfrm>
            <a:prstGeom prst="rect">
              <a:avLst/>
            </a:prstGeom>
          </p:spPr>
        </p:pic>
        <p:sp>
          <p:nvSpPr>
            <p:cNvPr id="131" name="object 131">
              <a:extLst>
                <a:ext uri="{FF2B5EF4-FFF2-40B4-BE49-F238E27FC236}">
                  <a16:creationId xmlns:a16="http://schemas.microsoft.com/office/drawing/2014/main" id="{53C84D76-E3A1-78C8-00A4-DA37CF7BECCA}"/>
                </a:ext>
              </a:extLst>
            </p:cNvPr>
            <p:cNvSpPr/>
            <p:nvPr/>
          </p:nvSpPr>
          <p:spPr>
            <a:xfrm>
              <a:off x="8237220" y="3378200"/>
              <a:ext cx="736600" cy="81280"/>
            </a:xfrm>
            <a:custGeom>
              <a:avLst/>
              <a:gdLst/>
              <a:ahLst/>
              <a:cxnLst/>
              <a:rect l="l" t="t" r="r" b="b"/>
              <a:pathLst>
                <a:path w="736600" h="81279">
                  <a:moveTo>
                    <a:pt x="736600" y="81279"/>
                  </a:moveTo>
                  <a:lnTo>
                    <a:pt x="0" y="81279"/>
                  </a:lnTo>
                  <a:lnTo>
                    <a:pt x="119379" y="0"/>
                  </a:lnTo>
                  <a:lnTo>
                    <a:pt x="591820" y="0"/>
                  </a:lnTo>
                  <a:lnTo>
                    <a:pt x="736600" y="8127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>
              <a:extLst>
                <a:ext uri="{FF2B5EF4-FFF2-40B4-BE49-F238E27FC236}">
                  <a16:creationId xmlns:a16="http://schemas.microsoft.com/office/drawing/2014/main" id="{B31B72B5-4ECF-D2E5-462C-32B5B5A442C9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241029" y="3465830"/>
              <a:ext cx="242570" cy="934720"/>
            </a:xfrm>
            <a:prstGeom prst="rect">
              <a:avLst/>
            </a:prstGeom>
          </p:spPr>
        </p:pic>
        <p:sp>
          <p:nvSpPr>
            <p:cNvPr id="133" name="object 133">
              <a:extLst>
                <a:ext uri="{FF2B5EF4-FFF2-40B4-BE49-F238E27FC236}">
                  <a16:creationId xmlns:a16="http://schemas.microsoft.com/office/drawing/2014/main" id="{6E582F9A-FD30-2002-3469-21C6FF911BB1}"/>
                </a:ext>
              </a:extLst>
            </p:cNvPr>
            <p:cNvSpPr/>
            <p:nvPr/>
          </p:nvSpPr>
          <p:spPr>
            <a:xfrm>
              <a:off x="8241029" y="3465830"/>
              <a:ext cx="241300" cy="933450"/>
            </a:xfrm>
            <a:custGeom>
              <a:avLst/>
              <a:gdLst/>
              <a:ahLst/>
              <a:cxnLst/>
              <a:rect l="l" t="t" r="r" b="b"/>
              <a:pathLst>
                <a:path w="241300" h="933450">
                  <a:moveTo>
                    <a:pt x="241300" y="933450"/>
                  </a:moveTo>
                  <a:lnTo>
                    <a:pt x="0" y="933450"/>
                  </a:lnTo>
                  <a:lnTo>
                    <a:pt x="0" y="0"/>
                  </a:lnTo>
                  <a:lnTo>
                    <a:pt x="241300" y="0"/>
                  </a:lnTo>
                  <a:lnTo>
                    <a:pt x="241300" y="93345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>
              <a:extLst>
                <a:ext uri="{FF2B5EF4-FFF2-40B4-BE49-F238E27FC236}">
                  <a16:creationId xmlns:a16="http://schemas.microsoft.com/office/drawing/2014/main" id="{877B7063-45B2-C04E-2540-A9E9724C4EC0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482329" y="3465830"/>
              <a:ext cx="251459" cy="934720"/>
            </a:xfrm>
            <a:prstGeom prst="rect">
              <a:avLst/>
            </a:prstGeom>
          </p:spPr>
        </p:pic>
        <p:sp>
          <p:nvSpPr>
            <p:cNvPr id="135" name="object 135">
              <a:extLst>
                <a:ext uri="{FF2B5EF4-FFF2-40B4-BE49-F238E27FC236}">
                  <a16:creationId xmlns:a16="http://schemas.microsoft.com/office/drawing/2014/main" id="{385CDA2C-1CF6-BD15-FE0C-4DB6E6151F3D}"/>
                </a:ext>
              </a:extLst>
            </p:cNvPr>
            <p:cNvSpPr/>
            <p:nvPr/>
          </p:nvSpPr>
          <p:spPr>
            <a:xfrm>
              <a:off x="8482329" y="3465830"/>
              <a:ext cx="250190" cy="933450"/>
            </a:xfrm>
            <a:custGeom>
              <a:avLst/>
              <a:gdLst/>
              <a:ahLst/>
              <a:cxnLst/>
              <a:rect l="l" t="t" r="r" b="b"/>
              <a:pathLst>
                <a:path w="250190" h="933450">
                  <a:moveTo>
                    <a:pt x="250190" y="933450"/>
                  </a:moveTo>
                  <a:lnTo>
                    <a:pt x="0" y="933450"/>
                  </a:lnTo>
                  <a:lnTo>
                    <a:pt x="0" y="0"/>
                  </a:lnTo>
                  <a:lnTo>
                    <a:pt x="250190" y="0"/>
                  </a:lnTo>
                  <a:lnTo>
                    <a:pt x="250190" y="93345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>
              <a:extLst>
                <a:ext uri="{FF2B5EF4-FFF2-40B4-BE49-F238E27FC236}">
                  <a16:creationId xmlns:a16="http://schemas.microsoft.com/office/drawing/2014/main" id="{A41E9493-18F6-D949-D9F4-9641E8257DAC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729979" y="3465830"/>
              <a:ext cx="241300" cy="934720"/>
            </a:xfrm>
            <a:prstGeom prst="rect">
              <a:avLst/>
            </a:prstGeom>
          </p:spPr>
        </p:pic>
        <p:sp>
          <p:nvSpPr>
            <p:cNvPr id="137" name="object 137">
              <a:extLst>
                <a:ext uri="{FF2B5EF4-FFF2-40B4-BE49-F238E27FC236}">
                  <a16:creationId xmlns:a16="http://schemas.microsoft.com/office/drawing/2014/main" id="{1B3CF21C-927C-385D-B0F2-0993134015F3}"/>
                </a:ext>
              </a:extLst>
            </p:cNvPr>
            <p:cNvSpPr/>
            <p:nvPr/>
          </p:nvSpPr>
          <p:spPr>
            <a:xfrm>
              <a:off x="8729979" y="3465830"/>
              <a:ext cx="240029" cy="933450"/>
            </a:xfrm>
            <a:custGeom>
              <a:avLst/>
              <a:gdLst/>
              <a:ahLst/>
              <a:cxnLst/>
              <a:rect l="l" t="t" r="r" b="b"/>
              <a:pathLst>
                <a:path w="240029" h="933450">
                  <a:moveTo>
                    <a:pt x="240029" y="933450"/>
                  </a:moveTo>
                  <a:lnTo>
                    <a:pt x="0" y="933450"/>
                  </a:lnTo>
                  <a:lnTo>
                    <a:pt x="0" y="0"/>
                  </a:lnTo>
                  <a:lnTo>
                    <a:pt x="240029" y="0"/>
                  </a:lnTo>
                  <a:lnTo>
                    <a:pt x="240029" y="93345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>
              <a:extLst>
                <a:ext uri="{FF2B5EF4-FFF2-40B4-BE49-F238E27FC236}">
                  <a16:creationId xmlns:a16="http://schemas.microsoft.com/office/drawing/2014/main" id="{C4668240-FCAD-8FA7-38F7-0DCEE700E4B7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288020" y="4018280"/>
              <a:ext cx="151129" cy="99060"/>
            </a:xfrm>
            <a:prstGeom prst="rect">
              <a:avLst/>
            </a:prstGeom>
          </p:spPr>
        </p:pic>
        <p:sp>
          <p:nvSpPr>
            <p:cNvPr id="139" name="object 139">
              <a:extLst>
                <a:ext uri="{FF2B5EF4-FFF2-40B4-BE49-F238E27FC236}">
                  <a16:creationId xmlns:a16="http://schemas.microsoft.com/office/drawing/2014/main" id="{46F0842E-73F8-23E3-F5F7-79756818C4BD}"/>
                </a:ext>
              </a:extLst>
            </p:cNvPr>
            <p:cNvSpPr/>
            <p:nvPr/>
          </p:nvSpPr>
          <p:spPr>
            <a:xfrm>
              <a:off x="8288020" y="4018280"/>
              <a:ext cx="149860" cy="97790"/>
            </a:xfrm>
            <a:custGeom>
              <a:avLst/>
              <a:gdLst/>
              <a:ahLst/>
              <a:cxnLst/>
              <a:rect l="l" t="t" r="r" b="b"/>
              <a:pathLst>
                <a:path w="149859" h="97789">
                  <a:moveTo>
                    <a:pt x="149859" y="97790"/>
                  </a:moveTo>
                  <a:lnTo>
                    <a:pt x="0" y="97790"/>
                  </a:lnTo>
                  <a:lnTo>
                    <a:pt x="0" y="0"/>
                  </a:lnTo>
                  <a:lnTo>
                    <a:pt x="149859" y="0"/>
                  </a:lnTo>
                  <a:lnTo>
                    <a:pt x="149859" y="9779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>
              <a:extLst>
                <a:ext uri="{FF2B5EF4-FFF2-40B4-BE49-F238E27FC236}">
                  <a16:creationId xmlns:a16="http://schemas.microsoft.com/office/drawing/2014/main" id="{D3D6D998-3D29-7041-FB31-89805EFE8B32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288020" y="4135120"/>
              <a:ext cx="151129" cy="95250"/>
            </a:xfrm>
            <a:prstGeom prst="rect">
              <a:avLst/>
            </a:prstGeom>
          </p:spPr>
        </p:pic>
        <p:sp>
          <p:nvSpPr>
            <p:cNvPr id="141" name="object 141">
              <a:extLst>
                <a:ext uri="{FF2B5EF4-FFF2-40B4-BE49-F238E27FC236}">
                  <a16:creationId xmlns:a16="http://schemas.microsoft.com/office/drawing/2014/main" id="{407A8FF1-FEDB-4C36-EFCF-7EEEE326A00F}"/>
                </a:ext>
              </a:extLst>
            </p:cNvPr>
            <p:cNvSpPr/>
            <p:nvPr/>
          </p:nvSpPr>
          <p:spPr>
            <a:xfrm>
              <a:off x="8288020" y="4135120"/>
              <a:ext cx="149860" cy="93980"/>
            </a:xfrm>
            <a:custGeom>
              <a:avLst/>
              <a:gdLst/>
              <a:ahLst/>
              <a:cxnLst/>
              <a:rect l="l" t="t" r="r" b="b"/>
              <a:pathLst>
                <a:path w="149859" h="93979">
                  <a:moveTo>
                    <a:pt x="149859" y="93979"/>
                  </a:moveTo>
                  <a:lnTo>
                    <a:pt x="0" y="93979"/>
                  </a:lnTo>
                  <a:lnTo>
                    <a:pt x="0" y="0"/>
                  </a:lnTo>
                  <a:lnTo>
                    <a:pt x="149859" y="0"/>
                  </a:lnTo>
                  <a:lnTo>
                    <a:pt x="149859" y="9397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>
              <a:extLst>
                <a:ext uri="{FF2B5EF4-FFF2-40B4-BE49-F238E27FC236}">
                  <a16:creationId xmlns:a16="http://schemas.microsoft.com/office/drawing/2014/main" id="{53B70720-1978-7568-E66A-4EFC2ABEF0DA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288020" y="4248150"/>
              <a:ext cx="151129" cy="97789"/>
            </a:xfrm>
            <a:prstGeom prst="rect">
              <a:avLst/>
            </a:prstGeom>
          </p:spPr>
        </p:pic>
        <p:sp>
          <p:nvSpPr>
            <p:cNvPr id="143" name="object 143">
              <a:extLst>
                <a:ext uri="{FF2B5EF4-FFF2-40B4-BE49-F238E27FC236}">
                  <a16:creationId xmlns:a16="http://schemas.microsoft.com/office/drawing/2014/main" id="{D8E3A509-40EC-A983-09E6-B6DED700DA1F}"/>
                </a:ext>
              </a:extLst>
            </p:cNvPr>
            <p:cNvSpPr/>
            <p:nvPr/>
          </p:nvSpPr>
          <p:spPr>
            <a:xfrm>
              <a:off x="8288020" y="4248150"/>
              <a:ext cx="149860" cy="96520"/>
            </a:xfrm>
            <a:custGeom>
              <a:avLst/>
              <a:gdLst/>
              <a:ahLst/>
              <a:cxnLst/>
              <a:rect l="l" t="t" r="r" b="b"/>
              <a:pathLst>
                <a:path w="149859" h="96520">
                  <a:moveTo>
                    <a:pt x="149859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49859" y="0"/>
                  </a:lnTo>
                  <a:lnTo>
                    <a:pt x="149859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>
              <a:extLst>
                <a:ext uri="{FF2B5EF4-FFF2-40B4-BE49-F238E27FC236}">
                  <a16:creationId xmlns:a16="http://schemas.microsoft.com/office/drawing/2014/main" id="{A6C6570E-A3B2-45EB-341D-C218C6C3EF09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8531860" y="4022090"/>
              <a:ext cx="151129" cy="95250"/>
            </a:xfrm>
            <a:prstGeom prst="rect">
              <a:avLst/>
            </a:prstGeom>
          </p:spPr>
        </p:pic>
        <p:sp>
          <p:nvSpPr>
            <p:cNvPr id="145" name="object 145">
              <a:extLst>
                <a:ext uri="{FF2B5EF4-FFF2-40B4-BE49-F238E27FC236}">
                  <a16:creationId xmlns:a16="http://schemas.microsoft.com/office/drawing/2014/main" id="{1AFE6EBD-85F0-CB33-0D4E-B7BD612E6335}"/>
                </a:ext>
              </a:extLst>
            </p:cNvPr>
            <p:cNvSpPr/>
            <p:nvPr/>
          </p:nvSpPr>
          <p:spPr>
            <a:xfrm>
              <a:off x="8531860" y="4022090"/>
              <a:ext cx="149860" cy="93980"/>
            </a:xfrm>
            <a:custGeom>
              <a:avLst/>
              <a:gdLst/>
              <a:ahLst/>
              <a:cxnLst/>
              <a:rect l="l" t="t" r="r" b="b"/>
              <a:pathLst>
                <a:path w="149859" h="93979">
                  <a:moveTo>
                    <a:pt x="149860" y="93980"/>
                  </a:moveTo>
                  <a:lnTo>
                    <a:pt x="0" y="93980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398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>
              <a:extLst>
                <a:ext uri="{FF2B5EF4-FFF2-40B4-BE49-F238E27FC236}">
                  <a16:creationId xmlns:a16="http://schemas.microsoft.com/office/drawing/2014/main" id="{9DF0221D-EC3A-23B0-E420-B9089E7AA35B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531860" y="4135120"/>
              <a:ext cx="151129" cy="97789"/>
            </a:xfrm>
            <a:prstGeom prst="rect">
              <a:avLst/>
            </a:prstGeom>
          </p:spPr>
        </p:pic>
        <p:sp>
          <p:nvSpPr>
            <p:cNvPr id="147" name="object 147">
              <a:extLst>
                <a:ext uri="{FF2B5EF4-FFF2-40B4-BE49-F238E27FC236}">
                  <a16:creationId xmlns:a16="http://schemas.microsoft.com/office/drawing/2014/main" id="{D87383B8-DF8B-68EA-8046-A7B6A80A1B2C}"/>
                </a:ext>
              </a:extLst>
            </p:cNvPr>
            <p:cNvSpPr/>
            <p:nvPr/>
          </p:nvSpPr>
          <p:spPr>
            <a:xfrm>
              <a:off x="8531860" y="4135120"/>
              <a:ext cx="149860" cy="96520"/>
            </a:xfrm>
            <a:custGeom>
              <a:avLst/>
              <a:gdLst/>
              <a:ahLst/>
              <a:cxnLst/>
              <a:rect l="l" t="t" r="r" b="b"/>
              <a:pathLst>
                <a:path w="149859" h="96520">
                  <a:moveTo>
                    <a:pt x="149860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>
              <a:extLst>
                <a:ext uri="{FF2B5EF4-FFF2-40B4-BE49-F238E27FC236}">
                  <a16:creationId xmlns:a16="http://schemas.microsoft.com/office/drawing/2014/main" id="{D351448A-22B8-61E2-A2B1-B5BF59E55D92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531860" y="4248150"/>
              <a:ext cx="151129" cy="97789"/>
            </a:xfrm>
            <a:prstGeom prst="rect">
              <a:avLst/>
            </a:prstGeom>
          </p:spPr>
        </p:pic>
        <p:sp>
          <p:nvSpPr>
            <p:cNvPr id="149" name="object 149">
              <a:extLst>
                <a:ext uri="{FF2B5EF4-FFF2-40B4-BE49-F238E27FC236}">
                  <a16:creationId xmlns:a16="http://schemas.microsoft.com/office/drawing/2014/main" id="{C18274F2-89CF-65F9-2CE9-CCDD5EFE8683}"/>
                </a:ext>
              </a:extLst>
            </p:cNvPr>
            <p:cNvSpPr/>
            <p:nvPr/>
          </p:nvSpPr>
          <p:spPr>
            <a:xfrm>
              <a:off x="8531860" y="4248150"/>
              <a:ext cx="149860" cy="96520"/>
            </a:xfrm>
            <a:custGeom>
              <a:avLst/>
              <a:gdLst/>
              <a:ahLst/>
              <a:cxnLst/>
              <a:rect l="l" t="t" r="r" b="b"/>
              <a:pathLst>
                <a:path w="149859" h="96520">
                  <a:moveTo>
                    <a:pt x="149860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49860" y="0"/>
                  </a:lnTo>
                  <a:lnTo>
                    <a:pt x="149860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50">
              <a:extLst>
                <a:ext uri="{FF2B5EF4-FFF2-40B4-BE49-F238E27FC236}">
                  <a16:creationId xmlns:a16="http://schemas.microsoft.com/office/drawing/2014/main" id="{3D1912C2-877F-221A-42E7-3462C69673EA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769350" y="4022090"/>
              <a:ext cx="152400" cy="95250"/>
            </a:xfrm>
            <a:prstGeom prst="rect">
              <a:avLst/>
            </a:prstGeom>
          </p:spPr>
        </p:pic>
        <p:sp>
          <p:nvSpPr>
            <p:cNvPr id="151" name="object 151">
              <a:extLst>
                <a:ext uri="{FF2B5EF4-FFF2-40B4-BE49-F238E27FC236}">
                  <a16:creationId xmlns:a16="http://schemas.microsoft.com/office/drawing/2014/main" id="{E4E0EB39-B5F0-D2B0-DA2E-538166F54792}"/>
                </a:ext>
              </a:extLst>
            </p:cNvPr>
            <p:cNvSpPr/>
            <p:nvPr/>
          </p:nvSpPr>
          <p:spPr>
            <a:xfrm>
              <a:off x="8769350" y="4022090"/>
              <a:ext cx="151130" cy="93980"/>
            </a:xfrm>
            <a:custGeom>
              <a:avLst/>
              <a:gdLst/>
              <a:ahLst/>
              <a:cxnLst/>
              <a:rect l="l" t="t" r="r" b="b"/>
              <a:pathLst>
                <a:path w="151129" h="93979">
                  <a:moveTo>
                    <a:pt x="151129" y="93980"/>
                  </a:moveTo>
                  <a:lnTo>
                    <a:pt x="0" y="93980"/>
                  </a:lnTo>
                  <a:lnTo>
                    <a:pt x="0" y="0"/>
                  </a:lnTo>
                  <a:lnTo>
                    <a:pt x="151129" y="0"/>
                  </a:lnTo>
                  <a:lnTo>
                    <a:pt x="151129" y="93980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152">
              <a:extLst>
                <a:ext uri="{FF2B5EF4-FFF2-40B4-BE49-F238E27FC236}">
                  <a16:creationId xmlns:a16="http://schemas.microsoft.com/office/drawing/2014/main" id="{4CF95416-B4A8-4889-2D03-7FF773DD2896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8769350" y="4135120"/>
              <a:ext cx="152400" cy="97789"/>
            </a:xfrm>
            <a:prstGeom prst="rect">
              <a:avLst/>
            </a:prstGeom>
          </p:spPr>
        </p:pic>
        <p:sp>
          <p:nvSpPr>
            <p:cNvPr id="153" name="object 153">
              <a:extLst>
                <a:ext uri="{FF2B5EF4-FFF2-40B4-BE49-F238E27FC236}">
                  <a16:creationId xmlns:a16="http://schemas.microsoft.com/office/drawing/2014/main" id="{BA91FB88-3531-82A8-C602-4244E7D9EA5D}"/>
                </a:ext>
              </a:extLst>
            </p:cNvPr>
            <p:cNvSpPr/>
            <p:nvPr/>
          </p:nvSpPr>
          <p:spPr>
            <a:xfrm>
              <a:off x="8769350" y="4135120"/>
              <a:ext cx="151130" cy="96520"/>
            </a:xfrm>
            <a:custGeom>
              <a:avLst/>
              <a:gdLst/>
              <a:ahLst/>
              <a:cxnLst/>
              <a:rect l="l" t="t" r="r" b="b"/>
              <a:pathLst>
                <a:path w="151129" h="96520">
                  <a:moveTo>
                    <a:pt x="151129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51129" y="0"/>
                  </a:lnTo>
                  <a:lnTo>
                    <a:pt x="151129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>
              <a:extLst>
                <a:ext uri="{FF2B5EF4-FFF2-40B4-BE49-F238E27FC236}">
                  <a16:creationId xmlns:a16="http://schemas.microsoft.com/office/drawing/2014/main" id="{0D67513C-A579-3AC4-A818-EE9A93D7220F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769350" y="4248150"/>
              <a:ext cx="152400" cy="97789"/>
            </a:xfrm>
            <a:prstGeom prst="rect">
              <a:avLst/>
            </a:prstGeom>
          </p:spPr>
        </p:pic>
        <p:sp>
          <p:nvSpPr>
            <p:cNvPr id="155" name="object 155">
              <a:extLst>
                <a:ext uri="{FF2B5EF4-FFF2-40B4-BE49-F238E27FC236}">
                  <a16:creationId xmlns:a16="http://schemas.microsoft.com/office/drawing/2014/main" id="{E0FD4914-EAEC-36FC-46E3-686C156D4F3E}"/>
                </a:ext>
              </a:extLst>
            </p:cNvPr>
            <p:cNvSpPr/>
            <p:nvPr/>
          </p:nvSpPr>
          <p:spPr>
            <a:xfrm>
              <a:off x="8769350" y="4248150"/>
              <a:ext cx="151130" cy="96520"/>
            </a:xfrm>
            <a:custGeom>
              <a:avLst/>
              <a:gdLst/>
              <a:ahLst/>
              <a:cxnLst/>
              <a:rect l="l" t="t" r="r" b="b"/>
              <a:pathLst>
                <a:path w="151129" h="96520">
                  <a:moveTo>
                    <a:pt x="151129" y="96519"/>
                  </a:moveTo>
                  <a:lnTo>
                    <a:pt x="0" y="96519"/>
                  </a:lnTo>
                  <a:lnTo>
                    <a:pt x="0" y="0"/>
                  </a:lnTo>
                  <a:lnTo>
                    <a:pt x="151129" y="0"/>
                  </a:lnTo>
                  <a:lnTo>
                    <a:pt x="151129" y="96519"/>
                  </a:lnTo>
                  <a:close/>
                </a:path>
              </a:pathLst>
            </a:custGeom>
            <a:ln w="3175">
              <a:solidFill>
                <a:srgbClr val="9AC4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56">
              <a:extLst>
                <a:ext uri="{FF2B5EF4-FFF2-40B4-BE49-F238E27FC236}">
                  <a16:creationId xmlns:a16="http://schemas.microsoft.com/office/drawing/2014/main" id="{6DF59F3C-3665-E8E8-16F0-A44573ADCC38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8782050" y="3553460"/>
              <a:ext cx="127000" cy="36829"/>
            </a:xfrm>
            <a:prstGeom prst="rect">
              <a:avLst/>
            </a:prstGeom>
          </p:spPr>
        </p:pic>
        <p:pic>
          <p:nvPicPr>
            <p:cNvPr id="157" name="object 157">
              <a:extLst>
                <a:ext uri="{FF2B5EF4-FFF2-40B4-BE49-F238E27FC236}">
                  <a16:creationId xmlns:a16="http://schemas.microsoft.com/office/drawing/2014/main" id="{4E4E360B-2C87-A7FB-36C9-581770160470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8781414" y="3552825"/>
              <a:ext cx="127634" cy="37464"/>
            </a:xfrm>
            <a:prstGeom prst="rect">
              <a:avLst/>
            </a:prstGeom>
          </p:spPr>
        </p:pic>
        <p:sp>
          <p:nvSpPr>
            <p:cNvPr id="158" name="object 158">
              <a:extLst>
                <a:ext uri="{FF2B5EF4-FFF2-40B4-BE49-F238E27FC236}">
                  <a16:creationId xmlns:a16="http://schemas.microsoft.com/office/drawing/2014/main" id="{DA58BF9E-6D97-E9EB-8CBE-D038C3EEDA8D}"/>
                </a:ext>
              </a:extLst>
            </p:cNvPr>
            <p:cNvSpPr/>
            <p:nvPr/>
          </p:nvSpPr>
          <p:spPr>
            <a:xfrm>
              <a:off x="8782050" y="3553460"/>
              <a:ext cx="125730" cy="35560"/>
            </a:xfrm>
            <a:custGeom>
              <a:avLst/>
              <a:gdLst/>
              <a:ahLst/>
              <a:cxnLst/>
              <a:rect l="l" t="t" r="r" b="b"/>
              <a:pathLst>
                <a:path w="125729" h="35560">
                  <a:moveTo>
                    <a:pt x="0" y="35560"/>
                  </a:moveTo>
                  <a:lnTo>
                    <a:pt x="0" y="0"/>
                  </a:lnTo>
                  <a:lnTo>
                    <a:pt x="12572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>
              <a:extLst>
                <a:ext uri="{FF2B5EF4-FFF2-40B4-BE49-F238E27FC236}">
                  <a16:creationId xmlns:a16="http://schemas.microsoft.com/office/drawing/2014/main" id="{F58F83EA-BBBE-A3AC-469E-701264D4D9DF}"/>
                </a:ext>
              </a:extLst>
            </p:cNvPr>
            <p:cNvSpPr/>
            <p:nvPr/>
          </p:nvSpPr>
          <p:spPr>
            <a:xfrm>
              <a:off x="8284210" y="3469640"/>
              <a:ext cx="636270" cy="929640"/>
            </a:xfrm>
            <a:custGeom>
              <a:avLst/>
              <a:gdLst/>
              <a:ahLst/>
              <a:cxnLst/>
              <a:rect l="l" t="t" r="r" b="b"/>
              <a:pathLst>
                <a:path w="636270" h="929639">
                  <a:moveTo>
                    <a:pt x="0" y="552450"/>
                  </a:moveTo>
                  <a:lnTo>
                    <a:pt x="0" y="646430"/>
                  </a:lnTo>
                  <a:lnTo>
                    <a:pt x="147320" y="646430"/>
                  </a:lnTo>
                </a:path>
                <a:path w="636270" h="929639">
                  <a:moveTo>
                    <a:pt x="250190" y="552450"/>
                  </a:moveTo>
                  <a:lnTo>
                    <a:pt x="250190" y="642620"/>
                  </a:lnTo>
                  <a:lnTo>
                    <a:pt x="397510" y="642620"/>
                  </a:lnTo>
                </a:path>
                <a:path w="636270" h="929639">
                  <a:moveTo>
                    <a:pt x="488950" y="554990"/>
                  </a:moveTo>
                  <a:lnTo>
                    <a:pt x="488950" y="646430"/>
                  </a:lnTo>
                  <a:lnTo>
                    <a:pt x="636270" y="646430"/>
                  </a:lnTo>
                </a:path>
                <a:path w="636270" h="929639">
                  <a:moveTo>
                    <a:pt x="488950" y="668020"/>
                  </a:moveTo>
                  <a:lnTo>
                    <a:pt x="488950" y="759460"/>
                  </a:lnTo>
                  <a:lnTo>
                    <a:pt x="636270" y="759460"/>
                  </a:lnTo>
                </a:path>
                <a:path w="636270" h="929639">
                  <a:moveTo>
                    <a:pt x="247650" y="668020"/>
                  </a:moveTo>
                  <a:lnTo>
                    <a:pt x="247650" y="759460"/>
                  </a:lnTo>
                  <a:lnTo>
                    <a:pt x="394970" y="759460"/>
                  </a:lnTo>
                </a:path>
                <a:path w="636270" h="929639">
                  <a:moveTo>
                    <a:pt x="0" y="665480"/>
                  </a:moveTo>
                  <a:lnTo>
                    <a:pt x="0" y="755650"/>
                  </a:lnTo>
                  <a:lnTo>
                    <a:pt x="147320" y="755650"/>
                  </a:lnTo>
                </a:path>
                <a:path w="636270" h="929639">
                  <a:moveTo>
                    <a:pt x="0" y="781050"/>
                  </a:moveTo>
                  <a:lnTo>
                    <a:pt x="0" y="872490"/>
                  </a:lnTo>
                  <a:lnTo>
                    <a:pt x="147320" y="872490"/>
                  </a:lnTo>
                </a:path>
                <a:path w="636270" h="929639">
                  <a:moveTo>
                    <a:pt x="247650" y="784860"/>
                  </a:moveTo>
                  <a:lnTo>
                    <a:pt x="247650" y="875030"/>
                  </a:lnTo>
                  <a:lnTo>
                    <a:pt x="394970" y="875030"/>
                  </a:lnTo>
                </a:path>
                <a:path w="636270" h="929639">
                  <a:moveTo>
                    <a:pt x="488950" y="781050"/>
                  </a:moveTo>
                  <a:lnTo>
                    <a:pt x="488950" y="872490"/>
                  </a:lnTo>
                  <a:lnTo>
                    <a:pt x="636270" y="872490"/>
                  </a:lnTo>
                </a:path>
                <a:path w="636270" h="929639">
                  <a:moveTo>
                    <a:pt x="187960" y="2539"/>
                  </a:moveTo>
                  <a:lnTo>
                    <a:pt x="187960" y="929640"/>
                  </a:lnTo>
                </a:path>
                <a:path w="636270" h="929639">
                  <a:moveTo>
                    <a:pt x="435610" y="0"/>
                  </a:moveTo>
                  <a:lnTo>
                    <a:pt x="435610" y="923290"/>
                  </a:lnTo>
                </a:path>
              </a:pathLst>
            </a:custGeom>
            <a:ln w="889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0" name="object 160">
              <a:extLst>
                <a:ext uri="{FF2B5EF4-FFF2-40B4-BE49-F238E27FC236}">
                  <a16:creationId xmlns:a16="http://schemas.microsoft.com/office/drawing/2014/main" id="{3BF20B48-A22A-E67D-2340-8E597BDE3EE3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539263" y="3893593"/>
              <a:ext cx="2031183" cy="149778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8977566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Why</a:t>
            </a:r>
            <a:r>
              <a:rPr lang="zh-CN" altLang="en-US" dirty="0"/>
              <a:t> </a:t>
            </a:r>
            <a:r>
              <a:rPr lang="en-US" altLang="zh-CN" dirty="0"/>
              <a:t>IP</a:t>
            </a:r>
            <a:r>
              <a:rPr lang="zh-CN" altLang="en-US" dirty="0"/>
              <a:t> </a:t>
            </a:r>
            <a:r>
              <a:rPr lang="en-US" altLang="zh-CN" dirty="0"/>
              <a:t>SAN?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" altLang="zh-CN" dirty="0"/>
              <a:t>Existing network infrastructure can be leveraged </a:t>
            </a:r>
          </a:p>
          <a:p>
            <a:r>
              <a:rPr lang="en" altLang="zh-CN" dirty="0"/>
              <a:t>Reduced cost compared to new SAN hardware and software </a:t>
            </a:r>
          </a:p>
          <a:p>
            <a:r>
              <a:rPr lang="en" altLang="zh-CN" dirty="0"/>
              <a:t>Many long-distance disaster recovery solutions already leverage IP-based networks </a:t>
            </a:r>
          </a:p>
          <a:p>
            <a:r>
              <a:rPr lang="en" altLang="zh-CN" dirty="0"/>
              <a:t>Many robust and mature security options are available for IP networks </a:t>
            </a:r>
          </a:p>
          <a:p>
            <a:endParaRPr lang="en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32833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700" y="3966686"/>
            <a:ext cx="7235825" cy="16440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9400" indent="-266700">
              <a:lnSpc>
                <a:spcPct val="100000"/>
              </a:lnSpc>
              <a:spcBef>
                <a:spcPts val="100"/>
              </a:spcBef>
              <a:buFont typeface="Trebuchet MS"/>
              <a:buChar char="•"/>
              <a:tabLst>
                <a:tab pos="279400" algn="l"/>
              </a:tabLst>
            </a:pPr>
            <a:r>
              <a:rPr sz="2700" dirty="0">
                <a:latin typeface="Times New Roman"/>
                <a:cs typeface="Times New Roman"/>
              </a:rPr>
              <a:t>No</a:t>
            </a:r>
            <a:r>
              <a:rPr sz="2700" spc="-20" dirty="0">
                <a:latin typeface="Times New Roman"/>
                <a:cs typeface="Times New Roman"/>
              </a:rPr>
              <a:t> </a:t>
            </a:r>
            <a:r>
              <a:rPr sz="2700" spc="-5" dirty="0">
                <a:latin typeface="Times New Roman"/>
                <a:cs typeface="Times New Roman"/>
              </a:rPr>
              <a:t>FC</a:t>
            </a:r>
            <a:r>
              <a:rPr sz="2700" spc="-20" dirty="0">
                <a:latin typeface="Times New Roman"/>
                <a:cs typeface="Times New Roman"/>
              </a:rPr>
              <a:t> </a:t>
            </a:r>
            <a:r>
              <a:rPr sz="2700" spc="-5" dirty="0">
                <a:latin typeface="Times New Roman"/>
                <a:cs typeface="Times New Roman"/>
              </a:rPr>
              <a:t>components</a:t>
            </a:r>
            <a:endParaRPr sz="2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rebuchet MS"/>
              <a:buChar char="•"/>
            </a:pPr>
            <a:endParaRPr sz="2550">
              <a:latin typeface="Times New Roman"/>
              <a:cs typeface="Times New Roman"/>
            </a:endParaRPr>
          </a:p>
          <a:p>
            <a:pPr marL="278765" marR="5080" indent="-266700">
              <a:lnSpc>
                <a:spcPct val="100800"/>
              </a:lnSpc>
              <a:buFont typeface="Trebuchet MS"/>
              <a:buChar char="•"/>
              <a:tabLst>
                <a:tab pos="279400" algn="l"/>
              </a:tabLst>
            </a:pPr>
            <a:r>
              <a:rPr sz="2700" dirty="0">
                <a:latin typeface="Times New Roman"/>
                <a:cs typeface="Times New Roman"/>
              </a:rPr>
              <a:t>Each </a:t>
            </a:r>
            <a:r>
              <a:rPr sz="2700" spc="-5" dirty="0">
                <a:latin typeface="Times New Roman"/>
                <a:cs typeface="Times New Roman"/>
              </a:rPr>
              <a:t>iSCSI </a:t>
            </a:r>
            <a:r>
              <a:rPr sz="2700" dirty="0">
                <a:latin typeface="Times New Roman"/>
                <a:cs typeface="Times New Roman"/>
              </a:rPr>
              <a:t>port on </a:t>
            </a:r>
            <a:r>
              <a:rPr sz="2700" spc="-5" dirty="0">
                <a:latin typeface="Times New Roman"/>
                <a:cs typeface="Times New Roman"/>
              </a:rPr>
              <a:t>the </a:t>
            </a:r>
            <a:r>
              <a:rPr sz="2700" dirty="0">
                <a:latin typeface="Times New Roman"/>
                <a:cs typeface="Times New Roman"/>
              </a:rPr>
              <a:t>array </a:t>
            </a:r>
            <a:r>
              <a:rPr sz="2700" spc="-5" dirty="0">
                <a:latin typeface="Times New Roman"/>
                <a:cs typeface="Times New Roman"/>
              </a:rPr>
              <a:t>is configured with </a:t>
            </a:r>
            <a:r>
              <a:rPr sz="2700" dirty="0">
                <a:latin typeface="Times New Roman"/>
                <a:cs typeface="Times New Roman"/>
              </a:rPr>
              <a:t>an </a:t>
            </a:r>
            <a:r>
              <a:rPr sz="2700" spc="-660" dirty="0">
                <a:latin typeface="Times New Roman"/>
                <a:cs typeface="Times New Roman"/>
              </a:rPr>
              <a:t> </a:t>
            </a:r>
            <a:r>
              <a:rPr sz="2700" dirty="0">
                <a:latin typeface="Times New Roman"/>
                <a:cs typeface="Times New Roman"/>
              </a:rPr>
              <a:t>IP</a:t>
            </a:r>
            <a:r>
              <a:rPr sz="2700" spc="-110" dirty="0">
                <a:latin typeface="Times New Roman"/>
                <a:cs typeface="Times New Roman"/>
              </a:rPr>
              <a:t> </a:t>
            </a:r>
            <a:r>
              <a:rPr sz="2700" spc="-5" dirty="0">
                <a:latin typeface="Times New Roman"/>
                <a:cs typeface="Times New Roman"/>
              </a:rPr>
              <a:t>address </a:t>
            </a:r>
            <a:r>
              <a:rPr sz="2700" dirty="0">
                <a:latin typeface="Times New Roman"/>
                <a:cs typeface="Times New Roman"/>
              </a:rPr>
              <a:t>and port</a:t>
            </a:r>
            <a:r>
              <a:rPr sz="2700" spc="-5" dirty="0">
                <a:latin typeface="Times New Roman"/>
                <a:cs typeface="Times New Roman"/>
              </a:rPr>
              <a:t> number</a:t>
            </a:r>
            <a:endParaRPr sz="27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2533" y="408917"/>
            <a:ext cx="8438934" cy="3020083"/>
          </a:xfrm>
          <a:prstGeom prst="rect">
            <a:avLst/>
          </a:prstGeom>
        </p:spPr>
      </p:pic>
      <p:sp>
        <p:nvSpPr>
          <p:cNvPr id="9" name="标题 8">
            <a:extLst>
              <a:ext uri="{FF2B5EF4-FFF2-40B4-BE49-F238E27FC236}">
                <a16:creationId xmlns:a16="http://schemas.microsoft.com/office/drawing/2014/main" id="{64DF1F41-AFAE-58F8-6A09-605C550265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0" name="内容占位符 9">
            <a:extLst>
              <a:ext uri="{FF2B5EF4-FFF2-40B4-BE49-F238E27FC236}">
                <a16:creationId xmlns:a16="http://schemas.microsoft.com/office/drawing/2014/main" id="{D052D188-6067-AF1D-D1D0-7DABFC1A546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1" name="灯片编号占位符 3">
            <a:extLst>
              <a:ext uri="{FF2B5EF4-FFF2-40B4-BE49-F238E27FC236}">
                <a16:creationId xmlns:a16="http://schemas.microsoft.com/office/drawing/2014/main" id="{4EB01D45-F5F4-866D-1E30-4580D249C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56</a:t>
            </a:fld>
            <a:endParaRPr lang="en-US" dirty="0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396037" y="2995612"/>
            <a:ext cx="2371725" cy="1914525"/>
            <a:chOff x="6396037" y="2995612"/>
            <a:chExt cx="2371725" cy="1914525"/>
          </a:xfrm>
        </p:grpSpPr>
        <p:sp>
          <p:nvSpPr>
            <p:cNvPr id="4" name="object 4"/>
            <p:cNvSpPr/>
            <p:nvPr/>
          </p:nvSpPr>
          <p:spPr>
            <a:xfrm>
              <a:off x="6400800" y="3000375"/>
              <a:ext cx="2362200" cy="1905000"/>
            </a:xfrm>
            <a:custGeom>
              <a:avLst/>
              <a:gdLst/>
              <a:ahLst/>
              <a:cxnLst/>
              <a:rect l="l" t="t" r="r" b="b"/>
              <a:pathLst>
                <a:path w="2362200" h="1905000">
                  <a:moveTo>
                    <a:pt x="2362200" y="0"/>
                  </a:moveTo>
                  <a:lnTo>
                    <a:pt x="0" y="0"/>
                  </a:lnTo>
                  <a:lnTo>
                    <a:pt x="0" y="1905000"/>
                  </a:lnTo>
                  <a:lnTo>
                    <a:pt x="2362200" y="1905000"/>
                  </a:lnTo>
                  <a:lnTo>
                    <a:pt x="236220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400800" y="3000375"/>
              <a:ext cx="2362200" cy="1905000"/>
            </a:xfrm>
            <a:custGeom>
              <a:avLst/>
              <a:gdLst/>
              <a:ahLst/>
              <a:cxnLst/>
              <a:rect l="l" t="t" r="r" b="b"/>
              <a:pathLst>
                <a:path w="2362200" h="1905000">
                  <a:moveTo>
                    <a:pt x="0" y="0"/>
                  </a:moveTo>
                  <a:lnTo>
                    <a:pt x="2362200" y="0"/>
                  </a:lnTo>
                  <a:lnTo>
                    <a:pt x="2362200" y="1905000"/>
                  </a:lnTo>
                  <a:lnTo>
                    <a:pt x="0" y="190500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33CC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479540" y="3445678"/>
            <a:ext cx="118427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latin typeface="Times New Roman"/>
                <a:cs typeface="Times New Roman"/>
              </a:rPr>
              <a:t>iSCSI</a:t>
            </a:r>
            <a:r>
              <a:rPr sz="1600" spc="-6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Storage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60140" y="4396549"/>
            <a:ext cx="1783080" cy="1611630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>
              <a:lnSpc>
                <a:spcPct val="100699"/>
              </a:lnSpc>
              <a:spcBef>
                <a:spcPts val="85"/>
              </a:spcBef>
            </a:pPr>
            <a:r>
              <a:rPr sz="1600" spc="-5" dirty="0">
                <a:latin typeface="Times New Roman"/>
                <a:cs typeface="Times New Roman"/>
              </a:rPr>
              <a:t>Server</a:t>
            </a:r>
            <a:r>
              <a:rPr sz="1600" spc="-2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has</a:t>
            </a:r>
            <a:r>
              <a:rPr sz="1600" spc="-2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a</a:t>
            </a:r>
            <a:r>
              <a:rPr sz="1600" spc="-15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Network </a:t>
            </a:r>
            <a:r>
              <a:rPr sz="1600" spc="-38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Interface </a:t>
            </a:r>
            <a:r>
              <a:rPr sz="1600" spc="-5" dirty="0">
                <a:latin typeface="Times New Roman"/>
                <a:cs typeface="Times New Roman"/>
              </a:rPr>
              <a:t>Card </a:t>
            </a:r>
            <a:r>
              <a:rPr sz="1600" dirty="0">
                <a:latin typeface="Times New Roman"/>
                <a:cs typeface="Times New Roman"/>
              </a:rPr>
              <a:t>or </a:t>
            </a:r>
            <a:r>
              <a:rPr sz="1600" spc="5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iSCSI</a:t>
            </a:r>
            <a:r>
              <a:rPr sz="1600" spc="-10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HBA</a:t>
            </a:r>
            <a:endParaRPr sz="1600">
              <a:latin typeface="Times New Roman"/>
              <a:cs typeface="Times New Roman"/>
            </a:endParaRPr>
          </a:p>
          <a:p>
            <a:pPr marL="12700" marR="396875">
              <a:lnSpc>
                <a:spcPct val="99800"/>
              </a:lnSpc>
              <a:spcBef>
                <a:spcPts val="950"/>
              </a:spcBef>
            </a:pPr>
            <a:r>
              <a:rPr sz="1600" spc="-5" dirty="0">
                <a:latin typeface="Times New Roman"/>
                <a:cs typeface="Times New Roman"/>
              </a:rPr>
              <a:t>iSCSI</a:t>
            </a:r>
            <a:r>
              <a:rPr sz="1600" spc="-35" dirty="0">
                <a:latin typeface="Times New Roman"/>
                <a:cs typeface="Times New Roman"/>
              </a:rPr>
              <a:t> </a:t>
            </a:r>
            <a:r>
              <a:rPr sz="1600" spc="-10" dirty="0">
                <a:latin typeface="Times New Roman"/>
                <a:cs typeface="Times New Roman"/>
              </a:rPr>
              <a:t>HBAs</a:t>
            </a:r>
            <a:r>
              <a:rPr sz="1600" spc="-3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use </a:t>
            </a:r>
            <a:r>
              <a:rPr sz="1600" spc="-385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TCP/IP Offload </a:t>
            </a:r>
            <a:r>
              <a:rPr sz="1600" dirty="0">
                <a:latin typeface="Times New Roman"/>
                <a:cs typeface="Times New Roman"/>
              </a:rPr>
              <a:t> Engine</a:t>
            </a:r>
            <a:r>
              <a:rPr sz="1600" spc="-20" dirty="0">
                <a:latin typeface="Times New Roman"/>
                <a:cs typeface="Times New Roman"/>
              </a:rPr>
              <a:t> </a:t>
            </a:r>
            <a:r>
              <a:rPr sz="1600" spc="-10" dirty="0">
                <a:latin typeface="Times New Roman"/>
                <a:cs typeface="Times New Roman"/>
              </a:rPr>
              <a:t>(TOE)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45739" y="2339149"/>
            <a:ext cx="347599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latin typeface="Times New Roman"/>
                <a:cs typeface="Times New Roman"/>
              </a:rPr>
              <a:t>Public </a:t>
            </a:r>
            <a:r>
              <a:rPr sz="1800" b="1" dirty="0">
                <a:latin typeface="Times New Roman"/>
                <a:cs typeface="Times New Roman"/>
              </a:rPr>
              <a:t>or</a:t>
            </a:r>
            <a:r>
              <a:rPr sz="1800" b="1" spc="-35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Private</a:t>
            </a:r>
            <a:r>
              <a:rPr sz="1800" b="1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Ethernet</a:t>
            </a:r>
            <a:r>
              <a:rPr sz="1800" b="1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network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81800" y="4448175"/>
            <a:ext cx="1676400" cy="304800"/>
          </a:xfrm>
          <a:prstGeom prst="rect">
            <a:avLst/>
          </a:prstGeom>
          <a:solidFill>
            <a:srgbClr val="FF9900"/>
          </a:solidFill>
          <a:ln w="9525">
            <a:solidFill>
              <a:srgbClr val="000000"/>
            </a:solidFill>
          </a:ln>
        </p:spPr>
        <p:txBody>
          <a:bodyPr vert="horz" wrap="square" lIns="0" tIns="21590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170"/>
              </a:spcBef>
            </a:pPr>
            <a:r>
              <a:rPr sz="1600" spc="-5" dirty="0">
                <a:latin typeface="Times New Roman"/>
                <a:cs typeface="Times New Roman"/>
              </a:rPr>
              <a:t>RAID</a:t>
            </a:r>
            <a:r>
              <a:rPr sz="1600" spc="-50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Controller</a:t>
            </a:r>
            <a:endParaRPr sz="16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777037" y="3757612"/>
          <a:ext cx="1804670" cy="6769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9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2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708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09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1600" b="1" spc="-10" dirty="0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sz="1600" b="1" spc="5" dirty="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sz="1600" b="1" dirty="0">
                          <a:latin typeface="Times New Roman"/>
                          <a:cs typeface="Times New Roman"/>
                        </a:rPr>
                        <a:t>s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1600" b="1" dirty="0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sz="1600" b="1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b="1" dirty="0">
                          <a:latin typeface="Times New Roman"/>
                          <a:cs typeface="Times New Roman"/>
                        </a:rPr>
                        <a:t>D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1600" b="1" dirty="0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1600" b="1" spc="5" dirty="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sz="1600" b="1" dirty="0">
                          <a:latin typeface="Times New Roman"/>
                          <a:cs typeface="Times New Roman"/>
                        </a:rPr>
                        <a:t>ve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1600" b="1" dirty="0">
                          <a:latin typeface="Times New Roman"/>
                          <a:cs typeface="Times New Roman"/>
                        </a:rPr>
                        <a:t>s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3660140" y="3253549"/>
            <a:ext cx="1945005" cy="760730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>
              <a:lnSpc>
                <a:spcPct val="100699"/>
              </a:lnSpc>
              <a:spcBef>
                <a:spcPts val="85"/>
              </a:spcBef>
            </a:pPr>
            <a:r>
              <a:rPr sz="1600" spc="-5" dirty="0">
                <a:latin typeface="Times New Roman"/>
                <a:cs typeface="Times New Roman"/>
              </a:rPr>
              <a:t>SCSI </a:t>
            </a:r>
            <a:r>
              <a:rPr sz="1600" dirty="0">
                <a:latin typeface="Times New Roman"/>
                <a:cs typeface="Times New Roman"/>
              </a:rPr>
              <a:t>commands are </a:t>
            </a:r>
            <a:r>
              <a:rPr sz="1600" spc="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encapsulated</a:t>
            </a:r>
            <a:r>
              <a:rPr sz="1600" spc="-3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in</a:t>
            </a:r>
            <a:r>
              <a:rPr sz="1600" spc="-60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TCP/IP </a:t>
            </a:r>
            <a:r>
              <a:rPr sz="1600" spc="-38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packets</a:t>
            </a:r>
            <a:endParaRPr sz="160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76237" y="3071812"/>
          <a:ext cx="2286000" cy="2743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2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1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048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600" spc="-5" dirty="0">
                          <a:latin typeface="Times New Roman"/>
                          <a:cs typeface="Times New Roman"/>
                        </a:rPr>
                        <a:t>NIC</a:t>
                      </a:r>
                      <a:r>
                        <a:rPr sz="16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latin typeface="Times New Roman"/>
                          <a:cs typeface="Times New Roman"/>
                        </a:rPr>
                        <a:t>or</a:t>
                      </a:r>
                      <a:r>
                        <a:rPr sz="16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latin typeface="Times New Roman"/>
                          <a:cs typeface="Times New Roman"/>
                        </a:rPr>
                        <a:t>iSCSI</a:t>
                      </a:r>
                      <a:r>
                        <a:rPr sz="16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latin typeface="Times New Roman"/>
                          <a:cs typeface="Times New Roman"/>
                        </a:rPr>
                        <a:t>HBA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2159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00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8400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  <a:p>
                      <a:pPr marL="91440">
                        <a:lnSpc>
                          <a:spcPct val="100000"/>
                        </a:lnSpc>
                      </a:pPr>
                      <a:r>
                        <a:rPr sz="1600" spc="-5" dirty="0">
                          <a:latin typeface="Times New Roman"/>
                          <a:cs typeface="Times New Roman"/>
                        </a:rPr>
                        <a:t>Server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00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323850" y="2105024"/>
            <a:ext cx="8496300" cy="1357630"/>
          </a:xfrm>
          <a:custGeom>
            <a:avLst/>
            <a:gdLst/>
            <a:ahLst/>
            <a:cxnLst/>
            <a:rect l="l" t="t" r="r" b="b"/>
            <a:pathLst>
              <a:path w="8496300" h="1357629">
                <a:moveTo>
                  <a:pt x="1085850" y="742950"/>
                </a:moveTo>
                <a:lnTo>
                  <a:pt x="1052512" y="742950"/>
                </a:lnTo>
                <a:lnTo>
                  <a:pt x="1052512" y="438150"/>
                </a:lnTo>
                <a:lnTo>
                  <a:pt x="1042987" y="438150"/>
                </a:lnTo>
                <a:lnTo>
                  <a:pt x="1042987" y="742950"/>
                </a:lnTo>
                <a:lnTo>
                  <a:pt x="1009650" y="742950"/>
                </a:lnTo>
                <a:lnTo>
                  <a:pt x="1047750" y="819150"/>
                </a:lnTo>
                <a:lnTo>
                  <a:pt x="1085850" y="742950"/>
                </a:lnTo>
                <a:close/>
              </a:path>
              <a:path w="8496300" h="1357629">
                <a:moveTo>
                  <a:pt x="1466850" y="514350"/>
                </a:moveTo>
                <a:lnTo>
                  <a:pt x="1428750" y="438150"/>
                </a:lnTo>
                <a:lnTo>
                  <a:pt x="1390650" y="514350"/>
                </a:lnTo>
                <a:lnTo>
                  <a:pt x="1423987" y="514350"/>
                </a:lnTo>
                <a:lnTo>
                  <a:pt x="1423987" y="819150"/>
                </a:lnTo>
                <a:lnTo>
                  <a:pt x="1433512" y="819150"/>
                </a:lnTo>
                <a:lnTo>
                  <a:pt x="1433512" y="514350"/>
                </a:lnTo>
                <a:lnTo>
                  <a:pt x="1466850" y="514350"/>
                </a:lnTo>
                <a:close/>
              </a:path>
              <a:path w="8496300" h="1357629">
                <a:moveTo>
                  <a:pt x="6305550" y="1047750"/>
                </a:moveTo>
                <a:lnTo>
                  <a:pt x="6221514" y="1033754"/>
                </a:lnTo>
                <a:lnTo>
                  <a:pt x="6231318" y="1065618"/>
                </a:lnTo>
                <a:lnTo>
                  <a:pt x="5313540" y="1348003"/>
                </a:lnTo>
                <a:lnTo>
                  <a:pt x="5316347" y="1357109"/>
                </a:lnTo>
                <a:lnTo>
                  <a:pt x="6234112" y="1074712"/>
                </a:lnTo>
                <a:lnTo>
                  <a:pt x="6243917" y="1106576"/>
                </a:lnTo>
                <a:lnTo>
                  <a:pt x="6305550" y="1047750"/>
                </a:lnTo>
                <a:close/>
              </a:path>
              <a:path w="8496300" h="1357629">
                <a:moveTo>
                  <a:pt x="7029450" y="666750"/>
                </a:moveTo>
                <a:lnTo>
                  <a:pt x="6996112" y="666750"/>
                </a:lnTo>
                <a:lnTo>
                  <a:pt x="6996112" y="361950"/>
                </a:lnTo>
                <a:lnTo>
                  <a:pt x="6986587" y="361950"/>
                </a:lnTo>
                <a:lnTo>
                  <a:pt x="6986587" y="666750"/>
                </a:lnTo>
                <a:lnTo>
                  <a:pt x="6953250" y="666750"/>
                </a:lnTo>
                <a:lnTo>
                  <a:pt x="6991350" y="742950"/>
                </a:lnTo>
                <a:lnTo>
                  <a:pt x="7029450" y="666750"/>
                </a:lnTo>
                <a:close/>
              </a:path>
              <a:path w="8496300" h="1357629">
                <a:moveTo>
                  <a:pt x="7410450" y="438150"/>
                </a:moveTo>
                <a:lnTo>
                  <a:pt x="7372350" y="361950"/>
                </a:lnTo>
                <a:lnTo>
                  <a:pt x="7334250" y="438150"/>
                </a:lnTo>
                <a:lnTo>
                  <a:pt x="7367587" y="438150"/>
                </a:lnTo>
                <a:lnTo>
                  <a:pt x="7367587" y="742950"/>
                </a:lnTo>
                <a:lnTo>
                  <a:pt x="7377112" y="742950"/>
                </a:lnTo>
                <a:lnTo>
                  <a:pt x="7377112" y="438150"/>
                </a:lnTo>
                <a:lnTo>
                  <a:pt x="7410450" y="438150"/>
                </a:lnTo>
                <a:close/>
              </a:path>
              <a:path w="8496300" h="1357629">
                <a:moveTo>
                  <a:pt x="8496300" y="57162"/>
                </a:moveTo>
                <a:lnTo>
                  <a:pt x="8491804" y="34912"/>
                </a:lnTo>
                <a:lnTo>
                  <a:pt x="8479549" y="16751"/>
                </a:lnTo>
                <a:lnTo>
                  <a:pt x="8461388" y="4495"/>
                </a:lnTo>
                <a:lnTo>
                  <a:pt x="8439150" y="12"/>
                </a:lnTo>
                <a:lnTo>
                  <a:pt x="8422145" y="2578"/>
                </a:lnTo>
                <a:lnTo>
                  <a:pt x="8407197" y="9766"/>
                </a:lnTo>
                <a:lnTo>
                  <a:pt x="8395043" y="20802"/>
                </a:lnTo>
                <a:lnTo>
                  <a:pt x="8386483" y="34912"/>
                </a:lnTo>
                <a:lnTo>
                  <a:pt x="8385835" y="38112"/>
                </a:lnTo>
                <a:lnTo>
                  <a:pt x="7273239" y="38112"/>
                </a:lnTo>
                <a:lnTo>
                  <a:pt x="7272604" y="34912"/>
                </a:lnTo>
                <a:lnTo>
                  <a:pt x="7260361" y="16751"/>
                </a:lnTo>
                <a:lnTo>
                  <a:pt x="7242188" y="4495"/>
                </a:lnTo>
                <a:lnTo>
                  <a:pt x="7219950" y="0"/>
                </a:lnTo>
                <a:lnTo>
                  <a:pt x="7197699" y="4495"/>
                </a:lnTo>
                <a:lnTo>
                  <a:pt x="7179538" y="16751"/>
                </a:lnTo>
                <a:lnTo>
                  <a:pt x="7167283" y="34912"/>
                </a:lnTo>
                <a:lnTo>
                  <a:pt x="7166635" y="38112"/>
                </a:lnTo>
                <a:lnTo>
                  <a:pt x="1329639" y="38112"/>
                </a:lnTo>
                <a:lnTo>
                  <a:pt x="1329004" y="34912"/>
                </a:lnTo>
                <a:lnTo>
                  <a:pt x="1316761" y="16751"/>
                </a:lnTo>
                <a:lnTo>
                  <a:pt x="1298587" y="4495"/>
                </a:lnTo>
                <a:lnTo>
                  <a:pt x="1276350" y="0"/>
                </a:lnTo>
                <a:lnTo>
                  <a:pt x="1254099" y="4495"/>
                </a:lnTo>
                <a:lnTo>
                  <a:pt x="1235938" y="16751"/>
                </a:lnTo>
                <a:lnTo>
                  <a:pt x="1223683" y="34912"/>
                </a:lnTo>
                <a:lnTo>
                  <a:pt x="1223035" y="38112"/>
                </a:lnTo>
                <a:lnTo>
                  <a:pt x="110451" y="38100"/>
                </a:lnTo>
                <a:lnTo>
                  <a:pt x="74142" y="2578"/>
                </a:lnTo>
                <a:lnTo>
                  <a:pt x="57150" y="0"/>
                </a:lnTo>
                <a:lnTo>
                  <a:pt x="34899" y="4495"/>
                </a:lnTo>
                <a:lnTo>
                  <a:pt x="16738" y="16751"/>
                </a:lnTo>
                <a:lnTo>
                  <a:pt x="4483" y="34912"/>
                </a:lnTo>
                <a:lnTo>
                  <a:pt x="0" y="57150"/>
                </a:lnTo>
                <a:lnTo>
                  <a:pt x="4483" y="79400"/>
                </a:lnTo>
                <a:lnTo>
                  <a:pt x="16738" y="97561"/>
                </a:lnTo>
                <a:lnTo>
                  <a:pt x="34899" y="109816"/>
                </a:lnTo>
                <a:lnTo>
                  <a:pt x="57150" y="114300"/>
                </a:lnTo>
                <a:lnTo>
                  <a:pt x="74142" y="111734"/>
                </a:lnTo>
                <a:lnTo>
                  <a:pt x="89103" y="104546"/>
                </a:lnTo>
                <a:lnTo>
                  <a:pt x="101244" y="93510"/>
                </a:lnTo>
                <a:lnTo>
                  <a:pt x="109804" y="79400"/>
                </a:lnTo>
                <a:lnTo>
                  <a:pt x="110451" y="76200"/>
                </a:lnTo>
                <a:lnTo>
                  <a:pt x="1222743" y="76212"/>
                </a:lnTo>
                <a:lnTo>
                  <a:pt x="1228953" y="89103"/>
                </a:lnTo>
                <a:lnTo>
                  <a:pt x="1239989" y="101257"/>
                </a:lnTo>
                <a:lnTo>
                  <a:pt x="1254099" y="109816"/>
                </a:lnTo>
                <a:lnTo>
                  <a:pt x="1257300" y="110464"/>
                </a:lnTo>
                <a:lnTo>
                  <a:pt x="1257300" y="971550"/>
                </a:lnTo>
                <a:lnTo>
                  <a:pt x="1295400" y="971550"/>
                </a:lnTo>
                <a:lnTo>
                  <a:pt x="1295400" y="110464"/>
                </a:lnTo>
                <a:lnTo>
                  <a:pt x="1298587" y="109816"/>
                </a:lnTo>
                <a:lnTo>
                  <a:pt x="1312697" y="101257"/>
                </a:lnTo>
                <a:lnTo>
                  <a:pt x="1323733" y="89103"/>
                </a:lnTo>
                <a:lnTo>
                  <a:pt x="1329931" y="76212"/>
                </a:lnTo>
                <a:lnTo>
                  <a:pt x="7166343" y="76212"/>
                </a:lnTo>
                <a:lnTo>
                  <a:pt x="7172553" y="89103"/>
                </a:lnTo>
                <a:lnTo>
                  <a:pt x="7183590" y="101257"/>
                </a:lnTo>
                <a:lnTo>
                  <a:pt x="7197699" y="109816"/>
                </a:lnTo>
                <a:lnTo>
                  <a:pt x="7200900" y="110464"/>
                </a:lnTo>
                <a:lnTo>
                  <a:pt x="7200900" y="895350"/>
                </a:lnTo>
                <a:lnTo>
                  <a:pt x="7239000" y="895350"/>
                </a:lnTo>
                <a:lnTo>
                  <a:pt x="7239000" y="110464"/>
                </a:lnTo>
                <a:lnTo>
                  <a:pt x="7242188" y="109816"/>
                </a:lnTo>
                <a:lnTo>
                  <a:pt x="7256297" y="101257"/>
                </a:lnTo>
                <a:lnTo>
                  <a:pt x="7267334" y="89103"/>
                </a:lnTo>
                <a:lnTo>
                  <a:pt x="7273531" y="76212"/>
                </a:lnTo>
                <a:lnTo>
                  <a:pt x="8385835" y="76212"/>
                </a:lnTo>
                <a:lnTo>
                  <a:pt x="8422145" y="111734"/>
                </a:lnTo>
                <a:lnTo>
                  <a:pt x="8439150" y="114312"/>
                </a:lnTo>
                <a:lnTo>
                  <a:pt x="8461388" y="109816"/>
                </a:lnTo>
                <a:lnTo>
                  <a:pt x="8479549" y="97574"/>
                </a:lnTo>
                <a:lnTo>
                  <a:pt x="8491804" y="79400"/>
                </a:lnTo>
                <a:lnTo>
                  <a:pt x="8496300" y="57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28800" y="3208984"/>
            <a:ext cx="1679575" cy="1319530"/>
          </a:xfrm>
          <a:custGeom>
            <a:avLst/>
            <a:gdLst/>
            <a:ahLst/>
            <a:cxnLst/>
            <a:rect l="l" t="t" r="r" b="b"/>
            <a:pathLst>
              <a:path w="1679575" h="1319529">
                <a:moveTo>
                  <a:pt x="1677466" y="243954"/>
                </a:moveTo>
                <a:lnTo>
                  <a:pt x="761111" y="32486"/>
                </a:lnTo>
                <a:lnTo>
                  <a:pt x="768604" y="0"/>
                </a:lnTo>
                <a:lnTo>
                  <a:pt x="685800" y="19989"/>
                </a:lnTo>
                <a:lnTo>
                  <a:pt x="751471" y="74256"/>
                </a:lnTo>
                <a:lnTo>
                  <a:pt x="758977" y="41770"/>
                </a:lnTo>
                <a:lnTo>
                  <a:pt x="1675320" y="253238"/>
                </a:lnTo>
                <a:lnTo>
                  <a:pt x="1677466" y="243954"/>
                </a:lnTo>
                <a:close/>
              </a:path>
              <a:path w="1679575" h="1319529">
                <a:moveTo>
                  <a:pt x="1678952" y="1311376"/>
                </a:moveTo>
                <a:lnTo>
                  <a:pt x="66840" y="285483"/>
                </a:lnTo>
                <a:lnTo>
                  <a:pt x="84734" y="257365"/>
                </a:lnTo>
                <a:lnTo>
                  <a:pt x="0" y="248589"/>
                </a:lnTo>
                <a:lnTo>
                  <a:pt x="43827" y="321652"/>
                </a:lnTo>
                <a:lnTo>
                  <a:pt x="61722" y="293522"/>
                </a:lnTo>
                <a:lnTo>
                  <a:pt x="1673834" y="1319415"/>
                </a:lnTo>
                <a:lnTo>
                  <a:pt x="1678952" y="131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6629400" y="3000375"/>
            <a:ext cx="1981200" cy="304800"/>
          </a:xfrm>
          <a:prstGeom prst="rect">
            <a:avLst/>
          </a:prstGeom>
          <a:solidFill>
            <a:srgbClr val="FF9900"/>
          </a:solidFill>
          <a:ln w="9525">
            <a:solidFill>
              <a:srgbClr val="000000"/>
            </a:solidFill>
          </a:ln>
        </p:spPr>
        <p:txBody>
          <a:bodyPr vert="horz" wrap="square" lIns="0" tIns="21590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170"/>
              </a:spcBef>
            </a:pPr>
            <a:r>
              <a:rPr sz="1600" spc="-5" dirty="0">
                <a:latin typeface="Times New Roman"/>
                <a:cs typeface="Times New Roman"/>
              </a:rPr>
              <a:t>NIC</a:t>
            </a:r>
            <a:r>
              <a:rPr sz="1600" spc="-25" dirty="0">
                <a:latin typeface="Times New Roman"/>
                <a:cs typeface="Times New Roman"/>
              </a:rPr>
              <a:t> </a:t>
            </a:r>
            <a:r>
              <a:rPr sz="1600" dirty="0">
                <a:latin typeface="Times New Roman"/>
                <a:cs typeface="Times New Roman"/>
              </a:rPr>
              <a:t>or</a:t>
            </a:r>
            <a:r>
              <a:rPr sz="1600" spc="-20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iSCSI</a:t>
            </a:r>
            <a:r>
              <a:rPr sz="1600" spc="-20" dirty="0">
                <a:latin typeface="Times New Roman"/>
                <a:cs typeface="Times New Roman"/>
              </a:rPr>
              <a:t> </a:t>
            </a:r>
            <a:r>
              <a:rPr sz="1600" spc="-5" dirty="0">
                <a:latin typeface="Times New Roman"/>
                <a:cs typeface="Times New Roman"/>
              </a:rPr>
              <a:t>HBA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9" name="标题 18">
            <a:extLst>
              <a:ext uri="{FF2B5EF4-FFF2-40B4-BE49-F238E27FC236}">
                <a16:creationId xmlns:a16="http://schemas.microsoft.com/office/drawing/2014/main" id="{CC126B8A-BB72-826D-CBEF-1627CF5DAC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245" y="100295"/>
            <a:ext cx="8659905" cy="814272"/>
          </a:xfrm>
        </p:spPr>
        <p:txBody>
          <a:bodyPr/>
          <a:lstStyle/>
          <a:p>
            <a:r>
              <a:rPr lang="en-US" altLang="zh-CN" dirty="0"/>
              <a:t>iSCSI</a:t>
            </a:r>
            <a:r>
              <a:rPr lang="zh-CN" altLang="en-US" dirty="0"/>
              <a:t> </a:t>
            </a:r>
            <a:r>
              <a:rPr lang="en-US" altLang="zh-CN" dirty="0"/>
              <a:t>Storage</a:t>
            </a:r>
            <a:endParaRPr lang="zh-CN" altLang="en-US" dirty="0"/>
          </a:p>
        </p:txBody>
      </p:sp>
      <p:sp>
        <p:nvSpPr>
          <p:cNvPr id="20" name="灯片编号占位符 3">
            <a:extLst>
              <a:ext uri="{FF2B5EF4-FFF2-40B4-BE49-F238E27FC236}">
                <a16:creationId xmlns:a16="http://schemas.microsoft.com/office/drawing/2014/main" id="{5BA1DD6E-35E9-612C-B5C5-F6E30A87A8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882204" y="6354935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57</a:t>
            </a:fld>
            <a:endParaRPr lang="en-US" dirty="0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Block</a:t>
            </a:r>
            <a:r>
              <a:rPr lang="zh-CN" altLang="en-US" dirty="0"/>
              <a:t> </a:t>
            </a:r>
            <a:r>
              <a:rPr lang="en-US" altLang="zh-CN" dirty="0"/>
              <a:t>Storage</a:t>
            </a:r>
            <a:r>
              <a:rPr lang="zh-CN" altLang="en-US" dirty="0"/>
              <a:t> </a:t>
            </a:r>
            <a:r>
              <a:rPr lang="en-US" altLang="zh-CN" dirty="0"/>
              <a:t>over</a:t>
            </a:r>
            <a:r>
              <a:rPr lang="zh-CN" altLang="en-US" dirty="0"/>
              <a:t> </a:t>
            </a:r>
            <a:r>
              <a:rPr lang="en-US" altLang="zh-CN" dirty="0"/>
              <a:t>IP</a:t>
            </a:r>
            <a:r>
              <a:rPr lang="zh-CN" altLang="en-US" dirty="0"/>
              <a:t> </a:t>
            </a:r>
            <a:r>
              <a:rPr lang="en-US" altLang="zh-CN" dirty="0"/>
              <a:t>-</a:t>
            </a:r>
            <a:r>
              <a:rPr lang="zh-CN" altLang="en-US" dirty="0"/>
              <a:t> </a:t>
            </a:r>
            <a:r>
              <a:rPr lang="en-US" altLang="zh-CN" dirty="0"/>
              <a:t>protocols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58</a:t>
            </a:fld>
            <a:endParaRPr lang="en-US" dirty="0"/>
          </a:p>
        </p:txBody>
      </p:sp>
      <p:grpSp>
        <p:nvGrpSpPr>
          <p:cNvPr id="619" name="object 2">
            <a:extLst>
              <a:ext uri="{FF2B5EF4-FFF2-40B4-BE49-F238E27FC236}">
                <a16:creationId xmlns:a16="http://schemas.microsoft.com/office/drawing/2014/main" id="{B31F392D-130A-935E-0B08-9CB8E7CEDFFB}"/>
              </a:ext>
            </a:extLst>
          </p:cNvPr>
          <p:cNvGrpSpPr/>
          <p:nvPr/>
        </p:nvGrpSpPr>
        <p:grpSpPr>
          <a:xfrm>
            <a:off x="5670993" y="3501834"/>
            <a:ext cx="2506345" cy="603250"/>
            <a:chOff x="5372417" y="3949700"/>
            <a:chExt cx="2506345" cy="603250"/>
          </a:xfrm>
        </p:grpSpPr>
        <p:sp>
          <p:nvSpPr>
            <p:cNvPr id="620" name="object 3">
              <a:extLst>
                <a:ext uri="{FF2B5EF4-FFF2-40B4-BE49-F238E27FC236}">
                  <a16:creationId xmlns:a16="http://schemas.microsoft.com/office/drawing/2014/main" id="{70B49110-6CA3-AE85-F428-77088F3E5EC7}"/>
                </a:ext>
              </a:extLst>
            </p:cNvPr>
            <p:cNvSpPr/>
            <p:nvPr/>
          </p:nvSpPr>
          <p:spPr>
            <a:xfrm>
              <a:off x="5377179" y="4245609"/>
              <a:ext cx="2496820" cy="0"/>
            </a:xfrm>
            <a:custGeom>
              <a:avLst/>
              <a:gdLst/>
              <a:ahLst/>
              <a:cxnLst/>
              <a:rect l="l" t="t" r="r" b="b"/>
              <a:pathLst>
                <a:path w="2496820">
                  <a:moveTo>
                    <a:pt x="0" y="0"/>
                  </a:moveTo>
                  <a:lnTo>
                    <a:pt x="2496820" y="0"/>
                  </a:lnTo>
                </a:path>
              </a:pathLst>
            </a:custGeom>
            <a:ln w="9344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4">
              <a:extLst>
                <a:ext uri="{FF2B5EF4-FFF2-40B4-BE49-F238E27FC236}">
                  <a16:creationId xmlns:a16="http://schemas.microsoft.com/office/drawing/2014/main" id="{D658B6AD-00CB-706C-B103-75149409DF3A}"/>
                </a:ext>
              </a:extLst>
            </p:cNvPr>
            <p:cNvSpPr/>
            <p:nvPr/>
          </p:nvSpPr>
          <p:spPr>
            <a:xfrm>
              <a:off x="5520689" y="3962400"/>
              <a:ext cx="264160" cy="590550"/>
            </a:xfrm>
            <a:custGeom>
              <a:avLst/>
              <a:gdLst/>
              <a:ahLst/>
              <a:cxnLst/>
              <a:rect l="l" t="t" r="r" b="b"/>
              <a:pathLst>
                <a:path w="264160" h="590550">
                  <a:moveTo>
                    <a:pt x="264160" y="0"/>
                  </a:moveTo>
                  <a:lnTo>
                    <a:pt x="0" y="0"/>
                  </a:lnTo>
                  <a:lnTo>
                    <a:pt x="0" y="590550"/>
                  </a:lnTo>
                  <a:lnTo>
                    <a:pt x="132080" y="590550"/>
                  </a:lnTo>
                  <a:lnTo>
                    <a:pt x="264160" y="590550"/>
                  </a:lnTo>
                  <a:lnTo>
                    <a:pt x="264160" y="0"/>
                  </a:lnTo>
                  <a:close/>
                </a:path>
              </a:pathLst>
            </a:custGeom>
            <a:solidFill>
              <a:srgbClr val="6F87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5">
              <a:extLst>
                <a:ext uri="{FF2B5EF4-FFF2-40B4-BE49-F238E27FC236}">
                  <a16:creationId xmlns:a16="http://schemas.microsoft.com/office/drawing/2014/main" id="{2DE2111A-2B23-0DE8-97C0-B1826232B072}"/>
                </a:ext>
              </a:extLst>
            </p:cNvPr>
            <p:cNvSpPr/>
            <p:nvPr/>
          </p:nvSpPr>
          <p:spPr>
            <a:xfrm>
              <a:off x="5509259" y="3949700"/>
              <a:ext cx="262890" cy="590550"/>
            </a:xfrm>
            <a:custGeom>
              <a:avLst/>
              <a:gdLst/>
              <a:ahLst/>
              <a:cxnLst/>
              <a:rect l="l" t="t" r="r" b="b"/>
              <a:pathLst>
                <a:path w="262889" h="590550">
                  <a:moveTo>
                    <a:pt x="262889" y="0"/>
                  </a:moveTo>
                  <a:lnTo>
                    <a:pt x="0" y="0"/>
                  </a:lnTo>
                  <a:lnTo>
                    <a:pt x="0" y="590550"/>
                  </a:lnTo>
                  <a:lnTo>
                    <a:pt x="130810" y="590550"/>
                  </a:lnTo>
                  <a:lnTo>
                    <a:pt x="262889" y="590550"/>
                  </a:lnTo>
                  <a:lnTo>
                    <a:pt x="262889" y="0"/>
                  </a:lnTo>
                  <a:close/>
                </a:path>
              </a:pathLst>
            </a:custGeom>
            <a:solidFill>
              <a:srgbClr val="B8C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">
              <a:extLst>
                <a:ext uri="{FF2B5EF4-FFF2-40B4-BE49-F238E27FC236}">
                  <a16:creationId xmlns:a16="http://schemas.microsoft.com/office/drawing/2014/main" id="{DE4500A9-D41B-3B53-C3BA-FF949512055C}"/>
                </a:ext>
              </a:extLst>
            </p:cNvPr>
            <p:cNvSpPr/>
            <p:nvPr/>
          </p:nvSpPr>
          <p:spPr>
            <a:xfrm>
              <a:off x="5784849" y="4091939"/>
              <a:ext cx="261620" cy="328930"/>
            </a:xfrm>
            <a:custGeom>
              <a:avLst/>
              <a:gdLst/>
              <a:ahLst/>
              <a:cxnLst/>
              <a:rect l="l" t="t" r="r" b="b"/>
              <a:pathLst>
                <a:path w="261620" h="328929">
                  <a:moveTo>
                    <a:pt x="261620" y="0"/>
                  </a:moveTo>
                  <a:lnTo>
                    <a:pt x="0" y="0"/>
                  </a:lnTo>
                  <a:lnTo>
                    <a:pt x="0" y="328930"/>
                  </a:lnTo>
                  <a:lnTo>
                    <a:pt x="130810" y="328930"/>
                  </a:lnTo>
                  <a:lnTo>
                    <a:pt x="261620" y="328930"/>
                  </a:lnTo>
                  <a:lnTo>
                    <a:pt x="261620" y="0"/>
                  </a:lnTo>
                  <a:close/>
                </a:path>
              </a:pathLst>
            </a:custGeom>
            <a:solidFill>
              <a:srgbClr val="A0A5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7">
              <a:extLst>
                <a:ext uri="{FF2B5EF4-FFF2-40B4-BE49-F238E27FC236}">
                  <a16:creationId xmlns:a16="http://schemas.microsoft.com/office/drawing/2014/main" id="{45E19F2E-D12B-31C3-121D-CEF8E129D034}"/>
                </a:ext>
              </a:extLst>
            </p:cNvPr>
            <p:cNvSpPr/>
            <p:nvPr/>
          </p:nvSpPr>
          <p:spPr>
            <a:xfrm>
              <a:off x="5772149" y="4079239"/>
              <a:ext cx="261620" cy="328930"/>
            </a:xfrm>
            <a:custGeom>
              <a:avLst/>
              <a:gdLst/>
              <a:ahLst/>
              <a:cxnLst/>
              <a:rect l="l" t="t" r="r" b="b"/>
              <a:pathLst>
                <a:path w="261620" h="328929">
                  <a:moveTo>
                    <a:pt x="261620" y="0"/>
                  </a:moveTo>
                  <a:lnTo>
                    <a:pt x="0" y="0"/>
                  </a:lnTo>
                  <a:lnTo>
                    <a:pt x="0" y="328930"/>
                  </a:lnTo>
                  <a:lnTo>
                    <a:pt x="130810" y="328930"/>
                  </a:lnTo>
                  <a:lnTo>
                    <a:pt x="261620" y="328930"/>
                  </a:lnTo>
                  <a:lnTo>
                    <a:pt x="261620" y="0"/>
                  </a:lnTo>
                  <a:close/>
                </a:path>
              </a:pathLst>
            </a:custGeom>
            <a:solidFill>
              <a:srgbClr val="E4D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5" name="object 8">
            <a:extLst>
              <a:ext uri="{FF2B5EF4-FFF2-40B4-BE49-F238E27FC236}">
                <a16:creationId xmlns:a16="http://schemas.microsoft.com/office/drawing/2014/main" id="{B45175F4-2D92-7AE9-B2D3-FCEBE8E2095F}"/>
              </a:ext>
            </a:extLst>
          </p:cNvPr>
          <p:cNvSpPr txBox="1"/>
          <p:nvPr/>
        </p:nvSpPr>
        <p:spPr>
          <a:xfrm>
            <a:off x="5815455" y="3663124"/>
            <a:ext cx="476884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75" dirty="0">
                <a:latin typeface="Arial MT"/>
                <a:cs typeface="Arial MT"/>
              </a:rPr>
              <a:t>F</a:t>
            </a:r>
            <a:r>
              <a:rPr sz="1600" spc="-210" dirty="0">
                <a:latin typeface="Arial MT"/>
                <a:cs typeface="Arial MT"/>
              </a:rPr>
              <a:t>C</a:t>
            </a:r>
            <a:r>
              <a:rPr sz="1600" spc="114" dirty="0">
                <a:latin typeface="Arial MT"/>
                <a:cs typeface="Arial MT"/>
              </a:rPr>
              <a:t> </a:t>
            </a:r>
            <a:r>
              <a:rPr sz="1600" spc="-85" dirty="0">
                <a:latin typeface="Arial MT"/>
                <a:cs typeface="Arial MT"/>
              </a:rPr>
              <a:t>I</a:t>
            </a:r>
            <a:r>
              <a:rPr sz="1600" spc="-195" dirty="0">
                <a:latin typeface="Arial MT"/>
                <a:cs typeface="Arial MT"/>
              </a:rPr>
              <a:t>P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626" name="object 9">
            <a:extLst>
              <a:ext uri="{FF2B5EF4-FFF2-40B4-BE49-F238E27FC236}">
                <a16:creationId xmlns:a16="http://schemas.microsoft.com/office/drawing/2014/main" id="{8FBF556E-BCE5-1186-BFA0-13AD331054A4}"/>
              </a:ext>
            </a:extLst>
          </p:cNvPr>
          <p:cNvGrpSpPr/>
          <p:nvPr/>
        </p:nvGrpSpPr>
        <p:grpSpPr>
          <a:xfrm>
            <a:off x="7385176" y="3501834"/>
            <a:ext cx="538480" cy="603250"/>
            <a:chOff x="7086600" y="3949700"/>
            <a:chExt cx="538480" cy="603250"/>
          </a:xfrm>
        </p:grpSpPr>
        <p:sp>
          <p:nvSpPr>
            <p:cNvPr id="627" name="object 10">
              <a:extLst>
                <a:ext uri="{FF2B5EF4-FFF2-40B4-BE49-F238E27FC236}">
                  <a16:creationId xmlns:a16="http://schemas.microsoft.com/office/drawing/2014/main" id="{F055BCC9-7A7F-2F29-350D-5B124F9684B4}"/>
                </a:ext>
              </a:extLst>
            </p:cNvPr>
            <p:cNvSpPr/>
            <p:nvPr/>
          </p:nvSpPr>
          <p:spPr>
            <a:xfrm>
              <a:off x="7099300" y="4091939"/>
              <a:ext cx="261620" cy="328930"/>
            </a:xfrm>
            <a:custGeom>
              <a:avLst/>
              <a:gdLst/>
              <a:ahLst/>
              <a:cxnLst/>
              <a:rect l="l" t="t" r="r" b="b"/>
              <a:pathLst>
                <a:path w="261620" h="328929">
                  <a:moveTo>
                    <a:pt x="261620" y="0"/>
                  </a:moveTo>
                  <a:lnTo>
                    <a:pt x="0" y="0"/>
                  </a:lnTo>
                  <a:lnTo>
                    <a:pt x="0" y="328930"/>
                  </a:lnTo>
                  <a:lnTo>
                    <a:pt x="130809" y="328930"/>
                  </a:lnTo>
                  <a:lnTo>
                    <a:pt x="261620" y="328930"/>
                  </a:lnTo>
                  <a:lnTo>
                    <a:pt x="261620" y="0"/>
                  </a:lnTo>
                  <a:close/>
                </a:path>
              </a:pathLst>
            </a:custGeom>
            <a:solidFill>
              <a:srgbClr val="A0A5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11">
              <a:extLst>
                <a:ext uri="{FF2B5EF4-FFF2-40B4-BE49-F238E27FC236}">
                  <a16:creationId xmlns:a16="http://schemas.microsoft.com/office/drawing/2014/main" id="{F99542E9-BD22-A84D-4579-C94237FB5A36}"/>
                </a:ext>
              </a:extLst>
            </p:cNvPr>
            <p:cNvSpPr/>
            <p:nvPr/>
          </p:nvSpPr>
          <p:spPr>
            <a:xfrm>
              <a:off x="7086600" y="4079239"/>
              <a:ext cx="261620" cy="328930"/>
            </a:xfrm>
            <a:custGeom>
              <a:avLst/>
              <a:gdLst/>
              <a:ahLst/>
              <a:cxnLst/>
              <a:rect l="l" t="t" r="r" b="b"/>
              <a:pathLst>
                <a:path w="261620" h="328929">
                  <a:moveTo>
                    <a:pt x="261620" y="0"/>
                  </a:moveTo>
                  <a:lnTo>
                    <a:pt x="0" y="0"/>
                  </a:lnTo>
                  <a:lnTo>
                    <a:pt x="0" y="328930"/>
                  </a:lnTo>
                  <a:lnTo>
                    <a:pt x="130809" y="328930"/>
                  </a:lnTo>
                  <a:lnTo>
                    <a:pt x="261620" y="328930"/>
                  </a:lnTo>
                  <a:lnTo>
                    <a:pt x="261620" y="0"/>
                  </a:lnTo>
                  <a:close/>
                </a:path>
              </a:pathLst>
            </a:custGeom>
            <a:solidFill>
              <a:srgbClr val="E4D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12">
              <a:extLst>
                <a:ext uri="{FF2B5EF4-FFF2-40B4-BE49-F238E27FC236}">
                  <a16:creationId xmlns:a16="http://schemas.microsoft.com/office/drawing/2014/main" id="{FDB24619-A0D4-B7E7-15E2-701A23761F23}"/>
                </a:ext>
              </a:extLst>
            </p:cNvPr>
            <p:cNvSpPr/>
            <p:nvPr/>
          </p:nvSpPr>
          <p:spPr>
            <a:xfrm>
              <a:off x="7360920" y="3962400"/>
              <a:ext cx="264160" cy="590550"/>
            </a:xfrm>
            <a:custGeom>
              <a:avLst/>
              <a:gdLst/>
              <a:ahLst/>
              <a:cxnLst/>
              <a:rect l="l" t="t" r="r" b="b"/>
              <a:pathLst>
                <a:path w="264159" h="590550">
                  <a:moveTo>
                    <a:pt x="264159" y="0"/>
                  </a:moveTo>
                  <a:lnTo>
                    <a:pt x="0" y="0"/>
                  </a:lnTo>
                  <a:lnTo>
                    <a:pt x="0" y="590550"/>
                  </a:lnTo>
                  <a:lnTo>
                    <a:pt x="132079" y="590550"/>
                  </a:lnTo>
                  <a:lnTo>
                    <a:pt x="264159" y="590550"/>
                  </a:lnTo>
                  <a:lnTo>
                    <a:pt x="264159" y="0"/>
                  </a:lnTo>
                  <a:close/>
                </a:path>
              </a:pathLst>
            </a:custGeom>
            <a:solidFill>
              <a:srgbClr val="6F87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13">
              <a:extLst>
                <a:ext uri="{FF2B5EF4-FFF2-40B4-BE49-F238E27FC236}">
                  <a16:creationId xmlns:a16="http://schemas.microsoft.com/office/drawing/2014/main" id="{6F8A535D-7E7C-AB68-46F9-583B82DA6E40}"/>
                </a:ext>
              </a:extLst>
            </p:cNvPr>
            <p:cNvSpPr/>
            <p:nvPr/>
          </p:nvSpPr>
          <p:spPr>
            <a:xfrm>
              <a:off x="7348220" y="3949700"/>
              <a:ext cx="264160" cy="590550"/>
            </a:xfrm>
            <a:custGeom>
              <a:avLst/>
              <a:gdLst/>
              <a:ahLst/>
              <a:cxnLst/>
              <a:rect l="l" t="t" r="r" b="b"/>
              <a:pathLst>
                <a:path w="264159" h="590550">
                  <a:moveTo>
                    <a:pt x="264159" y="0"/>
                  </a:moveTo>
                  <a:lnTo>
                    <a:pt x="0" y="0"/>
                  </a:lnTo>
                  <a:lnTo>
                    <a:pt x="0" y="590550"/>
                  </a:lnTo>
                  <a:lnTo>
                    <a:pt x="132079" y="590550"/>
                  </a:lnTo>
                  <a:lnTo>
                    <a:pt x="264159" y="590550"/>
                  </a:lnTo>
                  <a:lnTo>
                    <a:pt x="264159" y="0"/>
                  </a:lnTo>
                  <a:close/>
                </a:path>
              </a:pathLst>
            </a:custGeom>
            <a:solidFill>
              <a:srgbClr val="B8C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1" name="object 14">
            <a:extLst>
              <a:ext uri="{FF2B5EF4-FFF2-40B4-BE49-F238E27FC236}">
                <a16:creationId xmlns:a16="http://schemas.microsoft.com/office/drawing/2014/main" id="{39BB6E97-F2D3-A987-A5E9-EFB143FE143A}"/>
              </a:ext>
            </a:extLst>
          </p:cNvPr>
          <p:cNvSpPr txBox="1"/>
          <p:nvPr/>
        </p:nvSpPr>
        <p:spPr>
          <a:xfrm>
            <a:off x="7424545" y="3663124"/>
            <a:ext cx="480059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40" dirty="0">
                <a:latin typeface="Arial MT"/>
                <a:cs typeface="Arial MT"/>
              </a:rPr>
              <a:t>IP</a:t>
            </a:r>
            <a:r>
              <a:rPr sz="1600" spc="55" dirty="0">
                <a:latin typeface="Arial MT"/>
                <a:cs typeface="Arial MT"/>
              </a:rPr>
              <a:t> </a:t>
            </a:r>
            <a:r>
              <a:rPr sz="1600" spc="-190" dirty="0">
                <a:latin typeface="Arial MT"/>
                <a:cs typeface="Arial MT"/>
              </a:rPr>
              <a:t>FC</a:t>
            </a:r>
            <a:endParaRPr sz="1600">
              <a:latin typeface="Arial MT"/>
              <a:cs typeface="Arial MT"/>
            </a:endParaRPr>
          </a:p>
        </p:txBody>
      </p:sp>
      <p:pic>
        <p:nvPicPr>
          <p:cNvPr id="632" name="object 15">
            <a:extLst>
              <a:ext uri="{FF2B5EF4-FFF2-40B4-BE49-F238E27FC236}">
                <a16:creationId xmlns:a16="http://schemas.microsoft.com/office/drawing/2014/main" id="{7BD751E1-FC9E-66D0-AE6A-C179045BD55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464426" y="3468813"/>
            <a:ext cx="789940" cy="680720"/>
          </a:xfrm>
          <a:prstGeom prst="rect">
            <a:avLst/>
          </a:prstGeom>
        </p:spPr>
      </p:pic>
      <p:sp>
        <p:nvSpPr>
          <p:cNvPr id="633" name="object 16">
            <a:extLst>
              <a:ext uri="{FF2B5EF4-FFF2-40B4-BE49-F238E27FC236}">
                <a16:creationId xmlns:a16="http://schemas.microsoft.com/office/drawing/2014/main" id="{CE89DD0A-ABC8-5045-F163-C5B3943BDCE6}"/>
              </a:ext>
            </a:extLst>
          </p:cNvPr>
          <p:cNvSpPr txBox="1"/>
          <p:nvPr/>
        </p:nvSpPr>
        <p:spPr>
          <a:xfrm>
            <a:off x="6767955" y="3682174"/>
            <a:ext cx="22288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spc="-80" dirty="0">
                <a:latin typeface="Segoe UI Symbol"/>
                <a:cs typeface="Segoe UI Symbol"/>
              </a:rPr>
              <a:t>I</a:t>
            </a:r>
            <a:r>
              <a:rPr sz="2000" spc="-30" dirty="0">
                <a:latin typeface="Segoe UI Symbol"/>
                <a:cs typeface="Segoe UI Symbol"/>
              </a:rPr>
              <a:t>P</a:t>
            </a:r>
            <a:endParaRPr sz="2000">
              <a:latin typeface="Segoe UI Symbol"/>
              <a:cs typeface="Segoe UI Symbol"/>
            </a:endParaRPr>
          </a:p>
        </p:txBody>
      </p:sp>
      <p:grpSp>
        <p:nvGrpSpPr>
          <p:cNvPr id="634" name="object 17">
            <a:extLst>
              <a:ext uri="{FF2B5EF4-FFF2-40B4-BE49-F238E27FC236}">
                <a16:creationId xmlns:a16="http://schemas.microsoft.com/office/drawing/2014/main" id="{6D64B2E6-01AC-FF2F-BC39-6AB8BFB1BAFF}"/>
              </a:ext>
            </a:extLst>
          </p:cNvPr>
          <p:cNvGrpSpPr/>
          <p:nvPr/>
        </p:nvGrpSpPr>
        <p:grpSpPr>
          <a:xfrm>
            <a:off x="5113146" y="4883593"/>
            <a:ext cx="473709" cy="535940"/>
            <a:chOff x="4814570" y="5331459"/>
            <a:chExt cx="473709" cy="535940"/>
          </a:xfrm>
        </p:grpSpPr>
        <p:sp>
          <p:nvSpPr>
            <p:cNvPr id="635" name="object 18">
              <a:extLst>
                <a:ext uri="{FF2B5EF4-FFF2-40B4-BE49-F238E27FC236}">
                  <a16:creationId xmlns:a16="http://schemas.microsoft.com/office/drawing/2014/main" id="{E7C7B2B1-3BF1-42D7-6669-2A9B5E6AB803}"/>
                </a:ext>
              </a:extLst>
            </p:cNvPr>
            <p:cNvSpPr/>
            <p:nvPr/>
          </p:nvSpPr>
          <p:spPr>
            <a:xfrm>
              <a:off x="4827270" y="5344159"/>
              <a:ext cx="461009" cy="523240"/>
            </a:xfrm>
            <a:custGeom>
              <a:avLst/>
              <a:gdLst/>
              <a:ahLst/>
              <a:cxnLst/>
              <a:rect l="l" t="t" r="r" b="b"/>
              <a:pathLst>
                <a:path w="461010" h="523239">
                  <a:moveTo>
                    <a:pt x="0" y="0"/>
                  </a:moveTo>
                  <a:lnTo>
                    <a:pt x="461009" y="0"/>
                  </a:lnTo>
                  <a:lnTo>
                    <a:pt x="461009" y="523239"/>
                  </a:lnTo>
                  <a:lnTo>
                    <a:pt x="0" y="523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A5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6" name="object 19">
              <a:extLst>
                <a:ext uri="{FF2B5EF4-FFF2-40B4-BE49-F238E27FC236}">
                  <a16:creationId xmlns:a16="http://schemas.microsoft.com/office/drawing/2014/main" id="{51AA229F-F12A-4E6F-33F6-2EF03A41756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14570" y="5331459"/>
              <a:ext cx="245109" cy="245109"/>
            </a:xfrm>
            <a:prstGeom prst="rect">
              <a:avLst/>
            </a:prstGeom>
          </p:spPr>
        </p:pic>
        <p:sp>
          <p:nvSpPr>
            <p:cNvPr id="637" name="object 20">
              <a:extLst>
                <a:ext uri="{FF2B5EF4-FFF2-40B4-BE49-F238E27FC236}">
                  <a16:creationId xmlns:a16="http://schemas.microsoft.com/office/drawing/2014/main" id="{7500A696-4BB8-C9A2-B8C3-6E335C9B8AD6}"/>
                </a:ext>
              </a:extLst>
            </p:cNvPr>
            <p:cNvSpPr/>
            <p:nvPr/>
          </p:nvSpPr>
          <p:spPr>
            <a:xfrm>
              <a:off x="4814570" y="5331459"/>
              <a:ext cx="267970" cy="267970"/>
            </a:xfrm>
            <a:custGeom>
              <a:avLst/>
              <a:gdLst/>
              <a:ahLst/>
              <a:cxnLst/>
              <a:rect l="l" t="t" r="r" b="b"/>
              <a:pathLst>
                <a:path w="267970" h="267970">
                  <a:moveTo>
                    <a:pt x="267969" y="0"/>
                  </a:moveTo>
                  <a:lnTo>
                    <a:pt x="245109" y="0"/>
                  </a:lnTo>
                  <a:lnTo>
                    <a:pt x="0" y="245109"/>
                  </a:lnTo>
                  <a:lnTo>
                    <a:pt x="0" y="267969"/>
                  </a:lnTo>
                  <a:lnTo>
                    <a:pt x="267969" y="0"/>
                  </a:lnTo>
                  <a:close/>
                </a:path>
              </a:pathLst>
            </a:custGeom>
            <a:solidFill>
              <a:srgbClr val="DAD8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21">
              <a:extLst>
                <a:ext uri="{FF2B5EF4-FFF2-40B4-BE49-F238E27FC236}">
                  <a16:creationId xmlns:a16="http://schemas.microsoft.com/office/drawing/2014/main" id="{D9D37815-4E58-AEB6-32C0-E62B8EE865CB}"/>
                </a:ext>
              </a:extLst>
            </p:cNvPr>
            <p:cNvSpPr/>
            <p:nvPr/>
          </p:nvSpPr>
          <p:spPr>
            <a:xfrm>
              <a:off x="4814570" y="5331459"/>
              <a:ext cx="290195" cy="290830"/>
            </a:xfrm>
            <a:custGeom>
              <a:avLst/>
              <a:gdLst/>
              <a:ahLst/>
              <a:cxnLst/>
              <a:rect l="l" t="t" r="r" b="b"/>
              <a:pathLst>
                <a:path w="290195" h="290829">
                  <a:moveTo>
                    <a:pt x="289782" y="0"/>
                  </a:moveTo>
                  <a:lnTo>
                    <a:pt x="267969" y="0"/>
                  </a:lnTo>
                  <a:lnTo>
                    <a:pt x="0" y="267969"/>
                  </a:lnTo>
                  <a:lnTo>
                    <a:pt x="0" y="290528"/>
                  </a:lnTo>
                  <a:lnTo>
                    <a:pt x="289782" y="0"/>
                  </a:lnTo>
                  <a:close/>
                </a:path>
              </a:pathLst>
            </a:custGeom>
            <a:solidFill>
              <a:srgbClr val="D9D7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22">
              <a:extLst>
                <a:ext uri="{FF2B5EF4-FFF2-40B4-BE49-F238E27FC236}">
                  <a16:creationId xmlns:a16="http://schemas.microsoft.com/office/drawing/2014/main" id="{4417AC34-63FA-32BC-6A46-DFF0824FEF1A}"/>
                </a:ext>
              </a:extLst>
            </p:cNvPr>
            <p:cNvSpPr/>
            <p:nvPr/>
          </p:nvSpPr>
          <p:spPr>
            <a:xfrm>
              <a:off x="4814570" y="5331459"/>
              <a:ext cx="312420" cy="312420"/>
            </a:xfrm>
            <a:custGeom>
              <a:avLst/>
              <a:gdLst/>
              <a:ahLst/>
              <a:cxnLst/>
              <a:rect l="l" t="t" r="r" b="b"/>
              <a:pathLst>
                <a:path w="312420" h="312420">
                  <a:moveTo>
                    <a:pt x="312420" y="0"/>
                  </a:moveTo>
                  <a:lnTo>
                    <a:pt x="289782" y="0"/>
                  </a:lnTo>
                  <a:lnTo>
                    <a:pt x="0" y="290528"/>
                  </a:lnTo>
                  <a:lnTo>
                    <a:pt x="0" y="312419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D8D7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23">
              <a:extLst>
                <a:ext uri="{FF2B5EF4-FFF2-40B4-BE49-F238E27FC236}">
                  <a16:creationId xmlns:a16="http://schemas.microsoft.com/office/drawing/2014/main" id="{C446A65F-9C6A-93B9-9EB7-A4F9D104BCA4}"/>
                </a:ext>
              </a:extLst>
            </p:cNvPr>
            <p:cNvSpPr/>
            <p:nvPr/>
          </p:nvSpPr>
          <p:spPr>
            <a:xfrm>
              <a:off x="4814570" y="5331459"/>
              <a:ext cx="335915" cy="336550"/>
            </a:xfrm>
            <a:custGeom>
              <a:avLst/>
              <a:gdLst/>
              <a:ahLst/>
              <a:cxnLst/>
              <a:rect l="l" t="t" r="r" b="b"/>
              <a:pathLst>
                <a:path w="335914" h="336550">
                  <a:moveTo>
                    <a:pt x="335443" y="0"/>
                  </a:moveTo>
                  <a:lnTo>
                    <a:pt x="312420" y="0"/>
                  </a:lnTo>
                  <a:lnTo>
                    <a:pt x="0" y="312419"/>
                  </a:lnTo>
                  <a:lnTo>
                    <a:pt x="0" y="336307"/>
                  </a:lnTo>
                  <a:lnTo>
                    <a:pt x="335443" y="0"/>
                  </a:lnTo>
                  <a:close/>
                </a:path>
              </a:pathLst>
            </a:custGeom>
            <a:solidFill>
              <a:srgbClr val="D7D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24">
              <a:extLst>
                <a:ext uri="{FF2B5EF4-FFF2-40B4-BE49-F238E27FC236}">
                  <a16:creationId xmlns:a16="http://schemas.microsoft.com/office/drawing/2014/main" id="{6E4657FA-A4C1-AF81-EFE1-58620FD09B06}"/>
                </a:ext>
              </a:extLst>
            </p:cNvPr>
            <p:cNvSpPr/>
            <p:nvPr/>
          </p:nvSpPr>
          <p:spPr>
            <a:xfrm>
              <a:off x="4814570" y="5331459"/>
              <a:ext cx="358140" cy="358140"/>
            </a:xfrm>
            <a:custGeom>
              <a:avLst/>
              <a:gdLst/>
              <a:ahLst/>
              <a:cxnLst/>
              <a:rect l="l" t="t" r="r" b="b"/>
              <a:pathLst>
                <a:path w="358139" h="358139">
                  <a:moveTo>
                    <a:pt x="358139" y="0"/>
                  </a:moveTo>
                  <a:lnTo>
                    <a:pt x="335443" y="0"/>
                  </a:lnTo>
                  <a:lnTo>
                    <a:pt x="0" y="336307"/>
                  </a:lnTo>
                  <a:lnTo>
                    <a:pt x="0" y="358139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D6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25">
              <a:extLst>
                <a:ext uri="{FF2B5EF4-FFF2-40B4-BE49-F238E27FC236}">
                  <a16:creationId xmlns:a16="http://schemas.microsoft.com/office/drawing/2014/main" id="{3D83E4D5-CBF2-9B4E-5888-E4DBE38F2E42}"/>
                </a:ext>
              </a:extLst>
            </p:cNvPr>
            <p:cNvSpPr/>
            <p:nvPr/>
          </p:nvSpPr>
          <p:spPr>
            <a:xfrm>
              <a:off x="4814570" y="5331459"/>
              <a:ext cx="381000" cy="380365"/>
            </a:xfrm>
            <a:custGeom>
              <a:avLst/>
              <a:gdLst/>
              <a:ahLst/>
              <a:cxnLst/>
              <a:rect l="l" t="t" r="r" b="b"/>
              <a:pathLst>
                <a:path w="381000" h="380364">
                  <a:moveTo>
                    <a:pt x="380895" y="0"/>
                  </a:moveTo>
                  <a:lnTo>
                    <a:pt x="358139" y="0"/>
                  </a:lnTo>
                  <a:lnTo>
                    <a:pt x="0" y="358139"/>
                  </a:lnTo>
                  <a:lnTo>
                    <a:pt x="0" y="379916"/>
                  </a:lnTo>
                  <a:lnTo>
                    <a:pt x="380895" y="0"/>
                  </a:lnTo>
                  <a:close/>
                </a:path>
              </a:pathLst>
            </a:custGeom>
            <a:solidFill>
              <a:srgbClr val="D5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26">
              <a:extLst>
                <a:ext uri="{FF2B5EF4-FFF2-40B4-BE49-F238E27FC236}">
                  <a16:creationId xmlns:a16="http://schemas.microsoft.com/office/drawing/2014/main" id="{ECA13A59-E6FD-D200-0AE2-1D8A1F003DD7}"/>
                </a:ext>
              </a:extLst>
            </p:cNvPr>
            <p:cNvSpPr/>
            <p:nvPr/>
          </p:nvSpPr>
          <p:spPr>
            <a:xfrm>
              <a:off x="4814570" y="5331459"/>
              <a:ext cx="402590" cy="402590"/>
            </a:xfrm>
            <a:custGeom>
              <a:avLst/>
              <a:gdLst/>
              <a:ahLst/>
              <a:cxnLst/>
              <a:rect l="l" t="t" r="r" b="b"/>
              <a:pathLst>
                <a:path w="402589" h="402589">
                  <a:moveTo>
                    <a:pt x="402589" y="0"/>
                  </a:moveTo>
                  <a:lnTo>
                    <a:pt x="380895" y="0"/>
                  </a:lnTo>
                  <a:lnTo>
                    <a:pt x="0" y="379916"/>
                  </a:lnTo>
                  <a:lnTo>
                    <a:pt x="0" y="402589"/>
                  </a:lnTo>
                  <a:lnTo>
                    <a:pt x="402589" y="0"/>
                  </a:lnTo>
                  <a:close/>
                </a:path>
              </a:pathLst>
            </a:custGeom>
            <a:solidFill>
              <a:srgbClr val="D4D4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27">
              <a:extLst>
                <a:ext uri="{FF2B5EF4-FFF2-40B4-BE49-F238E27FC236}">
                  <a16:creationId xmlns:a16="http://schemas.microsoft.com/office/drawing/2014/main" id="{C2CF3E2E-E011-855B-A84A-1CDB2613F619}"/>
                </a:ext>
              </a:extLst>
            </p:cNvPr>
            <p:cNvSpPr/>
            <p:nvPr/>
          </p:nvSpPr>
          <p:spPr>
            <a:xfrm>
              <a:off x="4814570" y="5331459"/>
              <a:ext cx="424815" cy="425450"/>
            </a:xfrm>
            <a:custGeom>
              <a:avLst/>
              <a:gdLst/>
              <a:ahLst/>
              <a:cxnLst/>
              <a:rect l="l" t="t" r="r" b="b"/>
              <a:pathLst>
                <a:path w="424814" h="425450">
                  <a:moveTo>
                    <a:pt x="424228" y="0"/>
                  </a:moveTo>
                  <a:lnTo>
                    <a:pt x="402589" y="0"/>
                  </a:lnTo>
                  <a:lnTo>
                    <a:pt x="0" y="402589"/>
                  </a:lnTo>
                  <a:lnTo>
                    <a:pt x="0" y="425322"/>
                  </a:lnTo>
                  <a:lnTo>
                    <a:pt x="424228" y="0"/>
                  </a:lnTo>
                  <a:close/>
                </a:path>
              </a:pathLst>
            </a:custGeom>
            <a:solidFill>
              <a:srgbClr val="D3D3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28">
              <a:extLst>
                <a:ext uri="{FF2B5EF4-FFF2-40B4-BE49-F238E27FC236}">
                  <a16:creationId xmlns:a16="http://schemas.microsoft.com/office/drawing/2014/main" id="{FB331A05-2297-ED6F-24F8-C199C977D351}"/>
                </a:ext>
              </a:extLst>
            </p:cNvPr>
            <p:cNvSpPr/>
            <p:nvPr/>
          </p:nvSpPr>
          <p:spPr>
            <a:xfrm>
              <a:off x="4814570" y="5331459"/>
              <a:ext cx="447675" cy="448309"/>
            </a:xfrm>
            <a:custGeom>
              <a:avLst/>
              <a:gdLst/>
              <a:ahLst/>
              <a:cxnLst/>
              <a:rect l="l" t="t" r="r" b="b"/>
              <a:pathLst>
                <a:path w="447675" h="448310">
                  <a:moveTo>
                    <a:pt x="447059" y="0"/>
                  </a:moveTo>
                  <a:lnTo>
                    <a:pt x="424228" y="0"/>
                  </a:lnTo>
                  <a:lnTo>
                    <a:pt x="0" y="425322"/>
                  </a:lnTo>
                  <a:lnTo>
                    <a:pt x="0" y="448211"/>
                  </a:lnTo>
                  <a:lnTo>
                    <a:pt x="447059" y="0"/>
                  </a:lnTo>
                  <a:close/>
                </a:path>
              </a:pathLst>
            </a:custGeom>
            <a:solidFill>
              <a:srgbClr val="D2D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29">
              <a:extLst>
                <a:ext uri="{FF2B5EF4-FFF2-40B4-BE49-F238E27FC236}">
                  <a16:creationId xmlns:a16="http://schemas.microsoft.com/office/drawing/2014/main" id="{2FCEBC1E-7617-56F1-C3E9-E81D74BEBB5C}"/>
                </a:ext>
              </a:extLst>
            </p:cNvPr>
            <p:cNvSpPr/>
            <p:nvPr/>
          </p:nvSpPr>
          <p:spPr>
            <a:xfrm>
              <a:off x="4814570" y="5331459"/>
              <a:ext cx="462280" cy="471170"/>
            </a:xfrm>
            <a:custGeom>
              <a:avLst/>
              <a:gdLst/>
              <a:ahLst/>
              <a:cxnLst/>
              <a:rect l="l" t="t" r="r" b="b"/>
              <a:pathLst>
                <a:path w="462279" h="471170">
                  <a:moveTo>
                    <a:pt x="462279" y="0"/>
                  </a:moveTo>
                  <a:lnTo>
                    <a:pt x="447059" y="0"/>
                  </a:lnTo>
                  <a:lnTo>
                    <a:pt x="0" y="448211"/>
                  </a:lnTo>
                  <a:lnTo>
                    <a:pt x="0" y="471101"/>
                  </a:lnTo>
                  <a:lnTo>
                    <a:pt x="462279" y="7629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D1D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30">
              <a:extLst>
                <a:ext uri="{FF2B5EF4-FFF2-40B4-BE49-F238E27FC236}">
                  <a16:creationId xmlns:a16="http://schemas.microsoft.com/office/drawing/2014/main" id="{C0833368-5128-D548-9465-2C990AF83283}"/>
                </a:ext>
              </a:extLst>
            </p:cNvPr>
            <p:cNvSpPr/>
            <p:nvPr/>
          </p:nvSpPr>
          <p:spPr>
            <a:xfrm>
              <a:off x="4814570" y="5339089"/>
              <a:ext cx="462280" cy="484505"/>
            </a:xfrm>
            <a:custGeom>
              <a:avLst/>
              <a:gdLst/>
              <a:ahLst/>
              <a:cxnLst/>
              <a:rect l="l" t="t" r="r" b="b"/>
              <a:pathLst>
                <a:path w="462279" h="484504">
                  <a:moveTo>
                    <a:pt x="462279" y="0"/>
                  </a:moveTo>
                  <a:lnTo>
                    <a:pt x="0" y="463471"/>
                  </a:lnTo>
                  <a:lnTo>
                    <a:pt x="0" y="483902"/>
                  </a:lnTo>
                  <a:lnTo>
                    <a:pt x="462279" y="22811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31">
              <a:extLst>
                <a:ext uri="{FF2B5EF4-FFF2-40B4-BE49-F238E27FC236}">
                  <a16:creationId xmlns:a16="http://schemas.microsoft.com/office/drawing/2014/main" id="{37036DA8-EB29-381F-D83D-BD3B791165CB}"/>
                </a:ext>
              </a:extLst>
            </p:cNvPr>
            <p:cNvSpPr/>
            <p:nvPr/>
          </p:nvSpPr>
          <p:spPr>
            <a:xfrm>
              <a:off x="4814570" y="5361900"/>
              <a:ext cx="462280" cy="484505"/>
            </a:xfrm>
            <a:custGeom>
              <a:avLst/>
              <a:gdLst/>
              <a:ahLst/>
              <a:cxnLst/>
              <a:rect l="l" t="t" r="r" b="b"/>
              <a:pathLst>
                <a:path w="462279" h="484504">
                  <a:moveTo>
                    <a:pt x="462279" y="0"/>
                  </a:moveTo>
                  <a:lnTo>
                    <a:pt x="0" y="461091"/>
                  </a:lnTo>
                  <a:lnTo>
                    <a:pt x="0" y="483909"/>
                  </a:lnTo>
                  <a:lnTo>
                    <a:pt x="462279" y="21629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32">
              <a:extLst>
                <a:ext uri="{FF2B5EF4-FFF2-40B4-BE49-F238E27FC236}">
                  <a16:creationId xmlns:a16="http://schemas.microsoft.com/office/drawing/2014/main" id="{FDA64BD9-20A2-161D-48BF-A8855501961A}"/>
                </a:ext>
              </a:extLst>
            </p:cNvPr>
            <p:cNvSpPr/>
            <p:nvPr/>
          </p:nvSpPr>
          <p:spPr>
            <a:xfrm>
              <a:off x="4814570" y="5383529"/>
              <a:ext cx="462280" cy="472440"/>
            </a:xfrm>
            <a:custGeom>
              <a:avLst/>
              <a:gdLst/>
              <a:ahLst/>
              <a:cxnLst/>
              <a:rect l="l" t="t" r="r" b="b"/>
              <a:pathLst>
                <a:path w="462279" h="472439">
                  <a:moveTo>
                    <a:pt x="462279" y="0"/>
                  </a:moveTo>
                  <a:lnTo>
                    <a:pt x="0" y="462279"/>
                  </a:lnTo>
                  <a:lnTo>
                    <a:pt x="0" y="472440"/>
                  </a:lnTo>
                  <a:lnTo>
                    <a:pt x="12700" y="472440"/>
                  </a:lnTo>
                  <a:lnTo>
                    <a:pt x="462279" y="22859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ED0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33">
              <a:extLst>
                <a:ext uri="{FF2B5EF4-FFF2-40B4-BE49-F238E27FC236}">
                  <a16:creationId xmlns:a16="http://schemas.microsoft.com/office/drawing/2014/main" id="{6A64E9F8-5A7F-3A1E-92A4-C81C8FBF22C4}"/>
                </a:ext>
              </a:extLst>
            </p:cNvPr>
            <p:cNvSpPr/>
            <p:nvPr/>
          </p:nvSpPr>
          <p:spPr>
            <a:xfrm>
              <a:off x="4827270" y="5406389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449579" y="0"/>
                  </a:moveTo>
                  <a:lnTo>
                    <a:pt x="0" y="449580"/>
                  </a:lnTo>
                  <a:lnTo>
                    <a:pt x="22814" y="449580"/>
                  </a:lnTo>
                  <a:lnTo>
                    <a:pt x="449579" y="21714"/>
                  </a:lnTo>
                  <a:lnTo>
                    <a:pt x="449579" y="0"/>
                  </a:lnTo>
                  <a:close/>
                </a:path>
              </a:pathLst>
            </a:custGeom>
            <a:solidFill>
              <a:srgbClr val="CDCF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34">
              <a:extLst>
                <a:ext uri="{FF2B5EF4-FFF2-40B4-BE49-F238E27FC236}">
                  <a16:creationId xmlns:a16="http://schemas.microsoft.com/office/drawing/2014/main" id="{1F79F859-2954-BFBE-8531-0EC390610F5B}"/>
                </a:ext>
              </a:extLst>
            </p:cNvPr>
            <p:cNvSpPr/>
            <p:nvPr/>
          </p:nvSpPr>
          <p:spPr>
            <a:xfrm>
              <a:off x="4850084" y="5428104"/>
              <a:ext cx="427355" cy="427990"/>
            </a:xfrm>
            <a:custGeom>
              <a:avLst/>
              <a:gdLst/>
              <a:ahLst/>
              <a:cxnLst/>
              <a:rect l="l" t="t" r="r" b="b"/>
              <a:pathLst>
                <a:path w="427354" h="427989">
                  <a:moveTo>
                    <a:pt x="426765" y="0"/>
                  </a:moveTo>
                  <a:lnTo>
                    <a:pt x="0" y="427865"/>
                  </a:lnTo>
                  <a:lnTo>
                    <a:pt x="21635" y="427865"/>
                  </a:lnTo>
                  <a:lnTo>
                    <a:pt x="426765" y="22735"/>
                  </a:lnTo>
                  <a:lnTo>
                    <a:pt x="426765" y="0"/>
                  </a:lnTo>
                  <a:close/>
                </a:path>
              </a:pathLst>
            </a:custGeom>
            <a:solidFill>
              <a:srgbClr val="CCC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35">
              <a:extLst>
                <a:ext uri="{FF2B5EF4-FFF2-40B4-BE49-F238E27FC236}">
                  <a16:creationId xmlns:a16="http://schemas.microsoft.com/office/drawing/2014/main" id="{9F09C34E-95EB-9BCE-67B5-0C0E1496DAC6}"/>
                </a:ext>
              </a:extLst>
            </p:cNvPr>
            <p:cNvSpPr/>
            <p:nvPr/>
          </p:nvSpPr>
          <p:spPr>
            <a:xfrm>
              <a:off x="4871720" y="5450839"/>
              <a:ext cx="405130" cy="405130"/>
            </a:xfrm>
            <a:custGeom>
              <a:avLst/>
              <a:gdLst/>
              <a:ahLst/>
              <a:cxnLst/>
              <a:rect l="l" t="t" r="r" b="b"/>
              <a:pathLst>
                <a:path w="405129" h="405129">
                  <a:moveTo>
                    <a:pt x="405129" y="0"/>
                  </a:moveTo>
                  <a:lnTo>
                    <a:pt x="0" y="405130"/>
                  </a:lnTo>
                  <a:lnTo>
                    <a:pt x="22859" y="405130"/>
                  </a:lnTo>
                  <a:lnTo>
                    <a:pt x="405129" y="22860"/>
                  </a:lnTo>
                  <a:lnTo>
                    <a:pt x="405129" y="0"/>
                  </a:lnTo>
                  <a:close/>
                </a:path>
              </a:pathLst>
            </a:custGeom>
            <a:solidFill>
              <a:srgbClr val="CCCE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36">
              <a:extLst>
                <a:ext uri="{FF2B5EF4-FFF2-40B4-BE49-F238E27FC236}">
                  <a16:creationId xmlns:a16="http://schemas.microsoft.com/office/drawing/2014/main" id="{A122DABC-A6C6-AEEC-5A07-C9A1290739AD}"/>
                </a:ext>
              </a:extLst>
            </p:cNvPr>
            <p:cNvSpPr/>
            <p:nvPr/>
          </p:nvSpPr>
          <p:spPr>
            <a:xfrm>
              <a:off x="4894580" y="5473699"/>
              <a:ext cx="382270" cy="382270"/>
            </a:xfrm>
            <a:custGeom>
              <a:avLst/>
              <a:gdLst/>
              <a:ahLst/>
              <a:cxnLst/>
              <a:rect l="l" t="t" r="r" b="b"/>
              <a:pathLst>
                <a:path w="382270" h="382270">
                  <a:moveTo>
                    <a:pt x="382270" y="0"/>
                  </a:moveTo>
                  <a:lnTo>
                    <a:pt x="0" y="382269"/>
                  </a:lnTo>
                  <a:lnTo>
                    <a:pt x="21720" y="382269"/>
                  </a:lnTo>
                  <a:lnTo>
                    <a:pt x="382270" y="22647"/>
                  </a:lnTo>
                  <a:lnTo>
                    <a:pt x="382270" y="0"/>
                  </a:lnTo>
                  <a:close/>
                </a:path>
              </a:pathLst>
            </a:custGeom>
            <a:solidFill>
              <a:srgbClr val="CA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37">
              <a:extLst>
                <a:ext uri="{FF2B5EF4-FFF2-40B4-BE49-F238E27FC236}">
                  <a16:creationId xmlns:a16="http://schemas.microsoft.com/office/drawing/2014/main" id="{3CD294C4-77F1-BE89-921C-ED1B1967FC80}"/>
                </a:ext>
              </a:extLst>
            </p:cNvPr>
            <p:cNvSpPr/>
            <p:nvPr/>
          </p:nvSpPr>
          <p:spPr>
            <a:xfrm>
              <a:off x="4916301" y="5496347"/>
              <a:ext cx="360680" cy="360045"/>
            </a:xfrm>
            <a:custGeom>
              <a:avLst/>
              <a:gdLst/>
              <a:ahLst/>
              <a:cxnLst/>
              <a:rect l="l" t="t" r="r" b="b"/>
              <a:pathLst>
                <a:path w="360679" h="360045">
                  <a:moveTo>
                    <a:pt x="360549" y="0"/>
                  </a:moveTo>
                  <a:lnTo>
                    <a:pt x="0" y="359622"/>
                  </a:lnTo>
                  <a:lnTo>
                    <a:pt x="22729" y="359622"/>
                  </a:lnTo>
                  <a:lnTo>
                    <a:pt x="360549" y="21802"/>
                  </a:lnTo>
                  <a:lnTo>
                    <a:pt x="360549" y="0"/>
                  </a:lnTo>
                  <a:close/>
                </a:path>
              </a:pathLst>
            </a:custGeom>
            <a:solidFill>
              <a:srgbClr val="C9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38">
              <a:extLst>
                <a:ext uri="{FF2B5EF4-FFF2-40B4-BE49-F238E27FC236}">
                  <a16:creationId xmlns:a16="http://schemas.microsoft.com/office/drawing/2014/main" id="{D28C4B25-E9E3-8D62-661A-CCAE05A5BA77}"/>
                </a:ext>
              </a:extLst>
            </p:cNvPr>
            <p:cNvSpPr/>
            <p:nvPr/>
          </p:nvSpPr>
          <p:spPr>
            <a:xfrm>
              <a:off x="4939030" y="5518149"/>
              <a:ext cx="337820" cy="337820"/>
            </a:xfrm>
            <a:custGeom>
              <a:avLst/>
              <a:gdLst/>
              <a:ahLst/>
              <a:cxnLst/>
              <a:rect l="l" t="t" r="r" b="b"/>
              <a:pathLst>
                <a:path w="337820" h="337820">
                  <a:moveTo>
                    <a:pt x="337819" y="0"/>
                  </a:moveTo>
                  <a:lnTo>
                    <a:pt x="0" y="337819"/>
                  </a:lnTo>
                  <a:lnTo>
                    <a:pt x="23049" y="337819"/>
                  </a:lnTo>
                  <a:lnTo>
                    <a:pt x="337819" y="23859"/>
                  </a:lnTo>
                  <a:lnTo>
                    <a:pt x="337819" y="0"/>
                  </a:lnTo>
                  <a:close/>
                </a:path>
              </a:pathLst>
            </a:custGeom>
            <a:solidFill>
              <a:srgbClr val="C8CC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39">
              <a:extLst>
                <a:ext uri="{FF2B5EF4-FFF2-40B4-BE49-F238E27FC236}">
                  <a16:creationId xmlns:a16="http://schemas.microsoft.com/office/drawing/2014/main" id="{247F51AF-6FF6-9E33-1041-27E4A7240324}"/>
                </a:ext>
              </a:extLst>
            </p:cNvPr>
            <p:cNvSpPr/>
            <p:nvPr/>
          </p:nvSpPr>
          <p:spPr>
            <a:xfrm>
              <a:off x="4962079" y="5542008"/>
              <a:ext cx="314960" cy="314325"/>
            </a:xfrm>
            <a:custGeom>
              <a:avLst/>
              <a:gdLst/>
              <a:ahLst/>
              <a:cxnLst/>
              <a:rect l="l" t="t" r="r" b="b"/>
              <a:pathLst>
                <a:path w="314960" h="314325">
                  <a:moveTo>
                    <a:pt x="314770" y="0"/>
                  </a:moveTo>
                  <a:lnTo>
                    <a:pt x="0" y="313960"/>
                  </a:lnTo>
                  <a:lnTo>
                    <a:pt x="22670" y="313960"/>
                  </a:lnTo>
                  <a:lnTo>
                    <a:pt x="314770" y="21860"/>
                  </a:lnTo>
                  <a:lnTo>
                    <a:pt x="314770" y="0"/>
                  </a:lnTo>
                  <a:close/>
                </a:path>
              </a:pathLst>
            </a:custGeom>
            <a:solidFill>
              <a:srgbClr val="C7CC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40">
              <a:extLst>
                <a:ext uri="{FF2B5EF4-FFF2-40B4-BE49-F238E27FC236}">
                  <a16:creationId xmlns:a16="http://schemas.microsoft.com/office/drawing/2014/main" id="{18AF6000-D212-2E34-09BB-D896BAC50FE2}"/>
                </a:ext>
              </a:extLst>
            </p:cNvPr>
            <p:cNvSpPr/>
            <p:nvPr/>
          </p:nvSpPr>
          <p:spPr>
            <a:xfrm>
              <a:off x="4984750" y="5563869"/>
              <a:ext cx="292100" cy="292100"/>
            </a:xfrm>
            <a:custGeom>
              <a:avLst/>
              <a:gdLst/>
              <a:ahLst/>
              <a:cxnLst/>
              <a:rect l="l" t="t" r="r" b="b"/>
              <a:pathLst>
                <a:path w="292100" h="292100">
                  <a:moveTo>
                    <a:pt x="292100" y="0"/>
                  </a:moveTo>
                  <a:lnTo>
                    <a:pt x="0" y="292099"/>
                  </a:lnTo>
                  <a:lnTo>
                    <a:pt x="22611" y="292099"/>
                  </a:lnTo>
                  <a:lnTo>
                    <a:pt x="292100" y="21917"/>
                  </a:lnTo>
                  <a:lnTo>
                    <a:pt x="292100" y="0"/>
                  </a:lnTo>
                  <a:close/>
                </a:path>
              </a:pathLst>
            </a:custGeom>
            <a:solidFill>
              <a:srgbClr val="C6CC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41">
              <a:extLst>
                <a:ext uri="{FF2B5EF4-FFF2-40B4-BE49-F238E27FC236}">
                  <a16:creationId xmlns:a16="http://schemas.microsoft.com/office/drawing/2014/main" id="{188B89C1-C4E0-0FDE-95AE-7542C78D5182}"/>
                </a:ext>
              </a:extLst>
            </p:cNvPr>
            <p:cNvSpPr/>
            <p:nvPr/>
          </p:nvSpPr>
          <p:spPr>
            <a:xfrm>
              <a:off x="5007361" y="5585787"/>
              <a:ext cx="269875" cy="270510"/>
            </a:xfrm>
            <a:custGeom>
              <a:avLst/>
              <a:gdLst/>
              <a:ahLst/>
              <a:cxnLst/>
              <a:rect l="l" t="t" r="r" b="b"/>
              <a:pathLst>
                <a:path w="269875" h="270510">
                  <a:moveTo>
                    <a:pt x="269488" y="0"/>
                  </a:moveTo>
                  <a:lnTo>
                    <a:pt x="0" y="270182"/>
                  </a:lnTo>
                  <a:lnTo>
                    <a:pt x="22830" y="270182"/>
                  </a:lnTo>
                  <a:lnTo>
                    <a:pt x="269488" y="22889"/>
                  </a:lnTo>
                  <a:lnTo>
                    <a:pt x="269488" y="0"/>
                  </a:lnTo>
                  <a:close/>
                </a:path>
              </a:pathLst>
            </a:custGeom>
            <a:solidFill>
              <a:srgbClr val="C5C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9" name="object 42">
              <a:extLst>
                <a:ext uri="{FF2B5EF4-FFF2-40B4-BE49-F238E27FC236}">
                  <a16:creationId xmlns:a16="http://schemas.microsoft.com/office/drawing/2014/main" id="{C694A70D-3AA8-CB5A-D968-CE5AFBEF95F8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30192" y="5608676"/>
              <a:ext cx="246657" cy="247293"/>
            </a:xfrm>
            <a:prstGeom prst="rect">
              <a:avLst/>
            </a:prstGeom>
          </p:spPr>
        </p:pic>
      </p:grpSp>
      <p:grpSp>
        <p:nvGrpSpPr>
          <p:cNvPr id="660" name="object 43">
            <a:extLst>
              <a:ext uri="{FF2B5EF4-FFF2-40B4-BE49-F238E27FC236}">
                <a16:creationId xmlns:a16="http://schemas.microsoft.com/office/drawing/2014/main" id="{E7E57FC2-BB61-81B0-A82A-F7C83CC82FB3}"/>
              </a:ext>
            </a:extLst>
          </p:cNvPr>
          <p:cNvGrpSpPr/>
          <p:nvPr/>
        </p:nvGrpSpPr>
        <p:grpSpPr>
          <a:xfrm>
            <a:off x="5392546" y="3355725"/>
            <a:ext cx="3053715" cy="826135"/>
            <a:chOff x="5093970" y="3803591"/>
            <a:chExt cx="3053715" cy="826135"/>
          </a:xfrm>
        </p:grpSpPr>
        <p:sp>
          <p:nvSpPr>
            <p:cNvPr id="661" name="object 44">
              <a:extLst>
                <a:ext uri="{FF2B5EF4-FFF2-40B4-BE49-F238E27FC236}">
                  <a16:creationId xmlns:a16="http://schemas.microsoft.com/office/drawing/2014/main" id="{91235A83-2C28-60ED-A01C-A415B2CA2468}"/>
                </a:ext>
              </a:extLst>
            </p:cNvPr>
            <p:cNvSpPr/>
            <p:nvPr/>
          </p:nvSpPr>
          <p:spPr>
            <a:xfrm>
              <a:off x="6176010" y="4244975"/>
              <a:ext cx="802640" cy="0"/>
            </a:xfrm>
            <a:custGeom>
              <a:avLst/>
              <a:gdLst/>
              <a:ahLst/>
              <a:cxnLst/>
              <a:rect l="l" t="t" r="r" b="b"/>
              <a:pathLst>
                <a:path w="802640">
                  <a:moveTo>
                    <a:pt x="0" y="0"/>
                  </a:moveTo>
                  <a:lnTo>
                    <a:pt x="802639" y="0"/>
                  </a:lnTo>
                </a:path>
              </a:pathLst>
            </a:custGeom>
            <a:ln w="8889">
              <a:solidFill>
                <a:srgbClr val="00347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2" name="object 45">
              <a:extLst>
                <a:ext uri="{FF2B5EF4-FFF2-40B4-BE49-F238E27FC236}">
                  <a16:creationId xmlns:a16="http://schemas.microsoft.com/office/drawing/2014/main" id="{4D37AD43-D290-62F0-9446-FDACEFA60D37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93970" y="3975100"/>
              <a:ext cx="267970" cy="529589"/>
            </a:xfrm>
            <a:prstGeom prst="rect">
              <a:avLst/>
            </a:prstGeom>
          </p:spPr>
        </p:pic>
        <p:sp>
          <p:nvSpPr>
            <p:cNvPr id="663" name="object 46">
              <a:extLst>
                <a:ext uri="{FF2B5EF4-FFF2-40B4-BE49-F238E27FC236}">
                  <a16:creationId xmlns:a16="http://schemas.microsoft.com/office/drawing/2014/main" id="{23E068D0-F017-18D1-FF82-3DF2707A77F4}"/>
                </a:ext>
              </a:extLst>
            </p:cNvPr>
            <p:cNvSpPr/>
            <p:nvPr/>
          </p:nvSpPr>
          <p:spPr>
            <a:xfrm>
              <a:off x="7854950" y="3816350"/>
              <a:ext cx="279400" cy="800100"/>
            </a:xfrm>
            <a:custGeom>
              <a:avLst/>
              <a:gdLst/>
              <a:ahLst/>
              <a:cxnLst/>
              <a:rect l="l" t="t" r="r" b="b"/>
              <a:pathLst>
                <a:path w="279400" h="800100">
                  <a:moveTo>
                    <a:pt x="139700" y="800100"/>
                  </a:moveTo>
                  <a:lnTo>
                    <a:pt x="0" y="800100"/>
                  </a:lnTo>
                  <a:lnTo>
                    <a:pt x="0" y="0"/>
                  </a:lnTo>
                  <a:lnTo>
                    <a:pt x="279400" y="0"/>
                  </a:lnTo>
                  <a:lnTo>
                    <a:pt x="279400" y="800100"/>
                  </a:lnTo>
                  <a:lnTo>
                    <a:pt x="139700" y="800100"/>
                  </a:lnTo>
                  <a:close/>
                </a:path>
              </a:pathLst>
            </a:custGeom>
            <a:ln w="255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4" name="object 47">
              <a:extLst>
                <a:ext uri="{FF2B5EF4-FFF2-40B4-BE49-F238E27FC236}">
                  <a16:creationId xmlns:a16="http://schemas.microsoft.com/office/drawing/2014/main" id="{C94A00B9-55A5-D541-69F6-98669E9E6D7B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918391" y="3879791"/>
              <a:ext cx="165218" cy="216018"/>
            </a:xfrm>
            <a:prstGeom prst="rect">
              <a:avLst/>
            </a:prstGeom>
          </p:spPr>
        </p:pic>
        <p:pic>
          <p:nvPicPr>
            <p:cNvPr id="665" name="object 48">
              <a:extLst>
                <a:ext uri="{FF2B5EF4-FFF2-40B4-BE49-F238E27FC236}">
                  <a16:creationId xmlns:a16="http://schemas.microsoft.com/office/drawing/2014/main" id="{EA6A53DC-75FB-57D4-28DA-B658850AA00F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18391" y="4121091"/>
              <a:ext cx="165218" cy="444618"/>
            </a:xfrm>
            <a:prstGeom prst="rect">
              <a:avLst/>
            </a:prstGeom>
          </p:spPr>
        </p:pic>
      </p:grpSp>
      <p:sp>
        <p:nvSpPr>
          <p:cNvPr id="666" name="object 49">
            <a:extLst>
              <a:ext uri="{FF2B5EF4-FFF2-40B4-BE49-F238E27FC236}">
                <a16:creationId xmlns:a16="http://schemas.microsoft.com/office/drawing/2014/main" id="{95F8215C-3F5D-EB0A-9523-9C02B06F8BF4}"/>
              </a:ext>
            </a:extLst>
          </p:cNvPr>
          <p:cNvSpPr txBox="1"/>
          <p:nvPr/>
        </p:nvSpPr>
        <p:spPr>
          <a:xfrm>
            <a:off x="5252846" y="5084254"/>
            <a:ext cx="18224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85" dirty="0">
                <a:latin typeface="Arial MT"/>
                <a:cs typeface="Arial MT"/>
              </a:rPr>
              <a:t>I</a:t>
            </a:r>
            <a:r>
              <a:rPr sz="1600" spc="-195" dirty="0">
                <a:latin typeface="Arial MT"/>
                <a:cs typeface="Arial MT"/>
              </a:rPr>
              <a:t>P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667" name="object 50">
            <a:extLst>
              <a:ext uri="{FF2B5EF4-FFF2-40B4-BE49-F238E27FC236}">
                <a16:creationId xmlns:a16="http://schemas.microsoft.com/office/drawing/2014/main" id="{681128F6-1B70-2E09-46FF-F41F1EF773A2}"/>
              </a:ext>
            </a:extLst>
          </p:cNvPr>
          <p:cNvGrpSpPr/>
          <p:nvPr/>
        </p:nvGrpSpPr>
        <p:grpSpPr>
          <a:xfrm>
            <a:off x="5113146" y="5606224"/>
            <a:ext cx="473709" cy="537210"/>
            <a:chOff x="4814570" y="6054090"/>
            <a:chExt cx="473709" cy="537210"/>
          </a:xfrm>
        </p:grpSpPr>
        <p:sp>
          <p:nvSpPr>
            <p:cNvPr id="668" name="object 51">
              <a:extLst>
                <a:ext uri="{FF2B5EF4-FFF2-40B4-BE49-F238E27FC236}">
                  <a16:creationId xmlns:a16="http://schemas.microsoft.com/office/drawing/2014/main" id="{5BC90AD7-497A-884C-09FC-EB155A6698DF}"/>
                </a:ext>
              </a:extLst>
            </p:cNvPr>
            <p:cNvSpPr/>
            <p:nvPr/>
          </p:nvSpPr>
          <p:spPr>
            <a:xfrm>
              <a:off x="4827270" y="6066790"/>
              <a:ext cx="461009" cy="524510"/>
            </a:xfrm>
            <a:custGeom>
              <a:avLst/>
              <a:gdLst/>
              <a:ahLst/>
              <a:cxnLst/>
              <a:rect l="l" t="t" r="r" b="b"/>
              <a:pathLst>
                <a:path w="461010" h="524509">
                  <a:moveTo>
                    <a:pt x="0" y="0"/>
                  </a:moveTo>
                  <a:lnTo>
                    <a:pt x="461009" y="0"/>
                  </a:lnTo>
                  <a:lnTo>
                    <a:pt x="461009" y="524510"/>
                  </a:lnTo>
                  <a:lnTo>
                    <a:pt x="0" y="5245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A5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9" name="object 52">
              <a:extLst>
                <a:ext uri="{FF2B5EF4-FFF2-40B4-BE49-F238E27FC236}">
                  <a16:creationId xmlns:a16="http://schemas.microsoft.com/office/drawing/2014/main" id="{D867F00C-DABD-FE27-04FC-2F5825704AFE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14570" y="6054090"/>
              <a:ext cx="246379" cy="246379"/>
            </a:xfrm>
            <a:prstGeom prst="rect">
              <a:avLst/>
            </a:prstGeom>
          </p:spPr>
        </p:pic>
        <p:sp>
          <p:nvSpPr>
            <p:cNvPr id="670" name="object 53">
              <a:extLst>
                <a:ext uri="{FF2B5EF4-FFF2-40B4-BE49-F238E27FC236}">
                  <a16:creationId xmlns:a16="http://schemas.microsoft.com/office/drawing/2014/main" id="{D6BC1B87-C4DE-8E01-E69A-7385F039F130}"/>
                </a:ext>
              </a:extLst>
            </p:cNvPr>
            <p:cNvSpPr/>
            <p:nvPr/>
          </p:nvSpPr>
          <p:spPr>
            <a:xfrm>
              <a:off x="4814570" y="6054090"/>
              <a:ext cx="267335" cy="267970"/>
            </a:xfrm>
            <a:custGeom>
              <a:avLst/>
              <a:gdLst/>
              <a:ahLst/>
              <a:cxnLst/>
              <a:rect l="l" t="t" r="r" b="b"/>
              <a:pathLst>
                <a:path w="267335" h="267970">
                  <a:moveTo>
                    <a:pt x="266951" y="0"/>
                  </a:moveTo>
                  <a:lnTo>
                    <a:pt x="246379" y="0"/>
                  </a:lnTo>
                  <a:lnTo>
                    <a:pt x="0" y="246380"/>
                  </a:lnTo>
                  <a:lnTo>
                    <a:pt x="0" y="267639"/>
                  </a:lnTo>
                  <a:lnTo>
                    <a:pt x="266951" y="0"/>
                  </a:lnTo>
                  <a:close/>
                </a:path>
              </a:pathLst>
            </a:custGeom>
            <a:solidFill>
              <a:srgbClr val="DAD8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54">
              <a:extLst>
                <a:ext uri="{FF2B5EF4-FFF2-40B4-BE49-F238E27FC236}">
                  <a16:creationId xmlns:a16="http://schemas.microsoft.com/office/drawing/2014/main" id="{A1C75C4B-4B3E-456D-AC1D-0E6428CF31EB}"/>
                </a:ext>
              </a:extLst>
            </p:cNvPr>
            <p:cNvSpPr/>
            <p:nvPr/>
          </p:nvSpPr>
          <p:spPr>
            <a:xfrm>
              <a:off x="4814570" y="6054090"/>
              <a:ext cx="289560" cy="289560"/>
            </a:xfrm>
            <a:custGeom>
              <a:avLst/>
              <a:gdLst/>
              <a:ahLst/>
              <a:cxnLst/>
              <a:rect l="l" t="t" r="r" b="b"/>
              <a:pathLst>
                <a:path w="289560" h="289560">
                  <a:moveTo>
                    <a:pt x="289559" y="0"/>
                  </a:moveTo>
                  <a:lnTo>
                    <a:pt x="266951" y="0"/>
                  </a:lnTo>
                  <a:lnTo>
                    <a:pt x="0" y="267639"/>
                  </a:lnTo>
                  <a:lnTo>
                    <a:pt x="0" y="289559"/>
                  </a:lnTo>
                  <a:lnTo>
                    <a:pt x="289559" y="0"/>
                  </a:lnTo>
                  <a:close/>
                </a:path>
              </a:pathLst>
            </a:custGeom>
            <a:solidFill>
              <a:srgbClr val="D9D7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55">
              <a:extLst>
                <a:ext uri="{FF2B5EF4-FFF2-40B4-BE49-F238E27FC236}">
                  <a16:creationId xmlns:a16="http://schemas.microsoft.com/office/drawing/2014/main" id="{45259C59-2DB8-2043-F02C-08E6B66D6E6C}"/>
                </a:ext>
              </a:extLst>
            </p:cNvPr>
            <p:cNvSpPr/>
            <p:nvPr/>
          </p:nvSpPr>
          <p:spPr>
            <a:xfrm>
              <a:off x="4814570" y="6054090"/>
              <a:ext cx="312420" cy="312420"/>
            </a:xfrm>
            <a:custGeom>
              <a:avLst/>
              <a:gdLst/>
              <a:ahLst/>
              <a:cxnLst/>
              <a:rect l="l" t="t" r="r" b="b"/>
              <a:pathLst>
                <a:path w="312420" h="312420">
                  <a:moveTo>
                    <a:pt x="312419" y="0"/>
                  </a:moveTo>
                  <a:lnTo>
                    <a:pt x="289559" y="0"/>
                  </a:lnTo>
                  <a:lnTo>
                    <a:pt x="0" y="289559"/>
                  </a:lnTo>
                  <a:lnTo>
                    <a:pt x="0" y="312419"/>
                  </a:lnTo>
                  <a:lnTo>
                    <a:pt x="312419" y="0"/>
                  </a:lnTo>
                  <a:close/>
                </a:path>
              </a:pathLst>
            </a:custGeom>
            <a:solidFill>
              <a:srgbClr val="D8D7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56">
              <a:extLst>
                <a:ext uri="{FF2B5EF4-FFF2-40B4-BE49-F238E27FC236}">
                  <a16:creationId xmlns:a16="http://schemas.microsoft.com/office/drawing/2014/main" id="{CEAA8D83-9C50-732F-7006-6D1629793C9B}"/>
                </a:ext>
              </a:extLst>
            </p:cNvPr>
            <p:cNvSpPr/>
            <p:nvPr/>
          </p:nvSpPr>
          <p:spPr>
            <a:xfrm>
              <a:off x="4814570" y="6054090"/>
              <a:ext cx="335280" cy="335280"/>
            </a:xfrm>
            <a:custGeom>
              <a:avLst/>
              <a:gdLst/>
              <a:ahLst/>
              <a:cxnLst/>
              <a:rect l="l" t="t" r="r" b="b"/>
              <a:pathLst>
                <a:path w="335279" h="335279">
                  <a:moveTo>
                    <a:pt x="335279" y="0"/>
                  </a:moveTo>
                  <a:lnTo>
                    <a:pt x="312420" y="0"/>
                  </a:lnTo>
                  <a:lnTo>
                    <a:pt x="0" y="312419"/>
                  </a:lnTo>
                  <a:lnTo>
                    <a:pt x="0" y="335280"/>
                  </a:lnTo>
                  <a:lnTo>
                    <a:pt x="335279" y="0"/>
                  </a:lnTo>
                  <a:close/>
                </a:path>
              </a:pathLst>
            </a:custGeom>
            <a:solidFill>
              <a:srgbClr val="D7D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57">
              <a:extLst>
                <a:ext uri="{FF2B5EF4-FFF2-40B4-BE49-F238E27FC236}">
                  <a16:creationId xmlns:a16="http://schemas.microsoft.com/office/drawing/2014/main" id="{7FB19C0F-E022-5889-8B31-CCEF99347D90}"/>
                </a:ext>
              </a:extLst>
            </p:cNvPr>
            <p:cNvSpPr/>
            <p:nvPr/>
          </p:nvSpPr>
          <p:spPr>
            <a:xfrm>
              <a:off x="4814570" y="6054090"/>
              <a:ext cx="358140" cy="358140"/>
            </a:xfrm>
            <a:custGeom>
              <a:avLst/>
              <a:gdLst/>
              <a:ahLst/>
              <a:cxnLst/>
              <a:rect l="l" t="t" r="r" b="b"/>
              <a:pathLst>
                <a:path w="358139" h="358139">
                  <a:moveTo>
                    <a:pt x="358139" y="0"/>
                  </a:moveTo>
                  <a:lnTo>
                    <a:pt x="335279" y="0"/>
                  </a:lnTo>
                  <a:lnTo>
                    <a:pt x="0" y="335280"/>
                  </a:lnTo>
                  <a:lnTo>
                    <a:pt x="0" y="358139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D6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58">
              <a:extLst>
                <a:ext uri="{FF2B5EF4-FFF2-40B4-BE49-F238E27FC236}">
                  <a16:creationId xmlns:a16="http://schemas.microsoft.com/office/drawing/2014/main" id="{36FB6D4A-C8F9-CE3C-175D-BD969B54C4F4}"/>
                </a:ext>
              </a:extLst>
            </p:cNvPr>
            <p:cNvSpPr/>
            <p:nvPr/>
          </p:nvSpPr>
          <p:spPr>
            <a:xfrm>
              <a:off x="4814570" y="6054090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0"/>
                  </a:moveTo>
                  <a:lnTo>
                    <a:pt x="358139" y="0"/>
                  </a:lnTo>
                  <a:lnTo>
                    <a:pt x="0" y="358139"/>
                  </a:lnTo>
                  <a:lnTo>
                    <a:pt x="0" y="380999"/>
                  </a:lnTo>
                  <a:lnTo>
                    <a:pt x="381000" y="0"/>
                  </a:lnTo>
                  <a:close/>
                </a:path>
              </a:pathLst>
            </a:custGeom>
            <a:solidFill>
              <a:srgbClr val="D5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59">
              <a:extLst>
                <a:ext uri="{FF2B5EF4-FFF2-40B4-BE49-F238E27FC236}">
                  <a16:creationId xmlns:a16="http://schemas.microsoft.com/office/drawing/2014/main" id="{FF2B7437-44FE-BBBB-3618-E8A34796508D}"/>
                </a:ext>
              </a:extLst>
            </p:cNvPr>
            <p:cNvSpPr/>
            <p:nvPr/>
          </p:nvSpPr>
          <p:spPr>
            <a:xfrm>
              <a:off x="4814570" y="6054090"/>
              <a:ext cx="402590" cy="402590"/>
            </a:xfrm>
            <a:custGeom>
              <a:avLst/>
              <a:gdLst/>
              <a:ahLst/>
              <a:cxnLst/>
              <a:rect l="l" t="t" r="r" b="b"/>
              <a:pathLst>
                <a:path w="402589" h="402589">
                  <a:moveTo>
                    <a:pt x="402589" y="0"/>
                  </a:moveTo>
                  <a:lnTo>
                    <a:pt x="381000" y="0"/>
                  </a:lnTo>
                  <a:lnTo>
                    <a:pt x="0" y="380999"/>
                  </a:lnTo>
                  <a:lnTo>
                    <a:pt x="0" y="402590"/>
                  </a:lnTo>
                  <a:lnTo>
                    <a:pt x="402589" y="0"/>
                  </a:lnTo>
                  <a:close/>
                </a:path>
              </a:pathLst>
            </a:custGeom>
            <a:solidFill>
              <a:srgbClr val="D4D4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0">
              <a:extLst>
                <a:ext uri="{FF2B5EF4-FFF2-40B4-BE49-F238E27FC236}">
                  <a16:creationId xmlns:a16="http://schemas.microsoft.com/office/drawing/2014/main" id="{0D28D749-DE67-D86E-E4AB-C36A38441050}"/>
                </a:ext>
              </a:extLst>
            </p:cNvPr>
            <p:cNvSpPr/>
            <p:nvPr/>
          </p:nvSpPr>
          <p:spPr>
            <a:xfrm>
              <a:off x="4814570" y="6054090"/>
              <a:ext cx="426720" cy="426084"/>
            </a:xfrm>
            <a:custGeom>
              <a:avLst/>
              <a:gdLst/>
              <a:ahLst/>
              <a:cxnLst/>
              <a:rect l="l" t="t" r="r" b="b"/>
              <a:pathLst>
                <a:path w="426720" h="426085">
                  <a:moveTo>
                    <a:pt x="426674" y="0"/>
                  </a:moveTo>
                  <a:lnTo>
                    <a:pt x="402589" y="0"/>
                  </a:lnTo>
                  <a:lnTo>
                    <a:pt x="0" y="402590"/>
                  </a:lnTo>
                  <a:lnTo>
                    <a:pt x="0" y="425577"/>
                  </a:lnTo>
                  <a:lnTo>
                    <a:pt x="426674" y="0"/>
                  </a:lnTo>
                  <a:close/>
                </a:path>
              </a:pathLst>
            </a:custGeom>
            <a:solidFill>
              <a:srgbClr val="D3D3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1">
              <a:extLst>
                <a:ext uri="{FF2B5EF4-FFF2-40B4-BE49-F238E27FC236}">
                  <a16:creationId xmlns:a16="http://schemas.microsoft.com/office/drawing/2014/main" id="{03BF6F98-2CD6-1712-18B1-95F29BD5EDD5}"/>
                </a:ext>
              </a:extLst>
            </p:cNvPr>
            <p:cNvSpPr/>
            <p:nvPr/>
          </p:nvSpPr>
          <p:spPr>
            <a:xfrm>
              <a:off x="4814570" y="6054090"/>
              <a:ext cx="447040" cy="447040"/>
            </a:xfrm>
            <a:custGeom>
              <a:avLst/>
              <a:gdLst/>
              <a:ahLst/>
              <a:cxnLst/>
              <a:rect l="l" t="t" r="r" b="b"/>
              <a:pathLst>
                <a:path w="447039" h="447039">
                  <a:moveTo>
                    <a:pt x="447039" y="0"/>
                  </a:moveTo>
                  <a:lnTo>
                    <a:pt x="426674" y="0"/>
                  </a:lnTo>
                  <a:lnTo>
                    <a:pt x="0" y="425577"/>
                  </a:lnTo>
                  <a:lnTo>
                    <a:pt x="0" y="447039"/>
                  </a:lnTo>
                  <a:lnTo>
                    <a:pt x="447039" y="0"/>
                  </a:lnTo>
                  <a:close/>
                </a:path>
              </a:pathLst>
            </a:custGeom>
            <a:solidFill>
              <a:srgbClr val="D2D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2">
              <a:extLst>
                <a:ext uri="{FF2B5EF4-FFF2-40B4-BE49-F238E27FC236}">
                  <a16:creationId xmlns:a16="http://schemas.microsoft.com/office/drawing/2014/main" id="{0A9ABF45-1B68-840F-30AE-BAAF43B6A319}"/>
                </a:ext>
              </a:extLst>
            </p:cNvPr>
            <p:cNvSpPr/>
            <p:nvPr/>
          </p:nvSpPr>
          <p:spPr>
            <a:xfrm>
              <a:off x="4814570" y="6054090"/>
              <a:ext cx="462280" cy="469900"/>
            </a:xfrm>
            <a:custGeom>
              <a:avLst/>
              <a:gdLst/>
              <a:ahLst/>
              <a:cxnLst/>
              <a:rect l="l" t="t" r="r" b="b"/>
              <a:pathLst>
                <a:path w="462279" h="469900">
                  <a:moveTo>
                    <a:pt x="462279" y="0"/>
                  </a:moveTo>
                  <a:lnTo>
                    <a:pt x="447039" y="0"/>
                  </a:lnTo>
                  <a:lnTo>
                    <a:pt x="0" y="447039"/>
                  </a:lnTo>
                  <a:lnTo>
                    <a:pt x="0" y="469899"/>
                  </a:lnTo>
                  <a:lnTo>
                    <a:pt x="462279" y="7620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D1D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3">
              <a:extLst>
                <a:ext uri="{FF2B5EF4-FFF2-40B4-BE49-F238E27FC236}">
                  <a16:creationId xmlns:a16="http://schemas.microsoft.com/office/drawing/2014/main" id="{BD9F2808-963B-B461-B83E-367EF66508B9}"/>
                </a:ext>
              </a:extLst>
            </p:cNvPr>
            <p:cNvSpPr/>
            <p:nvPr/>
          </p:nvSpPr>
          <p:spPr>
            <a:xfrm>
              <a:off x="4814570" y="6061710"/>
              <a:ext cx="462280" cy="485140"/>
            </a:xfrm>
            <a:custGeom>
              <a:avLst/>
              <a:gdLst/>
              <a:ahLst/>
              <a:cxnLst/>
              <a:rect l="l" t="t" r="r" b="b"/>
              <a:pathLst>
                <a:path w="462279" h="485140">
                  <a:moveTo>
                    <a:pt x="462279" y="0"/>
                  </a:moveTo>
                  <a:lnTo>
                    <a:pt x="0" y="462279"/>
                  </a:lnTo>
                  <a:lnTo>
                    <a:pt x="0" y="485139"/>
                  </a:lnTo>
                  <a:lnTo>
                    <a:pt x="462279" y="22859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4">
              <a:extLst>
                <a:ext uri="{FF2B5EF4-FFF2-40B4-BE49-F238E27FC236}">
                  <a16:creationId xmlns:a16="http://schemas.microsoft.com/office/drawing/2014/main" id="{80D1B494-FB5F-0269-5101-E800109609F1}"/>
                </a:ext>
              </a:extLst>
            </p:cNvPr>
            <p:cNvSpPr/>
            <p:nvPr/>
          </p:nvSpPr>
          <p:spPr>
            <a:xfrm>
              <a:off x="4814570" y="6084570"/>
              <a:ext cx="462280" cy="485140"/>
            </a:xfrm>
            <a:custGeom>
              <a:avLst/>
              <a:gdLst/>
              <a:ahLst/>
              <a:cxnLst/>
              <a:rect l="l" t="t" r="r" b="b"/>
              <a:pathLst>
                <a:path w="462279" h="485140">
                  <a:moveTo>
                    <a:pt x="462279" y="0"/>
                  </a:moveTo>
                  <a:lnTo>
                    <a:pt x="0" y="462280"/>
                  </a:lnTo>
                  <a:lnTo>
                    <a:pt x="0" y="485139"/>
                  </a:lnTo>
                  <a:lnTo>
                    <a:pt x="462279" y="22860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5">
              <a:extLst>
                <a:ext uri="{FF2B5EF4-FFF2-40B4-BE49-F238E27FC236}">
                  <a16:creationId xmlns:a16="http://schemas.microsoft.com/office/drawing/2014/main" id="{B2516159-A43D-5414-F666-D588D5DB9E37}"/>
                </a:ext>
              </a:extLst>
            </p:cNvPr>
            <p:cNvSpPr/>
            <p:nvPr/>
          </p:nvSpPr>
          <p:spPr>
            <a:xfrm>
              <a:off x="4814570" y="6107430"/>
              <a:ext cx="462280" cy="472440"/>
            </a:xfrm>
            <a:custGeom>
              <a:avLst/>
              <a:gdLst/>
              <a:ahLst/>
              <a:cxnLst/>
              <a:rect l="l" t="t" r="r" b="b"/>
              <a:pathLst>
                <a:path w="462279" h="472440">
                  <a:moveTo>
                    <a:pt x="462279" y="0"/>
                  </a:moveTo>
                  <a:lnTo>
                    <a:pt x="0" y="462279"/>
                  </a:lnTo>
                  <a:lnTo>
                    <a:pt x="0" y="472439"/>
                  </a:lnTo>
                  <a:lnTo>
                    <a:pt x="12700" y="472439"/>
                  </a:lnTo>
                  <a:lnTo>
                    <a:pt x="462279" y="22859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ED0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6">
              <a:extLst>
                <a:ext uri="{FF2B5EF4-FFF2-40B4-BE49-F238E27FC236}">
                  <a16:creationId xmlns:a16="http://schemas.microsoft.com/office/drawing/2014/main" id="{7505C7BC-7754-FC34-A1DB-C81B10DAA903}"/>
                </a:ext>
              </a:extLst>
            </p:cNvPr>
            <p:cNvSpPr/>
            <p:nvPr/>
          </p:nvSpPr>
          <p:spPr>
            <a:xfrm>
              <a:off x="4827270" y="6130290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449579" y="0"/>
                  </a:moveTo>
                  <a:lnTo>
                    <a:pt x="0" y="449580"/>
                  </a:lnTo>
                  <a:lnTo>
                    <a:pt x="21632" y="449580"/>
                  </a:lnTo>
                  <a:lnTo>
                    <a:pt x="449579" y="22732"/>
                  </a:lnTo>
                  <a:lnTo>
                    <a:pt x="449579" y="0"/>
                  </a:lnTo>
                  <a:close/>
                </a:path>
              </a:pathLst>
            </a:custGeom>
            <a:solidFill>
              <a:srgbClr val="CDCF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7">
              <a:extLst>
                <a:ext uri="{FF2B5EF4-FFF2-40B4-BE49-F238E27FC236}">
                  <a16:creationId xmlns:a16="http://schemas.microsoft.com/office/drawing/2014/main" id="{E4A581D1-4D08-B865-58DE-D4EDEF5A7177}"/>
                </a:ext>
              </a:extLst>
            </p:cNvPr>
            <p:cNvSpPr/>
            <p:nvPr/>
          </p:nvSpPr>
          <p:spPr>
            <a:xfrm>
              <a:off x="4848902" y="6153022"/>
              <a:ext cx="427990" cy="427355"/>
            </a:xfrm>
            <a:custGeom>
              <a:avLst/>
              <a:gdLst/>
              <a:ahLst/>
              <a:cxnLst/>
              <a:rect l="l" t="t" r="r" b="b"/>
              <a:pathLst>
                <a:path w="427989" h="427354">
                  <a:moveTo>
                    <a:pt x="427947" y="0"/>
                  </a:moveTo>
                  <a:lnTo>
                    <a:pt x="0" y="426847"/>
                  </a:lnTo>
                  <a:lnTo>
                    <a:pt x="21547" y="426847"/>
                  </a:lnTo>
                  <a:lnTo>
                    <a:pt x="427947" y="20447"/>
                  </a:lnTo>
                  <a:lnTo>
                    <a:pt x="427947" y="0"/>
                  </a:lnTo>
                  <a:close/>
                </a:path>
              </a:pathLst>
            </a:custGeom>
            <a:solidFill>
              <a:srgbClr val="CCC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">
              <a:extLst>
                <a:ext uri="{FF2B5EF4-FFF2-40B4-BE49-F238E27FC236}">
                  <a16:creationId xmlns:a16="http://schemas.microsoft.com/office/drawing/2014/main" id="{61EC8CB4-9ED3-ADBF-14D7-5C7993360714}"/>
                </a:ext>
              </a:extLst>
            </p:cNvPr>
            <p:cNvSpPr/>
            <p:nvPr/>
          </p:nvSpPr>
          <p:spPr>
            <a:xfrm>
              <a:off x="4870450" y="6173470"/>
              <a:ext cx="406400" cy="406400"/>
            </a:xfrm>
            <a:custGeom>
              <a:avLst/>
              <a:gdLst/>
              <a:ahLst/>
              <a:cxnLst/>
              <a:rect l="l" t="t" r="r" b="b"/>
              <a:pathLst>
                <a:path w="406400" h="406400">
                  <a:moveTo>
                    <a:pt x="406400" y="0"/>
                  </a:moveTo>
                  <a:lnTo>
                    <a:pt x="0" y="406400"/>
                  </a:lnTo>
                  <a:lnTo>
                    <a:pt x="22860" y="406400"/>
                  </a:lnTo>
                  <a:lnTo>
                    <a:pt x="406400" y="22860"/>
                  </a:lnTo>
                  <a:lnTo>
                    <a:pt x="406400" y="0"/>
                  </a:lnTo>
                  <a:close/>
                </a:path>
              </a:pathLst>
            </a:custGeom>
            <a:solidFill>
              <a:srgbClr val="CCCE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9">
              <a:extLst>
                <a:ext uri="{FF2B5EF4-FFF2-40B4-BE49-F238E27FC236}">
                  <a16:creationId xmlns:a16="http://schemas.microsoft.com/office/drawing/2014/main" id="{2AD1A461-F838-0EC1-03EE-A539478980A2}"/>
                </a:ext>
              </a:extLst>
            </p:cNvPr>
            <p:cNvSpPr/>
            <p:nvPr/>
          </p:nvSpPr>
          <p:spPr>
            <a:xfrm>
              <a:off x="4893310" y="6196330"/>
              <a:ext cx="383540" cy="383540"/>
            </a:xfrm>
            <a:custGeom>
              <a:avLst/>
              <a:gdLst/>
              <a:ahLst/>
              <a:cxnLst/>
              <a:rect l="l" t="t" r="r" b="b"/>
              <a:pathLst>
                <a:path w="383539" h="383540">
                  <a:moveTo>
                    <a:pt x="383539" y="0"/>
                  </a:moveTo>
                  <a:lnTo>
                    <a:pt x="0" y="383539"/>
                  </a:lnTo>
                  <a:lnTo>
                    <a:pt x="22860" y="383539"/>
                  </a:lnTo>
                  <a:lnTo>
                    <a:pt x="383539" y="22859"/>
                  </a:lnTo>
                  <a:lnTo>
                    <a:pt x="383539" y="0"/>
                  </a:lnTo>
                  <a:close/>
                </a:path>
              </a:pathLst>
            </a:custGeom>
            <a:solidFill>
              <a:srgbClr val="CA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70">
              <a:extLst>
                <a:ext uri="{FF2B5EF4-FFF2-40B4-BE49-F238E27FC236}">
                  <a16:creationId xmlns:a16="http://schemas.microsoft.com/office/drawing/2014/main" id="{A25D5E10-4406-E3FB-C3DF-70AFC460272E}"/>
                </a:ext>
              </a:extLst>
            </p:cNvPr>
            <p:cNvSpPr/>
            <p:nvPr/>
          </p:nvSpPr>
          <p:spPr>
            <a:xfrm>
              <a:off x="4916170" y="6219190"/>
              <a:ext cx="360680" cy="360680"/>
            </a:xfrm>
            <a:custGeom>
              <a:avLst/>
              <a:gdLst/>
              <a:ahLst/>
              <a:cxnLst/>
              <a:rect l="l" t="t" r="r" b="b"/>
              <a:pathLst>
                <a:path w="360679" h="360679">
                  <a:moveTo>
                    <a:pt x="360679" y="0"/>
                  </a:moveTo>
                  <a:lnTo>
                    <a:pt x="0" y="360680"/>
                  </a:lnTo>
                  <a:lnTo>
                    <a:pt x="22859" y="360680"/>
                  </a:lnTo>
                  <a:lnTo>
                    <a:pt x="360679" y="22859"/>
                  </a:lnTo>
                  <a:lnTo>
                    <a:pt x="360679" y="0"/>
                  </a:lnTo>
                  <a:close/>
                </a:path>
              </a:pathLst>
            </a:custGeom>
            <a:solidFill>
              <a:srgbClr val="C9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71">
              <a:extLst>
                <a:ext uri="{FF2B5EF4-FFF2-40B4-BE49-F238E27FC236}">
                  <a16:creationId xmlns:a16="http://schemas.microsoft.com/office/drawing/2014/main" id="{46C9552E-C672-5649-4D66-68605B45C63F}"/>
                </a:ext>
              </a:extLst>
            </p:cNvPr>
            <p:cNvSpPr/>
            <p:nvPr/>
          </p:nvSpPr>
          <p:spPr>
            <a:xfrm>
              <a:off x="4939030" y="6242050"/>
              <a:ext cx="337820" cy="337820"/>
            </a:xfrm>
            <a:custGeom>
              <a:avLst/>
              <a:gdLst/>
              <a:ahLst/>
              <a:cxnLst/>
              <a:rect l="l" t="t" r="r" b="b"/>
              <a:pathLst>
                <a:path w="337820" h="337820">
                  <a:moveTo>
                    <a:pt x="337820" y="0"/>
                  </a:moveTo>
                  <a:lnTo>
                    <a:pt x="0" y="337820"/>
                  </a:lnTo>
                  <a:lnTo>
                    <a:pt x="22860" y="337820"/>
                  </a:lnTo>
                  <a:lnTo>
                    <a:pt x="337820" y="22860"/>
                  </a:lnTo>
                  <a:lnTo>
                    <a:pt x="337820" y="0"/>
                  </a:lnTo>
                  <a:close/>
                </a:path>
              </a:pathLst>
            </a:custGeom>
            <a:solidFill>
              <a:srgbClr val="C8CC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72">
              <a:extLst>
                <a:ext uri="{FF2B5EF4-FFF2-40B4-BE49-F238E27FC236}">
                  <a16:creationId xmlns:a16="http://schemas.microsoft.com/office/drawing/2014/main" id="{BB8AB690-840D-27D9-EE72-813E805DD91C}"/>
                </a:ext>
              </a:extLst>
            </p:cNvPr>
            <p:cNvSpPr/>
            <p:nvPr/>
          </p:nvSpPr>
          <p:spPr>
            <a:xfrm>
              <a:off x="4961890" y="6264910"/>
              <a:ext cx="314960" cy="314960"/>
            </a:xfrm>
            <a:custGeom>
              <a:avLst/>
              <a:gdLst/>
              <a:ahLst/>
              <a:cxnLst/>
              <a:rect l="l" t="t" r="r" b="b"/>
              <a:pathLst>
                <a:path w="314960" h="314959">
                  <a:moveTo>
                    <a:pt x="314960" y="0"/>
                  </a:moveTo>
                  <a:lnTo>
                    <a:pt x="0" y="314959"/>
                  </a:lnTo>
                  <a:lnTo>
                    <a:pt x="21806" y="314959"/>
                  </a:lnTo>
                  <a:lnTo>
                    <a:pt x="314960" y="22559"/>
                  </a:lnTo>
                  <a:lnTo>
                    <a:pt x="314960" y="0"/>
                  </a:lnTo>
                  <a:close/>
                </a:path>
              </a:pathLst>
            </a:custGeom>
            <a:solidFill>
              <a:srgbClr val="C7CC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73">
              <a:extLst>
                <a:ext uri="{FF2B5EF4-FFF2-40B4-BE49-F238E27FC236}">
                  <a16:creationId xmlns:a16="http://schemas.microsoft.com/office/drawing/2014/main" id="{55701C2E-B692-BD75-4EA5-D824742B717A}"/>
                </a:ext>
              </a:extLst>
            </p:cNvPr>
            <p:cNvSpPr/>
            <p:nvPr/>
          </p:nvSpPr>
          <p:spPr>
            <a:xfrm>
              <a:off x="4983696" y="6287469"/>
              <a:ext cx="293370" cy="292735"/>
            </a:xfrm>
            <a:custGeom>
              <a:avLst/>
              <a:gdLst/>
              <a:ahLst/>
              <a:cxnLst/>
              <a:rect l="l" t="t" r="r" b="b"/>
              <a:pathLst>
                <a:path w="293370" h="292734">
                  <a:moveTo>
                    <a:pt x="293153" y="0"/>
                  </a:moveTo>
                  <a:lnTo>
                    <a:pt x="0" y="292400"/>
                  </a:lnTo>
                  <a:lnTo>
                    <a:pt x="22643" y="292400"/>
                  </a:lnTo>
                  <a:lnTo>
                    <a:pt x="293153" y="21890"/>
                  </a:lnTo>
                  <a:lnTo>
                    <a:pt x="293153" y="0"/>
                  </a:lnTo>
                  <a:close/>
                </a:path>
              </a:pathLst>
            </a:custGeom>
            <a:solidFill>
              <a:srgbClr val="C6CC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74">
              <a:extLst>
                <a:ext uri="{FF2B5EF4-FFF2-40B4-BE49-F238E27FC236}">
                  <a16:creationId xmlns:a16="http://schemas.microsoft.com/office/drawing/2014/main" id="{45242BFE-AFF8-DBA5-D20B-FF070A6D53FF}"/>
                </a:ext>
              </a:extLst>
            </p:cNvPr>
            <p:cNvSpPr/>
            <p:nvPr/>
          </p:nvSpPr>
          <p:spPr>
            <a:xfrm>
              <a:off x="5006340" y="6309360"/>
              <a:ext cx="270510" cy="270510"/>
            </a:xfrm>
            <a:custGeom>
              <a:avLst/>
              <a:gdLst/>
              <a:ahLst/>
              <a:cxnLst/>
              <a:rect l="l" t="t" r="r" b="b"/>
              <a:pathLst>
                <a:path w="270510" h="270509">
                  <a:moveTo>
                    <a:pt x="270510" y="0"/>
                  </a:moveTo>
                  <a:lnTo>
                    <a:pt x="0" y="270509"/>
                  </a:lnTo>
                  <a:lnTo>
                    <a:pt x="22585" y="270509"/>
                  </a:lnTo>
                  <a:lnTo>
                    <a:pt x="270510" y="21946"/>
                  </a:lnTo>
                  <a:lnTo>
                    <a:pt x="270510" y="0"/>
                  </a:lnTo>
                  <a:close/>
                </a:path>
              </a:pathLst>
            </a:custGeom>
            <a:solidFill>
              <a:srgbClr val="C5C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2" name="object 75">
              <a:extLst>
                <a:ext uri="{FF2B5EF4-FFF2-40B4-BE49-F238E27FC236}">
                  <a16:creationId xmlns:a16="http://schemas.microsoft.com/office/drawing/2014/main" id="{0EEDEC31-8F50-16CF-634B-D306790369F8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28925" y="6331306"/>
              <a:ext cx="247924" cy="248563"/>
            </a:xfrm>
            <a:prstGeom prst="rect">
              <a:avLst/>
            </a:prstGeom>
          </p:spPr>
        </p:pic>
      </p:grpSp>
      <p:sp>
        <p:nvSpPr>
          <p:cNvPr id="693" name="object 76">
            <a:extLst>
              <a:ext uri="{FF2B5EF4-FFF2-40B4-BE49-F238E27FC236}">
                <a16:creationId xmlns:a16="http://schemas.microsoft.com/office/drawing/2014/main" id="{EB33A5C0-0DB8-6AAC-8B90-8EB477C80781}"/>
              </a:ext>
            </a:extLst>
          </p:cNvPr>
          <p:cNvSpPr txBox="1"/>
          <p:nvPr/>
        </p:nvSpPr>
        <p:spPr>
          <a:xfrm>
            <a:off x="4705476" y="5612574"/>
            <a:ext cx="78613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4659" algn="l"/>
              </a:tabLst>
            </a:pPr>
            <a:r>
              <a:rPr sz="1600" u="sng" dirty="0">
                <a:uFill>
                  <a:solidFill>
                    <a:srgbClr val="00347F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600" spc="-15" dirty="0">
                <a:latin typeface="Times New Roman"/>
                <a:cs typeface="Times New Roman"/>
              </a:rPr>
              <a:t> </a:t>
            </a:r>
            <a:r>
              <a:rPr sz="1600" spc="-175" dirty="0">
                <a:latin typeface="Arial MT"/>
                <a:cs typeface="Arial MT"/>
              </a:rPr>
              <a:t>F</a:t>
            </a:r>
            <a:r>
              <a:rPr sz="1600" spc="-220" dirty="0">
                <a:latin typeface="Arial MT"/>
                <a:cs typeface="Arial MT"/>
              </a:rPr>
              <a:t>C</a:t>
            </a:r>
            <a:r>
              <a:rPr sz="1600" spc="-80" dirty="0">
                <a:latin typeface="Arial MT"/>
                <a:cs typeface="Arial MT"/>
              </a:rPr>
              <a:t>/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694" name="object 77">
            <a:extLst>
              <a:ext uri="{FF2B5EF4-FFF2-40B4-BE49-F238E27FC236}">
                <a16:creationId xmlns:a16="http://schemas.microsoft.com/office/drawing/2014/main" id="{DB873EE5-55D4-B559-48B7-2B8EB75B1588}"/>
              </a:ext>
            </a:extLst>
          </p:cNvPr>
          <p:cNvSpPr txBox="1"/>
          <p:nvPr/>
        </p:nvSpPr>
        <p:spPr>
          <a:xfrm>
            <a:off x="5252846" y="5806884"/>
            <a:ext cx="18224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85" dirty="0">
                <a:latin typeface="Arial MT"/>
                <a:cs typeface="Arial MT"/>
              </a:rPr>
              <a:t>I</a:t>
            </a:r>
            <a:r>
              <a:rPr sz="1600" spc="-195" dirty="0">
                <a:latin typeface="Arial MT"/>
                <a:cs typeface="Arial MT"/>
              </a:rPr>
              <a:t>P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695" name="object 78">
            <a:extLst>
              <a:ext uri="{FF2B5EF4-FFF2-40B4-BE49-F238E27FC236}">
                <a16:creationId xmlns:a16="http://schemas.microsoft.com/office/drawing/2014/main" id="{2A145DD9-5D8B-2308-2889-AB752E54783B}"/>
              </a:ext>
            </a:extLst>
          </p:cNvPr>
          <p:cNvGrpSpPr/>
          <p:nvPr/>
        </p:nvGrpSpPr>
        <p:grpSpPr>
          <a:xfrm>
            <a:off x="5569393" y="4883593"/>
            <a:ext cx="1924050" cy="991869"/>
            <a:chOff x="5270817" y="5331459"/>
            <a:chExt cx="1924050" cy="991869"/>
          </a:xfrm>
        </p:grpSpPr>
        <p:pic>
          <p:nvPicPr>
            <p:cNvPr id="696" name="object 79">
              <a:extLst>
                <a:ext uri="{FF2B5EF4-FFF2-40B4-BE49-F238E27FC236}">
                  <a16:creationId xmlns:a16="http://schemas.microsoft.com/office/drawing/2014/main" id="{FBA1FA66-3152-4511-AEA5-6B29D21A8EB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03239" y="5594349"/>
              <a:ext cx="789939" cy="681990"/>
            </a:xfrm>
            <a:prstGeom prst="rect">
              <a:avLst/>
            </a:prstGeom>
          </p:spPr>
        </p:pic>
        <p:sp>
          <p:nvSpPr>
            <p:cNvPr id="697" name="object 80">
              <a:extLst>
                <a:ext uri="{FF2B5EF4-FFF2-40B4-BE49-F238E27FC236}">
                  <a16:creationId xmlns:a16="http://schemas.microsoft.com/office/drawing/2014/main" id="{43C1C22A-6908-AD78-D0CA-E150CFAEBCFF}"/>
                </a:ext>
              </a:extLst>
            </p:cNvPr>
            <p:cNvSpPr/>
            <p:nvPr/>
          </p:nvSpPr>
          <p:spPr>
            <a:xfrm>
              <a:off x="5275579" y="5594349"/>
              <a:ext cx="393700" cy="723900"/>
            </a:xfrm>
            <a:custGeom>
              <a:avLst/>
              <a:gdLst/>
              <a:ahLst/>
              <a:cxnLst/>
              <a:rect l="l" t="t" r="r" b="b"/>
              <a:pathLst>
                <a:path w="393700" h="723900">
                  <a:moveTo>
                    <a:pt x="0" y="723900"/>
                  </a:moveTo>
                  <a:lnTo>
                    <a:pt x="393700" y="196850"/>
                  </a:lnTo>
                </a:path>
                <a:path w="393700" h="723900">
                  <a:moveTo>
                    <a:pt x="0" y="0"/>
                  </a:moveTo>
                  <a:lnTo>
                    <a:pt x="393700" y="461009"/>
                  </a:lnTo>
                </a:path>
              </a:pathLst>
            </a:custGeom>
            <a:ln w="9344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81">
              <a:extLst>
                <a:ext uri="{FF2B5EF4-FFF2-40B4-BE49-F238E27FC236}">
                  <a16:creationId xmlns:a16="http://schemas.microsoft.com/office/drawing/2014/main" id="{FFD2ACC3-1666-0CE1-238E-114346EBF32A}"/>
                </a:ext>
              </a:extLst>
            </p:cNvPr>
            <p:cNvSpPr/>
            <p:nvPr/>
          </p:nvSpPr>
          <p:spPr>
            <a:xfrm>
              <a:off x="5669280" y="5795009"/>
              <a:ext cx="659130" cy="264160"/>
            </a:xfrm>
            <a:custGeom>
              <a:avLst/>
              <a:gdLst/>
              <a:ahLst/>
              <a:cxnLst/>
              <a:rect l="l" t="t" r="r" b="b"/>
              <a:pathLst>
                <a:path w="659129" h="264160">
                  <a:moveTo>
                    <a:pt x="8890" y="255270"/>
                  </a:moveTo>
                  <a:lnTo>
                    <a:pt x="0" y="255270"/>
                  </a:lnTo>
                  <a:lnTo>
                    <a:pt x="0" y="264160"/>
                  </a:lnTo>
                  <a:lnTo>
                    <a:pt x="8890" y="264160"/>
                  </a:lnTo>
                  <a:lnTo>
                    <a:pt x="8890" y="255270"/>
                  </a:lnTo>
                  <a:close/>
                </a:path>
                <a:path w="659129" h="264160">
                  <a:moveTo>
                    <a:pt x="29210" y="255270"/>
                  </a:moveTo>
                  <a:lnTo>
                    <a:pt x="19050" y="255270"/>
                  </a:lnTo>
                  <a:lnTo>
                    <a:pt x="19050" y="264160"/>
                  </a:lnTo>
                  <a:lnTo>
                    <a:pt x="29210" y="264160"/>
                  </a:lnTo>
                  <a:lnTo>
                    <a:pt x="29210" y="255270"/>
                  </a:lnTo>
                  <a:close/>
                </a:path>
                <a:path w="659129" h="264160">
                  <a:moveTo>
                    <a:pt x="48260" y="255270"/>
                  </a:moveTo>
                  <a:lnTo>
                    <a:pt x="38100" y="255270"/>
                  </a:lnTo>
                  <a:lnTo>
                    <a:pt x="38100" y="264160"/>
                  </a:lnTo>
                  <a:lnTo>
                    <a:pt x="48260" y="264160"/>
                  </a:lnTo>
                  <a:lnTo>
                    <a:pt x="48260" y="255270"/>
                  </a:lnTo>
                  <a:close/>
                </a:path>
                <a:path w="659129" h="264160">
                  <a:moveTo>
                    <a:pt x="64770" y="19050"/>
                  </a:moveTo>
                  <a:lnTo>
                    <a:pt x="55880" y="15240"/>
                  </a:lnTo>
                  <a:lnTo>
                    <a:pt x="52070" y="24130"/>
                  </a:lnTo>
                  <a:lnTo>
                    <a:pt x="60960" y="26670"/>
                  </a:lnTo>
                  <a:lnTo>
                    <a:pt x="64770" y="19050"/>
                  </a:lnTo>
                  <a:close/>
                </a:path>
                <a:path w="659129" h="264160">
                  <a:moveTo>
                    <a:pt x="67310" y="255270"/>
                  </a:moveTo>
                  <a:lnTo>
                    <a:pt x="58420" y="255270"/>
                  </a:lnTo>
                  <a:lnTo>
                    <a:pt x="58420" y="264160"/>
                  </a:lnTo>
                  <a:lnTo>
                    <a:pt x="67310" y="264160"/>
                  </a:lnTo>
                  <a:lnTo>
                    <a:pt x="67310" y="255270"/>
                  </a:lnTo>
                  <a:close/>
                </a:path>
                <a:path w="659129" h="264160">
                  <a:moveTo>
                    <a:pt x="82550" y="25400"/>
                  </a:moveTo>
                  <a:lnTo>
                    <a:pt x="73660" y="22860"/>
                  </a:lnTo>
                  <a:lnTo>
                    <a:pt x="69850" y="30480"/>
                  </a:lnTo>
                  <a:lnTo>
                    <a:pt x="78740" y="34290"/>
                  </a:lnTo>
                  <a:lnTo>
                    <a:pt x="82550" y="25400"/>
                  </a:lnTo>
                  <a:close/>
                </a:path>
                <a:path w="659129" h="264160">
                  <a:moveTo>
                    <a:pt x="87630" y="255270"/>
                  </a:moveTo>
                  <a:lnTo>
                    <a:pt x="77470" y="255270"/>
                  </a:lnTo>
                  <a:lnTo>
                    <a:pt x="77470" y="264160"/>
                  </a:lnTo>
                  <a:lnTo>
                    <a:pt x="87630" y="264160"/>
                  </a:lnTo>
                  <a:lnTo>
                    <a:pt x="87630" y="255270"/>
                  </a:lnTo>
                  <a:close/>
                </a:path>
                <a:path w="659129" h="264160">
                  <a:moveTo>
                    <a:pt x="100330" y="33020"/>
                  </a:moveTo>
                  <a:lnTo>
                    <a:pt x="91440" y="29210"/>
                  </a:lnTo>
                  <a:lnTo>
                    <a:pt x="87630" y="38100"/>
                  </a:lnTo>
                  <a:lnTo>
                    <a:pt x="97790" y="41910"/>
                  </a:lnTo>
                  <a:lnTo>
                    <a:pt x="100330" y="33020"/>
                  </a:lnTo>
                  <a:close/>
                </a:path>
                <a:path w="659129" h="264160">
                  <a:moveTo>
                    <a:pt x="106680" y="255270"/>
                  </a:moveTo>
                  <a:lnTo>
                    <a:pt x="96520" y="255270"/>
                  </a:lnTo>
                  <a:lnTo>
                    <a:pt x="96520" y="264160"/>
                  </a:lnTo>
                  <a:lnTo>
                    <a:pt x="106680" y="264160"/>
                  </a:lnTo>
                  <a:lnTo>
                    <a:pt x="106680" y="255270"/>
                  </a:lnTo>
                  <a:close/>
                </a:path>
                <a:path w="659129" h="264160">
                  <a:moveTo>
                    <a:pt x="118110" y="40640"/>
                  </a:moveTo>
                  <a:lnTo>
                    <a:pt x="109220" y="36830"/>
                  </a:lnTo>
                  <a:lnTo>
                    <a:pt x="106680" y="45720"/>
                  </a:lnTo>
                  <a:lnTo>
                    <a:pt x="115570" y="48260"/>
                  </a:lnTo>
                  <a:lnTo>
                    <a:pt x="118110" y="40640"/>
                  </a:lnTo>
                  <a:close/>
                </a:path>
                <a:path w="659129" h="264160">
                  <a:moveTo>
                    <a:pt x="125730" y="255270"/>
                  </a:moveTo>
                  <a:lnTo>
                    <a:pt x="115570" y="255270"/>
                  </a:lnTo>
                  <a:lnTo>
                    <a:pt x="115570" y="264160"/>
                  </a:lnTo>
                  <a:lnTo>
                    <a:pt x="125730" y="264160"/>
                  </a:lnTo>
                  <a:lnTo>
                    <a:pt x="125730" y="255270"/>
                  </a:lnTo>
                  <a:close/>
                </a:path>
                <a:path w="659129" h="264160">
                  <a:moveTo>
                    <a:pt x="135890" y="46990"/>
                  </a:moveTo>
                  <a:lnTo>
                    <a:pt x="127000" y="44450"/>
                  </a:lnTo>
                  <a:lnTo>
                    <a:pt x="124460" y="52070"/>
                  </a:lnTo>
                  <a:lnTo>
                    <a:pt x="133350" y="55880"/>
                  </a:lnTo>
                  <a:lnTo>
                    <a:pt x="135890" y="46990"/>
                  </a:lnTo>
                  <a:close/>
                </a:path>
                <a:path w="659129" h="264160">
                  <a:moveTo>
                    <a:pt x="144780" y="255270"/>
                  </a:moveTo>
                  <a:lnTo>
                    <a:pt x="135890" y="255270"/>
                  </a:lnTo>
                  <a:lnTo>
                    <a:pt x="135890" y="264160"/>
                  </a:lnTo>
                  <a:lnTo>
                    <a:pt x="144780" y="264160"/>
                  </a:lnTo>
                  <a:lnTo>
                    <a:pt x="144780" y="255270"/>
                  </a:lnTo>
                  <a:close/>
                </a:path>
                <a:path w="659129" h="264160">
                  <a:moveTo>
                    <a:pt x="154940" y="54610"/>
                  </a:moveTo>
                  <a:lnTo>
                    <a:pt x="146050" y="50800"/>
                  </a:lnTo>
                  <a:lnTo>
                    <a:pt x="142240" y="59690"/>
                  </a:lnTo>
                  <a:lnTo>
                    <a:pt x="151130" y="63500"/>
                  </a:lnTo>
                  <a:lnTo>
                    <a:pt x="154940" y="54610"/>
                  </a:lnTo>
                  <a:close/>
                </a:path>
                <a:path w="659129" h="264160">
                  <a:moveTo>
                    <a:pt x="165100" y="255270"/>
                  </a:moveTo>
                  <a:lnTo>
                    <a:pt x="154940" y="255270"/>
                  </a:lnTo>
                  <a:lnTo>
                    <a:pt x="154940" y="264160"/>
                  </a:lnTo>
                  <a:lnTo>
                    <a:pt x="165100" y="264160"/>
                  </a:lnTo>
                  <a:lnTo>
                    <a:pt x="165100" y="255270"/>
                  </a:lnTo>
                  <a:close/>
                </a:path>
                <a:path w="659129" h="264160">
                  <a:moveTo>
                    <a:pt x="172720" y="62230"/>
                  </a:moveTo>
                  <a:lnTo>
                    <a:pt x="163830" y="58420"/>
                  </a:lnTo>
                  <a:lnTo>
                    <a:pt x="160020" y="67310"/>
                  </a:lnTo>
                  <a:lnTo>
                    <a:pt x="168910" y="69850"/>
                  </a:lnTo>
                  <a:lnTo>
                    <a:pt x="172720" y="62230"/>
                  </a:lnTo>
                  <a:close/>
                </a:path>
                <a:path w="659129" h="264160">
                  <a:moveTo>
                    <a:pt x="184150" y="255270"/>
                  </a:moveTo>
                  <a:lnTo>
                    <a:pt x="173990" y="255270"/>
                  </a:lnTo>
                  <a:lnTo>
                    <a:pt x="173990" y="264160"/>
                  </a:lnTo>
                  <a:lnTo>
                    <a:pt x="184150" y="264160"/>
                  </a:lnTo>
                  <a:lnTo>
                    <a:pt x="184150" y="255270"/>
                  </a:lnTo>
                  <a:close/>
                </a:path>
                <a:path w="659129" h="264160">
                  <a:moveTo>
                    <a:pt x="190500" y="68580"/>
                  </a:moveTo>
                  <a:lnTo>
                    <a:pt x="181610" y="66040"/>
                  </a:lnTo>
                  <a:lnTo>
                    <a:pt x="177800" y="73660"/>
                  </a:lnTo>
                  <a:lnTo>
                    <a:pt x="186690" y="77470"/>
                  </a:lnTo>
                  <a:lnTo>
                    <a:pt x="190500" y="68580"/>
                  </a:lnTo>
                  <a:close/>
                </a:path>
                <a:path w="659129" h="264160">
                  <a:moveTo>
                    <a:pt x="203200" y="255270"/>
                  </a:moveTo>
                  <a:lnTo>
                    <a:pt x="194310" y="255270"/>
                  </a:lnTo>
                  <a:lnTo>
                    <a:pt x="194310" y="264160"/>
                  </a:lnTo>
                  <a:lnTo>
                    <a:pt x="203200" y="264160"/>
                  </a:lnTo>
                  <a:lnTo>
                    <a:pt x="203200" y="255270"/>
                  </a:lnTo>
                  <a:close/>
                </a:path>
                <a:path w="659129" h="264160">
                  <a:moveTo>
                    <a:pt x="208280" y="76200"/>
                  </a:moveTo>
                  <a:lnTo>
                    <a:pt x="199390" y="72390"/>
                  </a:lnTo>
                  <a:lnTo>
                    <a:pt x="195580" y="81280"/>
                  </a:lnTo>
                  <a:lnTo>
                    <a:pt x="205740" y="85090"/>
                  </a:lnTo>
                  <a:lnTo>
                    <a:pt x="208280" y="76200"/>
                  </a:lnTo>
                  <a:close/>
                </a:path>
                <a:path w="659129" h="264160">
                  <a:moveTo>
                    <a:pt x="222250" y="255270"/>
                  </a:moveTo>
                  <a:lnTo>
                    <a:pt x="213360" y="255270"/>
                  </a:lnTo>
                  <a:lnTo>
                    <a:pt x="213360" y="264160"/>
                  </a:lnTo>
                  <a:lnTo>
                    <a:pt x="222250" y="264160"/>
                  </a:lnTo>
                  <a:lnTo>
                    <a:pt x="222250" y="255270"/>
                  </a:lnTo>
                  <a:close/>
                </a:path>
                <a:path w="659129" h="264160">
                  <a:moveTo>
                    <a:pt x="227330" y="82550"/>
                  </a:moveTo>
                  <a:lnTo>
                    <a:pt x="217170" y="80010"/>
                  </a:lnTo>
                  <a:lnTo>
                    <a:pt x="214630" y="88900"/>
                  </a:lnTo>
                  <a:lnTo>
                    <a:pt x="223520" y="91440"/>
                  </a:lnTo>
                  <a:lnTo>
                    <a:pt x="227330" y="82550"/>
                  </a:lnTo>
                  <a:close/>
                </a:path>
                <a:path w="659129" h="264160">
                  <a:moveTo>
                    <a:pt x="242570" y="255270"/>
                  </a:moveTo>
                  <a:lnTo>
                    <a:pt x="232410" y="255270"/>
                  </a:lnTo>
                  <a:lnTo>
                    <a:pt x="232410" y="264160"/>
                  </a:lnTo>
                  <a:lnTo>
                    <a:pt x="242570" y="264160"/>
                  </a:lnTo>
                  <a:lnTo>
                    <a:pt x="242570" y="255270"/>
                  </a:lnTo>
                  <a:close/>
                </a:path>
                <a:path w="659129" h="264160">
                  <a:moveTo>
                    <a:pt x="245110" y="90170"/>
                  </a:moveTo>
                  <a:lnTo>
                    <a:pt x="236220" y="86360"/>
                  </a:lnTo>
                  <a:lnTo>
                    <a:pt x="232410" y="95250"/>
                  </a:lnTo>
                  <a:lnTo>
                    <a:pt x="241300" y="99060"/>
                  </a:lnTo>
                  <a:lnTo>
                    <a:pt x="245110" y="90170"/>
                  </a:lnTo>
                  <a:close/>
                </a:path>
                <a:path w="659129" h="264160">
                  <a:moveTo>
                    <a:pt x="261620" y="255270"/>
                  </a:moveTo>
                  <a:lnTo>
                    <a:pt x="251460" y="255270"/>
                  </a:lnTo>
                  <a:lnTo>
                    <a:pt x="251460" y="264160"/>
                  </a:lnTo>
                  <a:lnTo>
                    <a:pt x="261620" y="264160"/>
                  </a:lnTo>
                  <a:lnTo>
                    <a:pt x="261620" y="255270"/>
                  </a:lnTo>
                  <a:close/>
                </a:path>
                <a:path w="659129" h="264160">
                  <a:moveTo>
                    <a:pt x="262890" y="97790"/>
                  </a:moveTo>
                  <a:lnTo>
                    <a:pt x="254000" y="93980"/>
                  </a:lnTo>
                  <a:lnTo>
                    <a:pt x="250190" y="102870"/>
                  </a:lnTo>
                  <a:lnTo>
                    <a:pt x="259080" y="106680"/>
                  </a:lnTo>
                  <a:lnTo>
                    <a:pt x="262890" y="97790"/>
                  </a:lnTo>
                  <a:close/>
                </a:path>
                <a:path w="659129" h="264160">
                  <a:moveTo>
                    <a:pt x="280670" y="255270"/>
                  </a:moveTo>
                  <a:lnTo>
                    <a:pt x="271780" y="255270"/>
                  </a:lnTo>
                  <a:lnTo>
                    <a:pt x="271780" y="264160"/>
                  </a:lnTo>
                  <a:lnTo>
                    <a:pt x="280670" y="264160"/>
                  </a:lnTo>
                  <a:lnTo>
                    <a:pt x="280670" y="255270"/>
                  </a:lnTo>
                  <a:close/>
                </a:path>
                <a:path w="659129" h="264160">
                  <a:moveTo>
                    <a:pt x="280670" y="104140"/>
                  </a:moveTo>
                  <a:lnTo>
                    <a:pt x="271780" y="101600"/>
                  </a:lnTo>
                  <a:lnTo>
                    <a:pt x="267970" y="109220"/>
                  </a:lnTo>
                  <a:lnTo>
                    <a:pt x="276860" y="113030"/>
                  </a:lnTo>
                  <a:lnTo>
                    <a:pt x="280670" y="104140"/>
                  </a:lnTo>
                  <a:close/>
                </a:path>
                <a:path w="659129" h="264160">
                  <a:moveTo>
                    <a:pt x="298450" y="111760"/>
                  </a:moveTo>
                  <a:lnTo>
                    <a:pt x="289560" y="107950"/>
                  </a:lnTo>
                  <a:lnTo>
                    <a:pt x="285750" y="116840"/>
                  </a:lnTo>
                  <a:lnTo>
                    <a:pt x="294640" y="120650"/>
                  </a:lnTo>
                  <a:lnTo>
                    <a:pt x="298450" y="111760"/>
                  </a:lnTo>
                  <a:close/>
                </a:path>
                <a:path w="659129" h="264160">
                  <a:moveTo>
                    <a:pt x="299720" y="255270"/>
                  </a:moveTo>
                  <a:lnTo>
                    <a:pt x="290830" y="255270"/>
                  </a:lnTo>
                  <a:lnTo>
                    <a:pt x="290830" y="264160"/>
                  </a:lnTo>
                  <a:lnTo>
                    <a:pt x="299720" y="264160"/>
                  </a:lnTo>
                  <a:lnTo>
                    <a:pt x="299720" y="255270"/>
                  </a:lnTo>
                  <a:close/>
                </a:path>
                <a:path w="659129" h="264160">
                  <a:moveTo>
                    <a:pt x="316230" y="119380"/>
                  </a:moveTo>
                  <a:lnTo>
                    <a:pt x="307340" y="115570"/>
                  </a:lnTo>
                  <a:lnTo>
                    <a:pt x="304800" y="124460"/>
                  </a:lnTo>
                  <a:lnTo>
                    <a:pt x="313690" y="128270"/>
                  </a:lnTo>
                  <a:lnTo>
                    <a:pt x="316230" y="119380"/>
                  </a:lnTo>
                  <a:close/>
                </a:path>
                <a:path w="659129" h="264160">
                  <a:moveTo>
                    <a:pt x="320040" y="255270"/>
                  </a:moveTo>
                  <a:lnTo>
                    <a:pt x="309880" y="255270"/>
                  </a:lnTo>
                  <a:lnTo>
                    <a:pt x="309880" y="264160"/>
                  </a:lnTo>
                  <a:lnTo>
                    <a:pt x="320040" y="264160"/>
                  </a:lnTo>
                  <a:lnTo>
                    <a:pt x="320040" y="255270"/>
                  </a:lnTo>
                  <a:close/>
                </a:path>
                <a:path w="659129" h="264160">
                  <a:moveTo>
                    <a:pt x="335280" y="125730"/>
                  </a:moveTo>
                  <a:lnTo>
                    <a:pt x="326390" y="123190"/>
                  </a:lnTo>
                  <a:lnTo>
                    <a:pt x="322580" y="130810"/>
                  </a:lnTo>
                  <a:lnTo>
                    <a:pt x="331470" y="134620"/>
                  </a:lnTo>
                  <a:lnTo>
                    <a:pt x="335280" y="125730"/>
                  </a:lnTo>
                  <a:close/>
                </a:path>
                <a:path w="659129" h="264160">
                  <a:moveTo>
                    <a:pt x="339090" y="255270"/>
                  </a:moveTo>
                  <a:lnTo>
                    <a:pt x="328930" y="255270"/>
                  </a:lnTo>
                  <a:lnTo>
                    <a:pt x="328930" y="264160"/>
                  </a:lnTo>
                  <a:lnTo>
                    <a:pt x="339090" y="264160"/>
                  </a:lnTo>
                  <a:lnTo>
                    <a:pt x="339090" y="255270"/>
                  </a:lnTo>
                  <a:close/>
                </a:path>
                <a:path w="659129" h="264160">
                  <a:moveTo>
                    <a:pt x="353060" y="133350"/>
                  </a:moveTo>
                  <a:lnTo>
                    <a:pt x="344170" y="129540"/>
                  </a:lnTo>
                  <a:lnTo>
                    <a:pt x="340360" y="138430"/>
                  </a:lnTo>
                  <a:lnTo>
                    <a:pt x="349250" y="142240"/>
                  </a:lnTo>
                  <a:lnTo>
                    <a:pt x="353060" y="133350"/>
                  </a:lnTo>
                  <a:close/>
                </a:path>
                <a:path w="659129" h="264160">
                  <a:moveTo>
                    <a:pt x="358140" y="255270"/>
                  </a:moveTo>
                  <a:lnTo>
                    <a:pt x="349250" y="255270"/>
                  </a:lnTo>
                  <a:lnTo>
                    <a:pt x="349250" y="264160"/>
                  </a:lnTo>
                  <a:lnTo>
                    <a:pt x="358140" y="264160"/>
                  </a:lnTo>
                  <a:lnTo>
                    <a:pt x="358140" y="255270"/>
                  </a:lnTo>
                  <a:close/>
                </a:path>
                <a:path w="659129" h="264160">
                  <a:moveTo>
                    <a:pt x="370840" y="140970"/>
                  </a:moveTo>
                  <a:lnTo>
                    <a:pt x="361950" y="137160"/>
                  </a:lnTo>
                  <a:lnTo>
                    <a:pt x="358140" y="146050"/>
                  </a:lnTo>
                  <a:lnTo>
                    <a:pt x="367030" y="149860"/>
                  </a:lnTo>
                  <a:lnTo>
                    <a:pt x="370840" y="140970"/>
                  </a:lnTo>
                  <a:close/>
                </a:path>
                <a:path w="659129" h="264160">
                  <a:moveTo>
                    <a:pt x="378460" y="255270"/>
                  </a:moveTo>
                  <a:lnTo>
                    <a:pt x="368300" y="255270"/>
                  </a:lnTo>
                  <a:lnTo>
                    <a:pt x="368300" y="264160"/>
                  </a:lnTo>
                  <a:lnTo>
                    <a:pt x="378460" y="264160"/>
                  </a:lnTo>
                  <a:lnTo>
                    <a:pt x="378460" y="255270"/>
                  </a:lnTo>
                  <a:close/>
                </a:path>
                <a:path w="659129" h="264160">
                  <a:moveTo>
                    <a:pt x="388620" y="147320"/>
                  </a:moveTo>
                  <a:lnTo>
                    <a:pt x="379730" y="144780"/>
                  </a:lnTo>
                  <a:lnTo>
                    <a:pt x="377190" y="152400"/>
                  </a:lnTo>
                  <a:lnTo>
                    <a:pt x="386080" y="156210"/>
                  </a:lnTo>
                  <a:lnTo>
                    <a:pt x="388620" y="147320"/>
                  </a:lnTo>
                  <a:close/>
                </a:path>
                <a:path w="659129" h="264160">
                  <a:moveTo>
                    <a:pt x="397510" y="255270"/>
                  </a:moveTo>
                  <a:lnTo>
                    <a:pt x="387350" y="255270"/>
                  </a:lnTo>
                  <a:lnTo>
                    <a:pt x="387350" y="264160"/>
                  </a:lnTo>
                  <a:lnTo>
                    <a:pt x="397510" y="264160"/>
                  </a:lnTo>
                  <a:lnTo>
                    <a:pt x="397510" y="255270"/>
                  </a:lnTo>
                  <a:close/>
                </a:path>
                <a:path w="659129" h="264160">
                  <a:moveTo>
                    <a:pt x="406400" y="154940"/>
                  </a:moveTo>
                  <a:lnTo>
                    <a:pt x="397510" y="151130"/>
                  </a:lnTo>
                  <a:lnTo>
                    <a:pt x="394970" y="160020"/>
                  </a:lnTo>
                  <a:lnTo>
                    <a:pt x="403860" y="163830"/>
                  </a:lnTo>
                  <a:lnTo>
                    <a:pt x="406400" y="154940"/>
                  </a:lnTo>
                  <a:close/>
                </a:path>
                <a:path w="659129" h="264160">
                  <a:moveTo>
                    <a:pt x="416560" y="255270"/>
                  </a:moveTo>
                  <a:lnTo>
                    <a:pt x="407670" y="255270"/>
                  </a:lnTo>
                  <a:lnTo>
                    <a:pt x="407670" y="264160"/>
                  </a:lnTo>
                  <a:lnTo>
                    <a:pt x="416560" y="264160"/>
                  </a:lnTo>
                  <a:lnTo>
                    <a:pt x="416560" y="255270"/>
                  </a:lnTo>
                  <a:close/>
                </a:path>
                <a:path w="659129" h="264160">
                  <a:moveTo>
                    <a:pt x="424180" y="162560"/>
                  </a:moveTo>
                  <a:lnTo>
                    <a:pt x="415290" y="158750"/>
                  </a:lnTo>
                  <a:lnTo>
                    <a:pt x="412750" y="167640"/>
                  </a:lnTo>
                  <a:lnTo>
                    <a:pt x="421640" y="171450"/>
                  </a:lnTo>
                  <a:lnTo>
                    <a:pt x="424180" y="162560"/>
                  </a:lnTo>
                  <a:close/>
                </a:path>
                <a:path w="659129" h="264160">
                  <a:moveTo>
                    <a:pt x="436880" y="255270"/>
                  </a:moveTo>
                  <a:lnTo>
                    <a:pt x="426720" y="255270"/>
                  </a:lnTo>
                  <a:lnTo>
                    <a:pt x="426720" y="264160"/>
                  </a:lnTo>
                  <a:lnTo>
                    <a:pt x="436880" y="264160"/>
                  </a:lnTo>
                  <a:lnTo>
                    <a:pt x="436880" y="255270"/>
                  </a:lnTo>
                  <a:close/>
                </a:path>
                <a:path w="659129" h="264160">
                  <a:moveTo>
                    <a:pt x="443230" y="168910"/>
                  </a:moveTo>
                  <a:lnTo>
                    <a:pt x="434340" y="166370"/>
                  </a:lnTo>
                  <a:lnTo>
                    <a:pt x="430530" y="173990"/>
                  </a:lnTo>
                  <a:lnTo>
                    <a:pt x="439420" y="177800"/>
                  </a:lnTo>
                  <a:lnTo>
                    <a:pt x="443230" y="168910"/>
                  </a:lnTo>
                  <a:close/>
                </a:path>
                <a:path w="659129" h="264160">
                  <a:moveTo>
                    <a:pt x="455930" y="255270"/>
                  </a:moveTo>
                  <a:lnTo>
                    <a:pt x="445770" y="255270"/>
                  </a:lnTo>
                  <a:lnTo>
                    <a:pt x="445770" y="264160"/>
                  </a:lnTo>
                  <a:lnTo>
                    <a:pt x="455930" y="264160"/>
                  </a:lnTo>
                  <a:lnTo>
                    <a:pt x="455930" y="255270"/>
                  </a:lnTo>
                  <a:close/>
                </a:path>
                <a:path w="659129" h="264160">
                  <a:moveTo>
                    <a:pt x="461010" y="176530"/>
                  </a:moveTo>
                  <a:lnTo>
                    <a:pt x="452120" y="172720"/>
                  </a:lnTo>
                  <a:lnTo>
                    <a:pt x="448310" y="181610"/>
                  </a:lnTo>
                  <a:lnTo>
                    <a:pt x="457200" y="185420"/>
                  </a:lnTo>
                  <a:lnTo>
                    <a:pt x="461010" y="176530"/>
                  </a:lnTo>
                  <a:close/>
                </a:path>
                <a:path w="659129" h="264160">
                  <a:moveTo>
                    <a:pt x="474980" y="255270"/>
                  </a:moveTo>
                  <a:lnTo>
                    <a:pt x="466090" y="255270"/>
                  </a:lnTo>
                  <a:lnTo>
                    <a:pt x="466090" y="264160"/>
                  </a:lnTo>
                  <a:lnTo>
                    <a:pt x="474980" y="264160"/>
                  </a:lnTo>
                  <a:lnTo>
                    <a:pt x="474980" y="255270"/>
                  </a:lnTo>
                  <a:close/>
                </a:path>
                <a:path w="659129" h="264160">
                  <a:moveTo>
                    <a:pt x="478790" y="184150"/>
                  </a:moveTo>
                  <a:lnTo>
                    <a:pt x="469900" y="180340"/>
                  </a:lnTo>
                  <a:lnTo>
                    <a:pt x="466090" y="189230"/>
                  </a:lnTo>
                  <a:lnTo>
                    <a:pt x="474980" y="193040"/>
                  </a:lnTo>
                  <a:lnTo>
                    <a:pt x="478790" y="184150"/>
                  </a:lnTo>
                  <a:close/>
                </a:path>
                <a:path w="659129" h="264160">
                  <a:moveTo>
                    <a:pt x="494030" y="255270"/>
                  </a:moveTo>
                  <a:lnTo>
                    <a:pt x="485140" y="255270"/>
                  </a:lnTo>
                  <a:lnTo>
                    <a:pt x="485140" y="264160"/>
                  </a:lnTo>
                  <a:lnTo>
                    <a:pt x="494030" y="264160"/>
                  </a:lnTo>
                  <a:lnTo>
                    <a:pt x="494030" y="255270"/>
                  </a:lnTo>
                  <a:close/>
                </a:path>
                <a:path w="659129" h="264160">
                  <a:moveTo>
                    <a:pt x="496570" y="190500"/>
                  </a:moveTo>
                  <a:lnTo>
                    <a:pt x="487680" y="187960"/>
                  </a:lnTo>
                  <a:lnTo>
                    <a:pt x="485140" y="195580"/>
                  </a:lnTo>
                  <a:lnTo>
                    <a:pt x="494030" y="199390"/>
                  </a:lnTo>
                  <a:lnTo>
                    <a:pt x="496570" y="190500"/>
                  </a:lnTo>
                  <a:close/>
                </a:path>
                <a:path w="659129" h="264160">
                  <a:moveTo>
                    <a:pt x="514350" y="255270"/>
                  </a:moveTo>
                  <a:lnTo>
                    <a:pt x="504190" y="255270"/>
                  </a:lnTo>
                  <a:lnTo>
                    <a:pt x="504190" y="264160"/>
                  </a:lnTo>
                  <a:lnTo>
                    <a:pt x="514350" y="264160"/>
                  </a:lnTo>
                  <a:lnTo>
                    <a:pt x="514350" y="255270"/>
                  </a:lnTo>
                  <a:close/>
                </a:path>
                <a:path w="659129" h="264160">
                  <a:moveTo>
                    <a:pt x="515620" y="198120"/>
                  </a:moveTo>
                  <a:lnTo>
                    <a:pt x="506730" y="194310"/>
                  </a:lnTo>
                  <a:lnTo>
                    <a:pt x="502920" y="203200"/>
                  </a:lnTo>
                  <a:lnTo>
                    <a:pt x="511810" y="207010"/>
                  </a:lnTo>
                  <a:lnTo>
                    <a:pt x="515620" y="198120"/>
                  </a:lnTo>
                  <a:close/>
                </a:path>
                <a:path w="659129" h="264160">
                  <a:moveTo>
                    <a:pt x="533400" y="255270"/>
                  </a:moveTo>
                  <a:lnTo>
                    <a:pt x="523240" y="255270"/>
                  </a:lnTo>
                  <a:lnTo>
                    <a:pt x="523240" y="264160"/>
                  </a:lnTo>
                  <a:lnTo>
                    <a:pt x="533400" y="264160"/>
                  </a:lnTo>
                  <a:lnTo>
                    <a:pt x="533400" y="255270"/>
                  </a:lnTo>
                  <a:close/>
                </a:path>
                <a:path w="659129" h="264160">
                  <a:moveTo>
                    <a:pt x="533400" y="205740"/>
                  </a:moveTo>
                  <a:lnTo>
                    <a:pt x="524510" y="201930"/>
                  </a:lnTo>
                  <a:lnTo>
                    <a:pt x="520700" y="210820"/>
                  </a:lnTo>
                  <a:lnTo>
                    <a:pt x="529590" y="214630"/>
                  </a:lnTo>
                  <a:lnTo>
                    <a:pt x="533400" y="205740"/>
                  </a:lnTo>
                  <a:close/>
                </a:path>
                <a:path w="659129" h="264160">
                  <a:moveTo>
                    <a:pt x="551180" y="212090"/>
                  </a:moveTo>
                  <a:lnTo>
                    <a:pt x="542290" y="209550"/>
                  </a:lnTo>
                  <a:lnTo>
                    <a:pt x="538480" y="217170"/>
                  </a:lnTo>
                  <a:lnTo>
                    <a:pt x="547370" y="220980"/>
                  </a:lnTo>
                  <a:lnTo>
                    <a:pt x="551180" y="212090"/>
                  </a:lnTo>
                  <a:close/>
                </a:path>
                <a:path w="659129" h="264160">
                  <a:moveTo>
                    <a:pt x="552450" y="255270"/>
                  </a:moveTo>
                  <a:lnTo>
                    <a:pt x="542290" y="255270"/>
                  </a:lnTo>
                  <a:lnTo>
                    <a:pt x="542290" y="264160"/>
                  </a:lnTo>
                  <a:lnTo>
                    <a:pt x="552450" y="264160"/>
                  </a:lnTo>
                  <a:lnTo>
                    <a:pt x="552450" y="255270"/>
                  </a:lnTo>
                  <a:close/>
                </a:path>
                <a:path w="659129" h="264160">
                  <a:moveTo>
                    <a:pt x="568960" y="219710"/>
                  </a:moveTo>
                  <a:lnTo>
                    <a:pt x="560070" y="215900"/>
                  </a:lnTo>
                  <a:lnTo>
                    <a:pt x="556260" y="224790"/>
                  </a:lnTo>
                  <a:lnTo>
                    <a:pt x="565150" y="228600"/>
                  </a:lnTo>
                  <a:lnTo>
                    <a:pt x="568960" y="219710"/>
                  </a:lnTo>
                  <a:close/>
                </a:path>
                <a:path w="659129" h="264160">
                  <a:moveTo>
                    <a:pt x="571500" y="255270"/>
                  </a:moveTo>
                  <a:lnTo>
                    <a:pt x="562610" y="255270"/>
                  </a:lnTo>
                  <a:lnTo>
                    <a:pt x="562610" y="264160"/>
                  </a:lnTo>
                  <a:lnTo>
                    <a:pt x="571500" y="264160"/>
                  </a:lnTo>
                  <a:lnTo>
                    <a:pt x="571500" y="255270"/>
                  </a:lnTo>
                  <a:close/>
                </a:path>
                <a:path w="659129" h="264160">
                  <a:moveTo>
                    <a:pt x="586740" y="227330"/>
                  </a:moveTo>
                  <a:lnTo>
                    <a:pt x="577850" y="223520"/>
                  </a:lnTo>
                  <a:lnTo>
                    <a:pt x="574040" y="232410"/>
                  </a:lnTo>
                  <a:lnTo>
                    <a:pt x="582930" y="236232"/>
                  </a:lnTo>
                  <a:lnTo>
                    <a:pt x="586740" y="227330"/>
                  </a:lnTo>
                  <a:close/>
                </a:path>
                <a:path w="659129" h="264160">
                  <a:moveTo>
                    <a:pt x="586740" y="30480"/>
                  </a:moveTo>
                  <a:lnTo>
                    <a:pt x="582930" y="22860"/>
                  </a:lnTo>
                  <a:lnTo>
                    <a:pt x="574040" y="25400"/>
                  </a:lnTo>
                  <a:lnTo>
                    <a:pt x="577850" y="34290"/>
                  </a:lnTo>
                  <a:lnTo>
                    <a:pt x="586740" y="30480"/>
                  </a:lnTo>
                  <a:close/>
                </a:path>
                <a:path w="659129" h="264160">
                  <a:moveTo>
                    <a:pt x="591820" y="255270"/>
                  </a:moveTo>
                  <a:lnTo>
                    <a:pt x="581660" y="255270"/>
                  </a:lnTo>
                  <a:lnTo>
                    <a:pt x="581660" y="264160"/>
                  </a:lnTo>
                  <a:lnTo>
                    <a:pt x="591820" y="264160"/>
                  </a:lnTo>
                  <a:lnTo>
                    <a:pt x="591820" y="255270"/>
                  </a:lnTo>
                  <a:close/>
                </a:path>
                <a:path w="659129" h="264160">
                  <a:moveTo>
                    <a:pt x="604520" y="24130"/>
                  </a:moveTo>
                  <a:lnTo>
                    <a:pt x="600710" y="15240"/>
                  </a:lnTo>
                  <a:lnTo>
                    <a:pt x="591820" y="19050"/>
                  </a:lnTo>
                  <a:lnTo>
                    <a:pt x="595630" y="26670"/>
                  </a:lnTo>
                  <a:lnTo>
                    <a:pt x="604520" y="24130"/>
                  </a:lnTo>
                  <a:close/>
                </a:path>
                <a:path w="659129" h="264160">
                  <a:moveTo>
                    <a:pt x="605790" y="233680"/>
                  </a:moveTo>
                  <a:lnTo>
                    <a:pt x="595630" y="231140"/>
                  </a:lnTo>
                  <a:lnTo>
                    <a:pt x="593090" y="238760"/>
                  </a:lnTo>
                  <a:lnTo>
                    <a:pt x="601980" y="242582"/>
                  </a:lnTo>
                  <a:lnTo>
                    <a:pt x="605790" y="233680"/>
                  </a:lnTo>
                  <a:close/>
                </a:path>
                <a:path w="659129" h="264160">
                  <a:moveTo>
                    <a:pt x="610870" y="255270"/>
                  </a:moveTo>
                  <a:lnTo>
                    <a:pt x="600710" y="255270"/>
                  </a:lnTo>
                  <a:lnTo>
                    <a:pt x="600710" y="264160"/>
                  </a:lnTo>
                  <a:lnTo>
                    <a:pt x="610870" y="264160"/>
                  </a:lnTo>
                  <a:lnTo>
                    <a:pt x="610870" y="255270"/>
                  </a:lnTo>
                  <a:close/>
                </a:path>
                <a:path w="659129" h="264160">
                  <a:moveTo>
                    <a:pt x="623570" y="241300"/>
                  </a:moveTo>
                  <a:lnTo>
                    <a:pt x="614680" y="237490"/>
                  </a:lnTo>
                  <a:lnTo>
                    <a:pt x="610870" y="246380"/>
                  </a:lnTo>
                  <a:lnTo>
                    <a:pt x="619760" y="250190"/>
                  </a:lnTo>
                  <a:lnTo>
                    <a:pt x="623570" y="241300"/>
                  </a:lnTo>
                  <a:close/>
                </a:path>
                <a:path w="659129" h="264160">
                  <a:moveTo>
                    <a:pt x="629920" y="255270"/>
                  </a:moveTo>
                  <a:lnTo>
                    <a:pt x="621030" y="255270"/>
                  </a:lnTo>
                  <a:lnTo>
                    <a:pt x="621030" y="264160"/>
                  </a:lnTo>
                  <a:lnTo>
                    <a:pt x="629920" y="264160"/>
                  </a:lnTo>
                  <a:lnTo>
                    <a:pt x="629920" y="255270"/>
                  </a:lnTo>
                  <a:close/>
                </a:path>
                <a:path w="659129" h="264160">
                  <a:moveTo>
                    <a:pt x="641350" y="248932"/>
                  </a:moveTo>
                  <a:lnTo>
                    <a:pt x="632460" y="245110"/>
                  </a:lnTo>
                  <a:lnTo>
                    <a:pt x="628650" y="254000"/>
                  </a:lnTo>
                  <a:lnTo>
                    <a:pt x="637540" y="257810"/>
                  </a:lnTo>
                  <a:lnTo>
                    <a:pt x="641350" y="248932"/>
                  </a:lnTo>
                  <a:close/>
                </a:path>
                <a:path w="659129" h="264160">
                  <a:moveTo>
                    <a:pt x="641350" y="8890"/>
                  </a:moveTo>
                  <a:lnTo>
                    <a:pt x="637540" y="0"/>
                  </a:lnTo>
                  <a:lnTo>
                    <a:pt x="628650" y="3810"/>
                  </a:lnTo>
                  <a:lnTo>
                    <a:pt x="631190" y="12700"/>
                  </a:lnTo>
                  <a:lnTo>
                    <a:pt x="641350" y="8890"/>
                  </a:lnTo>
                  <a:close/>
                </a:path>
                <a:path w="659129" h="264160">
                  <a:moveTo>
                    <a:pt x="659130" y="255270"/>
                  </a:moveTo>
                  <a:lnTo>
                    <a:pt x="650240" y="252730"/>
                  </a:lnTo>
                  <a:lnTo>
                    <a:pt x="648970" y="255270"/>
                  </a:lnTo>
                  <a:lnTo>
                    <a:pt x="640080" y="255270"/>
                  </a:lnTo>
                  <a:lnTo>
                    <a:pt x="640080" y="264160"/>
                  </a:lnTo>
                  <a:lnTo>
                    <a:pt x="650240" y="264160"/>
                  </a:lnTo>
                  <a:lnTo>
                    <a:pt x="650240" y="261988"/>
                  </a:lnTo>
                  <a:lnTo>
                    <a:pt x="655320" y="264160"/>
                  </a:lnTo>
                  <a:lnTo>
                    <a:pt x="659130" y="25527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82">
              <a:extLst>
                <a:ext uri="{FF2B5EF4-FFF2-40B4-BE49-F238E27FC236}">
                  <a16:creationId xmlns:a16="http://schemas.microsoft.com/office/drawing/2014/main" id="{F18732CF-87BE-ED2E-57DB-A495EBCB2ECF}"/>
                </a:ext>
              </a:extLst>
            </p:cNvPr>
            <p:cNvSpPr/>
            <p:nvPr/>
          </p:nvSpPr>
          <p:spPr>
            <a:xfrm>
              <a:off x="5666740" y="5817869"/>
              <a:ext cx="589280" cy="241300"/>
            </a:xfrm>
            <a:custGeom>
              <a:avLst/>
              <a:gdLst/>
              <a:ahLst/>
              <a:cxnLst/>
              <a:rect l="l" t="t" r="r" b="b"/>
              <a:pathLst>
                <a:path w="589279" h="241300">
                  <a:moveTo>
                    <a:pt x="12700" y="237490"/>
                  </a:moveTo>
                  <a:lnTo>
                    <a:pt x="8890" y="229870"/>
                  </a:lnTo>
                  <a:lnTo>
                    <a:pt x="0" y="232410"/>
                  </a:lnTo>
                  <a:lnTo>
                    <a:pt x="3810" y="241300"/>
                  </a:lnTo>
                  <a:lnTo>
                    <a:pt x="12700" y="237490"/>
                  </a:lnTo>
                  <a:close/>
                </a:path>
                <a:path w="589279" h="241300">
                  <a:moveTo>
                    <a:pt x="30480" y="231140"/>
                  </a:moveTo>
                  <a:lnTo>
                    <a:pt x="26670" y="222250"/>
                  </a:lnTo>
                  <a:lnTo>
                    <a:pt x="17780" y="226072"/>
                  </a:lnTo>
                  <a:lnTo>
                    <a:pt x="21590" y="234950"/>
                  </a:lnTo>
                  <a:lnTo>
                    <a:pt x="30480" y="231140"/>
                  </a:lnTo>
                  <a:close/>
                </a:path>
                <a:path w="589279" h="241300">
                  <a:moveTo>
                    <a:pt x="48260" y="223520"/>
                  </a:moveTo>
                  <a:lnTo>
                    <a:pt x="44450" y="214630"/>
                  </a:lnTo>
                  <a:lnTo>
                    <a:pt x="35560" y="218440"/>
                  </a:lnTo>
                  <a:lnTo>
                    <a:pt x="39370" y="227330"/>
                  </a:lnTo>
                  <a:lnTo>
                    <a:pt x="48260" y="223520"/>
                  </a:lnTo>
                  <a:close/>
                </a:path>
                <a:path w="589279" h="241300">
                  <a:moveTo>
                    <a:pt x="66040" y="215900"/>
                  </a:moveTo>
                  <a:lnTo>
                    <a:pt x="63500" y="208280"/>
                  </a:lnTo>
                  <a:lnTo>
                    <a:pt x="54610" y="210820"/>
                  </a:lnTo>
                  <a:lnTo>
                    <a:pt x="57150" y="219722"/>
                  </a:lnTo>
                  <a:lnTo>
                    <a:pt x="66040" y="215900"/>
                  </a:lnTo>
                  <a:close/>
                </a:path>
                <a:path w="589279" h="241300">
                  <a:moveTo>
                    <a:pt x="85090" y="209550"/>
                  </a:moveTo>
                  <a:lnTo>
                    <a:pt x="81280" y="200660"/>
                  </a:lnTo>
                  <a:lnTo>
                    <a:pt x="72390" y="204470"/>
                  </a:lnTo>
                  <a:lnTo>
                    <a:pt x="76200" y="213372"/>
                  </a:lnTo>
                  <a:lnTo>
                    <a:pt x="85090" y="209550"/>
                  </a:lnTo>
                  <a:close/>
                </a:path>
                <a:path w="589279" h="241300">
                  <a:moveTo>
                    <a:pt x="102870" y="201930"/>
                  </a:moveTo>
                  <a:lnTo>
                    <a:pt x="99060" y="193040"/>
                  </a:lnTo>
                  <a:lnTo>
                    <a:pt x="90170" y="196850"/>
                  </a:lnTo>
                  <a:lnTo>
                    <a:pt x="93980" y="205740"/>
                  </a:lnTo>
                  <a:lnTo>
                    <a:pt x="102870" y="201930"/>
                  </a:lnTo>
                  <a:close/>
                </a:path>
                <a:path w="589279" h="241300">
                  <a:moveTo>
                    <a:pt x="120650" y="194310"/>
                  </a:moveTo>
                  <a:lnTo>
                    <a:pt x="116840" y="186690"/>
                  </a:lnTo>
                  <a:lnTo>
                    <a:pt x="107950" y="189230"/>
                  </a:lnTo>
                  <a:lnTo>
                    <a:pt x="111760" y="198120"/>
                  </a:lnTo>
                  <a:lnTo>
                    <a:pt x="120650" y="194310"/>
                  </a:lnTo>
                  <a:close/>
                </a:path>
                <a:path w="589279" h="241300">
                  <a:moveTo>
                    <a:pt x="138430" y="187960"/>
                  </a:moveTo>
                  <a:lnTo>
                    <a:pt x="134620" y="179070"/>
                  </a:lnTo>
                  <a:lnTo>
                    <a:pt x="125730" y="182880"/>
                  </a:lnTo>
                  <a:lnTo>
                    <a:pt x="129540" y="191770"/>
                  </a:lnTo>
                  <a:lnTo>
                    <a:pt x="138430" y="187960"/>
                  </a:lnTo>
                  <a:close/>
                </a:path>
                <a:path w="589279" h="241300">
                  <a:moveTo>
                    <a:pt x="156210" y="180340"/>
                  </a:moveTo>
                  <a:lnTo>
                    <a:pt x="152400" y="171450"/>
                  </a:lnTo>
                  <a:lnTo>
                    <a:pt x="143510" y="175260"/>
                  </a:lnTo>
                  <a:lnTo>
                    <a:pt x="147320" y="184150"/>
                  </a:lnTo>
                  <a:lnTo>
                    <a:pt x="156210" y="180340"/>
                  </a:lnTo>
                  <a:close/>
                </a:path>
                <a:path w="589279" h="241300">
                  <a:moveTo>
                    <a:pt x="173990" y="172720"/>
                  </a:moveTo>
                  <a:lnTo>
                    <a:pt x="171450" y="165100"/>
                  </a:lnTo>
                  <a:lnTo>
                    <a:pt x="162560" y="167640"/>
                  </a:lnTo>
                  <a:lnTo>
                    <a:pt x="165100" y="176530"/>
                  </a:lnTo>
                  <a:lnTo>
                    <a:pt x="173990" y="172720"/>
                  </a:lnTo>
                  <a:close/>
                </a:path>
                <a:path w="589279" h="241300">
                  <a:moveTo>
                    <a:pt x="193040" y="166370"/>
                  </a:moveTo>
                  <a:lnTo>
                    <a:pt x="189230" y="157480"/>
                  </a:lnTo>
                  <a:lnTo>
                    <a:pt x="180340" y="161290"/>
                  </a:lnTo>
                  <a:lnTo>
                    <a:pt x="184150" y="170180"/>
                  </a:lnTo>
                  <a:lnTo>
                    <a:pt x="193040" y="166370"/>
                  </a:lnTo>
                  <a:close/>
                </a:path>
                <a:path w="589279" h="241300">
                  <a:moveTo>
                    <a:pt x="210820" y="158750"/>
                  </a:moveTo>
                  <a:lnTo>
                    <a:pt x="207010" y="149860"/>
                  </a:lnTo>
                  <a:lnTo>
                    <a:pt x="198120" y="153670"/>
                  </a:lnTo>
                  <a:lnTo>
                    <a:pt x="201930" y="162560"/>
                  </a:lnTo>
                  <a:lnTo>
                    <a:pt x="210820" y="158750"/>
                  </a:lnTo>
                  <a:close/>
                </a:path>
                <a:path w="589279" h="241300">
                  <a:moveTo>
                    <a:pt x="228600" y="151130"/>
                  </a:moveTo>
                  <a:lnTo>
                    <a:pt x="224790" y="143510"/>
                  </a:lnTo>
                  <a:lnTo>
                    <a:pt x="215900" y="146050"/>
                  </a:lnTo>
                  <a:lnTo>
                    <a:pt x="219710" y="154940"/>
                  </a:lnTo>
                  <a:lnTo>
                    <a:pt x="228600" y="151130"/>
                  </a:lnTo>
                  <a:close/>
                </a:path>
                <a:path w="589279" h="241300">
                  <a:moveTo>
                    <a:pt x="246380" y="144780"/>
                  </a:moveTo>
                  <a:lnTo>
                    <a:pt x="243840" y="135890"/>
                  </a:lnTo>
                  <a:lnTo>
                    <a:pt x="234950" y="139700"/>
                  </a:lnTo>
                  <a:lnTo>
                    <a:pt x="237490" y="148590"/>
                  </a:lnTo>
                  <a:lnTo>
                    <a:pt x="246380" y="144780"/>
                  </a:lnTo>
                  <a:close/>
                </a:path>
                <a:path w="589279" h="241300">
                  <a:moveTo>
                    <a:pt x="264160" y="137160"/>
                  </a:moveTo>
                  <a:lnTo>
                    <a:pt x="261620" y="128270"/>
                  </a:lnTo>
                  <a:lnTo>
                    <a:pt x="252730" y="132080"/>
                  </a:lnTo>
                  <a:lnTo>
                    <a:pt x="255270" y="140970"/>
                  </a:lnTo>
                  <a:lnTo>
                    <a:pt x="264160" y="137160"/>
                  </a:lnTo>
                  <a:close/>
                </a:path>
                <a:path w="589279" h="241300">
                  <a:moveTo>
                    <a:pt x="283210" y="129540"/>
                  </a:moveTo>
                  <a:lnTo>
                    <a:pt x="279400" y="121920"/>
                  </a:lnTo>
                  <a:lnTo>
                    <a:pt x="270510" y="124460"/>
                  </a:lnTo>
                  <a:lnTo>
                    <a:pt x="273050" y="133350"/>
                  </a:lnTo>
                  <a:lnTo>
                    <a:pt x="283210" y="129540"/>
                  </a:lnTo>
                  <a:close/>
                </a:path>
                <a:path w="589279" h="241300">
                  <a:moveTo>
                    <a:pt x="300990" y="123190"/>
                  </a:moveTo>
                  <a:lnTo>
                    <a:pt x="297180" y="114300"/>
                  </a:lnTo>
                  <a:lnTo>
                    <a:pt x="288290" y="118110"/>
                  </a:lnTo>
                  <a:lnTo>
                    <a:pt x="292100" y="127000"/>
                  </a:lnTo>
                  <a:lnTo>
                    <a:pt x="300990" y="123190"/>
                  </a:lnTo>
                  <a:close/>
                </a:path>
                <a:path w="589279" h="241300">
                  <a:moveTo>
                    <a:pt x="318770" y="115570"/>
                  </a:moveTo>
                  <a:lnTo>
                    <a:pt x="314960" y="106680"/>
                  </a:lnTo>
                  <a:lnTo>
                    <a:pt x="306070" y="110490"/>
                  </a:lnTo>
                  <a:lnTo>
                    <a:pt x="309880" y="119380"/>
                  </a:lnTo>
                  <a:lnTo>
                    <a:pt x="318770" y="115570"/>
                  </a:lnTo>
                  <a:close/>
                </a:path>
                <a:path w="589279" h="241300">
                  <a:moveTo>
                    <a:pt x="336550" y="107950"/>
                  </a:moveTo>
                  <a:lnTo>
                    <a:pt x="334010" y="100330"/>
                  </a:lnTo>
                  <a:lnTo>
                    <a:pt x="323850" y="102870"/>
                  </a:lnTo>
                  <a:lnTo>
                    <a:pt x="327660" y="111760"/>
                  </a:lnTo>
                  <a:lnTo>
                    <a:pt x="336550" y="107950"/>
                  </a:lnTo>
                  <a:close/>
                </a:path>
                <a:path w="589279" h="241300">
                  <a:moveTo>
                    <a:pt x="355600" y="101600"/>
                  </a:moveTo>
                  <a:lnTo>
                    <a:pt x="351790" y="92710"/>
                  </a:lnTo>
                  <a:lnTo>
                    <a:pt x="342900" y="96520"/>
                  </a:lnTo>
                  <a:lnTo>
                    <a:pt x="345440" y="105410"/>
                  </a:lnTo>
                  <a:lnTo>
                    <a:pt x="355600" y="101600"/>
                  </a:lnTo>
                  <a:close/>
                </a:path>
                <a:path w="589279" h="241300">
                  <a:moveTo>
                    <a:pt x="373380" y="93980"/>
                  </a:moveTo>
                  <a:lnTo>
                    <a:pt x="369570" y="85090"/>
                  </a:lnTo>
                  <a:lnTo>
                    <a:pt x="360680" y="88900"/>
                  </a:lnTo>
                  <a:lnTo>
                    <a:pt x="364490" y="97790"/>
                  </a:lnTo>
                  <a:lnTo>
                    <a:pt x="373380" y="93980"/>
                  </a:lnTo>
                  <a:close/>
                </a:path>
                <a:path w="589279" h="241300">
                  <a:moveTo>
                    <a:pt x="391160" y="86360"/>
                  </a:moveTo>
                  <a:lnTo>
                    <a:pt x="387350" y="78740"/>
                  </a:lnTo>
                  <a:lnTo>
                    <a:pt x="378460" y="81280"/>
                  </a:lnTo>
                  <a:lnTo>
                    <a:pt x="382270" y="90170"/>
                  </a:lnTo>
                  <a:lnTo>
                    <a:pt x="391160" y="86360"/>
                  </a:lnTo>
                  <a:close/>
                </a:path>
                <a:path w="589279" h="241300">
                  <a:moveTo>
                    <a:pt x="408940" y="80010"/>
                  </a:moveTo>
                  <a:lnTo>
                    <a:pt x="405130" y="71120"/>
                  </a:lnTo>
                  <a:lnTo>
                    <a:pt x="396240" y="74930"/>
                  </a:lnTo>
                  <a:lnTo>
                    <a:pt x="400050" y="83820"/>
                  </a:lnTo>
                  <a:lnTo>
                    <a:pt x="408940" y="80010"/>
                  </a:lnTo>
                  <a:close/>
                </a:path>
                <a:path w="589279" h="241300">
                  <a:moveTo>
                    <a:pt x="426720" y="72390"/>
                  </a:moveTo>
                  <a:lnTo>
                    <a:pt x="422910" y="63500"/>
                  </a:lnTo>
                  <a:lnTo>
                    <a:pt x="414020" y="67310"/>
                  </a:lnTo>
                  <a:lnTo>
                    <a:pt x="417830" y="76200"/>
                  </a:lnTo>
                  <a:lnTo>
                    <a:pt x="426720" y="72390"/>
                  </a:lnTo>
                  <a:close/>
                </a:path>
                <a:path w="589279" h="241300">
                  <a:moveTo>
                    <a:pt x="444500" y="66040"/>
                  </a:moveTo>
                  <a:lnTo>
                    <a:pt x="441960" y="57150"/>
                  </a:lnTo>
                  <a:lnTo>
                    <a:pt x="431800" y="59690"/>
                  </a:lnTo>
                  <a:lnTo>
                    <a:pt x="435610" y="68580"/>
                  </a:lnTo>
                  <a:lnTo>
                    <a:pt x="444500" y="66040"/>
                  </a:lnTo>
                  <a:close/>
                </a:path>
                <a:path w="589279" h="241300">
                  <a:moveTo>
                    <a:pt x="463550" y="58420"/>
                  </a:moveTo>
                  <a:lnTo>
                    <a:pt x="459740" y="49530"/>
                  </a:lnTo>
                  <a:lnTo>
                    <a:pt x="450850" y="53340"/>
                  </a:lnTo>
                  <a:lnTo>
                    <a:pt x="453390" y="62230"/>
                  </a:lnTo>
                  <a:lnTo>
                    <a:pt x="463550" y="58420"/>
                  </a:lnTo>
                  <a:close/>
                </a:path>
                <a:path w="589279" h="241300">
                  <a:moveTo>
                    <a:pt x="481330" y="50800"/>
                  </a:moveTo>
                  <a:lnTo>
                    <a:pt x="477520" y="43180"/>
                  </a:lnTo>
                  <a:lnTo>
                    <a:pt x="468630" y="45720"/>
                  </a:lnTo>
                  <a:lnTo>
                    <a:pt x="472440" y="54610"/>
                  </a:lnTo>
                  <a:lnTo>
                    <a:pt x="481330" y="50800"/>
                  </a:lnTo>
                  <a:close/>
                </a:path>
                <a:path w="589279" h="241300">
                  <a:moveTo>
                    <a:pt x="499110" y="44450"/>
                  </a:moveTo>
                  <a:lnTo>
                    <a:pt x="495300" y="35560"/>
                  </a:lnTo>
                  <a:lnTo>
                    <a:pt x="486410" y="39370"/>
                  </a:lnTo>
                  <a:lnTo>
                    <a:pt x="490220" y="46990"/>
                  </a:lnTo>
                  <a:lnTo>
                    <a:pt x="499110" y="44450"/>
                  </a:lnTo>
                  <a:close/>
                </a:path>
                <a:path w="589279" h="241300">
                  <a:moveTo>
                    <a:pt x="516890" y="36830"/>
                  </a:moveTo>
                  <a:lnTo>
                    <a:pt x="514350" y="27940"/>
                  </a:lnTo>
                  <a:lnTo>
                    <a:pt x="504190" y="31750"/>
                  </a:lnTo>
                  <a:lnTo>
                    <a:pt x="508000" y="40640"/>
                  </a:lnTo>
                  <a:lnTo>
                    <a:pt x="516890" y="36830"/>
                  </a:lnTo>
                  <a:close/>
                </a:path>
                <a:path w="589279" h="241300">
                  <a:moveTo>
                    <a:pt x="534670" y="29210"/>
                  </a:moveTo>
                  <a:lnTo>
                    <a:pt x="532130" y="21590"/>
                  </a:lnTo>
                  <a:lnTo>
                    <a:pt x="523240" y="24130"/>
                  </a:lnTo>
                  <a:lnTo>
                    <a:pt x="525780" y="33020"/>
                  </a:lnTo>
                  <a:lnTo>
                    <a:pt x="534670" y="29210"/>
                  </a:lnTo>
                  <a:close/>
                </a:path>
                <a:path w="589279" h="241300">
                  <a:moveTo>
                    <a:pt x="552450" y="22860"/>
                  </a:moveTo>
                  <a:lnTo>
                    <a:pt x="549910" y="13970"/>
                  </a:lnTo>
                  <a:lnTo>
                    <a:pt x="541020" y="17780"/>
                  </a:lnTo>
                  <a:lnTo>
                    <a:pt x="543560" y="25400"/>
                  </a:lnTo>
                  <a:lnTo>
                    <a:pt x="552450" y="22860"/>
                  </a:lnTo>
                  <a:close/>
                </a:path>
                <a:path w="589279" h="241300">
                  <a:moveTo>
                    <a:pt x="571500" y="15240"/>
                  </a:moveTo>
                  <a:lnTo>
                    <a:pt x="567690" y="6350"/>
                  </a:lnTo>
                  <a:lnTo>
                    <a:pt x="558800" y="10160"/>
                  </a:lnTo>
                  <a:lnTo>
                    <a:pt x="562610" y="19050"/>
                  </a:lnTo>
                  <a:lnTo>
                    <a:pt x="571500" y="15240"/>
                  </a:lnTo>
                  <a:close/>
                </a:path>
                <a:path w="589279" h="241300">
                  <a:moveTo>
                    <a:pt x="589280" y="7620"/>
                  </a:moveTo>
                  <a:lnTo>
                    <a:pt x="585470" y="0"/>
                  </a:lnTo>
                  <a:lnTo>
                    <a:pt x="576580" y="2540"/>
                  </a:lnTo>
                  <a:lnTo>
                    <a:pt x="580390" y="11430"/>
                  </a:lnTo>
                  <a:lnTo>
                    <a:pt x="589280" y="762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83">
              <a:extLst>
                <a:ext uri="{FF2B5EF4-FFF2-40B4-BE49-F238E27FC236}">
                  <a16:creationId xmlns:a16="http://schemas.microsoft.com/office/drawing/2014/main" id="{2FEEA26E-FC9E-2D9A-B5E4-E8025124F395}"/>
                </a:ext>
              </a:extLst>
            </p:cNvPr>
            <p:cNvSpPr/>
            <p:nvPr/>
          </p:nvSpPr>
          <p:spPr>
            <a:xfrm>
              <a:off x="6325869" y="5594349"/>
              <a:ext cx="396240" cy="723900"/>
            </a:xfrm>
            <a:custGeom>
              <a:avLst/>
              <a:gdLst/>
              <a:ahLst/>
              <a:cxnLst/>
              <a:rect l="l" t="t" r="r" b="b"/>
              <a:pathLst>
                <a:path w="396240" h="723900">
                  <a:moveTo>
                    <a:pt x="396239" y="723900"/>
                  </a:moveTo>
                  <a:lnTo>
                    <a:pt x="0" y="196850"/>
                  </a:lnTo>
                </a:path>
                <a:path w="396240" h="723900">
                  <a:moveTo>
                    <a:pt x="396239" y="0"/>
                  </a:moveTo>
                  <a:lnTo>
                    <a:pt x="0" y="461009"/>
                  </a:lnTo>
                </a:path>
              </a:pathLst>
            </a:custGeom>
            <a:ln w="9344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84">
              <a:extLst>
                <a:ext uri="{FF2B5EF4-FFF2-40B4-BE49-F238E27FC236}">
                  <a16:creationId xmlns:a16="http://schemas.microsoft.com/office/drawing/2014/main" id="{FFF72D06-684D-6AC3-92B5-A37B4523BFC7}"/>
                </a:ext>
              </a:extLst>
            </p:cNvPr>
            <p:cNvSpPr/>
            <p:nvPr/>
          </p:nvSpPr>
          <p:spPr>
            <a:xfrm>
              <a:off x="6733539" y="5344159"/>
              <a:ext cx="461009" cy="523240"/>
            </a:xfrm>
            <a:custGeom>
              <a:avLst/>
              <a:gdLst/>
              <a:ahLst/>
              <a:cxnLst/>
              <a:rect l="l" t="t" r="r" b="b"/>
              <a:pathLst>
                <a:path w="461009" h="523239">
                  <a:moveTo>
                    <a:pt x="0" y="0"/>
                  </a:moveTo>
                  <a:lnTo>
                    <a:pt x="461009" y="0"/>
                  </a:lnTo>
                  <a:lnTo>
                    <a:pt x="461009" y="523239"/>
                  </a:lnTo>
                  <a:lnTo>
                    <a:pt x="0" y="523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87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2" name="object 85">
              <a:extLst>
                <a:ext uri="{FF2B5EF4-FFF2-40B4-BE49-F238E27FC236}">
                  <a16:creationId xmlns:a16="http://schemas.microsoft.com/office/drawing/2014/main" id="{454BDDE9-9D1A-1F21-2257-EB1743C7D322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20839" y="5331459"/>
              <a:ext cx="246101" cy="245469"/>
            </a:xfrm>
            <a:prstGeom prst="rect">
              <a:avLst/>
            </a:prstGeom>
          </p:spPr>
        </p:pic>
        <p:sp>
          <p:nvSpPr>
            <p:cNvPr id="703" name="object 86">
              <a:extLst>
                <a:ext uri="{FF2B5EF4-FFF2-40B4-BE49-F238E27FC236}">
                  <a16:creationId xmlns:a16="http://schemas.microsoft.com/office/drawing/2014/main" id="{2F273D8B-8E04-3A9F-5DEB-B2053BB0EDC3}"/>
                </a:ext>
              </a:extLst>
            </p:cNvPr>
            <p:cNvSpPr/>
            <p:nvPr/>
          </p:nvSpPr>
          <p:spPr>
            <a:xfrm>
              <a:off x="6720839" y="5331459"/>
              <a:ext cx="267970" cy="267970"/>
            </a:xfrm>
            <a:custGeom>
              <a:avLst/>
              <a:gdLst/>
              <a:ahLst/>
              <a:cxnLst/>
              <a:rect l="l" t="t" r="r" b="b"/>
              <a:pathLst>
                <a:path w="267970" h="267970">
                  <a:moveTo>
                    <a:pt x="267969" y="0"/>
                  </a:moveTo>
                  <a:lnTo>
                    <a:pt x="246101" y="0"/>
                  </a:lnTo>
                  <a:lnTo>
                    <a:pt x="0" y="245469"/>
                  </a:lnTo>
                  <a:lnTo>
                    <a:pt x="0" y="267969"/>
                  </a:lnTo>
                  <a:lnTo>
                    <a:pt x="267969" y="0"/>
                  </a:lnTo>
                  <a:close/>
                </a:path>
              </a:pathLst>
            </a:custGeom>
            <a:solidFill>
              <a:srgbClr val="C2C8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87">
              <a:extLst>
                <a:ext uri="{FF2B5EF4-FFF2-40B4-BE49-F238E27FC236}">
                  <a16:creationId xmlns:a16="http://schemas.microsoft.com/office/drawing/2014/main" id="{0721705C-5262-4BA5-9C20-A4B7914988D2}"/>
                </a:ext>
              </a:extLst>
            </p:cNvPr>
            <p:cNvSpPr/>
            <p:nvPr/>
          </p:nvSpPr>
          <p:spPr>
            <a:xfrm>
              <a:off x="6720839" y="5331459"/>
              <a:ext cx="290195" cy="290830"/>
            </a:xfrm>
            <a:custGeom>
              <a:avLst/>
              <a:gdLst/>
              <a:ahLst/>
              <a:cxnLst/>
              <a:rect l="l" t="t" r="r" b="b"/>
              <a:pathLst>
                <a:path w="290195" h="290829">
                  <a:moveTo>
                    <a:pt x="289782" y="0"/>
                  </a:moveTo>
                  <a:lnTo>
                    <a:pt x="267969" y="0"/>
                  </a:lnTo>
                  <a:lnTo>
                    <a:pt x="0" y="267969"/>
                  </a:lnTo>
                  <a:lnTo>
                    <a:pt x="0" y="290528"/>
                  </a:lnTo>
                  <a:lnTo>
                    <a:pt x="289782" y="0"/>
                  </a:lnTo>
                  <a:close/>
                </a:path>
              </a:pathLst>
            </a:custGeom>
            <a:solidFill>
              <a:srgbClr val="C3C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88">
              <a:extLst>
                <a:ext uri="{FF2B5EF4-FFF2-40B4-BE49-F238E27FC236}">
                  <a16:creationId xmlns:a16="http://schemas.microsoft.com/office/drawing/2014/main" id="{49CD4519-2655-173C-DD24-C5647D4A680C}"/>
                </a:ext>
              </a:extLst>
            </p:cNvPr>
            <p:cNvSpPr/>
            <p:nvPr/>
          </p:nvSpPr>
          <p:spPr>
            <a:xfrm>
              <a:off x="6720839" y="5331459"/>
              <a:ext cx="313055" cy="313690"/>
            </a:xfrm>
            <a:custGeom>
              <a:avLst/>
              <a:gdLst/>
              <a:ahLst/>
              <a:cxnLst/>
              <a:rect l="l" t="t" r="r" b="b"/>
              <a:pathLst>
                <a:path w="313054" h="313689">
                  <a:moveTo>
                    <a:pt x="312612" y="0"/>
                  </a:moveTo>
                  <a:lnTo>
                    <a:pt x="289782" y="0"/>
                  </a:lnTo>
                  <a:lnTo>
                    <a:pt x="0" y="290528"/>
                  </a:lnTo>
                  <a:lnTo>
                    <a:pt x="0" y="313418"/>
                  </a:lnTo>
                  <a:lnTo>
                    <a:pt x="312612" y="0"/>
                  </a:lnTo>
                  <a:close/>
                </a:path>
              </a:pathLst>
            </a:custGeom>
            <a:solidFill>
              <a:srgbClr val="C4C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89">
              <a:extLst>
                <a:ext uri="{FF2B5EF4-FFF2-40B4-BE49-F238E27FC236}">
                  <a16:creationId xmlns:a16="http://schemas.microsoft.com/office/drawing/2014/main" id="{51CCE937-E357-7361-95D8-0D3243E0D0BD}"/>
                </a:ext>
              </a:extLst>
            </p:cNvPr>
            <p:cNvSpPr/>
            <p:nvPr/>
          </p:nvSpPr>
          <p:spPr>
            <a:xfrm>
              <a:off x="6720839" y="5331459"/>
              <a:ext cx="335915" cy="336550"/>
            </a:xfrm>
            <a:custGeom>
              <a:avLst/>
              <a:gdLst/>
              <a:ahLst/>
              <a:cxnLst/>
              <a:rect l="l" t="t" r="r" b="b"/>
              <a:pathLst>
                <a:path w="335915" h="336550">
                  <a:moveTo>
                    <a:pt x="335443" y="0"/>
                  </a:moveTo>
                  <a:lnTo>
                    <a:pt x="312612" y="0"/>
                  </a:lnTo>
                  <a:lnTo>
                    <a:pt x="0" y="313418"/>
                  </a:lnTo>
                  <a:lnTo>
                    <a:pt x="0" y="336307"/>
                  </a:lnTo>
                  <a:lnTo>
                    <a:pt x="335443" y="0"/>
                  </a:lnTo>
                  <a:close/>
                </a:path>
              </a:pathLst>
            </a:custGeom>
            <a:solidFill>
              <a:srgbClr val="C5C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90">
              <a:extLst>
                <a:ext uri="{FF2B5EF4-FFF2-40B4-BE49-F238E27FC236}">
                  <a16:creationId xmlns:a16="http://schemas.microsoft.com/office/drawing/2014/main" id="{91816A4E-65EA-1D72-F35E-D7FCF49177D3}"/>
                </a:ext>
              </a:extLst>
            </p:cNvPr>
            <p:cNvSpPr/>
            <p:nvPr/>
          </p:nvSpPr>
          <p:spPr>
            <a:xfrm>
              <a:off x="6720839" y="5331459"/>
              <a:ext cx="358775" cy="359410"/>
            </a:xfrm>
            <a:custGeom>
              <a:avLst/>
              <a:gdLst/>
              <a:ahLst/>
              <a:cxnLst/>
              <a:rect l="l" t="t" r="r" b="b"/>
              <a:pathLst>
                <a:path w="358775" h="359410">
                  <a:moveTo>
                    <a:pt x="358273" y="0"/>
                  </a:moveTo>
                  <a:lnTo>
                    <a:pt x="335443" y="0"/>
                  </a:lnTo>
                  <a:lnTo>
                    <a:pt x="0" y="336307"/>
                  </a:lnTo>
                  <a:lnTo>
                    <a:pt x="0" y="359197"/>
                  </a:lnTo>
                  <a:lnTo>
                    <a:pt x="358273" y="0"/>
                  </a:lnTo>
                  <a:close/>
                </a:path>
              </a:pathLst>
            </a:custGeom>
            <a:solidFill>
              <a:srgbClr val="C6CC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91">
              <a:extLst>
                <a:ext uri="{FF2B5EF4-FFF2-40B4-BE49-F238E27FC236}">
                  <a16:creationId xmlns:a16="http://schemas.microsoft.com/office/drawing/2014/main" id="{7B18D3D5-71A5-3FE8-FDF3-E50606A2AD46}"/>
                </a:ext>
              </a:extLst>
            </p:cNvPr>
            <p:cNvSpPr/>
            <p:nvPr/>
          </p:nvSpPr>
          <p:spPr>
            <a:xfrm>
              <a:off x="6720839" y="5331459"/>
              <a:ext cx="381000" cy="380365"/>
            </a:xfrm>
            <a:custGeom>
              <a:avLst/>
              <a:gdLst/>
              <a:ahLst/>
              <a:cxnLst/>
              <a:rect l="l" t="t" r="r" b="b"/>
              <a:pathLst>
                <a:path w="381000" h="380364">
                  <a:moveTo>
                    <a:pt x="380895" y="0"/>
                  </a:moveTo>
                  <a:lnTo>
                    <a:pt x="358273" y="0"/>
                  </a:lnTo>
                  <a:lnTo>
                    <a:pt x="0" y="359197"/>
                  </a:lnTo>
                  <a:lnTo>
                    <a:pt x="0" y="379916"/>
                  </a:lnTo>
                  <a:lnTo>
                    <a:pt x="380895" y="0"/>
                  </a:lnTo>
                  <a:close/>
                </a:path>
              </a:pathLst>
            </a:custGeom>
            <a:solidFill>
              <a:srgbClr val="C7CC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92">
              <a:extLst>
                <a:ext uri="{FF2B5EF4-FFF2-40B4-BE49-F238E27FC236}">
                  <a16:creationId xmlns:a16="http://schemas.microsoft.com/office/drawing/2014/main" id="{7645EEE8-77A6-4BF5-9A81-C3B629E9E413}"/>
                </a:ext>
              </a:extLst>
            </p:cNvPr>
            <p:cNvSpPr/>
            <p:nvPr/>
          </p:nvSpPr>
          <p:spPr>
            <a:xfrm>
              <a:off x="6720839" y="5331459"/>
              <a:ext cx="403860" cy="403225"/>
            </a:xfrm>
            <a:custGeom>
              <a:avLst/>
              <a:gdLst/>
              <a:ahLst/>
              <a:cxnLst/>
              <a:rect l="l" t="t" r="r" b="b"/>
              <a:pathLst>
                <a:path w="403859" h="403225">
                  <a:moveTo>
                    <a:pt x="403784" y="0"/>
                  </a:moveTo>
                  <a:lnTo>
                    <a:pt x="380895" y="0"/>
                  </a:lnTo>
                  <a:lnTo>
                    <a:pt x="0" y="379916"/>
                  </a:lnTo>
                  <a:lnTo>
                    <a:pt x="0" y="402746"/>
                  </a:lnTo>
                  <a:lnTo>
                    <a:pt x="403784" y="0"/>
                  </a:lnTo>
                  <a:close/>
                </a:path>
              </a:pathLst>
            </a:custGeom>
            <a:solidFill>
              <a:srgbClr val="C8CC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93">
              <a:extLst>
                <a:ext uri="{FF2B5EF4-FFF2-40B4-BE49-F238E27FC236}">
                  <a16:creationId xmlns:a16="http://schemas.microsoft.com/office/drawing/2014/main" id="{03FB21CC-36D5-FCCC-47D9-276CF66C76AC}"/>
                </a:ext>
              </a:extLst>
            </p:cNvPr>
            <p:cNvSpPr/>
            <p:nvPr/>
          </p:nvSpPr>
          <p:spPr>
            <a:xfrm>
              <a:off x="6720839" y="5331459"/>
              <a:ext cx="425450" cy="425450"/>
            </a:xfrm>
            <a:custGeom>
              <a:avLst/>
              <a:gdLst/>
              <a:ahLst/>
              <a:cxnLst/>
              <a:rect l="l" t="t" r="r" b="b"/>
              <a:pathLst>
                <a:path w="425450" h="425450">
                  <a:moveTo>
                    <a:pt x="425450" y="0"/>
                  </a:moveTo>
                  <a:lnTo>
                    <a:pt x="403784" y="0"/>
                  </a:lnTo>
                  <a:lnTo>
                    <a:pt x="0" y="402746"/>
                  </a:lnTo>
                  <a:lnTo>
                    <a:pt x="0" y="425449"/>
                  </a:lnTo>
                  <a:lnTo>
                    <a:pt x="425450" y="0"/>
                  </a:lnTo>
                  <a:close/>
                </a:path>
              </a:pathLst>
            </a:custGeom>
            <a:solidFill>
              <a:srgbClr val="C9CD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94">
              <a:extLst>
                <a:ext uri="{FF2B5EF4-FFF2-40B4-BE49-F238E27FC236}">
                  <a16:creationId xmlns:a16="http://schemas.microsoft.com/office/drawing/2014/main" id="{5B216F85-6DD0-7EC5-6210-4BDCABA07A20}"/>
                </a:ext>
              </a:extLst>
            </p:cNvPr>
            <p:cNvSpPr/>
            <p:nvPr/>
          </p:nvSpPr>
          <p:spPr>
            <a:xfrm>
              <a:off x="6720839" y="5331459"/>
              <a:ext cx="447675" cy="448309"/>
            </a:xfrm>
            <a:custGeom>
              <a:avLst/>
              <a:gdLst/>
              <a:ahLst/>
              <a:cxnLst/>
              <a:rect l="l" t="t" r="r" b="b"/>
              <a:pathLst>
                <a:path w="447675" h="448310">
                  <a:moveTo>
                    <a:pt x="447059" y="0"/>
                  </a:moveTo>
                  <a:lnTo>
                    <a:pt x="425450" y="0"/>
                  </a:lnTo>
                  <a:lnTo>
                    <a:pt x="0" y="425449"/>
                  </a:lnTo>
                  <a:lnTo>
                    <a:pt x="0" y="448211"/>
                  </a:lnTo>
                  <a:lnTo>
                    <a:pt x="447059" y="0"/>
                  </a:lnTo>
                  <a:close/>
                </a:path>
              </a:pathLst>
            </a:custGeom>
            <a:solidFill>
              <a:srgbClr val="CA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95">
              <a:extLst>
                <a:ext uri="{FF2B5EF4-FFF2-40B4-BE49-F238E27FC236}">
                  <a16:creationId xmlns:a16="http://schemas.microsoft.com/office/drawing/2014/main" id="{74757BBB-DFC2-F43A-0ACE-BEE6632041BA}"/>
                </a:ext>
              </a:extLst>
            </p:cNvPr>
            <p:cNvSpPr/>
            <p:nvPr/>
          </p:nvSpPr>
          <p:spPr>
            <a:xfrm>
              <a:off x="6720839" y="5331459"/>
              <a:ext cx="462280" cy="471170"/>
            </a:xfrm>
            <a:custGeom>
              <a:avLst/>
              <a:gdLst/>
              <a:ahLst/>
              <a:cxnLst/>
              <a:rect l="l" t="t" r="r" b="b"/>
              <a:pathLst>
                <a:path w="462279" h="471170">
                  <a:moveTo>
                    <a:pt x="462279" y="0"/>
                  </a:moveTo>
                  <a:lnTo>
                    <a:pt x="447059" y="0"/>
                  </a:lnTo>
                  <a:lnTo>
                    <a:pt x="0" y="448211"/>
                  </a:lnTo>
                  <a:lnTo>
                    <a:pt x="0" y="471101"/>
                  </a:lnTo>
                  <a:lnTo>
                    <a:pt x="462279" y="7629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CCE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96">
              <a:extLst>
                <a:ext uri="{FF2B5EF4-FFF2-40B4-BE49-F238E27FC236}">
                  <a16:creationId xmlns:a16="http://schemas.microsoft.com/office/drawing/2014/main" id="{F21218C2-9E93-2ECE-090B-F8A91D76FA02}"/>
                </a:ext>
              </a:extLst>
            </p:cNvPr>
            <p:cNvSpPr/>
            <p:nvPr/>
          </p:nvSpPr>
          <p:spPr>
            <a:xfrm>
              <a:off x="6720839" y="5339089"/>
              <a:ext cx="462280" cy="485140"/>
            </a:xfrm>
            <a:custGeom>
              <a:avLst/>
              <a:gdLst/>
              <a:ahLst/>
              <a:cxnLst/>
              <a:rect l="l" t="t" r="r" b="b"/>
              <a:pathLst>
                <a:path w="462279" h="485139">
                  <a:moveTo>
                    <a:pt x="462279" y="0"/>
                  </a:moveTo>
                  <a:lnTo>
                    <a:pt x="0" y="463471"/>
                  </a:lnTo>
                  <a:lnTo>
                    <a:pt x="0" y="485130"/>
                  </a:lnTo>
                  <a:lnTo>
                    <a:pt x="462279" y="22850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CC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97">
              <a:extLst>
                <a:ext uri="{FF2B5EF4-FFF2-40B4-BE49-F238E27FC236}">
                  <a16:creationId xmlns:a16="http://schemas.microsoft.com/office/drawing/2014/main" id="{3FD59745-2C9D-E1C2-0766-C5DA03940245}"/>
                </a:ext>
              </a:extLst>
            </p:cNvPr>
            <p:cNvSpPr/>
            <p:nvPr/>
          </p:nvSpPr>
          <p:spPr>
            <a:xfrm>
              <a:off x="6720839" y="5361939"/>
              <a:ext cx="462280" cy="484505"/>
            </a:xfrm>
            <a:custGeom>
              <a:avLst/>
              <a:gdLst/>
              <a:ahLst/>
              <a:cxnLst/>
              <a:rect l="l" t="t" r="r" b="b"/>
              <a:pathLst>
                <a:path w="462279" h="484504">
                  <a:moveTo>
                    <a:pt x="462279" y="0"/>
                  </a:moveTo>
                  <a:lnTo>
                    <a:pt x="0" y="462280"/>
                  </a:lnTo>
                  <a:lnTo>
                    <a:pt x="0" y="483883"/>
                  </a:lnTo>
                  <a:lnTo>
                    <a:pt x="462279" y="22791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DC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98">
              <a:extLst>
                <a:ext uri="{FF2B5EF4-FFF2-40B4-BE49-F238E27FC236}">
                  <a16:creationId xmlns:a16="http://schemas.microsoft.com/office/drawing/2014/main" id="{60505473-ACE6-ED3B-69DF-DF2C556330F0}"/>
                </a:ext>
              </a:extLst>
            </p:cNvPr>
            <p:cNvSpPr/>
            <p:nvPr/>
          </p:nvSpPr>
          <p:spPr>
            <a:xfrm>
              <a:off x="6720839" y="5384731"/>
              <a:ext cx="462280" cy="471805"/>
            </a:xfrm>
            <a:custGeom>
              <a:avLst/>
              <a:gdLst/>
              <a:ahLst/>
              <a:cxnLst/>
              <a:rect l="l" t="t" r="r" b="b"/>
              <a:pathLst>
                <a:path w="462279" h="471804">
                  <a:moveTo>
                    <a:pt x="462279" y="0"/>
                  </a:moveTo>
                  <a:lnTo>
                    <a:pt x="0" y="461091"/>
                  </a:lnTo>
                  <a:lnTo>
                    <a:pt x="0" y="471238"/>
                  </a:lnTo>
                  <a:lnTo>
                    <a:pt x="12700" y="471238"/>
                  </a:lnTo>
                  <a:lnTo>
                    <a:pt x="462279" y="21658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ED0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99">
              <a:extLst>
                <a:ext uri="{FF2B5EF4-FFF2-40B4-BE49-F238E27FC236}">
                  <a16:creationId xmlns:a16="http://schemas.microsoft.com/office/drawing/2014/main" id="{77D86CAC-42C3-61F0-84C4-E52AA7AA27ED}"/>
                </a:ext>
              </a:extLst>
            </p:cNvPr>
            <p:cNvSpPr/>
            <p:nvPr/>
          </p:nvSpPr>
          <p:spPr>
            <a:xfrm>
              <a:off x="6733539" y="5406389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449579" y="0"/>
                  </a:moveTo>
                  <a:lnTo>
                    <a:pt x="0" y="449580"/>
                  </a:lnTo>
                  <a:lnTo>
                    <a:pt x="22859" y="449580"/>
                  </a:lnTo>
                  <a:lnTo>
                    <a:pt x="449579" y="22859"/>
                  </a:lnTo>
                  <a:lnTo>
                    <a:pt x="449579" y="0"/>
                  </a:lnTo>
                  <a:close/>
                </a:path>
              </a:pathLst>
            </a:custGeom>
            <a:solidFill>
              <a:srgbClr val="CFD1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100">
              <a:extLst>
                <a:ext uri="{FF2B5EF4-FFF2-40B4-BE49-F238E27FC236}">
                  <a16:creationId xmlns:a16="http://schemas.microsoft.com/office/drawing/2014/main" id="{65206A88-601C-292E-3B51-004FA3806149}"/>
                </a:ext>
              </a:extLst>
            </p:cNvPr>
            <p:cNvSpPr/>
            <p:nvPr/>
          </p:nvSpPr>
          <p:spPr>
            <a:xfrm>
              <a:off x="6756399" y="5429249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426720" h="426720">
                  <a:moveTo>
                    <a:pt x="426720" y="0"/>
                  </a:moveTo>
                  <a:lnTo>
                    <a:pt x="0" y="426719"/>
                  </a:lnTo>
                  <a:lnTo>
                    <a:pt x="22784" y="426719"/>
                  </a:lnTo>
                  <a:lnTo>
                    <a:pt x="426720" y="21743"/>
                  </a:lnTo>
                  <a:lnTo>
                    <a:pt x="426720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101">
              <a:extLst>
                <a:ext uri="{FF2B5EF4-FFF2-40B4-BE49-F238E27FC236}">
                  <a16:creationId xmlns:a16="http://schemas.microsoft.com/office/drawing/2014/main" id="{C0DF0B5A-AA07-F381-2422-8F1ED0500213}"/>
                </a:ext>
              </a:extLst>
            </p:cNvPr>
            <p:cNvSpPr/>
            <p:nvPr/>
          </p:nvSpPr>
          <p:spPr>
            <a:xfrm>
              <a:off x="6779184" y="5450993"/>
              <a:ext cx="404495" cy="405130"/>
            </a:xfrm>
            <a:custGeom>
              <a:avLst/>
              <a:gdLst/>
              <a:ahLst/>
              <a:cxnLst/>
              <a:rect l="l" t="t" r="r" b="b"/>
              <a:pathLst>
                <a:path w="404495" h="405129">
                  <a:moveTo>
                    <a:pt x="403935" y="0"/>
                  </a:moveTo>
                  <a:lnTo>
                    <a:pt x="0" y="404976"/>
                  </a:lnTo>
                  <a:lnTo>
                    <a:pt x="21665" y="404976"/>
                  </a:lnTo>
                  <a:lnTo>
                    <a:pt x="403935" y="22706"/>
                  </a:lnTo>
                  <a:lnTo>
                    <a:pt x="403935" y="0"/>
                  </a:lnTo>
                  <a:close/>
                </a:path>
              </a:pathLst>
            </a:custGeom>
            <a:solidFill>
              <a:srgbClr val="D1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102">
              <a:extLst>
                <a:ext uri="{FF2B5EF4-FFF2-40B4-BE49-F238E27FC236}">
                  <a16:creationId xmlns:a16="http://schemas.microsoft.com/office/drawing/2014/main" id="{DA05C9D5-4A38-6CA2-762A-2C079EFC9D19}"/>
                </a:ext>
              </a:extLst>
            </p:cNvPr>
            <p:cNvSpPr/>
            <p:nvPr/>
          </p:nvSpPr>
          <p:spPr>
            <a:xfrm>
              <a:off x="6800849" y="5473699"/>
              <a:ext cx="382270" cy="382270"/>
            </a:xfrm>
            <a:custGeom>
              <a:avLst/>
              <a:gdLst/>
              <a:ahLst/>
              <a:cxnLst/>
              <a:rect l="l" t="t" r="r" b="b"/>
              <a:pathLst>
                <a:path w="382270" h="382270">
                  <a:moveTo>
                    <a:pt x="382270" y="0"/>
                  </a:moveTo>
                  <a:lnTo>
                    <a:pt x="0" y="382269"/>
                  </a:lnTo>
                  <a:lnTo>
                    <a:pt x="21720" y="382269"/>
                  </a:lnTo>
                  <a:lnTo>
                    <a:pt x="382270" y="22647"/>
                  </a:lnTo>
                  <a:lnTo>
                    <a:pt x="382270" y="0"/>
                  </a:lnTo>
                  <a:close/>
                </a:path>
              </a:pathLst>
            </a:custGeom>
            <a:solidFill>
              <a:srgbClr val="D2D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103">
              <a:extLst>
                <a:ext uri="{FF2B5EF4-FFF2-40B4-BE49-F238E27FC236}">
                  <a16:creationId xmlns:a16="http://schemas.microsoft.com/office/drawing/2014/main" id="{437CC135-CBE8-F4FF-1CFD-5EB822D3650C}"/>
                </a:ext>
              </a:extLst>
            </p:cNvPr>
            <p:cNvSpPr/>
            <p:nvPr/>
          </p:nvSpPr>
          <p:spPr>
            <a:xfrm>
              <a:off x="6822570" y="5496347"/>
              <a:ext cx="360680" cy="360045"/>
            </a:xfrm>
            <a:custGeom>
              <a:avLst/>
              <a:gdLst/>
              <a:ahLst/>
              <a:cxnLst/>
              <a:rect l="l" t="t" r="r" b="b"/>
              <a:pathLst>
                <a:path w="360679" h="360045">
                  <a:moveTo>
                    <a:pt x="360549" y="0"/>
                  </a:moveTo>
                  <a:lnTo>
                    <a:pt x="0" y="359622"/>
                  </a:lnTo>
                  <a:lnTo>
                    <a:pt x="22889" y="359622"/>
                  </a:lnTo>
                  <a:lnTo>
                    <a:pt x="360549" y="22830"/>
                  </a:lnTo>
                  <a:lnTo>
                    <a:pt x="360549" y="0"/>
                  </a:lnTo>
                  <a:close/>
                </a:path>
              </a:pathLst>
            </a:custGeom>
            <a:solidFill>
              <a:srgbClr val="D3D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104">
              <a:extLst>
                <a:ext uri="{FF2B5EF4-FFF2-40B4-BE49-F238E27FC236}">
                  <a16:creationId xmlns:a16="http://schemas.microsoft.com/office/drawing/2014/main" id="{42240AC7-2277-46DC-9AEA-C908813669C6}"/>
                </a:ext>
              </a:extLst>
            </p:cNvPr>
            <p:cNvSpPr/>
            <p:nvPr/>
          </p:nvSpPr>
          <p:spPr>
            <a:xfrm>
              <a:off x="6845460" y="5519178"/>
              <a:ext cx="337820" cy="337185"/>
            </a:xfrm>
            <a:custGeom>
              <a:avLst/>
              <a:gdLst/>
              <a:ahLst/>
              <a:cxnLst/>
              <a:rect l="l" t="t" r="r" b="b"/>
              <a:pathLst>
                <a:path w="337820" h="337185">
                  <a:moveTo>
                    <a:pt x="337659" y="0"/>
                  </a:moveTo>
                  <a:lnTo>
                    <a:pt x="0" y="336791"/>
                  </a:lnTo>
                  <a:lnTo>
                    <a:pt x="22889" y="336791"/>
                  </a:lnTo>
                  <a:lnTo>
                    <a:pt x="337659" y="22830"/>
                  </a:lnTo>
                  <a:lnTo>
                    <a:pt x="337659" y="0"/>
                  </a:lnTo>
                  <a:close/>
                </a:path>
              </a:pathLst>
            </a:custGeom>
            <a:solidFill>
              <a:srgbClr val="D4D4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105">
              <a:extLst>
                <a:ext uri="{FF2B5EF4-FFF2-40B4-BE49-F238E27FC236}">
                  <a16:creationId xmlns:a16="http://schemas.microsoft.com/office/drawing/2014/main" id="{9397B850-4708-C6DE-35CA-0C1D6080128C}"/>
                </a:ext>
              </a:extLst>
            </p:cNvPr>
            <p:cNvSpPr/>
            <p:nvPr/>
          </p:nvSpPr>
          <p:spPr>
            <a:xfrm>
              <a:off x="6868349" y="5542008"/>
              <a:ext cx="314960" cy="314325"/>
            </a:xfrm>
            <a:custGeom>
              <a:avLst/>
              <a:gdLst/>
              <a:ahLst/>
              <a:cxnLst/>
              <a:rect l="l" t="t" r="r" b="b"/>
              <a:pathLst>
                <a:path w="314959" h="314325">
                  <a:moveTo>
                    <a:pt x="314770" y="0"/>
                  </a:moveTo>
                  <a:lnTo>
                    <a:pt x="0" y="313960"/>
                  </a:lnTo>
                  <a:lnTo>
                    <a:pt x="22889" y="313960"/>
                  </a:lnTo>
                  <a:lnTo>
                    <a:pt x="314770" y="22830"/>
                  </a:lnTo>
                  <a:lnTo>
                    <a:pt x="314770" y="0"/>
                  </a:lnTo>
                  <a:close/>
                </a:path>
              </a:pathLst>
            </a:custGeom>
            <a:solidFill>
              <a:srgbClr val="D5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106">
              <a:extLst>
                <a:ext uri="{FF2B5EF4-FFF2-40B4-BE49-F238E27FC236}">
                  <a16:creationId xmlns:a16="http://schemas.microsoft.com/office/drawing/2014/main" id="{E69262BC-E69F-C3AD-779E-B9151D000D44}"/>
                </a:ext>
              </a:extLst>
            </p:cNvPr>
            <p:cNvSpPr/>
            <p:nvPr/>
          </p:nvSpPr>
          <p:spPr>
            <a:xfrm>
              <a:off x="6891239" y="5564839"/>
              <a:ext cx="292100" cy="291465"/>
            </a:xfrm>
            <a:custGeom>
              <a:avLst/>
              <a:gdLst/>
              <a:ahLst/>
              <a:cxnLst/>
              <a:rect l="l" t="t" r="r" b="b"/>
              <a:pathLst>
                <a:path w="292100" h="291464">
                  <a:moveTo>
                    <a:pt x="291880" y="0"/>
                  </a:moveTo>
                  <a:lnTo>
                    <a:pt x="0" y="291130"/>
                  </a:lnTo>
                  <a:lnTo>
                    <a:pt x="22392" y="291130"/>
                  </a:lnTo>
                  <a:lnTo>
                    <a:pt x="291880" y="20947"/>
                  </a:lnTo>
                  <a:lnTo>
                    <a:pt x="291880" y="0"/>
                  </a:lnTo>
                  <a:close/>
                </a:path>
              </a:pathLst>
            </a:custGeom>
            <a:solidFill>
              <a:srgbClr val="D6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107">
              <a:extLst>
                <a:ext uri="{FF2B5EF4-FFF2-40B4-BE49-F238E27FC236}">
                  <a16:creationId xmlns:a16="http://schemas.microsoft.com/office/drawing/2014/main" id="{8C09FAEA-3E34-95C4-8D47-9982178082DA}"/>
                </a:ext>
              </a:extLst>
            </p:cNvPr>
            <p:cNvSpPr/>
            <p:nvPr/>
          </p:nvSpPr>
          <p:spPr>
            <a:xfrm>
              <a:off x="6913631" y="5585787"/>
              <a:ext cx="269875" cy="270510"/>
            </a:xfrm>
            <a:custGeom>
              <a:avLst/>
              <a:gdLst/>
              <a:ahLst/>
              <a:cxnLst/>
              <a:rect l="l" t="t" r="r" b="b"/>
              <a:pathLst>
                <a:path w="269875" h="270510">
                  <a:moveTo>
                    <a:pt x="269488" y="0"/>
                  </a:moveTo>
                  <a:lnTo>
                    <a:pt x="0" y="270182"/>
                  </a:lnTo>
                  <a:lnTo>
                    <a:pt x="22830" y="270182"/>
                  </a:lnTo>
                  <a:lnTo>
                    <a:pt x="269488" y="22889"/>
                  </a:lnTo>
                  <a:lnTo>
                    <a:pt x="269488" y="0"/>
                  </a:lnTo>
                  <a:close/>
                </a:path>
              </a:pathLst>
            </a:custGeom>
            <a:solidFill>
              <a:srgbClr val="D7D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5" name="object 108">
              <a:extLst>
                <a:ext uri="{FF2B5EF4-FFF2-40B4-BE49-F238E27FC236}">
                  <a16:creationId xmlns:a16="http://schemas.microsoft.com/office/drawing/2014/main" id="{C68D2C21-FE6B-006C-BC61-30B8774BABB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936462" y="5608676"/>
              <a:ext cx="246657" cy="247293"/>
            </a:xfrm>
            <a:prstGeom prst="rect">
              <a:avLst/>
            </a:prstGeom>
          </p:spPr>
        </p:pic>
      </p:grpSp>
      <p:sp>
        <p:nvSpPr>
          <p:cNvPr id="726" name="object 109">
            <a:extLst>
              <a:ext uri="{FF2B5EF4-FFF2-40B4-BE49-F238E27FC236}">
                <a16:creationId xmlns:a16="http://schemas.microsoft.com/office/drawing/2014/main" id="{07CCD8A3-2D55-65DD-E022-A464749AFB06}"/>
              </a:ext>
            </a:extLst>
          </p:cNvPr>
          <p:cNvSpPr txBox="1"/>
          <p:nvPr/>
        </p:nvSpPr>
        <p:spPr>
          <a:xfrm>
            <a:off x="4705476" y="4888674"/>
            <a:ext cx="266001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4659" algn="l"/>
                <a:tab pos="2442845" algn="l"/>
              </a:tabLst>
            </a:pPr>
            <a:r>
              <a:rPr sz="1600" u="sng" dirty="0">
                <a:uFill>
                  <a:solidFill>
                    <a:srgbClr val="00347F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600" spc="-15" dirty="0">
                <a:latin typeface="Times New Roman"/>
                <a:cs typeface="Times New Roman"/>
              </a:rPr>
              <a:t> </a:t>
            </a:r>
            <a:r>
              <a:rPr sz="1600" spc="-175" dirty="0">
                <a:latin typeface="Arial MT"/>
                <a:cs typeface="Arial MT"/>
              </a:rPr>
              <a:t>F</a:t>
            </a:r>
            <a:r>
              <a:rPr sz="1600" spc="-220" dirty="0">
                <a:latin typeface="Arial MT"/>
                <a:cs typeface="Arial MT"/>
              </a:rPr>
              <a:t>C</a:t>
            </a:r>
            <a:r>
              <a:rPr sz="1600" spc="-80" dirty="0">
                <a:latin typeface="Arial MT"/>
                <a:cs typeface="Arial MT"/>
              </a:rPr>
              <a:t>/</a:t>
            </a:r>
            <a:r>
              <a:rPr sz="1600" dirty="0">
                <a:latin typeface="Arial MT"/>
                <a:cs typeface="Arial MT"/>
              </a:rPr>
              <a:t>	</a:t>
            </a:r>
            <a:r>
              <a:rPr sz="1600" spc="-85" dirty="0">
                <a:latin typeface="Arial MT"/>
                <a:cs typeface="Arial MT"/>
              </a:rPr>
              <a:t>I</a:t>
            </a:r>
            <a:r>
              <a:rPr sz="1600" spc="-190" dirty="0">
                <a:latin typeface="Arial MT"/>
                <a:cs typeface="Arial MT"/>
              </a:rPr>
              <a:t>P</a:t>
            </a:r>
            <a:r>
              <a:rPr sz="1600" spc="-80" dirty="0">
                <a:latin typeface="Arial MT"/>
                <a:cs typeface="Arial MT"/>
              </a:rPr>
              <a:t>/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727" name="object 110">
            <a:extLst>
              <a:ext uri="{FF2B5EF4-FFF2-40B4-BE49-F238E27FC236}">
                <a16:creationId xmlns:a16="http://schemas.microsoft.com/office/drawing/2014/main" id="{15E54F93-8C7B-DE8F-3B08-937292CE3678}"/>
              </a:ext>
            </a:extLst>
          </p:cNvPr>
          <p:cNvSpPr txBox="1"/>
          <p:nvPr/>
        </p:nvSpPr>
        <p:spPr>
          <a:xfrm>
            <a:off x="5952616" y="5058854"/>
            <a:ext cx="1422400" cy="63119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00"/>
              </a:spcBef>
              <a:tabLst>
                <a:tab pos="721360" algn="l"/>
                <a:tab pos="1185545" algn="l"/>
              </a:tabLst>
            </a:pPr>
            <a:r>
              <a:rPr sz="1600" u="heavy" dirty="0">
                <a:uFill>
                  <a:solidFill>
                    <a:srgbClr val="00347F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600" dirty="0">
                <a:latin typeface="Times New Roman"/>
                <a:cs typeface="Times New Roman"/>
              </a:rPr>
              <a:t>	</a:t>
            </a:r>
            <a:r>
              <a:rPr sz="1600" spc="-175" dirty="0">
                <a:latin typeface="Arial MT"/>
                <a:cs typeface="Arial MT"/>
              </a:rPr>
              <a:t>F</a:t>
            </a:r>
            <a:r>
              <a:rPr sz="1600" spc="-210" dirty="0">
                <a:latin typeface="Arial MT"/>
                <a:cs typeface="Arial MT"/>
              </a:rPr>
              <a:t>C</a:t>
            </a:r>
            <a:endParaRPr sz="1600">
              <a:latin typeface="Arial MT"/>
              <a:cs typeface="Arial MT"/>
            </a:endParaRPr>
          </a:p>
          <a:p>
            <a:pPr marL="267970">
              <a:lnSpc>
                <a:spcPct val="100000"/>
              </a:lnSpc>
              <a:spcBef>
                <a:spcPts val="250"/>
              </a:spcBef>
            </a:pPr>
            <a:r>
              <a:rPr sz="2000" spc="-55" dirty="0">
                <a:latin typeface="Segoe UI Symbol"/>
                <a:cs typeface="Segoe UI Symbol"/>
              </a:rPr>
              <a:t>IP</a:t>
            </a:r>
            <a:endParaRPr sz="2000">
              <a:latin typeface="Segoe UI Symbol"/>
              <a:cs typeface="Segoe UI Symbol"/>
            </a:endParaRPr>
          </a:p>
        </p:txBody>
      </p:sp>
      <p:grpSp>
        <p:nvGrpSpPr>
          <p:cNvPr id="728" name="object 111">
            <a:extLst>
              <a:ext uri="{FF2B5EF4-FFF2-40B4-BE49-F238E27FC236}">
                <a16:creationId xmlns:a16="http://schemas.microsoft.com/office/drawing/2014/main" id="{C19938F7-BCE7-2902-8B46-77A951AF7AD6}"/>
              </a:ext>
            </a:extLst>
          </p:cNvPr>
          <p:cNvGrpSpPr/>
          <p:nvPr/>
        </p:nvGrpSpPr>
        <p:grpSpPr>
          <a:xfrm>
            <a:off x="7019416" y="5606224"/>
            <a:ext cx="473709" cy="537210"/>
            <a:chOff x="6720840" y="6054090"/>
            <a:chExt cx="473709" cy="537210"/>
          </a:xfrm>
        </p:grpSpPr>
        <p:sp>
          <p:nvSpPr>
            <p:cNvPr id="729" name="object 112">
              <a:extLst>
                <a:ext uri="{FF2B5EF4-FFF2-40B4-BE49-F238E27FC236}">
                  <a16:creationId xmlns:a16="http://schemas.microsoft.com/office/drawing/2014/main" id="{B1E5E514-CC71-892B-4D8F-C74D7BBFD258}"/>
                </a:ext>
              </a:extLst>
            </p:cNvPr>
            <p:cNvSpPr/>
            <p:nvPr/>
          </p:nvSpPr>
          <p:spPr>
            <a:xfrm>
              <a:off x="6733540" y="6066790"/>
              <a:ext cx="461009" cy="524510"/>
            </a:xfrm>
            <a:custGeom>
              <a:avLst/>
              <a:gdLst/>
              <a:ahLst/>
              <a:cxnLst/>
              <a:rect l="l" t="t" r="r" b="b"/>
              <a:pathLst>
                <a:path w="461009" h="524509">
                  <a:moveTo>
                    <a:pt x="0" y="0"/>
                  </a:moveTo>
                  <a:lnTo>
                    <a:pt x="461009" y="0"/>
                  </a:lnTo>
                  <a:lnTo>
                    <a:pt x="461009" y="524510"/>
                  </a:lnTo>
                  <a:lnTo>
                    <a:pt x="0" y="5245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87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0" name="object 113">
              <a:extLst>
                <a:ext uri="{FF2B5EF4-FFF2-40B4-BE49-F238E27FC236}">
                  <a16:creationId xmlns:a16="http://schemas.microsoft.com/office/drawing/2014/main" id="{AA9A3AF3-9852-4AD3-C63D-622F3A00A31A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720840" y="6054090"/>
              <a:ext cx="246379" cy="246379"/>
            </a:xfrm>
            <a:prstGeom prst="rect">
              <a:avLst/>
            </a:prstGeom>
          </p:spPr>
        </p:pic>
        <p:sp>
          <p:nvSpPr>
            <p:cNvPr id="731" name="object 114">
              <a:extLst>
                <a:ext uri="{FF2B5EF4-FFF2-40B4-BE49-F238E27FC236}">
                  <a16:creationId xmlns:a16="http://schemas.microsoft.com/office/drawing/2014/main" id="{E1E29C35-B5A2-B047-BD41-64AE071EC859}"/>
                </a:ext>
              </a:extLst>
            </p:cNvPr>
            <p:cNvSpPr/>
            <p:nvPr/>
          </p:nvSpPr>
          <p:spPr>
            <a:xfrm>
              <a:off x="6720840" y="6054090"/>
              <a:ext cx="267970" cy="267970"/>
            </a:xfrm>
            <a:custGeom>
              <a:avLst/>
              <a:gdLst/>
              <a:ahLst/>
              <a:cxnLst/>
              <a:rect l="l" t="t" r="r" b="b"/>
              <a:pathLst>
                <a:path w="267970" h="267970">
                  <a:moveTo>
                    <a:pt x="267969" y="0"/>
                  </a:moveTo>
                  <a:lnTo>
                    <a:pt x="246379" y="0"/>
                  </a:lnTo>
                  <a:lnTo>
                    <a:pt x="0" y="246380"/>
                  </a:lnTo>
                  <a:lnTo>
                    <a:pt x="0" y="267969"/>
                  </a:lnTo>
                  <a:lnTo>
                    <a:pt x="267969" y="0"/>
                  </a:lnTo>
                  <a:close/>
                </a:path>
              </a:pathLst>
            </a:custGeom>
            <a:solidFill>
              <a:srgbClr val="C2C8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115">
              <a:extLst>
                <a:ext uri="{FF2B5EF4-FFF2-40B4-BE49-F238E27FC236}">
                  <a16:creationId xmlns:a16="http://schemas.microsoft.com/office/drawing/2014/main" id="{29F0F440-E9BE-17EA-BA8F-36CF1C92DC25}"/>
                </a:ext>
              </a:extLst>
            </p:cNvPr>
            <p:cNvSpPr/>
            <p:nvPr/>
          </p:nvSpPr>
          <p:spPr>
            <a:xfrm>
              <a:off x="6720840" y="6054090"/>
              <a:ext cx="290830" cy="290830"/>
            </a:xfrm>
            <a:custGeom>
              <a:avLst/>
              <a:gdLst/>
              <a:ahLst/>
              <a:cxnLst/>
              <a:rect l="l" t="t" r="r" b="b"/>
              <a:pathLst>
                <a:path w="290829" h="290829">
                  <a:moveTo>
                    <a:pt x="290829" y="0"/>
                  </a:moveTo>
                  <a:lnTo>
                    <a:pt x="267969" y="0"/>
                  </a:lnTo>
                  <a:lnTo>
                    <a:pt x="0" y="267969"/>
                  </a:lnTo>
                  <a:lnTo>
                    <a:pt x="0" y="290829"/>
                  </a:lnTo>
                  <a:lnTo>
                    <a:pt x="290829" y="0"/>
                  </a:lnTo>
                  <a:close/>
                </a:path>
              </a:pathLst>
            </a:custGeom>
            <a:solidFill>
              <a:srgbClr val="C3C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116">
              <a:extLst>
                <a:ext uri="{FF2B5EF4-FFF2-40B4-BE49-F238E27FC236}">
                  <a16:creationId xmlns:a16="http://schemas.microsoft.com/office/drawing/2014/main" id="{0C4496B7-572C-803F-2BC6-A52CCCDA1DC8}"/>
                </a:ext>
              </a:extLst>
            </p:cNvPr>
            <p:cNvSpPr/>
            <p:nvPr/>
          </p:nvSpPr>
          <p:spPr>
            <a:xfrm>
              <a:off x="6720840" y="6054090"/>
              <a:ext cx="312420" cy="312420"/>
            </a:xfrm>
            <a:custGeom>
              <a:avLst/>
              <a:gdLst/>
              <a:ahLst/>
              <a:cxnLst/>
              <a:rect l="l" t="t" r="r" b="b"/>
              <a:pathLst>
                <a:path w="312420" h="312420">
                  <a:moveTo>
                    <a:pt x="312420" y="0"/>
                  </a:moveTo>
                  <a:lnTo>
                    <a:pt x="290829" y="0"/>
                  </a:lnTo>
                  <a:lnTo>
                    <a:pt x="0" y="290829"/>
                  </a:lnTo>
                  <a:lnTo>
                    <a:pt x="0" y="312419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C4C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117">
              <a:extLst>
                <a:ext uri="{FF2B5EF4-FFF2-40B4-BE49-F238E27FC236}">
                  <a16:creationId xmlns:a16="http://schemas.microsoft.com/office/drawing/2014/main" id="{17CCA0C7-116F-914C-D9BF-69748309F7C1}"/>
                </a:ext>
              </a:extLst>
            </p:cNvPr>
            <p:cNvSpPr/>
            <p:nvPr/>
          </p:nvSpPr>
          <p:spPr>
            <a:xfrm>
              <a:off x="6720840" y="6054090"/>
              <a:ext cx="335280" cy="335280"/>
            </a:xfrm>
            <a:custGeom>
              <a:avLst/>
              <a:gdLst/>
              <a:ahLst/>
              <a:cxnLst/>
              <a:rect l="l" t="t" r="r" b="b"/>
              <a:pathLst>
                <a:path w="335279" h="335279">
                  <a:moveTo>
                    <a:pt x="335279" y="0"/>
                  </a:moveTo>
                  <a:lnTo>
                    <a:pt x="312420" y="0"/>
                  </a:lnTo>
                  <a:lnTo>
                    <a:pt x="0" y="312419"/>
                  </a:lnTo>
                  <a:lnTo>
                    <a:pt x="0" y="335280"/>
                  </a:lnTo>
                  <a:lnTo>
                    <a:pt x="335279" y="0"/>
                  </a:lnTo>
                  <a:close/>
                </a:path>
              </a:pathLst>
            </a:custGeom>
            <a:solidFill>
              <a:srgbClr val="C5C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118">
              <a:extLst>
                <a:ext uri="{FF2B5EF4-FFF2-40B4-BE49-F238E27FC236}">
                  <a16:creationId xmlns:a16="http://schemas.microsoft.com/office/drawing/2014/main" id="{781B7CFD-1DE6-D039-0680-EF2217F39D56}"/>
                </a:ext>
              </a:extLst>
            </p:cNvPr>
            <p:cNvSpPr/>
            <p:nvPr/>
          </p:nvSpPr>
          <p:spPr>
            <a:xfrm>
              <a:off x="6720840" y="6054090"/>
              <a:ext cx="358140" cy="358140"/>
            </a:xfrm>
            <a:custGeom>
              <a:avLst/>
              <a:gdLst/>
              <a:ahLst/>
              <a:cxnLst/>
              <a:rect l="l" t="t" r="r" b="b"/>
              <a:pathLst>
                <a:path w="358140" h="358139">
                  <a:moveTo>
                    <a:pt x="358139" y="0"/>
                  </a:moveTo>
                  <a:lnTo>
                    <a:pt x="335279" y="0"/>
                  </a:lnTo>
                  <a:lnTo>
                    <a:pt x="0" y="335280"/>
                  </a:lnTo>
                  <a:lnTo>
                    <a:pt x="0" y="358139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6CC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119">
              <a:extLst>
                <a:ext uri="{FF2B5EF4-FFF2-40B4-BE49-F238E27FC236}">
                  <a16:creationId xmlns:a16="http://schemas.microsoft.com/office/drawing/2014/main" id="{237AC204-01A6-08F2-3CAA-BB1B673DA8D8}"/>
                </a:ext>
              </a:extLst>
            </p:cNvPr>
            <p:cNvSpPr/>
            <p:nvPr/>
          </p:nvSpPr>
          <p:spPr>
            <a:xfrm>
              <a:off x="6720840" y="6054090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0999" y="0"/>
                  </a:moveTo>
                  <a:lnTo>
                    <a:pt x="358139" y="0"/>
                  </a:lnTo>
                  <a:lnTo>
                    <a:pt x="0" y="358139"/>
                  </a:lnTo>
                  <a:lnTo>
                    <a:pt x="0" y="380999"/>
                  </a:lnTo>
                  <a:lnTo>
                    <a:pt x="380999" y="0"/>
                  </a:lnTo>
                  <a:close/>
                </a:path>
              </a:pathLst>
            </a:custGeom>
            <a:solidFill>
              <a:srgbClr val="C7CC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120">
              <a:extLst>
                <a:ext uri="{FF2B5EF4-FFF2-40B4-BE49-F238E27FC236}">
                  <a16:creationId xmlns:a16="http://schemas.microsoft.com/office/drawing/2014/main" id="{A0668087-2891-EFD4-5E1E-C2E9BF7702B5}"/>
                </a:ext>
              </a:extLst>
            </p:cNvPr>
            <p:cNvSpPr/>
            <p:nvPr/>
          </p:nvSpPr>
          <p:spPr>
            <a:xfrm>
              <a:off x="6720840" y="6054090"/>
              <a:ext cx="403860" cy="403225"/>
            </a:xfrm>
            <a:custGeom>
              <a:avLst/>
              <a:gdLst/>
              <a:ahLst/>
              <a:cxnLst/>
              <a:rect l="l" t="t" r="r" b="b"/>
              <a:pathLst>
                <a:path w="403859" h="403225">
                  <a:moveTo>
                    <a:pt x="403784" y="0"/>
                  </a:moveTo>
                  <a:lnTo>
                    <a:pt x="380999" y="0"/>
                  </a:lnTo>
                  <a:lnTo>
                    <a:pt x="0" y="380999"/>
                  </a:lnTo>
                  <a:lnTo>
                    <a:pt x="0" y="402746"/>
                  </a:lnTo>
                  <a:lnTo>
                    <a:pt x="403784" y="0"/>
                  </a:lnTo>
                  <a:close/>
                </a:path>
              </a:pathLst>
            </a:custGeom>
            <a:solidFill>
              <a:srgbClr val="C8CC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121">
              <a:extLst>
                <a:ext uri="{FF2B5EF4-FFF2-40B4-BE49-F238E27FC236}">
                  <a16:creationId xmlns:a16="http://schemas.microsoft.com/office/drawing/2014/main" id="{DB5103BD-F20D-E53C-5D84-580227C91C1A}"/>
                </a:ext>
              </a:extLst>
            </p:cNvPr>
            <p:cNvSpPr/>
            <p:nvPr/>
          </p:nvSpPr>
          <p:spPr>
            <a:xfrm>
              <a:off x="6720840" y="6054090"/>
              <a:ext cx="426720" cy="426084"/>
            </a:xfrm>
            <a:custGeom>
              <a:avLst/>
              <a:gdLst/>
              <a:ahLst/>
              <a:cxnLst/>
              <a:rect l="l" t="t" r="r" b="b"/>
              <a:pathLst>
                <a:path w="426720" h="426085">
                  <a:moveTo>
                    <a:pt x="426674" y="0"/>
                  </a:moveTo>
                  <a:lnTo>
                    <a:pt x="403784" y="0"/>
                  </a:lnTo>
                  <a:lnTo>
                    <a:pt x="0" y="402746"/>
                  </a:lnTo>
                  <a:lnTo>
                    <a:pt x="0" y="425577"/>
                  </a:lnTo>
                  <a:lnTo>
                    <a:pt x="426674" y="0"/>
                  </a:lnTo>
                  <a:close/>
                </a:path>
              </a:pathLst>
            </a:custGeom>
            <a:solidFill>
              <a:srgbClr val="C9CD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122">
              <a:extLst>
                <a:ext uri="{FF2B5EF4-FFF2-40B4-BE49-F238E27FC236}">
                  <a16:creationId xmlns:a16="http://schemas.microsoft.com/office/drawing/2014/main" id="{12FC8465-8844-51F1-CEB4-C4289CB7332E}"/>
                </a:ext>
              </a:extLst>
            </p:cNvPr>
            <p:cNvSpPr/>
            <p:nvPr/>
          </p:nvSpPr>
          <p:spPr>
            <a:xfrm>
              <a:off x="6720840" y="6054090"/>
              <a:ext cx="448309" cy="448309"/>
            </a:xfrm>
            <a:custGeom>
              <a:avLst/>
              <a:gdLst/>
              <a:ahLst/>
              <a:cxnLst/>
              <a:rect l="l" t="t" r="r" b="b"/>
              <a:pathLst>
                <a:path w="448309" h="448309">
                  <a:moveTo>
                    <a:pt x="448309" y="0"/>
                  </a:moveTo>
                  <a:lnTo>
                    <a:pt x="426674" y="0"/>
                  </a:lnTo>
                  <a:lnTo>
                    <a:pt x="0" y="425577"/>
                  </a:lnTo>
                  <a:lnTo>
                    <a:pt x="0" y="448310"/>
                  </a:lnTo>
                  <a:lnTo>
                    <a:pt x="448309" y="0"/>
                  </a:lnTo>
                  <a:close/>
                </a:path>
              </a:pathLst>
            </a:custGeom>
            <a:solidFill>
              <a:srgbClr val="CAC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123">
              <a:extLst>
                <a:ext uri="{FF2B5EF4-FFF2-40B4-BE49-F238E27FC236}">
                  <a16:creationId xmlns:a16="http://schemas.microsoft.com/office/drawing/2014/main" id="{8DEEE98F-2050-8133-C57F-ED657C7F34DF}"/>
                </a:ext>
              </a:extLst>
            </p:cNvPr>
            <p:cNvSpPr/>
            <p:nvPr/>
          </p:nvSpPr>
          <p:spPr>
            <a:xfrm>
              <a:off x="6720840" y="6054090"/>
              <a:ext cx="462280" cy="469900"/>
            </a:xfrm>
            <a:custGeom>
              <a:avLst/>
              <a:gdLst/>
              <a:ahLst/>
              <a:cxnLst/>
              <a:rect l="l" t="t" r="r" b="b"/>
              <a:pathLst>
                <a:path w="462279" h="469900">
                  <a:moveTo>
                    <a:pt x="462279" y="0"/>
                  </a:moveTo>
                  <a:lnTo>
                    <a:pt x="448309" y="0"/>
                  </a:lnTo>
                  <a:lnTo>
                    <a:pt x="0" y="448310"/>
                  </a:lnTo>
                  <a:lnTo>
                    <a:pt x="0" y="469899"/>
                  </a:lnTo>
                  <a:lnTo>
                    <a:pt x="462279" y="7619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CCE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124">
              <a:extLst>
                <a:ext uri="{FF2B5EF4-FFF2-40B4-BE49-F238E27FC236}">
                  <a16:creationId xmlns:a16="http://schemas.microsoft.com/office/drawing/2014/main" id="{D96C4CFC-C72D-4748-78ED-2493B54EA90C}"/>
                </a:ext>
              </a:extLst>
            </p:cNvPr>
            <p:cNvSpPr/>
            <p:nvPr/>
          </p:nvSpPr>
          <p:spPr>
            <a:xfrm>
              <a:off x="6720840" y="6061710"/>
              <a:ext cx="462280" cy="486409"/>
            </a:xfrm>
            <a:custGeom>
              <a:avLst/>
              <a:gdLst/>
              <a:ahLst/>
              <a:cxnLst/>
              <a:rect l="l" t="t" r="r" b="b"/>
              <a:pathLst>
                <a:path w="462279" h="486409">
                  <a:moveTo>
                    <a:pt x="462279" y="0"/>
                  </a:moveTo>
                  <a:lnTo>
                    <a:pt x="0" y="462280"/>
                  </a:lnTo>
                  <a:lnTo>
                    <a:pt x="0" y="486370"/>
                  </a:lnTo>
                  <a:lnTo>
                    <a:pt x="462279" y="22899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CC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125">
              <a:extLst>
                <a:ext uri="{FF2B5EF4-FFF2-40B4-BE49-F238E27FC236}">
                  <a16:creationId xmlns:a16="http://schemas.microsoft.com/office/drawing/2014/main" id="{1A70F594-C6D1-977E-248B-88BFE6D00F24}"/>
                </a:ext>
              </a:extLst>
            </p:cNvPr>
            <p:cNvSpPr/>
            <p:nvPr/>
          </p:nvSpPr>
          <p:spPr>
            <a:xfrm>
              <a:off x="6720840" y="6084609"/>
              <a:ext cx="462280" cy="485140"/>
            </a:xfrm>
            <a:custGeom>
              <a:avLst/>
              <a:gdLst/>
              <a:ahLst/>
              <a:cxnLst/>
              <a:rect l="l" t="t" r="r" b="b"/>
              <a:pathLst>
                <a:path w="462279" h="485140">
                  <a:moveTo>
                    <a:pt x="462279" y="0"/>
                  </a:moveTo>
                  <a:lnTo>
                    <a:pt x="0" y="463471"/>
                  </a:lnTo>
                  <a:lnTo>
                    <a:pt x="0" y="485100"/>
                  </a:lnTo>
                  <a:lnTo>
                    <a:pt x="462279" y="22820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DCF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126">
              <a:extLst>
                <a:ext uri="{FF2B5EF4-FFF2-40B4-BE49-F238E27FC236}">
                  <a16:creationId xmlns:a16="http://schemas.microsoft.com/office/drawing/2014/main" id="{99E133F7-4E8B-3288-3CFC-C0FF6ADC3635}"/>
                </a:ext>
              </a:extLst>
            </p:cNvPr>
            <p:cNvSpPr/>
            <p:nvPr/>
          </p:nvSpPr>
          <p:spPr>
            <a:xfrm>
              <a:off x="6720840" y="6107430"/>
              <a:ext cx="462280" cy="472440"/>
            </a:xfrm>
            <a:custGeom>
              <a:avLst/>
              <a:gdLst/>
              <a:ahLst/>
              <a:cxnLst/>
              <a:rect l="l" t="t" r="r" b="b"/>
              <a:pathLst>
                <a:path w="462279" h="472440">
                  <a:moveTo>
                    <a:pt x="462279" y="0"/>
                  </a:moveTo>
                  <a:lnTo>
                    <a:pt x="0" y="462279"/>
                  </a:lnTo>
                  <a:lnTo>
                    <a:pt x="0" y="472440"/>
                  </a:lnTo>
                  <a:lnTo>
                    <a:pt x="12700" y="472440"/>
                  </a:lnTo>
                  <a:lnTo>
                    <a:pt x="462279" y="22860"/>
                  </a:lnTo>
                  <a:lnTo>
                    <a:pt x="462279" y="0"/>
                  </a:lnTo>
                  <a:close/>
                </a:path>
              </a:pathLst>
            </a:custGeom>
            <a:solidFill>
              <a:srgbClr val="CED0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127">
              <a:extLst>
                <a:ext uri="{FF2B5EF4-FFF2-40B4-BE49-F238E27FC236}">
                  <a16:creationId xmlns:a16="http://schemas.microsoft.com/office/drawing/2014/main" id="{4E69746F-3AB6-2D4D-37B5-13067D3580EE}"/>
                </a:ext>
              </a:extLst>
            </p:cNvPr>
            <p:cNvSpPr/>
            <p:nvPr/>
          </p:nvSpPr>
          <p:spPr>
            <a:xfrm>
              <a:off x="6733540" y="6130290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449579" y="0"/>
                  </a:moveTo>
                  <a:lnTo>
                    <a:pt x="0" y="449580"/>
                  </a:lnTo>
                  <a:lnTo>
                    <a:pt x="21632" y="449580"/>
                  </a:lnTo>
                  <a:lnTo>
                    <a:pt x="449579" y="22732"/>
                  </a:lnTo>
                  <a:lnTo>
                    <a:pt x="449579" y="0"/>
                  </a:lnTo>
                  <a:close/>
                </a:path>
              </a:pathLst>
            </a:custGeom>
            <a:solidFill>
              <a:srgbClr val="CFD1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128">
              <a:extLst>
                <a:ext uri="{FF2B5EF4-FFF2-40B4-BE49-F238E27FC236}">
                  <a16:creationId xmlns:a16="http://schemas.microsoft.com/office/drawing/2014/main" id="{AC9285D3-6B4B-3CFB-CC01-292AC4A2A7C1}"/>
                </a:ext>
              </a:extLst>
            </p:cNvPr>
            <p:cNvSpPr/>
            <p:nvPr/>
          </p:nvSpPr>
          <p:spPr>
            <a:xfrm>
              <a:off x="6755172" y="6153022"/>
              <a:ext cx="427990" cy="427355"/>
            </a:xfrm>
            <a:custGeom>
              <a:avLst/>
              <a:gdLst/>
              <a:ahLst/>
              <a:cxnLst/>
              <a:rect l="l" t="t" r="r" b="b"/>
              <a:pathLst>
                <a:path w="427990" h="427354">
                  <a:moveTo>
                    <a:pt x="427947" y="0"/>
                  </a:moveTo>
                  <a:lnTo>
                    <a:pt x="0" y="426847"/>
                  </a:lnTo>
                  <a:lnTo>
                    <a:pt x="22817" y="426847"/>
                  </a:lnTo>
                  <a:lnTo>
                    <a:pt x="427947" y="21717"/>
                  </a:lnTo>
                  <a:lnTo>
                    <a:pt x="427947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129">
              <a:extLst>
                <a:ext uri="{FF2B5EF4-FFF2-40B4-BE49-F238E27FC236}">
                  <a16:creationId xmlns:a16="http://schemas.microsoft.com/office/drawing/2014/main" id="{196F191E-4E92-C456-6843-958F0D8078F0}"/>
                </a:ext>
              </a:extLst>
            </p:cNvPr>
            <p:cNvSpPr/>
            <p:nvPr/>
          </p:nvSpPr>
          <p:spPr>
            <a:xfrm>
              <a:off x="6777990" y="6174740"/>
              <a:ext cx="405130" cy="405130"/>
            </a:xfrm>
            <a:custGeom>
              <a:avLst/>
              <a:gdLst/>
              <a:ahLst/>
              <a:cxnLst/>
              <a:rect l="l" t="t" r="r" b="b"/>
              <a:pathLst>
                <a:path w="405129" h="405129">
                  <a:moveTo>
                    <a:pt x="405129" y="0"/>
                  </a:moveTo>
                  <a:lnTo>
                    <a:pt x="0" y="405130"/>
                  </a:lnTo>
                  <a:lnTo>
                    <a:pt x="21589" y="405130"/>
                  </a:lnTo>
                  <a:lnTo>
                    <a:pt x="405129" y="21590"/>
                  </a:lnTo>
                  <a:lnTo>
                    <a:pt x="405129" y="0"/>
                  </a:lnTo>
                  <a:close/>
                </a:path>
              </a:pathLst>
            </a:custGeom>
            <a:solidFill>
              <a:srgbClr val="D1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130">
              <a:extLst>
                <a:ext uri="{FF2B5EF4-FFF2-40B4-BE49-F238E27FC236}">
                  <a16:creationId xmlns:a16="http://schemas.microsoft.com/office/drawing/2014/main" id="{6C0DB0FF-B15E-D101-D162-A883CABAB297}"/>
                </a:ext>
              </a:extLst>
            </p:cNvPr>
            <p:cNvSpPr/>
            <p:nvPr/>
          </p:nvSpPr>
          <p:spPr>
            <a:xfrm>
              <a:off x="6799580" y="6196330"/>
              <a:ext cx="383540" cy="383540"/>
            </a:xfrm>
            <a:custGeom>
              <a:avLst/>
              <a:gdLst/>
              <a:ahLst/>
              <a:cxnLst/>
              <a:rect l="l" t="t" r="r" b="b"/>
              <a:pathLst>
                <a:path w="383540" h="383540">
                  <a:moveTo>
                    <a:pt x="383540" y="0"/>
                  </a:moveTo>
                  <a:lnTo>
                    <a:pt x="0" y="383540"/>
                  </a:lnTo>
                  <a:lnTo>
                    <a:pt x="22860" y="383540"/>
                  </a:lnTo>
                  <a:lnTo>
                    <a:pt x="383540" y="22860"/>
                  </a:lnTo>
                  <a:lnTo>
                    <a:pt x="383540" y="0"/>
                  </a:lnTo>
                  <a:close/>
                </a:path>
              </a:pathLst>
            </a:custGeom>
            <a:solidFill>
              <a:srgbClr val="D2D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131">
              <a:extLst>
                <a:ext uri="{FF2B5EF4-FFF2-40B4-BE49-F238E27FC236}">
                  <a16:creationId xmlns:a16="http://schemas.microsoft.com/office/drawing/2014/main" id="{19EBD8F1-78DA-CFFC-6A74-F354A397CA96}"/>
                </a:ext>
              </a:extLst>
            </p:cNvPr>
            <p:cNvSpPr/>
            <p:nvPr/>
          </p:nvSpPr>
          <p:spPr>
            <a:xfrm>
              <a:off x="6822440" y="6219190"/>
              <a:ext cx="360680" cy="360680"/>
            </a:xfrm>
            <a:custGeom>
              <a:avLst/>
              <a:gdLst/>
              <a:ahLst/>
              <a:cxnLst/>
              <a:rect l="l" t="t" r="r" b="b"/>
              <a:pathLst>
                <a:path w="360679" h="360679">
                  <a:moveTo>
                    <a:pt x="360679" y="0"/>
                  </a:moveTo>
                  <a:lnTo>
                    <a:pt x="0" y="360680"/>
                  </a:lnTo>
                  <a:lnTo>
                    <a:pt x="22859" y="360680"/>
                  </a:lnTo>
                  <a:lnTo>
                    <a:pt x="360679" y="22859"/>
                  </a:lnTo>
                  <a:lnTo>
                    <a:pt x="360679" y="0"/>
                  </a:lnTo>
                  <a:close/>
                </a:path>
              </a:pathLst>
            </a:custGeom>
            <a:solidFill>
              <a:srgbClr val="D3D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132">
              <a:extLst>
                <a:ext uri="{FF2B5EF4-FFF2-40B4-BE49-F238E27FC236}">
                  <a16:creationId xmlns:a16="http://schemas.microsoft.com/office/drawing/2014/main" id="{F051A42D-1730-2DD3-B898-8572FFEAAA2C}"/>
                </a:ext>
              </a:extLst>
            </p:cNvPr>
            <p:cNvSpPr/>
            <p:nvPr/>
          </p:nvSpPr>
          <p:spPr>
            <a:xfrm>
              <a:off x="6845300" y="6242050"/>
              <a:ext cx="337820" cy="337820"/>
            </a:xfrm>
            <a:custGeom>
              <a:avLst/>
              <a:gdLst/>
              <a:ahLst/>
              <a:cxnLst/>
              <a:rect l="l" t="t" r="r" b="b"/>
              <a:pathLst>
                <a:path w="337820" h="337820">
                  <a:moveTo>
                    <a:pt x="337820" y="0"/>
                  </a:moveTo>
                  <a:lnTo>
                    <a:pt x="0" y="337820"/>
                  </a:lnTo>
                  <a:lnTo>
                    <a:pt x="22859" y="337820"/>
                  </a:lnTo>
                  <a:lnTo>
                    <a:pt x="337820" y="22859"/>
                  </a:lnTo>
                  <a:lnTo>
                    <a:pt x="337820" y="0"/>
                  </a:lnTo>
                  <a:close/>
                </a:path>
              </a:pathLst>
            </a:custGeom>
            <a:solidFill>
              <a:srgbClr val="D4D4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133">
              <a:extLst>
                <a:ext uri="{FF2B5EF4-FFF2-40B4-BE49-F238E27FC236}">
                  <a16:creationId xmlns:a16="http://schemas.microsoft.com/office/drawing/2014/main" id="{4CDB52F7-37CC-2343-75E6-90D89158DC42}"/>
                </a:ext>
              </a:extLst>
            </p:cNvPr>
            <p:cNvSpPr/>
            <p:nvPr/>
          </p:nvSpPr>
          <p:spPr>
            <a:xfrm>
              <a:off x="6868160" y="6264910"/>
              <a:ext cx="314960" cy="314960"/>
            </a:xfrm>
            <a:custGeom>
              <a:avLst/>
              <a:gdLst/>
              <a:ahLst/>
              <a:cxnLst/>
              <a:rect l="l" t="t" r="r" b="b"/>
              <a:pathLst>
                <a:path w="314959" h="314959">
                  <a:moveTo>
                    <a:pt x="314960" y="0"/>
                  </a:moveTo>
                  <a:lnTo>
                    <a:pt x="0" y="314960"/>
                  </a:lnTo>
                  <a:lnTo>
                    <a:pt x="21806" y="314960"/>
                  </a:lnTo>
                  <a:lnTo>
                    <a:pt x="314960" y="22559"/>
                  </a:lnTo>
                  <a:lnTo>
                    <a:pt x="314960" y="0"/>
                  </a:lnTo>
                  <a:close/>
                </a:path>
              </a:pathLst>
            </a:custGeom>
            <a:solidFill>
              <a:srgbClr val="D5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134">
              <a:extLst>
                <a:ext uri="{FF2B5EF4-FFF2-40B4-BE49-F238E27FC236}">
                  <a16:creationId xmlns:a16="http://schemas.microsoft.com/office/drawing/2014/main" id="{3F6C9986-6CDC-3ABB-EEC5-81A7F4C2A054}"/>
                </a:ext>
              </a:extLst>
            </p:cNvPr>
            <p:cNvSpPr/>
            <p:nvPr/>
          </p:nvSpPr>
          <p:spPr>
            <a:xfrm>
              <a:off x="6889966" y="6287469"/>
              <a:ext cx="293370" cy="292735"/>
            </a:xfrm>
            <a:custGeom>
              <a:avLst/>
              <a:gdLst/>
              <a:ahLst/>
              <a:cxnLst/>
              <a:rect l="l" t="t" r="r" b="b"/>
              <a:pathLst>
                <a:path w="293370" h="292734">
                  <a:moveTo>
                    <a:pt x="293153" y="0"/>
                  </a:moveTo>
                  <a:lnTo>
                    <a:pt x="0" y="292400"/>
                  </a:lnTo>
                  <a:lnTo>
                    <a:pt x="22889" y="292400"/>
                  </a:lnTo>
                  <a:lnTo>
                    <a:pt x="293153" y="22830"/>
                  </a:lnTo>
                  <a:lnTo>
                    <a:pt x="293153" y="0"/>
                  </a:lnTo>
                  <a:close/>
                </a:path>
              </a:pathLst>
            </a:custGeom>
            <a:solidFill>
              <a:srgbClr val="D6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135">
              <a:extLst>
                <a:ext uri="{FF2B5EF4-FFF2-40B4-BE49-F238E27FC236}">
                  <a16:creationId xmlns:a16="http://schemas.microsoft.com/office/drawing/2014/main" id="{32EDEAFD-DC65-D1C0-6363-465DC9DD902A}"/>
                </a:ext>
              </a:extLst>
            </p:cNvPr>
            <p:cNvSpPr/>
            <p:nvPr/>
          </p:nvSpPr>
          <p:spPr>
            <a:xfrm>
              <a:off x="6912855" y="6310300"/>
              <a:ext cx="270510" cy="269875"/>
            </a:xfrm>
            <a:custGeom>
              <a:avLst/>
              <a:gdLst/>
              <a:ahLst/>
              <a:cxnLst/>
              <a:rect l="l" t="t" r="r" b="b"/>
              <a:pathLst>
                <a:path w="270509" h="269875">
                  <a:moveTo>
                    <a:pt x="270264" y="0"/>
                  </a:moveTo>
                  <a:lnTo>
                    <a:pt x="0" y="269569"/>
                  </a:lnTo>
                  <a:lnTo>
                    <a:pt x="22614" y="269569"/>
                  </a:lnTo>
                  <a:lnTo>
                    <a:pt x="270264" y="21919"/>
                  </a:lnTo>
                  <a:lnTo>
                    <a:pt x="270264" y="0"/>
                  </a:lnTo>
                  <a:close/>
                </a:path>
              </a:pathLst>
            </a:custGeom>
            <a:solidFill>
              <a:srgbClr val="D7D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3" name="object 136">
              <a:extLst>
                <a:ext uri="{FF2B5EF4-FFF2-40B4-BE49-F238E27FC236}">
                  <a16:creationId xmlns:a16="http://schemas.microsoft.com/office/drawing/2014/main" id="{B1508F78-23D0-DE76-6B8D-80DD71ADD0C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935470" y="6332220"/>
              <a:ext cx="247650" cy="247649"/>
            </a:xfrm>
            <a:prstGeom prst="rect">
              <a:avLst/>
            </a:prstGeom>
          </p:spPr>
        </p:pic>
      </p:grpSp>
      <p:sp>
        <p:nvSpPr>
          <p:cNvPr id="754" name="object 137">
            <a:extLst>
              <a:ext uri="{FF2B5EF4-FFF2-40B4-BE49-F238E27FC236}">
                <a16:creationId xmlns:a16="http://schemas.microsoft.com/office/drawing/2014/main" id="{9784666B-9109-E0A0-49EF-663CFC757E81}"/>
              </a:ext>
            </a:extLst>
          </p:cNvPr>
          <p:cNvSpPr txBox="1"/>
          <p:nvPr/>
        </p:nvSpPr>
        <p:spPr>
          <a:xfrm>
            <a:off x="7032116" y="5618924"/>
            <a:ext cx="461009" cy="450379"/>
          </a:xfrm>
          <a:prstGeom prst="rect">
            <a:avLst/>
          </a:prstGeom>
        </p:spPr>
        <p:txBody>
          <a:bodyPr vert="horz" wrap="square" lIns="0" tIns="55879" rIns="0" bIns="0" rtlCol="0">
            <a:spAutoFit/>
          </a:bodyPr>
          <a:lstStyle/>
          <a:p>
            <a:pPr marL="106045" marR="123189" indent="10160">
              <a:lnSpc>
                <a:spcPct val="79700"/>
              </a:lnSpc>
              <a:spcBef>
                <a:spcPts val="439"/>
              </a:spcBef>
            </a:pPr>
            <a:r>
              <a:rPr sz="1600" spc="-85" dirty="0">
                <a:latin typeface="Arial MT"/>
                <a:cs typeface="Arial MT"/>
              </a:rPr>
              <a:t>I</a:t>
            </a:r>
            <a:r>
              <a:rPr sz="1600" spc="-190" dirty="0">
                <a:latin typeface="Arial MT"/>
                <a:cs typeface="Arial MT"/>
              </a:rPr>
              <a:t>P</a:t>
            </a:r>
            <a:r>
              <a:rPr sz="1600" spc="-80" dirty="0">
                <a:latin typeface="Arial MT"/>
                <a:cs typeface="Arial MT"/>
              </a:rPr>
              <a:t>/  </a:t>
            </a:r>
            <a:r>
              <a:rPr sz="1600" spc="-175" dirty="0">
                <a:latin typeface="Arial MT"/>
                <a:cs typeface="Arial MT"/>
              </a:rPr>
              <a:t>F</a:t>
            </a:r>
            <a:r>
              <a:rPr sz="1600" spc="-210" dirty="0">
                <a:latin typeface="Arial MT"/>
                <a:cs typeface="Arial MT"/>
              </a:rPr>
              <a:t>C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755" name="object 138">
            <a:extLst>
              <a:ext uri="{FF2B5EF4-FFF2-40B4-BE49-F238E27FC236}">
                <a16:creationId xmlns:a16="http://schemas.microsoft.com/office/drawing/2014/main" id="{4ACE8B0B-445B-3EE5-0AB8-399D11C82D3E}"/>
              </a:ext>
            </a:extLst>
          </p:cNvPr>
          <p:cNvSpPr/>
          <p:nvPr/>
        </p:nvSpPr>
        <p:spPr>
          <a:xfrm>
            <a:off x="4718176" y="5146484"/>
            <a:ext cx="3155950" cy="723900"/>
          </a:xfrm>
          <a:custGeom>
            <a:avLst/>
            <a:gdLst/>
            <a:ahLst/>
            <a:cxnLst/>
            <a:rect l="l" t="t" r="r" b="b"/>
            <a:pathLst>
              <a:path w="3155950" h="723900">
                <a:moveTo>
                  <a:pt x="0" y="723900"/>
                </a:moveTo>
                <a:lnTo>
                  <a:pt x="394970" y="0"/>
                </a:lnTo>
              </a:path>
              <a:path w="3155950" h="723900">
                <a:moveTo>
                  <a:pt x="0" y="0"/>
                </a:moveTo>
                <a:lnTo>
                  <a:pt x="394970" y="723900"/>
                </a:lnTo>
              </a:path>
              <a:path w="3155950" h="723900">
                <a:moveTo>
                  <a:pt x="2762250" y="723900"/>
                </a:moveTo>
                <a:lnTo>
                  <a:pt x="3155950" y="723900"/>
                </a:lnTo>
              </a:path>
              <a:path w="3155950" h="723900">
                <a:moveTo>
                  <a:pt x="2762250" y="723900"/>
                </a:moveTo>
                <a:lnTo>
                  <a:pt x="3155950" y="0"/>
                </a:lnTo>
              </a:path>
              <a:path w="3155950" h="723900">
                <a:moveTo>
                  <a:pt x="2762250" y="0"/>
                </a:moveTo>
                <a:lnTo>
                  <a:pt x="3155950" y="723900"/>
                </a:lnTo>
              </a:path>
              <a:path w="3155950" h="723900">
                <a:moveTo>
                  <a:pt x="2762250" y="0"/>
                </a:moveTo>
                <a:lnTo>
                  <a:pt x="3155950" y="0"/>
                </a:lnTo>
              </a:path>
            </a:pathLst>
          </a:custGeom>
          <a:ln w="9344">
            <a:solidFill>
              <a:srgbClr val="0034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140">
            <a:extLst>
              <a:ext uri="{FF2B5EF4-FFF2-40B4-BE49-F238E27FC236}">
                <a16:creationId xmlns:a16="http://schemas.microsoft.com/office/drawing/2014/main" id="{2321A17A-8F60-210B-0006-7A11DD45932D}"/>
              </a:ext>
            </a:extLst>
          </p:cNvPr>
          <p:cNvSpPr txBox="1"/>
          <p:nvPr/>
        </p:nvSpPr>
        <p:spPr>
          <a:xfrm>
            <a:off x="397636" y="1202834"/>
            <a:ext cx="3437890" cy="1679575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247650" indent="-234950">
              <a:lnSpc>
                <a:spcPct val="100000"/>
              </a:lnSpc>
              <a:spcBef>
                <a:spcPts val="690"/>
              </a:spcBef>
              <a:buFont typeface="Wingdings"/>
              <a:buChar char=""/>
              <a:tabLst>
                <a:tab pos="247650" algn="l"/>
              </a:tabLst>
            </a:pPr>
            <a:r>
              <a:rPr sz="1900" spc="-10" dirty="0">
                <a:latin typeface="Arial MT"/>
                <a:cs typeface="Arial MT"/>
              </a:rPr>
              <a:t>iSCSI</a:t>
            </a:r>
            <a:endParaRPr sz="1900">
              <a:latin typeface="Arial MT"/>
              <a:cs typeface="Arial MT"/>
            </a:endParaRPr>
          </a:p>
          <a:p>
            <a:pPr marL="580390" lvl="1" indent="-219075">
              <a:lnSpc>
                <a:spcPct val="100000"/>
              </a:lnSpc>
              <a:spcBef>
                <a:spcPts val="530"/>
              </a:spcBef>
              <a:buFont typeface="Times New Roman"/>
              <a:buChar char="–"/>
              <a:tabLst>
                <a:tab pos="580390" algn="l"/>
              </a:tabLst>
            </a:pPr>
            <a:r>
              <a:rPr sz="1700" spc="5" dirty="0">
                <a:latin typeface="Arial MT"/>
                <a:cs typeface="Arial MT"/>
              </a:rPr>
              <a:t>SCSI</a:t>
            </a:r>
            <a:r>
              <a:rPr sz="1700" spc="-35" dirty="0">
                <a:latin typeface="Arial MT"/>
                <a:cs typeface="Arial MT"/>
              </a:rPr>
              <a:t> </a:t>
            </a:r>
            <a:r>
              <a:rPr sz="1700" spc="-5" dirty="0">
                <a:latin typeface="Arial MT"/>
                <a:cs typeface="Arial MT"/>
              </a:rPr>
              <a:t>over</a:t>
            </a:r>
            <a:r>
              <a:rPr sz="1700" spc="-35" dirty="0">
                <a:latin typeface="Arial MT"/>
                <a:cs typeface="Arial MT"/>
              </a:rPr>
              <a:t> </a:t>
            </a:r>
            <a:r>
              <a:rPr sz="1700" spc="-5" dirty="0">
                <a:latin typeface="Arial MT"/>
                <a:cs typeface="Arial MT"/>
              </a:rPr>
              <a:t>IP</a:t>
            </a:r>
            <a:endParaRPr sz="1700">
              <a:latin typeface="Arial MT"/>
              <a:cs typeface="Arial MT"/>
            </a:endParaRPr>
          </a:p>
          <a:p>
            <a:pPr marL="920750" marR="5080" lvl="2" indent="-222250">
              <a:lnSpc>
                <a:spcPct val="100000"/>
              </a:lnSpc>
              <a:spcBef>
                <a:spcPts val="430"/>
              </a:spcBef>
              <a:buFont typeface="Wingdings"/>
              <a:buChar char=""/>
              <a:tabLst>
                <a:tab pos="920750" algn="l"/>
              </a:tabLst>
            </a:pPr>
            <a:r>
              <a:rPr sz="1400" dirty="0">
                <a:latin typeface="Arial MT"/>
                <a:cs typeface="Arial MT"/>
              </a:rPr>
              <a:t>IP</a:t>
            </a:r>
            <a:r>
              <a:rPr sz="1400" spc="-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encapsulation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done</a:t>
            </a:r>
            <a:r>
              <a:rPr sz="1400" spc="-15" dirty="0">
                <a:latin typeface="Arial MT"/>
                <a:cs typeface="Arial MT"/>
              </a:rPr>
              <a:t> </a:t>
            </a:r>
            <a:r>
              <a:rPr sz="1400" spc="5" dirty="0">
                <a:latin typeface="Arial MT"/>
                <a:cs typeface="Arial MT"/>
              </a:rPr>
              <a:t>on</a:t>
            </a:r>
            <a:r>
              <a:rPr sz="1400" spc="-1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host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/ </a:t>
            </a:r>
            <a:r>
              <a:rPr sz="1400" spc="-37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HBA(host</a:t>
            </a:r>
            <a:r>
              <a:rPr sz="1400" spc="1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bus</a:t>
            </a:r>
            <a:r>
              <a:rPr sz="1400" spc="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adapter)</a:t>
            </a:r>
            <a:endParaRPr sz="1400">
              <a:latin typeface="Arial MT"/>
              <a:cs typeface="Arial MT"/>
            </a:endParaRPr>
          </a:p>
          <a:p>
            <a:pPr marL="920750" marR="273685" lvl="2" indent="-222250">
              <a:lnSpc>
                <a:spcPts val="1670"/>
              </a:lnSpc>
              <a:spcBef>
                <a:spcPts val="505"/>
              </a:spcBef>
              <a:buFont typeface="Wingdings"/>
              <a:buChar char=""/>
              <a:tabLst>
                <a:tab pos="920750" algn="l"/>
              </a:tabLst>
            </a:pPr>
            <a:r>
              <a:rPr sz="1400" dirty="0">
                <a:latin typeface="Arial MT"/>
                <a:cs typeface="Arial MT"/>
              </a:rPr>
              <a:t>Hardware-based</a:t>
            </a:r>
            <a:r>
              <a:rPr sz="1400" spc="-3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gateway</a:t>
            </a:r>
            <a:r>
              <a:rPr sz="1400" spc="-30" dirty="0">
                <a:latin typeface="Arial MT"/>
                <a:cs typeface="Arial MT"/>
              </a:rPr>
              <a:t> </a:t>
            </a:r>
            <a:r>
              <a:rPr sz="1400" spc="5" dirty="0">
                <a:latin typeface="Arial MT"/>
                <a:cs typeface="Arial MT"/>
              </a:rPr>
              <a:t>to </a:t>
            </a:r>
            <a:r>
              <a:rPr sz="1400" spc="-375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Fibre</a:t>
            </a:r>
            <a:r>
              <a:rPr sz="1400" spc="5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Channel</a:t>
            </a:r>
            <a:r>
              <a:rPr sz="1400" spc="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storage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757" name="object 141">
            <a:extLst>
              <a:ext uri="{FF2B5EF4-FFF2-40B4-BE49-F238E27FC236}">
                <a16:creationId xmlns:a16="http://schemas.microsoft.com/office/drawing/2014/main" id="{85EF61DE-7D36-95E1-E808-0627C770AC7C}"/>
              </a:ext>
            </a:extLst>
          </p:cNvPr>
          <p:cNvSpPr txBox="1"/>
          <p:nvPr/>
        </p:nvSpPr>
        <p:spPr>
          <a:xfrm>
            <a:off x="397636" y="3200545"/>
            <a:ext cx="3261995" cy="1235075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247650" indent="-234950">
              <a:lnSpc>
                <a:spcPct val="100000"/>
              </a:lnSpc>
              <a:spcBef>
                <a:spcPts val="690"/>
              </a:spcBef>
              <a:buFont typeface="Wingdings"/>
              <a:buChar char=""/>
              <a:tabLst>
                <a:tab pos="247650" algn="l"/>
              </a:tabLst>
            </a:pPr>
            <a:r>
              <a:rPr sz="1900" spc="-5" dirty="0">
                <a:latin typeface="Arial MT"/>
                <a:cs typeface="Arial MT"/>
              </a:rPr>
              <a:t>FCIP</a:t>
            </a:r>
            <a:endParaRPr sz="1900">
              <a:latin typeface="Arial MT"/>
              <a:cs typeface="Arial MT"/>
            </a:endParaRPr>
          </a:p>
          <a:p>
            <a:pPr marL="580390" marR="5080" indent="-218440">
              <a:lnSpc>
                <a:spcPct val="100000"/>
              </a:lnSpc>
              <a:spcBef>
                <a:spcPts val="530"/>
              </a:spcBef>
            </a:pPr>
            <a:r>
              <a:rPr sz="2550" baseline="3267" dirty="0">
                <a:latin typeface="Times New Roman"/>
                <a:cs typeface="Times New Roman"/>
              </a:rPr>
              <a:t>–</a:t>
            </a:r>
            <a:r>
              <a:rPr sz="2550" spc="7" baseline="3267" dirty="0">
                <a:latin typeface="Times New Roman"/>
                <a:cs typeface="Times New Roman"/>
              </a:rPr>
              <a:t> </a:t>
            </a:r>
            <a:r>
              <a:rPr sz="1700" dirty="0">
                <a:latin typeface="Arial MT"/>
                <a:cs typeface="Arial MT"/>
              </a:rPr>
              <a:t>Fibre </a:t>
            </a:r>
            <a:r>
              <a:rPr sz="1700" spc="-5" dirty="0">
                <a:latin typeface="Arial MT"/>
                <a:cs typeface="Arial MT"/>
              </a:rPr>
              <a:t>Channel-to-IP bridge </a:t>
            </a:r>
            <a:r>
              <a:rPr sz="1700" dirty="0">
                <a:latin typeface="Arial MT"/>
                <a:cs typeface="Arial MT"/>
              </a:rPr>
              <a:t>/ </a:t>
            </a:r>
            <a:r>
              <a:rPr sz="1700" spc="-459" dirty="0">
                <a:latin typeface="Arial MT"/>
                <a:cs typeface="Arial MT"/>
              </a:rPr>
              <a:t> </a:t>
            </a:r>
            <a:r>
              <a:rPr sz="1700" spc="-5" dirty="0">
                <a:latin typeface="Arial MT"/>
                <a:cs typeface="Arial MT"/>
              </a:rPr>
              <a:t>tunnel </a:t>
            </a:r>
            <a:r>
              <a:rPr sz="1700" dirty="0">
                <a:latin typeface="Arial MT"/>
                <a:cs typeface="Arial MT"/>
              </a:rPr>
              <a:t>(point</a:t>
            </a:r>
            <a:endParaRPr sz="1700">
              <a:latin typeface="Arial MT"/>
              <a:cs typeface="Arial MT"/>
            </a:endParaRPr>
          </a:p>
          <a:p>
            <a:pPr marL="580390">
              <a:lnSpc>
                <a:spcPct val="100000"/>
              </a:lnSpc>
            </a:pPr>
            <a:r>
              <a:rPr sz="1700" spc="-5" dirty="0">
                <a:latin typeface="Arial MT"/>
                <a:cs typeface="Arial MT"/>
              </a:rPr>
              <a:t>to</a:t>
            </a:r>
            <a:r>
              <a:rPr sz="1700" spc="-40" dirty="0">
                <a:latin typeface="Arial MT"/>
                <a:cs typeface="Arial MT"/>
              </a:rPr>
              <a:t> </a:t>
            </a:r>
            <a:r>
              <a:rPr sz="1700" spc="-5" dirty="0">
                <a:latin typeface="Arial MT"/>
                <a:cs typeface="Arial MT"/>
              </a:rPr>
              <a:t>point)</a:t>
            </a:r>
            <a:endParaRPr sz="1700">
              <a:latin typeface="Arial MT"/>
              <a:cs typeface="Arial MT"/>
            </a:endParaRPr>
          </a:p>
        </p:txBody>
      </p:sp>
      <p:sp>
        <p:nvSpPr>
          <p:cNvPr id="758" name="object 142">
            <a:extLst>
              <a:ext uri="{FF2B5EF4-FFF2-40B4-BE49-F238E27FC236}">
                <a16:creationId xmlns:a16="http://schemas.microsoft.com/office/drawing/2014/main" id="{8DBF286B-9DAD-B4AF-FBC8-7B9B4C20B000}"/>
              </a:ext>
            </a:extLst>
          </p:cNvPr>
          <p:cNvSpPr txBox="1"/>
          <p:nvPr/>
        </p:nvSpPr>
        <p:spPr>
          <a:xfrm>
            <a:off x="743076" y="4464493"/>
            <a:ext cx="825500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52425" algn="l"/>
                <a:tab pos="8241665" algn="l"/>
              </a:tabLst>
            </a:pPr>
            <a:r>
              <a:rPr sz="2100" u="sng" baseline="3968" dirty="0">
                <a:uFill>
                  <a:solidFill>
                    <a:srgbClr val="BFBFBF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2100" u="sng" baseline="3968" dirty="0">
                <a:uFill>
                  <a:solidFill>
                    <a:srgbClr val="BFBFBF"/>
                  </a:solidFill>
                </a:uFill>
                <a:latin typeface="Wingdings"/>
                <a:cs typeface="Wingdings"/>
              </a:rPr>
              <a:t></a:t>
            </a:r>
            <a:r>
              <a:rPr sz="2100" u="sng" spc="405" baseline="3968" dirty="0">
                <a:uFill>
                  <a:solidFill>
                    <a:srgbClr val="BFBFB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BFBFBF"/>
                  </a:solidFill>
                </a:uFill>
                <a:latin typeface="Arial MT"/>
                <a:cs typeface="Arial MT"/>
              </a:rPr>
              <a:t>Fibre</a:t>
            </a:r>
            <a:r>
              <a:rPr sz="1400" u="sng" dirty="0">
                <a:uFill>
                  <a:solidFill>
                    <a:srgbClr val="BFBFBF"/>
                  </a:solidFill>
                </a:uFill>
                <a:latin typeface="Arial MT"/>
                <a:cs typeface="Arial MT"/>
              </a:rPr>
              <a:t> </a:t>
            </a:r>
            <a:r>
              <a:rPr sz="1400" u="sng" spc="-5" dirty="0">
                <a:uFill>
                  <a:solidFill>
                    <a:srgbClr val="BFBFBF"/>
                  </a:solidFill>
                </a:uFill>
                <a:latin typeface="Arial MT"/>
                <a:cs typeface="Arial MT"/>
              </a:rPr>
              <a:t>Channel</a:t>
            </a:r>
            <a:r>
              <a:rPr sz="1400" u="sng" spc="5" dirty="0">
                <a:uFill>
                  <a:solidFill>
                    <a:srgbClr val="BFBFBF"/>
                  </a:solidFill>
                </a:uFill>
                <a:latin typeface="Arial MT"/>
                <a:cs typeface="Arial MT"/>
              </a:rPr>
              <a:t> </a:t>
            </a:r>
            <a:r>
              <a:rPr sz="1400" u="sng" dirty="0">
                <a:uFill>
                  <a:solidFill>
                    <a:srgbClr val="BFBFBF"/>
                  </a:solidFill>
                </a:uFill>
                <a:latin typeface="Arial MT"/>
                <a:cs typeface="Arial MT"/>
              </a:rPr>
              <a:t>end</a:t>
            </a:r>
            <a:r>
              <a:rPr sz="1400" u="sng" spc="-10" dirty="0">
                <a:uFill>
                  <a:solidFill>
                    <a:srgbClr val="BFBFBF"/>
                  </a:solidFill>
                </a:uFill>
                <a:latin typeface="Arial MT"/>
                <a:cs typeface="Arial MT"/>
              </a:rPr>
              <a:t> </a:t>
            </a:r>
            <a:r>
              <a:rPr sz="1400" u="sng" dirty="0">
                <a:uFill>
                  <a:solidFill>
                    <a:srgbClr val="BFBFBF"/>
                  </a:solidFill>
                </a:uFill>
                <a:latin typeface="Arial MT"/>
                <a:cs typeface="Arial MT"/>
              </a:rPr>
              <a:t>points	</a:t>
            </a:r>
            <a:endParaRPr sz="1400" dirty="0">
              <a:latin typeface="Arial MT"/>
              <a:cs typeface="Arial MT"/>
            </a:endParaRPr>
          </a:p>
        </p:txBody>
      </p:sp>
      <p:sp>
        <p:nvSpPr>
          <p:cNvPr id="759" name="object 143">
            <a:extLst>
              <a:ext uri="{FF2B5EF4-FFF2-40B4-BE49-F238E27FC236}">
                <a16:creationId xmlns:a16="http://schemas.microsoft.com/office/drawing/2014/main" id="{9F7D9DC9-7C2E-1C5E-B8DA-2E94E2874A48}"/>
              </a:ext>
            </a:extLst>
          </p:cNvPr>
          <p:cNvSpPr txBox="1"/>
          <p:nvPr/>
        </p:nvSpPr>
        <p:spPr>
          <a:xfrm>
            <a:off x="397636" y="5054745"/>
            <a:ext cx="3187700" cy="984885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247650" indent="-234950">
              <a:lnSpc>
                <a:spcPct val="100000"/>
              </a:lnSpc>
              <a:spcBef>
                <a:spcPts val="690"/>
              </a:spcBef>
              <a:buFont typeface="Wingdings"/>
              <a:buChar char=""/>
              <a:tabLst>
                <a:tab pos="247650" algn="l"/>
              </a:tabLst>
            </a:pPr>
            <a:r>
              <a:rPr sz="1900" spc="-5" dirty="0">
                <a:latin typeface="Arial MT"/>
                <a:cs typeface="Arial MT"/>
              </a:rPr>
              <a:t>iFCP</a:t>
            </a:r>
            <a:endParaRPr sz="1900">
              <a:latin typeface="Arial MT"/>
              <a:cs typeface="Arial MT"/>
            </a:endParaRPr>
          </a:p>
          <a:p>
            <a:pPr marL="580390" lvl="1" indent="-219075">
              <a:lnSpc>
                <a:spcPct val="100000"/>
              </a:lnSpc>
              <a:spcBef>
                <a:spcPts val="530"/>
              </a:spcBef>
              <a:buFont typeface="Times New Roman"/>
              <a:buChar char="–"/>
              <a:tabLst>
                <a:tab pos="580390" algn="l"/>
              </a:tabLst>
            </a:pPr>
            <a:r>
              <a:rPr sz="1700" spc="-5" dirty="0">
                <a:latin typeface="Arial MT"/>
                <a:cs typeface="Arial MT"/>
              </a:rPr>
              <a:t>IP </a:t>
            </a:r>
            <a:r>
              <a:rPr sz="1700" dirty="0">
                <a:latin typeface="Arial MT"/>
                <a:cs typeface="Arial MT"/>
              </a:rPr>
              <a:t>as</a:t>
            </a:r>
            <a:r>
              <a:rPr sz="1700" spc="-15" dirty="0">
                <a:latin typeface="Arial MT"/>
                <a:cs typeface="Arial MT"/>
              </a:rPr>
              <a:t> </a:t>
            </a:r>
            <a:r>
              <a:rPr sz="1700" spc="-5" dirty="0">
                <a:latin typeface="Arial MT"/>
                <a:cs typeface="Arial MT"/>
              </a:rPr>
              <a:t>the inter-switch</a:t>
            </a:r>
            <a:r>
              <a:rPr sz="1700" spc="-10" dirty="0">
                <a:latin typeface="Arial MT"/>
                <a:cs typeface="Arial MT"/>
              </a:rPr>
              <a:t> </a:t>
            </a:r>
            <a:r>
              <a:rPr sz="1700" spc="-5" dirty="0">
                <a:latin typeface="Arial MT"/>
                <a:cs typeface="Arial MT"/>
              </a:rPr>
              <a:t>fabric</a:t>
            </a:r>
            <a:endParaRPr sz="1700">
              <a:latin typeface="Arial MT"/>
              <a:cs typeface="Arial MT"/>
            </a:endParaRPr>
          </a:p>
          <a:p>
            <a:pPr marL="920750" lvl="2" indent="-222250">
              <a:lnSpc>
                <a:spcPct val="100000"/>
              </a:lnSpc>
              <a:spcBef>
                <a:spcPts val="430"/>
              </a:spcBef>
              <a:buFont typeface="Wingdings"/>
              <a:buChar char=""/>
              <a:tabLst>
                <a:tab pos="920750" algn="l"/>
              </a:tabLst>
            </a:pPr>
            <a:r>
              <a:rPr sz="1400" spc="-5" dirty="0">
                <a:latin typeface="Arial MT"/>
                <a:cs typeface="Arial MT"/>
              </a:rPr>
              <a:t>Fibre Channel</a:t>
            </a:r>
            <a:r>
              <a:rPr sz="1400" dirty="0">
                <a:latin typeface="Arial MT"/>
                <a:cs typeface="Arial MT"/>
              </a:rPr>
              <a:t> end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points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760" name="object 144">
            <a:extLst>
              <a:ext uri="{FF2B5EF4-FFF2-40B4-BE49-F238E27FC236}">
                <a16:creationId xmlns:a16="http://schemas.microsoft.com/office/drawing/2014/main" id="{812D6ACF-3FA7-15A4-657F-BE8419300013}"/>
              </a:ext>
            </a:extLst>
          </p:cNvPr>
          <p:cNvSpPr/>
          <p:nvPr/>
        </p:nvSpPr>
        <p:spPr>
          <a:xfrm>
            <a:off x="755776" y="3073286"/>
            <a:ext cx="8229600" cy="0"/>
          </a:xfrm>
          <a:custGeom>
            <a:avLst/>
            <a:gdLst/>
            <a:ahLst/>
            <a:cxnLst/>
            <a:rect l="l" t="t" r="r" b="b"/>
            <a:pathLst>
              <a:path w="8229600">
                <a:moveTo>
                  <a:pt x="8229600" y="0"/>
                </a:moveTo>
                <a:lnTo>
                  <a:pt x="0" y="0"/>
                </a:lnTo>
              </a:path>
            </a:pathLst>
          </a:custGeom>
          <a:ln w="9344">
            <a:solidFill>
              <a:srgbClr val="BFBF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61" name="object 145">
            <a:extLst>
              <a:ext uri="{FF2B5EF4-FFF2-40B4-BE49-F238E27FC236}">
                <a16:creationId xmlns:a16="http://schemas.microsoft.com/office/drawing/2014/main" id="{1C98C5D4-EAB7-A01D-D21E-C60F667843BF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773546" y="2130234"/>
            <a:ext cx="267970" cy="529589"/>
          </a:xfrm>
          <a:prstGeom prst="rect">
            <a:avLst/>
          </a:prstGeom>
        </p:spPr>
      </p:pic>
      <p:grpSp>
        <p:nvGrpSpPr>
          <p:cNvPr id="762" name="object 146">
            <a:extLst>
              <a:ext uri="{FF2B5EF4-FFF2-40B4-BE49-F238E27FC236}">
                <a16:creationId xmlns:a16="http://schemas.microsoft.com/office/drawing/2014/main" id="{864A222D-5614-B57F-DE51-5A1CCCA552FA}"/>
              </a:ext>
            </a:extLst>
          </p:cNvPr>
          <p:cNvGrpSpPr/>
          <p:nvPr/>
        </p:nvGrpSpPr>
        <p:grpSpPr>
          <a:xfrm>
            <a:off x="7348345" y="2261044"/>
            <a:ext cx="735330" cy="735330"/>
            <a:chOff x="7049769" y="2708910"/>
            <a:chExt cx="735330" cy="735330"/>
          </a:xfrm>
        </p:grpSpPr>
        <p:sp>
          <p:nvSpPr>
            <p:cNvPr id="763" name="object 147">
              <a:extLst>
                <a:ext uri="{FF2B5EF4-FFF2-40B4-BE49-F238E27FC236}">
                  <a16:creationId xmlns:a16="http://schemas.microsoft.com/office/drawing/2014/main" id="{9F10D6EC-A0D9-E507-D264-B7455372B019}"/>
                </a:ext>
              </a:extLst>
            </p:cNvPr>
            <p:cNvSpPr/>
            <p:nvPr/>
          </p:nvSpPr>
          <p:spPr>
            <a:xfrm>
              <a:off x="7062469" y="2721610"/>
              <a:ext cx="722630" cy="722630"/>
            </a:xfrm>
            <a:custGeom>
              <a:avLst/>
              <a:gdLst/>
              <a:ahLst/>
              <a:cxnLst/>
              <a:rect l="l" t="t" r="r" b="b"/>
              <a:pathLst>
                <a:path w="722629" h="722629">
                  <a:moveTo>
                    <a:pt x="722629" y="0"/>
                  </a:moveTo>
                  <a:lnTo>
                    <a:pt x="0" y="0"/>
                  </a:lnTo>
                  <a:lnTo>
                    <a:pt x="0" y="722629"/>
                  </a:lnTo>
                  <a:lnTo>
                    <a:pt x="361950" y="722629"/>
                  </a:lnTo>
                  <a:lnTo>
                    <a:pt x="722629" y="722629"/>
                  </a:lnTo>
                  <a:lnTo>
                    <a:pt x="722629" y="0"/>
                  </a:lnTo>
                  <a:close/>
                </a:path>
              </a:pathLst>
            </a:custGeom>
            <a:solidFill>
              <a:srgbClr val="A0A5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148">
              <a:extLst>
                <a:ext uri="{FF2B5EF4-FFF2-40B4-BE49-F238E27FC236}">
                  <a16:creationId xmlns:a16="http://schemas.microsoft.com/office/drawing/2014/main" id="{B906D892-5046-0239-6426-A70CC7233707}"/>
                </a:ext>
              </a:extLst>
            </p:cNvPr>
            <p:cNvSpPr/>
            <p:nvPr/>
          </p:nvSpPr>
          <p:spPr>
            <a:xfrm>
              <a:off x="7049769" y="2708910"/>
              <a:ext cx="722630" cy="722630"/>
            </a:xfrm>
            <a:custGeom>
              <a:avLst/>
              <a:gdLst/>
              <a:ahLst/>
              <a:cxnLst/>
              <a:rect l="l" t="t" r="r" b="b"/>
              <a:pathLst>
                <a:path w="722629" h="722629">
                  <a:moveTo>
                    <a:pt x="722629" y="0"/>
                  </a:moveTo>
                  <a:lnTo>
                    <a:pt x="0" y="0"/>
                  </a:lnTo>
                  <a:lnTo>
                    <a:pt x="0" y="722629"/>
                  </a:lnTo>
                  <a:lnTo>
                    <a:pt x="361950" y="722629"/>
                  </a:lnTo>
                  <a:lnTo>
                    <a:pt x="722629" y="722629"/>
                  </a:lnTo>
                  <a:lnTo>
                    <a:pt x="722629" y="0"/>
                  </a:lnTo>
                  <a:close/>
                </a:path>
              </a:pathLst>
            </a:custGeom>
            <a:solidFill>
              <a:srgbClr val="E4D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5" name="object 149">
            <a:extLst>
              <a:ext uri="{FF2B5EF4-FFF2-40B4-BE49-F238E27FC236}">
                <a16:creationId xmlns:a16="http://schemas.microsoft.com/office/drawing/2014/main" id="{49CFC17F-DF32-CB35-1BC4-E2D561B7B60F}"/>
              </a:ext>
            </a:extLst>
          </p:cNvPr>
          <p:cNvGrpSpPr/>
          <p:nvPr/>
        </p:nvGrpSpPr>
        <p:grpSpPr>
          <a:xfrm>
            <a:off x="6298055" y="1829561"/>
            <a:ext cx="1581150" cy="900430"/>
            <a:chOff x="5999479" y="2277427"/>
            <a:chExt cx="1581150" cy="900430"/>
          </a:xfrm>
        </p:grpSpPr>
        <p:sp>
          <p:nvSpPr>
            <p:cNvPr id="766" name="object 150">
              <a:extLst>
                <a:ext uri="{FF2B5EF4-FFF2-40B4-BE49-F238E27FC236}">
                  <a16:creationId xmlns:a16="http://schemas.microsoft.com/office/drawing/2014/main" id="{07761946-4A44-3BAF-300E-AB1D9A7113E0}"/>
                </a:ext>
              </a:extLst>
            </p:cNvPr>
            <p:cNvSpPr/>
            <p:nvPr/>
          </p:nvSpPr>
          <p:spPr>
            <a:xfrm>
              <a:off x="7313929" y="2282189"/>
              <a:ext cx="261620" cy="0"/>
            </a:xfrm>
            <a:custGeom>
              <a:avLst/>
              <a:gdLst/>
              <a:ahLst/>
              <a:cxnLst/>
              <a:rect l="l" t="t" r="r" b="b"/>
              <a:pathLst>
                <a:path w="261620">
                  <a:moveTo>
                    <a:pt x="0" y="0"/>
                  </a:moveTo>
                  <a:lnTo>
                    <a:pt x="261620" y="0"/>
                  </a:lnTo>
                </a:path>
              </a:pathLst>
            </a:custGeom>
            <a:ln w="9344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7" name="object 151">
              <a:extLst>
                <a:ext uri="{FF2B5EF4-FFF2-40B4-BE49-F238E27FC236}">
                  <a16:creationId xmlns:a16="http://schemas.microsoft.com/office/drawing/2014/main" id="{37BEEBBB-EDB0-D33A-CE1B-8F3DA25413B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99479" y="2495549"/>
              <a:ext cx="788670" cy="681989"/>
            </a:xfrm>
            <a:prstGeom prst="rect">
              <a:avLst/>
            </a:prstGeom>
          </p:spPr>
        </p:pic>
      </p:grpSp>
      <p:sp>
        <p:nvSpPr>
          <p:cNvPr id="768" name="object 152">
            <a:extLst>
              <a:ext uri="{FF2B5EF4-FFF2-40B4-BE49-F238E27FC236}">
                <a16:creationId xmlns:a16="http://schemas.microsoft.com/office/drawing/2014/main" id="{9A623531-1764-3E27-9270-5B26BE258453}"/>
              </a:ext>
            </a:extLst>
          </p:cNvPr>
          <p:cNvSpPr txBox="1"/>
          <p:nvPr/>
        </p:nvSpPr>
        <p:spPr>
          <a:xfrm>
            <a:off x="5929755" y="2216593"/>
            <a:ext cx="21793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682625" algn="l"/>
                <a:tab pos="1417955" algn="l"/>
                <a:tab pos="1701164" algn="l"/>
                <a:tab pos="2140585" algn="l"/>
              </a:tabLst>
            </a:pPr>
            <a:r>
              <a:rPr sz="3000" strike="sngStrike" baseline="-9722" dirty="0">
                <a:latin typeface="Times New Roman"/>
                <a:cs typeface="Times New Roman"/>
              </a:rPr>
              <a:t> 	</a:t>
            </a:r>
            <a:r>
              <a:rPr sz="3000" strike="sngStrike" spc="-82" baseline="-9722" dirty="0">
                <a:latin typeface="Segoe UI Symbol"/>
                <a:cs typeface="Segoe UI Symbol"/>
              </a:rPr>
              <a:t>IP	</a:t>
            </a:r>
            <a:r>
              <a:rPr sz="1600" u="dash" strike="noStrike" spc="-55" dirty="0">
                <a:uFill>
                  <a:solidFill>
                    <a:srgbClr val="00347F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600" u="dash" strike="noStrike" spc="-140" dirty="0">
                <a:uFill>
                  <a:solidFill>
                    <a:srgbClr val="00347F"/>
                  </a:solidFill>
                </a:uFill>
                <a:latin typeface="Arial MT"/>
                <a:cs typeface="Arial MT"/>
              </a:rPr>
              <a:t>IP	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769" name="object 153">
            <a:extLst>
              <a:ext uri="{FF2B5EF4-FFF2-40B4-BE49-F238E27FC236}">
                <a16:creationId xmlns:a16="http://schemas.microsoft.com/office/drawing/2014/main" id="{DEC02EF9-94D6-EB94-F636-07CEA19B1F14}"/>
              </a:ext>
            </a:extLst>
          </p:cNvPr>
          <p:cNvGrpSpPr/>
          <p:nvPr/>
        </p:nvGrpSpPr>
        <p:grpSpPr>
          <a:xfrm>
            <a:off x="7413116" y="2589973"/>
            <a:ext cx="594360" cy="330200"/>
            <a:chOff x="7114540" y="3037839"/>
            <a:chExt cx="594360" cy="330200"/>
          </a:xfrm>
        </p:grpSpPr>
        <p:sp>
          <p:nvSpPr>
            <p:cNvPr id="770" name="object 154">
              <a:extLst>
                <a:ext uri="{FF2B5EF4-FFF2-40B4-BE49-F238E27FC236}">
                  <a16:creationId xmlns:a16="http://schemas.microsoft.com/office/drawing/2014/main" id="{871E10DF-A9DB-0813-42BB-C8BDCB5428C2}"/>
                </a:ext>
              </a:extLst>
            </p:cNvPr>
            <p:cNvSpPr/>
            <p:nvPr/>
          </p:nvSpPr>
          <p:spPr>
            <a:xfrm>
              <a:off x="7114540" y="3058159"/>
              <a:ext cx="2540" cy="157480"/>
            </a:xfrm>
            <a:custGeom>
              <a:avLst/>
              <a:gdLst/>
              <a:ahLst/>
              <a:cxnLst/>
              <a:rect l="l" t="t" r="r" b="b"/>
              <a:pathLst>
                <a:path w="2540" h="15748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54940"/>
                  </a:lnTo>
                  <a:lnTo>
                    <a:pt x="1270" y="154940"/>
                  </a:lnTo>
                  <a:lnTo>
                    <a:pt x="1270" y="157480"/>
                  </a:lnTo>
                  <a:lnTo>
                    <a:pt x="2540" y="157480"/>
                  </a:lnTo>
                  <a:lnTo>
                    <a:pt x="2540" y="15494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155">
              <a:extLst>
                <a:ext uri="{FF2B5EF4-FFF2-40B4-BE49-F238E27FC236}">
                  <a16:creationId xmlns:a16="http://schemas.microsoft.com/office/drawing/2014/main" id="{5204D099-C522-3D6E-7149-2D8AE0824C7F}"/>
                </a:ext>
              </a:extLst>
            </p:cNvPr>
            <p:cNvSpPr/>
            <p:nvPr/>
          </p:nvSpPr>
          <p:spPr>
            <a:xfrm>
              <a:off x="7117080" y="3055619"/>
              <a:ext cx="3810" cy="163830"/>
            </a:xfrm>
            <a:custGeom>
              <a:avLst/>
              <a:gdLst/>
              <a:ahLst/>
              <a:cxnLst/>
              <a:rect l="l" t="t" r="r" b="b"/>
              <a:pathLst>
                <a:path w="3809" h="16383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61290"/>
                  </a:lnTo>
                  <a:lnTo>
                    <a:pt x="1270" y="161290"/>
                  </a:lnTo>
                  <a:lnTo>
                    <a:pt x="1270" y="162560"/>
                  </a:lnTo>
                  <a:lnTo>
                    <a:pt x="2540" y="162560"/>
                  </a:lnTo>
                  <a:lnTo>
                    <a:pt x="2540" y="163830"/>
                  </a:lnTo>
                  <a:lnTo>
                    <a:pt x="3810" y="163830"/>
                  </a:lnTo>
                  <a:lnTo>
                    <a:pt x="3810" y="162560"/>
                  </a:lnTo>
                  <a:lnTo>
                    <a:pt x="3810" y="16129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A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156">
              <a:extLst>
                <a:ext uri="{FF2B5EF4-FFF2-40B4-BE49-F238E27FC236}">
                  <a16:creationId xmlns:a16="http://schemas.microsoft.com/office/drawing/2014/main" id="{ED7B6F05-4B2E-5052-5ECD-C78EFF2D5675}"/>
                </a:ext>
              </a:extLst>
            </p:cNvPr>
            <p:cNvSpPr/>
            <p:nvPr/>
          </p:nvSpPr>
          <p:spPr>
            <a:xfrm>
              <a:off x="7120890" y="3053079"/>
              <a:ext cx="3810" cy="167640"/>
            </a:xfrm>
            <a:custGeom>
              <a:avLst/>
              <a:gdLst/>
              <a:ahLst/>
              <a:cxnLst/>
              <a:rect l="l" t="t" r="r" b="b"/>
              <a:pathLst>
                <a:path w="3809" h="16763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66370"/>
                  </a:lnTo>
                  <a:lnTo>
                    <a:pt x="2540" y="166370"/>
                  </a:lnTo>
                  <a:lnTo>
                    <a:pt x="2540" y="167640"/>
                  </a:lnTo>
                  <a:lnTo>
                    <a:pt x="3810" y="167640"/>
                  </a:lnTo>
                  <a:lnTo>
                    <a:pt x="3810" y="16637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E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157">
              <a:extLst>
                <a:ext uri="{FF2B5EF4-FFF2-40B4-BE49-F238E27FC236}">
                  <a16:creationId xmlns:a16="http://schemas.microsoft.com/office/drawing/2014/main" id="{1490D92B-5B04-308F-8A43-801B9962CD1E}"/>
                </a:ext>
              </a:extLst>
            </p:cNvPr>
            <p:cNvSpPr/>
            <p:nvPr/>
          </p:nvSpPr>
          <p:spPr>
            <a:xfrm>
              <a:off x="7124700" y="3050539"/>
              <a:ext cx="3810" cy="172720"/>
            </a:xfrm>
            <a:custGeom>
              <a:avLst/>
              <a:gdLst/>
              <a:ahLst/>
              <a:cxnLst/>
              <a:rect l="l" t="t" r="r" b="b"/>
              <a:pathLst>
                <a:path w="3809" h="17271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71450"/>
                  </a:lnTo>
                  <a:lnTo>
                    <a:pt x="2540" y="171450"/>
                  </a:lnTo>
                  <a:lnTo>
                    <a:pt x="2540" y="172720"/>
                  </a:lnTo>
                  <a:lnTo>
                    <a:pt x="3810" y="172720"/>
                  </a:lnTo>
                  <a:lnTo>
                    <a:pt x="3810" y="17145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A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158">
              <a:extLst>
                <a:ext uri="{FF2B5EF4-FFF2-40B4-BE49-F238E27FC236}">
                  <a16:creationId xmlns:a16="http://schemas.microsoft.com/office/drawing/2014/main" id="{8B399126-B51C-CE02-DF70-DD8D70802614}"/>
                </a:ext>
              </a:extLst>
            </p:cNvPr>
            <p:cNvSpPr/>
            <p:nvPr/>
          </p:nvSpPr>
          <p:spPr>
            <a:xfrm>
              <a:off x="7128510" y="3050539"/>
              <a:ext cx="3810" cy="173990"/>
            </a:xfrm>
            <a:custGeom>
              <a:avLst/>
              <a:gdLst/>
              <a:ahLst/>
              <a:cxnLst/>
              <a:rect l="l" t="t" r="r" b="b"/>
              <a:pathLst>
                <a:path w="3809" h="173989">
                  <a:moveTo>
                    <a:pt x="3810" y="0"/>
                  </a:moveTo>
                  <a:lnTo>
                    <a:pt x="0" y="0"/>
                  </a:lnTo>
                  <a:lnTo>
                    <a:pt x="0" y="173989"/>
                  </a:lnTo>
                  <a:lnTo>
                    <a:pt x="3810" y="1739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6A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159">
              <a:extLst>
                <a:ext uri="{FF2B5EF4-FFF2-40B4-BE49-F238E27FC236}">
                  <a16:creationId xmlns:a16="http://schemas.microsoft.com/office/drawing/2014/main" id="{6F3B00EF-792B-0EB7-11EE-4169A644B891}"/>
                </a:ext>
              </a:extLst>
            </p:cNvPr>
            <p:cNvSpPr/>
            <p:nvPr/>
          </p:nvSpPr>
          <p:spPr>
            <a:xfrm>
              <a:off x="7132320" y="3049269"/>
              <a:ext cx="3810" cy="176530"/>
            </a:xfrm>
            <a:custGeom>
              <a:avLst/>
              <a:gdLst/>
              <a:ahLst/>
              <a:cxnLst/>
              <a:rect l="l" t="t" r="r" b="b"/>
              <a:pathLst>
                <a:path w="3809" h="176530">
                  <a:moveTo>
                    <a:pt x="3809" y="0"/>
                  </a:moveTo>
                  <a:lnTo>
                    <a:pt x="0" y="0"/>
                  </a:lnTo>
                  <a:lnTo>
                    <a:pt x="0" y="176529"/>
                  </a:lnTo>
                  <a:lnTo>
                    <a:pt x="3809" y="17652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BAA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160">
              <a:extLst>
                <a:ext uri="{FF2B5EF4-FFF2-40B4-BE49-F238E27FC236}">
                  <a16:creationId xmlns:a16="http://schemas.microsoft.com/office/drawing/2014/main" id="{E3F5D06D-75AD-81F8-3FE6-2DB2C453A2AF}"/>
                </a:ext>
              </a:extLst>
            </p:cNvPr>
            <p:cNvSpPr/>
            <p:nvPr/>
          </p:nvSpPr>
          <p:spPr>
            <a:xfrm>
              <a:off x="7136130" y="3046729"/>
              <a:ext cx="3810" cy="180340"/>
            </a:xfrm>
            <a:custGeom>
              <a:avLst/>
              <a:gdLst/>
              <a:ahLst/>
              <a:cxnLst/>
              <a:rect l="l" t="t" r="r" b="b"/>
              <a:pathLst>
                <a:path w="3809" h="1803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79070"/>
                  </a:lnTo>
                  <a:lnTo>
                    <a:pt x="1270" y="179070"/>
                  </a:lnTo>
                  <a:lnTo>
                    <a:pt x="1270" y="180340"/>
                  </a:lnTo>
                  <a:lnTo>
                    <a:pt x="3810" y="180340"/>
                  </a:lnTo>
                  <a:lnTo>
                    <a:pt x="3810" y="1790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A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161">
              <a:extLst>
                <a:ext uri="{FF2B5EF4-FFF2-40B4-BE49-F238E27FC236}">
                  <a16:creationId xmlns:a16="http://schemas.microsoft.com/office/drawing/2014/main" id="{1CC5E408-4DF9-A8FB-6146-244E00CC04A1}"/>
                </a:ext>
              </a:extLst>
            </p:cNvPr>
            <p:cNvSpPr/>
            <p:nvPr/>
          </p:nvSpPr>
          <p:spPr>
            <a:xfrm>
              <a:off x="7139940" y="3046729"/>
              <a:ext cx="3810" cy="181610"/>
            </a:xfrm>
            <a:custGeom>
              <a:avLst/>
              <a:gdLst/>
              <a:ahLst/>
              <a:cxnLst/>
              <a:rect l="l" t="t" r="r" b="b"/>
              <a:pathLst>
                <a:path w="3809" h="181610">
                  <a:moveTo>
                    <a:pt x="3809" y="0"/>
                  </a:moveTo>
                  <a:lnTo>
                    <a:pt x="0" y="0"/>
                  </a:lnTo>
                  <a:lnTo>
                    <a:pt x="0" y="181610"/>
                  </a:lnTo>
                  <a:lnTo>
                    <a:pt x="3809" y="1816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3A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162">
              <a:extLst>
                <a:ext uri="{FF2B5EF4-FFF2-40B4-BE49-F238E27FC236}">
                  <a16:creationId xmlns:a16="http://schemas.microsoft.com/office/drawing/2014/main" id="{5ADB0010-1A52-5AEF-51C6-D00DD7A4E6AA}"/>
                </a:ext>
              </a:extLst>
            </p:cNvPr>
            <p:cNvSpPr/>
            <p:nvPr/>
          </p:nvSpPr>
          <p:spPr>
            <a:xfrm>
              <a:off x="7143750" y="3045459"/>
              <a:ext cx="2540" cy="184150"/>
            </a:xfrm>
            <a:custGeom>
              <a:avLst/>
              <a:gdLst/>
              <a:ahLst/>
              <a:cxnLst/>
              <a:rect l="l" t="t" r="r" b="b"/>
              <a:pathLst>
                <a:path w="2540" h="184150">
                  <a:moveTo>
                    <a:pt x="2540" y="0"/>
                  </a:moveTo>
                  <a:lnTo>
                    <a:pt x="0" y="0"/>
                  </a:lnTo>
                  <a:lnTo>
                    <a:pt x="0" y="184150"/>
                  </a:lnTo>
                  <a:lnTo>
                    <a:pt x="2540" y="18415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7A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163">
              <a:extLst>
                <a:ext uri="{FF2B5EF4-FFF2-40B4-BE49-F238E27FC236}">
                  <a16:creationId xmlns:a16="http://schemas.microsoft.com/office/drawing/2014/main" id="{35E42743-A960-A599-9C86-80A1EBBB7ABF}"/>
                </a:ext>
              </a:extLst>
            </p:cNvPr>
            <p:cNvSpPr/>
            <p:nvPr/>
          </p:nvSpPr>
          <p:spPr>
            <a:xfrm>
              <a:off x="7146290" y="304545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19">
                  <a:moveTo>
                    <a:pt x="3810" y="0"/>
                  </a:moveTo>
                  <a:lnTo>
                    <a:pt x="0" y="0"/>
                  </a:lnTo>
                  <a:lnTo>
                    <a:pt x="0" y="184150"/>
                  </a:lnTo>
                  <a:lnTo>
                    <a:pt x="1270" y="184150"/>
                  </a:lnTo>
                  <a:lnTo>
                    <a:pt x="1270" y="185420"/>
                  </a:lnTo>
                  <a:lnTo>
                    <a:pt x="3810" y="185420"/>
                  </a:lnTo>
                  <a:lnTo>
                    <a:pt x="3810" y="1841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A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164">
              <a:extLst>
                <a:ext uri="{FF2B5EF4-FFF2-40B4-BE49-F238E27FC236}">
                  <a16:creationId xmlns:a16="http://schemas.microsoft.com/office/drawing/2014/main" id="{787B3AD3-7D41-BB56-4AE5-FFA174143CEA}"/>
                </a:ext>
              </a:extLst>
            </p:cNvPr>
            <p:cNvSpPr/>
            <p:nvPr/>
          </p:nvSpPr>
          <p:spPr>
            <a:xfrm>
              <a:off x="7150100" y="304545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19">
                  <a:moveTo>
                    <a:pt x="3809" y="0"/>
                  </a:moveTo>
                  <a:lnTo>
                    <a:pt x="0" y="0"/>
                  </a:lnTo>
                  <a:lnTo>
                    <a:pt x="0" y="185419"/>
                  </a:lnTo>
                  <a:lnTo>
                    <a:pt x="3809" y="18541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0A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165">
              <a:extLst>
                <a:ext uri="{FF2B5EF4-FFF2-40B4-BE49-F238E27FC236}">
                  <a16:creationId xmlns:a16="http://schemas.microsoft.com/office/drawing/2014/main" id="{724B3AB4-BA92-6402-7076-A50DF1050998}"/>
                </a:ext>
              </a:extLst>
            </p:cNvPr>
            <p:cNvSpPr/>
            <p:nvPr/>
          </p:nvSpPr>
          <p:spPr>
            <a:xfrm>
              <a:off x="7153910" y="3044189"/>
              <a:ext cx="3810" cy="186690"/>
            </a:xfrm>
            <a:custGeom>
              <a:avLst/>
              <a:gdLst/>
              <a:ahLst/>
              <a:cxnLst/>
              <a:rect l="l" t="t" r="r" b="b"/>
              <a:pathLst>
                <a:path w="3809" h="18668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86690"/>
                  </a:lnTo>
                  <a:lnTo>
                    <a:pt x="3810" y="18669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A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166">
              <a:extLst>
                <a:ext uri="{FF2B5EF4-FFF2-40B4-BE49-F238E27FC236}">
                  <a16:creationId xmlns:a16="http://schemas.microsoft.com/office/drawing/2014/main" id="{5B879078-0CDB-0E1F-E838-C32323B9A7EC}"/>
                </a:ext>
              </a:extLst>
            </p:cNvPr>
            <p:cNvSpPr/>
            <p:nvPr/>
          </p:nvSpPr>
          <p:spPr>
            <a:xfrm>
              <a:off x="7157720" y="3042919"/>
              <a:ext cx="3810" cy="189230"/>
            </a:xfrm>
            <a:custGeom>
              <a:avLst/>
              <a:gdLst/>
              <a:ahLst/>
              <a:cxnLst/>
              <a:rect l="l" t="t" r="r" b="b"/>
              <a:pathLst>
                <a:path w="3809" h="18923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87960"/>
                  </a:lnTo>
                  <a:lnTo>
                    <a:pt x="1270" y="187960"/>
                  </a:lnTo>
                  <a:lnTo>
                    <a:pt x="1270" y="189230"/>
                  </a:lnTo>
                  <a:lnTo>
                    <a:pt x="3810" y="189230"/>
                  </a:lnTo>
                  <a:lnTo>
                    <a:pt x="3810" y="18796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8AA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167">
              <a:extLst>
                <a:ext uri="{FF2B5EF4-FFF2-40B4-BE49-F238E27FC236}">
                  <a16:creationId xmlns:a16="http://schemas.microsoft.com/office/drawing/2014/main" id="{7B62B16F-74C3-8705-2077-709CEDEE4D5F}"/>
                </a:ext>
              </a:extLst>
            </p:cNvPr>
            <p:cNvSpPr/>
            <p:nvPr/>
          </p:nvSpPr>
          <p:spPr>
            <a:xfrm>
              <a:off x="7161530" y="3042919"/>
              <a:ext cx="3810" cy="190500"/>
            </a:xfrm>
            <a:custGeom>
              <a:avLst/>
              <a:gdLst/>
              <a:ahLst/>
              <a:cxnLst/>
              <a:rect l="l" t="t" r="r" b="b"/>
              <a:pathLst>
                <a:path w="3809" h="190500">
                  <a:moveTo>
                    <a:pt x="3810" y="0"/>
                  </a:moveTo>
                  <a:lnTo>
                    <a:pt x="0" y="0"/>
                  </a:lnTo>
                  <a:lnTo>
                    <a:pt x="0" y="189230"/>
                  </a:lnTo>
                  <a:lnTo>
                    <a:pt x="2540" y="189230"/>
                  </a:lnTo>
                  <a:lnTo>
                    <a:pt x="2540" y="190500"/>
                  </a:lnTo>
                  <a:lnTo>
                    <a:pt x="3810" y="190500"/>
                  </a:lnTo>
                  <a:lnTo>
                    <a:pt x="3810" y="1892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DAA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168">
              <a:extLst>
                <a:ext uri="{FF2B5EF4-FFF2-40B4-BE49-F238E27FC236}">
                  <a16:creationId xmlns:a16="http://schemas.microsoft.com/office/drawing/2014/main" id="{972C79BF-C1F4-7346-79E8-5DE52435489F}"/>
                </a:ext>
              </a:extLst>
            </p:cNvPr>
            <p:cNvSpPr/>
            <p:nvPr/>
          </p:nvSpPr>
          <p:spPr>
            <a:xfrm>
              <a:off x="7165340" y="3042919"/>
              <a:ext cx="3810" cy="190500"/>
            </a:xfrm>
            <a:custGeom>
              <a:avLst/>
              <a:gdLst/>
              <a:ahLst/>
              <a:cxnLst/>
              <a:rect l="l" t="t" r="r" b="b"/>
              <a:pathLst>
                <a:path w="3809" h="190500">
                  <a:moveTo>
                    <a:pt x="3809" y="0"/>
                  </a:moveTo>
                  <a:lnTo>
                    <a:pt x="0" y="0"/>
                  </a:lnTo>
                  <a:lnTo>
                    <a:pt x="0" y="190500"/>
                  </a:lnTo>
                  <a:lnTo>
                    <a:pt x="3809" y="1905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1AA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169">
              <a:extLst>
                <a:ext uri="{FF2B5EF4-FFF2-40B4-BE49-F238E27FC236}">
                  <a16:creationId xmlns:a16="http://schemas.microsoft.com/office/drawing/2014/main" id="{D841F27F-AC72-6BEF-6EB0-51A43517EA1B}"/>
                </a:ext>
              </a:extLst>
            </p:cNvPr>
            <p:cNvSpPr/>
            <p:nvPr/>
          </p:nvSpPr>
          <p:spPr>
            <a:xfrm>
              <a:off x="7169150" y="3041649"/>
              <a:ext cx="2540" cy="191770"/>
            </a:xfrm>
            <a:custGeom>
              <a:avLst/>
              <a:gdLst/>
              <a:ahLst/>
              <a:cxnLst/>
              <a:rect l="l" t="t" r="r" b="b"/>
              <a:pathLst>
                <a:path w="2540" h="19176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1770"/>
                  </a:lnTo>
                  <a:lnTo>
                    <a:pt x="2540" y="1917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5A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170">
              <a:extLst>
                <a:ext uri="{FF2B5EF4-FFF2-40B4-BE49-F238E27FC236}">
                  <a16:creationId xmlns:a16="http://schemas.microsoft.com/office/drawing/2014/main" id="{EA8A34C9-574B-662D-AC2D-34B41351E610}"/>
                </a:ext>
              </a:extLst>
            </p:cNvPr>
            <p:cNvSpPr/>
            <p:nvPr/>
          </p:nvSpPr>
          <p:spPr>
            <a:xfrm>
              <a:off x="7171690" y="3041649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69">
                  <a:moveTo>
                    <a:pt x="3809" y="0"/>
                  </a:moveTo>
                  <a:lnTo>
                    <a:pt x="0" y="0"/>
                  </a:lnTo>
                  <a:lnTo>
                    <a:pt x="0" y="191770"/>
                  </a:lnTo>
                  <a:lnTo>
                    <a:pt x="3809" y="1917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9A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171">
              <a:extLst>
                <a:ext uri="{FF2B5EF4-FFF2-40B4-BE49-F238E27FC236}">
                  <a16:creationId xmlns:a16="http://schemas.microsoft.com/office/drawing/2014/main" id="{33320D57-A69D-BA52-8804-515FF444CEFF}"/>
                </a:ext>
              </a:extLst>
            </p:cNvPr>
            <p:cNvSpPr/>
            <p:nvPr/>
          </p:nvSpPr>
          <p:spPr>
            <a:xfrm>
              <a:off x="717550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09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09" y="1943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EAB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172">
              <a:extLst>
                <a:ext uri="{FF2B5EF4-FFF2-40B4-BE49-F238E27FC236}">
                  <a16:creationId xmlns:a16="http://schemas.microsoft.com/office/drawing/2014/main" id="{D4A785D8-C954-E9C4-67EF-16C2200ACE34}"/>
                </a:ext>
              </a:extLst>
            </p:cNvPr>
            <p:cNvSpPr/>
            <p:nvPr/>
          </p:nvSpPr>
          <p:spPr>
            <a:xfrm>
              <a:off x="717931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10" y="1943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2AB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173">
              <a:extLst>
                <a:ext uri="{FF2B5EF4-FFF2-40B4-BE49-F238E27FC236}">
                  <a16:creationId xmlns:a16="http://schemas.microsoft.com/office/drawing/2014/main" id="{4E326EF0-3C44-A75E-04F1-9560C7863397}"/>
                </a:ext>
              </a:extLst>
            </p:cNvPr>
            <p:cNvSpPr/>
            <p:nvPr/>
          </p:nvSpPr>
          <p:spPr>
            <a:xfrm>
              <a:off x="718312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09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09" y="1943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6A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174">
              <a:extLst>
                <a:ext uri="{FF2B5EF4-FFF2-40B4-BE49-F238E27FC236}">
                  <a16:creationId xmlns:a16="http://schemas.microsoft.com/office/drawing/2014/main" id="{0BA1F610-3F73-80FB-C0E7-B03BC651E952}"/>
                </a:ext>
              </a:extLst>
            </p:cNvPr>
            <p:cNvSpPr/>
            <p:nvPr/>
          </p:nvSpPr>
          <p:spPr>
            <a:xfrm>
              <a:off x="718693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95580"/>
                  </a:lnTo>
                  <a:lnTo>
                    <a:pt x="3810" y="1955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AAB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175">
              <a:extLst>
                <a:ext uri="{FF2B5EF4-FFF2-40B4-BE49-F238E27FC236}">
                  <a16:creationId xmlns:a16="http://schemas.microsoft.com/office/drawing/2014/main" id="{AB0C922A-C7FE-631F-E121-E5ACEE3F9F40}"/>
                </a:ext>
              </a:extLst>
            </p:cNvPr>
            <p:cNvSpPr/>
            <p:nvPr/>
          </p:nvSpPr>
          <p:spPr>
            <a:xfrm>
              <a:off x="719074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09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3809" y="1955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FAB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176">
              <a:extLst>
                <a:ext uri="{FF2B5EF4-FFF2-40B4-BE49-F238E27FC236}">
                  <a16:creationId xmlns:a16="http://schemas.microsoft.com/office/drawing/2014/main" id="{6BB56988-E00B-6AA3-23BF-63395BAC6535}"/>
                </a:ext>
              </a:extLst>
            </p:cNvPr>
            <p:cNvSpPr/>
            <p:nvPr/>
          </p:nvSpPr>
          <p:spPr>
            <a:xfrm>
              <a:off x="719455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3AB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177">
              <a:extLst>
                <a:ext uri="{FF2B5EF4-FFF2-40B4-BE49-F238E27FC236}">
                  <a16:creationId xmlns:a16="http://schemas.microsoft.com/office/drawing/2014/main" id="{A104A540-BF0B-B48D-5DF7-C59E4A6A36D5}"/>
                </a:ext>
              </a:extLst>
            </p:cNvPr>
            <p:cNvSpPr/>
            <p:nvPr/>
          </p:nvSpPr>
          <p:spPr>
            <a:xfrm>
              <a:off x="7198360" y="3037839"/>
              <a:ext cx="2540" cy="198120"/>
            </a:xfrm>
            <a:custGeom>
              <a:avLst/>
              <a:gdLst/>
              <a:ahLst/>
              <a:cxnLst/>
              <a:rect l="l" t="t" r="r" b="b"/>
              <a:pathLst>
                <a:path w="2540" h="198119">
                  <a:moveTo>
                    <a:pt x="254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2540" y="19812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7A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178">
              <a:extLst>
                <a:ext uri="{FF2B5EF4-FFF2-40B4-BE49-F238E27FC236}">
                  <a16:creationId xmlns:a16="http://schemas.microsoft.com/office/drawing/2014/main" id="{C3CA13C7-0C75-C6E2-3EAD-203D5DFF560C}"/>
                </a:ext>
              </a:extLst>
            </p:cNvPr>
            <p:cNvSpPr/>
            <p:nvPr/>
          </p:nvSpPr>
          <p:spPr>
            <a:xfrm>
              <a:off x="7200900" y="3037839"/>
              <a:ext cx="5080" cy="198120"/>
            </a:xfrm>
            <a:custGeom>
              <a:avLst/>
              <a:gdLst/>
              <a:ahLst/>
              <a:cxnLst/>
              <a:rect l="l" t="t" r="r" b="b"/>
              <a:pathLst>
                <a:path w="5079" h="198119">
                  <a:moveTo>
                    <a:pt x="507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5079" y="198120"/>
                  </a:lnTo>
                  <a:lnTo>
                    <a:pt x="5079" y="0"/>
                  </a:lnTo>
                  <a:close/>
                </a:path>
              </a:pathLst>
            </a:custGeom>
            <a:solidFill>
              <a:srgbClr val="CCAB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179">
              <a:extLst>
                <a:ext uri="{FF2B5EF4-FFF2-40B4-BE49-F238E27FC236}">
                  <a16:creationId xmlns:a16="http://schemas.microsoft.com/office/drawing/2014/main" id="{B3B54B41-FDC7-1721-0F44-9757C9A438D4}"/>
                </a:ext>
              </a:extLst>
            </p:cNvPr>
            <p:cNvSpPr/>
            <p:nvPr/>
          </p:nvSpPr>
          <p:spPr>
            <a:xfrm>
              <a:off x="7205980" y="3037839"/>
              <a:ext cx="2540" cy="198120"/>
            </a:xfrm>
            <a:custGeom>
              <a:avLst/>
              <a:gdLst/>
              <a:ahLst/>
              <a:cxnLst/>
              <a:rect l="l" t="t" r="r" b="b"/>
              <a:pathLst>
                <a:path w="2540" h="198119">
                  <a:moveTo>
                    <a:pt x="254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2540" y="19812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AB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180">
              <a:extLst>
                <a:ext uri="{FF2B5EF4-FFF2-40B4-BE49-F238E27FC236}">
                  <a16:creationId xmlns:a16="http://schemas.microsoft.com/office/drawing/2014/main" id="{34E92213-0DE2-C9C4-B3FB-C51085315C96}"/>
                </a:ext>
              </a:extLst>
            </p:cNvPr>
            <p:cNvSpPr/>
            <p:nvPr/>
          </p:nvSpPr>
          <p:spPr>
            <a:xfrm>
              <a:off x="720852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4AB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181">
              <a:extLst>
                <a:ext uri="{FF2B5EF4-FFF2-40B4-BE49-F238E27FC236}">
                  <a16:creationId xmlns:a16="http://schemas.microsoft.com/office/drawing/2014/main" id="{B1C0AE7D-30AF-FA53-D980-2D24BAE084C1}"/>
                </a:ext>
              </a:extLst>
            </p:cNvPr>
            <p:cNvSpPr/>
            <p:nvPr/>
          </p:nvSpPr>
          <p:spPr>
            <a:xfrm>
              <a:off x="721233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1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10" y="1981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8AB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182">
              <a:extLst>
                <a:ext uri="{FF2B5EF4-FFF2-40B4-BE49-F238E27FC236}">
                  <a16:creationId xmlns:a16="http://schemas.microsoft.com/office/drawing/2014/main" id="{F75280FA-7093-9056-664B-18C5A66F48B8}"/>
                </a:ext>
              </a:extLst>
            </p:cNvPr>
            <p:cNvSpPr/>
            <p:nvPr/>
          </p:nvSpPr>
          <p:spPr>
            <a:xfrm>
              <a:off x="721614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BAC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183">
              <a:extLst>
                <a:ext uri="{FF2B5EF4-FFF2-40B4-BE49-F238E27FC236}">
                  <a16:creationId xmlns:a16="http://schemas.microsoft.com/office/drawing/2014/main" id="{98E3F1A3-1C5D-C4D0-7D8D-9C6CE69A66DB}"/>
                </a:ext>
              </a:extLst>
            </p:cNvPr>
            <p:cNvSpPr/>
            <p:nvPr/>
          </p:nvSpPr>
          <p:spPr>
            <a:xfrm>
              <a:off x="721995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7AC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184">
              <a:extLst>
                <a:ext uri="{FF2B5EF4-FFF2-40B4-BE49-F238E27FC236}">
                  <a16:creationId xmlns:a16="http://schemas.microsoft.com/office/drawing/2014/main" id="{5BA28BF9-B064-B50D-4BAA-56BE3F927E1D}"/>
                </a:ext>
              </a:extLst>
            </p:cNvPr>
            <p:cNvSpPr/>
            <p:nvPr/>
          </p:nvSpPr>
          <p:spPr>
            <a:xfrm>
              <a:off x="722376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1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10" y="1981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3AC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185">
              <a:extLst>
                <a:ext uri="{FF2B5EF4-FFF2-40B4-BE49-F238E27FC236}">
                  <a16:creationId xmlns:a16="http://schemas.microsoft.com/office/drawing/2014/main" id="{27310CFF-8FE6-7538-24A2-A09FB12C7EA2}"/>
                </a:ext>
              </a:extLst>
            </p:cNvPr>
            <p:cNvSpPr/>
            <p:nvPr/>
          </p:nvSpPr>
          <p:spPr>
            <a:xfrm>
              <a:off x="722757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FAC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186">
              <a:extLst>
                <a:ext uri="{FF2B5EF4-FFF2-40B4-BE49-F238E27FC236}">
                  <a16:creationId xmlns:a16="http://schemas.microsoft.com/office/drawing/2014/main" id="{D2C49E89-B182-DCC0-9FBF-90B9450A21A1}"/>
                </a:ext>
              </a:extLst>
            </p:cNvPr>
            <p:cNvSpPr/>
            <p:nvPr/>
          </p:nvSpPr>
          <p:spPr>
            <a:xfrm>
              <a:off x="723138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1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10" y="1981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AAC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187">
              <a:extLst>
                <a:ext uri="{FF2B5EF4-FFF2-40B4-BE49-F238E27FC236}">
                  <a16:creationId xmlns:a16="http://schemas.microsoft.com/office/drawing/2014/main" id="{C307C0EC-4F83-1060-BE30-3147B4B32C63}"/>
                </a:ext>
              </a:extLst>
            </p:cNvPr>
            <p:cNvSpPr/>
            <p:nvPr/>
          </p:nvSpPr>
          <p:spPr>
            <a:xfrm>
              <a:off x="7235190" y="3039109"/>
              <a:ext cx="2540" cy="195580"/>
            </a:xfrm>
            <a:custGeom>
              <a:avLst/>
              <a:gdLst/>
              <a:ahLst/>
              <a:cxnLst/>
              <a:rect l="l" t="t" r="r" b="b"/>
              <a:pathLst>
                <a:path w="2540" h="195580">
                  <a:moveTo>
                    <a:pt x="2539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2539" y="19557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6A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188">
              <a:extLst>
                <a:ext uri="{FF2B5EF4-FFF2-40B4-BE49-F238E27FC236}">
                  <a16:creationId xmlns:a16="http://schemas.microsoft.com/office/drawing/2014/main" id="{57330340-B7E2-E5DD-2826-A92719F9046B}"/>
                </a:ext>
              </a:extLst>
            </p:cNvPr>
            <p:cNvSpPr/>
            <p:nvPr/>
          </p:nvSpPr>
          <p:spPr>
            <a:xfrm>
              <a:off x="723773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10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3810" y="19557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2AC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189">
              <a:extLst>
                <a:ext uri="{FF2B5EF4-FFF2-40B4-BE49-F238E27FC236}">
                  <a16:creationId xmlns:a16="http://schemas.microsoft.com/office/drawing/2014/main" id="{ABF91914-06BE-9CD0-EE24-0DC1AA6F05FB}"/>
                </a:ext>
              </a:extLst>
            </p:cNvPr>
            <p:cNvSpPr/>
            <p:nvPr/>
          </p:nvSpPr>
          <p:spPr>
            <a:xfrm>
              <a:off x="724154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09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3809" y="1955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EAC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190">
              <a:extLst>
                <a:ext uri="{FF2B5EF4-FFF2-40B4-BE49-F238E27FC236}">
                  <a16:creationId xmlns:a16="http://schemas.microsoft.com/office/drawing/2014/main" id="{3245B0AE-BFC2-DEA3-3DC9-E76D8C6E5B9B}"/>
                </a:ext>
              </a:extLst>
            </p:cNvPr>
            <p:cNvSpPr/>
            <p:nvPr/>
          </p:nvSpPr>
          <p:spPr>
            <a:xfrm>
              <a:off x="724535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09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3809" y="1955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9AC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191">
              <a:extLst>
                <a:ext uri="{FF2B5EF4-FFF2-40B4-BE49-F238E27FC236}">
                  <a16:creationId xmlns:a16="http://schemas.microsoft.com/office/drawing/2014/main" id="{F38B415E-6B90-D18A-3A82-42439FBDFC75}"/>
                </a:ext>
              </a:extLst>
            </p:cNvPr>
            <p:cNvSpPr/>
            <p:nvPr/>
          </p:nvSpPr>
          <p:spPr>
            <a:xfrm>
              <a:off x="724916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10" y="1943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5A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192">
              <a:extLst>
                <a:ext uri="{FF2B5EF4-FFF2-40B4-BE49-F238E27FC236}">
                  <a16:creationId xmlns:a16="http://schemas.microsoft.com/office/drawing/2014/main" id="{6AD9DCEC-7F4A-6F44-E42B-CB0E696699F5}"/>
                </a:ext>
              </a:extLst>
            </p:cNvPr>
            <p:cNvSpPr/>
            <p:nvPr/>
          </p:nvSpPr>
          <p:spPr>
            <a:xfrm>
              <a:off x="725297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3040"/>
                  </a:lnTo>
                  <a:lnTo>
                    <a:pt x="0" y="194310"/>
                  </a:lnTo>
                  <a:lnTo>
                    <a:pt x="1270" y="194310"/>
                  </a:lnTo>
                  <a:lnTo>
                    <a:pt x="1270" y="193040"/>
                  </a:lnTo>
                  <a:lnTo>
                    <a:pt x="3810" y="1930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B1AC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193">
              <a:extLst>
                <a:ext uri="{FF2B5EF4-FFF2-40B4-BE49-F238E27FC236}">
                  <a16:creationId xmlns:a16="http://schemas.microsoft.com/office/drawing/2014/main" id="{887EB749-5C85-526D-8D72-AE5555276C31}"/>
                </a:ext>
              </a:extLst>
            </p:cNvPr>
            <p:cNvSpPr/>
            <p:nvPr/>
          </p:nvSpPr>
          <p:spPr>
            <a:xfrm>
              <a:off x="7256780" y="3041649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69">
                  <a:moveTo>
                    <a:pt x="3810" y="0"/>
                  </a:moveTo>
                  <a:lnTo>
                    <a:pt x="0" y="0"/>
                  </a:lnTo>
                  <a:lnTo>
                    <a:pt x="0" y="190500"/>
                  </a:lnTo>
                  <a:lnTo>
                    <a:pt x="0" y="191770"/>
                  </a:lnTo>
                  <a:lnTo>
                    <a:pt x="2540" y="191770"/>
                  </a:lnTo>
                  <a:lnTo>
                    <a:pt x="2540" y="190500"/>
                  </a:lnTo>
                  <a:lnTo>
                    <a:pt x="3810" y="1905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DAC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194">
              <a:extLst>
                <a:ext uri="{FF2B5EF4-FFF2-40B4-BE49-F238E27FC236}">
                  <a16:creationId xmlns:a16="http://schemas.microsoft.com/office/drawing/2014/main" id="{D0FB2286-869A-8FF8-66DF-3FCEBCEB842C}"/>
                </a:ext>
              </a:extLst>
            </p:cNvPr>
            <p:cNvSpPr/>
            <p:nvPr/>
          </p:nvSpPr>
          <p:spPr>
            <a:xfrm>
              <a:off x="7260590" y="3041649"/>
              <a:ext cx="2540" cy="190500"/>
            </a:xfrm>
            <a:custGeom>
              <a:avLst/>
              <a:gdLst/>
              <a:ahLst/>
              <a:cxnLst/>
              <a:rect l="l" t="t" r="r" b="b"/>
              <a:pathLst>
                <a:path w="2540" h="190500">
                  <a:moveTo>
                    <a:pt x="2539" y="0"/>
                  </a:moveTo>
                  <a:lnTo>
                    <a:pt x="0" y="0"/>
                  </a:lnTo>
                  <a:lnTo>
                    <a:pt x="0" y="190500"/>
                  </a:lnTo>
                  <a:lnTo>
                    <a:pt x="2539" y="19050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A8AC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195">
              <a:extLst>
                <a:ext uri="{FF2B5EF4-FFF2-40B4-BE49-F238E27FC236}">
                  <a16:creationId xmlns:a16="http://schemas.microsoft.com/office/drawing/2014/main" id="{F04AC334-15B7-1B9C-B0BC-E900620C1F23}"/>
                </a:ext>
              </a:extLst>
            </p:cNvPr>
            <p:cNvSpPr/>
            <p:nvPr/>
          </p:nvSpPr>
          <p:spPr>
            <a:xfrm>
              <a:off x="7263130" y="3041649"/>
              <a:ext cx="3810" cy="190500"/>
            </a:xfrm>
            <a:custGeom>
              <a:avLst/>
              <a:gdLst/>
              <a:ahLst/>
              <a:cxnLst/>
              <a:rect l="l" t="t" r="r" b="b"/>
              <a:pathLst>
                <a:path w="3809" h="1905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0500"/>
                  </a:lnTo>
                  <a:lnTo>
                    <a:pt x="3810" y="19050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A4AC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196">
              <a:extLst>
                <a:ext uri="{FF2B5EF4-FFF2-40B4-BE49-F238E27FC236}">
                  <a16:creationId xmlns:a16="http://schemas.microsoft.com/office/drawing/2014/main" id="{0B595411-14BD-AB7F-4F63-06249BE5DFDC}"/>
                </a:ext>
              </a:extLst>
            </p:cNvPr>
            <p:cNvSpPr/>
            <p:nvPr/>
          </p:nvSpPr>
          <p:spPr>
            <a:xfrm>
              <a:off x="7266940" y="3042919"/>
              <a:ext cx="3810" cy="189230"/>
            </a:xfrm>
            <a:custGeom>
              <a:avLst/>
              <a:gdLst/>
              <a:ahLst/>
              <a:cxnLst/>
              <a:rect l="l" t="t" r="r" b="b"/>
              <a:pathLst>
                <a:path w="3809" h="189230">
                  <a:moveTo>
                    <a:pt x="3809" y="0"/>
                  </a:moveTo>
                  <a:lnTo>
                    <a:pt x="0" y="0"/>
                  </a:lnTo>
                  <a:lnTo>
                    <a:pt x="0" y="189229"/>
                  </a:lnTo>
                  <a:lnTo>
                    <a:pt x="3809" y="18922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0AB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197">
              <a:extLst>
                <a:ext uri="{FF2B5EF4-FFF2-40B4-BE49-F238E27FC236}">
                  <a16:creationId xmlns:a16="http://schemas.microsoft.com/office/drawing/2014/main" id="{8EDD8142-AB19-DD0D-381F-1D7E754C0271}"/>
                </a:ext>
              </a:extLst>
            </p:cNvPr>
            <p:cNvSpPr/>
            <p:nvPr/>
          </p:nvSpPr>
          <p:spPr>
            <a:xfrm>
              <a:off x="7270750" y="3044189"/>
              <a:ext cx="3810" cy="186690"/>
            </a:xfrm>
            <a:custGeom>
              <a:avLst/>
              <a:gdLst/>
              <a:ahLst/>
              <a:cxnLst/>
              <a:rect l="l" t="t" r="r" b="b"/>
              <a:pathLst>
                <a:path w="3809" h="186689">
                  <a:moveTo>
                    <a:pt x="3809" y="0"/>
                  </a:moveTo>
                  <a:lnTo>
                    <a:pt x="0" y="0"/>
                  </a:lnTo>
                  <a:lnTo>
                    <a:pt x="0" y="186689"/>
                  </a:lnTo>
                  <a:lnTo>
                    <a:pt x="3809" y="1866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CA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198">
              <a:extLst>
                <a:ext uri="{FF2B5EF4-FFF2-40B4-BE49-F238E27FC236}">
                  <a16:creationId xmlns:a16="http://schemas.microsoft.com/office/drawing/2014/main" id="{A2D9BAD6-47D3-5ABB-73C6-2734DBDFD4EF}"/>
                </a:ext>
              </a:extLst>
            </p:cNvPr>
            <p:cNvSpPr/>
            <p:nvPr/>
          </p:nvSpPr>
          <p:spPr>
            <a:xfrm>
              <a:off x="7274560" y="304418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19">
                  <a:moveTo>
                    <a:pt x="3810" y="0"/>
                  </a:moveTo>
                  <a:lnTo>
                    <a:pt x="0" y="0"/>
                  </a:lnTo>
                  <a:lnTo>
                    <a:pt x="0" y="185420"/>
                  </a:lnTo>
                  <a:lnTo>
                    <a:pt x="3810" y="1854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B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199">
              <a:extLst>
                <a:ext uri="{FF2B5EF4-FFF2-40B4-BE49-F238E27FC236}">
                  <a16:creationId xmlns:a16="http://schemas.microsoft.com/office/drawing/2014/main" id="{90EB2946-FF83-8470-DBA5-494511369F41}"/>
                </a:ext>
              </a:extLst>
            </p:cNvPr>
            <p:cNvSpPr/>
            <p:nvPr/>
          </p:nvSpPr>
          <p:spPr>
            <a:xfrm>
              <a:off x="7278370" y="304418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19">
                  <a:moveTo>
                    <a:pt x="3809" y="0"/>
                  </a:moveTo>
                  <a:lnTo>
                    <a:pt x="0" y="0"/>
                  </a:lnTo>
                  <a:lnTo>
                    <a:pt x="0" y="185420"/>
                  </a:lnTo>
                  <a:lnTo>
                    <a:pt x="3809" y="1854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3AB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200">
              <a:extLst>
                <a:ext uri="{FF2B5EF4-FFF2-40B4-BE49-F238E27FC236}">
                  <a16:creationId xmlns:a16="http://schemas.microsoft.com/office/drawing/2014/main" id="{AF9F1853-0B30-A451-3899-641C6B461400}"/>
                </a:ext>
              </a:extLst>
            </p:cNvPr>
            <p:cNvSpPr/>
            <p:nvPr/>
          </p:nvSpPr>
          <p:spPr>
            <a:xfrm>
              <a:off x="7282180" y="3045459"/>
              <a:ext cx="3810" cy="184150"/>
            </a:xfrm>
            <a:custGeom>
              <a:avLst/>
              <a:gdLst/>
              <a:ahLst/>
              <a:cxnLst/>
              <a:rect l="l" t="t" r="r" b="b"/>
              <a:pathLst>
                <a:path w="3809" h="184150">
                  <a:moveTo>
                    <a:pt x="3810" y="0"/>
                  </a:moveTo>
                  <a:lnTo>
                    <a:pt x="0" y="0"/>
                  </a:lnTo>
                  <a:lnTo>
                    <a:pt x="0" y="184150"/>
                  </a:lnTo>
                  <a:lnTo>
                    <a:pt x="3810" y="1841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A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201">
              <a:extLst>
                <a:ext uri="{FF2B5EF4-FFF2-40B4-BE49-F238E27FC236}">
                  <a16:creationId xmlns:a16="http://schemas.microsoft.com/office/drawing/2014/main" id="{4A5AB9DD-3CD5-69A4-4EEC-245A7D7B06FE}"/>
                </a:ext>
              </a:extLst>
            </p:cNvPr>
            <p:cNvSpPr/>
            <p:nvPr/>
          </p:nvSpPr>
          <p:spPr>
            <a:xfrm>
              <a:off x="7285990" y="3046729"/>
              <a:ext cx="3810" cy="181610"/>
            </a:xfrm>
            <a:custGeom>
              <a:avLst/>
              <a:gdLst/>
              <a:ahLst/>
              <a:cxnLst/>
              <a:rect l="l" t="t" r="r" b="b"/>
              <a:pathLst>
                <a:path w="3809" h="181610">
                  <a:moveTo>
                    <a:pt x="3810" y="0"/>
                  </a:moveTo>
                  <a:lnTo>
                    <a:pt x="0" y="0"/>
                  </a:lnTo>
                  <a:lnTo>
                    <a:pt x="0" y="180340"/>
                  </a:lnTo>
                  <a:lnTo>
                    <a:pt x="0" y="181610"/>
                  </a:lnTo>
                  <a:lnTo>
                    <a:pt x="2540" y="181610"/>
                  </a:lnTo>
                  <a:lnTo>
                    <a:pt x="2540" y="180340"/>
                  </a:lnTo>
                  <a:lnTo>
                    <a:pt x="3810" y="1803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BA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202">
              <a:extLst>
                <a:ext uri="{FF2B5EF4-FFF2-40B4-BE49-F238E27FC236}">
                  <a16:creationId xmlns:a16="http://schemas.microsoft.com/office/drawing/2014/main" id="{8D7E682F-45DC-4A5E-D480-211D1FB5ABAA}"/>
                </a:ext>
              </a:extLst>
            </p:cNvPr>
            <p:cNvSpPr/>
            <p:nvPr/>
          </p:nvSpPr>
          <p:spPr>
            <a:xfrm>
              <a:off x="7289800" y="3046729"/>
              <a:ext cx="3810" cy="180340"/>
            </a:xfrm>
            <a:custGeom>
              <a:avLst/>
              <a:gdLst/>
              <a:ahLst/>
              <a:cxnLst/>
              <a:rect l="l" t="t" r="r" b="b"/>
              <a:pathLst>
                <a:path w="3809" h="180339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9070"/>
                  </a:lnTo>
                  <a:lnTo>
                    <a:pt x="0" y="180340"/>
                  </a:lnTo>
                  <a:lnTo>
                    <a:pt x="2540" y="180340"/>
                  </a:lnTo>
                  <a:lnTo>
                    <a:pt x="2540" y="179070"/>
                  </a:lnTo>
                  <a:lnTo>
                    <a:pt x="3810" y="17907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86A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203">
              <a:extLst>
                <a:ext uri="{FF2B5EF4-FFF2-40B4-BE49-F238E27FC236}">
                  <a16:creationId xmlns:a16="http://schemas.microsoft.com/office/drawing/2014/main" id="{6D118664-BC35-B240-9172-9292198AF792}"/>
                </a:ext>
              </a:extLst>
            </p:cNvPr>
            <p:cNvSpPr/>
            <p:nvPr/>
          </p:nvSpPr>
          <p:spPr>
            <a:xfrm>
              <a:off x="7293610" y="3047999"/>
              <a:ext cx="3810" cy="177800"/>
            </a:xfrm>
            <a:custGeom>
              <a:avLst/>
              <a:gdLst/>
              <a:ahLst/>
              <a:cxnLst/>
              <a:rect l="l" t="t" r="r" b="b"/>
              <a:pathLst>
                <a:path w="3809" h="17780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7800"/>
                  </a:lnTo>
                  <a:lnTo>
                    <a:pt x="3810" y="17780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82A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204">
              <a:extLst>
                <a:ext uri="{FF2B5EF4-FFF2-40B4-BE49-F238E27FC236}">
                  <a16:creationId xmlns:a16="http://schemas.microsoft.com/office/drawing/2014/main" id="{6B5A75E9-010E-212A-DF0B-2B3F66E40D4A}"/>
                </a:ext>
              </a:extLst>
            </p:cNvPr>
            <p:cNvSpPr/>
            <p:nvPr/>
          </p:nvSpPr>
          <p:spPr>
            <a:xfrm>
              <a:off x="7297420" y="3049269"/>
              <a:ext cx="2540" cy="176530"/>
            </a:xfrm>
            <a:custGeom>
              <a:avLst/>
              <a:gdLst/>
              <a:ahLst/>
              <a:cxnLst/>
              <a:rect l="l" t="t" r="r" b="b"/>
              <a:pathLst>
                <a:path w="2540" h="176530">
                  <a:moveTo>
                    <a:pt x="254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5260"/>
                  </a:lnTo>
                  <a:lnTo>
                    <a:pt x="0" y="176530"/>
                  </a:lnTo>
                  <a:lnTo>
                    <a:pt x="1270" y="176530"/>
                  </a:lnTo>
                  <a:lnTo>
                    <a:pt x="1270" y="175260"/>
                  </a:lnTo>
                  <a:lnTo>
                    <a:pt x="2540" y="175260"/>
                  </a:lnTo>
                  <a:lnTo>
                    <a:pt x="2540" y="1270"/>
                  </a:lnTo>
                  <a:close/>
                </a:path>
              </a:pathLst>
            </a:custGeom>
            <a:solidFill>
              <a:srgbClr val="7EA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205">
              <a:extLst>
                <a:ext uri="{FF2B5EF4-FFF2-40B4-BE49-F238E27FC236}">
                  <a16:creationId xmlns:a16="http://schemas.microsoft.com/office/drawing/2014/main" id="{72DE2C57-3278-4129-3BE1-23531487D9A8}"/>
                </a:ext>
              </a:extLst>
            </p:cNvPr>
            <p:cNvSpPr/>
            <p:nvPr/>
          </p:nvSpPr>
          <p:spPr>
            <a:xfrm>
              <a:off x="7299960" y="3050539"/>
              <a:ext cx="3810" cy="172720"/>
            </a:xfrm>
            <a:custGeom>
              <a:avLst/>
              <a:gdLst/>
              <a:ahLst/>
              <a:cxnLst/>
              <a:rect l="l" t="t" r="r" b="b"/>
              <a:pathLst>
                <a:path w="3809" h="172719">
                  <a:moveTo>
                    <a:pt x="3810" y="0"/>
                  </a:moveTo>
                  <a:lnTo>
                    <a:pt x="0" y="0"/>
                  </a:lnTo>
                  <a:lnTo>
                    <a:pt x="0" y="172720"/>
                  </a:lnTo>
                  <a:lnTo>
                    <a:pt x="3810" y="1727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AAB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206">
              <a:extLst>
                <a:ext uri="{FF2B5EF4-FFF2-40B4-BE49-F238E27FC236}">
                  <a16:creationId xmlns:a16="http://schemas.microsoft.com/office/drawing/2014/main" id="{3C7251DC-E18E-67AB-F289-B2AF9201B855}"/>
                </a:ext>
              </a:extLst>
            </p:cNvPr>
            <p:cNvSpPr/>
            <p:nvPr/>
          </p:nvSpPr>
          <p:spPr>
            <a:xfrm>
              <a:off x="7303770" y="3051809"/>
              <a:ext cx="3810" cy="170180"/>
            </a:xfrm>
            <a:custGeom>
              <a:avLst/>
              <a:gdLst/>
              <a:ahLst/>
              <a:cxnLst/>
              <a:rect l="l" t="t" r="r" b="b"/>
              <a:pathLst>
                <a:path w="3809" h="17018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68910"/>
                  </a:lnTo>
                  <a:lnTo>
                    <a:pt x="0" y="170180"/>
                  </a:lnTo>
                  <a:lnTo>
                    <a:pt x="1270" y="170180"/>
                  </a:lnTo>
                  <a:lnTo>
                    <a:pt x="1270" y="168910"/>
                  </a:lnTo>
                  <a:lnTo>
                    <a:pt x="3810" y="16891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75A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207">
              <a:extLst>
                <a:ext uri="{FF2B5EF4-FFF2-40B4-BE49-F238E27FC236}">
                  <a16:creationId xmlns:a16="http://schemas.microsoft.com/office/drawing/2014/main" id="{EBC15387-9025-4F88-63D7-A05216C6774B}"/>
                </a:ext>
              </a:extLst>
            </p:cNvPr>
            <p:cNvSpPr/>
            <p:nvPr/>
          </p:nvSpPr>
          <p:spPr>
            <a:xfrm>
              <a:off x="7307580" y="3054349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09" h="16510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63830"/>
                  </a:lnTo>
                  <a:lnTo>
                    <a:pt x="0" y="165100"/>
                  </a:lnTo>
                  <a:lnTo>
                    <a:pt x="2540" y="165100"/>
                  </a:lnTo>
                  <a:lnTo>
                    <a:pt x="2540" y="163830"/>
                  </a:lnTo>
                  <a:lnTo>
                    <a:pt x="3810" y="16383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71A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208">
              <a:extLst>
                <a:ext uri="{FF2B5EF4-FFF2-40B4-BE49-F238E27FC236}">
                  <a16:creationId xmlns:a16="http://schemas.microsoft.com/office/drawing/2014/main" id="{BE701965-805C-860E-4C74-09A65BA9983C}"/>
                </a:ext>
              </a:extLst>
            </p:cNvPr>
            <p:cNvSpPr/>
            <p:nvPr/>
          </p:nvSpPr>
          <p:spPr>
            <a:xfrm>
              <a:off x="7311390" y="3056889"/>
              <a:ext cx="3810" cy="161290"/>
            </a:xfrm>
            <a:custGeom>
              <a:avLst/>
              <a:gdLst/>
              <a:ahLst/>
              <a:cxnLst/>
              <a:rect l="l" t="t" r="r" b="b"/>
              <a:pathLst>
                <a:path w="3809" h="161289">
                  <a:moveTo>
                    <a:pt x="3810" y="3810"/>
                  </a:moveTo>
                  <a:lnTo>
                    <a:pt x="2540" y="3810"/>
                  </a:lnTo>
                  <a:lnTo>
                    <a:pt x="2540" y="2540"/>
                  </a:lnTo>
                  <a:lnTo>
                    <a:pt x="1270" y="254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157480"/>
                  </a:lnTo>
                  <a:lnTo>
                    <a:pt x="0" y="158750"/>
                  </a:lnTo>
                  <a:lnTo>
                    <a:pt x="0" y="161290"/>
                  </a:lnTo>
                  <a:lnTo>
                    <a:pt x="1270" y="161290"/>
                  </a:lnTo>
                  <a:lnTo>
                    <a:pt x="1270" y="158750"/>
                  </a:lnTo>
                  <a:lnTo>
                    <a:pt x="2540" y="158750"/>
                  </a:lnTo>
                  <a:lnTo>
                    <a:pt x="2540" y="157480"/>
                  </a:lnTo>
                  <a:lnTo>
                    <a:pt x="3810" y="157480"/>
                  </a:lnTo>
                  <a:lnTo>
                    <a:pt x="3810" y="3810"/>
                  </a:lnTo>
                  <a:close/>
                </a:path>
              </a:pathLst>
            </a:custGeom>
            <a:solidFill>
              <a:srgbClr val="6D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209">
              <a:extLst>
                <a:ext uri="{FF2B5EF4-FFF2-40B4-BE49-F238E27FC236}">
                  <a16:creationId xmlns:a16="http://schemas.microsoft.com/office/drawing/2014/main" id="{75988DC0-3404-6FA1-6784-13CE8BCD3111}"/>
                </a:ext>
              </a:extLst>
            </p:cNvPr>
            <p:cNvSpPr/>
            <p:nvPr/>
          </p:nvSpPr>
          <p:spPr>
            <a:xfrm>
              <a:off x="7114540" y="3056889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09" h="1143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1270" y="7620"/>
                  </a:lnTo>
                  <a:lnTo>
                    <a:pt x="127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210">
              <a:extLst>
                <a:ext uri="{FF2B5EF4-FFF2-40B4-BE49-F238E27FC236}">
                  <a16:creationId xmlns:a16="http://schemas.microsoft.com/office/drawing/2014/main" id="{FD9064DD-E759-74F7-04AD-C202442ABD9E}"/>
                </a:ext>
              </a:extLst>
            </p:cNvPr>
            <p:cNvSpPr/>
            <p:nvPr/>
          </p:nvSpPr>
          <p:spPr>
            <a:xfrm>
              <a:off x="7118350" y="3055619"/>
              <a:ext cx="2540" cy="15240"/>
            </a:xfrm>
            <a:custGeom>
              <a:avLst/>
              <a:gdLst/>
              <a:ahLst/>
              <a:cxnLst/>
              <a:rect l="l" t="t" r="r" b="b"/>
              <a:pathLst>
                <a:path w="2540" h="15239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13969"/>
                  </a:lnTo>
                  <a:lnTo>
                    <a:pt x="1270" y="13969"/>
                  </a:lnTo>
                  <a:lnTo>
                    <a:pt x="1270" y="15239"/>
                  </a:lnTo>
                  <a:lnTo>
                    <a:pt x="2540" y="1523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AA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211">
              <a:extLst>
                <a:ext uri="{FF2B5EF4-FFF2-40B4-BE49-F238E27FC236}">
                  <a16:creationId xmlns:a16="http://schemas.microsoft.com/office/drawing/2014/main" id="{B8BF4516-7D6E-6098-8D02-F13412EC2F88}"/>
                </a:ext>
              </a:extLst>
            </p:cNvPr>
            <p:cNvSpPr/>
            <p:nvPr/>
          </p:nvSpPr>
          <p:spPr>
            <a:xfrm>
              <a:off x="7120890" y="3053079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1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2540"/>
                  </a:lnTo>
                  <a:lnTo>
                    <a:pt x="0" y="2540"/>
                  </a:lnTo>
                  <a:lnTo>
                    <a:pt x="0" y="19050"/>
                  </a:lnTo>
                  <a:lnTo>
                    <a:pt x="2539" y="19050"/>
                  </a:lnTo>
                  <a:lnTo>
                    <a:pt x="2539" y="20320"/>
                  </a:lnTo>
                  <a:lnTo>
                    <a:pt x="3809" y="203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6E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212">
              <a:extLst>
                <a:ext uri="{FF2B5EF4-FFF2-40B4-BE49-F238E27FC236}">
                  <a16:creationId xmlns:a16="http://schemas.microsoft.com/office/drawing/2014/main" id="{A5184850-0E51-17CC-97D3-EFFC9BD02CD2}"/>
                </a:ext>
              </a:extLst>
            </p:cNvPr>
            <p:cNvSpPr/>
            <p:nvPr/>
          </p:nvSpPr>
          <p:spPr>
            <a:xfrm>
              <a:off x="7124700" y="305053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24130"/>
                  </a:lnTo>
                  <a:lnTo>
                    <a:pt x="2540" y="24130"/>
                  </a:lnTo>
                  <a:lnTo>
                    <a:pt x="2540" y="25400"/>
                  </a:lnTo>
                  <a:lnTo>
                    <a:pt x="3809" y="254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2A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213">
              <a:extLst>
                <a:ext uri="{FF2B5EF4-FFF2-40B4-BE49-F238E27FC236}">
                  <a16:creationId xmlns:a16="http://schemas.microsoft.com/office/drawing/2014/main" id="{204CCE6B-0670-3DAC-D8FE-828AD305103E}"/>
                </a:ext>
              </a:extLst>
            </p:cNvPr>
            <p:cNvSpPr/>
            <p:nvPr/>
          </p:nvSpPr>
          <p:spPr>
            <a:xfrm>
              <a:off x="7128510" y="305053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81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6A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214">
              <a:extLst>
                <a:ext uri="{FF2B5EF4-FFF2-40B4-BE49-F238E27FC236}">
                  <a16:creationId xmlns:a16="http://schemas.microsoft.com/office/drawing/2014/main" id="{9A83BD15-BF99-DF69-D783-88FEB739E44C}"/>
                </a:ext>
              </a:extLst>
            </p:cNvPr>
            <p:cNvSpPr/>
            <p:nvPr/>
          </p:nvSpPr>
          <p:spPr>
            <a:xfrm>
              <a:off x="7132320" y="3049269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3809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270" y="27939"/>
                  </a:lnTo>
                  <a:lnTo>
                    <a:pt x="1270" y="29209"/>
                  </a:lnTo>
                  <a:lnTo>
                    <a:pt x="3809" y="2920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BAA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215">
              <a:extLst>
                <a:ext uri="{FF2B5EF4-FFF2-40B4-BE49-F238E27FC236}">
                  <a16:creationId xmlns:a16="http://schemas.microsoft.com/office/drawing/2014/main" id="{8E7FF3A4-FEA1-89B5-B4B6-EBDC1C7450F9}"/>
                </a:ext>
              </a:extLst>
            </p:cNvPr>
            <p:cNvSpPr/>
            <p:nvPr/>
          </p:nvSpPr>
          <p:spPr>
            <a:xfrm>
              <a:off x="7136130" y="304672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1750"/>
                  </a:lnTo>
                  <a:lnTo>
                    <a:pt x="1270" y="31750"/>
                  </a:lnTo>
                  <a:lnTo>
                    <a:pt x="1270" y="33020"/>
                  </a:lnTo>
                  <a:lnTo>
                    <a:pt x="3810" y="330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A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216">
              <a:extLst>
                <a:ext uri="{FF2B5EF4-FFF2-40B4-BE49-F238E27FC236}">
                  <a16:creationId xmlns:a16="http://schemas.microsoft.com/office/drawing/2014/main" id="{F1B448DE-F685-81DD-A90F-752A4EB7F354}"/>
                </a:ext>
              </a:extLst>
            </p:cNvPr>
            <p:cNvSpPr/>
            <p:nvPr/>
          </p:nvSpPr>
          <p:spPr>
            <a:xfrm>
              <a:off x="7139940" y="304672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3809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3A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217">
              <a:extLst>
                <a:ext uri="{FF2B5EF4-FFF2-40B4-BE49-F238E27FC236}">
                  <a16:creationId xmlns:a16="http://schemas.microsoft.com/office/drawing/2014/main" id="{45FBCEED-7351-6E35-4DDD-7E616527BE66}"/>
                </a:ext>
              </a:extLst>
            </p:cNvPr>
            <p:cNvSpPr/>
            <p:nvPr/>
          </p:nvSpPr>
          <p:spPr>
            <a:xfrm>
              <a:off x="7143750" y="304545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30">
                  <a:moveTo>
                    <a:pt x="38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2540" y="35560"/>
                  </a:lnTo>
                  <a:lnTo>
                    <a:pt x="2540" y="36829"/>
                  </a:lnTo>
                  <a:lnTo>
                    <a:pt x="3809" y="3682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7A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218">
              <a:extLst>
                <a:ext uri="{FF2B5EF4-FFF2-40B4-BE49-F238E27FC236}">
                  <a16:creationId xmlns:a16="http://schemas.microsoft.com/office/drawing/2014/main" id="{E96A4A96-6A3E-68C8-8E0B-0BC9D06C6D08}"/>
                </a:ext>
              </a:extLst>
            </p:cNvPr>
            <p:cNvSpPr/>
            <p:nvPr/>
          </p:nvSpPr>
          <p:spPr>
            <a:xfrm>
              <a:off x="7147560" y="3045459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40" h="36830">
                  <a:moveTo>
                    <a:pt x="2540" y="0"/>
                  </a:moveTo>
                  <a:lnTo>
                    <a:pt x="0" y="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CA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219">
              <a:extLst>
                <a:ext uri="{FF2B5EF4-FFF2-40B4-BE49-F238E27FC236}">
                  <a16:creationId xmlns:a16="http://schemas.microsoft.com/office/drawing/2014/main" id="{5278F2F3-3DC1-B4CF-C7F1-A314E3AA58B5}"/>
                </a:ext>
              </a:extLst>
            </p:cNvPr>
            <p:cNvSpPr/>
            <p:nvPr/>
          </p:nvSpPr>
          <p:spPr>
            <a:xfrm>
              <a:off x="7150100" y="30454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09" y="0"/>
                  </a:moveTo>
                  <a:lnTo>
                    <a:pt x="0" y="0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8100"/>
                  </a:lnTo>
                  <a:lnTo>
                    <a:pt x="3809" y="381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0A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220">
              <a:extLst>
                <a:ext uri="{FF2B5EF4-FFF2-40B4-BE49-F238E27FC236}">
                  <a16:creationId xmlns:a16="http://schemas.microsoft.com/office/drawing/2014/main" id="{4965B4CA-8798-32CE-35D0-C17DD4FAF8CB}"/>
                </a:ext>
              </a:extLst>
            </p:cNvPr>
            <p:cNvSpPr/>
            <p:nvPr/>
          </p:nvSpPr>
          <p:spPr>
            <a:xfrm>
              <a:off x="7153910" y="30441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6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A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221">
              <a:extLst>
                <a:ext uri="{FF2B5EF4-FFF2-40B4-BE49-F238E27FC236}">
                  <a16:creationId xmlns:a16="http://schemas.microsoft.com/office/drawing/2014/main" id="{FF6FC8D0-E2CE-37F4-69D3-55717DF83E1D}"/>
                </a:ext>
              </a:extLst>
            </p:cNvPr>
            <p:cNvSpPr/>
            <p:nvPr/>
          </p:nvSpPr>
          <p:spPr>
            <a:xfrm>
              <a:off x="7157720" y="304291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40639"/>
                  </a:lnTo>
                  <a:lnTo>
                    <a:pt x="1270" y="40639"/>
                  </a:lnTo>
                  <a:lnTo>
                    <a:pt x="1270" y="41909"/>
                  </a:lnTo>
                  <a:lnTo>
                    <a:pt x="3809" y="4190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8AA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222">
              <a:extLst>
                <a:ext uri="{FF2B5EF4-FFF2-40B4-BE49-F238E27FC236}">
                  <a16:creationId xmlns:a16="http://schemas.microsoft.com/office/drawing/2014/main" id="{82088125-37F9-2035-3635-886291711AE3}"/>
                </a:ext>
              </a:extLst>
            </p:cNvPr>
            <p:cNvSpPr/>
            <p:nvPr/>
          </p:nvSpPr>
          <p:spPr>
            <a:xfrm>
              <a:off x="7161530" y="304291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10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DAA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223">
              <a:extLst>
                <a:ext uri="{FF2B5EF4-FFF2-40B4-BE49-F238E27FC236}">
                  <a16:creationId xmlns:a16="http://schemas.microsoft.com/office/drawing/2014/main" id="{4CBE1877-79B0-29E2-D797-D1C20661B8EC}"/>
                </a:ext>
              </a:extLst>
            </p:cNvPr>
            <p:cNvSpPr/>
            <p:nvPr/>
          </p:nvSpPr>
          <p:spPr>
            <a:xfrm>
              <a:off x="7165340" y="304291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1AA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224">
              <a:extLst>
                <a:ext uri="{FF2B5EF4-FFF2-40B4-BE49-F238E27FC236}">
                  <a16:creationId xmlns:a16="http://schemas.microsoft.com/office/drawing/2014/main" id="{9C154EDE-81E7-9DDB-665B-21F64EEB7643}"/>
                </a:ext>
              </a:extLst>
            </p:cNvPr>
            <p:cNvSpPr/>
            <p:nvPr/>
          </p:nvSpPr>
          <p:spPr>
            <a:xfrm>
              <a:off x="7169150" y="304164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5A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225">
              <a:extLst>
                <a:ext uri="{FF2B5EF4-FFF2-40B4-BE49-F238E27FC236}">
                  <a16:creationId xmlns:a16="http://schemas.microsoft.com/office/drawing/2014/main" id="{597ABE5F-D7CA-87FB-E8DD-F1CC91C7DA81}"/>
                </a:ext>
              </a:extLst>
            </p:cNvPr>
            <p:cNvSpPr/>
            <p:nvPr/>
          </p:nvSpPr>
          <p:spPr>
            <a:xfrm>
              <a:off x="7172960" y="304037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1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5720"/>
                  </a:lnTo>
                  <a:lnTo>
                    <a:pt x="3810" y="457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A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226">
              <a:extLst>
                <a:ext uri="{FF2B5EF4-FFF2-40B4-BE49-F238E27FC236}">
                  <a16:creationId xmlns:a16="http://schemas.microsoft.com/office/drawing/2014/main" id="{6ACFDF54-9409-FD6B-7741-34C2FFEAC37B}"/>
                </a:ext>
              </a:extLst>
            </p:cNvPr>
            <p:cNvSpPr/>
            <p:nvPr/>
          </p:nvSpPr>
          <p:spPr>
            <a:xfrm>
              <a:off x="7176770" y="3040379"/>
              <a:ext cx="2540" cy="45720"/>
            </a:xfrm>
            <a:custGeom>
              <a:avLst/>
              <a:gdLst/>
              <a:ahLst/>
              <a:cxnLst/>
              <a:rect l="l" t="t" r="r" b="b"/>
              <a:pathLst>
                <a:path w="2540" h="45719">
                  <a:moveTo>
                    <a:pt x="2539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2539" y="4572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AEAB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227">
              <a:extLst>
                <a:ext uri="{FF2B5EF4-FFF2-40B4-BE49-F238E27FC236}">
                  <a16:creationId xmlns:a16="http://schemas.microsoft.com/office/drawing/2014/main" id="{E97BA254-031A-00C4-7FE3-04C38D2A7F48}"/>
                </a:ext>
              </a:extLst>
            </p:cNvPr>
            <p:cNvSpPr/>
            <p:nvPr/>
          </p:nvSpPr>
          <p:spPr>
            <a:xfrm>
              <a:off x="7179310" y="304037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1270" y="45720"/>
                  </a:lnTo>
                  <a:lnTo>
                    <a:pt x="1270" y="46990"/>
                  </a:lnTo>
                  <a:lnTo>
                    <a:pt x="3810" y="4699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2AB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228">
              <a:extLst>
                <a:ext uri="{FF2B5EF4-FFF2-40B4-BE49-F238E27FC236}">
                  <a16:creationId xmlns:a16="http://schemas.microsoft.com/office/drawing/2014/main" id="{5454597F-BD42-66F5-19BB-5B44F214A1A2}"/>
                </a:ext>
              </a:extLst>
            </p:cNvPr>
            <p:cNvSpPr/>
            <p:nvPr/>
          </p:nvSpPr>
          <p:spPr>
            <a:xfrm>
              <a:off x="7183120" y="304037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6990"/>
                  </a:lnTo>
                  <a:lnTo>
                    <a:pt x="3809" y="4699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6A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229">
              <a:extLst>
                <a:ext uri="{FF2B5EF4-FFF2-40B4-BE49-F238E27FC236}">
                  <a16:creationId xmlns:a16="http://schemas.microsoft.com/office/drawing/2014/main" id="{536237F8-CEFD-BD31-A755-45A84D2CD60B}"/>
                </a:ext>
              </a:extLst>
            </p:cNvPr>
            <p:cNvSpPr/>
            <p:nvPr/>
          </p:nvSpPr>
          <p:spPr>
            <a:xfrm>
              <a:off x="7186930" y="303910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AAB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230">
              <a:extLst>
                <a:ext uri="{FF2B5EF4-FFF2-40B4-BE49-F238E27FC236}">
                  <a16:creationId xmlns:a16="http://schemas.microsoft.com/office/drawing/2014/main" id="{3475FFB6-7F01-D298-3590-B3BF5D3A0ED6}"/>
                </a:ext>
              </a:extLst>
            </p:cNvPr>
            <p:cNvSpPr/>
            <p:nvPr/>
          </p:nvSpPr>
          <p:spPr>
            <a:xfrm>
              <a:off x="7190740" y="303910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FAB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231">
              <a:extLst>
                <a:ext uri="{FF2B5EF4-FFF2-40B4-BE49-F238E27FC236}">
                  <a16:creationId xmlns:a16="http://schemas.microsoft.com/office/drawing/2014/main" id="{66C41D2D-AEB4-C5D1-8FAA-1AEC12ADB3BD}"/>
                </a:ext>
              </a:extLst>
            </p:cNvPr>
            <p:cNvSpPr/>
            <p:nvPr/>
          </p:nvSpPr>
          <p:spPr>
            <a:xfrm>
              <a:off x="719455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3AB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232">
              <a:extLst>
                <a:ext uri="{FF2B5EF4-FFF2-40B4-BE49-F238E27FC236}">
                  <a16:creationId xmlns:a16="http://schemas.microsoft.com/office/drawing/2014/main" id="{4ED78C4F-E67D-4CED-37DC-302EB82DE1F9}"/>
                </a:ext>
              </a:extLst>
            </p:cNvPr>
            <p:cNvSpPr/>
            <p:nvPr/>
          </p:nvSpPr>
          <p:spPr>
            <a:xfrm>
              <a:off x="719836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7A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233">
              <a:extLst>
                <a:ext uri="{FF2B5EF4-FFF2-40B4-BE49-F238E27FC236}">
                  <a16:creationId xmlns:a16="http://schemas.microsoft.com/office/drawing/2014/main" id="{C8B639E0-AA42-FAD9-D7B4-76A66F8489BE}"/>
                </a:ext>
              </a:extLst>
            </p:cNvPr>
            <p:cNvSpPr/>
            <p:nvPr/>
          </p:nvSpPr>
          <p:spPr>
            <a:xfrm>
              <a:off x="720217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CAB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234">
              <a:extLst>
                <a:ext uri="{FF2B5EF4-FFF2-40B4-BE49-F238E27FC236}">
                  <a16:creationId xmlns:a16="http://schemas.microsoft.com/office/drawing/2014/main" id="{F21664E4-869B-4651-5DFA-8FEE420746E0}"/>
                </a:ext>
              </a:extLst>
            </p:cNvPr>
            <p:cNvSpPr/>
            <p:nvPr/>
          </p:nvSpPr>
          <p:spPr>
            <a:xfrm>
              <a:off x="7205980" y="303783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254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0AB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235">
              <a:extLst>
                <a:ext uri="{FF2B5EF4-FFF2-40B4-BE49-F238E27FC236}">
                  <a16:creationId xmlns:a16="http://schemas.microsoft.com/office/drawing/2014/main" id="{B492E0FA-9054-D5DF-1A27-0159D5A35CC3}"/>
                </a:ext>
              </a:extLst>
            </p:cNvPr>
            <p:cNvSpPr/>
            <p:nvPr/>
          </p:nvSpPr>
          <p:spPr>
            <a:xfrm>
              <a:off x="720852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4AB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236">
              <a:extLst>
                <a:ext uri="{FF2B5EF4-FFF2-40B4-BE49-F238E27FC236}">
                  <a16:creationId xmlns:a16="http://schemas.microsoft.com/office/drawing/2014/main" id="{55055C85-4ED4-8102-98A5-B518AD7FA778}"/>
                </a:ext>
              </a:extLst>
            </p:cNvPr>
            <p:cNvSpPr/>
            <p:nvPr/>
          </p:nvSpPr>
          <p:spPr>
            <a:xfrm>
              <a:off x="721233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8AB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237">
              <a:extLst>
                <a:ext uri="{FF2B5EF4-FFF2-40B4-BE49-F238E27FC236}">
                  <a16:creationId xmlns:a16="http://schemas.microsoft.com/office/drawing/2014/main" id="{1E695061-E842-7F7E-3AA1-A7B5514C430D}"/>
                </a:ext>
              </a:extLst>
            </p:cNvPr>
            <p:cNvSpPr/>
            <p:nvPr/>
          </p:nvSpPr>
          <p:spPr>
            <a:xfrm>
              <a:off x="721614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BAC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238">
              <a:extLst>
                <a:ext uri="{FF2B5EF4-FFF2-40B4-BE49-F238E27FC236}">
                  <a16:creationId xmlns:a16="http://schemas.microsoft.com/office/drawing/2014/main" id="{C75A2474-E976-C989-8C49-9DED1E1F4450}"/>
                </a:ext>
              </a:extLst>
            </p:cNvPr>
            <p:cNvSpPr/>
            <p:nvPr/>
          </p:nvSpPr>
          <p:spPr>
            <a:xfrm>
              <a:off x="721995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7AC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239">
              <a:extLst>
                <a:ext uri="{FF2B5EF4-FFF2-40B4-BE49-F238E27FC236}">
                  <a16:creationId xmlns:a16="http://schemas.microsoft.com/office/drawing/2014/main" id="{366EEFF3-A363-875A-2D3B-02B06850483D}"/>
                </a:ext>
              </a:extLst>
            </p:cNvPr>
            <p:cNvSpPr/>
            <p:nvPr/>
          </p:nvSpPr>
          <p:spPr>
            <a:xfrm>
              <a:off x="722376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3AC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240">
              <a:extLst>
                <a:ext uri="{FF2B5EF4-FFF2-40B4-BE49-F238E27FC236}">
                  <a16:creationId xmlns:a16="http://schemas.microsoft.com/office/drawing/2014/main" id="{99FE0C68-F929-E2D3-9BC6-59A348D5539D}"/>
                </a:ext>
              </a:extLst>
            </p:cNvPr>
            <p:cNvSpPr/>
            <p:nvPr/>
          </p:nvSpPr>
          <p:spPr>
            <a:xfrm>
              <a:off x="722757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FAC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241">
              <a:extLst>
                <a:ext uri="{FF2B5EF4-FFF2-40B4-BE49-F238E27FC236}">
                  <a16:creationId xmlns:a16="http://schemas.microsoft.com/office/drawing/2014/main" id="{30211138-2B65-EB91-2F90-F05CA8365631}"/>
                </a:ext>
              </a:extLst>
            </p:cNvPr>
            <p:cNvSpPr/>
            <p:nvPr/>
          </p:nvSpPr>
          <p:spPr>
            <a:xfrm>
              <a:off x="723138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AAC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242">
              <a:extLst>
                <a:ext uri="{FF2B5EF4-FFF2-40B4-BE49-F238E27FC236}">
                  <a16:creationId xmlns:a16="http://schemas.microsoft.com/office/drawing/2014/main" id="{C2B0FD2D-7CE6-1A2F-E576-A71AFB160D83}"/>
                </a:ext>
              </a:extLst>
            </p:cNvPr>
            <p:cNvSpPr/>
            <p:nvPr/>
          </p:nvSpPr>
          <p:spPr>
            <a:xfrm>
              <a:off x="7235190" y="3039109"/>
              <a:ext cx="2540" cy="48260"/>
            </a:xfrm>
            <a:custGeom>
              <a:avLst/>
              <a:gdLst/>
              <a:ahLst/>
              <a:cxnLst/>
              <a:rect l="l" t="t" r="r" b="b"/>
              <a:pathLst>
                <a:path w="2540" h="48260">
                  <a:moveTo>
                    <a:pt x="2539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2539" y="4826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6A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243">
              <a:extLst>
                <a:ext uri="{FF2B5EF4-FFF2-40B4-BE49-F238E27FC236}">
                  <a16:creationId xmlns:a16="http://schemas.microsoft.com/office/drawing/2014/main" id="{84EC09A4-F330-D773-0240-897799107101}"/>
                </a:ext>
              </a:extLst>
            </p:cNvPr>
            <p:cNvSpPr/>
            <p:nvPr/>
          </p:nvSpPr>
          <p:spPr>
            <a:xfrm>
              <a:off x="7237730" y="303910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6989"/>
                  </a:lnTo>
                  <a:lnTo>
                    <a:pt x="3810" y="469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2AC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244">
              <a:extLst>
                <a:ext uri="{FF2B5EF4-FFF2-40B4-BE49-F238E27FC236}">
                  <a16:creationId xmlns:a16="http://schemas.microsoft.com/office/drawing/2014/main" id="{6FEA887B-1D2E-7944-0386-9D8B88E1B1D4}"/>
                </a:ext>
              </a:extLst>
            </p:cNvPr>
            <p:cNvSpPr/>
            <p:nvPr/>
          </p:nvSpPr>
          <p:spPr>
            <a:xfrm>
              <a:off x="7241540" y="303910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EAC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245">
              <a:extLst>
                <a:ext uri="{FF2B5EF4-FFF2-40B4-BE49-F238E27FC236}">
                  <a16:creationId xmlns:a16="http://schemas.microsoft.com/office/drawing/2014/main" id="{23344E58-F425-BBDD-66C3-C4F593D6176E}"/>
                </a:ext>
              </a:extLst>
            </p:cNvPr>
            <p:cNvSpPr/>
            <p:nvPr/>
          </p:nvSpPr>
          <p:spPr>
            <a:xfrm>
              <a:off x="7245350" y="303910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9AC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246">
              <a:extLst>
                <a:ext uri="{FF2B5EF4-FFF2-40B4-BE49-F238E27FC236}">
                  <a16:creationId xmlns:a16="http://schemas.microsoft.com/office/drawing/2014/main" id="{9CAE735A-05B8-23E1-8FBD-399BD83C3BE4}"/>
                </a:ext>
              </a:extLst>
            </p:cNvPr>
            <p:cNvSpPr/>
            <p:nvPr/>
          </p:nvSpPr>
          <p:spPr>
            <a:xfrm>
              <a:off x="7249160" y="304037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19">
                  <a:moveTo>
                    <a:pt x="3810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5A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247">
              <a:extLst>
                <a:ext uri="{FF2B5EF4-FFF2-40B4-BE49-F238E27FC236}">
                  <a16:creationId xmlns:a16="http://schemas.microsoft.com/office/drawing/2014/main" id="{058BC79E-75F6-7F24-2725-851A512163ED}"/>
                </a:ext>
              </a:extLst>
            </p:cNvPr>
            <p:cNvSpPr/>
            <p:nvPr/>
          </p:nvSpPr>
          <p:spPr>
            <a:xfrm>
              <a:off x="7252970" y="304037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19">
                  <a:moveTo>
                    <a:pt x="1270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1270" y="45720"/>
                  </a:lnTo>
                  <a:lnTo>
                    <a:pt x="1270" y="44450"/>
                  </a:lnTo>
                  <a:lnTo>
                    <a:pt x="3809" y="4445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1AC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248">
              <a:extLst>
                <a:ext uri="{FF2B5EF4-FFF2-40B4-BE49-F238E27FC236}">
                  <a16:creationId xmlns:a16="http://schemas.microsoft.com/office/drawing/2014/main" id="{95F7EA8C-2142-7818-32C4-42EFAED5AE53}"/>
                </a:ext>
              </a:extLst>
            </p:cNvPr>
            <p:cNvSpPr/>
            <p:nvPr/>
          </p:nvSpPr>
          <p:spPr>
            <a:xfrm>
              <a:off x="7256780" y="304164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10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DAC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249">
              <a:extLst>
                <a:ext uri="{FF2B5EF4-FFF2-40B4-BE49-F238E27FC236}">
                  <a16:creationId xmlns:a16="http://schemas.microsoft.com/office/drawing/2014/main" id="{A2BB481B-76FC-1116-0578-CF595A20529C}"/>
                </a:ext>
              </a:extLst>
            </p:cNvPr>
            <p:cNvSpPr/>
            <p:nvPr/>
          </p:nvSpPr>
          <p:spPr>
            <a:xfrm>
              <a:off x="7260590" y="3041649"/>
              <a:ext cx="2540" cy="43180"/>
            </a:xfrm>
            <a:custGeom>
              <a:avLst/>
              <a:gdLst/>
              <a:ahLst/>
              <a:cxnLst/>
              <a:rect l="l" t="t" r="r" b="b"/>
              <a:pathLst>
                <a:path w="2540" h="43180">
                  <a:moveTo>
                    <a:pt x="253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539" y="4317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A8AC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250">
              <a:extLst>
                <a:ext uri="{FF2B5EF4-FFF2-40B4-BE49-F238E27FC236}">
                  <a16:creationId xmlns:a16="http://schemas.microsoft.com/office/drawing/2014/main" id="{4EC56B1C-6030-9098-BCC7-8AB16871ECF7}"/>
                </a:ext>
              </a:extLst>
            </p:cNvPr>
            <p:cNvSpPr/>
            <p:nvPr/>
          </p:nvSpPr>
          <p:spPr>
            <a:xfrm>
              <a:off x="7263130" y="3041649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79" h="43180">
                  <a:moveTo>
                    <a:pt x="2540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5079" y="43179"/>
                  </a:lnTo>
                  <a:lnTo>
                    <a:pt x="507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4AC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251">
              <a:extLst>
                <a:ext uri="{FF2B5EF4-FFF2-40B4-BE49-F238E27FC236}">
                  <a16:creationId xmlns:a16="http://schemas.microsoft.com/office/drawing/2014/main" id="{9552DA6D-0B3C-1400-0DD6-D69B879E4234}"/>
                </a:ext>
              </a:extLst>
            </p:cNvPr>
            <p:cNvSpPr/>
            <p:nvPr/>
          </p:nvSpPr>
          <p:spPr>
            <a:xfrm>
              <a:off x="7268210" y="3042919"/>
              <a:ext cx="2540" cy="41910"/>
            </a:xfrm>
            <a:custGeom>
              <a:avLst/>
              <a:gdLst/>
              <a:ahLst/>
              <a:cxnLst/>
              <a:rect l="l" t="t" r="r" b="b"/>
              <a:pathLst>
                <a:path w="2540" h="41910">
                  <a:moveTo>
                    <a:pt x="2540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0AB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252">
              <a:extLst>
                <a:ext uri="{FF2B5EF4-FFF2-40B4-BE49-F238E27FC236}">
                  <a16:creationId xmlns:a16="http://schemas.microsoft.com/office/drawing/2014/main" id="{ED6D7A02-A9B8-F196-117E-5379E6BC80EA}"/>
                </a:ext>
              </a:extLst>
            </p:cNvPr>
            <p:cNvSpPr/>
            <p:nvPr/>
          </p:nvSpPr>
          <p:spPr>
            <a:xfrm>
              <a:off x="7270750" y="30441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69">
                  <a:moveTo>
                    <a:pt x="38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2540" y="39370"/>
                  </a:lnTo>
                  <a:lnTo>
                    <a:pt x="2540" y="38100"/>
                  </a:lnTo>
                  <a:lnTo>
                    <a:pt x="3809" y="381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CA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253">
              <a:extLst>
                <a:ext uri="{FF2B5EF4-FFF2-40B4-BE49-F238E27FC236}">
                  <a16:creationId xmlns:a16="http://schemas.microsoft.com/office/drawing/2014/main" id="{FBA7653B-BD5E-956D-CA13-E30FE092B81C}"/>
                </a:ext>
              </a:extLst>
            </p:cNvPr>
            <p:cNvSpPr/>
            <p:nvPr/>
          </p:nvSpPr>
          <p:spPr>
            <a:xfrm>
              <a:off x="7274560" y="304418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1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B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254">
              <a:extLst>
                <a:ext uri="{FF2B5EF4-FFF2-40B4-BE49-F238E27FC236}">
                  <a16:creationId xmlns:a16="http://schemas.microsoft.com/office/drawing/2014/main" id="{9AE8C79B-45AD-14CB-5B1E-21F25ACA5546}"/>
                </a:ext>
              </a:extLst>
            </p:cNvPr>
            <p:cNvSpPr/>
            <p:nvPr/>
          </p:nvSpPr>
          <p:spPr>
            <a:xfrm>
              <a:off x="7278370" y="304418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30">
                  <a:moveTo>
                    <a:pt x="3809" y="0"/>
                  </a:moveTo>
                  <a:lnTo>
                    <a:pt x="0" y="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3AB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255">
              <a:extLst>
                <a:ext uri="{FF2B5EF4-FFF2-40B4-BE49-F238E27FC236}">
                  <a16:creationId xmlns:a16="http://schemas.microsoft.com/office/drawing/2014/main" id="{7795CC56-EB20-6364-1DA8-BFBA688CA04D}"/>
                </a:ext>
              </a:extLst>
            </p:cNvPr>
            <p:cNvSpPr/>
            <p:nvPr/>
          </p:nvSpPr>
          <p:spPr>
            <a:xfrm>
              <a:off x="7282180" y="3045459"/>
              <a:ext cx="3810" cy="35560"/>
            </a:xfrm>
            <a:custGeom>
              <a:avLst/>
              <a:gdLst/>
              <a:ahLst/>
              <a:cxnLst/>
              <a:rect l="l" t="t" r="r" b="b"/>
              <a:pathLst>
                <a:path w="3809" h="35560">
                  <a:moveTo>
                    <a:pt x="3810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3810" y="355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A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256">
              <a:extLst>
                <a:ext uri="{FF2B5EF4-FFF2-40B4-BE49-F238E27FC236}">
                  <a16:creationId xmlns:a16="http://schemas.microsoft.com/office/drawing/2014/main" id="{C98852E3-E04A-DE99-0E4C-B25EC816A860}"/>
                </a:ext>
              </a:extLst>
            </p:cNvPr>
            <p:cNvSpPr/>
            <p:nvPr/>
          </p:nvSpPr>
          <p:spPr>
            <a:xfrm>
              <a:off x="7285990" y="304672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3809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3809" y="330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BA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257">
              <a:extLst>
                <a:ext uri="{FF2B5EF4-FFF2-40B4-BE49-F238E27FC236}">
                  <a16:creationId xmlns:a16="http://schemas.microsoft.com/office/drawing/2014/main" id="{038BE448-5368-EB77-CA5B-9E738B3037CF}"/>
                </a:ext>
              </a:extLst>
            </p:cNvPr>
            <p:cNvSpPr/>
            <p:nvPr/>
          </p:nvSpPr>
          <p:spPr>
            <a:xfrm>
              <a:off x="7289800" y="304672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254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2540" y="33020"/>
                  </a:lnTo>
                  <a:lnTo>
                    <a:pt x="2540" y="31750"/>
                  </a:lnTo>
                  <a:lnTo>
                    <a:pt x="3809" y="3175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6A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258">
              <a:extLst>
                <a:ext uri="{FF2B5EF4-FFF2-40B4-BE49-F238E27FC236}">
                  <a16:creationId xmlns:a16="http://schemas.microsoft.com/office/drawing/2014/main" id="{DB56FAD1-4A78-DEBA-56F2-AE5E5C7C7A6C}"/>
                </a:ext>
              </a:extLst>
            </p:cNvPr>
            <p:cNvSpPr/>
            <p:nvPr/>
          </p:nvSpPr>
          <p:spPr>
            <a:xfrm>
              <a:off x="7293610" y="3047999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09" h="30480">
                  <a:moveTo>
                    <a:pt x="254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1270" y="30479"/>
                  </a:lnTo>
                  <a:lnTo>
                    <a:pt x="1270" y="29210"/>
                  </a:lnTo>
                  <a:lnTo>
                    <a:pt x="3810" y="292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2A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259">
              <a:extLst>
                <a:ext uri="{FF2B5EF4-FFF2-40B4-BE49-F238E27FC236}">
                  <a16:creationId xmlns:a16="http://schemas.microsoft.com/office/drawing/2014/main" id="{182F9FF9-A813-B67D-02A6-3175A65A5AFC}"/>
                </a:ext>
              </a:extLst>
            </p:cNvPr>
            <p:cNvSpPr/>
            <p:nvPr/>
          </p:nvSpPr>
          <p:spPr>
            <a:xfrm>
              <a:off x="7297420" y="3049269"/>
              <a:ext cx="2540" cy="27940"/>
            </a:xfrm>
            <a:custGeom>
              <a:avLst/>
              <a:gdLst/>
              <a:ahLst/>
              <a:cxnLst/>
              <a:rect l="l" t="t" r="r" b="b"/>
              <a:pathLst>
                <a:path w="2540" h="27939">
                  <a:moveTo>
                    <a:pt x="127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270" y="27939"/>
                  </a:lnTo>
                  <a:lnTo>
                    <a:pt x="1270" y="26669"/>
                  </a:lnTo>
                  <a:lnTo>
                    <a:pt x="2539" y="2666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7EA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260">
              <a:extLst>
                <a:ext uri="{FF2B5EF4-FFF2-40B4-BE49-F238E27FC236}">
                  <a16:creationId xmlns:a16="http://schemas.microsoft.com/office/drawing/2014/main" id="{D81F539C-2438-5FEE-E03C-739B77B7E3D9}"/>
                </a:ext>
              </a:extLst>
            </p:cNvPr>
            <p:cNvSpPr/>
            <p:nvPr/>
          </p:nvSpPr>
          <p:spPr>
            <a:xfrm>
              <a:off x="7299960" y="305053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81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3810" y="254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AAB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261">
              <a:extLst>
                <a:ext uri="{FF2B5EF4-FFF2-40B4-BE49-F238E27FC236}">
                  <a16:creationId xmlns:a16="http://schemas.microsoft.com/office/drawing/2014/main" id="{7D616960-3E6D-522C-9703-68A8F8DA2159}"/>
                </a:ext>
              </a:extLst>
            </p:cNvPr>
            <p:cNvSpPr/>
            <p:nvPr/>
          </p:nvSpPr>
          <p:spPr>
            <a:xfrm>
              <a:off x="7303770" y="3051809"/>
              <a:ext cx="3810" cy="22860"/>
            </a:xfrm>
            <a:custGeom>
              <a:avLst/>
              <a:gdLst/>
              <a:ahLst/>
              <a:cxnLst/>
              <a:rect l="l" t="t" r="r" b="b"/>
              <a:pathLst>
                <a:path w="3809" h="22860">
                  <a:moveTo>
                    <a:pt x="254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270" y="22860"/>
                  </a:lnTo>
                  <a:lnTo>
                    <a:pt x="1270" y="21589"/>
                  </a:lnTo>
                  <a:lnTo>
                    <a:pt x="3809" y="2158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5A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262">
              <a:extLst>
                <a:ext uri="{FF2B5EF4-FFF2-40B4-BE49-F238E27FC236}">
                  <a16:creationId xmlns:a16="http://schemas.microsoft.com/office/drawing/2014/main" id="{B557A796-0051-FB0C-3689-60E14A82C847}"/>
                </a:ext>
              </a:extLst>
            </p:cNvPr>
            <p:cNvSpPr/>
            <p:nvPr/>
          </p:nvSpPr>
          <p:spPr>
            <a:xfrm>
              <a:off x="7307580" y="3054349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09" h="17780">
                  <a:moveTo>
                    <a:pt x="1270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1270" y="17779"/>
                  </a:lnTo>
                  <a:lnTo>
                    <a:pt x="1270" y="16510"/>
                  </a:lnTo>
                  <a:lnTo>
                    <a:pt x="2540" y="16510"/>
                  </a:lnTo>
                  <a:lnTo>
                    <a:pt x="2540" y="15239"/>
                  </a:lnTo>
                  <a:lnTo>
                    <a:pt x="3810" y="1523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71A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263">
              <a:extLst>
                <a:ext uri="{FF2B5EF4-FFF2-40B4-BE49-F238E27FC236}">
                  <a16:creationId xmlns:a16="http://schemas.microsoft.com/office/drawing/2014/main" id="{542C945C-83EE-7578-25FB-250DF171E45B}"/>
                </a:ext>
              </a:extLst>
            </p:cNvPr>
            <p:cNvSpPr/>
            <p:nvPr/>
          </p:nvSpPr>
          <p:spPr>
            <a:xfrm>
              <a:off x="7311390" y="3056889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126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69" y="12700"/>
                  </a:lnTo>
                  <a:lnTo>
                    <a:pt x="1269" y="10160"/>
                  </a:lnTo>
                  <a:lnTo>
                    <a:pt x="2539" y="10160"/>
                  </a:lnTo>
                  <a:lnTo>
                    <a:pt x="2539" y="8889"/>
                  </a:lnTo>
                  <a:lnTo>
                    <a:pt x="3809" y="8889"/>
                  </a:lnTo>
                  <a:lnTo>
                    <a:pt x="3809" y="3810"/>
                  </a:lnTo>
                  <a:lnTo>
                    <a:pt x="2539" y="3810"/>
                  </a:lnTo>
                  <a:lnTo>
                    <a:pt x="2539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6D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264">
              <a:extLst>
                <a:ext uri="{FF2B5EF4-FFF2-40B4-BE49-F238E27FC236}">
                  <a16:creationId xmlns:a16="http://schemas.microsoft.com/office/drawing/2014/main" id="{C084F4C1-B0C4-8EC1-D91A-EA30FF055BA6}"/>
                </a:ext>
              </a:extLst>
            </p:cNvPr>
            <p:cNvSpPr/>
            <p:nvPr/>
          </p:nvSpPr>
          <p:spPr>
            <a:xfrm>
              <a:off x="7378700" y="3056889"/>
              <a:ext cx="2540" cy="160020"/>
            </a:xfrm>
            <a:custGeom>
              <a:avLst/>
              <a:gdLst/>
              <a:ahLst/>
              <a:cxnLst/>
              <a:rect l="l" t="t" r="r" b="b"/>
              <a:pathLst>
                <a:path w="2540" h="16001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58750"/>
                  </a:lnTo>
                  <a:lnTo>
                    <a:pt x="1270" y="158750"/>
                  </a:lnTo>
                  <a:lnTo>
                    <a:pt x="1270" y="160020"/>
                  </a:lnTo>
                  <a:lnTo>
                    <a:pt x="2540" y="160020"/>
                  </a:lnTo>
                  <a:lnTo>
                    <a:pt x="2540" y="15875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265">
              <a:extLst>
                <a:ext uri="{FF2B5EF4-FFF2-40B4-BE49-F238E27FC236}">
                  <a16:creationId xmlns:a16="http://schemas.microsoft.com/office/drawing/2014/main" id="{7DC605C1-568C-C6B0-8C3C-3383C9154299}"/>
                </a:ext>
              </a:extLst>
            </p:cNvPr>
            <p:cNvSpPr/>
            <p:nvPr/>
          </p:nvSpPr>
          <p:spPr>
            <a:xfrm>
              <a:off x="7381240" y="3055619"/>
              <a:ext cx="3810" cy="163830"/>
            </a:xfrm>
            <a:custGeom>
              <a:avLst/>
              <a:gdLst/>
              <a:ahLst/>
              <a:cxnLst/>
              <a:rect l="l" t="t" r="r" b="b"/>
              <a:pathLst>
                <a:path w="3809" h="16383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62560"/>
                  </a:lnTo>
                  <a:lnTo>
                    <a:pt x="1270" y="162560"/>
                  </a:lnTo>
                  <a:lnTo>
                    <a:pt x="1270" y="163830"/>
                  </a:lnTo>
                  <a:lnTo>
                    <a:pt x="3810" y="163830"/>
                  </a:lnTo>
                  <a:lnTo>
                    <a:pt x="3810" y="16256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A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266">
              <a:extLst>
                <a:ext uri="{FF2B5EF4-FFF2-40B4-BE49-F238E27FC236}">
                  <a16:creationId xmlns:a16="http://schemas.microsoft.com/office/drawing/2014/main" id="{97AC311B-3325-B07A-650A-9523C578B32A}"/>
                </a:ext>
              </a:extLst>
            </p:cNvPr>
            <p:cNvSpPr/>
            <p:nvPr/>
          </p:nvSpPr>
          <p:spPr>
            <a:xfrm>
              <a:off x="7385050" y="3053079"/>
              <a:ext cx="3810" cy="168910"/>
            </a:xfrm>
            <a:custGeom>
              <a:avLst/>
              <a:gdLst/>
              <a:ahLst/>
              <a:cxnLst/>
              <a:rect l="l" t="t" r="r" b="b"/>
              <a:pathLst>
                <a:path w="3809" h="1689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66370"/>
                  </a:lnTo>
                  <a:lnTo>
                    <a:pt x="1270" y="166370"/>
                  </a:lnTo>
                  <a:lnTo>
                    <a:pt x="1270" y="167640"/>
                  </a:lnTo>
                  <a:lnTo>
                    <a:pt x="2540" y="167640"/>
                  </a:lnTo>
                  <a:lnTo>
                    <a:pt x="2540" y="168910"/>
                  </a:lnTo>
                  <a:lnTo>
                    <a:pt x="3810" y="168910"/>
                  </a:lnTo>
                  <a:lnTo>
                    <a:pt x="3810" y="167640"/>
                  </a:lnTo>
                  <a:lnTo>
                    <a:pt x="3810" y="1663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E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267">
              <a:extLst>
                <a:ext uri="{FF2B5EF4-FFF2-40B4-BE49-F238E27FC236}">
                  <a16:creationId xmlns:a16="http://schemas.microsoft.com/office/drawing/2014/main" id="{9A2B3540-CE20-BD51-60B4-025C956746BE}"/>
                </a:ext>
              </a:extLst>
            </p:cNvPr>
            <p:cNvSpPr/>
            <p:nvPr/>
          </p:nvSpPr>
          <p:spPr>
            <a:xfrm>
              <a:off x="7388860" y="3050539"/>
              <a:ext cx="2540" cy="172720"/>
            </a:xfrm>
            <a:custGeom>
              <a:avLst/>
              <a:gdLst/>
              <a:ahLst/>
              <a:cxnLst/>
              <a:rect l="l" t="t" r="r" b="b"/>
              <a:pathLst>
                <a:path w="2540" h="17271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71450"/>
                  </a:lnTo>
                  <a:lnTo>
                    <a:pt x="1270" y="171450"/>
                  </a:lnTo>
                  <a:lnTo>
                    <a:pt x="1270" y="172720"/>
                  </a:lnTo>
                  <a:lnTo>
                    <a:pt x="2540" y="172720"/>
                  </a:lnTo>
                  <a:lnTo>
                    <a:pt x="2540" y="17145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2A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268">
              <a:extLst>
                <a:ext uri="{FF2B5EF4-FFF2-40B4-BE49-F238E27FC236}">
                  <a16:creationId xmlns:a16="http://schemas.microsoft.com/office/drawing/2014/main" id="{37D7B8BE-8D9F-32AA-37AB-A41DB3CA02B8}"/>
                </a:ext>
              </a:extLst>
            </p:cNvPr>
            <p:cNvSpPr/>
            <p:nvPr/>
          </p:nvSpPr>
          <p:spPr>
            <a:xfrm>
              <a:off x="7391400" y="3050539"/>
              <a:ext cx="3810" cy="173990"/>
            </a:xfrm>
            <a:custGeom>
              <a:avLst/>
              <a:gdLst/>
              <a:ahLst/>
              <a:cxnLst/>
              <a:rect l="l" t="t" r="r" b="b"/>
              <a:pathLst>
                <a:path w="3809" h="173989">
                  <a:moveTo>
                    <a:pt x="3809" y="0"/>
                  </a:moveTo>
                  <a:lnTo>
                    <a:pt x="0" y="0"/>
                  </a:lnTo>
                  <a:lnTo>
                    <a:pt x="0" y="173989"/>
                  </a:lnTo>
                  <a:lnTo>
                    <a:pt x="3809" y="173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6A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269">
              <a:extLst>
                <a:ext uri="{FF2B5EF4-FFF2-40B4-BE49-F238E27FC236}">
                  <a16:creationId xmlns:a16="http://schemas.microsoft.com/office/drawing/2014/main" id="{F276F606-9107-5715-788B-66ED3BD6D23F}"/>
                </a:ext>
              </a:extLst>
            </p:cNvPr>
            <p:cNvSpPr/>
            <p:nvPr/>
          </p:nvSpPr>
          <p:spPr>
            <a:xfrm>
              <a:off x="7395210" y="3049269"/>
              <a:ext cx="3810" cy="176530"/>
            </a:xfrm>
            <a:custGeom>
              <a:avLst/>
              <a:gdLst/>
              <a:ahLst/>
              <a:cxnLst/>
              <a:rect l="l" t="t" r="r" b="b"/>
              <a:pathLst>
                <a:path w="3809" h="176530">
                  <a:moveTo>
                    <a:pt x="3810" y="0"/>
                  </a:moveTo>
                  <a:lnTo>
                    <a:pt x="0" y="0"/>
                  </a:lnTo>
                  <a:lnTo>
                    <a:pt x="0" y="176529"/>
                  </a:lnTo>
                  <a:lnTo>
                    <a:pt x="3810" y="17652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BAA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270">
              <a:extLst>
                <a:ext uri="{FF2B5EF4-FFF2-40B4-BE49-F238E27FC236}">
                  <a16:creationId xmlns:a16="http://schemas.microsoft.com/office/drawing/2014/main" id="{BE60BD7A-BCC6-23C8-0D9E-1DD28CE03919}"/>
                </a:ext>
              </a:extLst>
            </p:cNvPr>
            <p:cNvSpPr/>
            <p:nvPr/>
          </p:nvSpPr>
          <p:spPr>
            <a:xfrm>
              <a:off x="7399020" y="3046729"/>
              <a:ext cx="3810" cy="180340"/>
            </a:xfrm>
            <a:custGeom>
              <a:avLst/>
              <a:gdLst/>
              <a:ahLst/>
              <a:cxnLst/>
              <a:rect l="l" t="t" r="r" b="b"/>
              <a:pathLst>
                <a:path w="3809" h="18033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79070"/>
                  </a:lnTo>
                  <a:lnTo>
                    <a:pt x="1270" y="179070"/>
                  </a:lnTo>
                  <a:lnTo>
                    <a:pt x="1270" y="180340"/>
                  </a:lnTo>
                  <a:lnTo>
                    <a:pt x="3810" y="180340"/>
                  </a:lnTo>
                  <a:lnTo>
                    <a:pt x="3810" y="1790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A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271">
              <a:extLst>
                <a:ext uri="{FF2B5EF4-FFF2-40B4-BE49-F238E27FC236}">
                  <a16:creationId xmlns:a16="http://schemas.microsoft.com/office/drawing/2014/main" id="{DF7857A4-E539-1FE2-14E6-2B820BC8D196}"/>
                </a:ext>
              </a:extLst>
            </p:cNvPr>
            <p:cNvSpPr/>
            <p:nvPr/>
          </p:nvSpPr>
          <p:spPr>
            <a:xfrm>
              <a:off x="7402830" y="3046729"/>
              <a:ext cx="3810" cy="181610"/>
            </a:xfrm>
            <a:custGeom>
              <a:avLst/>
              <a:gdLst/>
              <a:ahLst/>
              <a:cxnLst/>
              <a:rect l="l" t="t" r="r" b="b"/>
              <a:pathLst>
                <a:path w="3809" h="181610">
                  <a:moveTo>
                    <a:pt x="3810" y="0"/>
                  </a:moveTo>
                  <a:lnTo>
                    <a:pt x="0" y="0"/>
                  </a:lnTo>
                  <a:lnTo>
                    <a:pt x="0" y="181610"/>
                  </a:lnTo>
                  <a:lnTo>
                    <a:pt x="3810" y="1816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3A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272">
              <a:extLst>
                <a:ext uri="{FF2B5EF4-FFF2-40B4-BE49-F238E27FC236}">
                  <a16:creationId xmlns:a16="http://schemas.microsoft.com/office/drawing/2014/main" id="{AB383918-691C-D5AE-52AD-07756F491348}"/>
                </a:ext>
              </a:extLst>
            </p:cNvPr>
            <p:cNvSpPr/>
            <p:nvPr/>
          </p:nvSpPr>
          <p:spPr>
            <a:xfrm>
              <a:off x="7406640" y="3045459"/>
              <a:ext cx="3810" cy="184150"/>
            </a:xfrm>
            <a:custGeom>
              <a:avLst/>
              <a:gdLst/>
              <a:ahLst/>
              <a:cxnLst/>
              <a:rect l="l" t="t" r="r" b="b"/>
              <a:pathLst>
                <a:path w="3809" h="18415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82880"/>
                  </a:lnTo>
                  <a:lnTo>
                    <a:pt x="1270" y="182880"/>
                  </a:lnTo>
                  <a:lnTo>
                    <a:pt x="1270" y="184150"/>
                  </a:lnTo>
                  <a:lnTo>
                    <a:pt x="3810" y="184150"/>
                  </a:lnTo>
                  <a:lnTo>
                    <a:pt x="3810" y="1828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A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273">
              <a:extLst>
                <a:ext uri="{FF2B5EF4-FFF2-40B4-BE49-F238E27FC236}">
                  <a16:creationId xmlns:a16="http://schemas.microsoft.com/office/drawing/2014/main" id="{83C0ED1A-CAD6-D19F-3B79-31EF767D11F4}"/>
                </a:ext>
              </a:extLst>
            </p:cNvPr>
            <p:cNvSpPr/>
            <p:nvPr/>
          </p:nvSpPr>
          <p:spPr>
            <a:xfrm>
              <a:off x="7410450" y="3045459"/>
              <a:ext cx="2540" cy="185420"/>
            </a:xfrm>
            <a:custGeom>
              <a:avLst/>
              <a:gdLst/>
              <a:ahLst/>
              <a:cxnLst/>
              <a:rect l="l" t="t" r="r" b="b"/>
              <a:pathLst>
                <a:path w="2540" h="185419">
                  <a:moveTo>
                    <a:pt x="2540" y="0"/>
                  </a:moveTo>
                  <a:lnTo>
                    <a:pt x="0" y="0"/>
                  </a:lnTo>
                  <a:lnTo>
                    <a:pt x="0" y="184150"/>
                  </a:lnTo>
                  <a:lnTo>
                    <a:pt x="1270" y="184150"/>
                  </a:lnTo>
                  <a:lnTo>
                    <a:pt x="1270" y="185420"/>
                  </a:lnTo>
                  <a:lnTo>
                    <a:pt x="2540" y="185420"/>
                  </a:lnTo>
                  <a:lnTo>
                    <a:pt x="2540" y="18415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CA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274">
              <a:extLst>
                <a:ext uri="{FF2B5EF4-FFF2-40B4-BE49-F238E27FC236}">
                  <a16:creationId xmlns:a16="http://schemas.microsoft.com/office/drawing/2014/main" id="{79C8CF57-1C95-9798-6F67-7FE07F23C44B}"/>
                </a:ext>
              </a:extLst>
            </p:cNvPr>
            <p:cNvSpPr/>
            <p:nvPr/>
          </p:nvSpPr>
          <p:spPr>
            <a:xfrm>
              <a:off x="7412990" y="304545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19">
                  <a:moveTo>
                    <a:pt x="3809" y="0"/>
                  </a:moveTo>
                  <a:lnTo>
                    <a:pt x="0" y="0"/>
                  </a:lnTo>
                  <a:lnTo>
                    <a:pt x="0" y="185419"/>
                  </a:lnTo>
                  <a:lnTo>
                    <a:pt x="3809" y="18541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0A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275">
              <a:extLst>
                <a:ext uri="{FF2B5EF4-FFF2-40B4-BE49-F238E27FC236}">
                  <a16:creationId xmlns:a16="http://schemas.microsoft.com/office/drawing/2014/main" id="{9999AA21-550D-CFF5-0346-679A68D9B205}"/>
                </a:ext>
              </a:extLst>
            </p:cNvPr>
            <p:cNvSpPr/>
            <p:nvPr/>
          </p:nvSpPr>
          <p:spPr>
            <a:xfrm>
              <a:off x="7416800" y="3044189"/>
              <a:ext cx="3810" cy="186690"/>
            </a:xfrm>
            <a:custGeom>
              <a:avLst/>
              <a:gdLst/>
              <a:ahLst/>
              <a:cxnLst/>
              <a:rect l="l" t="t" r="r" b="b"/>
              <a:pathLst>
                <a:path w="3809" h="18668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86690"/>
                  </a:lnTo>
                  <a:lnTo>
                    <a:pt x="3810" y="18669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A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276">
              <a:extLst>
                <a:ext uri="{FF2B5EF4-FFF2-40B4-BE49-F238E27FC236}">
                  <a16:creationId xmlns:a16="http://schemas.microsoft.com/office/drawing/2014/main" id="{FD875C9A-315F-361C-ABD0-8FEBEA699520}"/>
                </a:ext>
              </a:extLst>
            </p:cNvPr>
            <p:cNvSpPr/>
            <p:nvPr/>
          </p:nvSpPr>
          <p:spPr>
            <a:xfrm>
              <a:off x="7420610" y="3042919"/>
              <a:ext cx="3810" cy="189230"/>
            </a:xfrm>
            <a:custGeom>
              <a:avLst/>
              <a:gdLst/>
              <a:ahLst/>
              <a:cxnLst/>
              <a:rect l="l" t="t" r="r" b="b"/>
              <a:pathLst>
                <a:path w="3809" h="18923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87960"/>
                  </a:lnTo>
                  <a:lnTo>
                    <a:pt x="1270" y="187960"/>
                  </a:lnTo>
                  <a:lnTo>
                    <a:pt x="1270" y="189230"/>
                  </a:lnTo>
                  <a:lnTo>
                    <a:pt x="3810" y="189230"/>
                  </a:lnTo>
                  <a:lnTo>
                    <a:pt x="3810" y="18796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8AA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277">
              <a:extLst>
                <a:ext uri="{FF2B5EF4-FFF2-40B4-BE49-F238E27FC236}">
                  <a16:creationId xmlns:a16="http://schemas.microsoft.com/office/drawing/2014/main" id="{00D93C71-1C0D-8A8B-2BE4-30D58CD0B499}"/>
                </a:ext>
              </a:extLst>
            </p:cNvPr>
            <p:cNvSpPr/>
            <p:nvPr/>
          </p:nvSpPr>
          <p:spPr>
            <a:xfrm>
              <a:off x="7424420" y="3042919"/>
              <a:ext cx="3810" cy="190500"/>
            </a:xfrm>
            <a:custGeom>
              <a:avLst/>
              <a:gdLst/>
              <a:ahLst/>
              <a:cxnLst/>
              <a:rect l="l" t="t" r="r" b="b"/>
              <a:pathLst>
                <a:path w="3809" h="190500">
                  <a:moveTo>
                    <a:pt x="3810" y="0"/>
                  </a:moveTo>
                  <a:lnTo>
                    <a:pt x="0" y="0"/>
                  </a:lnTo>
                  <a:lnTo>
                    <a:pt x="0" y="189230"/>
                  </a:lnTo>
                  <a:lnTo>
                    <a:pt x="2540" y="189230"/>
                  </a:lnTo>
                  <a:lnTo>
                    <a:pt x="2540" y="190500"/>
                  </a:lnTo>
                  <a:lnTo>
                    <a:pt x="3810" y="190500"/>
                  </a:lnTo>
                  <a:lnTo>
                    <a:pt x="3810" y="1892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DAA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278">
              <a:extLst>
                <a:ext uri="{FF2B5EF4-FFF2-40B4-BE49-F238E27FC236}">
                  <a16:creationId xmlns:a16="http://schemas.microsoft.com/office/drawing/2014/main" id="{344BA819-FBDF-B5B6-1A07-A598D08E4CA9}"/>
                </a:ext>
              </a:extLst>
            </p:cNvPr>
            <p:cNvSpPr/>
            <p:nvPr/>
          </p:nvSpPr>
          <p:spPr>
            <a:xfrm>
              <a:off x="7428230" y="3042919"/>
              <a:ext cx="3810" cy="190500"/>
            </a:xfrm>
            <a:custGeom>
              <a:avLst/>
              <a:gdLst/>
              <a:ahLst/>
              <a:cxnLst/>
              <a:rect l="l" t="t" r="r" b="b"/>
              <a:pathLst>
                <a:path w="3809" h="190500">
                  <a:moveTo>
                    <a:pt x="3810" y="0"/>
                  </a:moveTo>
                  <a:lnTo>
                    <a:pt x="0" y="0"/>
                  </a:lnTo>
                  <a:lnTo>
                    <a:pt x="0" y="190500"/>
                  </a:lnTo>
                  <a:lnTo>
                    <a:pt x="3810" y="1905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A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279">
              <a:extLst>
                <a:ext uri="{FF2B5EF4-FFF2-40B4-BE49-F238E27FC236}">
                  <a16:creationId xmlns:a16="http://schemas.microsoft.com/office/drawing/2014/main" id="{B74077C3-6F1E-3252-F23C-2BC3290B947C}"/>
                </a:ext>
              </a:extLst>
            </p:cNvPr>
            <p:cNvSpPr/>
            <p:nvPr/>
          </p:nvSpPr>
          <p:spPr>
            <a:xfrm>
              <a:off x="7432040" y="3041649"/>
              <a:ext cx="2540" cy="191770"/>
            </a:xfrm>
            <a:custGeom>
              <a:avLst/>
              <a:gdLst/>
              <a:ahLst/>
              <a:cxnLst/>
              <a:rect l="l" t="t" r="r" b="b"/>
              <a:pathLst>
                <a:path w="2540" h="19176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1770"/>
                  </a:lnTo>
                  <a:lnTo>
                    <a:pt x="2540" y="1917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5A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280">
              <a:extLst>
                <a:ext uri="{FF2B5EF4-FFF2-40B4-BE49-F238E27FC236}">
                  <a16:creationId xmlns:a16="http://schemas.microsoft.com/office/drawing/2014/main" id="{60246FC5-4077-D5F5-1446-E3BBD0220FD4}"/>
                </a:ext>
              </a:extLst>
            </p:cNvPr>
            <p:cNvSpPr/>
            <p:nvPr/>
          </p:nvSpPr>
          <p:spPr>
            <a:xfrm>
              <a:off x="7434580" y="3041649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69">
                  <a:moveTo>
                    <a:pt x="3810" y="0"/>
                  </a:moveTo>
                  <a:lnTo>
                    <a:pt x="0" y="0"/>
                  </a:lnTo>
                  <a:lnTo>
                    <a:pt x="0" y="191770"/>
                  </a:lnTo>
                  <a:lnTo>
                    <a:pt x="3810" y="1917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A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281">
              <a:extLst>
                <a:ext uri="{FF2B5EF4-FFF2-40B4-BE49-F238E27FC236}">
                  <a16:creationId xmlns:a16="http://schemas.microsoft.com/office/drawing/2014/main" id="{1927464E-5961-67C2-F969-BF6F65555E14}"/>
                </a:ext>
              </a:extLst>
            </p:cNvPr>
            <p:cNvSpPr/>
            <p:nvPr/>
          </p:nvSpPr>
          <p:spPr>
            <a:xfrm>
              <a:off x="743839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09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09" y="1943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EAB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282">
              <a:extLst>
                <a:ext uri="{FF2B5EF4-FFF2-40B4-BE49-F238E27FC236}">
                  <a16:creationId xmlns:a16="http://schemas.microsoft.com/office/drawing/2014/main" id="{A220048C-EA6B-DBAE-3849-68B97B74D797}"/>
                </a:ext>
              </a:extLst>
            </p:cNvPr>
            <p:cNvSpPr/>
            <p:nvPr/>
          </p:nvSpPr>
          <p:spPr>
            <a:xfrm>
              <a:off x="744220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09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09" y="1943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2AB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283">
              <a:extLst>
                <a:ext uri="{FF2B5EF4-FFF2-40B4-BE49-F238E27FC236}">
                  <a16:creationId xmlns:a16="http://schemas.microsoft.com/office/drawing/2014/main" id="{AFC044A2-0296-986D-CE68-A33874A54272}"/>
                </a:ext>
              </a:extLst>
            </p:cNvPr>
            <p:cNvSpPr/>
            <p:nvPr/>
          </p:nvSpPr>
          <p:spPr>
            <a:xfrm>
              <a:off x="744601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10" y="1943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A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284">
              <a:extLst>
                <a:ext uri="{FF2B5EF4-FFF2-40B4-BE49-F238E27FC236}">
                  <a16:creationId xmlns:a16="http://schemas.microsoft.com/office/drawing/2014/main" id="{52D403A0-AFED-4226-0B83-739EED166984}"/>
                </a:ext>
              </a:extLst>
            </p:cNvPr>
            <p:cNvSpPr/>
            <p:nvPr/>
          </p:nvSpPr>
          <p:spPr>
            <a:xfrm>
              <a:off x="744982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95580"/>
                  </a:lnTo>
                  <a:lnTo>
                    <a:pt x="3810" y="1955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AAB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285">
              <a:extLst>
                <a:ext uri="{FF2B5EF4-FFF2-40B4-BE49-F238E27FC236}">
                  <a16:creationId xmlns:a16="http://schemas.microsoft.com/office/drawing/2014/main" id="{FD47B699-0EC8-4B81-523A-52B14C26B632}"/>
                </a:ext>
              </a:extLst>
            </p:cNvPr>
            <p:cNvSpPr/>
            <p:nvPr/>
          </p:nvSpPr>
          <p:spPr>
            <a:xfrm>
              <a:off x="745363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10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3810" y="19557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FAB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286">
              <a:extLst>
                <a:ext uri="{FF2B5EF4-FFF2-40B4-BE49-F238E27FC236}">
                  <a16:creationId xmlns:a16="http://schemas.microsoft.com/office/drawing/2014/main" id="{E0335466-FC6C-E232-A333-35402D3BFEC0}"/>
                </a:ext>
              </a:extLst>
            </p:cNvPr>
            <p:cNvSpPr/>
            <p:nvPr/>
          </p:nvSpPr>
          <p:spPr>
            <a:xfrm>
              <a:off x="745744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3AB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287">
              <a:extLst>
                <a:ext uri="{FF2B5EF4-FFF2-40B4-BE49-F238E27FC236}">
                  <a16:creationId xmlns:a16="http://schemas.microsoft.com/office/drawing/2014/main" id="{5042DA45-EF05-73E9-0969-95BDD6BAEF1E}"/>
                </a:ext>
              </a:extLst>
            </p:cNvPr>
            <p:cNvSpPr/>
            <p:nvPr/>
          </p:nvSpPr>
          <p:spPr>
            <a:xfrm>
              <a:off x="7461250" y="3037839"/>
              <a:ext cx="2540" cy="198120"/>
            </a:xfrm>
            <a:custGeom>
              <a:avLst/>
              <a:gdLst/>
              <a:ahLst/>
              <a:cxnLst/>
              <a:rect l="l" t="t" r="r" b="b"/>
              <a:pathLst>
                <a:path w="2540" h="198119">
                  <a:moveTo>
                    <a:pt x="254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2540" y="19812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7A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288">
              <a:extLst>
                <a:ext uri="{FF2B5EF4-FFF2-40B4-BE49-F238E27FC236}">
                  <a16:creationId xmlns:a16="http://schemas.microsoft.com/office/drawing/2014/main" id="{507E5695-BC76-7D01-9243-9AF2256C3AF9}"/>
                </a:ext>
              </a:extLst>
            </p:cNvPr>
            <p:cNvSpPr/>
            <p:nvPr/>
          </p:nvSpPr>
          <p:spPr>
            <a:xfrm>
              <a:off x="746379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CAB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289">
              <a:extLst>
                <a:ext uri="{FF2B5EF4-FFF2-40B4-BE49-F238E27FC236}">
                  <a16:creationId xmlns:a16="http://schemas.microsoft.com/office/drawing/2014/main" id="{FD1EBC7E-3D52-36EA-EA42-F227D5454D77}"/>
                </a:ext>
              </a:extLst>
            </p:cNvPr>
            <p:cNvSpPr/>
            <p:nvPr/>
          </p:nvSpPr>
          <p:spPr>
            <a:xfrm>
              <a:off x="746760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0AB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290">
              <a:extLst>
                <a:ext uri="{FF2B5EF4-FFF2-40B4-BE49-F238E27FC236}">
                  <a16:creationId xmlns:a16="http://schemas.microsoft.com/office/drawing/2014/main" id="{C3C0E4CA-306A-2F86-B7CA-1F5819AA1F09}"/>
                </a:ext>
              </a:extLst>
            </p:cNvPr>
            <p:cNvSpPr/>
            <p:nvPr/>
          </p:nvSpPr>
          <p:spPr>
            <a:xfrm>
              <a:off x="747141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1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10" y="1981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4AB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291">
              <a:extLst>
                <a:ext uri="{FF2B5EF4-FFF2-40B4-BE49-F238E27FC236}">
                  <a16:creationId xmlns:a16="http://schemas.microsoft.com/office/drawing/2014/main" id="{73FA83AA-3ED0-3520-D0AA-2702C1380D57}"/>
                </a:ext>
              </a:extLst>
            </p:cNvPr>
            <p:cNvSpPr/>
            <p:nvPr/>
          </p:nvSpPr>
          <p:spPr>
            <a:xfrm>
              <a:off x="747522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8AB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292">
              <a:extLst>
                <a:ext uri="{FF2B5EF4-FFF2-40B4-BE49-F238E27FC236}">
                  <a16:creationId xmlns:a16="http://schemas.microsoft.com/office/drawing/2014/main" id="{C6D1E201-F6EB-1CDF-24FB-6362F32F2311}"/>
                </a:ext>
              </a:extLst>
            </p:cNvPr>
            <p:cNvSpPr/>
            <p:nvPr/>
          </p:nvSpPr>
          <p:spPr>
            <a:xfrm>
              <a:off x="747903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1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10" y="1981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BAC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293">
              <a:extLst>
                <a:ext uri="{FF2B5EF4-FFF2-40B4-BE49-F238E27FC236}">
                  <a16:creationId xmlns:a16="http://schemas.microsoft.com/office/drawing/2014/main" id="{E3D3C497-2091-C532-D80E-6D82C7B6D0F4}"/>
                </a:ext>
              </a:extLst>
            </p:cNvPr>
            <p:cNvSpPr/>
            <p:nvPr/>
          </p:nvSpPr>
          <p:spPr>
            <a:xfrm>
              <a:off x="7482840" y="3037839"/>
              <a:ext cx="2540" cy="198120"/>
            </a:xfrm>
            <a:custGeom>
              <a:avLst/>
              <a:gdLst/>
              <a:ahLst/>
              <a:cxnLst/>
              <a:rect l="l" t="t" r="r" b="b"/>
              <a:pathLst>
                <a:path w="2540" h="198119">
                  <a:moveTo>
                    <a:pt x="253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2539" y="19812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7AC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294">
              <a:extLst>
                <a:ext uri="{FF2B5EF4-FFF2-40B4-BE49-F238E27FC236}">
                  <a16:creationId xmlns:a16="http://schemas.microsoft.com/office/drawing/2014/main" id="{96DF22A1-FAA2-B49F-8EB0-DE1182579F32}"/>
                </a:ext>
              </a:extLst>
            </p:cNvPr>
            <p:cNvSpPr/>
            <p:nvPr/>
          </p:nvSpPr>
          <p:spPr>
            <a:xfrm>
              <a:off x="748538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10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10" y="1981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3AC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295">
              <a:extLst>
                <a:ext uri="{FF2B5EF4-FFF2-40B4-BE49-F238E27FC236}">
                  <a16:creationId xmlns:a16="http://schemas.microsoft.com/office/drawing/2014/main" id="{2CF79496-6D53-363E-A8D2-46D08444F5D3}"/>
                </a:ext>
              </a:extLst>
            </p:cNvPr>
            <p:cNvSpPr/>
            <p:nvPr/>
          </p:nvSpPr>
          <p:spPr>
            <a:xfrm>
              <a:off x="748919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FAC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296">
              <a:extLst>
                <a:ext uri="{FF2B5EF4-FFF2-40B4-BE49-F238E27FC236}">
                  <a16:creationId xmlns:a16="http://schemas.microsoft.com/office/drawing/2014/main" id="{5A7FCB4A-53C2-5523-D14A-263F705F7390}"/>
                </a:ext>
              </a:extLst>
            </p:cNvPr>
            <p:cNvSpPr/>
            <p:nvPr/>
          </p:nvSpPr>
          <p:spPr>
            <a:xfrm>
              <a:off x="749300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09" y="0"/>
                  </a:moveTo>
                  <a:lnTo>
                    <a:pt x="0" y="0"/>
                  </a:lnTo>
                  <a:lnTo>
                    <a:pt x="0" y="198120"/>
                  </a:lnTo>
                  <a:lnTo>
                    <a:pt x="3809" y="1981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AAC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297">
              <a:extLst>
                <a:ext uri="{FF2B5EF4-FFF2-40B4-BE49-F238E27FC236}">
                  <a16:creationId xmlns:a16="http://schemas.microsoft.com/office/drawing/2014/main" id="{0DF49213-249D-0E1B-4B34-FBADC848CED7}"/>
                </a:ext>
              </a:extLst>
            </p:cNvPr>
            <p:cNvSpPr/>
            <p:nvPr/>
          </p:nvSpPr>
          <p:spPr>
            <a:xfrm>
              <a:off x="7496810" y="3037839"/>
              <a:ext cx="3810" cy="198120"/>
            </a:xfrm>
            <a:custGeom>
              <a:avLst/>
              <a:gdLst/>
              <a:ahLst/>
              <a:cxnLst/>
              <a:rect l="l" t="t" r="r" b="b"/>
              <a:pathLst>
                <a:path w="3809" h="198119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6850"/>
                  </a:lnTo>
                  <a:lnTo>
                    <a:pt x="0" y="198120"/>
                  </a:lnTo>
                  <a:lnTo>
                    <a:pt x="1270" y="198120"/>
                  </a:lnTo>
                  <a:lnTo>
                    <a:pt x="1270" y="196850"/>
                  </a:lnTo>
                  <a:lnTo>
                    <a:pt x="3810" y="19685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C6A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298">
              <a:extLst>
                <a:ext uri="{FF2B5EF4-FFF2-40B4-BE49-F238E27FC236}">
                  <a16:creationId xmlns:a16="http://schemas.microsoft.com/office/drawing/2014/main" id="{A5935CB8-E0DC-226F-5416-FFC57D4039BB}"/>
                </a:ext>
              </a:extLst>
            </p:cNvPr>
            <p:cNvSpPr/>
            <p:nvPr/>
          </p:nvSpPr>
          <p:spPr>
            <a:xfrm>
              <a:off x="750062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09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3809" y="1955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2AC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299">
              <a:extLst>
                <a:ext uri="{FF2B5EF4-FFF2-40B4-BE49-F238E27FC236}">
                  <a16:creationId xmlns:a16="http://schemas.microsoft.com/office/drawing/2014/main" id="{50B26132-5CFA-5F81-58DA-2EA4F8C08EC9}"/>
                </a:ext>
              </a:extLst>
            </p:cNvPr>
            <p:cNvSpPr/>
            <p:nvPr/>
          </p:nvSpPr>
          <p:spPr>
            <a:xfrm>
              <a:off x="7504430" y="3039109"/>
              <a:ext cx="2540" cy="195580"/>
            </a:xfrm>
            <a:custGeom>
              <a:avLst/>
              <a:gdLst/>
              <a:ahLst/>
              <a:cxnLst/>
              <a:rect l="l" t="t" r="r" b="b"/>
              <a:pathLst>
                <a:path w="2540" h="195580">
                  <a:moveTo>
                    <a:pt x="2540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2540" y="19557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EAC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300">
              <a:extLst>
                <a:ext uri="{FF2B5EF4-FFF2-40B4-BE49-F238E27FC236}">
                  <a16:creationId xmlns:a16="http://schemas.microsoft.com/office/drawing/2014/main" id="{9217326F-8848-5942-92E3-35225B8E5F38}"/>
                </a:ext>
              </a:extLst>
            </p:cNvPr>
            <p:cNvSpPr/>
            <p:nvPr/>
          </p:nvSpPr>
          <p:spPr>
            <a:xfrm>
              <a:off x="7506970" y="3039109"/>
              <a:ext cx="3810" cy="195580"/>
            </a:xfrm>
            <a:custGeom>
              <a:avLst/>
              <a:gdLst/>
              <a:ahLst/>
              <a:cxnLst/>
              <a:rect l="l" t="t" r="r" b="b"/>
              <a:pathLst>
                <a:path w="3809" h="195580">
                  <a:moveTo>
                    <a:pt x="3809" y="0"/>
                  </a:moveTo>
                  <a:lnTo>
                    <a:pt x="0" y="0"/>
                  </a:lnTo>
                  <a:lnTo>
                    <a:pt x="0" y="195579"/>
                  </a:lnTo>
                  <a:lnTo>
                    <a:pt x="3809" y="1955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9AC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301">
              <a:extLst>
                <a:ext uri="{FF2B5EF4-FFF2-40B4-BE49-F238E27FC236}">
                  <a16:creationId xmlns:a16="http://schemas.microsoft.com/office/drawing/2014/main" id="{CAF16189-206D-28D9-7F92-39D3E051B408}"/>
                </a:ext>
              </a:extLst>
            </p:cNvPr>
            <p:cNvSpPr/>
            <p:nvPr/>
          </p:nvSpPr>
          <p:spPr>
            <a:xfrm>
              <a:off x="751078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10" y="1943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5A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302">
              <a:extLst>
                <a:ext uri="{FF2B5EF4-FFF2-40B4-BE49-F238E27FC236}">
                  <a16:creationId xmlns:a16="http://schemas.microsoft.com/office/drawing/2014/main" id="{6EA1BB7B-409F-28B1-DA05-818A8919932B}"/>
                </a:ext>
              </a:extLst>
            </p:cNvPr>
            <p:cNvSpPr/>
            <p:nvPr/>
          </p:nvSpPr>
          <p:spPr>
            <a:xfrm>
              <a:off x="7514590" y="304037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3040"/>
                  </a:lnTo>
                  <a:lnTo>
                    <a:pt x="0" y="194310"/>
                  </a:lnTo>
                  <a:lnTo>
                    <a:pt x="1270" y="194310"/>
                  </a:lnTo>
                  <a:lnTo>
                    <a:pt x="1270" y="193040"/>
                  </a:lnTo>
                  <a:lnTo>
                    <a:pt x="3810" y="1930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B1AC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303">
              <a:extLst>
                <a:ext uri="{FF2B5EF4-FFF2-40B4-BE49-F238E27FC236}">
                  <a16:creationId xmlns:a16="http://schemas.microsoft.com/office/drawing/2014/main" id="{7C9E3482-A911-04B6-F57E-9B18C671DB59}"/>
                </a:ext>
              </a:extLst>
            </p:cNvPr>
            <p:cNvSpPr/>
            <p:nvPr/>
          </p:nvSpPr>
          <p:spPr>
            <a:xfrm>
              <a:off x="7518400" y="3041649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69">
                  <a:moveTo>
                    <a:pt x="3810" y="0"/>
                  </a:moveTo>
                  <a:lnTo>
                    <a:pt x="0" y="0"/>
                  </a:lnTo>
                  <a:lnTo>
                    <a:pt x="0" y="190500"/>
                  </a:lnTo>
                  <a:lnTo>
                    <a:pt x="0" y="191770"/>
                  </a:lnTo>
                  <a:lnTo>
                    <a:pt x="2527" y="191770"/>
                  </a:lnTo>
                  <a:lnTo>
                    <a:pt x="2527" y="190500"/>
                  </a:lnTo>
                  <a:lnTo>
                    <a:pt x="3810" y="1905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DAC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304">
              <a:extLst>
                <a:ext uri="{FF2B5EF4-FFF2-40B4-BE49-F238E27FC236}">
                  <a16:creationId xmlns:a16="http://schemas.microsoft.com/office/drawing/2014/main" id="{BEB0B195-EB5A-EE6A-7CE8-2CC2FA007393}"/>
                </a:ext>
              </a:extLst>
            </p:cNvPr>
            <p:cNvSpPr/>
            <p:nvPr/>
          </p:nvSpPr>
          <p:spPr>
            <a:xfrm>
              <a:off x="7522210" y="3041649"/>
              <a:ext cx="3810" cy="190500"/>
            </a:xfrm>
            <a:custGeom>
              <a:avLst/>
              <a:gdLst/>
              <a:ahLst/>
              <a:cxnLst/>
              <a:rect l="l" t="t" r="r" b="b"/>
              <a:pathLst>
                <a:path w="3809" h="190500">
                  <a:moveTo>
                    <a:pt x="3810" y="0"/>
                  </a:moveTo>
                  <a:lnTo>
                    <a:pt x="0" y="0"/>
                  </a:lnTo>
                  <a:lnTo>
                    <a:pt x="0" y="190500"/>
                  </a:lnTo>
                  <a:lnTo>
                    <a:pt x="3810" y="1905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8AC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305">
              <a:extLst>
                <a:ext uri="{FF2B5EF4-FFF2-40B4-BE49-F238E27FC236}">
                  <a16:creationId xmlns:a16="http://schemas.microsoft.com/office/drawing/2014/main" id="{FD03A6D8-CDFE-B756-7C53-35B068259F34}"/>
                </a:ext>
              </a:extLst>
            </p:cNvPr>
            <p:cNvSpPr/>
            <p:nvPr/>
          </p:nvSpPr>
          <p:spPr>
            <a:xfrm>
              <a:off x="7526020" y="3041649"/>
              <a:ext cx="3810" cy="190500"/>
            </a:xfrm>
            <a:custGeom>
              <a:avLst/>
              <a:gdLst/>
              <a:ahLst/>
              <a:cxnLst/>
              <a:rect l="l" t="t" r="r" b="b"/>
              <a:pathLst>
                <a:path w="3809" h="190500">
                  <a:moveTo>
                    <a:pt x="3810" y="1270"/>
                  </a:moveTo>
                  <a:lnTo>
                    <a:pt x="1257" y="1270"/>
                  </a:lnTo>
                  <a:lnTo>
                    <a:pt x="1257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0500"/>
                  </a:lnTo>
                  <a:lnTo>
                    <a:pt x="3810" y="19050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A4AC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306">
              <a:extLst>
                <a:ext uri="{FF2B5EF4-FFF2-40B4-BE49-F238E27FC236}">
                  <a16:creationId xmlns:a16="http://schemas.microsoft.com/office/drawing/2014/main" id="{D60D9225-D5B4-EA23-DE39-5B007A0DF147}"/>
                </a:ext>
              </a:extLst>
            </p:cNvPr>
            <p:cNvSpPr/>
            <p:nvPr/>
          </p:nvSpPr>
          <p:spPr>
            <a:xfrm>
              <a:off x="7529830" y="3042919"/>
              <a:ext cx="2540" cy="189230"/>
            </a:xfrm>
            <a:custGeom>
              <a:avLst/>
              <a:gdLst/>
              <a:ahLst/>
              <a:cxnLst/>
              <a:rect l="l" t="t" r="r" b="b"/>
              <a:pathLst>
                <a:path w="2540" h="189230">
                  <a:moveTo>
                    <a:pt x="2540" y="0"/>
                  </a:moveTo>
                  <a:lnTo>
                    <a:pt x="0" y="0"/>
                  </a:lnTo>
                  <a:lnTo>
                    <a:pt x="0" y="189229"/>
                  </a:lnTo>
                  <a:lnTo>
                    <a:pt x="2540" y="18922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0AB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307">
              <a:extLst>
                <a:ext uri="{FF2B5EF4-FFF2-40B4-BE49-F238E27FC236}">
                  <a16:creationId xmlns:a16="http://schemas.microsoft.com/office/drawing/2014/main" id="{6646B4E9-5E02-CBF2-6048-9CB350CD3F6A}"/>
                </a:ext>
              </a:extLst>
            </p:cNvPr>
            <p:cNvSpPr/>
            <p:nvPr/>
          </p:nvSpPr>
          <p:spPr>
            <a:xfrm>
              <a:off x="7532370" y="3044189"/>
              <a:ext cx="3810" cy="186690"/>
            </a:xfrm>
            <a:custGeom>
              <a:avLst/>
              <a:gdLst/>
              <a:ahLst/>
              <a:cxnLst/>
              <a:rect l="l" t="t" r="r" b="b"/>
              <a:pathLst>
                <a:path w="3809" h="186689">
                  <a:moveTo>
                    <a:pt x="3809" y="0"/>
                  </a:moveTo>
                  <a:lnTo>
                    <a:pt x="0" y="0"/>
                  </a:lnTo>
                  <a:lnTo>
                    <a:pt x="0" y="186689"/>
                  </a:lnTo>
                  <a:lnTo>
                    <a:pt x="3809" y="1866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CA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308">
              <a:extLst>
                <a:ext uri="{FF2B5EF4-FFF2-40B4-BE49-F238E27FC236}">
                  <a16:creationId xmlns:a16="http://schemas.microsoft.com/office/drawing/2014/main" id="{6F38D0A9-05E2-6AB3-837F-2830583393F4}"/>
                </a:ext>
              </a:extLst>
            </p:cNvPr>
            <p:cNvSpPr/>
            <p:nvPr/>
          </p:nvSpPr>
          <p:spPr>
            <a:xfrm>
              <a:off x="7536180" y="304418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19">
                  <a:moveTo>
                    <a:pt x="3810" y="0"/>
                  </a:moveTo>
                  <a:lnTo>
                    <a:pt x="0" y="0"/>
                  </a:lnTo>
                  <a:lnTo>
                    <a:pt x="0" y="185420"/>
                  </a:lnTo>
                  <a:lnTo>
                    <a:pt x="3810" y="1854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B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309">
              <a:extLst>
                <a:ext uri="{FF2B5EF4-FFF2-40B4-BE49-F238E27FC236}">
                  <a16:creationId xmlns:a16="http://schemas.microsoft.com/office/drawing/2014/main" id="{B8F37F51-9F36-D840-65A9-349542FCC415}"/>
                </a:ext>
              </a:extLst>
            </p:cNvPr>
            <p:cNvSpPr/>
            <p:nvPr/>
          </p:nvSpPr>
          <p:spPr>
            <a:xfrm>
              <a:off x="7539990" y="304418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19">
                  <a:moveTo>
                    <a:pt x="3809" y="0"/>
                  </a:moveTo>
                  <a:lnTo>
                    <a:pt x="0" y="0"/>
                  </a:lnTo>
                  <a:lnTo>
                    <a:pt x="0" y="185420"/>
                  </a:lnTo>
                  <a:lnTo>
                    <a:pt x="3809" y="1854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3AB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310">
              <a:extLst>
                <a:ext uri="{FF2B5EF4-FFF2-40B4-BE49-F238E27FC236}">
                  <a16:creationId xmlns:a16="http://schemas.microsoft.com/office/drawing/2014/main" id="{5D88124B-43EE-2BCB-8D9A-E6BDA6525828}"/>
                </a:ext>
              </a:extLst>
            </p:cNvPr>
            <p:cNvSpPr/>
            <p:nvPr/>
          </p:nvSpPr>
          <p:spPr>
            <a:xfrm>
              <a:off x="7543800" y="3045459"/>
              <a:ext cx="3810" cy="184150"/>
            </a:xfrm>
            <a:custGeom>
              <a:avLst/>
              <a:gdLst/>
              <a:ahLst/>
              <a:cxnLst/>
              <a:rect l="l" t="t" r="r" b="b"/>
              <a:pathLst>
                <a:path w="3809" h="184150">
                  <a:moveTo>
                    <a:pt x="3809" y="0"/>
                  </a:moveTo>
                  <a:lnTo>
                    <a:pt x="0" y="0"/>
                  </a:lnTo>
                  <a:lnTo>
                    <a:pt x="0" y="184150"/>
                  </a:lnTo>
                  <a:lnTo>
                    <a:pt x="3809" y="1841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FA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311">
              <a:extLst>
                <a:ext uri="{FF2B5EF4-FFF2-40B4-BE49-F238E27FC236}">
                  <a16:creationId xmlns:a16="http://schemas.microsoft.com/office/drawing/2014/main" id="{88AFFF66-556D-78AC-DEF6-240B18425291}"/>
                </a:ext>
              </a:extLst>
            </p:cNvPr>
            <p:cNvSpPr/>
            <p:nvPr/>
          </p:nvSpPr>
          <p:spPr>
            <a:xfrm>
              <a:off x="7547610" y="3046729"/>
              <a:ext cx="3810" cy="181610"/>
            </a:xfrm>
            <a:custGeom>
              <a:avLst/>
              <a:gdLst/>
              <a:ahLst/>
              <a:cxnLst/>
              <a:rect l="l" t="t" r="r" b="b"/>
              <a:pathLst>
                <a:path w="3809" h="181610">
                  <a:moveTo>
                    <a:pt x="3810" y="0"/>
                  </a:moveTo>
                  <a:lnTo>
                    <a:pt x="0" y="0"/>
                  </a:lnTo>
                  <a:lnTo>
                    <a:pt x="0" y="180340"/>
                  </a:lnTo>
                  <a:lnTo>
                    <a:pt x="0" y="181610"/>
                  </a:lnTo>
                  <a:lnTo>
                    <a:pt x="2540" y="181610"/>
                  </a:lnTo>
                  <a:lnTo>
                    <a:pt x="2540" y="180340"/>
                  </a:lnTo>
                  <a:lnTo>
                    <a:pt x="3810" y="18034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BA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312">
              <a:extLst>
                <a:ext uri="{FF2B5EF4-FFF2-40B4-BE49-F238E27FC236}">
                  <a16:creationId xmlns:a16="http://schemas.microsoft.com/office/drawing/2014/main" id="{26B2E302-3856-E855-C2DC-A6B65FFEEB3C}"/>
                </a:ext>
              </a:extLst>
            </p:cNvPr>
            <p:cNvSpPr/>
            <p:nvPr/>
          </p:nvSpPr>
          <p:spPr>
            <a:xfrm>
              <a:off x="7551420" y="3046729"/>
              <a:ext cx="3810" cy="180340"/>
            </a:xfrm>
            <a:custGeom>
              <a:avLst/>
              <a:gdLst/>
              <a:ahLst/>
              <a:cxnLst/>
              <a:rect l="l" t="t" r="r" b="b"/>
              <a:pathLst>
                <a:path w="3809" h="180339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9070"/>
                  </a:lnTo>
                  <a:lnTo>
                    <a:pt x="0" y="180340"/>
                  </a:lnTo>
                  <a:lnTo>
                    <a:pt x="2540" y="180340"/>
                  </a:lnTo>
                  <a:lnTo>
                    <a:pt x="2540" y="179070"/>
                  </a:lnTo>
                  <a:lnTo>
                    <a:pt x="3810" y="17907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86A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313">
              <a:extLst>
                <a:ext uri="{FF2B5EF4-FFF2-40B4-BE49-F238E27FC236}">
                  <a16:creationId xmlns:a16="http://schemas.microsoft.com/office/drawing/2014/main" id="{DD37B94C-039D-2279-11B9-AB725368ECC0}"/>
                </a:ext>
              </a:extLst>
            </p:cNvPr>
            <p:cNvSpPr/>
            <p:nvPr/>
          </p:nvSpPr>
          <p:spPr>
            <a:xfrm>
              <a:off x="7555230" y="3047999"/>
              <a:ext cx="2540" cy="177800"/>
            </a:xfrm>
            <a:custGeom>
              <a:avLst/>
              <a:gdLst/>
              <a:ahLst/>
              <a:cxnLst/>
              <a:rect l="l" t="t" r="r" b="b"/>
              <a:pathLst>
                <a:path w="2540" h="177800">
                  <a:moveTo>
                    <a:pt x="2540" y="0"/>
                  </a:moveTo>
                  <a:lnTo>
                    <a:pt x="0" y="0"/>
                  </a:lnTo>
                  <a:lnTo>
                    <a:pt x="0" y="177800"/>
                  </a:lnTo>
                  <a:lnTo>
                    <a:pt x="2540" y="1778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2A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314">
              <a:extLst>
                <a:ext uri="{FF2B5EF4-FFF2-40B4-BE49-F238E27FC236}">
                  <a16:creationId xmlns:a16="http://schemas.microsoft.com/office/drawing/2014/main" id="{9ECA088D-865E-F27A-9916-36821434659D}"/>
                </a:ext>
              </a:extLst>
            </p:cNvPr>
            <p:cNvSpPr/>
            <p:nvPr/>
          </p:nvSpPr>
          <p:spPr>
            <a:xfrm>
              <a:off x="7557770" y="3049269"/>
              <a:ext cx="3810" cy="176530"/>
            </a:xfrm>
            <a:custGeom>
              <a:avLst/>
              <a:gdLst/>
              <a:ahLst/>
              <a:cxnLst/>
              <a:rect l="l" t="t" r="r" b="b"/>
              <a:pathLst>
                <a:path w="3809" h="17653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5260"/>
                  </a:lnTo>
                  <a:lnTo>
                    <a:pt x="0" y="176530"/>
                  </a:lnTo>
                  <a:lnTo>
                    <a:pt x="2540" y="176530"/>
                  </a:lnTo>
                  <a:lnTo>
                    <a:pt x="2540" y="175260"/>
                  </a:lnTo>
                  <a:lnTo>
                    <a:pt x="3810" y="17526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7EA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315">
              <a:extLst>
                <a:ext uri="{FF2B5EF4-FFF2-40B4-BE49-F238E27FC236}">
                  <a16:creationId xmlns:a16="http://schemas.microsoft.com/office/drawing/2014/main" id="{680D3DFE-8657-61F5-6B2A-B206DDC1934E}"/>
                </a:ext>
              </a:extLst>
            </p:cNvPr>
            <p:cNvSpPr/>
            <p:nvPr/>
          </p:nvSpPr>
          <p:spPr>
            <a:xfrm>
              <a:off x="7561580" y="3050539"/>
              <a:ext cx="3810" cy="172720"/>
            </a:xfrm>
            <a:custGeom>
              <a:avLst/>
              <a:gdLst/>
              <a:ahLst/>
              <a:cxnLst/>
              <a:rect l="l" t="t" r="r" b="b"/>
              <a:pathLst>
                <a:path w="3809" h="172719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1450"/>
                  </a:lnTo>
                  <a:lnTo>
                    <a:pt x="0" y="172720"/>
                  </a:lnTo>
                  <a:lnTo>
                    <a:pt x="2540" y="172720"/>
                  </a:lnTo>
                  <a:lnTo>
                    <a:pt x="2540" y="171450"/>
                  </a:lnTo>
                  <a:lnTo>
                    <a:pt x="3810" y="17145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7AAB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316">
              <a:extLst>
                <a:ext uri="{FF2B5EF4-FFF2-40B4-BE49-F238E27FC236}">
                  <a16:creationId xmlns:a16="http://schemas.microsoft.com/office/drawing/2014/main" id="{9BC08A47-7D49-7FDB-DECC-B2890353A5F7}"/>
                </a:ext>
              </a:extLst>
            </p:cNvPr>
            <p:cNvSpPr/>
            <p:nvPr/>
          </p:nvSpPr>
          <p:spPr>
            <a:xfrm>
              <a:off x="7565390" y="3051809"/>
              <a:ext cx="3810" cy="168910"/>
            </a:xfrm>
            <a:custGeom>
              <a:avLst/>
              <a:gdLst/>
              <a:ahLst/>
              <a:cxnLst/>
              <a:rect l="l" t="t" r="r" b="b"/>
              <a:pathLst>
                <a:path w="3809" h="16891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68910"/>
                  </a:lnTo>
                  <a:lnTo>
                    <a:pt x="3810" y="16891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75A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317">
              <a:extLst>
                <a:ext uri="{FF2B5EF4-FFF2-40B4-BE49-F238E27FC236}">
                  <a16:creationId xmlns:a16="http://schemas.microsoft.com/office/drawing/2014/main" id="{87DAE438-AE91-038F-3D1C-14AE80FD47E2}"/>
                </a:ext>
              </a:extLst>
            </p:cNvPr>
            <p:cNvSpPr/>
            <p:nvPr/>
          </p:nvSpPr>
          <p:spPr>
            <a:xfrm>
              <a:off x="7569200" y="3054349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09" h="165100">
                  <a:moveTo>
                    <a:pt x="3810" y="2540"/>
                  </a:moveTo>
                  <a:lnTo>
                    <a:pt x="2527" y="2540"/>
                  </a:lnTo>
                  <a:lnTo>
                    <a:pt x="2527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63830"/>
                  </a:lnTo>
                  <a:lnTo>
                    <a:pt x="0" y="165100"/>
                  </a:lnTo>
                  <a:lnTo>
                    <a:pt x="2527" y="165100"/>
                  </a:lnTo>
                  <a:lnTo>
                    <a:pt x="2527" y="163830"/>
                  </a:lnTo>
                  <a:lnTo>
                    <a:pt x="3810" y="16383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71A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318">
              <a:extLst>
                <a:ext uri="{FF2B5EF4-FFF2-40B4-BE49-F238E27FC236}">
                  <a16:creationId xmlns:a16="http://schemas.microsoft.com/office/drawing/2014/main" id="{0FF73353-7BC2-301D-4F36-7A21743E7E31}"/>
                </a:ext>
              </a:extLst>
            </p:cNvPr>
            <p:cNvSpPr/>
            <p:nvPr/>
          </p:nvSpPr>
          <p:spPr>
            <a:xfrm>
              <a:off x="7573010" y="3058159"/>
              <a:ext cx="3810" cy="158750"/>
            </a:xfrm>
            <a:custGeom>
              <a:avLst/>
              <a:gdLst/>
              <a:ahLst/>
              <a:cxnLst/>
              <a:rect l="l" t="t" r="r" b="b"/>
              <a:pathLst>
                <a:path w="3809" h="15875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56210"/>
                  </a:lnTo>
                  <a:lnTo>
                    <a:pt x="0" y="157480"/>
                  </a:lnTo>
                  <a:lnTo>
                    <a:pt x="0" y="158750"/>
                  </a:lnTo>
                  <a:lnTo>
                    <a:pt x="1270" y="158750"/>
                  </a:lnTo>
                  <a:lnTo>
                    <a:pt x="1270" y="157480"/>
                  </a:lnTo>
                  <a:lnTo>
                    <a:pt x="2540" y="157480"/>
                  </a:lnTo>
                  <a:lnTo>
                    <a:pt x="2540" y="156210"/>
                  </a:lnTo>
                  <a:lnTo>
                    <a:pt x="3810" y="15621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6D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319">
              <a:extLst>
                <a:ext uri="{FF2B5EF4-FFF2-40B4-BE49-F238E27FC236}">
                  <a16:creationId xmlns:a16="http://schemas.microsoft.com/office/drawing/2014/main" id="{03A21711-E6F0-EB8A-8479-B372C6AE31C6}"/>
                </a:ext>
              </a:extLst>
            </p:cNvPr>
            <p:cNvSpPr/>
            <p:nvPr/>
          </p:nvSpPr>
          <p:spPr>
            <a:xfrm>
              <a:off x="7378700" y="305688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40" h="1143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0160"/>
                  </a:lnTo>
                  <a:lnTo>
                    <a:pt x="1270" y="10160"/>
                  </a:lnTo>
                  <a:lnTo>
                    <a:pt x="1270" y="11430"/>
                  </a:lnTo>
                  <a:lnTo>
                    <a:pt x="2540" y="1143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320">
              <a:extLst>
                <a:ext uri="{FF2B5EF4-FFF2-40B4-BE49-F238E27FC236}">
                  <a16:creationId xmlns:a16="http://schemas.microsoft.com/office/drawing/2014/main" id="{3676E1C8-8784-F06B-E3D4-97887282042B}"/>
                </a:ext>
              </a:extLst>
            </p:cNvPr>
            <p:cNvSpPr/>
            <p:nvPr/>
          </p:nvSpPr>
          <p:spPr>
            <a:xfrm>
              <a:off x="7381240" y="3055619"/>
              <a:ext cx="3810" cy="16510"/>
            </a:xfrm>
            <a:custGeom>
              <a:avLst/>
              <a:gdLst/>
              <a:ahLst/>
              <a:cxnLst/>
              <a:rect l="l" t="t" r="r" b="b"/>
              <a:pathLst>
                <a:path w="3809" h="1651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13969"/>
                  </a:lnTo>
                  <a:lnTo>
                    <a:pt x="1269" y="13969"/>
                  </a:lnTo>
                  <a:lnTo>
                    <a:pt x="1269" y="15239"/>
                  </a:lnTo>
                  <a:lnTo>
                    <a:pt x="2539" y="15239"/>
                  </a:lnTo>
                  <a:lnTo>
                    <a:pt x="2539" y="16509"/>
                  </a:lnTo>
                  <a:lnTo>
                    <a:pt x="3809" y="1650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6AA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321">
              <a:extLst>
                <a:ext uri="{FF2B5EF4-FFF2-40B4-BE49-F238E27FC236}">
                  <a16:creationId xmlns:a16="http://schemas.microsoft.com/office/drawing/2014/main" id="{2931CE02-D894-C832-0678-636075CA7380}"/>
                </a:ext>
              </a:extLst>
            </p:cNvPr>
            <p:cNvSpPr/>
            <p:nvPr/>
          </p:nvSpPr>
          <p:spPr>
            <a:xfrm>
              <a:off x="7385050" y="3053079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09" h="2158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050"/>
                  </a:lnTo>
                  <a:lnTo>
                    <a:pt x="1270" y="19050"/>
                  </a:lnTo>
                  <a:lnTo>
                    <a:pt x="1270" y="20320"/>
                  </a:lnTo>
                  <a:lnTo>
                    <a:pt x="2540" y="20320"/>
                  </a:lnTo>
                  <a:lnTo>
                    <a:pt x="2540" y="21590"/>
                  </a:lnTo>
                  <a:lnTo>
                    <a:pt x="3809" y="2159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6E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322">
              <a:extLst>
                <a:ext uri="{FF2B5EF4-FFF2-40B4-BE49-F238E27FC236}">
                  <a16:creationId xmlns:a16="http://schemas.microsoft.com/office/drawing/2014/main" id="{0FFA6824-80D8-C4F2-A11C-1D616313D0B2}"/>
                </a:ext>
              </a:extLst>
            </p:cNvPr>
            <p:cNvSpPr/>
            <p:nvPr/>
          </p:nvSpPr>
          <p:spPr>
            <a:xfrm>
              <a:off x="7388860" y="3050539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40" h="2540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4130"/>
                  </a:lnTo>
                  <a:lnTo>
                    <a:pt x="1270" y="24130"/>
                  </a:lnTo>
                  <a:lnTo>
                    <a:pt x="1270" y="25400"/>
                  </a:lnTo>
                  <a:lnTo>
                    <a:pt x="2540" y="254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2A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323">
              <a:extLst>
                <a:ext uri="{FF2B5EF4-FFF2-40B4-BE49-F238E27FC236}">
                  <a16:creationId xmlns:a16="http://schemas.microsoft.com/office/drawing/2014/main" id="{69F27CCD-5516-2434-726C-6768FD631C5B}"/>
                </a:ext>
              </a:extLst>
            </p:cNvPr>
            <p:cNvSpPr/>
            <p:nvPr/>
          </p:nvSpPr>
          <p:spPr>
            <a:xfrm>
              <a:off x="7391400" y="305053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80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6A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324">
              <a:extLst>
                <a:ext uri="{FF2B5EF4-FFF2-40B4-BE49-F238E27FC236}">
                  <a16:creationId xmlns:a16="http://schemas.microsoft.com/office/drawing/2014/main" id="{EEA24174-C914-B118-DD96-0A83AA1E7122}"/>
                </a:ext>
              </a:extLst>
            </p:cNvPr>
            <p:cNvSpPr/>
            <p:nvPr/>
          </p:nvSpPr>
          <p:spPr>
            <a:xfrm>
              <a:off x="7395210" y="3049269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381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270" y="27939"/>
                  </a:lnTo>
                  <a:lnTo>
                    <a:pt x="1270" y="29209"/>
                  </a:lnTo>
                  <a:lnTo>
                    <a:pt x="3810" y="2920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BAA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325">
              <a:extLst>
                <a:ext uri="{FF2B5EF4-FFF2-40B4-BE49-F238E27FC236}">
                  <a16:creationId xmlns:a16="http://schemas.microsoft.com/office/drawing/2014/main" id="{FA8C19E6-AA53-E7E3-B051-6F053B31FF99}"/>
                </a:ext>
              </a:extLst>
            </p:cNvPr>
            <p:cNvSpPr/>
            <p:nvPr/>
          </p:nvSpPr>
          <p:spPr>
            <a:xfrm>
              <a:off x="7399020" y="304672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1750"/>
                  </a:lnTo>
                  <a:lnTo>
                    <a:pt x="1270" y="31750"/>
                  </a:lnTo>
                  <a:lnTo>
                    <a:pt x="1270" y="33020"/>
                  </a:lnTo>
                  <a:lnTo>
                    <a:pt x="3809" y="330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FA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326">
              <a:extLst>
                <a:ext uri="{FF2B5EF4-FFF2-40B4-BE49-F238E27FC236}">
                  <a16:creationId xmlns:a16="http://schemas.microsoft.com/office/drawing/2014/main" id="{F4063FDA-AA51-38A1-15FA-07723288935E}"/>
                </a:ext>
              </a:extLst>
            </p:cNvPr>
            <p:cNvSpPr/>
            <p:nvPr/>
          </p:nvSpPr>
          <p:spPr>
            <a:xfrm>
              <a:off x="7402830" y="304672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381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3A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327">
              <a:extLst>
                <a:ext uri="{FF2B5EF4-FFF2-40B4-BE49-F238E27FC236}">
                  <a16:creationId xmlns:a16="http://schemas.microsoft.com/office/drawing/2014/main" id="{53B7F807-9F44-5A6A-D269-08FA241CCCA3}"/>
                </a:ext>
              </a:extLst>
            </p:cNvPr>
            <p:cNvSpPr/>
            <p:nvPr/>
          </p:nvSpPr>
          <p:spPr>
            <a:xfrm>
              <a:off x="7406640" y="3045459"/>
              <a:ext cx="3810" cy="35560"/>
            </a:xfrm>
            <a:custGeom>
              <a:avLst/>
              <a:gdLst/>
              <a:ahLst/>
              <a:cxnLst/>
              <a:rect l="l" t="t" r="r" b="b"/>
              <a:pathLst>
                <a:path w="3809" h="3556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4289"/>
                  </a:lnTo>
                  <a:lnTo>
                    <a:pt x="1269" y="34289"/>
                  </a:lnTo>
                  <a:lnTo>
                    <a:pt x="1269" y="35560"/>
                  </a:lnTo>
                  <a:lnTo>
                    <a:pt x="3809" y="3556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7A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328">
              <a:extLst>
                <a:ext uri="{FF2B5EF4-FFF2-40B4-BE49-F238E27FC236}">
                  <a16:creationId xmlns:a16="http://schemas.microsoft.com/office/drawing/2014/main" id="{DB04038B-248A-6626-5FB2-047CEB40F74A}"/>
                </a:ext>
              </a:extLst>
            </p:cNvPr>
            <p:cNvSpPr/>
            <p:nvPr/>
          </p:nvSpPr>
          <p:spPr>
            <a:xfrm>
              <a:off x="7410450" y="3045459"/>
              <a:ext cx="2540" cy="36830"/>
            </a:xfrm>
            <a:custGeom>
              <a:avLst/>
              <a:gdLst/>
              <a:ahLst/>
              <a:cxnLst/>
              <a:rect l="l" t="t" r="r" b="b"/>
              <a:pathLst>
                <a:path w="2540" h="36830">
                  <a:moveTo>
                    <a:pt x="2540" y="0"/>
                  </a:moveTo>
                  <a:lnTo>
                    <a:pt x="0" y="0"/>
                  </a:lnTo>
                  <a:lnTo>
                    <a:pt x="0" y="36829"/>
                  </a:lnTo>
                  <a:lnTo>
                    <a:pt x="2540" y="3682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CA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329">
              <a:extLst>
                <a:ext uri="{FF2B5EF4-FFF2-40B4-BE49-F238E27FC236}">
                  <a16:creationId xmlns:a16="http://schemas.microsoft.com/office/drawing/2014/main" id="{EB9CCDC8-DF42-71D2-E852-83653C2A681F}"/>
                </a:ext>
              </a:extLst>
            </p:cNvPr>
            <p:cNvSpPr/>
            <p:nvPr/>
          </p:nvSpPr>
          <p:spPr>
            <a:xfrm>
              <a:off x="7412990" y="304545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09" y="0"/>
                  </a:moveTo>
                  <a:lnTo>
                    <a:pt x="0" y="0"/>
                  </a:lnTo>
                  <a:lnTo>
                    <a:pt x="0" y="36829"/>
                  </a:lnTo>
                  <a:lnTo>
                    <a:pt x="2539" y="36829"/>
                  </a:lnTo>
                  <a:lnTo>
                    <a:pt x="2539" y="38100"/>
                  </a:lnTo>
                  <a:lnTo>
                    <a:pt x="3809" y="381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0A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330">
              <a:extLst>
                <a:ext uri="{FF2B5EF4-FFF2-40B4-BE49-F238E27FC236}">
                  <a16:creationId xmlns:a16="http://schemas.microsoft.com/office/drawing/2014/main" id="{3E9C4FC2-D0A9-9D47-2E85-E0919D462B81}"/>
                </a:ext>
              </a:extLst>
            </p:cNvPr>
            <p:cNvSpPr/>
            <p:nvPr/>
          </p:nvSpPr>
          <p:spPr>
            <a:xfrm>
              <a:off x="7416800" y="30441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6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4AA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331">
              <a:extLst>
                <a:ext uri="{FF2B5EF4-FFF2-40B4-BE49-F238E27FC236}">
                  <a16:creationId xmlns:a16="http://schemas.microsoft.com/office/drawing/2014/main" id="{DAE66D4C-D736-9C69-C5B4-3769ECC047D6}"/>
                </a:ext>
              </a:extLst>
            </p:cNvPr>
            <p:cNvSpPr/>
            <p:nvPr/>
          </p:nvSpPr>
          <p:spPr>
            <a:xfrm>
              <a:off x="7420610" y="304291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40639"/>
                  </a:lnTo>
                  <a:lnTo>
                    <a:pt x="1270" y="40639"/>
                  </a:lnTo>
                  <a:lnTo>
                    <a:pt x="1270" y="41909"/>
                  </a:lnTo>
                  <a:lnTo>
                    <a:pt x="3810" y="4190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8AA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332">
              <a:extLst>
                <a:ext uri="{FF2B5EF4-FFF2-40B4-BE49-F238E27FC236}">
                  <a16:creationId xmlns:a16="http://schemas.microsoft.com/office/drawing/2014/main" id="{898FE8E6-D4B3-121A-0E8A-701B2373CC3F}"/>
                </a:ext>
              </a:extLst>
            </p:cNvPr>
            <p:cNvSpPr/>
            <p:nvPr/>
          </p:nvSpPr>
          <p:spPr>
            <a:xfrm>
              <a:off x="7424420" y="304291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3809" y="4190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DAA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333">
              <a:extLst>
                <a:ext uri="{FF2B5EF4-FFF2-40B4-BE49-F238E27FC236}">
                  <a16:creationId xmlns:a16="http://schemas.microsoft.com/office/drawing/2014/main" id="{720E032E-24E2-5E9B-3C91-5B96074D78D1}"/>
                </a:ext>
              </a:extLst>
            </p:cNvPr>
            <p:cNvSpPr/>
            <p:nvPr/>
          </p:nvSpPr>
          <p:spPr>
            <a:xfrm>
              <a:off x="7428230" y="304291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10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3810" y="4190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A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334">
              <a:extLst>
                <a:ext uri="{FF2B5EF4-FFF2-40B4-BE49-F238E27FC236}">
                  <a16:creationId xmlns:a16="http://schemas.microsoft.com/office/drawing/2014/main" id="{84F285E8-EE8E-5D1C-3D51-88F8E1B4C3F4}"/>
                </a:ext>
              </a:extLst>
            </p:cNvPr>
            <p:cNvSpPr/>
            <p:nvPr/>
          </p:nvSpPr>
          <p:spPr>
            <a:xfrm>
              <a:off x="7432040" y="304164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5A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335">
              <a:extLst>
                <a:ext uri="{FF2B5EF4-FFF2-40B4-BE49-F238E27FC236}">
                  <a16:creationId xmlns:a16="http://schemas.microsoft.com/office/drawing/2014/main" id="{100A4FF8-86CE-9298-6A03-519B34C480E8}"/>
                </a:ext>
              </a:extLst>
            </p:cNvPr>
            <p:cNvSpPr/>
            <p:nvPr/>
          </p:nvSpPr>
          <p:spPr>
            <a:xfrm>
              <a:off x="7435850" y="304037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19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5720"/>
                  </a:lnTo>
                  <a:lnTo>
                    <a:pt x="3809" y="457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9A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336">
              <a:extLst>
                <a:ext uri="{FF2B5EF4-FFF2-40B4-BE49-F238E27FC236}">
                  <a16:creationId xmlns:a16="http://schemas.microsoft.com/office/drawing/2014/main" id="{9E99C863-8E8D-E721-B479-4186D4B0479E}"/>
                </a:ext>
              </a:extLst>
            </p:cNvPr>
            <p:cNvSpPr/>
            <p:nvPr/>
          </p:nvSpPr>
          <p:spPr>
            <a:xfrm>
              <a:off x="7439660" y="3040379"/>
              <a:ext cx="2540" cy="45720"/>
            </a:xfrm>
            <a:custGeom>
              <a:avLst/>
              <a:gdLst/>
              <a:ahLst/>
              <a:cxnLst/>
              <a:rect l="l" t="t" r="r" b="b"/>
              <a:pathLst>
                <a:path w="2540" h="45719">
                  <a:moveTo>
                    <a:pt x="2540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2540" y="4572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EAB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337">
              <a:extLst>
                <a:ext uri="{FF2B5EF4-FFF2-40B4-BE49-F238E27FC236}">
                  <a16:creationId xmlns:a16="http://schemas.microsoft.com/office/drawing/2014/main" id="{B395FA19-8E4B-E95F-670F-0F581FB57549}"/>
                </a:ext>
              </a:extLst>
            </p:cNvPr>
            <p:cNvSpPr/>
            <p:nvPr/>
          </p:nvSpPr>
          <p:spPr>
            <a:xfrm>
              <a:off x="7442200" y="304037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1270" y="45720"/>
                  </a:lnTo>
                  <a:lnTo>
                    <a:pt x="1270" y="46990"/>
                  </a:lnTo>
                  <a:lnTo>
                    <a:pt x="3809" y="4699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2AB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338">
              <a:extLst>
                <a:ext uri="{FF2B5EF4-FFF2-40B4-BE49-F238E27FC236}">
                  <a16:creationId xmlns:a16="http://schemas.microsoft.com/office/drawing/2014/main" id="{7026BA8F-E3DB-E234-A94B-72453A3C75AD}"/>
                </a:ext>
              </a:extLst>
            </p:cNvPr>
            <p:cNvSpPr/>
            <p:nvPr/>
          </p:nvSpPr>
          <p:spPr>
            <a:xfrm>
              <a:off x="7446010" y="304037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0" y="0"/>
                  </a:lnTo>
                  <a:lnTo>
                    <a:pt x="0" y="46990"/>
                  </a:lnTo>
                  <a:lnTo>
                    <a:pt x="3810" y="4699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A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339">
              <a:extLst>
                <a:ext uri="{FF2B5EF4-FFF2-40B4-BE49-F238E27FC236}">
                  <a16:creationId xmlns:a16="http://schemas.microsoft.com/office/drawing/2014/main" id="{75C2168D-B7E5-545C-4C5C-769B966409B9}"/>
                </a:ext>
              </a:extLst>
            </p:cNvPr>
            <p:cNvSpPr/>
            <p:nvPr/>
          </p:nvSpPr>
          <p:spPr>
            <a:xfrm>
              <a:off x="7449820" y="303910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2539" y="0"/>
                  </a:lnTo>
                  <a:lnTo>
                    <a:pt x="2539" y="1269"/>
                  </a:lnTo>
                  <a:lnTo>
                    <a:pt x="0" y="1269"/>
                  </a:lnTo>
                  <a:lnTo>
                    <a:pt x="0" y="48260"/>
                  </a:lnTo>
                  <a:lnTo>
                    <a:pt x="3809" y="4826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AAB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340">
              <a:extLst>
                <a:ext uri="{FF2B5EF4-FFF2-40B4-BE49-F238E27FC236}">
                  <a16:creationId xmlns:a16="http://schemas.microsoft.com/office/drawing/2014/main" id="{57DAF029-A518-6E52-F710-AFDBAFD06507}"/>
                </a:ext>
              </a:extLst>
            </p:cNvPr>
            <p:cNvSpPr/>
            <p:nvPr/>
          </p:nvSpPr>
          <p:spPr>
            <a:xfrm>
              <a:off x="7453630" y="303910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3810" y="48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FAB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341">
              <a:extLst>
                <a:ext uri="{FF2B5EF4-FFF2-40B4-BE49-F238E27FC236}">
                  <a16:creationId xmlns:a16="http://schemas.microsoft.com/office/drawing/2014/main" id="{D27F8E2A-8655-3975-7F9D-AE46EF79A64D}"/>
                </a:ext>
              </a:extLst>
            </p:cNvPr>
            <p:cNvSpPr/>
            <p:nvPr/>
          </p:nvSpPr>
          <p:spPr>
            <a:xfrm>
              <a:off x="745744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3AB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342">
              <a:extLst>
                <a:ext uri="{FF2B5EF4-FFF2-40B4-BE49-F238E27FC236}">
                  <a16:creationId xmlns:a16="http://schemas.microsoft.com/office/drawing/2014/main" id="{30EB73E4-1BA2-400E-7A23-5A938386EF10}"/>
                </a:ext>
              </a:extLst>
            </p:cNvPr>
            <p:cNvSpPr/>
            <p:nvPr/>
          </p:nvSpPr>
          <p:spPr>
            <a:xfrm>
              <a:off x="7461250" y="303783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254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7A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343">
              <a:extLst>
                <a:ext uri="{FF2B5EF4-FFF2-40B4-BE49-F238E27FC236}">
                  <a16:creationId xmlns:a16="http://schemas.microsoft.com/office/drawing/2014/main" id="{66F70D6B-9480-FFE9-0632-CA41397AF0C5}"/>
                </a:ext>
              </a:extLst>
            </p:cNvPr>
            <p:cNvSpPr/>
            <p:nvPr/>
          </p:nvSpPr>
          <p:spPr>
            <a:xfrm>
              <a:off x="746379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CAB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344">
              <a:extLst>
                <a:ext uri="{FF2B5EF4-FFF2-40B4-BE49-F238E27FC236}">
                  <a16:creationId xmlns:a16="http://schemas.microsoft.com/office/drawing/2014/main" id="{749939EF-565D-3A0D-10F1-CEAFAF5CEAC7}"/>
                </a:ext>
              </a:extLst>
            </p:cNvPr>
            <p:cNvSpPr/>
            <p:nvPr/>
          </p:nvSpPr>
          <p:spPr>
            <a:xfrm>
              <a:off x="746760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0AB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345">
              <a:extLst>
                <a:ext uri="{FF2B5EF4-FFF2-40B4-BE49-F238E27FC236}">
                  <a16:creationId xmlns:a16="http://schemas.microsoft.com/office/drawing/2014/main" id="{3F43CB5A-1947-3F32-F798-01370A592434}"/>
                </a:ext>
              </a:extLst>
            </p:cNvPr>
            <p:cNvSpPr/>
            <p:nvPr/>
          </p:nvSpPr>
          <p:spPr>
            <a:xfrm>
              <a:off x="747141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4AB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346">
              <a:extLst>
                <a:ext uri="{FF2B5EF4-FFF2-40B4-BE49-F238E27FC236}">
                  <a16:creationId xmlns:a16="http://schemas.microsoft.com/office/drawing/2014/main" id="{707DF557-D423-4DC9-62F6-F940493A6237}"/>
                </a:ext>
              </a:extLst>
            </p:cNvPr>
            <p:cNvSpPr/>
            <p:nvPr/>
          </p:nvSpPr>
          <p:spPr>
            <a:xfrm>
              <a:off x="747522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8AB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347">
              <a:extLst>
                <a:ext uri="{FF2B5EF4-FFF2-40B4-BE49-F238E27FC236}">
                  <a16:creationId xmlns:a16="http://schemas.microsoft.com/office/drawing/2014/main" id="{B1C28645-04F2-2159-A538-2E6F1DD1A373}"/>
                </a:ext>
              </a:extLst>
            </p:cNvPr>
            <p:cNvSpPr/>
            <p:nvPr/>
          </p:nvSpPr>
          <p:spPr>
            <a:xfrm>
              <a:off x="747903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BAC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348">
              <a:extLst>
                <a:ext uri="{FF2B5EF4-FFF2-40B4-BE49-F238E27FC236}">
                  <a16:creationId xmlns:a16="http://schemas.microsoft.com/office/drawing/2014/main" id="{EF05DF46-7413-31AF-9C3F-2249107A82BC}"/>
                </a:ext>
              </a:extLst>
            </p:cNvPr>
            <p:cNvSpPr/>
            <p:nvPr/>
          </p:nvSpPr>
          <p:spPr>
            <a:xfrm>
              <a:off x="748284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7AC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349">
              <a:extLst>
                <a:ext uri="{FF2B5EF4-FFF2-40B4-BE49-F238E27FC236}">
                  <a16:creationId xmlns:a16="http://schemas.microsoft.com/office/drawing/2014/main" id="{CD42098D-B24C-3A85-1BA7-A7D819C7656E}"/>
                </a:ext>
              </a:extLst>
            </p:cNvPr>
            <p:cNvSpPr/>
            <p:nvPr/>
          </p:nvSpPr>
          <p:spPr>
            <a:xfrm>
              <a:off x="7486650" y="303783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254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3AC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350">
              <a:extLst>
                <a:ext uri="{FF2B5EF4-FFF2-40B4-BE49-F238E27FC236}">
                  <a16:creationId xmlns:a16="http://schemas.microsoft.com/office/drawing/2014/main" id="{BA0F6896-AA1D-F8F9-3715-3D613C5381E2}"/>
                </a:ext>
              </a:extLst>
            </p:cNvPr>
            <p:cNvSpPr/>
            <p:nvPr/>
          </p:nvSpPr>
          <p:spPr>
            <a:xfrm>
              <a:off x="748919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FAC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351">
              <a:extLst>
                <a:ext uri="{FF2B5EF4-FFF2-40B4-BE49-F238E27FC236}">
                  <a16:creationId xmlns:a16="http://schemas.microsoft.com/office/drawing/2014/main" id="{1688DE92-9BF8-71FE-35E6-D40D365F2E99}"/>
                </a:ext>
              </a:extLst>
            </p:cNvPr>
            <p:cNvSpPr/>
            <p:nvPr/>
          </p:nvSpPr>
          <p:spPr>
            <a:xfrm>
              <a:off x="749300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AAC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352">
              <a:extLst>
                <a:ext uri="{FF2B5EF4-FFF2-40B4-BE49-F238E27FC236}">
                  <a16:creationId xmlns:a16="http://schemas.microsoft.com/office/drawing/2014/main" id="{68F5C1B9-865C-817C-2F39-7A723C603396}"/>
                </a:ext>
              </a:extLst>
            </p:cNvPr>
            <p:cNvSpPr/>
            <p:nvPr/>
          </p:nvSpPr>
          <p:spPr>
            <a:xfrm>
              <a:off x="7496810" y="303783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127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1270" y="50800"/>
                  </a:lnTo>
                  <a:lnTo>
                    <a:pt x="1270" y="49530"/>
                  </a:lnTo>
                  <a:lnTo>
                    <a:pt x="3810" y="4953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6A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353">
              <a:extLst>
                <a:ext uri="{FF2B5EF4-FFF2-40B4-BE49-F238E27FC236}">
                  <a16:creationId xmlns:a16="http://schemas.microsoft.com/office/drawing/2014/main" id="{888BC4D3-8E92-4B2D-605B-D65B7A44A4B0}"/>
                </a:ext>
              </a:extLst>
            </p:cNvPr>
            <p:cNvSpPr/>
            <p:nvPr/>
          </p:nvSpPr>
          <p:spPr>
            <a:xfrm>
              <a:off x="7500620" y="303910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0" y="0"/>
                  </a:lnTo>
                  <a:lnTo>
                    <a:pt x="0" y="48260"/>
                  </a:lnTo>
                  <a:lnTo>
                    <a:pt x="2540" y="48260"/>
                  </a:lnTo>
                  <a:lnTo>
                    <a:pt x="254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2AC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354">
              <a:extLst>
                <a:ext uri="{FF2B5EF4-FFF2-40B4-BE49-F238E27FC236}">
                  <a16:creationId xmlns:a16="http://schemas.microsoft.com/office/drawing/2014/main" id="{DD30CDAE-A794-A782-C46B-6A6B3845E4E0}"/>
                </a:ext>
              </a:extLst>
            </p:cNvPr>
            <p:cNvSpPr/>
            <p:nvPr/>
          </p:nvSpPr>
          <p:spPr>
            <a:xfrm>
              <a:off x="7504430" y="303910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EAC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355">
              <a:extLst>
                <a:ext uri="{FF2B5EF4-FFF2-40B4-BE49-F238E27FC236}">
                  <a16:creationId xmlns:a16="http://schemas.microsoft.com/office/drawing/2014/main" id="{E05FE482-A3B2-11FD-CC8C-81BBAE084E45}"/>
                </a:ext>
              </a:extLst>
            </p:cNvPr>
            <p:cNvSpPr/>
            <p:nvPr/>
          </p:nvSpPr>
          <p:spPr>
            <a:xfrm>
              <a:off x="7508240" y="3039109"/>
              <a:ext cx="2540" cy="46990"/>
            </a:xfrm>
            <a:custGeom>
              <a:avLst/>
              <a:gdLst/>
              <a:ahLst/>
              <a:cxnLst/>
              <a:rect l="l" t="t" r="r" b="b"/>
              <a:pathLst>
                <a:path w="2540" h="46989">
                  <a:moveTo>
                    <a:pt x="253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2539" y="4698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B9AC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356">
              <a:extLst>
                <a:ext uri="{FF2B5EF4-FFF2-40B4-BE49-F238E27FC236}">
                  <a16:creationId xmlns:a16="http://schemas.microsoft.com/office/drawing/2014/main" id="{3CDDE428-6678-8D2D-4EDE-DFBFA6F3F9E0}"/>
                </a:ext>
              </a:extLst>
            </p:cNvPr>
            <p:cNvSpPr/>
            <p:nvPr/>
          </p:nvSpPr>
          <p:spPr>
            <a:xfrm>
              <a:off x="7510780" y="304037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19">
                  <a:moveTo>
                    <a:pt x="3810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3810" y="457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5A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357">
              <a:extLst>
                <a:ext uri="{FF2B5EF4-FFF2-40B4-BE49-F238E27FC236}">
                  <a16:creationId xmlns:a16="http://schemas.microsoft.com/office/drawing/2014/main" id="{D23AF843-07DF-2B31-938B-E01BEE8655E4}"/>
                </a:ext>
              </a:extLst>
            </p:cNvPr>
            <p:cNvSpPr/>
            <p:nvPr/>
          </p:nvSpPr>
          <p:spPr>
            <a:xfrm>
              <a:off x="7514590" y="3040379"/>
              <a:ext cx="3810" cy="45720"/>
            </a:xfrm>
            <a:custGeom>
              <a:avLst/>
              <a:gdLst/>
              <a:ahLst/>
              <a:cxnLst/>
              <a:rect l="l" t="t" r="r" b="b"/>
              <a:pathLst>
                <a:path w="3809" h="45719">
                  <a:moveTo>
                    <a:pt x="1270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1270" y="45720"/>
                  </a:lnTo>
                  <a:lnTo>
                    <a:pt x="1270" y="44450"/>
                  </a:lnTo>
                  <a:lnTo>
                    <a:pt x="3809" y="4445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1AC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358">
              <a:extLst>
                <a:ext uri="{FF2B5EF4-FFF2-40B4-BE49-F238E27FC236}">
                  <a16:creationId xmlns:a16="http://schemas.microsoft.com/office/drawing/2014/main" id="{D8421C2F-462D-C8A4-17C7-96592FDECF3B}"/>
                </a:ext>
              </a:extLst>
            </p:cNvPr>
            <p:cNvSpPr/>
            <p:nvPr/>
          </p:nvSpPr>
          <p:spPr>
            <a:xfrm>
              <a:off x="7518400" y="304164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0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DAC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359">
              <a:extLst>
                <a:ext uri="{FF2B5EF4-FFF2-40B4-BE49-F238E27FC236}">
                  <a16:creationId xmlns:a16="http://schemas.microsoft.com/office/drawing/2014/main" id="{E8849B74-D55C-51CF-7560-1E7419812754}"/>
                </a:ext>
              </a:extLst>
            </p:cNvPr>
            <p:cNvSpPr/>
            <p:nvPr/>
          </p:nvSpPr>
          <p:spPr>
            <a:xfrm>
              <a:off x="7522210" y="304164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10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3810" y="4317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8AC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360">
              <a:extLst>
                <a:ext uri="{FF2B5EF4-FFF2-40B4-BE49-F238E27FC236}">
                  <a16:creationId xmlns:a16="http://schemas.microsoft.com/office/drawing/2014/main" id="{594F0092-BA95-EB12-E1D6-4E732CC3A48C}"/>
                </a:ext>
              </a:extLst>
            </p:cNvPr>
            <p:cNvSpPr/>
            <p:nvPr/>
          </p:nvSpPr>
          <p:spPr>
            <a:xfrm>
              <a:off x="7526020" y="304164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126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A4AC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361">
              <a:extLst>
                <a:ext uri="{FF2B5EF4-FFF2-40B4-BE49-F238E27FC236}">
                  <a16:creationId xmlns:a16="http://schemas.microsoft.com/office/drawing/2014/main" id="{B2DE1585-2259-B4F7-D3ED-79BF7BBDB8B7}"/>
                </a:ext>
              </a:extLst>
            </p:cNvPr>
            <p:cNvSpPr/>
            <p:nvPr/>
          </p:nvSpPr>
          <p:spPr>
            <a:xfrm>
              <a:off x="7529830" y="304291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2540" y="0"/>
                  </a:moveTo>
                  <a:lnTo>
                    <a:pt x="0" y="0"/>
                  </a:lnTo>
                  <a:lnTo>
                    <a:pt x="0" y="41909"/>
                  </a:lnTo>
                  <a:lnTo>
                    <a:pt x="2540" y="41909"/>
                  </a:lnTo>
                  <a:lnTo>
                    <a:pt x="2540" y="40639"/>
                  </a:lnTo>
                  <a:lnTo>
                    <a:pt x="3810" y="4063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0AB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362">
              <a:extLst>
                <a:ext uri="{FF2B5EF4-FFF2-40B4-BE49-F238E27FC236}">
                  <a16:creationId xmlns:a16="http://schemas.microsoft.com/office/drawing/2014/main" id="{CFFAB83F-9BCB-C14D-40D9-AAAA957EB256}"/>
                </a:ext>
              </a:extLst>
            </p:cNvPr>
            <p:cNvSpPr/>
            <p:nvPr/>
          </p:nvSpPr>
          <p:spPr>
            <a:xfrm>
              <a:off x="7533640" y="304418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69">
                  <a:moveTo>
                    <a:pt x="38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1269" y="39370"/>
                  </a:lnTo>
                  <a:lnTo>
                    <a:pt x="1269" y="38100"/>
                  </a:lnTo>
                  <a:lnTo>
                    <a:pt x="3809" y="381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CA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363">
              <a:extLst>
                <a:ext uri="{FF2B5EF4-FFF2-40B4-BE49-F238E27FC236}">
                  <a16:creationId xmlns:a16="http://schemas.microsoft.com/office/drawing/2014/main" id="{4EC22178-B09E-24D2-742B-4C0E7964E1B6}"/>
                </a:ext>
              </a:extLst>
            </p:cNvPr>
            <p:cNvSpPr/>
            <p:nvPr/>
          </p:nvSpPr>
          <p:spPr>
            <a:xfrm>
              <a:off x="7537450" y="3044189"/>
              <a:ext cx="2540" cy="38100"/>
            </a:xfrm>
            <a:custGeom>
              <a:avLst/>
              <a:gdLst/>
              <a:ahLst/>
              <a:cxnLst/>
              <a:rect l="l" t="t" r="r" b="b"/>
              <a:pathLst>
                <a:path w="2540" h="38100">
                  <a:moveTo>
                    <a:pt x="254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7AB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364">
              <a:extLst>
                <a:ext uri="{FF2B5EF4-FFF2-40B4-BE49-F238E27FC236}">
                  <a16:creationId xmlns:a16="http://schemas.microsoft.com/office/drawing/2014/main" id="{CAF627C4-7DC5-DC43-9AFD-A96E228593EC}"/>
                </a:ext>
              </a:extLst>
            </p:cNvPr>
            <p:cNvSpPr/>
            <p:nvPr/>
          </p:nvSpPr>
          <p:spPr>
            <a:xfrm>
              <a:off x="7539990" y="304418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30">
                  <a:moveTo>
                    <a:pt x="3809" y="0"/>
                  </a:moveTo>
                  <a:lnTo>
                    <a:pt x="0" y="0"/>
                  </a:lnTo>
                  <a:lnTo>
                    <a:pt x="0" y="36830"/>
                  </a:lnTo>
                  <a:lnTo>
                    <a:pt x="3809" y="3683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3AB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365">
              <a:extLst>
                <a:ext uri="{FF2B5EF4-FFF2-40B4-BE49-F238E27FC236}">
                  <a16:creationId xmlns:a16="http://schemas.microsoft.com/office/drawing/2014/main" id="{DFA53C69-0062-C4C3-FF7F-FD8B24CA56E7}"/>
                </a:ext>
              </a:extLst>
            </p:cNvPr>
            <p:cNvSpPr/>
            <p:nvPr/>
          </p:nvSpPr>
          <p:spPr>
            <a:xfrm>
              <a:off x="7543800" y="3045459"/>
              <a:ext cx="3810" cy="35560"/>
            </a:xfrm>
            <a:custGeom>
              <a:avLst/>
              <a:gdLst/>
              <a:ahLst/>
              <a:cxnLst/>
              <a:rect l="l" t="t" r="r" b="b"/>
              <a:pathLst>
                <a:path w="3809" h="35560">
                  <a:moveTo>
                    <a:pt x="3809" y="0"/>
                  </a:moveTo>
                  <a:lnTo>
                    <a:pt x="0" y="0"/>
                  </a:lnTo>
                  <a:lnTo>
                    <a:pt x="0" y="35560"/>
                  </a:lnTo>
                  <a:lnTo>
                    <a:pt x="3809" y="3556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FA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366">
              <a:extLst>
                <a:ext uri="{FF2B5EF4-FFF2-40B4-BE49-F238E27FC236}">
                  <a16:creationId xmlns:a16="http://schemas.microsoft.com/office/drawing/2014/main" id="{C49C13B7-3977-3514-F530-CA95570CE702}"/>
                </a:ext>
              </a:extLst>
            </p:cNvPr>
            <p:cNvSpPr/>
            <p:nvPr/>
          </p:nvSpPr>
          <p:spPr>
            <a:xfrm>
              <a:off x="7547610" y="304672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381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3810" y="330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BA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367">
              <a:extLst>
                <a:ext uri="{FF2B5EF4-FFF2-40B4-BE49-F238E27FC236}">
                  <a16:creationId xmlns:a16="http://schemas.microsoft.com/office/drawing/2014/main" id="{7E839A62-9631-87A9-A04D-6246CBC0E744}"/>
                </a:ext>
              </a:extLst>
            </p:cNvPr>
            <p:cNvSpPr/>
            <p:nvPr/>
          </p:nvSpPr>
          <p:spPr>
            <a:xfrm>
              <a:off x="7551420" y="304672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254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2540" y="33020"/>
                  </a:lnTo>
                  <a:lnTo>
                    <a:pt x="2540" y="31750"/>
                  </a:lnTo>
                  <a:lnTo>
                    <a:pt x="3809" y="3175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6A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368">
              <a:extLst>
                <a:ext uri="{FF2B5EF4-FFF2-40B4-BE49-F238E27FC236}">
                  <a16:creationId xmlns:a16="http://schemas.microsoft.com/office/drawing/2014/main" id="{64C6EF4E-A4C0-8512-30EF-C8195DA62A83}"/>
                </a:ext>
              </a:extLst>
            </p:cNvPr>
            <p:cNvSpPr/>
            <p:nvPr/>
          </p:nvSpPr>
          <p:spPr>
            <a:xfrm>
              <a:off x="7555230" y="3047999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09" h="30480">
                  <a:moveTo>
                    <a:pt x="254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1270" y="30479"/>
                  </a:lnTo>
                  <a:lnTo>
                    <a:pt x="1270" y="29210"/>
                  </a:lnTo>
                  <a:lnTo>
                    <a:pt x="3810" y="2921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2A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369">
              <a:extLst>
                <a:ext uri="{FF2B5EF4-FFF2-40B4-BE49-F238E27FC236}">
                  <a16:creationId xmlns:a16="http://schemas.microsoft.com/office/drawing/2014/main" id="{61142C70-1C2E-C250-8E87-FD9A865E1EEA}"/>
                </a:ext>
              </a:extLst>
            </p:cNvPr>
            <p:cNvSpPr/>
            <p:nvPr/>
          </p:nvSpPr>
          <p:spPr>
            <a:xfrm>
              <a:off x="7559040" y="3049269"/>
              <a:ext cx="2540" cy="27940"/>
            </a:xfrm>
            <a:custGeom>
              <a:avLst/>
              <a:gdLst/>
              <a:ahLst/>
              <a:cxnLst/>
              <a:rect l="l" t="t" r="r" b="b"/>
              <a:pathLst>
                <a:path w="2540" h="27939">
                  <a:moveTo>
                    <a:pt x="1269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269" y="27939"/>
                  </a:lnTo>
                  <a:lnTo>
                    <a:pt x="1269" y="26669"/>
                  </a:lnTo>
                  <a:lnTo>
                    <a:pt x="2539" y="2666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7EA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370">
              <a:extLst>
                <a:ext uri="{FF2B5EF4-FFF2-40B4-BE49-F238E27FC236}">
                  <a16:creationId xmlns:a16="http://schemas.microsoft.com/office/drawing/2014/main" id="{AF8FBEA3-F957-4E41-8CFB-ED73BBACF0FD}"/>
                </a:ext>
              </a:extLst>
            </p:cNvPr>
            <p:cNvSpPr/>
            <p:nvPr/>
          </p:nvSpPr>
          <p:spPr>
            <a:xfrm>
              <a:off x="7561580" y="305053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254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lnTo>
                    <a:pt x="3810" y="2413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AAB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371">
              <a:extLst>
                <a:ext uri="{FF2B5EF4-FFF2-40B4-BE49-F238E27FC236}">
                  <a16:creationId xmlns:a16="http://schemas.microsoft.com/office/drawing/2014/main" id="{898AE92F-F02C-1E8B-3037-F8392491EDCB}"/>
                </a:ext>
              </a:extLst>
            </p:cNvPr>
            <p:cNvSpPr/>
            <p:nvPr/>
          </p:nvSpPr>
          <p:spPr>
            <a:xfrm>
              <a:off x="7565390" y="3051809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09" h="21589">
                  <a:moveTo>
                    <a:pt x="2539" y="0"/>
                  </a:moveTo>
                  <a:lnTo>
                    <a:pt x="0" y="0"/>
                  </a:lnTo>
                  <a:lnTo>
                    <a:pt x="0" y="21589"/>
                  </a:lnTo>
                  <a:lnTo>
                    <a:pt x="3809" y="21589"/>
                  </a:lnTo>
                  <a:lnTo>
                    <a:pt x="380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75A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372">
              <a:extLst>
                <a:ext uri="{FF2B5EF4-FFF2-40B4-BE49-F238E27FC236}">
                  <a16:creationId xmlns:a16="http://schemas.microsoft.com/office/drawing/2014/main" id="{871E5AC9-579C-5F65-5D7A-E0BC8B61C633}"/>
                </a:ext>
              </a:extLst>
            </p:cNvPr>
            <p:cNvSpPr/>
            <p:nvPr/>
          </p:nvSpPr>
          <p:spPr>
            <a:xfrm>
              <a:off x="7569200" y="3054349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09" h="17780">
                  <a:moveTo>
                    <a:pt x="1270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1270" y="17779"/>
                  </a:lnTo>
                  <a:lnTo>
                    <a:pt x="1270" y="16510"/>
                  </a:lnTo>
                  <a:lnTo>
                    <a:pt x="2539" y="16510"/>
                  </a:lnTo>
                  <a:lnTo>
                    <a:pt x="2539" y="15239"/>
                  </a:lnTo>
                  <a:lnTo>
                    <a:pt x="3809" y="1523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71A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373">
              <a:extLst>
                <a:ext uri="{FF2B5EF4-FFF2-40B4-BE49-F238E27FC236}">
                  <a16:creationId xmlns:a16="http://schemas.microsoft.com/office/drawing/2014/main" id="{13D3DFC9-57A9-2B7C-0953-A5F8CB0F925B}"/>
                </a:ext>
              </a:extLst>
            </p:cNvPr>
            <p:cNvSpPr/>
            <p:nvPr/>
          </p:nvSpPr>
          <p:spPr>
            <a:xfrm>
              <a:off x="7573010" y="3058159"/>
              <a:ext cx="3810" cy="10160"/>
            </a:xfrm>
            <a:custGeom>
              <a:avLst/>
              <a:gdLst/>
              <a:ahLst/>
              <a:cxnLst/>
              <a:rect l="l" t="t" r="r" b="b"/>
              <a:pathLst>
                <a:path w="3809" h="10160">
                  <a:moveTo>
                    <a:pt x="127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1270" y="10160"/>
                  </a:lnTo>
                  <a:lnTo>
                    <a:pt x="1270" y="8889"/>
                  </a:lnTo>
                  <a:lnTo>
                    <a:pt x="2540" y="8889"/>
                  </a:lnTo>
                  <a:lnTo>
                    <a:pt x="2540" y="7619"/>
                  </a:lnTo>
                  <a:lnTo>
                    <a:pt x="3810" y="761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6D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374">
              <a:extLst>
                <a:ext uri="{FF2B5EF4-FFF2-40B4-BE49-F238E27FC236}">
                  <a16:creationId xmlns:a16="http://schemas.microsoft.com/office/drawing/2014/main" id="{B4023CB3-7CAE-B801-02C6-FA1262AE1928}"/>
                </a:ext>
              </a:extLst>
            </p:cNvPr>
            <p:cNvSpPr/>
            <p:nvPr/>
          </p:nvSpPr>
          <p:spPr>
            <a:xfrm>
              <a:off x="7246620" y="3188969"/>
              <a:ext cx="2540" cy="158750"/>
            </a:xfrm>
            <a:custGeom>
              <a:avLst/>
              <a:gdLst/>
              <a:ahLst/>
              <a:cxnLst/>
              <a:rect l="l" t="t" r="r" b="b"/>
              <a:pathLst>
                <a:path w="2540" h="15875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57480"/>
                  </a:lnTo>
                  <a:lnTo>
                    <a:pt x="1270" y="157480"/>
                  </a:lnTo>
                  <a:lnTo>
                    <a:pt x="1270" y="158750"/>
                  </a:lnTo>
                  <a:lnTo>
                    <a:pt x="2540" y="158750"/>
                  </a:lnTo>
                  <a:lnTo>
                    <a:pt x="2540" y="15748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375">
              <a:extLst>
                <a:ext uri="{FF2B5EF4-FFF2-40B4-BE49-F238E27FC236}">
                  <a16:creationId xmlns:a16="http://schemas.microsoft.com/office/drawing/2014/main" id="{6B7D675B-D57C-FE7D-9BB3-82BDADAA1F9B}"/>
                </a:ext>
              </a:extLst>
            </p:cNvPr>
            <p:cNvSpPr/>
            <p:nvPr/>
          </p:nvSpPr>
          <p:spPr>
            <a:xfrm>
              <a:off x="7249160" y="3186429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09" h="16510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63830"/>
                  </a:lnTo>
                  <a:lnTo>
                    <a:pt x="2540" y="163830"/>
                  </a:lnTo>
                  <a:lnTo>
                    <a:pt x="2540" y="165100"/>
                  </a:lnTo>
                  <a:lnTo>
                    <a:pt x="3810" y="165100"/>
                  </a:lnTo>
                  <a:lnTo>
                    <a:pt x="3810" y="16383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A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376">
              <a:extLst>
                <a:ext uri="{FF2B5EF4-FFF2-40B4-BE49-F238E27FC236}">
                  <a16:creationId xmlns:a16="http://schemas.microsoft.com/office/drawing/2014/main" id="{95687259-9DB7-7051-E743-922173CF3A68}"/>
                </a:ext>
              </a:extLst>
            </p:cNvPr>
            <p:cNvSpPr/>
            <p:nvPr/>
          </p:nvSpPr>
          <p:spPr>
            <a:xfrm>
              <a:off x="7252970" y="3183889"/>
              <a:ext cx="3810" cy="170180"/>
            </a:xfrm>
            <a:custGeom>
              <a:avLst/>
              <a:gdLst/>
              <a:ahLst/>
              <a:cxnLst/>
              <a:rect l="l" t="t" r="r" b="b"/>
              <a:pathLst>
                <a:path w="3809" h="17017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67640"/>
                  </a:lnTo>
                  <a:lnTo>
                    <a:pt x="1270" y="167640"/>
                  </a:lnTo>
                  <a:lnTo>
                    <a:pt x="1270" y="168910"/>
                  </a:lnTo>
                  <a:lnTo>
                    <a:pt x="2540" y="168910"/>
                  </a:lnTo>
                  <a:lnTo>
                    <a:pt x="2540" y="170180"/>
                  </a:lnTo>
                  <a:lnTo>
                    <a:pt x="3810" y="170180"/>
                  </a:lnTo>
                  <a:lnTo>
                    <a:pt x="3810" y="168910"/>
                  </a:lnTo>
                  <a:lnTo>
                    <a:pt x="3810" y="1676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E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377">
              <a:extLst>
                <a:ext uri="{FF2B5EF4-FFF2-40B4-BE49-F238E27FC236}">
                  <a16:creationId xmlns:a16="http://schemas.microsoft.com/office/drawing/2014/main" id="{9903D9BE-C5F0-666F-4FD1-778D916C741C}"/>
                </a:ext>
              </a:extLst>
            </p:cNvPr>
            <p:cNvSpPr/>
            <p:nvPr/>
          </p:nvSpPr>
          <p:spPr>
            <a:xfrm>
              <a:off x="7256780" y="3181349"/>
              <a:ext cx="2540" cy="173990"/>
            </a:xfrm>
            <a:custGeom>
              <a:avLst/>
              <a:gdLst/>
              <a:ahLst/>
              <a:cxnLst/>
              <a:rect l="l" t="t" r="r" b="b"/>
              <a:pathLst>
                <a:path w="2540" h="17398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72720"/>
                  </a:lnTo>
                  <a:lnTo>
                    <a:pt x="1270" y="172720"/>
                  </a:lnTo>
                  <a:lnTo>
                    <a:pt x="1270" y="173990"/>
                  </a:lnTo>
                  <a:lnTo>
                    <a:pt x="2540" y="173990"/>
                  </a:lnTo>
                  <a:lnTo>
                    <a:pt x="2540" y="17272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2A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378">
              <a:extLst>
                <a:ext uri="{FF2B5EF4-FFF2-40B4-BE49-F238E27FC236}">
                  <a16:creationId xmlns:a16="http://schemas.microsoft.com/office/drawing/2014/main" id="{2BA3B653-885D-6E55-7B30-1E6D7A5D210B}"/>
                </a:ext>
              </a:extLst>
            </p:cNvPr>
            <p:cNvSpPr/>
            <p:nvPr/>
          </p:nvSpPr>
          <p:spPr>
            <a:xfrm>
              <a:off x="7259320" y="3180079"/>
              <a:ext cx="3810" cy="175260"/>
            </a:xfrm>
            <a:custGeom>
              <a:avLst/>
              <a:gdLst/>
              <a:ahLst/>
              <a:cxnLst/>
              <a:rect l="l" t="t" r="r" b="b"/>
              <a:pathLst>
                <a:path w="3809" h="1752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6A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379">
              <a:extLst>
                <a:ext uri="{FF2B5EF4-FFF2-40B4-BE49-F238E27FC236}">
                  <a16:creationId xmlns:a16="http://schemas.microsoft.com/office/drawing/2014/main" id="{20C2D11F-C724-FC99-3A18-EFD0DB1540E4}"/>
                </a:ext>
              </a:extLst>
            </p:cNvPr>
            <p:cNvSpPr/>
            <p:nvPr/>
          </p:nvSpPr>
          <p:spPr>
            <a:xfrm>
              <a:off x="7263130" y="3178809"/>
              <a:ext cx="3810" cy="179070"/>
            </a:xfrm>
            <a:custGeom>
              <a:avLst/>
              <a:gdLst/>
              <a:ahLst/>
              <a:cxnLst/>
              <a:rect l="l" t="t" r="r" b="b"/>
              <a:pathLst>
                <a:path w="3809" h="179070">
                  <a:moveTo>
                    <a:pt x="3810" y="0"/>
                  </a:moveTo>
                  <a:lnTo>
                    <a:pt x="0" y="0"/>
                  </a:lnTo>
                  <a:lnTo>
                    <a:pt x="0" y="177800"/>
                  </a:lnTo>
                  <a:lnTo>
                    <a:pt x="2540" y="177800"/>
                  </a:lnTo>
                  <a:lnTo>
                    <a:pt x="2540" y="179070"/>
                  </a:lnTo>
                  <a:lnTo>
                    <a:pt x="3810" y="179070"/>
                  </a:lnTo>
                  <a:lnTo>
                    <a:pt x="3810" y="177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BAA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380">
              <a:extLst>
                <a:ext uri="{FF2B5EF4-FFF2-40B4-BE49-F238E27FC236}">
                  <a16:creationId xmlns:a16="http://schemas.microsoft.com/office/drawing/2014/main" id="{4988D7B8-D60A-1BC5-F917-7EA7AC0F6041}"/>
                </a:ext>
              </a:extLst>
            </p:cNvPr>
            <p:cNvSpPr/>
            <p:nvPr/>
          </p:nvSpPr>
          <p:spPr>
            <a:xfrm>
              <a:off x="7266940" y="3177539"/>
              <a:ext cx="3810" cy="181610"/>
            </a:xfrm>
            <a:custGeom>
              <a:avLst/>
              <a:gdLst/>
              <a:ahLst/>
              <a:cxnLst/>
              <a:rect l="l" t="t" r="r" b="b"/>
              <a:pathLst>
                <a:path w="3809" h="18161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80340"/>
                  </a:lnTo>
                  <a:lnTo>
                    <a:pt x="2540" y="180340"/>
                  </a:lnTo>
                  <a:lnTo>
                    <a:pt x="2540" y="181610"/>
                  </a:lnTo>
                  <a:lnTo>
                    <a:pt x="3810" y="181610"/>
                  </a:lnTo>
                  <a:lnTo>
                    <a:pt x="3810" y="1803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FA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381">
              <a:extLst>
                <a:ext uri="{FF2B5EF4-FFF2-40B4-BE49-F238E27FC236}">
                  <a16:creationId xmlns:a16="http://schemas.microsoft.com/office/drawing/2014/main" id="{CD5C2281-BD46-A4BF-CD24-DC2B0772E0F4}"/>
                </a:ext>
              </a:extLst>
            </p:cNvPr>
            <p:cNvSpPr/>
            <p:nvPr/>
          </p:nvSpPr>
          <p:spPr>
            <a:xfrm>
              <a:off x="7270750" y="3176269"/>
              <a:ext cx="3810" cy="182880"/>
            </a:xfrm>
            <a:custGeom>
              <a:avLst/>
              <a:gdLst/>
              <a:ahLst/>
              <a:cxnLst/>
              <a:rect l="l" t="t" r="r" b="b"/>
              <a:pathLst>
                <a:path w="3809" h="18287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82880"/>
                  </a:lnTo>
                  <a:lnTo>
                    <a:pt x="3810" y="1828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3A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382">
              <a:extLst>
                <a:ext uri="{FF2B5EF4-FFF2-40B4-BE49-F238E27FC236}">
                  <a16:creationId xmlns:a16="http://schemas.microsoft.com/office/drawing/2014/main" id="{C6F1E97B-EA80-A3B4-2122-3965E93185BC}"/>
                </a:ext>
              </a:extLst>
            </p:cNvPr>
            <p:cNvSpPr/>
            <p:nvPr/>
          </p:nvSpPr>
          <p:spPr>
            <a:xfrm>
              <a:off x="7274560" y="317499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2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84150"/>
                  </a:lnTo>
                  <a:lnTo>
                    <a:pt x="1270" y="184150"/>
                  </a:lnTo>
                  <a:lnTo>
                    <a:pt x="1270" y="185420"/>
                  </a:lnTo>
                  <a:lnTo>
                    <a:pt x="3810" y="185420"/>
                  </a:lnTo>
                  <a:lnTo>
                    <a:pt x="3810" y="18415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A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383">
              <a:extLst>
                <a:ext uri="{FF2B5EF4-FFF2-40B4-BE49-F238E27FC236}">
                  <a16:creationId xmlns:a16="http://schemas.microsoft.com/office/drawing/2014/main" id="{E39F3627-9043-8E41-2AD7-118EF5295A47}"/>
                </a:ext>
              </a:extLst>
            </p:cNvPr>
            <p:cNvSpPr/>
            <p:nvPr/>
          </p:nvSpPr>
          <p:spPr>
            <a:xfrm>
              <a:off x="7278370" y="3174999"/>
              <a:ext cx="2540" cy="186690"/>
            </a:xfrm>
            <a:custGeom>
              <a:avLst/>
              <a:gdLst/>
              <a:ahLst/>
              <a:cxnLst/>
              <a:rect l="l" t="t" r="r" b="b"/>
              <a:pathLst>
                <a:path w="2540" h="186689">
                  <a:moveTo>
                    <a:pt x="2539" y="0"/>
                  </a:moveTo>
                  <a:lnTo>
                    <a:pt x="0" y="0"/>
                  </a:lnTo>
                  <a:lnTo>
                    <a:pt x="0" y="186689"/>
                  </a:lnTo>
                  <a:lnTo>
                    <a:pt x="2539" y="18668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8CA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384">
              <a:extLst>
                <a:ext uri="{FF2B5EF4-FFF2-40B4-BE49-F238E27FC236}">
                  <a16:creationId xmlns:a16="http://schemas.microsoft.com/office/drawing/2014/main" id="{E6008DB9-B87B-00FA-3D4C-233C2C194028}"/>
                </a:ext>
              </a:extLst>
            </p:cNvPr>
            <p:cNvSpPr/>
            <p:nvPr/>
          </p:nvSpPr>
          <p:spPr>
            <a:xfrm>
              <a:off x="7280910" y="3174999"/>
              <a:ext cx="3810" cy="187960"/>
            </a:xfrm>
            <a:custGeom>
              <a:avLst/>
              <a:gdLst/>
              <a:ahLst/>
              <a:cxnLst/>
              <a:rect l="l" t="t" r="r" b="b"/>
              <a:pathLst>
                <a:path w="3809" h="187960">
                  <a:moveTo>
                    <a:pt x="3810" y="0"/>
                  </a:moveTo>
                  <a:lnTo>
                    <a:pt x="0" y="0"/>
                  </a:lnTo>
                  <a:lnTo>
                    <a:pt x="0" y="186690"/>
                  </a:lnTo>
                  <a:lnTo>
                    <a:pt x="2540" y="186690"/>
                  </a:lnTo>
                  <a:lnTo>
                    <a:pt x="2540" y="187960"/>
                  </a:lnTo>
                  <a:lnTo>
                    <a:pt x="3810" y="187960"/>
                  </a:lnTo>
                  <a:lnTo>
                    <a:pt x="3810" y="18669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0A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385">
              <a:extLst>
                <a:ext uri="{FF2B5EF4-FFF2-40B4-BE49-F238E27FC236}">
                  <a16:creationId xmlns:a16="http://schemas.microsoft.com/office/drawing/2014/main" id="{F5D0FAE2-DD48-F191-491D-C92901394E29}"/>
                </a:ext>
              </a:extLst>
            </p:cNvPr>
            <p:cNvSpPr/>
            <p:nvPr/>
          </p:nvSpPr>
          <p:spPr>
            <a:xfrm>
              <a:off x="7284720" y="3173729"/>
              <a:ext cx="3810" cy="189230"/>
            </a:xfrm>
            <a:custGeom>
              <a:avLst/>
              <a:gdLst/>
              <a:ahLst/>
              <a:cxnLst/>
              <a:rect l="l" t="t" r="r" b="b"/>
              <a:pathLst>
                <a:path w="3809" h="18922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89230"/>
                  </a:lnTo>
                  <a:lnTo>
                    <a:pt x="3810" y="18923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A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386">
              <a:extLst>
                <a:ext uri="{FF2B5EF4-FFF2-40B4-BE49-F238E27FC236}">
                  <a16:creationId xmlns:a16="http://schemas.microsoft.com/office/drawing/2014/main" id="{6BFC42D8-B13C-9ED5-7535-EF6770D026FF}"/>
                </a:ext>
              </a:extLst>
            </p:cNvPr>
            <p:cNvSpPr/>
            <p:nvPr/>
          </p:nvSpPr>
          <p:spPr>
            <a:xfrm>
              <a:off x="7288530" y="3172459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0500"/>
                  </a:lnTo>
                  <a:lnTo>
                    <a:pt x="1270" y="190500"/>
                  </a:lnTo>
                  <a:lnTo>
                    <a:pt x="1270" y="191770"/>
                  </a:lnTo>
                  <a:lnTo>
                    <a:pt x="3810" y="191770"/>
                  </a:lnTo>
                  <a:lnTo>
                    <a:pt x="3810" y="19050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8AA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387">
              <a:extLst>
                <a:ext uri="{FF2B5EF4-FFF2-40B4-BE49-F238E27FC236}">
                  <a16:creationId xmlns:a16="http://schemas.microsoft.com/office/drawing/2014/main" id="{1434138C-33EA-6507-D402-B1BA989DF81C}"/>
                </a:ext>
              </a:extLst>
            </p:cNvPr>
            <p:cNvSpPr/>
            <p:nvPr/>
          </p:nvSpPr>
          <p:spPr>
            <a:xfrm>
              <a:off x="7292340" y="3172459"/>
              <a:ext cx="3810" cy="193040"/>
            </a:xfrm>
            <a:custGeom>
              <a:avLst/>
              <a:gdLst/>
              <a:ahLst/>
              <a:cxnLst/>
              <a:rect l="l" t="t" r="r" b="b"/>
              <a:pathLst>
                <a:path w="3809" h="193039">
                  <a:moveTo>
                    <a:pt x="3810" y="0"/>
                  </a:moveTo>
                  <a:lnTo>
                    <a:pt x="0" y="0"/>
                  </a:lnTo>
                  <a:lnTo>
                    <a:pt x="0" y="191770"/>
                  </a:lnTo>
                  <a:lnTo>
                    <a:pt x="2540" y="191770"/>
                  </a:lnTo>
                  <a:lnTo>
                    <a:pt x="2540" y="193040"/>
                  </a:lnTo>
                  <a:lnTo>
                    <a:pt x="3810" y="193040"/>
                  </a:lnTo>
                  <a:lnTo>
                    <a:pt x="3810" y="1917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DAA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388">
              <a:extLst>
                <a:ext uri="{FF2B5EF4-FFF2-40B4-BE49-F238E27FC236}">
                  <a16:creationId xmlns:a16="http://schemas.microsoft.com/office/drawing/2014/main" id="{9697400D-2B60-2E35-5C72-02A8F7A8938A}"/>
                </a:ext>
              </a:extLst>
            </p:cNvPr>
            <p:cNvSpPr/>
            <p:nvPr/>
          </p:nvSpPr>
          <p:spPr>
            <a:xfrm>
              <a:off x="7296150" y="3172459"/>
              <a:ext cx="3810" cy="193040"/>
            </a:xfrm>
            <a:custGeom>
              <a:avLst/>
              <a:gdLst/>
              <a:ahLst/>
              <a:cxnLst/>
              <a:rect l="l" t="t" r="r" b="b"/>
              <a:pathLst>
                <a:path w="3809" h="193039">
                  <a:moveTo>
                    <a:pt x="3809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3809" y="19303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1AA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389">
              <a:extLst>
                <a:ext uri="{FF2B5EF4-FFF2-40B4-BE49-F238E27FC236}">
                  <a16:creationId xmlns:a16="http://schemas.microsoft.com/office/drawing/2014/main" id="{905C0130-7A87-275B-DEA8-F24C6CE0E168}"/>
                </a:ext>
              </a:extLst>
            </p:cNvPr>
            <p:cNvSpPr/>
            <p:nvPr/>
          </p:nvSpPr>
          <p:spPr>
            <a:xfrm>
              <a:off x="7299960" y="317118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4310"/>
                  </a:lnTo>
                  <a:lnTo>
                    <a:pt x="3810" y="19431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5A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390">
              <a:extLst>
                <a:ext uri="{FF2B5EF4-FFF2-40B4-BE49-F238E27FC236}">
                  <a16:creationId xmlns:a16="http://schemas.microsoft.com/office/drawing/2014/main" id="{E63AFAA9-151A-9D9E-B97A-74C0F2363FB8}"/>
                </a:ext>
              </a:extLst>
            </p:cNvPr>
            <p:cNvSpPr/>
            <p:nvPr/>
          </p:nvSpPr>
          <p:spPr>
            <a:xfrm>
              <a:off x="7303770" y="3171189"/>
              <a:ext cx="2540" cy="194310"/>
            </a:xfrm>
            <a:custGeom>
              <a:avLst/>
              <a:gdLst/>
              <a:ahLst/>
              <a:cxnLst/>
              <a:rect l="l" t="t" r="r" b="b"/>
              <a:pathLst>
                <a:path w="2540" h="194310">
                  <a:moveTo>
                    <a:pt x="2539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2539" y="19431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A9A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391">
              <a:extLst>
                <a:ext uri="{FF2B5EF4-FFF2-40B4-BE49-F238E27FC236}">
                  <a16:creationId xmlns:a16="http://schemas.microsoft.com/office/drawing/2014/main" id="{D4FB2B8A-E6CB-7635-C230-75B45F5D866D}"/>
                </a:ext>
              </a:extLst>
            </p:cNvPr>
            <p:cNvSpPr/>
            <p:nvPr/>
          </p:nvSpPr>
          <p:spPr>
            <a:xfrm>
              <a:off x="730631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AB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392">
              <a:extLst>
                <a:ext uri="{FF2B5EF4-FFF2-40B4-BE49-F238E27FC236}">
                  <a16:creationId xmlns:a16="http://schemas.microsoft.com/office/drawing/2014/main" id="{D21B96FC-E0C9-9330-E3BB-939D07689352}"/>
                </a:ext>
              </a:extLst>
            </p:cNvPr>
            <p:cNvSpPr/>
            <p:nvPr/>
          </p:nvSpPr>
          <p:spPr>
            <a:xfrm>
              <a:off x="731012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09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09" y="1968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2AB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393">
              <a:extLst>
                <a:ext uri="{FF2B5EF4-FFF2-40B4-BE49-F238E27FC236}">
                  <a16:creationId xmlns:a16="http://schemas.microsoft.com/office/drawing/2014/main" id="{20AEF790-0849-B065-88A6-C7613475CC95}"/>
                </a:ext>
              </a:extLst>
            </p:cNvPr>
            <p:cNvSpPr/>
            <p:nvPr/>
          </p:nvSpPr>
          <p:spPr>
            <a:xfrm>
              <a:off x="731393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A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394">
              <a:extLst>
                <a:ext uri="{FF2B5EF4-FFF2-40B4-BE49-F238E27FC236}">
                  <a16:creationId xmlns:a16="http://schemas.microsoft.com/office/drawing/2014/main" id="{72929FD6-461C-7196-88E7-8A9BF826ECD5}"/>
                </a:ext>
              </a:extLst>
            </p:cNvPr>
            <p:cNvSpPr/>
            <p:nvPr/>
          </p:nvSpPr>
          <p:spPr>
            <a:xfrm>
              <a:off x="731774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09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09" y="1968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AAB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395">
              <a:extLst>
                <a:ext uri="{FF2B5EF4-FFF2-40B4-BE49-F238E27FC236}">
                  <a16:creationId xmlns:a16="http://schemas.microsoft.com/office/drawing/2014/main" id="{E477E2A2-5978-E0E9-3CD1-B2E9182B6444}"/>
                </a:ext>
              </a:extLst>
            </p:cNvPr>
            <p:cNvSpPr/>
            <p:nvPr/>
          </p:nvSpPr>
          <p:spPr>
            <a:xfrm>
              <a:off x="732155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09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09" y="1968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FAB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396">
              <a:extLst>
                <a:ext uri="{FF2B5EF4-FFF2-40B4-BE49-F238E27FC236}">
                  <a16:creationId xmlns:a16="http://schemas.microsoft.com/office/drawing/2014/main" id="{629AD48D-BF66-4C72-C270-508C1F8FCE55}"/>
                </a:ext>
              </a:extLst>
            </p:cNvPr>
            <p:cNvSpPr/>
            <p:nvPr/>
          </p:nvSpPr>
          <p:spPr>
            <a:xfrm>
              <a:off x="732536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10" y="1993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3AB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397">
              <a:extLst>
                <a:ext uri="{FF2B5EF4-FFF2-40B4-BE49-F238E27FC236}">
                  <a16:creationId xmlns:a16="http://schemas.microsoft.com/office/drawing/2014/main" id="{64450872-DE8C-DFC1-1EAF-5A2F45A2A065}"/>
                </a:ext>
              </a:extLst>
            </p:cNvPr>
            <p:cNvSpPr/>
            <p:nvPr/>
          </p:nvSpPr>
          <p:spPr>
            <a:xfrm>
              <a:off x="732917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09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09" y="1993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7A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398">
              <a:extLst>
                <a:ext uri="{FF2B5EF4-FFF2-40B4-BE49-F238E27FC236}">
                  <a16:creationId xmlns:a16="http://schemas.microsoft.com/office/drawing/2014/main" id="{85A98362-CD18-6307-8985-56BDAA06BD92}"/>
                </a:ext>
              </a:extLst>
            </p:cNvPr>
            <p:cNvSpPr/>
            <p:nvPr/>
          </p:nvSpPr>
          <p:spPr>
            <a:xfrm>
              <a:off x="7332980" y="3168649"/>
              <a:ext cx="2540" cy="199390"/>
            </a:xfrm>
            <a:custGeom>
              <a:avLst/>
              <a:gdLst/>
              <a:ahLst/>
              <a:cxnLst/>
              <a:rect l="l" t="t" r="r" b="b"/>
              <a:pathLst>
                <a:path w="2540" h="199389">
                  <a:moveTo>
                    <a:pt x="2540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2540" y="19938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CAB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399">
              <a:extLst>
                <a:ext uri="{FF2B5EF4-FFF2-40B4-BE49-F238E27FC236}">
                  <a16:creationId xmlns:a16="http://schemas.microsoft.com/office/drawing/2014/main" id="{3BFF5541-3A6F-37DE-4D2F-AAFA3DD10FAB}"/>
                </a:ext>
              </a:extLst>
            </p:cNvPr>
            <p:cNvSpPr/>
            <p:nvPr/>
          </p:nvSpPr>
          <p:spPr>
            <a:xfrm>
              <a:off x="733552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09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09" y="1993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0AB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400">
              <a:extLst>
                <a:ext uri="{FF2B5EF4-FFF2-40B4-BE49-F238E27FC236}">
                  <a16:creationId xmlns:a16="http://schemas.microsoft.com/office/drawing/2014/main" id="{13140179-767D-DB10-6238-F7E3A2BFFCB4}"/>
                </a:ext>
              </a:extLst>
            </p:cNvPr>
            <p:cNvSpPr/>
            <p:nvPr/>
          </p:nvSpPr>
          <p:spPr>
            <a:xfrm>
              <a:off x="733933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10" y="1993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4AB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401">
              <a:extLst>
                <a:ext uri="{FF2B5EF4-FFF2-40B4-BE49-F238E27FC236}">
                  <a16:creationId xmlns:a16="http://schemas.microsoft.com/office/drawing/2014/main" id="{08972E76-F9CE-D204-94FE-C1C4D7BD6526}"/>
                </a:ext>
              </a:extLst>
            </p:cNvPr>
            <p:cNvSpPr/>
            <p:nvPr/>
          </p:nvSpPr>
          <p:spPr>
            <a:xfrm>
              <a:off x="734314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09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09" y="1993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8AB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402">
              <a:extLst>
                <a:ext uri="{FF2B5EF4-FFF2-40B4-BE49-F238E27FC236}">
                  <a16:creationId xmlns:a16="http://schemas.microsoft.com/office/drawing/2014/main" id="{67768828-C9D1-C3EC-1632-DAA84DADC49D}"/>
                </a:ext>
              </a:extLst>
            </p:cNvPr>
            <p:cNvSpPr/>
            <p:nvPr/>
          </p:nvSpPr>
          <p:spPr>
            <a:xfrm>
              <a:off x="734695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09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09" y="1993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BAC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403">
              <a:extLst>
                <a:ext uri="{FF2B5EF4-FFF2-40B4-BE49-F238E27FC236}">
                  <a16:creationId xmlns:a16="http://schemas.microsoft.com/office/drawing/2014/main" id="{FE347C85-380C-B3FA-8574-B489EA2A1136}"/>
                </a:ext>
              </a:extLst>
            </p:cNvPr>
            <p:cNvSpPr/>
            <p:nvPr/>
          </p:nvSpPr>
          <p:spPr>
            <a:xfrm>
              <a:off x="735076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10" y="1993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7AC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404">
              <a:extLst>
                <a:ext uri="{FF2B5EF4-FFF2-40B4-BE49-F238E27FC236}">
                  <a16:creationId xmlns:a16="http://schemas.microsoft.com/office/drawing/2014/main" id="{CE519983-E619-3E4B-1E6C-7ED9895A2292}"/>
                </a:ext>
              </a:extLst>
            </p:cNvPr>
            <p:cNvSpPr/>
            <p:nvPr/>
          </p:nvSpPr>
          <p:spPr>
            <a:xfrm>
              <a:off x="7354570" y="3168649"/>
              <a:ext cx="2540" cy="199390"/>
            </a:xfrm>
            <a:custGeom>
              <a:avLst/>
              <a:gdLst/>
              <a:ahLst/>
              <a:cxnLst/>
              <a:rect l="l" t="t" r="r" b="b"/>
              <a:pathLst>
                <a:path w="2540" h="199389">
                  <a:moveTo>
                    <a:pt x="2539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2539" y="19938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3AC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405">
              <a:extLst>
                <a:ext uri="{FF2B5EF4-FFF2-40B4-BE49-F238E27FC236}">
                  <a16:creationId xmlns:a16="http://schemas.microsoft.com/office/drawing/2014/main" id="{18E4A02A-4197-E9A0-2B1A-6B15F8A79308}"/>
                </a:ext>
              </a:extLst>
            </p:cNvPr>
            <p:cNvSpPr/>
            <p:nvPr/>
          </p:nvSpPr>
          <p:spPr>
            <a:xfrm>
              <a:off x="735711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10" y="1993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FAC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406">
              <a:extLst>
                <a:ext uri="{FF2B5EF4-FFF2-40B4-BE49-F238E27FC236}">
                  <a16:creationId xmlns:a16="http://schemas.microsoft.com/office/drawing/2014/main" id="{54EF1AE4-5C14-D4B9-EC85-01113C8CB26A}"/>
                </a:ext>
              </a:extLst>
            </p:cNvPr>
            <p:cNvSpPr/>
            <p:nvPr/>
          </p:nvSpPr>
          <p:spPr>
            <a:xfrm>
              <a:off x="736092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09" y="0"/>
                  </a:moveTo>
                  <a:lnTo>
                    <a:pt x="0" y="0"/>
                  </a:lnTo>
                  <a:lnTo>
                    <a:pt x="0" y="199389"/>
                  </a:lnTo>
                  <a:lnTo>
                    <a:pt x="3809" y="1993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AAC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407">
              <a:extLst>
                <a:ext uri="{FF2B5EF4-FFF2-40B4-BE49-F238E27FC236}">
                  <a16:creationId xmlns:a16="http://schemas.microsoft.com/office/drawing/2014/main" id="{938AAC0A-E59E-23A0-D285-A9FD830AC204}"/>
                </a:ext>
              </a:extLst>
            </p:cNvPr>
            <p:cNvSpPr/>
            <p:nvPr/>
          </p:nvSpPr>
          <p:spPr>
            <a:xfrm>
              <a:off x="736473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812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198120"/>
                  </a:lnTo>
                  <a:lnTo>
                    <a:pt x="3810" y="19812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C6A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408">
              <a:extLst>
                <a:ext uri="{FF2B5EF4-FFF2-40B4-BE49-F238E27FC236}">
                  <a16:creationId xmlns:a16="http://schemas.microsoft.com/office/drawing/2014/main" id="{2C007F2D-B958-8360-9DB8-01348B6D9F67}"/>
                </a:ext>
              </a:extLst>
            </p:cNvPr>
            <p:cNvSpPr/>
            <p:nvPr/>
          </p:nvSpPr>
          <p:spPr>
            <a:xfrm>
              <a:off x="736854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09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09" y="1968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2AC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409">
              <a:extLst>
                <a:ext uri="{FF2B5EF4-FFF2-40B4-BE49-F238E27FC236}">
                  <a16:creationId xmlns:a16="http://schemas.microsoft.com/office/drawing/2014/main" id="{1B6802BD-9FD8-192D-1CC9-B4BD9BEBEA9D}"/>
                </a:ext>
              </a:extLst>
            </p:cNvPr>
            <p:cNvSpPr/>
            <p:nvPr/>
          </p:nvSpPr>
          <p:spPr>
            <a:xfrm>
              <a:off x="737235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09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09" y="1968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EAC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410">
              <a:extLst>
                <a:ext uri="{FF2B5EF4-FFF2-40B4-BE49-F238E27FC236}">
                  <a16:creationId xmlns:a16="http://schemas.microsoft.com/office/drawing/2014/main" id="{A365793D-4270-E54A-EA66-746AA0F8B9E0}"/>
                </a:ext>
              </a:extLst>
            </p:cNvPr>
            <p:cNvSpPr/>
            <p:nvPr/>
          </p:nvSpPr>
          <p:spPr>
            <a:xfrm>
              <a:off x="737616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AC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411">
              <a:extLst>
                <a:ext uri="{FF2B5EF4-FFF2-40B4-BE49-F238E27FC236}">
                  <a16:creationId xmlns:a16="http://schemas.microsoft.com/office/drawing/2014/main" id="{E10DB2FB-792E-1233-A2C9-2871A8F98EAB}"/>
                </a:ext>
              </a:extLst>
            </p:cNvPr>
            <p:cNvSpPr/>
            <p:nvPr/>
          </p:nvSpPr>
          <p:spPr>
            <a:xfrm>
              <a:off x="737997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09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3809" y="1968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5A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412">
              <a:extLst>
                <a:ext uri="{FF2B5EF4-FFF2-40B4-BE49-F238E27FC236}">
                  <a16:creationId xmlns:a16="http://schemas.microsoft.com/office/drawing/2014/main" id="{EAC6ED3E-888C-4913-2F90-DE5B167A09CF}"/>
                </a:ext>
              </a:extLst>
            </p:cNvPr>
            <p:cNvSpPr/>
            <p:nvPr/>
          </p:nvSpPr>
          <p:spPr>
            <a:xfrm>
              <a:off x="7383780" y="3169919"/>
              <a:ext cx="2540" cy="196850"/>
            </a:xfrm>
            <a:custGeom>
              <a:avLst/>
              <a:gdLst/>
              <a:ahLst/>
              <a:cxnLst/>
              <a:rect l="l" t="t" r="r" b="b"/>
              <a:pathLst>
                <a:path w="2540" h="196850">
                  <a:moveTo>
                    <a:pt x="254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5580"/>
                  </a:lnTo>
                  <a:lnTo>
                    <a:pt x="0" y="196850"/>
                  </a:lnTo>
                  <a:lnTo>
                    <a:pt x="1270" y="196850"/>
                  </a:lnTo>
                  <a:lnTo>
                    <a:pt x="1270" y="195580"/>
                  </a:lnTo>
                  <a:lnTo>
                    <a:pt x="2540" y="195580"/>
                  </a:lnTo>
                  <a:lnTo>
                    <a:pt x="2540" y="1270"/>
                  </a:lnTo>
                  <a:close/>
                </a:path>
              </a:pathLst>
            </a:custGeom>
            <a:solidFill>
              <a:srgbClr val="B1AC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413">
              <a:extLst>
                <a:ext uri="{FF2B5EF4-FFF2-40B4-BE49-F238E27FC236}">
                  <a16:creationId xmlns:a16="http://schemas.microsoft.com/office/drawing/2014/main" id="{C59D197B-544D-73A1-5E41-EA61851137C2}"/>
                </a:ext>
              </a:extLst>
            </p:cNvPr>
            <p:cNvSpPr/>
            <p:nvPr/>
          </p:nvSpPr>
          <p:spPr>
            <a:xfrm>
              <a:off x="7386320" y="317118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09" y="0"/>
                  </a:moveTo>
                  <a:lnTo>
                    <a:pt x="0" y="0"/>
                  </a:lnTo>
                  <a:lnTo>
                    <a:pt x="0" y="194310"/>
                  </a:lnTo>
                  <a:lnTo>
                    <a:pt x="3809" y="1943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DAC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414">
              <a:extLst>
                <a:ext uri="{FF2B5EF4-FFF2-40B4-BE49-F238E27FC236}">
                  <a16:creationId xmlns:a16="http://schemas.microsoft.com/office/drawing/2014/main" id="{806E4C7F-B905-40BF-5A17-9538A9947FFD}"/>
                </a:ext>
              </a:extLst>
            </p:cNvPr>
            <p:cNvSpPr/>
            <p:nvPr/>
          </p:nvSpPr>
          <p:spPr>
            <a:xfrm>
              <a:off x="7390130" y="3171189"/>
              <a:ext cx="3810" cy="193040"/>
            </a:xfrm>
            <a:custGeom>
              <a:avLst/>
              <a:gdLst/>
              <a:ahLst/>
              <a:cxnLst/>
              <a:rect l="l" t="t" r="r" b="b"/>
              <a:pathLst>
                <a:path w="3809" h="193039">
                  <a:moveTo>
                    <a:pt x="381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3810" y="19303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8AC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415">
              <a:extLst>
                <a:ext uri="{FF2B5EF4-FFF2-40B4-BE49-F238E27FC236}">
                  <a16:creationId xmlns:a16="http://schemas.microsoft.com/office/drawing/2014/main" id="{F0B4419F-AE72-5DAB-41AB-8B9BF9CAA886}"/>
                </a:ext>
              </a:extLst>
            </p:cNvPr>
            <p:cNvSpPr/>
            <p:nvPr/>
          </p:nvSpPr>
          <p:spPr>
            <a:xfrm>
              <a:off x="7393940" y="3171189"/>
              <a:ext cx="3810" cy="193040"/>
            </a:xfrm>
            <a:custGeom>
              <a:avLst/>
              <a:gdLst/>
              <a:ahLst/>
              <a:cxnLst/>
              <a:rect l="l" t="t" r="r" b="b"/>
              <a:pathLst>
                <a:path w="3809" h="193039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93040"/>
                  </a:lnTo>
                  <a:lnTo>
                    <a:pt x="3810" y="1930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A4AC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416">
              <a:extLst>
                <a:ext uri="{FF2B5EF4-FFF2-40B4-BE49-F238E27FC236}">
                  <a16:creationId xmlns:a16="http://schemas.microsoft.com/office/drawing/2014/main" id="{D2E5E0EE-EAB3-3BEB-4F78-95CDC1F5C7A9}"/>
                </a:ext>
              </a:extLst>
            </p:cNvPr>
            <p:cNvSpPr/>
            <p:nvPr/>
          </p:nvSpPr>
          <p:spPr>
            <a:xfrm>
              <a:off x="7397750" y="3172459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70">
                  <a:moveTo>
                    <a:pt x="3809" y="0"/>
                  </a:moveTo>
                  <a:lnTo>
                    <a:pt x="0" y="0"/>
                  </a:lnTo>
                  <a:lnTo>
                    <a:pt x="0" y="191769"/>
                  </a:lnTo>
                  <a:lnTo>
                    <a:pt x="3809" y="19176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0AB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417">
              <a:extLst>
                <a:ext uri="{FF2B5EF4-FFF2-40B4-BE49-F238E27FC236}">
                  <a16:creationId xmlns:a16="http://schemas.microsoft.com/office/drawing/2014/main" id="{6E6F99EE-071D-D177-3A50-3EAB3C9FD8F6}"/>
                </a:ext>
              </a:extLst>
            </p:cNvPr>
            <p:cNvSpPr/>
            <p:nvPr/>
          </p:nvSpPr>
          <p:spPr>
            <a:xfrm>
              <a:off x="7401560" y="3173729"/>
              <a:ext cx="3810" cy="189230"/>
            </a:xfrm>
            <a:custGeom>
              <a:avLst/>
              <a:gdLst/>
              <a:ahLst/>
              <a:cxnLst/>
              <a:rect l="l" t="t" r="r" b="b"/>
              <a:pathLst>
                <a:path w="3809" h="189229">
                  <a:moveTo>
                    <a:pt x="3810" y="0"/>
                  </a:moveTo>
                  <a:lnTo>
                    <a:pt x="0" y="0"/>
                  </a:lnTo>
                  <a:lnTo>
                    <a:pt x="0" y="187960"/>
                  </a:lnTo>
                  <a:lnTo>
                    <a:pt x="0" y="189230"/>
                  </a:lnTo>
                  <a:lnTo>
                    <a:pt x="2540" y="189230"/>
                  </a:lnTo>
                  <a:lnTo>
                    <a:pt x="2540" y="187960"/>
                  </a:lnTo>
                  <a:lnTo>
                    <a:pt x="3810" y="1879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418">
              <a:extLst>
                <a:ext uri="{FF2B5EF4-FFF2-40B4-BE49-F238E27FC236}">
                  <a16:creationId xmlns:a16="http://schemas.microsoft.com/office/drawing/2014/main" id="{97E52032-69C0-E81D-E355-B1E6442E2205}"/>
                </a:ext>
              </a:extLst>
            </p:cNvPr>
            <p:cNvSpPr/>
            <p:nvPr/>
          </p:nvSpPr>
          <p:spPr>
            <a:xfrm>
              <a:off x="7405370" y="3173729"/>
              <a:ext cx="3810" cy="187960"/>
            </a:xfrm>
            <a:custGeom>
              <a:avLst/>
              <a:gdLst/>
              <a:ahLst/>
              <a:cxnLst/>
              <a:rect l="l" t="t" r="r" b="b"/>
              <a:pathLst>
                <a:path w="3809" h="187960">
                  <a:moveTo>
                    <a:pt x="3809" y="0"/>
                  </a:moveTo>
                  <a:lnTo>
                    <a:pt x="0" y="0"/>
                  </a:lnTo>
                  <a:lnTo>
                    <a:pt x="0" y="187960"/>
                  </a:lnTo>
                  <a:lnTo>
                    <a:pt x="3809" y="18796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7AB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419">
              <a:extLst>
                <a:ext uri="{FF2B5EF4-FFF2-40B4-BE49-F238E27FC236}">
                  <a16:creationId xmlns:a16="http://schemas.microsoft.com/office/drawing/2014/main" id="{88080D69-1AE1-1185-BCEA-E8AD9CF333C4}"/>
                </a:ext>
              </a:extLst>
            </p:cNvPr>
            <p:cNvSpPr/>
            <p:nvPr/>
          </p:nvSpPr>
          <p:spPr>
            <a:xfrm>
              <a:off x="7409180" y="3173729"/>
              <a:ext cx="3810" cy="186690"/>
            </a:xfrm>
            <a:custGeom>
              <a:avLst/>
              <a:gdLst/>
              <a:ahLst/>
              <a:cxnLst/>
              <a:rect l="l" t="t" r="r" b="b"/>
              <a:pathLst>
                <a:path w="3809" h="186689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86690"/>
                  </a:lnTo>
                  <a:lnTo>
                    <a:pt x="3810" y="18669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93AB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420">
              <a:extLst>
                <a:ext uri="{FF2B5EF4-FFF2-40B4-BE49-F238E27FC236}">
                  <a16:creationId xmlns:a16="http://schemas.microsoft.com/office/drawing/2014/main" id="{09EDBCC8-8B38-1807-4934-665E967F3084}"/>
                </a:ext>
              </a:extLst>
            </p:cNvPr>
            <p:cNvSpPr/>
            <p:nvPr/>
          </p:nvSpPr>
          <p:spPr>
            <a:xfrm>
              <a:off x="7412990" y="3174999"/>
              <a:ext cx="2540" cy="185420"/>
            </a:xfrm>
            <a:custGeom>
              <a:avLst/>
              <a:gdLst/>
              <a:ahLst/>
              <a:cxnLst/>
              <a:rect l="l" t="t" r="r" b="b"/>
              <a:pathLst>
                <a:path w="2540" h="185420">
                  <a:moveTo>
                    <a:pt x="2539" y="0"/>
                  </a:moveTo>
                  <a:lnTo>
                    <a:pt x="0" y="0"/>
                  </a:lnTo>
                  <a:lnTo>
                    <a:pt x="0" y="185420"/>
                  </a:lnTo>
                  <a:lnTo>
                    <a:pt x="2539" y="18542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8FA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421">
              <a:extLst>
                <a:ext uri="{FF2B5EF4-FFF2-40B4-BE49-F238E27FC236}">
                  <a16:creationId xmlns:a16="http://schemas.microsoft.com/office/drawing/2014/main" id="{B519D746-726E-27E5-37FF-E3149F14F3AA}"/>
                </a:ext>
              </a:extLst>
            </p:cNvPr>
            <p:cNvSpPr/>
            <p:nvPr/>
          </p:nvSpPr>
          <p:spPr>
            <a:xfrm>
              <a:off x="7415530" y="3176269"/>
              <a:ext cx="3810" cy="182880"/>
            </a:xfrm>
            <a:custGeom>
              <a:avLst/>
              <a:gdLst/>
              <a:ahLst/>
              <a:cxnLst/>
              <a:rect l="l" t="t" r="r" b="b"/>
              <a:pathLst>
                <a:path w="3809" h="182879">
                  <a:moveTo>
                    <a:pt x="3810" y="0"/>
                  </a:moveTo>
                  <a:lnTo>
                    <a:pt x="0" y="0"/>
                  </a:lnTo>
                  <a:lnTo>
                    <a:pt x="0" y="182879"/>
                  </a:lnTo>
                  <a:lnTo>
                    <a:pt x="3810" y="18287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BA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422">
              <a:extLst>
                <a:ext uri="{FF2B5EF4-FFF2-40B4-BE49-F238E27FC236}">
                  <a16:creationId xmlns:a16="http://schemas.microsoft.com/office/drawing/2014/main" id="{D1A8BE32-62FA-B53B-F46B-230F90170519}"/>
                </a:ext>
              </a:extLst>
            </p:cNvPr>
            <p:cNvSpPr/>
            <p:nvPr/>
          </p:nvSpPr>
          <p:spPr>
            <a:xfrm>
              <a:off x="7419340" y="3177539"/>
              <a:ext cx="3810" cy="181610"/>
            </a:xfrm>
            <a:custGeom>
              <a:avLst/>
              <a:gdLst/>
              <a:ahLst/>
              <a:cxnLst/>
              <a:rect l="l" t="t" r="r" b="b"/>
              <a:pathLst>
                <a:path w="3809" h="18161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80340"/>
                  </a:lnTo>
                  <a:lnTo>
                    <a:pt x="0" y="181610"/>
                  </a:lnTo>
                  <a:lnTo>
                    <a:pt x="2540" y="181610"/>
                  </a:lnTo>
                  <a:lnTo>
                    <a:pt x="2540" y="180340"/>
                  </a:lnTo>
                  <a:lnTo>
                    <a:pt x="3810" y="1803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86A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423">
              <a:extLst>
                <a:ext uri="{FF2B5EF4-FFF2-40B4-BE49-F238E27FC236}">
                  <a16:creationId xmlns:a16="http://schemas.microsoft.com/office/drawing/2014/main" id="{FAA49ED4-8748-83E7-B3F4-616B4A672775}"/>
                </a:ext>
              </a:extLst>
            </p:cNvPr>
            <p:cNvSpPr/>
            <p:nvPr/>
          </p:nvSpPr>
          <p:spPr>
            <a:xfrm>
              <a:off x="7423150" y="3178809"/>
              <a:ext cx="3810" cy="179070"/>
            </a:xfrm>
            <a:custGeom>
              <a:avLst/>
              <a:gdLst/>
              <a:ahLst/>
              <a:cxnLst/>
              <a:rect l="l" t="t" r="r" b="b"/>
              <a:pathLst>
                <a:path w="3809" h="179070">
                  <a:moveTo>
                    <a:pt x="3810" y="0"/>
                  </a:moveTo>
                  <a:lnTo>
                    <a:pt x="0" y="0"/>
                  </a:lnTo>
                  <a:lnTo>
                    <a:pt x="0" y="177800"/>
                  </a:lnTo>
                  <a:lnTo>
                    <a:pt x="0" y="179070"/>
                  </a:lnTo>
                  <a:lnTo>
                    <a:pt x="1270" y="179070"/>
                  </a:lnTo>
                  <a:lnTo>
                    <a:pt x="1270" y="177800"/>
                  </a:lnTo>
                  <a:lnTo>
                    <a:pt x="3810" y="177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2A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424">
              <a:extLst>
                <a:ext uri="{FF2B5EF4-FFF2-40B4-BE49-F238E27FC236}">
                  <a16:creationId xmlns:a16="http://schemas.microsoft.com/office/drawing/2014/main" id="{0EC8715E-9B2B-5537-7392-81AD92FA7932}"/>
                </a:ext>
              </a:extLst>
            </p:cNvPr>
            <p:cNvSpPr/>
            <p:nvPr/>
          </p:nvSpPr>
          <p:spPr>
            <a:xfrm>
              <a:off x="7426960" y="3178809"/>
              <a:ext cx="3810" cy="177800"/>
            </a:xfrm>
            <a:custGeom>
              <a:avLst/>
              <a:gdLst/>
              <a:ahLst/>
              <a:cxnLst/>
              <a:rect l="l" t="t" r="r" b="b"/>
              <a:pathLst>
                <a:path w="3809" h="177800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6530"/>
                  </a:lnTo>
                  <a:lnTo>
                    <a:pt x="0" y="177800"/>
                  </a:lnTo>
                  <a:lnTo>
                    <a:pt x="1270" y="177800"/>
                  </a:lnTo>
                  <a:lnTo>
                    <a:pt x="1270" y="176530"/>
                  </a:lnTo>
                  <a:lnTo>
                    <a:pt x="3810" y="17653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7EA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425">
              <a:extLst>
                <a:ext uri="{FF2B5EF4-FFF2-40B4-BE49-F238E27FC236}">
                  <a16:creationId xmlns:a16="http://schemas.microsoft.com/office/drawing/2014/main" id="{2BF3463D-1757-5EFD-E830-ED4E95463C19}"/>
                </a:ext>
              </a:extLst>
            </p:cNvPr>
            <p:cNvSpPr/>
            <p:nvPr/>
          </p:nvSpPr>
          <p:spPr>
            <a:xfrm>
              <a:off x="7430770" y="3180079"/>
              <a:ext cx="3810" cy="175260"/>
            </a:xfrm>
            <a:custGeom>
              <a:avLst/>
              <a:gdLst/>
              <a:ahLst/>
              <a:cxnLst/>
              <a:rect l="l" t="t" r="r" b="b"/>
              <a:pathLst>
                <a:path w="3809" h="17526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57" y="1270"/>
                  </a:lnTo>
                  <a:lnTo>
                    <a:pt x="1257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73990"/>
                  </a:lnTo>
                  <a:lnTo>
                    <a:pt x="0" y="175260"/>
                  </a:lnTo>
                  <a:lnTo>
                    <a:pt x="2540" y="175260"/>
                  </a:lnTo>
                  <a:lnTo>
                    <a:pt x="2540" y="173990"/>
                  </a:lnTo>
                  <a:lnTo>
                    <a:pt x="3810" y="17399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7AAB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426">
              <a:extLst>
                <a:ext uri="{FF2B5EF4-FFF2-40B4-BE49-F238E27FC236}">
                  <a16:creationId xmlns:a16="http://schemas.microsoft.com/office/drawing/2014/main" id="{B37139EB-0DD4-B4DE-8707-EE2398CDCDC5}"/>
                </a:ext>
              </a:extLst>
            </p:cNvPr>
            <p:cNvSpPr/>
            <p:nvPr/>
          </p:nvSpPr>
          <p:spPr>
            <a:xfrm>
              <a:off x="7434580" y="3182619"/>
              <a:ext cx="2540" cy="170180"/>
            </a:xfrm>
            <a:custGeom>
              <a:avLst/>
              <a:gdLst/>
              <a:ahLst/>
              <a:cxnLst/>
              <a:rect l="l" t="t" r="r" b="b"/>
              <a:pathLst>
                <a:path w="2540" h="170179">
                  <a:moveTo>
                    <a:pt x="254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0180"/>
                  </a:lnTo>
                  <a:lnTo>
                    <a:pt x="2540" y="170180"/>
                  </a:lnTo>
                  <a:lnTo>
                    <a:pt x="2540" y="1270"/>
                  </a:lnTo>
                  <a:close/>
                </a:path>
              </a:pathLst>
            </a:custGeom>
            <a:solidFill>
              <a:srgbClr val="75A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427">
              <a:extLst>
                <a:ext uri="{FF2B5EF4-FFF2-40B4-BE49-F238E27FC236}">
                  <a16:creationId xmlns:a16="http://schemas.microsoft.com/office/drawing/2014/main" id="{F78D03FC-5AB6-3BB5-8048-D31FC2807E09}"/>
                </a:ext>
              </a:extLst>
            </p:cNvPr>
            <p:cNvSpPr/>
            <p:nvPr/>
          </p:nvSpPr>
          <p:spPr>
            <a:xfrm>
              <a:off x="7437120" y="3185159"/>
              <a:ext cx="3810" cy="166370"/>
            </a:xfrm>
            <a:custGeom>
              <a:avLst/>
              <a:gdLst/>
              <a:ahLst/>
              <a:cxnLst/>
              <a:rect l="l" t="t" r="r" b="b"/>
              <a:pathLst>
                <a:path w="3809" h="16637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65100"/>
                  </a:lnTo>
                  <a:lnTo>
                    <a:pt x="0" y="166370"/>
                  </a:lnTo>
                  <a:lnTo>
                    <a:pt x="1270" y="166370"/>
                  </a:lnTo>
                  <a:lnTo>
                    <a:pt x="1270" y="165100"/>
                  </a:lnTo>
                  <a:lnTo>
                    <a:pt x="3810" y="16510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71A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428">
              <a:extLst>
                <a:ext uri="{FF2B5EF4-FFF2-40B4-BE49-F238E27FC236}">
                  <a16:creationId xmlns:a16="http://schemas.microsoft.com/office/drawing/2014/main" id="{F6449C75-4DA6-1353-00BB-0EA943DA02A2}"/>
                </a:ext>
              </a:extLst>
            </p:cNvPr>
            <p:cNvSpPr/>
            <p:nvPr/>
          </p:nvSpPr>
          <p:spPr>
            <a:xfrm>
              <a:off x="7440930" y="3187699"/>
              <a:ext cx="3810" cy="161290"/>
            </a:xfrm>
            <a:custGeom>
              <a:avLst/>
              <a:gdLst/>
              <a:ahLst/>
              <a:cxnLst/>
              <a:rect l="l" t="t" r="r" b="b"/>
              <a:pathLst>
                <a:path w="3809" h="161289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58750"/>
                  </a:lnTo>
                  <a:lnTo>
                    <a:pt x="0" y="160020"/>
                  </a:lnTo>
                  <a:lnTo>
                    <a:pt x="0" y="161290"/>
                  </a:lnTo>
                  <a:lnTo>
                    <a:pt x="1270" y="161290"/>
                  </a:lnTo>
                  <a:lnTo>
                    <a:pt x="1270" y="160020"/>
                  </a:lnTo>
                  <a:lnTo>
                    <a:pt x="2540" y="160020"/>
                  </a:lnTo>
                  <a:lnTo>
                    <a:pt x="2540" y="158750"/>
                  </a:lnTo>
                  <a:lnTo>
                    <a:pt x="3810" y="15875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6D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429">
              <a:extLst>
                <a:ext uri="{FF2B5EF4-FFF2-40B4-BE49-F238E27FC236}">
                  <a16:creationId xmlns:a16="http://schemas.microsoft.com/office/drawing/2014/main" id="{BE4AF932-3132-7BF7-92AF-44DBEC9E0DAE}"/>
                </a:ext>
              </a:extLst>
            </p:cNvPr>
            <p:cNvSpPr/>
            <p:nvPr/>
          </p:nvSpPr>
          <p:spPr>
            <a:xfrm>
              <a:off x="7246620" y="3188969"/>
              <a:ext cx="2540" cy="8890"/>
            </a:xfrm>
            <a:custGeom>
              <a:avLst/>
              <a:gdLst/>
              <a:ahLst/>
              <a:cxnLst/>
              <a:rect l="l" t="t" r="r" b="b"/>
              <a:pathLst>
                <a:path w="2540" h="8889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7620"/>
                  </a:lnTo>
                  <a:lnTo>
                    <a:pt x="1270" y="7620"/>
                  </a:lnTo>
                  <a:lnTo>
                    <a:pt x="1270" y="8890"/>
                  </a:lnTo>
                  <a:lnTo>
                    <a:pt x="2540" y="889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430">
              <a:extLst>
                <a:ext uri="{FF2B5EF4-FFF2-40B4-BE49-F238E27FC236}">
                  <a16:creationId xmlns:a16="http://schemas.microsoft.com/office/drawing/2014/main" id="{1DBDB0C0-E967-7655-7F98-A97E87CDA7AD}"/>
                </a:ext>
              </a:extLst>
            </p:cNvPr>
            <p:cNvSpPr/>
            <p:nvPr/>
          </p:nvSpPr>
          <p:spPr>
            <a:xfrm>
              <a:off x="7249160" y="3186429"/>
              <a:ext cx="3810" cy="16510"/>
            </a:xfrm>
            <a:custGeom>
              <a:avLst/>
              <a:gdLst/>
              <a:ahLst/>
              <a:cxnLst/>
              <a:rect l="l" t="t" r="r" b="b"/>
              <a:pathLst>
                <a:path w="3809" h="1651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3970"/>
                  </a:lnTo>
                  <a:lnTo>
                    <a:pt x="1270" y="13970"/>
                  </a:lnTo>
                  <a:lnTo>
                    <a:pt x="1270" y="15240"/>
                  </a:lnTo>
                  <a:lnTo>
                    <a:pt x="2540" y="15240"/>
                  </a:lnTo>
                  <a:lnTo>
                    <a:pt x="2540" y="16510"/>
                  </a:lnTo>
                  <a:lnTo>
                    <a:pt x="3810" y="165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A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431">
              <a:extLst>
                <a:ext uri="{FF2B5EF4-FFF2-40B4-BE49-F238E27FC236}">
                  <a16:creationId xmlns:a16="http://schemas.microsoft.com/office/drawing/2014/main" id="{4D222C1F-6EEE-3EE2-707E-6BC91CE712D4}"/>
                </a:ext>
              </a:extLst>
            </p:cNvPr>
            <p:cNvSpPr/>
            <p:nvPr/>
          </p:nvSpPr>
          <p:spPr>
            <a:xfrm>
              <a:off x="7252970" y="3183889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1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9050"/>
                  </a:lnTo>
                  <a:lnTo>
                    <a:pt x="1270" y="19050"/>
                  </a:lnTo>
                  <a:lnTo>
                    <a:pt x="1270" y="20320"/>
                  </a:lnTo>
                  <a:lnTo>
                    <a:pt x="3809" y="203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6E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432">
              <a:extLst>
                <a:ext uri="{FF2B5EF4-FFF2-40B4-BE49-F238E27FC236}">
                  <a16:creationId xmlns:a16="http://schemas.microsoft.com/office/drawing/2014/main" id="{AF2F4530-6E7E-58F1-183B-A0464907C9D5}"/>
                </a:ext>
              </a:extLst>
            </p:cNvPr>
            <p:cNvSpPr/>
            <p:nvPr/>
          </p:nvSpPr>
          <p:spPr>
            <a:xfrm>
              <a:off x="7256780" y="318134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2860"/>
                  </a:lnTo>
                  <a:lnTo>
                    <a:pt x="1270" y="22860"/>
                  </a:lnTo>
                  <a:lnTo>
                    <a:pt x="1270" y="24129"/>
                  </a:lnTo>
                  <a:lnTo>
                    <a:pt x="2540" y="24129"/>
                  </a:lnTo>
                  <a:lnTo>
                    <a:pt x="2540" y="25400"/>
                  </a:lnTo>
                  <a:lnTo>
                    <a:pt x="3810" y="254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A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433">
              <a:extLst>
                <a:ext uri="{FF2B5EF4-FFF2-40B4-BE49-F238E27FC236}">
                  <a16:creationId xmlns:a16="http://schemas.microsoft.com/office/drawing/2014/main" id="{E94729CA-7BFB-5CD1-EB43-D21D31AB6E21}"/>
                </a:ext>
              </a:extLst>
            </p:cNvPr>
            <p:cNvSpPr/>
            <p:nvPr/>
          </p:nvSpPr>
          <p:spPr>
            <a:xfrm>
              <a:off x="7260590" y="318007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69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0" y="1270"/>
                  </a:lnTo>
                  <a:lnTo>
                    <a:pt x="0" y="26670"/>
                  </a:lnTo>
                  <a:lnTo>
                    <a:pt x="2539" y="266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76A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434">
              <a:extLst>
                <a:ext uri="{FF2B5EF4-FFF2-40B4-BE49-F238E27FC236}">
                  <a16:creationId xmlns:a16="http://schemas.microsoft.com/office/drawing/2014/main" id="{68DD70A5-4FFF-2843-0D7C-A5F094BD7B35}"/>
                </a:ext>
              </a:extLst>
            </p:cNvPr>
            <p:cNvSpPr/>
            <p:nvPr/>
          </p:nvSpPr>
          <p:spPr>
            <a:xfrm>
              <a:off x="7263130" y="3178809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09" h="30480">
                  <a:moveTo>
                    <a:pt x="381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2540" y="29210"/>
                  </a:lnTo>
                  <a:lnTo>
                    <a:pt x="2540" y="30479"/>
                  </a:lnTo>
                  <a:lnTo>
                    <a:pt x="3810" y="3047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BAA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435">
              <a:extLst>
                <a:ext uri="{FF2B5EF4-FFF2-40B4-BE49-F238E27FC236}">
                  <a16:creationId xmlns:a16="http://schemas.microsoft.com/office/drawing/2014/main" id="{4FD69EF0-8C22-7625-32B4-E7E4172BB393}"/>
                </a:ext>
              </a:extLst>
            </p:cNvPr>
            <p:cNvSpPr/>
            <p:nvPr/>
          </p:nvSpPr>
          <p:spPr>
            <a:xfrm>
              <a:off x="7266940" y="317753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31750"/>
                  </a:lnTo>
                  <a:lnTo>
                    <a:pt x="2539" y="31750"/>
                  </a:lnTo>
                  <a:lnTo>
                    <a:pt x="2539" y="33020"/>
                  </a:lnTo>
                  <a:lnTo>
                    <a:pt x="3809" y="330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FA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436">
              <a:extLst>
                <a:ext uri="{FF2B5EF4-FFF2-40B4-BE49-F238E27FC236}">
                  <a16:creationId xmlns:a16="http://schemas.microsoft.com/office/drawing/2014/main" id="{A509D07B-11A5-FE83-A42E-A8B82B9EEA4F}"/>
                </a:ext>
              </a:extLst>
            </p:cNvPr>
            <p:cNvSpPr/>
            <p:nvPr/>
          </p:nvSpPr>
          <p:spPr>
            <a:xfrm>
              <a:off x="7270750" y="3176269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89">
                  <a:moveTo>
                    <a:pt x="3809" y="0"/>
                  </a:moveTo>
                  <a:lnTo>
                    <a:pt x="2540" y="0"/>
                  </a:lnTo>
                  <a:lnTo>
                    <a:pt x="2540" y="1269"/>
                  </a:lnTo>
                  <a:lnTo>
                    <a:pt x="0" y="1269"/>
                  </a:lnTo>
                  <a:lnTo>
                    <a:pt x="0" y="34289"/>
                  </a:lnTo>
                  <a:lnTo>
                    <a:pt x="3809" y="342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3A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437">
              <a:extLst>
                <a:ext uri="{FF2B5EF4-FFF2-40B4-BE49-F238E27FC236}">
                  <a16:creationId xmlns:a16="http://schemas.microsoft.com/office/drawing/2014/main" id="{40800A14-3A1D-D5F1-883C-E2F757EC5510}"/>
                </a:ext>
              </a:extLst>
            </p:cNvPr>
            <p:cNvSpPr/>
            <p:nvPr/>
          </p:nvSpPr>
          <p:spPr>
            <a:xfrm>
              <a:off x="7274560" y="317499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3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5560"/>
                  </a:lnTo>
                  <a:lnTo>
                    <a:pt x="1270" y="35560"/>
                  </a:lnTo>
                  <a:lnTo>
                    <a:pt x="1270" y="36829"/>
                  </a:lnTo>
                  <a:lnTo>
                    <a:pt x="3810" y="3682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A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438">
              <a:extLst>
                <a:ext uri="{FF2B5EF4-FFF2-40B4-BE49-F238E27FC236}">
                  <a16:creationId xmlns:a16="http://schemas.microsoft.com/office/drawing/2014/main" id="{ED582171-71E6-2D9C-AE9E-1A1D03EF4C80}"/>
                </a:ext>
              </a:extLst>
            </p:cNvPr>
            <p:cNvSpPr/>
            <p:nvPr/>
          </p:nvSpPr>
          <p:spPr>
            <a:xfrm>
              <a:off x="7278370" y="317499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09" y="0"/>
                  </a:moveTo>
                  <a:lnTo>
                    <a:pt x="0" y="0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8100"/>
                  </a:lnTo>
                  <a:lnTo>
                    <a:pt x="3809" y="381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CA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439">
              <a:extLst>
                <a:ext uri="{FF2B5EF4-FFF2-40B4-BE49-F238E27FC236}">
                  <a16:creationId xmlns:a16="http://schemas.microsoft.com/office/drawing/2014/main" id="{BF32071F-2595-549B-5453-85B7C896C51B}"/>
                </a:ext>
              </a:extLst>
            </p:cNvPr>
            <p:cNvSpPr/>
            <p:nvPr/>
          </p:nvSpPr>
          <p:spPr>
            <a:xfrm>
              <a:off x="7282180" y="3174999"/>
              <a:ext cx="2540" cy="38100"/>
            </a:xfrm>
            <a:custGeom>
              <a:avLst/>
              <a:gdLst/>
              <a:ahLst/>
              <a:cxnLst/>
              <a:rect l="l" t="t" r="r" b="b"/>
              <a:pathLst>
                <a:path w="2540" h="38100">
                  <a:moveTo>
                    <a:pt x="254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2540" y="381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0A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440">
              <a:extLst>
                <a:ext uri="{FF2B5EF4-FFF2-40B4-BE49-F238E27FC236}">
                  <a16:creationId xmlns:a16="http://schemas.microsoft.com/office/drawing/2014/main" id="{82F058AD-0EC0-7271-1DCD-1625186400DB}"/>
                </a:ext>
              </a:extLst>
            </p:cNvPr>
            <p:cNvSpPr/>
            <p:nvPr/>
          </p:nvSpPr>
          <p:spPr>
            <a:xfrm>
              <a:off x="7284720" y="317372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6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4AA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441">
              <a:extLst>
                <a:ext uri="{FF2B5EF4-FFF2-40B4-BE49-F238E27FC236}">
                  <a16:creationId xmlns:a16="http://schemas.microsoft.com/office/drawing/2014/main" id="{B0279CE5-4514-65AA-221D-E1BE35E30747}"/>
                </a:ext>
              </a:extLst>
            </p:cNvPr>
            <p:cNvSpPr/>
            <p:nvPr/>
          </p:nvSpPr>
          <p:spPr>
            <a:xfrm>
              <a:off x="7288530" y="31724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1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40639"/>
                  </a:lnTo>
                  <a:lnTo>
                    <a:pt x="1270" y="40639"/>
                  </a:lnTo>
                  <a:lnTo>
                    <a:pt x="1270" y="41910"/>
                  </a:lnTo>
                  <a:lnTo>
                    <a:pt x="3810" y="419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8AA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442">
              <a:extLst>
                <a:ext uri="{FF2B5EF4-FFF2-40B4-BE49-F238E27FC236}">
                  <a16:creationId xmlns:a16="http://schemas.microsoft.com/office/drawing/2014/main" id="{4281C94D-05DA-5717-A186-E2A497D2AB74}"/>
                </a:ext>
              </a:extLst>
            </p:cNvPr>
            <p:cNvSpPr/>
            <p:nvPr/>
          </p:nvSpPr>
          <p:spPr>
            <a:xfrm>
              <a:off x="7292340" y="317245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0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2539" y="41910"/>
                  </a:lnTo>
                  <a:lnTo>
                    <a:pt x="2539" y="43179"/>
                  </a:lnTo>
                  <a:lnTo>
                    <a:pt x="3809" y="431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DAA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443">
              <a:extLst>
                <a:ext uri="{FF2B5EF4-FFF2-40B4-BE49-F238E27FC236}">
                  <a16:creationId xmlns:a16="http://schemas.microsoft.com/office/drawing/2014/main" id="{176E7A7D-15C0-E869-F7CF-BD6E2E97EC71}"/>
                </a:ext>
              </a:extLst>
            </p:cNvPr>
            <p:cNvSpPr/>
            <p:nvPr/>
          </p:nvSpPr>
          <p:spPr>
            <a:xfrm>
              <a:off x="7296150" y="317245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0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1AA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444">
              <a:extLst>
                <a:ext uri="{FF2B5EF4-FFF2-40B4-BE49-F238E27FC236}">
                  <a16:creationId xmlns:a16="http://schemas.microsoft.com/office/drawing/2014/main" id="{3FCEB0A1-E8AE-84E1-9528-9AC6AEC4F762}"/>
                </a:ext>
              </a:extLst>
            </p:cNvPr>
            <p:cNvSpPr/>
            <p:nvPr/>
          </p:nvSpPr>
          <p:spPr>
            <a:xfrm>
              <a:off x="7299960" y="317118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5A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445">
              <a:extLst>
                <a:ext uri="{FF2B5EF4-FFF2-40B4-BE49-F238E27FC236}">
                  <a16:creationId xmlns:a16="http://schemas.microsoft.com/office/drawing/2014/main" id="{59C631F5-4654-2BA7-E150-ECFEBEA221B9}"/>
                </a:ext>
              </a:extLst>
            </p:cNvPr>
            <p:cNvSpPr/>
            <p:nvPr/>
          </p:nvSpPr>
          <p:spPr>
            <a:xfrm>
              <a:off x="7303770" y="3171189"/>
              <a:ext cx="2540" cy="44450"/>
            </a:xfrm>
            <a:custGeom>
              <a:avLst/>
              <a:gdLst/>
              <a:ahLst/>
              <a:cxnLst/>
              <a:rect l="l" t="t" r="r" b="b"/>
              <a:pathLst>
                <a:path w="2540" h="44450">
                  <a:moveTo>
                    <a:pt x="2539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2539" y="4445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A9A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446">
              <a:extLst>
                <a:ext uri="{FF2B5EF4-FFF2-40B4-BE49-F238E27FC236}">
                  <a16:creationId xmlns:a16="http://schemas.microsoft.com/office/drawing/2014/main" id="{EF7F0A9A-4AC1-185E-2798-32030F85AC56}"/>
                </a:ext>
              </a:extLst>
            </p:cNvPr>
            <p:cNvSpPr/>
            <p:nvPr/>
          </p:nvSpPr>
          <p:spPr>
            <a:xfrm>
              <a:off x="730631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AB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447">
              <a:extLst>
                <a:ext uri="{FF2B5EF4-FFF2-40B4-BE49-F238E27FC236}">
                  <a16:creationId xmlns:a16="http://schemas.microsoft.com/office/drawing/2014/main" id="{8D2871AB-D25A-2A31-8D5A-156C72BBD46C}"/>
                </a:ext>
              </a:extLst>
            </p:cNvPr>
            <p:cNvSpPr/>
            <p:nvPr/>
          </p:nvSpPr>
          <p:spPr>
            <a:xfrm>
              <a:off x="731012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1270" y="46989"/>
                  </a:lnTo>
                  <a:lnTo>
                    <a:pt x="1270" y="48259"/>
                  </a:lnTo>
                  <a:lnTo>
                    <a:pt x="3809" y="4825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2AB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448">
              <a:extLst>
                <a:ext uri="{FF2B5EF4-FFF2-40B4-BE49-F238E27FC236}">
                  <a16:creationId xmlns:a16="http://schemas.microsoft.com/office/drawing/2014/main" id="{07064FF4-916D-2A3F-16A9-6EA28A54C340}"/>
                </a:ext>
              </a:extLst>
            </p:cNvPr>
            <p:cNvSpPr/>
            <p:nvPr/>
          </p:nvSpPr>
          <p:spPr>
            <a:xfrm>
              <a:off x="731393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0" y="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6A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449">
              <a:extLst>
                <a:ext uri="{FF2B5EF4-FFF2-40B4-BE49-F238E27FC236}">
                  <a16:creationId xmlns:a16="http://schemas.microsoft.com/office/drawing/2014/main" id="{3F138370-E379-93A1-FBEC-B05B9F2FDC78}"/>
                </a:ext>
              </a:extLst>
            </p:cNvPr>
            <p:cNvSpPr/>
            <p:nvPr/>
          </p:nvSpPr>
          <p:spPr>
            <a:xfrm>
              <a:off x="731774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0" y="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AAB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450">
              <a:extLst>
                <a:ext uri="{FF2B5EF4-FFF2-40B4-BE49-F238E27FC236}">
                  <a16:creationId xmlns:a16="http://schemas.microsoft.com/office/drawing/2014/main" id="{D0A0DF9D-331E-D3D5-A1A5-23B1B5A07B4D}"/>
                </a:ext>
              </a:extLst>
            </p:cNvPr>
            <p:cNvSpPr/>
            <p:nvPr/>
          </p:nvSpPr>
          <p:spPr>
            <a:xfrm>
              <a:off x="732155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0" y="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FAB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451">
              <a:extLst>
                <a:ext uri="{FF2B5EF4-FFF2-40B4-BE49-F238E27FC236}">
                  <a16:creationId xmlns:a16="http://schemas.microsoft.com/office/drawing/2014/main" id="{45C14720-8C9B-D8F1-102A-B2A5B3FC3473}"/>
                </a:ext>
              </a:extLst>
            </p:cNvPr>
            <p:cNvSpPr/>
            <p:nvPr/>
          </p:nvSpPr>
          <p:spPr>
            <a:xfrm>
              <a:off x="732536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3AB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452">
              <a:extLst>
                <a:ext uri="{FF2B5EF4-FFF2-40B4-BE49-F238E27FC236}">
                  <a16:creationId xmlns:a16="http://schemas.microsoft.com/office/drawing/2014/main" id="{E4A679B9-BD50-1AA8-FC61-CE37E50996A1}"/>
                </a:ext>
              </a:extLst>
            </p:cNvPr>
            <p:cNvSpPr/>
            <p:nvPr/>
          </p:nvSpPr>
          <p:spPr>
            <a:xfrm>
              <a:off x="732917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7A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453">
              <a:extLst>
                <a:ext uri="{FF2B5EF4-FFF2-40B4-BE49-F238E27FC236}">
                  <a16:creationId xmlns:a16="http://schemas.microsoft.com/office/drawing/2014/main" id="{18BD7AD4-843B-6CCC-9F99-F4DCA5D51535}"/>
                </a:ext>
              </a:extLst>
            </p:cNvPr>
            <p:cNvSpPr/>
            <p:nvPr/>
          </p:nvSpPr>
          <p:spPr>
            <a:xfrm>
              <a:off x="7332980" y="316864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254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CAB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454">
              <a:extLst>
                <a:ext uri="{FF2B5EF4-FFF2-40B4-BE49-F238E27FC236}">
                  <a16:creationId xmlns:a16="http://schemas.microsoft.com/office/drawing/2014/main" id="{E55EF7F2-BE8E-6074-78B4-F5472962E1A0}"/>
                </a:ext>
              </a:extLst>
            </p:cNvPr>
            <p:cNvSpPr/>
            <p:nvPr/>
          </p:nvSpPr>
          <p:spPr>
            <a:xfrm>
              <a:off x="733552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0AB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455">
              <a:extLst>
                <a:ext uri="{FF2B5EF4-FFF2-40B4-BE49-F238E27FC236}">
                  <a16:creationId xmlns:a16="http://schemas.microsoft.com/office/drawing/2014/main" id="{64CAB272-40B7-FA2B-ACA1-0F044448A3FC}"/>
                </a:ext>
              </a:extLst>
            </p:cNvPr>
            <p:cNvSpPr/>
            <p:nvPr/>
          </p:nvSpPr>
          <p:spPr>
            <a:xfrm>
              <a:off x="733933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4AB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456">
              <a:extLst>
                <a:ext uri="{FF2B5EF4-FFF2-40B4-BE49-F238E27FC236}">
                  <a16:creationId xmlns:a16="http://schemas.microsoft.com/office/drawing/2014/main" id="{D258A58C-E3AF-371C-C356-B86B8894A807}"/>
                </a:ext>
              </a:extLst>
            </p:cNvPr>
            <p:cNvSpPr/>
            <p:nvPr/>
          </p:nvSpPr>
          <p:spPr>
            <a:xfrm>
              <a:off x="734314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8AB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457">
              <a:extLst>
                <a:ext uri="{FF2B5EF4-FFF2-40B4-BE49-F238E27FC236}">
                  <a16:creationId xmlns:a16="http://schemas.microsoft.com/office/drawing/2014/main" id="{7C86C202-7BDC-F6C9-B60B-6EB62EB7535E}"/>
                </a:ext>
              </a:extLst>
            </p:cNvPr>
            <p:cNvSpPr/>
            <p:nvPr/>
          </p:nvSpPr>
          <p:spPr>
            <a:xfrm>
              <a:off x="734695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BAC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458">
              <a:extLst>
                <a:ext uri="{FF2B5EF4-FFF2-40B4-BE49-F238E27FC236}">
                  <a16:creationId xmlns:a16="http://schemas.microsoft.com/office/drawing/2014/main" id="{2CAFED87-35BD-6A5C-8C0F-C66B180C3AF1}"/>
                </a:ext>
              </a:extLst>
            </p:cNvPr>
            <p:cNvSpPr/>
            <p:nvPr/>
          </p:nvSpPr>
          <p:spPr>
            <a:xfrm>
              <a:off x="735076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7AC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459">
              <a:extLst>
                <a:ext uri="{FF2B5EF4-FFF2-40B4-BE49-F238E27FC236}">
                  <a16:creationId xmlns:a16="http://schemas.microsoft.com/office/drawing/2014/main" id="{F5D6F148-34EA-E7AC-9170-38C9F4D045BA}"/>
                </a:ext>
              </a:extLst>
            </p:cNvPr>
            <p:cNvSpPr/>
            <p:nvPr/>
          </p:nvSpPr>
          <p:spPr>
            <a:xfrm>
              <a:off x="7354570" y="316864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253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2539" y="5080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D3AC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460">
              <a:extLst>
                <a:ext uri="{FF2B5EF4-FFF2-40B4-BE49-F238E27FC236}">
                  <a16:creationId xmlns:a16="http://schemas.microsoft.com/office/drawing/2014/main" id="{E0064DA1-890B-C535-1E39-081274E0AF4A}"/>
                </a:ext>
              </a:extLst>
            </p:cNvPr>
            <p:cNvSpPr/>
            <p:nvPr/>
          </p:nvSpPr>
          <p:spPr>
            <a:xfrm>
              <a:off x="735711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FAC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461">
              <a:extLst>
                <a:ext uri="{FF2B5EF4-FFF2-40B4-BE49-F238E27FC236}">
                  <a16:creationId xmlns:a16="http://schemas.microsoft.com/office/drawing/2014/main" id="{4F562CE5-574C-259B-0389-F9860709D2D9}"/>
                </a:ext>
              </a:extLst>
            </p:cNvPr>
            <p:cNvSpPr/>
            <p:nvPr/>
          </p:nvSpPr>
          <p:spPr>
            <a:xfrm>
              <a:off x="736092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AAC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462">
              <a:extLst>
                <a:ext uri="{FF2B5EF4-FFF2-40B4-BE49-F238E27FC236}">
                  <a16:creationId xmlns:a16="http://schemas.microsoft.com/office/drawing/2014/main" id="{5EE6CBB2-5CB3-EAC9-4E54-5E523F81D9EB}"/>
                </a:ext>
              </a:extLst>
            </p:cNvPr>
            <p:cNvSpPr/>
            <p:nvPr/>
          </p:nvSpPr>
          <p:spPr>
            <a:xfrm>
              <a:off x="736473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127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1270" y="50800"/>
                  </a:lnTo>
                  <a:lnTo>
                    <a:pt x="1270" y="49529"/>
                  </a:lnTo>
                  <a:lnTo>
                    <a:pt x="3810" y="49529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6A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463">
              <a:extLst>
                <a:ext uri="{FF2B5EF4-FFF2-40B4-BE49-F238E27FC236}">
                  <a16:creationId xmlns:a16="http://schemas.microsoft.com/office/drawing/2014/main" id="{FE4405F0-8E2C-A11F-3E14-ED416AFC919B}"/>
                </a:ext>
              </a:extLst>
            </p:cNvPr>
            <p:cNvSpPr/>
            <p:nvPr/>
          </p:nvSpPr>
          <p:spPr>
            <a:xfrm>
              <a:off x="736854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0" y="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2AC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464">
              <a:extLst>
                <a:ext uri="{FF2B5EF4-FFF2-40B4-BE49-F238E27FC236}">
                  <a16:creationId xmlns:a16="http://schemas.microsoft.com/office/drawing/2014/main" id="{666B2517-6601-ADB7-A54E-137E9B57BC5A}"/>
                </a:ext>
              </a:extLst>
            </p:cNvPr>
            <p:cNvSpPr/>
            <p:nvPr/>
          </p:nvSpPr>
          <p:spPr>
            <a:xfrm>
              <a:off x="737235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EAC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465">
              <a:extLst>
                <a:ext uri="{FF2B5EF4-FFF2-40B4-BE49-F238E27FC236}">
                  <a16:creationId xmlns:a16="http://schemas.microsoft.com/office/drawing/2014/main" id="{8C9D133D-C12C-89CF-467F-B2310DFA7929}"/>
                </a:ext>
              </a:extLst>
            </p:cNvPr>
            <p:cNvSpPr/>
            <p:nvPr/>
          </p:nvSpPr>
          <p:spPr>
            <a:xfrm>
              <a:off x="737616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AC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466">
              <a:extLst>
                <a:ext uri="{FF2B5EF4-FFF2-40B4-BE49-F238E27FC236}">
                  <a16:creationId xmlns:a16="http://schemas.microsoft.com/office/drawing/2014/main" id="{75D5D10E-E4FA-BD06-E06A-DE2463E324F6}"/>
                </a:ext>
              </a:extLst>
            </p:cNvPr>
            <p:cNvSpPr/>
            <p:nvPr/>
          </p:nvSpPr>
          <p:spPr>
            <a:xfrm>
              <a:off x="737997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5A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467">
              <a:extLst>
                <a:ext uri="{FF2B5EF4-FFF2-40B4-BE49-F238E27FC236}">
                  <a16:creationId xmlns:a16="http://schemas.microsoft.com/office/drawing/2014/main" id="{ACB7FC7D-620A-41B1-0613-C3B0BA70203F}"/>
                </a:ext>
              </a:extLst>
            </p:cNvPr>
            <p:cNvSpPr/>
            <p:nvPr/>
          </p:nvSpPr>
          <p:spPr>
            <a:xfrm>
              <a:off x="7383780" y="3169919"/>
              <a:ext cx="2540" cy="46990"/>
            </a:xfrm>
            <a:custGeom>
              <a:avLst/>
              <a:gdLst/>
              <a:ahLst/>
              <a:cxnLst/>
              <a:rect l="l" t="t" r="r" b="b"/>
              <a:pathLst>
                <a:path w="2540" h="46989">
                  <a:moveTo>
                    <a:pt x="1270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1270" y="46989"/>
                  </a:lnTo>
                  <a:lnTo>
                    <a:pt x="1270" y="45719"/>
                  </a:lnTo>
                  <a:lnTo>
                    <a:pt x="2540" y="4571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1AC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468">
              <a:extLst>
                <a:ext uri="{FF2B5EF4-FFF2-40B4-BE49-F238E27FC236}">
                  <a16:creationId xmlns:a16="http://schemas.microsoft.com/office/drawing/2014/main" id="{5387B153-0000-CD01-E5FE-205EDD50994F}"/>
                </a:ext>
              </a:extLst>
            </p:cNvPr>
            <p:cNvSpPr/>
            <p:nvPr/>
          </p:nvSpPr>
          <p:spPr>
            <a:xfrm>
              <a:off x="7386320" y="317118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3809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DAC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469">
              <a:extLst>
                <a:ext uri="{FF2B5EF4-FFF2-40B4-BE49-F238E27FC236}">
                  <a16:creationId xmlns:a16="http://schemas.microsoft.com/office/drawing/2014/main" id="{C9EE064E-06F1-2C29-337B-76D2AD436711}"/>
                </a:ext>
              </a:extLst>
            </p:cNvPr>
            <p:cNvSpPr/>
            <p:nvPr/>
          </p:nvSpPr>
          <p:spPr>
            <a:xfrm>
              <a:off x="7390130" y="317118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10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3810" y="431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8AC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470">
              <a:extLst>
                <a:ext uri="{FF2B5EF4-FFF2-40B4-BE49-F238E27FC236}">
                  <a16:creationId xmlns:a16="http://schemas.microsoft.com/office/drawing/2014/main" id="{12254C19-D917-3B78-210C-21BE53C9E6AA}"/>
                </a:ext>
              </a:extLst>
            </p:cNvPr>
            <p:cNvSpPr/>
            <p:nvPr/>
          </p:nvSpPr>
          <p:spPr>
            <a:xfrm>
              <a:off x="7393940" y="317118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253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A4AC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471">
              <a:extLst>
                <a:ext uri="{FF2B5EF4-FFF2-40B4-BE49-F238E27FC236}">
                  <a16:creationId xmlns:a16="http://schemas.microsoft.com/office/drawing/2014/main" id="{0B224CCE-9482-54CE-EB0A-CD0341121A52}"/>
                </a:ext>
              </a:extLst>
            </p:cNvPr>
            <p:cNvSpPr/>
            <p:nvPr/>
          </p:nvSpPr>
          <p:spPr>
            <a:xfrm>
              <a:off x="7397750" y="31724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0AB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472">
              <a:extLst>
                <a:ext uri="{FF2B5EF4-FFF2-40B4-BE49-F238E27FC236}">
                  <a16:creationId xmlns:a16="http://schemas.microsoft.com/office/drawing/2014/main" id="{63BEC54D-9FAA-5318-8D17-D22755FD3AEE}"/>
                </a:ext>
              </a:extLst>
            </p:cNvPr>
            <p:cNvSpPr/>
            <p:nvPr/>
          </p:nvSpPr>
          <p:spPr>
            <a:xfrm>
              <a:off x="7401560" y="317372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69">
                  <a:moveTo>
                    <a:pt x="3810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473">
              <a:extLst>
                <a:ext uri="{FF2B5EF4-FFF2-40B4-BE49-F238E27FC236}">
                  <a16:creationId xmlns:a16="http://schemas.microsoft.com/office/drawing/2014/main" id="{054C9C1F-1DDE-6C52-61EE-3399B8E65DE8}"/>
                </a:ext>
              </a:extLst>
            </p:cNvPr>
            <p:cNvSpPr/>
            <p:nvPr/>
          </p:nvSpPr>
          <p:spPr>
            <a:xfrm>
              <a:off x="7405370" y="3173729"/>
              <a:ext cx="2540" cy="38100"/>
            </a:xfrm>
            <a:custGeom>
              <a:avLst/>
              <a:gdLst/>
              <a:ahLst/>
              <a:cxnLst/>
              <a:rect l="l" t="t" r="r" b="b"/>
              <a:pathLst>
                <a:path w="2540" h="38100">
                  <a:moveTo>
                    <a:pt x="2539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2539" y="3810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97AB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474">
              <a:extLst>
                <a:ext uri="{FF2B5EF4-FFF2-40B4-BE49-F238E27FC236}">
                  <a16:creationId xmlns:a16="http://schemas.microsoft.com/office/drawing/2014/main" id="{8587872C-CE76-636B-D6D0-F1CC740AC6A1}"/>
                </a:ext>
              </a:extLst>
            </p:cNvPr>
            <p:cNvSpPr/>
            <p:nvPr/>
          </p:nvSpPr>
          <p:spPr>
            <a:xfrm>
              <a:off x="7407910" y="317372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1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3AB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475">
              <a:extLst>
                <a:ext uri="{FF2B5EF4-FFF2-40B4-BE49-F238E27FC236}">
                  <a16:creationId xmlns:a16="http://schemas.microsoft.com/office/drawing/2014/main" id="{9E90A303-DFD4-0EF0-06C1-1ED5E458C623}"/>
                </a:ext>
              </a:extLst>
            </p:cNvPr>
            <p:cNvSpPr/>
            <p:nvPr/>
          </p:nvSpPr>
          <p:spPr>
            <a:xfrm>
              <a:off x="7411720" y="317499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30">
                  <a:moveTo>
                    <a:pt x="3809" y="0"/>
                  </a:moveTo>
                  <a:lnTo>
                    <a:pt x="0" y="0"/>
                  </a:lnTo>
                  <a:lnTo>
                    <a:pt x="0" y="36829"/>
                  </a:lnTo>
                  <a:lnTo>
                    <a:pt x="3809" y="3682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FA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476">
              <a:extLst>
                <a:ext uri="{FF2B5EF4-FFF2-40B4-BE49-F238E27FC236}">
                  <a16:creationId xmlns:a16="http://schemas.microsoft.com/office/drawing/2014/main" id="{8A02B373-D975-99EC-3EDE-0C973A987D4A}"/>
                </a:ext>
              </a:extLst>
            </p:cNvPr>
            <p:cNvSpPr/>
            <p:nvPr/>
          </p:nvSpPr>
          <p:spPr>
            <a:xfrm>
              <a:off x="7415530" y="3176269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89">
                  <a:moveTo>
                    <a:pt x="381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BA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477">
              <a:extLst>
                <a:ext uri="{FF2B5EF4-FFF2-40B4-BE49-F238E27FC236}">
                  <a16:creationId xmlns:a16="http://schemas.microsoft.com/office/drawing/2014/main" id="{BA1C6E5F-8942-2F22-5AF4-CA8E95CFF461}"/>
                </a:ext>
              </a:extLst>
            </p:cNvPr>
            <p:cNvSpPr/>
            <p:nvPr/>
          </p:nvSpPr>
          <p:spPr>
            <a:xfrm>
              <a:off x="7419340" y="317753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2539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2539" y="33020"/>
                  </a:lnTo>
                  <a:lnTo>
                    <a:pt x="2539" y="31750"/>
                  </a:lnTo>
                  <a:lnTo>
                    <a:pt x="3809" y="3175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86A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478">
              <a:extLst>
                <a:ext uri="{FF2B5EF4-FFF2-40B4-BE49-F238E27FC236}">
                  <a16:creationId xmlns:a16="http://schemas.microsoft.com/office/drawing/2014/main" id="{78B2496E-6D3B-D446-3368-3F268EDF43FD}"/>
                </a:ext>
              </a:extLst>
            </p:cNvPr>
            <p:cNvSpPr/>
            <p:nvPr/>
          </p:nvSpPr>
          <p:spPr>
            <a:xfrm>
              <a:off x="7423150" y="3178809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09" h="30480">
                  <a:moveTo>
                    <a:pt x="3809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1270" y="30479"/>
                  </a:lnTo>
                  <a:lnTo>
                    <a:pt x="1270" y="29210"/>
                  </a:lnTo>
                  <a:lnTo>
                    <a:pt x="3809" y="292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2A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479">
              <a:extLst>
                <a:ext uri="{FF2B5EF4-FFF2-40B4-BE49-F238E27FC236}">
                  <a16:creationId xmlns:a16="http://schemas.microsoft.com/office/drawing/2014/main" id="{6566591A-AFD4-12AE-CB91-F74C9923E3F9}"/>
                </a:ext>
              </a:extLst>
            </p:cNvPr>
            <p:cNvSpPr/>
            <p:nvPr/>
          </p:nvSpPr>
          <p:spPr>
            <a:xfrm>
              <a:off x="7426960" y="3178809"/>
              <a:ext cx="2540" cy="29209"/>
            </a:xfrm>
            <a:custGeom>
              <a:avLst/>
              <a:gdLst/>
              <a:ahLst/>
              <a:cxnLst/>
              <a:rect l="l" t="t" r="r" b="b"/>
              <a:pathLst>
                <a:path w="2540" h="29210">
                  <a:moveTo>
                    <a:pt x="127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1270" y="29210"/>
                  </a:lnTo>
                  <a:lnTo>
                    <a:pt x="1270" y="27939"/>
                  </a:lnTo>
                  <a:lnTo>
                    <a:pt x="2540" y="2793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7EA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480">
              <a:extLst>
                <a:ext uri="{FF2B5EF4-FFF2-40B4-BE49-F238E27FC236}">
                  <a16:creationId xmlns:a16="http://schemas.microsoft.com/office/drawing/2014/main" id="{EC39026B-DFEC-E8B1-4636-BA533BD63125}"/>
                </a:ext>
              </a:extLst>
            </p:cNvPr>
            <p:cNvSpPr/>
            <p:nvPr/>
          </p:nvSpPr>
          <p:spPr>
            <a:xfrm>
              <a:off x="7429500" y="318007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2539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3809" y="2540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7AAB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481">
              <a:extLst>
                <a:ext uri="{FF2B5EF4-FFF2-40B4-BE49-F238E27FC236}">
                  <a16:creationId xmlns:a16="http://schemas.microsoft.com/office/drawing/2014/main" id="{CFB9CFEC-31A1-4100-D1D9-3295C3D0D753}"/>
                </a:ext>
              </a:extLst>
            </p:cNvPr>
            <p:cNvSpPr/>
            <p:nvPr/>
          </p:nvSpPr>
          <p:spPr>
            <a:xfrm>
              <a:off x="7433310" y="3182619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09" h="21589">
                  <a:moveTo>
                    <a:pt x="2540" y="0"/>
                  </a:moveTo>
                  <a:lnTo>
                    <a:pt x="0" y="0"/>
                  </a:lnTo>
                  <a:lnTo>
                    <a:pt x="0" y="21589"/>
                  </a:lnTo>
                  <a:lnTo>
                    <a:pt x="3810" y="21589"/>
                  </a:lnTo>
                  <a:lnTo>
                    <a:pt x="381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5A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482">
              <a:extLst>
                <a:ext uri="{FF2B5EF4-FFF2-40B4-BE49-F238E27FC236}">
                  <a16:creationId xmlns:a16="http://schemas.microsoft.com/office/drawing/2014/main" id="{1AEE7B32-7B8F-D2E3-CD2C-030C3937917C}"/>
                </a:ext>
              </a:extLst>
            </p:cNvPr>
            <p:cNvSpPr/>
            <p:nvPr/>
          </p:nvSpPr>
          <p:spPr>
            <a:xfrm>
              <a:off x="7437120" y="3185159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09" h="17780">
                  <a:moveTo>
                    <a:pt x="2540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1270" y="17779"/>
                  </a:lnTo>
                  <a:lnTo>
                    <a:pt x="1270" y="16510"/>
                  </a:lnTo>
                  <a:lnTo>
                    <a:pt x="3809" y="16510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1A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483">
              <a:extLst>
                <a:ext uri="{FF2B5EF4-FFF2-40B4-BE49-F238E27FC236}">
                  <a16:creationId xmlns:a16="http://schemas.microsoft.com/office/drawing/2014/main" id="{3D2DB7BE-0212-1100-0F25-04D37D9CEAE6}"/>
                </a:ext>
              </a:extLst>
            </p:cNvPr>
            <p:cNvSpPr/>
            <p:nvPr/>
          </p:nvSpPr>
          <p:spPr>
            <a:xfrm>
              <a:off x="7440930" y="3187699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127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0160"/>
                  </a:lnTo>
                  <a:lnTo>
                    <a:pt x="2540" y="10160"/>
                  </a:lnTo>
                  <a:lnTo>
                    <a:pt x="2540" y="8889"/>
                  </a:lnTo>
                  <a:lnTo>
                    <a:pt x="3810" y="8889"/>
                  </a:lnTo>
                  <a:lnTo>
                    <a:pt x="3810" y="2539"/>
                  </a:lnTo>
                  <a:lnTo>
                    <a:pt x="2540" y="2539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6D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484">
              <a:extLst>
                <a:ext uri="{FF2B5EF4-FFF2-40B4-BE49-F238E27FC236}">
                  <a16:creationId xmlns:a16="http://schemas.microsoft.com/office/drawing/2014/main" id="{FFD19A8D-6E4C-600F-E867-C0CBC83A8EA3}"/>
                </a:ext>
              </a:extLst>
            </p:cNvPr>
            <p:cNvSpPr/>
            <p:nvPr/>
          </p:nvSpPr>
          <p:spPr>
            <a:xfrm>
              <a:off x="7509510" y="3188969"/>
              <a:ext cx="2540" cy="158750"/>
            </a:xfrm>
            <a:custGeom>
              <a:avLst/>
              <a:gdLst/>
              <a:ahLst/>
              <a:cxnLst/>
              <a:rect l="l" t="t" r="r" b="b"/>
              <a:pathLst>
                <a:path w="2540" h="158750">
                  <a:moveTo>
                    <a:pt x="2540" y="156222"/>
                  </a:moveTo>
                  <a:lnTo>
                    <a:pt x="1270" y="156222"/>
                  </a:lnTo>
                  <a:lnTo>
                    <a:pt x="1270" y="158750"/>
                  </a:lnTo>
                  <a:lnTo>
                    <a:pt x="2540" y="158750"/>
                  </a:lnTo>
                  <a:lnTo>
                    <a:pt x="2540" y="156222"/>
                  </a:lnTo>
                  <a:close/>
                </a:path>
                <a:path w="2540" h="158750">
                  <a:moveTo>
                    <a:pt x="2540" y="0"/>
                  </a:moveTo>
                  <a:lnTo>
                    <a:pt x="1270" y="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56210"/>
                  </a:lnTo>
                  <a:lnTo>
                    <a:pt x="2540" y="156210"/>
                  </a:lnTo>
                  <a:lnTo>
                    <a:pt x="2540" y="254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485">
              <a:extLst>
                <a:ext uri="{FF2B5EF4-FFF2-40B4-BE49-F238E27FC236}">
                  <a16:creationId xmlns:a16="http://schemas.microsoft.com/office/drawing/2014/main" id="{74E5DA75-B800-E970-D352-0C13A359B33E}"/>
                </a:ext>
              </a:extLst>
            </p:cNvPr>
            <p:cNvSpPr/>
            <p:nvPr/>
          </p:nvSpPr>
          <p:spPr>
            <a:xfrm>
              <a:off x="7512050" y="3186429"/>
              <a:ext cx="3810" cy="163830"/>
            </a:xfrm>
            <a:custGeom>
              <a:avLst/>
              <a:gdLst/>
              <a:ahLst/>
              <a:cxnLst/>
              <a:rect l="l" t="t" r="r" b="b"/>
              <a:pathLst>
                <a:path w="3809" h="16382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58750"/>
                  </a:lnTo>
                  <a:lnTo>
                    <a:pt x="0" y="162560"/>
                  </a:lnTo>
                  <a:lnTo>
                    <a:pt x="1270" y="162560"/>
                  </a:lnTo>
                  <a:lnTo>
                    <a:pt x="1270" y="163830"/>
                  </a:lnTo>
                  <a:lnTo>
                    <a:pt x="3810" y="163830"/>
                  </a:lnTo>
                  <a:lnTo>
                    <a:pt x="3810" y="162560"/>
                  </a:lnTo>
                  <a:lnTo>
                    <a:pt x="3810" y="15875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A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486">
              <a:extLst>
                <a:ext uri="{FF2B5EF4-FFF2-40B4-BE49-F238E27FC236}">
                  <a16:creationId xmlns:a16="http://schemas.microsoft.com/office/drawing/2014/main" id="{3D094144-2790-1A51-C256-1AE7CA379952}"/>
                </a:ext>
              </a:extLst>
            </p:cNvPr>
            <p:cNvSpPr/>
            <p:nvPr/>
          </p:nvSpPr>
          <p:spPr>
            <a:xfrm>
              <a:off x="7515860" y="3183889"/>
              <a:ext cx="3810" cy="168910"/>
            </a:xfrm>
            <a:custGeom>
              <a:avLst/>
              <a:gdLst/>
              <a:ahLst/>
              <a:cxnLst/>
              <a:rect l="l" t="t" r="r" b="b"/>
              <a:pathLst>
                <a:path w="3809" h="16891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61290"/>
                  </a:lnTo>
                  <a:lnTo>
                    <a:pt x="0" y="167640"/>
                  </a:lnTo>
                  <a:lnTo>
                    <a:pt x="2540" y="167640"/>
                  </a:lnTo>
                  <a:lnTo>
                    <a:pt x="2540" y="168910"/>
                  </a:lnTo>
                  <a:lnTo>
                    <a:pt x="3810" y="168910"/>
                  </a:lnTo>
                  <a:lnTo>
                    <a:pt x="3810" y="167640"/>
                  </a:lnTo>
                  <a:lnTo>
                    <a:pt x="3810" y="16129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E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487">
              <a:extLst>
                <a:ext uri="{FF2B5EF4-FFF2-40B4-BE49-F238E27FC236}">
                  <a16:creationId xmlns:a16="http://schemas.microsoft.com/office/drawing/2014/main" id="{6A67284F-DC89-48BE-5228-C3F8D54251F0}"/>
                </a:ext>
              </a:extLst>
            </p:cNvPr>
            <p:cNvSpPr/>
            <p:nvPr/>
          </p:nvSpPr>
          <p:spPr>
            <a:xfrm>
              <a:off x="7519670" y="3181349"/>
              <a:ext cx="3810" cy="173990"/>
            </a:xfrm>
            <a:custGeom>
              <a:avLst/>
              <a:gdLst/>
              <a:ahLst/>
              <a:cxnLst/>
              <a:rect l="l" t="t" r="r" b="b"/>
              <a:pathLst>
                <a:path w="3809" h="17398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163830"/>
                  </a:lnTo>
                  <a:lnTo>
                    <a:pt x="0" y="172720"/>
                  </a:lnTo>
                  <a:lnTo>
                    <a:pt x="2540" y="172720"/>
                  </a:lnTo>
                  <a:lnTo>
                    <a:pt x="2540" y="173990"/>
                  </a:lnTo>
                  <a:lnTo>
                    <a:pt x="3810" y="173990"/>
                  </a:lnTo>
                  <a:lnTo>
                    <a:pt x="3810" y="172720"/>
                  </a:lnTo>
                  <a:lnTo>
                    <a:pt x="3810" y="16383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2A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488">
              <a:extLst>
                <a:ext uri="{FF2B5EF4-FFF2-40B4-BE49-F238E27FC236}">
                  <a16:creationId xmlns:a16="http://schemas.microsoft.com/office/drawing/2014/main" id="{2C9197EC-BE29-5F7C-6102-D237553C1FDA}"/>
                </a:ext>
              </a:extLst>
            </p:cNvPr>
            <p:cNvSpPr/>
            <p:nvPr/>
          </p:nvSpPr>
          <p:spPr>
            <a:xfrm>
              <a:off x="7523480" y="3180079"/>
              <a:ext cx="3810" cy="175260"/>
            </a:xfrm>
            <a:custGeom>
              <a:avLst/>
              <a:gdLst/>
              <a:ahLst/>
              <a:cxnLst/>
              <a:rect l="l" t="t" r="r" b="b"/>
              <a:pathLst>
                <a:path w="3809" h="175260">
                  <a:moveTo>
                    <a:pt x="3810" y="165112"/>
                  </a:moveTo>
                  <a:lnTo>
                    <a:pt x="0" y="165112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165112"/>
                  </a:lnTo>
                  <a:close/>
                </a:path>
                <a:path w="3809" h="17526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65100"/>
                  </a:lnTo>
                  <a:lnTo>
                    <a:pt x="3810" y="16510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6A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489">
              <a:extLst>
                <a:ext uri="{FF2B5EF4-FFF2-40B4-BE49-F238E27FC236}">
                  <a16:creationId xmlns:a16="http://schemas.microsoft.com/office/drawing/2014/main" id="{C04371F9-9F61-A925-C7F8-62638048FFB6}"/>
                </a:ext>
              </a:extLst>
            </p:cNvPr>
            <p:cNvSpPr/>
            <p:nvPr/>
          </p:nvSpPr>
          <p:spPr>
            <a:xfrm>
              <a:off x="7527290" y="3178809"/>
              <a:ext cx="3810" cy="179070"/>
            </a:xfrm>
            <a:custGeom>
              <a:avLst/>
              <a:gdLst/>
              <a:ahLst/>
              <a:cxnLst/>
              <a:rect l="l" t="t" r="r" b="b"/>
              <a:pathLst>
                <a:path w="3809" h="179070">
                  <a:moveTo>
                    <a:pt x="3810" y="0"/>
                  </a:moveTo>
                  <a:lnTo>
                    <a:pt x="0" y="0"/>
                  </a:lnTo>
                  <a:lnTo>
                    <a:pt x="0" y="166370"/>
                  </a:lnTo>
                  <a:lnTo>
                    <a:pt x="0" y="177800"/>
                  </a:lnTo>
                  <a:lnTo>
                    <a:pt x="1270" y="177800"/>
                  </a:lnTo>
                  <a:lnTo>
                    <a:pt x="1270" y="179070"/>
                  </a:lnTo>
                  <a:lnTo>
                    <a:pt x="3810" y="179070"/>
                  </a:lnTo>
                  <a:lnTo>
                    <a:pt x="3810" y="177800"/>
                  </a:lnTo>
                  <a:lnTo>
                    <a:pt x="3810" y="1663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BAA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490">
              <a:extLst>
                <a:ext uri="{FF2B5EF4-FFF2-40B4-BE49-F238E27FC236}">
                  <a16:creationId xmlns:a16="http://schemas.microsoft.com/office/drawing/2014/main" id="{E62FF7B5-6B3D-E548-B038-DF88077A9054}"/>
                </a:ext>
              </a:extLst>
            </p:cNvPr>
            <p:cNvSpPr/>
            <p:nvPr/>
          </p:nvSpPr>
          <p:spPr>
            <a:xfrm>
              <a:off x="7531100" y="3177539"/>
              <a:ext cx="2540" cy="181610"/>
            </a:xfrm>
            <a:custGeom>
              <a:avLst/>
              <a:gdLst/>
              <a:ahLst/>
              <a:cxnLst/>
              <a:rect l="l" t="t" r="r" b="b"/>
              <a:pathLst>
                <a:path w="2540" h="181610">
                  <a:moveTo>
                    <a:pt x="254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67640"/>
                  </a:lnTo>
                  <a:lnTo>
                    <a:pt x="0" y="180340"/>
                  </a:lnTo>
                  <a:lnTo>
                    <a:pt x="1270" y="180340"/>
                  </a:lnTo>
                  <a:lnTo>
                    <a:pt x="1270" y="181610"/>
                  </a:lnTo>
                  <a:lnTo>
                    <a:pt x="2540" y="181610"/>
                  </a:lnTo>
                  <a:lnTo>
                    <a:pt x="2540" y="180340"/>
                  </a:lnTo>
                  <a:lnTo>
                    <a:pt x="2540" y="16764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FA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491">
              <a:extLst>
                <a:ext uri="{FF2B5EF4-FFF2-40B4-BE49-F238E27FC236}">
                  <a16:creationId xmlns:a16="http://schemas.microsoft.com/office/drawing/2014/main" id="{76E0E0EA-D512-DA8A-13BE-3C42E324A689}"/>
                </a:ext>
              </a:extLst>
            </p:cNvPr>
            <p:cNvSpPr/>
            <p:nvPr/>
          </p:nvSpPr>
          <p:spPr>
            <a:xfrm>
              <a:off x="7533640" y="3176269"/>
              <a:ext cx="3810" cy="182880"/>
            </a:xfrm>
            <a:custGeom>
              <a:avLst/>
              <a:gdLst/>
              <a:ahLst/>
              <a:cxnLst/>
              <a:rect l="l" t="t" r="r" b="b"/>
              <a:pathLst>
                <a:path w="3809" h="182879">
                  <a:moveTo>
                    <a:pt x="3810" y="168922"/>
                  </a:moveTo>
                  <a:lnTo>
                    <a:pt x="0" y="168922"/>
                  </a:lnTo>
                  <a:lnTo>
                    <a:pt x="0" y="182880"/>
                  </a:lnTo>
                  <a:lnTo>
                    <a:pt x="3810" y="182880"/>
                  </a:lnTo>
                  <a:lnTo>
                    <a:pt x="3810" y="168922"/>
                  </a:lnTo>
                  <a:close/>
                </a:path>
                <a:path w="3809" h="18287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68910"/>
                  </a:lnTo>
                  <a:lnTo>
                    <a:pt x="3810" y="16891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3A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492">
              <a:extLst>
                <a:ext uri="{FF2B5EF4-FFF2-40B4-BE49-F238E27FC236}">
                  <a16:creationId xmlns:a16="http://schemas.microsoft.com/office/drawing/2014/main" id="{D11C4748-4876-201E-A14E-35DAFF7EF927}"/>
                </a:ext>
              </a:extLst>
            </p:cNvPr>
            <p:cNvSpPr/>
            <p:nvPr/>
          </p:nvSpPr>
          <p:spPr>
            <a:xfrm>
              <a:off x="7537450" y="317499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2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70180"/>
                  </a:lnTo>
                  <a:lnTo>
                    <a:pt x="0" y="184150"/>
                  </a:lnTo>
                  <a:lnTo>
                    <a:pt x="1270" y="184150"/>
                  </a:lnTo>
                  <a:lnTo>
                    <a:pt x="1270" y="185420"/>
                  </a:lnTo>
                  <a:lnTo>
                    <a:pt x="3810" y="185420"/>
                  </a:lnTo>
                  <a:lnTo>
                    <a:pt x="3810" y="184150"/>
                  </a:lnTo>
                  <a:lnTo>
                    <a:pt x="3810" y="17018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7A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493">
              <a:extLst>
                <a:ext uri="{FF2B5EF4-FFF2-40B4-BE49-F238E27FC236}">
                  <a16:creationId xmlns:a16="http://schemas.microsoft.com/office/drawing/2014/main" id="{1B3CA876-BB72-4E52-683B-61A4A02637FE}"/>
                </a:ext>
              </a:extLst>
            </p:cNvPr>
            <p:cNvSpPr/>
            <p:nvPr/>
          </p:nvSpPr>
          <p:spPr>
            <a:xfrm>
              <a:off x="7541260" y="3174999"/>
              <a:ext cx="3810" cy="186690"/>
            </a:xfrm>
            <a:custGeom>
              <a:avLst/>
              <a:gdLst/>
              <a:ahLst/>
              <a:cxnLst/>
              <a:rect l="l" t="t" r="r" b="b"/>
              <a:pathLst>
                <a:path w="3809" h="186689">
                  <a:moveTo>
                    <a:pt x="3810" y="170192"/>
                  </a:moveTo>
                  <a:lnTo>
                    <a:pt x="0" y="170192"/>
                  </a:lnTo>
                  <a:lnTo>
                    <a:pt x="0" y="186690"/>
                  </a:lnTo>
                  <a:lnTo>
                    <a:pt x="3810" y="186690"/>
                  </a:lnTo>
                  <a:lnTo>
                    <a:pt x="3810" y="170192"/>
                  </a:lnTo>
                  <a:close/>
                </a:path>
                <a:path w="3809" h="186689">
                  <a:moveTo>
                    <a:pt x="3810" y="0"/>
                  </a:moveTo>
                  <a:lnTo>
                    <a:pt x="0" y="0"/>
                  </a:lnTo>
                  <a:lnTo>
                    <a:pt x="0" y="170180"/>
                  </a:lnTo>
                  <a:lnTo>
                    <a:pt x="3810" y="1701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A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494">
              <a:extLst>
                <a:ext uri="{FF2B5EF4-FFF2-40B4-BE49-F238E27FC236}">
                  <a16:creationId xmlns:a16="http://schemas.microsoft.com/office/drawing/2014/main" id="{05664A9B-9AD2-AD2F-A83C-D5BCE3211E54}"/>
                </a:ext>
              </a:extLst>
            </p:cNvPr>
            <p:cNvSpPr/>
            <p:nvPr/>
          </p:nvSpPr>
          <p:spPr>
            <a:xfrm>
              <a:off x="7545070" y="3174999"/>
              <a:ext cx="3810" cy="187960"/>
            </a:xfrm>
            <a:custGeom>
              <a:avLst/>
              <a:gdLst/>
              <a:ahLst/>
              <a:cxnLst/>
              <a:rect l="l" t="t" r="r" b="b"/>
              <a:pathLst>
                <a:path w="3809" h="187960">
                  <a:moveTo>
                    <a:pt x="3810" y="0"/>
                  </a:moveTo>
                  <a:lnTo>
                    <a:pt x="0" y="0"/>
                  </a:lnTo>
                  <a:lnTo>
                    <a:pt x="0" y="170180"/>
                  </a:lnTo>
                  <a:lnTo>
                    <a:pt x="0" y="186690"/>
                  </a:lnTo>
                  <a:lnTo>
                    <a:pt x="1270" y="186690"/>
                  </a:lnTo>
                  <a:lnTo>
                    <a:pt x="1270" y="187960"/>
                  </a:lnTo>
                  <a:lnTo>
                    <a:pt x="3810" y="187960"/>
                  </a:lnTo>
                  <a:lnTo>
                    <a:pt x="3810" y="186690"/>
                  </a:lnTo>
                  <a:lnTo>
                    <a:pt x="3810" y="1701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0A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495">
              <a:extLst>
                <a:ext uri="{FF2B5EF4-FFF2-40B4-BE49-F238E27FC236}">
                  <a16:creationId xmlns:a16="http://schemas.microsoft.com/office/drawing/2014/main" id="{F1633248-D85A-6BDA-C078-1C0D7E2F286C}"/>
                </a:ext>
              </a:extLst>
            </p:cNvPr>
            <p:cNvSpPr/>
            <p:nvPr/>
          </p:nvSpPr>
          <p:spPr>
            <a:xfrm>
              <a:off x="7548880" y="3173729"/>
              <a:ext cx="3810" cy="189230"/>
            </a:xfrm>
            <a:custGeom>
              <a:avLst/>
              <a:gdLst/>
              <a:ahLst/>
              <a:cxnLst/>
              <a:rect l="l" t="t" r="r" b="b"/>
              <a:pathLst>
                <a:path w="3809" h="189229">
                  <a:moveTo>
                    <a:pt x="3810" y="171462"/>
                  </a:moveTo>
                  <a:lnTo>
                    <a:pt x="0" y="171462"/>
                  </a:lnTo>
                  <a:lnTo>
                    <a:pt x="0" y="189230"/>
                  </a:lnTo>
                  <a:lnTo>
                    <a:pt x="3810" y="189230"/>
                  </a:lnTo>
                  <a:lnTo>
                    <a:pt x="3810" y="171462"/>
                  </a:lnTo>
                  <a:close/>
                </a:path>
                <a:path w="3809" h="18922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71450"/>
                  </a:lnTo>
                  <a:lnTo>
                    <a:pt x="3810" y="17145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A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496">
              <a:extLst>
                <a:ext uri="{FF2B5EF4-FFF2-40B4-BE49-F238E27FC236}">
                  <a16:creationId xmlns:a16="http://schemas.microsoft.com/office/drawing/2014/main" id="{E2E9D1D6-611A-2589-341E-7E9281E6C45F}"/>
                </a:ext>
              </a:extLst>
            </p:cNvPr>
            <p:cNvSpPr/>
            <p:nvPr/>
          </p:nvSpPr>
          <p:spPr>
            <a:xfrm>
              <a:off x="7552690" y="3172459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7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72720"/>
                  </a:lnTo>
                  <a:lnTo>
                    <a:pt x="0" y="190500"/>
                  </a:lnTo>
                  <a:lnTo>
                    <a:pt x="1270" y="190500"/>
                  </a:lnTo>
                  <a:lnTo>
                    <a:pt x="1270" y="191770"/>
                  </a:lnTo>
                  <a:lnTo>
                    <a:pt x="3810" y="191770"/>
                  </a:lnTo>
                  <a:lnTo>
                    <a:pt x="3810" y="190500"/>
                  </a:lnTo>
                  <a:lnTo>
                    <a:pt x="3810" y="17272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8AA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497">
              <a:extLst>
                <a:ext uri="{FF2B5EF4-FFF2-40B4-BE49-F238E27FC236}">
                  <a16:creationId xmlns:a16="http://schemas.microsoft.com/office/drawing/2014/main" id="{44DD4509-B230-BE9C-648C-736138B8F40B}"/>
                </a:ext>
              </a:extLst>
            </p:cNvPr>
            <p:cNvSpPr/>
            <p:nvPr/>
          </p:nvSpPr>
          <p:spPr>
            <a:xfrm>
              <a:off x="7556500" y="3172459"/>
              <a:ext cx="2540" cy="191770"/>
            </a:xfrm>
            <a:custGeom>
              <a:avLst/>
              <a:gdLst/>
              <a:ahLst/>
              <a:cxnLst/>
              <a:rect l="l" t="t" r="r" b="b"/>
              <a:pathLst>
                <a:path w="2540" h="191770">
                  <a:moveTo>
                    <a:pt x="2540" y="172732"/>
                  </a:moveTo>
                  <a:lnTo>
                    <a:pt x="0" y="172732"/>
                  </a:lnTo>
                  <a:lnTo>
                    <a:pt x="0" y="191770"/>
                  </a:lnTo>
                  <a:lnTo>
                    <a:pt x="2540" y="191770"/>
                  </a:lnTo>
                  <a:lnTo>
                    <a:pt x="2540" y="172732"/>
                  </a:lnTo>
                  <a:close/>
                </a:path>
                <a:path w="2540" h="191770">
                  <a:moveTo>
                    <a:pt x="2540" y="0"/>
                  </a:moveTo>
                  <a:lnTo>
                    <a:pt x="0" y="0"/>
                  </a:lnTo>
                  <a:lnTo>
                    <a:pt x="0" y="172720"/>
                  </a:lnTo>
                  <a:lnTo>
                    <a:pt x="2540" y="17272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DAA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498">
              <a:extLst>
                <a:ext uri="{FF2B5EF4-FFF2-40B4-BE49-F238E27FC236}">
                  <a16:creationId xmlns:a16="http://schemas.microsoft.com/office/drawing/2014/main" id="{27A35581-FFD3-9288-2AD3-3C1F59A47A59}"/>
                </a:ext>
              </a:extLst>
            </p:cNvPr>
            <p:cNvSpPr/>
            <p:nvPr/>
          </p:nvSpPr>
          <p:spPr>
            <a:xfrm>
              <a:off x="7559040" y="3172459"/>
              <a:ext cx="3810" cy="193040"/>
            </a:xfrm>
            <a:custGeom>
              <a:avLst/>
              <a:gdLst/>
              <a:ahLst/>
              <a:cxnLst/>
              <a:rect l="l" t="t" r="r" b="b"/>
              <a:pathLst>
                <a:path w="3809" h="193039">
                  <a:moveTo>
                    <a:pt x="3810" y="172732"/>
                  </a:moveTo>
                  <a:lnTo>
                    <a:pt x="0" y="172732"/>
                  </a:lnTo>
                  <a:lnTo>
                    <a:pt x="0" y="193040"/>
                  </a:lnTo>
                  <a:lnTo>
                    <a:pt x="3810" y="193040"/>
                  </a:lnTo>
                  <a:lnTo>
                    <a:pt x="3810" y="172732"/>
                  </a:lnTo>
                  <a:close/>
                </a:path>
                <a:path w="3809" h="193039">
                  <a:moveTo>
                    <a:pt x="3810" y="0"/>
                  </a:moveTo>
                  <a:lnTo>
                    <a:pt x="0" y="0"/>
                  </a:lnTo>
                  <a:lnTo>
                    <a:pt x="0" y="172720"/>
                  </a:lnTo>
                  <a:lnTo>
                    <a:pt x="3810" y="1727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1AA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499">
              <a:extLst>
                <a:ext uri="{FF2B5EF4-FFF2-40B4-BE49-F238E27FC236}">
                  <a16:creationId xmlns:a16="http://schemas.microsoft.com/office/drawing/2014/main" id="{A2F6D86C-D962-E1A2-6B86-984FDD9AABF2}"/>
                </a:ext>
              </a:extLst>
            </p:cNvPr>
            <p:cNvSpPr/>
            <p:nvPr/>
          </p:nvSpPr>
          <p:spPr>
            <a:xfrm>
              <a:off x="7562850" y="317118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174002"/>
                  </a:moveTo>
                  <a:lnTo>
                    <a:pt x="0" y="174002"/>
                  </a:lnTo>
                  <a:lnTo>
                    <a:pt x="0" y="194310"/>
                  </a:lnTo>
                  <a:lnTo>
                    <a:pt x="3810" y="194310"/>
                  </a:lnTo>
                  <a:lnTo>
                    <a:pt x="3810" y="174002"/>
                  </a:lnTo>
                  <a:close/>
                </a:path>
                <a:path w="3809" h="19431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173990"/>
                  </a:lnTo>
                  <a:lnTo>
                    <a:pt x="3810" y="17399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5A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500">
              <a:extLst>
                <a:ext uri="{FF2B5EF4-FFF2-40B4-BE49-F238E27FC236}">
                  <a16:creationId xmlns:a16="http://schemas.microsoft.com/office/drawing/2014/main" id="{04565DB9-A123-26BF-6EC9-B4E28DB7A9B5}"/>
                </a:ext>
              </a:extLst>
            </p:cNvPr>
            <p:cNvSpPr/>
            <p:nvPr/>
          </p:nvSpPr>
          <p:spPr>
            <a:xfrm>
              <a:off x="7566660" y="317118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174002"/>
                  </a:moveTo>
                  <a:lnTo>
                    <a:pt x="0" y="174002"/>
                  </a:lnTo>
                  <a:lnTo>
                    <a:pt x="0" y="194310"/>
                  </a:lnTo>
                  <a:lnTo>
                    <a:pt x="3810" y="194310"/>
                  </a:lnTo>
                  <a:lnTo>
                    <a:pt x="3810" y="174002"/>
                  </a:lnTo>
                  <a:close/>
                </a:path>
                <a:path w="3809" h="194310">
                  <a:moveTo>
                    <a:pt x="3810" y="0"/>
                  </a:moveTo>
                  <a:lnTo>
                    <a:pt x="0" y="0"/>
                  </a:lnTo>
                  <a:lnTo>
                    <a:pt x="0" y="173990"/>
                  </a:lnTo>
                  <a:lnTo>
                    <a:pt x="3810" y="17399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A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501">
              <a:extLst>
                <a:ext uri="{FF2B5EF4-FFF2-40B4-BE49-F238E27FC236}">
                  <a16:creationId xmlns:a16="http://schemas.microsoft.com/office/drawing/2014/main" id="{5D1E2E7E-20E2-D054-947E-8808CB604C9B}"/>
                </a:ext>
              </a:extLst>
            </p:cNvPr>
            <p:cNvSpPr/>
            <p:nvPr/>
          </p:nvSpPr>
          <p:spPr>
            <a:xfrm>
              <a:off x="757047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175272"/>
                  </a:lnTo>
                  <a:close/>
                </a:path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EAB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502">
              <a:extLst>
                <a:ext uri="{FF2B5EF4-FFF2-40B4-BE49-F238E27FC236}">
                  <a16:creationId xmlns:a16="http://schemas.microsoft.com/office/drawing/2014/main" id="{5A4F4699-04E0-B0F5-F728-5E53F2B26872}"/>
                </a:ext>
              </a:extLst>
            </p:cNvPr>
            <p:cNvSpPr/>
            <p:nvPr/>
          </p:nvSpPr>
          <p:spPr>
            <a:xfrm>
              <a:off x="757428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175272"/>
                  </a:lnTo>
                  <a:close/>
                </a:path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2AB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503">
              <a:extLst>
                <a:ext uri="{FF2B5EF4-FFF2-40B4-BE49-F238E27FC236}">
                  <a16:creationId xmlns:a16="http://schemas.microsoft.com/office/drawing/2014/main" id="{1D4CE71B-51B4-717C-83C7-27309FB5E395}"/>
                </a:ext>
              </a:extLst>
            </p:cNvPr>
            <p:cNvSpPr/>
            <p:nvPr/>
          </p:nvSpPr>
          <p:spPr>
            <a:xfrm>
              <a:off x="7578090" y="3169919"/>
              <a:ext cx="2540" cy="196850"/>
            </a:xfrm>
            <a:custGeom>
              <a:avLst/>
              <a:gdLst/>
              <a:ahLst/>
              <a:cxnLst/>
              <a:rect l="l" t="t" r="r" b="b"/>
              <a:pathLst>
                <a:path w="2540" h="196850">
                  <a:moveTo>
                    <a:pt x="254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2540" y="196850"/>
                  </a:lnTo>
                  <a:lnTo>
                    <a:pt x="2540" y="175272"/>
                  </a:lnTo>
                  <a:close/>
                </a:path>
                <a:path w="2540" h="196850">
                  <a:moveTo>
                    <a:pt x="254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2540" y="17526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6A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504">
              <a:extLst>
                <a:ext uri="{FF2B5EF4-FFF2-40B4-BE49-F238E27FC236}">
                  <a16:creationId xmlns:a16="http://schemas.microsoft.com/office/drawing/2014/main" id="{26D9F8E2-2B2C-15EF-64D9-C58D007DEE53}"/>
                </a:ext>
              </a:extLst>
            </p:cNvPr>
            <p:cNvSpPr/>
            <p:nvPr/>
          </p:nvSpPr>
          <p:spPr>
            <a:xfrm>
              <a:off x="758063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175272"/>
                  </a:lnTo>
                  <a:close/>
                </a:path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AAB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505">
              <a:extLst>
                <a:ext uri="{FF2B5EF4-FFF2-40B4-BE49-F238E27FC236}">
                  <a16:creationId xmlns:a16="http://schemas.microsoft.com/office/drawing/2014/main" id="{DFFCA263-E12A-73A7-C2BA-A62671885101}"/>
                </a:ext>
              </a:extLst>
            </p:cNvPr>
            <p:cNvSpPr/>
            <p:nvPr/>
          </p:nvSpPr>
          <p:spPr>
            <a:xfrm>
              <a:off x="758444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175272"/>
                  </a:lnTo>
                  <a:close/>
                </a:path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FAB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506">
              <a:extLst>
                <a:ext uri="{FF2B5EF4-FFF2-40B4-BE49-F238E27FC236}">
                  <a16:creationId xmlns:a16="http://schemas.microsoft.com/office/drawing/2014/main" id="{47C3268A-D907-E98E-0126-F32989CA8A02}"/>
                </a:ext>
              </a:extLst>
            </p:cNvPr>
            <p:cNvSpPr/>
            <p:nvPr/>
          </p:nvSpPr>
          <p:spPr>
            <a:xfrm>
              <a:off x="758825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3AB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507">
              <a:extLst>
                <a:ext uri="{FF2B5EF4-FFF2-40B4-BE49-F238E27FC236}">
                  <a16:creationId xmlns:a16="http://schemas.microsoft.com/office/drawing/2014/main" id="{81C81A87-6221-DFD3-3406-8159343F4C4E}"/>
                </a:ext>
              </a:extLst>
            </p:cNvPr>
            <p:cNvSpPr/>
            <p:nvPr/>
          </p:nvSpPr>
          <p:spPr>
            <a:xfrm>
              <a:off x="759206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7A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508">
              <a:extLst>
                <a:ext uri="{FF2B5EF4-FFF2-40B4-BE49-F238E27FC236}">
                  <a16:creationId xmlns:a16="http://schemas.microsoft.com/office/drawing/2014/main" id="{3864FF9C-9A21-847F-B691-5AF21CD78D11}"/>
                </a:ext>
              </a:extLst>
            </p:cNvPr>
            <p:cNvSpPr/>
            <p:nvPr/>
          </p:nvSpPr>
          <p:spPr>
            <a:xfrm>
              <a:off x="759587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CAB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509">
              <a:extLst>
                <a:ext uri="{FF2B5EF4-FFF2-40B4-BE49-F238E27FC236}">
                  <a16:creationId xmlns:a16="http://schemas.microsoft.com/office/drawing/2014/main" id="{EF1E3F68-F684-5324-AE6F-D6FF79269CEE}"/>
                </a:ext>
              </a:extLst>
            </p:cNvPr>
            <p:cNvSpPr/>
            <p:nvPr/>
          </p:nvSpPr>
          <p:spPr>
            <a:xfrm>
              <a:off x="759968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AB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510">
              <a:extLst>
                <a:ext uri="{FF2B5EF4-FFF2-40B4-BE49-F238E27FC236}">
                  <a16:creationId xmlns:a16="http://schemas.microsoft.com/office/drawing/2014/main" id="{CC3F62F5-03E2-7675-6BD7-7B86E7511010}"/>
                </a:ext>
              </a:extLst>
            </p:cNvPr>
            <p:cNvSpPr/>
            <p:nvPr/>
          </p:nvSpPr>
          <p:spPr>
            <a:xfrm>
              <a:off x="760349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4AB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511">
              <a:extLst>
                <a:ext uri="{FF2B5EF4-FFF2-40B4-BE49-F238E27FC236}">
                  <a16:creationId xmlns:a16="http://schemas.microsoft.com/office/drawing/2014/main" id="{B4DA3FDA-D664-836A-CB95-CE5AADB30CDF}"/>
                </a:ext>
              </a:extLst>
            </p:cNvPr>
            <p:cNvSpPr/>
            <p:nvPr/>
          </p:nvSpPr>
          <p:spPr>
            <a:xfrm>
              <a:off x="7607300" y="3168649"/>
              <a:ext cx="2540" cy="199390"/>
            </a:xfrm>
            <a:custGeom>
              <a:avLst/>
              <a:gdLst/>
              <a:ahLst/>
              <a:cxnLst/>
              <a:rect l="l" t="t" r="r" b="b"/>
              <a:pathLst>
                <a:path w="2540" h="199389">
                  <a:moveTo>
                    <a:pt x="254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2540" y="199390"/>
                  </a:lnTo>
                  <a:lnTo>
                    <a:pt x="2540" y="176542"/>
                  </a:lnTo>
                  <a:close/>
                </a:path>
                <a:path w="2540" h="199389">
                  <a:moveTo>
                    <a:pt x="254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2540" y="17653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8AB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512">
              <a:extLst>
                <a:ext uri="{FF2B5EF4-FFF2-40B4-BE49-F238E27FC236}">
                  <a16:creationId xmlns:a16="http://schemas.microsoft.com/office/drawing/2014/main" id="{FB0DA3BC-907D-1AE9-702F-DB19669C1499}"/>
                </a:ext>
              </a:extLst>
            </p:cNvPr>
            <p:cNvSpPr/>
            <p:nvPr/>
          </p:nvSpPr>
          <p:spPr>
            <a:xfrm>
              <a:off x="760984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BAC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513">
              <a:extLst>
                <a:ext uri="{FF2B5EF4-FFF2-40B4-BE49-F238E27FC236}">
                  <a16:creationId xmlns:a16="http://schemas.microsoft.com/office/drawing/2014/main" id="{5BC8D680-58F0-B4C9-D9F5-D66E958CA288}"/>
                </a:ext>
              </a:extLst>
            </p:cNvPr>
            <p:cNvSpPr/>
            <p:nvPr/>
          </p:nvSpPr>
          <p:spPr>
            <a:xfrm>
              <a:off x="761365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7AC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514">
              <a:extLst>
                <a:ext uri="{FF2B5EF4-FFF2-40B4-BE49-F238E27FC236}">
                  <a16:creationId xmlns:a16="http://schemas.microsoft.com/office/drawing/2014/main" id="{1E9C61E9-F157-5D10-4E0C-CC6BF36716E4}"/>
                </a:ext>
              </a:extLst>
            </p:cNvPr>
            <p:cNvSpPr/>
            <p:nvPr/>
          </p:nvSpPr>
          <p:spPr>
            <a:xfrm>
              <a:off x="761746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3AC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515">
              <a:extLst>
                <a:ext uri="{FF2B5EF4-FFF2-40B4-BE49-F238E27FC236}">
                  <a16:creationId xmlns:a16="http://schemas.microsoft.com/office/drawing/2014/main" id="{755B47DC-E837-50C4-7764-AD68BA895C59}"/>
                </a:ext>
              </a:extLst>
            </p:cNvPr>
            <p:cNvSpPr/>
            <p:nvPr/>
          </p:nvSpPr>
          <p:spPr>
            <a:xfrm>
              <a:off x="762127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FAC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516">
              <a:extLst>
                <a:ext uri="{FF2B5EF4-FFF2-40B4-BE49-F238E27FC236}">
                  <a16:creationId xmlns:a16="http://schemas.microsoft.com/office/drawing/2014/main" id="{C33D962B-9E3A-2A0E-4ACF-49B554B35F65}"/>
                </a:ext>
              </a:extLst>
            </p:cNvPr>
            <p:cNvSpPr/>
            <p:nvPr/>
          </p:nvSpPr>
          <p:spPr>
            <a:xfrm>
              <a:off x="762508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76542"/>
                  </a:moveTo>
                  <a:lnTo>
                    <a:pt x="0" y="176542"/>
                  </a:lnTo>
                  <a:lnTo>
                    <a:pt x="0" y="199390"/>
                  </a:lnTo>
                  <a:lnTo>
                    <a:pt x="3810" y="199390"/>
                  </a:lnTo>
                  <a:lnTo>
                    <a:pt x="3810" y="176542"/>
                  </a:lnTo>
                  <a:close/>
                </a:path>
                <a:path w="3809" h="199389">
                  <a:moveTo>
                    <a:pt x="3810" y="0"/>
                  </a:moveTo>
                  <a:lnTo>
                    <a:pt x="0" y="0"/>
                  </a:lnTo>
                  <a:lnTo>
                    <a:pt x="0" y="176530"/>
                  </a:lnTo>
                  <a:lnTo>
                    <a:pt x="3810" y="1765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AAC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517">
              <a:extLst>
                <a:ext uri="{FF2B5EF4-FFF2-40B4-BE49-F238E27FC236}">
                  <a16:creationId xmlns:a16="http://schemas.microsoft.com/office/drawing/2014/main" id="{9CF80C03-4AD6-2FC8-1BFF-E49DFDB30B39}"/>
                </a:ext>
              </a:extLst>
            </p:cNvPr>
            <p:cNvSpPr/>
            <p:nvPr/>
          </p:nvSpPr>
          <p:spPr>
            <a:xfrm>
              <a:off x="7628890" y="3168649"/>
              <a:ext cx="3810" cy="199390"/>
            </a:xfrm>
            <a:custGeom>
              <a:avLst/>
              <a:gdLst/>
              <a:ahLst/>
              <a:cxnLst/>
              <a:rect l="l" t="t" r="r" b="b"/>
              <a:pathLst>
                <a:path w="3809" h="199389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6530"/>
                  </a:lnTo>
                  <a:lnTo>
                    <a:pt x="0" y="198120"/>
                  </a:lnTo>
                  <a:lnTo>
                    <a:pt x="0" y="199390"/>
                  </a:lnTo>
                  <a:lnTo>
                    <a:pt x="1270" y="199390"/>
                  </a:lnTo>
                  <a:lnTo>
                    <a:pt x="1270" y="198120"/>
                  </a:lnTo>
                  <a:lnTo>
                    <a:pt x="3810" y="198120"/>
                  </a:lnTo>
                  <a:lnTo>
                    <a:pt x="3810" y="17653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C6A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518">
              <a:extLst>
                <a:ext uri="{FF2B5EF4-FFF2-40B4-BE49-F238E27FC236}">
                  <a16:creationId xmlns:a16="http://schemas.microsoft.com/office/drawing/2014/main" id="{E4E33759-CF5C-0DD3-5F18-ED7811BF7E67}"/>
                </a:ext>
              </a:extLst>
            </p:cNvPr>
            <p:cNvSpPr/>
            <p:nvPr/>
          </p:nvSpPr>
          <p:spPr>
            <a:xfrm>
              <a:off x="763270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175272"/>
                  </a:lnTo>
                  <a:close/>
                </a:path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2AC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519">
              <a:extLst>
                <a:ext uri="{FF2B5EF4-FFF2-40B4-BE49-F238E27FC236}">
                  <a16:creationId xmlns:a16="http://schemas.microsoft.com/office/drawing/2014/main" id="{4F9512BC-D63D-3A43-665D-36289EE68E22}"/>
                </a:ext>
              </a:extLst>
            </p:cNvPr>
            <p:cNvSpPr/>
            <p:nvPr/>
          </p:nvSpPr>
          <p:spPr>
            <a:xfrm>
              <a:off x="7636510" y="3169919"/>
              <a:ext cx="2540" cy="196850"/>
            </a:xfrm>
            <a:custGeom>
              <a:avLst/>
              <a:gdLst/>
              <a:ahLst/>
              <a:cxnLst/>
              <a:rect l="l" t="t" r="r" b="b"/>
              <a:pathLst>
                <a:path w="2540" h="196850">
                  <a:moveTo>
                    <a:pt x="254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2540" y="196850"/>
                  </a:lnTo>
                  <a:lnTo>
                    <a:pt x="2540" y="175272"/>
                  </a:lnTo>
                  <a:close/>
                </a:path>
                <a:path w="2540" h="196850">
                  <a:moveTo>
                    <a:pt x="254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2540" y="17526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EAC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520">
              <a:extLst>
                <a:ext uri="{FF2B5EF4-FFF2-40B4-BE49-F238E27FC236}">
                  <a16:creationId xmlns:a16="http://schemas.microsoft.com/office/drawing/2014/main" id="{87300F23-267E-C82C-82EB-833BAD349E74}"/>
                </a:ext>
              </a:extLst>
            </p:cNvPr>
            <p:cNvSpPr/>
            <p:nvPr/>
          </p:nvSpPr>
          <p:spPr>
            <a:xfrm>
              <a:off x="763905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175272"/>
                  </a:lnTo>
                  <a:close/>
                </a:path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9AC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521">
              <a:extLst>
                <a:ext uri="{FF2B5EF4-FFF2-40B4-BE49-F238E27FC236}">
                  <a16:creationId xmlns:a16="http://schemas.microsoft.com/office/drawing/2014/main" id="{6FEA19B4-970B-EC6B-FF93-4A45A45451F2}"/>
                </a:ext>
              </a:extLst>
            </p:cNvPr>
            <p:cNvSpPr/>
            <p:nvPr/>
          </p:nvSpPr>
          <p:spPr>
            <a:xfrm>
              <a:off x="764286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175272"/>
                  </a:moveTo>
                  <a:lnTo>
                    <a:pt x="0" y="175272"/>
                  </a:lnTo>
                  <a:lnTo>
                    <a:pt x="0" y="196850"/>
                  </a:lnTo>
                  <a:lnTo>
                    <a:pt x="3810" y="196850"/>
                  </a:lnTo>
                  <a:lnTo>
                    <a:pt x="3810" y="175272"/>
                  </a:lnTo>
                  <a:close/>
                </a:path>
                <a:path w="3809" h="196850">
                  <a:moveTo>
                    <a:pt x="3810" y="0"/>
                  </a:moveTo>
                  <a:lnTo>
                    <a:pt x="0" y="0"/>
                  </a:lnTo>
                  <a:lnTo>
                    <a:pt x="0" y="175260"/>
                  </a:lnTo>
                  <a:lnTo>
                    <a:pt x="3810" y="17526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5A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522">
              <a:extLst>
                <a:ext uri="{FF2B5EF4-FFF2-40B4-BE49-F238E27FC236}">
                  <a16:creationId xmlns:a16="http://schemas.microsoft.com/office/drawing/2014/main" id="{759B284A-D3C6-A7AE-C095-2356237A014E}"/>
                </a:ext>
              </a:extLst>
            </p:cNvPr>
            <p:cNvSpPr/>
            <p:nvPr/>
          </p:nvSpPr>
          <p:spPr>
            <a:xfrm>
              <a:off x="7646670" y="3169919"/>
              <a:ext cx="3810" cy="196850"/>
            </a:xfrm>
            <a:custGeom>
              <a:avLst/>
              <a:gdLst/>
              <a:ahLst/>
              <a:cxnLst/>
              <a:rect l="l" t="t" r="r" b="b"/>
              <a:pathLst>
                <a:path w="3809" h="196850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5260"/>
                  </a:lnTo>
                  <a:lnTo>
                    <a:pt x="0" y="195580"/>
                  </a:lnTo>
                  <a:lnTo>
                    <a:pt x="0" y="196850"/>
                  </a:lnTo>
                  <a:lnTo>
                    <a:pt x="1270" y="196850"/>
                  </a:lnTo>
                  <a:lnTo>
                    <a:pt x="1270" y="195580"/>
                  </a:lnTo>
                  <a:lnTo>
                    <a:pt x="3810" y="195580"/>
                  </a:lnTo>
                  <a:lnTo>
                    <a:pt x="3810" y="17526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B1AC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523">
              <a:extLst>
                <a:ext uri="{FF2B5EF4-FFF2-40B4-BE49-F238E27FC236}">
                  <a16:creationId xmlns:a16="http://schemas.microsoft.com/office/drawing/2014/main" id="{23C0400B-00FE-950A-2F5D-CBEFD70089D8}"/>
                </a:ext>
              </a:extLst>
            </p:cNvPr>
            <p:cNvSpPr/>
            <p:nvPr/>
          </p:nvSpPr>
          <p:spPr>
            <a:xfrm>
              <a:off x="7650480" y="3171189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3810" y="0"/>
                  </a:moveTo>
                  <a:lnTo>
                    <a:pt x="0" y="0"/>
                  </a:lnTo>
                  <a:lnTo>
                    <a:pt x="0" y="173990"/>
                  </a:lnTo>
                  <a:lnTo>
                    <a:pt x="0" y="193040"/>
                  </a:lnTo>
                  <a:lnTo>
                    <a:pt x="0" y="194310"/>
                  </a:lnTo>
                  <a:lnTo>
                    <a:pt x="2540" y="194310"/>
                  </a:lnTo>
                  <a:lnTo>
                    <a:pt x="2540" y="193040"/>
                  </a:lnTo>
                  <a:lnTo>
                    <a:pt x="3810" y="193040"/>
                  </a:lnTo>
                  <a:lnTo>
                    <a:pt x="3810" y="17399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DAC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524">
              <a:extLst>
                <a:ext uri="{FF2B5EF4-FFF2-40B4-BE49-F238E27FC236}">
                  <a16:creationId xmlns:a16="http://schemas.microsoft.com/office/drawing/2014/main" id="{DA5EE93E-2EAB-A337-C1CF-E2D7E36B9C93}"/>
                </a:ext>
              </a:extLst>
            </p:cNvPr>
            <p:cNvSpPr/>
            <p:nvPr/>
          </p:nvSpPr>
          <p:spPr>
            <a:xfrm>
              <a:off x="7654290" y="3171189"/>
              <a:ext cx="3810" cy="193040"/>
            </a:xfrm>
            <a:custGeom>
              <a:avLst/>
              <a:gdLst/>
              <a:ahLst/>
              <a:cxnLst/>
              <a:rect l="l" t="t" r="r" b="b"/>
              <a:pathLst>
                <a:path w="3809" h="193039">
                  <a:moveTo>
                    <a:pt x="3810" y="174002"/>
                  </a:moveTo>
                  <a:lnTo>
                    <a:pt x="0" y="174002"/>
                  </a:lnTo>
                  <a:lnTo>
                    <a:pt x="0" y="193040"/>
                  </a:lnTo>
                  <a:lnTo>
                    <a:pt x="3810" y="193040"/>
                  </a:lnTo>
                  <a:lnTo>
                    <a:pt x="3810" y="174002"/>
                  </a:lnTo>
                  <a:close/>
                </a:path>
                <a:path w="3809" h="193039">
                  <a:moveTo>
                    <a:pt x="3810" y="0"/>
                  </a:moveTo>
                  <a:lnTo>
                    <a:pt x="0" y="0"/>
                  </a:lnTo>
                  <a:lnTo>
                    <a:pt x="0" y="173990"/>
                  </a:lnTo>
                  <a:lnTo>
                    <a:pt x="3810" y="17399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8AC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525">
              <a:extLst>
                <a:ext uri="{FF2B5EF4-FFF2-40B4-BE49-F238E27FC236}">
                  <a16:creationId xmlns:a16="http://schemas.microsoft.com/office/drawing/2014/main" id="{EDDD61FD-E8F8-5570-5366-4A412BAB7E38}"/>
                </a:ext>
              </a:extLst>
            </p:cNvPr>
            <p:cNvSpPr/>
            <p:nvPr/>
          </p:nvSpPr>
          <p:spPr>
            <a:xfrm>
              <a:off x="7658100" y="3171189"/>
              <a:ext cx="2540" cy="193040"/>
            </a:xfrm>
            <a:custGeom>
              <a:avLst/>
              <a:gdLst/>
              <a:ahLst/>
              <a:cxnLst/>
              <a:rect l="l" t="t" r="r" b="b"/>
              <a:pathLst>
                <a:path w="2540" h="193039">
                  <a:moveTo>
                    <a:pt x="2540" y="174002"/>
                  </a:moveTo>
                  <a:lnTo>
                    <a:pt x="0" y="174002"/>
                  </a:lnTo>
                  <a:lnTo>
                    <a:pt x="0" y="193040"/>
                  </a:lnTo>
                  <a:lnTo>
                    <a:pt x="2540" y="193040"/>
                  </a:lnTo>
                  <a:lnTo>
                    <a:pt x="2540" y="174002"/>
                  </a:lnTo>
                  <a:close/>
                </a:path>
                <a:path w="2540" h="193039">
                  <a:moveTo>
                    <a:pt x="254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73990"/>
                  </a:lnTo>
                  <a:lnTo>
                    <a:pt x="2540" y="173990"/>
                  </a:lnTo>
                  <a:lnTo>
                    <a:pt x="2540" y="1270"/>
                  </a:lnTo>
                  <a:close/>
                </a:path>
              </a:pathLst>
            </a:custGeom>
            <a:solidFill>
              <a:srgbClr val="A4AC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526">
              <a:extLst>
                <a:ext uri="{FF2B5EF4-FFF2-40B4-BE49-F238E27FC236}">
                  <a16:creationId xmlns:a16="http://schemas.microsoft.com/office/drawing/2014/main" id="{C1731A40-DCF2-5FA8-70B1-0FEAB0B0B299}"/>
                </a:ext>
              </a:extLst>
            </p:cNvPr>
            <p:cNvSpPr/>
            <p:nvPr/>
          </p:nvSpPr>
          <p:spPr>
            <a:xfrm>
              <a:off x="7660640" y="3172459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70">
                  <a:moveTo>
                    <a:pt x="3810" y="172732"/>
                  </a:moveTo>
                  <a:lnTo>
                    <a:pt x="0" y="172732"/>
                  </a:lnTo>
                  <a:lnTo>
                    <a:pt x="0" y="191770"/>
                  </a:lnTo>
                  <a:lnTo>
                    <a:pt x="3810" y="191770"/>
                  </a:lnTo>
                  <a:lnTo>
                    <a:pt x="3810" y="172732"/>
                  </a:lnTo>
                  <a:close/>
                </a:path>
                <a:path w="3809" h="191770">
                  <a:moveTo>
                    <a:pt x="3810" y="0"/>
                  </a:moveTo>
                  <a:lnTo>
                    <a:pt x="0" y="0"/>
                  </a:lnTo>
                  <a:lnTo>
                    <a:pt x="0" y="172720"/>
                  </a:lnTo>
                  <a:lnTo>
                    <a:pt x="3810" y="1727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0AB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527">
              <a:extLst>
                <a:ext uri="{FF2B5EF4-FFF2-40B4-BE49-F238E27FC236}">
                  <a16:creationId xmlns:a16="http://schemas.microsoft.com/office/drawing/2014/main" id="{40767A7B-1934-9F1A-5FEC-C75793732DE3}"/>
                </a:ext>
              </a:extLst>
            </p:cNvPr>
            <p:cNvSpPr/>
            <p:nvPr/>
          </p:nvSpPr>
          <p:spPr>
            <a:xfrm>
              <a:off x="7664450" y="3173729"/>
              <a:ext cx="3810" cy="189230"/>
            </a:xfrm>
            <a:custGeom>
              <a:avLst/>
              <a:gdLst/>
              <a:ahLst/>
              <a:cxnLst/>
              <a:rect l="l" t="t" r="r" b="b"/>
              <a:pathLst>
                <a:path w="3809" h="189229">
                  <a:moveTo>
                    <a:pt x="3810" y="0"/>
                  </a:moveTo>
                  <a:lnTo>
                    <a:pt x="0" y="0"/>
                  </a:lnTo>
                  <a:lnTo>
                    <a:pt x="0" y="171450"/>
                  </a:lnTo>
                  <a:lnTo>
                    <a:pt x="0" y="187960"/>
                  </a:lnTo>
                  <a:lnTo>
                    <a:pt x="0" y="189230"/>
                  </a:lnTo>
                  <a:lnTo>
                    <a:pt x="2540" y="189230"/>
                  </a:lnTo>
                  <a:lnTo>
                    <a:pt x="2540" y="187960"/>
                  </a:lnTo>
                  <a:lnTo>
                    <a:pt x="3810" y="187960"/>
                  </a:lnTo>
                  <a:lnTo>
                    <a:pt x="3810" y="1714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CA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528">
              <a:extLst>
                <a:ext uri="{FF2B5EF4-FFF2-40B4-BE49-F238E27FC236}">
                  <a16:creationId xmlns:a16="http://schemas.microsoft.com/office/drawing/2014/main" id="{EE3AE08B-8056-CF68-92D4-A072E4B1879E}"/>
                </a:ext>
              </a:extLst>
            </p:cNvPr>
            <p:cNvSpPr/>
            <p:nvPr/>
          </p:nvSpPr>
          <p:spPr>
            <a:xfrm>
              <a:off x="7668260" y="3173729"/>
              <a:ext cx="3810" cy="187960"/>
            </a:xfrm>
            <a:custGeom>
              <a:avLst/>
              <a:gdLst/>
              <a:ahLst/>
              <a:cxnLst/>
              <a:rect l="l" t="t" r="r" b="b"/>
              <a:pathLst>
                <a:path w="3809" h="187960">
                  <a:moveTo>
                    <a:pt x="3810" y="171462"/>
                  </a:moveTo>
                  <a:lnTo>
                    <a:pt x="0" y="171462"/>
                  </a:lnTo>
                  <a:lnTo>
                    <a:pt x="0" y="187960"/>
                  </a:lnTo>
                  <a:lnTo>
                    <a:pt x="3810" y="187960"/>
                  </a:lnTo>
                  <a:lnTo>
                    <a:pt x="3810" y="171462"/>
                  </a:lnTo>
                  <a:close/>
                </a:path>
                <a:path w="3809" h="187960">
                  <a:moveTo>
                    <a:pt x="3810" y="0"/>
                  </a:moveTo>
                  <a:lnTo>
                    <a:pt x="0" y="0"/>
                  </a:lnTo>
                  <a:lnTo>
                    <a:pt x="0" y="171450"/>
                  </a:lnTo>
                  <a:lnTo>
                    <a:pt x="3810" y="1714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B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529">
              <a:extLst>
                <a:ext uri="{FF2B5EF4-FFF2-40B4-BE49-F238E27FC236}">
                  <a16:creationId xmlns:a16="http://schemas.microsoft.com/office/drawing/2014/main" id="{5980E625-DB1D-DA69-FEAE-072C62E11EB6}"/>
                </a:ext>
              </a:extLst>
            </p:cNvPr>
            <p:cNvSpPr/>
            <p:nvPr/>
          </p:nvSpPr>
          <p:spPr>
            <a:xfrm>
              <a:off x="7672070" y="3173729"/>
              <a:ext cx="3810" cy="186690"/>
            </a:xfrm>
            <a:custGeom>
              <a:avLst/>
              <a:gdLst/>
              <a:ahLst/>
              <a:cxnLst/>
              <a:rect l="l" t="t" r="r" b="b"/>
              <a:pathLst>
                <a:path w="3809" h="186689">
                  <a:moveTo>
                    <a:pt x="3810" y="171462"/>
                  </a:moveTo>
                  <a:lnTo>
                    <a:pt x="0" y="171462"/>
                  </a:lnTo>
                  <a:lnTo>
                    <a:pt x="0" y="186690"/>
                  </a:lnTo>
                  <a:lnTo>
                    <a:pt x="3810" y="186690"/>
                  </a:lnTo>
                  <a:lnTo>
                    <a:pt x="3810" y="171462"/>
                  </a:lnTo>
                  <a:close/>
                </a:path>
                <a:path w="3809" h="186689">
                  <a:moveTo>
                    <a:pt x="3810" y="0"/>
                  </a:moveTo>
                  <a:lnTo>
                    <a:pt x="0" y="0"/>
                  </a:lnTo>
                  <a:lnTo>
                    <a:pt x="0" y="171450"/>
                  </a:lnTo>
                  <a:lnTo>
                    <a:pt x="3810" y="1714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3AB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530">
              <a:extLst>
                <a:ext uri="{FF2B5EF4-FFF2-40B4-BE49-F238E27FC236}">
                  <a16:creationId xmlns:a16="http://schemas.microsoft.com/office/drawing/2014/main" id="{321A0ECC-A17A-4393-2F20-3C3C6A647D8F}"/>
                </a:ext>
              </a:extLst>
            </p:cNvPr>
            <p:cNvSpPr/>
            <p:nvPr/>
          </p:nvSpPr>
          <p:spPr>
            <a:xfrm>
              <a:off x="7675880" y="3174999"/>
              <a:ext cx="3810" cy="185420"/>
            </a:xfrm>
            <a:custGeom>
              <a:avLst/>
              <a:gdLst/>
              <a:ahLst/>
              <a:cxnLst/>
              <a:rect l="l" t="t" r="r" b="b"/>
              <a:pathLst>
                <a:path w="3809" h="185420">
                  <a:moveTo>
                    <a:pt x="3810" y="170192"/>
                  </a:moveTo>
                  <a:lnTo>
                    <a:pt x="0" y="170192"/>
                  </a:lnTo>
                  <a:lnTo>
                    <a:pt x="0" y="185420"/>
                  </a:lnTo>
                  <a:lnTo>
                    <a:pt x="3810" y="185420"/>
                  </a:lnTo>
                  <a:lnTo>
                    <a:pt x="3810" y="170192"/>
                  </a:lnTo>
                  <a:close/>
                </a:path>
                <a:path w="3809" h="185420">
                  <a:moveTo>
                    <a:pt x="3810" y="0"/>
                  </a:moveTo>
                  <a:lnTo>
                    <a:pt x="0" y="0"/>
                  </a:lnTo>
                  <a:lnTo>
                    <a:pt x="0" y="170180"/>
                  </a:lnTo>
                  <a:lnTo>
                    <a:pt x="3810" y="1701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A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531">
              <a:extLst>
                <a:ext uri="{FF2B5EF4-FFF2-40B4-BE49-F238E27FC236}">
                  <a16:creationId xmlns:a16="http://schemas.microsoft.com/office/drawing/2014/main" id="{9BFF463E-EB8F-0157-05EB-05AB23AAC279}"/>
                </a:ext>
              </a:extLst>
            </p:cNvPr>
            <p:cNvSpPr/>
            <p:nvPr/>
          </p:nvSpPr>
          <p:spPr>
            <a:xfrm>
              <a:off x="7679690" y="3176269"/>
              <a:ext cx="3810" cy="182880"/>
            </a:xfrm>
            <a:custGeom>
              <a:avLst/>
              <a:gdLst/>
              <a:ahLst/>
              <a:cxnLst/>
              <a:rect l="l" t="t" r="r" b="b"/>
              <a:pathLst>
                <a:path w="3809" h="182879">
                  <a:moveTo>
                    <a:pt x="3810" y="168922"/>
                  </a:moveTo>
                  <a:lnTo>
                    <a:pt x="0" y="168922"/>
                  </a:lnTo>
                  <a:lnTo>
                    <a:pt x="0" y="182880"/>
                  </a:lnTo>
                  <a:lnTo>
                    <a:pt x="3810" y="182880"/>
                  </a:lnTo>
                  <a:lnTo>
                    <a:pt x="3810" y="168922"/>
                  </a:lnTo>
                  <a:close/>
                </a:path>
                <a:path w="3809" h="182879">
                  <a:moveTo>
                    <a:pt x="3810" y="0"/>
                  </a:moveTo>
                  <a:lnTo>
                    <a:pt x="0" y="0"/>
                  </a:lnTo>
                  <a:lnTo>
                    <a:pt x="0" y="168910"/>
                  </a:lnTo>
                  <a:lnTo>
                    <a:pt x="3810" y="16891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BA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532">
              <a:extLst>
                <a:ext uri="{FF2B5EF4-FFF2-40B4-BE49-F238E27FC236}">
                  <a16:creationId xmlns:a16="http://schemas.microsoft.com/office/drawing/2014/main" id="{949BE7B1-3742-507D-91DA-4645DCB7C572}"/>
                </a:ext>
              </a:extLst>
            </p:cNvPr>
            <p:cNvSpPr/>
            <p:nvPr/>
          </p:nvSpPr>
          <p:spPr>
            <a:xfrm>
              <a:off x="7683500" y="3177539"/>
              <a:ext cx="3810" cy="181610"/>
            </a:xfrm>
            <a:custGeom>
              <a:avLst/>
              <a:gdLst/>
              <a:ahLst/>
              <a:cxnLst/>
              <a:rect l="l" t="t" r="r" b="b"/>
              <a:pathLst>
                <a:path w="3809" h="181610">
                  <a:moveTo>
                    <a:pt x="3810" y="1270"/>
                  </a:moveTo>
                  <a:lnTo>
                    <a:pt x="2540" y="127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67640"/>
                  </a:lnTo>
                  <a:lnTo>
                    <a:pt x="0" y="180340"/>
                  </a:lnTo>
                  <a:lnTo>
                    <a:pt x="0" y="181610"/>
                  </a:lnTo>
                  <a:lnTo>
                    <a:pt x="2540" y="181610"/>
                  </a:lnTo>
                  <a:lnTo>
                    <a:pt x="2540" y="180340"/>
                  </a:lnTo>
                  <a:lnTo>
                    <a:pt x="3810" y="180340"/>
                  </a:lnTo>
                  <a:lnTo>
                    <a:pt x="3810" y="16764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86A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533">
              <a:extLst>
                <a:ext uri="{FF2B5EF4-FFF2-40B4-BE49-F238E27FC236}">
                  <a16:creationId xmlns:a16="http://schemas.microsoft.com/office/drawing/2014/main" id="{6E95B902-4B19-5075-F846-54CBF3138191}"/>
                </a:ext>
              </a:extLst>
            </p:cNvPr>
            <p:cNvSpPr/>
            <p:nvPr/>
          </p:nvSpPr>
          <p:spPr>
            <a:xfrm>
              <a:off x="7687310" y="3178809"/>
              <a:ext cx="2540" cy="177800"/>
            </a:xfrm>
            <a:custGeom>
              <a:avLst/>
              <a:gdLst/>
              <a:ahLst/>
              <a:cxnLst/>
              <a:rect l="l" t="t" r="r" b="b"/>
              <a:pathLst>
                <a:path w="2540" h="177800">
                  <a:moveTo>
                    <a:pt x="2540" y="166382"/>
                  </a:moveTo>
                  <a:lnTo>
                    <a:pt x="0" y="166382"/>
                  </a:lnTo>
                  <a:lnTo>
                    <a:pt x="0" y="177800"/>
                  </a:lnTo>
                  <a:lnTo>
                    <a:pt x="2540" y="177800"/>
                  </a:lnTo>
                  <a:lnTo>
                    <a:pt x="2540" y="166382"/>
                  </a:lnTo>
                  <a:close/>
                </a:path>
                <a:path w="2540" h="177800">
                  <a:moveTo>
                    <a:pt x="2540" y="0"/>
                  </a:moveTo>
                  <a:lnTo>
                    <a:pt x="0" y="0"/>
                  </a:lnTo>
                  <a:lnTo>
                    <a:pt x="0" y="166370"/>
                  </a:lnTo>
                  <a:lnTo>
                    <a:pt x="2540" y="1663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2A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534">
              <a:extLst>
                <a:ext uri="{FF2B5EF4-FFF2-40B4-BE49-F238E27FC236}">
                  <a16:creationId xmlns:a16="http://schemas.microsoft.com/office/drawing/2014/main" id="{85E79CDA-4AD4-5C47-F5F8-626A2FBE06EC}"/>
                </a:ext>
              </a:extLst>
            </p:cNvPr>
            <p:cNvSpPr/>
            <p:nvPr/>
          </p:nvSpPr>
          <p:spPr>
            <a:xfrm>
              <a:off x="7689850" y="3178809"/>
              <a:ext cx="3810" cy="177800"/>
            </a:xfrm>
            <a:custGeom>
              <a:avLst/>
              <a:gdLst/>
              <a:ahLst/>
              <a:cxnLst/>
              <a:rect l="l" t="t" r="r" b="b"/>
              <a:pathLst>
                <a:path w="3809" h="177800">
                  <a:moveTo>
                    <a:pt x="3810" y="1270"/>
                  </a:move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66370"/>
                  </a:lnTo>
                  <a:lnTo>
                    <a:pt x="0" y="176530"/>
                  </a:lnTo>
                  <a:lnTo>
                    <a:pt x="0" y="177800"/>
                  </a:lnTo>
                  <a:lnTo>
                    <a:pt x="1270" y="177800"/>
                  </a:lnTo>
                  <a:lnTo>
                    <a:pt x="1270" y="176530"/>
                  </a:lnTo>
                  <a:lnTo>
                    <a:pt x="3810" y="176530"/>
                  </a:lnTo>
                  <a:lnTo>
                    <a:pt x="3810" y="166370"/>
                  </a:lnTo>
                  <a:lnTo>
                    <a:pt x="3810" y="1270"/>
                  </a:lnTo>
                  <a:close/>
                </a:path>
              </a:pathLst>
            </a:custGeom>
            <a:solidFill>
              <a:srgbClr val="7EA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535">
              <a:extLst>
                <a:ext uri="{FF2B5EF4-FFF2-40B4-BE49-F238E27FC236}">
                  <a16:creationId xmlns:a16="http://schemas.microsoft.com/office/drawing/2014/main" id="{1B3E5849-369E-DA2B-6AC5-145E1504E3A9}"/>
                </a:ext>
              </a:extLst>
            </p:cNvPr>
            <p:cNvSpPr/>
            <p:nvPr/>
          </p:nvSpPr>
          <p:spPr>
            <a:xfrm>
              <a:off x="7693660" y="3180079"/>
              <a:ext cx="3810" cy="175260"/>
            </a:xfrm>
            <a:custGeom>
              <a:avLst/>
              <a:gdLst/>
              <a:ahLst/>
              <a:cxnLst/>
              <a:rect l="l" t="t" r="r" b="b"/>
              <a:pathLst>
                <a:path w="3809" h="17526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65100"/>
                  </a:lnTo>
                  <a:lnTo>
                    <a:pt x="0" y="173990"/>
                  </a:lnTo>
                  <a:lnTo>
                    <a:pt x="0" y="175260"/>
                  </a:lnTo>
                  <a:lnTo>
                    <a:pt x="2540" y="175260"/>
                  </a:lnTo>
                  <a:lnTo>
                    <a:pt x="2540" y="173990"/>
                  </a:lnTo>
                  <a:lnTo>
                    <a:pt x="3810" y="173990"/>
                  </a:lnTo>
                  <a:lnTo>
                    <a:pt x="3810" y="16510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7AAB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536">
              <a:extLst>
                <a:ext uri="{FF2B5EF4-FFF2-40B4-BE49-F238E27FC236}">
                  <a16:creationId xmlns:a16="http://schemas.microsoft.com/office/drawing/2014/main" id="{0FAB898B-A810-BE82-E000-3B2FABEB92FE}"/>
                </a:ext>
              </a:extLst>
            </p:cNvPr>
            <p:cNvSpPr/>
            <p:nvPr/>
          </p:nvSpPr>
          <p:spPr>
            <a:xfrm>
              <a:off x="7697470" y="3182619"/>
              <a:ext cx="3810" cy="170180"/>
            </a:xfrm>
            <a:custGeom>
              <a:avLst/>
              <a:gdLst/>
              <a:ahLst/>
              <a:cxnLst/>
              <a:rect l="l" t="t" r="r" b="b"/>
              <a:pathLst>
                <a:path w="3809" h="170179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62560"/>
                  </a:lnTo>
                  <a:lnTo>
                    <a:pt x="0" y="168910"/>
                  </a:lnTo>
                  <a:lnTo>
                    <a:pt x="0" y="170180"/>
                  </a:lnTo>
                  <a:lnTo>
                    <a:pt x="2540" y="170180"/>
                  </a:lnTo>
                  <a:lnTo>
                    <a:pt x="2540" y="168910"/>
                  </a:lnTo>
                  <a:lnTo>
                    <a:pt x="3810" y="168910"/>
                  </a:lnTo>
                  <a:lnTo>
                    <a:pt x="3810" y="16256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75A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537">
              <a:extLst>
                <a:ext uri="{FF2B5EF4-FFF2-40B4-BE49-F238E27FC236}">
                  <a16:creationId xmlns:a16="http://schemas.microsoft.com/office/drawing/2014/main" id="{EEE99CDE-86AF-5D57-EF1F-D98E209FCF4F}"/>
                </a:ext>
              </a:extLst>
            </p:cNvPr>
            <p:cNvSpPr/>
            <p:nvPr/>
          </p:nvSpPr>
          <p:spPr>
            <a:xfrm>
              <a:off x="7701280" y="3185159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09" h="165100">
                  <a:moveTo>
                    <a:pt x="3810" y="2540"/>
                  </a:move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160020"/>
                  </a:lnTo>
                  <a:lnTo>
                    <a:pt x="0" y="163830"/>
                  </a:lnTo>
                  <a:lnTo>
                    <a:pt x="0" y="165100"/>
                  </a:lnTo>
                  <a:lnTo>
                    <a:pt x="2540" y="165100"/>
                  </a:lnTo>
                  <a:lnTo>
                    <a:pt x="2540" y="163830"/>
                  </a:lnTo>
                  <a:lnTo>
                    <a:pt x="3810" y="163830"/>
                  </a:lnTo>
                  <a:lnTo>
                    <a:pt x="3810" y="16002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71A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538">
              <a:extLst>
                <a:ext uri="{FF2B5EF4-FFF2-40B4-BE49-F238E27FC236}">
                  <a16:creationId xmlns:a16="http://schemas.microsoft.com/office/drawing/2014/main" id="{CB51E642-7688-BD33-FEEB-230A39CB4158}"/>
                </a:ext>
              </a:extLst>
            </p:cNvPr>
            <p:cNvSpPr/>
            <p:nvPr/>
          </p:nvSpPr>
          <p:spPr>
            <a:xfrm>
              <a:off x="7705090" y="3188969"/>
              <a:ext cx="3810" cy="160020"/>
            </a:xfrm>
            <a:custGeom>
              <a:avLst/>
              <a:gdLst/>
              <a:ahLst/>
              <a:cxnLst/>
              <a:rect l="l" t="t" r="r" b="b"/>
              <a:pathLst>
                <a:path w="3809" h="160020">
                  <a:moveTo>
                    <a:pt x="3810" y="2540"/>
                  </a:moveTo>
                  <a:lnTo>
                    <a:pt x="2540" y="254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56210"/>
                  </a:lnTo>
                  <a:lnTo>
                    <a:pt x="0" y="158750"/>
                  </a:lnTo>
                  <a:lnTo>
                    <a:pt x="0" y="160020"/>
                  </a:lnTo>
                  <a:lnTo>
                    <a:pt x="1270" y="160020"/>
                  </a:lnTo>
                  <a:lnTo>
                    <a:pt x="1270" y="158750"/>
                  </a:lnTo>
                  <a:lnTo>
                    <a:pt x="2540" y="158750"/>
                  </a:lnTo>
                  <a:lnTo>
                    <a:pt x="2540" y="156210"/>
                  </a:lnTo>
                  <a:lnTo>
                    <a:pt x="3810" y="156210"/>
                  </a:lnTo>
                  <a:lnTo>
                    <a:pt x="3810" y="2540"/>
                  </a:lnTo>
                  <a:close/>
                </a:path>
              </a:pathLst>
            </a:custGeom>
            <a:solidFill>
              <a:srgbClr val="6D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539">
              <a:extLst>
                <a:ext uri="{FF2B5EF4-FFF2-40B4-BE49-F238E27FC236}">
                  <a16:creationId xmlns:a16="http://schemas.microsoft.com/office/drawing/2014/main" id="{4BD1C050-4F02-6503-CA07-881F4423FCE2}"/>
                </a:ext>
              </a:extLst>
            </p:cNvPr>
            <p:cNvSpPr/>
            <p:nvPr/>
          </p:nvSpPr>
          <p:spPr>
            <a:xfrm>
              <a:off x="7509510" y="3187699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09" h="1143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1270" y="7620"/>
                  </a:lnTo>
                  <a:lnTo>
                    <a:pt x="1270" y="10160"/>
                  </a:lnTo>
                  <a:lnTo>
                    <a:pt x="2540" y="10160"/>
                  </a:lnTo>
                  <a:lnTo>
                    <a:pt x="2540" y="11430"/>
                  </a:lnTo>
                  <a:lnTo>
                    <a:pt x="3810" y="1143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540">
              <a:extLst>
                <a:ext uri="{FF2B5EF4-FFF2-40B4-BE49-F238E27FC236}">
                  <a16:creationId xmlns:a16="http://schemas.microsoft.com/office/drawing/2014/main" id="{1D590337-957F-06A7-5F18-A0ED547B6AA1}"/>
                </a:ext>
              </a:extLst>
            </p:cNvPr>
            <p:cNvSpPr/>
            <p:nvPr/>
          </p:nvSpPr>
          <p:spPr>
            <a:xfrm>
              <a:off x="7513320" y="3186429"/>
              <a:ext cx="2540" cy="15240"/>
            </a:xfrm>
            <a:custGeom>
              <a:avLst/>
              <a:gdLst/>
              <a:ahLst/>
              <a:cxnLst/>
              <a:rect l="l" t="t" r="r" b="b"/>
              <a:pathLst>
                <a:path w="2540" h="15239">
                  <a:moveTo>
                    <a:pt x="253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13970"/>
                  </a:lnTo>
                  <a:lnTo>
                    <a:pt x="1270" y="13970"/>
                  </a:lnTo>
                  <a:lnTo>
                    <a:pt x="1270" y="15240"/>
                  </a:lnTo>
                  <a:lnTo>
                    <a:pt x="2539" y="1524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6AA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541">
              <a:extLst>
                <a:ext uri="{FF2B5EF4-FFF2-40B4-BE49-F238E27FC236}">
                  <a16:creationId xmlns:a16="http://schemas.microsoft.com/office/drawing/2014/main" id="{D8D4BBF0-823B-A9A5-83F5-7C2C2858AE4D}"/>
                </a:ext>
              </a:extLst>
            </p:cNvPr>
            <p:cNvSpPr/>
            <p:nvPr/>
          </p:nvSpPr>
          <p:spPr>
            <a:xfrm>
              <a:off x="7515860" y="3183889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1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19050"/>
                  </a:lnTo>
                  <a:lnTo>
                    <a:pt x="2540" y="19050"/>
                  </a:lnTo>
                  <a:lnTo>
                    <a:pt x="2540" y="20320"/>
                  </a:lnTo>
                  <a:lnTo>
                    <a:pt x="3810" y="2032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EA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542">
              <a:extLst>
                <a:ext uri="{FF2B5EF4-FFF2-40B4-BE49-F238E27FC236}">
                  <a16:creationId xmlns:a16="http://schemas.microsoft.com/office/drawing/2014/main" id="{A567FDD2-E254-1690-43CB-F76CB0F8412A}"/>
                </a:ext>
              </a:extLst>
            </p:cNvPr>
            <p:cNvSpPr/>
            <p:nvPr/>
          </p:nvSpPr>
          <p:spPr>
            <a:xfrm>
              <a:off x="7519670" y="3181349"/>
              <a:ext cx="3810" cy="24130"/>
            </a:xfrm>
            <a:custGeom>
              <a:avLst/>
              <a:gdLst/>
              <a:ahLst/>
              <a:cxnLst/>
              <a:rect l="l" t="t" r="r" b="b"/>
              <a:pathLst>
                <a:path w="3809" h="24130">
                  <a:moveTo>
                    <a:pt x="380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2539"/>
                  </a:lnTo>
                  <a:lnTo>
                    <a:pt x="0" y="2539"/>
                  </a:lnTo>
                  <a:lnTo>
                    <a:pt x="0" y="22860"/>
                  </a:lnTo>
                  <a:lnTo>
                    <a:pt x="2539" y="22860"/>
                  </a:lnTo>
                  <a:lnTo>
                    <a:pt x="2539" y="24129"/>
                  </a:lnTo>
                  <a:lnTo>
                    <a:pt x="3809" y="2412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2AA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543">
              <a:extLst>
                <a:ext uri="{FF2B5EF4-FFF2-40B4-BE49-F238E27FC236}">
                  <a16:creationId xmlns:a16="http://schemas.microsoft.com/office/drawing/2014/main" id="{3D6D306F-AF51-9480-62C1-1CCB075CCCC3}"/>
                </a:ext>
              </a:extLst>
            </p:cNvPr>
            <p:cNvSpPr/>
            <p:nvPr/>
          </p:nvSpPr>
          <p:spPr>
            <a:xfrm>
              <a:off x="7523480" y="3180079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09" h="26669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6670"/>
                  </a:lnTo>
                  <a:lnTo>
                    <a:pt x="3810" y="266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6A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544">
              <a:extLst>
                <a:ext uri="{FF2B5EF4-FFF2-40B4-BE49-F238E27FC236}">
                  <a16:creationId xmlns:a16="http://schemas.microsoft.com/office/drawing/2014/main" id="{F90322ED-2B24-7A5C-3A76-AADAA86F6F82}"/>
                </a:ext>
              </a:extLst>
            </p:cNvPr>
            <p:cNvSpPr/>
            <p:nvPr/>
          </p:nvSpPr>
          <p:spPr>
            <a:xfrm>
              <a:off x="7527290" y="3178809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09" h="30480">
                  <a:moveTo>
                    <a:pt x="3809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1269" y="29210"/>
                  </a:lnTo>
                  <a:lnTo>
                    <a:pt x="1269" y="30479"/>
                  </a:lnTo>
                  <a:lnTo>
                    <a:pt x="3809" y="304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BAA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545">
              <a:extLst>
                <a:ext uri="{FF2B5EF4-FFF2-40B4-BE49-F238E27FC236}">
                  <a16:creationId xmlns:a16="http://schemas.microsoft.com/office/drawing/2014/main" id="{A9A81297-13B5-AEA0-E76A-57045175F699}"/>
                </a:ext>
              </a:extLst>
            </p:cNvPr>
            <p:cNvSpPr/>
            <p:nvPr/>
          </p:nvSpPr>
          <p:spPr>
            <a:xfrm>
              <a:off x="7531100" y="3177539"/>
              <a:ext cx="3810" cy="33020"/>
            </a:xfrm>
            <a:custGeom>
              <a:avLst/>
              <a:gdLst/>
              <a:ahLst/>
              <a:cxnLst/>
              <a:rect l="l" t="t" r="r" b="b"/>
              <a:pathLst>
                <a:path w="3809" h="33019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1750"/>
                  </a:lnTo>
                  <a:lnTo>
                    <a:pt x="1270" y="31750"/>
                  </a:lnTo>
                  <a:lnTo>
                    <a:pt x="1270" y="33020"/>
                  </a:lnTo>
                  <a:lnTo>
                    <a:pt x="3809" y="3302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7FAA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546">
              <a:extLst>
                <a:ext uri="{FF2B5EF4-FFF2-40B4-BE49-F238E27FC236}">
                  <a16:creationId xmlns:a16="http://schemas.microsoft.com/office/drawing/2014/main" id="{73D8B0C2-A13E-28FF-130B-892AA47AB64F}"/>
                </a:ext>
              </a:extLst>
            </p:cNvPr>
            <p:cNvSpPr/>
            <p:nvPr/>
          </p:nvSpPr>
          <p:spPr>
            <a:xfrm>
              <a:off x="7534910" y="3176269"/>
              <a:ext cx="2540" cy="34290"/>
            </a:xfrm>
            <a:custGeom>
              <a:avLst/>
              <a:gdLst/>
              <a:ahLst/>
              <a:cxnLst/>
              <a:rect l="l" t="t" r="r" b="b"/>
              <a:pathLst>
                <a:path w="2540" h="34289">
                  <a:moveTo>
                    <a:pt x="2540" y="0"/>
                  </a:moveTo>
                  <a:lnTo>
                    <a:pt x="1270" y="0"/>
                  </a:lnTo>
                  <a:lnTo>
                    <a:pt x="1270" y="1269"/>
                  </a:lnTo>
                  <a:lnTo>
                    <a:pt x="0" y="1269"/>
                  </a:lnTo>
                  <a:lnTo>
                    <a:pt x="0" y="34289"/>
                  </a:lnTo>
                  <a:lnTo>
                    <a:pt x="2540" y="3428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83AA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547">
              <a:extLst>
                <a:ext uri="{FF2B5EF4-FFF2-40B4-BE49-F238E27FC236}">
                  <a16:creationId xmlns:a16="http://schemas.microsoft.com/office/drawing/2014/main" id="{298DE4DF-B589-DAAA-9358-DDA37897B4DB}"/>
                </a:ext>
              </a:extLst>
            </p:cNvPr>
            <p:cNvSpPr/>
            <p:nvPr/>
          </p:nvSpPr>
          <p:spPr>
            <a:xfrm>
              <a:off x="7537450" y="317499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30">
                  <a:moveTo>
                    <a:pt x="380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5560"/>
                  </a:lnTo>
                  <a:lnTo>
                    <a:pt x="1270" y="35560"/>
                  </a:lnTo>
                  <a:lnTo>
                    <a:pt x="1270" y="36829"/>
                  </a:lnTo>
                  <a:lnTo>
                    <a:pt x="3809" y="3682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7AA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548">
              <a:extLst>
                <a:ext uri="{FF2B5EF4-FFF2-40B4-BE49-F238E27FC236}">
                  <a16:creationId xmlns:a16="http://schemas.microsoft.com/office/drawing/2014/main" id="{D169A104-732E-9BAD-FCF1-276A80F1DC4D}"/>
                </a:ext>
              </a:extLst>
            </p:cNvPr>
            <p:cNvSpPr/>
            <p:nvPr/>
          </p:nvSpPr>
          <p:spPr>
            <a:xfrm>
              <a:off x="7541260" y="317499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10" y="0"/>
                  </a:moveTo>
                  <a:lnTo>
                    <a:pt x="0" y="0"/>
                  </a:lnTo>
                  <a:lnTo>
                    <a:pt x="0" y="36829"/>
                  </a:lnTo>
                  <a:lnTo>
                    <a:pt x="1270" y="36829"/>
                  </a:lnTo>
                  <a:lnTo>
                    <a:pt x="1270" y="38100"/>
                  </a:lnTo>
                  <a:lnTo>
                    <a:pt x="3810" y="381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CA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549">
              <a:extLst>
                <a:ext uri="{FF2B5EF4-FFF2-40B4-BE49-F238E27FC236}">
                  <a16:creationId xmlns:a16="http://schemas.microsoft.com/office/drawing/2014/main" id="{5BFFE20C-E6BA-0DC4-A1E5-716D52D1484F}"/>
                </a:ext>
              </a:extLst>
            </p:cNvPr>
            <p:cNvSpPr/>
            <p:nvPr/>
          </p:nvSpPr>
          <p:spPr>
            <a:xfrm>
              <a:off x="7545070" y="317499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09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0AA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550">
              <a:extLst>
                <a:ext uri="{FF2B5EF4-FFF2-40B4-BE49-F238E27FC236}">
                  <a16:creationId xmlns:a16="http://schemas.microsoft.com/office/drawing/2014/main" id="{69042CAB-5FD0-9A52-590A-8A639E4875D4}"/>
                </a:ext>
              </a:extLst>
            </p:cNvPr>
            <p:cNvSpPr/>
            <p:nvPr/>
          </p:nvSpPr>
          <p:spPr>
            <a:xfrm>
              <a:off x="7548880" y="317372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69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39370"/>
                  </a:lnTo>
                  <a:lnTo>
                    <a:pt x="3810" y="393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4AA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551">
              <a:extLst>
                <a:ext uri="{FF2B5EF4-FFF2-40B4-BE49-F238E27FC236}">
                  <a16:creationId xmlns:a16="http://schemas.microsoft.com/office/drawing/2014/main" id="{0C02B782-F7F3-5A3A-C27C-34C8CD5007A9}"/>
                </a:ext>
              </a:extLst>
            </p:cNvPr>
            <p:cNvSpPr/>
            <p:nvPr/>
          </p:nvSpPr>
          <p:spPr>
            <a:xfrm>
              <a:off x="7552690" y="31724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40639"/>
                  </a:lnTo>
                  <a:lnTo>
                    <a:pt x="1269" y="40639"/>
                  </a:lnTo>
                  <a:lnTo>
                    <a:pt x="1269" y="41910"/>
                  </a:lnTo>
                  <a:lnTo>
                    <a:pt x="3809" y="419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8AA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552">
              <a:extLst>
                <a:ext uri="{FF2B5EF4-FFF2-40B4-BE49-F238E27FC236}">
                  <a16:creationId xmlns:a16="http://schemas.microsoft.com/office/drawing/2014/main" id="{4A3FB625-326D-DAA7-7942-404521B0EA75}"/>
                </a:ext>
              </a:extLst>
            </p:cNvPr>
            <p:cNvSpPr/>
            <p:nvPr/>
          </p:nvSpPr>
          <p:spPr>
            <a:xfrm>
              <a:off x="7556500" y="3172459"/>
              <a:ext cx="2540" cy="41910"/>
            </a:xfrm>
            <a:custGeom>
              <a:avLst/>
              <a:gdLst/>
              <a:ahLst/>
              <a:cxnLst/>
              <a:rect l="l" t="t" r="r" b="b"/>
              <a:pathLst>
                <a:path w="2540" h="41910">
                  <a:moveTo>
                    <a:pt x="2540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2540" y="4191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9DAA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553">
              <a:extLst>
                <a:ext uri="{FF2B5EF4-FFF2-40B4-BE49-F238E27FC236}">
                  <a16:creationId xmlns:a16="http://schemas.microsoft.com/office/drawing/2014/main" id="{858E17E9-BC5B-F33E-2EB9-03843F925560}"/>
                </a:ext>
              </a:extLst>
            </p:cNvPr>
            <p:cNvSpPr/>
            <p:nvPr/>
          </p:nvSpPr>
          <p:spPr>
            <a:xfrm>
              <a:off x="7559040" y="317245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0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3809" y="4317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1AA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554">
              <a:extLst>
                <a:ext uri="{FF2B5EF4-FFF2-40B4-BE49-F238E27FC236}">
                  <a16:creationId xmlns:a16="http://schemas.microsoft.com/office/drawing/2014/main" id="{06C39232-8A1F-2918-9A24-9B2CC8533C68}"/>
                </a:ext>
              </a:extLst>
            </p:cNvPr>
            <p:cNvSpPr/>
            <p:nvPr/>
          </p:nvSpPr>
          <p:spPr>
            <a:xfrm>
              <a:off x="7562850" y="317118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3809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44450"/>
                  </a:lnTo>
                  <a:lnTo>
                    <a:pt x="3809" y="4445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5AB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555">
              <a:extLst>
                <a:ext uri="{FF2B5EF4-FFF2-40B4-BE49-F238E27FC236}">
                  <a16:creationId xmlns:a16="http://schemas.microsoft.com/office/drawing/2014/main" id="{7FA86AC1-96DA-116D-8E64-FDFD7DCD049F}"/>
                </a:ext>
              </a:extLst>
            </p:cNvPr>
            <p:cNvSpPr/>
            <p:nvPr/>
          </p:nvSpPr>
          <p:spPr>
            <a:xfrm>
              <a:off x="7566660" y="317118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3810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3810" y="4445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9A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556">
              <a:extLst>
                <a:ext uri="{FF2B5EF4-FFF2-40B4-BE49-F238E27FC236}">
                  <a16:creationId xmlns:a16="http://schemas.microsoft.com/office/drawing/2014/main" id="{35879827-723A-53DE-8307-3A3DFF859CC5}"/>
                </a:ext>
              </a:extLst>
            </p:cNvPr>
            <p:cNvSpPr/>
            <p:nvPr/>
          </p:nvSpPr>
          <p:spPr>
            <a:xfrm>
              <a:off x="757047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EAB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557">
              <a:extLst>
                <a:ext uri="{FF2B5EF4-FFF2-40B4-BE49-F238E27FC236}">
                  <a16:creationId xmlns:a16="http://schemas.microsoft.com/office/drawing/2014/main" id="{92EEE8FF-D24B-50F0-2928-23A7038F3866}"/>
                </a:ext>
              </a:extLst>
            </p:cNvPr>
            <p:cNvSpPr/>
            <p:nvPr/>
          </p:nvSpPr>
          <p:spPr>
            <a:xfrm>
              <a:off x="757428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1270" y="46989"/>
                  </a:lnTo>
                  <a:lnTo>
                    <a:pt x="1270" y="48259"/>
                  </a:lnTo>
                  <a:lnTo>
                    <a:pt x="3810" y="4825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2AB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558">
              <a:extLst>
                <a:ext uri="{FF2B5EF4-FFF2-40B4-BE49-F238E27FC236}">
                  <a16:creationId xmlns:a16="http://schemas.microsoft.com/office/drawing/2014/main" id="{6C7239BC-2C56-17E0-458D-80CC41A4EC9F}"/>
                </a:ext>
              </a:extLst>
            </p:cNvPr>
            <p:cNvSpPr/>
            <p:nvPr/>
          </p:nvSpPr>
          <p:spPr>
            <a:xfrm>
              <a:off x="757809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0" y="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6A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559">
              <a:extLst>
                <a:ext uri="{FF2B5EF4-FFF2-40B4-BE49-F238E27FC236}">
                  <a16:creationId xmlns:a16="http://schemas.microsoft.com/office/drawing/2014/main" id="{D060413A-5394-7DBA-4DB9-4FA8A60AC803}"/>
                </a:ext>
              </a:extLst>
            </p:cNvPr>
            <p:cNvSpPr/>
            <p:nvPr/>
          </p:nvSpPr>
          <p:spPr>
            <a:xfrm>
              <a:off x="758190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09" y="0"/>
                  </a:moveTo>
                  <a:lnTo>
                    <a:pt x="0" y="0"/>
                  </a:lnTo>
                  <a:lnTo>
                    <a:pt x="0" y="48259"/>
                  </a:lnTo>
                  <a:lnTo>
                    <a:pt x="3809" y="4825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AAB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560">
              <a:extLst>
                <a:ext uri="{FF2B5EF4-FFF2-40B4-BE49-F238E27FC236}">
                  <a16:creationId xmlns:a16="http://schemas.microsoft.com/office/drawing/2014/main" id="{3C4DFB8A-06E0-528C-3031-E979B7AEFE5A}"/>
                </a:ext>
              </a:extLst>
            </p:cNvPr>
            <p:cNvSpPr/>
            <p:nvPr/>
          </p:nvSpPr>
          <p:spPr>
            <a:xfrm>
              <a:off x="7585710" y="3169919"/>
              <a:ext cx="2540" cy="48260"/>
            </a:xfrm>
            <a:custGeom>
              <a:avLst/>
              <a:gdLst/>
              <a:ahLst/>
              <a:cxnLst/>
              <a:rect l="l" t="t" r="r" b="b"/>
              <a:pathLst>
                <a:path w="2540" h="48260">
                  <a:moveTo>
                    <a:pt x="2540" y="0"/>
                  </a:moveTo>
                  <a:lnTo>
                    <a:pt x="0" y="0"/>
                  </a:lnTo>
                  <a:lnTo>
                    <a:pt x="0" y="48259"/>
                  </a:lnTo>
                  <a:lnTo>
                    <a:pt x="2540" y="4825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BFAB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561">
              <a:extLst>
                <a:ext uri="{FF2B5EF4-FFF2-40B4-BE49-F238E27FC236}">
                  <a16:creationId xmlns:a16="http://schemas.microsoft.com/office/drawing/2014/main" id="{B67EA64C-5336-2EAB-40B7-65ECC138D7FD}"/>
                </a:ext>
              </a:extLst>
            </p:cNvPr>
            <p:cNvSpPr/>
            <p:nvPr/>
          </p:nvSpPr>
          <p:spPr>
            <a:xfrm>
              <a:off x="758825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3AB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562">
              <a:extLst>
                <a:ext uri="{FF2B5EF4-FFF2-40B4-BE49-F238E27FC236}">
                  <a16:creationId xmlns:a16="http://schemas.microsoft.com/office/drawing/2014/main" id="{62D3DD31-2C08-115D-1194-5C74609088A6}"/>
                </a:ext>
              </a:extLst>
            </p:cNvPr>
            <p:cNvSpPr/>
            <p:nvPr/>
          </p:nvSpPr>
          <p:spPr>
            <a:xfrm>
              <a:off x="759206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7AB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563">
              <a:extLst>
                <a:ext uri="{FF2B5EF4-FFF2-40B4-BE49-F238E27FC236}">
                  <a16:creationId xmlns:a16="http://schemas.microsoft.com/office/drawing/2014/main" id="{48155272-2DDB-3CC7-BF02-CBC7FE139893}"/>
                </a:ext>
              </a:extLst>
            </p:cNvPr>
            <p:cNvSpPr/>
            <p:nvPr/>
          </p:nvSpPr>
          <p:spPr>
            <a:xfrm>
              <a:off x="759587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CAB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564">
              <a:extLst>
                <a:ext uri="{FF2B5EF4-FFF2-40B4-BE49-F238E27FC236}">
                  <a16:creationId xmlns:a16="http://schemas.microsoft.com/office/drawing/2014/main" id="{5D3E8DD2-7A1A-F2DE-9D8D-D968D11AB1F5}"/>
                </a:ext>
              </a:extLst>
            </p:cNvPr>
            <p:cNvSpPr/>
            <p:nvPr/>
          </p:nvSpPr>
          <p:spPr>
            <a:xfrm>
              <a:off x="759968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AB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565">
              <a:extLst>
                <a:ext uri="{FF2B5EF4-FFF2-40B4-BE49-F238E27FC236}">
                  <a16:creationId xmlns:a16="http://schemas.microsoft.com/office/drawing/2014/main" id="{FC143CEE-9F4E-23CA-A9EB-9EF5504482DD}"/>
                </a:ext>
              </a:extLst>
            </p:cNvPr>
            <p:cNvSpPr/>
            <p:nvPr/>
          </p:nvSpPr>
          <p:spPr>
            <a:xfrm>
              <a:off x="760349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4AB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566">
              <a:extLst>
                <a:ext uri="{FF2B5EF4-FFF2-40B4-BE49-F238E27FC236}">
                  <a16:creationId xmlns:a16="http://schemas.microsoft.com/office/drawing/2014/main" id="{CD44B3B2-F30F-22F7-7863-EA91852C59F0}"/>
                </a:ext>
              </a:extLst>
            </p:cNvPr>
            <p:cNvSpPr/>
            <p:nvPr/>
          </p:nvSpPr>
          <p:spPr>
            <a:xfrm>
              <a:off x="7607300" y="316864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254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2540" y="5080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D8AB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567">
              <a:extLst>
                <a:ext uri="{FF2B5EF4-FFF2-40B4-BE49-F238E27FC236}">
                  <a16:creationId xmlns:a16="http://schemas.microsoft.com/office/drawing/2014/main" id="{29F3DCCD-BC67-9F22-7F8A-60C042187BF0}"/>
                </a:ext>
              </a:extLst>
            </p:cNvPr>
            <p:cNvSpPr/>
            <p:nvPr/>
          </p:nvSpPr>
          <p:spPr>
            <a:xfrm>
              <a:off x="760984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BAC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568">
              <a:extLst>
                <a:ext uri="{FF2B5EF4-FFF2-40B4-BE49-F238E27FC236}">
                  <a16:creationId xmlns:a16="http://schemas.microsoft.com/office/drawing/2014/main" id="{B1A6439C-75FE-520F-3E91-C99C43A0BFE9}"/>
                </a:ext>
              </a:extLst>
            </p:cNvPr>
            <p:cNvSpPr/>
            <p:nvPr/>
          </p:nvSpPr>
          <p:spPr>
            <a:xfrm>
              <a:off x="761365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D7AC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569">
              <a:extLst>
                <a:ext uri="{FF2B5EF4-FFF2-40B4-BE49-F238E27FC236}">
                  <a16:creationId xmlns:a16="http://schemas.microsoft.com/office/drawing/2014/main" id="{442979C6-BF0F-3B6A-F7D6-733FE14B9ABD}"/>
                </a:ext>
              </a:extLst>
            </p:cNvPr>
            <p:cNvSpPr/>
            <p:nvPr/>
          </p:nvSpPr>
          <p:spPr>
            <a:xfrm>
              <a:off x="761746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3AC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570">
              <a:extLst>
                <a:ext uri="{FF2B5EF4-FFF2-40B4-BE49-F238E27FC236}">
                  <a16:creationId xmlns:a16="http://schemas.microsoft.com/office/drawing/2014/main" id="{BA535160-199E-5180-50EC-D5E45DBC3C2C}"/>
                </a:ext>
              </a:extLst>
            </p:cNvPr>
            <p:cNvSpPr/>
            <p:nvPr/>
          </p:nvSpPr>
          <p:spPr>
            <a:xfrm>
              <a:off x="762127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0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09" y="508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CFAC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571">
              <a:extLst>
                <a:ext uri="{FF2B5EF4-FFF2-40B4-BE49-F238E27FC236}">
                  <a16:creationId xmlns:a16="http://schemas.microsoft.com/office/drawing/2014/main" id="{BBC0C887-1CD1-7394-3B0C-B2959AC0C201}"/>
                </a:ext>
              </a:extLst>
            </p:cNvPr>
            <p:cNvSpPr/>
            <p:nvPr/>
          </p:nvSpPr>
          <p:spPr>
            <a:xfrm>
              <a:off x="7625080" y="3168649"/>
              <a:ext cx="3810" cy="50800"/>
            </a:xfrm>
            <a:custGeom>
              <a:avLst/>
              <a:gdLst/>
              <a:ahLst/>
              <a:cxnLst/>
              <a:rect l="l" t="t" r="r" b="b"/>
              <a:pathLst>
                <a:path w="3809" h="50800">
                  <a:moveTo>
                    <a:pt x="381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810" y="508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AAC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572">
              <a:extLst>
                <a:ext uri="{FF2B5EF4-FFF2-40B4-BE49-F238E27FC236}">
                  <a16:creationId xmlns:a16="http://schemas.microsoft.com/office/drawing/2014/main" id="{64D3AC1D-1AEA-9411-86DC-0097868CDC70}"/>
                </a:ext>
              </a:extLst>
            </p:cNvPr>
            <p:cNvSpPr/>
            <p:nvPr/>
          </p:nvSpPr>
          <p:spPr>
            <a:xfrm>
              <a:off x="7628890" y="3168649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1269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1269" y="50800"/>
                  </a:lnTo>
                  <a:lnTo>
                    <a:pt x="1269" y="49529"/>
                  </a:lnTo>
                  <a:lnTo>
                    <a:pt x="2539" y="49529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C6A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573">
              <a:extLst>
                <a:ext uri="{FF2B5EF4-FFF2-40B4-BE49-F238E27FC236}">
                  <a16:creationId xmlns:a16="http://schemas.microsoft.com/office/drawing/2014/main" id="{4FA75C97-5165-CA89-115D-058C40A5A86B}"/>
                </a:ext>
              </a:extLst>
            </p:cNvPr>
            <p:cNvSpPr/>
            <p:nvPr/>
          </p:nvSpPr>
          <p:spPr>
            <a:xfrm>
              <a:off x="7631430" y="3169919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810" y="0"/>
                  </a:moveTo>
                  <a:lnTo>
                    <a:pt x="0" y="0"/>
                  </a:lnTo>
                  <a:lnTo>
                    <a:pt x="0" y="48259"/>
                  </a:lnTo>
                  <a:lnTo>
                    <a:pt x="3810" y="4825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2AC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574">
              <a:extLst>
                <a:ext uri="{FF2B5EF4-FFF2-40B4-BE49-F238E27FC236}">
                  <a16:creationId xmlns:a16="http://schemas.microsoft.com/office/drawing/2014/main" id="{99329ED6-220F-BB5A-AE6B-D9AC0832341B}"/>
                </a:ext>
              </a:extLst>
            </p:cNvPr>
            <p:cNvSpPr/>
            <p:nvPr/>
          </p:nvSpPr>
          <p:spPr>
            <a:xfrm>
              <a:off x="763524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EAC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575">
              <a:extLst>
                <a:ext uri="{FF2B5EF4-FFF2-40B4-BE49-F238E27FC236}">
                  <a16:creationId xmlns:a16="http://schemas.microsoft.com/office/drawing/2014/main" id="{B2EF795E-C29C-B3FF-93C4-7D2F71475D40}"/>
                </a:ext>
              </a:extLst>
            </p:cNvPr>
            <p:cNvSpPr/>
            <p:nvPr/>
          </p:nvSpPr>
          <p:spPr>
            <a:xfrm>
              <a:off x="763905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09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09" y="46989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B9AC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576">
              <a:extLst>
                <a:ext uri="{FF2B5EF4-FFF2-40B4-BE49-F238E27FC236}">
                  <a16:creationId xmlns:a16="http://schemas.microsoft.com/office/drawing/2014/main" id="{97260B28-E865-6B09-A56A-D842673FB097}"/>
                </a:ext>
              </a:extLst>
            </p:cNvPr>
            <p:cNvSpPr/>
            <p:nvPr/>
          </p:nvSpPr>
          <p:spPr>
            <a:xfrm>
              <a:off x="764286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3810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3810" y="469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5A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577">
              <a:extLst>
                <a:ext uri="{FF2B5EF4-FFF2-40B4-BE49-F238E27FC236}">
                  <a16:creationId xmlns:a16="http://schemas.microsoft.com/office/drawing/2014/main" id="{886CB476-1A2E-2BD7-501C-C872F538875B}"/>
                </a:ext>
              </a:extLst>
            </p:cNvPr>
            <p:cNvSpPr/>
            <p:nvPr/>
          </p:nvSpPr>
          <p:spPr>
            <a:xfrm>
              <a:off x="7646670" y="3169919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09" h="46989">
                  <a:moveTo>
                    <a:pt x="1270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1270" y="46989"/>
                  </a:lnTo>
                  <a:lnTo>
                    <a:pt x="1270" y="45719"/>
                  </a:lnTo>
                  <a:lnTo>
                    <a:pt x="3809" y="4571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1AC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578">
              <a:extLst>
                <a:ext uri="{FF2B5EF4-FFF2-40B4-BE49-F238E27FC236}">
                  <a16:creationId xmlns:a16="http://schemas.microsoft.com/office/drawing/2014/main" id="{EA8A01CE-0FE1-C1CC-556E-3AA8842630DB}"/>
                </a:ext>
              </a:extLst>
            </p:cNvPr>
            <p:cNvSpPr/>
            <p:nvPr/>
          </p:nvSpPr>
          <p:spPr>
            <a:xfrm>
              <a:off x="7650480" y="3171189"/>
              <a:ext cx="3810" cy="44450"/>
            </a:xfrm>
            <a:custGeom>
              <a:avLst/>
              <a:gdLst/>
              <a:ahLst/>
              <a:cxnLst/>
              <a:rect l="l" t="t" r="r" b="b"/>
              <a:pathLst>
                <a:path w="3809" h="44450">
                  <a:moveTo>
                    <a:pt x="3810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2540" y="44450"/>
                  </a:lnTo>
                  <a:lnTo>
                    <a:pt x="2540" y="43180"/>
                  </a:lnTo>
                  <a:lnTo>
                    <a:pt x="3810" y="4318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DAC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579">
              <a:extLst>
                <a:ext uri="{FF2B5EF4-FFF2-40B4-BE49-F238E27FC236}">
                  <a16:creationId xmlns:a16="http://schemas.microsoft.com/office/drawing/2014/main" id="{34B2B35F-4498-FE61-7D30-25973E35AA76}"/>
                </a:ext>
              </a:extLst>
            </p:cNvPr>
            <p:cNvSpPr/>
            <p:nvPr/>
          </p:nvSpPr>
          <p:spPr>
            <a:xfrm>
              <a:off x="7654290" y="3171189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380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3809" y="4318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8AC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580">
              <a:extLst>
                <a:ext uri="{FF2B5EF4-FFF2-40B4-BE49-F238E27FC236}">
                  <a16:creationId xmlns:a16="http://schemas.microsoft.com/office/drawing/2014/main" id="{8D4485B4-B941-6589-DF61-6EC98E0B2E83}"/>
                </a:ext>
              </a:extLst>
            </p:cNvPr>
            <p:cNvSpPr/>
            <p:nvPr/>
          </p:nvSpPr>
          <p:spPr>
            <a:xfrm>
              <a:off x="7658100" y="3171189"/>
              <a:ext cx="2540" cy="43180"/>
            </a:xfrm>
            <a:custGeom>
              <a:avLst/>
              <a:gdLst/>
              <a:ahLst/>
              <a:cxnLst/>
              <a:rect l="l" t="t" r="r" b="b"/>
              <a:pathLst>
                <a:path w="2540" h="43180">
                  <a:moveTo>
                    <a:pt x="1270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540" y="4318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4AC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581">
              <a:extLst>
                <a:ext uri="{FF2B5EF4-FFF2-40B4-BE49-F238E27FC236}">
                  <a16:creationId xmlns:a16="http://schemas.microsoft.com/office/drawing/2014/main" id="{65D7A836-D68D-B321-9574-E82C00E04543}"/>
                </a:ext>
              </a:extLst>
            </p:cNvPr>
            <p:cNvSpPr/>
            <p:nvPr/>
          </p:nvSpPr>
          <p:spPr>
            <a:xfrm>
              <a:off x="7660640" y="31724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3809" y="0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3809" y="419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A0AB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582">
              <a:extLst>
                <a:ext uri="{FF2B5EF4-FFF2-40B4-BE49-F238E27FC236}">
                  <a16:creationId xmlns:a16="http://schemas.microsoft.com/office/drawing/2014/main" id="{AE27704A-B115-C0CA-1EC0-AE6704303D1C}"/>
                </a:ext>
              </a:extLst>
            </p:cNvPr>
            <p:cNvSpPr/>
            <p:nvPr/>
          </p:nvSpPr>
          <p:spPr>
            <a:xfrm>
              <a:off x="7664450" y="3173729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69">
                  <a:moveTo>
                    <a:pt x="3809" y="0"/>
                  </a:moveTo>
                  <a:lnTo>
                    <a:pt x="0" y="0"/>
                  </a:lnTo>
                  <a:lnTo>
                    <a:pt x="0" y="39370"/>
                  </a:lnTo>
                  <a:lnTo>
                    <a:pt x="3809" y="393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CAB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583">
              <a:extLst>
                <a:ext uri="{FF2B5EF4-FFF2-40B4-BE49-F238E27FC236}">
                  <a16:creationId xmlns:a16="http://schemas.microsoft.com/office/drawing/2014/main" id="{EDBB4E27-9015-01FE-EF14-A344F05E5221}"/>
                </a:ext>
              </a:extLst>
            </p:cNvPr>
            <p:cNvSpPr/>
            <p:nvPr/>
          </p:nvSpPr>
          <p:spPr>
            <a:xfrm>
              <a:off x="7668260" y="317372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1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810" y="3810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7AB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584">
              <a:extLst>
                <a:ext uri="{FF2B5EF4-FFF2-40B4-BE49-F238E27FC236}">
                  <a16:creationId xmlns:a16="http://schemas.microsoft.com/office/drawing/2014/main" id="{FABEA023-B0D3-9C5A-DF94-7371210DC885}"/>
                </a:ext>
              </a:extLst>
            </p:cNvPr>
            <p:cNvSpPr/>
            <p:nvPr/>
          </p:nvSpPr>
          <p:spPr>
            <a:xfrm>
              <a:off x="7672070" y="3173729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809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809" y="3810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93AB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585">
              <a:extLst>
                <a:ext uri="{FF2B5EF4-FFF2-40B4-BE49-F238E27FC236}">
                  <a16:creationId xmlns:a16="http://schemas.microsoft.com/office/drawing/2014/main" id="{0D5B4DDB-4A57-23C1-31F8-DAF62E66E141}"/>
                </a:ext>
              </a:extLst>
            </p:cNvPr>
            <p:cNvSpPr/>
            <p:nvPr/>
          </p:nvSpPr>
          <p:spPr>
            <a:xfrm>
              <a:off x="7675880" y="3174999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09" h="36830">
                  <a:moveTo>
                    <a:pt x="3810" y="0"/>
                  </a:moveTo>
                  <a:lnTo>
                    <a:pt x="0" y="0"/>
                  </a:lnTo>
                  <a:lnTo>
                    <a:pt x="0" y="36829"/>
                  </a:lnTo>
                  <a:lnTo>
                    <a:pt x="3810" y="3682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8FA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586">
              <a:extLst>
                <a:ext uri="{FF2B5EF4-FFF2-40B4-BE49-F238E27FC236}">
                  <a16:creationId xmlns:a16="http://schemas.microsoft.com/office/drawing/2014/main" id="{2328C007-F081-DF28-165C-095154942DC8}"/>
                </a:ext>
              </a:extLst>
            </p:cNvPr>
            <p:cNvSpPr/>
            <p:nvPr/>
          </p:nvSpPr>
          <p:spPr>
            <a:xfrm>
              <a:off x="7679690" y="3176269"/>
              <a:ext cx="2540" cy="34290"/>
            </a:xfrm>
            <a:custGeom>
              <a:avLst/>
              <a:gdLst/>
              <a:ahLst/>
              <a:cxnLst/>
              <a:rect l="l" t="t" r="r" b="b"/>
              <a:pathLst>
                <a:path w="2540" h="34289">
                  <a:moveTo>
                    <a:pt x="2539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2539" y="3428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8BA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587">
              <a:extLst>
                <a:ext uri="{FF2B5EF4-FFF2-40B4-BE49-F238E27FC236}">
                  <a16:creationId xmlns:a16="http://schemas.microsoft.com/office/drawing/2014/main" id="{606A07B0-9207-E642-A305-7C5C5CB11B82}"/>
                </a:ext>
              </a:extLst>
            </p:cNvPr>
            <p:cNvSpPr/>
            <p:nvPr/>
          </p:nvSpPr>
          <p:spPr>
            <a:xfrm>
              <a:off x="7682230" y="3176269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89">
                  <a:moveTo>
                    <a:pt x="127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3810" y="3428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86AB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588">
              <a:extLst>
                <a:ext uri="{FF2B5EF4-FFF2-40B4-BE49-F238E27FC236}">
                  <a16:creationId xmlns:a16="http://schemas.microsoft.com/office/drawing/2014/main" id="{D27F056D-826D-F1E4-8213-C81DF53CF8AA}"/>
                </a:ext>
              </a:extLst>
            </p:cNvPr>
            <p:cNvSpPr/>
            <p:nvPr/>
          </p:nvSpPr>
          <p:spPr>
            <a:xfrm>
              <a:off x="7686040" y="3178809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09" h="30480">
                  <a:moveTo>
                    <a:pt x="3809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1269" y="30479"/>
                  </a:lnTo>
                  <a:lnTo>
                    <a:pt x="1269" y="29210"/>
                  </a:lnTo>
                  <a:lnTo>
                    <a:pt x="3809" y="2921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82AB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589">
              <a:extLst>
                <a:ext uri="{FF2B5EF4-FFF2-40B4-BE49-F238E27FC236}">
                  <a16:creationId xmlns:a16="http://schemas.microsoft.com/office/drawing/2014/main" id="{0D37965A-C2F5-94A1-1ADB-AFD80D58E0B9}"/>
                </a:ext>
              </a:extLst>
            </p:cNvPr>
            <p:cNvSpPr/>
            <p:nvPr/>
          </p:nvSpPr>
          <p:spPr>
            <a:xfrm>
              <a:off x="7689850" y="3178809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127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1270" y="29210"/>
                  </a:lnTo>
                  <a:lnTo>
                    <a:pt x="1270" y="27939"/>
                  </a:lnTo>
                  <a:lnTo>
                    <a:pt x="2539" y="27939"/>
                  </a:lnTo>
                  <a:lnTo>
                    <a:pt x="2539" y="26669"/>
                  </a:lnTo>
                  <a:lnTo>
                    <a:pt x="3809" y="26669"/>
                  </a:lnTo>
                  <a:lnTo>
                    <a:pt x="380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7EAB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590">
              <a:extLst>
                <a:ext uri="{FF2B5EF4-FFF2-40B4-BE49-F238E27FC236}">
                  <a16:creationId xmlns:a16="http://schemas.microsoft.com/office/drawing/2014/main" id="{096CBBB0-5108-BDE4-D3DC-9477B02E4AB9}"/>
                </a:ext>
              </a:extLst>
            </p:cNvPr>
            <p:cNvSpPr/>
            <p:nvPr/>
          </p:nvSpPr>
          <p:spPr>
            <a:xfrm>
              <a:off x="7693660" y="3180079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127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2540" y="25400"/>
                  </a:lnTo>
                  <a:lnTo>
                    <a:pt x="2540" y="24130"/>
                  </a:lnTo>
                  <a:lnTo>
                    <a:pt x="3810" y="24130"/>
                  </a:lnTo>
                  <a:lnTo>
                    <a:pt x="381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7AAB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591">
              <a:extLst>
                <a:ext uri="{FF2B5EF4-FFF2-40B4-BE49-F238E27FC236}">
                  <a16:creationId xmlns:a16="http://schemas.microsoft.com/office/drawing/2014/main" id="{D1288305-1EF7-71F3-B35B-1D49BE2B99CC}"/>
                </a:ext>
              </a:extLst>
            </p:cNvPr>
            <p:cNvSpPr/>
            <p:nvPr/>
          </p:nvSpPr>
          <p:spPr>
            <a:xfrm>
              <a:off x="7697470" y="3182619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09" h="21589">
                  <a:moveTo>
                    <a:pt x="1270" y="0"/>
                  </a:moveTo>
                  <a:lnTo>
                    <a:pt x="0" y="0"/>
                  </a:lnTo>
                  <a:lnTo>
                    <a:pt x="0" y="21589"/>
                  </a:lnTo>
                  <a:lnTo>
                    <a:pt x="2539" y="21589"/>
                  </a:lnTo>
                  <a:lnTo>
                    <a:pt x="2539" y="20319"/>
                  </a:lnTo>
                  <a:lnTo>
                    <a:pt x="3809" y="20319"/>
                  </a:lnTo>
                  <a:lnTo>
                    <a:pt x="3809" y="2539"/>
                  </a:lnTo>
                  <a:lnTo>
                    <a:pt x="2539" y="253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75A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592">
              <a:extLst>
                <a:ext uri="{FF2B5EF4-FFF2-40B4-BE49-F238E27FC236}">
                  <a16:creationId xmlns:a16="http://schemas.microsoft.com/office/drawing/2014/main" id="{8031067A-88AC-B143-0FD1-7995158C6CC2}"/>
                </a:ext>
              </a:extLst>
            </p:cNvPr>
            <p:cNvSpPr/>
            <p:nvPr/>
          </p:nvSpPr>
          <p:spPr>
            <a:xfrm>
              <a:off x="7701280" y="3185159"/>
              <a:ext cx="2540" cy="16510"/>
            </a:xfrm>
            <a:custGeom>
              <a:avLst/>
              <a:gdLst/>
              <a:ahLst/>
              <a:cxnLst/>
              <a:rect l="l" t="t" r="r" b="b"/>
              <a:pathLst>
                <a:path w="2540" h="16510">
                  <a:moveTo>
                    <a:pt x="1270" y="0"/>
                  </a:moveTo>
                  <a:lnTo>
                    <a:pt x="0" y="0"/>
                  </a:lnTo>
                  <a:lnTo>
                    <a:pt x="0" y="16510"/>
                  </a:lnTo>
                  <a:lnTo>
                    <a:pt x="2540" y="16510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71AB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593">
              <a:extLst>
                <a:ext uri="{FF2B5EF4-FFF2-40B4-BE49-F238E27FC236}">
                  <a16:creationId xmlns:a16="http://schemas.microsoft.com/office/drawing/2014/main" id="{82401DE4-0BBC-1E9A-19FB-78EF833C9178}"/>
                </a:ext>
              </a:extLst>
            </p:cNvPr>
            <p:cNvSpPr/>
            <p:nvPr/>
          </p:nvSpPr>
          <p:spPr>
            <a:xfrm>
              <a:off x="7703820" y="3187699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127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1429"/>
                  </a:lnTo>
                  <a:lnTo>
                    <a:pt x="2539" y="11429"/>
                  </a:lnTo>
                  <a:lnTo>
                    <a:pt x="2539" y="10160"/>
                  </a:lnTo>
                  <a:lnTo>
                    <a:pt x="3809" y="10160"/>
                  </a:lnTo>
                  <a:lnTo>
                    <a:pt x="3809" y="7620"/>
                  </a:lnTo>
                  <a:lnTo>
                    <a:pt x="5079" y="7620"/>
                  </a:lnTo>
                  <a:lnTo>
                    <a:pt x="5079" y="3810"/>
                  </a:lnTo>
                  <a:lnTo>
                    <a:pt x="3809" y="3810"/>
                  </a:lnTo>
                  <a:lnTo>
                    <a:pt x="380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6DA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594">
              <a:extLst>
                <a:ext uri="{FF2B5EF4-FFF2-40B4-BE49-F238E27FC236}">
                  <a16:creationId xmlns:a16="http://schemas.microsoft.com/office/drawing/2014/main" id="{5786D445-A4F8-7F1D-0895-E3F65BCD6404}"/>
                </a:ext>
              </a:extLst>
            </p:cNvPr>
            <p:cNvSpPr/>
            <p:nvPr/>
          </p:nvSpPr>
          <p:spPr>
            <a:xfrm>
              <a:off x="7707630" y="3191509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1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70" y="381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66AA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1" name="object 595">
            <a:extLst>
              <a:ext uri="{FF2B5EF4-FFF2-40B4-BE49-F238E27FC236}">
                <a16:creationId xmlns:a16="http://schemas.microsoft.com/office/drawing/2014/main" id="{75F838BC-648B-0C91-CDF0-BCD1FDE9DC2E}"/>
              </a:ext>
            </a:extLst>
          </p:cNvPr>
          <p:cNvGrpSpPr/>
          <p:nvPr/>
        </p:nvGrpSpPr>
        <p:grpSpPr>
          <a:xfrm>
            <a:off x="6949883" y="1670494"/>
            <a:ext cx="675640" cy="464820"/>
            <a:chOff x="6651307" y="2118360"/>
            <a:chExt cx="675640" cy="464820"/>
          </a:xfrm>
        </p:grpSpPr>
        <p:sp>
          <p:nvSpPr>
            <p:cNvPr id="1212" name="object 596">
              <a:extLst>
                <a:ext uri="{FF2B5EF4-FFF2-40B4-BE49-F238E27FC236}">
                  <a16:creationId xmlns:a16="http://schemas.microsoft.com/office/drawing/2014/main" id="{0D5DEB6D-1547-C6D0-552E-7BFB538F2F0B}"/>
                </a:ext>
              </a:extLst>
            </p:cNvPr>
            <p:cNvSpPr/>
            <p:nvPr/>
          </p:nvSpPr>
          <p:spPr>
            <a:xfrm>
              <a:off x="6656069" y="2446020"/>
              <a:ext cx="130810" cy="132080"/>
            </a:xfrm>
            <a:custGeom>
              <a:avLst/>
              <a:gdLst/>
              <a:ahLst/>
              <a:cxnLst/>
              <a:rect l="l" t="t" r="r" b="b"/>
              <a:pathLst>
                <a:path w="130809" h="132080">
                  <a:moveTo>
                    <a:pt x="0" y="132079"/>
                  </a:moveTo>
                  <a:lnTo>
                    <a:pt x="130809" y="0"/>
                  </a:lnTo>
                </a:path>
              </a:pathLst>
            </a:custGeom>
            <a:ln w="9344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597">
              <a:extLst>
                <a:ext uri="{FF2B5EF4-FFF2-40B4-BE49-F238E27FC236}">
                  <a16:creationId xmlns:a16="http://schemas.microsoft.com/office/drawing/2014/main" id="{62771016-3404-91B3-41FD-EF62B9420B64}"/>
                </a:ext>
              </a:extLst>
            </p:cNvPr>
            <p:cNvSpPr/>
            <p:nvPr/>
          </p:nvSpPr>
          <p:spPr>
            <a:xfrm>
              <a:off x="6799579" y="2131060"/>
              <a:ext cx="262890" cy="327660"/>
            </a:xfrm>
            <a:custGeom>
              <a:avLst/>
              <a:gdLst/>
              <a:ahLst/>
              <a:cxnLst/>
              <a:rect l="l" t="t" r="r" b="b"/>
              <a:pathLst>
                <a:path w="262890" h="327660">
                  <a:moveTo>
                    <a:pt x="262890" y="0"/>
                  </a:moveTo>
                  <a:lnTo>
                    <a:pt x="0" y="0"/>
                  </a:lnTo>
                  <a:lnTo>
                    <a:pt x="0" y="327660"/>
                  </a:lnTo>
                  <a:lnTo>
                    <a:pt x="132079" y="327660"/>
                  </a:lnTo>
                  <a:lnTo>
                    <a:pt x="262890" y="327660"/>
                  </a:lnTo>
                  <a:lnTo>
                    <a:pt x="262890" y="0"/>
                  </a:lnTo>
                  <a:close/>
                </a:path>
              </a:pathLst>
            </a:custGeom>
            <a:solidFill>
              <a:srgbClr val="A0A5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598">
              <a:extLst>
                <a:ext uri="{FF2B5EF4-FFF2-40B4-BE49-F238E27FC236}">
                  <a16:creationId xmlns:a16="http://schemas.microsoft.com/office/drawing/2014/main" id="{EADE33B7-B8AE-2BA9-181E-606BEEF7AE49}"/>
                </a:ext>
              </a:extLst>
            </p:cNvPr>
            <p:cNvSpPr/>
            <p:nvPr/>
          </p:nvSpPr>
          <p:spPr>
            <a:xfrm>
              <a:off x="6786879" y="2118360"/>
              <a:ext cx="262890" cy="327660"/>
            </a:xfrm>
            <a:custGeom>
              <a:avLst/>
              <a:gdLst/>
              <a:ahLst/>
              <a:cxnLst/>
              <a:rect l="l" t="t" r="r" b="b"/>
              <a:pathLst>
                <a:path w="262890" h="327660">
                  <a:moveTo>
                    <a:pt x="262890" y="0"/>
                  </a:moveTo>
                  <a:lnTo>
                    <a:pt x="0" y="0"/>
                  </a:lnTo>
                  <a:lnTo>
                    <a:pt x="0" y="327660"/>
                  </a:lnTo>
                  <a:lnTo>
                    <a:pt x="132079" y="327660"/>
                  </a:lnTo>
                  <a:lnTo>
                    <a:pt x="262890" y="327660"/>
                  </a:lnTo>
                  <a:lnTo>
                    <a:pt x="262890" y="0"/>
                  </a:lnTo>
                  <a:close/>
                </a:path>
              </a:pathLst>
            </a:custGeom>
            <a:solidFill>
              <a:srgbClr val="E4DF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599">
              <a:extLst>
                <a:ext uri="{FF2B5EF4-FFF2-40B4-BE49-F238E27FC236}">
                  <a16:creationId xmlns:a16="http://schemas.microsoft.com/office/drawing/2014/main" id="{BC002553-20AE-5857-00C1-0EF690153CB5}"/>
                </a:ext>
              </a:extLst>
            </p:cNvPr>
            <p:cNvSpPr/>
            <p:nvPr/>
          </p:nvSpPr>
          <p:spPr>
            <a:xfrm>
              <a:off x="7062469" y="2131060"/>
              <a:ext cx="264160" cy="327660"/>
            </a:xfrm>
            <a:custGeom>
              <a:avLst/>
              <a:gdLst/>
              <a:ahLst/>
              <a:cxnLst/>
              <a:rect l="l" t="t" r="r" b="b"/>
              <a:pathLst>
                <a:path w="264159" h="327660">
                  <a:moveTo>
                    <a:pt x="264159" y="0"/>
                  </a:moveTo>
                  <a:lnTo>
                    <a:pt x="0" y="0"/>
                  </a:lnTo>
                  <a:lnTo>
                    <a:pt x="0" y="327660"/>
                  </a:lnTo>
                  <a:lnTo>
                    <a:pt x="132079" y="327660"/>
                  </a:lnTo>
                  <a:lnTo>
                    <a:pt x="264159" y="327660"/>
                  </a:lnTo>
                  <a:lnTo>
                    <a:pt x="264159" y="0"/>
                  </a:lnTo>
                  <a:close/>
                </a:path>
              </a:pathLst>
            </a:custGeom>
            <a:solidFill>
              <a:srgbClr val="6F87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600">
              <a:extLst>
                <a:ext uri="{FF2B5EF4-FFF2-40B4-BE49-F238E27FC236}">
                  <a16:creationId xmlns:a16="http://schemas.microsoft.com/office/drawing/2014/main" id="{AC463F7C-C3C1-5E27-225C-6DBDEB765DBB}"/>
                </a:ext>
              </a:extLst>
            </p:cNvPr>
            <p:cNvSpPr/>
            <p:nvPr/>
          </p:nvSpPr>
          <p:spPr>
            <a:xfrm>
              <a:off x="7049769" y="2118360"/>
              <a:ext cx="264160" cy="327660"/>
            </a:xfrm>
            <a:custGeom>
              <a:avLst/>
              <a:gdLst/>
              <a:ahLst/>
              <a:cxnLst/>
              <a:rect l="l" t="t" r="r" b="b"/>
              <a:pathLst>
                <a:path w="264159" h="327660">
                  <a:moveTo>
                    <a:pt x="264159" y="0"/>
                  </a:moveTo>
                  <a:lnTo>
                    <a:pt x="0" y="0"/>
                  </a:lnTo>
                  <a:lnTo>
                    <a:pt x="0" y="327660"/>
                  </a:lnTo>
                  <a:lnTo>
                    <a:pt x="132079" y="327660"/>
                  </a:lnTo>
                  <a:lnTo>
                    <a:pt x="264159" y="327660"/>
                  </a:lnTo>
                  <a:lnTo>
                    <a:pt x="264159" y="0"/>
                  </a:lnTo>
                  <a:close/>
                </a:path>
              </a:pathLst>
            </a:custGeom>
            <a:solidFill>
              <a:srgbClr val="B8C1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7" name="object 601">
            <a:extLst>
              <a:ext uri="{FF2B5EF4-FFF2-40B4-BE49-F238E27FC236}">
                <a16:creationId xmlns:a16="http://schemas.microsoft.com/office/drawing/2014/main" id="{772B97B8-0C90-D9D3-3E89-523D65DF0DBF}"/>
              </a:ext>
            </a:extLst>
          </p:cNvPr>
          <p:cNvSpPr txBox="1"/>
          <p:nvPr/>
        </p:nvSpPr>
        <p:spPr>
          <a:xfrm>
            <a:off x="7126095" y="1699704"/>
            <a:ext cx="480059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40" dirty="0">
                <a:latin typeface="Arial MT"/>
                <a:cs typeface="Arial MT"/>
              </a:rPr>
              <a:t>IP</a:t>
            </a:r>
            <a:r>
              <a:rPr sz="1600" spc="55" dirty="0">
                <a:latin typeface="Arial MT"/>
                <a:cs typeface="Arial MT"/>
              </a:rPr>
              <a:t> </a:t>
            </a:r>
            <a:r>
              <a:rPr sz="1600" spc="-190" dirty="0">
                <a:latin typeface="Arial MT"/>
                <a:cs typeface="Arial MT"/>
              </a:rPr>
              <a:t>FC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1218" name="object 602">
            <a:extLst>
              <a:ext uri="{FF2B5EF4-FFF2-40B4-BE49-F238E27FC236}">
                <a16:creationId xmlns:a16="http://schemas.microsoft.com/office/drawing/2014/main" id="{7F55CB61-D57C-ADA4-A8C8-8E96C404D28C}"/>
              </a:ext>
            </a:extLst>
          </p:cNvPr>
          <p:cNvGrpSpPr/>
          <p:nvPr/>
        </p:nvGrpSpPr>
        <p:grpSpPr>
          <a:xfrm>
            <a:off x="7874067" y="1361824"/>
            <a:ext cx="305435" cy="826135"/>
            <a:chOff x="7575491" y="1809690"/>
            <a:chExt cx="305435" cy="826135"/>
          </a:xfrm>
        </p:grpSpPr>
        <p:sp>
          <p:nvSpPr>
            <p:cNvPr id="1219" name="object 603">
              <a:extLst>
                <a:ext uri="{FF2B5EF4-FFF2-40B4-BE49-F238E27FC236}">
                  <a16:creationId xmlns:a16="http://schemas.microsoft.com/office/drawing/2014/main" id="{1A50F3FF-E247-2320-B8EF-F58DAC62C60C}"/>
                </a:ext>
              </a:extLst>
            </p:cNvPr>
            <p:cNvSpPr/>
            <p:nvPr/>
          </p:nvSpPr>
          <p:spPr>
            <a:xfrm>
              <a:off x="7588250" y="1822449"/>
              <a:ext cx="279400" cy="800100"/>
            </a:xfrm>
            <a:custGeom>
              <a:avLst/>
              <a:gdLst/>
              <a:ahLst/>
              <a:cxnLst/>
              <a:rect l="l" t="t" r="r" b="b"/>
              <a:pathLst>
                <a:path w="279400" h="800100">
                  <a:moveTo>
                    <a:pt x="139700" y="800100"/>
                  </a:moveTo>
                  <a:lnTo>
                    <a:pt x="0" y="800100"/>
                  </a:lnTo>
                  <a:lnTo>
                    <a:pt x="0" y="0"/>
                  </a:lnTo>
                  <a:lnTo>
                    <a:pt x="279400" y="0"/>
                  </a:lnTo>
                  <a:lnTo>
                    <a:pt x="279400" y="800100"/>
                  </a:lnTo>
                  <a:lnTo>
                    <a:pt x="139700" y="800100"/>
                  </a:lnTo>
                  <a:close/>
                </a:path>
              </a:pathLst>
            </a:custGeom>
            <a:ln w="255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0" name="object 604">
              <a:extLst>
                <a:ext uri="{FF2B5EF4-FFF2-40B4-BE49-F238E27FC236}">
                  <a16:creationId xmlns:a16="http://schemas.microsoft.com/office/drawing/2014/main" id="{099B9BB6-C09A-8BD1-032A-38D6CE8DF9D3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51691" y="1885890"/>
              <a:ext cx="165218" cy="216018"/>
            </a:xfrm>
            <a:prstGeom prst="rect">
              <a:avLst/>
            </a:prstGeom>
          </p:spPr>
        </p:pic>
        <p:pic>
          <p:nvPicPr>
            <p:cNvPr id="1221" name="object 605">
              <a:extLst>
                <a:ext uri="{FF2B5EF4-FFF2-40B4-BE49-F238E27FC236}">
                  <a16:creationId xmlns:a16="http://schemas.microsoft.com/office/drawing/2014/main" id="{A2A5667D-4B40-56C9-4784-E9D11EB90ECE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651691" y="2127190"/>
              <a:ext cx="165218" cy="444618"/>
            </a:xfrm>
            <a:prstGeom prst="rect">
              <a:avLst/>
            </a:prstGeom>
          </p:spPr>
        </p:pic>
      </p:grpSp>
      <p:grpSp>
        <p:nvGrpSpPr>
          <p:cNvPr id="1222" name="object 606">
            <a:extLst>
              <a:ext uri="{FF2B5EF4-FFF2-40B4-BE49-F238E27FC236}">
                <a16:creationId xmlns:a16="http://schemas.microsoft.com/office/drawing/2014/main" id="{947E0334-3B35-110F-7755-81099FEF7F57}"/>
              </a:ext>
            </a:extLst>
          </p:cNvPr>
          <p:cNvGrpSpPr/>
          <p:nvPr/>
        </p:nvGrpSpPr>
        <p:grpSpPr>
          <a:xfrm>
            <a:off x="4414646" y="4714625"/>
            <a:ext cx="3777615" cy="1708785"/>
            <a:chOff x="4116070" y="5162491"/>
            <a:chExt cx="3777615" cy="1708785"/>
          </a:xfrm>
        </p:grpSpPr>
        <p:pic>
          <p:nvPicPr>
            <p:cNvPr id="1223" name="object 607">
              <a:extLst>
                <a:ext uri="{FF2B5EF4-FFF2-40B4-BE49-F238E27FC236}">
                  <a16:creationId xmlns:a16="http://schemas.microsoft.com/office/drawing/2014/main" id="{8B08D527-AC0F-6046-34ED-C4279ABE27E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16070" y="6096000"/>
              <a:ext cx="267970" cy="529590"/>
            </a:xfrm>
            <a:prstGeom prst="rect">
              <a:avLst/>
            </a:prstGeom>
          </p:spPr>
        </p:pic>
        <p:pic>
          <p:nvPicPr>
            <p:cNvPr id="1224" name="object 608">
              <a:extLst>
                <a:ext uri="{FF2B5EF4-FFF2-40B4-BE49-F238E27FC236}">
                  <a16:creationId xmlns:a16="http://schemas.microsoft.com/office/drawing/2014/main" id="{CA6BF15A-53FB-1671-96D9-FCE17AEE68FE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28770" y="5283200"/>
              <a:ext cx="267970" cy="529590"/>
            </a:xfrm>
            <a:prstGeom prst="rect">
              <a:avLst/>
            </a:prstGeom>
          </p:spPr>
        </p:pic>
        <p:sp>
          <p:nvSpPr>
            <p:cNvPr id="1225" name="object 609">
              <a:extLst>
                <a:ext uri="{FF2B5EF4-FFF2-40B4-BE49-F238E27FC236}">
                  <a16:creationId xmlns:a16="http://schemas.microsoft.com/office/drawing/2014/main" id="{0A73E9B4-92AD-0F99-25ED-9E23585D2A0D}"/>
                </a:ext>
              </a:extLst>
            </p:cNvPr>
            <p:cNvSpPr/>
            <p:nvPr/>
          </p:nvSpPr>
          <p:spPr>
            <a:xfrm>
              <a:off x="7600950" y="5175250"/>
              <a:ext cx="279400" cy="800100"/>
            </a:xfrm>
            <a:custGeom>
              <a:avLst/>
              <a:gdLst/>
              <a:ahLst/>
              <a:cxnLst/>
              <a:rect l="l" t="t" r="r" b="b"/>
              <a:pathLst>
                <a:path w="279400" h="800100">
                  <a:moveTo>
                    <a:pt x="139700" y="800100"/>
                  </a:moveTo>
                  <a:lnTo>
                    <a:pt x="0" y="800100"/>
                  </a:lnTo>
                  <a:lnTo>
                    <a:pt x="0" y="0"/>
                  </a:lnTo>
                  <a:lnTo>
                    <a:pt x="279400" y="0"/>
                  </a:lnTo>
                  <a:lnTo>
                    <a:pt x="279400" y="800100"/>
                  </a:lnTo>
                  <a:lnTo>
                    <a:pt x="139700" y="800100"/>
                  </a:lnTo>
                  <a:close/>
                </a:path>
              </a:pathLst>
            </a:custGeom>
            <a:ln w="255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6" name="object 610">
              <a:extLst>
                <a:ext uri="{FF2B5EF4-FFF2-40B4-BE49-F238E27FC236}">
                  <a16:creationId xmlns:a16="http://schemas.microsoft.com/office/drawing/2014/main" id="{4D361A51-F830-2426-8C24-2E3E8018574D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664391" y="5238691"/>
              <a:ext cx="165218" cy="216018"/>
            </a:xfrm>
            <a:prstGeom prst="rect">
              <a:avLst/>
            </a:prstGeom>
          </p:spPr>
        </p:pic>
        <p:pic>
          <p:nvPicPr>
            <p:cNvPr id="1227" name="object 611">
              <a:extLst>
                <a:ext uri="{FF2B5EF4-FFF2-40B4-BE49-F238E27FC236}">
                  <a16:creationId xmlns:a16="http://schemas.microsoft.com/office/drawing/2014/main" id="{44A8CEDA-8311-9E0A-C00E-D5F366BC35BA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664391" y="5479991"/>
              <a:ext cx="165218" cy="444618"/>
            </a:xfrm>
            <a:prstGeom prst="rect">
              <a:avLst/>
            </a:prstGeom>
          </p:spPr>
        </p:pic>
        <p:sp>
          <p:nvSpPr>
            <p:cNvPr id="1228" name="object 612">
              <a:extLst>
                <a:ext uri="{FF2B5EF4-FFF2-40B4-BE49-F238E27FC236}">
                  <a16:creationId xmlns:a16="http://schemas.microsoft.com/office/drawing/2014/main" id="{B393A1C6-9764-C13A-D321-800438AF20D6}"/>
                </a:ext>
              </a:extLst>
            </p:cNvPr>
            <p:cNvSpPr/>
            <p:nvPr/>
          </p:nvSpPr>
          <p:spPr>
            <a:xfrm>
              <a:off x="7600950" y="6064250"/>
              <a:ext cx="279400" cy="793750"/>
            </a:xfrm>
            <a:custGeom>
              <a:avLst/>
              <a:gdLst/>
              <a:ahLst/>
              <a:cxnLst/>
              <a:rect l="l" t="t" r="r" b="b"/>
              <a:pathLst>
                <a:path w="279400" h="793750">
                  <a:moveTo>
                    <a:pt x="0" y="793750"/>
                  </a:moveTo>
                  <a:lnTo>
                    <a:pt x="0" y="0"/>
                  </a:lnTo>
                  <a:lnTo>
                    <a:pt x="279400" y="0"/>
                  </a:lnTo>
                  <a:lnTo>
                    <a:pt x="279400" y="793750"/>
                  </a:lnTo>
                </a:path>
              </a:pathLst>
            </a:custGeom>
            <a:ln w="255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9" name="object 613">
              <a:extLst>
                <a:ext uri="{FF2B5EF4-FFF2-40B4-BE49-F238E27FC236}">
                  <a16:creationId xmlns:a16="http://schemas.microsoft.com/office/drawing/2014/main" id="{63814FF0-336B-7DCB-D191-F98A2F887D19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664391" y="6127691"/>
              <a:ext cx="165218" cy="216018"/>
            </a:xfrm>
            <a:prstGeom prst="rect">
              <a:avLst/>
            </a:prstGeom>
          </p:spPr>
        </p:pic>
        <p:pic>
          <p:nvPicPr>
            <p:cNvPr id="1230" name="object 614">
              <a:extLst>
                <a:ext uri="{FF2B5EF4-FFF2-40B4-BE49-F238E27FC236}">
                  <a16:creationId xmlns:a16="http://schemas.microsoft.com/office/drawing/2014/main" id="{34CF1FD2-D13E-E676-C48C-1D6EBECB2B2F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664391" y="6368991"/>
              <a:ext cx="165218" cy="44461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8546644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SAN</a:t>
            </a:r>
            <a:r>
              <a:rPr lang="zh-CN" altLang="en-US" dirty="0"/>
              <a:t> </a:t>
            </a:r>
            <a:r>
              <a:rPr lang="en-US" altLang="zh-CN" dirty="0"/>
              <a:t>Advantage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4"/>
            <a:ext cx="8659905" cy="5644295"/>
          </a:xfrm>
        </p:spPr>
        <p:txBody>
          <a:bodyPr>
            <a:normAutofit/>
          </a:bodyPr>
          <a:lstStyle/>
          <a:p>
            <a:r>
              <a:rPr lang="en-US" altLang="zh-CN" dirty="0"/>
              <a:t>Resource</a:t>
            </a:r>
            <a:r>
              <a:rPr lang="zh-CN" altLang="en-US" dirty="0"/>
              <a:t> </a:t>
            </a:r>
            <a:r>
              <a:rPr lang="en-US" altLang="zh-CN" dirty="0"/>
              <a:t>Consolidation</a:t>
            </a:r>
          </a:p>
          <a:p>
            <a:pPr lvl="1"/>
            <a:r>
              <a:rPr lang="en-US" altLang="zh-CN" dirty="0">
                <a:solidFill>
                  <a:srgbClr val="7030A0"/>
                </a:solidFill>
              </a:rPr>
              <a:t>centralized</a:t>
            </a:r>
            <a:r>
              <a:rPr lang="zh-CN" altLang="en-US" dirty="0"/>
              <a:t> </a:t>
            </a:r>
            <a:r>
              <a:rPr lang="en-US" altLang="zh-CN" dirty="0"/>
              <a:t>storage</a:t>
            </a:r>
            <a:r>
              <a:rPr lang="zh-CN" altLang="en-US" dirty="0"/>
              <a:t> </a:t>
            </a:r>
            <a:r>
              <a:rPr lang="en-US" altLang="zh-CN" dirty="0"/>
              <a:t>and</a:t>
            </a:r>
            <a:r>
              <a:rPr lang="zh-CN" altLang="en-US" dirty="0"/>
              <a:t> </a:t>
            </a:r>
            <a:r>
              <a:rPr lang="en-US" altLang="zh-CN" dirty="0"/>
              <a:t>management</a:t>
            </a:r>
          </a:p>
          <a:p>
            <a:r>
              <a:rPr lang="en" altLang="zh-CN" dirty="0"/>
              <a:t>Enables sharing of storage resources </a:t>
            </a:r>
            <a:r>
              <a:rPr lang="en" altLang="zh-CN" dirty="0">
                <a:solidFill>
                  <a:srgbClr val="7030A0"/>
                </a:solidFill>
              </a:rPr>
              <a:t>across multiple servers</a:t>
            </a:r>
            <a:r>
              <a:rPr lang="en" altLang="zh-CN" dirty="0"/>
              <a:t> at block level </a:t>
            </a:r>
            <a:endParaRPr lang="en-US" altLang="zh-CN" dirty="0"/>
          </a:p>
          <a:p>
            <a:r>
              <a:rPr lang="en-US" altLang="en" dirty="0"/>
              <a:t>Scalability</a:t>
            </a:r>
          </a:p>
          <a:p>
            <a:pPr lvl="1"/>
            <a:r>
              <a:rPr lang="en-US" altLang="zh-CN" dirty="0"/>
              <a:t>~16</a:t>
            </a:r>
            <a:r>
              <a:rPr lang="zh-CN" altLang="en-US" dirty="0"/>
              <a:t> </a:t>
            </a:r>
            <a:r>
              <a:rPr lang="en-US" altLang="zh-CN" dirty="0"/>
              <a:t>million</a:t>
            </a:r>
            <a:r>
              <a:rPr lang="zh-CN" altLang="en-US" dirty="0"/>
              <a:t> </a:t>
            </a:r>
            <a:r>
              <a:rPr lang="en-US" altLang="zh-CN" dirty="0"/>
              <a:t>devices</a:t>
            </a:r>
          </a:p>
          <a:p>
            <a:pPr lvl="1"/>
            <a:r>
              <a:rPr lang="en-US" altLang="zh-CN" dirty="0"/>
              <a:t>High</a:t>
            </a:r>
            <a:r>
              <a:rPr lang="zh-CN" altLang="en-US" dirty="0"/>
              <a:t> </a:t>
            </a:r>
            <a:r>
              <a:rPr lang="en-US" altLang="zh-CN" dirty="0"/>
              <a:t>bandwidth</a:t>
            </a:r>
            <a:r>
              <a:rPr lang="zh-CN" altLang="en-US" dirty="0"/>
              <a:t> </a:t>
            </a:r>
            <a:r>
              <a:rPr lang="en-US" altLang="zh-CN" dirty="0"/>
              <a:t>with</a:t>
            </a:r>
            <a:r>
              <a:rPr lang="zh-CN" altLang="en-US" dirty="0"/>
              <a:t> </a:t>
            </a:r>
            <a:r>
              <a:rPr lang="en-US" altLang="zh-CN" dirty="0"/>
              <a:t>Fiber</a:t>
            </a:r>
            <a:r>
              <a:rPr lang="zh-CN" altLang="en-US" dirty="0"/>
              <a:t> </a:t>
            </a:r>
            <a:r>
              <a:rPr lang="en-US" altLang="zh-CN" dirty="0"/>
              <a:t>Channel</a:t>
            </a:r>
          </a:p>
          <a:p>
            <a:pPr lvl="1"/>
            <a:r>
              <a:rPr lang="en" altLang="zh-CN" dirty="0"/>
              <a:t>meets increasing storage demands efficiently with better economies of scale </a:t>
            </a:r>
            <a:endParaRPr lang="en-US" altLang="zh-CN" dirty="0"/>
          </a:p>
          <a:p>
            <a:r>
              <a:rPr lang="en-US" altLang="zh-CN" dirty="0"/>
              <a:t>Secure</a:t>
            </a:r>
            <a:r>
              <a:rPr lang="zh-CN" altLang="en-US" dirty="0"/>
              <a:t> </a:t>
            </a:r>
            <a:r>
              <a:rPr lang="en-US" altLang="zh-CN" dirty="0"/>
              <a:t>Access</a:t>
            </a:r>
          </a:p>
          <a:p>
            <a:pPr lvl="1"/>
            <a:r>
              <a:rPr lang="en-US" altLang="zh-CN" dirty="0"/>
              <a:t>Isolation</a:t>
            </a:r>
            <a:r>
              <a:rPr lang="zh-CN" altLang="en-US" dirty="0"/>
              <a:t> </a:t>
            </a:r>
            <a:r>
              <a:rPr lang="en-US" altLang="zh-CN" dirty="0"/>
              <a:t>and</a:t>
            </a:r>
            <a:r>
              <a:rPr lang="zh-CN" altLang="en-US" dirty="0"/>
              <a:t> </a:t>
            </a:r>
            <a:r>
              <a:rPr lang="en-US" altLang="zh-CN" dirty="0"/>
              <a:t>filtering</a:t>
            </a:r>
            <a:endParaRPr lang="en" altLang="en" dirty="0"/>
          </a:p>
          <a:p>
            <a:pPr marL="0" indent="0">
              <a:buNone/>
            </a:pPr>
            <a:endParaRPr lang="en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8" name="内容占位符 4">
            <a:extLst>
              <a:ext uri="{FF2B5EF4-FFF2-40B4-BE49-F238E27FC236}">
                <a16:creationId xmlns:a16="http://schemas.microsoft.com/office/drawing/2014/main" id="{098C22BD-8870-29F4-5540-21E54966F569}"/>
              </a:ext>
            </a:extLst>
          </p:cNvPr>
          <p:cNvSpPr txBox="1">
            <a:spLocks/>
          </p:cNvSpPr>
          <p:nvPr/>
        </p:nvSpPr>
        <p:spPr>
          <a:xfrm>
            <a:off x="204397" y="1075763"/>
            <a:ext cx="8659903" cy="33058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" altLang="en" dirty="0"/>
          </a:p>
        </p:txBody>
      </p:sp>
    </p:spTree>
    <p:extLst>
      <p:ext uri="{BB962C8B-B14F-4D97-AF65-F5344CB8AC3E}">
        <p14:creationId xmlns:p14="http://schemas.microsoft.com/office/powerpoint/2010/main" val="310186929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网络存储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直连式存储（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DAS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网络附加存储（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NAS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存储区域网络（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SAN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/>
              <a:t>总结与对比</a:t>
            </a:r>
            <a:endParaRPr lang="en-US" altLang="zh-CN" dirty="0"/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内容寻址存储（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CAS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870759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Analysis</a:t>
            </a:r>
            <a:r>
              <a:rPr lang="zh-CN" altLang="en-US" dirty="0"/>
              <a:t> </a:t>
            </a:r>
            <a:r>
              <a:rPr lang="en-US" altLang="zh-CN" dirty="0"/>
              <a:t>–</a:t>
            </a:r>
            <a:r>
              <a:rPr lang="zh-CN" altLang="en-US" dirty="0"/>
              <a:t> </a:t>
            </a:r>
            <a:r>
              <a:rPr lang="en-US" altLang="zh-CN" dirty="0"/>
              <a:t>DAS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NAS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endParaRPr lang="zh-CN" altLang="en-US" dirty="0"/>
          </a:p>
        </p:txBody>
      </p:sp>
      <p:sp>
        <p:nvSpPr>
          <p:cNvPr id="15" name="内容占位符 14">
            <a:extLst>
              <a:ext uri="{FF2B5EF4-FFF2-40B4-BE49-F238E27FC236}">
                <a16:creationId xmlns:a16="http://schemas.microsoft.com/office/drawing/2014/main" id="{83A4BF14-34FB-9083-FBFF-85B1618B120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61</a:t>
            </a:fld>
            <a:endParaRPr lang="en-US" dirty="0"/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03EC9ABB-9132-DC2E-9360-26BC1F5884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41021" y="1439344"/>
            <a:ext cx="6261958" cy="4915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883216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Analysis</a:t>
            </a:r>
            <a:r>
              <a:rPr lang="zh-CN" altLang="en-US" dirty="0"/>
              <a:t> </a:t>
            </a:r>
            <a:r>
              <a:rPr lang="en-US" altLang="zh-CN" dirty="0"/>
              <a:t>-</a:t>
            </a:r>
            <a:r>
              <a:rPr lang="zh-CN" altLang="en-US" dirty="0"/>
              <a:t> </a:t>
            </a:r>
            <a:r>
              <a:rPr lang="en-US" altLang="zh-CN" dirty="0"/>
              <a:t>DAS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3" name="内容占位符 5">
            <a:extLst>
              <a:ext uri="{FF2B5EF4-FFF2-40B4-BE49-F238E27FC236}">
                <a16:creationId xmlns:a16="http://schemas.microsoft.com/office/drawing/2014/main" id="{1D146B73-A282-98E1-54FC-63D271B45B89}"/>
              </a:ext>
            </a:extLst>
          </p:cNvPr>
          <p:cNvSpPr txBox="1">
            <a:spLocks/>
          </p:cNvSpPr>
          <p:nvPr/>
        </p:nvSpPr>
        <p:spPr>
          <a:xfrm>
            <a:off x="279700" y="2326067"/>
            <a:ext cx="8659905" cy="56442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zh-CN" dirty="0"/>
          </a:p>
        </p:txBody>
      </p:sp>
      <p:sp>
        <p:nvSpPr>
          <p:cNvPr id="7" name="内容占位符 6">
            <a:extLst>
              <a:ext uri="{FF2B5EF4-FFF2-40B4-BE49-F238E27FC236}">
                <a16:creationId xmlns:a16="http://schemas.microsoft.com/office/drawing/2014/main" id="{7A0101BC-98AC-FA59-DBC8-F56D7914E2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205065"/>
            <a:ext cx="8659905" cy="5101198"/>
          </a:xfrm>
        </p:spPr>
        <p:txBody>
          <a:bodyPr/>
          <a:lstStyle/>
          <a:p>
            <a:r>
              <a:rPr lang="en-US" altLang="zh-CN" dirty="0"/>
              <a:t>Common</a:t>
            </a:r>
          </a:p>
          <a:p>
            <a:pPr lvl="1"/>
            <a:r>
              <a:rPr lang="en-US" altLang="zh-CN" dirty="0"/>
              <a:t>Block</a:t>
            </a:r>
            <a:r>
              <a:rPr lang="zh-CN" altLang="en-US" dirty="0"/>
              <a:t> </a:t>
            </a:r>
            <a:r>
              <a:rPr lang="en-US" altLang="zh-CN" dirty="0"/>
              <a:t>Level</a:t>
            </a:r>
          </a:p>
          <a:p>
            <a:r>
              <a:rPr lang="en-US" altLang="zh-CN" dirty="0"/>
              <a:t>DAS</a:t>
            </a:r>
          </a:p>
          <a:p>
            <a:pPr lvl="1"/>
            <a:r>
              <a:rPr lang="en-US" altLang="zh-CN" dirty="0"/>
              <a:t>Direct</a:t>
            </a:r>
            <a:r>
              <a:rPr lang="zh-CN" altLang="en-US" dirty="0"/>
              <a:t> </a:t>
            </a:r>
            <a:r>
              <a:rPr lang="en-US" altLang="zh-CN" dirty="0"/>
              <a:t>connection</a:t>
            </a:r>
          </a:p>
          <a:p>
            <a:pPr lvl="1"/>
            <a:r>
              <a:rPr lang="en-US" altLang="zh-CN" dirty="0"/>
              <a:t>Limited</a:t>
            </a:r>
            <a:r>
              <a:rPr lang="zh-CN" altLang="en-US" dirty="0"/>
              <a:t> </a:t>
            </a:r>
            <a:r>
              <a:rPr lang="en-US" altLang="zh-CN" dirty="0"/>
              <a:t>devices</a:t>
            </a:r>
          </a:p>
          <a:p>
            <a:r>
              <a:rPr lang="en-US" altLang="zh-CN" dirty="0"/>
              <a:t>SAN</a:t>
            </a:r>
          </a:p>
          <a:p>
            <a:pPr lvl="1"/>
            <a:r>
              <a:rPr lang="en-US" altLang="zh-CN" dirty="0"/>
              <a:t>Network</a:t>
            </a:r>
            <a:r>
              <a:rPr lang="zh-CN" altLang="en-US" dirty="0"/>
              <a:t> </a:t>
            </a:r>
            <a:r>
              <a:rPr lang="en-US" altLang="zh-CN" dirty="0"/>
              <a:t>connection</a:t>
            </a:r>
          </a:p>
          <a:p>
            <a:pPr lvl="1"/>
            <a:r>
              <a:rPr lang="en-US" altLang="zh-CN" dirty="0"/>
              <a:t>More</a:t>
            </a:r>
            <a:r>
              <a:rPr lang="zh-CN" altLang="en-US" dirty="0"/>
              <a:t> </a:t>
            </a:r>
            <a:r>
              <a:rPr lang="en-US" altLang="zh-CN" dirty="0"/>
              <a:t>devices</a:t>
            </a:r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28615375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139952" y="2636911"/>
            <a:ext cx="4735122" cy="266429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Analysis</a:t>
            </a:r>
            <a:r>
              <a:rPr lang="zh-CN" altLang="en-US" dirty="0"/>
              <a:t> </a:t>
            </a:r>
            <a:r>
              <a:rPr lang="en-US" altLang="zh-CN" dirty="0"/>
              <a:t>–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r>
              <a:rPr lang="zh-CN" altLang="en-US" dirty="0"/>
              <a:t> </a:t>
            </a:r>
            <a:r>
              <a:rPr lang="en-US" altLang="zh-CN" dirty="0"/>
              <a:t>vs</a:t>
            </a:r>
            <a:r>
              <a:rPr lang="zh-CN" altLang="en-US" dirty="0"/>
              <a:t> </a:t>
            </a:r>
            <a:r>
              <a:rPr lang="en-US" altLang="zh-CN" dirty="0"/>
              <a:t>NAS</a:t>
            </a:r>
            <a:endParaRPr lang="en" dirty="0"/>
          </a:p>
        </p:txBody>
      </p:sp>
      <p:sp>
        <p:nvSpPr>
          <p:cNvPr id="5" name="object 5"/>
          <p:cNvSpPr txBox="1">
            <a:spLocks noGrp="1"/>
          </p:cNvSpPr>
          <p:nvPr>
            <p:ph type="sldNum" sz="quarter" idx="12"/>
          </p:nvPr>
        </p:nvSpPr>
        <p:spPr/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200" b="0" i="0" kern="1200">
                <a:solidFill>
                  <a:srgbClr val="898989"/>
                </a:solidFill>
                <a:latin typeface="Times New Roman"/>
                <a:ea typeface="+mn-ea"/>
                <a:cs typeface="Times New Roman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1D60167-4931-47E6-BA6A-407CBD079E47}" type="slidenum">
              <a:rPr lang="en-US" altLang="zh-CN" smtClean="0"/>
              <a:pPr/>
              <a:t>63</a:t>
            </a:fld>
            <a:endParaRPr lang="en-US" dirty="0"/>
          </a:p>
        </p:txBody>
      </p:sp>
      <p:sp>
        <p:nvSpPr>
          <p:cNvPr id="14" name="内容占位符 6">
            <a:extLst>
              <a:ext uri="{FF2B5EF4-FFF2-40B4-BE49-F238E27FC236}">
                <a16:creationId xmlns:a16="http://schemas.microsoft.com/office/drawing/2014/main" id="{5A93C6DD-BBB3-BE38-9248-6202D00F8089}"/>
              </a:ext>
            </a:extLst>
          </p:cNvPr>
          <p:cNvSpPr txBox="1">
            <a:spLocks/>
          </p:cNvSpPr>
          <p:nvPr/>
        </p:nvSpPr>
        <p:spPr>
          <a:xfrm>
            <a:off x="-190001" y="6226368"/>
            <a:ext cx="8659905" cy="51011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3600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SzPct val="100000"/>
              <a:buFont typeface="Wingdings" panose="05000000000000000000" pitchFamily="2" charset="2"/>
              <a:buChar char="p"/>
              <a:defRPr lang="zh-CN" altLang="en-US" sz="2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1pPr>
            <a:lvl2pPr marL="855000" indent="-4572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4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zh-CN" altLang="en-US" sz="20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alt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4pPr>
            <a:lvl5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100000"/>
              <a:buFont typeface="Wingdings" panose="05000000000000000000" pitchFamily="2" charset="2"/>
              <a:buChar char="n"/>
              <a:defRPr lang="en-US" sz="1800" kern="1200" dirty="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16" name="内容占位符 15">
            <a:extLst>
              <a:ext uri="{FF2B5EF4-FFF2-40B4-BE49-F238E27FC236}">
                <a16:creationId xmlns:a16="http://schemas.microsoft.com/office/drawing/2014/main" id="{49B24FE1-BF56-D643-7F7D-AEF52DB8916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zh-CN" dirty="0"/>
              <a:t>Common</a:t>
            </a:r>
          </a:p>
          <a:p>
            <a:pPr lvl="1"/>
            <a:r>
              <a:rPr lang="en-US" altLang="zh-CN" dirty="0"/>
              <a:t>Can</a:t>
            </a:r>
            <a:r>
              <a:rPr lang="zh-CN" altLang="en-US" dirty="0"/>
              <a:t> </a:t>
            </a:r>
            <a:r>
              <a:rPr lang="en-US" altLang="zh-CN" dirty="0"/>
              <a:t>be</a:t>
            </a:r>
            <a:r>
              <a:rPr lang="zh-CN" altLang="en-US" dirty="0"/>
              <a:t> </a:t>
            </a:r>
            <a:r>
              <a:rPr lang="en-US" altLang="zh-CN" dirty="0"/>
              <a:t>supported</a:t>
            </a:r>
            <a:r>
              <a:rPr lang="zh-CN" altLang="en-US" dirty="0"/>
              <a:t> </a:t>
            </a:r>
            <a:r>
              <a:rPr lang="en-US" altLang="zh-CN" dirty="0"/>
              <a:t>by</a:t>
            </a:r>
            <a:r>
              <a:rPr lang="zh-CN" altLang="en-US" dirty="0"/>
              <a:t> </a:t>
            </a:r>
            <a:r>
              <a:rPr lang="en-US" altLang="zh-CN" dirty="0"/>
              <a:t>one</a:t>
            </a:r>
            <a:r>
              <a:rPr lang="zh-CN" altLang="en-US" dirty="0"/>
              <a:t> </a:t>
            </a:r>
            <a:r>
              <a:rPr lang="en-US" altLang="zh-CN" dirty="0"/>
              <a:t>device</a:t>
            </a:r>
          </a:p>
          <a:p>
            <a:pPr lvl="1"/>
            <a:r>
              <a:rPr lang="en-US" altLang="zh-CN" dirty="0"/>
              <a:t>Hybrid</a:t>
            </a:r>
            <a:r>
              <a:rPr lang="zh-CN" altLang="en-US" dirty="0"/>
              <a:t> </a:t>
            </a:r>
            <a:r>
              <a:rPr lang="en-US" altLang="zh-CN" dirty="0"/>
              <a:t>SAN</a:t>
            </a:r>
            <a:r>
              <a:rPr lang="zh-CN" altLang="en-US" dirty="0"/>
              <a:t> </a:t>
            </a:r>
            <a:r>
              <a:rPr lang="en-US" altLang="zh-CN" dirty="0"/>
              <a:t>and</a:t>
            </a:r>
            <a:r>
              <a:rPr lang="zh-CN" altLang="en-US" dirty="0"/>
              <a:t> </a:t>
            </a:r>
            <a:r>
              <a:rPr lang="en-US" altLang="zh-CN" dirty="0"/>
              <a:t>NAS</a:t>
            </a:r>
          </a:p>
          <a:p>
            <a:pPr lvl="1"/>
            <a:endParaRPr lang="en-US" altLang="zh-CN" dirty="0"/>
          </a:p>
          <a:p>
            <a:pPr lvl="1"/>
            <a:endParaRPr lang="en-US" altLang="zh-CN" dirty="0"/>
          </a:p>
          <a:p>
            <a:r>
              <a:rPr lang="en-US" altLang="zh-CN" dirty="0"/>
              <a:t>SAN</a:t>
            </a:r>
          </a:p>
          <a:p>
            <a:pPr lvl="1"/>
            <a:r>
              <a:rPr lang="en-US" altLang="zh-CN" dirty="0"/>
              <a:t>Block</a:t>
            </a:r>
            <a:r>
              <a:rPr lang="zh-CN" altLang="en-US" dirty="0"/>
              <a:t> </a:t>
            </a:r>
            <a:r>
              <a:rPr lang="en-US" altLang="zh-CN" dirty="0"/>
              <a:t>level</a:t>
            </a:r>
          </a:p>
          <a:p>
            <a:pPr lvl="1"/>
            <a:endParaRPr lang="en-US" altLang="zh-CN" dirty="0"/>
          </a:p>
          <a:p>
            <a:r>
              <a:rPr lang="en-US" altLang="zh-CN" dirty="0"/>
              <a:t>NAS</a:t>
            </a:r>
          </a:p>
          <a:p>
            <a:pPr lvl="1"/>
            <a:r>
              <a:rPr lang="en-US" altLang="zh-CN" dirty="0"/>
              <a:t>File</a:t>
            </a:r>
            <a:r>
              <a:rPr lang="zh-CN" altLang="en-US" dirty="0"/>
              <a:t> </a:t>
            </a:r>
            <a:r>
              <a:rPr lang="en-US" altLang="zh-CN" dirty="0"/>
              <a:t>level</a:t>
            </a:r>
          </a:p>
          <a:p>
            <a:pPr lvl="1"/>
            <a:r>
              <a:rPr lang="en-US" altLang="zh-CN" dirty="0"/>
              <a:t>For</a:t>
            </a:r>
            <a:r>
              <a:rPr lang="zh-CN" altLang="en-US" dirty="0"/>
              <a:t> </a:t>
            </a:r>
            <a:r>
              <a:rPr lang="en-US" altLang="zh-CN" dirty="0"/>
              <a:t>heterogeneous</a:t>
            </a:r>
            <a:r>
              <a:rPr lang="zh-CN" altLang="en-US" dirty="0"/>
              <a:t> </a:t>
            </a:r>
            <a:r>
              <a:rPr lang="en-US" altLang="zh-CN" dirty="0"/>
              <a:t>clients</a:t>
            </a:r>
          </a:p>
          <a:p>
            <a:endParaRPr lang="en-US" altLang="zh-CN" dirty="0"/>
          </a:p>
          <a:p>
            <a:endParaRPr lang="zh-CN" altLang="en-US" dirty="0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dirty="0"/>
              <a:t>SAN with NAS</a:t>
            </a:r>
            <a:endParaRPr lang="en"/>
          </a:p>
        </p:txBody>
      </p:sp>
      <p:sp>
        <p:nvSpPr>
          <p:cNvPr id="73" name="内容占位符 72">
            <a:extLst>
              <a:ext uri="{FF2B5EF4-FFF2-40B4-BE49-F238E27FC236}">
                <a16:creationId xmlns:a16="http://schemas.microsoft.com/office/drawing/2014/main" id="{0D50FCED-1B8A-6BBD-594D-291A8EEE325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6" name="object 66"/>
          <p:cNvSpPr txBox="1">
            <a:spLocks noGrp="1"/>
          </p:cNvSpPr>
          <p:nvPr>
            <p:ph type="sldNum" sz="quarter" idx="12"/>
          </p:nvPr>
        </p:nvSpPr>
        <p:spPr/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200" b="0" i="0" kern="1200">
                <a:solidFill>
                  <a:srgbClr val="898989"/>
                </a:solidFill>
                <a:latin typeface="Times New Roman"/>
                <a:ea typeface="+mn-ea"/>
                <a:cs typeface="Times New Roman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1D60167-4931-47E6-BA6A-407CBD079E47}" type="slidenum">
              <a:rPr lang="en-US" altLang="zh-CN" smtClean="0"/>
              <a:pPr/>
              <a:t>64</a:t>
            </a:fld>
            <a:endParaRPr lang="en-US" dirty="0"/>
          </a:p>
        </p:txBody>
      </p:sp>
      <p:sp>
        <p:nvSpPr>
          <p:cNvPr id="3" name="object 3"/>
          <p:cNvSpPr/>
          <p:nvPr/>
        </p:nvSpPr>
        <p:spPr>
          <a:xfrm>
            <a:off x="4032631" y="3684892"/>
            <a:ext cx="1339215" cy="1023619"/>
          </a:xfrm>
          <a:custGeom>
            <a:avLst/>
            <a:gdLst/>
            <a:ahLst/>
            <a:cxnLst/>
            <a:rect l="l" t="t" r="r" b="b"/>
            <a:pathLst>
              <a:path w="1339214" h="1023620">
                <a:moveTo>
                  <a:pt x="1339075" y="423087"/>
                </a:moveTo>
                <a:lnTo>
                  <a:pt x="1333017" y="383806"/>
                </a:lnTo>
                <a:lnTo>
                  <a:pt x="1319288" y="346951"/>
                </a:lnTo>
                <a:lnTo>
                  <a:pt x="1298562" y="312978"/>
                </a:lnTo>
                <a:lnTo>
                  <a:pt x="1271511" y="282346"/>
                </a:lnTo>
                <a:lnTo>
                  <a:pt x="1238808" y="255549"/>
                </a:lnTo>
                <a:lnTo>
                  <a:pt x="1201115" y="233032"/>
                </a:lnTo>
                <a:lnTo>
                  <a:pt x="1159090" y="215277"/>
                </a:lnTo>
                <a:lnTo>
                  <a:pt x="1113434" y="202755"/>
                </a:lnTo>
                <a:lnTo>
                  <a:pt x="1064793" y="195922"/>
                </a:lnTo>
                <a:lnTo>
                  <a:pt x="1032459" y="195516"/>
                </a:lnTo>
                <a:lnTo>
                  <a:pt x="1031379" y="188506"/>
                </a:lnTo>
                <a:lnTo>
                  <a:pt x="1017625" y="151650"/>
                </a:lnTo>
                <a:lnTo>
                  <a:pt x="996848" y="117678"/>
                </a:lnTo>
                <a:lnTo>
                  <a:pt x="969733" y="87058"/>
                </a:lnTo>
                <a:lnTo>
                  <a:pt x="936942" y="60261"/>
                </a:lnTo>
                <a:lnTo>
                  <a:pt x="899160" y="37744"/>
                </a:lnTo>
                <a:lnTo>
                  <a:pt x="857046" y="20002"/>
                </a:lnTo>
                <a:lnTo>
                  <a:pt x="811263" y="7480"/>
                </a:lnTo>
                <a:lnTo>
                  <a:pt x="762495" y="660"/>
                </a:lnTo>
                <a:lnTo>
                  <a:pt x="711415" y="0"/>
                </a:lnTo>
                <a:lnTo>
                  <a:pt x="660654" y="5715"/>
                </a:lnTo>
                <a:lnTo>
                  <a:pt x="612800" y="17335"/>
                </a:lnTo>
                <a:lnTo>
                  <a:pt x="568490" y="34340"/>
                </a:lnTo>
                <a:lnTo>
                  <a:pt x="528345" y="56172"/>
                </a:lnTo>
                <a:lnTo>
                  <a:pt x="492975" y="82321"/>
                </a:lnTo>
                <a:lnTo>
                  <a:pt x="469315" y="105930"/>
                </a:lnTo>
                <a:lnTo>
                  <a:pt x="454520" y="103847"/>
                </a:lnTo>
                <a:lnTo>
                  <a:pt x="403440" y="103187"/>
                </a:lnTo>
                <a:lnTo>
                  <a:pt x="352679" y="108902"/>
                </a:lnTo>
                <a:lnTo>
                  <a:pt x="304825" y="120523"/>
                </a:lnTo>
                <a:lnTo>
                  <a:pt x="260515" y="137528"/>
                </a:lnTo>
                <a:lnTo>
                  <a:pt x="220370" y="159359"/>
                </a:lnTo>
                <a:lnTo>
                  <a:pt x="185000" y="185508"/>
                </a:lnTo>
                <a:lnTo>
                  <a:pt x="155028" y="215430"/>
                </a:lnTo>
                <a:lnTo>
                  <a:pt x="131076" y="248577"/>
                </a:lnTo>
                <a:lnTo>
                  <a:pt x="113779" y="284454"/>
                </a:lnTo>
                <a:lnTo>
                  <a:pt x="103746" y="322491"/>
                </a:lnTo>
                <a:lnTo>
                  <a:pt x="101600" y="362165"/>
                </a:lnTo>
                <a:lnTo>
                  <a:pt x="107670" y="401447"/>
                </a:lnTo>
                <a:lnTo>
                  <a:pt x="109372" y="406019"/>
                </a:lnTo>
                <a:lnTo>
                  <a:pt x="83400" y="425221"/>
                </a:lnTo>
                <a:lnTo>
                  <a:pt x="53428" y="455129"/>
                </a:lnTo>
                <a:lnTo>
                  <a:pt x="29476" y="488289"/>
                </a:lnTo>
                <a:lnTo>
                  <a:pt x="12179" y="524167"/>
                </a:lnTo>
                <a:lnTo>
                  <a:pt x="2146" y="562203"/>
                </a:lnTo>
                <a:lnTo>
                  <a:pt x="0" y="601878"/>
                </a:lnTo>
                <a:lnTo>
                  <a:pt x="6070" y="641159"/>
                </a:lnTo>
                <a:lnTo>
                  <a:pt x="19824" y="678014"/>
                </a:lnTo>
                <a:lnTo>
                  <a:pt x="40601" y="711987"/>
                </a:lnTo>
                <a:lnTo>
                  <a:pt x="67716" y="742607"/>
                </a:lnTo>
                <a:lnTo>
                  <a:pt x="100507" y="769404"/>
                </a:lnTo>
                <a:lnTo>
                  <a:pt x="138290" y="791921"/>
                </a:lnTo>
                <a:lnTo>
                  <a:pt x="180403" y="809663"/>
                </a:lnTo>
                <a:lnTo>
                  <a:pt x="208140" y="817257"/>
                </a:lnTo>
                <a:lnTo>
                  <a:pt x="211048" y="835494"/>
                </a:lnTo>
                <a:lnTo>
                  <a:pt x="225323" y="872324"/>
                </a:lnTo>
                <a:lnTo>
                  <a:pt x="246913" y="906259"/>
                </a:lnTo>
                <a:lnTo>
                  <a:pt x="275120" y="936828"/>
                </a:lnTo>
                <a:lnTo>
                  <a:pt x="309257" y="963561"/>
                </a:lnTo>
                <a:lnTo>
                  <a:pt x="348615" y="985989"/>
                </a:lnTo>
                <a:lnTo>
                  <a:pt x="392493" y="1003655"/>
                </a:lnTo>
                <a:lnTo>
                  <a:pt x="440207" y="1016076"/>
                </a:lnTo>
                <a:lnTo>
                  <a:pt x="491045" y="1022794"/>
                </a:lnTo>
                <a:lnTo>
                  <a:pt x="544309" y="1023340"/>
                </a:lnTo>
                <a:lnTo>
                  <a:pt x="597268" y="1017511"/>
                </a:lnTo>
                <a:lnTo>
                  <a:pt x="647192" y="1005789"/>
                </a:lnTo>
                <a:lnTo>
                  <a:pt x="693432" y="988695"/>
                </a:lnTo>
                <a:lnTo>
                  <a:pt x="735342" y="966774"/>
                </a:lnTo>
                <a:lnTo>
                  <a:pt x="772287" y="940549"/>
                </a:lnTo>
                <a:lnTo>
                  <a:pt x="803605" y="910564"/>
                </a:lnTo>
                <a:lnTo>
                  <a:pt x="828649" y="877354"/>
                </a:lnTo>
                <a:lnTo>
                  <a:pt x="846759" y="841438"/>
                </a:lnTo>
                <a:lnTo>
                  <a:pt x="857313" y="803376"/>
                </a:lnTo>
                <a:lnTo>
                  <a:pt x="859637" y="763689"/>
                </a:lnTo>
                <a:lnTo>
                  <a:pt x="853389" y="724420"/>
                </a:lnTo>
                <a:lnTo>
                  <a:pt x="850011" y="715733"/>
                </a:lnTo>
                <a:lnTo>
                  <a:pt x="877049" y="709180"/>
                </a:lnTo>
                <a:lnTo>
                  <a:pt x="921359" y="692226"/>
                </a:lnTo>
                <a:lnTo>
                  <a:pt x="950785" y="676275"/>
                </a:lnTo>
                <a:lnTo>
                  <a:pt x="987069" y="681367"/>
                </a:lnTo>
                <a:lnTo>
                  <a:pt x="1038021" y="682028"/>
                </a:lnTo>
                <a:lnTo>
                  <a:pt x="1088656" y="676313"/>
                </a:lnTo>
                <a:lnTo>
                  <a:pt x="1136383" y="664705"/>
                </a:lnTo>
                <a:lnTo>
                  <a:pt x="1180579" y="647712"/>
                </a:lnTo>
                <a:lnTo>
                  <a:pt x="1220635" y="625881"/>
                </a:lnTo>
                <a:lnTo>
                  <a:pt x="1255915" y="599744"/>
                </a:lnTo>
                <a:lnTo>
                  <a:pt x="1285798" y="569823"/>
                </a:lnTo>
                <a:lnTo>
                  <a:pt x="1309674" y="536663"/>
                </a:lnTo>
                <a:lnTo>
                  <a:pt x="1326934" y="500811"/>
                </a:lnTo>
                <a:lnTo>
                  <a:pt x="1336941" y="462762"/>
                </a:lnTo>
                <a:lnTo>
                  <a:pt x="1339075" y="423087"/>
                </a:lnTo>
                <a:close/>
              </a:path>
            </a:pathLst>
          </a:custGeom>
          <a:solidFill>
            <a:srgbClr val="F3F3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538" y="4432300"/>
            <a:ext cx="86233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solidFill>
                  <a:srgbClr val="001636"/>
                </a:solidFill>
                <a:latin typeface="Verdana"/>
                <a:cs typeface="Verdana"/>
              </a:rPr>
              <a:t>Database </a:t>
            </a:r>
            <a:r>
              <a:rPr sz="1000" b="1" spc="-5" dirty="0">
                <a:solidFill>
                  <a:srgbClr val="001636"/>
                </a:solidFill>
                <a:latin typeface="Verdana"/>
                <a:cs typeface="Verdana"/>
              </a:rPr>
              <a:t> </a:t>
            </a:r>
            <a:r>
              <a:rPr sz="1000" b="1" spc="5" dirty="0">
                <a:solidFill>
                  <a:srgbClr val="001636"/>
                </a:solidFill>
                <a:latin typeface="Verdana"/>
                <a:cs typeface="Verdana"/>
              </a:rPr>
              <a:t>T</a:t>
            </a:r>
            <a:r>
              <a:rPr sz="1000" b="1" dirty="0">
                <a:solidFill>
                  <a:srgbClr val="001636"/>
                </a:solidFill>
                <a:latin typeface="Verdana"/>
                <a:cs typeface="Verdana"/>
              </a:rPr>
              <a:t>r</a:t>
            </a:r>
            <a:r>
              <a:rPr sz="1000" b="1" spc="-10" dirty="0">
                <a:solidFill>
                  <a:srgbClr val="001636"/>
                </a:solidFill>
                <a:latin typeface="Verdana"/>
                <a:cs typeface="Verdana"/>
              </a:rPr>
              <a:t>a</a:t>
            </a:r>
            <a:r>
              <a:rPr sz="1000" b="1" dirty="0">
                <a:solidFill>
                  <a:srgbClr val="001636"/>
                </a:solidFill>
                <a:latin typeface="Verdana"/>
                <a:cs typeface="Verdana"/>
              </a:rPr>
              <a:t>n</a:t>
            </a:r>
            <a:r>
              <a:rPr sz="1000" b="1" spc="-10" dirty="0">
                <a:solidFill>
                  <a:srgbClr val="001636"/>
                </a:solidFill>
                <a:latin typeface="Verdana"/>
                <a:cs typeface="Verdana"/>
              </a:rPr>
              <a:t>sa</a:t>
            </a:r>
            <a:r>
              <a:rPr sz="1000" b="1" spc="-5" dirty="0">
                <a:solidFill>
                  <a:srgbClr val="001636"/>
                </a:solidFill>
                <a:latin typeface="Verdana"/>
                <a:cs typeface="Verdana"/>
              </a:rPr>
              <a:t>c</a:t>
            </a:r>
            <a:r>
              <a:rPr sz="1000" b="1" spc="-10" dirty="0">
                <a:solidFill>
                  <a:srgbClr val="001636"/>
                </a:solidFill>
                <a:latin typeface="Verdana"/>
                <a:cs typeface="Verdana"/>
              </a:rPr>
              <a:t>t</a:t>
            </a:r>
            <a:r>
              <a:rPr sz="1000" b="1" spc="-5" dirty="0">
                <a:solidFill>
                  <a:srgbClr val="001636"/>
                </a:solidFill>
                <a:latin typeface="Verdana"/>
                <a:cs typeface="Verdana"/>
              </a:rPr>
              <a:t>i</a:t>
            </a:r>
            <a:r>
              <a:rPr sz="1000" b="1" dirty="0">
                <a:solidFill>
                  <a:srgbClr val="001636"/>
                </a:solidFill>
                <a:latin typeface="Verdana"/>
                <a:cs typeface="Verdana"/>
              </a:rPr>
              <a:t>on  </a:t>
            </a:r>
            <a:r>
              <a:rPr sz="1000" b="1" spc="-5" dirty="0">
                <a:solidFill>
                  <a:srgbClr val="001636"/>
                </a:solidFill>
                <a:latin typeface="Verdana"/>
                <a:cs typeface="Verdana"/>
              </a:rPr>
              <a:t>Mission </a:t>
            </a:r>
            <a:r>
              <a:rPr sz="1000" b="1" dirty="0">
                <a:solidFill>
                  <a:srgbClr val="001636"/>
                </a:solidFill>
                <a:latin typeface="Verdana"/>
                <a:cs typeface="Verdana"/>
              </a:rPr>
              <a:t> </a:t>
            </a:r>
            <a:r>
              <a:rPr sz="1000" b="1" spc="-5" dirty="0">
                <a:solidFill>
                  <a:srgbClr val="001636"/>
                </a:solidFill>
                <a:latin typeface="Verdana"/>
                <a:cs typeface="Verdana"/>
              </a:rPr>
              <a:t>Critical </a:t>
            </a:r>
            <a:r>
              <a:rPr sz="1000" b="1" dirty="0">
                <a:solidFill>
                  <a:srgbClr val="001636"/>
                </a:solidFill>
                <a:latin typeface="Verdana"/>
                <a:cs typeface="Verdana"/>
              </a:rPr>
              <a:t> </a:t>
            </a:r>
            <a:r>
              <a:rPr sz="1000" b="1" spc="-5" dirty="0">
                <a:solidFill>
                  <a:srgbClr val="001636"/>
                </a:solidFill>
                <a:latin typeface="Verdana"/>
                <a:cs typeface="Verdana"/>
              </a:rPr>
              <a:t>Servers</a:t>
            </a:r>
            <a:endParaRPr sz="1000">
              <a:latin typeface="Verdana"/>
              <a:cs typeface="Verdana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0" y="0"/>
            <a:ext cx="9144000" cy="6858000"/>
            <a:chOff x="0" y="0"/>
            <a:chExt cx="9144000" cy="685800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9144000" cy="685800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191000" y="3273425"/>
              <a:ext cx="1047750" cy="714375"/>
            </a:xfrm>
            <a:custGeom>
              <a:avLst/>
              <a:gdLst/>
              <a:ahLst/>
              <a:cxnLst/>
              <a:rect l="l" t="t" r="r" b="b"/>
              <a:pathLst>
                <a:path w="1047750" h="714375">
                  <a:moveTo>
                    <a:pt x="801654" y="1558"/>
                  </a:moveTo>
                  <a:lnTo>
                    <a:pt x="852494" y="3895"/>
                  </a:lnTo>
                  <a:lnTo>
                    <a:pt x="904808" y="26487"/>
                  </a:lnTo>
                  <a:lnTo>
                    <a:pt x="948280" y="62322"/>
                  </a:lnTo>
                  <a:lnTo>
                    <a:pt x="978489" y="109064"/>
                  </a:lnTo>
                  <a:lnTo>
                    <a:pt x="989541" y="151132"/>
                  </a:lnTo>
                  <a:lnTo>
                    <a:pt x="991752" y="166713"/>
                  </a:lnTo>
                  <a:lnTo>
                    <a:pt x="990278" y="179178"/>
                  </a:lnTo>
                  <a:lnTo>
                    <a:pt x="988804" y="194758"/>
                  </a:lnTo>
                  <a:lnTo>
                    <a:pt x="985857" y="209560"/>
                  </a:lnTo>
                  <a:lnTo>
                    <a:pt x="981436" y="224362"/>
                  </a:lnTo>
                  <a:lnTo>
                    <a:pt x="996909" y="239163"/>
                  </a:lnTo>
                  <a:lnTo>
                    <a:pt x="1021225" y="270325"/>
                  </a:lnTo>
                  <a:lnTo>
                    <a:pt x="1043329" y="318625"/>
                  </a:lnTo>
                  <a:lnTo>
                    <a:pt x="1047750" y="352123"/>
                  </a:lnTo>
                  <a:lnTo>
                    <a:pt x="1046276" y="367704"/>
                  </a:lnTo>
                  <a:lnTo>
                    <a:pt x="1031540" y="417562"/>
                  </a:lnTo>
                  <a:lnTo>
                    <a:pt x="1010172" y="451840"/>
                  </a:lnTo>
                  <a:lnTo>
                    <a:pt x="981436" y="485338"/>
                  </a:lnTo>
                  <a:lnTo>
                    <a:pt x="987331" y="498582"/>
                  </a:lnTo>
                  <a:lnTo>
                    <a:pt x="990278" y="522732"/>
                  </a:lnTo>
                  <a:lnTo>
                    <a:pt x="990278" y="548440"/>
                  </a:lnTo>
                  <a:lnTo>
                    <a:pt x="982910" y="585834"/>
                  </a:lnTo>
                  <a:lnTo>
                    <a:pt x="963753" y="623227"/>
                  </a:lnTo>
                  <a:lnTo>
                    <a:pt x="937227" y="655168"/>
                  </a:lnTo>
                  <a:lnTo>
                    <a:pt x="927649" y="664516"/>
                  </a:lnTo>
                  <a:lnTo>
                    <a:pt x="921754" y="668411"/>
                  </a:lnTo>
                  <a:lnTo>
                    <a:pt x="916597" y="673086"/>
                  </a:lnTo>
                  <a:lnTo>
                    <a:pt x="904808" y="682434"/>
                  </a:lnTo>
                  <a:lnTo>
                    <a:pt x="890808" y="688666"/>
                  </a:lnTo>
                  <a:lnTo>
                    <a:pt x="878282" y="694899"/>
                  </a:lnTo>
                  <a:lnTo>
                    <a:pt x="870914" y="696457"/>
                  </a:lnTo>
                  <a:lnTo>
                    <a:pt x="867967" y="697236"/>
                  </a:lnTo>
                  <a:lnTo>
                    <a:pt x="865020" y="699573"/>
                  </a:lnTo>
                  <a:lnTo>
                    <a:pt x="852494" y="702689"/>
                  </a:lnTo>
                  <a:lnTo>
                    <a:pt x="825968" y="706584"/>
                  </a:lnTo>
                  <a:lnTo>
                    <a:pt x="801654" y="706584"/>
                  </a:lnTo>
                  <a:lnTo>
                    <a:pt x="759655" y="693341"/>
                  </a:lnTo>
                  <a:lnTo>
                    <a:pt x="725025" y="669191"/>
                  </a:lnTo>
                  <a:lnTo>
                    <a:pt x="706604" y="645819"/>
                  </a:lnTo>
                  <a:lnTo>
                    <a:pt x="682290" y="660621"/>
                  </a:lnTo>
                  <a:lnTo>
                    <a:pt x="657238" y="674644"/>
                  </a:lnTo>
                  <a:lnTo>
                    <a:pt x="632186" y="686329"/>
                  </a:lnTo>
                  <a:lnTo>
                    <a:pt x="609345" y="696457"/>
                  </a:lnTo>
                  <a:lnTo>
                    <a:pt x="585030" y="702689"/>
                  </a:lnTo>
                  <a:lnTo>
                    <a:pt x="561452" y="709700"/>
                  </a:lnTo>
                  <a:lnTo>
                    <a:pt x="538611" y="712037"/>
                  </a:lnTo>
                  <a:lnTo>
                    <a:pt x="516506" y="714375"/>
                  </a:lnTo>
                  <a:lnTo>
                    <a:pt x="493665" y="712037"/>
                  </a:lnTo>
                  <a:lnTo>
                    <a:pt x="470824" y="709700"/>
                  </a:lnTo>
                  <a:lnTo>
                    <a:pt x="448719" y="702689"/>
                  </a:lnTo>
                  <a:lnTo>
                    <a:pt x="427352" y="696457"/>
                  </a:lnTo>
                  <a:lnTo>
                    <a:pt x="405247" y="686329"/>
                  </a:lnTo>
                  <a:lnTo>
                    <a:pt x="383880" y="674644"/>
                  </a:lnTo>
                  <a:lnTo>
                    <a:pt x="362512" y="660621"/>
                  </a:lnTo>
                  <a:lnTo>
                    <a:pt x="342618" y="645819"/>
                  </a:lnTo>
                  <a:lnTo>
                    <a:pt x="336724" y="651273"/>
                  </a:lnTo>
                  <a:lnTo>
                    <a:pt x="335250" y="652831"/>
                  </a:lnTo>
                  <a:lnTo>
                    <a:pt x="334513" y="654389"/>
                  </a:lnTo>
                  <a:lnTo>
                    <a:pt x="332303" y="658284"/>
                  </a:lnTo>
                  <a:lnTo>
                    <a:pt x="322724" y="669191"/>
                  </a:lnTo>
                  <a:lnTo>
                    <a:pt x="311672" y="678539"/>
                  </a:lnTo>
                  <a:lnTo>
                    <a:pt x="300620" y="687108"/>
                  </a:lnTo>
                  <a:lnTo>
                    <a:pt x="288094" y="693341"/>
                  </a:lnTo>
                  <a:lnTo>
                    <a:pt x="276305" y="699573"/>
                  </a:lnTo>
                  <a:lnTo>
                    <a:pt x="261569" y="704247"/>
                  </a:lnTo>
                  <a:lnTo>
                    <a:pt x="254937" y="705026"/>
                  </a:lnTo>
                  <a:lnTo>
                    <a:pt x="248306" y="706584"/>
                  </a:lnTo>
                  <a:lnTo>
                    <a:pt x="221781" y="706584"/>
                  </a:lnTo>
                  <a:lnTo>
                    <a:pt x="196729" y="702689"/>
                  </a:lnTo>
                  <a:lnTo>
                    <a:pt x="157678" y="688666"/>
                  </a:lnTo>
                  <a:lnTo>
                    <a:pt x="117890" y="662179"/>
                  </a:lnTo>
                  <a:lnTo>
                    <a:pt x="91364" y="632576"/>
                  </a:lnTo>
                  <a:lnTo>
                    <a:pt x="79575" y="616216"/>
                  </a:lnTo>
                  <a:lnTo>
                    <a:pt x="71470" y="599077"/>
                  </a:lnTo>
                  <a:lnTo>
                    <a:pt x="61892" y="569474"/>
                  </a:lnTo>
                  <a:lnTo>
                    <a:pt x="57471" y="541429"/>
                  </a:lnTo>
                  <a:lnTo>
                    <a:pt x="56734" y="526627"/>
                  </a:lnTo>
                  <a:lnTo>
                    <a:pt x="59681" y="513384"/>
                  </a:lnTo>
                  <a:lnTo>
                    <a:pt x="67050" y="485338"/>
                  </a:lnTo>
                  <a:lnTo>
                    <a:pt x="50840" y="468200"/>
                  </a:lnTo>
                  <a:lnTo>
                    <a:pt x="25788" y="435480"/>
                  </a:lnTo>
                  <a:lnTo>
                    <a:pt x="5157" y="395749"/>
                  </a:lnTo>
                  <a:lnTo>
                    <a:pt x="0" y="356018"/>
                  </a:lnTo>
                  <a:lnTo>
                    <a:pt x="736" y="339659"/>
                  </a:lnTo>
                  <a:lnTo>
                    <a:pt x="3684" y="322520"/>
                  </a:lnTo>
                  <a:lnTo>
                    <a:pt x="8841" y="305381"/>
                  </a:lnTo>
                  <a:lnTo>
                    <a:pt x="16946" y="289801"/>
                  </a:lnTo>
                  <a:lnTo>
                    <a:pt x="25788" y="272662"/>
                  </a:lnTo>
                  <a:lnTo>
                    <a:pt x="37577" y="256302"/>
                  </a:lnTo>
                  <a:lnTo>
                    <a:pt x="50840" y="239163"/>
                  </a:lnTo>
                  <a:lnTo>
                    <a:pt x="67050" y="224362"/>
                  </a:lnTo>
                  <a:lnTo>
                    <a:pt x="59681" y="194758"/>
                  </a:lnTo>
                  <a:lnTo>
                    <a:pt x="56734" y="179178"/>
                  </a:lnTo>
                  <a:lnTo>
                    <a:pt x="57471" y="166713"/>
                  </a:lnTo>
                  <a:lnTo>
                    <a:pt x="61892" y="137110"/>
                  </a:lnTo>
                  <a:lnTo>
                    <a:pt x="83996" y="84135"/>
                  </a:lnTo>
                  <a:lnTo>
                    <a:pt x="120100" y="42846"/>
                  </a:lnTo>
                  <a:lnTo>
                    <a:pt x="145152" y="26487"/>
                  </a:lnTo>
                  <a:lnTo>
                    <a:pt x="170204" y="12464"/>
                  </a:lnTo>
                  <a:lnTo>
                    <a:pt x="196729" y="3895"/>
                  </a:lnTo>
                  <a:lnTo>
                    <a:pt x="221781" y="0"/>
                  </a:lnTo>
                  <a:lnTo>
                    <a:pt x="248306" y="1558"/>
                  </a:lnTo>
                  <a:lnTo>
                    <a:pt x="288094" y="13243"/>
                  </a:lnTo>
                  <a:lnTo>
                    <a:pt x="322724" y="38172"/>
                  </a:lnTo>
                  <a:lnTo>
                    <a:pt x="342618" y="62322"/>
                  </a:lnTo>
                  <a:lnTo>
                    <a:pt x="386827" y="37393"/>
                  </a:lnTo>
                  <a:lnTo>
                    <a:pt x="432510" y="20254"/>
                  </a:lnTo>
                  <a:lnTo>
                    <a:pt x="478929" y="9348"/>
                  </a:lnTo>
                  <a:lnTo>
                    <a:pt x="524611" y="6232"/>
                  </a:lnTo>
                  <a:lnTo>
                    <a:pt x="568820" y="9348"/>
                  </a:lnTo>
                  <a:lnTo>
                    <a:pt x="614503" y="20254"/>
                  </a:lnTo>
                  <a:lnTo>
                    <a:pt x="660922" y="37393"/>
                  </a:lnTo>
                  <a:lnTo>
                    <a:pt x="706604" y="62322"/>
                  </a:lnTo>
                  <a:lnTo>
                    <a:pt x="715446" y="48300"/>
                  </a:lnTo>
                  <a:lnTo>
                    <a:pt x="725025" y="38172"/>
                  </a:lnTo>
                  <a:lnTo>
                    <a:pt x="736077" y="28045"/>
                  </a:lnTo>
                  <a:lnTo>
                    <a:pt x="748603" y="20254"/>
                  </a:lnTo>
                  <a:lnTo>
                    <a:pt x="759655" y="13243"/>
                  </a:lnTo>
                  <a:lnTo>
                    <a:pt x="772918" y="8569"/>
                  </a:lnTo>
                  <a:lnTo>
                    <a:pt x="786180" y="3895"/>
                  </a:lnTo>
                  <a:lnTo>
                    <a:pt x="801654" y="1558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275559" y="3466580"/>
            <a:ext cx="89471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latin typeface="Verdana"/>
                <a:cs typeface="Verdana"/>
              </a:rPr>
              <a:t>LAN/WAN</a:t>
            </a:r>
            <a:endParaRPr sz="1200">
              <a:latin typeface="Verdana"/>
              <a:cs typeface="Verdana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0" y="0"/>
            <a:ext cx="9144000" cy="6858000"/>
            <a:chOff x="0" y="0"/>
            <a:chExt cx="9144000" cy="6858000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0"/>
              <a:ext cx="9144000" cy="685800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276725" y="5435600"/>
              <a:ext cx="752475" cy="485775"/>
            </a:xfrm>
            <a:custGeom>
              <a:avLst/>
              <a:gdLst/>
              <a:ahLst/>
              <a:cxnLst/>
              <a:rect l="l" t="t" r="r" b="b"/>
              <a:pathLst>
                <a:path w="752475" h="485775">
                  <a:moveTo>
                    <a:pt x="575328" y="1059"/>
                  </a:moveTo>
                  <a:lnTo>
                    <a:pt x="620805" y="4237"/>
                  </a:lnTo>
                  <a:lnTo>
                    <a:pt x="657820" y="22778"/>
                  </a:lnTo>
                  <a:lnTo>
                    <a:pt x="692192" y="57212"/>
                  </a:lnTo>
                  <a:lnTo>
                    <a:pt x="708585" y="93234"/>
                  </a:lnTo>
                  <a:lnTo>
                    <a:pt x="711757" y="113365"/>
                  </a:lnTo>
                  <a:lnTo>
                    <a:pt x="711229" y="121841"/>
                  </a:lnTo>
                  <a:lnTo>
                    <a:pt x="709642" y="132435"/>
                  </a:lnTo>
                  <a:lnTo>
                    <a:pt x="708056" y="142501"/>
                  </a:lnTo>
                  <a:lnTo>
                    <a:pt x="704883" y="152566"/>
                  </a:lnTo>
                  <a:lnTo>
                    <a:pt x="715459" y="162631"/>
                  </a:lnTo>
                  <a:lnTo>
                    <a:pt x="724977" y="173755"/>
                  </a:lnTo>
                  <a:lnTo>
                    <a:pt x="733438" y="183821"/>
                  </a:lnTo>
                  <a:lnTo>
                    <a:pt x="740312" y="194945"/>
                  </a:lnTo>
                  <a:lnTo>
                    <a:pt x="744543" y="205540"/>
                  </a:lnTo>
                  <a:lnTo>
                    <a:pt x="749302" y="216665"/>
                  </a:lnTo>
                  <a:lnTo>
                    <a:pt x="750888" y="228319"/>
                  </a:lnTo>
                  <a:lnTo>
                    <a:pt x="752475" y="239444"/>
                  </a:lnTo>
                  <a:lnTo>
                    <a:pt x="750888" y="250039"/>
                  </a:lnTo>
                  <a:lnTo>
                    <a:pt x="749302" y="261163"/>
                  </a:lnTo>
                  <a:lnTo>
                    <a:pt x="744543" y="272818"/>
                  </a:lnTo>
                  <a:lnTo>
                    <a:pt x="740312" y="283942"/>
                  </a:lnTo>
                  <a:lnTo>
                    <a:pt x="733438" y="295597"/>
                  </a:lnTo>
                  <a:lnTo>
                    <a:pt x="724977" y="307251"/>
                  </a:lnTo>
                  <a:lnTo>
                    <a:pt x="715459" y="318376"/>
                  </a:lnTo>
                  <a:lnTo>
                    <a:pt x="704883" y="330030"/>
                  </a:lnTo>
                  <a:lnTo>
                    <a:pt x="708585" y="339036"/>
                  </a:lnTo>
                  <a:lnTo>
                    <a:pt x="711229" y="355458"/>
                  </a:lnTo>
                  <a:lnTo>
                    <a:pt x="711229" y="372939"/>
                  </a:lnTo>
                  <a:lnTo>
                    <a:pt x="709642" y="380885"/>
                  </a:lnTo>
                  <a:lnTo>
                    <a:pt x="708056" y="389891"/>
                  </a:lnTo>
                  <a:lnTo>
                    <a:pt x="705412" y="398367"/>
                  </a:lnTo>
                  <a:lnTo>
                    <a:pt x="702239" y="407372"/>
                  </a:lnTo>
                  <a:lnTo>
                    <a:pt x="696951" y="415848"/>
                  </a:lnTo>
                  <a:lnTo>
                    <a:pt x="692192" y="423795"/>
                  </a:lnTo>
                  <a:lnTo>
                    <a:pt x="665752" y="451871"/>
                  </a:lnTo>
                  <a:lnTo>
                    <a:pt x="661522" y="454520"/>
                  </a:lnTo>
                  <a:lnTo>
                    <a:pt x="657820" y="457698"/>
                  </a:lnTo>
                  <a:lnTo>
                    <a:pt x="649360" y="464055"/>
                  </a:lnTo>
                  <a:lnTo>
                    <a:pt x="639312" y="468293"/>
                  </a:lnTo>
                  <a:lnTo>
                    <a:pt x="630323" y="472531"/>
                  </a:lnTo>
                  <a:lnTo>
                    <a:pt x="625564" y="473590"/>
                  </a:lnTo>
                  <a:lnTo>
                    <a:pt x="622920" y="474120"/>
                  </a:lnTo>
                  <a:lnTo>
                    <a:pt x="620805" y="475709"/>
                  </a:lnTo>
                  <a:lnTo>
                    <a:pt x="611815" y="477828"/>
                  </a:lnTo>
                  <a:lnTo>
                    <a:pt x="592779" y="480477"/>
                  </a:lnTo>
                  <a:lnTo>
                    <a:pt x="575328" y="480477"/>
                  </a:lnTo>
                  <a:lnTo>
                    <a:pt x="537255" y="467234"/>
                  </a:lnTo>
                  <a:lnTo>
                    <a:pt x="507114" y="439157"/>
                  </a:lnTo>
                  <a:lnTo>
                    <a:pt x="489664" y="449222"/>
                  </a:lnTo>
                  <a:lnTo>
                    <a:pt x="471685" y="458758"/>
                  </a:lnTo>
                  <a:lnTo>
                    <a:pt x="454234" y="466704"/>
                  </a:lnTo>
                  <a:lnTo>
                    <a:pt x="437313" y="473590"/>
                  </a:lnTo>
                  <a:lnTo>
                    <a:pt x="419863" y="477828"/>
                  </a:lnTo>
                  <a:lnTo>
                    <a:pt x="403470" y="482596"/>
                  </a:lnTo>
                  <a:lnTo>
                    <a:pt x="386549" y="484185"/>
                  </a:lnTo>
                  <a:lnTo>
                    <a:pt x="370685" y="485775"/>
                  </a:lnTo>
                  <a:lnTo>
                    <a:pt x="354292" y="484185"/>
                  </a:lnTo>
                  <a:lnTo>
                    <a:pt x="337899" y="482596"/>
                  </a:lnTo>
                  <a:lnTo>
                    <a:pt x="322036" y="477828"/>
                  </a:lnTo>
                  <a:lnTo>
                    <a:pt x="306701" y="473590"/>
                  </a:lnTo>
                  <a:lnTo>
                    <a:pt x="290837" y="466704"/>
                  </a:lnTo>
                  <a:lnTo>
                    <a:pt x="275502" y="458758"/>
                  </a:lnTo>
                  <a:lnTo>
                    <a:pt x="260167" y="449222"/>
                  </a:lnTo>
                  <a:lnTo>
                    <a:pt x="245889" y="439157"/>
                  </a:lnTo>
                  <a:lnTo>
                    <a:pt x="242188" y="442865"/>
                  </a:lnTo>
                  <a:lnTo>
                    <a:pt x="240601" y="443925"/>
                  </a:lnTo>
                  <a:lnTo>
                    <a:pt x="240072" y="444984"/>
                  </a:lnTo>
                  <a:lnTo>
                    <a:pt x="239015" y="447633"/>
                  </a:lnTo>
                  <a:lnTo>
                    <a:pt x="231612" y="455049"/>
                  </a:lnTo>
                  <a:lnTo>
                    <a:pt x="198298" y="475709"/>
                  </a:lnTo>
                  <a:lnTo>
                    <a:pt x="182963" y="479418"/>
                  </a:lnTo>
                  <a:lnTo>
                    <a:pt x="178732" y="480477"/>
                  </a:lnTo>
                  <a:lnTo>
                    <a:pt x="159696" y="480477"/>
                  </a:lnTo>
                  <a:lnTo>
                    <a:pt x="141188" y="477828"/>
                  </a:lnTo>
                  <a:lnTo>
                    <a:pt x="104172" y="464055"/>
                  </a:lnTo>
                  <a:lnTo>
                    <a:pt x="74031" y="440746"/>
                  </a:lnTo>
                  <a:lnTo>
                    <a:pt x="51821" y="407372"/>
                  </a:lnTo>
                  <a:lnTo>
                    <a:pt x="41246" y="368171"/>
                  </a:lnTo>
                  <a:lnTo>
                    <a:pt x="40717" y="358106"/>
                  </a:lnTo>
                  <a:lnTo>
                    <a:pt x="42832" y="349101"/>
                  </a:lnTo>
                  <a:lnTo>
                    <a:pt x="48649" y="330030"/>
                  </a:lnTo>
                  <a:lnTo>
                    <a:pt x="36486" y="318376"/>
                  </a:lnTo>
                  <a:lnTo>
                    <a:pt x="12162" y="286061"/>
                  </a:lnTo>
                  <a:lnTo>
                    <a:pt x="0" y="242092"/>
                  </a:lnTo>
                  <a:lnTo>
                    <a:pt x="1057" y="230968"/>
                  </a:lnTo>
                  <a:lnTo>
                    <a:pt x="2643" y="219313"/>
                  </a:lnTo>
                  <a:lnTo>
                    <a:pt x="6345" y="207659"/>
                  </a:lnTo>
                  <a:lnTo>
                    <a:pt x="12162" y="197064"/>
                  </a:lnTo>
                  <a:lnTo>
                    <a:pt x="18507" y="185410"/>
                  </a:lnTo>
                  <a:lnTo>
                    <a:pt x="26968" y="174285"/>
                  </a:lnTo>
                  <a:lnTo>
                    <a:pt x="36486" y="162631"/>
                  </a:lnTo>
                  <a:lnTo>
                    <a:pt x="48649" y="152566"/>
                  </a:lnTo>
                  <a:lnTo>
                    <a:pt x="42832" y="132435"/>
                  </a:lnTo>
                  <a:lnTo>
                    <a:pt x="40717" y="121841"/>
                  </a:lnTo>
                  <a:lnTo>
                    <a:pt x="41246" y="113365"/>
                  </a:lnTo>
                  <a:lnTo>
                    <a:pt x="44418" y="93234"/>
                  </a:lnTo>
                  <a:lnTo>
                    <a:pt x="60282" y="57212"/>
                  </a:lnTo>
                  <a:lnTo>
                    <a:pt x="86722" y="29135"/>
                  </a:lnTo>
                  <a:lnTo>
                    <a:pt x="104172" y="18011"/>
                  </a:lnTo>
                  <a:lnTo>
                    <a:pt x="122151" y="8475"/>
                  </a:lnTo>
                  <a:lnTo>
                    <a:pt x="141188" y="2648"/>
                  </a:lnTo>
                  <a:lnTo>
                    <a:pt x="159696" y="0"/>
                  </a:lnTo>
                  <a:lnTo>
                    <a:pt x="178732" y="1059"/>
                  </a:lnTo>
                  <a:lnTo>
                    <a:pt x="215748" y="13773"/>
                  </a:lnTo>
                  <a:lnTo>
                    <a:pt x="245889" y="42379"/>
                  </a:lnTo>
                  <a:lnTo>
                    <a:pt x="277617" y="25427"/>
                  </a:lnTo>
                  <a:lnTo>
                    <a:pt x="326795" y="9535"/>
                  </a:lnTo>
                  <a:lnTo>
                    <a:pt x="376501" y="4237"/>
                  </a:lnTo>
                  <a:lnTo>
                    <a:pt x="408229" y="6356"/>
                  </a:lnTo>
                  <a:lnTo>
                    <a:pt x="457936" y="18541"/>
                  </a:lnTo>
                  <a:lnTo>
                    <a:pt x="507114" y="42379"/>
                  </a:lnTo>
                  <a:lnTo>
                    <a:pt x="513459" y="32844"/>
                  </a:lnTo>
                  <a:lnTo>
                    <a:pt x="520862" y="25957"/>
                  </a:lnTo>
                  <a:lnTo>
                    <a:pt x="528266" y="19070"/>
                  </a:lnTo>
                  <a:lnTo>
                    <a:pt x="537255" y="13773"/>
                  </a:lnTo>
                  <a:lnTo>
                    <a:pt x="545187" y="9005"/>
                  </a:lnTo>
                  <a:lnTo>
                    <a:pt x="554705" y="5827"/>
                  </a:lnTo>
                  <a:lnTo>
                    <a:pt x="564224" y="2648"/>
                  </a:lnTo>
                  <a:lnTo>
                    <a:pt x="575328" y="1059"/>
                  </a:lnTo>
                </a:path>
              </a:pathLst>
            </a:custGeom>
            <a:ln w="22225">
              <a:solidFill>
                <a:srgbClr val="FF66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333875" y="5571045"/>
            <a:ext cx="6419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latin typeface="Verdana"/>
                <a:cs typeface="Verdana"/>
              </a:rPr>
              <a:t>FC</a:t>
            </a:r>
            <a:r>
              <a:rPr sz="1200" b="1" spc="-85" dirty="0">
                <a:latin typeface="Verdana"/>
                <a:cs typeface="Verdana"/>
              </a:rPr>
              <a:t> </a:t>
            </a:r>
            <a:r>
              <a:rPr sz="1200" b="1" dirty="0">
                <a:latin typeface="Verdana"/>
                <a:cs typeface="Verdana"/>
              </a:rPr>
              <a:t>SAN</a:t>
            </a:r>
            <a:endParaRPr sz="1200">
              <a:latin typeface="Verdana"/>
              <a:cs typeface="Verdana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676400" y="3600450"/>
            <a:ext cx="4267200" cy="2978150"/>
            <a:chOff x="1676400" y="3600450"/>
            <a:chExt cx="4267200" cy="2978150"/>
          </a:xfrm>
        </p:grpSpPr>
        <p:sp>
          <p:nvSpPr>
            <p:cNvPr id="14" name="object 14"/>
            <p:cNvSpPr/>
            <p:nvPr/>
          </p:nvSpPr>
          <p:spPr>
            <a:xfrm>
              <a:off x="2209800" y="3606800"/>
              <a:ext cx="1981200" cy="914400"/>
            </a:xfrm>
            <a:custGeom>
              <a:avLst/>
              <a:gdLst/>
              <a:ahLst/>
              <a:cxnLst/>
              <a:rect l="l" t="t" r="r" b="b"/>
              <a:pathLst>
                <a:path w="1981200" h="914400">
                  <a:moveTo>
                    <a:pt x="0" y="0"/>
                  </a:moveTo>
                  <a:lnTo>
                    <a:pt x="1981200" y="1"/>
                  </a:lnTo>
                </a:path>
                <a:path w="1981200" h="914400">
                  <a:moveTo>
                    <a:pt x="0" y="0"/>
                  </a:moveTo>
                  <a:lnTo>
                    <a:pt x="1" y="914400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829050" y="3911600"/>
              <a:ext cx="0" cy="457200"/>
            </a:xfrm>
            <a:custGeom>
              <a:avLst/>
              <a:gdLst/>
              <a:ahLst/>
              <a:cxnLst/>
              <a:rect l="l" t="t" r="r" b="b"/>
              <a:pathLst>
                <a:path h="457200">
                  <a:moveTo>
                    <a:pt x="0" y="0"/>
                  </a:moveTo>
                  <a:lnTo>
                    <a:pt x="1" y="457200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621337" y="3911600"/>
              <a:ext cx="0" cy="457200"/>
            </a:xfrm>
            <a:custGeom>
              <a:avLst/>
              <a:gdLst/>
              <a:ahLst/>
              <a:cxnLst/>
              <a:rect l="l" t="t" r="r" b="b"/>
              <a:pathLst>
                <a:path h="457200">
                  <a:moveTo>
                    <a:pt x="0" y="0"/>
                  </a:moveTo>
                  <a:lnTo>
                    <a:pt x="1" y="457200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154612" y="3911600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>
                  <a:moveTo>
                    <a:pt x="0" y="0"/>
                  </a:moveTo>
                  <a:lnTo>
                    <a:pt x="457200" y="1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829050" y="3911600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>
                  <a:moveTo>
                    <a:pt x="0" y="0"/>
                  </a:moveTo>
                  <a:lnTo>
                    <a:pt x="457200" y="1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630862" y="5226050"/>
              <a:ext cx="0" cy="457200"/>
            </a:xfrm>
            <a:custGeom>
              <a:avLst/>
              <a:gdLst/>
              <a:ahLst/>
              <a:cxnLst/>
              <a:rect l="l" t="t" r="r" b="b"/>
              <a:pathLst>
                <a:path h="457200">
                  <a:moveTo>
                    <a:pt x="0" y="0"/>
                  </a:moveTo>
                  <a:lnTo>
                    <a:pt x="1" y="457200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848100" y="5207000"/>
              <a:ext cx="0" cy="457200"/>
            </a:xfrm>
            <a:custGeom>
              <a:avLst/>
              <a:gdLst/>
              <a:ahLst/>
              <a:cxnLst/>
              <a:rect l="l" t="t" r="r" b="b"/>
              <a:pathLst>
                <a:path h="457200">
                  <a:moveTo>
                    <a:pt x="0" y="0"/>
                  </a:moveTo>
                  <a:lnTo>
                    <a:pt x="1" y="457200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209800" y="5664200"/>
              <a:ext cx="2076450" cy="0"/>
            </a:xfrm>
            <a:custGeom>
              <a:avLst/>
              <a:gdLst/>
              <a:ahLst/>
              <a:cxnLst/>
              <a:rect l="l" t="t" r="r" b="b"/>
              <a:pathLst>
                <a:path w="2076450">
                  <a:moveTo>
                    <a:pt x="0" y="0"/>
                  </a:moveTo>
                  <a:lnTo>
                    <a:pt x="2076450" y="1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035550" y="5664200"/>
              <a:ext cx="603250" cy="0"/>
            </a:xfrm>
            <a:custGeom>
              <a:avLst/>
              <a:gdLst/>
              <a:ahLst/>
              <a:cxnLst/>
              <a:rect l="l" t="t" r="r" b="b"/>
              <a:pathLst>
                <a:path w="603250">
                  <a:moveTo>
                    <a:pt x="0" y="0"/>
                  </a:moveTo>
                  <a:lnTo>
                    <a:pt x="603250" y="1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94312" y="4292600"/>
              <a:ext cx="649286" cy="99060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05200" y="4292600"/>
              <a:ext cx="649288" cy="99060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103562" y="6049963"/>
              <a:ext cx="2316480" cy="6350"/>
            </a:xfrm>
            <a:custGeom>
              <a:avLst/>
              <a:gdLst/>
              <a:ahLst/>
              <a:cxnLst/>
              <a:rect l="l" t="t" r="r" b="b"/>
              <a:pathLst>
                <a:path w="2316479" h="6350">
                  <a:moveTo>
                    <a:pt x="0" y="0"/>
                  </a:moveTo>
                  <a:lnTo>
                    <a:pt x="2316162" y="6350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402262" y="6045200"/>
              <a:ext cx="0" cy="381000"/>
            </a:xfrm>
            <a:custGeom>
              <a:avLst/>
              <a:gdLst/>
              <a:ahLst/>
              <a:cxnLst/>
              <a:rect l="l" t="t" r="r" b="b"/>
              <a:pathLst>
                <a:path h="381000">
                  <a:moveTo>
                    <a:pt x="0" y="0"/>
                  </a:moveTo>
                  <a:lnTo>
                    <a:pt x="1" y="381000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633912" y="5892800"/>
              <a:ext cx="0" cy="381000"/>
            </a:xfrm>
            <a:custGeom>
              <a:avLst/>
              <a:gdLst/>
              <a:ahLst/>
              <a:cxnLst/>
              <a:rect l="l" t="t" r="r" b="b"/>
              <a:pathLst>
                <a:path h="381000">
                  <a:moveTo>
                    <a:pt x="0" y="0"/>
                  </a:moveTo>
                  <a:lnTo>
                    <a:pt x="1" y="381000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829050" y="6045200"/>
              <a:ext cx="0" cy="381000"/>
            </a:xfrm>
            <a:custGeom>
              <a:avLst/>
              <a:gdLst/>
              <a:ahLst/>
              <a:cxnLst/>
              <a:rect l="l" t="t" r="r" b="b"/>
              <a:pathLst>
                <a:path h="381000">
                  <a:moveTo>
                    <a:pt x="0" y="0"/>
                  </a:moveTo>
                  <a:lnTo>
                    <a:pt x="1" y="381000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57600" y="6197600"/>
              <a:ext cx="381000" cy="38100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32300" y="6197600"/>
              <a:ext cx="381000" cy="381000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81600" y="6197600"/>
              <a:ext cx="381000" cy="38100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209800" y="4597400"/>
              <a:ext cx="0" cy="1085850"/>
            </a:xfrm>
            <a:custGeom>
              <a:avLst/>
              <a:gdLst/>
              <a:ahLst/>
              <a:cxnLst/>
              <a:rect l="l" t="t" r="r" b="b"/>
              <a:pathLst>
                <a:path h="1085850">
                  <a:moveTo>
                    <a:pt x="0" y="0"/>
                  </a:moveTo>
                  <a:lnTo>
                    <a:pt x="1" y="1085850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76400" y="4521200"/>
              <a:ext cx="1066800" cy="609600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993139" y="4554220"/>
            <a:ext cx="3892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Verdana"/>
                <a:cs typeface="Verdana"/>
              </a:rPr>
              <a:t>NAS</a:t>
            </a:r>
            <a:endParaRPr sz="10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sz="1000" b="1" dirty="0">
                <a:latin typeface="Verdana"/>
                <a:cs typeface="Verdana"/>
              </a:rPr>
              <a:t>H</a:t>
            </a:r>
            <a:r>
              <a:rPr sz="1000" b="1" spc="-5" dirty="0">
                <a:latin typeface="Verdana"/>
                <a:cs typeface="Verdana"/>
              </a:rPr>
              <a:t>e</a:t>
            </a:r>
            <a:r>
              <a:rPr sz="1000" b="1" spc="-10" dirty="0">
                <a:latin typeface="Verdana"/>
                <a:cs typeface="Verdana"/>
              </a:rPr>
              <a:t>a</a:t>
            </a:r>
            <a:r>
              <a:rPr sz="1000" b="1" dirty="0">
                <a:latin typeface="Verdana"/>
                <a:cs typeface="Verdana"/>
              </a:rPr>
              <a:t>d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170363" y="1358900"/>
            <a:ext cx="105156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Verdana"/>
                <a:cs typeface="Verdana"/>
              </a:rPr>
              <a:t>Internal</a:t>
            </a:r>
            <a:r>
              <a:rPr sz="1000" b="1" spc="-70" dirty="0">
                <a:latin typeface="Verdana"/>
                <a:cs typeface="Verdana"/>
              </a:rPr>
              <a:t> </a:t>
            </a:r>
            <a:r>
              <a:rPr sz="1000" b="1" spc="-5" dirty="0">
                <a:latin typeface="Verdana"/>
                <a:cs typeface="Verdana"/>
              </a:rPr>
              <a:t>Users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216525" y="2201862"/>
            <a:ext cx="130429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Verdana"/>
                <a:cs typeface="Verdana"/>
              </a:rPr>
              <a:t>Surfers,</a:t>
            </a:r>
            <a:r>
              <a:rPr sz="1000" b="1" spc="-35" dirty="0">
                <a:latin typeface="Verdana"/>
                <a:cs typeface="Verdana"/>
              </a:rPr>
              <a:t> </a:t>
            </a:r>
            <a:r>
              <a:rPr sz="1000" b="1" spc="-5" dirty="0">
                <a:latin typeface="Verdana"/>
                <a:cs typeface="Verdana"/>
              </a:rPr>
              <a:t>Shoppers</a:t>
            </a:r>
            <a:endParaRPr sz="1000">
              <a:latin typeface="Verdana"/>
              <a:cs typeface="Verdana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3705225" y="1562100"/>
            <a:ext cx="2038350" cy="619125"/>
            <a:chOff x="3705225" y="1562100"/>
            <a:chExt cx="2038350" cy="619125"/>
          </a:xfrm>
        </p:grpSpPr>
        <p:pic>
          <p:nvPicPr>
            <p:cNvPr id="38" name="object 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33799" y="1590674"/>
              <a:ext cx="609600" cy="547688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719512" y="1576387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3"/>
                  </a:lnTo>
                  <a:lnTo>
                    <a:pt x="0" y="576263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19599" y="1604962"/>
              <a:ext cx="609600" cy="547687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405312" y="1590675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2"/>
                  </a:lnTo>
                  <a:lnTo>
                    <a:pt x="0" y="576262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105400" y="1604962"/>
              <a:ext cx="609600" cy="547687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5091112" y="1590675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2"/>
                  </a:lnTo>
                  <a:lnTo>
                    <a:pt x="0" y="576262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2924176" y="2225675"/>
            <a:ext cx="118237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Verdana"/>
                <a:cs typeface="Verdana"/>
              </a:rPr>
              <a:t>Business</a:t>
            </a:r>
            <a:r>
              <a:rPr sz="1000" b="1" spc="-75" dirty="0">
                <a:latin typeface="Verdana"/>
                <a:cs typeface="Verdana"/>
              </a:rPr>
              <a:t> </a:t>
            </a:r>
            <a:r>
              <a:rPr sz="1000" b="1" spc="-5" dirty="0">
                <a:latin typeface="Verdana"/>
                <a:cs typeface="Verdana"/>
              </a:rPr>
              <a:t>Clients</a:t>
            </a:r>
            <a:endParaRPr sz="1000">
              <a:latin typeface="Verdana"/>
              <a:cs typeface="Verdana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2503487" y="2136775"/>
            <a:ext cx="4383405" cy="4524375"/>
            <a:chOff x="2503487" y="2136775"/>
            <a:chExt cx="4383405" cy="4524375"/>
          </a:xfrm>
        </p:grpSpPr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17862" y="2438399"/>
              <a:ext cx="609600" cy="54768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3203575" y="2424112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3"/>
                  </a:lnTo>
                  <a:lnTo>
                    <a:pt x="0" y="576263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32062" y="2412999"/>
              <a:ext cx="609600" cy="54768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517775" y="2398712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3"/>
                  </a:lnTo>
                  <a:lnTo>
                    <a:pt x="0" y="576263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03662" y="2412999"/>
              <a:ext cx="609600" cy="54768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3889375" y="2398712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3"/>
                  </a:lnTo>
                  <a:lnTo>
                    <a:pt x="0" y="576263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62600" y="2447924"/>
              <a:ext cx="609600" cy="547688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5548312" y="2433637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3"/>
                  </a:lnTo>
                  <a:lnTo>
                    <a:pt x="0" y="576263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48400" y="2443162"/>
              <a:ext cx="609600" cy="54768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234112" y="2428875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2"/>
                  </a:lnTo>
                  <a:lnTo>
                    <a:pt x="0" y="576262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53000" y="2443162"/>
              <a:ext cx="609600" cy="547687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938712" y="2428875"/>
              <a:ext cx="638175" cy="576580"/>
            </a:xfrm>
            <a:custGeom>
              <a:avLst/>
              <a:gdLst/>
              <a:ahLst/>
              <a:cxnLst/>
              <a:rect l="l" t="t" r="r" b="b"/>
              <a:pathLst>
                <a:path w="638175" h="576580">
                  <a:moveTo>
                    <a:pt x="0" y="0"/>
                  </a:moveTo>
                  <a:lnTo>
                    <a:pt x="638175" y="0"/>
                  </a:lnTo>
                  <a:lnTo>
                    <a:pt x="638175" y="576262"/>
                  </a:lnTo>
                  <a:lnTo>
                    <a:pt x="0" y="576262"/>
                  </a:lnTo>
                  <a:lnTo>
                    <a:pt x="0" y="0"/>
                  </a:lnTo>
                  <a:close/>
                </a:path>
              </a:pathLst>
            </a:custGeom>
            <a:ln w="285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867400" y="2971800"/>
              <a:ext cx="0" cy="411480"/>
            </a:xfrm>
            <a:custGeom>
              <a:avLst/>
              <a:gdLst/>
              <a:ahLst/>
              <a:cxnLst/>
              <a:rect l="l" t="t" r="r" b="b"/>
              <a:pathLst>
                <a:path h="411479">
                  <a:moveTo>
                    <a:pt x="0" y="0"/>
                  </a:moveTo>
                  <a:lnTo>
                    <a:pt x="1" y="411281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181600" y="3389312"/>
              <a:ext cx="682625" cy="0"/>
            </a:xfrm>
            <a:custGeom>
              <a:avLst/>
              <a:gdLst/>
              <a:ahLst/>
              <a:cxnLst/>
              <a:rect l="l" t="t" r="r" b="b"/>
              <a:pathLst>
                <a:path w="682625">
                  <a:moveTo>
                    <a:pt x="0" y="0"/>
                  </a:moveTo>
                  <a:lnTo>
                    <a:pt x="682052" y="1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724400" y="2136775"/>
              <a:ext cx="0" cy="1143000"/>
            </a:xfrm>
            <a:custGeom>
              <a:avLst/>
              <a:gdLst/>
              <a:ahLst/>
              <a:cxnLst/>
              <a:rect l="l" t="t" r="r" b="b"/>
              <a:pathLst>
                <a:path h="1143000">
                  <a:moveTo>
                    <a:pt x="0" y="0"/>
                  </a:moveTo>
                  <a:lnTo>
                    <a:pt x="1" y="1143000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517900" y="2971800"/>
              <a:ext cx="0" cy="406400"/>
            </a:xfrm>
            <a:custGeom>
              <a:avLst/>
              <a:gdLst/>
              <a:ahLst/>
              <a:cxnLst/>
              <a:rect l="l" t="t" r="r" b="b"/>
              <a:pathLst>
                <a:path h="406400">
                  <a:moveTo>
                    <a:pt x="0" y="0"/>
                  </a:moveTo>
                  <a:lnTo>
                    <a:pt x="1" y="406400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521986" y="3378200"/>
              <a:ext cx="735965" cy="0"/>
            </a:xfrm>
            <a:custGeom>
              <a:avLst/>
              <a:gdLst/>
              <a:ahLst/>
              <a:cxnLst/>
              <a:rect l="l" t="t" r="r" b="b"/>
              <a:pathLst>
                <a:path w="735964">
                  <a:moveTo>
                    <a:pt x="0" y="0"/>
                  </a:moveTo>
                  <a:lnTo>
                    <a:pt x="735688" y="1"/>
                  </a:lnTo>
                </a:path>
              </a:pathLst>
            </a:custGeom>
            <a:ln w="1270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730499" y="5949425"/>
              <a:ext cx="2921635" cy="711835"/>
            </a:xfrm>
            <a:custGeom>
              <a:avLst/>
              <a:gdLst/>
              <a:ahLst/>
              <a:cxnLst/>
              <a:rect l="l" t="t" r="r" b="b"/>
              <a:pathLst>
                <a:path w="2921635" h="711834">
                  <a:moveTo>
                    <a:pt x="2777989" y="686324"/>
                  </a:moveTo>
                  <a:lnTo>
                    <a:pt x="2763935" y="686324"/>
                  </a:lnTo>
                  <a:lnTo>
                    <a:pt x="2758249" y="692010"/>
                  </a:lnTo>
                  <a:lnTo>
                    <a:pt x="2758249" y="706038"/>
                  </a:lnTo>
                  <a:lnTo>
                    <a:pt x="2763935" y="711724"/>
                  </a:lnTo>
                  <a:lnTo>
                    <a:pt x="2777989" y="711724"/>
                  </a:lnTo>
                  <a:lnTo>
                    <a:pt x="2783674" y="706038"/>
                  </a:lnTo>
                  <a:lnTo>
                    <a:pt x="2783674" y="692010"/>
                  </a:lnTo>
                  <a:lnTo>
                    <a:pt x="2777989" y="686324"/>
                  </a:lnTo>
                  <a:close/>
                </a:path>
                <a:path w="2921635" h="711834">
                  <a:moveTo>
                    <a:pt x="2727163" y="686324"/>
                  </a:moveTo>
                  <a:lnTo>
                    <a:pt x="2713109" y="686324"/>
                  </a:lnTo>
                  <a:lnTo>
                    <a:pt x="2707424" y="692010"/>
                  </a:lnTo>
                  <a:lnTo>
                    <a:pt x="2707424" y="706038"/>
                  </a:lnTo>
                  <a:lnTo>
                    <a:pt x="2713109" y="711724"/>
                  </a:lnTo>
                  <a:lnTo>
                    <a:pt x="2727163" y="711724"/>
                  </a:lnTo>
                  <a:lnTo>
                    <a:pt x="2732849" y="706038"/>
                  </a:lnTo>
                  <a:lnTo>
                    <a:pt x="2732849" y="692010"/>
                  </a:lnTo>
                  <a:lnTo>
                    <a:pt x="2727163" y="686324"/>
                  </a:lnTo>
                  <a:close/>
                </a:path>
                <a:path w="2921635" h="711834">
                  <a:moveTo>
                    <a:pt x="2676338" y="686324"/>
                  </a:moveTo>
                  <a:lnTo>
                    <a:pt x="2662284" y="686324"/>
                  </a:lnTo>
                  <a:lnTo>
                    <a:pt x="2656598" y="692010"/>
                  </a:lnTo>
                  <a:lnTo>
                    <a:pt x="2656598" y="706038"/>
                  </a:lnTo>
                  <a:lnTo>
                    <a:pt x="2662284" y="711724"/>
                  </a:lnTo>
                  <a:lnTo>
                    <a:pt x="2676338" y="711724"/>
                  </a:lnTo>
                  <a:lnTo>
                    <a:pt x="2682024" y="706038"/>
                  </a:lnTo>
                  <a:lnTo>
                    <a:pt x="2682024" y="692010"/>
                  </a:lnTo>
                  <a:lnTo>
                    <a:pt x="2676338" y="686324"/>
                  </a:lnTo>
                  <a:close/>
                </a:path>
                <a:path w="2921635" h="711834">
                  <a:moveTo>
                    <a:pt x="2625512" y="686324"/>
                  </a:moveTo>
                  <a:lnTo>
                    <a:pt x="2611459" y="686324"/>
                  </a:lnTo>
                  <a:lnTo>
                    <a:pt x="2605773" y="692010"/>
                  </a:lnTo>
                  <a:lnTo>
                    <a:pt x="2605773" y="706038"/>
                  </a:lnTo>
                  <a:lnTo>
                    <a:pt x="2611459" y="711724"/>
                  </a:lnTo>
                  <a:lnTo>
                    <a:pt x="2625512" y="711724"/>
                  </a:lnTo>
                  <a:lnTo>
                    <a:pt x="2631198" y="706038"/>
                  </a:lnTo>
                  <a:lnTo>
                    <a:pt x="2631198" y="692010"/>
                  </a:lnTo>
                  <a:lnTo>
                    <a:pt x="2625512" y="686324"/>
                  </a:lnTo>
                  <a:close/>
                </a:path>
                <a:path w="2921635" h="711834">
                  <a:moveTo>
                    <a:pt x="2574687" y="686324"/>
                  </a:moveTo>
                  <a:lnTo>
                    <a:pt x="2560633" y="686324"/>
                  </a:lnTo>
                  <a:lnTo>
                    <a:pt x="2554947" y="692010"/>
                  </a:lnTo>
                  <a:lnTo>
                    <a:pt x="2554947" y="706038"/>
                  </a:lnTo>
                  <a:lnTo>
                    <a:pt x="2560633" y="711724"/>
                  </a:lnTo>
                  <a:lnTo>
                    <a:pt x="2574687" y="711724"/>
                  </a:lnTo>
                  <a:lnTo>
                    <a:pt x="2580373" y="706038"/>
                  </a:lnTo>
                  <a:lnTo>
                    <a:pt x="2580373" y="692010"/>
                  </a:lnTo>
                  <a:lnTo>
                    <a:pt x="2574687" y="686324"/>
                  </a:lnTo>
                  <a:close/>
                </a:path>
                <a:path w="2921635" h="711834">
                  <a:moveTo>
                    <a:pt x="2523862" y="686324"/>
                  </a:moveTo>
                  <a:lnTo>
                    <a:pt x="2509808" y="686324"/>
                  </a:lnTo>
                  <a:lnTo>
                    <a:pt x="2504122" y="692010"/>
                  </a:lnTo>
                  <a:lnTo>
                    <a:pt x="2504122" y="706038"/>
                  </a:lnTo>
                  <a:lnTo>
                    <a:pt x="2509808" y="711724"/>
                  </a:lnTo>
                  <a:lnTo>
                    <a:pt x="2523862" y="711724"/>
                  </a:lnTo>
                  <a:lnTo>
                    <a:pt x="2529547" y="706038"/>
                  </a:lnTo>
                  <a:lnTo>
                    <a:pt x="2529547" y="692010"/>
                  </a:lnTo>
                  <a:lnTo>
                    <a:pt x="2523862" y="686324"/>
                  </a:lnTo>
                  <a:close/>
                </a:path>
                <a:path w="2921635" h="711834">
                  <a:moveTo>
                    <a:pt x="2473036" y="686324"/>
                  </a:moveTo>
                  <a:lnTo>
                    <a:pt x="2458982" y="686324"/>
                  </a:lnTo>
                  <a:lnTo>
                    <a:pt x="2453297" y="692010"/>
                  </a:lnTo>
                  <a:lnTo>
                    <a:pt x="2453297" y="706038"/>
                  </a:lnTo>
                  <a:lnTo>
                    <a:pt x="2458982" y="711724"/>
                  </a:lnTo>
                  <a:lnTo>
                    <a:pt x="2473036" y="711724"/>
                  </a:lnTo>
                  <a:lnTo>
                    <a:pt x="2478722" y="706038"/>
                  </a:lnTo>
                  <a:lnTo>
                    <a:pt x="2478722" y="692010"/>
                  </a:lnTo>
                  <a:lnTo>
                    <a:pt x="2473036" y="686324"/>
                  </a:lnTo>
                  <a:close/>
                </a:path>
                <a:path w="2921635" h="711834">
                  <a:moveTo>
                    <a:pt x="2422211" y="686324"/>
                  </a:moveTo>
                  <a:lnTo>
                    <a:pt x="2408157" y="686324"/>
                  </a:lnTo>
                  <a:lnTo>
                    <a:pt x="2402471" y="692010"/>
                  </a:lnTo>
                  <a:lnTo>
                    <a:pt x="2402471" y="706038"/>
                  </a:lnTo>
                  <a:lnTo>
                    <a:pt x="2408157" y="711724"/>
                  </a:lnTo>
                  <a:lnTo>
                    <a:pt x="2422211" y="711724"/>
                  </a:lnTo>
                  <a:lnTo>
                    <a:pt x="2427897" y="706038"/>
                  </a:lnTo>
                  <a:lnTo>
                    <a:pt x="2427897" y="692010"/>
                  </a:lnTo>
                  <a:lnTo>
                    <a:pt x="2422211" y="686324"/>
                  </a:lnTo>
                  <a:close/>
                </a:path>
                <a:path w="2921635" h="711834">
                  <a:moveTo>
                    <a:pt x="2371384" y="686324"/>
                  </a:moveTo>
                  <a:lnTo>
                    <a:pt x="2357332" y="686324"/>
                  </a:lnTo>
                  <a:lnTo>
                    <a:pt x="2351646" y="692010"/>
                  </a:lnTo>
                  <a:lnTo>
                    <a:pt x="2351646" y="706038"/>
                  </a:lnTo>
                  <a:lnTo>
                    <a:pt x="2357332" y="711724"/>
                  </a:lnTo>
                  <a:lnTo>
                    <a:pt x="2371384" y="711724"/>
                  </a:lnTo>
                  <a:lnTo>
                    <a:pt x="2377071" y="706038"/>
                  </a:lnTo>
                  <a:lnTo>
                    <a:pt x="2377071" y="692010"/>
                  </a:lnTo>
                  <a:lnTo>
                    <a:pt x="2371384" y="686324"/>
                  </a:lnTo>
                  <a:close/>
                </a:path>
                <a:path w="2921635" h="711834">
                  <a:moveTo>
                    <a:pt x="2320559" y="686324"/>
                  </a:moveTo>
                  <a:lnTo>
                    <a:pt x="2306506" y="686324"/>
                  </a:lnTo>
                  <a:lnTo>
                    <a:pt x="2300819" y="692010"/>
                  </a:lnTo>
                  <a:lnTo>
                    <a:pt x="2300819" y="706038"/>
                  </a:lnTo>
                  <a:lnTo>
                    <a:pt x="2306506" y="711724"/>
                  </a:lnTo>
                  <a:lnTo>
                    <a:pt x="2320559" y="711724"/>
                  </a:lnTo>
                  <a:lnTo>
                    <a:pt x="2326246" y="706038"/>
                  </a:lnTo>
                  <a:lnTo>
                    <a:pt x="2326246" y="692010"/>
                  </a:lnTo>
                  <a:lnTo>
                    <a:pt x="2320559" y="686324"/>
                  </a:lnTo>
                  <a:close/>
                </a:path>
                <a:path w="2921635" h="711834">
                  <a:moveTo>
                    <a:pt x="2269733" y="686324"/>
                  </a:moveTo>
                  <a:lnTo>
                    <a:pt x="2255681" y="686324"/>
                  </a:lnTo>
                  <a:lnTo>
                    <a:pt x="2249994" y="692010"/>
                  </a:lnTo>
                  <a:lnTo>
                    <a:pt x="2249994" y="706038"/>
                  </a:lnTo>
                  <a:lnTo>
                    <a:pt x="2255681" y="711724"/>
                  </a:lnTo>
                  <a:lnTo>
                    <a:pt x="2269733" y="711724"/>
                  </a:lnTo>
                  <a:lnTo>
                    <a:pt x="2275419" y="706038"/>
                  </a:lnTo>
                  <a:lnTo>
                    <a:pt x="2275419" y="692010"/>
                  </a:lnTo>
                  <a:lnTo>
                    <a:pt x="2269733" y="686324"/>
                  </a:lnTo>
                  <a:close/>
                </a:path>
                <a:path w="2921635" h="711834">
                  <a:moveTo>
                    <a:pt x="2218908" y="686324"/>
                  </a:moveTo>
                  <a:lnTo>
                    <a:pt x="2204854" y="686324"/>
                  </a:lnTo>
                  <a:lnTo>
                    <a:pt x="2199168" y="692010"/>
                  </a:lnTo>
                  <a:lnTo>
                    <a:pt x="2199168" y="706038"/>
                  </a:lnTo>
                  <a:lnTo>
                    <a:pt x="2204854" y="711724"/>
                  </a:lnTo>
                  <a:lnTo>
                    <a:pt x="2218908" y="711724"/>
                  </a:lnTo>
                  <a:lnTo>
                    <a:pt x="2224594" y="706038"/>
                  </a:lnTo>
                  <a:lnTo>
                    <a:pt x="2224594" y="692010"/>
                  </a:lnTo>
                  <a:lnTo>
                    <a:pt x="2218908" y="686324"/>
                  </a:lnTo>
                  <a:close/>
                </a:path>
                <a:path w="2921635" h="711834">
                  <a:moveTo>
                    <a:pt x="2168083" y="686324"/>
                  </a:moveTo>
                  <a:lnTo>
                    <a:pt x="2154029" y="686324"/>
                  </a:lnTo>
                  <a:lnTo>
                    <a:pt x="2148343" y="692010"/>
                  </a:lnTo>
                  <a:lnTo>
                    <a:pt x="2148343" y="706038"/>
                  </a:lnTo>
                  <a:lnTo>
                    <a:pt x="2154029" y="711724"/>
                  </a:lnTo>
                  <a:lnTo>
                    <a:pt x="2168083" y="711724"/>
                  </a:lnTo>
                  <a:lnTo>
                    <a:pt x="2173768" y="706038"/>
                  </a:lnTo>
                  <a:lnTo>
                    <a:pt x="2173768" y="692010"/>
                  </a:lnTo>
                  <a:lnTo>
                    <a:pt x="2168083" y="686324"/>
                  </a:lnTo>
                  <a:close/>
                </a:path>
                <a:path w="2921635" h="711834">
                  <a:moveTo>
                    <a:pt x="2117257" y="686324"/>
                  </a:moveTo>
                  <a:lnTo>
                    <a:pt x="2103203" y="686324"/>
                  </a:lnTo>
                  <a:lnTo>
                    <a:pt x="2097518" y="692010"/>
                  </a:lnTo>
                  <a:lnTo>
                    <a:pt x="2097518" y="706038"/>
                  </a:lnTo>
                  <a:lnTo>
                    <a:pt x="2103203" y="711724"/>
                  </a:lnTo>
                  <a:lnTo>
                    <a:pt x="2117257" y="711724"/>
                  </a:lnTo>
                  <a:lnTo>
                    <a:pt x="2122943" y="706038"/>
                  </a:lnTo>
                  <a:lnTo>
                    <a:pt x="2122943" y="692010"/>
                  </a:lnTo>
                  <a:lnTo>
                    <a:pt x="2117257" y="686324"/>
                  </a:lnTo>
                  <a:close/>
                </a:path>
                <a:path w="2921635" h="711834">
                  <a:moveTo>
                    <a:pt x="2066432" y="686324"/>
                  </a:moveTo>
                  <a:lnTo>
                    <a:pt x="2052378" y="686324"/>
                  </a:lnTo>
                  <a:lnTo>
                    <a:pt x="2046692" y="692010"/>
                  </a:lnTo>
                  <a:lnTo>
                    <a:pt x="2046692" y="706038"/>
                  </a:lnTo>
                  <a:lnTo>
                    <a:pt x="2052378" y="711724"/>
                  </a:lnTo>
                  <a:lnTo>
                    <a:pt x="2066432" y="711724"/>
                  </a:lnTo>
                  <a:lnTo>
                    <a:pt x="2072118" y="706038"/>
                  </a:lnTo>
                  <a:lnTo>
                    <a:pt x="2072118" y="692010"/>
                  </a:lnTo>
                  <a:lnTo>
                    <a:pt x="2066432" y="686324"/>
                  </a:lnTo>
                  <a:close/>
                </a:path>
                <a:path w="2921635" h="711834">
                  <a:moveTo>
                    <a:pt x="2015606" y="686324"/>
                  </a:moveTo>
                  <a:lnTo>
                    <a:pt x="2001553" y="686324"/>
                  </a:lnTo>
                  <a:lnTo>
                    <a:pt x="1995867" y="692010"/>
                  </a:lnTo>
                  <a:lnTo>
                    <a:pt x="1995867" y="706038"/>
                  </a:lnTo>
                  <a:lnTo>
                    <a:pt x="2001553" y="711724"/>
                  </a:lnTo>
                  <a:lnTo>
                    <a:pt x="2015606" y="711724"/>
                  </a:lnTo>
                  <a:lnTo>
                    <a:pt x="2021292" y="706038"/>
                  </a:lnTo>
                  <a:lnTo>
                    <a:pt x="2021292" y="692010"/>
                  </a:lnTo>
                  <a:lnTo>
                    <a:pt x="2015606" y="686324"/>
                  </a:lnTo>
                  <a:close/>
                </a:path>
                <a:path w="2921635" h="711834">
                  <a:moveTo>
                    <a:pt x="1964781" y="686324"/>
                  </a:moveTo>
                  <a:lnTo>
                    <a:pt x="1950727" y="686324"/>
                  </a:lnTo>
                  <a:lnTo>
                    <a:pt x="1945041" y="692010"/>
                  </a:lnTo>
                  <a:lnTo>
                    <a:pt x="1945041" y="706038"/>
                  </a:lnTo>
                  <a:lnTo>
                    <a:pt x="1950727" y="711724"/>
                  </a:lnTo>
                  <a:lnTo>
                    <a:pt x="1964781" y="711724"/>
                  </a:lnTo>
                  <a:lnTo>
                    <a:pt x="1970467" y="706038"/>
                  </a:lnTo>
                  <a:lnTo>
                    <a:pt x="1970467" y="692010"/>
                  </a:lnTo>
                  <a:lnTo>
                    <a:pt x="1964781" y="686324"/>
                  </a:lnTo>
                  <a:close/>
                </a:path>
                <a:path w="2921635" h="711834">
                  <a:moveTo>
                    <a:pt x="1913956" y="686324"/>
                  </a:moveTo>
                  <a:lnTo>
                    <a:pt x="1899902" y="686324"/>
                  </a:lnTo>
                  <a:lnTo>
                    <a:pt x="1894216" y="692010"/>
                  </a:lnTo>
                  <a:lnTo>
                    <a:pt x="1894216" y="706038"/>
                  </a:lnTo>
                  <a:lnTo>
                    <a:pt x="1899902" y="711724"/>
                  </a:lnTo>
                  <a:lnTo>
                    <a:pt x="1913956" y="711724"/>
                  </a:lnTo>
                  <a:lnTo>
                    <a:pt x="1919641" y="706038"/>
                  </a:lnTo>
                  <a:lnTo>
                    <a:pt x="1919641" y="692010"/>
                  </a:lnTo>
                  <a:lnTo>
                    <a:pt x="1913956" y="686324"/>
                  </a:lnTo>
                  <a:close/>
                </a:path>
                <a:path w="2921635" h="711834">
                  <a:moveTo>
                    <a:pt x="1863130" y="686324"/>
                  </a:moveTo>
                  <a:lnTo>
                    <a:pt x="1849076" y="686324"/>
                  </a:lnTo>
                  <a:lnTo>
                    <a:pt x="1843391" y="692010"/>
                  </a:lnTo>
                  <a:lnTo>
                    <a:pt x="1843391" y="706038"/>
                  </a:lnTo>
                  <a:lnTo>
                    <a:pt x="1849076" y="711724"/>
                  </a:lnTo>
                  <a:lnTo>
                    <a:pt x="1863130" y="711724"/>
                  </a:lnTo>
                  <a:lnTo>
                    <a:pt x="1868816" y="706038"/>
                  </a:lnTo>
                  <a:lnTo>
                    <a:pt x="1868816" y="692010"/>
                  </a:lnTo>
                  <a:lnTo>
                    <a:pt x="1863130" y="686324"/>
                  </a:lnTo>
                  <a:close/>
                </a:path>
                <a:path w="2921635" h="711834">
                  <a:moveTo>
                    <a:pt x="1812305" y="686324"/>
                  </a:moveTo>
                  <a:lnTo>
                    <a:pt x="1798251" y="686324"/>
                  </a:lnTo>
                  <a:lnTo>
                    <a:pt x="1792565" y="692010"/>
                  </a:lnTo>
                  <a:lnTo>
                    <a:pt x="1792565" y="706038"/>
                  </a:lnTo>
                  <a:lnTo>
                    <a:pt x="1798251" y="711724"/>
                  </a:lnTo>
                  <a:lnTo>
                    <a:pt x="1812305" y="711724"/>
                  </a:lnTo>
                  <a:lnTo>
                    <a:pt x="1817991" y="706038"/>
                  </a:lnTo>
                  <a:lnTo>
                    <a:pt x="1817991" y="692010"/>
                  </a:lnTo>
                  <a:lnTo>
                    <a:pt x="1812305" y="686324"/>
                  </a:lnTo>
                  <a:close/>
                </a:path>
                <a:path w="2921635" h="711834">
                  <a:moveTo>
                    <a:pt x="1761479" y="686324"/>
                  </a:moveTo>
                  <a:lnTo>
                    <a:pt x="1747426" y="686324"/>
                  </a:lnTo>
                  <a:lnTo>
                    <a:pt x="1741740" y="692010"/>
                  </a:lnTo>
                  <a:lnTo>
                    <a:pt x="1741740" y="706038"/>
                  </a:lnTo>
                  <a:lnTo>
                    <a:pt x="1747426" y="711724"/>
                  </a:lnTo>
                  <a:lnTo>
                    <a:pt x="1761479" y="711724"/>
                  </a:lnTo>
                  <a:lnTo>
                    <a:pt x="1767165" y="706038"/>
                  </a:lnTo>
                  <a:lnTo>
                    <a:pt x="1767165" y="692010"/>
                  </a:lnTo>
                  <a:lnTo>
                    <a:pt x="1761479" y="686324"/>
                  </a:lnTo>
                  <a:close/>
                </a:path>
                <a:path w="2921635" h="711834">
                  <a:moveTo>
                    <a:pt x="1710654" y="686324"/>
                  </a:moveTo>
                  <a:lnTo>
                    <a:pt x="1696600" y="686324"/>
                  </a:lnTo>
                  <a:lnTo>
                    <a:pt x="1690914" y="692010"/>
                  </a:lnTo>
                  <a:lnTo>
                    <a:pt x="1690914" y="706038"/>
                  </a:lnTo>
                  <a:lnTo>
                    <a:pt x="1696600" y="711724"/>
                  </a:lnTo>
                  <a:lnTo>
                    <a:pt x="1710654" y="711724"/>
                  </a:lnTo>
                  <a:lnTo>
                    <a:pt x="1716340" y="706038"/>
                  </a:lnTo>
                  <a:lnTo>
                    <a:pt x="1716340" y="692010"/>
                  </a:lnTo>
                  <a:lnTo>
                    <a:pt x="1710654" y="686324"/>
                  </a:lnTo>
                  <a:close/>
                </a:path>
                <a:path w="2921635" h="711834">
                  <a:moveTo>
                    <a:pt x="1659829" y="686324"/>
                  </a:moveTo>
                  <a:lnTo>
                    <a:pt x="1645775" y="686324"/>
                  </a:lnTo>
                  <a:lnTo>
                    <a:pt x="1640089" y="692010"/>
                  </a:lnTo>
                  <a:lnTo>
                    <a:pt x="1640089" y="706038"/>
                  </a:lnTo>
                  <a:lnTo>
                    <a:pt x="1645775" y="711724"/>
                  </a:lnTo>
                  <a:lnTo>
                    <a:pt x="1659829" y="711724"/>
                  </a:lnTo>
                  <a:lnTo>
                    <a:pt x="1665514" y="706038"/>
                  </a:lnTo>
                  <a:lnTo>
                    <a:pt x="1665514" y="692010"/>
                  </a:lnTo>
                  <a:lnTo>
                    <a:pt x="1659829" y="686324"/>
                  </a:lnTo>
                  <a:close/>
                </a:path>
                <a:path w="2921635" h="711834">
                  <a:moveTo>
                    <a:pt x="1609003" y="686324"/>
                  </a:moveTo>
                  <a:lnTo>
                    <a:pt x="1594951" y="686324"/>
                  </a:lnTo>
                  <a:lnTo>
                    <a:pt x="1589264" y="692010"/>
                  </a:lnTo>
                  <a:lnTo>
                    <a:pt x="1589264" y="706038"/>
                  </a:lnTo>
                  <a:lnTo>
                    <a:pt x="1594951" y="711724"/>
                  </a:lnTo>
                  <a:lnTo>
                    <a:pt x="1609003" y="711724"/>
                  </a:lnTo>
                  <a:lnTo>
                    <a:pt x="1614689" y="706038"/>
                  </a:lnTo>
                  <a:lnTo>
                    <a:pt x="1614689" y="692010"/>
                  </a:lnTo>
                  <a:lnTo>
                    <a:pt x="1609003" y="686324"/>
                  </a:lnTo>
                  <a:close/>
                </a:path>
                <a:path w="2921635" h="711834">
                  <a:moveTo>
                    <a:pt x="1558178" y="686324"/>
                  </a:moveTo>
                  <a:lnTo>
                    <a:pt x="1544125" y="686324"/>
                  </a:lnTo>
                  <a:lnTo>
                    <a:pt x="1538438" y="692010"/>
                  </a:lnTo>
                  <a:lnTo>
                    <a:pt x="1538438" y="706038"/>
                  </a:lnTo>
                  <a:lnTo>
                    <a:pt x="1544125" y="711724"/>
                  </a:lnTo>
                  <a:lnTo>
                    <a:pt x="1558178" y="711724"/>
                  </a:lnTo>
                  <a:lnTo>
                    <a:pt x="1563864" y="706038"/>
                  </a:lnTo>
                  <a:lnTo>
                    <a:pt x="1563864" y="692010"/>
                  </a:lnTo>
                  <a:lnTo>
                    <a:pt x="1558178" y="686324"/>
                  </a:lnTo>
                  <a:close/>
                </a:path>
                <a:path w="2921635" h="711834">
                  <a:moveTo>
                    <a:pt x="1507352" y="686324"/>
                  </a:moveTo>
                  <a:lnTo>
                    <a:pt x="1493300" y="686324"/>
                  </a:lnTo>
                  <a:lnTo>
                    <a:pt x="1487613" y="692010"/>
                  </a:lnTo>
                  <a:lnTo>
                    <a:pt x="1487613" y="706038"/>
                  </a:lnTo>
                  <a:lnTo>
                    <a:pt x="1493300" y="711724"/>
                  </a:lnTo>
                  <a:lnTo>
                    <a:pt x="1507352" y="711724"/>
                  </a:lnTo>
                  <a:lnTo>
                    <a:pt x="1513038" y="706038"/>
                  </a:lnTo>
                  <a:lnTo>
                    <a:pt x="1513038" y="692010"/>
                  </a:lnTo>
                  <a:lnTo>
                    <a:pt x="1507352" y="686324"/>
                  </a:lnTo>
                  <a:close/>
                </a:path>
                <a:path w="2921635" h="711834">
                  <a:moveTo>
                    <a:pt x="1456527" y="686324"/>
                  </a:moveTo>
                  <a:lnTo>
                    <a:pt x="1442474" y="686324"/>
                  </a:lnTo>
                  <a:lnTo>
                    <a:pt x="1436787" y="692010"/>
                  </a:lnTo>
                  <a:lnTo>
                    <a:pt x="1436787" y="706038"/>
                  </a:lnTo>
                  <a:lnTo>
                    <a:pt x="1442474" y="711724"/>
                  </a:lnTo>
                  <a:lnTo>
                    <a:pt x="1456527" y="711724"/>
                  </a:lnTo>
                  <a:lnTo>
                    <a:pt x="1462213" y="706038"/>
                  </a:lnTo>
                  <a:lnTo>
                    <a:pt x="1462213" y="692010"/>
                  </a:lnTo>
                  <a:lnTo>
                    <a:pt x="1456527" y="686324"/>
                  </a:lnTo>
                  <a:close/>
                </a:path>
                <a:path w="2921635" h="711834">
                  <a:moveTo>
                    <a:pt x="1405702" y="686324"/>
                  </a:moveTo>
                  <a:lnTo>
                    <a:pt x="1391649" y="686324"/>
                  </a:lnTo>
                  <a:lnTo>
                    <a:pt x="1385962" y="692010"/>
                  </a:lnTo>
                  <a:lnTo>
                    <a:pt x="1385962" y="706038"/>
                  </a:lnTo>
                  <a:lnTo>
                    <a:pt x="1391649" y="711724"/>
                  </a:lnTo>
                  <a:lnTo>
                    <a:pt x="1405702" y="711724"/>
                  </a:lnTo>
                  <a:lnTo>
                    <a:pt x="1411387" y="706038"/>
                  </a:lnTo>
                  <a:lnTo>
                    <a:pt x="1411387" y="692010"/>
                  </a:lnTo>
                  <a:lnTo>
                    <a:pt x="1405702" y="686324"/>
                  </a:lnTo>
                  <a:close/>
                </a:path>
                <a:path w="2921635" h="711834">
                  <a:moveTo>
                    <a:pt x="1354876" y="686324"/>
                  </a:moveTo>
                  <a:lnTo>
                    <a:pt x="1340824" y="686324"/>
                  </a:lnTo>
                  <a:lnTo>
                    <a:pt x="1335137" y="692010"/>
                  </a:lnTo>
                  <a:lnTo>
                    <a:pt x="1335137" y="706038"/>
                  </a:lnTo>
                  <a:lnTo>
                    <a:pt x="1340824" y="711724"/>
                  </a:lnTo>
                  <a:lnTo>
                    <a:pt x="1354876" y="711724"/>
                  </a:lnTo>
                  <a:lnTo>
                    <a:pt x="1360562" y="706038"/>
                  </a:lnTo>
                  <a:lnTo>
                    <a:pt x="1360562" y="692010"/>
                  </a:lnTo>
                  <a:lnTo>
                    <a:pt x="1354876" y="686324"/>
                  </a:lnTo>
                  <a:close/>
                </a:path>
                <a:path w="2921635" h="711834">
                  <a:moveTo>
                    <a:pt x="1304051" y="686324"/>
                  </a:moveTo>
                  <a:lnTo>
                    <a:pt x="1289998" y="686324"/>
                  </a:lnTo>
                  <a:lnTo>
                    <a:pt x="1284311" y="692010"/>
                  </a:lnTo>
                  <a:lnTo>
                    <a:pt x="1284311" y="706038"/>
                  </a:lnTo>
                  <a:lnTo>
                    <a:pt x="1289998" y="711724"/>
                  </a:lnTo>
                  <a:lnTo>
                    <a:pt x="1304051" y="711724"/>
                  </a:lnTo>
                  <a:lnTo>
                    <a:pt x="1309737" y="706038"/>
                  </a:lnTo>
                  <a:lnTo>
                    <a:pt x="1309737" y="692010"/>
                  </a:lnTo>
                  <a:lnTo>
                    <a:pt x="1304051" y="686324"/>
                  </a:lnTo>
                  <a:close/>
                </a:path>
                <a:path w="2921635" h="711834">
                  <a:moveTo>
                    <a:pt x="1253225" y="686324"/>
                  </a:moveTo>
                  <a:lnTo>
                    <a:pt x="1239173" y="686324"/>
                  </a:lnTo>
                  <a:lnTo>
                    <a:pt x="1233486" y="692010"/>
                  </a:lnTo>
                  <a:lnTo>
                    <a:pt x="1233486" y="706038"/>
                  </a:lnTo>
                  <a:lnTo>
                    <a:pt x="1239173" y="711724"/>
                  </a:lnTo>
                  <a:lnTo>
                    <a:pt x="1253225" y="711724"/>
                  </a:lnTo>
                  <a:lnTo>
                    <a:pt x="1258911" y="706038"/>
                  </a:lnTo>
                  <a:lnTo>
                    <a:pt x="1258911" y="692010"/>
                  </a:lnTo>
                  <a:lnTo>
                    <a:pt x="1253225" y="686324"/>
                  </a:lnTo>
                  <a:close/>
                </a:path>
                <a:path w="2921635" h="711834">
                  <a:moveTo>
                    <a:pt x="1202400" y="686324"/>
                  </a:moveTo>
                  <a:lnTo>
                    <a:pt x="1188347" y="686324"/>
                  </a:lnTo>
                  <a:lnTo>
                    <a:pt x="1182662" y="692010"/>
                  </a:lnTo>
                  <a:lnTo>
                    <a:pt x="1182662" y="706038"/>
                  </a:lnTo>
                  <a:lnTo>
                    <a:pt x="1188347" y="711724"/>
                  </a:lnTo>
                  <a:lnTo>
                    <a:pt x="1202400" y="711724"/>
                  </a:lnTo>
                  <a:lnTo>
                    <a:pt x="1208086" y="706038"/>
                  </a:lnTo>
                  <a:lnTo>
                    <a:pt x="1208086" y="692010"/>
                  </a:lnTo>
                  <a:lnTo>
                    <a:pt x="1202400" y="686324"/>
                  </a:lnTo>
                  <a:close/>
                </a:path>
                <a:path w="2921635" h="711834">
                  <a:moveTo>
                    <a:pt x="1151575" y="686324"/>
                  </a:moveTo>
                  <a:lnTo>
                    <a:pt x="1137522" y="686324"/>
                  </a:lnTo>
                  <a:lnTo>
                    <a:pt x="1131836" y="692010"/>
                  </a:lnTo>
                  <a:lnTo>
                    <a:pt x="1131836" y="706038"/>
                  </a:lnTo>
                  <a:lnTo>
                    <a:pt x="1137522" y="711724"/>
                  </a:lnTo>
                  <a:lnTo>
                    <a:pt x="1151575" y="711724"/>
                  </a:lnTo>
                  <a:lnTo>
                    <a:pt x="1157262" y="706038"/>
                  </a:lnTo>
                  <a:lnTo>
                    <a:pt x="1157262" y="692010"/>
                  </a:lnTo>
                  <a:lnTo>
                    <a:pt x="1151575" y="686324"/>
                  </a:lnTo>
                  <a:close/>
                </a:path>
                <a:path w="2921635" h="711834">
                  <a:moveTo>
                    <a:pt x="1100749" y="686324"/>
                  </a:moveTo>
                  <a:lnTo>
                    <a:pt x="1086697" y="686324"/>
                  </a:lnTo>
                  <a:lnTo>
                    <a:pt x="1081011" y="692010"/>
                  </a:lnTo>
                  <a:lnTo>
                    <a:pt x="1081011" y="706038"/>
                  </a:lnTo>
                  <a:lnTo>
                    <a:pt x="1086697" y="711724"/>
                  </a:lnTo>
                  <a:lnTo>
                    <a:pt x="1100749" y="711724"/>
                  </a:lnTo>
                  <a:lnTo>
                    <a:pt x="1106436" y="706038"/>
                  </a:lnTo>
                  <a:lnTo>
                    <a:pt x="1106436" y="692010"/>
                  </a:lnTo>
                  <a:lnTo>
                    <a:pt x="1100749" y="686324"/>
                  </a:lnTo>
                  <a:close/>
                </a:path>
                <a:path w="2921635" h="711834">
                  <a:moveTo>
                    <a:pt x="1049924" y="686324"/>
                  </a:moveTo>
                  <a:lnTo>
                    <a:pt x="1035871" y="686324"/>
                  </a:lnTo>
                  <a:lnTo>
                    <a:pt x="1030185" y="692010"/>
                  </a:lnTo>
                  <a:lnTo>
                    <a:pt x="1030185" y="706038"/>
                  </a:lnTo>
                  <a:lnTo>
                    <a:pt x="1035871" y="711724"/>
                  </a:lnTo>
                  <a:lnTo>
                    <a:pt x="1049924" y="711724"/>
                  </a:lnTo>
                  <a:lnTo>
                    <a:pt x="1055611" y="706038"/>
                  </a:lnTo>
                  <a:lnTo>
                    <a:pt x="1055611" y="692010"/>
                  </a:lnTo>
                  <a:lnTo>
                    <a:pt x="1049924" y="686324"/>
                  </a:lnTo>
                  <a:close/>
                </a:path>
                <a:path w="2921635" h="711834">
                  <a:moveTo>
                    <a:pt x="999098" y="686324"/>
                  </a:moveTo>
                  <a:lnTo>
                    <a:pt x="985046" y="686324"/>
                  </a:lnTo>
                  <a:lnTo>
                    <a:pt x="979360" y="692010"/>
                  </a:lnTo>
                  <a:lnTo>
                    <a:pt x="979360" y="706038"/>
                  </a:lnTo>
                  <a:lnTo>
                    <a:pt x="985046" y="711724"/>
                  </a:lnTo>
                  <a:lnTo>
                    <a:pt x="999098" y="711724"/>
                  </a:lnTo>
                  <a:lnTo>
                    <a:pt x="1004785" y="706038"/>
                  </a:lnTo>
                  <a:lnTo>
                    <a:pt x="1004785" y="692010"/>
                  </a:lnTo>
                  <a:lnTo>
                    <a:pt x="999098" y="686324"/>
                  </a:lnTo>
                  <a:close/>
                </a:path>
                <a:path w="2921635" h="711834">
                  <a:moveTo>
                    <a:pt x="948273" y="686324"/>
                  </a:moveTo>
                  <a:lnTo>
                    <a:pt x="934220" y="686324"/>
                  </a:lnTo>
                  <a:lnTo>
                    <a:pt x="928535" y="692010"/>
                  </a:lnTo>
                  <a:lnTo>
                    <a:pt x="928535" y="706038"/>
                  </a:lnTo>
                  <a:lnTo>
                    <a:pt x="934220" y="711724"/>
                  </a:lnTo>
                  <a:lnTo>
                    <a:pt x="948273" y="711724"/>
                  </a:lnTo>
                  <a:lnTo>
                    <a:pt x="953960" y="706038"/>
                  </a:lnTo>
                  <a:lnTo>
                    <a:pt x="953960" y="692010"/>
                  </a:lnTo>
                  <a:lnTo>
                    <a:pt x="948273" y="686324"/>
                  </a:lnTo>
                  <a:close/>
                </a:path>
                <a:path w="2921635" h="711834">
                  <a:moveTo>
                    <a:pt x="897448" y="686324"/>
                  </a:moveTo>
                  <a:lnTo>
                    <a:pt x="883395" y="686324"/>
                  </a:lnTo>
                  <a:lnTo>
                    <a:pt x="877709" y="692010"/>
                  </a:lnTo>
                  <a:lnTo>
                    <a:pt x="877709" y="706038"/>
                  </a:lnTo>
                  <a:lnTo>
                    <a:pt x="883395" y="711724"/>
                  </a:lnTo>
                  <a:lnTo>
                    <a:pt x="897448" y="711724"/>
                  </a:lnTo>
                  <a:lnTo>
                    <a:pt x="903135" y="706038"/>
                  </a:lnTo>
                  <a:lnTo>
                    <a:pt x="903135" y="692010"/>
                  </a:lnTo>
                  <a:lnTo>
                    <a:pt x="897448" y="686324"/>
                  </a:lnTo>
                  <a:close/>
                </a:path>
                <a:path w="2921635" h="711834">
                  <a:moveTo>
                    <a:pt x="846622" y="686324"/>
                  </a:moveTo>
                  <a:lnTo>
                    <a:pt x="832570" y="686324"/>
                  </a:lnTo>
                  <a:lnTo>
                    <a:pt x="826884" y="692010"/>
                  </a:lnTo>
                  <a:lnTo>
                    <a:pt x="826884" y="706038"/>
                  </a:lnTo>
                  <a:lnTo>
                    <a:pt x="832570" y="711724"/>
                  </a:lnTo>
                  <a:lnTo>
                    <a:pt x="846622" y="711724"/>
                  </a:lnTo>
                  <a:lnTo>
                    <a:pt x="852309" y="706038"/>
                  </a:lnTo>
                  <a:lnTo>
                    <a:pt x="852309" y="692010"/>
                  </a:lnTo>
                  <a:lnTo>
                    <a:pt x="846622" y="686324"/>
                  </a:lnTo>
                  <a:close/>
                </a:path>
                <a:path w="2921635" h="711834">
                  <a:moveTo>
                    <a:pt x="795798" y="686324"/>
                  </a:moveTo>
                  <a:lnTo>
                    <a:pt x="781744" y="686324"/>
                  </a:lnTo>
                  <a:lnTo>
                    <a:pt x="776058" y="692010"/>
                  </a:lnTo>
                  <a:lnTo>
                    <a:pt x="776058" y="706038"/>
                  </a:lnTo>
                  <a:lnTo>
                    <a:pt x="781744" y="711724"/>
                  </a:lnTo>
                  <a:lnTo>
                    <a:pt x="795798" y="711724"/>
                  </a:lnTo>
                  <a:lnTo>
                    <a:pt x="801484" y="706038"/>
                  </a:lnTo>
                  <a:lnTo>
                    <a:pt x="801484" y="692010"/>
                  </a:lnTo>
                  <a:lnTo>
                    <a:pt x="795798" y="686324"/>
                  </a:lnTo>
                  <a:close/>
                </a:path>
                <a:path w="2921635" h="711834">
                  <a:moveTo>
                    <a:pt x="744973" y="686324"/>
                  </a:moveTo>
                  <a:lnTo>
                    <a:pt x="730919" y="686324"/>
                  </a:lnTo>
                  <a:lnTo>
                    <a:pt x="725233" y="692010"/>
                  </a:lnTo>
                  <a:lnTo>
                    <a:pt x="725233" y="706038"/>
                  </a:lnTo>
                  <a:lnTo>
                    <a:pt x="730919" y="711724"/>
                  </a:lnTo>
                  <a:lnTo>
                    <a:pt x="744973" y="711724"/>
                  </a:lnTo>
                  <a:lnTo>
                    <a:pt x="750658" y="706038"/>
                  </a:lnTo>
                  <a:lnTo>
                    <a:pt x="750658" y="692010"/>
                  </a:lnTo>
                  <a:lnTo>
                    <a:pt x="744973" y="686324"/>
                  </a:lnTo>
                  <a:close/>
                </a:path>
                <a:path w="2921635" h="711834">
                  <a:moveTo>
                    <a:pt x="694147" y="686324"/>
                  </a:moveTo>
                  <a:lnTo>
                    <a:pt x="680093" y="686324"/>
                  </a:lnTo>
                  <a:lnTo>
                    <a:pt x="674408" y="692010"/>
                  </a:lnTo>
                  <a:lnTo>
                    <a:pt x="674408" y="706038"/>
                  </a:lnTo>
                  <a:lnTo>
                    <a:pt x="680093" y="711724"/>
                  </a:lnTo>
                  <a:lnTo>
                    <a:pt x="694147" y="711724"/>
                  </a:lnTo>
                  <a:lnTo>
                    <a:pt x="699833" y="706038"/>
                  </a:lnTo>
                  <a:lnTo>
                    <a:pt x="699833" y="692010"/>
                  </a:lnTo>
                  <a:lnTo>
                    <a:pt x="694147" y="686324"/>
                  </a:lnTo>
                  <a:close/>
                </a:path>
                <a:path w="2921635" h="711834">
                  <a:moveTo>
                    <a:pt x="643322" y="686324"/>
                  </a:moveTo>
                  <a:lnTo>
                    <a:pt x="629268" y="686324"/>
                  </a:lnTo>
                  <a:lnTo>
                    <a:pt x="623582" y="692010"/>
                  </a:lnTo>
                  <a:lnTo>
                    <a:pt x="623582" y="706038"/>
                  </a:lnTo>
                  <a:lnTo>
                    <a:pt x="629268" y="711724"/>
                  </a:lnTo>
                  <a:lnTo>
                    <a:pt x="643322" y="711724"/>
                  </a:lnTo>
                  <a:lnTo>
                    <a:pt x="649008" y="706038"/>
                  </a:lnTo>
                  <a:lnTo>
                    <a:pt x="649008" y="692010"/>
                  </a:lnTo>
                  <a:lnTo>
                    <a:pt x="643322" y="686324"/>
                  </a:lnTo>
                  <a:close/>
                </a:path>
                <a:path w="2921635" h="711834">
                  <a:moveTo>
                    <a:pt x="592496" y="686324"/>
                  </a:moveTo>
                  <a:lnTo>
                    <a:pt x="578443" y="686324"/>
                  </a:lnTo>
                  <a:lnTo>
                    <a:pt x="572757" y="692010"/>
                  </a:lnTo>
                  <a:lnTo>
                    <a:pt x="572757" y="706038"/>
                  </a:lnTo>
                  <a:lnTo>
                    <a:pt x="578443" y="711724"/>
                  </a:lnTo>
                  <a:lnTo>
                    <a:pt x="592496" y="711724"/>
                  </a:lnTo>
                  <a:lnTo>
                    <a:pt x="598182" y="706038"/>
                  </a:lnTo>
                  <a:lnTo>
                    <a:pt x="598182" y="692010"/>
                  </a:lnTo>
                  <a:lnTo>
                    <a:pt x="592496" y="686324"/>
                  </a:lnTo>
                  <a:close/>
                </a:path>
                <a:path w="2921635" h="711834">
                  <a:moveTo>
                    <a:pt x="541671" y="686324"/>
                  </a:moveTo>
                  <a:lnTo>
                    <a:pt x="527617" y="686324"/>
                  </a:lnTo>
                  <a:lnTo>
                    <a:pt x="521931" y="692010"/>
                  </a:lnTo>
                  <a:lnTo>
                    <a:pt x="521931" y="706038"/>
                  </a:lnTo>
                  <a:lnTo>
                    <a:pt x="527617" y="711724"/>
                  </a:lnTo>
                  <a:lnTo>
                    <a:pt x="541671" y="711724"/>
                  </a:lnTo>
                  <a:lnTo>
                    <a:pt x="547357" y="706038"/>
                  </a:lnTo>
                  <a:lnTo>
                    <a:pt x="547357" y="692010"/>
                  </a:lnTo>
                  <a:lnTo>
                    <a:pt x="541671" y="686324"/>
                  </a:lnTo>
                  <a:close/>
                </a:path>
                <a:path w="2921635" h="711834">
                  <a:moveTo>
                    <a:pt x="490846" y="686324"/>
                  </a:moveTo>
                  <a:lnTo>
                    <a:pt x="476792" y="686324"/>
                  </a:lnTo>
                  <a:lnTo>
                    <a:pt x="471106" y="692010"/>
                  </a:lnTo>
                  <a:lnTo>
                    <a:pt x="471106" y="706038"/>
                  </a:lnTo>
                  <a:lnTo>
                    <a:pt x="476792" y="711724"/>
                  </a:lnTo>
                  <a:lnTo>
                    <a:pt x="490846" y="711724"/>
                  </a:lnTo>
                  <a:lnTo>
                    <a:pt x="496531" y="706038"/>
                  </a:lnTo>
                  <a:lnTo>
                    <a:pt x="496531" y="692010"/>
                  </a:lnTo>
                  <a:lnTo>
                    <a:pt x="490846" y="686324"/>
                  </a:lnTo>
                  <a:close/>
                </a:path>
                <a:path w="2921635" h="711834">
                  <a:moveTo>
                    <a:pt x="440020" y="686324"/>
                  </a:moveTo>
                  <a:lnTo>
                    <a:pt x="425966" y="686324"/>
                  </a:lnTo>
                  <a:lnTo>
                    <a:pt x="420281" y="692010"/>
                  </a:lnTo>
                  <a:lnTo>
                    <a:pt x="420281" y="706038"/>
                  </a:lnTo>
                  <a:lnTo>
                    <a:pt x="425966" y="711724"/>
                  </a:lnTo>
                  <a:lnTo>
                    <a:pt x="440020" y="711724"/>
                  </a:lnTo>
                  <a:lnTo>
                    <a:pt x="445706" y="706038"/>
                  </a:lnTo>
                  <a:lnTo>
                    <a:pt x="445706" y="692010"/>
                  </a:lnTo>
                  <a:lnTo>
                    <a:pt x="440020" y="686324"/>
                  </a:lnTo>
                  <a:close/>
                </a:path>
                <a:path w="2921635" h="711834">
                  <a:moveTo>
                    <a:pt x="389195" y="686324"/>
                  </a:moveTo>
                  <a:lnTo>
                    <a:pt x="375141" y="686324"/>
                  </a:lnTo>
                  <a:lnTo>
                    <a:pt x="369455" y="692010"/>
                  </a:lnTo>
                  <a:lnTo>
                    <a:pt x="369455" y="706038"/>
                  </a:lnTo>
                  <a:lnTo>
                    <a:pt x="375141" y="711724"/>
                  </a:lnTo>
                  <a:lnTo>
                    <a:pt x="389195" y="711724"/>
                  </a:lnTo>
                  <a:lnTo>
                    <a:pt x="394881" y="706038"/>
                  </a:lnTo>
                  <a:lnTo>
                    <a:pt x="394881" y="692010"/>
                  </a:lnTo>
                  <a:lnTo>
                    <a:pt x="389195" y="686324"/>
                  </a:lnTo>
                  <a:close/>
                </a:path>
                <a:path w="2921635" h="711834">
                  <a:moveTo>
                    <a:pt x="338369" y="686324"/>
                  </a:moveTo>
                  <a:lnTo>
                    <a:pt x="324316" y="686324"/>
                  </a:lnTo>
                  <a:lnTo>
                    <a:pt x="318630" y="692010"/>
                  </a:lnTo>
                  <a:lnTo>
                    <a:pt x="318630" y="706038"/>
                  </a:lnTo>
                  <a:lnTo>
                    <a:pt x="324316" y="711724"/>
                  </a:lnTo>
                  <a:lnTo>
                    <a:pt x="338369" y="711724"/>
                  </a:lnTo>
                  <a:lnTo>
                    <a:pt x="344055" y="706038"/>
                  </a:lnTo>
                  <a:lnTo>
                    <a:pt x="344055" y="692010"/>
                  </a:lnTo>
                  <a:lnTo>
                    <a:pt x="338369" y="686324"/>
                  </a:lnTo>
                  <a:close/>
                </a:path>
                <a:path w="2921635" h="711834">
                  <a:moveTo>
                    <a:pt x="287544" y="686324"/>
                  </a:moveTo>
                  <a:lnTo>
                    <a:pt x="273490" y="686324"/>
                  </a:lnTo>
                  <a:lnTo>
                    <a:pt x="267804" y="692010"/>
                  </a:lnTo>
                  <a:lnTo>
                    <a:pt x="267804" y="706038"/>
                  </a:lnTo>
                  <a:lnTo>
                    <a:pt x="273490" y="711724"/>
                  </a:lnTo>
                  <a:lnTo>
                    <a:pt x="287544" y="711724"/>
                  </a:lnTo>
                  <a:lnTo>
                    <a:pt x="293230" y="706038"/>
                  </a:lnTo>
                  <a:lnTo>
                    <a:pt x="293230" y="692010"/>
                  </a:lnTo>
                  <a:lnTo>
                    <a:pt x="287544" y="686324"/>
                  </a:lnTo>
                  <a:close/>
                </a:path>
                <a:path w="2921635" h="711834">
                  <a:moveTo>
                    <a:pt x="236719" y="686324"/>
                  </a:moveTo>
                  <a:lnTo>
                    <a:pt x="222665" y="686324"/>
                  </a:lnTo>
                  <a:lnTo>
                    <a:pt x="216979" y="692010"/>
                  </a:lnTo>
                  <a:lnTo>
                    <a:pt x="216979" y="706038"/>
                  </a:lnTo>
                  <a:lnTo>
                    <a:pt x="222665" y="711724"/>
                  </a:lnTo>
                  <a:lnTo>
                    <a:pt x="236719" y="711724"/>
                  </a:lnTo>
                  <a:lnTo>
                    <a:pt x="242404" y="706038"/>
                  </a:lnTo>
                  <a:lnTo>
                    <a:pt x="242404" y="692010"/>
                  </a:lnTo>
                  <a:lnTo>
                    <a:pt x="236719" y="686324"/>
                  </a:lnTo>
                  <a:close/>
                </a:path>
                <a:path w="2921635" h="711834">
                  <a:moveTo>
                    <a:pt x="185893" y="686324"/>
                  </a:moveTo>
                  <a:lnTo>
                    <a:pt x="171839" y="686324"/>
                  </a:lnTo>
                  <a:lnTo>
                    <a:pt x="166154" y="692010"/>
                  </a:lnTo>
                  <a:lnTo>
                    <a:pt x="166154" y="706038"/>
                  </a:lnTo>
                  <a:lnTo>
                    <a:pt x="171839" y="711724"/>
                  </a:lnTo>
                  <a:lnTo>
                    <a:pt x="185893" y="711724"/>
                  </a:lnTo>
                  <a:lnTo>
                    <a:pt x="191579" y="706038"/>
                  </a:lnTo>
                  <a:lnTo>
                    <a:pt x="191579" y="692010"/>
                  </a:lnTo>
                  <a:lnTo>
                    <a:pt x="185893" y="686324"/>
                  </a:lnTo>
                  <a:close/>
                </a:path>
                <a:path w="2921635" h="711834">
                  <a:moveTo>
                    <a:pt x="135068" y="686324"/>
                  </a:moveTo>
                  <a:lnTo>
                    <a:pt x="121014" y="686324"/>
                  </a:lnTo>
                  <a:lnTo>
                    <a:pt x="115328" y="692010"/>
                  </a:lnTo>
                  <a:lnTo>
                    <a:pt x="115328" y="706038"/>
                  </a:lnTo>
                  <a:lnTo>
                    <a:pt x="121014" y="711724"/>
                  </a:lnTo>
                  <a:lnTo>
                    <a:pt x="135068" y="711724"/>
                  </a:lnTo>
                  <a:lnTo>
                    <a:pt x="140754" y="706038"/>
                  </a:lnTo>
                  <a:lnTo>
                    <a:pt x="140754" y="692010"/>
                  </a:lnTo>
                  <a:lnTo>
                    <a:pt x="135068" y="686324"/>
                  </a:lnTo>
                  <a:close/>
                </a:path>
                <a:path w="2921635" h="711834">
                  <a:moveTo>
                    <a:pt x="2821097" y="682518"/>
                  </a:moveTo>
                  <a:lnTo>
                    <a:pt x="2819362" y="682683"/>
                  </a:lnTo>
                  <a:lnTo>
                    <a:pt x="2810997" y="685270"/>
                  </a:lnTo>
                  <a:lnTo>
                    <a:pt x="2807244" y="692383"/>
                  </a:lnTo>
                  <a:lnTo>
                    <a:pt x="2811390" y="705784"/>
                  </a:lnTo>
                  <a:lnTo>
                    <a:pt x="2818502" y="709536"/>
                  </a:lnTo>
                  <a:lnTo>
                    <a:pt x="2831928" y="705384"/>
                  </a:lnTo>
                  <a:lnTo>
                    <a:pt x="2835680" y="698272"/>
                  </a:lnTo>
                  <a:lnTo>
                    <a:pt x="2832053" y="686545"/>
                  </a:lnTo>
                  <a:lnTo>
                    <a:pt x="2827663" y="683178"/>
                  </a:lnTo>
                  <a:lnTo>
                    <a:pt x="2821097" y="682518"/>
                  </a:lnTo>
                  <a:close/>
                </a:path>
                <a:path w="2921635" h="711834">
                  <a:moveTo>
                    <a:pt x="75152" y="674923"/>
                  </a:moveTo>
                  <a:lnTo>
                    <a:pt x="70187" y="677363"/>
                  </a:lnTo>
                  <a:lnTo>
                    <a:pt x="64328" y="688149"/>
                  </a:lnTo>
                  <a:lnTo>
                    <a:pt x="66610" y="695859"/>
                  </a:lnTo>
                  <a:lnTo>
                    <a:pt x="78959" y="702568"/>
                  </a:lnTo>
                  <a:lnTo>
                    <a:pt x="86669" y="700285"/>
                  </a:lnTo>
                  <a:lnTo>
                    <a:pt x="93366" y="687959"/>
                  </a:lnTo>
                  <a:lnTo>
                    <a:pt x="91084" y="680248"/>
                  </a:lnTo>
                  <a:lnTo>
                    <a:pt x="83357" y="676051"/>
                  </a:lnTo>
                  <a:lnTo>
                    <a:pt x="81720" y="675566"/>
                  </a:lnTo>
                  <a:lnTo>
                    <a:pt x="75152" y="674923"/>
                  </a:lnTo>
                  <a:close/>
                </a:path>
                <a:path w="2921635" h="711834">
                  <a:moveTo>
                    <a:pt x="2864265" y="659609"/>
                  </a:moveTo>
                  <a:lnTo>
                    <a:pt x="2860913" y="660543"/>
                  </a:lnTo>
                  <a:lnTo>
                    <a:pt x="2852798" y="667279"/>
                  </a:lnTo>
                  <a:lnTo>
                    <a:pt x="2852055" y="675286"/>
                  </a:lnTo>
                  <a:lnTo>
                    <a:pt x="2861015" y="686080"/>
                  </a:lnTo>
                  <a:lnTo>
                    <a:pt x="2869022" y="686823"/>
                  </a:lnTo>
                  <a:lnTo>
                    <a:pt x="2879835" y="677847"/>
                  </a:lnTo>
                  <a:lnTo>
                    <a:pt x="2880578" y="669840"/>
                  </a:lnTo>
                  <a:lnTo>
                    <a:pt x="2873858" y="661745"/>
                  </a:lnTo>
                  <a:lnTo>
                    <a:pt x="2870737" y="660210"/>
                  </a:lnTo>
                  <a:lnTo>
                    <a:pt x="2864265" y="659609"/>
                  </a:lnTo>
                  <a:close/>
                </a:path>
                <a:path w="2921635" h="711834">
                  <a:moveTo>
                    <a:pt x="37155" y="644124"/>
                  </a:moveTo>
                  <a:lnTo>
                    <a:pt x="33802" y="645050"/>
                  </a:lnTo>
                  <a:lnTo>
                    <a:pt x="25692" y="651752"/>
                  </a:lnTo>
                  <a:lnTo>
                    <a:pt x="24930" y="659757"/>
                  </a:lnTo>
                  <a:lnTo>
                    <a:pt x="33882" y="670590"/>
                  </a:lnTo>
                  <a:lnTo>
                    <a:pt x="41887" y="671352"/>
                  </a:lnTo>
                  <a:lnTo>
                    <a:pt x="52701" y="662416"/>
                  </a:lnTo>
                  <a:lnTo>
                    <a:pt x="53461" y="654411"/>
                  </a:lnTo>
                  <a:lnTo>
                    <a:pt x="46744" y="646281"/>
                  </a:lnTo>
                  <a:lnTo>
                    <a:pt x="43627" y="644739"/>
                  </a:lnTo>
                  <a:lnTo>
                    <a:pt x="37155" y="644124"/>
                  </a:lnTo>
                  <a:close/>
                </a:path>
                <a:path w="2921635" h="711834">
                  <a:moveTo>
                    <a:pt x="2893570" y="619805"/>
                  </a:moveTo>
                  <a:lnTo>
                    <a:pt x="2888616" y="622266"/>
                  </a:lnTo>
                  <a:lnTo>
                    <a:pt x="2882790" y="633098"/>
                  </a:lnTo>
                  <a:lnTo>
                    <a:pt x="2885104" y="640799"/>
                  </a:lnTo>
                  <a:lnTo>
                    <a:pt x="2897459" y="647444"/>
                  </a:lnTo>
                  <a:lnTo>
                    <a:pt x="2905160" y="645129"/>
                  </a:lnTo>
                  <a:lnTo>
                    <a:pt x="2911816" y="632752"/>
                  </a:lnTo>
                  <a:lnTo>
                    <a:pt x="2909502" y="625051"/>
                  </a:lnTo>
                  <a:lnTo>
                    <a:pt x="2901781" y="620898"/>
                  </a:lnTo>
                  <a:lnTo>
                    <a:pt x="2900141" y="620420"/>
                  </a:lnTo>
                  <a:lnTo>
                    <a:pt x="2893570" y="619805"/>
                  </a:lnTo>
                  <a:close/>
                </a:path>
                <a:path w="2921635" h="711834">
                  <a:moveTo>
                    <a:pt x="16018" y="599423"/>
                  </a:moveTo>
                  <a:lnTo>
                    <a:pt x="14294" y="599586"/>
                  </a:lnTo>
                  <a:lnTo>
                    <a:pt x="5944" y="602179"/>
                  </a:lnTo>
                  <a:lnTo>
                    <a:pt x="2200" y="609295"/>
                  </a:lnTo>
                  <a:lnTo>
                    <a:pt x="6367" y="622716"/>
                  </a:lnTo>
                  <a:lnTo>
                    <a:pt x="13484" y="626460"/>
                  </a:lnTo>
                  <a:lnTo>
                    <a:pt x="26882" y="622300"/>
                  </a:lnTo>
                  <a:lnTo>
                    <a:pt x="30626" y="615184"/>
                  </a:lnTo>
                  <a:lnTo>
                    <a:pt x="26978" y="603437"/>
                  </a:lnTo>
                  <a:lnTo>
                    <a:pt x="22585" y="600075"/>
                  </a:lnTo>
                  <a:lnTo>
                    <a:pt x="16018" y="599423"/>
                  </a:lnTo>
                  <a:close/>
                </a:path>
                <a:path w="2921635" h="711834">
                  <a:moveTo>
                    <a:pt x="2915314" y="571025"/>
                  </a:moveTo>
                  <a:lnTo>
                    <a:pt x="2901285" y="571025"/>
                  </a:lnTo>
                  <a:lnTo>
                    <a:pt x="2895600" y="576711"/>
                  </a:lnTo>
                  <a:lnTo>
                    <a:pt x="2895600" y="590765"/>
                  </a:lnTo>
                  <a:lnTo>
                    <a:pt x="2901285" y="596451"/>
                  </a:lnTo>
                  <a:lnTo>
                    <a:pt x="2915314" y="596451"/>
                  </a:lnTo>
                  <a:lnTo>
                    <a:pt x="2921000" y="590765"/>
                  </a:lnTo>
                  <a:lnTo>
                    <a:pt x="2921000" y="576711"/>
                  </a:lnTo>
                  <a:lnTo>
                    <a:pt x="2915314" y="571025"/>
                  </a:lnTo>
                  <a:close/>
                </a:path>
                <a:path w="2921635" h="711834">
                  <a:moveTo>
                    <a:pt x="19714" y="546597"/>
                  </a:moveTo>
                  <a:lnTo>
                    <a:pt x="5685" y="546597"/>
                  </a:lnTo>
                  <a:lnTo>
                    <a:pt x="0" y="552283"/>
                  </a:lnTo>
                  <a:lnTo>
                    <a:pt x="0" y="566337"/>
                  </a:lnTo>
                  <a:lnTo>
                    <a:pt x="5685" y="572023"/>
                  </a:lnTo>
                  <a:lnTo>
                    <a:pt x="19714" y="572023"/>
                  </a:lnTo>
                  <a:lnTo>
                    <a:pt x="25400" y="566337"/>
                  </a:lnTo>
                  <a:lnTo>
                    <a:pt x="25400" y="552283"/>
                  </a:lnTo>
                  <a:lnTo>
                    <a:pt x="19714" y="546597"/>
                  </a:lnTo>
                  <a:close/>
                </a:path>
                <a:path w="2921635" h="711834">
                  <a:moveTo>
                    <a:pt x="2915314" y="520200"/>
                  </a:moveTo>
                  <a:lnTo>
                    <a:pt x="2901285" y="520200"/>
                  </a:lnTo>
                  <a:lnTo>
                    <a:pt x="2895600" y="525886"/>
                  </a:lnTo>
                  <a:lnTo>
                    <a:pt x="2895600" y="539939"/>
                  </a:lnTo>
                  <a:lnTo>
                    <a:pt x="2901285" y="545625"/>
                  </a:lnTo>
                  <a:lnTo>
                    <a:pt x="2915314" y="545625"/>
                  </a:lnTo>
                  <a:lnTo>
                    <a:pt x="2921000" y="539939"/>
                  </a:lnTo>
                  <a:lnTo>
                    <a:pt x="2921000" y="525886"/>
                  </a:lnTo>
                  <a:lnTo>
                    <a:pt x="2915314" y="520200"/>
                  </a:lnTo>
                  <a:close/>
                </a:path>
                <a:path w="2921635" h="711834">
                  <a:moveTo>
                    <a:pt x="19714" y="495772"/>
                  </a:moveTo>
                  <a:lnTo>
                    <a:pt x="5685" y="495772"/>
                  </a:lnTo>
                  <a:lnTo>
                    <a:pt x="0" y="501458"/>
                  </a:lnTo>
                  <a:lnTo>
                    <a:pt x="0" y="515511"/>
                  </a:lnTo>
                  <a:lnTo>
                    <a:pt x="5685" y="521197"/>
                  </a:lnTo>
                  <a:lnTo>
                    <a:pt x="19714" y="521197"/>
                  </a:lnTo>
                  <a:lnTo>
                    <a:pt x="25400" y="515511"/>
                  </a:lnTo>
                  <a:lnTo>
                    <a:pt x="25400" y="501458"/>
                  </a:lnTo>
                  <a:lnTo>
                    <a:pt x="19714" y="495772"/>
                  </a:lnTo>
                  <a:close/>
                </a:path>
                <a:path w="2921635" h="711834">
                  <a:moveTo>
                    <a:pt x="2915314" y="469374"/>
                  </a:moveTo>
                  <a:lnTo>
                    <a:pt x="2901285" y="469374"/>
                  </a:lnTo>
                  <a:lnTo>
                    <a:pt x="2895600" y="475060"/>
                  </a:lnTo>
                  <a:lnTo>
                    <a:pt x="2895600" y="489114"/>
                  </a:lnTo>
                  <a:lnTo>
                    <a:pt x="2901285" y="494800"/>
                  </a:lnTo>
                  <a:lnTo>
                    <a:pt x="2915314" y="494800"/>
                  </a:lnTo>
                  <a:lnTo>
                    <a:pt x="2921000" y="489114"/>
                  </a:lnTo>
                  <a:lnTo>
                    <a:pt x="2921000" y="475060"/>
                  </a:lnTo>
                  <a:lnTo>
                    <a:pt x="2915314" y="469374"/>
                  </a:lnTo>
                  <a:close/>
                </a:path>
                <a:path w="2921635" h="711834">
                  <a:moveTo>
                    <a:pt x="19714" y="444947"/>
                  </a:moveTo>
                  <a:lnTo>
                    <a:pt x="5685" y="444947"/>
                  </a:lnTo>
                  <a:lnTo>
                    <a:pt x="0" y="450633"/>
                  </a:lnTo>
                  <a:lnTo>
                    <a:pt x="0" y="464686"/>
                  </a:lnTo>
                  <a:lnTo>
                    <a:pt x="5685" y="470372"/>
                  </a:lnTo>
                  <a:lnTo>
                    <a:pt x="19714" y="470372"/>
                  </a:lnTo>
                  <a:lnTo>
                    <a:pt x="25400" y="464686"/>
                  </a:lnTo>
                  <a:lnTo>
                    <a:pt x="25400" y="450633"/>
                  </a:lnTo>
                  <a:lnTo>
                    <a:pt x="19714" y="444947"/>
                  </a:lnTo>
                  <a:close/>
                </a:path>
                <a:path w="2921635" h="711834">
                  <a:moveTo>
                    <a:pt x="2915314" y="418549"/>
                  </a:moveTo>
                  <a:lnTo>
                    <a:pt x="2901285" y="418549"/>
                  </a:lnTo>
                  <a:lnTo>
                    <a:pt x="2895600" y="424235"/>
                  </a:lnTo>
                  <a:lnTo>
                    <a:pt x="2895600" y="438288"/>
                  </a:lnTo>
                  <a:lnTo>
                    <a:pt x="2901285" y="443974"/>
                  </a:lnTo>
                  <a:lnTo>
                    <a:pt x="2915314" y="443974"/>
                  </a:lnTo>
                  <a:lnTo>
                    <a:pt x="2921000" y="438288"/>
                  </a:lnTo>
                  <a:lnTo>
                    <a:pt x="2921000" y="424235"/>
                  </a:lnTo>
                  <a:lnTo>
                    <a:pt x="2915314" y="418549"/>
                  </a:lnTo>
                  <a:close/>
                </a:path>
                <a:path w="2921635" h="711834">
                  <a:moveTo>
                    <a:pt x="19714" y="394121"/>
                  </a:moveTo>
                  <a:lnTo>
                    <a:pt x="5685" y="394121"/>
                  </a:lnTo>
                  <a:lnTo>
                    <a:pt x="0" y="399807"/>
                  </a:lnTo>
                  <a:lnTo>
                    <a:pt x="0" y="413861"/>
                  </a:lnTo>
                  <a:lnTo>
                    <a:pt x="5685" y="419547"/>
                  </a:lnTo>
                  <a:lnTo>
                    <a:pt x="19714" y="419547"/>
                  </a:lnTo>
                  <a:lnTo>
                    <a:pt x="25400" y="413861"/>
                  </a:lnTo>
                  <a:lnTo>
                    <a:pt x="25400" y="399807"/>
                  </a:lnTo>
                  <a:lnTo>
                    <a:pt x="19714" y="394121"/>
                  </a:lnTo>
                  <a:close/>
                </a:path>
                <a:path w="2921635" h="711834">
                  <a:moveTo>
                    <a:pt x="2915314" y="367724"/>
                  </a:moveTo>
                  <a:lnTo>
                    <a:pt x="2901285" y="367724"/>
                  </a:lnTo>
                  <a:lnTo>
                    <a:pt x="2895600" y="373409"/>
                  </a:lnTo>
                  <a:lnTo>
                    <a:pt x="2895600" y="387463"/>
                  </a:lnTo>
                  <a:lnTo>
                    <a:pt x="2901285" y="393149"/>
                  </a:lnTo>
                  <a:lnTo>
                    <a:pt x="2915314" y="393149"/>
                  </a:lnTo>
                  <a:lnTo>
                    <a:pt x="2921000" y="387463"/>
                  </a:lnTo>
                  <a:lnTo>
                    <a:pt x="2921000" y="373409"/>
                  </a:lnTo>
                  <a:lnTo>
                    <a:pt x="2915314" y="367724"/>
                  </a:lnTo>
                  <a:close/>
                </a:path>
                <a:path w="2921635" h="711834">
                  <a:moveTo>
                    <a:pt x="19714" y="343296"/>
                  </a:moveTo>
                  <a:lnTo>
                    <a:pt x="5685" y="343296"/>
                  </a:lnTo>
                  <a:lnTo>
                    <a:pt x="0" y="348982"/>
                  </a:lnTo>
                  <a:lnTo>
                    <a:pt x="0" y="363035"/>
                  </a:lnTo>
                  <a:lnTo>
                    <a:pt x="5685" y="368721"/>
                  </a:lnTo>
                  <a:lnTo>
                    <a:pt x="19714" y="368721"/>
                  </a:lnTo>
                  <a:lnTo>
                    <a:pt x="25400" y="363035"/>
                  </a:lnTo>
                  <a:lnTo>
                    <a:pt x="25400" y="348982"/>
                  </a:lnTo>
                  <a:lnTo>
                    <a:pt x="19714" y="343296"/>
                  </a:lnTo>
                  <a:close/>
                </a:path>
                <a:path w="2921635" h="711834">
                  <a:moveTo>
                    <a:pt x="2915314" y="316898"/>
                  </a:moveTo>
                  <a:lnTo>
                    <a:pt x="2901285" y="316898"/>
                  </a:lnTo>
                  <a:lnTo>
                    <a:pt x="2895600" y="322584"/>
                  </a:lnTo>
                  <a:lnTo>
                    <a:pt x="2895600" y="336638"/>
                  </a:lnTo>
                  <a:lnTo>
                    <a:pt x="2901285" y="342324"/>
                  </a:lnTo>
                  <a:lnTo>
                    <a:pt x="2915314" y="342324"/>
                  </a:lnTo>
                  <a:lnTo>
                    <a:pt x="2921000" y="336638"/>
                  </a:lnTo>
                  <a:lnTo>
                    <a:pt x="2921000" y="322584"/>
                  </a:lnTo>
                  <a:lnTo>
                    <a:pt x="2915314" y="316898"/>
                  </a:lnTo>
                  <a:close/>
                </a:path>
                <a:path w="2921635" h="711834">
                  <a:moveTo>
                    <a:pt x="19714" y="292470"/>
                  </a:moveTo>
                  <a:lnTo>
                    <a:pt x="5685" y="292470"/>
                  </a:lnTo>
                  <a:lnTo>
                    <a:pt x="0" y="298156"/>
                  </a:lnTo>
                  <a:lnTo>
                    <a:pt x="0" y="312210"/>
                  </a:lnTo>
                  <a:lnTo>
                    <a:pt x="5685" y="317896"/>
                  </a:lnTo>
                  <a:lnTo>
                    <a:pt x="19714" y="317896"/>
                  </a:lnTo>
                  <a:lnTo>
                    <a:pt x="25400" y="312210"/>
                  </a:lnTo>
                  <a:lnTo>
                    <a:pt x="25400" y="298156"/>
                  </a:lnTo>
                  <a:lnTo>
                    <a:pt x="19714" y="292470"/>
                  </a:lnTo>
                  <a:close/>
                </a:path>
                <a:path w="2921635" h="711834">
                  <a:moveTo>
                    <a:pt x="2915314" y="266073"/>
                  </a:moveTo>
                  <a:lnTo>
                    <a:pt x="2901285" y="266073"/>
                  </a:lnTo>
                  <a:lnTo>
                    <a:pt x="2895600" y="271759"/>
                  </a:lnTo>
                  <a:lnTo>
                    <a:pt x="2895600" y="285812"/>
                  </a:lnTo>
                  <a:lnTo>
                    <a:pt x="2901285" y="291498"/>
                  </a:lnTo>
                  <a:lnTo>
                    <a:pt x="2915314" y="291498"/>
                  </a:lnTo>
                  <a:lnTo>
                    <a:pt x="2921000" y="285812"/>
                  </a:lnTo>
                  <a:lnTo>
                    <a:pt x="2921000" y="271759"/>
                  </a:lnTo>
                  <a:lnTo>
                    <a:pt x="2915314" y="266073"/>
                  </a:lnTo>
                  <a:close/>
                </a:path>
                <a:path w="2921635" h="711834">
                  <a:moveTo>
                    <a:pt x="19714" y="241645"/>
                  </a:moveTo>
                  <a:lnTo>
                    <a:pt x="5685" y="241645"/>
                  </a:lnTo>
                  <a:lnTo>
                    <a:pt x="0" y="247331"/>
                  </a:lnTo>
                  <a:lnTo>
                    <a:pt x="0" y="261384"/>
                  </a:lnTo>
                  <a:lnTo>
                    <a:pt x="5685" y="267070"/>
                  </a:lnTo>
                  <a:lnTo>
                    <a:pt x="19714" y="267070"/>
                  </a:lnTo>
                  <a:lnTo>
                    <a:pt x="25400" y="261384"/>
                  </a:lnTo>
                  <a:lnTo>
                    <a:pt x="25400" y="247331"/>
                  </a:lnTo>
                  <a:lnTo>
                    <a:pt x="19714" y="241645"/>
                  </a:lnTo>
                  <a:close/>
                </a:path>
                <a:path w="2921635" h="711834">
                  <a:moveTo>
                    <a:pt x="2915314" y="215247"/>
                  </a:moveTo>
                  <a:lnTo>
                    <a:pt x="2901285" y="215247"/>
                  </a:lnTo>
                  <a:lnTo>
                    <a:pt x="2895600" y="220933"/>
                  </a:lnTo>
                  <a:lnTo>
                    <a:pt x="2895600" y="234987"/>
                  </a:lnTo>
                  <a:lnTo>
                    <a:pt x="2901285" y="240673"/>
                  </a:lnTo>
                  <a:lnTo>
                    <a:pt x="2915314" y="240673"/>
                  </a:lnTo>
                  <a:lnTo>
                    <a:pt x="2921000" y="234987"/>
                  </a:lnTo>
                  <a:lnTo>
                    <a:pt x="2921000" y="220933"/>
                  </a:lnTo>
                  <a:lnTo>
                    <a:pt x="2915314" y="215247"/>
                  </a:lnTo>
                  <a:close/>
                </a:path>
                <a:path w="2921635" h="711834">
                  <a:moveTo>
                    <a:pt x="19714" y="190820"/>
                  </a:moveTo>
                  <a:lnTo>
                    <a:pt x="5685" y="190820"/>
                  </a:lnTo>
                  <a:lnTo>
                    <a:pt x="0" y="196506"/>
                  </a:lnTo>
                  <a:lnTo>
                    <a:pt x="0" y="210559"/>
                  </a:lnTo>
                  <a:lnTo>
                    <a:pt x="5685" y="216245"/>
                  </a:lnTo>
                  <a:lnTo>
                    <a:pt x="19714" y="216245"/>
                  </a:lnTo>
                  <a:lnTo>
                    <a:pt x="25400" y="210559"/>
                  </a:lnTo>
                  <a:lnTo>
                    <a:pt x="25400" y="196506"/>
                  </a:lnTo>
                  <a:lnTo>
                    <a:pt x="19714" y="190820"/>
                  </a:lnTo>
                  <a:close/>
                </a:path>
                <a:path w="2921635" h="711834">
                  <a:moveTo>
                    <a:pt x="2915314" y="164422"/>
                  </a:moveTo>
                  <a:lnTo>
                    <a:pt x="2901285" y="164422"/>
                  </a:lnTo>
                  <a:lnTo>
                    <a:pt x="2895600" y="170108"/>
                  </a:lnTo>
                  <a:lnTo>
                    <a:pt x="2895600" y="184161"/>
                  </a:lnTo>
                  <a:lnTo>
                    <a:pt x="2901285" y="189847"/>
                  </a:lnTo>
                  <a:lnTo>
                    <a:pt x="2915314" y="189847"/>
                  </a:lnTo>
                  <a:lnTo>
                    <a:pt x="2921000" y="184161"/>
                  </a:lnTo>
                  <a:lnTo>
                    <a:pt x="2921000" y="170108"/>
                  </a:lnTo>
                  <a:lnTo>
                    <a:pt x="2915314" y="164422"/>
                  </a:lnTo>
                  <a:close/>
                </a:path>
                <a:path w="2921635" h="711834">
                  <a:moveTo>
                    <a:pt x="19714" y="139994"/>
                  </a:moveTo>
                  <a:lnTo>
                    <a:pt x="5685" y="139994"/>
                  </a:lnTo>
                  <a:lnTo>
                    <a:pt x="0" y="145680"/>
                  </a:lnTo>
                  <a:lnTo>
                    <a:pt x="0" y="159734"/>
                  </a:lnTo>
                  <a:lnTo>
                    <a:pt x="5685" y="165420"/>
                  </a:lnTo>
                  <a:lnTo>
                    <a:pt x="19714" y="165420"/>
                  </a:lnTo>
                  <a:lnTo>
                    <a:pt x="25400" y="159734"/>
                  </a:lnTo>
                  <a:lnTo>
                    <a:pt x="25400" y="145680"/>
                  </a:lnTo>
                  <a:lnTo>
                    <a:pt x="19714" y="139994"/>
                  </a:lnTo>
                  <a:close/>
                </a:path>
                <a:path w="2921635" h="711834">
                  <a:moveTo>
                    <a:pt x="2913907" y="112974"/>
                  </a:moveTo>
                  <a:lnTo>
                    <a:pt x="2899947" y="114355"/>
                  </a:lnTo>
                  <a:lnTo>
                    <a:pt x="2894848" y="120573"/>
                  </a:lnTo>
                  <a:lnTo>
                    <a:pt x="2896231" y="134558"/>
                  </a:lnTo>
                  <a:lnTo>
                    <a:pt x="2902449" y="139657"/>
                  </a:lnTo>
                  <a:lnTo>
                    <a:pt x="2916408" y="138276"/>
                  </a:lnTo>
                  <a:lnTo>
                    <a:pt x="2921508" y="132058"/>
                  </a:lnTo>
                  <a:lnTo>
                    <a:pt x="2920124" y="118073"/>
                  </a:lnTo>
                  <a:lnTo>
                    <a:pt x="2913907" y="112974"/>
                  </a:lnTo>
                  <a:close/>
                </a:path>
                <a:path w="2921635" h="711834">
                  <a:moveTo>
                    <a:pt x="16154" y="89293"/>
                  </a:moveTo>
                  <a:lnTo>
                    <a:pt x="9587" y="89947"/>
                  </a:lnTo>
                  <a:lnTo>
                    <a:pt x="5195" y="93309"/>
                  </a:lnTo>
                  <a:lnTo>
                    <a:pt x="1548" y="105056"/>
                  </a:lnTo>
                  <a:lnTo>
                    <a:pt x="5293" y="112172"/>
                  </a:lnTo>
                  <a:lnTo>
                    <a:pt x="18690" y="116331"/>
                  </a:lnTo>
                  <a:lnTo>
                    <a:pt x="25806" y="112586"/>
                  </a:lnTo>
                  <a:lnTo>
                    <a:pt x="29973" y="99164"/>
                  </a:lnTo>
                  <a:lnTo>
                    <a:pt x="26228" y="92048"/>
                  </a:lnTo>
                  <a:lnTo>
                    <a:pt x="17854" y="89449"/>
                  </a:lnTo>
                  <a:lnTo>
                    <a:pt x="16154" y="89293"/>
                  </a:lnTo>
                  <a:close/>
                </a:path>
                <a:path w="2921635" h="711834">
                  <a:moveTo>
                    <a:pt x="2899989" y="64270"/>
                  </a:moveTo>
                  <a:lnTo>
                    <a:pt x="2893418" y="64883"/>
                  </a:lnTo>
                  <a:lnTo>
                    <a:pt x="2891778" y="65361"/>
                  </a:lnTo>
                  <a:lnTo>
                    <a:pt x="2884056" y="69512"/>
                  </a:lnTo>
                  <a:lnTo>
                    <a:pt x="2881740" y="77212"/>
                  </a:lnTo>
                  <a:lnTo>
                    <a:pt x="2888394" y="89591"/>
                  </a:lnTo>
                  <a:lnTo>
                    <a:pt x="2896094" y="91907"/>
                  </a:lnTo>
                  <a:lnTo>
                    <a:pt x="2908449" y="85265"/>
                  </a:lnTo>
                  <a:lnTo>
                    <a:pt x="2910766" y="77565"/>
                  </a:lnTo>
                  <a:lnTo>
                    <a:pt x="2904943" y="66731"/>
                  </a:lnTo>
                  <a:lnTo>
                    <a:pt x="2899989" y="64270"/>
                  </a:lnTo>
                  <a:close/>
                </a:path>
                <a:path w="2921635" h="711834">
                  <a:moveTo>
                    <a:pt x="39825" y="43899"/>
                  </a:moveTo>
                  <a:lnTo>
                    <a:pt x="33355" y="44520"/>
                  </a:lnTo>
                  <a:lnTo>
                    <a:pt x="30238" y="46065"/>
                  </a:lnTo>
                  <a:lnTo>
                    <a:pt x="23528" y="54200"/>
                  </a:lnTo>
                  <a:lnTo>
                    <a:pt x="24295" y="62204"/>
                  </a:lnTo>
                  <a:lnTo>
                    <a:pt x="35116" y="71131"/>
                  </a:lnTo>
                  <a:lnTo>
                    <a:pt x="43120" y="70364"/>
                  </a:lnTo>
                  <a:lnTo>
                    <a:pt x="52063" y="59523"/>
                  </a:lnTo>
                  <a:lnTo>
                    <a:pt x="51296" y="51518"/>
                  </a:lnTo>
                  <a:lnTo>
                    <a:pt x="43180" y="44823"/>
                  </a:lnTo>
                  <a:lnTo>
                    <a:pt x="39825" y="43899"/>
                  </a:lnTo>
                  <a:close/>
                </a:path>
                <a:path w="2921635" h="711834">
                  <a:moveTo>
                    <a:pt x="2866663" y="25329"/>
                  </a:moveTo>
                  <a:lnTo>
                    <a:pt x="2860191" y="25934"/>
                  </a:lnTo>
                  <a:lnTo>
                    <a:pt x="2857070" y="27471"/>
                  </a:lnTo>
                  <a:lnTo>
                    <a:pt x="2850356" y="35571"/>
                  </a:lnTo>
                  <a:lnTo>
                    <a:pt x="2851105" y="43578"/>
                  </a:lnTo>
                  <a:lnTo>
                    <a:pt x="2861924" y="52546"/>
                  </a:lnTo>
                  <a:lnTo>
                    <a:pt x="2869930" y="51797"/>
                  </a:lnTo>
                  <a:lnTo>
                    <a:pt x="2878882" y="40997"/>
                  </a:lnTo>
                  <a:lnTo>
                    <a:pt x="2878134" y="32991"/>
                  </a:lnTo>
                  <a:lnTo>
                    <a:pt x="2870014" y="26261"/>
                  </a:lnTo>
                  <a:lnTo>
                    <a:pt x="2866663" y="25329"/>
                  </a:lnTo>
                  <a:close/>
                </a:path>
                <a:path w="2921635" h="711834">
                  <a:moveTo>
                    <a:pt x="80611" y="12115"/>
                  </a:moveTo>
                  <a:lnTo>
                    <a:pt x="74044" y="12755"/>
                  </a:lnTo>
                  <a:lnTo>
                    <a:pt x="72406" y="13240"/>
                  </a:lnTo>
                  <a:lnTo>
                    <a:pt x="64678" y="17434"/>
                  </a:lnTo>
                  <a:lnTo>
                    <a:pt x="62393" y="25144"/>
                  </a:lnTo>
                  <a:lnTo>
                    <a:pt x="69086" y="37473"/>
                  </a:lnTo>
                  <a:lnTo>
                    <a:pt x="76795" y="39758"/>
                  </a:lnTo>
                  <a:lnTo>
                    <a:pt x="89147" y="33054"/>
                  </a:lnTo>
                  <a:lnTo>
                    <a:pt x="91432" y="25344"/>
                  </a:lnTo>
                  <a:lnTo>
                    <a:pt x="85576" y="14556"/>
                  </a:lnTo>
                  <a:lnTo>
                    <a:pt x="80611" y="12115"/>
                  </a:lnTo>
                  <a:close/>
                </a:path>
                <a:path w="2921635" h="711834">
                  <a:moveTo>
                    <a:pt x="2819739" y="3460"/>
                  </a:moveTo>
                  <a:lnTo>
                    <a:pt x="2813173" y="4112"/>
                  </a:lnTo>
                  <a:lnTo>
                    <a:pt x="2808780" y="7474"/>
                  </a:lnTo>
                  <a:lnTo>
                    <a:pt x="2805140" y="19197"/>
                  </a:lnTo>
                  <a:lnTo>
                    <a:pt x="2808884" y="26313"/>
                  </a:lnTo>
                  <a:lnTo>
                    <a:pt x="2822305" y="30481"/>
                  </a:lnTo>
                  <a:lnTo>
                    <a:pt x="2829421" y="26737"/>
                  </a:lnTo>
                  <a:lnTo>
                    <a:pt x="2833582" y="13340"/>
                  </a:lnTo>
                  <a:lnTo>
                    <a:pt x="2829838" y="6223"/>
                  </a:lnTo>
                  <a:lnTo>
                    <a:pt x="2821440" y="3616"/>
                  </a:lnTo>
                  <a:lnTo>
                    <a:pt x="2819739" y="3460"/>
                  </a:lnTo>
                  <a:close/>
                </a:path>
                <a:path w="2921635" h="711834">
                  <a:moveTo>
                    <a:pt x="131564" y="0"/>
                  </a:moveTo>
                  <a:lnTo>
                    <a:pt x="117581" y="1409"/>
                  </a:lnTo>
                  <a:lnTo>
                    <a:pt x="112494" y="7637"/>
                  </a:lnTo>
                  <a:lnTo>
                    <a:pt x="113901" y="21594"/>
                  </a:lnTo>
                  <a:lnTo>
                    <a:pt x="120129" y="26681"/>
                  </a:lnTo>
                  <a:lnTo>
                    <a:pt x="134112" y="25271"/>
                  </a:lnTo>
                  <a:lnTo>
                    <a:pt x="139198" y="19044"/>
                  </a:lnTo>
                  <a:lnTo>
                    <a:pt x="137791" y="5087"/>
                  </a:lnTo>
                  <a:lnTo>
                    <a:pt x="131564" y="0"/>
                  </a:lnTo>
                  <a:close/>
                </a:path>
                <a:path w="2921635" h="711834">
                  <a:moveTo>
                    <a:pt x="2775788" y="524"/>
                  </a:moveTo>
                  <a:lnTo>
                    <a:pt x="2761734" y="524"/>
                  </a:lnTo>
                  <a:lnTo>
                    <a:pt x="2756048" y="6210"/>
                  </a:lnTo>
                  <a:lnTo>
                    <a:pt x="2756048" y="20238"/>
                  </a:lnTo>
                  <a:lnTo>
                    <a:pt x="2761734" y="25924"/>
                  </a:lnTo>
                  <a:lnTo>
                    <a:pt x="2775788" y="25924"/>
                  </a:lnTo>
                  <a:lnTo>
                    <a:pt x="2781473" y="20238"/>
                  </a:lnTo>
                  <a:lnTo>
                    <a:pt x="2781473" y="6210"/>
                  </a:lnTo>
                  <a:lnTo>
                    <a:pt x="2775788" y="524"/>
                  </a:lnTo>
                  <a:close/>
                </a:path>
                <a:path w="2921635" h="711834">
                  <a:moveTo>
                    <a:pt x="2724962" y="524"/>
                  </a:moveTo>
                  <a:lnTo>
                    <a:pt x="2710910" y="524"/>
                  </a:lnTo>
                  <a:lnTo>
                    <a:pt x="2705223" y="6210"/>
                  </a:lnTo>
                  <a:lnTo>
                    <a:pt x="2705223" y="20238"/>
                  </a:lnTo>
                  <a:lnTo>
                    <a:pt x="2710910" y="25924"/>
                  </a:lnTo>
                  <a:lnTo>
                    <a:pt x="2724962" y="25924"/>
                  </a:lnTo>
                  <a:lnTo>
                    <a:pt x="2730648" y="20238"/>
                  </a:lnTo>
                  <a:lnTo>
                    <a:pt x="2730648" y="6210"/>
                  </a:lnTo>
                  <a:lnTo>
                    <a:pt x="2724962" y="524"/>
                  </a:lnTo>
                  <a:close/>
                </a:path>
                <a:path w="2921635" h="711834">
                  <a:moveTo>
                    <a:pt x="2674137" y="524"/>
                  </a:moveTo>
                  <a:lnTo>
                    <a:pt x="2660084" y="524"/>
                  </a:lnTo>
                  <a:lnTo>
                    <a:pt x="2654399" y="6210"/>
                  </a:lnTo>
                  <a:lnTo>
                    <a:pt x="2654399" y="20238"/>
                  </a:lnTo>
                  <a:lnTo>
                    <a:pt x="2660084" y="25924"/>
                  </a:lnTo>
                  <a:lnTo>
                    <a:pt x="2674137" y="25924"/>
                  </a:lnTo>
                  <a:lnTo>
                    <a:pt x="2679824" y="20238"/>
                  </a:lnTo>
                  <a:lnTo>
                    <a:pt x="2679824" y="6210"/>
                  </a:lnTo>
                  <a:lnTo>
                    <a:pt x="2674137" y="524"/>
                  </a:lnTo>
                  <a:close/>
                </a:path>
                <a:path w="2921635" h="711834">
                  <a:moveTo>
                    <a:pt x="2623312" y="524"/>
                  </a:moveTo>
                  <a:lnTo>
                    <a:pt x="2609259" y="524"/>
                  </a:lnTo>
                  <a:lnTo>
                    <a:pt x="2603572" y="6210"/>
                  </a:lnTo>
                  <a:lnTo>
                    <a:pt x="2603572" y="20238"/>
                  </a:lnTo>
                  <a:lnTo>
                    <a:pt x="2609259" y="25924"/>
                  </a:lnTo>
                  <a:lnTo>
                    <a:pt x="2623312" y="25924"/>
                  </a:lnTo>
                  <a:lnTo>
                    <a:pt x="2628999" y="20238"/>
                  </a:lnTo>
                  <a:lnTo>
                    <a:pt x="2628999" y="6210"/>
                  </a:lnTo>
                  <a:lnTo>
                    <a:pt x="2623312" y="524"/>
                  </a:lnTo>
                  <a:close/>
                </a:path>
                <a:path w="2921635" h="711834">
                  <a:moveTo>
                    <a:pt x="2572486" y="524"/>
                  </a:moveTo>
                  <a:lnTo>
                    <a:pt x="2558434" y="524"/>
                  </a:lnTo>
                  <a:lnTo>
                    <a:pt x="2552746" y="6210"/>
                  </a:lnTo>
                  <a:lnTo>
                    <a:pt x="2552746" y="20238"/>
                  </a:lnTo>
                  <a:lnTo>
                    <a:pt x="2558434" y="25924"/>
                  </a:lnTo>
                  <a:lnTo>
                    <a:pt x="2572486" y="25924"/>
                  </a:lnTo>
                  <a:lnTo>
                    <a:pt x="2578172" y="20238"/>
                  </a:lnTo>
                  <a:lnTo>
                    <a:pt x="2578172" y="6210"/>
                  </a:lnTo>
                  <a:lnTo>
                    <a:pt x="2572486" y="524"/>
                  </a:lnTo>
                  <a:close/>
                </a:path>
                <a:path w="2921635" h="711834">
                  <a:moveTo>
                    <a:pt x="2521661" y="524"/>
                  </a:moveTo>
                  <a:lnTo>
                    <a:pt x="2507607" y="524"/>
                  </a:lnTo>
                  <a:lnTo>
                    <a:pt x="2501921" y="6210"/>
                  </a:lnTo>
                  <a:lnTo>
                    <a:pt x="2501921" y="20238"/>
                  </a:lnTo>
                  <a:lnTo>
                    <a:pt x="2507607" y="25924"/>
                  </a:lnTo>
                  <a:lnTo>
                    <a:pt x="2521661" y="25924"/>
                  </a:lnTo>
                  <a:lnTo>
                    <a:pt x="2527346" y="20238"/>
                  </a:lnTo>
                  <a:lnTo>
                    <a:pt x="2527346" y="6210"/>
                  </a:lnTo>
                  <a:lnTo>
                    <a:pt x="2521661" y="524"/>
                  </a:lnTo>
                  <a:close/>
                </a:path>
                <a:path w="2921635" h="711834">
                  <a:moveTo>
                    <a:pt x="2470835" y="524"/>
                  </a:moveTo>
                  <a:lnTo>
                    <a:pt x="2456781" y="524"/>
                  </a:lnTo>
                  <a:lnTo>
                    <a:pt x="2451096" y="6210"/>
                  </a:lnTo>
                  <a:lnTo>
                    <a:pt x="2451096" y="20238"/>
                  </a:lnTo>
                  <a:lnTo>
                    <a:pt x="2456781" y="25924"/>
                  </a:lnTo>
                  <a:lnTo>
                    <a:pt x="2470835" y="25924"/>
                  </a:lnTo>
                  <a:lnTo>
                    <a:pt x="2476521" y="20238"/>
                  </a:lnTo>
                  <a:lnTo>
                    <a:pt x="2476521" y="6210"/>
                  </a:lnTo>
                  <a:lnTo>
                    <a:pt x="2470835" y="524"/>
                  </a:lnTo>
                  <a:close/>
                </a:path>
                <a:path w="2921635" h="711834">
                  <a:moveTo>
                    <a:pt x="2420010" y="524"/>
                  </a:moveTo>
                  <a:lnTo>
                    <a:pt x="2405956" y="524"/>
                  </a:lnTo>
                  <a:lnTo>
                    <a:pt x="2400270" y="6210"/>
                  </a:lnTo>
                  <a:lnTo>
                    <a:pt x="2400270" y="20238"/>
                  </a:lnTo>
                  <a:lnTo>
                    <a:pt x="2405956" y="25924"/>
                  </a:lnTo>
                  <a:lnTo>
                    <a:pt x="2420010" y="25924"/>
                  </a:lnTo>
                  <a:lnTo>
                    <a:pt x="2425696" y="20238"/>
                  </a:lnTo>
                  <a:lnTo>
                    <a:pt x="2425696" y="6210"/>
                  </a:lnTo>
                  <a:lnTo>
                    <a:pt x="2420010" y="524"/>
                  </a:lnTo>
                  <a:close/>
                </a:path>
                <a:path w="2921635" h="711834">
                  <a:moveTo>
                    <a:pt x="2369185" y="524"/>
                  </a:moveTo>
                  <a:lnTo>
                    <a:pt x="2355131" y="524"/>
                  </a:lnTo>
                  <a:lnTo>
                    <a:pt x="2349445" y="6210"/>
                  </a:lnTo>
                  <a:lnTo>
                    <a:pt x="2349445" y="20238"/>
                  </a:lnTo>
                  <a:lnTo>
                    <a:pt x="2355131" y="25924"/>
                  </a:lnTo>
                  <a:lnTo>
                    <a:pt x="2369185" y="25924"/>
                  </a:lnTo>
                  <a:lnTo>
                    <a:pt x="2374870" y="20238"/>
                  </a:lnTo>
                  <a:lnTo>
                    <a:pt x="2374870" y="6210"/>
                  </a:lnTo>
                  <a:lnTo>
                    <a:pt x="2369185" y="524"/>
                  </a:lnTo>
                  <a:close/>
                </a:path>
                <a:path w="2921635" h="711834">
                  <a:moveTo>
                    <a:pt x="2318359" y="524"/>
                  </a:moveTo>
                  <a:lnTo>
                    <a:pt x="2304305" y="524"/>
                  </a:lnTo>
                  <a:lnTo>
                    <a:pt x="2298619" y="6210"/>
                  </a:lnTo>
                  <a:lnTo>
                    <a:pt x="2298619" y="20238"/>
                  </a:lnTo>
                  <a:lnTo>
                    <a:pt x="2304305" y="25924"/>
                  </a:lnTo>
                  <a:lnTo>
                    <a:pt x="2318359" y="25924"/>
                  </a:lnTo>
                  <a:lnTo>
                    <a:pt x="2324045" y="20238"/>
                  </a:lnTo>
                  <a:lnTo>
                    <a:pt x="2324045" y="6210"/>
                  </a:lnTo>
                  <a:lnTo>
                    <a:pt x="2318359" y="524"/>
                  </a:lnTo>
                  <a:close/>
                </a:path>
                <a:path w="2921635" h="711834">
                  <a:moveTo>
                    <a:pt x="2267534" y="524"/>
                  </a:moveTo>
                  <a:lnTo>
                    <a:pt x="2253480" y="524"/>
                  </a:lnTo>
                  <a:lnTo>
                    <a:pt x="2247794" y="6210"/>
                  </a:lnTo>
                  <a:lnTo>
                    <a:pt x="2247794" y="20238"/>
                  </a:lnTo>
                  <a:lnTo>
                    <a:pt x="2253480" y="25924"/>
                  </a:lnTo>
                  <a:lnTo>
                    <a:pt x="2267534" y="25924"/>
                  </a:lnTo>
                  <a:lnTo>
                    <a:pt x="2273219" y="20238"/>
                  </a:lnTo>
                  <a:lnTo>
                    <a:pt x="2273219" y="6210"/>
                  </a:lnTo>
                  <a:lnTo>
                    <a:pt x="2267534" y="524"/>
                  </a:lnTo>
                  <a:close/>
                </a:path>
                <a:path w="2921635" h="711834">
                  <a:moveTo>
                    <a:pt x="2216708" y="524"/>
                  </a:moveTo>
                  <a:lnTo>
                    <a:pt x="2202654" y="524"/>
                  </a:lnTo>
                  <a:lnTo>
                    <a:pt x="2196969" y="6210"/>
                  </a:lnTo>
                  <a:lnTo>
                    <a:pt x="2196969" y="20238"/>
                  </a:lnTo>
                  <a:lnTo>
                    <a:pt x="2202654" y="25924"/>
                  </a:lnTo>
                  <a:lnTo>
                    <a:pt x="2216708" y="25924"/>
                  </a:lnTo>
                  <a:lnTo>
                    <a:pt x="2222394" y="20238"/>
                  </a:lnTo>
                  <a:lnTo>
                    <a:pt x="2222394" y="6210"/>
                  </a:lnTo>
                  <a:lnTo>
                    <a:pt x="2216708" y="524"/>
                  </a:lnTo>
                  <a:close/>
                </a:path>
                <a:path w="2921635" h="711834">
                  <a:moveTo>
                    <a:pt x="2165883" y="524"/>
                  </a:moveTo>
                  <a:lnTo>
                    <a:pt x="2151829" y="524"/>
                  </a:lnTo>
                  <a:lnTo>
                    <a:pt x="2146143" y="6210"/>
                  </a:lnTo>
                  <a:lnTo>
                    <a:pt x="2146143" y="20238"/>
                  </a:lnTo>
                  <a:lnTo>
                    <a:pt x="2151829" y="25924"/>
                  </a:lnTo>
                  <a:lnTo>
                    <a:pt x="2165883" y="25924"/>
                  </a:lnTo>
                  <a:lnTo>
                    <a:pt x="2171569" y="20238"/>
                  </a:lnTo>
                  <a:lnTo>
                    <a:pt x="2171569" y="6210"/>
                  </a:lnTo>
                  <a:lnTo>
                    <a:pt x="2165883" y="524"/>
                  </a:lnTo>
                  <a:close/>
                </a:path>
                <a:path w="2921635" h="711834">
                  <a:moveTo>
                    <a:pt x="2115058" y="524"/>
                  </a:moveTo>
                  <a:lnTo>
                    <a:pt x="2101004" y="524"/>
                  </a:lnTo>
                  <a:lnTo>
                    <a:pt x="2095318" y="6210"/>
                  </a:lnTo>
                  <a:lnTo>
                    <a:pt x="2095318" y="20238"/>
                  </a:lnTo>
                  <a:lnTo>
                    <a:pt x="2101004" y="25924"/>
                  </a:lnTo>
                  <a:lnTo>
                    <a:pt x="2115058" y="25924"/>
                  </a:lnTo>
                  <a:lnTo>
                    <a:pt x="2120743" y="20238"/>
                  </a:lnTo>
                  <a:lnTo>
                    <a:pt x="2120743" y="6210"/>
                  </a:lnTo>
                  <a:lnTo>
                    <a:pt x="2115058" y="524"/>
                  </a:lnTo>
                  <a:close/>
                </a:path>
                <a:path w="2921635" h="711834">
                  <a:moveTo>
                    <a:pt x="2064232" y="524"/>
                  </a:moveTo>
                  <a:lnTo>
                    <a:pt x="2050178" y="524"/>
                  </a:lnTo>
                  <a:lnTo>
                    <a:pt x="2044492" y="6210"/>
                  </a:lnTo>
                  <a:lnTo>
                    <a:pt x="2044492" y="20238"/>
                  </a:lnTo>
                  <a:lnTo>
                    <a:pt x="2050178" y="25924"/>
                  </a:lnTo>
                  <a:lnTo>
                    <a:pt x="2064232" y="25924"/>
                  </a:lnTo>
                  <a:lnTo>
                    <a:pt x="2069918" y="20238"/>
                  </a:lnTo>
                  <a:lnTo>
                    <a:pt x="2069918" y="6210"/>
                  </a:lnTo>
                  <a:lnTo>
                    <a:pt x="2064232" y="524"/>
                  </a:lnTo>
                  <a:close/>
                </a:path>
                <a:path w="2921635" h="711834">
                  <a:moveTo>
                    <a:pt x="2013407" y="524"/>
                  </a:moveTo>
                  <a:lnTo>
                    <a:pt x="1999353" y="524"/>
                  </a:lnTo>
                  <a:lnTo>
                    <a:pt x="1993667" y="6210"/>
                  </a:lnTo>
                  <a:lnTo>
                    <a:pt x="1993667" y="20238"/>
                  </a:lnTo>
                  <a:lnTo>
                    <a:pt x="1999353" y="25924"/>
                  </a:lnTo>
                  <a:lnTo>
                    <a:pt x="2013407" y="25924"/>
                  </a:lnTo>
                  <a:lnTo>
                    <a:pt x="2019092" y="20238"/>
                  </a:lnTo>
                  <a:lnTo>
                    <a:pt x="2019092" y="6210"/>
                  </a:lnTo>
                  <a:lnTo>
                    <a:pt x="2013407" y="524"/>
                  </a:lnTo>
                  <a:close/>
                </a:path>
                <a:path w="2921635" h="711834">
                  <a:moveTo>
                    <a:pt x="1962580" y="524"/>
                  </a:moveTo>
                  <a:lnTo>
                    <a:pt x="1948527" y="524"/>
                  </a:lnTo>
                  <a:lnTo>
                    <a:pt x="1942842" y="6210"/>
                  </a:lnTo>
                  <a:lnTo>
                    <a:pt x="1942842" y="20238"/>
                  </a:lnTo>
                  <a:lnTo>
                    <a:pt x="1948527" y="25924"/>
                  </a:lnTo>
                  <a:lnTo>
                    <a:pt x="1962580" y="25924"/>
                  </a:lnTo>
                  <a:lnTo>
                    <a:pt x="1968267" y="20238"/>
                  </a:lnTo>
                  <a:lnTo>
                    <a:pt x="1968267" y="6210"/>
                  </a:lnTo>
                  <a:lnTo>
                    <a:pt x="1962580" y="524"/>
                  </a:lnTo>
                  <a:close/>
                </a:path>
                <a:path w="2921635" h="711834">
                  <a:moveTo>
                    <a:pt x="1911755" y="524"/>
                  </a:moveTo>
                  <a:lnTo>
                    <a:pt x="1897702" y="524"/>
                  </a:lnTo>
                  <a:lnTo>
                    <a:pt x="1892016" y="6210"/>
                  </a:lnTo>
                  <a:lnTo>
                    <a:pt x="1892016" y="20238"/>
                  </a:lnTo>
                  <a:lnTo>
                    <a:pt x="1897702" y="25924"/>
                  </a:lnTo>
                  <a:lnTo>
                    <a:pt x="1911755" y="25924"/>
                  </a:lnTo>
                  <a:lnTo>
                    <a:pt x="1917442" y="20238"/>
                  </a:lnTo>
                  <a:lnTo>
                    <a:pt x="1917442" y="6210"/>
                  </a:lnTo>
                  <a:lnTo>
                    <a:pt x="1911755" y="524"/>
                  </a:lnTo>
                  <a:close/>
                </a:path>
                <a:path w="2921635" h="711834">
                  <a:moveTo>
                    <a:pt x="1860929" y="524"/>
                  </a:moveTo>
                  <a:lnTo>
                    <a:pt x="1846877" y="524"/>
                  </a:lnTo>
                  <a:lnTo>
                    <a:pt x="1841191" y="6210"/>
                  </a:lnTo>
                  <a:lnTo>
                    <a:pt x="1841191" y="20238"/>
                  </a:lnTo>
                  <a:lnTo>
                    <a:pt x="1846877" y="25924"/>
                  </a:lnTo>
                  <a:lnTo>
                    <a:pt x="1860929" y="25924"/>
                  </a:lnTo>
                  <a:lnTo>
                    <a:pt x="1866616" y="20238"/>
                  </a:lnTo>
                  <a:lnTo>
                    <a:pt x="1866616" y="6210"/>
                  </a:lnTo>
                  <a:lnTo>
                    <a:pt x="1860929" y="524"/>
                  </a:lnTo>
                  <a:close/>
                </a:path>
                <a:path w="2921635" h="711834">
                  <a:moveTo>
                    <a:pt x="1810105" y="524"/>
                  </a:moveTo>
                  <a:lnTo>
                    <a:pt x="1796051" y="524"/>
                  </a:lnTo>
                  <a:lnTo>
                    <a:pt x="1790365" y="6210"/>
                  </a:lnTo>
                  <a:lnTo>
                    <a:pt x="1790365" y="20238"/>
                  </a:lnTo>
                  <a:lnTo>
                    <a:pt x="1796051" y="25924"/>
                  </a:lnTo>
                  <a:lnTo>
                    <a:pt x="1810105" y="25924"/>
                  </a:lnTo>
                  <a:lnTo>
                    <a:pt x="1815791" y="20238"/>
                  </a:lnTo>
                  <a:lnTo>
                    <a:pt x="1815791" y="6210"/>
                  </a:lnTo>
                  <a:lnTo>
                    <a:pt x="1810105" y="524"/>
                  </a:lnTo>
                  <a:close/>
                </a:path>
                <a:path w="2921635" h="711834">
                  <a:moveTo>
                    <a:pt x="1759280" y="524"/>
                  </a:moveTo>
                  <a:lnTo>
                    <a:pt x="1745226" y="524"/>
                  </a:lnTo>
                  <a:lnTo>
                    <a:pt x="1739540" y="6210"/>
                  </a:lnTo>
                  <a:lnTo>
                    <a:pt x="1739540" y="20238"/>
                  </a:lnTo>
                  <a:lnTo>
                    <a:pt x="1745226" y="25924"/>
                  </a:lnTo>
                  <a:lnTo>
                    <a:pt x="1759280" y="25924"/>
                  </a:lnTo>
                  <a:lnTo>
                    <a:pt x="1764965" y="20238"/>
                  </a:lnTo>
                  <a:lnTo>
                    <a:pt x="1764965" y="6210"/>
                  </a:lnTo>
                  <a:lnTo>
                    <a:pt x="1759280" y="524"/>
                  </a:lnTo>
                  <a:close/>
                </a:path>
                <a:path w="2921635" h="711834">
                  <a:moveTo>
                    <a:pt x="1708454" y="524"/>
                  </a:moveTo>
                  <a:lnTo>
                    <a:pt x="1694400" y="524"/>
                  </a:lnTo>
                  <a:lnTo>
                    <a:pt x="1688715" y="6210"/>
                  </a:lnTo>
                  <a:lnTo>
                    <a:pt x="1688715" y="20238"/>
                  </a:lnTo>
                  <a:lnTo>
                    <a:pt x="1694400" y="25924"/>
                  </a:lnTo>
                  <a:lnTo>
                    <a:pt x="1708454" y="25924"/>
                  </a:lnTo>
                  <a:lnTo>
                    <a:pt x="1714140" y="20238"/>
                  </a:lnTo>
                  <a:lnTo>
                    <a:pt x="1714140" y="6210"/>
                  </a:lnTo>
                  <a:lnTo>
                    <a:pt x="1708454" y="524"/>
                  </a:lnTo>
                  <a:close/>
                </a:path>
                <a:path w="2921635" h="711834">
                  <a:moveTo>
                    <a:pt x="1657629" y="524"/>
                  </a:moveTo>
                  <a:lnTo>
                    <a:pt x="1643575" y="524"/>
                  </a:lnTo>
                  <a:lnTo>
                    <a:pt x="1637889" y="6210"/>
                  </a:lnTo>
                  <a:lnTo>
                    <a:pt x="1637889" y="20238"/>
                  </a:lnTo>
                  <a:lnTo>
                    <a:pt x="1643575" y="25924"/>
                  </a:lnTo>
                  <a:lnTo>
                    <a:pt x="1657629" y="25924"/>
                  </a:lnTo>
                  <a:lnTo>
                    <a:pt x="1663315" y="20238"/>
                  </a:lnTo>
                  <a:lnTo>
                    <a:pt x="1663315" y="6210"/>
                  </a:lnTo>
                  <a:lnTo>
                    <a:pt x="1657629" y="524"/>
                  </a:lnTo>
                  <a:close/>
                </a:path>
                <a:path w="2921635" h="711834">
                  <a:moveTo>
                    <a:pt x="1606803" y="524"/>
                  </a:moveTo>
                  <a:lnTo>
                    <a:pt x="1592750" y="524"/>
                  </a:lnTo>
                  <a:lnTo>
                    <a:pt x="1587064" y="6210"/>
                  </a:lnTo>
                  <a:lnTo>
                    <a:pt x="1587064" y="20238"/>
                  </a:lnTo>
                  <a:lnTo>
                    <a:pt x="1592750" y="25924"/>
                  </a:lnTo>
                  <a:lnTo>
                    <a:pt x="1606803" y="25924"/>
                  </a:lnTo>
                  <a:lnTo>
                    <a:pt x="1612489" y="20238"/>
                  </a:lnTo>
                  <a:lnTo>
                    <a:pt x="1612489" y="6210"/>
                  </a:lnTo>
                  <a:lnTo>
                    <a:pt x="1606803" y="524"/>
                  </a:lnTo>
                  <a:close/>
                </a:path>
                <a:path w="2921635" h="711834">
                  <a:moveTo>
                    <a:pt x="1555978" y="524"/>
                  </a:moveTo>
                  <a:lnTo>
                    <a:pt x="1541924" y="524"/>
                  </a:lnTo>
                  <a:lnTo>
                    <a:pt x="1536238" y="6210"/>
                  </a:lnTo>
                  <a:lnTo>
                    <a:pt x="1536238" y="20238"/>
                  </a:lnTo>
                  <a:lnTo>
                    <a:pt x="1541924" y="25924"/>
                  </a:lnTo>
                  <a:lnTo>
                    <a:pt x="1555978" y="25924"/>
                  </a:lnTo>
                  <a:lnTo>
                    <a:pt x="1561664" y="20238"/>
                  </a:lnTo>
                  <a:lnTo>
                    <a:pt x="1561664" y="6210"/>
                  </a:lnTo>
                  <a:lnTo>
                    <a:pt x="1555978" y="524"/>
                  </a:lnTo>
                  <a:close/>
                </a:path>
                <a:path w="2921635" h="711834">
                  <a:moveTo>
                    <a:pt x="1505153" y="524"/>
                  </a:moveTo>
                  <a:lnTo>
                    <a:pt x="1491099" y="524"/>
                  </a:lnTo>
                  <a:lnTo>
                    <a:pt x="1485413" y="6210"/>
                  </a:lnTo>
                  <a:lnTo>
                    <a:pt x="1485413" y="20238"/>
                  </a:lnTo>
                  <a:lnTo>
                    <a:pt x="1491099" y="25924"/>
                  </a:lnTo>
                  <a:lnTo>
                    <a:pt x="1505153" y="25924"/>
                  </a:lnTo>
                  <a:lnTo>
                    <a:pt x="1510838" y="20238"/>
                  </a:lnTo>
                  <a:lnTo>
                    <a:pt x="1510838" y="6210"/>
                  </a:lnTo>
                  <a:lnTo>
                    <a:pt x="1505153" y="524"/>
                  </a:lnTo>
                  <a:close/>
                </a:path>
                <a:path w="2921635" h="711834">
                  <a:moveTo>
                    <a:pt x="1454327" y="524"/>
                  </a:moveTo>
                  <a:lnTo>
                    <a:pt x="1440273" y="524"/>
                  </a:lnTo>
                  <a:lnTo>
                    <a:pt x="1434588" y="6210"/>
                  </a:lnTo>
                  <a:lnTo>
                    <a:pt x="1434588" y="20238"/>
                  </a:lnTo>
                  <a:lnTo>
                    <a:pt x="1440273" y="25924"/>
                  </a:lnTo>
                  <a:lnTo>
                    <a:pt x="1454327" y="25924"/>
                  </a:lnTo>
                  <a:lnTo>
                    <a:pt x="1460013" y="20238"/>
                  </a:lnTo>
                  <a:lnTo>
                    <a:pt x="1460013" y="6210"/>
                  </a:lnTo>
                  <a:lnTo>
                    <a:pt x="1454327" y="524"/>
                  </a:lnTo>
                  <a:close/>
                </a:path>
                <a:path w="2921635" h="711834">
                  <a:moveTo>
                    <a:pt x="1403502" y="524"/>
                  </a:moveTo>
                  <a:lnTo>
                    <a:pt x="1389448" y="524"/>
                  </a:lnTo>
                  <a:lnTo>
                    <a:pt x="1383762" y="6210"/>
                  </a:lnTo>
                  <a:lnTo>
                    <a:pt x="1383762" y="20238"/>
                  </a:lnTo>
                  <a:lnTo>
                    <a:pt x="1389448" y="25924"/>
                  </a:lnTo>
                  <a:lnTo>
                    <a:pt x="1403502" y="25924"/>
                  </a:lnTo>
                  <a:lnTo>
                    <a:pt x="1409188" y="20238"/>
                  </a:lnTo>
                  <a:lnTo>
                    <a:pt x="1409188" y="6210"/>
                  </a:lnTo>
                  <a:lnTo>
                    <a:pt x="1403502" y="524"/>
                  </a:lnTo>
                  <a:close/>
                </a:path>
                <a:path w="2921635" h="711834">
                  <a:moveTo>
                    <a:pt x="1352677" y="524"/>
                  </a:moveTo>
                  <a:lnTo>
                    <a:pt x="1338623" y="524"/>
                  </a:lnTo>
                  <a:lnTo>
                    <a:pt x="1332937" y="6210"/>
                  </a:lnTo>
                  <a:lnTo>
                    <a:pt x="1332937" y="20238"/>
                  </a:lnTo>
                  <a:lnTo>
                    <a:pt x="1338623" y="25924"/>
                  </a:lnTo>
                  <a:lnTo>
                    <a:pt x="1352677" y="25924"/>
                  </a:lnTo>
                  <a:lnTo>
                    <a:pt x="1358362" y="20238"/>
                  </a:lnTo>
                  <a:lnTo>
                    <a:pt x="1358362" y="6210"/>
                  </a:lnTo>
                  <a:lnTo>
                    <a:pt x="1352677" y="524"/>
                  </a:lnTo>
                  <a:close/>
                </a:path>
                <a:path w="2921635" h="711834">
                  <a:moveTo>
                    <a:pt x="1301851" y="524"/>
                  </a:moveTo>
                  <a:lnTo>
                    <a:pt x="1287797" y="524"/>
                  </a:lnTo>
                  <a:lnTo>
                    <a:pt x="1282111" y="6210"/>
                  </a:lnTo>
                  <a:lnTo>
                    <a:pt x="1282111" y="20238"/>
                  </a:lnTo>
                  <a:lnTo>
                    <a:pt x="1287797" y="25924"/>
                  </a:lnTo>
                  <a:lnTo>
                    <a:pt x="1301851" y="25924"/>
                  </a:lnTo>
                  <a:lnTo>
                    <a:pt x="1307537" y="20238"/>
                  </a:lnTo>
                  <a:lnTo>
                    <a:pt x="1307537" y="6210"/>
                  </a:lnTo>
                  <a:lnTo>
                    <a:pt x="1301851" y="524"/>
                  </a:lnTo>
                  <a:close/>
                </a:path>
                <a:path w="2921635" h="711834">
                  <a:moveTo>
                    <a:pt x="1251026" y="524"/>
                  </a:moveTo>
                  <a:lnTo>
                    <a:pt x="1236972" y="524"/>
                  </a:lnTo>
                  <a:lnTo>
                    <a:pt x="1231286" y="6210"/>
                  </a:lnTo>
                  <a:lnTo>
                    <a:pt x="1231286" y="20238"/>
                  </a:lnTo>
                  <a:lnTo>
                    <a:pt x="1236972" y="25924"/>
                  </a:lnTo>
                  <a:lnTo>
                    <a:pt x="1251026" y="25924"/>
                  </a:lnTo>
                  <a:lnTo>
                    <a:pt x="1256711" y="20238"/>
                  </a:lnTo>
                  <a:lnTo>
                    <a:pt x="1256711" y="6210"/>
                  </a:lnTo>
                  <a:lnTo>
                    <a:pt x="1251026" y="524"/>
                  </a:lnTo>
                  <a:close/>
                </a:path>
                <a:path w="2921635" h="711834">
                  <a:moveTo>
                    <a:pt x="1200200" y="524"/>
                  </a:moveTo>
                  <a:lnTo>
                    <a:pt x="1186146" y="524"/>
                  </a:lnTo>
                  <a:lnTo>
                    <a:pt x="1180461" y="6210"/>
                  </a:lnTo>
                  <a:lnTo>
                    <a:pt x="1180461" y="20238"/>
                  </a:lnTo>
                  <a:lnTo>
                    <a:pt x="1186146" y="25924"/>
                  </a:lnTo>
                  <a:lnTo>
                    <a:pt x="1200200" y="25924"/>
                  </a:lnTo>
                  <a:lnTo>
                    <a:pt x="1205886" y="20238"/>
                  </a:lnTo>
                  <a:lnTo>
                    <a:pt x="1205886" y="6210"/>
                  </a:lnTo>
                  <a:lnTo>
                    <a:pt x="1200200" y="524"/>
                  </a:lnTo>
                  <a:close/>
                </a:path>
                <a:path w="2921635" h="711834">
                  <a:moveTo>
                    <a:pt x="1149375" y="524"/>
                  </a:moveTo>
                  <a:lnTo>
                    <a:pt x="1135321" y="524"/>
                  </a:lnTo>
                  <a:lnTo>
                    <a:pt x="1129635" y="6210"/>
                  </a:lnTo>
                  <a:lnTo>
                    <a:pt x="1129635" y="20238"/>
                  </a:lnTo>
                  <a:lnTo>
                    <a:pt x="1135321" y="25924"/>
                  </a:lnTo>
                  <a:lnTo>
                    <a:pt x="1149375" y="25924"/>
                  </a:lnTo>
                  <a:lnTo>
                    <a:pt x="1155061" y="20238"/>
                  </a:lnTo>
                  <a:lnTo>
                    <a:pt x="1155061" y="6210"/>
                  </a:lnTo>
                  <a:lnTo>
                    <a:pt x="1149375" y="524"/>
                  </a:lnTo>
                  <a:close/>
                </a:path>
                <a:path w="2921635" h="711834">
                  <a:moveTo>
                    <a:pt x="1098550" y="524"/>
                  </a:moveTo>
                  <a:lnTo>
                    <a:pt x="1084496" y="524"/>
                  </a:lnTo>
                  <a:lnTo>
                    <a:pt x="1078810" y="6210"/>
                  </a:lnTo>
                  <a:lnTo>
                    <a:pt x="1078810" y="20238"/>
                  </a:lnTo>
                  <a:lnTo>
                    <a:pt x="1084496" y="25924"/>
                  </a:lnTo>
                  <a:lnTo>
                    <a:pt x="1098550" y="25924"/>
                  </a:lnTo>
                  <a:lnTo>
                    <a:pt x="1104235" y="20238"/>
                  </a:lnTo>
                  <a:lnTo>
                    <a:pt x="1104235" y="6210"/>
                  </a:lnTo>
                  <a:lnTo>
                    <a:pt x="1098550" y="524"/>
                  </a:lnTo>
                  <a:close/>
                </a:path>
                <a:path w="2921635" h="711834">
                  <a:moveTo>
                    <a:pt x="1047724" y="524"/>
                  </a:moveTo>
                  <a:lnTo>
                    <a:pt x="1033670" y="524"/>
                  </a:lnTo>
                  <a:lnTo>
                    <a:pt x="1027984" y="6210"/>
                  </a:lnTo>
                  <a:lnTo>
                    <a:pt x="1027984" y="20238"/>
                  </a:lnTo>
                  <a:lnTo>
                    <a:pt x="1033670" y="25924"/>
                  </a:lnTo>
                  <a:lnTo>
                    <a:pt x="1047724" y="25924"/>
                  </a:lnTo>
                  <a:lnTo>
                    <a:pt x="1053410" y="20238"/>
                  </a:lnTo>
                  <a:lnTo>
                    <a:pt x="1053410" y="6210"/>
                  </a:lnTo>
                  <a:lnTo>
                    <a:pt x="1047724" y="524"/>
                  </a:lnTo>
                  <a:close/>
                </a:path>
                <a:path w="2921635" h="711834">
                  <a:moveTo>
                    <a:pt x="996899" y="524"/>
                  </a:moveTo>
                  <a:lnTo>
                    <a:pt x="982845" y="524"/>
                  </a:lnTo>
                  <a:lnTo>
                    <a:pt x="977159" y="6210"/>
                  </a:lnTo>
                  <a:lnTo>
                    <a:pt x="977159" y="20238"/>
                  </a:lnTo>
                  <a:lnTo>
                    <a:pt x="982845" y="25924"/>
                  </a:lnTo>
                  <a:lnTo>
                    <a:pt x="996899" y="25924"/>
                  </a:lnTo>
                  <a:lnTo>
                    <a:pt x="1002584" y="20238"/>
                  </a:lnTo>
                  <a:lnTo>
                    <a:pt x="1002584" y="6210"/>
                  </a:lnTo>
                  <a:lnTo>
                    <a:pt x="996899" y="524"/>
                  </a:lnTo>
                  <a:close/>
                </a:path>
                <a:path w="2921635" h="711834">
                  <a:moveTo>
                    <a:pt x="946073" y="524"/>
                  </a:moveTo>
                  <a:lnTo>
                    <a:pt x="932019" y="524"/>
                  </a:lnTo>
                  <a:lnTo>
                    <a:pt x="926334" y="6210"/>
                  </a:lnTo>
                  <a:lnTo>
                    <a:pt x="926334" y="20238"/>
                  </a:lnTo>
                  <a:lnTo>
                    <a:pt x="932019" y="25924"/>
                  </a:lnTo>
                  <a:lnTo>
                    <a:pt x="946073" y="25924"/>
                  </a:lnTo>
                  <a:lnTo>
                    <a:pt x="951759" y="20238"/>
                  </a:lnTo>
                  <a:lnTo>
                    <a:pt x="951759" y="6210"/>
                  </a:lnTo>
                  <a:lnTo>
                    <a:pt x="946073" y="524"/>
                  </a:lnTo>
                  <a:close/>
                </a:path>
                <a:path w="2921635" h="711834">
                  <a:moveTo>
                    <a:pt x="895248" y="524"/>
                  </a:moveTo>
                  <a:lnTo>
                    <a:pt x="881194" y="524"/>
                  </a:lnTo>
                  <a:lnTo>
                    <a:pt x="875508" y="6210"/>
                  </a:lnTo>
                  <a:lnTo>
                    <a:pt x="875508" y="20238"/>
                  </a:lnTo>
                  <a:lnTo>
                    <a:pt x="881194" y="25924"/>
                  </a:lnTo>
                  <a:lnTo>
                    <a:pt x="895248" y="25924"/>
                  </a:lnTo>
                  <a:lnTo>
                    <a:pt x="900934" y="20238"/>
                  </a:lnTo>
                  <a:lnTo>
                    <a:pt x="900934" y="6210"/>
                  </a:lnTo>
                  <a:lnTo>
                    <a:pt x="895248" y="524"/>
                  </a:lnTo>
                  <a:close/>
                </a:path>
                <a:path w="2921635" h="711834">
                  <a:moveTo>
                    <a:pt x="844423" y="524"/>
                  </a:moveTo>
                  <a:lnTo>
                    <a:pt x="830369" y="524"/>
                  </a:lnTo>
                  <a:lnTo>
                    <a:pt x="824683" y="6210"/>
                  </a:lnTo>
                  <a:lnTo>
                    <a:pt x="824683" y="20238"/>
                  </a:lnTo>
                  <a:lnTo>
                    <a:pt x="830369" y="25924"/>
                  </a:lnTo>
                  <a:lnTo>
                    <a:pt x="844423" y="25924"/>
                  </a:lnTo>
                  <a:lnTo>
                    <a:pt x="850108" y="20238"/>
                  </a:lnTo>
                  <a:lnTo>
                    <a:pt x="850108" y="6210"/>
                  </a:lnTo>
                  <a:lnTo>
                    <a:pt x="844423" y="524"/>
                  </a:lnTo>
                  <a:close/>
                </a:path>
                <a:path w="2921635" h="711834">
                  <a:moveTo>
                    <a:pt x="793597" y="524"/>
                  </a:moveTo>
                  <a:lnTo>
                    <a:pt x="779543" y="524"/>
                  </a:lnTo>
                  <a:lnTo>
                    <a:pt x="773857" y="6210"/>
                  </a:lnTo>
                  <a:lnTo>
                    <a:pt x="773857" y="20238"/>
                  </a:lnTo>
                  <a:lnTo>
                    <a:pt x="779543" y="25924"/>
                  </a:lnTo>
                  <a:lnTo>
                    <a:pt x="793597" y="25924"/>
                  </a:lnTo>
                  <a:lnTo>
                    <a:pt x="799283" y="20238"/>
                  </a:lnTo>
                  <a:lnTo>
                    <a:pt x="799283" y="6210"/>
                  </a:lnTo>
                  <a:lnTo>
                    <a:pt x="793597" y="524"/>
                  </a:lnTo>
                  <a:close/>
                </a:path>
                <a:path w="2921635" h="711834">
                  <a:moveTo>
                    <a:pt x="742772" y="524"/>
                  </a:moveTo>
                  <a:lnTo>
                    <a:pt x="728718" y="524"/>
                  </a:lnTo>
                  <a:lnTo>
                    <a:pt x="723032" y="6210"/>
                  </a:lnTo>
                  <a:lnTo>
                    <a:pt x="723032" y="20238"/>
                  </a:lnTo>
                  <a:lnTo>
                    <a:pt x="728718" y="25924"/>
                  </a:lnTo>
                  <a:lnTo>
                    <a:pt x="742772" y="25924"/>
                  </a:lnTo>
                  <a:lnTo>
                    <a:pt x="748457" y="20238"/>
                  </a:lnTo>
                  <a:lnTo>
                    <a:pt x="748457" y="6210"/>
                  </a:lnTo>
                  <a:lnTo>
                    <a:pt x="742772" y="524"/>
                  </a:lnTo>
                  <a:close/>
                </a:path>
                <a:path w="2921635" h="711834">
                  <a:moveTo>
                    <a:pt x="691946" y="524"/>
                  </a:moveTo>
                  <a:lnTo>
                    <a:pt x="677892" y="524"/>
                  </a:lnTo>
                  <a:lnTo>
                    <a:pt x="672207" y="6210"/>
                  </a:lnTo>
                  <a:lnTo>
                    <a:pt x="672207" y="20238"/>
                  </a:lnTo>
                  <a:lnTo>
                    <a:pt x="677892" y="25924"/>
                  </a:lnTo>
                  <a:lnTo>
                    <a:pt x="691946" y="25924"/>
                  </a:lnTo>
                  <a:lnTo>
                    <a:pt x="697632" y="20238"/>
                  </a:lnTo>
                  <a:lnTo>
                    <a:pt x="697632" y="6210"/>
                  </a:lnTo>
                  <a:lnTo>
                    <a:pt x="691946" y="524"/>
                  </a:lnTo>
                  <a:close/>
                </a:path>
                <a:path w="2921635" h="711834">
                  <a:moveTo>
                    <a:pt x="641121" y="524"/>
                  </a:moveTo>
                  <a:lnTo>
                    <a:pt x="627067" y="524"/>
                  </a:lnTo>
                  <a:lnTo>
                    <a:pt x="621381" y="6210"/>
                  </a:lnTo>
                  <a:lnTo>
                    <a:pt x="621381" y="20238"/>
                  </a:lnTo>
                  <a:lnTo>
                    <a:pt x="627067" y="25924"/>
                  </a:lnTo>
                  <a:lnTo>
                    <a:pt x="641121" y="25924"/>
                  </a:lnTo>
                  <a:lnTo>
                    <a:pt x="646807" y="20238"/>
                  </a:lnTo>
                  <a:lnTo>
                    <a:pt x="646807" y="6210"/>
                  </a:lnTo>
                  <a:lnTo>
                    <a:pt x="641121" y="524"/>
                  </a:lnTo>
                  <a:close/>
                </a:path>
                <a:path w="2921635" h="711834">
                  <a:moveTo>
                    <a:pt x="590296" y="524"/>
                  </a:moveTo>
                  <a:lnTo>
                    <a:pt x="576242" y="524"/>
                  </a:lnTo>
                  <a:lnTo>
                    <a:pt x="570556" y="6210"/>
                  </a:lnTo>
                  <a:lnTo>
                    <a:pt x="570556" y="20238"/>
                  </a:lnTo>
                  <a:lnTo>
                    <a:pt x="576242" y="25924"/>
                  </a:lnTo>
                  <a:lnTo>
                    <a:pt x="590296" y="25924"/>
                  </a:lnTo>
                  <a:lnTo>
                    <a:pt x="595981" y="20238"/>
                  </a:lnTo>
                  <a:lnTo>
                    <a:pt x="595981" y="6210"/>
                  </a:lnTo>
                  <a:lnTo>
                    <a:pt x="590296" y="524"/>
                  </a:lnTo>
                  <a:close/>
                </a:path>
                <a:path w="2921635" h="711834">
                  <a:moveTo>
                    <a:pt x="539470" y="524"/>
                  </a:moveTo>
                  <a:lnTo>
                    <a:pt x="525416" y="524"/>
                  </a:lnTo>
                  <a:lnTo>
                    <a:pt x="519730" y="6210"/>
                  </a:lnTo>
                  <a:lnTo>
                    <a:pt x="519730" y="20238"/>
                  </a:lnTo>
                  <a:lnTo>
                    <a:pt x="525416" y="25924"/>
                  </a:lnTo>
                  <a:lnTo>
                    <a:pt x="539470" y="25924"/>
                  </a:lnTo>
                  <a:lnTo>
                    <a:pt x="545156" y="20238"/>
                  </a:lnTo>
                  <a:lnTo>
                    <a:pt x="545156" y="6210"/>
                  </a:lnTo>
                  <a:lnTo>
                    <a:pt x="539470" y="524"/>
                  </a:lnTo>
                  <a:close/>
                </a:path>
                <a:path w="2921635" h="711834">
                  <a:moveTo>
                    <a:pt x="488645" y="524"/>
                  </a:moveTo>
                  <a:lnTo>
                    <a:pt x="474591" y="524"/>
                  </a:lnTo>
                  <a:lnTo>
                    <a:pt x="468905" y="6210"/>
                  </a:lnTo>
                  <a:lnTo>
                    <a:pt x="468905" y="20238"/>
                  </a:lnTo>
                  <a:lnTo>
                    <a:pt x="474591" y="25924"/>
                  </a:lnTo>
                  <a:lnTo>
                    <a:pt x="488645" y="25924"/>
                  </a:lnTo>
                  <a:lnTo>
                    <a:pt x="494330" y="20238"/>
                  </a:lnTo>
                  <a:lnTo>
                    <a:pt x="494330" y="6210"/>
                  </a:lnTo>
                  <a:lnTo>
                    <a:pt x="488645" y="524"/>
                  </a:lnTo>
                  <a:close/>
                </a:path>
                <a:path w="2921635" h="711834">
                  <a:moveTo>
                    <a:pt x="437819" y="524"/>
                  </a:moveTo>
                  <a:lnTo>
                    <a:pt x="423765" y="524"/>
                  </a:lnTo>
                  <a:lnTo>
                    <a:pt x="418080" y="6210"/>
                  </a:lnTo>
                  <a:lnTo>
                    <a:pt x="418080" y="20238"/>
                  </a:lnTo>
                  <a:lnTo>
                    <a:pt x="423765" y="25924"/>
                  </a:lnTo>
                  <a:lnTo>
                    <a:pt x="437819" y="25924"/>
                  </a:lnTo>
                  <a:lnTo>
                    <a:pt x="443505" y="20238"/>
                  </a:lnTo>
                  <a:lnTo>
                    <a:pt x="443505" y="6210"/>
                  </a:lnTo>
                  <a:lnTo>
                    <a:pt x="437819" y="524"/>
                  </a:lnTo>
                  <a:close/>
                </a:path>
                <a:path w="2921635" h="711834">
                  <a:moveTo>
                    <a:pt x="386994" y="524"/>
                  </a:moveTo>
                  <a:lnTo>
                    <a:pt x="372940" y="524"/>
                  </a:lnTo>
                  <a:lnTo>
                    <a:pt x="367254" y="6210"/>
                  </a:lnTo>
                  <a:lnTo>
                    <a:pt x="367254" y="20238"/>
                  </a:lnTo>
                  <a:lnTo>
                    <a:pt x="372940" y="25924"/>
                  </a:lnTo>
                  <a:lnTo>
                    <a:pt x="386994" y="25924"/>
                  </a:lnTo>
                  <a:lnTo>
                    <a:pt x="392680" y="20238"/>
                  </a:lnTo>
                  <a:lnTo>
                    <a:pt x="392680" y="6210"/>
                  </a:lnTo>
                  <a:lnTo>
                    <a:pt x="386994" y="524"/>
                  </a:lnTo>
                  <a:close/>
                </a:path>
                <a:path w="2921635" h="711834">
                  <a:moveTo>
                    <a:pt x="336169" y="524"/>
                  </a:moveTo>
                  <a:lnTo>
                    <a:pt x="322115" y="524"/>
                  </a:lnTo>
                  <a:lnTo>
                    <a:pt x="316429" y="6210"/>
                  </a:lnTo>
                  <a:lnTo>
                    <a:pt x="316429" y="20238"/>
                  </a:lnTo>
                  <a:lnTo>
                    <a:pt x="322115" y="25924"/>
                  </a:lnTo>
                  <a:lnTo>
                    <a:pt x="336169" y="25924"/>
                  </a:lnTo>
                  <a:lnTo>
                    <a:pt x="341854" y="20238"/>
                  </a:lnTo>
                  <a:lnTo>
                    <a:pt x="341854" y="6210"/>
                  </a:lnTo>
                  <a:lnTo>
                    <a:pt x="336169" y="524"/>
                  </a:lnTo>
                  <a:close/>
                </a:path>
                <a:path w="2921635" h="711834">
                  <a:moveTo>
                    <a:pt x="285343" y="524"/>
                  </a:moveTo>
                  <a:lnTo>
                    <a:pt x="271289" y="524"/>
                  </a:lnTo>
                  <a:lnTo>
                    <a:pt x="265603" y="6210"/>
                  </a:lnTo>
                  <a:lnTo>
                    <a:pt x="265603" y="20238"/>
                  </a:lnTo>
                  <a:lnTo>
                    <a:pt x="271289" y="25924"/>
                  </a:lnTo>
                  <a:lnTo>
                    <a:pt x="285343" y="25924"/>
                  </a:lnTo>
                  <a:lnTo>
                    <a:pt x="291029" y="20238"/>
                  </a:lnTo>
                  <a:lnTo>
                    <a:pt x="291029" y="6210"/>
                  </a:lnTo>
                  <a:lnTo>
                    <a:pt x="285343" y="524"/>
                  </a:lnTo>
                  <a:close/>
                </a:path>
                <a:path w="2921635" h="711834">
                  <a:moveTo>
                    <a:pt x="234518" y="524"/>
                  </a:moveTo>
                  <a:lnTo>
                    <a:pt x="220464" y="524"/>
                  </a:lnTo>
                  <a:lnTo>
                    <a:pt x="214778" y="6210"/>
                  </a:lnTo>
                  <a:lnTo>
                    <a:pt x="214778" y="20238"/>
                  </a:lnTo>
                  <a:lnTo>
                    <a:pt x="220464" y="25924"/>
                  </a:lnTo>
                  <a:lnTo>
                    <a:pt x="234518" y="25924"/>
                  </a:lnTo>
                  <a:lnTo>
                    <a:pt x="240203" y="20238"/>
                  </a:lnTo>
                  <a:lnTo>
                    <a:pt x="240203" y="6210"/>
                  </a:lnTo>
                  <a:lnTo>
                    <a:pt x="234518" y="524"/>
                  </a:lnTo>
                  <a:close/>
                </a:path>
                <a:path w="2921635" h="711834">
                  <a:moveTo>
                    <a:pt x="183692" y="524"/>
                  </a:moveTo>
                  <a:lnTo>
                    <a:pt x="169638" y="524"/>
                  </a:lnTo>
                  <a:lnTo>
                    <a:pt x="163953" y="6210"/>
                  </a:lnTo>
                  <a:lnTo>
                    <a:pt x="163953" y="20238"/>
                  </a:lnTo>
                  <a:lnTo>
                    <a:pt x="169638" y="25924"/>
                  </a:lnTo>
                  <a:lnTo>
                    <a:pt x="183692" y="25924"/>
                  </a:lnTo>
                  <a:lnTo>
                    <a:pt x="189378" y="20238"/>
                  </a:lnTo>
                  <a:lnTo>
                    <a:pt x="189378" y="6210"/>
                  </a:lnTo>
                  <a:lnTo>
                    <a:pt x="183692" y="524"/>
                  </a:lnTo>
                  <a:close/>
                </a:path>
              </a:pathLst>
            </a:custGeom>
            <a:solidFill>
              <a:srgbClr val="FF99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895599" y="6207125"/>
              <a:ext cx="381000" cy="34607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3122612" y="6061075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h="174625">
                  <a:moveTo>
                    <a:pt x="0" y="0"/>
                  </a:moveTo>
                  <a:lnTo>
                    <a:pt x="0" y="174625"/>
                  </a:lnTo>
                </a:path>
              </a:pathLst>
            </a:custGeom>
            <a:ln w="38100">
              <a:solidFill>
                <a:srgbClr val="FF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网络存储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直连式存储（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DAS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网络附加存储（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NAS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存储区域网络（</a:t>
            </a:r>
            <a:r>
              <a:rPr lang="en-US" altLang="zh-CN" dirty="0">
                <a:solidFill>
                  <a:schemeClr val="bg1">
                    <a:lumMod val="75000"/>
                  </a:schemeClr>
                </a:solidFill>
              </a:rPr>
              <a:t>SAN</a:t>
            </a:r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）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>
                <a:solidFill>
                  <a:schemeClr val="bg1">
                    <a:lumMod val="75000"/>
                  </a:schemeClr>
                </a:solidFill>
              </a:rPr>
              <a:t>总结与对比</a:t>
            </a:r>
            <a:endParaRPr lang="en-US" altLang="zh-CN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zh-CN" altLang="en-US" dirty="0"/>
              <a:t>内容寻址存储（</a:t>
            </a:r>
            <a:r>
              <a:rPr lang="en-US" altLang="zh-CN" dirty="0"/>
              <a:t>CAS</a:t>
            </a:r>
            <a:r>
              <a:rPr lang="zh-CN" altLang="en-US" dirty="0"/>
              <a:t>）</a:t>
            </a: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227113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CAS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SAN:</a:t>
            </a:r>
            <a:r>
              <a:rPr lang="zh-CN" altLang="en-US" dirty="0"/>
              <a:t> </a:t>
            </a:r>
            <a:r>
              <a:rPr lang="en-US" altLang="zh-CN" dirty="0"/>
              <a:t>Block</a:t>
            </a:r>
            <a:r>
              <a:rPr lang="zh-CN" altLang="en-US" dirty="0"/>
              <a:t> </a:t>
            </a:r>
            <a:r>
              <a:rPr lang="en-US" altLang="zh-CN" dirty="0"/>
              <a:t>Level</a:t>
            </a:r>
          </a:p>
          <a:p>
            <a:r>
              <a:rPr lang="en-US" altLang="zh-CN" dirty="0"/>
              <a:t>NAS:</a:t>
            </a:r>
            <a:r>
              <a:rPr lang="zh-CN" altLang="en-US" dirty="0"/>
              <a:t> </a:t>
            </a:r>
            <a:r>
              <a:rPr lang="en-US" altLang="zh-CN" dirty="0"/>
              <a:t>File</a:t>
            </a:r>
            <a:r>
              <a:rPr lang="zh-CN" altLang="en-US" dirty="0"/>
              <a:t> </a:t>
            </a:r>
            <a:r>
              <a:rPr lang="en-US" altLang="zh-CN" dirty="0"/>
              <a:t>Level</a:t>
            </a:r>
          </a:p>
          <a:p>
            <a:r>
              <a:rPr lang="en-US" altLang="zh-CN" dirty="0">
                <a:solidFill>
                  <a:srgbClr val="7030A0"/>
                </a:solidFill>
              </a:rPr>
              <a:t>CAS:</a:t>
            </a:r>
            <a:r>
              <a:rPr lang="zh-CN" altLang="en-US" dirty="0">
                <a:solidFill>
                  <a:srgbClr val="7030A0"/>
                </a:solidFill>
              </a:rPr>
              <a:t> </a:t>
            </a:r>
            <a:r>
              <a:rPr lang="en-US" altLang="zh-CN" dirty="0">
                <a:solidFill>
                  <a:srgbClr val="7030A0"/>
                </a:solidFill>
              </a:rPr>
              <a:t>Object</a:t>
            </a:r>
            <a:r>
              <a:rPr lang="zh-CN" altLang="en-US" dirty="0">
                <a:solidFill>
                  <a:srgbClr val="7030A0"/>
                </a:solidFill>
              </a:rPr>
              <a:t> </a:t>
            </a:r>
            <a:r>
              <a:rPr lang="en-US" altLang="zh-CN" dirty="0">
                <a:solidFill>
                  <a:srgbClr val="7030A0"/>
                </a:solidFill>
              </a:rPr>
              <a:t>Level</a:t>
            </a:r>
            <a:endParaRPr lang="en" altLang="zh-CN" dirty="0">
              <a:solidFill>
                <a:srgbClr val="7030A0"/>
              </a:solidFill>
            </a:endParaRPr>
          </a:p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073891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CAS</a:t>
            </a:r>
            <a:endParaRPr lang="zh-CN" altLang="en-US" dirty="0"/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2A141B4-A6AA-DED6-5EB3-75A26029B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" altLang="zh-CN" dirty="0"/>
              <a:t>Object-oriented, location-independent approach to data  storage.</a:t>
            </a:r>
          </a:p>
          <a:p>
            <a:r>
              <a:rPr lang="en" altLang="zh-CN" dirty="0"/>
              <a:t>Repository for the “Objects”.</a:t>
            </a:r>
          </a:p>
          <a:p>
            <a:r>
              <a:rPr lang="en" altLang="zh-CN" dirty="0"/>
              <a:t>Access mechanism to interface with repository.</a:t>
            </a:r>
          </a:p>
          <a:p>
            <a:r>
              <a:rPr lang="en" altLang="zh-CN" dirty="0"/>
              <a:t>Globally unique identifiers provide access to objects.</a:t>
            </a:r>
          </a:p>
          <a:p>
            <a:r>
              <a:rPr lang="en" altLang="zh-CN" dirty="0"/>
              <a:t>Extensible metadata that enables automated data  management practices and applications.</a:t>
            </a:r>
          </a:p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1486692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What</a:t>
            </a:r>
            <a:r>
              <a:rPr lang="zh-CN" altLang="en-US" dirty="0"/>
              <a:t> </a:t>
            </a:r>
            <a:r>
              <a:rPr lang="en-US" altLang="zh-CN" dirty="0"/>
              <a:t>is</a:t>
            </a:r>
            <a:r>
              <a:rPr lang="zh-CN" altLang="en-US" dirty="0"/>
              <a:t> </a:t>
            </a:r>
            <a:r>
              <a:rPr lang="en-US" altLang="zh-CN" dirty="0"/>
              <a:t>Fixed</a:t>
            </a:r>
            <a:r>
              <a:rPr lang="zh-CN" altLang="en-US" dirty="0"/>
              <a:t> </a:t>
            </a:r>
            <a:r>
              <a:rPr lang="en-US" altLang="zh-CN" dirty="0"/>
              <a:t>Content?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6882204" y="6176519"/>
            <a:ext cx="2057400" cy="365125"/>
          </a:xfrm>
        </p:spPr>
        <p:txBody>
          <a:bodyPr/>
          <a:lstStyle/>
          <a:p>
            <a:fld id="{F38DF745-7D3F-47F4-83A3-874385CFAA69}" type="slidenum">
              <a:rPr lang="en-US" smtClean="0"/>
              <a:pPr/>
              <a:t>68</a:t>
            </a:fld>
            <a:endParaRPr lang="en-US" dirty="0"/>
          </a:p>
        </p:txBody>
      </p:sp>
      <p:grpSp>
        <p:nvGrpSpPr>
          <p:cNvPr id="7" name="object 2">
            <a:extLst>
              <a:ext uri="{FF2B5EF4-FFF2-40B4-BE49-F238E27FC236}">
                <a16:creationId xmlns:a16="http://schemas.microsoft.com/office/drawing/2014/main" id="{EC0BF1A3-906C-6509-3310-A4FC12C016CB}"/>
              </a:ext>
            </a:extLst>
          </p:cNvPr>
          <p:cNvGrpSpPr/>
          <p:nvPr/>
        </p:nvGrpSpPr>
        <p:grpSpPr>
          <a:xfrm>
            <a:off x="292734" y="3455688"/>
            <a:ext cx="8644890" cy="3111500"/>
            <a:chOff x="292734" y="3634104"/>
            <a:chExt cx="8644890" cy="3111500"/>
          </a:xfrm>
        </p:grpSpPr>
        <p:sp>
          <p:nvSpPr>
            <p:cNvPr id="8" name="object 3">
              <a:extLst>
                <a:ext uri="{FF2B5EF4-FFF2-40B4-BE49-F238E27FC236}">
                  <a16:creationId xmlns:a16="http://schemas.microsoft.com/office/drawing/2014/main" id="{B2CB4C27-62E5-287E-9702-A58527559B54}"/>
                </a:ext>
              </a:extLst>
            </p:cNvPr>
            <p:cNvSpPr/>
            <p:nvPr/>
          </p:nvSpPr>
          <p:spPr>
            <a:xfrm>
              <a:off x="300990" y="3642359"/>
              <a:ext cx="92710" cy="3093720"/>
            </a:xfrm>
            <a:custGeom>
              <a:avLst/>
              <a:gdLst/>
              <a:ahLst/>
              <a:cxnLst/>
              <a:rect l="l" t="t" r="r" b="b"/>
              <a:pathLst>
                <a:path w="92710" h="3093720">
                  <a:moveTo>
                    <a:pt x="92710" y="0"/>
                  </a:moveTo>
                  <a:lnTo>
                    <a:pt x="46990" y="0"/>
                  </a:lnTo>
                  <a:lnTo>
                    <a:pt x="0" y="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92710" y="3093720"/>
                  </a:lnTo>
                  <a:lnTo>
                    <a:pt x="92710" y="0"/>
                  </a:lnTo>
                  <a:close/>
                </a:path>
              </a:pathLst>
            </a:custGeom>
            <a:solidFill>
              <a:srgbClr val="5B7D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4">
              <a:extLst>
                <a:ext uri="{FF2B5EF4-FFF2-40B4-BE49-F238E27FC236}">
                  <a16:creationId xmlns:a16="http://schemas.microsoft.com/office/drawing/2014/main" id="{C02166F4-3E5C-F88B-0AB6-7C84E1EF0599}"/>
                </a:ext>
              </a:extLst>
            </p:cNvPr>
            <p:cNvSpPr/>
            <p:nvPr/>
          </p:nvSpPr>
          <p:spPr>
            <a:xfrm>
              <a:off x="3937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A7C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5">
              <a:extLst>
                <a:ext uri="{FF2B5EF4-FFF2-40B4-BE49-F238E27FC236}">
                  <a16:creationId xmlns:a16="http://schemas.microsoft.com/office/drawing/2014/main" id="{A618286C-5D39-0FCA-36C7-94AA70A85A81}"/>
                </a:ext>
              </a:extLst>
            </p:cNvPr>
            <p:cNvSpPr/>
            <p:nvPr/>
          </p:nvSpPr>
          <p:spPr>
            <a:xfrm>
              <a:off x="4406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97B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6">
              <a:extLst>
                <a:ext uri="{FF2B5EF4-FFF2-40B4-BE49-F238E27FC236}">
                  <a16:creationId xmlns:a16="http://schemas.microsoft.com/office/drawing/2014/main" id="{345087DC-C003-3FCE-44E9-55D87E85169C}"/>
                </a:ext>
              </a:extLst>
            </p:cNvPr>
            <p:cNvSpPr/>
            <p:nvPr/>
          </p:nvSpPr>
          <p:spPr>
            <a:xfrm>
              <a:off x="48768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587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7">
              <a:extLst>
                <a:ext uri="{FF2B5EF4-FFF2-40B4-BE49-F238E27FC236}">
                  <a16:creationId xmlns:a16="http://schemas.microsoft.com/office/drawing/2014/main" id="{6A543240-E7C4-93E0-B1F3-8DE1B0D306AF}"/>
                </a:ext>
              </a:extLst>
            </p:cNvPr>
            <p:cNvSpPr/>
            <p:nvPr/>
          </p:nvSpPr>
          <p:spPr>
            <a:xfrm>
              <a:off x="5334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77A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8">
              <a:extLst>
                <a:ext uri="{FF2B5EF4-FFF2-40B4-BE49-F238E27FC236}">
                  <a16:creationId xmlns:a16="http://schemas.microsoft.com/office/drawing/2014/main" id="{F9D356B0-8703-37DB-14AD-83F2B41EDDF0}"/>
                </a:ext>
              </a:extLst>
            </p:cNvPr>
            <p:cNvSpPr/>
            <p:nvPr/>
          </p:nvSpPr>
          <p:spPr>
            <a:xfrm>
              <a:off x="5803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67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9">
              <a:extLst>
                <a:ext uri="{FF2B5EF4-FFF2-40B4-BE49-F238E27FC236}">
                  <a16:creationId xmlns:a16="http://schemas.microsoft.com/office/drawing/2014/main" id="{F8837F89-C755-3D0B-A20D-6B414F48D627}"/>
                </a:ext>
              </a:extLst>
            </p:cNvPr>
            <p:cNvSpPr/>
            <p:nvPr/>
          </p:nvSpPr>
          <p:spPr>
            <a:xfrm>
              <a:off x="6273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57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0">
              <a:extLst>
                <a:ext uri="{FF2B5EF4-FFF2-40B4-BE49-F238E27FC236}">
                  <a16:creationId xmlns:a16="http://schemas.microsoft.com/office/drawing/2014/main" id="{1296059F-9B77-3854-0A4B-33A0E3FB13A8}"/>
                </a:ext>
              </a:extLst>
            </p:cNvPr>
            <p:cNvSpPr/>
            <p:nvPr/>
          </p:nvSpPr>
          <p:spPr>
            <a:xfrm>
              <a:off x="67437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547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1">
              <a:extLst>
                <a:ext uri="{FF2B5EF4-FFF2-40B4-BE49-F238E27FC236}">
                  <a16:creationId xmlns:a16="http://schemas.microsoft.com/office/drawing/2014/main" id="{FCF40DA0-1E10-539E-2986-B9DF2E9F1BF7}"/>
                </a:ext>
              </a:extLst>
            </p:cNvPr>
            <p:cNvSpPr/>
            <p:nvPr/>
          </p:nvSpPr>
          <p:spPr>
            <a:xfrm>
              <a:off x="7200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37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2">
              <a:extLst>
                <a:ext uri="{FF2B5EF4-FFF2-40B4-BE49-F238E27FC236}">
                  <a16:creationId xmlns:a16="http://schemas.microsoft.com/office/drawing/2014/main" id="{4957E065-C5D0-A13D-99A7-D7B8CE5FD95F}"/>
                </a:ext>
              </a:extLst>
            </p:cNvPr>
            <p:cNvSpPr/>
            <p:nvPr/>
          </p:nvSpPr>
          <p:spPr>
            <a:xfrm>
              <a:off x="7670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77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77" y="3093720"/>
                  </a:lnTo>
                  <a:lnTo>
                    <a:pt x="46977" y="2979420"/>
                  </a:lnTo>
                  <a:close/>
                </a:path>
                <a:path w="46990" h="3093720">
                  <a:moveTo>
                    <a:pt x="46977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77" y="508000"/>
                  </a:lnTo>
                  <a:lnTo>
                    <a:pt x="46977" y="0"/>
                  </a:lnTo>
                  <a:close/>
                </a:path>
              </a:pathLst>
            </a:custGeom>
            <a:solidFill>
              <a:srgbClr val="527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3">
              <a:extLst>
                <a:ext uri="{FF2B5EF4-FFF2-40B4-BE49-F238E27FC236}">
                  <a16:creationId xmlns:a16="http://schemas.microsoft.com/office/drawing/2014/main" id="{5D986D6F-A1C6-ABD0-C410-EA1D6A083ACF}"/>
                </a:ext>
              </a:extLst>
            </p:cNvPr>
            <p:cNvSpPr/>
            <p:nvPr/>
          </p:nvSpPr>
          <p:spPr>
            <a:xfrm>
              <a:off x="814057" y="3642359"/>
              <a:ext cx="46355" cy="3093720"/>
            </a:xfrm>
            <a:custGeom>
              <a:avLst/>
              <a:gdLst/>
              <a:ahLst/>
              <a:cxnLst/>
              <a:rect l="l" t="t" r="r" b="b"/>
              <a:pathLst>
                <a:path w="46355" h="3093720">
                  <a:moveTo>
                    <a:pt x="45732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32" y="3093720"/>
                  </a:lnTo>
                  <a:lnTo>
                    <a:pt x="45732" y="2979420"/>
                  </a:lnTo>
                  <a:close/>
                </a:path>
                <a:path w="46355" h="3093720">
                  <a:moveTo>
                    <a:pt x="45732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32" y="508000"/>
                  </a:lnTo>
                  <a:lnTo>
                    <a:pt x="45732" y="0"/>
                  </a:lnTo>
                  <a:close/>
                </a:path>
              </a:pathLst>
            </a:custGeom>
            <a:solidFill>
              <a:srgbClr val="517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4">
              <a:extLst>
                <a:ext uri="{FF2B5EF4-FFF2-40B4-BE49-F238E27FC236}">
                  <a16:creationId xmlns:a16="http://schemas.microsoft.com/office/drawing/2014/main" id="{F967FEAD-F1A3-1469-0AE9-8D47B480AB44}"/>
                </a:ext>
              </a:extLst>
            </p:cNvPr>
            <p:cNvSpPr/>
            <p:nvPr/>
          </p:nvSpPr>
          <p:spPr>
            <a:xfrm>
              <a:off x="8597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074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15">
              <a:extLst>
                <a:ext uri="{FF2B5EF4-FFF2-40B4-BE49-F238E27FC236}">
                  <a16:creationId xmlns:a16="http://schemas.microsoft.com/office/drawing/2014/main" id="{E60D6644-CD3C-3F7D-2F3E-A1CFA8F4B060}"/>
                </a:ext>
              </a:extLst>
            </p:cNvPr>
            <p:cNvSpPr/>
            <p:nvPr/>
          </p:nvSpPr>
          <p:spPr>
            <a:xfrm>
              <a:off x="9067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F7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16">
              <a:extLst>
                <a:ext uri="{FF2B5EF4-FFF2-40B4-BE49-F238E27FC236}">
                  <a16:creationId xmlns:a16="http://schemas.microsoft.com/office/drawing/2014/main" id="{EC97F1AC-4C0C-B312-5CAD-56FC57507CCE}"/>
                </a:ext>
              </a:extLst>
            </p:cNvPr>
            <p:cNvSpPr/>
            <p:nvPr/>
          </p:nvSpPr>
          <p:spPr>
            <a:xfrm>
              <a:off x="9537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E73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7">
              <a:extLst>
                <a:ext uri="{FF2B5EF4-FFF2-40B4-BE49-F238E27FC236}">
                  <a16:creationId xmlns:a16="http://schemas.microsoft.com/office/drawing/2014/main" id="{176EC2EC-3AAB-313D-54BF-E8A505FA5903}"/>
                </a:ext>
              </a:extLst>
            </p:cNvPr>
            <p:cNvSpPr/>
            <p:nvPr/>
          </p:nvSpPr>
          <p:spPr>
            <a:xfrm>
              <a:off x="100076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D7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18">
              <a:extLst>
                <a:ext uri="{FF2B5EF4-FFF2-40B4-BE49-F238E27FC236}">
                  <a16:creationId xmlns:a16="http://schemas.microsoft.com/office/drawing/2014/main" id="{79CE546D-3BFC-2F95-A194-AD6DBBE7FD07}"/>
                </a:ext>
              </a:extLst>
            </p:cNvPr>
            <p:cNvSpPr/>
            <p:nvPr/>
          </p:nvSpPr>
          <p:spPr>
            <a:xfrm>
              <a:off x="10464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C71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19">
              <a:extLst>
                <a:ext uri="{FF2B5EF4-FFF2-40B4-BE49-F238E27FC236}">
                  <a16:creationId xmlns:a16="http://schemas.microsoft.com/office/drawing/2014/main" id="{68CC7144-4256-5329-BBEF-F124C6A97C34}"/>
                </a:ext>
              </a:extLst>
            </p:cNvPr>
            <p:cNvSpPr/>
            <p:nvPr/>
          </p:nvSpPr>
          <p:spPr>
            <a:xfrm>
              <a:off x="10934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B70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0">
              <a:extLst>
                <a:ext uri="{FF2B5EF4-FFF2-40B4-BE49-F238E27FC236}">
                  <a16:creationId xmlns:a16="http://schemas.microsoft.com/office/drawing/2014/main" id="{49630AD4-8240-1022-A60C-B7CB07BEFA4F}"/>
                </a:ext>
              </a:extLst>
            </p:cNvPr>
            <p:cNvSpPr/>
            <p:nvPr/>
          </p:nvSpPr>
          <p:spPr>
            <a:xfrm>
              <a:off x="114046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A6F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1">
              <a:extLst>
                <a:ext uri="{FF2B5EF4-FFF2-40B4-BE49-F238E27FC236}">
                  <a16:creationId xmlns:a16="http://schemas.microsoft.com/office/drawing/2014/main" id="{4CF38C44-B446-C479-E3F7-E89E5416A2B2}"/>
                </a:ext>
              </a:extLst>
            </p:cNvPr>
            <p:cNvSpPr/>
            <p:nvPr/>
          </p:nvSpPr>
          <p:spPr>
            <a:xfrm>
              <a:off x="118745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96F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2">
              <a:extLst>
                <a:ext uri="{FF2B5EF4-FFF2-40B4-BE49-F238E27FC236}">
                  <a16:creationId xmlns:a16="http://schemas.microsoft.com/office/drawing/2014/main" id="{B5131E2A-AF8F-2E50-BCFB-1C803AF0EB68}"/>
                </a:ext>
              </a:extLst>
            </p:cNvPr>
            <p:cNvSpPr/>
            <p:nvPr/>
          </p:nvSpPr>
          <p:spPr>
            <a:xfrm>
              <a:off x="12331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86E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3">
              <a:extLst>
                <a:ext uri="{FF2B5EF4-FFF2-40B4-BE49-F238E27FC236}">
                  <a16:creationId xmlns:a16="http://schemas.microsoft.com/office/drawing/2014/main" id="{BA859693-A6E4-D0B8-DEC2-24CA1AE0ADCE}"/>
                </a:ext>
              </a:extLst>
            </p:cNvPr>
            <p:cNvSpPr/>
            <p:nvPr/>
          </p:nvSpPr>
          <p:spPr>
            <a:xfrm>
              <a:off x="128016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76D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4">
              <a:extLst>
                <a:ext uri="{FF2B5EF4-FFF2-40B4-BE49-F238E27FC236}">
                  <a16:creationId xmlns:a16="http://schemas.microsoft.com/office/drawing/2014/main" id="{F57765A2-4D32-B975-C065-80F8F0B3E866}"/>
                </a:ext>
              </a:extLst>
            </p:cNvPr>
            <p:cNvSpPr/>
            <p:nvPr/>
          </p:nvSpPr>
          <p:spPr>
            <a:xfrm>
              <a:off x="132715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66C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5">
              <a:extLst>
                <a:ext uri="{FF2B5EF4-FFF2-40B4-BE49-F238E27FC236}">
                  <a16:creationId xmlns:a16="http://schemas.microsoft.com/office/drawing/2014/main" id="{17BE77AC-784C-EBE8-4AF8-711FA137EBEE}"/>
                </a:ext>
              </a:extLst>
            </p:cNvPr>
            <p:cNvSpPr/>
            <p:nvPr/>
          </p:nvSpPr>
          <p:spPr>
            <a:xfrm>
              <a:off x="13728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56C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6">
              <a:extLst>
                <a:ext uri="{FF2B5EF4-FFF2-40B4-BE49-F238E27FC236}">
                  <a16:creationId xmlns:a16="http://schemas.microsoft.com/office/drawing/2014/main" id="{C08ECFF4-ED79-547D-343F-B9E3412FA34A}"/>
                </a:ext>
              </a:extLst>
            </p:cNvPr>
            <p:cNvSpPr/>
            <p:nvPr/>
          </p:nvSpPr>
          <p:spPr>
            <a:xfrm>
              <a:off x="141986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46B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7">
              <a:extLst>
                <a:ext uri="{FF2B5EF4-FFF2-40B4-BE49-F238E27FC236}">
                  <a16:creationId xmlns:a16="http://schemas.microsoft.com/office/drawing/2014/main" id="{DA757FC8-C104-7D98-6661-F866240B5F03}"/>
                </a:ext>
              </a:extLst>
            </p:cNvPr>
            <p:cNvSpPr/>
            <p:nvPr/>
          </p:nvSpPr>
          <p:spPr>
            <a:xfrm>
              <a:off x="14668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36A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28">
              <a:extLst>
                <a:ext uri="{FF2B5EF4-FFF2-40B4-BE49-F238E27FC236}">
                  <a16:creationId xmlns:a16="http://schemas.microsoft.com/office/drawing/2014/main" id="{94E5C3E7-55D2-6E8C-A3EB-1CD284CEBDC9}"/>
                </a:ext>
              </a:extLst>
            </p:cNvPr>
            <p:cNvSpPr/>
            <p:nvPr/>
          </p:nvSpPr>
          <p:spPr>
            <a:xfrm>
              <a:off x="151384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26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29">
              <a:extLst>
                <a:ext uri="{FF2B5EF4-FFF2-40B4-BE49-F238E27FC236}">
                  <a16:creationId xmlns:a16="http://schemas.microsoft.com/office/drawing/2014/main" id="{9355454B-72E6-0296-0259-AECFE76EF81E}"/>
                </a:ext>
              </a:extLst>
            </p:cNvPr>
            <p:cNvSpPr/>
            <p:nvPr/>
          </p:nvSpPr>
          <p:spPr>
            <a:xfrm>
              <a:off x="155956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168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0">
              <a:extLst>
                <a:ext uri="{FF2B5EF4-FFF2-40B4-BE49-F238E27FC236}">
                  <a16:creationId xmlns:a16="http://schemas.microsoft.com/office/drawing/2014/main" id="{5590C732-30AE-4E75-26B0-FAE66407FB8A}"/>
                </a:ext>
              </a:extLst>
            </p:cNvPr>
            <p:cNvSpPr/>
            <p:nvPr/>
          </p:nvSpPr>
          <p:spPr>
            <a:xfrm>
              <a:off x="16065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77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77" y="3093720"/>
                  </a:lnTo>
                  <a:lnTo>
                    <a:pt x="46977" y="2979420"/>
                  </a:lnTo>
                  <a:close/>
                </a:path>
                <a:path w="46989" h="3093720">
                  <a:moveTo>
                    <a:pt x="46977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77" y="508000"/>
                  </a:lnTo>
                  <a:lnTo>
                    <a:pt x="46977" y="0"/>
                  </a:lnTo>
                  <a:close/>
                </a:path>
              </a:pathLst>
            </a:custGeom>
            <a:solidFill>
              <a:srgbClr val="4068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1">
              <a:extLst>
                <a:ext uri="{FF2B5EF4-FFF2-40B4-BE49-F238E27FC236}">
                  <a16:creationId xmlns:a16="http://schemas.microsoft.com/office/drawing/2014/main" id="{3B9B6339-4CEA-833D-E98B-49D7F534AAB0}"/>
                </a:ext>
              </a:extLst>
            </p:cNvPr>
            <p:cNvSpPr/>
            <p:nvPr/>
          </p:nvSpPr>
          <p:spPr>
            <a:xfrm>
              <a:off x="1653527" y="3642359"/>
              <a:ext cx="47625" cy="3093720"/>
            </a:xfrm>
            <a:custGeom>
              <a:avLst/>
              <a:gdLst/>
              <a:ahLst/>
              <a:cxnLst/>
              <a:rect l="l" t="t" r="r" b="b"/>
              <a:pathLst>
                <a:path w="47625" h="3093720">
                  <a:moveTo>
                    <a:pt x="47002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7002" y="3093720"/>
                  </a:lnTo>
                  <a:lnTo>
                    <a:pt x="47002" y="2979420"/>
                  </a:lnTo>
                  <a:close/>
                </a:path>
                <a:path w="47625" h="3093720">
                  <a:moveTo>
                    <a:pt x="47002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7002" y="508000"/>
                  </a:lnTo>
                  <a:lnTo>
                    <a:pt x="47002" y="0"/>
                  </a:lnTo>
                  <a:close/>
                </a:path>
              </a:pathLst>
            </a:custGeom>
            <a:solidFill>
              <a:srgbClr val="3F6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2">
              <a:extLst>
                <a:ext uri="{FF2B5EF4-FFF2-40B4-BE49-F238E27FC236}">
                  <a16:creationId xmlns:a16="http://schemas.microsoft.com/office/drawing/2014/main" id="{2551610F-EDE0-76FF-6871-3F72B2411302}"/>
                </a:ext>
              </a:extLst>
            </p:cNvPr>
            <p:cNvSpPr/>
            <p:nvPr/>
          </p:nvSpPr>
          <p:spPr>
            <a:xfrm>
              <a:off x="170053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E66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3">
              <a:extLst>
                <a:ext uri="{FF2B5EF4-FFF2-40B4-BE49-F238E27FC236}">
                  <a16:creationId xmlns:a16="http://schemas.microsoft.com/office/drawing/2014/main" id="{7DE83D20-84C7-6D93-28A5-6DA50200C216}"/>
                </a:ext>
              </a:extLst>
            </p:cNvPr>
            <p:cNvSpPr/>
            <p:nvPr/>
          </p:nvSpPr>
          <p:spPr>
            <a:xfrm>
              <a:off x="17462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D6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4">
              <a:extLst>
                <a:ext uri="{FF2B5EF4-FFF2-40B4-BE49-F238E27FC236}">
                  <a16:creationId xmlns:a16="http://schemas.microsoft.com/office/drawing/2014/main" id="{238ED45D-C29C-F5C4-13C1-194015FC6E8D}"/>
                </a:ext>
              </a:extLst>
            </p:cNvPr>
            <p:cNvSpPr/>
            <p:nvPr/>
          </p:nvSpPr>
          <p:spPr>
            <a:xfrm>
              <a:off x="17932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C6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35">
              <a:extLst>
                <a:ext uri="{FF2B5EF4-FFF2-40B4-BE49-F238E27FC236}">
                  <a16:creationId xmlns:a16="http://schemas.microsoft.com/office/drawing/2014/main" id="{BD06AAA3-B3D5-E50C-8443-9CA8A14F2B91}"/>
                </a:ext>
              </a:extLst>
            </p:cNvPr>
            <p:cNvSpPr/>
            <p:nvPr/>
          </p:nvSpPr>
          <p:spPr>
            <a:xfrm>
              <a:off x="184023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B64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36">
              <a:extLst>
                <a:ext uri="{FF2B5EF4-FFF2-40B4-BE49-F238E27FC236}">
                  <a16:creationId xmlns:a16="http://schemas.microsoft.com/office/drawing/2014/main" id="{8ABBB60B-D48B-CA6E-4696-5103E7C09BC7}"/>
                </a:ext>
              </a:extLst>
            </p:cNvPr>
            <p:cNvSpPr/>
            <p:nvPr/>
          </p:nvSpPr>
          <p:spPr>
            <a:xfrm>
              <a:off x="18859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A63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37">
              <a:extLst>
                <a:ext uri="{FF2B5EF4-FFF2-40B4-BE49-F238E27FC236}">
                  <a16:creationId xmlns:a16="http://schemas.microsoft.com/office/drawing/2014/main" id="{F50BC336-092A-5956-8B6C-7DF51E8F5081}"/>
                </a:ext>
              </a:extLst>
            </p:cNvPr>
            <p:cNvSpPr/>
            <p:nvPr/>
          </p:nvSpPr>
          <p:spPr>
            <a:xfrm>
              <a:off x="19329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962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38">
              <a:extLst>
                <a:ext uri="{FF2B5EF4-FFF2-40B4-BE49-F238E27FC236}">
                  <a16:creationId xmlns:a16="http://schemas.microsoft.com/office/drawing/2014/main" id="{72F9314D-7270-FF8E-8886-4BE5481AA45C}"/>
                </a:ext>
              </a:extLst>
            </p:cNvPr>
            <p:cNvSpPr/>
            <p:nvPr/>
          </p:nvSpPr>
          <p:spPr>
            <a:xfrm>
              <a:off x="19799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861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39">
              <a:extLst>
                <a:ext uri="{FF2B5EF4-FFF2-40B4-BE49-F238E27FC236}">
                  <a16:creationId xmlns:a16="http://schemas.microsoft.com/office/drawing/2014/main" id="{D638A789-034C-C648-9CDE-890C58792D59}"/>
                </a:ext>
              </a:extLst>
            </p:cNvPr>
            <p:cNvSpPr/>
            <p:nvPr/>
          </p:nvSpPr>
          <p:spPr>
            <a:xfrm>
              <a:off x="202692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761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0">
              <a:extLst>
                <a:ext uri="{FF2B5EF4-FFF2-40B4-BE49-F238E27FC236}">
                  <a16:creationId xmlns:a16="http://schemas.microsoft.com/office/drawing/2014/main" id="{E2C2969E-D0E1-0D81-03FC-AF8A651433C2}"/>
                </a:ext>
              </a:extLst>
            </p:cNvPr>
            <p:cNvSpPr/>
            <p:nvPr/>
          </p:nvSpPr>
          <p:spPr>
            <a:xfrm>
              <a:off x="20726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660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1">
              <a:extLst>
                <a:ext uri="{FF2B5EF4-FFF2-40B4-BE49-F238E27FC236}">
                  <a16:creationId xmlns:a16="http://schemas.microsoft.com/office/drawing/2014/main" id="{0FDD0915-67EF-B93F-4671-B4A91C3E7CB8}"/>
                </a:ext>
              </a:extLst>
            </p:cNvPr>
            <p:cNvSpPr/>
            <p:nvPr/>
          </p:nvSpPr>
          <p:spPr>
            <a:xfrm>
              <a:off x="21196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55F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2">
              <a:extLst>
                <a:ext uri="{FF2B5EF4-FFF2-40B4-BE49-F238E27FC236}">
                  <a16:creationId xmlns:a16="http://schemas.microsoft.com/office/drawing/2014/main" id="{E0C35E00-D11C-111D-46AF-B6BEFB1F0C3D}"/>
                </a:ext>
              </a:extLst>
            </p:cNvPr>
            <p:cNvSpPr/>
            <p:nvPr/>
          </p:nvSpPr>
          <p:spPr>
            <a:xfrm>
              <a:off x="216662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45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3">
              <a:extLst>
                <a:ext uri="{FF2B5EF4-FFF2-40B4-BE49-F238E27FC236}">
                  <a16:creationId xmlns:a16="http://schemas.microsoft.com/office/drawing/2014/main" id="{6E80AEA3-0C74-8281-D12F-DBFDF64A7F84}"/>
                </a:ext>
              </a:extLst>
            </p:cNvPr>
            <p:cNvSpPr/>
            <p:nvPr/>
          </p:nvSpPr>
          <p:spPr>
            <a:xfrm>
              <a:off x="2212340" y="3642359"/>
              <a:ext cx="93980" cy="3093720"/>
            </a:xfrm>
            <a:custGeom>
              <a:avLst/>
              <a:gdLst/>
              <a:ahLst/>
              <a:cxnLst/>
              <a:rect l="l" t="t" r="r" b="b"/>
              <a:pathLst>
                <a:path w="93980" h="3093720">
                  <a:moveTo>
                    <a:pt x="93980" y="2979420"/>
                  </a:moveTo>
                  <a:lnTo>
                    <a:pt x="46990" y="2979420"/>
                  </a:ln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93980" y="3093720"/>
                  </a:lnTo>
                  <a:lnTo>
                    <a:pt x="93980" y="2979420"/>
                  </a:lnTo>
                  <a:close/>
                </a:path>
                <a:path w="93980" h="3093720">
                  <a:moveTo>
                    <a:pt x="93980" y="0"/>
                  </a:moveTo>
                  <a:lnTo>
                    <a:pt x="46990" y="0"/>
                  </a:ln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93980" y="508000"/>
                  </a:lnTo>
                  <a:lnTo>
                    <a:pt x="93980" y="0"/>
                  </a:lnTo>
                  <a:close/>
                </a:path>
              </a:pathLst>
            </a:custGeom>
            <a:solidFill>
              <a:srgbClr val="335D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4">
              <a:extLst>
                <a:ext uri="{FF2B5EF4-FFF2-40B4-BE49-F238E27FC236}">
                  <a16:creationId xmlns:a16="http://schemas.microsoft.com/office/drawing/2014/main" id="{0852EAA9-6096-76A8-30AC-25453DE3E398}"/>
                </a:ext>
              </a:extLst>
            </p:cNvPr>
            <p:cNvSpPr/>
            <p:nvPr/>
          </p:nvSpPr>
          <p:spPr>
            <a:xfrm>
              <a:off x="23063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15C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45">
              <a:extLst>
                <a:ext uri="{FF2B5EF4-FFF2-40B4-BE49-F238E27FC236}">
                  <a16:creationId xmlns:a16="http://schemas.microsoft.com/office/drawing/2014/main" id="{5FCC0F40-F997-7A84-5C91-49FE2DE1AD54}"/>
                </a:ext>
              </a:extLst>
            </p:cNvPr>
            <p:cNvSpPr/>
            <p:nvPr/>
          </p:nvSpPr>
          <p:spPr>
            <a:xfrm>
              <a:off x="235331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05B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46">
              <a:extLst>
                <a:ext uri="{FF2B5EF4-FFF2-40B4-BE49-F238E27FC236}">
                  <a16:creationId xmlns:a16="http://schemas.microsoft.com/office/drawing/2014/main" id="{FC4CB271-1C7E-8D3A-B32E-2D666EF76493}"/>
                </a:ext>
              </a:extLst>
            </p:cNvPr>
            <p:cNvSpPr/>
            <p:nvPr/>
          </p:nvSpPr>
          <p:spPr>
            <a:xfrm>
              <a:off x="23990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F5A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47">
              <a:extLst>
                <a:ext uri="{FF2B5EF4-FFF2-40B4-BE49-F238E27FC236}">
                  <a16:creationId xmlns:a16="http://schemas.microsoft.com/office/drawing/2014/main" id="{F840C956-137B-4A4E-23AF-700D821D004C}"/>
                </a:ext>
              </a:extLst>
            </p:cNvPr>
            <p:cNvSpPr/>
            <p:nvPr/>
          </p:nvSpPr>
          <p:spPr>
            <a:xfrm>
              <a:off x="24460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E5A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48">
              <a:extLst>
                <a:ext uri="{FF2B5EF4-FFF2-40B4-BE49-F238E27FC236}">
                  <a16:creationId xmlns:a16="http://schemas.microsoft.com/office/drawing/2014/main" id="{8A574D5C-0B46-E13B-F988-83E6ABFD87B6}"/>
                </a:ext>
              </a:extLst>
            </p:cNvPr>
            <p:cNvSpPr/>
            <p:nvPr/>
          </p:nvSpPr>
          <p:spPr>
            <a:xfrm>
              <a:off x="24930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D59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49">
              <a:extLst>
                <a:ext uri="{FF2B5EF4-FFF2-40B4-BE49-F238E27FC236}">
                  <a16:creationId xmlns:a16="http://schemas.microsoft.com/office/drawing/2014/main" id="{52F1744C-8264-79B0-FA77-D868157B6174}"/>
                </a:ext>
              </a:extLst>
            </p:cNvPr>
            <p:cNvSpPr/>
            <p:nvPr/>
          </p:nvSpPr>
          <p:spPr>
            <a:xfrm>
              <a:off x="254000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2C58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0">
              <a:extLst>
                <a:ext uri="{FF2B5EF4-FFF2-40B4-BE49-F238E27FC236}">
                  <a16:creationId xmlns:a16="http://schemas.microsoft.com/office/drawing/2014/main" id="{2D142AA8-9AFC-4F8C-F9C8-A3C13E3E19A2}"/>
                </a:ext>
              </a:extLst>
            </p:cNvPr>
            <p:cNvSpPr/>
            <p:nvPr/>
          </p:nvSpPr>
          <p:spPr>
            <a:xfrm>
              <a:off x="25857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B57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1">
              <a:extLst>
                <a:ext uri="{FF2B5EF4-FFF2-40B4-BE49-F238E27FC236}">
                  <a16:creationId xmlns:a16="http://schemas.microsoft.com/office/drawing/2014/main" id="{C68343FF-BCC3-7109-3F9C-ED05C41C4CD1}"/>
                </a:ext>
              </a:extLst>
            </p:cNvPr>
            <p:cNvSpPr/>
            <p:nvPr/>
          </p:nvSpPr>
          <p:spPr>
            <a:xfrm>
              <a:off x="26327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A56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2">
              <a:extLst>
                <a:ext uri="{FF2B5EF4-FFF2-40B4-BE49-F238E27FC236}">
                  <a16:creationId xmlns:a16="http://schemas.microsoft.com/office/drawing/2014/main" id="{E235050A-9EFF-A548-9193-0775ACC2CCCA}"/>
                </a:ext>
              </a:extLst>
            </p:cNvPr>
            <p:cNvSpPr/>
            <p:nvPr/>
          </p:nvSpPr>
          <p:spPr>
            <a:xfrm>
              <a:off x="267970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2956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3">
              <a:extLst>
                <a:ext uri="{FF2B5EF4-FFF2-40B4-BE49-F238E27FC236}">
                  <a16:creationId xmlns:a16="http://schemas.microsoft.com/office/drawing/2014/main" id="{07A6B328-9DFE-DAC9-7047-644A017B4894}"/>
                </a:ext>
              </a:extLst>
            </p:cNvPr>
            <p:cNvSpPr/>
            <p:nvPr/>
          </p:nvSpPr>
          <p:spPr>
            <a:xfrm>
              <a:off x="27254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855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4">
              <a:extLst>
                <a:ext uri="{FF2B5EF4-FFF2-40B4-BE49-F238E27FC236}">
                  <a16:creationId xmlns:a16="http://schemas.microsoft.com/office/drawing/2014/main" id="{0AC59205-7B80-9A97-C6D7-1B27424E06BF}"/>
                </a:ext>
              </a:extLst>
            </p:cNvPr>
            <p:cNvSpPr/>
            <p:nvPr/>
          </p:nvSpPr>
          <p:spPr>
            <a:xfrm>
              <a:off x="27724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754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55">
              <a:extLst>
                <a:ext uri="{FF2B5EF4-FFF2-40B4-BE49-F238E27FC236}">
                  <a16:creationId xmlns:a16="http://schemas.microsoft.com/office/drawing/2014/main" id="{8BC957D8-BD51-6464-144F-36CD84B766D7}"/>
                </a:ext>
              </a:extLst>
            </p:cNvPr>
            <p:cNvSpPr/>
            <p:nvPr/>
          </p:nvSpPr>
          <p:spPr>
            <a:xfrm>
              <a:off x="28194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653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56">
              <a:extLst>
                <a:ext uri="{FF2B5EF4-FFF2-40B4-BE49-F238E27FC236}">
                  <a16:creationId xmlns:a16="http://schemas.microsoft.com/office/drawing/2014/main" id="{F7A4E3A4-4E56-E8C7-2A90-91B055B379A2}"/>
                </a:ext>
              </a:extLst>
            </p:cNvPr>
            <p:cNvSpPr/>
            <p:nvPr/>
          </p:nvSpPr>
          <p:spPr>
            <a:xfrm>
              <a:off x="286639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255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57">
              <a:extLst>
                <a:ext uri="{FF2B5EF4-FFF2-40B4-BE49-F238E27FC236}">
                  <a16:creationId xmlns:a16="http://schemas.microsoft.com/office/drawing/2014/main" id="{CDAEA913-51C7-5371-A3C9-A5762893F51D}"/>
                </a:ext>
              </a:extLst>
            </p:cNvPr>
            <p:cNvSpPr/>
            <p:nvPr/>
          </p:nvSpPr>
          <p:spPr>
            <a:xfrm>
              <a:off x="29121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452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58">
              <a:extLst>
                <a:ext uri="{FF2B5EF4-FFF2-40B4-BE49-F238E27FC236}">
                  <a16:creationId xmlns:a16="http://schemas.microsoft.com/office/drawing/2014/main" id="{2FEDB340-F9B6-3859-63F3-E9EAE905D3AC}"/>
                </a:ext>
              </a:extLst>
            </p:cNvPr>
            <p:cNvSpPr/>
            <p:nvPr/>
          </p:nvSpPr>
          <p:spPr>
            <a:xfrm>
              <a:off x="29591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351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59">
              <a:extLst>
                <a:ext uri="{FF2B5EF4-FFF2-40B4-BE49-F238E27FC236}">
                  <a16:creationId xmlns:a16="http://schemas.microsoft.com/office/drawing/2014/main" id="{2DD4F5D9-D764-1447-9F76-144462A2C6DB}"/>
                </a:ext>
              </a:extLst>
            </p:cNvPr>
            <p:cNvSpPr/>
            <p:nvPr/>
          </p:nvSpPr>
          <p:spPr>
            <a:xfrm>
              <a:off x="300609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19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2250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0">
              <a:extLst>
                <a:ext uri="{FF2B5EF4-FFF2-40B4-BE49-F238E27FC236}">
                  <a16:creationId xmlns:a16="http://schemas.microsoft.com/office/drawing/2014/main" id="{13E0A05D-1F1F-CC57-8F88-E2AF4C3F44EF}"/>
                </a:ext>
              </a:extLst>
            </p:cNvPr>
            <p:cNvSpPr/>
            <p:nvPr/>
          </p:nvSpPr>
          <p:spPr>
            <a:xfrm>
              <a:off x="30518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14F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1">
              <a:extLst>
                <a:ext uri="{FF2B5EF4-FFF2-40B4-BE49-F238E27FC236}">
                  <a16:creationId xmlns:a16="http://schemas.microsoft.com/office/drawing/2014/main" id="{E58E3C0A-F67E-F869-67DA-5A7BAD62BDC5}"/>
                </a:ext>
              </a:extLst>
            </p:cNvPr>
            <p:cNvSpPr/>
            <p:nvPr/>
          </p:nvSpPr>
          <p:spPr>
            <a:xfrm>
              <a:off x="309879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89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6989" y="3093720"/>
                  </a:lnTo>
                  <a:lnTo>
                    <a:pt x="46989" y="0"/>
                  </a:lnTo>
                  <a:close/>
                </a:path>
              </a:pathLst>
            </a:custGeom>
            <a:solidFill>
              <a:srgbClr val="204F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2">
              <a:extLst>
                <a:ext uri="{FF2B5EF4-FFF2-40B4-BE49-F238E27FC236}">
                  <a16:creationId xmlns:a16="http://schemas.microsoft.com/office/drawing/2014/main" id="{B5AFA18F-D8A9-9F69-EFC9-912433164235}"/>
                </a:ext>
              </a:extLst>
            </p:cNvPr>
            <p:cNvSpPr/>
            <p:nvPr/>
          </p:nvSpPr>
          <p:spPr>
            <a:xfrm>
              <a:off x="314578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F4E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3">
              <a:extLst>
                <a:ext uri="{FF2B5EF4-FFF2-40B4-BE49-F238E27FC236}">
                  <a16:creationId xmlns:a16="http://schemas.microsoft.com/office/drawing/2014/main" id="{6D7C18AB-E6CD-96F8-91C0-4686EE2633CA}"/>
                </a:ext>
              </a:extLst>
            </p:cNvPr>
            <p:cNvSpPr/>
            <p:nvPr/>
          </p:nvSpPr>
          <p:spPr>
            <a:xfrm>
              <a:off x="319278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19" h="3093720">
                  <a:moveTo>
                    <a:pt x="45719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5719" y="309372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1E4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4">
              <a:extLst>
                <a:ext uri="{FF2B5EF4-FFF2-40B4-BE49-F238E27FC236}">
                  <a16:creationId xmlns:a16="http://schemas.microsoft.com/office/drawing/2014/main" id="{7F38BCC9-C22C-3ACF-EE0C-E527BE017784}"/>
                </a:ext>
              </a:extLst>
            </p:cNvPr>
            <p:cNvSpPr/>
            <p:nvPr/>
          </p:nvSpPr>
          <p:spPr>
            <a:xfrm>
              <a:off x="32385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E4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65">
              <a:extLst>
                <a:ext uri="{FF2B5EF4-FFF2-40B4-BE49-F238E27FC236}">
                  <a16:creationId xmlns:a16="http://schemas.microsoft.com/office/drawing/2014/main" id="{44F2A5AD-7160-CE97-37F0-4A8D0D8EEE68}"/>
                </a:ext>
              </a:extLst>
            </p:cNvPr>
            <p:cNvSpPr/>
            <p:nvPr/>
          </p:nvSpPr>
          <p:spPr>
            <a:xfrm>
              <a:off x="32854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D4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66">
              <a:extLst>
                <a:ext uri="{FF2B5EF4-FFF2-40B4-BE49-F238E27FC236}">
                  <a16:creationId xmlns:a16="http://schemas.microsoft.com/office/drawing/2014/main" id="{3F3C442C-D739-89F4-B3C2-4BE214AD5455}"/>
                </a:ext>
              </a:extLst>
            </p:cNvPr>
            <p:cNvSpPr/>
            <p:nvPr/>
          </p:nvSpPr>
          <p:spPr>
            <a:xfrm>
              <a:off x="33324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C4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67">
              <a:extLst>
                <a:ext uri="{FF2B5EF4-FFF2-40B4-BE49-F238E27FC236}">
                  <a16:creationId xmlns:a16="http://schemas.microsoft.com/office/drawing/2014/main" id="{99E1025E-8C52-EE4B-F353-00FE26904397}"/>
                </a:ext>
              </a:extLst>
            </p:cNvPr>
            <p:cNvSpPr/>
            <p:nvPr/>
          </p:nvSpPr>
          <p:spPr>
            <a:xfrm>
              <a:off x="337947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1B4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68">
              <a:extLst>
                <a:ext uri="{FF2B5EF4-FFF2-40B4-BE49-F238E27FC236}">
                  <a16:creationId xmlns:a16="http://schemas.microsoft.com/office/drawing/2014/main" id="{FF676506-57F8-B260-9D6B-3B0B77EBCE88}"/>
                </a:ext>
              </a:extLst>
            </p:cNvPr>
            <p:cNvSpPr/>
            <p:nvPr/>
          </p:nvSpPr>
          <p:spPr>
            <a:xfrm>
              <a:off x="34251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A49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69">
              <a:extLst>
                <a:ext uri="{FF2B5EF4-FFF2-40B4-BE49-F238E27FC236}">
                  <a16:creationId xmlns:a16="http://schemas.microsoft.com/office/drawing/2014/main" id="{34A23E02-1B40-5959-6EDB-9F8508C9D3BF}"/>
                </a:ext>
              </a:extLst>
            </p:cNvPr>
            <p:cNvSpPr/>
            <p:nvPr/>
          </p:nvSpPr>
          <p:spPr>
            <a:xfrm>
              <a:off x="34721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948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0">
              <a:extLst>
                <a:ext uri="{FF2B5EF4-FFF2-40B4-BE49-F238E27FC236}">
                  <a16:creationId xmlns:a16="http://schemas.microsoft.com/office/drawing/2014/main" id="{C7B6E4B6-3712-8930-F2D5-CC404354F8E7}"/>
                </a:ext>
              </a:extLst>
            </p:cNvPr>
            <p:cNvSpPr/>
            <p:nvPr/>
          </p:nvSpPr>
          <p:spPr>
            <a:xfrm>
              <a:off x="351917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1848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1">
              <a:extLst>
                <a:ext uri="{FF2B5EF4-FFF2-40B4-BE49-F238E27FC236}">
                  <a16:creationId xmlns:a16="http://schemas.microsoft.com/office/drawing/2014/main" id="{2AD1F197-A706-CCFA-6407-72602F49B99C}"/>
                </a:ext>
              </a:extLst>
            </p:cNvPr>
            <p:cNvSpPr/>
            <p:nvPr/>
          </p:nvSpPr>
          <p:spPr>
            <a:xfrm>
              <a:off x="35648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747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2">
              <a:extLst>
                <a:ext uri="{FF2B5EF4-FFF2-40B4-BE49-F238E27FC236}">
                  <a16:creationId xmlns:a16="http://schemas.microsoft.com/office/drawing/2014/main" id="{D0C9ECB7-4E47-A995-4992-09D80B99A85C}"/>
                </a:ext>
              </a:extLst>
            </p:cNvPr>
            <p:cNvSpPr/>
            <p:nvPr/>
          </p:nvSpPr>
          <p:spPr>
            <a:xfrm>
              <a:off x="36118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646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3">
              <a:extLst>
                <a:ext uri="{FF2B5EF4-FFF2-40B4-BE49-F238E27FC236}">
                  <a16:creationId xmlns:a16="http://schemas.microsoft.com/office/drawing/2014/main" id="{C08813EF-AB4F-B53E-040D-3D4F82E2450D}"/>
                </a:ext>
              </a:extLst>
            </p:cNvPr>
            <p:cNvSpPr/>
            <p:nvPr/>
          </p:nvSpPr>
          <p:spPr>
            <a:xfrm>
              <a:off x="36588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545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4">
              <a:extLst>
                <a:ext uri="{FF2B5EF4-FFF2-40B4-BE49-F238E27FC236}">
                  <a16:creationId xmlns:a16="http://schemas.microsoft.com/office/drawing/2014/main" id="{E95994E8-3732-F294-5AD3-1948E0F1C016}"/>
                </a:ext>
              </a:extLst>
            </p:cNvPr>
            <p:cNvSpPr/>
            <p:nvPr/>
          </p:nvSpPr>
          <p:spPr>
            <a:xfrm>
              <a:off x="3705859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1445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75">
              <a:extLst>
                <a:ext uri="{FF2B5EF4-FFF2-40B4-BE49-F238E27FC236}">
                  <a16:creationId xmlns:a16="http://schemas.microsoft.com/office/drawing/2014/main" id="{6AEB2940-C339-7D1B-6449-62696458C4F5}"/>
                </a:ext>
              </a:extLst>
            </p:cNvPr>
            <p:cNvSpPr/>
            <p:nvPr/>
          </p:nvSpPr>
          <p:spPr>
            <a:xfrm>
              <a:off x="37515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344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76">
              <a:extLst>
                <a:ext uri="{FF2B5EF4-FFF2-40B4-BE49-F238E27FC236}">
                  <a16:creationId xmlns:a16="http://schemas.microsoft.com/office/drawing/2014/main" id="{74F37E7D-3F47-AEA8-F3D3-83DBBB71EB8D}"/>
                </a:ext>
              </a:extLst>
            </p:cNvPr>
            <p:cNvSpPr/>
            <p:nvPr/>
          </p:nvSpPr>
          <p:spPr>
            <a:xfrm>
              <a:off x="37985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243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77">
              <a:extLst>
                <a:ext uri="{FF2B5EF4-FFF2-40B4-BE49-F238E27FC236}">
                  <a16:creationId xmlns:a16="http://schemas.microsoft.com/office/drawing/2014/main" id="{3E399707-3F36-3B91-FB52-AAD9E898558C}"/>
                </a:ext>
              </a:extLst>
            </p:cNvPr>
            <p:cNvSpPr/>
            <p:nvPr/>
          </p:nvSpPr>
          <p:spPr>
            <a:xfrm>
              <a:off x="384555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142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78">
              <a:extLst>
                <a:ext uri="{FF2B5EF4-FFF2-40B4-BE49-F238E27FC236}">
                  <a16:creationId xmlns:a16="http://schemas.microsoft.com/office/drawing/2014/main" id="{63B7F89F-1CE0-DF6D-E00A-48697CA81A65}"/>
                </a:ext>
              </a:extLst>
            </p:cNvPr>
            <p:cNvSpPr/>
            <p:nvPr/>
          </p:nvSpPr>
          <p:spPr>
            <a:xfrm>
              <a:off x="389255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1041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79">
              <a:extLst>
                <a:ext uri="{FF2B5EF4-FFF2-40B4-BE49-F238E27FC236}">
                  <a16:creationId xmlns:a16="http://schemas.microsoft.com/office/drawing/2014/main" id="{B5F92B9F-6016-3B60-8E29-EF066DBF7DD4}"/>
                </a:ext>
              </a:extLst>
            </p:cNvPr>
            <p:cNvSpPr/>
            <p:nvPr/>
          </p:nvSpPr>
          <p:spPr>
            <a:xfrm>
              <a:off x="39382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F41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0">
              <a:extLst>
                <a:ext uri="{FF2B5EF4-FFF2-40B4-BE49-F238E27FC236}">
                  <a16:creationId xmlns:a16="http://schemas.microsoft.com/office/drawing/2014/main" id="{DFC1AF2E-4614-713B-90CD-4A246D9DE851}"/>
                </a:ext>
              </a:extLst>
            </p:cNvPr>
            <p:cNvSpPr/>
            <p:nvPr/>
          </p:nvSpPr>
          <p:spPr>
            <a:xfrm>
              <a:off x="398525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E40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1">
              <a:extLst>
                <a:ext uri="{FF2B5EF4-FFF2-40B4-BE49-F238E27FC236}">
                  <a16:creationId xmlns:a16="http://schemas.microsoft.com/office/drawing/2014/main" id="{1B5A0A3D-FE7F-D5DA-4025-DB5480AC85E4}"/>
                </a:ext>
              </a:extLst>
            </p:cNvPr>
            <p:cNvSpPr/>
            <p:nvPr/>
          </p:nvSpPr>
          <p:spPr>
            <a:xfrm>
              <a:off x="403225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D3F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2">
              <a:extLst>
                <a:ext uri="{FF2B5EF4-FFF2-40B4-BE49-F238E27FC236}">
                  <a16:creationId xmlns:a16="http://schemas.microsoft.com/office/drawing/2014/main" id="{A0C50886-09FC-F0D1-FC50-30A80E14AF94}"/>
                </a:ext>
              </a:extLst>
            </p:cNvPr>
            <p:cNvSpPr/>
            <p:nvPr/>
          </p:nvSpPr>
          <p:spPr>
            <a:xfrm>
              <a:off x="40779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C3E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3">
              <a:extLst>
                <a:ext uri="{FF2B5EF4-FFF2-40B4-BE49-F238E27FC236}">
                  <a16:creationId xmlns:a16="http://schemas.microsoft.com/office/drawing/2014/main" id="{271E0973-A5BF-BC40-6AC1-B5F8330A3180}"/>
                </a:ext>
              </a:extLst>
            </p:cNvPr>
            <p:cNvSpPr/>
            <p:nvPr/>
          </p:nvSpPr>
          <p:spPr>
            <a:xfrm>
              <a:off x="412496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B3D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4">
              <a:extLst>
                <a:ext uri="{FF2B5EF4-FFF2-40B4-BE49-F238E27FC236}">
                  <a16:creationId xmlns:a16="http://schemas.microsoft.com/office/drawing/2014/main" id="{14A766FB-5C34-D7D1-9251-5628A4774141}"/>
                </a:ext>
              </a:extLst>
            </p:cNvPr>
            <p:cNvSpPr/>
            <p:nvPr/>
          </p:nvSpPr>
          <p:spPr>
            <a:xfrm>
              <a:off x="41719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A3D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85">
              <a:extLst>
                <a:ext uri="{FF2B5EF4-FFF2-40B4-BE49-F238E27FC236}">
                  <a16:creationId xmlns:a16="http://schemas.microsoft.com/office/drawing/2014/main" id="{5DC351C1-8EC6-7E1A-46DA-6D46764C0C9B}"/>
                </a:ext>
              </a:extLst>
            </p:cNvPr>
            <p:cNvSpPr/>
            <p:nvPr/>
          </p:nvSpPr>
          <p:spPr>
            <a:xfrm>
              <a:off x="421894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93C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86">
              <a:extLst>
                <a:ext uri="{FF2B5EF4-FFF2-40B4-BE49-F238E27FC236}">
                  <a16:creationId xmlns:a16="http://schemas.microsoft.com/office/drawing/2014/main" id="{C2722F0C-C7AA-FE1C-D5E9-AFA2D7311A31}"/>
                </a:ext>
              </a:extLst>
            </p:cNvPr>
            <p:cNvSpPr/>
            <p:nvPr/>
          </p:nvSpPr>
          <p:spPr>
            <a:xfrm>
              <a:off x="426466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83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87">
              <a:extLst>
                <a:ext uri="{FF2B5EF4-FFF2-40B4-BE49-F238E27FC236}">
                  <a16:creationId xmlns:a16="http://schemas.microsoft.com/office/drawing/2014/main" id="{9FAFC6CC-DA64-8478-B7D5-FEE00C6AF35C}"/>
                </a:ext>
              </a:extLst>
            </p:cNvPr>
            <p:cNvSpPr/>
            <p:nvPr/>
          </p:nvSpPr>
          <p:spPr>
            <a:xfrm>
              <a:off x="43116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73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88">
              <a:extLst>
                <a:ext uri="{FF2B5EF4-FFF2-40B4-BE49-F238E27FC236}">
                  <a16:creationId xmlns:a16="http://schemas.microsoft.com/office/drawing/2014/main" id="{C8F27861-4ED8-F380-5A15-9960C66CEAE5}"/>
                </a:ext>
              </a:extLst>
            </p:cNvPr>
            <p:cNvSpPr/>
            <p:nvPr/>
          </p:nvSpPr>
          <p:spPr>
            <a:xfrm>
              <a:off x="435864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63A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89">
              <a:extLst>
                <a:ext uri="{FF2B5EF4-FFF2-40B4-BE49-F238E27FC236}">
                  <a16:creationId xmlns:a16="http://schemas.microsoft.com/office/drawing/2014/main" id="{37C5D3A4-9F49-1618-09DD-55B68E805CF3}"/>
                </a:ext>
              </a:extLst>
            </p:cNvPr>
            <p:cNvSpPr/>
            <p:nvPr/>
          </p:nvSpPr>
          <p:spPr>
            <a:xfrm>
              <a:off x="440436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539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0">
              <a:extLst>
                <a:ext uri="{FF2B5EF4-FFF2-40B4-BE49-F238E27FC236}">
                  <a16:creationId xmlns:a16="http://schemas.microsoft.com/office/drawing/2014/main" id="{AE8B1493-7997-DEE7-3EE4-D569A357BB46}"/>
                </a:ext>
              </a:extLst>
            </p:cNvPr>
            <p:cNvSpPr/>
            <p:nvPr/>
          </p:nvSpPr>
          <p:spPr>
            <a:xfrm>
              <a:off x="44513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438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1">
              <a:extLst>
                <a:ext uri="{FF2B5EF4-FFF2-40B4-BE49-F238E27FC236}">
                  <a16:creationId xmlns:a16="http://schemas.microsoft.com/office/drawing/2014/main" id="{5043E202-F0B2-3FD3-FDC3-D47E794C1736}"/>
                </a:ext>
              </a:extLst>
            </p:cNvPr>
            <p:cNvSpPr/>
            <p:nvPr/>
          </p:nvSpPr>
          <p:spPr>
            <a:xfrm>
              <a:off x="44983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337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2">
              <a:extLst>
                <a:ext uri="{FF2B5EF4-FFF2-40B4-BE49-F238E27FC236}">
                  <a16:creationId xmlns:a16="http://schemas.microsoft.com/office/drawing/2014/main" id="{7D4067FB-7A40-DDD6-D0E1-B9B0B22DDF3C}"/>
                </a:ext>
              </a:extLst>
            </p:cNvPr>
            <p:cNvSpPr/>
            <p:nvPr/>
          </p:nvSpPr>
          <p:spPr>
            <a:xfrm>
              <a:off x="454533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236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3">
              <a:extLst>
                <a:ext uri="{FF2B5EF4-FFF2-40B4-BE49-F238E27FC236}">
                  <a16:creationId xmlns:a16="http://schemas.microsoft.com/office/drawing/2014/main" id="{4C0B0142-71A9-A48E-0D73-416B05CC7834}"/>
                </a:ext>
              </a:extLst>
            </p:cNvPr>
            <p:cNvSpPr/>
            <p:nvPr/>
          </p:nvSpPr>
          <p:spPr>
            <a:xfrm>
              <a:off x="45910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13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4">
              <a:extLst>
                <a:ext uri="{FF2B5EF4-FFF2-40B4-BE49-F238E27FC236}">
                  <a16:creationId xmlns:a16="http://schemas.microsoft.com/office/drawing/2014/main" id="{C4B81FA9-733B-72AC-C070-190730C80B48}"/>
                </a:ext>
              </a:extLst>
            </p:cNvPr>
            <p:cNvSpPr/>
            <p:nvPr/>
          </p:nvSpPr>
          <p:spPr>
            <a:xfrm>
              <a:off x="46380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95">
              <a:extLst>
                <a:ext uri="{FF2B5EF4-FFF2-40B4-BE49-F238E27FC236}">
                  <a16:creationId xmlns:a16="http://schemas.microsoft.com/office/drawing/2014/main" id="{092B55A7-CD0C-AE3D-880B-5427296698CF}"/>
                </a:ext>
              </a:extLst>
            </p:cNvPr>
            <p:cNvSpPr/>
            <p:nvPr/>
          </p:nvSpPr>
          <p:spPr>
            <a:xfrm>
              <a:off x="46850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035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96">
              <a:extLst>
                <a:ext uri="{FF2B5EF4-FFF2-40B4-BE49-F238E27FC236}">
                  <a16:creationId xmlns:a16="http://schemas.microsoft.com/office/drawing/2014/main" id="{A4026D76-814B-6AA1-7FCA-68087E530B4A}"/>
                </a:ext>
              </a:extLst>
            </p:cNvPr>
            <p:cNvSpPr/>
            <p:nvPr/>
          </p:nvSpPr>
          <p:spPr>
            <a:xfrm>
              <a:off x="473202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13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97">
              <a:extLst>
                <a:ext uri="{FF2B5EF4-FFF2-40B4-BE49-F238E27FC236}">
                  <a16:creationId xmlns:a16="http://schemas.microsoft.com/office/drawing/2014/main" id="{3713E01E-B7A8-C182-F9DB-01CFFA612F21}"/>
                </a:ext>
              </a:extLst>
            </p:cNvPr>
            <p:cNvSpPr/>
            <p:nvPr/>
          </p:nvSpPr>
          <p:spPr>
            <a:xfrm>
              <a:off x="47777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237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98">
              <a:extLst>
                <a:ext uri="{FF2B5EF4-FFF2-40B4-BE49-F238E27FC236}">
                  <a16:creationId xmlns:a16="http://schemas.microsoft.com/office/drawing/2014/main" id="{F6C0C695-ACBA-E991-C46D-22B94D6A481B}"/>
                </a:ext>
              </a:extLst>
            </p:cNvPr>
            <p:cNvSpPr/>
            <p:nvPr/>
          </p:nvSpPr>
          <p:spPr>
            <a:xfrm>
              <a:off x="48247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337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99">
              <a:extLst>
                <a:ext uri="{FF2B5EF4-FFF2-40B4-BE49-F238E27FC236}">
                  <a16:creationId xmlns:a16="http://schemas.microsoft.com/office/drawing/2014/main" id="{8EAC2F2B-CFA3-56A4-14D4-58ED4DDDC9B1}"/>
                </a:ext>
              </a:extLst>
            </p:cNvPr>
            <p:cNvSpPr/>
            <p:nvPr/>
          </p:nvSpPr>
          <p:spPr>
            <a:xfrm>
              <a:off x="487172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43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0">
              <a:extLst>
                <a:ext uri="{FF2B5EF4-FFF2-40B4-BE49-F238E27FC236}">
                  <a16:creationId xmlns:a16="http://schemas.microsoft.com/office/drawing/2014/main" id="{18C567BF-A09A-20C9-D1B1-572C318F50D3}"/>
                </a:ext>
              </a:extLst>
            </p:cNvPr>
            <p:cNvSpPr/>
            <p:nvPr/>
          </p:nvSpPr>
          <p:spPr>
            <a:xfrm>
              <a:off x="49174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539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1">
              <a:extLst>
                <a:ext uri="{FF2B5EF4-FFF2-40B4-BE49-F238E27FC236}">
                  <a16:creationId xmlns:a16="http://schemas.microsoft.com/office/drawing/2014/main" id="{31C3E4B2-D15A-EE08-3F1E-DC94792C1142}"/>
                </a:ext>
              </a:extLst>
            </p:cNvPr>
            <p:cNvSpPr/>
            <p:nvPr/>
          </p:nvSpPr>
          <p:spPr>
            <a:xfrm>
              <a:off x="49644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63A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2">
              <a:extLst>
                <a:ext uri="{FF2B5EF4-FFF2-40B4-BE49-F238E27FC236}">
                  <a16:creationId xmlns:a16="http://schemas.microsoft.com/office/drawing/2014/main" id="{6A91B6DD-80F5-D419-8767-1CB3D3730D8D}"/>
                </a:ext>
              </a:extLst>
            </p:cNvPr>
            <p:cNvSpPr/>
            <p:nvPr/>
          </p:nvSpPr>
          <p:spPr>
            <a:xfrm>
              <a:off x="50114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73B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3">
              <a:extLst>
                <a:ext uri="{FF2B5EF4-FFF2-40B4-BE49-F238E27FC236}">
                  <a16:creationId xmlns:a16="http://schemas.microsoft.com/office/drawing/2014/main" id="{B896535D-02C7-9F3A-25CA-6E63BF40F682}"/>
                </a:ext>
              </a:extLst>
            </p:cNvPr>
            <p:cNvSpPr/>
            <p:nvPr/>
          </p:nvSpPr>
          <p:spPr>
            <a:xfrm>
              <a:off x="505841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83B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4">
              <a:extLst>
                <a:ext uri="{FF2B5EF4-FFF2-40B4-BE49-F238E27FC236}">
                  <a16:creationId xmlns:a16="http://schemas.microsoft.com/office/drawing/2014/main" id="{74A61B06-42AD-28B2-2723-266BECD8627D}"/>
                </a:ext>
              </a:extLst>
            </p:cNvPr>
            <p:cNvSpPr/>
            <p:nvPr/>
          </p:nvSpPr>
          <p:spPr>
            <a:xfrm>
              <a:off x="51041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93C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05">
              <a:extLst>
                <a:ext uri="{FF2B5EF4-FFF2-40B4-BE49-F238E27FC236}">
                  <a16:creationId xmlns:a16="http://schemas.microsoft.com/office/drawing/2014/main" id="{EDBE9834-04EA-D7F5-03AF-3367CD6E67E9}"/>
                </a:ext>
              </a:extLst>
            </p:cNvPr>
            <p:cNvSpPr/>
            <p:nvPr/>
          </p:nvSpPr>
          <p:spPr>
            <a:xfrm>
              <a:off x="51511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A3D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06">
              <a:extLst>
                <a:ext uri="{FF2B5EF4-FFF2-40B4-BE49-F238E27FC236}">
                  <a16:creationId xmlns:a16="http://schemas.microsoft.com/office/drawing/2014/main" id="{1D8444E0-3B0A-0531-4490-883DA5BFE453}"/>
                </a:ext>
              </a:extLst>
            </p:cNvPr>
            <p:cNvSpPr/>
            <p:nvPr/>
          </p:nvSpPr>
          <p:spPr>
            <a:xfrm>
              <a:off x="51981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B3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07">
              <a:extLst>
                <a:ext uri="{FF2B5EF4-FFF2-40B4-BE49-F238E27FC236}">
                  <a16:creationId xmlns:a16="http://schemas.microsoft.com/office/drawing/2014/main" id="{CE9C80E3-3B79-EDC4-0A0F-F40A62CCC62B}"/>
                </a:ext>
              </a:extLst>
            </p:cNvPr>
            <p:cNvSpPr/>
            <p:nvPr/>
          </p:nvSpPr>
          <p:spPr>
            <a:xfrm>
              <a:off x="524510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C3E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08">
              <a:extLst>
                <a:ext uri="{FF2B5EF4-FFF2-40B4-BE49-F238E27FC236}">
                  <a16:creationId xmlns:a16="http://schemas.microsoft.com/office/drawing/2014/main" id="{3A8D306E-3A8A-19F5-664A-5DFDFD82EE81}"/>
                </a:ext>
              </a:extLst>
            </p:cNvPr>
            <p:cNvSpPr/>
            <p:nvPr/>
          </p:nvSpPr>
          <p:spPr>
            <a:xfrm>
              <a:off x="52908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D3F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09">
              <a:extLst>
                <a:ext uri="{FF2B5EF4-FFF2-40B4-BE49-F238E27FC236}">
                  <a16:creationId xmlns:a16="http://schemas.microsoft.com/office/drawing/2014/main" id="{F5438315-7F5F-8473-9A26-3ABE8E456249}"/>
                </a:ext>
              </a:extLst>
            </p:cNvPr>
            <p:cNvSpPr/>
            <p:nvPr/>
          </p:nvSpPr>
          <p:spPr>
            <a:xfrm>
              <a:off x="53378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0E40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0">
              <a:extLst>
                <a:ext uri="{FF2B5EF4-FFF2-40B4-BE49-F238E27FC236}">
                  <a16:creationId xmlns:a16="http://schemas.microsoft.com/office/drawing/2014/main" id="{A6EFC7D8-C04B-9CE2-553C-E2FDEEB3A4D1}"/>
                </a:ext>
              </a:extLst>
            </p:cNvPr>
            <p:cNvSpPr/>
            <p:nvPr/>
          </p:nvSpPr>
          <p:spPr>
            <a:xfrm>
              <a:off x="538480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F41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1">
              <a:extLst>
                <a:ext uri="{FF2B5EF4-FFF2-40B4-BE49-F238E27FC236}">
                  <a16:creationId xmlns:a16="http://schemas.microsoft.com/office/drawing/2014/main" id="{03EF9054-6E64-BFB1-CA71-29C40944E81D}"/>
                </a:ext>
              </a:extLst>
            </p:cNvPr>
            <p:cNvSpPr/>
            <p:nvPr/>
          </p:nvSpPr>
          <p:spPr>
            <a:xfrm>
              <a:off x="54305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042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2">
              <a:extLst>
                <a:ext uri="{FF2B5EF4-FFF2-40B4-BE49-F238E27FC236}">
                  <a16:creationId xmlns:a16="http://schemas.microsoft.com/office/drawing/2014/main" id="{7406EB40-16CF-AC1B-31E5-5B6CD58E9441}"/>
                </a:ext>
              </a:extLst>
            </p:cNvPr>
            <p:cNvSpPr/>
            <p:nvPr/>
          </p:nvSpPr>
          <p:spPr>
            <a:xfrm>
              <a:off x="54775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142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3">
              <a:extLst>
                <a:ext uri="{FF2B5EF4-FFF2-40B4-BE49-F238E27FC236}">
                  <a16:creationId xmlns:a16="http://schemas.microsoft.com/office/drawing/2014/main" id="{1E8F4AAA-746A-D182-AD49-472B6ADD2BA1}"/>
                </a:ext>
              </a:extLst>
            </p:cNvPr>
            <p:cNvSpPr/>
            <p:nvPr/>
          </p:nvSpPr>
          <p:spPr>
            <a:xfrm>
              <a:off x="55245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243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4">
              <a:extLst>
                <a:ext uri="{FF2B5EF4-FFF2-40B4-BE49-F238E27FC236}">
                  <a16:creationId xmlns:a16="http://schemas.microsoft.com/office/drawing/2014/main" id="{AED83DE2-0F5C-C746-60B7-36D85D296D27}"/>
                </a:ext>
              </a:extLst>
            </p:cNvPr>
            <p:cNvSpPr/>
            <p:nvPr/>
          </p:nvSpPr>
          <p:spPr>
            <a:xfrm>
              <a:off x="557149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1344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15">
              <a:extLst>
                <a:ext uri="{FF2B5EF4-FFF2-40B4-BE49-F238E27FC236}">
                  <a16:creationId xmlns:a16="http://schemas.microsoft.com/office/drawing/2014/main" id="{C5B76C4C-2B8D-353B-B329-982A5EA1D0C2}"/>
                </a:ext>
              </a:extLst>
            </p:cNvPr>
            <p:cNvSpPr/>
            <p:nvPr/>
          </p:nvSpPr>
          <p:spPr>
            <a:xfrm>
              <a:off x="56172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445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16">
              <a:extLst>
                <a:ext uri="{FF2B5EF4-FFF2-40B4-BE49-F238E27FC236}">
                  <a16:creationId xmlns:a16="http://schemas.microsoft.com/office/drawing/2014/main" id="{456993A9-BB45-E9B7-1194-4B3FD118B00E}"/>
                </a:ext>
              </a:extLst>
            </p:cNvPr>
            <p:cNvSpPr/>
            <p:nvPr/>
          </p:nvSpPr>
          <p:spPr>
            <a:xfrm>
              <a:off x="56642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545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17">
              <a:extLst>
                <a:ext uri="{FF2B5EF4-FFF2-40B4-BE49-F238E27FC236}">
                  <a16:creationId xmlns:a16="http://schemas.microsoft.com/office/drawing/2014/main" id="{CD51C174-05C1-A939-32E3-110BE0952F01}"/>
                </a:ext>
              </a:extLst>
            </p:cNvPr>
            <p:cNvSpPr/>
            <p:nvPr/>
          </p:nvSpPr>
          <p:spPr>
            <a:xfrm>
              <a:off x="571119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1646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18">
              <a:extLst>
                <a:ext uri="{FF2B5EF4-FFF2-40B4-BE49-F238E27FC236}">
                  <a16:creationId xmlns:a16="http://schemas.microsoft.com/office/drawing/2014/main" id="{F22F99E9-2ECD-FB4D-DA63-8930F02C52C5}"/>
                </a:ext>
              </a:extLst>
            </p:cNvPr>
            <p:cNvSpPr/>
            <p:nvPr/>
          </p:nvSpPr>
          <p:spPr>
            <a:xfrm>
              <a:off x="57569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747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19">
              <a:extLst>
                <a:ext uri="{FF2B5EF4-FFF2-40B4-BE49-F238E27FC236}">
                  <a16:creationId xmlns:a16="http://schemas.microsoft.com/office/drawing/2014/main" id="{31A3983A-D60A-5FCD-57F2-CE4512C82AB8}"/>
                </a:ext>
              </a:extLst>
            </p:cNvPr>
            <p:cNvSpPr/>
            <p:nvPr/>
          </p:nvSpPr>
          <p:spPr>
            <a:xfrm>
              <a:off x="58039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84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0">
              <a:extLst>
                <a:ext uri="{FF2B5EF4-FFF2-40B4-BE49-F238E27FC236}">
                  <a16:creationId xmlns:a16="http://schemas.microsoft.com/office/drawing/2014/main" id="{B7B00392-1031-ADBE-6765-0BA68B9157BE}"/>
                </a:ext>
              </a:extLst>
            </p:cNvPr>
            <p:cNvSpPr/>
            <p:nvPr/>
          </p:nvSpPr>
          <p:spPr>
            <a:xfrm>
              <a:off x="58508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94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1">
              <a:extLst>
                <a:ext uri="{FF2B5EF4-FFF2-40B4-BE49-F238E27FC236}">
                  <a16:creationId xmlns:a16="http://schemas.microsoft.com/office/drawing/2014/main" id="{4A83A7A0-919C-8A08-9E82-18438C47D270}"/>
                </a:ext>
              </a:extLst>
            </p:cNvPr>
            <p:cNvSpPr/>
            <p:nvPr/>
          </p:nvSpPr>
          <p:spPr>
            <a:xfrm>
              <a:off x="589788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1A4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2">
              <a:extLst>
                <a:ext uri="{FF2B5EF4-FFF2-40B4-BE49-F238E27FC236}">
                  <a16:creationId xmlns:a16="http://schemas.microsoft.com/office/drawing/2014/main" id="{8212B024-7CE7-5A06-B19F-4BCB2413C1B4}"/>
                </a:ext>
              </a:extLst>
            </p:cNvPr>
            <p:cNvSpPr/>
            <p:nvPr/>
          </p:nvSpPr>
          <p:spPr>
            <a:xfrm>
              <a:off x="59436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89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6989" y="3093720"/>
                  </a:lnTo>
                  <a:lnTo>
                    <a:pt x="46989" y="0"/>
                  </a:lnTo>
                  <a:close/>
                </a:path>
              </a:pathLst>
            </a:custGeom>
            <a:solidFill>
              <a:srgbClr val="1B4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3">
              <a:extLst>
                <a:ext uri="{FF2B5EF4-FFF2-40B4-BE49-F238E27FC236}">
                  <a16:creationId xmlns:a16="http://schemas.microsoft.com/office/drawing/2014/main" id="{8998B2A2-6069-933B-63BA-38F612C66C05}"/>
                </a:ext>
              </a:extLst>
            </p:cNvPr>
            <p:cNvSpPr/>
            <p:nvPr/>
          </p:nvSpPr>
          <p:spPr>
            <a:xfrm>
              <a:off x="599058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89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6989" y="3093720"/>
                  </a:lnTo>
                  <a:lnTo>
                    <a:pt x="46989" y="0"/>
                  </a:lnTo>
                  <a:close/>
                </a:path>
              </a:pathLst>
            </a:custGeom>
            <a:solidFill>
              <a:srgbClr val="1C4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4">
              <a:extLst>
                <a:ext uri="{FF2B5EF4-FFF2-40B4-BE49-F238E27FC236}">
                  <a16:creationId xmlns:a16="http://schemas.microsoft.com/office/drawing/2014/main" id="{7D4C2F51-DF73-CBA6-1BEE-864E570A4346}"/>
                </a:ext>
              </a:extLst>
            </p:cNvPr>
            <p:cNvSpPr/>
            <p:nvPr/>
          </p:nvSpPr>
          <p:spPr>
            <a:xfrm>
              <a:off x="60375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D4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25">
              <a:extLst>
                <a:ext uri="{FF2B5EF4-FFF2-40B4-BE49-F238E27FC236}">
                  <a16:creationId xmlns:a16="http://schemas.microsoft.com/office/drawing/2014/main" id="{B07783D4-F951-2FD6-4870-F06C25241923}"/>
                </a:ext>
              </a:extLst>
            </p:cNvPr>
            <p:cNvSpPr/>
            <p:nvPr/>
          </p:nvSpPr>
          <p:spPr>
            <a:xfrm>
              <a:off x="6084569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19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5719" y="309372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1E4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26">
              <a:extLst>
                <a:ext uri="{FF2B5EF4-FFF2-40B4-BE49-F238E27FC236}">
                  <a16:creationId xmlns:a16="http://schemas.microsoft.com/office/drawing/2014/main" id="{DA69351C-6917-2F3E-67FC-8BB4C43AD9A5}"/>
                </a:ext>
              </a:extLst>
            </p:cNvPr>
            <p:cNvSpPr/>
            <p:nvPr/>
          </p:nvSpPr>
          <p:spPr>
            <a:xfrm>
              <a:off x="61302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1F4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27">
              <a:extLst>
                <a:ext uri="{FF2B5EF4-FFF2-40B4-BE49-F238E27FC236}">
                  <a16:creationId xmlns:a16="http://schemas.microsoft.com/office/drawing/2014/main" id="{53899BAF-1571-9A71-5A1C-04625C5EFDB8}"/>
                </a:ext>
              </a:extLst>
            </p:cNvPr>
            <p:cNvSpPr/>
            <p:nvPr/>
          </p:nvSpPr>
          <p:spPr>
            <a:xfrm>
              <a:off x="61772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04E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28">
              <a:extLst>
                <a:ext uri="{FF2B5EF4-FFF2-40B4-BE49-F238E27FC236}">
                  <a16:creationId xmlns:a16="http://schemas.microsoft.com/office/drawing/2014/main" id="{318AB5BC-0E9A-ED65-9762-2F799B7AA671}"/>
                </a:ext>
              </a:extLst>
            </p:cNvPr>
            <p:cNvSpPr/>
            <p:nvPr/>
          </p:nvSpPr>
          <p:spPr>
            <a:xfrm>
              <a:off x="622427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214F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29">
              <a:extLst>
                <a:ext uri="{FF2B5EF4-FFF2-40B4-BE49-F238E27FC236}">
                  <a16:creationId xmlns:a16="http://schemas.microsoft.com/office/drawing/2014/main" id="{6A5DC14A-D5ED-0E31-AC93-0C6C3B857298}"/>
                </a:ext>
              </a:extLst>
            </p:cNvPr>
            <p:cNvSpPr/>
            <p:nvPr/>
          </p:nvSpPr>
          <p:spPr>
            <a:xfrm>
              <a:off x="62699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250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0">
              <a:extLst>
                <a:ext uri="{FF2B5EF4-FFF2-40B4-BE49-F238E27FC236}">
                  <a16:creationId xmlns:a16="http://schemas.microsoft.com/office/drawing/2014/main" id="{6A2C9989-3BDE-F093-CDF0-0F96A82939AB}"/>
                </a:ext>
              </a:extLst>
            </p:cNvPr>
            <p:cNvSpPr/>
            <p:nvPr/>
          </p:nvSpPr>
          <p:spPr>
            <a:xfrm>
              <a:off x="63169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350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1">
              <a:extLst>
                <a:ext uri="{FF2B5EF4-FFF2-40B4-BE49-F238E27FC236}">
                  <a16:creationId xmlns:a16="http://schemas.microsoft.com/office/drawing/2014/main" id="{3AD3D20E-C100-BEF9-5D3F-25B5F80199BE}"/>
                </a:ext>
              </a:extLst>
            </p:cNvPr>
            <p:cNvSpPr/>
            <p:nvPr/>
          </p:nvSpPr>
          <p:spPr>
            <a:xfrm>
              <a:off x="63639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89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89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451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2">
              <a:extLst>
                <a:ext uri="{FF2B5EF4-FFF2-40B4-BE49-F238E27FC236}">
                  <a16:creationId xmlns:a16="http://schemas.microsoft.com/office/drawing/2014/main" id="{B38CAE8D-6C80-B4E9-4067-7313DA2F14AB}"/>
                </a:ext>
              </a:extLst>
            </p:cNvPr>
            <p:cNvSpPr/>
            <p:nvPr/>
          </p:nvSpPr>
          <p:spPr>
            <a:xfrm>
              <a:off x="641096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2552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3">
              <a:extLst>
                <a:ext uri="{FF2B5EF4-FFF2-40B4-BE49-F238E27FC236}">
                  <a16:creationId xmlns:a16="http://schemas.microsoft.com/office/drawing/2014/main" id="{76411F09-D421-7B7F-1AAB-9681BA4B0AE0}"/>
                </a:ext>
              </a:extLst>
            </p:cNvPr>
            <p:cNvSpPr/>
            <p:nvPr/>
          </p:nvSpPr>
          <p:spPr>
            <a:xfrm>
              <a:off x="64566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653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4">
              <a:extLst>
                <a:ext uri="{FF2B5EF4-FFF2-40B4-BE49-F238E27FC236}">
                  <a16:creationId xmlns:a16="http://schemas.microsoft.com/office/drawing/2014/main" id="{4B471C8A-A022-C15A-62ED-3BAADB940BE0}"/>
                </a:ext>
              </a:extLst>
            </p:cNvPr>
            <p:cNvSpPr/>
            <p:nvPr/>
          </p:nvSpPr>
          <p:spPr>
            <a:xfrm>
              <a:off x="65036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77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77" y="3093720"/>
                  </a:lnTo>
                  <a:lnTo>
                    <a:pt x="46977" y="2979420"/>
                  </a:lnTo>
                  <a:close/>
                </a:path>
                <a:path w="46990" h="3093720">
                  <a:moveTo>
                    <a:pt x="46977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77" y="508000"/>
                  </a:lnTo>
                  <a:lnTo>
                    <a:pt x="46977" y="0"/>
                  </a:lnTo>
                  <a:close/>
                </a:path>
              </a:pathLst>
            </a:custGeom>
            <a:solidFill>
              <a:srgbClr val="2754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35">
              <a:extLst>
                <a:ext uri="{FF2B5EF4-FFF2-40B4-BE49-F238E27FC236}">
                  <a16:creationId xmlns:a16="http://schemas.microsoft.com/office/drawing/2014/main" id="{EADC32BB-6CB9-9968-9F5E-1C9A7B125783}"/>
                </a:ext>
              </a:extLst>
            </p:cNvPr>
            <p:cNvSpPr/>
            <p:nvPr/>
          </p:nvSpPr>
          <p:spPr>
            <a:xfrm>
              <a:off x="6550647" y="3642359"/>
              <a:ext cx="46355" cy="3093720"/>
            </a:xfrm>
            <a:custGeom>
              <a:avLst/>
              <a:gdLst/>
              <a:ahLst/>
              <a:cxnLst/>
              <a:rect l="l" t="t" r="r" b="b"/>
              <a:pathLst>
                <a:path w="46354" h="3093720">
                  <a:moveTo>
                    <a:pt x="45732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32" y="3093720"/>
                  </a:lnTo>
                  <a:lnTo>
                    <a:pt x="45732" y="2979420"/>
                  </a:lnTo>
                  <a:close/>
                </a:path>
                <a:path w="46354" h="3093720">
                  <a:moveTo>
                    <a:pt x="45732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32" y="508000"/>
                  </a:lnTo>
                  <a:lnTo>
                    <a:pt x="45732" y="0"/>
                  </a:lnTo>
                  <a:close/>
                </a:path>
              </a:pathLst>
            </a:custGeom>
            <a:solidFill>
              <a:srgbClr val="2854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36">
              <a:extLst>
                <a:ext uri="{FF2B5EF4-FFF2-40B4-BE49-F238E27FC236}">
                  <a16:creationId xmlns:a16="http://schemas.microsoft.com/office/drawing/2014/main" id="{9873316A-C3E9-BACD-0633-8EE345D9DF00}"/>
                </a:ext>
              </a:extLst>
            </p:cNvPr>
            <p:cNvSpPr/>
            <p:nvPr/>
          </p:nvSpPr>
          <p:spPr>
            <a:xfrm>
              <a:off x="65963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955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37">
              <a:extLst>
                <a:ext uri="{FF2B5EF4-FFF2-40B4-BE49-F238E27FC236}">
                  <a16:creationId xmlns:a16="http://schemas.microsoft.com/office/drawing/2014/main" id="{F53066D9-E8F6-BF7C-6424-5525ECD5498D}"/>
                </a:ext>
              </a:extLst>
            </p:cNvPr>
            <p:cNvSpPr/>
            <p:nvPr/>
          </p:nvSpPr>
          <p:spPr>
            <a:xfrm>
              <a:off x="66433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A56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38">
              <a:extLst>
                <a:ext uri="{FF2B5EF4-FFF2-40B4-BE49-F238E27FC236}">
                  <a16:creationId xmlns:a16="http://schemas.microsoft.com/office/drawing/2014/main" id="{90B0C8B3-D2C1-7E84-C0BF-975053CB860B}"/>
                </a:ext>
              </a:extLst>
            </p:cNvPr>
            <p:cNvSpPr/>
            <p:nvPr/>
          </p:nvSpPr>
          <p:spPr>
            <a:xfrm>
              <a:off x="669036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B57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39">
              <a:extLst>
                <a:ext uri="{FF2B5EF4-FFF2-40B4-BE49-F238E27FC236}">
                  <a16:creationId xmlns:a16="http://schemas.microsoft.com/office/drawing/2014/main" id="{4822F3C0-060D-C876-17F2-AAD69B31A87C}"/>
                </a:ext>
              </a:extLst>
            </p:cNvPr>
            <p:cNvSpPr/>
            <p:nvPr/>
          </p:nvSpPr>
          <p:spPr>
            <a:xfrm>
              <a:off x="673735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2C57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0">
              <a:extLst>
                <a:ext uri="{FF2B5EF4-FFF2-40B4-BE49-F238E27FC236}">
                  <a16:creationId xmlns:a16="http://schemas.microsoft.com/office/drawing/2014/main" id="{2DB5F10E-F376-6257-9224-B8E74FA26F8F}"/>
                </a:ext>
              </a:extLst>
            </p:cNvPr>
            <p:cNvSpPr/>
            <p:nvPr/>
          </p:nvSpPr>
          <p:spPr>
            <a:xfrm>
              <a:off x="678307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D58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1">
              <a:extLst>
                <a:ext uri="{FF2B5EF4-FFF2-40B4-BE49-F238E27FC236}">
                  <a16:creationId xmlns:a16="http://schemas.microsoft.com/office/drawing/2014/main" id="{39949F84-F2A9-419E-4DF6-369FC1F26CDA}"/>
                </a:ext>
              </a:extLst>
            </p:cNvPr>
            <p:cNvSpPr/>
            <p:nvPr/>
          </p:nvSpPr>
          <p:spPr>
            <a:xfrm>
              <a:off x="683005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E59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2">
              <a:extLst>
                <a:ext uri="{FF2B5EF4-FFF2-40B4-BE49-F238E27FC236}">
                  <a16:creationId xmlns:a16="http://schemas.microsoft.com/office/drawing/2014/main" id="{0A4EE979-E3B5-11C5-FB69-3F4FC5705CDF}"/>
                </a:ext>
              </a:extLst>
            </p:cNvPr>
            <p:cNvSpPr/>
            <p:nvPr/>
          </p:nvSpPr>
          <p:spPr>
            <a:xfrm>
              <a:off x="68770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2F5A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3">
              <a:extLst>
                <a:ext uri="{FF2B5EF4-FFF2-40B4-BE49-F238E27FC236}">
                  <a16:creationId xmlns:a16="http://schemas.microsoft.com/office/drawing/2014/main" id="{8A6799F7-0FC1-912C-5507-A06D7C62E1EA}"/>
                </a:ext>
              </a:extLst>
            </p:cNvPr>
            <p:cNvSpPr/>
            <p:nvPr/>
          </p:nvSpPr>
          <p:spPr>
            <a:xfrm>
              <a:off x="692404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05B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4">
              <a:extLst>
                <a:ext uri="{FF2B5EF4-FFF2-40B4-BE49-F238E27FC236}">
                  <a16:creationId xmlns:a16="http://schemas.microsoft.com/office/drawing/2014/main" id="{C0F6AA34-1080-28B0-D8EB-0249418FF3D8}"/>
                </a:ext>
              </a:extLst>
            </p:cNvPr>
            <p:cNvSpPr/>
            <p:nvPr/>
          </p:nvSpPr>
          <p:spPr>
            <a:xfrm>
              <a:off x="696975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15B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45">
              <a:extLst>
                <a:ext uri="{FF2B5EF4-FFF2-40B4-BE49-F238E27FC236}">
                  <a16:creationId xmlns:a16="http://schemas.microsoft.com/office/drawing/2014/main" id="{5D3787D8-F773-A360-E766-FD433FAA4C14}"/>
                </a:ext>
              </a:extLst>
            </p:cNvPr>
            <p:cNvSpPr/>
            <p:nvPr/>
          </p:nvSpPr>
          <p:spPr>
            <a:xfrm>
              <a:off x="70167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35C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46">
              <a:extLst>
                <a:ext uri="{FF2B5EF4-FFF2-40B4-BE49-F238E27FC236}">
                  <a16:creationId xmlns:a16="http://schemas.microsoft.com/office/drawing/2014/main" id="{4A7DFBE2-FCBF-6372-D28A-8D55D581AEF7}"/>
                </a:ext>
              </a:extLst>
            </p:cNvPr>
            <p:cNvSpPr/>
            <p:nvPr/>
          </p:nvSpPr>
          <p:spPr>
            <a:xfrm>
              <a:off x="706374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35D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47">
              <a:extLst>
                <a:ext uri="{FF2B5EF4-FFF2-40B4-BE49-F238E27FC236}">
                  <a16:creationId xmlns:a16="http://schemas.microsoft.com/office/drawing/2014/main" id="{E60D37BE-81AA-0097-79E9-13B92C290E0F}"/>
                </a:ext>
              </a:extLst>
            </p:cNvPr>
            <p:cNvSpPr/>
            <p:nvPr/>
          </p:nvSpPr>
          <p:spPr>
            <a:xfrm>
              <a:off x="710945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45E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48">
              <a:extLst>
                <a:ext uri="{FF2B5EF4-FFF2-40B4-BE49-F238E27FC236}">
                  <a16:creationId xmlns:a16="http://schemas.microsoft.com/office/drawing/2014/main" id="{F887CE8E-43CF-28E1-3F3E-2613103B806C}"/>
                </a:ext>
              </a:extLst>
            </p:cNvPr>
            <p:cNvSpPr/>
            <p:nvPr/>
          </p:nvSpPr>
          <p:spPr>
            <a:xfrm>
              <a:off x="71564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55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49">
              <a:extLst>
                <a:ext uri="{FF2B5EF4-FFF2-40B4-BE49-F238E27FC236}">
                  <a16:creationId xmlns:a16="http://schemas.microsoft.com/office/drawing/2014/main" id="{55BE3836-7BA3-45C1-C2E5-6092FFA8886E}"/>
                </a:ext>
              </a:extLst>
            </p:cNvPr>
            <p:cNvSpPr/>
            <p:nvPr/>
          </p:nvSpPr>
          <p:spPr>
            <a:xfrm>
              <a:off x="72034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65F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0">
              <a:extLst>
                <a:ext uri="{FF2B5EF4-FFF2-40B4-BE49-F238E27FC236}">
                  <a16:creationId xmlns:a16="http://schemas.microsoft.com/office/drawing/2014/main" id="{D9AB5229-BAEF-7470-317F-8BE5A085CB98}"/>
                </a:ext>
              </a:extLst>
            </p:cNvPr>
            <p:cNvSpPr/>
            <p:nvPr/>
          </p:nvSpPr>
          <p:spPr>
            <a:xfrm>
              <a:off x="725043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760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1">
              <a:extLst>
                <a:ext uri="{FF2B5EF4-FFF2-40B4-BE49-F238E27FC236}">
                  <a16:creationId xmlns:a16="http://schemas.microsoft.com/office/drawing/2014/main" id="{212F408C-28C4-7EDE-CD9C-317902201E28}"/>
                </a:ext>
              </a:extLst>
            </p:cNvPr>
            <p:cNvSpPr/>
            <p:nvPr/>
          </p:nvSpPr>
          <p:spPr>
            <a:xfrm>
              <a:off x="729615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861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2">
              <a:extLst>
                <a:ext uri="{FF2B5EF4-FFF2-40B4-BE49-F238E27FC236}">
                  <a16:creationId xmlns:a16="http://schemas.microsoft.com/office/drawing/2014/main" id="{9BB741F6-0A0B-EF33-7B66-A1E0D1A8D96E}"/>
                </a:ext>
              </a:extLst>
            </p:cNvPr>
            <p:cNvSpPr/>
            <p:nvPr/>
          </p:nvSpPr>
          <p:spPr>
            <a:xfrm>
              <a:off x="73431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962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3">
              <a:extLst>
                <a:ext uri="{FF2B5EF4-FFF2-40B4-BE49-F238E27FC236}">
                  <a16:creationId xmlns:a16="http://schemas.microsoft.com/office/drawing/2014/main" id="{5BFF7851-2924-F6A6-E3D0-FB0CE7CD41CE}"/>
                </a:ext>
              </a:extLst>
            </p:cNvPr>
            <p:cNvSpPr/>
            <p:nvPr/>
          </p:nvSpPr>
          <p:spPr>
            <a:xfrm>
              <a:off x="73901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A62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4">
              <a:extLst>
                <a:ext uri="{FF2B5EF4-FFF2-40B4-BE49-F238E27FC236}">
                  <a16:creationId xmlns:a16="http://schemas.microsoft.com/office/drawing/2014/main" id="{1D8CFA22-B868-51D8-B16C-00A28899441D}"/>
                </a:ext>
              </a:extLst>
            </p:cNvPr>
            <p:cNvSpPr/>
            <p:nvPr/>
          </p:nvSpPr>
          <p:spPr>
            <a:xfrm>
              <a:off x="743712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B63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55">
              <a:extLst>
                <a:ext uri="{FF2B5EF4-FFF2-40B4-BE49-F238E27FC236}">
                  <a16:creationId xmlns:a16="http://schemas.microsoft.com/office/drawing/2014/main" id="{D4CB68AB-E890-1820-A57A-1A47FDAE4454}"/>
                </a:ext>
              </a:extLst>
            </p:cNvPr>
            <p:cNvSpPr/>
            <p:nvPr/>
          </p:nvSpPr>
          <p:spPr>
            <a:xfrm>
              <a:off x="74828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C64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56">
              <a:extLst>
                <a:ext uri="{FF2B5EF4-FFF2-40B4-BE49-F238E27FC236}">
                  <a16:creationId xmlns:a16="http://schemas.microsoft.com/office/drawing/2014/main" id="{436C0768-F279-FF37-A4B1-6C89538DFAA7}"/>
                </a:ext>
              </a:extLst>
            </p:cNvPr>
            <p:cNvSpPr/>
            <p:nvPr/>
          </p:nvSpPr>
          <p:spPr>
            <a:xfrm>
              <a:off x="75298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C66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57">
              <a:extLst>
                <a:ext uri="{FF2B5EF4-FFF2-40B4-BE49-F238E27FC236}">
                  <a16:creationId xmlns:a16="http://schemas.microsoft.com/office/drawing/2014/main" id="{9BBE6F90-76FB-A60B-5486-65F86FB3C869}"/>
                </a:ext>
              </a:extLst>
            </p:cNvPr>
            <p:cNvSpPr/>
            <p:nvPr/>
          </p:nvSpPr>
          <p:spPr>
            <a:xfrm>
              <a:off x="757682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3D6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58">
              <a:extLst>
                <a:ext uri="{FF2B5EF4-FFF2-40B4-BE49-F238E27FC236}">
                  <a16:creationId xmlns:a16="http://schemas.microsoft.com/office/drawing/2014/main" id="{97E4E078-3AB4-C3FA-8A59-BEE219DBF4AB}"/>
                </a:ext>
              </a:extLst>
            </p:cNvPr>
            <p:cNvSpPr/>
            <p:nvPr/>
          </p:nvSpPr>
          <p:spPr>
            <a:xfrm>
              <a:off x="762254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E6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59">
              <a:extLst>
                <a:ext uri="{FF2B5EF4-FFF2-40B4-BE49-F238E27FC236}">
                  <a16:creationId xmlns:a16="http://schemas.microsoft.com/office/drawing/2014/main" id="{EC8E3DBC-5977-1FD2-0086-EF1931F35ECD}"/>
                </a:ext>
              </a:extLst>
            </p:cNvPr>
            <p:cNvSpPr/>
            <p:nvPr/>
          </p:nvSpPr>
          <p:spPr>
            <a:xfrm>
              <a:off x="76695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3F6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0">
              <a:extLst>
                <a:ext uri="{FF2B5EF4-FFF2-40B4-BE49-F238E27FC236}">
                  <a16:creationId xmlns:a16="http://schemas.microsoft.com/office/drawing/2014/main" id="{90EF54D6-AF38-90C2-B50A-35AD9F2B6E22}"/>
                </a:ext>
              </a:extLst>
            </p:cNvPr>
            <p:cNvSpPr/>
            <p:nvPr/>
          </p:nvSpPr>
          <p:spPr>
            <a:xfrm>
              <a:off x="77165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068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1">
              <a:extLst>
                <a:ext uri="{FF2B5EF4-FFF2-40B4-BE49-F238E27FC236}">
                  <a16:creationId xmlns:a16="http://schemas.microsoft.com/office/drawing/2014/main" id="{05F28A78-3649-926D-A0DD-8D9FDABD26A8}"/>
                </a:ext>
              </a:extLst>
            </p:cNvPr>
            <p:cNvSpPr/>
            <p:nvPr/>
          </p:nvSpPr>
          <p:spPr>
            <a:xfrm>
              <a:off x="7763509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16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2">
              <a:extLst>
                <a:ext uri="{FF2B5EF4-FFF2-40B4-BE49-F238E27FC236}">
                  <a16:creationId xmlns:a16="http://schemas.microsoft.com/office/drawing/2014/main" id="{FA804A58-AD01-84E4-D923-5CF9545E75EF}"/>
                </a:ext>
              </a:extLst>
            </p:cNvPr>
            <p:cNvSpPr/>
            <p:nvPr/>
          </p:nvSpPr>
          <p:spPr>
            <a:xfrm>
              <a:off x="78092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269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3">
              <a:extLst>
                <a:ext uri="{FF2B5EF4-FFF2-40B4-BE49-F238E27FC236}">
                  <a16:creationId xmlns:a16="http://schemas.microsoft.com/office/drawing/2014/main" id="{7329D037-67E7-ADAE-E6B9-0BEE4A286F93}"/>
                </a:ext>
              </a:extLst>
            </p:cNvPr>
            <p:cNvSpPr/>
            <p:nvPr/>
          </p:nvSpPr>
          <p:spPr>
            <a:xfrm>
              <a:off x="78562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36A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4">
              <a:extLst>
                <a:ext uri="{FF2B5EF4-FFF2-40B4-BE49-F238E27FC236}">
                  <a16:creationId xmlns:a16="http://schemas.microsoft.com/office/drawing/2014/main" id="{0B854DDB-FB98-9415-BF65-78CCB6F4E92D}"/>
                </a:ext>
              </a:extLst>
            </p:cNvPr>
            <p:cNvSpPr/>
            <p:nvPr/>
          </p:nvSpPr>
          <p:spPr>
            <a:xfrm>
              <a:off x="7903209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46B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65">
              <a:extLst>
                <a:ext uri="{FF2B5EF4-FFF2-40B4-BE49-F238E27FC236}">
                  <a16:creationId xmlns:a16="http://schemas.microsoft.com/office/drawing/2014/main" id="{86EB3867-31FF-82C0-726D-3CD5EB7DAEA4}"/>
                </a:ext>
              </a:extLst>
            </p:cNvPr>
            <p:cNvSpPr/>
            <p:nvPr/>
          </p:nvSpPr>
          <p:spPr>
            <a:xfrm>
              <a:off x="794893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56C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66">
              <a:extLst>
                <a:ext uri="{FF2B5EF4-FFF2-40B4-BE49-F238E27FC236}">
                  <a16:creationId xmlns:a16="http://schemas.microsoft.com/office/drawing/2014/main" id="{354996D5-3907-A804-9187-DBDC1BD202EA}"/>
                </a:ext>
              </a:extLst>
            </p:cNvPr>
            <p:cNvSpPr/>
            <p:nvPr/>
          </p:nvSpPr>
          <p:spPr>
            <a:xfrm>
              <a:off x="79959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66C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67">
              <a:extLst>
                <a:ext uri="{FF2B5EF4-FFF2-40B4-BE49-F238E27FC236}">
                  <a16:creationId xmlns:a16="http://schemas.microsoft.com/office/drawing/2014/main" id="{0D0E751B-5253-F757-945A-F72E1C6A9038}"/>
                </a:ext>
              </a:extLst>
            </p:cNvPr>
            <p:cNvSpPr/>
            <p:nvPr/>
          </p:nvSpPr>
          <p:spPr>
            <a:xfrm>
              <a:off x="8042909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76D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68">
              <a:extLst>
                <a:ext uri="{FF2B5EF4-FFF2-40B4-BE49-F238E27FC236}">
                  <a16:creationId xmlns:a16="http://schemas.microsoft.com/office/drawing/2014/main" id="{A7FA286B-F364-DE9B-C594-2B448DA93E9D}"/>
                </a:ext>
              </a:extLst>
            </p:cNvPr>
            <p:cNvSpPr/>
            <p:nvPr/>
          </p:nvSpPr>
          <p:spPr>
            <a:xfrm>
              <a:off x="808990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86E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69">
              <a:extLst>
                <a:ext uri="{FF2B5EF4-FFF2-40B4-BE49-F238E27FC236}">
                  <a16:creationId xmlns:a16="http://schemas.microsoft.com/office/drawing/2014/main" id="{8CB40632-4AE1-8FBF-129D-9C358E378C40}"/>
                </a:ext>
              </a:extLst>
            </p:cNvPr>
            <p:cNvSpPr/>
            <p:nvPr/>
          </p:nvSpPr>
          <p:spPr>
            <a:xfrm>
              <a:off x="813562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96F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0">
              <a:extLst>
                <a:ext uri="{FF2B5EF4-FFF2-40B4-BE49-F238E27FC236}">
                  <a16:creationId xmlns:a16="http://schemas.microsoft.com/office/drawing/2014/main" id="{BE7DBD06-AED2-4613-C259-10B5263F6D66}"/>
                </a:ext>
              </a:extLst>
            </p:cNvPr>
            <p:cNvSpPr/>
            <p:nvPr/>
          </p:nvSpPr>
          <p:spPr>
            <a:xfrm>
              <a:off x="81826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A70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1">
              <a:extLst>
                <a:ext uri="{FF2B5EF4-FFF2-40B4-BE49-F238E27FC236}">
                  <a16:creationId xmlns:a16="http://schemas.microsoft.com/office/drawing/2014/main" id="{81AF95D7-7139-B1AD-2F58-0309B932987A}"/>
                </a:ext>
              </a:extLst>
            </p:cNvPr>
            <p:cNvSpPr/>
            <p:nvPr/>
          </p:nvSpPr>
          <p:spPr>
            <a:xfrm>
              <a:off x="82296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B70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2">
              <a:extLst>
                <a:ext uri="{FF2B5EF4-FFF2-40B4-BE49-F238E27FC236}">
                  <a16:creationId xmlns:a16="http://schemas.microsoft.com/office/drawing/2014/main" id="{8333D35C-7145-15E8-29D2-70D2E692DE77}"/>
                </a:ext>
              </a:extLst>
            </p:cNvPr>
            <p:cNvSpPr/>
            <p:nvPr/>
          </p:nvSpPr>
          <p:spPr>
            <a:xfrm>
              <a:off x="827659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C71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3">
              <a:extLst>
                <a:ext uri="{FF2B5EF4-FFF2-40B4-BE49-F238E27FC236}">
                  <a16:creationId xmlns:a16="http://schemas.microsoft.com/office/drawing/2014/main" id="{3AFC0193-06CD-392A-2C51-E03DCA663869}"/>
                </a:ext>
              </a:extLst>
            </p:cNvPr>
            <p:cNvSpPr/>
            <p:nvPr/>
          </p:nvSpPr>
          <p:spPr>
            <a:xfrm>
              <a:off x="83223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D72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4">
              <a:extLst>
                <a:ext uri="{FF2B5EF4-FFF2-40B4-BE49-F238E27FC236}">
                  <a16:creationId xmlns:a16="http://schemas.microsoft.com/office/drawing/2014/main" id="{438EF953-5C3C-54A2-4E7E-9DAFA6781D72}"/>
                </a:ext>
              </a:extLst>
            </p:cNvPr>
            <p:cNvSpPr/>
            <p:nvPr/>
          </p:nvSpPr>
          <p:spPr>
            <a:xfrm>
              <a:off x="83693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4E7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75">
              <a:extLst>
                <a:ext uri="{FF2B5EF4-FFF2-40B4-BE49-F238E27FC236}">
                  <a16:creationId xmlns:a16="http://schemas.microsoft.com/office/drawing/2014/main" id="{A49D7F5A-1E25-192B-819D-3B1CE2B168FA}"/>
                </a:ext>
              </a:extLst>
            </p:cNvPr>
            <p:cNvSpPr/>
            <p:nvPr/>
          </p:nvSpPr>
          <p:spPr>
            <a:xfrm>
              <a:off x="841629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4F7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76">
              <a:extLst>
                <a:ext uri="{FF2B5EF4-FFF2-40B4-BE49-F238E27FC236}">
                  <a16:creationId xmlns:a16="http://schemas.microsoft.com/office/drawing/2014/main" id="{A5FA6FC9-6555-FE62-475D-9A63168282EE}"/>
                </a:ext>
              </a:extLst>
            </p:cNvPr>
            <p:cNvSpPr/>
            <p:nvPr/>
          </p:nvSpPr>
          <p:spPr>
            <a:xfrm>
              <a:off x="846201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07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77">
              <a:extLst>
                <a:ext uri="{FF2B5EF4-FFF2-40B4-BE49-F238E27FC236}">
                  <a16:creationId xmlns:a16="http://schemas.microsoft.com/office/drawing/2014/main" id="{802CFF21-0727-0A95-9EAD-466A16F6C372}"/>
                </a:ext>
              </a:extLst>
            </p:cNvPr>
            <p:cNvSpPr/>
            <p:nvPr/>
          </p:nvSpPr>
          <p:spPr>
            <a:xfrm>
              <a:off x="85090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17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78">
              <a:extLst>
                <a:ext uri="{FF2B5EF4-FFF2-40B4-BE49-F238E27FC236}">
                  <a16:creationId xmlns:a16="http://schemas.microsoft.com/office/drawing/2014/main" id="{6A7661C7-053A-6D21-2E5A-BE88160EC014}"/>
                </a:ext>
              </a:extLst>
            </p:cNvPr>
            <p:cNvSpPr/>
            <p:nvPr/>
          </p:nvSpPr>
          <p:spPr>
            <a:xfrm>
              <a:off x="85559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27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79">
              <a:extLst>
                <a:ext uri="{FF2B5EF4-FFF2-40B4-BE49-F238E27FC236}">
                  <a16:creationId xmlns:a16="http://schemas.microsoft.com/office/drawing/2014/main" id="{F5902A52-C682-F715-ED45-4BB05D8C8E8C}"/>
                </a:ext>
              </a:extLst>
            </p:cNvPr>
            <p:cNvSpPr/>
            <p:nvPr/>
          </p:nvSpPr>
          <p:spPr>
            <a:xfrm>
              <a:off x="860298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537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0">
              <a:extLst>
                <a:ext uri="{FF2B5EF4-FFF2-40B4-BE49-F238E27FC236}">
                  <a16:creationId xmlns:a16="http://schemas.microsoft.com/office/drawing/2014/main" id="{860B9EA0-B388-BE5E-53BC-8E87392C97D9}"/>
                </a:ext>
              </a:extLst>
            </p:cNvPr>
            <p:cNvSpPr/>
            <p:nvPr/>
          </p:nvSpPr>
          <p:spPr>
            <a:xfrm>
              <a:off x="864870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47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1">
              <a:extLst>
                <a:ext uri="{FF2B5EF4-FFF2-40B4-BE49-F238E27FC236}">
                  <a16:creationId xmlns:a16="http://schemas.microsoft.com/office/drawing/2014/main" id="{C3B47D5E-1823-DBA1-8B2E-74FE6FC7840D}"/>
                </a:ext>
              </a:extLst>
            </p:cNvPr>
            <p:cNvSpPr/>
            <p:nvPr/>
          </p:nvSpPr>
          <p:spPr>
            <a:xfrm>
              <a:off x="86956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57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2">
              <a:extLst>
                <a:ext uri="{FF2B5EF4-FFF2-40B4-BE49-F238E27FC236}">
                  <a16:creationId xmlns:a16="http://schemas.microsoft.com/office/drawing/2014/main" id="{800F0872-8AC0-8449-C04F-345418C1C6C1}"/>
                </a:ext>
              </a:extLst>
            </p:cNvPr>
            <p:cNvSpPr/>
            <p:nvPr/>
          </p:nvSpPr>
          <p:spPr>
            <a:xfrm>
              <a:off x="874268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9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6990" y="3093720"/>
                  </a:lnTo>
                  <a:lnTo>
                    <a:pt x="46990" y="2979420"/>
                  </a:lnTo>
                  <a:close/>
                </a:path>
                <a:path w="46990" h="3093720">
                  <a:moveTo>
                    <a:pt x="4699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6990" y="508000"/>
                  </a:lnTo>
                  <a:lnTo>
                    <a:pt x="46990" y="0"/>
                  </a:lnTo>
                  <a:close/>
                </a:path>
              </a:pathLst>
            </a:custGeom>
            <a:solidFill>
              <a:srgbClr val="5679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3">
              <a:extLst>
                <a:ext uri="{FF2B5EF4-FFF2-40B4-BE49-F238E27FC236}">
                  <a16:creationId xmlns:a16="http://schemas.microsoft.com/office/drawing/2014/main" id="{69D311B1-5EBB-C82A-E788-684A4F85D532}"/>
                </a:ext>
              </a:extLst>
            </p:cNvPr>
            <p:cNvSpPr/>
            <p:nvPr/>
          </p:nvSpPr>
          <p:spPr>
            <a:xfrm>
              <a:off x="8789670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2979420"/>
                  </a:moveTo>
                  <a:lnTo>
                    <a:pt x="0" y="297942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2979420"/>
                  </a:lnTo>
                  <a:close/>
                </a:path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508000"/>
                  </a:lnTo>
                  <a:lnTo>
                    <a:pt x="45720" y="50800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577A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4">
              <a:extLst>
                <a:ext uri="{FF2B5EF4-FFF2-40B4-BE49-F238E27FC236}">
                  <a16:creationId xmlns:a16="http://schemas.microsoft.com/office/drawing/2014/main" id="{27A32D1E-8C78-432D-3961-FD9C25C7D00A}"/>
                </a:ext>
              </a:extLst>
            </p:cNvPr>
            <p:cNvSpPr/>
            <p:nvPr/>
          </p:nvSpPr>
          <p:spPr>
            <a:xfrm>
              <a:off x="8835390" y="3642359"/>
              <a:ext cx="46990" cy="3093720"/>
            </a:xfrm>
            <a:custGeom>
              <a:avLst/>
              <a:gdLst/>
              <a:ahLst/>
              <a:cxnLst/>
              <a:rect l="l" t="t" r="r" b="b"/>
              <a:pathLst>
                <a:path w="46990" h="3093720">
                  <a:moveTo>
                    <a:pt x="46989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6989" y="3093720"/>
                  </a:lnTo>
                  <a:lnTo>
                    <a:pt x="46989" y="0"/>
                  </a:lnTo>
                  <a:close/>
                </a:path>
              </a:pathLst>
            </a:custGeom>
            <a:solidFill>
              <a:srgbClr val="587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85">
              <a:extLst>
                <a:ext uri="{FF2B5EF4-FFF2-40B4-BE49-F238E27FC236}">
                  <a16:creationId xmlns:a16="http://schemas.microsoft.com/office/drawing/2014/main" id="{CB998050-51BD-A20F-0326-BB43FD6A9639}"/>
                </a:ext>
              </a:extLst>
            </p:cNvPr>
            <p:cNvSpPr/>
            <p:nvPr/>
          </p:nvSpPr>
          <p:spPr>
            <a:xfrm>
              <a:off x="8882379" y="3642359"/>
              <a:ext cx="45720" cy="3093720"/>
            </a:xfrm>
            <a:custGeom>
              <a:avLst/>
              <a:gdLst/>
              <a:ahLst/>
              <a:cxnLst/>
              <a:rect l="l" t="t" r="r" b="b"/>
              <a:pathLst>
                <a:path w="45720" h="3093720">
                  <a:moveTo>
                    <a:pt x="45720" y="0"/>
                  </a:moveTo>
                  <a:lnTo>
                    <a:pt x="0" y="0"/>
                  </a:lnTo>
                  <a:lnTo>
                    <a:pt x="0" y="3093720"/>
                  </a:lnTo>
                  <a:lnTo>
                    <a:pt x="45720" y="309372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597B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86">
              <a:extLst>
                <a:ext uri="{FF2B5EF4-FFF2-40B4-BE49-F238E27FC236}">
                  <a16:creationId xmlns:a16="http://schemas.microsoft.com/office/drawing/2014/main" id="{26ABEDA6-054C-782A-9BDD-03745DB4DC72}"/>
                </a:ext>
              </a:extLst>
            </p:cNvPr>
            <p:cNvSpPr/>
            <p:nvPr/>
          </p:nvSpPr>
          <p:spPr>
            <a:xfrm>
              <a:off x="8928100" y="3642359"/>
              <a:ext cx="0" cy="3093720"/>
            </a:xfrm>
            <a:custGeom>
              <a:avLst/>
              <a:gdLst/>
              <a:ahLst/>
              <a:cxnLst/>
              <a:rect l="l" t="t" r="r" b="b"/>
              <a:pathLst>
                <a:path h="3093720">
                  <a:moveTo>
                    <a:pt x="0" y="0"/>
                  </a:moveTo>
                  <a:lnTo>
                    <a:pt x="0" y="30937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7D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87">
              <a:extLst>
                <a:ext uri="{FF2B5EF4-FFF2-40B4-BE49-F238E27FC236}">
                  <a16:creationId xmlns:a16="http://schemas.microsoft.com/office/drawing/2014/main" id="{A0409048-4D54-9D3A-DC69-F5DB4AFFA33D}"/>
                </a:ext>
              </a:extLst>
            </p:cNvPr>
            <p:cNvSpPr/>
            <p:nvPr/>
          </p:nvSpPr>
          <p:spPr>
            <a:xfrm>
              <a:off x="302259" y="3643629"/>
              <a:ext cx="8625840" cy="3092450"/>
            </a:xfrm>
            <a:custGeom>
              <a:avLst/>
              <a:gdLst/>
              <a:ahLst/>
              <a:cxnLst/>
              <a:rect l="l" t="t" r="r" b="b"/>
              <a:pathLst>
                <a:path w="8625840" h="3092450">
                  <a:moveTo>
                    <a:pt x="4312920" y="3092450"/>
                  </a:moveTo>
                  <a:lnTo>
                    <a:pt x="0" y="3092450"/>
                  </a:lnTo>
                  <a:lnTo>
                    <a:pt x="0" y="0"/>
                  </a:lnTo>
                  <a:lnTo>
                    <a:pt x="8625840" y="0"/>
                  </a:lnTo>
                  <a:lnTo>
                    <a:pt x="8625840" y="3092450"/>
                  </a:lnTo>
                  <a:lnTo>
                    <a:pt x="4312920" y="3092450"/>
                  </a:lnTo>
                  <a:close/>
                </a:path>
              </a:pathLst>
            </a:custGeom>
            <a:ln w="19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88">
              <a:extLst>
                <a:ext uri="{FF2B5EF4-FFF2-40B4-BE49-F238E27FC236}">
                  <a16:creationId xmlns:a16="http://schemas.microsoft.com/office/drawing/2014/main" id="{D23AC591-93B6-D7E7-2C2C-A2710A45A111}"/>
                </a:ext>
              </a:extLst>
            </p:cNvPr>
            <p:cNvSpPr/>
            <p:nvPr/>
          </p:nvSpPr>
          <p:spPr>
            <a:xfrm>
              <a:off x="389890" y="4150359"/>
              <a:ext cx="2747010" cy="144780"/>
            </a:xfrm>
            <a:custGeom>
              <a:avLst/>
              <a:gdLst/>
              <a:ahLst/>
              <a:cxnLst/>
              <a:rect l="l" t="t" r="r" b="b"/>
              <a:pathLst>
                <a:path w="2747010" h="14477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0" y="144780"/>
                  </a:lnTo>
                  <a:lnTo>
                    <a:pt x="2747010" y="14478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DEA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89">
              <a:extLst>
                <a:ext uri="{FF2B5EF4-FFF2-40B4-BE49-F238E27FC236}">
                  <a16:creationId xmlns:a16="http://schemas.microsoft.com/office/drawing/2014/main" id="{67999830-EAFA-C583-A207-86A73A32BDFF}"/>
                </a:ext>
              </a:extLst>
            </p:cNvPr>
            <p:cNvSpPr/>
            <p:nvPr/>
          </p:nvSpPr>
          <p:spPr>
            <a:xfrm>
              <a:off x="389889" y="4295139"/>
              <a:ext cx="2747010" cy="73660"/>
            </a:xfrm>
            <a:custGeom>
              <a:avLst/>
              <a:gdLst/>
              <a:ahLst/>
              <a:cxnLst/>
              <a:rect l="l" t="t" r="r" b="b"/>
              <a:pathLst>
                <a:path w="2747010" h="73660">
                  <a:moveTo>
                    <a:pt x="2747010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7010" y="7366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CE9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0">
              <a:extLst>
                <a:ext uri="{FF2B5EF4-FFF2-40B4-BE49-F238E27FC236}">
                  <a16:creationId xmlns:a16="http://schemas.microsoft.com/office/drawing/2014/main" id="{897E88E3-A36F-A97D-2BFD-FB6C07FD878E}"/>
                </a:ext>
              </a:extLst>
            </p:cNvPr>
            <p:cNvSpPr/>
            <p:nvPr/>
          </p:nvSpPr>
          <p:spPr>
            <a:xfrm>
              <a:off x="389889" y="436879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BE9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1">
              <a:extLst>
                <a:ext uri="{FF2B5EF4-FFF2-40B4-BE49-F238E27FC236}">
                  <a16:creationId xmlns:a16="http://schemas.microsoft.com/office/drawing/2014/main" id="{DBE6672B-4473-1E24-D739-53B5BD4D6019}"/>
                </a:ext>
              </a:extLst>
            </p:cNvPr>
            <p:cNvSpPr/>
            <p:nvPr/>
          </p:nvSpPr>
          <p:spPr>
            <a:xfrm>
              <a:off x="389889" y="444118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AE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2">
              <a:extLst>
                <a:ext uri="{FF2B5EF4-FFF2-40B4-BE49-F238E27FC236}">
                  <a16:creationId xmlns:a16="http://schemas.microsoft.com/office/drawing/2014/main" id="{5513BFC2-2890-AC02-B7B1-C87CD71F6EA6}"/>
                </a:ext>
              </a:extLst>
            </p:cNvPr>
            <p:cNvSpPr/>
            <p:nvPr/>
          </p:nvSpPr>
          <p:spPr>
            <a:xfrm>
              <a:off x="389889" y="451357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9E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3">
              <a:extLst>
                <a:ext uri="{FF2B5EF4-FFF2-40B4-BE49-F238E27FC236}">
                  <a16:creationId xmlns:a16="http://schemas.microsoft.com/office/drawing/2014/main" id="{A0AE66DD-28DC-1948-C633-E1FB53BF25B5}"/>
                </a:ext>
              </a:extLst>
            </p:cNvPr>
            <p:cNvSpPr/>
            <p:nvPr/>
          </p:nvSpPr>
          <p:spPr>
            <a:xfrm>
              <a:off x="389889" y="4585969"/>
              <a:ext cx="2747010" cy="73660"/>
            </a:xfrm>
            <a:custGeom>
              <a:avLst/>
              <a:gdLst/>
              <a:ahLst/>
              <a:cxnLst/>
              <a:rect l="l" t="t" r="r" b="b"/>
              <a:pathLst>
                <a:path w="2747010" h="73660">
                  <a:moveTo>
                    <a:pt x="2747010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7010" y="7365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8E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4">
              <a:extLst>
                <a:ext uri="{FF2B5EF4-FFF2-40B4-BE49-F238E27FC236}">
                  <a16:creationId xmlns:a16="http://schemas.microsoft.com/office/drawing/2014/main" id="{C5863E1F-26E1-423A-E9F9-5D61589308CF}"/>
                </a:ext>
              </a:extLst>
            </p:cNvPr>
            <p:cNvSpPr/>
            <p:nvPr/>
          </p:nvSpPr>
          <p:spPr>
            <a:xfrm>
              <a:off x="389889" y="465962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7E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195">
              <a:extLst>
                <a:ext uri="{FF2B5EF4-FFF2-40B4-BE49-F238E27FC236}">
                  <a16:creationId xmlns:a16="http://schemas.microsoft.com/office/drawing/2014/main" id="{E2879CDC-D80A-6D07-5E0E-FD37CD3B2004}"/>
                </a:ext>
              </a:extLst>
            </p:cNvPr>
            <p:cNvSpPr/>
            <p:nvPr/>
          </p:nvSpPr>
          <p:spPr>
            <a:xfrm>
              <a:off x="389889" y="473201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6E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196">
              <a:extLst>
                <a:ext uri="{FF2B5EF4-FFF2-40B4-BE49-F238E27FC236}">
                  <a16:creationId xmlns:a16="http://schemas.microsoft.com/office/drawing/2014/main" id="{3687C59E-70F0-E427-49BF-7136173FE179}"/>
                </a:ext>
              </a:extLst>
            </p:cNvPr>
            <p:cNvSpPr/>
            <p:nvPr/>
          </p:nvSpPr>
          <p:spPr>
            <a:xfrm>
              <a:off x="389889" y="480440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5E5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197">
              <a:extLst>
                <a:ext uri="{FF2B5EF4-FFF2-40B4-BE49-F238E27FC236}">
                  <a16:creationId xmlns:a16="http://schemas.microsoft.com/office/drawing/2014/main" id="{24142D0B-DF2D-E103-DA51-FBBF21243BEB}"/>
                </a:ext>
              </a:extLst>
            </p:cNvPr>
            <p:cNvSpPr/>
            <p:nvPr/>
          </p:nvSpPr>
          <p:spPr>
            <a:xfrm>
              <a:off x="389889" y="4876799"/>
              <a:ext cx="2747010" cy="73660"/>
            </a:xfrm>
            <a:custGeom>
              <a:avLst/>
              <a:gdLst/>
              <a:ahLst/>
              <a:cxnLst/>
              <a:rect l="l" t="t" r="r" b="b"/>
              <a:pathLst>
                <a:path w="2747010" h="73660">
                  <a:moveTo>
                    <a:pt x="2747010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7010" y="7366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4E4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198">
              <a:extLst>
                <a:ext uri="{FF2B5EF4-FFF2-40B4-BE49-F238E27FC236}">
                  <a16:creationId xmlns:a16="http://schemas.microsoft.com/office/drawing/2014/main" id="{A1D4ED1E-6FAB-DBFE-C078-F9F3A776AE47}"/>
                </a:ext>
              </a:extLst>
            </p:cNvPr>
            <p:cNvSpPr/>
            <p:nvPr/>
          </p:nvSpPr>
          <p:spPr>
            <a:xfrm>
              <a:off x="389889" y="495045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3E4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199">
              <a:extLst>
                <a:ext uri="{FF2B5EF4-FFF2-40B4-BE49-F238E27FC236}">
                  <a16:creationId xmlns:a16="http://schemas.microsoft.com/office/drawing/2014/main" id="{B75A3325-874B-12AC-93F3-6E5BDEB83F46}"/>
                </a:ext>
              </a:extLst>
            </p:cNvPr>
            <p:cNvSpPr/>
            <p:nvPr/>
          </p:nvSpPr>
          <p:spPr>
            <a:xfrm>
              <a:off x="389889" y="502284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2E3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0">
              <a:extLst>
                <a:ext uri="{FF2B5EF4-FFF2-40B4-BE49-F238E27FC236}">
                  <a16:creationId xmlns:a16="http://schemas.microsoft.com/office/drawing/2014/main" id="{419F7A2A-4D48-F628-8C93-20889F455F01}"/>
                </a:ext>
              </a:extLst>
            </p:cNvPr>
            <p:cNvSpPr/>
            <p:nvPr/>
          </p:nvSpPr>
          <p:spPr>
            <a:xfrm>
              <a:off x="389889" y="509523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1E3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1">
              <a:extLst>
                <a:ext uri="{FF2B5EF4-FFF2-40B4-BE49-F238E27FC236}">
                  <a16:creationId xmlns:a16="http://schemas.microsoft.com/office/drawing/2014/main" id="{A67AE1EF-028C-8577-7206-D3B1F27BAC33}"/>
                </a:ext>
              </a:extLst>
            </p:cNvPr>
            <p:cNvSpPr/>
            <p:nvPr/>
          </p:nvSpPr>
          <p:spPr>
            <a:xfrm>
              <a:off x="389889" y="5167629"/>
              <a:ext cx="2747010" cy="73660"/>
            </a:xfrm>
            <a:custGeom>
              <a:avLst/>
              <a:gdLst/>
              <a:ahLst/>
              <a:cxnLst/>
              <a:rect l="l" t="t" r="r" b="b"/>
              <a:pathLst>
                <a:path w="2747010" h="73660">
                  <a:moveTo>
                    <a:pt x="2747010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7010" y="7366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D0E2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2">
              <a:extLst>
                <a:ext uri="{FF2B5EF4-FFF2-40B4-BE49-F238E27FC236}">
                  <a16:creationId xmlns:a16="http://schemas.microsoft.com/office/drawing/2014/main" id="{D1D06D42-7785-D50E-A225-3199A0F546EF}"/>
                </a:ext>
              </a:extLst>
            </p:cNvPr>
            <p:cNvSpPr/>
            <p:nvPr/>
          </p:nvSpPr>
          <p:spPr>
            <a:xfrm>
              <a:off x="389889" y="524128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FE1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3">
              <a:extLst>
                <a:ext uri="{FF2B5EF4-FFF2-40B4-BE49-F238E27FC236}">
                  <a16:creationId xmlns:a16="http://schemas.microsoft.com/office/drawing/2014/main" id="{FEA1C8D0-B536-9C98-11BD-89B9C0017A75}"/>
                </a:ext>
              </a:extLst>
            </p:cNvPr>
            <p:cNvSpPr/>
            <p:nvPr/>
          </p:nvSpPr>
          <p:spPr>
            <a:xfrm>
              <a:off x="389889" y="531367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EE1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4">
              <a:extLst>
                <a:ext uri="{FF2B5EF4-FFF2-40B4-BE49-F238E27FC236}">
                  <a16:creationId xmlns:a16="http://schemas.microsoft.com/office/drawing/2014/main" id="{55B35E76-ECAC-6255-92BB-EE0A362DDA8C}"/>
                </a:ext>
              </a:extLst>
            </p:cNvPr>
            <p:cNvSpPr/>
            <p:nvPr/>
          </p:nvSpPr>
          <p:spPr>
            <a:xfrm>
              <a:off x="389889" y="538606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DE0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05">
              <a:extLst>
                <a:ext uri="{FF2B5EF4-FFF2-40B4-BE49-F238E27FC236}">
                  <a16:creationId xmlns:a16="http://schemas.microsoft.com/office/drawing/2014/main" id="{769B23FE-17DE-E6C5-9B4A-6BAF256C572C}"/>
                </a:ext>
              </a:extLst>
            </p:cNvPr>
            <p:cNvSpPr/>
            <p:nvPr/>
          </p:nvSpPr>
          <p:spPr>
            <a:xfrm>
              <a:off x="389889" y="5458459"/>
              <a:ext cx="2747010" cy="73660"/>
            </a:xfrm>
            <a:custGeom>
              <a:avLst/>
              <a:gdLst/>
              <a:ahLst/>
              <a:cxnLst/>
              <a:rect l="l" t="t" r="r" b="b"/>
              <a:pathLst>
                <a:path w="2747010" h="73660">
                  <a:moveTo>
                    <a:pt x="2747010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7010" y="7365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CE0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06">
              <a:extLst>
                <a:ext uri="{FF2B5EF4-FFF2-40B4-BE49-F238E27FC236}">
                  <a16:creationId xmlns:a16="http://schemas.microsoft.com/office/drawing/2014/main" id="{FC5013FC-A14F-B33D-AEA7-420385BD5401}"/>
                </a:ext>
              </a:extLst>
            </p:cNvPr>
            <p:cNvSpPr/>
            <p:nvPr/>
          </p:nvSpPr>
          <p:spPr>
            <a:xfrm>
              <a:off x="389889" y="553211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CDF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07">
              <a:extLst>
                <a:ext uri="{FF2B5EF4-FFF2-40B4-BE49-F238E27FC236}">
                  <a16:creationId xmlns:a16="http://schemas.microsoft.com/office/drawing/2014/main" id="{C23FEABA-EBF8-D2EC-A0E9-4E54D4FF79E2}"/>
                </a:ext>
              </a:extLst>
            </p:cNvPr>
            <p:cNvSpPr/>
            <p:nvPr/>
          </p:nvSpPr>
          <p:spPr>
            <a:xfrm>
              <a:off x="389889" y="560450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ADE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08">
              <a:extLst>
                <a:ext uri="{FF2B5EF4-FFF2-40B4-BE49-F238E27FC236}">
                  <a16:creationId xmlns:a16="http://schemas.microsoft.com/office/drawing/2014/main" id="{A0343A35-8A6D-A663-E6A4-59942B24768A}"/>
                </a:ext>
              </a:extLst>
            </p:cNvPr>
            <p:cNvSpPr/>
            <p:nvPr/>
          </p:nvSpPr>
          <p:spPr>
            <a:xfrm>
              <a:off x="389889" y="5676900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9DE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09">
              <a:extLst>
                <a:ext uri="{FF2B5EF4-FFF2-40B4-BE49-F238E27FC236}">
                  <a16:creationId xmlns:a16="http://schemas.microsoft.com/office/drawing/2014/main" id="{2FBFBFDF-39A5-9B31-C475-7C620811C021}"/>
                </a:ext>
              </a:extLst>
            </p:cNvPr>
            <p:cNvSpPr/>
            <p:nvPr/>
          </p:nvSpPr>
          <p:spPr>
            <a:xfrm>
              <a:off x="389889" y="5749289"/>
              <a:ext cx="2747010" cy="73660"/>
            </a:xfrm>
            <a:custGeom>
              <a:avLst/>
              <a:gdLst/>
              <a:ahLst/>
              <a:cxnLst/>
              <a:rect l="l" t="t" r="r" b="b"/>
              <a:pathLst>
                <a:path w="2747010" h="73660">
                  <a:moveTo>
                    <a:pt x="2747010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7010" y="7366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8DD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0">
              <a:extLst>
                <a:ext uri="{FF2B5EF4-FFF2-40B4-BE49-F238E27FC236}">
                  <a16:creationId xmlns:a16="http://schemas.microsoft.com/office/drawing/2014/main" id="{B402E01B-6224-A5FC-171F-26D544997366}"/>
                </a:ext>
              </a:extLst>
            </p:cNvPr>
            <p:cNvSpPr/>
            <p:nvPr/>
          </p:nvSpPr>
          <p:spPr>
            <a:xfrm>
              <a:off x="389889" y="5822950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7DD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1">
              <a:extLst>
                <a:ext uri="{FF2B5EF4-FFF2-40B4-BE49-F238E27FC236}">
                  <a16:creationId xmlns:a16="http://schemas.microsoft.com/office/drawing/2014/main" id="{B67D48F0-67F5-4948-5476-12B5633C468D}"/>
                </a:ext>
              </a:extLst>
            </p:cNvPr>
            <p:cNvSpPr/>
            <p:nvPr/>
          </p:nvSpPr>
          <p:spPr>
            <a:xfrm>
              <a:off x="389889" y="589533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6DC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2">
              <a:extLst>
                <a:ext uri="{FF2B5EF4-FFF2-40B4-BE49-F238E27FC236}">
                  <a16:creationId xmlns:a16="http://schemas.microsoft.com/office/drawing/2014/main" id="{DB73D781-7D87-C5EE-37F4-073568801216}"/>
                </a:ext>
              </a:extLst>
            </p:cNvPr>
            <p:cNvSpPr/>
            <p:nvPr/>
          </p:nvSpPr>
          <p:spPr>
            <a:xfrm>
              <a:off x="389889" y="5967729"/>
              <a:ext cx="2747010" cy="73660"/>
            </a:xfrm>
            <a:custGeom>
              <a:avLst/>
              <a:gdLst/>
              <a:ahLst/>
              <a:cxnLst/>
              <a:rect l="l" t="t" r="r" b="b"/>
              <a:pathLst>
                <a:path w="2747010" h="73660">
                  <a:moveTo>
                    <a:pt x="2747010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7010" y="7366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5DB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3">
              <a:extLst>
                <a:ext uri="{FF2B5EF4-FFF2-40B4-BE49-F238E27FC236}">
                  <a16:creationId xmlns:a16="http://schemas.microsoft.com/office/drawing/2014/main" id="{65593758-EB65-520F-CC98-0702628FDAAD}"/>
                </a:ext>
              </a:extLst>
            </p:cNvPr>
            <p:cNvSpPr/>
            <p:nvPr/>
          </p:nvSpPr>
          <p:spPr>
            <a:xfrm>
              <a:off x="389889" y="604138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4DB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4">
              <a:extLst>
                <a:ext uri="{FF2B5EF4-FFF2-40B4-BE49-F238E27FC236}">
                  <a16:creationId xmlns:a16="http://schemas.microsoft.com/office/drawing/2014/main" id="{0D1A566C-9ECA-1CF2-69B1-BE21722C83FE}"/>
                </a:ext>
              </a:extLst>
            </p:cNvPr>
            <p:cNvSpPr/>
            <p:nvPr/>
          </p:nvSpPr>
          <p:spPr>
            <a:xfrm>
              <a:off x="389889" y="611377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7010" y="72390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3DA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15">
              <a:extLst>
                <a:ext uri="{FF2B5EF4-FFF2-40B4-BE49-F238E27FC236}">
                  <a16:creationId xmlns:a16="http://schemas.microsoft.com/office/drawing/2014/main" id="{2C7DDDE7-85FE-0D27-6633-9375E942846F}"/>
                </a:ext>
              </a:extLst>
            </p:cNvPr>
            <p:cNvSpPr/>
            <p:nvPr/>
          </p:nvSpPr>
          <p:spPr>
            <a:xfrm>
              <a:off x="389889" y="618616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2DA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16">
              <a:extLst>
                <a:ext uri="{FF2B5EF4-FFF2-40B4-BE49-F238E27FC236}">
                  <a16:creationId xmlns:a16="http://schemas.microsoft.com/office/drawing/2014/main" id="{1A24DC7F-D7FB-49B1-B877-5D0C83BA904F}"/>
                </a:ext>
              </a:extLst>
            </p:cNvPr>
            <p:cNvSpPr/>
            <p:nvPr/>
          </p:nvSpPr>
          <p:spPr>
            <a:xfrm>
              <a:off x="389889" y="6258559"/>
              <a:ext cx="2747010" cy="73660"/>
            </a:xfrm>
            <a:custGeom>
              <a:avLst/>
              <a:gdLst/>
              <a:ahLst/>
              <a:cxnLst/>
              <a:rect l="l" t="t" r="r" b="b"/>
              <a:pathLst>
                <a:path w="2747010" h="73660">
                  <a:moveTo>
                    <a:pt x="2747010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7010" y="7365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1D9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17">
              <a:extLst>
                <a:ext uri="{FF2B5EF4-FFF2-40B4-BE49-F238E27FC236}">
                  <a16:creationId xmlns:a16="http://schemas.microsoft.com/office/drawing/2014/main" id="{AD2948D7-9765-9036-3186-5A5AC6179C22}"/>
                </a:ext>
              </a:extLst>
            </p:cNvPr>
            <p:cNvSpPr/>
            <p:nvPr/>
          </p:nvSpPr>
          <p:spPr>
            <a:xfrm>
              <a:off x="389889" y="633221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C0D8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18">
              <a:extLst>
                <a:ext uri="{FF2B5EF4-FFF2-40B4-BE49-F238E27FC236}">
                  <a16:creationId xmlns:a16="http://schemas.microsoft.com/office/drawing/2014/main" id="{3C94FB80-B925-5C44-C651-5B1607D12010}"/>
                </a:ext>
              </a:extLst>
            </p:cNvPr>
            <p:cNvSpPr/>
            <p:nvPr/>
          </p:nvSpPr>
          <p:spPr>
            <a:xfrm>
              <a:off x="389889" y="640460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89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BFD8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19">
              <a:extLst>
                <a:ext uri="{FF2B5EF4-FFF2-40B4-BE49-F238E27FC236}">
                  <a16:creationId xmlns:a16="http://schemas.microsoft.com/office/drawing/2014/main" id="{B2CD8D35-95E9-C69E-0681-A14ABAD45860}"/>
                </a:ext>
              </a:extLst>
            </p:cNvPr>
            <p:cNvSpPr/>
            <p:nvPr/>
          </p:nvSpPr>
          <p:spPr>
            <a:xfrm>
              <a:off x="389889" y="6477000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90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BED7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0">
              <a:extLst>
                <a:ext uri="{FF2B5EF4-FFF2-40B4-BE49-F238E27FC236}">
                  <a16:creationId xmlns:a16="http://schemas.microsoft.com/office/drawing/2014/main" id="{5FF0B223-6318-F5E4-FFA4-F50A8B8AE191}"/>
                </a:ext>
              </a:extLst>
            </p:cNvPr>
            <p:cNvSpPr/>
            <p:nvPr/>
          </p:nvSpPr>
          <p:spPr>
            <a:xfrm>
              <a:off x="389889" y="6549389"/>
              <a:ext cx="2747010" cy="72390"/>
            </a:xfrm>
            <a:custGeom>
              <a:avLst/>
              <a:gdLst/>
              <a:ahLst/>
              <a:cxnLst/>
              <a:rect l="l" t="t" r="r" b="b"/>
              <a:pathLst>
                <a:path w="2747010" h="72390">
                  <a:moveTo>
                    <a:pt x="2747010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7010" y="72389"/>
                  </a:lnTo>
                  <a:lnTo>
                    <a:pt x="2747010" y="0"/>
                  </a:lnTo>
                  <a:close/>
                </a:path>
              </a:pathLst>
            </a:custGeom>
            <a:solidFill>
              <a:srgbClr val="BDD7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1">
              <a:extLst>
                <a:ext uri="{FF2B5EF4-FFF2-40B4-BE49-F238E27FC236}">
                  <a16:creationId xmlns:a16="http://schemas.microsoft.com/office/drawing/2014/main" id="{33149B9F-C53D-C678-19B6-77B3EF1C71A2}"/>
                </a:ext>
              </a:extLst>
            </p:cNvPr>
            <p:cNvSpPr/>
            <p:nvPr/>
          </p:nvSpPr>
          <p:spPr>
            <a:xfrm>
              <a:off x="389889" y="4151629"/>
              <a:ext cx="2747010" cy="2470150"/>
            </a:xfrm>
            <a:custGeom>
              <a:avLst/>
              <a:gdLst/>
              <a:ahLst/>
              <a:cxnLst/>
              <a:rect l="l" t="t" r="r" b="b"/>
              <a:pathLst>
                <a:path w="2747010" h="2470150">
                  <a:moveTo>
                    <a:pt x="1372870" y="2470150"/>
                  </a:moveTo>
                  <a:lnTo>
                    <a:pt x="0" y="2470150"/>
                  </a:lnTo>
                  <a:lnTo>
                    <a:pt x="0" y="0"/>
                  </a:lnTo>
                  <a:lnTo>
                    <a:pt x="2747010" y="0"/>
                  </a:lnTo>
                  <a:lnTo>
                    <a:pt x="2747010" y="2470150"/>
                  </a:lnTo>
                  <a:lnTo>
                    <a:pt x="1372870" y="247015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2">
              <a:extLst>
                <a:ext uri="{FF2B5EF4-FFF2-40B4-BE49-F238E27FC236}">
                  <a16:creationId xmlns:a16="http://schemas.microsoft.com/office/drawing/2014/main" id="{7D87E78B-D129-95A3-B7C5-09B39798D06D}"/>
                </a:ext>
              </a:extLst>
            </p:cNvPr>
            <p:cNvSpPr/>
            <p:nvPr/>
          </p:nvSpPr>
          <p:spPr>
            <a:xfrm>
              <a:off x="3238500" y="4150359"/>
              <a:ext cx="2748280" cy="144780"/>
            </a:xfrm>
            <a:custGeom>
              <a:avLst/>
              <a:gdLst/>
              <a:ahLst/>
              <a:cxnLst/>
              <a:rect l="l" t="t" r="r" b="b"/>
              <a:pathLst>
                <a:path w="2748279" h="144779">
                  <a:moveTo>
                    <a:pt x="274828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0" y="144780"/>
                  </a:lnTo>
                  <a:lnTo>
                    <a:pt x="2748280" y="144780"/>
                  </a:lnTo>
                  <a:lnTo>
                    <a:pt x="2748280" y="72390"/>
                  </a:lnTo>
                  <a:lnTo>
                    <a:pt x="2748280" y="0"/>
                  </a:lnTo>
                  <a:close/>
                </a:path>
              </a:pathLst>
            </a:custGeom>
            <a:solidFill>
              <a:srgbClr val="DDEA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3">
              <a:extLst>
                <a:ext uri="{FF2B5EF4-FFF2-40B4-BE49-F238E27FC236}">
                  <a16:creationId xmlns:a16="http://schemas.microsoft.com/office/drawing/2014/main" id="{92547402-2C36-4D8E-A1EF-5AA44AEB0AEA}"/>
                </a:ext>
              </a:extLst>
            </p:cNvPr>
            <p:cNvSpPr/>
            <p:nvPr/>
          </p:nvSpPr>
          <p:spPr>
            <a:xfrm>
              <a:off x="3238499" y="429513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CE9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4">
              <a:extLst>
                <a:ext uri="{FF2B5EF4-FFF2-40B4-BE49-F238E27FC236}">
                  <a16:creationId xmlns:a16="http://schemas.microsoft.com/office/drawing/2014/main" id="{A7F84B4B-0322-CF01-CB8B-9C9C86C36715}"/>
                </a:ext>
              </a:extLst>
            </p:cNvPr>
            <p:cNvSpPr/>
            <p:nvPr/>
          </p:nvSpPr>
          <p:spPr>
            <a:xfrm>
              <a:off x="3238499" y="436879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BE9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25">
              <a:extLst>
                <a:ext uri="{FF2B5EF4-FFF2-40B4-BE49-F238E27FC236}">
                  <a16:creationId xmlns:a16="http://schemas.microsoft.com/office/drawing/2014/main" id="{5943B54A-35F5-AACF-9377-CE1AB148A466}"/>
                </a:ext>
              </a:extLst>
            </p:cNvPr>
            <p:cNvSpPr/>
            <p:nvPr/>
          </p:nvSpPr>
          <p:spPr>
            <a:xfrm>
              <a:off x="3238499" y="444118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AE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26">
              <a:extLst>
                <a:ext uri="{FF2B5EF4-FFF2-40B4-BE49-F238E27FC236}">
                  <a16:creationId xmlns:a16="http://schemas.microsoft.com/office/drawing/2014/main" id="{4262D472-B2CC-1BDA-F26E-621267933045}"/>
                </a:ext>
              </a:extLst>
            </p:cNvPr>
            <p:cNvSpPr/>
            <p:nvPr/>
          </p:nvSpPr>
          <p:spPr>
            <a:xfrm>
              <a:off x="3238499" y="451357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9E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27">
              <a:extLst>
                <a:ext uri="{FF2B5EF4-FFF2-40B4-BE49-F238E27FC236}">
                  <a16:creationId xmlns:a16="http://schemas.microsoft.com/office/drawing/2014/main" id="{C110EC42-DD32-183F-1A0B-8B6F4188A1ED}"/>
                </a:ext>
              </a:extLst>
            </p:cNvPr>
            <p:cNvSpPr/>
            <p:nvPr/>
          </p:nvSpPr>
          <p:spPr>
            <a:xfrm>
              <a:off x="3238499" y="458596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8279" y="7365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8E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28">
              <a:extLst>
                <a:ext uri="{FF2B5EF4-FFF2-40B4-BE49-F238E27FC236}">
                  <a16:creationId xmlns:a16="http://schemas.microsoft.com/office/drawing/2014/main" id="{F5B6FA5B-F5CD-D896-5EEB-4CB34CB10FDB}"/>
                </a:ext>
              </a:extLst>
            </p:cNvPr>
            <p:cNvSpPr/>
            <p:nvPr/>
          </p:nvSpPr>
          <p:spPr>
            <a:xfrm>
              <a:off x="3238499" y="465962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7E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29">
              <a:extLst>
                <a:ext uri="{FF2B5EF4-FFF2-40B4-BE49-F238E27FC236}">
                  <a16:creationId xmlns:a16="http://schemas.microsoft.com/office/drawing/2014/main" id="{CA01DD69-31F5-A1F0-7C3A-58E57BA7A1DD}"/>
                </a:ext>
              </a:extLst>
            </p:cNvPr>
            <p:cNvSpPr/>
            <p:nvPr/>
          </p:nvSpPr>
          <p:spPr>
            <a:xfrm>
              <a:off x="3238499" y="473201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6E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0">
              <a:extLst>
                <a:ext uri="{FF2B5EF4-FFF2-40B4-BE49-F238E27FC236}">
                  <a16:creationId xmlns:a16="http://schemas.microsoft.com/office/drawing/2014/main" id="{9526D130-578A-5F07-6C6A-C7DEDCF04D74}"/>
                </a:ext>
              </a:extLst>
            </p:cNvPr>
            <p:cNvSpPr/>
            <p:nvPr/>
          </p:nvSpPr>
          <p:spPr>
            <a:xfrm>
              <a:off x="3238499" y="480440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5E5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1">
              <a:extLst>
                <a:ext uri="{FF2B5EF4-FFF2-40B4-BE49-F238E27FC236}">
                  <a16:creationId xmlns:a16="http://schemas.microsoft.com/office/drawing/2014/main" id="{AC733B53-CB2F-A802-D175-7C2D3BCAB8A2}"/>
                </a:ext>
              </a:extLst>
            </p:cNvPr>
            <p:cNvSpPr/>
            <p:nvPr/>
          </p:nvSpPr>
          <p:spPr>
            <a:xfrm>
              <a:off x="3238499" y="487679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4E4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2">
              <a:extLst>
                <a:ext uri="{FF2B5EF4-FFF2-40B4-BE49-F238E27FC236}">
                  <a16:creationId xmlns:a16="http://schemas.microsoft.com/office/drawing/2014/main" id="{081A1400-0C76-CBAB-1367-057316A4C0FB}"/>
                </a:ext>
              </a:extLst>
            </p:cNvPr>
            <p:cNvSpPr/>
            <p:nvPr/>
          </p:nvSpPr>
          <p:spPr>
            <a:xfrm>
              <a:off x="3238499" y="495045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3E4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3">
              <a:extLst>
                <a:ext uri="{FF2B5EF4-FFF2-40B4-BE49-F238E27FC236}">
                  <a16:creationId xmlns:a16="http://schemas.microsoft.com/office/drawing/2014/main" id="{A44AC2C0-EAB2-88CE-EDD9-59F57E88D87F}"/>
                </a:ext>
              </a:extLst>
            </p:cNvPr>
            <p:cNvSpPr/>
            <p:nvPr/>
          </p:nvSpPr>
          <p:spPr>
            <a:xfrm>
              <a:off x="3238499" y="502284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2E3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4">
              <a:extLst>
                <a:ext uri="{FF2B5EF4-FFF2-40B4-BE49-F238E27FC236}">
                  <a16:creationId xmlns:a16="http://schemas.microsoft.com/office/drawing/2014/main" id="{131540CC-57CA-EC3C-244A-228A744B95F7}"/>
                </a:ext>
              </a:extLst>
            </p:cNvPr>
            <p:cNvSpPr/>
            <p:nvPr/>
          </p:nvSpPr>
          <p:spPr>
            <a:xfrm>
              <a:off x="3238499" y="509523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1E3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35">
              <a:extLst>
                <a:ext uri="{FF2B5EF4-FFF2-40B4-BE49-F238E27FC236}">
                  <a16:creationId xmlns:a16="http://schemas.microsoft.com/office/drawing/2014/main" id="{425FDA17-9E2B-AEFF-A06D-919AE736FF1C}"/>
                </a:ext>
              </a:extLst>
            </p:cNvPr>
            <p:cNvSpPr/>
            <p:nvPr/>
          </p:nvSpPr>
          <p:spPr>
            <a:xfrm>
              <a:off x="3238499" y="516762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0E2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36">
              <a:extLst>
                <a:ext uri="{FF2B5EF4-FFF2-40B4-BE49-F238E27FC236}">
                  <a16:creationId xmlns:a16="http://schemas.microsoft.com/office/drawing/2014/main" id="{598DBCDE-451A-1798-41CC-1C5949D7B6F3}"/>
                </a:ext>
              </a:extLst>
            </p:cNvPr>
            <p:cNvSpPr/>
            <p:nvPr/>
          </p:nvSpPr>
          <p:spPr>
            <a:xfrm>
              <a:off x="3238499" y="524128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FE1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37">
              <a:extLst>
                <a:ext uri="{FF2B5EF4-FFF2-40B4-BE49-F238E27FC236}">
                  <a16:creationId xmlns:a16="http://schemas.microsoft.com/office/drawing/2014/main" id="{C64CADD6-9C33-6FAF-1327-C6549B426668}"/>
                </a:ext>
              </a:extLst>
            </p:cNvPr>
            <p:cNvSpPr/>
            <p:nvPr/>
          </p:nvSpPr>
          <p:spPr>
            <a:xfrm>
              <a:off x="3238499" y="531367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EE1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38">
              <a:extLst>
                <a:ext uri="{FF2B5EF4-FFF2-40B4-BE49-F238E27FC236}">
                  <a16:creationId xmlns:a16="http://schemas.microsoft.com/office/drawing/2014/main" id="{8A23E137-2DD6-EFF5-2F08-CAA4AE210A98}"/>
                </a:ext>
              </a:extLst>
            </p:cNvPr>
            <p:cNvSpPr/>
            <p:nvPr/>
          </p:nvSpPr>
          <p:spPr>
            <a:xfrm>
              <a:off x="3238499" y="538606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DE0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39">
              <a:extLst>
                <a:ext uri="{FF2B5EF4-FFF2-40B4-BE49-F238E27FC236}">
                  <a16:creationId xmlns:a16="http://schemas.microsoft.com/office/drawing/2014/main" id="{CA061629-9E01-6AC1-2562-2E910D2FBEA0}"/>
                </a:ext>
              </a:extLst>
            </p:cNvPr>
            <p:cNvSpPr/>
            <p:nvPr/>
          </p:nvSpPr>
          <p:spPr>
            <a:xfrm>
              <a:off x="3238499" y="545845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8279" y="7365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CE0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0">
              <a:extLst>
                <a:ext uri="{FF2B5EF4-FFF2-40B4-BE49-F238E27FC236}">
                  <a16:creationId xmlns:a16="http://schemas.microsoft.com/office/drawing/2014/main" id="{3130332D-2DC1-EA11-609F-12437A500555}"/>
                </a:ext>
              </a:extLst>
            </p:cNvPr>
            <p:cNvSpPr/>
            <p:nvPr/>
          </p:nvSpPr>
          <p:spPr>
            <a:xfrm>
              <a:off x="3238499" y="553211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CDF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1">
              <a:extLst>
                <a:ext uri="{FF2B5EF4-FFF2-40B4-BE49-F238E27FC236}">
                  <a16:creationId xmlns:a16="http://schemas.microsoft.com/office/drawing/2014/main" id="{E1B26552-D64B-BFD8-B359-D064BF3E9327}"/>
                </a:ext>
              </a:extLst>
            </p:cNvPr>
            <p:cNvSpPr/>
            <p:nvPr/>
          </p:nvSpPr>
          <p:spPr>
            <a:xfrm>
              <a:off x="3238499" y="560450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ADE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2">
              <a:extLst>
                <a:ext uri="{FF2B5EF4-FFF2-40B4-BE49-F238E27FC236}">
                  <a16:creationId xmlns:a16="http://schemas.microsoft.com/office/drawing/2014/main" id="{6FF7D7F6-13DA-FBC0-0028-6B9B94BD1420}"/>
                </a:ext>
              </a:extLst>
            </p:cNvPr>
            <p:cNvSpPr/>
            <p:nvPr/>
          </p:nvSpPr>
          <p:spPr>
            <a:xfrm>
              <a:off x="3238499" y="5676900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9DE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3">
              <a:extLst>
                <a:ext uri="{FF2B5EF4-FFF2-40B4-BE49-F238E27FC236}">
                  <a16:creationId xmlns:a16="http://schemas.microsoft.com/office/drawing/2014/main" id="{F7C34A71-C749-FD47-D43C-B2262EE19289}"/>
                </a:ext>
              </a:extLst>
            </p:cNvPr>
            <p:cNvSpPr/>
            <p:nvPr/>
          </p:nvSpPr>
          <p:spPr>
            <a:xfrm>
              <a:off x="3238499" y="574928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8DD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4">
              <a:extLst>
                <a:ext uri="{FF2B5EF4-FFF2-40B4-BE49-F238E27FC236}">
                  <a16:creationId xmlns:a16="http://schemas.microsoft.com/office/drawing/2014/main" id="{6C6812D0-D180-386E-9F08-3AC036341B82}"/>
                </a:ext>
              </a:extLst>
            </p:cNvPr>
            <p:cNvSpPr/>
            <p:nvPr/>
          </p:nvSpPr>
          <p:spPr>
            <a:xfrm>
              <a:off x="3238499" y="5822950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7DD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45">
              <a:extLst>
                <a:ext uri="{FF2B5EF4-FFF2-40B4-BE49-F238E27FC236}">
                  <a16:creationId xmlns:a16="http://schemas.microsoft.com/office/drawing/2014/main" id="{F9238BB5-F04D-1300-FF7F-041A0DC3E829}"/>
                </a:ext>
              </a:extLst>
            </p:cNvPr>
            <p:cNvSpPr/>
            <p:nvPr/>
          </p:nvSpPr>
          <p:spPr>
            <a:xfrm>
              <a:off x="3238499" y="589533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6DC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46">
              <a:extLst>
                <a:ext uri="{FF2B5EF4-FFF2-40B4-BE49-F238E27FC236}">
                  <a16:creationId xmlns:a16="http://schemas.microsoft.com/office/drawing/2014/main" id="{8A2D91CA-B17F-D22B-8349-D14FF464C79B}"/>
                </a:ext>
              </a:extLst>
            </p:cNvPr>
            <p:cNvSpPr/>
            <p:nvPr/>
          </p:nvSpPr>
          <p:spPr>
            <a:xfrm>
              <a:off x="3238499" y="596772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5DB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47">
              <a:extLst>
                <a:ext uri="{FF2B5EF4-FFF2-40B4-BE49-F238E27FC236}">
                  <a16:creationId xmlns:a16="http://schemas.microsoft.com/office/drawing/2014/main" id="{FA51A758-B05F-B120-A891-97EF0FEA5EB0}"/>
                </a:ext>
              </a:extLst>
            </p:cNvPr>
            <p:cNvSpPr/>
            <p:nvPr/>
          </p:nvSpPr>
          <p:spPr>
            <a:xfrm>
              <a:off x="3238499" y="604138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4DB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48">
              <a:extLst>
                <a:ext uri="{FF2B5EF4-FFF2-40B4-BE49-F238E27FC236}">
                  <a16:creationId xmlns:a16="http://schemas.microsoft.com/office/drawing/2014/main" id="{93133E15-9E4A-F1FD-06D0-3887952359C0}"/>
                </a:ext>
              </a:extLst>
            </p:cNvPr>
            <p:cNvSpPr/>
            <p:nvPr/>
          </p:nvSpPr>
          <p:spPr>
            <a:xfrm>
              <a:off x="3238499" y="611377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3DA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49">
              <a:extLst>
                <a:ext uri="{FF2B5EF4-FFF2-40B4-BE49-F238E27FC236}">
                  <a16:creationId xmlns:a16="http://schemas.microsoft.com/office/drawing/2014/main" id="{3693ECCE-7136-696C-7A35-A61E5036742A}"/>
                </a:ext>
              </a:extLst>
            </p:cNvPr>
            <p:cNvSpPr/>
            <p:nvPr/>
          </p:nvSpPr>
          <p:spPr>
            <a:xfrm>
              <a:off x="3238499" y="618616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2DA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0">
              <a:extLst>
                <a:ext uri="{FF2B5EF4-FFF2-40B4-BE49-F238E27FC236}">
                  <a16:creationId xmlns:a16="http://schemas.microsoft.com/office/drawing/2014/main" id="{63D123A4-1A2D-AA09-5CF7-A54828BD972E}"/>
                </a:ext>
              </a:extLst>
            </p:cNvPr>
            <p:cNvSpPr/>
            <p:nvPr/>
          </p:nvSpPr>
          <p:spPr>
            <a:xfrm>
              <a:off x="3238499" y="625855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8279" y="7365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1D9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1">
              <a:extLst>
                <a:ext uri="{FF2B5EF4-FFF2-40B4-BE49-F238E27FC236}">
                  <a16:creationId xmlns:a16="http://schemas.microsoft.com/office/drawing/2014/main" id="{465EDCD9-43FA-E9A6-BF71-49C4D33752AC}"/>
                </a:ext>
              </a:extLst>
            </p:cNvPr>
            <p:cNvSpPr/>
            <p:nvPr/>
          </p:nvSpPr>
          <p:spPr>
            <a:xfrm>
              <a:off x="3238499" y="633221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0D8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2">
              <a:extLst>
                <a:ext uri="{FF2B5EF4-FFF2-40B4-BE49-F238E27FC236}">
                  <a16:creationId xmlns:a16="http://schemas.microsoft.com/office/drawing/2014/main" id="{1005399D-7E56-C9D9-95BD-77AEA594FC90}"/>
                </a:ext>
              </a:extLst>
            </p:cNvPr>
            <p:cNvSpPr/>
            <p:nvPr/>
          </p:nvSpPr>
          <p:spPr>
            <a:xfrm>
              <a:off x="3238499" y="640460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BFD8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3">
              <a:extLst>
                <a:ext uri="{FF2B5EF4-FFF2-40B4-BE49-F238E27FC236}">
                  <a16:creationId xmlns:a16="http://schemas.microsoft.com/office/drawing/2014/main" id="{1C50DFBF-8F2C-B1DB-5B34-E511D662CD52}"/>
                </a:ext>
              </a:extLst>
            </p:cNvPr>
            <p:cNvSpPr/>
            <p:nvPr/>
          </p:nvSpPr>
          <p:spPr>
            <a:xfrm>
              <a:off x="3238499" y="6477000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90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BED7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4">
              <a:extLst>
                <a:ext uri="{FF2B5EF4-FFF2-40B4-BE49-F238E27FC236}">
                  <a16:creationId xmlns:a16="http://schemas.microsoft.com/office/drawing/2014/main" id="{E77050CE-D296-C32C-9C95-ED116B27981B}"/>
                </a:ext>
              </a:extLst>
            </p:cNvPr>
            <p:cNvSpPr/>
            <p:nvPr/>
          </p:nvSpPr>
          <p:spPr>
            <a:xfrm>
              <a:off x="3238499" y="654938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90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BDD7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55">
              <a:extLst>
                <a:ext uri="{FF2B5EF4-FFF2-40B4-BE49-F238E27FC236}">
                  <a16:creationId xmlns:a16="http://schemas.microsoft.com/office/drawing/2014/main" id="{9BDD9317-7641-9A46-F6A7-05587A89C805}"/>
                </a:ext>
              </a:extLst>
            </p:cNvPr>
            <p:cNvSpPr/>
            <p:nvPr/>
          </p:nvSpPr>
          <p:spPr>
            <a:xfrm>
              <a:off x="3239770" y="4151629"/>
              <a:ext cx="2745740" cy="2470150"/>
            </a:xfrm>
            <a:custGeom>
              <a:avLst/>
              <a:gdLst/>
              <a:ahLst/>
              <a:cxnLst/>
              <a:rect l="l" t="t" r="r" b="b"/>
              <a:pathLst>
                <a:path w="2745740" h="2470150">
                  <a:moveTo>
                    <a:pt x="1372870" y="2470150"/>
                  </a:moveTo>
                  <a:lnTo>
                    <a:pt x="0" y="2470150"/>
                  </a:lnTo>
                  <a:lnTo>
                    <a:pt x="0" y="0"/>
                  </a:lnTo>
                  <a:lnTo>
                    <a:pt x="2745740" y="0"/>
                  </a:lnTo>
                  <a:lnTo>
                    <a:pt x="2745740" y="2470150"/>
                  </a:lnTo>
                  <a:lnTo>
                    <a:pt x="1372870" y="247015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56">
              <a:extLst>
                <a:ext uri="{FF2B5EF4-FFF2-40B4-BE49-F238E27FC236}">
                  <a16:creationId xmlns:a16="http://schemas.microsoft.com/office/drawing/2014/main" id="{5AC8AD38-2C30-567C-D393-21FDD26CB6B9}"/>
                </a:ext>
              </a:extLst>
            </p:cNvPr>
            <p:cNvSpPr/>
            <p:nvPr/>
          </p:nvSpPr>
          <p:spPr>
            <a:xfrm>
              <a:off x="6089650" y="4150359"/>
              <a:ext cx="2748280" cy="144780"/>
            </a:xfrm>
            <a:custGeom>
              <a:avLst/>
              <a:gdLst/>
              <a:ahLst/>
              <a:cxnLst/>
              <a:rect l="l" t="t" r="r" b="b"/>
              <a:pathLst>
                <a:path w="2748279" h="144779">
                  <a:moveTo>
                    <a:pt x="2748280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0" y="144780"/>
                  </a:lnTo>
                  <a:lnTo>
                    <a:pt x="2748280" y="144780"/>
                  </a:lnTo>
                  <a:lnTo>
                    <a:pt x="2748280" y="72390"/>
                  </a:lnTo>
                  <a:lnTo>
                    <a:pt x="2748280" y="0"/>
                  </a:lnTo>
                  <a:close/>
                </a:path>
              </a:pathLst>
            </a:custGeom>
            <a:solidFill>
              <a:srgbClr val="DDEA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57">
              <a:extLst>
                <a:ext uri="{FF2B5EF4-FFF2-40B4-BE49-F238E27FC236}">
                  <a16:creationId xmlns:a16="http://schemas.microsoft.com/office/drawing/2014/main" id="{72B76855-637A-AA26-5915-74190C1634AB}"/>
                </a:ext>
              </a:extLst>
            </p:cNvPr>
            <p:cNvSpPr/>
            <p:nvPr/>
          </p:nvSpPr>
          <p:spPr>
            <a:xfrm>
              <a:off x="6089650" y="429513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CE9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58">
              <a:extLst>
                <a:ext uri="{FF2B5EF4-FFF2-40B4-BE49-F238E27FC236}">
                  <a16:creationId xmlns:a16="http://schemas.microsoft.com/office/drawing/2014/main" id="{78261C8F-046E-A216-0B62-9A2493190AD7}"/>
                </a:ext>
              </a:extLst>
            </p:cNvPr>
            <p:cNvSpPr/>
            <p:nvPr/>
          </p:nvSpPr>
          <p:spPr>
            <a:xfrm>
              <a:off x="6089650" y="436879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BE9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59">
              <a:extLst>
                <a:ext uri="{FF2B5EF4-FFF2-40B4-BE49-F238E27FC236}">
                  <a16:creationId xmlns:a16="http://schemas.microsoft.com/office/drawing/2014/main" id="{7C4BCFF7-8626-893F-828B-83B4F23AB758}"/>
                </a:ext>
              </a:extLst>
            </p:cNvPr>
            <p:cNvSpPr/>
            <p:nvPr/>
          </p:nvSpPr>
          <p:spPr>
            <a:xfrm>
              <a:off x="6089650" y="444118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AE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0">
              <a:extLst>
                <a:ext uri="{FF2B5EF4-FFF2-40B4-BE49-F238E27FC236}">
                  <a16:creationId xmlns:a16="http://schemas.microsoft.com/office/drawing/2014/main" id="{DBD2FCC8-876F-D8D6-8EF7-93CB433D6D14}"/>
                </a:ext>
              </a:extLst>
            </p:cNvPr>
            <p:cNvSpPr/>
            <p:nvPr/>
          </p:nvSpPr>
          <p:spPr>
            <a:xfrm>
              <a:off x="6089650" y="451357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9E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1">
              <a:extLst>
                <a:ext uri="{FF2B5EF4-FFF2-40B4-BE49-F238E27FC236}">
                  <a16:creationId xmlns:a16="http://schemas.microsoft.com/office/drawing/2014/main" id="{6640B4CC-10BC-C75A-FE5E-A20E2D563C69}"/>
                </a:ext>
              </a:extLst>
            </p:cNvPr>
            <p:cNvSpPr/>
            <p:nvPr/>
          </p:nvSpPr>
          <p:spPr>
            <a:xfrm>
              <a:off x="6089650" y="458596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8279" y="7365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8E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2">
              <a:extLst>
                <a:ext uri="{FF2B5EF4-FFF2-40B4-BE49-F238E27FC236}">
                  <a16:creationId xmlns:a16="http://schemas.microsoft.com/office/drawing/2014/main" id="{0A5690A3-2471-826B-B76C-920DDB55C94A}"/>
                </a:ext>
              </a:extLst>
            </p:cNvPr>
            <p:cNvSpPr/>
            <p:nvPr/>
          </p:nvSpPr>
          <p:spPr>
            <a:xfrm>
              <a:off x="6089650" y="465962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7E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3">
              <a:extLst>
                <a:ext uri="{FF2B5EF4-FFF2-40B4-BE49-F238E27FC236}">
                  <a16:creationId xmlns:a16="http://schemas.microsoft.com/office/drawing/2014/main" id="{A6C26D40-0653-77F9-D0F1-B85642E0D9C1}"/>
                </a:ext>
              </a:extLst>
            </p:cNvPr>
            <p:cNvSpPr/>
            <p:nvPr/>
          </p:nvSpPr>
          <p:spPr>
            <a:xfrm>
              <a:off x="6089650" y="473201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6E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4">
              <a:extLst>
                <a:ext uri="{FF2B5EF4-FFF2-40B4-BE49-F238E27FC236}">
                  <a16:creationId xmlns:a16="http://schemas.microsoft.com/office/drawing/2014/main" id="{36B1C6C6-0E93-66A7-65AB-C0FB8EA9EA07}"/>
                </a:ext>
              </a:extLst>
            </p:cNvPr>
            <p:cNvSpPr/>
            <p:nvPr/>
          </p:nvSpPr>
          <p:spPr>
            <a:xfrm>
              <a:off x="6089650" y="480440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5E5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65">
              <a:extLst>
                <a:ext uri="{FF2B5EF4-FFF2-40B4-BE49-F238E27FC236}">
                  <a16:creationId xmlns:a16="http://schemas.microsoft.com/office/drawing/2014/main" id="{C2E11E01-BFE1-2B5D-2C98-E1EE7B5A9000}"/>
                </a:ext>
              </a:extLst>
            </p:cNvPr>
            <p:cNvSpPr/>
            <p:nvPr/>
          </p:nvSpPr>
          <p:spPr>
            <a:xfrm>
              <a:off x="6089650" y="487679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4E4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66">
              <a:extLst>
                <a:ext uri="{FF2B5EF4-FFF2-40B4-BE49-F238E27FC236}">
                  <a16:creationId xmlns:a16="http://schemas.microsoft.com/office/drawing/2014/main" id="{09AE26C6-4676-C43E-6955-BE06C0873184}"/>
                </a:ext>
              </a:extLst>
            </p:cNvPr>
            <p:cNvSpPr/>
            <p:nvPr/>
          </p:nvSpPr>
          <p:spPr>
            <a:xfrm>
              <a:off x="6089650" y="495045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3E4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67">
              <a:extLst>
                <a:ext uri="{FF2B5EF4-FFF2-40B4-BE49-F238E27FC236}">
                  <a16:creationId xmlns:a16="http://schemas.microsoft.com/office/drawing/2014/main" id="{D9F9C812-27D0-77D2-8424-3C14B20263BD}"/>
                </a:ext>
              </a:extLst>
            </p:cNvPr>
            <p:cNvSpPr/>
            <p:nvPr/>
          </p:nvSpPr>
          <p:spPr>
            <a:xfrm>
              <a:off x="6089650" y="502284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2E3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68">
              <a:extLst>
                <a:ext uri="{FF2B5EF4-FFF2-40B4-BE49-F238E27FC236}">
                  <a16:creationId xmlns:a16="http://schemas.microsoft.com/office/drawing/2014/main" id="{7ABDAB1F-6C8A-3002-903C-156A49479898}"/>
                </a:ext>
              </a:extLst>
            </p:cNvPr>
            <p:cNvSpPr/>
            <p:nvPr/>
          </p:nvSpPr>
          <p:spPr>
            <a:xfrm>
              <a:off x="6089650" y="509523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1E3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69">
              <a:extLst>
                <a:ext uri="{FF2B5EF4-FFF2-40B4-BE49-F238E27FC236}">
                  <a16:creationId xmlns:a16="http://schemas.microsoft.com/office/drawing/2014/main" id="{9D324F50-A55F-FF71-B01C-B58E145F1760}"/>
                </a:ext>
              </a:extLst>
            </p:cNvPr>
            <p:cNvSpPr/>
            <p:nvPr/>
          </p:nvSpPr>
          <p:spPr>
            <a:xfrm>
              <a:off x="6089650" y="516762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D0E2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0">
              <a:extLst>
                <a:ext uri="{FF2B5EF4-FFF2-40B4-BE49-F238E27FC236}">
                  <a16:creationId xmlns:a16="http://schemas.microsoft.com/office/drawing/2014/main" id="{945BAD9E-A1E6-3418-0F32-625F6BB463C7}"/>
                </a:ext>
              </a:extLst>
            </p:cNvPr>
            <p:cNvSpPr/>
            <p:nvPr/>
          </p:nvSpPr>
          <p:spPr>
            <a:xfrm>
              <a:off x="6089650" y="524128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FE1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1">
              <a:extLst>
                <a:ext uri="{FF2B5EF4-FFF2-40B4-BE49-F238E27FC236}">
                  <a16:creationId xmlns:a16="http://schemas.microsoft.com/office/drawing/2014/main" id="{D25E6701-F6E8-BCD3-84D8-28B35BAF6AC2}"/>
                </a:ext>
              </a:extLst>
            </p:cNvPr>
            <p:cNvSpPr/>
            <p:nvPr/>
          </p:nvSpPr>
          <p:spPr>
            <a:xfrm>
              <a:off x="6089650" y="531367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EE1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2">
              <a:extLst>
                <a:ext uri="{FF2B5EF4-FFF2-40B4-BE49-F238E27FC236}">
                  <a16:creationId xmlns:a16="http://schemas.microsoft.com/office/drawing/2014/main" id="{136C3418-01C4-C50F-50D6-827FF22AE9FE}"/>
                </a:ext>
              </a:extLst>
            </p:cNvPr>
            <p:cNvSpPr/>
            <p:nvPr/>
          </p:nvSpPr>
          <p:spPr>
            <a:xfrm>
              <a:off x="6089650" y="538606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DE0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3">
              <a:extLst>
                <a:ext uri="{FF2B5EF4-FFF2-40B4-BE49-F238E27FC236}">
                  <a16:creationId xmlns:a16="http://schemas.microsoft.com/office/drawing/2014/main" id="{BE52DCF3-3E6A-A534-05A0-7DF2D7D4464A}"/>
                </a:ext>
              </a:extLst>
            </p:cNvPr>
            <p:cNvSpPr/>
            <p:nvPr/>
          </p:nvSpPr>
          <p:spPr>
            <a:xfrm>
              <a:off x="6089650" y="545845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8279" y="7365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CE0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4">
              <a:extLst>
                <a:ext uri="{FF2B5EF4-FFF2-40B4-BE49-F238E27FC236}">
                  <a16:creationId xmlns:a16="http://schemas.microsoft.com/office/drawing/2014/main" id="{85BAE8B0-8648-CFDB-A2B7-037E41261538}"/>
                </a:ext>
              </a:extLst>
            </p:cNvPr>
            <p:cNvSpPr/>
            <p:nvPr/>
          </p:nvSpPr>
          <p:spPr>
            <a:xfrm>
              <a:off x="6089650" y="553211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CDF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75">
              <a:extLst>
                <a:ext uri="{FF2B5EF4-FFF2-40B4-BE49-F238E27FC236}">
                  <a16:creationId xmlns:a16="http://schemas.microsoft.com/office/drawing/2014/main" id="{6CDEBBA9-9749-3050-86FA-310E4D9731FF}"/>
                </a:ext>
              </a:extLst>
            </p:cNvPr>
            <p:cNvSpPr/>
            <p:nvPr/>
          </p:nvSpPr>
          <p:spPr>
            <a:xfrm>
              <a:off x="6089650" y="560450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ADE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76">
              <a:extLst>
                <a:ext uri="{FF2B5EF4-FFF2-40B4-BE49-F238E27FC236}">
                  <a16:creationId xmlns:a16="http://schemas.microsoft.com/office/drawing/2014/main" id="{F3AA28B9-4CC4-E6C8-049B-F7A865DE8A69}"/>
                </a:ext>
              </a:extLst>
            </p:cNvPr>
            <p:cNvSpPr/>
            <p:nvPr/>
          </p:nvSpPr>
          <p:spPr>
            <a:xfrm>
              <a:off x="6089650" y="5676900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9DE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77">
              <a:extLst>
                <a:ext uri="{FF2B5EF4-FFF2-40B4-BE49-F238E27FC236}">
                  <a16:creationId xmlns:a16="http://schemas.microsoft.com/office/drawing/2014/main" id="{262F80B7-4FBF-4782-F3A8-11BF84A04F38}"/>
                </a:ext>
              </a:extLst>
            </p:cNvPr>
            <p:cNvSpPr/>
            <p:nvPr/>
          </p:nvSpPr>
          <p:spPr>
            <a:xfrm>
              <a:off x="6089650" y="574928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8DD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78">
              <a:extLst>
                <a:ext uri="{FF2B5EF4-FFF2-40B4-BE49-F238E27FC236}">
                  <a16:creationId xmlns:a16="http://schemas.microsoft.com/office/drawing/2014/main" id="{87847E0D-2EA5-8BF4-033A-70F1087B77EF}"/>
                </a:ext>
              </a:extLst>
            </p:cNvPr>
            <p:cNvSpPr/>
            <p:nvPr/>
          </p:nvSpPr>
          <p:spPr>
            <a:xfrm>
              <a:off x="6089650" y="5822950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7DD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79">
              <a:extLst>
                <a:ext uri="{FF2B5EF4-FFF2-40B4-BE49-F238E27FC236}">
                  <a16:creationId xmlns:a16="http://schemas.microsoft.com/office/drawing/2014/main" id="{D146DD4F-D958-E808-BD74-483A08350B67}"/>
                </a:ext>
              </a:extLst>
            </p:cNvPr>
            <p:cNvSpPr/>
            <p:nvPr/>
          </p:nvSpPr>
          <p:spPr>
            <a:xfrm>
              <a:off x="6089650" y="589533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6DC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0">
              <a:extLst>
                <a:ext uri="{FF2B5EF4-FFF2-40B4-BE49-F238E27FC236}">
                  <a16:creationId xmlns:a16="http://schemas.microsoft.com/office/drawing/2014/main" id="{29340B34-55D9-7F37-8C34-B628647A1CB4}"/>
                </a:ext>
              </a:extLst>
            </p:cNvPr>
            <p:cNvSpPr/>
            <p:nvPr/>
          </p:nvSpPr>
          <p:spPr>
            <a:xfrm>
              <a:off x="6089650" y="596772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2748279" y="7366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5DB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1">
              <a:extLst>
                <a:ext uri="{FF2B5EF4-FFF2-40B4-BE49-F238E27FC236}">
                  <a16:creationId xmlns:a16="http://schemas.microsoft.com/office/drawing/2014/main" id="{CC8B73D9-DF54-3ED8-9A44-1A526372D9A8}"/>
                </a:ext>
              </a:extLst>
            </p:cNvPr>
            <p:cNvSpPr/>
            <p:nvPr/>
          </p:nvSpPr>
          <p:spPr>
            <a:xfrm>
              <a:off x="6089650" y="604138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4DB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2">
              <a:extLst>
                <a:ext uri="{FF2B5EF4-FFF2-40B4-BE49-F238E27FC236}">
                  <a16:creationId xmlns:a16="http://schemas.microsoft.com/office/drawing/2014/main" id="{FB079058-36B2-9C0F-6B2C-428D81849966}"/>
                </a:ext>
              </a:extLst>
            </p:cNvPr>
            <p:cNvSpPr/>
            <p:nvPr/>
          </p:nvSpPr>
          <p:spPr>
            <a:xfrm>
              <a:off x="6089650" y="611377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90"/>
                  </a:lnTo>
                  <a:lnTo>
                    <a:pt x="2748279" y="72390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3DA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3">
              <a:extLst>
                <a:ext uri="{FF2B5EF4-FFF2-40B4-BE49-F238E27FC236}">
                  <a16:creationId xmlns:a16="http://schemas.microsoft.com/office/drawing/2014/main" id="{86A5D581-15F7-98CC-3691-15B0B09F826B}"/>
                </a:ext>
              </a:extLst>
            </p:cNvPr>
            <p:cNvSpPr/>
            <p:nvPr/>
          </p:nvSpPr>
          <p:spPr>
            <a:xfrm>
              <a:off x="6089650" y="618616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2DA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4">
              <a:extLst>
                <a:ext uri="{FF2B5EF4-FFF2-40B4-BE49-F238E27FC236}">
                  <a16:creationId xmlns:a16="http://schemas.microsoft.com/office/drawing/2014/main" id="{B9AE6FE5-3541-857C-7FF0-B8F5B6D2BA5F}"/>
                </a:ext>
              </a:extLst>
            </p:cNvPr>
            <p:cNvSpPr/>
            <p:nvPr/>
          </p:nvSpPr>
          <p:spPr>
            <a:xfrm>
              <a:off x="6089650" y="6258559"/>
              <a:ext cx="2748280" cy="73660"/>
            </a:xfrm>
            <a:custGeom>
              <a:avLst/>
              <a:gdLst/>
              <a:ahLst/>
              <a:cxnLst/>
              <a:rect l="l" t="t" r="r" b="b"/>
              <a:pathLst>
                <a:path w="2748279" h="73660">
                  <a:moveTo>
                    <a:pt x="2748279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2748279" y="7365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1D9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85">
              <a:extLst>
                <a:ext uri="{FF2B5EF4-FFF2-40B4-BE49-F238E27FC236}">
                  <a16:creationId xmlns:a16="http://schemas.microsoft.com/office/drawing/2014/main" id="{6D2E4A5F-C1A3-E246-3C2C-836ABF04C9E6}"/>
                </a:ext>
              </a:extLst>
            </p:cNvPr>
            <p:cNvSpPr/>
            <p:nvPr/>
          </p:nvSpPr>
          <p:spPr>
            <a:xfrm>
              <a:off x="6089650" y="633221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C0D8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86">
              <a:extLst>
                <a:ext uri="{FF2B5EF4-FFF2-40B4-BE49-F238E27FC236}">
                  <a16:creationId xmlns:a16="http://schemas.microsoft.com/office/drawing/2014/main" id="{22AF7FDE-81DC-7A0A-0178-29699D8BA132}"/>
                </a:ext>
              </a:extLst>
            </p:cNvPr>
            <p:cNvSpPr/>
            <p:nvPr/>
          </p:nvSpPr>
          <p:spPr>
            <a:xfrm>
              <a:off x="6089650" y="640460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89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BFD8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87">
              <a:extLst>
                <a:ext uri="{FF2B5EF4-FFF2-40B4-BE49-F238E27FC236}">
                  <a16:creationId xmlns:a16="http://schemas.microsoft.com/office/drawing/2014/main" id="{17D1E5F2-FDF3-FB45-4034-F4A4A2E46D1C}"/>
                </a:ext>
              </a:extLst>
            </p:cNvPr>
            <p:cNvSpPr/>
            <p:nvPr/>
          </p:nvSpPr>
          <p:spPr>
            <a:xfrm>
              <a:off x="6089650" y="6477000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90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BED7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88">
              <a:extLst>
                <a:ext uri="{FF2B5EF4-FFF2-40B4-BE49-F238E27FC236}">
                  <a16:creationId xmlns:a16="http://schemas.microsoft.com/office/drawing/2014/main" id="{7C69733B-5DB1-238B-2746-52CB83B76EC2}"/>
                </a:ext>
              </a:extLst>
            </p:cNvPr>
            <p:cNvSpPr/>
            <p:nvPr/>
          </p:nvSpPr>
          <p:spPr>
            <a:xfrm>
              <a:off x="6089650" y="6549389"/>
              <a:ext cx="2748280" cy="72390"/>
            </a:xfrm>
            <a:custGeom>
              <a:avLst/>
              <a:gdLst/>
              <a:ahLst/>
              <a:cxnLst/>
              <a:rect l="l" t="t" r="r" b="b"/>
              <a:pathLst>
                <a:path w="2748279" h="72390">
                  <a:moveTo>
                    <a:pt x="2748279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2748279" y="72389"/>
                  </a:lnTo>
                  <a:lnTo>
                    <a:pt x="2748279" y="0"/>
                  </a:lnTo>
                  <a:close/>
                </a:path>
              </a:pathLst>
            </a:custGeom>
            <a:solidFill>
              <a:srgbClr val="BDD7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89">
              <a:extLst>
                <a:ext uri="{FF2B5EF4-FFF2-40B4-BE49-F238E27FC236}">
                  <a16:creationId xmlns:a16="http://schemas.microsoft.com/office/drawing/2014/main" id="{E34DBD12-4FBD-80CD-AB98-F0E260E4D516}"/>
                </a:ext>
              </a:extLst>
            </p:cNvPr>
            <p:cNvSpPr/>
            <p:nvPr/>
          </p:nvSpPr>
          <p:spPr>
            <a:xfrm>
              <a:off x="6090919" y="4151629"/>
              <a:ext cx="2745740" cy="2470150"/>
            </a:xfrm>
            <a:custGeom>
              <a:avLst/>
              <a:gdLst/>
              <a:ahLst/>
              <a:cxnLst/>
              <a:rect l="l" t="t" r="r" b="b"/>
              <a:pathLst>
                <a:path w="2745740" h="2470150">
                  <a:moveTo>
                    <a:pt x="1372870" y="2470150"/>
                  </a:moveTo>
                  <a:lnTo>
                    <a:pt x="0" y="2470150"/>
                  </a:lnTo>
                  <a:lnTo>
                    <a:pt x="0" y="0"/>
                  </a:lnTo>
                  <a:lnTo>
                    <a:pt x="2745739" y="0"/>
                  </a:lnTo>
                  <a:lnTo>
                    <a:pt x="2745739" y="2470150"/>
                  </a:lnTo>
                  <a:lnTo>
                    <a:pt x="1372870" y="2470150"/>
                  </a:lnTo>
                  <a:close/>
                </a:path>
              </a:pathLst>
            </a:custGeom>
            <a:ln w="6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5" name="object 291">
            <a:extLst>
              <a:ext uri="{FF2B5EF4-FFF2-40B4-BE49-F238E27FC236}">
                <a16:creationId xmlns:a16="http://schemas.microsoft.com/office/drawing/2014/main" id="{186E768B-88F4-A852-D0E7-62F2C13B2CBB}"/>
              </a:ext>
            </a:extLst>
          </p:cNvPr>
          <p:cNvSpPr txBox="1"/>
          <p:nvPr/>
        </p:nvSpPr>
        <p:spPr>
          <a:xfrm>
            <a:off x="690880" y="4054493"/>
            <a:ext cx="2143125" cy="15927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i="1" spc="-5" dirty="0">
                <a:latin typeface="Arial"/>
                <a:cs typeface="Arial"/>
              </a:rPr>
              <a:t>Electronic</a:t>
            </a:r>
            <a:r>
              <a:rPr sz="1600" i="1" spc="-3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Documents</a:t>
            </a:r>
            <a:endParaRPr sz="1600">
              <a:latin typeface="Arial"/>
              <a:cs typeface="Arial"/>
            </a:endParaRPr>
          </a:p>
          <a:p>
            <a:pPr marL="243840" indent="-116839">
              <a:lnSpc>
                <a:spcPct val="100000"/>
              </a:lnSpc>
              <a:spcBef>
                <a:spcPts val="370"/>
              </a:spcBef>
              <a:buClr>
                <a:srgbClr val="00347F"/>
              </a:buClr>
              <a:buSzPct val="117857"/>
              <a:buChar char="•"/>
              <a:tabLst>
                <a:tab pos="243840" algn="l"/>
              </a:tabLst>
            </a:pPr>
            <a:r>
              <a:rPr sz="1400" dirty="0">
                <a:latin typeface="Arial MT"/>
                <a:cs typeface="Arial MT"/>
              </a:rPr>
              <a:t>Contracts,</a:t>
            </a:r>
            <a:r>
              <a:rPr sz="1400" spc="-5" dirty="0">
                <a:latin typeface="Arial MT"/>
                <a:cs typeface="Arial MT"/>
              </a:rPr>
              <a:t> claims,</a:t>
            </a:r>
            <a:r>
              <a:rPr sz="1400" spc="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etc.</a:t>
            </a:r>
            <a:endParaRPr sz="1400">
              <a:latin typeface="Arial MT"/>
              <a:cs typeface="Arial MT"/>
            </a:endParaRPr>
          </a:p>
          <a:p>
            <a:pPr marL="243840" indent="-116839">
              <a:lnSpc>
                <a:spcPct val="100000"/>
              </a:lnSpc>
              <a:spcBef>
                <a:spcPts val="350"/>
              </a:spcBef>
              <a:buClr>
                <a:srgbClr val="00347F"/>
              </a:buClr>
              <a:buSzPct val="117857"/>
              <a:buChar char="•"/>
              <a:tabLst>
                <a:tab pos="243840" algn="l"/>
              </a:tabLst>
            </a:pPr>
            <a:r>
              <a:rPr sz="1400" spc="-5" dirty="0">
                <a:latin typeface="Arial MT"/>
                <a:cs typeface="Arial MT"/>
              </a:rPr>
              <a:t>E-mail</a:t>
            </a:r>
            <a:r>
              <a:rPr sz="1400" spc="-2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and</a:t>
            </a:r>
            <a:r>
              <a:rPr sz="1400" spc="-2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attachments</a:t>
            </a:r>
            <a:endParaRPr sz="1400">
              <a:latin typeface="Arial MT"/>
              <a:cs typeface="Arial MT"/>
            </a:endParaRPr>
          </a:p>
          <a:p>
            <a:pPr marL="243840" indent="-116839">
              <a:lnSpc>
                <a:spcPct val="100000"/>
              </a:lnSpc>
              <a:spcBef>
                <a:spcPts val="350"/>
              </a:spcBef>
              <a:buClr>
                <a:srgbClr val="00347F"/>
              </a:buClr>
              <a:buSzPct val="117857"/>
              <a:buChar char="•"/>
              <a:tabLst>
                <a:tab pos="243840" algn="l"/>
              </a:tabLst>
            </a:pPr>
            <a:r>
              <a:rPr sz="1400" dirty="0">
                <a:latin typeface="Arial MT"/>
                <a:cs typeface="Arial MT"/>
              </a:rPr>
              <a:t>Financial</a:t>
            </a:r>
            <a:r>
              <a:rPr sz="1400" spc="-4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spread</a:t>
            </a:r>
            <a:r>
              <a:rPr sz="1400" spc="-2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sheets</a:t>
            </a:r>
            <a:endParaRPr sz="1400">
              <a:latin typeface="Arial MT"/>
              <a:cs typeface="Arial MT"/>
            </a:endParaRPr>
          </a:p>
          <a:p>
            <a:pPr marL="243840" indent="-116839">
              <a:lnSpc>
                <a:spcPct val="100000"/>
              </a:lnSpc>
              <a:spcBef>
                <a:spcPts val="359"/>
              </a:spcBef>
              <a:buClr>
                <a:srgbClr val="00347F"/>
              </a:buClr>
              <a:buSzPct val="117857"/>
              <a:buChar char="•"/>
              <a:tabLst>
                <a:tab pos="243840" algn="l"/>
              </a:tabLst>
            </a:pPr>
            <a:r>
              <a:rPr sz="1400" dirty="0">
                <a:latin typeface="Arial MT"/>
                <a:cs typeface="Arial MT"/>
              </a:rPr>
              <a:t>CAD/CAM</a:t>
            </a:r>
            <a:r>
              <a:rPr sz="1400" spc="-3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designs</a:t>
            </a:r>
            <a:endParaRPr sz="1400">
              <a:latin typeface="Arial MT"/>
              <a:cs typeface="Arial MT"/>
            </a:endParaRPr>
          </a:p>
          <a:p>
            <a:pPr marL="243840" indent="-116839">
              <a:lnSpc>
                <a:spcPct val="100000"/>
              </a:lnSpc>
              <a:spcBef>
                <a:spcPts val="350"/>
              </a:spcBef>
              <a:buClr>
                <a:srgbClr val="00347F"/>
              </a:buClr>
              <a:buSzPct val="117857"/>
              <a:buChar char="•"/>
              <a:tabLst>
                <a:tab pos="243840" algn="l"/>
              </a:tabLst>
            </a:pPr>
            <a:r>
              <a:rPr sz="1400" dirty="0">
                <a:latin typeface="Arial MT"/>
                <a:cs typeface="Arial MT"/>
              </a:rPr>
              <a:t>Presentations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296" name="object 292">
            <a:extLst>
              <a:ext uri="{FF2B5EF4-FFF2-40B4-BE49-F238E27FC236}">
                <a16:creationId xmlns:a16="http://schemas.microsoft.com/office/drawing/2014/main" id="{446D9D65-7083-D74E-51BA-7E7F20191A12}"/>
              </a:ext>
            </a:extLst>
          </p:cNvPr>
          <p:cNvSpPr txBox="1"/>
          <p:nvPr/>
        </p:nvSpPr>
        <p:spPr>
          <a:xfrm>
            <a:off x="3338829" y="4021776"/>
            <a:ext cx="2544445" cy="2288447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sz="1600" i="1" spc="-5" dirty="0">
                <a:latin typeface="Arial"/>
                <a:cs typeface="Arial"/>
              </a:rPr>
              <a:t>Digital</a:t>
            </a:r>
            <a:r>
              <a:rPr sz="1600" i="1" spc="-55" dirty="0">
                <a:latin typeface="Arial"/>
                <a:cs typeface="Arial"/>
              </a:rPr>
              <a:t> </a:t>
            </a:r>
            <a:r>
              <a:rPr sz="1600" i="1" spc="-10" dirty="0">
                <a:latin typeface="Arial"/>
                <a:cs typeface="Arial"/>
              </a:rPr>
              <a:t>Records</a:t>
            </a:r>
            <a:endParaRPr sz="1600">
              <a:latin typeface="Arial"/>
              <a:cs typeface="Arial"/>
            </a:endParaRPr>
          </a:p>
          <a:p>
            <a:pPr marL="242570" indent="-115570">
              <a:lnSpc>
                <a:spcPct val="100000"/>
              </a:lnSpc>
              <a:spcBef>
                <a:spcPts val="540"/>
              </a:spcBef>
              <a:buClr>
                <a:srgbClr val="00347F"/>
              </a:buClr>
              <a:buSzPct val="117857"/>
              <a:buChar char="•"/>
              <a:tabLst>
                <a:tab pos="242570" algn="l"/>
              </a:tabLst>
            </a:pPr>
            <a:r>
              <a:rPr sz="1400" dirty="0">
                <a:latin typeface="Arial MT"/>
                <a:cs typeface="Arial MT"/>
              </a:rPr>
              <a:t>Documents</a:t>
            </a:r>
            <a:endParaRPr sz="1400">
              <a:latin typeface="Arial MT"/>
              <a:cs typeface="Arial MT"/>
            </a:endParaRPr>
          </a:p>
          <a:p>
            <a:pPr marL="532130" lvl="1" indent="-167640">
              <a:lnSpc>
                <a:spcPct val="100000"/>
              </a:lnSpc>
              <a:spcBef>
                <a:spcPts val="160"/>
              </a:spcBef>
              <a:buClr>
                <a:srgbClr val="00347F"/>
              </a:buClr>
              <a:buChar char="–"/>
              <a:tabLst>
                <a:tab pos="532130" algn="l"/>
              </a:tabLst>
            </a:pPr>
            <a:r>
              <a:rPr sz="1400" dirty="0">
                <a:latin typeface="Arial MT"/>
                <a:cs typeface="Arial MT"/>
              </a:rPr>
              <a:t>Checks,</a:t>
            </a:r>
            <a:r>
              <a:rPr sz="1400" spc="-2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securities</a:t>
            </a:r>
            <a:r>
              <a:rPr sz="1400" spc="-2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trades</a:t>
            </a:r>
            <a:endParaRPr sz="1400">
              <a:latin typeface="Arial MT"/>
              <a:cs typeface="Arial MT"/>
            </a:endParaRPr>
          </a:p>
          <a:p>
            <a:pPr marL="532130" lvl="1" indent="-167640">
              <a:lnSpc>
                <a:spcPct val="100000"/>
              </a:lnSpc>
              <a:spcBef>
                <a:spcPts val="170"/>
              </a:spcBef>
              <a:buClr>
                <a:srgbClr val="00347F"/>
              </a:buClr>
              <a:buChar char="–"/>
              <a:tabLst>
                <a:tab pos="532130" algn="l"/>
              </a:tabLst>
            </a:pPr>
            <a:r>
              <a:rPr sz="1400" dirty="0">
                <a:latin typeface="Arial MT"/>
                <a:cs typeface="Arial MT"/>
              </a:rPr>
              <a:t>Historical</a:t>
            </a:r>
            <a:r>
              <a:rPr sz="1400" spc="-80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preservation</a:t>
            </a:r>
            <a:endParaRPr sz="1400">
              <a:latin typeface="Arial MT"/>
              <a:cs typeface="Arial MT"/>
            </a:endParaRPr>
          </a:p>
          <a:p>
            <a:pPr marL="242570" indent="-115570">
              <a:lnSpc>
                <a:spcPct val="100000"/>
              </a:lnSpc>
              <a:spcBef>
                <a:spcPts val="550"/>
              </a:spcBef>
              <a:buClr>
                <a:srgbClr val="00347F"/>
              </a:buClr>
              <a:buSzPct val="117857"/>
              <a:buChar char="•"/>
              <a:tabLst>
                <a:tab pos="242570" algn="l"/>
              </a:tabLst>
            </a:pPr>
            <a:r>
              <a:rPr sz="1400" dirty="0">
                <a:latin typeface="Arial MT"/>
                <a:cs typeface="Arial MT"/>
              </a:rPr>
              <a:t>Photographs</a:t>
            </a:r>
            <a:endParaRPr sz="1400">
              <a:latin typeface="Arial MT"/>
              <a:cs typeface="Arial MT"/>
            </a:endParaRPr>
          </a:p>
          <a:p>
            <a:pPr marL="532130" lvl="1" indent="-167640">
              <a:lnSpc>
                <a:spcPct val="100000"/>
              </a:lnSpc>
              <a:spcBef>
                <a:spcPts val="50"/>
              </a:spcBef>
              <a:buClr>
                <a:srgbClr val="00347F"/>
              </a:buClr>
              <a:buChar char="–"/>
              <a:tabLst>
                <a:tab pos="532130" algn="l"/>
              </a:tabLst>
            </a:pPr>
            <a:r>
              <a:rPr sz="1400" dirty="0">
                <a:latin typeface="Arial MT"/>
                <a:cs typeface="Arial MT"/>
              </a:rPr>
              <a:t>Personal</a:t>
            </a:r>
            <a:r>
              <a:rPr sz="1400" spc="-4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/</a:t>
            </a:r>
            <a:r>
              <a:rPr sz="1400" spc="-3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professional</a:t>
            </a:r>
            <a:endParaRPr sz="1400">
              <a:latin typeface="Arial MT"/>
              <a:cs typeface="Arial MT"/>
            </a:endParaRPr>
          </a:p>
          <a:p>
            <a:pPr marL="242570" indent="-115570">
              <a:lnSpc>
                <a:spcPct val="100000"/>
              </a:lnSpc>
              <a:spcBef>
                <a:spcPts val="550"/>
              </a:spcBef>
              <a:buClr>
                <a:srgbClr val="00347F"/>
              </a:buClr>
              <a:buSzPct val="117857"/>
              <a:buChar char="•"/>
              <a:tabLst>
                <a:tab pos="242570" algn="l"/>
              </a:tabLst>
            </a:pPr>
            <a:r>
              <a:rPr sz="1400" dirty="0">
                <a:latin typeface="Arial MT"/>
                <a:cs typeface="Arial MT"/>
              </a:rPr>
              <a:t>Geophysical</a:t>
            </a:r>
            <a:endParaRPr sz="1400">
              <a:latin typeface="Arial MT"/>
              <a:cs typeface="Arial MT"/>
            </a:endParaRPr>
          </a:p>
          <a:p>
            <a:pPr marL="532130" marR="356870" lvl="1" indent="-167640">
              <a:lnSpc>
                <a:spcPts val="1510"/>
              </a:lnSpc>
              <a:spcBef>
                <a:spcPts val="345"/>
              </a:spcBef>
              <a:buClr>
                <a:srgbClr val="00347F"/>
              </a:buClr>
              <a:buChar char="–"/>
              <a:tabLst>
                <a:tab pos="532130" algn="l"/>
              </a:tabLst>
            </a:pPr>
            <a:r>
              <a:rPr sz="1400" spc="-5" dirty="0">
                <a:latin typeface="Arial MT"/>
                <a:cs typeface="Arial MT"/>
              </a:rPr>
              <a:t>Seismic, </a:t>
            </a:r>
            <a:r>
              <a:rPr sz="1400" dirty="0">
                <a:latin typeface="Arial MT"/>
                <a:cs typeface="Arial MT"/>
              </a:rPr>
              <a:t>astronomic, </a:t>
            </a:r>
            <a:r>
              <a:rPr sz="1400" spc="-375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geographic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297" name="object 293">
            <a:extLst>
              <a:ext uri="{FF2B5EF4-FFF2-40B4-BE49-F238E27FC236}">
                <a16:creationId xmlns:a16="http://schemas.microsoft.com/office/drawing/2014/main" id="{BB5FCCB2-83BB-27CF-B50F-EDEEB5EDAD42}"/>
              </a:ext>
            </a:extLst>
          </p:cNvPr>
          <p:cNvSpPr txBox="1"/>
          <p:nvPr/>
        </p:nvSpPr>
        <p:spPr>
          <a:xfrm>
            <a:off x="1380489" y="3559193"/>
            <a:ext cx="636333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dirty="0">
                <a:latin typeface="Arial MT"/>
                <a:cs typeface="Arial MT"/>
              </a:rPr>
              <a:t>Digital</a:t>
            </a:r>
            <a:r>
              <a:rPr sz="2000" spc="-20" dirty="0">
                <a:latin typeface="Arial MT"/>
                <a:cs typeface="Arial MT"/>
              </a:rPr>
              <a:t> </a:t>
            </a:r>
            <a:r>
              <a:rPr sz="2000" dirty="0">
                <a:latin typeface="Arial MT"/>
                <a:cs typeface="Arial MT"/>
              </a:rPr>
              <a:t>Assets</a:t>
            </a:r>
            <a:r>
              <a:rPr sz="2000" spc="-10" dirty="0">
                <a:latin typeface="Arial MT"/>
                <a:cs typeface="Arial MT"/>
              </a:rPr>
              <a:t> </a:t>
            </a:r>
            <a:r>
              <a:rPr sz="2000" dirty="0">
                <a:latin typeface="Arial MT"/>
                <a:cs typeface="Arial MT"/>
              </a:rPr>
              <a:t>Retained</a:t>
            </a:r>
            <a:r>
              <a:rPr sz="2000" spc="-10" dirty="0">
                <a:latin typeface="Arial MT"/>
                <a:cs typeface="Arial MT"/>
              </a:rPr>
              <a:t> </a:t>
            </a:r>
            <a:r>
              <a:rPr sz="2000" dirty="0">
                <a:latin typeface="Arial MT"/>
                <a:cs typeface="Arial MT"/>
              </a:rPr>
              <a:t>For</a:t>
            </a:r>
            <a:r>
              <a:rPr sz="2000" spc="-15" dirty="0">
                <a:latin typeface="Arial MT"/>
                <a:cs typeface="Arial MT"/>
              </a:rPr>
              <a:t> </a:t>
            </a:r>
            <a:r>
              <a:rPr sz="2000" dirty="0">
                <a:latin typeface="Arial MT"/>
                <a:cs typeface="Arial MT"/>
              </a:rPr>
              <a:t>Active</a:t>
            </a:r>
            <a:r>
              <a:rPr sz="2000" spc="-10" dirty="0">
                <a:latin typeface="Arial MT"/>
                <a:cs typeface="Arial MT"/>
              </a:rPr>
              <a:t> </a:t>
            </a:r>
            <a:r>
              <a:rPr sz="2000" dirty="0">
                <a:latin typeface="Arial MT"/>
                <a:cs typeface="Arial MT"/>
              </a:rPr>
              <a:t>Reference</a:t>
            </a:r>
            <a:r>
              <a:rPr sz="2000" spc="-10" dirty="0">
                <a:latin typeface="Arial MT"/>
                <a:cs typeface="Arial MT"/>
              </a:rPr>
              <a:t> </a:t>
            </a:r>
            <a:r>
              <a:rPr sz="2000" dirty="0">
                <a:latin typeface="Arial MT"/>
                <a:cs typeface="Arial MT"/>
              </a:rPr>
              <a:t>And</a:t>
            </a:r>
            <a:r>
              <a:rPr sz="2000" spc="-20" dirty="0">
                <a:latin typeface="Arial MT"/>
                <a:cs typeface="Arial MT"/>
              </a:rPr>
              <a:t> </a:t>
            </a:r>
            <a:r>
              <a:rPr sz="2000" dirty="0">
                <a:latin typeface="Arial MT"/>
                <a:cs typeface="Arial MT"/>
              </a:rPr>
              <a:t>Value</a:t>
            </a:r>
            <a:endParaRPr sz="2000">
              <a:latin typeface="Arial MT"/>
              <a:cs typeface="Arial MT"/>
            </a:endParaRPr>
          </a:p>
        </p:txBody>
      </p:sp>
      <p:pic>
        <p:nvPicPr>
          <p:cNvPr id="298" name="object 294">
            <a:extLst>
              <a:ext uri="{FF2B5EF4-FFF2-40B4-BE49-F238E27FC236}">
                <a16:creationId xmlns:a16="http://schemas.microsoft.com/office/drawing/2014/main" id="{7E6171AA-4752-AB84-680A-4DB8EA39206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440577" y="1677461"/>
            <a:ext cx="2047694" cy="1469844"/>
          </a:xfrm>
          <a:prstGeom prst="rect">
            <a:avLst/>
          </a:prstGeom>
        </p:spPr>
      </p:pic>
      <p:sp>
        <p:nvSpPr>
          <p:cNvPr id="299" name="object 295">
            <a:extLst>
              <a:ext uri="{FF2B5EF4-FFF2-40B4-BE49-F238E27FC236}">
                <a16:creationId xmlns:a16="http://schemas.microsoft.com/office/drawing/2014/main" id="{9BC50D68-E0A5-53CD-B5F7-B64F5FA0D45A}"/>
              </a:ext>
            </a:extLst>
          </p:cNvPr>
          <p:cNvSpPr txBox="1"/>
          <p:nvPr/>
        </p:nvSpPr>
        <p:spPr>
          <a:xfrm>
            <a:off x="6746240" y="1160163"/>
            <a:ext cx="1438910" cy="487680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 marR="5080" indent="255270">
              <a:lnSpc>
                <a:spcPts val="1720"/>
              </a:lnSpc>
              <a:spcBef>
                <a:spcPts val="325"/>
              </a:spcBef>
            </a:pPr>
            <a:r>
              <a:rPr sz="1600" spc="-5" dirty="0">
                <a:latin typeface="Arial MT"/>
                <a:cs typeface="Arial MT"/>
              </a:rPr>
              <a:t>Leverage </a:t>
            </a:r>
            <a:r>
              <a:rPr sz="160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Historical</a:t>
            </a:r>
            <a:r>
              <a:rPr sz="1600" spc="-6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Value</a:t>
            </a:r>
            <a:endParaRPr sz="1600">
              <a:latin typeface="Arial MT"/>
              <a:cs typeface="Arial MT"/>
            </a:endParaRPr>
          </a:p>
        </p:txBody>
      </p:sp>
      <p:pic>
        <p:nvPicPr>
          <p:cNvPr id="300" name="object 296">
            <a:extLst>
              <a:ext uri="{FF2B5EF4-FFF2-40B4-BE49-F238E27FC236}">
                <a16:creationId xmlns:a16="http://schemas.microsoft.com/office/drawing/2014/main" id="{393D2A89-47B9-BC16-416A-334ADFD3CD8E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792627" y="1677461"/>
            <a:ext cx="1622244" cy="1469844"/>
          </a:xfrm>
          <a:prstGeom prst="rect">
            <a:avLst/>
          </a:prstGeom>
        </p:spPr>
      </p:pic>
      <p:sp>
        <p:nvSpPr>
          <p:cNvPr id="301" name="object 297">
            <a:extLst>
              <a:ext uri="{FF2B5EF4-FFF2-40B4-BE49-F238E27FC236}">
                <a16:creationId xmlns:a16="http://schemas.microsoft.com/office/drawing/2014/main" id="{555EA72D-99CF-0A4A-E8F1-8A1F19DA6FD0}"/>
              </a:ext>
            </a:extLst>
          </p:cNvPr>
          <p:cNvSpPr txBox="1"/>
          <p:nvPr/>
        </p:nvSpPr>
        <p:spPr>
          <a:xfrm>
            <a:off x="3928109" y="1160163"/>
            <a:ext cx="1348740" cy="487680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 marR="5080" indent="266700">
              <a:lnSpc>
                <a:spcPts val="1720"/>
              </a:lnSpc>
              <a:spcBef>
                <a:spcPts val="325"/>
              </a:spcBef>
            </a:pPr>
            <a:r>
              <a:rPr sz="1600" spc="-5" dirty="0">
                <a:latin typeface="Arial MT"/>
                <a:cs typeface="Arial MT"/>
              </a:rPr>
              <a:t>Improve </a:t>
            </a:r>
            <a:r>
              <a:rPr sz="160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Service</a:t>
            </a:r>
            <a:r>
              <a:rPr sz="1600" spc="-55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Levels</a:t>
            </a:r>
            <a:endParaRPr sz="1600">
              <a:latin typeface="Arial MT"/>
              <a:cs typeface="Arial MT"/>
            </a:endParaRPr>
          </a:p>
        </p:txBody>
      </p:sp>
      <p:pic>
        <p:nvPicPr>
          <p:cNvPr id="302" name="object 298">
            <a:extLst>
              <a:ext uri="{FF2B5EF4-FFF2-40B4-BE49-F238E27FC236}">
                <a16:creationId xmlns:a16="http://schemas.microsoft.com/office/drawing/2014/main" id="{38EDEE2A-C8A2-92C9-B217-3C4B93AC9611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1297" y="1677461"/>
            <a:ext cx="1984194" cy="1469844"/>
          </a:xfrm>
          <a:prstGeom prst="rect">
            <a:avLst/>
          </a:prstGeom>
        </p:spPr>
      </p:pic>
      <p:sp>
        <p:nvSpPr>
          <p:cNvPr id="303" name="object 299">
            <a:extLst>
              <a:ext uri="{FF2B5EF4-FFF2-40B4-BE49-F238E27FC236}">
                <a16:creationId xmlns:a16="http://schemas.microsoft.com/office/drawing/2014/main" id="{EF08CA22-3ADF-B4AD-DF96-720C7F5FB3CF}"/>
              </a:ext>
            </a:extLst>
          </p:cNvPr>
          <p:cNvSpPr txBox="1"/>
          <p:nvPr/>
        </p:nvSpPr>
        <p:spPr>
          <a:xfrm>
            <a:off x="1061719" y="1160163"/>
            <a:ext cx="1402080" cy="487680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 marR="5080" indent="238760">
              <a:lnSpc>
                <a:spcPts val="1720"/>
              </a:lnSpc>
              <a:spcBef>
                <a:spcPts val="325"/>
              </a:spcBef>
            </a:pPr>
            <a:r>
              <a:rPr sz="1600" spc="-5" dirty="0">
                <a:latin typeface="Arial MT"/>
                <a:cs typeface="Arial MT"/>
              </a:rPr>
              <a:t>Generate </a:t>
            </a:r>
            <a:r>
              <a:rPr sz="160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New</a:t>
            </a:r>
            <a:r>
              <a:rPr sz="1600" spc="-60" dirty="0">
                <a:latin typeface="Arial MT"/>
                <a:cs typeface="Arial MT"/>
              </a:rPr>
              <a:t> </a:t>
            </a:r>
            <a:r>
              <a:rPr sz="1600" spc="-10" dirty="0">
                <a:latin typeface="Arial MT"/>
                <a:cs typeface="Arial MT"/>
              </a:rPr>
              <a:t>Revenues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304" name="object 300">
            <a:extLst>
              <a:ext uri="{FF2B5EF4-FFF2-40B4-BE49-F238E27FC236}">
                <a16:creationId xmlns:a16="http://schemas.microsoft.com/office/drawing/2014/main" id="{F799D33B-5C8E-70A8-E77C-AF44A9CBDD94}"/>
              </a:ext>
            </a:extLst>
          </p:cNvPr>
          <p:cNvGrpSpPr/>
          <p:nvPr/>
        </p:nvGrpSpPr>
        <p:grpSpPr>
          <a:xfrm>
            <a:off x="1402080" y="3137554"/>
            <a:ext cx="6423660" cy="325120"/>
            <a:chOff x="1402080" y="3315970"/>
            <a:chExt cx="6423660" cy="325120"/>
          </a:xfrm>
        </p:grpSpPr>
        <p:pic>
          <p:nvPicPr>
            <p:cNvPr id="305" name="object 301">
              <a:extLst>
                <a:ext uri="{FF2B5EF4-FFF2-40B4-BE49-F238E27FC236}">
                  <a16:creationId xmlns:a16="http://schemas.microsoft.com/office/drawing/2014/main" id="{8B45C613-F23F-C725-DE98-BA64A5EC9429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080" y="3387090"/>
              <a:ext cx="250189" cy="254000"/>
            </a:xfrm>
            <a:prstGeom prst="rect">
              <a:avLst/>
            </a:prstGeom>
          </p:spPr>
        </p:pic>
        <p:sp>
          <p:nvSpPr>
            <p:cNvPr id="306" name="object 302">
              <a:extLst>
                <a:ext uri="{FF2B5EF4-FFF2-40B4-BE49-F238E27FC236}">
                  <a16:creationId xmlns:a16="http://schemas.microsoft.com/office/drawing/2014/main" id="{6F5591D9-6E41-0FF3-F7B7-2801291AD957}"/>
                </a:ext>
              </a:extLst>
            </p:cNvPr>
            <p:cNvSpPr/>
            <p:nvPr/>
          </p:nvSpPr>
          <p:spPr>
            <a:xfrm>
              <a:off x="1652270" y="3383280"/>
              <a:ext cx="6350" cy="257810"/>
            </a:xfrm>
            <a:custGeom>
              <a:avLst/>
              <a:gdLst/>
              <a:ahLst/>
              <a:cxnLst/>
              <a:rect l="l" t="t" r="r" b="b"/>
              <a:pathLst>
                <a:path w="6350" h="257810">
                  <a:moveTo>
                    <a:pt x="6350" y="162560"/>
                  </a:moveTo>
                  <a:lnTo>
                    <a:pt x="0" y="162560"/>
                  </a:lnTo>
                  <a:lnTo>
                    <a:pt x="0" y="257810"/>
                  </a:lnTo>
                  <a:lnTo>
                    <a:pt x="6350" y="257810"/>
                  </a:lnTo>
                  <a:lnTo>
                    <a:pt x="6350" y="162560"/>
                  </a:lnTo>
                  <a:close/>
                </a:path>
                <a:path w="6350" h="257810">
                  <a:moveTo>
                    <a:pt x="6350" y="158750"/>
                  </a:moveTo>
                  <a:lnTo>
                    <a:pt x="0" y="158750"/>
                  </a:lnTo>
                  <a:lnTo>
                    <a:pt x="0" y="161289"/>
                  </a:lnTo>
                  <a:lnTo>
                    <a:pt x="6350" y="161289"/>
                  </a:lnTo>
                  <a:lnTo>
                    <a:pt x="6350" y="158750"/>
                  </a:lnTo>
                  <a:close/>
                </a:path>
                <a:path w="6350" h="257810">
                  <a:moveTo>
                    <a:pt x="635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6350" y="157480"/>
                  </a:lnTo>
                  <a:lnTo>
                    <a:pt x="6350" y="156210"/>
                  </a:lnTo>
                  <a:close/>
                </a:path>
                <a:path w="6350" h="257810">
                  <a:moveTo>
                    <a:pt x="6350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6350" y="154939"/>
                  </a:lnTo>
                  <a:lnTo>
                    <a:pt x="6350" y="152400"/>
                  </a:lnTo>
                  <a:close/>
                </a:path>
                <a:path w="6350" h="257810">
                  <a:moveTo>
                    <a:pt x="6350" y="149860"/>
                  </a:moveTo>
                  <a:lnTo>
                    <a:pt x="0" y="149860"/>
                  </a:lnTo>
                  <a:lnTo>
                    <a:pt x="0" y="151130"/>
                  </a:lnTo>
                  <a:lnTo>
                    <a:pt x="6350" y="151130"/>
                  </a:lnTo>
                  <a:lnTo>
                    <a:pt x="6350" y="149860"/>
                  </a:lnTo>
                  <a:close/>
                </a:path>
                <a:path w="6350" h="257810">
                  <a:moveTo>
                    <a:pt x="6350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46050"/>
                  </a:lnTo>
                  <a:close/>
                </a:path>
                <a:path w="6350" h="257810">
                  <a:moveTo>
                    <a:pt x="6350" y="143510"/>
                  </a:moveTo>
                  <a:lnTo>
                    <a:pt x="0" y="143510"/>
                  </a:lnTo>
                  <a:lnTo>
                    <a:pt x="0" y="144780"/>
                  </a:lnTo>
                  <a:lnTo>
                    <a:pt x="6350" y="144780"/>
                  </a:lnTo>
                  <a:lnTo>
                    <a:pt x="6350" y="143510"/>
                  </a:lnTo>
                  <a:close/>
                </a:path>
                <a:path w="6350" h="257810">
                  <a:moveTo>
                    <a:pt x="6350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39700"/>
                  </a:lnTo>
                  <a:close/>
                </a:path>
                <a:path w="6350" h="257810">
                  <a:moveTo>
                    <a:pt x="635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6350" y="138430"/>
                  </a:lnTo>
                  <a:lnTo>
                    <a:pt x="6350" y="137160"/>
                  </a:lnTo>
                  <a:close/>
                </a:path>
                <a:path w="6350" h="257810">
                  <a:moveTo>
                    <a:pt x="635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3350"/>
                  </a:lnTo>
                  <a:close/>
                </a:path>
                <a:path w="6350" h="257810">
                  <a:moveTo>
                    <a:pt x="635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6350" y="132080"/>
                  </a:lnTo>
                  <a:lnTo>
                    <a:pt x="6350" y="130810"/>
                  </a:lnTo>
                  <a:close/>
                </a:path>
                <a:path w="6350" h="257810">
                  <a:moveTo>
                    <a:pt x="635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7000"/>
                  </a:lnTo>
                  <a:close/>
                </a:path>
                <a:path w="6350" h="257810">
                  <a:moveTo>
                    <a:pt x="635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6350" y="125730"/>
                  </a:lnTo>
                  <a:lnTo>
                    <a:pt x="6350" y="124460"/>
                  </a:lnTo>
                  <a:close/>
                </a:path>
                <a:path w="6350" h="257810">
                  <a:moveTo>
                    <a:pt x="635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0650"/>
                  </a:lnTo>
                  <a:close/>
                </a:path>
                <a:path w="6350" h="257810">
                  <a:moveTo>
                    <a:pt x="635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6350" y="119380"/>
                  </a:lnTo>
                  <a:lnTo>
                    <a:pt x="6350" y="118110"/>
                  </a:lnTo>
                  <a:close/>
                </a:path>
                <a:path w="6350" h="257810">
                  <a:moveTo>
                    <a:pt x="635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4300"/>
                  </a:lnTo>
                  <a:close/>
                </a:path>
                <a:path w="6350" h="257810">
                  <a:moveTo>
                    <a:pt x="635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11760"/>
                  </a:lnTo>
                  <a:close/>
                </a:path>
                <a:path w="6350" h="257810">
                  <a:moveTo>
                    <a:pt x="635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7950"/>
                  </a:lnTo>
                  <a:close/>
                </a:path>
                <a:path w="6350" h="257810">
                  <a:moveTo>
                    <a:pt x="635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6350" y="106680"/>
                  </a:lnTo>
                  <a:lnTo>
                    <a:pt x="6350" y="105410"/>
                  </a:lnTo>
                  <a:close/>
                </a:path>
                <a:path w="6350" h="257810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257810">
                  <a:moveTo>
                    <a:pt x="635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6350" y="100330"/>
                  </a:lnTo>
                  <a:lnTo>
                    <a:pt x="6350" y="99060"/>
                  </a:lnTo>
                  <a:close/>
                </a:path>
                <a:path w="6350" h="257810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257810">
                  <a:moveTo>
                    <a:pt x="635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2710"/>
                  </a:lnTo>
                  <a:close/>
                </a:path>
                <a:path w="6350" h="257810">
                  <a:moveTo>
                    <a:pt x="635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8900"/>
                  </a:lnTo>
                  <a:close/>
                </a:path>
                <a:path w="6350" h="257810">
                  <a:moveTo>
                    <a:pt x="635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6360"/>
                  </a:lnTo>
                  <a:close/>
                </a:path>
                <a:path w="6350" h="257810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257810">
                  <a:moveTo>
                    <a:pt x="635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80010"/>
                  </a:lnTo>
                  <a:close/>
                </a:path>
                <a:path w="6350" h="257810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257810">
                  <a:moveTo>
                    <a:pt x="635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3660"/>
                  </a:lnTo>
                  <a:close/>
                </a:path>
                <a:path w="6350" h="257810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257810">
                  <a:moveTo>
                    <a:pt x="635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7310"/>
                  </a:lnTo>
                  <a:close/>
                </a:path>
                <a:path w="6350" h="257810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257810">
                  <a:moveTo>
                    <a:pt x="635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60960"/>
                  </a:lnTo>
                  <a:close/>
                </a:path>
                <a:path w="6350" h="257810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257810">
                  <a:moveTo>
                    <a:pt x="635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4610"/>
                  </a:lnTo>
                  <a:close/>
                </a:path>
                <a:path w="6350" h="257810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257810">
                  <a:moveTo>
                    <a:pt x="635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8260"/>
                  </a:lnTo>
                  <a:close/>
                </a:path>
                <a:path w="6350" h="257810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257810">
                  <a:moveTo>
                    <a:pt x="635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1910"/>
                  </a:lnTo>
                  <a:close/>
                </a:path>
                <a:path w="6350" h="257810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257810">
                  <a:moveTo>
                    <a:pt x="635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5560"/>
                  </a:lnTo>
                  <a:close/>
                </a:path>
                <a:path w="6350" h="257810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257810">
                  <a:moveTo>
                    <a:pt x="635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9210"/>
                  </a:lnTo>
                  <a:close/>
                </a:path>
                <a:path w="6350" h="257810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257810">
                  <a:moveTo>
                    <a:pt x="635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2860"/>
                  </a:lnTo>
                  <a:close/>
                </a:path>
                <a:path w="6350" h="257810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257810">
                  <a:moveTo>
                    <a:pt x="635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6510"/>
                  </a:lnTo>
                  <a:close/>
                </a:path>
                <a:path w="6350" h="257810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257810">
                  <a:moveTo>
                    <a:pt x="635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6350" h="257810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257810">
                  <a:moveTo>
                    <a:pt x="2540" y="2539"/>
                  </a:moveTo>
                  <a:lnTo>
                    <a:pt x="0" y="2539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6350" h="257810">
                  <a:moveTo>
                    <a:pt x="6350" y="0"/>
                  </a:moveTo>
                  <a:lnTo>
                    <a:pt x="3810" y="0"/>
                  </a:lnTo>
                  <a:lnTo>
                    <a:pt x="381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A52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3">
              <a:extLst>
                <a:ext uri="{FF2B5EF4-FFF2-40B4-BE49-F238E27FC236}">
                  <a16:creationId xmlns:a16="http://schemas.microsoft.com/office/drawing/2014/main" id="{7034064C-2ACC-03D8-BF97-9DE1803375EB}"/>
                </a:ext>
              </a:extLst>
            </p:cNvPr>
            <p:cNvSpPr/>
            <p:nvPr/>
          </p:nvSpPr>
          <p:spPr>
            <a:xfrm>
              <a:off x="1658620" y="3379470"/>
              <a:ext cx="7620" cy="261620"/>
            </a:xfrm>
            <a:custGeom>
              <a:avLst/>
              <a:gdLst/>
              <a:ahLst/>
              <a:cxnLst/>
              <a:rect l="l" t="t" r="r" b="b"/>
              <a:pathLst>
                <a:path w="7619" h="261620">
                  <a:moveTo>
                    <a:pt x="7619" y="166370"/>
                  </a:moveTo>
                  <a:lnTo>
                    <a:pt x="0" y="166370"/>
                  </a:lnTo>
                  <a:lnTo>
                    <a:pt x="0" y="261620"/>
                  </a:lnTo>
                  <a:lnTo>
                    <a:pt x="7619" y="261620"/>
                  </a:lnTo>
                  <a:lnTo>
                    <a:pt x="7619" y="166370"/>
                  </a:lnTo>
                  <a:close/>
                </a:path>
                <a:path w="7619" h="26162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19" h="26162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19" h="26162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26162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19" h="26162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26162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19" h="26162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26162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19" h="26162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26162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19" h="26162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26162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19" h="26162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26162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19" h="26162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26162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19" h="26162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26162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19" h="26162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26162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19" h="26162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26162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19" h="26162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26162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19" h="26162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26162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19" h="26162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26162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19" h="26162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26162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19" h="26162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26162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19" h="26162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26162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19" h="26162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26162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19" h="26162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26162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19" h="26162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26162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19" h="26162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26162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19" h="26162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26162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19" h="26162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26162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19" h="26162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26162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19" h="26162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26162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19" h="261620">
                  <a:moveTo>
                    <a:pt x="2540" y="2540"/>
                  </a:moveTo>
                  <a:lnTo>
                    <a:pt x="0" y="254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lnTo>
                    <a:pt x="2540" y="3810"/>
                  </a:lnTo>
                  <a:lnTo>
                    <a:pt x="2540" y="2540"/>
                  </a:lnTo>
                  <a:close/>
                </a:path>
                <a:path w="7619" h="261620">
                  <a:moveTo>
                    <a:pt x="7619" y="1270"/>
                  </a:moveTo>
                  <a:lnTo>
                    <a:pt x="2540" y="1270"/>
                  </a:lnTo>
                  <a:lnTo>
                    <a:pt x="2540" y="2540"/>
                  </a:lnTo>
                  <a:lnTo>
                    <a:pt x="7619" y="2540"/>
                  </a:lnTo>
                  <a:lnTo>
                    <a:pt x="7619" y="1270"/>
                  </a:lnTo>
                  <a:close/>
                </a:path>
                <a:path w="7619" h="261620">
                  <a:moveTo>
                    <a:pt x="635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951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4">
              <a:extLst>
                <a:ext uri="{FF2B5EF4-FFF2-40B4-BE49-F238E27FC236}">
                  <a16:creationId xmlns:a16="http://schemas.microsoft.com/office/drawing/2014/main" id="{A4EF7AE7-24E4-7633-2259-DC5FE78E196C}"/>
                </a:ext>
              </a:extLst>
            </p:cNvPr>
            <p:cNvSpPr/>
            <p:nvPr/>
          </p:nvSpPr>
          <p:spPr>
            <a:xfrm>
              <a:off x="1666240" y="3373120"/>
              <a:ext cx="7620" cy="267970"/>
            </a:xfrm>
            <a:custGeom>
              <a:avLst/>
              <a:gdLst/>
              <a:ahLst/>
              <a:cxnLst/>
              <a:rect l="l" t="t" r="r" b="b"/>
              <a:pathLst>
                <a:path w="7619" h="267970">
                  <a:moveTo>
                    <a:pt x="7620" y="172720"/>
                  </a:moveTo>
                  <a:lnTo>
                    <a:pt x="0" y="172720"/>
                  </a:lnTo>
                  <a:lnTo>
                    <a:pt x="0" y="267970"/>
                  </a:lnTo>
                  <a:lnTo>
                    <a:pt x="7620" y="267970"/>
                  </a:lnTo>
                  <a:lnTo>
                    <a:pt x="7620" y="172720"/>
                  </a:lnTo>
                  <a:close/>
                </a:path>
                <a:path w="7619" h="26797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19" h="26797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19" h="26797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19" h="26797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19" h="26797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19" h="26797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19" h="26797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19" h="26797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19" h="26797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19" h="26797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19" h="26797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19" h="26797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19" h="26797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19" h="26797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19" h="26797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19" h="26797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19" h="26797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19" h="26797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19" h="26797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19" h="26797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19" h="26797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19" h="26797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19" h="26797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19" h="26797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19" h="26797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19" h="26797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19" h="26797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19" h="26797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19" h="26797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19" h="26797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19" h="26797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19" h="26797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19" h="26797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19" h="26797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19" h="26797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19" h="26797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19" h="26797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19" h="26797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19" h="26797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19" h="26797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19" h="26797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19" h="26797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19" h="26797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19" h="26797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19" h="26797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19" h="26797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19" h="26797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19" h="26797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19" h="26797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19" h="26797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19" h="26797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19" h="26797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19" h="267970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19" h="267970">
                  <a:moveTo>
                    <a:pt x="3810" y="2540"/>
                  </a:move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2540"/>
                  </a:lnTo>
                  <a:close/>
                </a:path>
                <a:path w="7619" h="267970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7620" y="254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85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5">
              <a:extLst>
                <a:ext uri="{FF2B5EF4-FFF2-40B4-BE49-F238E27FC236}">
                  <a16:creationId xmlns:a16="http://schemas.microsoft.com/office/drawing/2014/main" id="{BFFDFCB3-CAC3-B27E-6411-6C850E554638}"/>
                </a:ext>
              </a:extLst>
            </p:cNvPr>
            <p:cNvSpPr/>
            <p:nvPr/>
          </p:nvSpPr>
          <p:spPr>
            <a:xfrm>
              <a:off x="1673860" y="3369310"/>
              <a:ext cx="6350" cy="271780"/>
            </a:xfrm>
            <a:custGeom>
              <a:avLst/>
              <a:gdLst/>
              <a:ahLst/>
              <a:cxnLst/>
              <a:rect l="l" t="t" r="r" b="b"/>
              <a:pathLst>
                <a:path w="6350" h="271779">
                  <a:moveTo>
                    <a:pt x="6350" y="176529"/>
                  </a:moveTo>
                  <a:lnTo>
                    <a:pt x="0" y="176529"/>
                  </a:lnTo>
                  <a:lnTo>
                    <a:pt x="0" y="271779"/>
                  </a:lnTo>
                  <a:lnTo>
                    <a:pt x="6350" y="271779"/>
                  </a:lnTo>
                  <a:lnTo>
                    <a:pt x="6350" y="176529"/>
                  </a:lnTo>
                  <a:close/>
                </a:path>
                <a:path w="6350" h="271779">
                  <a:moveTo>
                    <a:pt x="635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6350" y="175259"/>
                  </a:lnTo>
                  <a:lnTo>
                    <a:pt x="6350" y="172719"/>
                  </a:lnTo>
                  <a:close/>
                </a:path>
                <a:path w="6350" h="271779">
                  <a:moveTo>
                    <a:pt x="635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79"/>
                  </a:lnTo>
                  <a:close/>
                </a:path>
                <a:path w="6350" h="271779">
                  <a:moveTo>
                    <a:pt x="635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6350" y="168909"/>
                  </a:lnTo>
                  <a:lnTo>
                    <a:pt x="6350" y="166369"/>
                  </a:lnTo>
                  <a:close/>
                </a:path>
                <a:path w="6350" h="271779">
                  <a:moveTo>
                    <a:pt x="635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3829"/>
                  </a:lnTo>
                  <a:close/>
                </a:path>
                <a:path w="6350" h="271779">
                  <a:moveTo>
                    <a:pt x="635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6350" y="162559"/>
                  </a:lnTo>
                  <a:lnTo>
                    <a:pt x="6350" y="160019"/>
                  </a:lnTo>
                  <a:close/>
                </a:path>
                <a:path w="6350" h="271779">
                  <a:moveTo>
                    <a:pt x="635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79"/>
                  </a:lnTo>
                  <a:close/>
                </a:path>
                <a:path w="6350" h="271779">
                  <a:moveTo>
                    <a:pt x="635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6350" y="156209"/>
                  </a:lnTo>
                  <a:lnTo>
                    <a:pt x="6350" y="153669"/>
                  </a:lnTo>
                  <a:close/>
                </a:path>
                <a:path w="6350" h="271779">
                  <a:moveTo>
                    <a:pt x="635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29"/>
                  </a:lnTo>
                  <a:close/>
                </a:path>
                <a:path w="6350" h="271779">
                  <a:moveTo>
                    <a:pt x="635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6350" y="149859"/>
                  </a:lnTo>
                  <a:lnTo>
                    <a:pt x="6350" y="147319"/>
                  </a:lnTo>
                  <a:close/>
                </a:path>
                <a:path w="6350" h="271779">
                  <a:moveTo>
                    <a:pt x="635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79"/>
                  </a:lnTo>
                  <a:close/>
                </a:path>
                <a:path w="6350" h="271779">
                  <a:moveTo>
                    <a:pt x="635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6350" y="143509"/>
                  </a:lnTo>
                  <a:lnTo>
                    <a:pt x="6350" y="140969"/>
                  </a:lnTo>
                  <a:close/>
                </a:path>
                <a:path w="6350" h="271779">
                  <a:moveTo>
                    <a:pt x="635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29"/>
                  </a:lnTo>
                  <a:close/>
                </a:path>
                <a:path w="6350" h="271779">
                  <a:moveTo>
                    <a:pt x="635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6350" y="137159"/>
                  </a:lnTo>
                  <a:lnTo>
                    <a:pt x="6350" y="134619"/>
                  </a:lnTo>
                  <a:close/>
                </a:path>
                <a:path w="6350" h="271779">
                  <a:moveTo>
                    <a:pt x="635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79"/>
                  </a:lnTo>
                  <a:close/>
                </a:path>
                <a:path w="6350" h="271779">
                  <a:moveTo>
                    <a:pt x="635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6350" y="130809"/>
                  </a:lnTo>
                  <a:lnTo>
                    <a:pt x="6350" y="128269"/>
                  </a:lnTo>
                  <a:close/>
                </a:path>
                <a:path w="6350" h="271779">
                  <a:moveTo>
                    <a:pt x="635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29"/>
                  </a:lnTo>
                  <a:close/>
                </a:path>
                <a:path w="6350" h="271779">
                  <a:moveTo>
                    <a:pt x="635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6350" y="124459"/>
                  </a:lnTo>
                  <a:lnTo>
                    <a:pt x="6350" y="121919"/>
                  </a:lnTo>
                  <a:close/>
                </a:path>
                <a:path w="6350" h="271779">
                  <a:moveTo>
                    <a:pt x="635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79"/>
                  </a:lnTo>
                  <a:close/>
                </a:path>
                <a:path w="6350" h="271779">
                  <a:moveTo>
                    <a:pt x="635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6350" y="118109"/>
                  </a:lnTo>
                  <a:lnTo>
                    <a:pt x="6350" y="115569"/>
                  </a:lnTo>
                  <a:close/>
                </a:path>
                <a:path w="6350" h="271779">
                  <a:moveTo>
                    <a:pt x="635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29"/>
                  </a:lnTo>
                  <a:close/>
                </a:path>
                <a:path w="6350" h="271779">
                  <a:moveTo>
                    <a:pt x="635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6350" y="111759"/>
                  </a:lnTo>
                  <a:lnTo>
                    <a:pt x="6350" y="109219"/>
                  </a:lnTo>
                  <a:close/>
                </a:path>
                <a:path w="6350" h="271779">
                  <a:moveTo>
                    <a:pt x="635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79"/>
                  </a:lnTo>
                  <a:close/>
                </a:path>
                <a:path w="6350" h="271779">
                  <a:moveTo>
                    <a:pt x="635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6350" y="105409"/>
                  </a:lnTo>
                  <a:lnTo>
                    <a:pt x="6350" y="102869"/>
                  </a:lnTo>
                  <a:close/>
                </a:path>
                <a:path w="6350" h="271779">
                  <a:moveTo>
                    <a:pt x="635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29"/>
                  </a:lnTo>
                  <a:close/>
                </a:path>
                <a:path w="6350" h="271779">
                  <a:moveTo>
                    <a:pt x="635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6350" y="99059"/>
                  </a:lnTo>
                  <a:lnTo>
                    <a:pt x="6350" y="96519"/>
                  </a:lnTo>
                  <a:close/>
                </a:path>
                <a:path w="6350" h="271779">
                  <a:moveTo>
                    <a:pt x="635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79"/>
                  </a:lnTo>
                  <a:close/>
                </a:path>
                <a:path w="6350" h="271779">
                  <a:moveTo>
                    <a:pt x="635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6350" y="92709"/>
                  </a:lnTo>
                  <a:lnTo>
                    <a:pt x="6350" y="90169"/>
                  </a:lnTo>
                  <a:close/>
                </a:path>
                <a:path w="6350" h="271779">
                  <a:moveTo>
                    <a:pt x="635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29"/>
                  </a:lnTo>
                  <a:close/>
                </a:path>
                <a:path w="6350" h="271779">
                  <a:moveTo>
                    <a:pt x="635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6350" y="86359"/>
                  </a:lnTo>
                  <a:lnTo>
                    <a:pt x="6350" y="83819"/>
                  </a:lnTo>
                  <a:close/>
                </a:path>
                <a:path w="6350" h="271779">
                  <a:moveTo>
                    <a:pt x="635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79"/>
                  </a:lnTo>
                  <a:close/>
                </a:path>
                <a:path w="6350" h="271779">
                  <a:moveTo>
                    <a:pt x="635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6350" y="80009"/>
                  </a:lnTo>
                  <a:lnTo>
                    <a:pt x="6350" y="77469"/>
                  </a:lnTo>
                  <a:close/>
                </a:path>
                <a:path w="6350" h="271779">
                  <a:moveTo>
                    <a:pt x="635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29"/>
                  </a:lnTo>
                  <a:close/>
                </a:path>
                <a:path w="6350" h="271779">
                  <a:moveTo>
                    <a:pt x="635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6350" y="73659"/>
                  </a:lnTo>
                  <a:lnTo>
                    <a:pt x="6350" y="71119"/>
                  </a:lnTo>
                  <a:close/>
                </a:path>
                <a:path w="6350" h="271779">
                  <a:moveTo>
                    <a:pt x="635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79"/>
                  </a:lnTo>
                  <a:close/>
                </a:path>
                <a:path w="6350" h="271779">
                  <a:moveTo>
                    <a:pt x="635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6350" y="67309"/>
                  </a:lnTo>
                  <a:lnTo>
                    <a:pt x="6350" y="64769"/>
                  </a:lnTo>
                  <a:close/>
                </a:path>
                <a:path w="6350" h="271779">
                  <a:moveTo>
                    <a:pt x="635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29"/>
                  </a:lnTo>
                  <a:close/>
                </a:path>
                <a:path w="6350" h="271779">
                  <a:moveTo>
                    <a:pt x="635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6350" y="60959"/>
                  </a:lnTo>
                  <a:lnTo>
                    <a:pt x="6350" y="58419"/>
                  </a:lnTo>
                  <a:close/>
                </a:path>
                <a:path w="6350" h="271779">
                  <a:moveTo>
                    <a:pt x="635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79"/>
                  </a:lnTo>
                  <a:close/>
                </a:path>
                <a:path w="6350" h="271779">
                  <a:moveTo>
                    <a:pt x="635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6350" y="54609"/>
                  </a:lnTo>
                  <a:lnTo>
                    <a:pt x="6350" y="52069"/>
                  </a:lnTo>
                  <a:close/>
                </a:path>
                <a:path w="6350" h="271779">
                  <a:moveTo>
                    <a:pt x="635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29"/>
                  </a:lnTo>
                  <a:close/>
                </a:path>
                <a:path w="6350" h="271779">
                  <a:moveTo>
                    <a:pt x="635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6350" y="48259"/>
                  </a:lnTo>
                  <a:lnTo>
                    <a:pt x="6350" y="45719"/>
                  </a:lnTo>
                  <a:close/>
                </a:path>
                <a:path w="6350" h="271779">
                  <a:moveTo>
                    <a:pt x="635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79"/>
                  </a:lnTo>
                  <a:close/>
                </a:path>
                <a:path w="6350" h="271779">
                  <a:moveTo>
                    <a:pt x="635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6350" y="41909"/>
                  </a:lnTo>
                  <a:lnTo>
                    <a:pt x="6350" y="39369"/>
                  </a:lnTo>
                  <a:close/>
                </a:path>
                <a:path w="6350" h="271779">
                  <a:moveTo>
                    <a:pt x="635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29"/>
                  </a:lnTo>
                  <a:close/>
                </a:path>
                <a:path w="6350" h="271779">
                  <a:moveTo>
                    <a:pt x="635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6350" y="35559"/>
                  </a:lnTo>
                  <a:lnTo>
                    <a:pt x="6350" y="33019"/>
                  </a:lnTo>
                  <a:close/>
                </a:path>
                <a:path w="6350" h="271779">
                  <a:moveTo>
                    <a:pt x="635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79"/>
                  </a:lnTo>
                  <a:close/>
                </a:path>
                <a:path w="6350" h="271779">
                  <a:moveTo>
                    <a:pt x="635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6350" y="29209"/>
                  </a:lnTo>
                  <a:lnTo>
                    <a:pt x="6350" y="26669"/>
                  </a:lnTo>
                  <a:close/>
                </a:path>
                <a:path w="6350" h="271779">
                  <a:moveTo>
                    <a:pt x="635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29"/>
                  </a:lnTo>
                  <a:close/>
                </a:path>
                <a:path w="6350" h="271779">
                  <a:moveTo>
                    <a:pt x="635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6350" y="22859"/>
                  </a:lnTo>
                  <a:lnTo>
                    <a:pt x="6350" y="20319"/>
                  </a:lnTo>
                  <a:close/>
                </a:path>
                <a:path w="6350" h="271779">
                  <a:moveTo>
                    <a:pt x="635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79"/>
                  </a:lnTo>
                  <a:close/>
                </a:path>
                <a:path w="6350" h="271779">
                  <a:moveTo>
                    <a:pt x="635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6350" y="16509"/>
                  </a:lnTo>
                  <a:lnTo>
                    <a:pt x="6350" y="13969"/>
                  </a:lnTo>
                  <a:close/>
                </a:path>
                <a:path w="6350" h="271779">
                  <a:moveTo>
                    <a:pt x="635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29"/>
                  </a:lnTo>
                  <a:close/>
                </a:path>
                <a:path w="6350" h="271779">
                  <a:moveTo>
                    <a:pt x="635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6350" y="10159"/>
                  </a:lnTo>
                  <a:lnTo>
                    <a:pt x="6350" y="7619"/>
                  </a:lnTo>
                  <a:close/>
                </a:path>
                <a:path w="6350" h="271779">
                  <a:moveTo>
                    <a:pt x="1269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79"/>
                  </a:lnTo>
                  <a:lnTo>
                    <a:pt x="1269" y="5079"/>
                  </a:lnTo>
                  <a:lnTo>
                    <a:pt x="1269" y="3809"/>
                  </a:lnTo>
                  <a:close/>
                </a:path>
                <a:path w="6350" h="271779">
                  <a:moveTo>
                    <a:pt x="6350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2539" y="1269"/>
                  </a:lnTo>
                  <a:lnTo>
                    <a:pt x="2539" y="3809"/>
                  </a:lnTo>
                  <a:lnTo>
                    <a:pt x="6350" y="380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84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06">
              <a:extLst>
                <a:ext uri="{FF2B5EF4-FFF2-40B4-BE49-F238E27FC236}">
                  <a16:creationId xmlns:a16="http://schemas.microsoft.com/office/drawing/2014/main" id="{B86448B2-3216-2EFA-97CF-8571A0F93E26}"/>
                </a:ext>
              </a:extLst>
            </p:cNvPr>
            <p:cNvSpPr/>
            <p:nvPr/>
          </p:nvSpPr>
          <p:spPr>
            <a:xfrm>
              <a:off x="1684020" y="3364230"/>
              <a:ext cx="0" cy="276860"/>
            </a:xfrm>
            <a:custGeom>
              <a:avLst/>
              <a:gdLst/>
              <a:ahLst/>
              <a:cxnLst/>
              <a:rect l="l" t="t" r="r" b="b"/>
              <a:pathLst>
                <a:path h="276860">
                  <a:moveTo>
                    <a:pt x="0" y="0"/>
                  </a:moveTo>
                  <a:lnTo>
                    <a:pt x="0" y="276860"/>
                  </a:lnTo>
                </a:path>
              </a:pathLst>
            </a:custGeom>
            <a:ln w="7619">
              <a:solidFill>
                <a:srgbClr val="374E7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07">
              <a:extLst>
                <a:ext uri="{FF2B5EF4-FFF2-40B4-BE49-F238E27FC236}">
                  <a16:creationId xmlns:a16="http://schemas.microsoft.com/office/drawing/2014/main" id="{1C4B3A20-FF00-A78E-E068-E0DFC64899EE}"/>
                </a:ext>
              </a:extLst>
            </p:cNvPr>
            <p:cNvSpPr/>
            <p:nvPr/>
          </p:nvSpPr>
          <p:spPr>
            <a:xfrm>
              <a:off x="1687830" y="3360420"/>
              <a:ext cx="7620" cy="280670"/>
            </a:xfrm>
            <a:custGeom>
              <a:avLst/>
              <a:gdLst/>
              <a:ahLst/>
              <a:cxnLst/>
              <a:rect l="l" t="t" r="r" b="b"/>
              <a:pathLst>
                <a:path w="7619" h="280670">
                  <a:moveTo>
                    <a:pt x="7619" y="185420"/>
                  </a:moveTo>
                  <a:lnTo>
                    <a:pt x="0" y="185420"/>
                  </a:lnTo>
                  <a:lnTo>
                    <a:pt x="0" y="280670"/>
                  </a:lnTo>
                  <a:lnTo>
                    <a:pt x="7619" y="280670"/>
                  </a:lnTo>
                  <a:lnTo>
                    <a:pt x="7619" y="185420"/>
                  </a:lnTo>
                  <a:close/>
                </a:path>
                <a:path w="7619" h="280670">
                  <a:moveTo>
                    <a:pt x="7619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1610"/>
                  </a:lnTo>
                  <a:close/>
                </a:path>
                <a:path w="7619" h="280670">
                  <a:moveTo>
                    <a:pt x="7619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19" y="180340"/>
                  </a:lnTo>
                  <a:lnTo>
                    <a:pt x="7619" y="179070"/>
                  </a:lnTo>
                  <a:close/>
                </a:path>
                <a:path w="7619" h="280670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19" h="280670">
                  <a:moveTo>
                    <a:pt x="7619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19" y="173990"/>
                  </a:lnTo>
                  <a:lnTo>
                    <a:pt x="7619" y="172720"/>
                  </a:lnTo>
                  <a:close/>
                </a:path>
                <a:path w="7619" h="28067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280670">
                  <a:moveTo>
                    <a:pt x="7619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19" y="167640"/>
                  </a:lnTo>
                  <a:lnTo>
                    <a:pt x="7619" y="166370"/>
                  </a:lnTo>
                  <a:close/>
                </a:path>
                <a:path w="7619" h="28067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19" h="28067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19" h="28067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28067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19" h="28067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28067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19" h="28067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28067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19" h="28067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28067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19" h="28067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28067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19" h="28067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28067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19" h="28067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28067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19" h="28067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28067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19" h="28067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28067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19" h="28067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28067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19" h="28067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28067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19" h="28067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28067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19" h="28067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28067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19" h="28067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28067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19" h="28067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28067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19" h="28067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28067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19" h="28067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28067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19" h="28067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28067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19" h="28067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28067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19" h="28067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28067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19" h="28067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28067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19" h="28067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28067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19" h="28067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28067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19" h="28067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28067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19" h="28067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280670">
                  <a:moveTo>
                    <a:pt x="2539" y="2540"/>
                  </a:moveTo>
                  <a:lnTo>
                    <a:pt x="1269" y="2540"/>
                  </a:lnTo>
                  <a:lnTo>
                    <a:pt x="1269" y="3810"/>
                  </a:lnTo>
                  <a:lnTo>
                    <a:pt x="2539" y="3810"/>
                  </a:lnTo>
                  <a:lnTo>
                    <a:pt x="2539" y="2540"/>
                  </a:lnTo>
                  <a:close/>
                </a:path>
                <a:path w="7619" h="280670">
                  <a:moveTo>
                    <a:pt x="7619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2539" y="1270"/>
                  </a:lnTo>
                  <a:lnTo>
                    <a:pt x="2539" y="2540"/>
                  </a:lnTo>
                  <a:lnTo>
                    <a:pt x="7619" y="254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364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08">
              <a:extLst>
                <a:ext uri="{FF2B5EF4-FFF2-40B4-BE49-F238E27FC236}">
                  <a16:creationId xmlns:a16="http://schemas.microsoft.com/office/drawing/2014/main" id="{16966AF0-16DD-DA43-6681-2DD1E6BAE83A}"/>
                </a:ext>
              </a:extLst>
            </p:cNvPr>
            <p:cNvSpPr/>
            <p:nvPr/>
          </p:nvSpPr>
          <p:spPr>
            <a:xfrm>
              <a:off x="1699260" y="3355340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7619">
              <a:solidFill>
                <a:srgbClr val="364C6E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09">
              <a:extLst>
                <a:ext uri="{FF2B5EF4-FFF2-40B4-BE49-F238E27FC236}">
                  <a16:creationId xmlns:a16="http://schemas.microsoft.com/office/drawing/2014/main" id="{1A07CC46-9D63-D154-259B-608F522CB123}"/>
                </a:ext>
              </a:extLst>
            </p:cNvPr>
            <p:cNvSpPr/>
            <p:nvPr/>
          </p:nvSpPr>
          <p:spPr>
            <a:xfrm>
              <a:off x="1703070" y="3351530"/>
              <a:ext cx="6350" cy="289560"/>
            </a:xfrm>
            <a:custGeom>
              <a:avLst/>
              <a:gdLst/>
              <a:ahLst/>
              <a:cxnLst/>
              <a:rect l="l" t="t" r="r" b="b"/>
              <a:pathLst>
                <a:path w="6350" h="289560">
                  <a:moveTo>
                    <a:pt x="6350" y="194310"/>
                  </a:moveTo>
                  <a:lnTo>
                    <a:pt x="0" y="194310"/>
                  </a:lnTo>
                  <a:lnTo>
                    <a:pt x="0" y="289560"/>
                  </a:lnTo>
                  <a:lnTo>
                    <a:pt x="6350" y="289560"/>
                  </a:lnTo>
                  <a:lnTo>
                    <a:pt x="6350" y="194310"/>
                  </a:lnTo>
                  <a:close/>
                </a:path>
                <a:path w="6350" h="289560">
                  <a:moveTo>
                    <a:pt x="6350" y="190500"/>
                  </a:moveTo>
                  <a:lnTo>
                    <a:pt x="0" y="190500"/>
                  </a:lnTo>
                  <a:lnTo>
                    <a:pt x="0" y="193039"/>
                  </a:lnTo>
                  <a:lnTo>
                    <a:pt x="6350" y="193039"/>
                  </a:lnTo>
                  <a:lnTo>
                    <a:pt x="6350" y="190500"/>
                  </a:lnTo>
                  <a:close/>
                </a:path>
                <a:path w="6350" h="289560">
                  <a:moveTo>
                    <a:pt x="6350" y="187960"/>
                  </a:moveTo>
                  <a:lnTo>
                    <a:pt x="0" y="187960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187960"/>
                  </a:lnTo>
                  <a:close/>
                </a:path>
                <a:path w="6350" h="289560">
                  <a:moveTo>
                    <a:pt x="6350" y="184150"/>
                  </a:moveTo>
                  <a:lnTo>
                    <a:pt x="0" y="184150"/>
                  </a:lnTo>
                  <a:lnTo>
                    <a:pt x="0" y="186689"/>
                  </a:lnTo>
                  <a:lnTo>
                    <a:pt x="6350" y="186689"/>
                  </a:lnTo>
                  <a:lnTo>
                    <a:pt x="6350" y="184150"/>
                  </a:lnTo>
                  <a:close/>
                </a:path>
                <a:path w="6350" h="289560">
                  <a:moveTo>
                    <a:pt x="6350" y="181610"/>
                  </a:moveTo>
                  <a:lnTo>
                    <a:pt x="0" y="181610"/>
                  </a:lnTo>
                  <a:lnTo>
                    <a:pt x="0" y="182880"/>
                  </a:lnTo>
                  <a:lnTo>
                    <a:pt x="6350" y="182880"/>
                  </a:lnTo>
                  <a:lnTo>
                    <a:pt x="6350" y="181610"/>
                  </a:lnTo>
                  <a:close/>
                </a:path>
                <a:path w="6350" h="289560">
                  <a:moveTo>
                    <a:pt x="6350" y="177800"/>
                  </a:moveTo>
                  <a:lnTo>
                    <a:pt x="0" y="177800"/>
                  </a:lnTo>
                  <a:lnTo>
                    <a:pt x="0" y="180339"/>
                  </a:lnTo>
                  <a:lnTo>
                    <a:pt x="6350" y="180339"/>
                  </a:lnTo>
                  <a:lnTo>
                    <a:pt x="6350" y="177800"/>
                  </a:lnTo>
                  <a:close/>
                </a:path>
                <a:path w="6350" h="289560">
                  <a:moveTo>
                    <a:pt x="6350" y="175260"/>
                  </a:moveTo>
                  <a:lnTo>
                    <a:pt x="0" y="175260"/>
                  </a:lnTo>
                  <a:lnTo>
                    <a:pt x="0" y="176530"/>
                  </a:lnTo>
                  <a:lnTo>
                    <a:pt x="6350" y="176530"/>
                  </a:lnTo>
                  <a:lnTo>
                    <a:pt x="6350" y="175260"/>
                  </a:lnTo>
                  <a:close/>
                </a:path>
                <a:path w="6350" h="289560">
                  <a:moveTo>
                    <a:pt x="6350" y="171450"/>
                  </a:moveTo>
                  <a:lnTo>
                    <a:pt x="0" y="17145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71450"/>
                  </a:lnTo>
                  <a:close/>
                </a:path>
                <a:path w="6350" h="289560">
                  <a:moveTo>
                    <a:pt x="6350" y="168910"/>
                  </a:moveTo>
                  <a:lnTo>
                    <a:pt x="0" y="168910"/>
                  </a:lnTo>
                  <a:lnTo>
                    <a:pt x="0" y="170180"/>
                  </a:lnTo>
                  <a:lnTo>
                    <a:pt x="6350" y="170180"/>
                  </a:lnTo>
                  <a:lnTo>
                    <a:pt x="6350" y="168910"/>
                  </a:lnTo>
                  <a:close/>
                </a:path>
                <a:path w="6350" h="289560">
                  <a:moveTo>
                    <a:pt x="6350" y="165100"/>
                  </a:moveTo>
                  <a:lnTo>
                    <a:pt x="0" y="165100"/>
                  </a:lnTo>
                  <a:lnTo>
                    <a:pt x="0" y="167639"/>
                  </a:lnTo>
                  <a:lnTo>
                    <a:pt x="6350" y="167639"/>
                  </a:lnTo>
                  <a:lnTo>
                    <a:pt x="6350" y="165100"/>
                  </a:lnTo>
                  <a:close/>
                </a:path>
                <a:path w="6350" h="289560">
                  <a:moveTo>
                    <a:pt x="6350" y="162560"/>
                  </a:moveTo>
                  <a:lnTo>
                    <a:pt x="0" y="162560"/>
                  </a:lnTo>
                  <a:lnTo>
                    <a:pt x="0" y="163830"/>
                  </a:lnTo>
                  <a:lnTo>
                    <a:pt x="6350" y="163830"/>
                  </a:lnTo>
                  <a:lnTo>
                    <a:pt x="6350" y="162560"/>
                  </a:lnTo>
                  <a:close/>
                </a:path>
                <a:path w="6350" h="289560">
                  <a:moveTo>
                    <a:pt x="6350" y="158750"/>
                  </a:moveTo>
                  <a:lnTo>
                    <a:pt x="0" y="158750"/>
                  </a:lnTo>
                  <a:lnTo>
                    <a:pt x="0" y="161289"/>
                  </a:lnTo>
                  <a:lnTo>
                    <a:pt x="6350" y="161289"/>
                  </a:lnTo>
                  <a:lnTo>
                    <a:pt x="6350" y="158750"/>
                  </a:lnTo>
                  <a:close/>
                </a:path>
                <a:path w="6350" h="289560">
                  <a:moveTo>
                    <a:pt x="635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6350" y="157480"/>
                  </a:lnTo>
                  <a:lnTo>
                    <a:pt x="6350" y="156210"/>
                  </a:lnTo>
                  <a:close/>
                </a:path>
                <a:path w="6350" h="289560">
                  <a:moveTo>
                    <a:pt x="6350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6350" y="154939"/>
                  </a:lnTo>
                  <a:lnTo>
                    <a:pt x="6350" y="152400"/>
                  </a:lnTo>
                  <a:close/>
                </a:path>
                <a:path w="6350" h="289560">
                  <a:moveTo>
                    <a:pt x="6350" y="149860"/>
                  </a:moveTo>
                  <a:lnTo>
                    <a:pt x="0" y="149860"/>
                  </a:lnTo>
                  <a:lnTo>
                    <a:pt x="0" y="151130"/>
                  </a:lnTo>
                  <a:lnTo>
                    <a:pt x="6350" y="151130"/>
                  </a:lnTo>
                  <a:lnTo>
                    <a:pt x="6350" y="149860"/>
                  </a:lnTo>
                  <a:close/>
                </a:path>
                <a:path w="6350" h="289560">
                  <a:moveTo>
                    <a:pt x="6350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46050"/>
                  </a:lnTo>
                  <a:close/>
                </a:path>
                <a:path w="6350" h="289560">
                  <a:moveTo>
                    <a:pt x="6350" y="143510"/>
                  </a:moveTo>
                  <a:lnTo>
                    <a:pt x="0" y="143510"/>
                  </a:lnTo>
                  <a:lnTo>
                    <a:pt x="0" y="144780"/>
                  </a:lnTo>
                  <a:lnTo>
                    <a:pt x="6350" y="144780"/>
                  </a:lnTo>
                  <a:lnTo>
                    <a:pt x="6350" y="143510"/>
                  </a:lnTo>
                  <a:close/>
                </a:path>
                <a:path w="6350" h="289560">
                  <a:moveTo>
                    <a:pt x="6350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39700"/>
                  </a:lnTo>
                  <a:close/>
                </a:path>
                <a:path w="6350" h="289560">
                  <a:moveTo>
                    <a:pt x="635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6350" y="138430"/>
                  </a:lnTo>
                  <a:lnTo>
                    <a:pt x="6350" y="137160"/>
                  </a:lnTo>
                  <a:close/>
                </a:path>
                <a:path w="6350" h="289560">
                  <a:moveTo>
                    <a:pt x="635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3350"/>
                  </a:lnTo>
                  <a:close/>
                </a:path>
                <a:path w="6350" h="289560">
                  <a:moveTo>
                    <a:pt x="635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6350" y="132080"/>
                  </a:lnTo>
                  <a:lnTo>
                    <a:pt x="6350" y="130810"/>
                  </a:lnTo>
                  <a:close/>
                </a:path>
                <a:path w="6350" h="289560">
                  <a:moveTo>
                    <a:pt x="635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7000"/>
                  </a:lnTo>
                  <a:close/>
                </a:path>
                <a:path w="6350" h="289560">
                  <a:moveTo>
                    <a:pt x="635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6350" y="125730"/>
                  </a:lnTo>
                  <a:lnTo>
                    <a:pt x="6350" y="124460"/>
                  </a:lnTo>
                  <a:close/>
                </a:path>
                <a:path w="6350" h="289560">
                  <a:moveTo>
                    <a:pt x="635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0650"/>
                  </a:lnTo>
                  <a:close/>
                </a:path>
                <a:path w="6350" h="289560">
                  <a:moveTo>
                    <a:pt x="635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6350" y="119380"/>
                  </a:lnTo>
                  <a:lnTo>
                    <a:pt x="6350" y="118110"/>
                  </a:lnTo>
                  <a:close/>
                </a:path>
                <a:path w="6350" h="289560">
                  <a:moveTo>
                    <a:pt x="635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4300"/>
                  </a:lnTo>
                  <a:close/>
                </a:path>
                <a:path w="6350" h="289560">
                  <a:moveTo>
                    <a:pt x="635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11760"/>
                  </a:lnTo>
                  <a:close/>
                </a:path>
                <a:path w="6350" h="289560">
                  <a:moveTo>
                    <a:pt x="635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7950"/>
                  </a:lnTo>
                  <a:close/>
                </a:path>
                <a:path w="6350" h="289560">
                  <a:moveTo>
                    <a:pt x="635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6350" y="106680"/>
                  </a:lnTo>
                  <a:lnTo>
                    <a:pt x="6350" y="105410"/>
                  </a:lnTo>
                  <a:close/>
                </a:path>
                <a:path w="6350" h="289560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289560">
                  <a:moveTo>
                    <a:pt x="635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6350" y="100330"/>
                  </a:lnTo>
                  <a:lnTo>
                    <a:pt x="6350" y="99060"/>
                  </a:lnTo>
                  <a:close/>
                </a:path>
                <a:path w="6350" h="289560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289560">
                  <a:moveTo>
                    <a:pt x="635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2710"/>
                  </a:lnTo>
                  <a:close/>
                </a:path>
                <a:path w="6350" h="289560">
                  <a:moveTo>
                    <a:pt x="635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8900"/>
                  </a:lnTo>
                  <a:close/>
                </a:path>
                <a:path w="6350" h="289560">
                  <a:moveTo>
                    <a:pt x="635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6360"/>
                  </a:lnTo>
                  <a:close/>
                </a:path>
                <a:path w="6350" h="289560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289560">
                  <a:moveTo>
                    <a:pt x="635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80010"/>
                  </a:lnTo>
                  <a:close/>
                </a:path>
                <a:path w="6350" h="289560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289560">
                  <a:moveTo>
                    <a:pt x="635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3660"/>
                  </a:lnTo>
                  <a:close/>
                </a:path>
                <a:path w="6350" h="289560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289560">
                  <a:moveTo>
                    <a:pt x="635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7310"/>
                  </a:lnTo>
                  <a:close/>
                </a:path>
                <a:path w="6350" h="289560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289560">
                  <a:moveTo>
                    <a:pt x="635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60960"/>
                  </a:lnTo>
                  <a:close/>
                </a:path>
                <a:path w="6350" h="289560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289560">
                  <a:moveTo>
                    <a:pt x="635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4610"/>
                  </a:lnTo>
                  <a:close/>
                </a:path>
                <a:path w="6350" h="289560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289560">
                  <a:moveTo>
                    <a:pt x="635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8260"/>
                  </a:lnTo>
                  <a:close/>
                </a:path>
                <a:path w="6350" h="289560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289560">
                  <a:moveTo>
                    <a:pt x="635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1910"/>
                  </a:lnTo>
                  <a:close/>
                </a:path>
                <a:path w="6350" h="289560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289560">
                  <a:moveTo>
                    <a:pt x="635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5560"/>
                  </a:lnTo>
                  <a:close/>
                </a:path>
                <a:path w="6350" h="289560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289560">
                  <a:moveTo>
                    <a:pt x="635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9210"/>
                  </a:lnTo>
                  <a:close/>
                </a:path>
                <a:path w="6350" h="289560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289560">
                  <a:moveTo>
                    <a:pt x="635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2860"/>
                  </a:lnTo>
                  <a:close/>
                </a:path>
                <a:path w="6350" h="289560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289560">
                  <a:moveTo>
                    <a:pt x="635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6510"/>
                  </a:lnTo>
                  <a:close/>
                </a:path>
                <a:path w="6350" h="289560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289560">
                  <a:moveTo>
                    <a:pt x="635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6350" h="289560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289560">
                  <a:moveTo>
                    <a:pt x="2540" y="2539"/>
                  </a:moveTo>
                  <a:lnTo>
                    <a:pt x="0" y="2539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3810"/>
                  </a:lnTo>
                  <a:lnTo>
                    <a:pt x="2540" y="3810"/>
                  </a:lnTo>
                  <a:lnTo>
                    <a:pt x="2540" y="2539"/>
                  </a:lnTo>
                  <a:close/>
                </a:path>
                <a:path w="6350" h="289560">
                  <a:moveTo>
                    <a:pt x="6350" y="0"/>
                  </a:moveTo>
                  <a:lnTo>
                    <a:pt x="3810" y="0"/>
                  </a:lnTo>
                  <a:lnTo>
                    <a:pt x="381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54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0">
              <a:extLst>
                <a:ext uri="{FF2B5EF4-FFF2-40B4-BE49-F238E27FC236}">
                  <a16:creationId xmlns:a16="http://schemas.microsoft.com/office/drawing/2014/main" id="{B045E82D-4F37-4B77-0DD0-DA74ECE028F1}"/>
                </a:ext>
              </a:extLst>
            </p:cNvPr>
            <p:cNvSpPr/>
            <p:nvPr/>
          </p:nvSpPr>
          <p:spPr>
            <a:xfrm>
              <a:off x="1709420" y="3347720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19" h="293370">
                  <a:moveTo>
                    <a:pt x="7619" y="198120"/>
                  </a:moveTo>
                  <a:lnTo>
                    <a:pt x="0" y="198120"/>
                  </a:lnTo>
                  <a:lnTo>
                    <a:pt x="0" y="293370"/>
                  </a:lnTo>
                  <a:lnTo>
                    <a:pt x="7619" y="293370"/>
                  </a:lnTo>
                  <a:lnTo>
                    <a:pt x="7619" y="198120"/>
                  </a:lnTo>
                  <a:close/>
                </a:path>
                <a:path w="7619" h="293370">
                  <a:moveTo>
                    <a:pt x="7619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19" y="196850"/>
                  </a:lnTo>
                  <a:lnTo>
                    <a:pt x="7619" y="194310"/>
                  </a:lnTo>
                  <a:close/>
                </a:path>
                <a:path w="7619" h="293370">
                  <a:moveTo>
                    <a:pt x="7619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19" y="193040"/>
                  </a:lnTo>
                  <a:lnTo>
                    <a:pt x="7619" y="191770"/>
                  </a:lnTo>
                  <a:close/>
                </a:path>
                <a:path w="7619" h="293370">
                  <a:moveTo>
                    <a:pt x="7619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87960"/>
                  </a:lnTo>
                  <a:close/>
                </a:path>
                <a:path w="7619" h="293370">
                  <a:moveTo>
                    <a:pt x="7619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19" y="186690"/>
                  </a:lnTo>
                  <a:lnTo>
                    <a:pt x="7619" y="185420"/>
                  </a:lnTo>
                  <a:close/>
                </a:path>
                <a:path w="7619" h="293370">
                  <a:moveTo>
                    <a:pt x="7619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1610"/>
                  </a:lnTo>
                  <a:close/>
                </a:path>
                <a:path w="7619" h="293370">
                  <a:moveTo>
                    <a:pt x="7619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19" y="180340"/>
                  </a:lnTo>
                  <a:lnTo>
                    <a:pt x="7619" y="179070"/>
                  </a:lnTo>
                  <a:close/>
                </a:path>
                <a:path w="7619" h="293370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19" h="293370">
                  <a:moveTo>
                    <a:pt x="7619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19" y="173990"/>
                  </a:lnTo>
                  <a:lnTo>
                    <a:pt x="7619" y="172720"/>
                  </a:lnTo>
                  <a:close/>
                </a:path>
                <a:path w="7619" h="29337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293370">
                  <a:moveTo>
                    <a:pt x="7619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19" y="167640"/>
                  </a:lnTo>
                  <a:lnTo>
                    <a:pt x="7619" y="166370"/>
                  </a:lnTo>
                  <a:close/>
                </a:path>
                <a:path w="7619" h="29337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19" h="29337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19" h="29337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29337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19" h="29337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29337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19" h="29337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29337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19" h="29337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29337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19" h="29337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29337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19" h="29337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29337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19" h="29337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29337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19" h="29337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29337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19" h="29337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29337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19" h="29337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29337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19" h="29337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29337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19" h="29337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29337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19" h="29337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29337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19" h="29337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29337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19" h="29337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29337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19" h="29337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29337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19" h="29337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29337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19" h="29337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29337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19" h="29337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29337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19" h="29337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29337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19" h="29337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29337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19" h="29337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29337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19" h="29337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29337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19" h="29337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29337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19" h="293370">
                  <a:moveTo>
                    <a:pt x="1269" y="2540"/>
                  </a:moveTo>
                  <a:lnTo>
                    <a:pt x="0" y="254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lnTo>
                    <a:pt x="1269" y="3810"/>
                  </a:lnTo>
                  <a:lnTo>
                    <a:pt x="1269" y="2540"/>
                  </a:lnTo>
                  <a:close/>
                </a:path>
                <a:path w="7619" h="293370">
                  <a:moveTo>
                    <a:pt x="7619" y="1270"/>
                  </a:moveTo>
                  <a:lnTo>
                    <a:pt x="1269" y="1270"/>
                  </a:lnTo>
                  <a:lnTo>
                    <a:pt x="1269" y="2540"/>
                  </a:lnTo>
                  <a:lnTo>
                    <a:pt x="7619" y="2540"/>
                  </a:lnTo>
                  <a:lnTo>
                    <a:pt x="7619" y="1270"/>
                  </a:lnTo>
                  <a:close/>
                </a:path>
                <a:path w="7619" h="293370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344B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1">
              <a:extLst>
                <a:ext uri="{FF2B5EF4-FFF2-40B4-BE49-F238E27FC236}">
                  <a16:creationId xmlns:a16="http://schemas.microsoft.com/office/drawing/2014/main" id="{70B31354-89C4-32FD-255E-570C0E503114}"/>
                </a:ext>
              </a:extLst>
            </p:cNvPr>
            <p:cNvSpPr/>
            <p:nvPr/>
          </p:nvSpPr>
          <p:spPr>
            <a:xfrm>
              <a:off x="1717040" y="334137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19" h="299720">
                  <a:moveTo>
                    <a:pt x="7620" y="204470"/>
                  </a:moveTo>
                  <a:lnTo>
                    <a:pt x="0" y="2044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204470"/>
                  </a:lnTo>
                  <a:close/>
                </a:path>
                <a:path w="7619" h="299720">
                  <a:moveTo>
                    <a:pt x="762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0660"/>
                  </a:lnTo>
                  <a:close/>
                </a:path>
                <a:path w="7619" h="299720">
                  <a:moveTo>
                    <a:pt x="762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8120"/>
                  </a:lnTo>
                  <a:close/>
                </a:path>
                <a:path w="7619" h="299720">
                  <a:moveTo>
                    <a:pt x="762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310"/>
                  </a:lnTo>
                  <a:close/>
                </a:path>
                <a:path w="7619" h="299720">
                  <a:moveTo>
                    <a:pt x="762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1770"/>
                  </a:lnTo>
                  <a:close/>
                </a:path>
                <a:path w="7619" h="299720">
                  <a:moveTo>
                    <a:pt x="762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7960"/>
                  </a:lnTo>
                  <a:close/>
                </a:path>
                <a:path w="7619" h="299720">
                  <a:moveTo>
                    <a:pt x="762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5420"/>
                  </a:lnTo>
                  <a:close/>
                </a:path>
                <a:path w="7619" h="29972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19" h="29972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19" h="29972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19" h="29972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19" h="29972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19" h="29972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19" h="29972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19" h="29972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19" h="29972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19" h="29972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19" h="29972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19" h="29972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19" h="29972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19" h="29972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19" h="29972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19" h="29972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19" h="29972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19" h="29972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19" h="29972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19" h="29972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19" h="29972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19" h="29972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19" h="29972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19" h="29972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19" h="29972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19" h="29972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19" h="29972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19" h="29972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19" h="29972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19" h="29972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19" h="29972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19" h="29972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19" h="29972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19" h="29972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19" h="29972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19" h="29972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19" h="29972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19" h="29972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19" h="29972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19" h="29972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19" h="29972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19" h="29972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19" h="29972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19" h="29972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19" h="29972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19" h="29972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19" h="29972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19" h="29972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19" h="29972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19" h="29972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19" h="29972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19" h="29972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19" h="29972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19" h="29972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19" h="29972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19" h="29972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19" h="299720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19" h="299720">
                  <a:moveTo>
                    <a:pt x="3810" y="2540"/>
                  </a:moveTo>
                  <a:lnTo>
                    <a:pt x="2540" y="2540"/>
                  </a:lnTo>
                  <a:lnTo>
                    <a:pt x="2540" y="3810"/>
                  </a:lnTo>
                  <a:lnTo>
                    <a:pt x="3810" y="3810"/>
                  </a:lnTo>
                  <a:lnTo>
                    <a:pt x="3810" y="2540"/>
                  </a:lnTo>
                  <a:close/>
                </a:path>
                <a:path w="7619" h="299720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7620" y="254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44A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2">
              <a:extLst>
                <a:ext uri="{FF2B5EF4-FFF2-40B4-BE49-F238E27FC236}">
                  <a16:creationId xmlns:a16="http://schemas.microsoft.com/office/drawing/2014/main" id="{A34409F7-324D-5C56-379A-7324B10121A8}"/>
                </a:ext>
              </a:extLst>
            </p:cNvPr>
            <p:cNvSpPr/>
            <p:nvPr/>
          </p:nvSpPr>
          <p:spPr>
            <a:xfrm>
              <a:off x="1724660" y="3337560"/>
              <a:ext cx="6350" cy="303530"/>
            </a:xfrm>
            <a:custGeom>
              <a:avLst/>
              <a:gdLst/>
              <a:ahLst/>
              <a:cxnLst/>
              <a:rect l="l" t="t" r="r" b="b"/>
              <a:pathLst>
                <a:path w="6350" h="303529">
                  <a:moveTo>
                    <a:pt x="6350" y="208279"/>
                  </a:moveTo>
                  <a:lnTo>
                    <a:pt x="0" y="208279"/>
                  </a:lnTo>
                  <a:lnTo>
                    <a:pt x="0" y="303529"/>
                  </a:lnTo>
                  <a:lnTo>
                    <a:pt x="6350" y="303529"/>
                  </a:lnTo>
                  <a:lnTo>
                    <a:pt x="6350" y="208279"/>
                  </a:lnTo>
                  <a:close/>
                </a:path>
                <a:path w="6350" h="303529">
                  <a:moveTo>
                    <a:pt x="6350" y="204469"/>
                  </a:moveTo>
                  <a:lnTo>
                    <a:pt x="0" y="204469"/>
                  </a:lnTo>
                  <a:lnTo>
                    <a:pt x="0" y="207009"/>
                  </a:lnTo>
                  <a:lnTo>
                    <a:pt x="6350" y="207009"/>
                  </a:lnTo>
                  <a:lnTo>
                    <a:pt x="6350" y="204469"/>
                  </a:lnTo>
                  <a:close/>
                </a:path>
                <a:path w="6350" h="303529">
                  <a:moveTo>
                    <a:pt x="6350" y="201929"/>
                  </a:moveTo>
                  <a:lnTo>
                    <a:pt x="0" y="201929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1929"/>
                  </a:lnTo>
                  <a:close/>
                </a:path>
                <a:path w="6350" h="303529">
                  <a:moveTo>
                    <a:pt x="6350" y="198119"/>
                  </a:moveTo>
                  <a:lnTo>
                    <a:pt x="0" y="198119"/>
                  </a:lnTo>
                  <a:lnTo>
                    <a:pt x="0" y="200659"/>
                  </a:lnTo>
                  <a:lnTo>
                    <a:pt x="6350" y="200659"/>
                  </a:lnTo>
                  <a:lnTo>
                    <a:pt x="6350" y="198119"/>
                  </a:lnTo>
                  <a:close/>
                </a:path>
                <a:path w="6350" h="303529">
                  <a:moveTo>
                    <a:pt x="6350" y="195579"/>
                  </a:moveTo>
                  <a:lnTo>
                    <a:pt x="0" y="195579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5579"/>
                  </a:lnTo>
                  <a:close/>
                </a:path>
                <a:path w="6350" h="303529">
                  <a:moveTo>
                    <a:pt x="635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6350" y="194309"/>
                  </a:lnTo>
                  <a:lnTo>
                    <a:pt x="6350" y="191769"/>
                  </a:lnTo>
                  <a:close/>
                </a:path>
                <a:path w="6350" h="303529">
                  <a:moveTo>
                    <a:pt x="635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9229"/>
                  </a:lnTo>
                  <a:close/>
                </a:path>
                <a:path w="6350" h="303529">
                  <a:moveTo>
                    <a:pt x="635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6350" y="187959"/>
                  </a:lnTo>
                  <a:lnTo>
                    <a:pt x="6350" y="185419"/>
                  </a:lnTo>
                  <a:close/>
                </a:path>
                <a:path w="6350" h="303529">
                  <a:moveTo>
                    <a:pt x="635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2879"/>
                  </a:lnTo>
                  <a:close/>
                </a:path>
                <a:path w="6350" h="303529">
                  <a:moveTo>
                    <a:pt x="635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6350" y="181609"/>
                  </a:lnTo>
                  <a:lnTo>
                    <a:pt x="6350" y="179069"/>
                  </a:lnTo>
                  <a:close/>
                </a:path>
                <a:path w="6350" h="303529">
                  <a:moveTo>
                    <a:pt x="635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29"/>
                  </a:lnTo>
                  <a:close/>
                </a:path>
                <a:path w="6350" h="303529">
                  <a:moveTo>
                    <a:pt x="635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6350" y="175259"/>
                  </a:lnTo>
                  <a:lnTo>
                    <a:pt x="6350" y="172719"/>
                  </a:lnTo>
                  <a:close/>
                </a:path>
                <a:path w="6350" h="303529">
                  <a:moveTo>
                    <a:pt x="635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79"/>
                  </a:lnTo>
                  <a:close/>
                </a:path>
                <a:path w="6350" h="303529">
                  <a:moveTo>
                    <a:pt x="635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6350" y="168909"/>
                  </a:lnTo>
                  <a:lnTo>
                    <a:pt x="6350" y="166369"/>
                  </a:lnTo>
                  <a:close/>
                </a:path>
                <a:path w="6350" h="303529">
                  <a:moveTo>
                    <a:pt x="635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3829"/>
                  </a:lnTo>
                  <a:close/>
                </a:path>
                <a:path w="6350" h="303529">
                  <a:moveTo>
                    <a:pt x="635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6350" y="162559"/>
                  </a:lnTo>
                  <a:lnTo>
                    <a:pt x="6350" y="160019"/>
                  </a:lnTo>
                  <a:close/>
                </a:path>
                <a:path w="6350" h="303529">
                  <a:moveTo>
                    <a:pt x="635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79"/>
                  </a:lnTo>
                  <a:close/>
                </a:path>
                <a:path w="6350" h="303529">
                  <a:moveTo>
                    <a:pt x="635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6350" y="156209"/>
                  </a:lnTo>
                  <a:lnTo>
                    <a:pt x="6350" y="153669"/>
                  </a:lnTo>
                  <a:close/>
                </a:path>
                <a:path w="6350" h="303529">
                  <a:moveTo>
                    <a:pt x="635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29"/>
                  </a:lnTo>
                  <a:close/>
                </a:path>
                <a:path w="6350" h="303529">
                  <a:moveTo>
                    <a:pt x="635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6350" y="149859"/>
                  </a:lnTo>
                  <a:lnTo>
                    <a:pt x="6350" y="147319"/>
                  </a:lnTo>
                  <a:close/>
                </a:path>
                <a:path w="6350" h="303529">
                  <a:moveTo>
                    <a:pt x="635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79"/>
                  </a:lnTo>
                  <a:close/>
                </a:path>
                <a:path w="6350" h="303529">
                  <a:moveTo>
                    <a:pt x="635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6350" y="143509"/>
                  </a:lnTo>
                  <a:lnTo>
                    <a:pt x="6350" y="140969"/>
                  </a:lnTo>
                  <a:close/>
                </a:path>
                <a:path w="6350" h="303529">
                  <a:moveTo>
                    <a:pt x="635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29"/>
                  </a:lnTo>
                  <a:close/>
                </a:path>
                <a:path w="6350" h="303529">
                  <a:moveTo>
                    <a:pt x="635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6350" y="137159"/>
                  </a:lnTo>
                  <a:lnTo>
                    <a:pt x="6350" y="134619"/>
                  </a:lnTo>
                  <a:close/>
                </a:path>
                <a:path w="6350" h="303529">
                  <a:moveTo>
                    <a:pt x="635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79"/>
                  </a:lnTo>
                  <a:close/>
                </a:path>
                <a:path w="6350" h="303529">
                  <a:moveTo>
                    <a:pt x="635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6350" y="130809"/>
                  </a:lnTo>
                  <a:lnTo>
                    <a:pt x="6350" y="128269"/>
                  </a:lnTo>
                  <a:close/>
                </a:path>
                <a:path w="6350" h="303529">
                  <a:moveTo>
                    <a:pt x="635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29"/>
                  </a:lnTo>
                  <a:close/>
                </a:path>
                <a:path w="6350" h="303529">
                  <a:moveTo>
                    <a:pt x="635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6350" y="124459"/>
                  </a:lnTo>
                  <a:lnTo>
                    <a:pt x="6350" y="121919"/>
                  </a:lnTo>
                  <a:close/>
                </a:path>
                <a:path w="6350" h="303529">
                  <a:moveTo>
                    <a:pt x="635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79"/>
                  </a:lnTo>
                  <a:close/>
                </a:path>
                <a:path w="6350" h="303529">
                  <a:moveTo>
                    <a:pt x="635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6350" y="118109"/>
                  </a:lnTo>
                  <a:lnTo>
                    <a:pt x="6350" y="115569"/>
                  </a:lnTo>
                  <a:close/>
                </a:path>
                <a:path w="6350" h="303529">
                  <a:moveTo>
                    <a:pt x="635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29"/>
                  </a:lnTo>
                  <a:close/>
                </a:path>
                <a:path w="6350" h="303529">
                  <a:moveTo>
                    <a:pt x="635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6350" y="111759"/>
                  </a:lnTo>
                  <a:lnTo>
                    <a:pt x="6350" y="109219"/>
                  </a:lnTo>
                  <a:close/>
                </a:path>
                <a:path w="6350" h="303529">
                  <a:moveTo>
                    <a:pt x="635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79"/>
                  </a:lnTo>
                  <a:close/>
                </a:path>
                <a:path w="6350" h="303529">
                  <a:moveTo>
                    <a:pt x="635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6350" y="105409"/>
                  </a:lnTo>
                  <a:lnTo>
                    <a:pt x="6350" y="102869"/>
                  </a:lnTo>
                  <a:close/>
                </a:path>
                <a:path w="6350" h="303529">
                  <a:moveTo>
                    <a:pt x="635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29"/>
                  </a:lnTo>
                  <a:close/>
                </a:path>
                <a:path w="6350" h="303529">
                  <a:moveTo>
                    <a:pt x="635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6350" y="99059"/>
                  </a:lnTo>
                  <a:lnTo>
                    <a:pt x="6350" y="96519"/>
                  </a:lnTo>
                  <a:close/>
                </a:path>
                <a:path w="6350" h="303529">
                  <a:moveTo>
                    <a:pt x="635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79"/>
                  </a:lnTo>
                  <a:close/>
                </a:path>
                <a:path w="6350" h="303529">
                  <a:moveTo>
                    <a:pt x="635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6350" y="92709"/>
                  </a:lnTo>
                  <a:lnTo>
                    <a:pt x="6350" y="90169"/>
                  </a:lnTo>
                  <a:close/>
                </a:path>
                <a:path w="6350" h="303529">
                  <a:moveTo>
                    <a:pt x="635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29"/>
                  </a:lnTo>
                  <a:close/>
                </a:path>
                <a:path w="6350" h="303529">
                  <a:moveTo>
                    <a:pt x="635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6350" y="86359"/>
                  </a:lnTo>
                  <a:lnTo>
                    <a:pt x="6350" y="83819"/>
                  </a:lnTo>
                  <a:close/>
                </a:path>
                <a:path w="6350" h="303529">
                  <a:moveTo>
                    <a:pt x="635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79"/>
                  </a:lnTo>
                  <a:close/>
                </a:path>
                <a:path w="6350" h="303529">
                  <a:moveTo>
                    <a:pt x="635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6350" y="80009"/>
                  </a:lnTo>
                  <a:lnTo>
                    <a:pt x="6350" y="77469"/>
                  </a:lnTo>
                  <a:close/>
                </a:path>
                <a:path w="6350" h="303529">
                  <a:moveTo>
                    <a:pt x="635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29"/>
                  </a:lnTo>
                  <a:close/>
                </a:path>
                <a:path w="6350" h="303529">
                  <a:moveTo>
                    <a:pt x="635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6350" y="73659"/>
                  </a:lnTo>
                  <a:lnTo>
                    <a:pt x="6350" y="71119"/>
                  </a:lnTo>
                  <a:close/>
                </a:path>
                <a:path w="6350" h="303529">
                  <a:moveTo>
                    <a:pt x="635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79"/>
                  </a:lnTo>
                  <a:close/>
                </a:path>
                <a:path w="6350" h="303529">
                  <a:moveTo>
                    <a:pt x="635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6350" y="67309"/>
                  </a:lnTo>
                  <a:lnTo>
                    <a:pt x="6350" y="64769"/>
                  </a:lnTo>
                  <a:close/>
                </a:path>
                <a:path w="6350" h="303529">
                  <a:moveTo>
                    <a:pt x="635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29"/>
                  </a:lnTo>
                  <a:close/>
                </a:path>
                <a:path w="6350" h="303529">
                  <a:moveTo>
                    <a:pt x="635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6350" y="60959"/>
                  </a:lnTo>
                  <a:lnTo>
                    <a:pt x="6350" y="58419"/>
                  </a:lnTo>
                  <a:close/>
                </a:path>
                <a:path w="6350" h="303529">
                  <a:moveTo>
                    <a:pt x="635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79"/>
                  </a:lnTo>
                  <a:close/>
                </a:path>
                <a:path w="6350" h="303529">
                  <a:moveTo>
                    <a:pt x="635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6350" y="54609"/>
                  </a:lnTo>
                  <a:lnTo>
                    <a:pt x="6350" y="52069"/>
                  </a:lnTo>
                  <a:close/>
                </a:path>
                <a:path w="6350" h="303529">
                  <a:moveTo>
                    <a:pt x="635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29"/>
                  </a:lnTo>
                  <a:close/>
                </a:path>
                <a:path w="6350" h="303529">
                  <a:moveTo>
                    <a:pt x="635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6350" y="48259"/>
                  </a:lnTo>
                  <a:lnTo>
                    <a:pt x="6350" y="45719"/>
                  </a:lnTo>
                  <a:close/>
                </a:path>
                <a:path w="6350" h="303529">
                  <a:moveTo>
                    <a:pt x="635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79"/>
                  </a:lnTo>
                  <a:close/>
                </a:path>
                <a:path w="6350" h="303529">
                  <a:moveTo>
                    <a:pt x="635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6350" y="41909"/>
                  </a:lnTo>
                  <a:lnTo>
                    <a:pt x="6350" y="39369"/>
                  </a:lnTo>
                  <a:close/>
                </a:path>
                <a:path w="6350" h="303529">
                  <a:moveTo>
                    <a:pt x="635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29"/>
                  </a:lnTo>
                  <a:close/>
                </a:path>
                <a:path w="6350" h="303529">
                  <a:moveTo>
                    <a:pt x="635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6350" y="35559"/>
                  </a:lnTo>
                  <a:lnTo>
                    <a:pt x="6350" y="33019"/>
                  </a:lnTo>
                  <a:close/>
                </a:path>
                <a:path w="6350" h="303529">
                  <a:moveTo>
                    <a:pt x="635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79"/>
                  </a:lnTo>
                  <a:close/>
                </a:path>
                <a:path w="6350" h="303529">
                  <a:moveTo>
                    <a:pt x="635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6350" y="29209"/>
                  </a:lnTo>
                  <a:lnTo>
                    <a:pt x="6350" y="26669"/>
                  </a:lnTo>
                  <a:close/>
                </a:path>
                <a:path w="6350" h="303529">
                  <a:moveTo>
                    <a:pt x="635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29"/>
                  </a:lnTo>
                  <a:close/>
                </a:path>
                <a:path w="6350" h="303529">
                  <a:moveTo>
                    <a:pt x="635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6350" y="22859"/>
                  </a:lnTo>
                  <a:lnTo>
                    <a:pt x="6350" y="20319"/>
                  </a:lnTo>
                  <a:close/>
                </a:path>
                <a:path w="6350" h="303529">
                  <a:moveTo>
                    <a:pt x="635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79"/>
                  </a:lnTo>
                  <a:close/>
                </a:path>
                <a:path w="6350" h="303529">
                  <a:moveTo>
                    <a:pt x="635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6350" y="16509"/>
                  </a:lnTo>
                  <a:lnTo>
                    <a:pt x="6350" y="13969"/>
                  </a:lnTo>
                  <a:close/>
                </a:path>
                <a:path w="6350" h="303529">
                  <a:moveTo>
                    <a:pt x="635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29"/>
                  </a:lnTo>
                  <a:close/>
                </a:path>
                <a:path w="6350" h="303529">
                  <a:moveTo>
                    <a:pt x="635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6350" y="10159"/>
                  </a:lnTo>
                  <a:lnTo>
                    <a:pt x="6350" y="7619"/>
                  </a:lnTo>
                  <a:close/>
                </a:path>
                <a:path w="6350" h="303529">
                  <a:moveTo>
                    <a:pt x="635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79"/>
                  </a:lnTo>
                  <a:close/>
                </a:path>
                <a:path w="6350" h="303529">
                  <a:moveTo>
                    <a:pt x="6350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2539" y="1269"/>
                  </a:lnTo>
                  <a:lnTo>
                    <a:pt x="2539" y="3809"/>
                  </a:lnTo>
                  <a:lnTo>
                    <a:pt x="6350" y="380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349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3">
              <a:extLst>
                <a:ext uri="{FF2B5EF4-FFF2-40B4-BE49-F238E27FC236}">
                  <a16:creationId xmlns:a16="http://schemas.microsoft.com/office/drawing/2014/main" id="{4D97CC36-5DEE-BD8B-EA83-A299C48A1090}"/>
                </a:ext>
              </a:extLst>
            </p:cNvPr>
            <p:cNvSpPr/>
            <p:nvPr/>
          </p:nvSpPr>
          <p:spPr>
            <a:xfrm>
              <a:off x="1745615" y="3319780"/>
              <a:ext cx="0" cy="321310"/>
            </a:xfrm>
            <a:custGeom>
              <a:avLst/>
              <a:gdLst/>
              <a:ahLst/>
              <a:cxnLst/>
              <a:rect l="l" t="t" r="r" b="b"/>
              <a:pathLst>
                <a:path h="321310">
                  <a:moveTo>
                    <a:pt x="0" y="0"/>
                  </a:moveTo>
                  <a:lnTo>
                    <a:pt x="0" y="321310"/>
                  </a:lnTo>
                </a:path>
              </a:pathLst>
            </a:custGeom>
            <a:ln w="6350">
              <a:solidFill>
                <a:srgbClr val="334867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4">
              <a:extLst>
                <a:ext uri="{FF2B5EF4-FFF2-40B4-BE49-F238E27FC236}">
                  <a16:creationId xmlns:a16="http://schemas.microsoft.com/office/drawing/2014/main" id="{C3DCAFAE-7262-912F-27E5-314D0911DD99}"/>
                </a:ext>
              </a:extLst>
            </p:cNvPr>
            <p:cNvSpPr/>
            <p:nvPr/>
          </p:nvSpPr>
          <p:spPr>
            <a:xfrm>
              <a:off x="1760220" y="3315970"/>
              <a:ext cx="7620" cy="325120"/>
            </a:xfrm>
            <a:custGeom>
              <a:avLst/>
              <a:gdLst/>
              <a:ahLst/>
              <a:cxnLst/>
              <a:rect l="l" t="t" r="r" b="b"/>
              <a:pathLst>
                <a:path w="7619" h="325120">
                  <a:moveTo>
                    <a:pt x="7619" y="229870"/>
                  </a:moveTo>
                  <a:lnTo>
                    <a:pt x="0" y="229870"/>
                  </a:lnTo>
                  <a:lnTo>
                    <a:pt x="0" y="325120"/>
                  </a:lnTo>
                  <a:lnTo>
                    <a:pt x="7619" y="325120"/>
                  </a:lnTo>
                  <a:lnTo>
                    <a:pt x="7619" y="229870"/>
                  </a:lnTo>
                  <a:close/>
                </a:path>
                <a:path w="7619" h="325120">
                  <a:moveTo>
                    <a:pt x="7619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7619" y="228600"/>
                  </a:lnTo>
                  <a:lnTo>
                    <a:pt x="7619" y="226060"/>
                  </a:lnTo>
                  <a:close/>
                </a:path>
                <a:path w="7619" h="325120">
                  <a:moveTo>
                    <a:pt x="7619" y="223520"/>
                  </a:moveTo>
                  <a:lnTo>
                    <a:pt x="0" y="223520"/>
                  </a:lnTo>
                  <a:lnTo>
                    <a:pt x="0" y="224790"/>
                  </a:lnTo>
                  <a:lnTo>
                    <a:pt x="7619" y="224790"/>
                  </a:lnTo>
                  <a:lnTo>
                    <a:pt x="7619" y="223520"/>
                  </a:lnTo>
                  <a:close/>
                </a:path>
                <a:path w="7619" h="325120">
                  <a:moveTo>
                    <a:pt x="7619" y="219710"/>
                  </a:moveTo>
                  <a:lnTo>
                    <a:pt x="0" y="219710"/>
                  </a:lnTo>
                  <a:lnTo>
                    <a:pt x="0" y="222250"/>
                  </a:lnTo>
                  <a:lnTo>
                    <a:pt x="7619" y="222250"/>
                  </a:lnTo>
                  <a:lnTo>
                    <a:pt x="7619" y="219710"/>
                  </a:lnTo>
                  <a:close/>
                </a:path>
                <a:path w="7619" h="325120">
                  <a:moveTo>
                    <a:pt x="7619" y="217170"/>
                  </a:moveTo>
                  <a:lnTo>
                    <a:pt x="0" y="217170"/>
                  </a:lnTo>
                  <a:lnTo>
                    <a:pt x="0" y="218440"/>
                  </a:lnTo>
                  <a:lnTo>
                    <a:pt x="7619" y="218440"/>
                  </a:lnTo>
                  <a:lnTo>
                    <a:pt x="7619" y="217170"/>
                  </a:lnTo>
                  <a:close/>
                </a:path>
                <a:path w="7619" h="325120">
                  <a:moveTo>
                    <a:pt x="7619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7619" y="215900"/>
                  </a:lnTo>
                  <a:lnTo>
                    <a:pt x="7619" y="213360"/>
                  </a:lnTo>
                  <a:close/>
                </a:path>
                <a:path w="7619" h="325120">
                  <a:moveTo>
                    <a:pt x="7619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7619" y="212090"/>
                  </a:lnTo>
                  <a:lnTo>
                    <a:pt x="7619" y="210820"/>
                  </a:lnTo>
                  <a:close/>
                </a:path>
                <a:path w="7619" h="325120">
                  <a:moveTo>
                    <a:pt x="7619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7619" y="209550"/>
                  </a:lnTo>
                  <a:lnTo>
                    <a:pt x="7619" y="207010"/>
                  </a:lnTo>
                  <a:close/>
                </a:path>
                <a:path w="7619" h="325120">
                  <a:moveTo>
                    <a:pt x="7619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7619" y="205740"/>
                  </a:lnTo>
                  <a:lnTo>
                    <a:pt x="7619" y="204470"/>
                  </a:lnTo>
                  <a:close/>
                </a:path>
                <a:path w="7619" h="325120">
                  <a:moveTo>
                    <a:pt x="7619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19" y="203200"/>
                  </a:lnTo>
                  <a:lnTo>
                    <a:pt x="7619" y="200660"/>
                  </a:lnTo>
                  <a:close/>
                </a:path>
                <a:path w="7619" h="325120">
                  <a:moveTo>
                    <a:pt x="7619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19" y="199390"/>
                  </a:lnTo>
                  <a:lnTo>
                    <a:pt x="7619" y="198120"/>
                  </a:lnTo>
                  <a:close/>
                </a:path>
                <a:path w="7619" h="325120">
                  <a:moveTo>
                    <a:pt x="7619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19" y="196850"/>
                  </a:lnTo>
                  <a:lnTo>
                    <a:pt x="7619" y="194310"/>
                  </a:lnTo>
                  <a:close/>
                </a:path>
                <a:path w="7619" h="325120">
                  <a:moveTo>
                    <a:pt x="7619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19" y="193040"/>
                  </a:lnTo>
                  <a:lnTo>
                    <a:pt x="7619" y="191770"/>
                  </a:lnTo>
                  <a:close/>
                </a:path>
                <a:path w="7619" h="325120">
                  <a:moveTo>
                    <a:pt x="7619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87960"/>
                  </a:lnTo>
                  <a:close/>
                </a:path>
                <a:path w="7619" h="325120">
                  <a:moveTo>
                    <a:pt x="7619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19" y="186690"/>
                  </a:lnTo>
                  <a:lnTo>
                    <a:pt x="7619" y="185420"/>
                  </a:lnTo>
                  <a:close/>
                </a:path>
                <a:path w="7619" h="325120">
                  <a:moveTo>
                    <a:pt x="7619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1610"/>
                  </a:lnTo>
                  <a:close/>
                </a:path>
                <a:path w="7619" h="325120">
                  <a:moveTo>
                    <a:pt x="7619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19" y="180340"/>
                  </a:lnTo>
                  <a:lnTo>
                    <a:pt x="7619" y="179070"/>
                  </a:lnTo>
                  <a:close/>
                </a:path>
                <a:path w="7619" h="325120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19" h="325120">
                  <a:moveTo>
                    <a:pt x="7619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19" y="173990"/>
                  </a:lnTo>
                  <a:lnTo>
                    <a:pt x="7619" y="172720"/>
                  </a:lnTo>
                  <a:close/>
                </a:path>
                <a:path w="7619" h="32512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325120">
                  <a:moveTo>
                    <a:pt x="7619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19" y="167640"/>
                  </a:lnTo>
                  <a:lnTo>
                    <a:pt x="7619" y="166370"/>
                  </a:lnTo>
                  <a:close/>
                </a:path>
                <a:path w="7619" h="32512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19" h="32512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19" h="32512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32512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19" h="32512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32512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19" h="32512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32512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19" h="32512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32512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19" h="32512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32512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19" h="32512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32512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19" h="32512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32512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19" h="32512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32512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19" h="32512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32512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19" h="32512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32512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19" h="32512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32512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19" h="32512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32512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19" h="32512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32512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19" h="32512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32512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19" h="32512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32512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19" h="32512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32512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19" h="32512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32512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19" h="32512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32512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19" h="32512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32512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19" h="32512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32512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19" h="32512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32512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19" h="32512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32512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19" h="32512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32512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19" h="32512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32512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19" h="325120">
                  <a:moveTo>
                    <a:pt x="1269" y="2540"/>
                  </a:moveTo>
                  <a:lnTo>
                    <a:pt x="0" y="254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lnTo>
                    <a:pt x="1269" y="3810"/>
                  </a:lnTo>
                  <a:lnTo>
                    <a:pt x="1269" y="2540"/>
                  </a:lnTo>
                  <a:close/>
                </a:path>
                <a:path w="7619" h="325120">
                  <a:moveTo>
                    <a:pt x="7619" y="2540"/>
                  </a:moveTo>
                  <a:lnTo>
                    <a:pt x="6350" y="2540"/>
                  </a:lnTo>
                  <a:lnTo>
                    <a:pt x="6350" y="3810"/>
                  </a:lnTo>
                  <a:lnTo>
                    <a:pt x="7619" y="3810"/>
                  </a:lnTo>
                  <a:lnTo>
                    <a:pt x="7619" y="2540"/>
                  </a:lnTo>
                  <a:close/>
                </a:path>
                <a:path w="7619" h="325120">
                  <a:moveTo>
                    <a:pt x="6350" y="1270"/>
                  </a:moveTo>
                  <a:lnTo>
                    <a:pt x="1269" y="1270"/>
                  </a:lnTo>
                  <a:lnTo>
                    <a:pt x="1269" y="2540"/>
                  </a:lnTo>
                  <a:lnTo>
                    <a:pt x="6350" y="2540"/>
                  </a:lnTo>
                  <a:lnTo>
                    <a:pt x="6350" y="1270"/>
                  </a:lnTo>
                  <a:close/>
                </a:path>
                <a:path w="7619" h="325120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3044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5">
              <a:extLst>
                <a:ext uri="{FF2B5EF4-FFF2-40B4-BE49-F238E27FC236}">
                  <a16:creationId xmlns:a16="http://schemas.microsoft.com/office/drawing/2014/main" id="{2F345E01-4F5D-70F1-CD56-991B9086CD7B}"/>
                </a:ext>
              </a:extLst>
            </p:cNvPr>
            <p:cNvSpPr/>
            <p:nvPr/>
          </p:nvSpPr>
          <p:spPr>
            <a:xfrm>
              <a:off x="1767840" y="3318510"/>
              <a:ext cx="6350" cy="322580"/>
            </a:xfrm>
            <a:custGeom>
              <a:avLst/>
              <a:gdLst/>
              <a:ahLst/>
              <a:cxnLst/>
              <a:rect l="l" t="t" r="r" b="b"/>
              <a:pathLst>
                <a:path w="6350" h="322579">
                  <a:moveTo>
                    <a:pt x="6350" y="227329"/>
                  </a:moveTo>
                  <a:lnTo>
                    <a:pt x="0" y="227329"/>
                  </a:lnTo>
                  <a:lnTo>
                    <a:pt x="0" y="322579"/>
                  </a:lnTo>
                  <a:lnTo>
                    <a:pt x="6350" y="322579"/>
                  </a:lnTo>
                  <a:lnTo>
                    <a:pt x="6350" y="227329"/>
                  </a:lnTo>
                  <a:close/>
                </a:path>
                <a:path w="6350" h="322579">
                  <a:moveTo>
                    <a:pt x="6350" y="223519"/>
                  </a:moveTo>
                  <a:lnTo>
                    <a:pt x="0" y="223519"/>
                  </a:lnTo>
                  <a:lnTo>
                    <a:pt x="0" y="226059"/>
                  </a:lnTo>
                  <a:lnTo>
                    <a:pt x="6350" y="226059"/>
                  </a:lnTo>
                  <a:lnTo>
                    <a:pt x="6350" y="223519"/>
                  </a:lnTo>
                  <a:close/>
                </a:path>
                <a:path w="6350" h="322579">
                  <a:moveTo>
                    <a:pt x="6350" y="220979"/>
                  </a:moveTo>
                  <a:lnTo>
                    <a:pt x="0" y="220979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220979"/>
                  </a:lnTo>
                  <a:close/>
                </a:path>
                <a:path w="6350" h="322579">
                  <a:moveTo>
                    <a:pt x="6350" y="217169"/>
                  </a:moveTo>
                  <a:lnTo>
                    <a:pt x="0" y="217169"/>
                  </a:lnTo>
                  <a:lnTo>
                    <a:pt x="0" y="219709"/>
                  </a:lnTo>
                  <a:lnTo>
                    <a:pt x="6350" y="219709"/>
                  </a:lnTo>
                  <a:lnTo>
                    <a:pt x="6350" y="217169"/>
                  </a:lnTo>
                  <a:close/>
                </a:path>
                <a:path w="6350" h="322579">
                  <a:moveTo>
                    <a:pt x="6350" y="214629"/>
                  </a:moveTo>
                  <a:lnTo>
                    <a:pt x="0" y="214629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4629"/>
                  </a:lnTo>
                  <a:close/>
                </a:path>
                <a:path w="6350" h="322579">
                  <a:moveTo>
                    <a:pt x="6350" y="210819"/>
                  </a:moveTo>
                  <a:lnTo>
                    <a:pt x="0" y="210819"/>
                  </a:lnTo>
                  <a:lnTo>
                    <a:pt x="0" y="213359"/>
                  </a:lnTo>
                  <a:lnTo>
                    <a:pt x="6350" y="213359"/>
                  </a:lnTo>
                  <a:lnTo>
                    <a:pt x="6350" y="210819"/>
                  </a:lnTo>
                  <a:close/>
                </a:path>
                <a:path w="6350" h="322579">
                  <a:moveTo>
                    <a:pt x="6350" y="208279"/>
                  </a:moveTo>
                  <a:lnTo>
                    <a:pt x="0" y="208279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8279"/>
                  </a:lnTo>
                  <a:close/>
                </a:path>
                <a:path w="6350" h="322579">
                  <a:moveTo>
                    <a:pt x="6350" y="204469"/>
                  </a:moveTo>
                  <a:lnTo>
                    <a:pt x="0" y="204469"/>
                  </a:lnTo>
                  <a:lnTo>
                    <a:pt x="0" y="207009"/>
                  </a:lnTo>
                  <a:lnTo>
                    <a:pt x="6350" y="207009"/>
                  </a:lnTo>
                  <a:lnTo>
                    <a:pt x="6350" y="204469"/>
                  </a:lnTo>
                  <a:close/>
                </a:path>
                <a:path w="6350" h="322579">
                  <a:moveTo>
                    <a:pt x="6350" y="201929"/>
                  </a:moveTo>
                  <a:lnTo>
                    <a:pt x="0" y="201929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1929"/>
                  </a:lnTo>
                  <a:close/>
                </a:path>
                <a:path w="6350" h="322579">
                  <a:moveTo>
                    <a:pt x="6350" y="198119"/>
                  </a:moveTo>
                  <a:lnTo>
                    <a:pt x="0" y="198119"/>
                  </a:lnTo>
                  <a:lnTo>
                    <a:pt x="0" y="200659"/>
                  </a:lnTo>
                  <a:lnTo>
                    <a:pt x="6350" y="200659"/>
                  </a:lnTo>
                  <a:lnTo>
                    <a:pt x="6350" y="198119"/>
                  </a:lnTo>
                  <a:close/>
                </a:path>
                <a:path w="6350" h="322579">
                  <a:moveTo>
                    <a:pt x="6350" y="195579"/>
                  </a:moveTo>
                  <a:lnTo>
                    <a:pt x="0" y="195579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5579"/>
                  </a:lnTo>
                  <a:close/>
                </a:path>
                <a:path w="6350" h="322579">
                  <a:moveTo>
                    <a:pt x="635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6350" y="194309"/>
                  </a:lnTo>
                  <a:lnTo>
                    <a:pt x="6350" y="191769"/>
                  </a:lnTo>
                  <a:close/>
                </a:path>
                <a:path w="6350" h="322579">
                  <a:moveTo>
                    <a:pt x="635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9229"/>
                  </a:lnTo>
                  <a:close/>
                </a:path>
                <a:path w="6350" h="322579">
                  <a:moveTo>
                    <a:pt x="635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6350" y="187959"/>
                  </a:lnTo>
                  <a:lnTo>
                    <a:pt x="6350" y="185419"/>
                  </a:lnTo>
                  <a:close/>
                </a:path>
                <a:path w="6350" h="322579">
                  <a:moveTo>
                    <a:pt x="635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2879"/>
                  </a:lnTo>
                  <a:close/>
                </a:path>
                <a:path w="6350" h="322579">
                  <a:moveTo>
                    <a:pt x="635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6350" y="181609"/>
                  </a:lnTo>
                  <a:lnTo>
                    <a:pt x="6350" y="179069"/>
                  </a:lnTo>
                  <a:close/>
                </a:path>
                <a:path w="6350" h="322579">
                  <a:moveTo>
                    <a:pt x="635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29"/>
                  </a:lnTo>
                  <a:close/>
                </a:path>
                <a:path w="6350" h="322579">
                  <a:moveTo>
                    <a:pt x="635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6350" y="175259"/>
                  </a:lnTo>
                  <a:lnTo>
                    <a:pt x="6350" y="172719"/>
                  </a:lnTo>
                  <a:close/>
                </a:path>
                <a:path w="6350" h="322579">
                  <a:moveTo>
                    <a:pt x="635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79"/>
                  </a:lnTo>
                  <a:close/>
                </a:path>
                <a:path w="6350" h="322579">
                  <a:moveTo>
                    <a:pt x="635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6350" y="168909"/>
                  </a:lnTo>
                  <a:lnTo>
                    <a:pt x="6350" y="166369"/>
                  </a:lnTo>
                  <a:close/>
                </a:path>
                <a:path w="6350" h="322579">
                  <a:moveTo>
                    <a:pt x="635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3829"/>
                  </a:lnTo>
                  <a:close/>
                </a:path>
                <a:path w="6350" h="322579">
                  <a:moveTo>
                    <a:pt x="635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6350" y="162559"/>
                  </a:lnTo>
                  <a:lnTo>
                    <a:pt x="6350" y="160019"/>
                  </a:lnTo>
                  <a:close/>
                </a:path>
                <a:path w="6350" h="322579">
                  <a:moveTo>
                    <a:pt x="635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79"/>
                  </a:lnTo>
                  <a:close/>
                </a:path>
                <a:path w="6350" h="322579">
                  <a:moveTo>
                    <a:pt x="635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6350" y="156209"/>
                  </a:lnTo>
                  <a:lnTo>
                    <a:pt x="6350" y="153669"/>
                  </a:lnTo>
                  <a:close/>
                </a:path>
                <a:path w="6350" h="322579">
                  <a:moveTo>
                    <a:pt x="635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29"/>
                  </a:lnTo>
                  <a:close/>
                </a:path>
                <a:path w="6350" h="322579">
                  <a:moveTo>
                    <a:pt x="635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6350" y="149859"/>
                  </a:lnTo>
                  <a:lnTo>
                    <a:pt x="6350" y="147319"/>
                  </a:lnTo>
                  <a:close/>
                </a:path>
                <a:path w="6350" h="322579">
                  <a:moveTo>
                    <a:pt x="635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79"/>
                  </a:lnTo>
                  <a:close/>
                </a:path>
                <a:path w="6350" h="322579">
                  <a:moveTo>
                    <a:pt x="635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6350" y="143509"/>
                  </a:lnTo>
                  <a:lnTo>
                    <a:pt x="6350" y="140969"/>
                  </a:lnTo>
                  <a:close/>
                </a:path>
                <a:path w="6350" h="322579">
                  <a:moveTo>
                    <a:pt x="635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29"/>
                  </a:lnTo>
                  <a:close/>
                </a:path>
                <a:path w="6350" h="322579">
                  <a:moveTo>
                    <a:pt x="635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6350" y="137159"/>
                  </a:lnTo>
                  <a:lnTo>
                    <a:pt x="6350" y="134619"/>
                  </a:lnTo>
                  <a:close/>
                </a:path>
                <a:path w="6350" h="322579">
                  <a:moveTo>
                    <a:pt x="635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79"/>
                  </a:lnTo>
                  <a:close/>
                </a:path>
                <a:path w="6350" h="322579">
                  <a:moveTo>
                    <a:pt x="635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6350" y="130809"/>
                  </a:lnTo>
                  <a:lnTo>
                    <a:pt x="6350" y="128269"/>
                  </a:lnTo>
                  <a:close/>
                </a:path>
                <a:path w="6350" h="322579">
                  <a:moveTo>
                    <a:pt x="635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29"/>
                  </a:lnTo>
                  <a:close/>
                </a:path>
                <a:path w="6350" h="322579">
                  <a:moveTo>
                    <a:pt x="635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6350" y="124459"/>
                  </a:lnTo>
                  <a:lnTo>
                    <a:pt x="6350" y="121919"/>
                  </a:lnTo>
                  <a:close/>
                </a:path>
                <a:path w="6350" h="322579">
                  <a:moveTo>
                    <a:pt x="635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79"/>
                  </a:lnTo>
                  <a:close/>
                </a:path>
                <a:path w="6350" h="322579">
                  <a:moveTo>
                    <a:pt x="635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6350" y="118109"/>
                  </a:lnTo>
                  <a:lnTo>
                    <a:pt x="6350" y="115569"/>
                  </a:lnTo>
                  <a:close/>
                </a:path>
                <a:path w="6350" h="322579">
                  <a:moveTo>
                    <a:pt x="635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29"/>
                  </a:lnTo>
                  <a:close/>
                </a:path>
                <a:path w="6350" h="322579">
                  <a:moveTo>
                    <a:pt x="635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6350" y="111759"/>
                  </a:lnTo>
                  <a:lnTo>
                    <a:pt x="6350" y="109219"/>
                  </a:lnTo>
                  <a:close/>
                </a:path>
                <a:path w="6350" h="322579">
                  <a:moveTo>
                    <a:pt x="635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79"/>
                  </a:lnTo>
                  <a:close/>
                </a:path>
                <a:path w="6350" h="322579">
                  <a:moveTo>
                    <a:pt x="635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6350" y="105409"/>
                  </a:lnTo>
                  <a:lnTo>
                    <a:pt x="6350" y="102869"/>
                  </a:lnTo>
                  <a:close/>
                </a:path>
                <a:path w="6350" h="322579">
                  <a:moveTo>
                    <a:pt x="635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29"/>
                  </a:lnTo>
                  <a:close/>
                </a:path>
                <a:path w="6350" h="322579">
                  <a:moveTo>
                    <a:pt x="635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6350" y="99059"/>
                  </a:lnTo>
                  <a:lnTo>
                    <a:pt x="6350" y="96519"/>
                  </a:lnTo>
                  <a:close/>
                </a:path>
                <a:path w="6350" h="322579">
                  <a:moveTo>
                    <a:pt x="635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79"/>
                  </a:lnTo>
                  <a:close/>
                </a:path>
                <a:path w="6350" h="322579">
                  <a:moveTo>
                    <a:pt x="635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6350" y="92709"/>
                  </a:lnTo>
                  <a:lnTo>
                    <a:pt x="6350" y="90169"/>
                  </a:lnTo>
                  <a:close/>
                </a:path>
                <a:path w="6350" h="322579">
                  <a:moveTo>
                    <a:pt x="635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29"/>
                  </a:lnTo>
                  <a:close/>
                </a:path>
                <a:path w="6350" h="322579">
                  <a:moveTo>
                    <a:pt x="635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6350" y="86359"/>
                  </a:lnTo>
                  <a:lnTo>
                    <a:pt x="6350" y="83819"/>
                  </a:lnTo>
                  <a:close/>
                </a:path>
                <a:path w="6350" h="322579">
                  <a:moveTo>
                    <a:pt x="635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79"/>
                  </a:lnTo>
                  <a:close/>
                </a:path>
                <a:path w="6350" h="322579">
                  <a:moveTo>
                    <a:pt x="635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6350" y="80009"/>
                  </a:lnTo>
                  <a:lnTo>
                    <a:pt x="6350" y="77469"/>
                  </a:lnTo>
                  <a:close/>
                </a:path>
                <a:path w="6350" h="322579">
                  <a:moveTo>
                    <a:pt x="635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29"/>
                  </a:lnTo>
                  <a:close/>
                </a:path>
                <a:path w="6350" h="322579">
                  <a:moveTo>
                    <a:pt x="635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6350" y="73659"/>
                  </a:lnTo>
                  <a:lnTo>
                    <a:pt x="6350" y="71119"/>
                  </a:lnTo>
                  <a:close/>
                </a:path>
                <a:path w="6350" h="322579">
                  <a:moveTo>
                    <a:pt x="635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79"/>
                  </a:lnTo>
                  <a:close/>
                </a:path>
                <a:path w="6350" h="322579">
                  <a:moveTo>
                    <a:pt x="635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6350" y="67309"/>
                  </a:lnTo>
                  <a:lnTo>
                    <a:pt x="6350" y="64769"/>
                  </a:lnTo>
                  <a:close/>
                </a:path>
                <a:path w="6350" h="322579">
                  <a:moveTo>
                    <a:pt x="635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29"/>
                  </a:lnTo>
                  <a:close/>
                </a:path>
                <a:path w="6350" h="322579">
                  <a:moveTo>
                    <a:pt x="635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6350" y="60959"/>
                  </a:lnTo>
                  <a:lnTo>
                    <a:pt x="6350" y="58419"/>
                  </a:lnTo>
                  <a:close/>
                </a:path>
                <a:path w="6350" h="322579">
                  <a:moveTo>
                    <a:pt x="635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79"/>
                  </a:lnTo>
                  <a:close/>
                </a:path>
                <a:path w="6350" h="322579">
                  <a:moveTo>
                    <a:pt x="635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6350" y="54609"/>
                  </a:lnTo>
                  <a:lnTo>
                    <a:pt x="6350" y="52069"/>
                  </a:lnTo>
                  <a:close/>
                </a:path>
                <a:path w="6350" h="322579">
                  <a:moveTo>
                    <a:pt x="635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29"/>
                  </a:lnTo>
                  <a:close/>
                </a:path>
                <a:path w="6350" h="322579">
                  <a:moveTo>
                    <a:pt x="635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6350" y="48259"/>
                  </a:lnTo>
                  <a:lnTo>
                    <a:pt x="6350" y="45719"/>
                  </a:lnTo>
                  <a:close/>
                </a:path>
                <a:path w="6350" h="322579">
                  <a:moveTo>
                    <a:pt x="635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79"/>
                  </a:lnTo>
                  <a:close/>
                </a:path>
                <a:path w="6350" h="322579">
                  <a:moveTo>
                    <a:pt x="635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6350" y="41909"/>
                  </a:lnTo>
                  <a:lnTo>
                    <a:pt x="6350" y="39369"/>
                  </a:lnTo>
                  <a:close/>
                </a:path>
                <a:path w="6350" h="322579">
                  <a:moveTo>
                    <a:pt x="635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29"/>
                  </a:lnTo>
                  <a:close/>
                </a:path>
                <a:path w="6350" h="322579">
                  <a:moveTo>
                    <a:pt x="635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6350" y="35559"/>
                  </a:lnTo>
                  <a:lnTo>
                    <a:pt x="6350" y="33019"/>
                  </a:lnTo>
                  <a:close/>
                </a:path>
                <a:path w="6350" h="322579">
                  <a:moveTo>
                    <a:pt x="635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79"/>
                  </a:lnTo>
                  <a:close/>
                </a:path>
                <a:path w="6350" h="322579">
                  <a:moveTo>
                    <a:pt x="635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6350" y="29209"/>
                  </a:lnTo>
                  <a:lnTo>
                    <a:pt x="6350" y="26669"/>
                  </a:lnTo>
                  <a:close/>
                </a:path>
                <a:path w="6350" h="322579">
                  <a:moveTo>
                    <a:pt x="635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29"/>
                  </a:lnTo>
                  <a:close/>
                </a:path>
                <a:path w="6350" h="322579">
                  <a:moveTo>
                    <a:pt x="635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6350" y="22859"/>
                  </a:lnTo>
                  <a:lnTo>
                    <a:pt x="6350" y="20319"/>
                  </a:lnTo>
                  <a:close/>
                </a:path>
                <a:path w="6350" h="322579">
                  <a:moveTo>
                    <a:pt x="635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79"/>
                  </a:lnTo>
                  <a:close/>
                </a:path>
                <a:path w="6350" h="322579">
                  <a:moveTo>
                    <a:pt x="635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6350" y="16509"/>
                  </a:lnTo>
                  <a:lnTo>
                    <a:pt x="6350" y="13969"/>
                  </a:lnTo>
                  <a:close/>
                </a:path>
                <a:path w="6350" h="322579">
                  <a:moveTo>
                    <a:pt x="635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29"/>
                  </a:lnTo>
                  <a:close/>
                </a:path>
                <a:path w="6350" h="322579">
                  <a:moveTo>
                    <a:pt x="635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6350" y="10159"/>
                  </a:lnTo>
                  <a:lnTo>
                    <a:pt x="6350" y="7619"/>
                  </a:lnTo>
                  <a:close/>
                </a:path>
                <a:path w="6350" h="322579">
                  <a:moveTo>
                    <a:pt x="6350" y="3809"/>
                  </a:moveTo>
                  <a:lnTo>
                    <a:pt x="5080" y="3809"/>
                  </a:lnTo>
                  <a:lnTo>
                    <a:pt x="5080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09"/>
                  </a:lnTo>
                  <a:close/>
                </a:path>
                <a:path w="6350" h="32257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2E42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16">
              <a:extLst>
                <a:ext uri="{FF2B5EF4-FFF2-40B4-BE49-F238E27FC236}">
                  <a16:creationId xmlns:a16="http://schemas.microsoft.com/office/drawing/2014/main" id="{6045BAE8-1B38-1E92-4775-D850E505E30D}"/>
                </a:ext>
              </a:extLst>
            </p:cNvPr>
            <p:cNvSpPr/>
            <p:nvPr/>
          </p:nvSpPr>
          <p:spPr>
            <a:xfrm>
              <a:off x="1774190" y="3322320"/>
              <a:ext cx="7620" cy="318770"/>
            </a:xfrm>
            <a:custGeom>
              <a:avLst/>
              <a:gdLst/>
              <a:ahLst/>
              <a:cxnLst/>
              <a:rect l="l" t="t" r="r" b="b"/>
              <a:pathLst>
                <a:path w="7619" h="318770">
                  <a:moveTo>
                    <a:pt x="7620" y="223520"/>
                  </a:moveTo>
                  <a:lnTo>
                    <a:pt x="0" y="223520"/>
                  </a:lnTo>
                  <a:lnTo>
                    <a:pt x="0" y="318770"/>
                  </a:lnTo>
                  <a:lnTo>
                    <a:pt x="7620" y="318770"/>
                  </a:lnTo>
                  <a:lnTo>
                    <a:pt x="7620" y="223520"/>
                  </a:lnTo>
                  <a:close/>
                </a:path>
                <a:path w="7619" h="318770">
                  <a:moveTo>
                    <a:pt x="7620" y="219710"/>
                  </a:moveTo>
                  <a:lnTo>
                    <a:pt x="0" y="219710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9710"/>
                  </a:lnTo>
                  <a:close/>
                </a:path>
                <a:path w="7619" h="318770">
                  <a:moveTo>
                    <a:pt x="7620" y="217170"/>
                  </a:moveTo>
                  <a:lnTo>
                    <a:pt x="0" y="217170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7170"/>
                  </a:lnTo>
                  <a:close/>
                </a:path>
                <a:path w="7619" h="318770">
                  <a:moveTo>
                    <a:pt x="7620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3360"/>
                  </a:lnTo>
                  <a:close/>
                </a:path>
                <a:path w="7619" h="318770">
                  <a:moveTo>
                    <a:pt x="7620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10820"/>
                  </a:lnTo>
                  <a:close/>
                </a:path>
                <a:path w="7619" h="318770">
                  <a:moveTo>
                    <a:pt x="7620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7010"/>
                  </a:lnTo>
                  <a:close/>
                </a:path>
                <a:path w="7619" h="318770">
                  <a:moveTo>
                    <a:pt x="7620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4470"/>
                  </a:lnTo>
                  <a:close/>
                </a:path>
                <a:path w="7619" h="318770">
                  <a:moveTo>
                    <a:pt x="762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0660"/>
                  </a:lnTo>
                  <a:close/>
                </a:path>
                <a:path w="7619" h="318770">
                  <a:moveTo>
                    <a:pt x="762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8120"/>
                  </a:lnTo>
                  <a:close/>
                </a:path>
                <a:path w="7619" h="318770">
                  <a:moveTo>
                    <a:pt x="762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310"/>
                  </a:lnTo>
                  <a:close/>
                </a:path>
                <a:path w="7619" h="318770">
                  <a:moveTo>
                    <a:pt x="762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1770"/>
                  </a:lnTo>
                  <a:close/>
                </a:path>
                <a:path w="7619" h="318770">
                  <a:moveTo>
                    <a:pt x="762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7960"/>
                  </a:lnTo>
                  <a:close/>
                </a:path>
                <a:path w="7619" h="318770">
                  <a:moveTo>
                    <a:pt x="762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5420"/>
                  </a:lnTo>
                  <a:close/>
                </a:path>
                <a:path w="7619" h="31877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19" h="31877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19" h="31877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19" h="31877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19" h="31877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19" h="31877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19" h="31877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19" h="31877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19" h="31877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19" h="31877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19" h="31877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19" h="31877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19" h="31877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19" h="31877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19" h="31877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19" h="31877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19" h="31877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19" h="31877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19" h="31877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19" h="31877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19" h="31877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19" h="31877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19" h="31877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19" h="31877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19" h="31877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19" h="31877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19" h="31877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19" h="31877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19" h="31877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19" h="31877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19" h="31877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19" h="31877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19" h="31877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19" h="31877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19" h="31877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19" h="31877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19" h="31877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19" h="31877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19" h="31877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19" h="31877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19" h="31877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19" h="31877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19" h="31877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19" h="31877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19" h="31877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19" h="31877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19" h="31877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19" h="31877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19" h="31877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19" h="31877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19" h="31877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19" h="31877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19" h="31877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19" h="31877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19" h="31877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19" h="31877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19" h="318770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7619" h="318770">
                  <a:moveTo>
                    <a:pt x="5080" y="2540"/>
                  </a:moveTo>
                  <a:lnTo>
                    <a:pt x="2540" y="2540"/>
                  </a:lnTo>
                  <a:lnTo>
                    <a:pt x="2540" y="3810"/>
                  </a:lnTo>
                  <a:lnTo>
                    <a:pt x="5080" y="3810"/>
                  </a:lnTo>
                  <a:lnTo>
                    <a:pt x="5080" y="2540"/>
                  </a:lnTo>
                  <a:close/>
                </a:path>
                <a:path w="7619" h="31877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40" y="2540"/>
                  </a:lnTo>
                  <a:lnTo>
                    <a:pt x="254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2F43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17">
              <a:extLst>
                <a:ext uri="{FF2B5EF4-FFF2-40B4-BE49-F238E27FC236}">
                  <a16:creationId xmlns:a16="http://schemas.microsoft.com/office/drawing/2014/main" id="{E28393C2-FC8E-BE92-4325-5E646874162F}"/>
                </a:ext>
              </a:extLst>
            </p:cNvPr>
            <p:cNvSpPr/>
            <p:nvPr/>
          </p:nvSpPr>
          <p:spPr>
            <a:xfrm>
              <a:off x="1781810" y="3328670"/>
              <a:ext cx="7620" cy="312420"/>
            </a:xfrm>
            <a:custGeom>
              <a:avLst/>
              <a:gdLst/>
              <a:ahLst/>
              <a:cxnLst/>
              <a:rect l="l" t="t" r="r" b="b"/>
              <a:pathLst>
                <a:path w="7619" h="312420">
                  <a:moveTo>
                    <a:pt x="7619" y="217170"/>
                  </a:moveTo>
                  <a:lnTo>
                    <a:pt x="0" y="217170"/>
                  </a:lnTo>
                  <a:lnTo>
                    <a:pt x="0" y="312420"/>
                  </a:lnTo>
                  <a:lnTo>
                    <a:pt x="7619" y="312420"/>
                  </a:lnTo>
                  <a:lnTo>
                    <a:pt x="7619" y="217170"/>
                  </a:lnTo>
                  <a:close/>
                </a:path>
                <a:path w="7619" h="312420">
                  <a:moveTo>
                    <a:pt x="7619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7619" y="215900"/>
                  </a:lnTo>
                  <a:lnTo>
                    <a:pt x="7619" y="213360"/>
                  </a:lnTo>
                  <a:close/>
                </a:path>
                <a:path w="7619" h="312420">
                  <a:moveTo>
                    <a:pt x="7619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7619" y="212090"/>
                  </a:lnTo>
                  <a:lnTo>
                    <a:pt x="7619" y="210820"/>
                  </a:lnTo>
                  <a:close/>
                </a:path>
                <a:path w="7619" h="312420">
                  <a:moveTo>
                    <a:pt x="7619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7619" y="209550"/>
                  </a:lnTo>
                  <a:lnTo>
                    <a:pt x="7619" y="207010"/>
                  </a:lnTo>
                  <a:close/>
                </a:path>
                <a:path w="7619" h="312420">
                  <a:moveTo>
                    <a:pt x="7619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7619" y="205740"/>
                  </a:lnTo>
                  <a:lnTo>
                    <a:pt x="7619" y="204470"/>
                  </a:lnTo>
                  <a:close/>
                </a:path>
                <a:path w="7619" h="312420">
                  <a:moveTo>
                    <a:pt x="7619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19" y="203200"/>
                  </a:lnTo>
                  <a:lnTo>
                    <a:pt x="7619" y="200660"/>
                  </a:lnTo>
                  <a:close/>
                </a:path>
                <a:path w="7619" h="312420">
                  <a:moveTo>
                    <a:pt x="7619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19" y="199390"/>
                  </a:lnTo>
                  <a:lnTo>
                    <a:pt x="7619" y="198120"/>
                  </a:lnTo>
                  <a:close/>
                </a:path>
                <a:path w="7619" h="312420">
                  <a:moveTo>
                    <a:pt x="7619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19" y="196850"/>
                  </a:lnTo>
                  <a:lnTo>
                    <a:pt x="7619" y="194310"/>
                  </a:lnTo>
                  <a:close/>
                </a:path>
                <a:path w="7619" h="312420">
                  <a:moveTo>
                    <a:pt x="7619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19" y="193040"/>
                  </a:lnTo>
                  <a:lnTo>
                    <a:pt x="7619" y="191770"/>
                  </a:lnTo>
                  <a:close/>
                </a:path>
                <a:path w="7619" h="312420">
                  <a:moveTo>
                    <a:pt x="7619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87960"/>
                  </a:lnTo>
                  <a:close/>
                </a:path>
                <a:path w="7619" h="312420">
                  <a:moveTo>
                    <a:pt x="7619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19" y="186690"/>
                  </a:lnTo>
                  <a:lnTo>
                    <a:pt x="7619" y="185420"/>
                  </a:lnTo>
                  <a:close/>
                </a:path>
                <a:path w="7619" h="312420">
                  <a:moveTo>
                    <a:pt x="7619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1610"/>
                  </a:lnTo>
                  <a:close/>
                </a:path>
                <a:path w="7619" h="312420">
                  <a:moveTo>
                    <a:pt x="7619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19" y="180340"/>
                  </a:lnTo>
                  <a:lnTo>
                    <a:pt x="7619" y="179070"/>
                  </a:lnTo>
                  <a:close/>
                </a:path>
                <a:path w="7619" h="312420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19" h="312420">
                  <a:moveTo>
                    <a:pt x="7619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19" y="173990"/>
                  </a:lnTo>
                  <a:lnTo>
                    <a:pt x="7619" y="172720"/>
                  </a:lnTo>
                  <a:close/>
                </a:path>
                <a:path w="7619" h="31242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312420">
                  <a:moveTo>
                    <a:pt x="7619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19" y="167640"/>
                  </a:lnTo>
                  <a:lnTo>
                    <a:pt x="7619" y="166370"/>
                  </a:lnTo>
                  <a:close/>
                </a:path>
                <a:path w="7619" h="31242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19" h="31242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19" h="31242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31242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19" h="31242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31242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19" h="31242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31242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19" h="31242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31242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19" h="31242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31242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19" h="31242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31242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19" h="31242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31242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19" h="31242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31242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19" h="31242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31242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19" h="31242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31242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19" h="31242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31242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19" h="31242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31242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19" h="31242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31242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19" h="31242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31242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19" h="31242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31242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19" h="31242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31242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19" h="31242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31242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19" h="31242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31242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19" h="31242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31242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19" h="31242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31242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19" h="31242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31242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19" h="31242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31242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19" h="31242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31242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19" h="31242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31242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19" h="312420">
                  <a:moveTo>
                    <a:pt x="7619" y="2540"/>
                  </a:moveTo>
                  <a:lnTo>
                    <a:pt x="5079" y="2540"/>
                  </a:lnTo>
                  <a:lnTo>
                    <a:pt x="5079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2540"/>
                  </a:lnTo>
                  <a:close/>
                </a:path>
                <a:path w="7619" h="312420">
                  <a:moveTo>
                    <a:pt x="5079" y="1270"/>
                  </a:moveTo>
                  <a:lnTo>
                    <a:pt x="0" y="1270"/>
                  </a:lnTo>
                  <a:lnTo>
                    <a:pt x="0" y="2540"/>
                  </a:lnTo>
                  <a:lnTo>
                    <a:pt x="5079" y="2540"/>
                  </a:lnTo>
                  <a:lnTo>
                    <a:pt x="5079" y="1270"/>
                  </a:lnTo>
                  <a:close/>
                </a:path>
                <a:path w="7619" h="312420">
                  <a:moveTo>
                    <a:pt x="3810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3044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18">
              <a:extLst>
                <a:ext uri="{FF2B5EF4-FFF2-40B4-BE49-F238E27FC236}">
                  <a16:creationId xmlns:a16="http://schemas.microsoft.com/office/drawing/2014/main" id="{A65BD8EA-8564-675C-60C0-FC35E575D5CF}"/>
                </a:ext>
              </a:extLst>
            </p:cNvPr>
            <p:cNvSpPr/>
            <p:nvPr/>
          </p:nvSpPr>
          <p:spPr>
            <a:xfrm>
              <a:off x="1789430" y="3332480"/>
              <a:ext cx="6350" cy="308610"/>
            </a:xfrm>
            <a:custGeom>
              <a:avLst/>
              <a:gdLst/>
              <a:ahLst/>
              <a:cxnLst/>
              <a:rect l="l" t="t" r="r" b="b"/>
              <a:pathLst>
                <a:path w="6350" h="308610">
                  <a:moveTo>
                    <a:pt x="6350" y="213360"/>
                  </a:moveTo>
                  <a:lnTo>
                    <a:pt x="0" y="213360"/>
                  </a:lnTo>
                  <a:lnTo>
                    <a:pt x="0" y="308610"/>
                  </a:lnTo>
                  <a:lnTo>
                    <a:pt x="6350" y="308610"/>
                  </a:lnTo>
                  <a:lnTo>
                    <a:pt x="6350" y="213360"/>
                  </a:lnTo>
                  <a:close/>
                </a:path>
                <a:path w="6350" h="308610">
                  <a:moveTo>
                    <a:pt x="6350" y="209550"/>
                  </a:moveTo>
                  <a:lnTo>
                    <a:pt x="0" y="209550"/>
                  </a:lnTo>
                  <a:lnTo>
                    <a:pt x="0" y="212089"/>
                  </a:lnTo>
                  <a:lnTo>
                    <a:pt x="6350" y="212089"/>
                  </a:lnTo>
                  <a:lnTo>
                    <a:pt x="6350" y="209550"/>
                  </a:lnTo>
                  <a:close/>
                </a:path>
                <a:path w="6350" h="308610">
                  <a:moveTo>
                    <a:pt x="6350" y="207010"/>
                  </a:moveTo>
                  <a:lnTo>
                    <a:pt x="0" y="207010"/>
                  </a:lnTo>
                  <a:lnTo>
                    <a:pt x="0" y="208280"/>
                  </a:lnTo>
                  <a:lnTo>
                    <a:pt x="6350" y="208280"/>
                  </a:lnTo>
                  <a:lnTo>
                    <a:pt x="6350" y="207010"/>
                  </a:lnTo>
                  <a:close/>
                </a:path>
                <a:path w="6350" h="308610">
                  <a:moveTo>
                    <a:pt x="6350" y="203200"/>
                  </a:moveTo>
                  <a:lnTo>
                    <a:pt x="0" y="203200"/>
                  </a:lnTo>
                  <a:lnTo>
                    <a:pt x="0" y="205739"/>
                  </a:lnTo>
                  <a:lnTo>
                    <a:pt x="6350" y="205739"/>
                  </a:lnTo>
                  <a:lnTo>
                    <a:pt x="6350" y="203200"/>
                  </a:lnTo>
                  <a:close/>
                </a:path>
                <a:path w="6350" h="308610">
                  <a:moveTo>
                    <a:pt x="6350" y="200660"/>
                  </a:moveTo>
                  <a:lnTo>
                    <a:pt x="0" y="200660"/>
                  </a:lnTo>
                  <a:lnTo>
                    <a:pt x="0" y="201930"/>
                  </a:lnTo>
                  <a:lnTo>
                    <a:pt x="6350" y="201930"/>
                  </a:lnTo>
                  <a:lnTo>
                    <a:pt x="6350" y="200660"/>
                  </a:lnTo>
                  <a:close/>
                </a:path>
                <a:path w="6350" h="308610">
                  <a:moveTo>
                    <a:pt x="6350" y="196850"/>
                  </a:moveTo>
                  <a:lnTo>
                    <a:pt x="0" y="196850"/>
                  </a:lnTo>
                  <a:lnTo>
                    <a:pt x="0" y="199389"/>
                  </a:lnTo>
                  <a:lnTo>
                    <a:pt x="6350" y="199389"/>
                  </a:lnTo>
                  <a:lnTo>
                    <a:pt x="6350" y="196850"/>
                  </a:lnTo>
                  <a:close/>
                </a:path>
                <a:path w="6350" h="308610">
                  <a:moveTo>
                    <a:pt x="6350" y="194310"/>
                  </a:moveTo>
                  <a:lnTo>
                    <a:pt x="0" y="194310"/>
                  </a:lnTo>
                  <a:lnTo>
                    <a:pt x="0" y="195580"/>
                  </a:lnTo>
                  <a:lnTo>
                    <a:pt x="6350" y="195580"/>
                  </a:lnTo>
                  <a:lnTo>
                    <a:pt x="6350" y="194310"/>
                  </a:lnTo>
                  <a:close/>
                </a:path>
                <a:path w="6350" h="308610">
                  <a:moveTo>
                    <a:pt x="6350" y="190500"/>
                  </a:moveTo>
                  <a:lnTo>
                    <a:pt x="0" y="190500"/>
                  </a:lnTo>
                  <a:lnTo>
                    <a:pt x="0" y="193039"/>
                  </a:lnTo>
                  <a:lnTo>
                    <a:pt x="6350" y="193039"/>
                  </a:lnTo>
                  <a:lnTo>
                    <a:pt x="6350" y="190500"/>
                  </a:lnTo>
                  <a:close/>
                </a:path>
                <a:path w="6350" h="308610">
                  <a:moveTo>
                    <a:pt x="6350" y="187960"/>
                  </a:moveTo>
                  <a:lnTo>
                    <a:pt x="0" y="187960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187960"/>
                  </a:lnTo>
                  <a:close/>
                </a:path>
                <a:path w="6350" h="308610">
                  <a:moveTo>
                    <a:pt x="6350" y="184150"/>
                  </a:moveTo>
                  <a:lnTo>
                    <a:pt x="0" y="184150"/>
                  </a:lnTo>
                  <a:lnTo>
                    <a:pt x="0" y="186689"/>
                  </a:lnTo>
                  <a:lnTo>
                    <a:pt x="6350" y="186689"/>
                  </a:lnTo>
                  <a:lnTo>
                    <a:pt x="6350" y="184150"/>
                  </a:lnTo>
                  <a:close/>
                </a:path>
                <a:path w="6350" h="308610">
                  <a:moveTo>
                    <a:pt x="6350" y="181610"/>
                  </a:moveTo>
                  <a:lnTo>
                    <a:pt x="0" y="181610"/>
                  </a:lnTo>
                  <a:lnTo>
                    <a:pt x="0" y="182880"/>
                  </a:lnTo>
                  <a:lnTo>
                    <a:pt x="6350" y="182880"/>
                  </a:lnTo>
                  <a:lnTo>
                    <a:pt x="6350" y="181610"/>
                  </a:lnTo>
                  <a:close/>
                </a:path>
                <a:path w="6350" h="308610">
                  <a:moveTo>
                    <a:pt x="6350" y="177800"/>
                  </a:moveTo>
                  <a:lnTo>
                    <a:pt x="0" y="177800"/>
                  </a:lnTo>
                  <a:lnTo>
                    <a:pt x="0" y="180339"/>
                  </a:lnTo>
                  <a:lnTo>
                    <a:pt x="6350" y="180339"/>
                  </a:lnTo>
                  <a:lnTo>
                    <a:pt x="6350" y="177800"/>
                  </a:lnTo>
                  <a:close/>
                </a:path>
                <a:path w="6350" h="308610">
                  <a:moveTo>
                    <a:pt x="6350" y="175260"/>
                  </a:moveTo>
                  <a:lnTo>
                    <a:pt x="0" y="175260"/>
                  </a:lnTo>
                  <a:lnTo>
                    <a:pt x="0" y="176530"/>
                  </a:lnTo>
                  <a:lnTo>
                    <a:pt x="6350" y="176530"/>
                  </a:lnTo>
                  <a:lnTo>
                    <a:pt x="6350" y="175260"/>
                  </a:lnTo>
                  <a:close/>
                </a:path>
                <a:path w="6350" h="308610">
                  <a:moveTo>
                    <a:pt x="6350" y="171450"/>
                  </a:moveTo>
                  <a:lnTo>
                    <a:pt x="0" y="17145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71450"/>
                  </a:lnTo>
                  <a:close/>
                </a:path>
                <a:path w="6350" h="308610">
                  <a:moveTo>
                    <a:pt x="6350" y="168910"/>
                  </a:moveTo>
                  <a:lnTo>
                    <a:pt x="0" y="168910"/>
                  </a:lnTo>
                  <a:lnTo>
                    <a:pt x="0" y="170180"/>
                  </a:lnTo>
                  <a:lnTo>
                    <a:pt x="6350" y="170180"/>
                  </a:lnTo>
                  <a:lnTo>
                    <a:pt x="6350" y="168910"/>
                  </a:lnTo>
                  <a:close/>
                </a:path>
                <a:path w="6350" h="308610">
                  <a:moveTo>
                    <a:pt x="6350" y="165100"/>
                  </a:moveTo>
                  <a:lnTo>
                    <a:pt x="0" y="165100"/>
                  </a:lnTo>
                  <a:lnTo>
                    <a:pt x="0" y="167639"/>
                  </a:lnTo>
                  <a:lnTo>
                    <a:pt x="6350" y="167639"/>
                  </a:lnTo>
                  <a:lnTo>
                    <a:pt x="6350" y="165100"/>
                  </a:lnTo>
                  <a:close/>
                </a:path>
                <a:path w="6350" h="308610">
                  <a:moveTo>
                    <a:pt x="6350" y="162560"/>
                  </a:moveTo>
                  <a:lnTo>
                    <a:pt x="0" y="162560"/>
                  </a:lnTo>
                  <a:lnTo>
                    <a:pt x="0" y="163830"/>
                  </a:lnTo>
                  <a:lnTo>
                    <a:pt x="6350" y="163830"/>
                  </a:lnTo>
                  <a:lnTo>
                    <a:pt x="6350" y="162560"/>
                  </a:lnTo>
                  <a:close/>
                </a:path>
                <a:path w="6350" h="308610">
                  <a:moveTo>
                    <a:pt x="6350" y="158750"/>
                  </a:moveTo>
                  <a:lnTo>
                    <a:pt x="0" y="158750"/>
                  </a:lnTo>
                  <a:lnTo>
                    <a:pt x="0" y="161289"/>
                  </a:lnTo>
                  <a:lnTo>
                    <a:pt x="6350" y="161289"/>
                  </a:lnTo>
                  <a:lnTo>
                    <a:pt x="6350" y="158750"/>
                  </a:lnTo>
                  <a:close/>
                </a:path>
                <a:path w="6350" h="308610">
                  <a:moveTo>
                    <a:pt x="635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6350" y="157480"/>
                  </a:lnTo>
                  <a:lnTo>
                    <a:pt x="6350" y="156210"/>
                  </a:lnTo>
                  <a:close/>
                </a:path>
                <a:path w="6350" h="308610">
                  <a:moveTo>
                    <a:pt x="6350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6350" y="154939"/>
                  </a:lnTo>
                  <a:lnTo>
                    <a:pt x="6350" y="152400"/>
                  </a:lnTo>
                  <a:close/>
                </a:path>
                <a:path w="6350" h="308610">
                  <a:moveTo>
                    <a:pt x="6350" y="149860"/>
                  </a:moveTo>
                  <a:lnTo>
                    <a:pt x="0" y="149860"/>
                  </a:lnTo>
                  <a:lnTo>
                    <a:pt x="0" y="151130"/>
                  </a:lnTo>
                  <a:lnTo>
                    <a:pt x="6350" y="151130"/>
                  </a:lnTo>
                  <a:lnTo>
                    <a:pt x="6350" y="149860"/>
                  </a:lnTo>
                  <a:close/>
                </a:path>
                <a:path w="6350" h="308610">
                  <a:moveTo>
                    <a:pt x="6350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46050"/>
                  </a:lnTo>
                  <a:close/>
                </a:path>
                <a:path w="6350" h="308610">
                  <a:moveTo>
                    <a:pt x="6350" y="143510"/>
                  </a:moveTo>
                  <a:lnTo>
                    <a:pt x="0" y="143510"/>
                  </a:lnTo>
                  <a:lnTo>
                    <a:pt x="0" y="144780"/>
                  </a:lnTo>
                  <a:lnTo>
                    <a:pt x="6350" y="144780"/>
                  </a:lnTo>
                  <a:lnTo>
                    <a:pt x="6350" y="143510"/>
                  </a:lnTo>
                  <a:close/>
                </a:path>
                <a:path w="6350" h="308610">
                  <a:moveTo>
                    <a:pt x="6350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39700"/>
                  </a:lnTo>
                  <a:close/>
                </a:path>
                <a:path w="6350" h="308610">
                  <a:moveTo>
                    <a:pt x="635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6350" y="138430"/>
                  </a:lnTo>
                  <a:lnTo>
                    <a:pt x="6350" y="137160"/>
                  </a:lnTo>
                  <a:close/>
                </a:path>
                <a:path w="6350" h="308610">
                  <a:moveTo>
                    <a:pt x="635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3350"/>
                  </a:lnTo>
                  <a:close/>
                </a:path>
                <a:path w="6350" h="308610">
                  <a:moveTo>
                    <a:pt x="635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6350" y="132080"/>
                  </a:lnTo>
                  <a:lnTo>
                    <a:pt x="6350" y="130810"/>
                  </a:lnTo>
                  <a:close/>
                </a:path>
                <a:path w="6350" h="308610">
                  <a:moveTo>
                    <a:pt x="635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7000"/>
                  </a:lnTo>
                  <a:close/>
                </a:path>
                <a:path w="6350" h="308610">
                  <a:moveTo>
                    <a:pt x="635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6350" y="125730"/>
                  </a:lnTo>
                  <a:lnTo>
                    <a:pt x="6350" y="124460"/>
                  </a:lnTo>
                  <a:close/>
                </a:path>
                <a:path w="6350" h="308610">
                  <a:moveTo>
                    <a:pt x="635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0650"/>
                  </a:lnTo>
                  <a:close/>
                </a:path>
                <a:path w="6350" h="308610">
                  <a:moveTo>
                    <a:pt x="635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6350" y="119380"/>
                  </a:lnTo>
                  <a:lnTo>
                    <a:pt x="6350" y="118110"/>
                  </a:lnTo>
                  <a:close/>
                </a:path>
                <a:path w="6350" h="308610">
                  <a:moveTo>
                    <a:pt x="635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4300"/>
                  </a:lnTo>
                  <a:close/>
                </a:path>
                <a:path w="6350" h="308610">
                  <a:moveTo>
                    <a:pt x="635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11760"/>
                  </a:lnTo>
                  <a:close/>
                </a:path>
                <a:path w="6350" h="308610">
                  <a:moveTo>
                    <a:pt x="635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7950"/>
                  </a:lnTo>
                  <a:close/>
                </a:path>
                <a:path w="6350" h="308610">
                  <a:moveTo>
                    <a:pt x="635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6350" y="106680"/>
                  </a:lnTo>
                  <a:lnTo>
                    <a:pt x="6350" y="105410"/>
                  </a:lnTo>
                  <a:close/>
                </a:path>
                <a:path w="6350" h="308610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308610">
                  <a:moveTo>
                    <a:pt x="635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6350" y="100330"/>
                  </a:lnTo>
                  <a:lnTo>
                    <a:pt x="6350" y="99060"/>
                  </a:lnTo>
                  <a:close/>
                </a:path>
                <a:path w="6350" h="308610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308610">
                  <a:moveTo>
                    <a:pt x="635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2710"/>
                  </a:lnTo>
                  <a:close/>
                </a:path>
                <a:path w="6350" h="308610">
                  <a:moveTo>
                    <a:pt x="635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8900"/>
                  </a:lnTo>
                  <a:close/>
                </a:path>
                <a:path w="6350" h="308610">
                  <a:moveTo>
                    <a:pt x="635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6360"/>
                  </a:lnTo>
                  <a:close/>
                </a:path>
                <a:path w="6350" h="308610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308610">
                  <a:moveTo>
                    <a:pt x="635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80010"/>
                  </a:lnTo>
                  <a:close/>
                </a:path>
                <a:path w="6350" h="308610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308610">
                  <a:moveTo>
                    <a:pt x="635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3660"/>
                  </a:lnTo>
                  <a:close/>
                </a:path>
                <a:path w="6350" h="308610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308610">
                  <a:moveTo>
                    <a:pt x="635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7310"/>
                  </a:lnTo>
                  <a:close/>
                </a:path>
                <a:path w="6350" h="308610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308610">
                  <a:moveTo>
                    <a:pt x="635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60960"/>
                  </a:lnTo>
                  <a:close/>
                </a:path>
                <a:path w="6350" h="308610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308610">
                  <a:moveTo>
                    <a:pt x="635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4610"/>
                  </a:lnTo>
                  <a:close/>
                </a:path>
                <a:path w="6350" h="308610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308610">
                  <a:moveTo>
                    <a:pt x="635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8260"/>
                  </a:lnTo>
                  <a:close/>
                </a:path>
                <a:path w="6350" h="308610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308610">
                  <a:moveTo>
                    <a:pt x="635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1910"/>
                  </a:lnTo>
                  <a:close/>
                </a:path>
                <a:path w="6350" h="308610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308610">
                  <a:moveTo>
                    <a:pt x="635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5560"/>
                  </a:lnTo>
                  <a:close/>
                </a:path>
                <a:path w="6350" h="308610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308610">
                  <a:moveTo>
                    <a:pt x="635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9210"/>
                  </a:lnTo>
                  <a:close/>
                </a:path>
                <a:path w="6350" h="308610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308610">
                  <a:moveTo>
                    <a:pt x="635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2860"/>
                  </a:lnTo>
                  <a:close/>
                </a:path>
                <a:path w="6350" h="308610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308610">
                  <a:moveTo>
                    <a:pt x="635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6510"/>
                  </a:lnTo>
                  <a:close/>
                </a:path>
                <a:path w="6350" h="308610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308610">
                  <a:moveTo>
                    <a:pt x="635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6350" h="308610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308610">
                  <a:moveTo>
                    <a:pt x="6350" y="2539"/>
                  </a:moveTo>
                  <a:lnTo>
                    <a:pt x="3809" y="2539"/>
                  </a:lnTo>
                  <a:lnTo>
                    <a:pt x="3809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2539"/>
                  </a:lnTo>
                  <a:close/>
                </a:path>
                <a:path w="6350" h="30861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3045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19">
              <a:extLst>
                <a:ext uri="{FF2B5EF4-FFF2-40B4-BE49-F238E27FC236}">
                  <a16:creationId xmlns:a16="http://schemas.microsoft.com/office/drawing/2014/main" id="{4C960D9D-ACE6-B41A-B96E-DAD17C241034}"/>
                </a:ext>
              </a:extLst>
            </p:cNvPr>
            <p:cNvSpPr/>
            <p:nvPr/>
          </p:nvSpPr>
          <p:spPr>
            <a:xfrm>
              <a:off x="1799590" y="3336290"/>
              <a:ext cx="0" cy="304800"/>
            </a:xfrm>
            <a:custGeom>
              <a:avLst/>
              <a:gdLst/>
              <a:ahLst/>
              <a:cxnLst/>
              <a:rect l="l" t="t" r="r" b="b"/>
              <a:pathLst>
                <a:path h="304800">
                  <a:moveTo>
                    <a:pt x="0" y="0"/>
                  </a:moveTo>
                  <a:lnTo>
                    <a:pt x="0" y="304800"/>
                  </a:lnTo>
                </a:path>
              </a:pathLst>
            </a:custGeom>
            <a:ln w="7619">
              <a:solidFill>
                <a:srgbClr val="314666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0">
              <a:extLst>
                <a:ext uri="{FF2B5EF4-FFF2-40B4-BE49-F238E27FC236}">
                  <a16:creationId xmlns:a16="http://schemas.microsoft.com/office/drawing/2014/main" id="{EA0FFEAF-A600-C10D-8517-C201CF2BBFA9}"/>
                </a:ext>
              </a:extLst>
            </p:cNvPr>
            <p:cNvSpPr/>
            <p:nvPr/>
          </p:nvSpPr>
          <p:spPr>
            <a:xfrm>
              <a:off x="1803400" y="334137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19" h="299720">
                  <a:moveTo>
                    <a:pt x="7619" y="204470"/>
                  </a:moveTo>
                  <a:lnTo>
                    <a:pt x="0" y="20447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204470"/>
                  </a:lnTo>
                  <a:close/>
                </a:path>
                <a:path w="7619" h="299720">
                  <a:moveTo>
                    <a:pt x="7619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19" y="203200"/>
                  </a:lnTo>
                  <a:lnTo>
                    <a:pt x="7619" y="200660"/>
                  </a:lnTo>
                  <a:close/>
                </a:path>
                <a:path w="7619" h="299720">
                  <a:moveTo>
                    <a:pt x="7619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19" y="199390"/>
                  </a:lnTo>
                  <a:lnTo>
                    <a:pt x="7619" y="198120"/>
                  </a:lnTo>
                  <a:close/>
                </a:path>
                <a:path w="7619" h="299720">
                  <a:moveTo>
                    <a:pt x="7619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19" y="196850"/>
                  </a:lnTo>
                  <a:lnTo>
                    <a:pt x="7619" y="194310"/>
                  </a:lnTo>
                  <a:close/>
                </a:path>
                <a:path w="7619" h="299720">
                  <a:moveTo>
                    <a:pt x="7619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19" y="193040"/>
                  </a:lnTo>
                  <a:lnTo>
                    <a:pt x="7619" y="191770"/>
                  </a:lnTo>
                  <a:close/>
                </a:path>
                <a:path w="7619" h="299720">
                  <a:moveTo>
                    <a:pt x="7619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87960"/>
                  </a:lnTo>
                  <a:close/>
                </a:path>
                <a:path w="7619" h="299720">
                  <a:moveTo>
                    <a:pt x="7619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19" y="186690"/>
                  </a:lnTo>
                  <a:lnTo>
                    <a:pt x="7619" y="185420"/>
                  </a:lnTo>
                  <a:close/>
                </a:path>
                <a:path w="7619" h="299720">
                  <a:moveTo>
                    <a:pt x="7619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1610"/>
                  </a:lnTo>
                  <a:close/>
                </a:path>
                <a:path w="7619" h="299720">
                  <a:moveTo>
                    <a:pt x="7619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19" y="180340"/>
                  </a:lnTo>
                  <a:lnTo>
                    <a:pt x="7619" y="179070"/>
                  </a:lnTo>
                  <a:close/>
                </a:path>
                <a:path w="7619" h="299720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19" h="299720">
                  <a:moveTo>
                    <a:pt x="7619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19" y="173990"/>
                  </a:lnTo>
                  <a:lnTo>
                    <a:pt x="7619" y="172720"/>
                  </a:lnTo>
                  <a:close/>
                </a:path>
                <a:path w="7619" h="29972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19" h="299720">
                  <a:moveTo>
                    <a:pt x="7619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19" y="167640"/>
                  </a:lnTo>
                  <a:lnTo>
                    <a:pt x="7619" y="166370"/>
                  </a:lnTo>
                  <a:close/>
                </a:path>
                <a:path w="7619" h="29972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19" h="29972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19" h="29972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19" h="29972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19" h="29972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19" h="29972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19" h="29972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19" h="29972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19" h="29972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19" h="29972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19" h="29972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19" h="29972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19" h="29972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19" h="29972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19" h="29972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19" h="29972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19" h="29972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19" h="29972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19" h="29972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19" h="29972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19" h="29972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19" h="29972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19" h="29972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19" h="29972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19" h="29972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19" h="29972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19" h="29972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19" h="29972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19" h="29972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19" h="29972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19" h="29972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19" h="29972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19" h="29972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19" h="29972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19" h="29972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19" h="29972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19" h="29972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19" h="29972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19" h="29972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19" h="29972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19" h="29972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19" h="29972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19" h="29972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19" h="29972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19" h="29972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19" h="29972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19" h="29972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19" h="29972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19" h="29972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19" h="29972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19" h="29972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19" h="299720">
                  <a:moveTo>
                    <a:pt x="6350" y="2540"/>
                  </a:move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2540"/>
                  </a:lnTo>
                  <a:close/>
                </a:path>
                <a:path w="7619" h="29972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334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1">
              <a:extLst>
                <a:ext uri="{FF2B5EF4-FFF2-40B4-BE49-F238E27FC236}">
                  <a16:creationId xmlns:a16="http://schemas.microsoft.com/office/drawing/2014/main" id="{A6045BCF-7913-AA25-06A5-EDE63136228F}"/>
                </a:ext>
              </a:extLst>
            </p:cNvPr>
            <p:cNvSpPr/>
            <p:nvPr/>
          </p:nvSpPr>
          <p:spPr>
            <a:xfrm>
              <a:off x="1814195" y="3347720"/>
              <a:ext cx="0" cy="293370"/>
            </a:xfrm>
            <a:custGeom>
              <a:avLst/>
              <a:gdLst/>
              <a:ahLst/>
              <a:cxnLst/>
              <a:rect l="l" t="t" r="r" b="b"/>
              <a:pathLst>
                <a:path h="293370">
                  <a:moveTo>
                    <a:pt x="0" y="0"/>
                  </a:moveTo>
                  <a:lnTo>
                    <a:pt x="0" y="293370"/>
                  </a:lnTo>
                </a:path>
              </a:pathLst>
            </a:custGeom>
            <a:ln w="6350">
              <a:solidFill>
                <a:srgbClr val="33486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2">
              <a:extLst>
                <a:ext uri="{FF2B5EF4-FFF2-40B4-BE49-F238E27FC236}">
                  <a16:creationId xmlns:a16="http://schemas.microsoft.com/office/drawing/2014/main" id="{9C0B1A2F-C5D9-6DE4-AA6F-8E5E637F9ADA}"/>
                </a:ext>
              </a:extLst>
            </p:cNvPr>
            <p:cNvSpPr/>
            <p:nvPr/>
          </p:nvSpPr>
          <p:spPr>
            <a:xfrm>
              <a:off x="1817370" y="3350260"/>
              <a:ext cx="7620" cy="290830"/>
            </a:xfrm>
            <a:custGeom>
              <a:avLst/>
              <a:gdLst/>
              <a:ahLst/>
              <a:cxnLst/>
              <a:rect l="l" t="t" r="r" b="b"/>
              <a:pathLst>
                <a:path w="7619" h="290829">
                  <a:moveTo>
                    <a:pt x="7619" y="195579"/>
                  </a:moveTo>
                  <a:lnTo>
                    <a:pt x="0" y="195579"/>
                  </a:lnTo>
                  <a:lnTo>
                    <a:pt x="0" y="290829"/>
                  </a:lnTo>
                  <a:lnTo>
                    <a:pt x="7619" y="290829"/>
                  </a:lnTo>
                  <a:lnTo>
                    <a:pt x="7619" y="195579"/>
                  </a:lnTo>
                  <a:close/>
                </a:path>
                <a:path w="7619" h="290829">
                  <a:moveTo>
                    <a:pt x="7619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7619" y="194309"/>
                  </a:lnTo>
                  <a:lnTo>
                    <a:pt x="7619" y="191769"/>
                  </a:lnTo>
                  <a:close/>
                </a:path>
                <a:path w="7619" h="290829">
                  <a:moveTo>
                    <a:pt x="7619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89229"/>
                  </a:lnTo>
                  <a:close/>
                </a:path>
                <a:path w="7619" h="290829">
                  <a:moveTo>
                    <a:pt x="7619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7619" y="187959"/>
                  </a:lnTo>
                  <a:lnTo>
                    <a:pt x="7619" y="185419"/>
                  </a:lnTo>
                  <a:close/>
                </a:path>
                <a:path w="7619" h="290829">
                  <a:moveTo>
                    <a:pt x="7619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2879"/>
                  </a:lnTo>
                  <a:close/>
                </a:path>
                <a:path w="7619" h="290829">
                  <a:moveTo>
                    <a:pt x="7619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19" y="181609"/>
                  </a:lnTo>
                  <a:lnTo>
                    <a:pt x="7619" y="179069"/>
                  </a:lnTo>
                  <a:close/>
                </a:path>
                <a:path w="7619" h="290829">
                  <a:moveTo>
                    <a:pt x="7619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6529"/>
                  </a:lnTo>
                  <a:close/>
                </a:path>
                <a:path w="7619" h="290829">
                  <a:moveTo>
                    <a:pt x="7619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19" y="175259"/>
                  </a:lnTo>
                  <a:lnTo>
                    <a:pt x="7619" y="172719"/>
                  </a:lnTo>
                  <a:close/>
                </a:path>
                <a:path w="7619" h="290829">
                  <a:moveTo>
                    <a:pt x="7619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70179"/>
                  </a:lnTo>
                  <a:close/>
                </a:path>
                <a:path w="7619" h="290829">
                  <a:moveTo>
                    <a:pt x="7619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19" y="168909"/>
                  </a:lnTo>
                  <a:lnTo>
                    <a:pt x="7619" y="166369"/>
                  </a:lnTo>
                  <a:close/>
                </a:path>
                <a:path w="7619" h="290829">
                  <a:moveTo>
                    <a:pt x="7619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3829"/>
                  </a:lnTo>
                  <a:close/>
                </a:path>
                <a:path w="7619" h="290829">
                  <a:moveTo>
                    <a:pt x="7619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19" y="162559"/>
                  </a:lnTo>
                  <a:lnTo>
                    <a:pt x="7619" y="160019"/>
                  </a:lnTo>
                  <a:close/>
                </a:path>
                <a:path w="7619" h="290829">
                  <a:moveTo>
                    <a:pt x="7619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7479"/>
                  </a:lnTo>
                  <a:close/>
                </a:path>
                <a:path w="7619" h="290829">
                  <a:moveTo>
                    <a:pt x="7619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19" y="156209"/>
                  </a:lnTo>
                  <a:lnTo>
                    <a:pt x="7619" y="153669"/>
                  </a:lnTo>
                  <a:close/>
                </a:path>
                <a:path w="7619" h="290829">
                  <a:moveTo>
                    <a:pt x="7619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51129"/>
                  </a:lnTo>
                  <a:close/>
                </a:path>
                <a:path w="7619" h="290829">
                  <a:moveTo>
                    <a:pt x="7619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19" y="149859"/>
                  </a:lnTo>
                  <a:lnTo>
                    <a:pt x="7619" y="147319"/>
                  </a:lnTo>
                  <a:close/>
                </a:path>
                <a:path w="7619" h="290829">
                  <a:moveTo>
                    <a:pt x="7619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79"/>
                  </a:lnTo>
                  <a:close/>
                </a:path>
                <a:path w="7619" h="290829">
                  <a:moveTo>
                    <a:pt x="7619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19" y="143509"/>
                  </a:lnTo>
                  <a:lnTo>
                    <a:pt x="7619" y="140969"/>
                  </a:lnTo>
                  <a:close/>
                </a:path>
                <a:path w="7619" h="290829">
                  <a:moveTo>
                    <a:pt x="7619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29"/>
                  </a:lnTo>
                  <a:close/>
                </a:path>
                <a:path w="7619" h="290829">
                  <a:moveTo>
                    <a:pt x="7619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19" y="137159"/>
                  </a:lnTo>
                  <a:lnTo>
                    <a:pt x="7619" y="134619"/>
                  </a:lnTo>
                  <a:close/>
                </a:path>
                <a:path w="7619" h="290829">
                  <a:moveTo>
                    <a:pt x="7619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79"/>
                  </a:lnTo>
                  <a:close/>
                </a:path>
                <a:path w="7619" h="290829">
                  <a:moveTo>
                    <a:pt x="7619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19" y="130809"/>
                  </a:lnTo>
                  <a:lnTo>
                    <a:pt x="7619" y="128269"/>
                  </a:lnTo>
                  <a:close/>
                </a:path>
                <a:path w="7619" h="290829">
                  <a:moveTo>
                    <a:pt x="7619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29"/>
                  </a:lnTo>
                  <a:close/>
                </a:path>
                <a:path w="7619" h="290829">
                  <a:moveTo>
                    <a:pt x="7619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19" y="124459"/>
                  </a:lnTo>
                  <a:lnTo>
                    <a:pt x="7619" y="121919"/>
                  </a:lnTo>
                  <a:close/>
                </a:path>
                <a:path w="7619" h="290829">
                  <a:moveTo>
                    <a:pt x="7619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79"/>
                  </a:lnTo>
                  <a:close/>
                </a:path>
                <a:path w="7619" h="290829">
                  <a:moveTo>
                    <a:pt x="7619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19" y="118109"/>
                  </a:lnTo>
                  <a:lnTo>
                    <a:pt x="7619" y="115569"/>
                  </a:lnTo>
                  <a:close/>
                </a:path>
                <a:path w="7619" h="290829">
                  <a:moveTo>
                    <a:pt x="7619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29"/>
                  </a:lnTo>
                  <a:close/>
                </a:path>
                <a:path w="7619" h="290829">
                  <a:moveTo>
                    <a:pt x="7619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19" y="111759"/>
                  </a:lnTo>
                  <a:lnTo>
                    <a:pt x="7619" y="109219"/>
                  </a:lnTo>
                  <a:close/>
                </a:path>
                <a:path w="7619" h="290829">
                  <a:moveTo>
                    <a:pt x="7619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79"/>
                  </a:lnTo>
                  <a:close/>
                </a:path>
                <a:path w="7619" h="290829">
                  <a:moveTo>
                    <a:pt x="7619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19" y="105409"/>
                  </a:lnTo>
                  <a:lnTo>
                    <a:pt x="7619" y="102869"/>
                  </a:lnTo>
                  <a:close/>
                </a:path>
                <a:path w="7619" h="290829">
                  <a:moveTo>
                    <a:pt x="7619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29"/>
                  </a:lnTo>
                  <a:close/>
                </a:path>
                <a:path w="7619" h="290829">
                  <a:moveTo>
                    <a:pt x="7619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19" y="99059"/>
                  </a:lnTo>
                  <a:lnTo>
                    <a:pt x="7619" y="96519"/>
                  </a:lnTo>
                  <a:close/>
                </a:path>
                <a:path w="7619" h="290829">
                  <a:moveTo>
                    <a:pt x="7619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79"/>
                  </a:lnTo>
                  <a:close/>
                </a:path>
                <a:path w="7619" h="290829">
                  <a:moveTo>
                    <a:pt x="7619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19" y="92709"/>
                  </a:lnTo>
                  <a:lnTo>
                    <a:pt x="7619" y="90169"/>
                  </a:lnTo>
                  <a:close/>
                </a:path>
                <a:path w="7619" h="290829">
                  <a:moveTo>
                    <a:pt x="7619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29"/>
                  </a:lnTo>
                  <a:close/>
                </a:path>
                <a:path w="7619" h="290829">
                  <a:moveTo>
                    <a:pt x="7619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19" y="86359"/>
                  </a:lnTo>
                  <a:lnTo>
                    <a:pt x="7619" y="83819"/>
                  </a:lnTo>
                  <a:close/>
                </a:path>
                <a:path w="7619" h="290829">
                  <a:moveTo>
                    <a:pt x="7619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79"/>
                  </a:lnTo>
                  <a:close/>
                </a:path>
                <a:path w="7619" h="290829">
                  <a:moveTo>
                    <a:pt x="7619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19" y="80009"/>
                  </a:lnTo>
                  <a:lnTo>
                    <a:pt x="7619" y="77469"/>
                  </a:lnTo>
                  <a:close/>
                </a:path>
                <a:path w="7619" h="290829">
                  <a:moveTo>
                    <a:pt x="7619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29"/>
                  </a:lnTo>
                  <a:close/>
                </a:path>
                <a:path w="7619" h="290829">
                  <a:moveTo>
                    <a:pt x="7619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19" y="73659"/>
                  </a:lnTo>
                  <a:lnTo>
                    <a:pt x="7619" y="71119"/>
                  </a:lnTo>
                  <a:close/>
                </a:path>
                <a:path w="7619" h="290829">
                  <a:moveTo>
                    <a:pt x="7619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79"/>
                  </a:lnTo>
                  <a:close/>
                </a:path>
                <a:path w="7619" h="290829">
                  <a:moveTo>
                    <a:pt x="7619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19" y="67309"/>
                  </a:lnTo>
                  <a:lnTo>
                    <a:pt x="7619" y="64769"/>
                  </a:lnTo>
                  <a:close/>
                </a:path>
                <a:path w="7619" h="290829">
                  <a:moveTo>
                    <a:pt x="7619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29"/>
                  </a:lnTo>
                  <a:close/>
                </a:path>
                <a:path w="7619" h="290829">
                  <a:moveTo>
                    <a:pt x="7619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19" y="60959"/>
                  </a:lnTo>
                  <a:lnTo>
                    <a:pt x="7619" y="58419"/>
                  </a:lnTo>
                  <a:close/>
                </a:path>
                <a:path w="7619" h="290829">
                  <a:moveTo>
                    <a:pt x="7619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79"/>
                  </a:lnTo>
                  <a:close/>
                </a:path>
                <a:path w="7619" h="290829">
                  <a:moveTo>
                    <a:pt x="761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19" y="54609"/>
                  </a:lnTo>
                  <a:lnTo>
                    <a:pt x="7619" y="52069"/>
                  </a:lnTo>
                  <a:close/>
                </a:path>
                <a:path w="7619" h="290829">
                  <a:moveTo>
                    <a:pt x="7619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29"/>
                  </a:lnTo>
                  <a:close/>
                </a:path>
                <a:path w="7619" h="290829">
                  <a:moveTo>
                    <a:pt x="7619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19" y="48259"/>
                  </a:lnTo>
                  <a:lnTo>
                    <a:pt x="7619" y="45719"/>
                  </a:lnTo>
                  <a:close/>
                </a:path>
                <a:path w="7619" h="290829">
                  <a:moveTo>
                    <a:pt x="7619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79"/>
                  </a:lnTo>
                  <a:close/>
                </a:path>
                <a:path w="7619" h="290829">
                  <a:moveTo>
                    <a:pt x="7619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19" y="41909"/>
                  </a:lnTo>
                  <a:lnTo>
                    <a:pt x="7619" y="39369"/>
                  </a:lnTo>
                  <a:close/>
                </a:path>
                <a:path w="7619" h="290829">
                  <a:moveTo>
                    <a:pt x="7619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29"/>
                  </a:lnTo>
                  <a:close/>
                </a:path>
                <a:path w="7619" h="290829">
                  <a:moveTo>
                    <a:pt x="7619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19" y="35559"/>
                  </a:lnTo>
                  <a:lnTo>
                    <a:pt x="7619" y="33019"/>
                  </a:lnTo>
                  <a:close/>
                </a:path>
                <a:path w="7619" h="290829">
                  <a:moveTo>
                    <a:pt x="7619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79"/>
                  </a:lnTo>
                  <a:close/>
                </a:path>
                <a:path w="7619" h="290829">
                  <a:moveTo>
                    <a:pt x="7619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19" y="29209"/>
                  </a:lnTo>
                  <a:lnTo>
                    <a:pt x="7619" y="26669"/>
                  </a:lnTo>
                  <a:close/>
                </a:path>
                <a:path w="7619" h="290829">
                  <a:moveTo>
                    <a:pt x="7619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29"/>
                  </a:lnTo>
                  <a:close/>
                </a:path>
                <a:path w="7619" h="290829">
                  <a:moveTo>
                    <a:pt x="7619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19" y="22859"/>
                  </a:lnTo>
                  <a:lnTo>
                    <a:pt x="7619" y="20319"/>
                  </a:lnTo>
                  <a:close/>
                </a:path>
                <a:path w="7619" h="290829">
                  <a:moveTo>
                    <a:pt x="7619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79"/>
                  </a:lnTo>
                  <a:close/>
                </a:path>
                <a:path w="7619" h="290829">
                  <a:moveTo>
                    <a:pt x="7619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19" y="16509"/>
                  </a:lnTo>
                  <a:lnTo>
                    <a:pt x="7619" y="13969"/>
                  </a:lnTo>
                  <a:close/>
                </a:path>
                <a:path w="7619" h="290829">
                  <a:moveTo>
                    <a:pt x="761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29"/>
                  </a:lnTo>
                  <a:close/>
                </a:path>
                <a:path w="7619" h="290829">
                  <a:moveTo>
                    <a:pt x="7619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19" y="10159"/>
                  </a:lnTo>
                  <a:lnTo>
                    <a:pt x="7619" y="7619"/>
                  </a:lnTo>
                  <a:close/>
                </a:path>
                <a:path w="7619" h="290829">
                  <a:moveTo>
                    <a:pt x="7619" y="3809"/>
                  </a:moveTo>
                  <a:lnTo>
                    <a:pt x="6350" y="3809"/>
                  </a:lnTo>
                  <a:lnTo>
                    <a:pt x="6350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09"/>
                  </a:lnTo>
                  <a:close/>
                </a:path>
                <a:path w="7619" h="290829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3349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3">
              <a:extLst>
                <a:ext uri="{FF2B5EF4-FFF2-40B4-BE49-F238E27FC236}">
                  <a16:creationId xmlns:a16="http://schemas.microsoft.com/office/drawing/2014/main" id="{11D66AC3-881B-DC5C-C1E6-9DF95D696633}"/>
                </a:ext>
              </a:extLst>
            </p:cNvPr>
            <p:cNvSpPr/>
            <p:nvPr/>
          </p:nvSpPr>
          <p:spPr>
            <a:xfrm>
              <a:off x="1828800" y="3355340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7620">
              <a:solidFill>
                <a:srgbClr val="344A6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4">
              <a:extLst>
                <a:ext uri="{FF2B5EF4-FFF2-40B4-BE49-F238E27FC236}">
                  <a16:creationId xmlns:a16="http://schemas.microsoft.com/office/drawing/2014/main" id="{BB7771A6-977F-FE15-8E40-697BC7B7E0DB}"/>
                </a:ext>
              </a:extLst>
            </p:cNvPr>
            <p:cNvSpPr/>
            <p:nvPr/>
          </p:nvSpPr>
          <p:spPr>
            <a:xfrm>
              <a:off x="1832610" y="3360420"/>
              <a:ext cx="6350" cy="280670"/>
            </a:xfrm>
            <a:custGeom>
              <a:avLst/>
              <a:gdLst/>
              <a:ahLst/>
              <a:cxnLst/>
              <a:rect l="l" t="t" r="r" b="b"/>
              <a:pathLst>
                <a:path w="6350" h="280670">
                  <a:moveTo>
                    <a:pt x="6350" y="185420"/>
                  </a:moveTo>
                  <a:lnTo>
                    <a:pt x="0" y="185420"/>
                  </a:lnTo>
                  <a:lnTo>
                    <a:pt x="0" y="280670"/>
                  </a:lnTo>
                  <a:lnTo>
                    <a:pt x="6350" y="280670"/>
                  </a:lnTo>
                  <a:lnTo>
                    <a:pt x="6350" y="185420"/>
                  </a:lnTo>
                  <a:close/>
                </a:path>
                <a:path w="6350" h="280670">
                  <a:moveTo>
                    <a:pt x="635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610"/>
                  </a:lnTo>
                  <a:close/>
                </a:path>
                <a:path w="6350" h="280670">
                  <a:moveTo>
                    <a:pt x="635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9070"/>
                  </a:lnTo>
                  <a:close/>
                </a:path>
                <a:path w="6350" h="280670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280670">
                  <a:moveTo>
                    <a:pt x="635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2720"/>
                  </a:lnTo>
                  <a:close/>
                </a:path>
                <a:path w="6350" h="28067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28067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28067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8067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8067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8067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8067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8067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8067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8067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8067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8067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8067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8067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8067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8067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8067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8067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8067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8067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8067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8067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8067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8067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8067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8067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8067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8067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8067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8067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8067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8067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8067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8067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8067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8067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8067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8067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8067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8067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8067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8067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8067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8067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8067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8067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8067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8067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8067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8067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8067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8067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80670">
                  <a:moveTo>
                    <a:pt x="6350" y="2540"/>
                  </a:moveTo>
                  <a:lnTo>
                    <a:pt x="5079" y="2540"/>
                  </a:lnTo>
                  <a:lnTo>
                    <a:pt x="5079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540"/>
                  </a:lnTo>
                  <a:close/>
                </a:path>
                <a:path w="6350" h="280670">
                  <a:moveTo>
                    <a:pt x="5079" y="1270"/>
                  </a:moveTo>
                  <a:lnTo>
                    <a:pt x="0" y="1270"/>
                  </a:lnTo>
                  <a:lnTo>
                    <a:pt x="0" y="2540"/>
                  </a:lnTo>
                  <a:lnTo>
                    <a:pt x="5079" y="2540"/>
                  </a:lnTo>
                  <a:lnTo>
                    <a:pt x="5079" y="1270"/>
                  </a:lnTo>
                  <a:close/>
                </a:path>
                <a:path w="6350" h="280670">
                  <a:moveTo>
                    <a:pt x="253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344B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5">
              <a:extLst>
                <a:ext uri="{FF2B5EF4-FFF2-40B4-BE49-F238E27FC236}">
                  <a16:creationId xmlns:a16="http://schemas.microsoft.com/office/drawing/2014/main" id="{BAB34475-EA9F-7A8F-3EA3-85B980EB7005}"/>
                </a:ext>
              </a:extLst>
            </p:cNvPr>
            <p:cNvSpPr/>
            <p:nvPr/>
          </p:nvSpPr>
          <p:spPr>
            <a:xfrm>
              <a:off x="1838960" y="3362960"/>
              <a:ext cx="7620" cy="278130"/>
            </a:xfrm>
            <a:custGeom>
              <a:avLst/>
              <a:gdLst/>
              <a:ahLst/>
              <a:cxnLst/>
              <a:rect l="l" t="t" r="r" b="b"/>
              <a:pathLst>
                <a:path w="7619" h="278129">
                  <a:moveTo>
                    <a:pt x="7619" y="182879"/>
                  </a:moveTo>
                  <a:lnTo>
                    <a:pt x="0" y="182879"/>
                  </a:lnTo>
                  <a:lnTo>
                    <a:pt x="0" y="278129"/>
                  </a:lnTo>
                  <a:lnTo>
                    <a:pt x="7619" y="278129"/>
                  </a:lnTo>
                  <a:lnTo>
                    <a:pt x="7619" y="182879"/>
                  </a:lnTo>
                  <a:close/>
                </a:path>
                <a:path w="7619" h="278129">
                  <a:moveTo>
                    <a:pt x="7619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19" y="181609"/>
                  </a:lnTo>
                  <a:lnTo>
                    <a:pt x="7619" y="179069"/>
                  </a:lnTo>
                  <a:close/>
                </a:path>
                <a:path w="7619" h="278129">
                  <a:moveTo>
                    <a:pt x="7619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6529"/>
                  </a:lnTo>
                  <a:close/>
                </a:path>
                <a:path w="7619" h="278129">
                  <a:moveTo>
                    <a:pt x="7619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19" y="175259"/>
                  </a:lnTo>
                  <a:lnTo>
                    <a:pt x="7619" y="172719"/>
                  </a:lnTo>
                  <a:close/>
                </a:path>
                <a:path w="7619" h="278129">
                  <a:moveTo>
                    <a:pt x="7619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70179"/>
                  </a:lnTo>
                  <a:close/>
                </a:path>
                <a:path w="7619" h="278129">
                  <a:moveTo>
                    <a:pt x="7619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19" y="168909"/>
                  </a:lnTo>
                  <a:lnTo>
                    <a:pt x="7619" y="166369"/>
                  </a:lnTo>
                  <a:close/>
                </a:path>
                <a:path w="7619" h="278129">
                  <a:moveTo>
                    <a:pt x="7619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3829"/>
                  </a:lnTo>
                  <a:close/>
                </a:path>
                <a:path w="7619" h="278129">
                  <a:moveTo>
                    <a:pt x="7619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19" y="162559"/>
                  </a:lnTo>
                  <a:lnTo>
                    <a:pt x="7619" y="160019"/>
                  </a:lnTo>
                  <a:close/>
                </a:path>
                <a:path w="7619" h="278129">
                  <a:moveTo>
                    <a:pt x="7619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7479"/>
                  </a:lnTo>
                  <a:close/>
                </a:path>
                <a:path w="7619" h="278129">
                  <a:moveTo>
                    <a:pt x="7619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19" y="156209"/>
                  </a:lnTo>
                  <a:lnTo>
                    <a:pt x="7619" y="153669"/>
                  </a:lnTo>
                  <a:close/>
                </a:path>
                <a:path w="7619" h="278129">
                  <a:moveTo>
                    <a:pt x="7619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51129"/>
                  </a:lnTo>
                  <a:close/>
                </a:path>
                <a:path w="7619" h="278129">
                  <a:moveTo>
                    <a:pt x="7619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19" y="149859"/>
                  </a:lnTo>
                  <a:lnTo>
                    <a:pt x="7619" y="147319"/>
                  </a:lnTo>
                  <a:close/>
                </a:path>
                <a:path w="7619" h="278129">
                  <a:moveTo>
                    <a:pt x="7619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79"/>
                  </a:lnTo>
                  <a:close/>
                </a:path>
                <a:path w="7619" h="278129">
                  <a:moveTo>
                    <a:pt x="7619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19" y="143509"/>
                  </a:lnTo>
                  <a:lnTo>
                    <a:pt x="7619" y="140969"/>
                  </a:lnTo>
                  <a:close/>
                </a:path>
                <a:path w="7619" h="278129">
                  <a:moveTo>
                    <a:pt x="7619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29"/>
                  </a:lnTo>
                  <a:close/>
                </a:path>
                <a:path w="7619" h="278129">
                  <a:moveTo>
                    <a:pt x="7619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19" y="137159"/>
                  </a:lnTo>
                  <a:lnTo>
                    <a:pt x="7619" y="134619"/>
                  </a:lnTo>
                  <a:close/>
                </a:path>
                <a:path w="7619" h="278129">
                  <a:moveTo>
                    <a:pt x="7619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79"/>
                  </a:lnTo>
                  <a:close/>
                </a:path>
                <a:path w="7619" h="278129">
                  <a:moveTo>
                    <a:pt x="7619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19" y="130809"/>
                  </a:lnTo>
                  <a:lnTo>
                    <a:pt x="7619" y="128269"/>
                  </a:lnTo>
                  <a:close/>
                </a:path>
                <a:path w="7619" h="278129">
                  <a:moveTo>
                    <a:pt x="7619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29"/>
                  </a:lnTo>
                  <a:close/>
                </a:path>
                <a:path w="7619" h="278129">
                  <a:moveTo>
                    <a:pt x="7619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19" y="124459"/>
                  </a:lnTo>
                  <a:lnTo>
                    <a:pt x="7619" y="121919"/>
                  </a:lnTo>
                  <a:close/>
                </a:path>
                <a:path w="7619" h="278129">
                  <a:moveTo>
                    <a:pt x="7619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79"/>
                  </a:lnTo>
                  <a:close/>
                </a:path>
                <a:path w="7619" h="278129">
                  <a:moveTo>
                    <a:pt x="7619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19" y="118109"/>
                  </a:lnTo>
                  <a:lnTo>
                    <a:pt x="7619" y="115569"/>
                  </a:lnTo>
                  <a:close/>
                </a:path>
                <a:path w="7619" h="278129">
                  <a:moveTo>
                    <a:pt x="7619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29"/>
                  </a:lnTo>
                  <a:close/>
                </a:path>
                <a:path w="7619" h="278129">
                  <a:moveTo>
                    <a:pt x="7619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19" y="111759"/>
                  </a:lnTo>
                  <a:lnTo>
                    <a:pt x="7619" y="109219"/>
                  </a:lnTo>
                  <a:close/>
                </a:path>
                <a:path w="7619" h="278129">
                  <a:moveTo>
                    <a:pt x="7619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79"/>
                  </a:lnTo>
                  <a:close/>
                </a:path>
                <a:path w="7619" h="278129">
                  <a:moveTo>
                    <a:pt x="7619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19" y="105409"/>
                  </a:lnTo>
                  <a:lnTo>
                    <a:pt x="7619" y="102869"/>
                  </a:lnTo>
                  <a:close/>
                </a:path>
                <a:path w="7619" h="278129">
                  <a:moveTo>
                    <a:pt x="7619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29"/>
                  </a:lnTo>
                  <a:close/>
                </a:path>
                <a:path w="7619" h="278129">
                  <a:moveTo>
                    <a:pt x="7619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19" y="99059"/>
                  </a:lnTo>
                  <a:lnTo>
                    <a:pt x="7619" y="96519"/>
                  </a:lnTo>
                  <a:close/>
                </a:path>
                <a:path w="7619" h="278129">
                  <a:moveTo>
                    <a:pt x="7619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79"/>
                  </a:lnTo>
                  <a:close/>
                </a:path>
                <a:path w="7619" h="278129">
                  <a:moveTo>
                    <a:pt x="7619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19" y="92709"/>
                  </a:lnTo>
                  <a:lnTo>
                    <a:pt x="7619" y="90169"/>
                  </a:lnTo>
                  <a:close/>
                </a:path>
                <a:path w="7619" h="278129">
                  <a:moveTo>
                    <a:pt x="7619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29"/>
                  </a:lnTo>
                  <a:close/>
                </a:path>
                <a:path w="7619" h="278129">
                  <a:moveTo>
                    <a:pt x="7619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19" y="86359"/>
                  </a:lnTo>
                  <a:lnTo>
                    <a:pt x="7619" y="83819"/>
                  </a:lnTo>
                  <a:close/>
                </a:path>
                <a:path w="7619" h="278129">
                  <a:moveTo>
                    <a:pt x="7619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79"/>
                  </a:lnTo>
                  <a:close/>
                </a:path>
                <a:path w="7619" h="278129">
                  <a:moveTo>
                    <a:pt x="7619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19" y="80009"/>
                  </a:lnTo>
                  <a:lnTo>
                    <a:pt x="7619" y="77469"/>
                  </a:lnTo>
                  <a:close/>
                </a:path>
                <a:path w="7619" h="278129">
                  <a:moveTo>
                    <a:pt x="7619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29"/>
                  </a:lnTo>
                  <a:close/>
                </a:path>
                <a:path w="7619" h="278129">
                  <a:moveTo>
                    <a:pt x="7619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19" y="73659"/>
                  </a:lnTo>
                  <a:lnTo>
                    <a:pt x="7619" y="71119"/>
                  </a:lnTo>
                  <a:close/>
                </a:path>
                <a:path w="7619" h="278129">
                  <a:moveTo>
                    <a:pt x="7619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79"/>
                  </a:lnTo>
                  <a:close/>
                </a:path>
                <a:path w="7619" h="278129">
                  <a:moveTo>
                    <a:pt x="7619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19" y="67309"/>
                  </a:lnTo>
                  <a:lnTo>
                    <a:pt x="7619" y="64769"/>
                  </a:lnTo>
                  <a:close/>
                </a:path>
                <a:path w="7619" h="278129">
                  <a:moveTo>
                    <a:pt x="7619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29"/>
                  </a:lnTo>
                  <a:close/>
                </a:path>
                <a:path w="7619" h="278129">
                  <a:moveTo>
                    <a:pt x="7619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19" y="60959"/>
                  </a:lnTo>
                  <a:lnTo>
                    <a:pt x="7619" y="58419"/>
                  </a:lnTo>
                  <a:close/>
                </a:path>
                <a:path w="7619" h="278129">
                  <a:moveTo>
                    <a:pt x="7619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79"/>
                  </a:lnTo>
                  <a:close/>
                </a:path>
                <a:path w="7619" h="278129">
                  <a:moveTo>
                    <a:pt x="761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19" y="54609"/>
                  </a:lnTo>
                  <a:lnTo>
                    <a:pt x="7619" y="52069"/>
                  </a:lnTo>
                  <a:close/>
                </a:path>
                <a:path w="7619" h="278129">
                  <a:moveTo>
                    <a:pt x="7619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29"/>
                  </a:lnTo>
                  <a:close/>
                </a:path>
                <a:path w="7619" h="278129">
                  <a:moveTo>
                    <a:pt x="7619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19" y="48259"/>
                  </a:lnTo>
                  <a:lnTo>
                    <a:pt x="7619" y="45719"/>
                  </a:lnTo>
                  <a:close/>
                </a:path>
                <a:path w="7619" h="278129">
                  <a:moveTo>
                    <a:pt x="7619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79"/>
                  </a:lnTo>
                  <a:close/>
                </a:path>
                <a:path w="7619" h="278129">
                  <a:moveTo>
                    <a:pt x="7619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19" y="41909"/>
                  </a:lnTo>
                  <a:lnTo>
                    <a:pt x="7619" y="39369"/>
                  </a:lnTo>
                  <a:close/>
                </a:path>
                <a:path w="7619" h="278129">
                  <a:moveTo>
                    <a:pt x="7619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29"/>
                  </a:lnTo>
                  <a:close/>
                </a:path>
                <a:path w="7619" h="278129">
                  <a:moveTo>
                    <a:pt x="7619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19" y="35559"/>
                  </a:lnTo>
                  <a:lnTo>
                    <a:pt x="7619" y="33019"/>
                  </a:lnTo>
                  <a:close/>
                </a:path>
                <a:path w="7619" h="278129">
                  <a:moveTo>
                    <a:pt x="7619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79"/>
                  </a:lnTo>
                  <a:close/>
                </a:path>
                <a:path w="7619" h="278129">
                  <a:moveTo>
                    <a:pt x="7619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19" y="29209"/>
                  </a:lnTo>
                  <a:lnTo>
                    <a:pt x="7619" y="26669"/>
                  </a:lnTo>
                  <a:close/>
                </a:path>
                <a:path w="7619" h="278129">
                  <a:moveTo>
                    <a:pt x="7619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29"/>
                  </a:lnTo>
                  <a:close/>
                </a:path>
                <a:path w="7619" h="278129">
                  <a:moveTo>
                    <a:pt x="7619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19" y="22859"/>
                  </a:lnTo>
                  <a:lnTo>
                    <a:pt x="7619" y="20319"/>
                  </a:lnTo>
                  <a:close/>
                </a:path>
                <a:path w="7619" h="278129">
                  <a:moveTo>
                    <a:pt x="7619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79"/>
                  </a:lnTo>
                  <a:close/>
                </a:path>
                <a:path w="7619" h="278129">
                  <a:moveTo>
                    <a:pt x="7619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19" y="16509"/>
                  </a:lnTo>
                  <a:lnTo>
                    <a:pt x="7619" y="13969"/>
                  </a:lnTo>
                  <a:close/>
                </a:path>
                <a:path w="7619" h="278129">
                  <a:moveTo>
                    <a:pt x="761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29"/>
                  </a:lnTo>
                  <a:close/>
                </a:path>
                <a:path w="7619" h="278129">
                  <a:moveTo>
                    <a:pt x="7619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19" y="10159"/>
                  </a:lnTo>
                  <a:lnTo>
                    <a:pt x="7619" y="7619"/>
                  </a:lnTo>
                  <a:close/>
                </a:path>
                <a:path w="7619" h="278129">
                  <a:moveTo>
                    <a:pt x="7619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5079"/>
                  </a:lnTo>
                  <a:close/>
                </a:path>
                <a:path w="7619" h="278129">
                  <a:moveTo>
                    <a:pt x="6350" y="3809"/>
                  </a:moveTo>
                  <a:lnTo>
                    <a:pt x="5079" y="3809"/>
                  </a:lnTo>
                  <a:lnTo>
                    <a:pt x="5079" y="5079"/>
                  </a:lnTo>
                  <a:lnTo>
                    <a:pt x="6350" y="5079"/>
                  </a:lnTo>
                  <a:lnTo>
                    <a:pt x="6350" y="3809"/>
                  </a:lnTo>
                  <a:close/>
                </a:path>
                <a:path w="7619" h="27812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354C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26">
              <a:extLst>
                <a:ext uri="{FF2B5EF4-FFF2-40B4-BE49-F238E27FC236}">
                  <a16:creationId xmlns:a16="http://schemas.microsoft.com/office/drawing/2014/main" id="{5BCCA571-F74E-289A-5D24-453594D40F13}"/>
                </a:ext>
              </a:extLst>
            </p:cNvPr>
            <p:cNvSpPr/>
            <p:nvPr/>
          </p:nvSpPr>
          <p:spPr>
            <a:xfrm>
              <a:off x="1850390" y="3368040"/>
              <a:ext cx="0" cy="273050"/>
            </a:xfrm>
            <a:custGeom>
              <a:avLst/>
              <a:gdLst/>
              <a:ahLst/>
              <a:cxnLst/>
              <a:rect l="l" t="t" r="r" b="b"/>
              <a:pathLst>
                <a:path h="273050">
                  <a:moveTo>
                    <a:pt x="0" y="0"/>
                  </a:moveTo>
                  <a:lnTo>
                    <a:pt x="0" y="273050"/>
                  </a:lnTo>
                </a:path>
              </a:pathLst>
            </a:custGeom>
            <a:ln w="7619">
              <a:solidFill>
                <a:srgbClr val="364D6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27">
              <a:extLst>
                <a:ext uri="{FF2B5EF4-FFF2-40B4-BE49-F238E27FC236}">
                  <a16:creationId xmlns:a16="http://schemas.microsoft.com/office/drawing/2014/main" id="{4DA64C4A-7403-2EC1-E6BC-2227B44CA675}"/>
                </a:ext>
              </a:extLst>
            </p:cNvPr>
            <p:cNvSpPr/>
            <p:nvPr/>
          </p:nvSpPr>
          <p:spPr>
            <a:xfrm>
              <a:off x="1854200" y="3373120"/>
              <a:ext cx="6350" cy="267970"/>
            </a:xfrm>
            <a:custGeom>
              <a:avLst/>
              <a:gdLst/>
              <a:ahLst/>
              <a:cxnLst/>
              <a:rect l="l" t="t" r="r" b="b"/>
              <a:pathLst>
                <a:path w="6350" h="267970">
                  <a:moveTo>
                    <a:pt x="6350" y="172720"/>
                  </a:moveTo>
                  <a:lnTo>
                    <a:pt x="0" y="172720"/>
                  </a:lnTo>
                  <a:lnTo>
                    <a:pt x="0" y="267970"/>
                  </a:lnTo>
                  <a:lnTo>
                    <a:pt x="6350" y="267970"/>
                  </a:lnTo>
                  <a:lnTo>
                    <a:pt x="6350" y="172720"/>
                  </a:lnTo>
                  <a:close/>
                </a:path>
                <a:path w="6350" h="26797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26797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26797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6797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6797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6797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6797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6797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6797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6797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6797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6797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6797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6797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6797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6797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6797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6797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6797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6797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6797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6797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6797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6797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6797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6797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6797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6797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6797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6797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6797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6797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6797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6797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6797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6797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6797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6797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6797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6797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6797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6797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6797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6797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6797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6797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6797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6797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6797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6797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6797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6797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67970">
                  <a:moveTo>
                    <a:pt x="6350" y="2540"/>
                  </a:moveTo>
                  <a:lnTo>
                    <a:pt x="3810" y="2540"/>
                  </a:lnTo>
                  <a:lnTo>
                    <a:pt x="381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540"/>
                  </a:lnTo>
                  <a:close/>
                </a:path>
                <a:path w="6350" h="26797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364E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28">
              <a:extLst>
                <a:ext uri="{FF2B5EF4-FFF2-40B4-BE49-F238E27FC236}">
                  <a16:creationId xmlns:a16="http://schemas.microsoft.com/office/drawing/2014/main" id="{C176DD17-1286-F621-D065-69E1F6C74373}"/>
                </a:ext>
              </a:extLst>
            </p:cNvPr>
            <p:cNvSpPr/>
            <p:nvPr/>
          </p:nvSpPr>
          <p:spPr>
            <a:xfrm>
              <a:off x="1864360" y="3376930"/>
              <a:ext cx="0" cy="264160"/>
            </a:xfrm>
            <a:custGeom>
              <a:avLst/>
              <a:gdLst/>
              <a:ahLst/>
              <a:cxnLst/>
              <a:rect l="l" t="t" r="r" b="b"/>
              <a:pathLst>
                <a:path h="264160">
                  <a:moveTo>
                    <a:pt x="0" y="0"/>
                  </a:moveTo>
                  <a:lnTo>
                    <a:pt x="0" y="264160"/>
                  </a:lnTo>
                </a:path>
              </a:pathLst>
            </a:custGeom>
            <a:ln w="7619">
              <a:solidFill>
                <a:srgbClr val="374F72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29">
              <a:extLst>
                <a:ext uri="{FF2B5EF4-FFF2-40B4-BE49-F238E27FC236}">
                  <a16:creationId xmlns:a16="http://schemas.microsoft.com/office/drawing/2014/main" id="{F3637821-0528-85B9-F91A-AB00E7F36AA5}"/>
                </a:ext>
              </a:extLst>
            </p:cNvPr>
            <p:cNvSpPr/>
            <p:nvPr/>
          </p:nvSpPr>
          <p:spPr>
            <a:xfrm>
              <a:off x="1868170" y="3382010"/>
              <a:ext cx="7620" cy="259079"/>
            </a:xfrm>
            <a:custGeom>
              <a:avLst/>
              <a:gdLst/>
              <a:ahLst/>
              <a:cxnLst/>
              <a:rect l="l" t="t" r="r" b="b"/>
              <a:pathLst>
                <a:path w="7619" h="259079">
                  <a:moveTo>
                    <a:pt x="7619" y="163829"/>
                  </a:moveTo>
                  <a:lnTo>
                    <a:pt x="0" y="163829"/>
                  </a:lnTo>
                  <a:lnTo>
                    <a:pt x="0" y="259079"/>
                  </a:lnTo>
                  <a:lnTo>
                    <a:pt x="7619" y="259079"/>
                  </a:lnTo>
                  <a:lnTo>
                    <a:pt x="7619" y="163829"/>
                  </a:lnTo>
                  <a:close/>
                </a:path>
                <a:path w="7619" h="259079">
                  <a:moveTo>
                    <a:pt x="7619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19" y="162559"/>
                  </a:lnTo>
                  <a:lnTo>
                    <a:pt x="7619" y="160019"/>
                  </a:lnTo>
                  <a:close/>
                </a:path>
                <a:path w="7619" h="259079">
                  <a:moveTo>
                    <a:pt x="7619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7479"/>
                  </a:lnTo>
                  <a:close/>
                </a:path>
                <a:path w="7619" h="259079">
                  <a:moveTo>
                    <a:pt x="7619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19" y="156209"/>
                  </a:lnTo>
                  <a:lnTo>
                    <a:pt x="7619" y="153669"/>
                  </a:lnTo>
                  <a:close/>
                </a:path>
                <a:path w="7619" h="259079">
                  <a:moveTo>
                    <a:pt x="7619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51129"/>
                  </a:lnTo>
                  <a:close/>
                </a:path>
                <a:path w="7619" h="259079">
                  <a:moveTo>
                    <a:pt x="7619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19" y="149859"/>
                  </a:lnTo>
                  <a:lnTo>
                    <a:pt x="7619" y="147319"/>
                  </a:lnTo>
                  <a:close/>
                </a:path>
                <a:path w="7619" h="259079">
                  <a:moveTo>
                    <a:pt x="7619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4779"/>
                  </a:lnTo>
                  <a:close/>
                </a:path>
                <a:path w="7619" h="259079">
                  <a:moveTo>
                    <a:pt x="7619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19" y="143509"/>
                  </a:lnTo>
                  <a:lnTo>
                    <a:pt x="7619" y="140969"/>
                  </a:lnTo>
                  <a:close/>
                </a:path>
                <a:path w="7619" h="259079">
                  <a:moveTo>
                    <a:pt x="7619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8429"/>
                  </a:lnTo>
                  <a:close/>
                </a:path>
                <a:path w="7619" h="259079">
                  <a:moveTo>
                    <a:pt x="7619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19" y="137159"/>
                  </a:lnTo>
                  <a:lnTo>
                    <a:pt x="7619" y="134619"/>
                  </a:lnTo>
                  <a:close/>
                </a:path>
                <a:path w="7619" h="259079">
                  <a:moveTo>
                    <a:pt x="7619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2079"/>
                  </a:lnTo>
                  <a:close/>
                </a:path>
                <a:path w="7619" h="259079">
                  <a:moveTo>
                    <a:pt x="7619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19" y="130809"/>
                  </a:lnTo>
                  <a:lnTo>
                    <a:pt x="7619" y="128269"/>
                  </a:lnTo>
                  <a:close/>
                </a:path>
                <a:path w="7619" h="259079">
                  <a:moveTo>
                    <a:pt x="7619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5729"/>
                  </a:lnTo>
                  <a:close/>
                </a:path>
                <a:path w="7619" h="259079">
                  <a:moveTo>
                    <a:pt x="7619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19" y="124459"/>
                  </a:lnTo>
                  <a:lnTo>
                    <a:pt x="7619" y="121919"/>
                  </a:lnTo>
                  <a:close/>
                </a:path>
                <a:path w="7619" h="259079">
                  <a:moveTo>
                    <a:pt x="7619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9379"/>
                  </a:lnTo>
                  <a:close/>
                </a:path>
                <a:path w="7619" h="259079">
                  <a:moveTo>
                    <a:pt x="7619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19" y="118109"/>
                  </a:lnTo>
                  <a:lnTo>
                    <a:pt x="7619" y="115569"/>
                  </a:lnTo>
                  <a:close/>
                </a:path>
                <a:path w="7619" h="259079">
                  <a:moveTo>
                    <a:pt x="7619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3029"/>
                  </a:lnTo>
                  <a:close/>
                </a:path>
                <a:path w="7619" h="259079">
                  <a:moveTo>
                    <a:pt x="7619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19" y="111759"/>
                  </a:lnTo>
                  <a:lnTo>
                    <a:pt x="7619" y="109219"/>
                  </a:lnTo>
                  <a:close/>
                </a:path>
                <a:path w="7619" h="259079">
                  <a:moveTo>
                    <a:pt x="7619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6679"/>
                  </a:lnTo>
                  <a:close/>
                </a:path>
                <a:path w="7619" h="259079">
                  <a:moveTo>
                    <a:pt x="7619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19" y="105409"/>
                  </a:lnTo>
                  <a:lnTo>
                    <a:pt x="7619" y="102869"/>
                  </a:lnTo>
                  <a:close/>
                </a:path>
                <a:path w="7619" h="259079">
                  <a:moveTo>
                    <a:pt x="7619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100329"/>
                  </a:lnTo>
                  <a:close/>
                </a:path>
                <a:path w="7619" h="259079">
                  <a:moveTo>
                    <a:pt x="7619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19" y="99059"/>
                  </a:lnTo>
                  <a:lnTo>
                    <a:pt x="7619" y="96519"/>
                  </a:lnTo>
                  <a:close/>
                </a:path>
                <a:path w="7619" h="259079">
                  <a:moveTo>
                    <a:pt x="7619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3979"/>
                  </a:lnTo>
                  <a:close/>
                </a:path>
                <a:path w="7619" h="259079">
                  <a:moveTo>
                    <a:pt x="7619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19" y="92709"/>
                  </a:lnTo>
                  <a:lnTo>
                    <a:pt x="7619" y="90169"/>
                  </a:lnTo>
                  <a:close/>
                </a:path>
                <a:path w="7619" h="259079">
                  <a:moveTo>
                    <a:pt x="7619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7629"/>
                  </a:lnTo>
                  <a:close/>
                </a:path>
                <a:path w="7619" h="259079">
                  <a:moveTo>
                    <a:pt x="7619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19" y="86359"/>
                  </a:lnTo>
                  <a:lnTo>
                    <a:pt x="7619" y="83819"/>
                  </a:lnTo>
                  <a:close/>
                </a:path>
                <a:path w="7619" h="259079">
                  <a:moveTo>
                    <a:pt x="7619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1279"/>
                  </a:lnTo>
                  <a:close/>
                </a:path>
                <a:path w="7619" h="259079">
                  <a:moveTo>
                    <a:pt x="7619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19" y="80009"/>
                  </a:lnTo>
                  <a:lnTo>
                    <a:pt x="7619" y="77469"/>
                  </a:lnTo>
                  <a:close/>
                </a:path>
                <a:path w="7619" h="259079">
                  <a:moveTo>
                    <a:pt x="7619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4929"/>
                  </a:lnTo>
                  <a:close/>
                </a:path>
                <a:path w="7619" h="259079">
                  <a:moveTo>
                    <a:pt x="7619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19" y="73659"/>
                  </a:lnTo>
                  <a:lnTo>
                    <a:pt x="7619" y="71119"/>
                  </a:lnTo>
                  <a:close/>
                </a:path>
                <a:path w="7619" h="259079">
                  <a:moveTo>
                    <a:pt x="7619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8579"/>
                  </a:lnTo>
                  <a:close/>
                </a:path>
                <a:path w="7619" h="259079">
                  <a:moveTo>
                    <a:pt x="7619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19" y="67309"/>
                  </a:lnTo>
                  <a:lnTo>
                    <a:pt x="7619" y="64769"/>
                  </a:lnTo>
                  <a:close/>
                </a:path>
                <a:path w="7619" h="259079">
                  <a:moveTo>
                    <a:pt x="7619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2229"/>
                  </a:lnTo>
                  <a:close/>
                </a:path>
                <a:path w="7619" h="259079">
                  <a:moveTo>
                    <a:pt x="7619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19" y="60959"/>
                  </a:lnTo>
                  <a:lnTo>
                    <a:pt x="7619" y="58419"/>
                  </a:lnTo>
                  <a:close/>
                </a:path>
                <a:path w="7619" h="259079">
                  <a:moveTo>
                    <a:pt x="7619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5879"/>
                  </a:lnTo>
                  <a:close/>
                </a:path>
                <a:path w="7619" h="259079">
                  <a:moveTo>
                    <a:pt x="7619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19" y="54609"/>
                  </a:lnTo>
                  <a:lnTo>
                    <a:pt x="7619" y="52069"/>
                  </a:lnTo>
                  <a:close/>
                </a:path>
                <a:path w="7619" h="259079">
                  <a:moveTo>
                    <a:pt x="7619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9529"/>
                  </a:lnTo>
                  <a:close/>
                </a:path>
                <a:path w="7619" h="259079">
                  <a:moveTo>
                    <a:pt x="7619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19" y="48259"/>
                  </a:lnTo>
                  <a:lnTo>
                    <a:pt x="7619" y="45719"/>
                  </a:lnTo>
                  <a:close/>
                </a:path>
                <a:path w="7619" h="259079">
                  <a:moveTo>
                    <a:pt x="7619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3179"/>
                  </a:lnTo>
                  <a:close/>
                </a:path>
                <a:path w="7619" h="259079">
                  <a:moveTo>
                    <a:pt x="7619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19" y="41909"/>
                  </a:lnTo>
                  <a:lnTo>
                    <a:pt x="7619" y="39369"/>
                  </a:lnTo>
                  <a:close/>
                </a:path>
                <a:path w="7619" h="259079">
                  <a:moveTo>
                    <a:pt x="7619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6829"/>
                  </a:lnTo>
                  <a:close/>
                </a:path>
                <a:path w="7619" h="259079">
                  <a:moveTo>
                    <a:pt x="7619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19" y="35559"/>
                  </a:lnTo>
                  <a:lnTo>
                    <a:pt x="7619" y="33019"/>
                  </a:lnTo>
                  <a:close/>
                </a:path>
                <a:path w="7619" h="259079">
                  <a:moveTo>
                    <a:pt x="7619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30479"/>
                  </a:lnTo>
                  <a:close/>
                </a:path>
                <a:path w="7619" h="259079">
                  <a:moveTo>
                    <a:pt x="7619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19" y="29209"/>
                  </a:lnTo>
                  <a:lnTo>
                    <a:pt x="7619" y="26669"/>
                  </a:lnTo>
                  <a:close/>
                </a:path>
                <a:path w="7619" h="259079">
                  <a:moveTo>
                    <a:pt x="7619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4129"/>
                  </a:lnTo>
                  <a:close/>
                </a:path>
                <a:path w="7619" h="259079">
                  <a:moveTo>
                    <a:pt x="7619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19" y="22859"/>
                  </a:lnTo>
                  <a:lnTo>
                    <a:pt x="7619" y="20319"/>
                  </a:lnTo>
                  <a:close/>
                </a:path>
                <a:path w="7619" h="259079">
                  <a:moveTo>
                    <a:pt x="7619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7779"/>
                  </a:lnTo>
                  <a:close/>
                </a:path>
                <a:path w="7619" h="259079">
                  <a:moveTo>
                    <a:pt x="7619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19" y="16509"/>
                  </a:lnTo>
                  <a:lnTo>
                    <a:pt x="7619" y="13969"/>
                  </a:lnTo>
                  <a:close/>
                </a:path>
                <a:path w="7619" h="259079">
                  <a:moveTo>
                    <a:pt x="7619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1429"/>
                  </a:lnTo>
                  <a:close/>
                </a:path>
                <a:path w="7619" h="259079">
                  <a:moveTo>
                    <a:pt x="7619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19" y="10159"/>
                  </a:lnTo>
                  <a:lnTo>
                    <a:pt x="7619" y="7619"/>
                  </a:lnTo>
                  <a:close/>
                </a:path>
                <a:path w="7619" h="259079">
                  <a:moveTo>
                    <a:pt x="7619" y="3809"/>
                  </a:moveTo>
                  <a:lnTo>
                    <a:pt x="6350" y="3809"/>
                  </a:lnTo>
                  <a:lnTo>
                    <a:pt x="6350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09"/>
                  </a:lnTo>
                  <a:close/>
                </a:path>
                <a:path w="7619" h="25907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385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4" name="object 330">
              <a:extLst>
                <a:ext uri="{FF2B5EF4-FFF2-40B4-BE49-F238E27FC236}">
                  <a16:creationId xmlns:a16="http://schemas.microsoft.com/office/drawing/2014/main" id="{BDB73247-5A92-9F75-6294-F0CED414116B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75790" y="3387090"/>
              <a:ext cx="248920" cy="254000"/>
            </a:xfrm>
            <a:prstGeom prst="rect">
              <a:avLst/>
            </a:prstGeom>
          </p:spPr>
        </p:pic>
        <p:pic>
          <p:nvPicPr>
            <p:cNvPr id="335" name="object 331">
              <a:extLst>
                <a:ext uri="{FF2B5EF4-FFF2-40B4-BE49-F238E27FC236}">
                  <a16:creationId xmlns:a16="http://schemas.microsoft.com/office/drawing/2014/main" id="{197626BE-37DD-2176-41FD-288FB15234A4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41800" y="3387090"/>
              <a:ext cx="250189" cy="254000"/>
            </a:xfrm>
            <a:prstGeom prst="rect">
              <a:avLst/>
            </a:prstGeom>
          </p:spPr>
        </p:pic>
        <p:sp>
          <p:nvSpPr>
            <p:cNvPr id="336" name="object 332">
              <a:extLst>
                <a:ext uri="{FF2B5EF4-FFF2-40B4-BE49-F238E27FC236}">
                  <a16:creationId xmlns:a16="http://schemas.microsoft.com/office/drawing/2014/main" id="{FE80FFCB-C27A-3B8C-182E-C89DA512647E}"/>
                </a:ext>
              </a:extLst>
            </p:cNvPr>
            <p:cNvSpPr/>
            <p:nvPr/>
          </p:nvSpPr>
          <p:spPr>
            <a:xfrm>
              <a:off x="4491990" y="3382010"/>
              <a:ext cx="7620" cy="259079"/>
            </a:xfrm>
            <a:custGeom>
              <a:avLst/>
              <a:gdLst/>
              <a:ahLst/>
              <a:cxnLst/>
              <a:rect l="l" t="t" r="r" b="b"/>
              <a:pathLst>
                <a:path w="7620" h="259079">
                  <a:moveTo>
                    <a:pt x="7620" y="163829"/>
                  </a:moveTo>
                  <a:lnTo>
                    <a:pt x="0" y="163829"/>
                  </a:lnTo>
                  <a:lnTo>
                    <a:pt x="0" y="259079"/>
                  </a:lnTo>
                  <a:lnTo>
                    <a:pt x="7620" y="259079"/>
                  </a:lnTo>
                  <a:lnTo>
                    <a:pt x="7620" y="163829"/>
                  </a:lnTo>
                  <a:close/>
                </a:path>
                <a:path w="7620" h="25907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25907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25907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25907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25907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25907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25907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25907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25907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25907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25907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25907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25907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25907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25907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25907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25907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25907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25907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25907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25907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25907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25907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25907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25907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25907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25907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25907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25907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25907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25907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25907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25907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25907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25907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25907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25907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25907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25907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25907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25907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25907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25907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25907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25907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25907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25907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25907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25907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259079">
                  <a:moveTo>
                    <a:pt x="2539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79"/>
                  </a:lnTo>
                  <a:lnTo>
                    <a:pt x="2539" y="5079"/>
                  </a:lnTo>
                  <a:lnTo>
                    <a:pt x="2539" y="3809"/>
                  </a:lnTo>
                  <a:close/>
                </a:path>
                <a:path w="7620" h="259079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10" y="1269"/>
                  </a:lnTo>
                  <a:lnTo>
                    <a:pt x="3810" y="3809"/>
                  </a:lnTo>
                  <a:lnTo>
                    <a:pt x="7620" y="380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A52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3">
              <a:extLst>
                <a:ext uri="{FF2B5EF4-FFF2-40B4-BE49-F238E27FC236}">
                  <a16:creationId xmlns:a16="http://schemas.microsoft.com/office/drawing/2014/main" id="{99FDB788-7180-1ED2-E264-CF55CA9600BF}"/>
                </a:ext>
              </a:extLst>
            </p:cNvPr>
            <p:cNvSpPr/>
            <p:nvPr/>
          </p:nvSpPr>
          <p:spPr>
            <a:xfrm>
              <a:off x="4499609" y="3379470"/>
              <a:ext cx="6350" cy="261620"/>
            </a:xfrm>
            <a:custGeom>
              <a:avLst/>
              <a:gdLst/>
              <a:ahLst/>
              <a:cxnLst/>
              <a:rect l="l" t="t" r="r" b="b"/>
              <a:pathLst>
                <a:path w="6350" h="261620">
                  <a:moveTo>
                    <a:pt x="6350" y="166370"/>
                  </a:moveTo>
                  <a:lnTo>
                    <a:pt x="0" y="166370"/>
                  </a:lnTo>
                  <a:lnTo>
                    <a:pt x="0" y="261620"/>
                  </a:lnTo>
                  <a:lnTo>
                    <a:pt x="6350" y="261620"/>
                  </a:lnTo>
                  <a:lnTo>
                    <a:pt x="6350" y="166370"/>
                  </a:lnTo>
                  <a:close/>
                </a:path>
                <a:path w="6350" h="26162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6162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6162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6162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6162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6162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6162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6162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6162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6162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6162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6162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6162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6162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6162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6162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6162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6162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6162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6162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6162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6162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6162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6162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6162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6162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6162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6162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6162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6162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6162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6162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6162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6162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6162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6162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6162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6162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6162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6162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6162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6162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6162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6162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6162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6162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6162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6162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6162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6162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61620">
                  <a:moveTo>
                    <a:pt x="1269" y="2540"/>
                  </a:moveTo>
                  <a:lnTo>
                    <a:pt x="0" y="254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lnTo>
                    <a:pt x="1269" y="3810"/>
                  </a:lnTo>
                  <a:lnTo>
                    <a:pt x="1269" y="2540"/>
                  </a:lnTo>
                  <a:close/>
                </a:path>
                <a:path w="6350" h="261620">
                  <a:moveTo>
                    <a:pt x="6350" y="1270"/>
                  </a:moveTo>
                  <a:lnTo>
                    <a:pt x="1269" y="1270"/>
                  </a:lnTo>
                  <a:lnTo>
                    <a:pt x="1269" y="2540"/>
                  </a:lnTo>
                  <a:lnTo>
                    <a:pt x="6350" y="2540"/>
                  </a:lnTo>
                  <a:lnTo>
                    <a:pt x="6350" y="1270"/>
                  </a:lnTo>
                  <a:close/>
                </a:path>
                <a:path w="6350" h="261620">
                  <a:moveTo>
                    <a:pt x="507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5079" y="1270"/>
                  </a:lnTo>
                  <a:lnTo>
                    <a:pt x="5079" y="0"/>
                  </a:lnTo>
                  <a:close/>
                </a:path>
              </a:pathLst>
            </a:custGeom>
            <a:solidFill>
              <a:srgbClr val="3951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4">
              <a:extLst>
                <a:ext uri="{FF2B5EF4-FFF2-40B4-BE49-F238E27FC236}">
                  <a16:creationId xmlns:a16="http://schemas.microsoft.com/office/drawing/2014/main" id="{3B3E447B-A711-FC15-4DB4-491D3078E0E0}"/>
                </a:ext>
              </a:extLst>
            </p:cNvPr>
            <p:cNvSpPr/>
            <p:nvPr/>
          </p:nvSpPr>
          <p:spPr>
            <a:xfrm>
              <a:off x="4505959" y="3373120"/>
              <a:ext cx="7620" cy="267970"/>
            </a:xfrm>
            <a:custGeom>
              <a:avLst/>
              <a:gdLst/>
              <a:ahLst/>
              <a:cxnLst/>
              <a:rect l="l" t="t" r="r" b="b"/>
              <a:pathLst>
                <a:path w="7620" h="267970">
                  <a:moveTo>
                    <a:pt x="7619" y="172720"/>
                  </a:moveTo>
                  <a:lnTo>
                    <a:pt x="0" y="172720"/>
                  </a:lnTo>
                  <a:lnTo>
                    <a:pt x="0" y="267970"/>
                  </a:lnTo>
                  <a:lnTo>
                    <a:pt x="7619" y="267970"/>
                  </a:lnTo>
                  <a:lnTo>
                    <a:pt x="7619" y="172720"/>
                  </a:lnTo>
                  <a:close/>
                </a:path>
                <a:path w="7620" h="26797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20" h="267970">
                  <a:moveTo>
                    <a:pt x="7619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19" y="167640"/>
                  </a:lnTo>
                  <a:lnTo>
                    <a:pt x="7619" y="166370"/>
                  </a:lnTo>
                  <a:close/>
                </a:path>
                <a:path w="7620" h="26797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20" h="26797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20" h="26797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20" h="26797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20" h="26797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20" h="26797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20" h="26797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20" h="26797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20" h="26797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20" h="26797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20" h="26797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20" h="26797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20" h="26797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20" h="26797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20" h="26797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20" h="26797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20" h="26797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20" h="26797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20" h="26797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20" h="26797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20" h="26797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20" h="26797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20" h="26797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20" h="26797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20" h="26797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20" h="26797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20" h="26797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20" h="26797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20" h="26797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20" h="26797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20" h="26797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20" h="26797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20" h="26797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20" h="26797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20" h="26797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20" h="26797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20" h="26797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20" h="26797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20" h="26797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20" h="26797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20" h="26797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20" h="26797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20" h="26797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20" h="26797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20" h="26797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20" h="26797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20" h="26797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20" h="26797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20" h="26797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20" h="26797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20" h="26797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20" h="267970">
                  <a:moveTo>
                    <a:pt x="3810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3810" y="3810"/>
                  </a:lnTo>
                  <a:lnTo>
                    <a:pt x="3810" y="2540"/>
                  </a:lnTo>
                  <a:close/>
                </a:path>
                <a:path w="7620" h="267970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7619" y="254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385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5">
              <a:extLst>
                <a:ext uri="{FF2B5EF4-FFF2-40B4-BE49-F238E27FC236}">
                  <a16:creationId xmlns:a16="http://schemas.microsoft.com/office/drawing/2014/main" id="{20DAA540-3D24-D5B2-125B-959C04859BAF}"/>
                </a:ext>
              </a:extLst>
            </p:cNvPr>
            <p:cNvSpPr/>
            <p:nvPr/>
          </p:nvSpPr>
          <p:spPr>
            <a:xfrm>
              <a:off x="4513580" y="3368040"/>
              <a:ext cx="7620" cy="273050"/>
            </a:xfrm>
            <a:custGeom>
              <a:avLst/>
              <a:gdLst/>
              <a:ahLst/>
              <a:cxnLst/>
              <a:rect l="l" t="t" r="r" b="b"/>
              <a:pathLst>
                <a:path w="7620" h="273050">
                  <a:moveTo>
                    <a:pt x="7620" y="177800"/>
                  </a:moveTo>
                  <a:lnTo>
                    <a:pt x="0" y="177800"/>
                  </a:lnTo>
                  <a:lnTo>
                    <a:pt x="0" y="273050"/>
                  </a:lnTo>
                  <a:lnTo>
                    <a:pt x="7620" y="273050"/>
                  </a:lnTo>
                  <a:lnTo>
                    <a:pt x="7620" y="177800"/>
                  </a:lnTo>
                  <a:close/>
                </a:path>
                <a:path w="7620" h="273050">
                  <a:moveTo>
                    <a:pt x="7620" y="173989"/>
                  </a:moveTo>
                  <a:lnTo>
                    <a:pt x="0" y="173989"/>
                  </a:lnTo>
                  <a:lnTo>
                    <a:pt x="0" y="176529"/>
                  </a:lnTo>
                  <a:lnTo>
                    <a:pt x="7620" y="176529"/>
                  </a:lnTo>
                  <a:lnTo>
                    <a:pt x="7620" y="173989"/>
                  </a:lnTo>
                  <a:close/>
                </a:path>
                <a:path w="7620" h="273050">
                  <a:moveTo>
                    <a:pt x="7620" y="171450"/>
                  </a:moveTo>
                  <a:lnTo>
                    <a:pt x="0" y="171450"/>
                  </a:lnTo>
                  <a:lnTo>
                    <a:pt x="0" y="172720"/>
                  </a:lnTo>
                  <a:lnTo>
                    <a:pt x="7620" y="172720"/>
                  </a:lnTo>
                  <a:lnTo>
                    <a:pt x="7620" y="171450"/>
                  </a:lnTo>
                  <a:close/>
                </a:path>
                <a:path w="7620" h="273050">
                  <a:moveTo>
                    <a:pt x="7620" y="167639"/>
                  </a:moveTo>
                  <a:lnTo>
                    <a:pt x="0" y="167639"/>
                  </a:lnTo>
                  <a:lnTo>
                    <a:pt x="0" y="170179"/>
                  </a:lnTo>
                  <a:lnTo>
                    <a:pt x="7620" y="170179"/>
                  </a:lnTo>
                  <a:lnTo>
                    <a:pt x="7620" y="167639"/>
                  </a:lnTo>
                  <a:close/>
                </a:path>
                <a:path w="7620" h="273050">
                  <a:moveTo>
                    <a:pt x="7620" y="165100"/>
                  </a:moveTo>
                  <a:lnTo>
                    <a:pt x="0" y="165100"/>
                  </a:lnTo>
                  <a:lnTo>
                    <a:pt x="0" y="166370"/>
                  </a:lnTo>
                  <a:lnTo>
                    <a:pt x="7620" y="166370"/>
                  </a:lnTo>
                  <a:lnTo>
                    <a:pt x="7620" y="165100"/>
                  </a:lnTo>
                  <a:close/>
                </a:path>
                <a:path w="7620" h="273050">
                  <a:moveTo>
                    <a:pt x="7620" y="161289"/>
                  </a:moveTo>
                  <a:lnTo>
                    <a:pt x="0" y="161289"/>
                  </a:lnTo>
                  <a:lnTo>
                    <a:pt x="0" y="163829"/>
                  </a:lnTo>
                  <a:lnTo>
                    <a:pt x="7620" y="163829"/>
                  </a:lnTo>
                  <a:lnTo>
                    <a:pt x="7620" y="161289"/>
                  </a:lnTo>
                  <a:close/>
                </a:path>
                <a:path w="7620" h="273050">
                  <a:moveTo>
                    <a:pt x="7620" y="158750"/>
                  </a:moveTo>
                  <a:lnTo>
                    <a:pt x="0" y="158750"/>
                  </a:lnTo>
                  <a:lnTo>
                    <a:pt x="0" y="160020"/>
                  </a:lnTo>
                  <a:lnTo>
                    <a:pt x="7620" y="160020"/>
                  </a:lnTo>
                  <a:lnTo>
                    <a:pt x="7620" y="158750"/>
                  </a:lnTo>
                  <a:close/>
                </a:path>
                <a:path w="7620" h="273050">
                  <a:moveTo>
                    <a:pt x="7620" y="154939"/>
                  </a:moveTo>
                  <a:lnTo>
                    <a:pt x="0" y="154939"/>
                  </a:lnTo>
                  <a:lnTo>
                    <a:pt x="0" y="157479"/>
                  </a:lnTo>
                  <a:lnTo>
                    <a:pt x="7620" y="157479"/>
                  </a:lnTo>
                  <a:lnTo>
                    <a:pt x="7620" y="154939"/>
                  </a:lnTo>
                  <a:close/>
                </a:path>
                <a:path w="7620" h="273050">
                  <a:moveTo>
                    <a:pt x="7620" y="152400"/>
                  </a:moveTo>
                  <a:lnTo>
                    <a:pt x="0" y="152400"/>
                  </a:lnTo>
                  <a:lnTo>
                    <a:pt x="0" y="153670"/>
                  </a:lnTo>
                  <a:lnTo>
                    <a:pt x="7620" y="153670"/>
                  </a:lnTo>
                  <a:lnTo>
                    <a:pt x="7620" y="152400"/>
                  </a:lnTo>
                  <a:close/>
                </a:path>
                <a:path w="7620" h="273050">
                  <a:moveTo>
                    <a:pt x="7620" y="148589"/>
                  </a:moveTo>
                  <a:lnTo>
                    <a:pt x="0" y="148589"/>
                  </a:lnTo>
                  <a:lnTo>
                    <a:pt x="0" y="151129"/>
                  </a:lnTo>
                  <a:lnTo>
                    <a:pt x="7620" y="151129"/>
                  </a:lnTo>
                  <a:lnTo>
                    <a:pt x="7620" y="148589"/>
                  </a:lnTo>
                  <a:close/>
                </a:path>
                <a:path w="7620" h="273050">
                  <a:moveTo>
                    <a:pt x="7620" y="146050"/>
                  </a:moveTo>
                  <a:lnTo>
                    <a:pt x="0" y="146050"/>
                  </a:lnTo>
                  <a:lnTo>
                    <a:pt x="0" y="147320"/>
                  </a:lnTo>
                  <a:lnTo>
                    <a:pt x="7620" y="147320"/>
                  </a:lnTo>
                  <a:lnTo>
                    <a:pt x="7620" y="146050"/>
                  </a:lnTo>
                  <a:close/>
                </a:path>
                <a:path w="7620" h="273050">
                  <a:moveTo>
                    <a:pt x="7620" y="142239"/>
                  </a:moveTo>
                  <a:lnTo>
                    <a:pt x="0" y="142239"/>
                  </a:lnTo>
                  <a:lnTo>
                    <a:pt x="0" y="144779"/>
                  </a:lnTo>
                  <a:lnTo>
                    <a:pt x="7620" y="144779"/>
                  </a:lnTo>
                  <a:lnTo>
                    <a:pt x="7620" y="142239"/>
                  </a:lnTo>
                  <a:close/>
                </a:path>
                <a:path w="7620" h="273050">
                  <a:moveTo>
                    <a:pt x="7620" y="139700"/>
                  </a:moveTo>
                  <a:lnTo>
                    <a:pt x="0" y="139700"/>
                  </a:lnTo>
                  <a:lnTo>
                    <a:pt x="0" y="140970"/>
                  </a:lnTo>
                  <a:lnTo>
                    <a:pt x="7620" y="140970"/>
                  </a:lnTo>
                  <a:lnTo>
                    <a:pt x="7620" y="139700"/>
                  </a:lnTo>
                  <a:close/>
                </a:path>
                <a:path w="7620" h="273050">
                  <a:moveTo>
                    <a:pt x="7620" y="135889"/>
                  </a:moveTo>
                  <a:lnTo>
                    <a:pt x="0" y="135889"/>
                  </a:lnTo>
                  <a:lnTo>
                    <a:pt x="0" y="138429"/>
                  </a:lnTo>
                  <a:lnTo>
                    <a:pt x="7620" y="138429"/>
                  </a:lnTo>
                  <a:lnTo>
                    <a:pt x="7620" y="135889"/>
                  </a:lnTo>
                  <a:close/>
                </a:path>
                <a:path w="7620" h="273050">
                  <a:moveTo>
                    <a:pt x="7620" y="133350"/>
                  </a:moveTo>
                  <a:lnTo>
                    <a:pt x="0" y="133350"/>
                  </a:lnTo>
                  <a:lnTo>
                    <a:pt x="0" y="134620"/>
                  </a:lnTo>
                  <a:lnTo>
                    <a:pt x="7620" y="134620"/>
                  </a:lnTo>
                  <a:lnTo>
                    <a:pt x="7620" y="133350"/>
                  </a:lnTo>
                  <a:close/>
                </a:path>
                <a:path w="7620" h="273050">
                  <a:moveTo>
                    <a:pt x="7620" y="129539"/>
                  </a:moveTo>
                  <a:lnTo>
                    <a:pt x="0" y="129539"/>
                  </a:lnTo>
                  <a:lnTo>
                    <a:pt x="0" y="132079"/>
                  </a:lnTo>
                  <a:lnTo>
                    <a:pt x="7620" y="132079"/>
                  </a:lnTo>
                  <a:lnTo>
                    <a:pt x="7620" y="129539"/>
                  </a:lnTo>
                  <a:close/>
                </a:path>
                <a:path w="7620" h="273050">
                  <a:moveTo>
                    <a:pt x="7620" y="127000"/>
                  </a:moveTo>
                  <a:lnTo>
                    <a:pt x="0" y="127000"/>
                  </a:lnTo>
                  <a:lnTo>
                    <a:pt x="0" y="128270"/>
                  </a:lnTo>
                  <a:lnTo>
                    <a:pt x="7620" y="128270"/>
                  </a:lnTo>
                  <a:lnTo>
                    <a:pt x="7620" y="127000"/>
                  </a:lnTo>
                  <a:close/>
                </a:path>
                <a:path w="7620" h="273050">
                  <a:moveTo>
                    <a:pt x="7620" y="123189"/>
                  </a:moveTo>
                  <a:lnTo>
                    <a:pt x="0" y="123189"/>
                  </a:lnTo>
                  <a:lnTo>
                    <a:pt x="0" y="125729"/>
                  </a:lnTo>
                  <a:lnTo>
                    <a:pt x="7620" y="125729"/>
                  </a:lnTo>
                  <a:lnTo>
                    <a:pt x="7620" y="123189"/>
                  </a:lnTo>
                  <a:close/>
                </a:path>
                <a:path w="7620" h="273050">
                  <a:moveTo>
                    <a:pt x="7620" y="120650"/>
                  </a:moveTo>
                  <a:lnTo>
                    <a:pt x="0" y="120650"/>
                  </a:lnTo>
                  <a:lnTo>
                    <a:pt x="0" y="121920"/>
                  </a:lnTo>
                  <a:lnTo>
                    <a:pt x="7620" y="121920"/>
                  </a:lnTo>
                  <a:lnTo>
                    <a:pt x="7620" y="120650"/>
                  </a:lnTo>
                  <a:close/>
                </a:path>
                <a:path w="7620" h="273050">
                  <a:moveTo>
                    <a:pt x="7620" y="116839"/>
                  </a:moveTo>
                  <a:lnTo>
                    <a:pt x="0" y="116839"/>
                  </a:lnTo>
                  <a:lnTo>
                    <a:pt x="0" y="119379"/>
                  </a:lnTo>
                  <a:lnTo>
                    <a:pt x="7620" y="119379"/>
                  </a:lnTo>
                  <a:lnTo>
                    <a:pt x="7620" y="116839"/>
                  </a:lnTo>
                  <a:close/>
                </a:path>
                <a:path w="7620" h="273050">
                  <a:moveTo>
                    <a:pt x="7620" y="114300"/>
                  </a:moveTo>
                  <a:lnTo>
                    <a:pt x="0" y="114300"/>
                  </a:lnTo>
                  <a:lnTo>
                    <a:pt x="0" y="115570"/>
                  </a:lnTo>
                  <a:lnTo>
                    <a:pt x="7620" y="115570"/>
                  </a:lnTo>
                  <a:lnTo>
                    <a:pt x="7620" y="114300"/>
                  </a:lnTo>
                  <a:close/>
                </a:path>
                <a:path w="7620" h="273050">
                  <a:moveTo>
                    <a:pt x="7620" y="110489"/>
                  </a:moveTo>
                  <a:lnTo>
                    <a:pt x="0" y="110489"/>
                  </a:lnTo>
                  <a:lnTo>
                    <a:pt x="0" y="113029"/>
                  </a:lnTo>
                  <a:lnTo>
                    <a:pt x="7620" y="113029"/>
                  </a:lnTo>
                  <a:lnTo>
                    <a:pt x="7620" y="110489"/>
                  </a:lnTo>
                  <a:close/>
                </a:path>
                <a:path w="7620" h="273050">
                  <a:moveTo>
                    <a:pt x="7620" y="107950"/>
                  </a:moveTo>
                  <a:lnTo>
                    <a:pt x="0" y="107950"/>
                  </a:lnTo>
                  <a:lnTo>
                    <a:pt x="0" y="109220"/>
                  </a:lnTo>
                  <a:lnTo>
                    <a:pt x="7620" y="109220"/>
                  </a:lnTo>
                  <a:lnTo>
                    <a:pt x="7620" y="107950"/>
                  </a:lnTo>
                  <a:close/>
                </a:path>
                <a:path w="7620" h="273050">
                  <a:moveTo>
                    <a:pt x="7620" y="104139"/>
                  </a:moveTo>
                  <a:lnTo>
                    <a:pt x="0" y="104139"/>
                  </a:lnTo>
                  <a:lnTo>
                    <a:pt x="0" y="106679"/>
                  </a:lnTo>
                  <a:lnTo>
                    <a:pt x="7620" y="106679"/>
                  </a:lnTo>
                  <a:lnTo>
                    <a:pt x="7620" y="104139"/>
                  </a:lnTo>
                  <a:close/>
                </a:path>
                <a:path w="7620" h="273050">
                  <a:moveTo>
                    <a:pt x="7620" y="101600"/>
                  </a:moveTo>
                  <a:lnTo>
                    <a:pt x="0" y="101600"/>
                  </a:lnTo>
                  <a:lnTo>
                    <a:pt x="0" y="102870"/>
                  </a:lnTo>
                  <a:lnTo>
                    <a:pt x="7620" y="102870"/>
                  </a:lnTo>
                  <a:lnTo>
                    <a:pt x="7620" y="101600"/>
                  </a:lnTo>
                  <a:close/>
                </a:path>
                <a:path w="7620" h="273050">
                  <a:moveTo>
                    <a:pt x="7620" y="97789"/>
                  </a:moveTo>
                  <a:lnTo>
                    <a:pt x="0" y="97789"/>
                  </a:lnTo>
                  <a:lnTo>
                    <a:pt x="0" y="100329"/>
                  </a:lnTo>
                  <a:lnTo>
                    <a:pt x="7620" y="100329"/>
                  </a:lnTo>
                  <a:lnTo>
                    <a:pt x="7620" y="97789"/>
                  </a:lnTo>
                  <a:close/>
                </a:path>
                <a:path w="7620" h="273050">
                  <a:moveTo>
                    <a:pt x="7620" y="95250"/>
                  </a:moveTo>
                  <a:lnTo>
                    <a:pt x="0" y="95250"/>
                  </a:lnTo>
                  <a:lnTo>
                    <a:pt x="0" y="96520"/>
                  </a:lnTo>
                  <a:lnTo>
                    <a:pt x="7620" y="96520"/>
                  </a:lnTo>
                  <a:lnTo>
                    <a:pt x="7620" y="95250"/>
                  </a:lnTo>
                  <a:close/>
                </a:path>
                <a:path w="7620" h="273050">
                  <a:moveTo>
                    <a:pt x="7620" y="91439"/>
                  </a:moveTo>
                  <a:lnTo>
                    <a:pt x="0" y="91439"/>
                  </a:lnTo>
                  <a:lnTo>
                    <a:pt x="0" y="93979"/>
                  </a:lnTo>
                  <a:lnTo>
                    <a:pt x="7620" y="93979"/>
                  </a:lnTo>
                  <a:lnTo>
                    <a:pt x="7620" y="91439"/>
                  </a:lnTo>
                  <a:close/>
                </a:path>
                <a:path w="7620" h="273050">
                  <a:moveTo>
                    <a:pt x="7620" y="88900"/>
                  </a:moveTo>
                  <a:lnTo>
                    <a:pt x="0" y="88900"/>
                  </a:lnTo>
                  <a:lnTo>
                    <a:pt x="0" y="90170"/>
                  </a:lnTo>
                  <a:lnTo>
                    <a:pt x="7620" y="90170"/>
                  </a:lnTo>
                  <a:lnTo>
                    <a:pt x="7620" y="88900"/>
                  </a:lnTo>
                  <a:close/>
                </a:path>
                <a:path w="7620" h="273050">
                  <a:moveTo>
                    <a:pt x="7620" y="85089"/>
                  </a:moveTo>
                  <a:lnTo>
                    <a:pt x="0" y="85089"/>
                  </a:lnTo>
                  <a:lnTo>
                    <a:pt x="0" y="87629"/>
                  </a:lnTo>
                  <a:lnTo>
                    <a:pt x="7620" y="87629"/>
                  </a:lnTo>
                  <a:lnTo>
                    <a:pt x="7620" y="85089"/>
                  </a:lnTo>
                  <a:close/>
                </a:path>
                <a:path w="7620" h="273050">
                  <a:moveTo>
                    <a:pt x="7620" y="82550"/>
                  </a:moveTo>
                  <a:lnTo>
                    <a:pt x="0" y="82550"/>
                  </a:lnTo>
                  <a:lnTo>
                    <a:pt x="0" y="83820"/>
                  </a:lnTo>
                  <a:lnTo>
                    <a:pt x="7620" y="83820"/>
                  </a:lnTo>
                  <a:lnTo>
                    <a:pt x="7620" y="82550"/>
                  </a:lnTo>
                  <a:close/>
                </a:path>
                <a:path w="7620" h="273050">
                  <a:moveTo>
                    <a:pt x="7620" y="78739"/>
                  </a:moveTo>
                  <a:lnTo>
                    <a:pt x="0" y="78739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739"/>
                  </a:lnTo>
                  <a:close/>
                </a:path>
                <a:path w="7620" h="273050">
                  <a:moveTo>
                    <a:pt x="7620" y="76200"/>
                  </a:moveTo>
                  <a:lnTo>
                    <a:pt x="0" y="76200"/>
                  </a:lnTo>
                  <a:lnTo>
                    <a:pt x="0" y="77470"/>
                  </a:lnTo>
                  <a:lnTo>
                    <a:pt x="7620" y="77470"/>
                  </a:lnTo>
                  <a:lnTo>
                    <a:pt x="7620" y="76200"/>
                  </a:lnTo>
                  <a:close/>
                </a:path>
                <a:path w="7620" h="273050">
                  <a:moveTo>
                    <a:pt x="7620" y="72389"/>
                  </a:moveTo>
                  <a:lnTo>
                    <a:pt x="0" y="72389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389"/>
                  </a:lnTo>
                  <a:close/>
                </a:path>
                <a:path w="7620" h="273050">
                  <a:moveTo>
                    <a:pt x="7620" y="69850"/>
                  </a:moveTo>
                  <a:lnTo>
                    <a:pt x="0" y="69850"/>
                  </a:lnTo>
                  <a:lnTo>
                    <a:pt x="0" y="71120"/>
                  </a:lnTo>
                  <a:lnTo>
                    <a:pt x="7620" y="71120"/>
                  </a:lnTo>
                  <a:lnTo>
                    <a:pt x="7620" y="69850"/>
                  </a:lnTo>
                  <a:close/>
                </a:path>
                <a:path w="7620" h="273050">
                  <a:moveTo>
                    <a:pt x="7620" y="66039"/>
                  </a:moveTo>
                  <a:lnTo>
                    <a:pt x="0" y="66039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039"/>
                  </a:lnTo>
                  <a:close/>
                </a:path>
                <a:path w="7620" h="273050">
                  <a:moveTo>
                    <a:pt x="7620" y="63500"/>
                  </a:moveTo>
                  <a:lnTo>
                    <a:pt x="0" y="63500"/>
                  </a:lnTo>
                  <a:lnTo>
                    <a:pt x="0" y="64770"/>
                  </a:lnTo>
                  <a:lnTo>
                    <a:pt x="7620" y="64770"/>
                  </a:lnTo>
                  <a:lnTo>
                    <a:pt x="7620" y="63500"/>
                  </a:lnTo>
                  <a:close/>
                </a:path>
                <a:path w="7620" h="273050">
                  <a:moveTo>
                    <a:pt x="762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689"/>
                  </a:lnTo>
                  <a:close/>
                </a:path>
                <a:path w="7620" h="273050">
                  <a:moveTo>
                    <a:pt x="7620" y="57150"/>
                  </a:moveTo>
                  <a:lnTo>
                    <a:pt x="0" y="57150"/>
                  </a:lnTo>
                  <a:lnTo>
                    <a:pt x="0" y="58420"/>
                  </a:lnTo>
                  <a:lnTo>
                    <a:pt x="7620" y="58420"/>
                  </a:lnTo>
                  <a:lnTo>
                    <a:pt x="7620" y="57150"/>
                  </a:lnTo>
                  <a:close/>
                </a:path>
                <a:path w="7620" h="273050">
                  <a:moveTo>
                    <a:pt x="762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339"/>
                  </a:lnTo>
                  <a:close/>
                </a:path>
                <a:path w="7620" h="273050">
                  <a:moveTo>
                    <a:pt x="7620" y="50800"/>
                  </a:moveTo>
                  <a:lnTo>
                    <a:pt x="0" y="50800"/>
                  </a:lnTo>
                  <a:lnTo>
                    <a:pt x="0" y="52070"/>
                  </a:lnTo>
                  <a:lnTo>
                    <a:pt x="7620" y="52070"/>
                  </a:lnTo>
                  <a:lnTo>
                    <a:pt x="7620" y="50800"/>
                  </a:lnTo>
                  <a:close/>
                </a:path>
                <a:path w="7620" h="273050">
                  <a:moveTo>
                    <a:pt x="7620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6989"/>
                  </a:lnTo>
                  <a:close/>
                </a:path>
                <a:path w="7620" h="273050">
                  <a:moveTo>
                    <a:pt x="7620" y="44450"/>
                  </a:moveTo>
                  <a:lnTo>
                    <a:pt x="0" y="44450"/>
                  </a:lnTo>
                  <a:lnTo>
                    <a:pt x="0" y="45720"/>
                  </a:lnTo>
                  <a:lnTo>
                    <a:pt x="7620" y="45720"/>
                  </a:lnTo>
                  <a:lnTo>
                    <a:pt x="7620" y="44450"/>
                  </a:lnTo>
                  <a:close/>
                </a:path>
                <a:path w="7620" h="273050">
                  <a:moveTo>
                    <a:pt x="7620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639"/>
                  </a:lnTo>
                  <a:close/>
                </a:path>
                <a:path w="7620" h="273050">
                  <a:moveTo>
                    <a:pt x="7620" y="38100"/>
                  </a:moveTo>
                  <a:lnTo>
                    <a:pt x="0" y="38100"/>
                  </a:lnTo>
                  <a:lnTo>
                    <a:pt x="0" y="39370"/>
                  </a:lnTo>
                  <a:lnTo>
                    <a:pt x="7620" y="39370"/>
                  </a:lnTo>
                  <a:lnTo>
                    <a:pt x="7620" y="38100"/>
                  </a:lnTo>
                  <a:close/>
                </a:path>
                <a:path w="7620" h="273050">
                  <a:moveTo>
                    <a:pt x="7620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289"/>
                  </a:lnTo>
                  <a:close/>
                </a:path>
                <a:path w="7620" h="273050">
                  <a:moveTo>
                    <a:pt x="7620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7620" y="33020"/>
                  </a:lnTo>
                  <a:lnTo>
                    <a:pt x="7620" y="31750"/>
                  </a:lnTo>
                  <a:close/>
                </a:path>
                <a:path w="7620" h="273050">
                  <a:moveTo>
                    <a:pt x="7620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7939"/>
                  </a:lnTo>
                  <a:close/>
                </a:path>
                <a:path w="7620" h="273050">
                  <a:moveTo>
                    <a:pt x="762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7620" y="26670"/>
                  </a:lnTo>
                  <a:lnTo>
                    <a:pt x="7620" y="25400"/>
                  </a:lnTo>
                  <a:close/>
                </a:path>
                <a:path w="7620" h="273050">
                  <a:moveTo>
                    <a:pt x="7620" y="21589"/>
                  </a:moveTo>
                  <a:lnTo>
                    <a:pt x="0" y="21589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589"/>
                  </a:lnTo>
                  <a:close/>
                </a:path>
                <a:path w="7620" h="273050">
                  <a:moveTo>
                    <a:pt x="7620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7620" y="20320"/>
                  </a:lnTo>
                  <a:lnTo>
                    <a:pt x="7620" y="19050"/>
                  </a:lnTo>
                  <a:close/>
                </a:path>
                <a:path w="7620" h="273050">
                  <a:moveTo>
                    <a:pt x="7620" y="15239"/>
                  </a:moveTo>
                  <a:lnTo>
                    <a:pt x="0" y="15239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239"/>
                  </a:lnTo>
                  <a:close/>
                </a:path>
                <a:path w="7620" h="273050">
                  <a:moveTo>
                    <a:pt x="7620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7620" y="13970"/>
                  </a:lnTo>
                  <a:lnTo>
                    <a:pt x="7620" y="12700"/>
                  </a:lnTo>
                  <a:close/>
                </a:path>
                <a:path w="7620" h="273050">
                  <a:moveTo>
                    <a:pt x="7620" y="8889"/>
                  </a:moveTo>
                  <a:lnTo>
                    <a:pt x="0" y="8889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8889"/>
                  </a:lnTo>
                  <a:close/>
                </a:path>
                <a:path w="7620" h="273050">
                  <a:moveTo>
                    <a:pt x="1270" y="5079"/>
                  </a:moveTo>
                  <a:lnTo>
                    <a:pt x="0" y="5079"/>
                  </a:lnTo>
                  <a:lnTo>
                    <a:pt x="0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1270" y="6350"/>
                  </a:lnTo>
                  <a:lnTo>
                    <a:pt x="1270" y="5079"/>
                  </a:lnTo>
                  <a:close/>
                </a:path>
                <a:path w="7620" h="273050">
                  <a:moveTo>
                    <a:pt x="7620" y="2539"/>
                  </a:moveTo>
                  <a:lnTo>
                    <a:pt x="2540" y="2539"/>
                  </a:lnTo>
                  <a:lnTo>
                    <a:pt x="2540" y="5079"/>
                  </a:lnTo>
                  <a:lnTo>
                    <a:pt x="7620" y="5079"/>
                  </a:lnTo>
                  <a:lnTo>
                    <a:pt x="7620" y="2539"/>
                  </a:lnTo>
                  <a:close/>
                </a:path>
                <a:path w="7620" h="273050">
                  <a:moveTo>
                    <a:pt x="6350" y="1270"/>
                  </a:moveTo>
                  <a:lnTo>
                    <a:pt x="5080" y="1270"/>
                  </a:lnTo>
                  <a:lnTo>
                    <a:pt x="5080" y="2539"/>
                  </a:lnTo>
                  <a:lnTo>
                    <a:pt x="6350" y="2539"/>
                  </a:lnTo>
                  <a:lnTo>
                    <a:pt x="6350" y="1270"/>
                  </a:lnTo>
                  <a:close/>
                </a:path>
                <a:path w="7620" h="273050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84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36">
              <a:extLst>
                <a:ext uri="{FF2B5EF4-FFF2-40B4-BE49-F238E27FC236}">
                  <a16:creationId xmlns:a16="http://schemas.microsoft.com/office/drawing/2014/main" id="{29089D65-B1F6-440B-350E-EC58310D3233}"/>
                </a:ext>
              </a:extLst>
            </p:cNvPr>
            <p:cNvSpPr/>
            <p:nvPr/>
          </p:nvSpPr>
          <p:spPr>
            <a:xfrm>
              <a:off x="4524375" y="3364230"/>
              <a:ext cx="0" cy="276860"/>
            </a:xfrm>
            <a:custGeom>
              <a:avLst/>
              <a:gdLst/>
              <a:ahLst/>
              <a:cxnLst/>
              <a:rect l="l" t="t" r="r" b="b"/>
              <a:pathLst>
                <a:path h="276860">
                  <a:moveTo>
                    <a:pt x="0" y="0"/>
                  </a:moveTo>
                  <a:lnTo>
                    <a:pt x="0" y="276860"/>
                  </a:lnTo>
                </a:path>
              </a:pathLst>
            </a:custGeom>
            <a:ln w="6350">
              <a:solidFill>
                <a:srgbClr val="374E7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37">
              <a:extLst>
                <a:ext uri="{FF2B5EF4-FFF2-40B4-BE49-F238E27FC236}">
                  <a16:creationId xmlns:a16="http://schemas.microsoft.com/office/drawing/2014/main" id="{6B78FABC-8B4C-2EFB-7AE1-5E91BA519515}"/>
                </a:ext>
              </a:extLst>
            </p:cNvPr>
            <p:cNvSpPr/>
            <p:nvPr/>
          </p:nvSpPr>
          <p:spPr>
            <a:xfrm>
              <a:off x="4527550" y="3360420"/>
              <a:ext cx="7620" cy="280670"/>
            </a:xfrm>
            <a:custGeom>
              <a:avLst/>
              <a:gdLst/>
              <a:ahLst/>
              <a:cxnLst/>
              <a:rect l="l" t="t" r="r" b="b"/>
              <a:pathLst>
                <a:path w="7620" h="280670">
                  <a:moveTo>
                    <a:pt x="7620" y="185420"/>
                  </a:moveTo>
                  <a:lnTo>
                    <a:pt x="0" y="185420"/>
                  </a:lnTo>
                  <a:lnTo>
                    <a:pt x="0" y="280670"/>
                  </a:lnTo>
                  <a:lnTo>
                    <a:pt x="7620" y="280670"/>
                  </a:lnTo>
                  <a:lnTo>
                    <a:pt x="7620" y="185420"/>
                  </a:lnTo>
                  <a:close/>
                </a:path>
                <a:path w="7620" h="28067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20" h="28067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20" h="28067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20" h="28067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20" h="28067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20" h="28067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20" h="28067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28067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28067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28067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28067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28067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28067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28067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28067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28067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28067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28067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28067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28067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28067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28067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28067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28067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28067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28067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28067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28067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28067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28067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28067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28067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28067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28067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28067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28067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28067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28067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28067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8067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28067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8067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28067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28067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28067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8067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28067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8067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28067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8067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28067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8067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28067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8067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28067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8067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280670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20" h="280670">
                  <a:moveTo>
                    <a:pt x="2539" y="2540"/>
                  </a:moveTo>
                  <a:lnTo>
                    <a:pt x="1270" y="2540"/>
                  </a:lnTo>
                  <a:lnTo>
                    <a:pt x="1270" y="3810"/>
                  </a:lnTo>
                  <a:lnTo>
                    <a:pt x="2539" y="3810"/>
                  </a:lnTo>
                  <a:lnTo>
                    <a:pt x="2539" y="2540"/>
                  </a:lnTo>
                  <a:close/>
                </a:path>
                <a:path w="7620" h="280670">
                  <a:moveTo>
                    <a:pt x="7620" y="0"/>
                  </a:moveTo>
                  <a:lnTo>
                    <a:pt x="5079" y="0"/>
                  </a:lnTo>
                  <a:lnTo>
                    <a:pt x="5079" y="1270"/>
                  </a:lnTo>
                  <a:lnTo>
                    <a:pt x="2539" y="1270"/>
                  </a:lnTo>
                  <a:lnTo>
                    <a:pt x="2539" y="2540"/>
                  </a:lnTo>
                  <a:lnTo>
                    <a:pt x="7620" y="254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64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38">
              <a:extLst>
                <a:ext uri="{FF2B5EF4-FFF2-40B4-BE49-F238E27FC236}">
                  <a16:creationId xmlns:a16="http://schemas.microsoft.com/office/drawing/2014/main" id="{877998E4-5518-D763-95A9-A37C3121EDAF}"/>
                </a:ext>
              </a:extLst>
            </p:cNvPr>
            <p:cNvSpPr/>
            <p:nvPr/>
          </p:nvSpPr>
          <p:spPr>
            <a:xfrm>
              <a:off x="4538980" y="3355340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7619">
              <a:solidFill>
                <a:srgbClr val="364C6E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39">
              <a:extLst>
                <a:ext uri="{FF2B5EF4-FFF2-40B4-BE49-F238E27FC236}">
                  <a16:creationId xmlns:a16="http://schemas.microsoft.com/office/drawing/2014/main" id="{05EB4276-5F64-3364-770F-55ADDD478236}"/>
                </a:ext>
              </a:extLst>
            </p:cNvPr>
            <p:cNvSpPr/>
            <p:nvPr/>
          </p:nvSpPr>
          <p:spPr>
            <a:xfrm>
              <a:off x="4542790" y="3351530"/>
              <a:ext cx="6350" cy="289560"/>
            </a:xfrm>
            <a:custGeom>
              <a:avLst/>
              <a:gdLst/>
              <a:ahLst/>
              <a:cxnLst/>
              <a:rect l="l" t="t" r="r" b="b"/>
              <a:pathLst>
                <a:path w="6350" h="289560">
                  <a:moveTo>
                    <a:pt x="6350" y="194310"/>
                  </a:moveTo>
                  <a:lnTo>
                    <a:pt x="0" y="194310"/>
                  </a:lnTo>
                  <a:lnTo>
                    <a:pt x="0" y="289560"/>
                  </a:lnTo>
                  <a:lnTo>
                    <a:pt x="6350" y="289560"/>
                  </a:lnTo>
                  <a:lnTo>
                    <a:pt x="6350" y="194310"/>
                  </a:lnTo>
                  <a:close/>
                </a:path>
                <a:path w="6350" h="289560">
                  <a:moveTo>
                    <a:pt x="6350" y="190500"/>
                  </a:moveTo>
                  <a:lnTo>
                    <a:pt x="0" y="190500"/>
                  </a:lnTo>
                  <a:lnTo>
                    <a:pt x="0" y="193039"/>
                  </a:lnTo>
                  <a:lnTo>
                    <a:pt x="6350" y="193039"/>
                  </a:lnTo>
                  <a:lnTo>
                    <a:pt x="6350" y="190500"/>
                  </a:lnTo>
                  <a:close/>
                </a:path>
                <a:path w="6350" h="289560">
                  <a:moveTo>
                    <a:pt x="6350" y="187960"/>
                  </a:moveTo>
                  <a:lnTo>
                    <a:pt x="0" y="187960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187960"/>
                  </a:lnTo>
                  <a:close/>
                </a:path>
                <a:path w="6350" h="289560">
                  <a:moveTo>
                    <a:pt x="6350" y="184150"/>
                  </a:moveTo>
                  <a:lnTo>
                    <a:pt x="0" y="184150"/>
                  </a:lnTo>
                  <a:lnTo>
                    <a:pt x="0" y="186689"/>
                  </a:lnTo>
                  <a:lnTo>
                    <a:pt x="6350" y="186689"/>
                  </a:lnTo>
                  <a:lnTo>
                    <a:pt x="6350" y="184150"/>
                  </a:lnTo>
                  <a:close/>
                </a:path>
                <a:path w="6350" h="289560">
                  <a:moveTo>
                    <a:pt x="6350" y="181610"/>
                  </a:moveTo>
                  <a:lnTo>
                    <a:pt x="0" y="181610"/>
                  </a:lnTo>
                  <a:lnTo>
                    <a:pt x="0" y="182880"/>
                  </a:lnTo>
                  <a:lnTo>
                    <a:pt x="6350" y="182880"/>
                  </a:lnTo>
                  <a:lnTo>
                    <a:pt x="6350" y="181610"/>
                  </a:lnTo>
                  <a:close/>
                </a:path>
                <a:path w="6350" h="289560">
                  <a:moveTo>
                    <a:pt x="6350" y="177800"/>
                  </a:moveTo>
                  <a:lnTo>
                    <a:pt x="0" y="177800"/>
                  </a:lnTo>
                  <a:lnTo>
                    <a:pt x="0" y="180339"/>
                  </a:lnTo>
                  <a:lnTo>
                    <a:pt x="6350" y="180339"/>
                  </a:lnTo>
                  <a:lnTo>
                    <a:pt x="6350" y="177800"/>
                  </a:lnTo>
                  <a:close/>
                </a:path>
                <a:path w="6350" h="289560">
                  <a:moveTo>
                    <a:pt x="6350" y="175260"/>
                  </a:moveTo>
                  <a:lnTo>
                    <a:pt x="0" y="175260"/>
                  </a:lnTo>
                  <a:lnTo>
                    <a:pt x="0" y="176530"/>
                  </a:lnTo>
                  <a:lnTo>
                    <a:pt x="6350" y="176530"/>
                  </a:lnTo>
                  <a:lnTo>
                    <a:pt x="6350" y="175260"/>
                  </a:lnTo>
                  <a:close/>
                </a:path>
                <a:path w="6350" h="289560">
                  <a:moveTo>
                    <a:pt x="6350" y="171450"/>
                  </a:moveTo>
                  <a:lnTo>
                    <a:pt x="0" y="17145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71450"/>
                  </a:lnTo>
                  <a:close/>
                </a:path>
                <a:path w="6350" h="289560">
                  <a:moveTo>
                    <a:pt x="6350" y="168910"/>
                  </a:moveTo>
                  <a:lnTo>
                    <a:pt x="0" y="168910"/>
                  </a:lnTo>
                  <a:lnTo>
                    <a:pt x="0" y="170180"/>
                  </a:lnTo>
                  <a:lnTo>
                    <a:pt x="6350" y="170180"/>
                  </a:lnTo>
                  <a:lnTo>
                    <a:pt x="6350" y="168910"/>
                  </a:lnTo>
                  <a:close/>
                </a:path>
                <a:path w="6350" h="289560">
                  <a:moveTo>
                    <a:pt x="6350" y="165100"/>
                  </a:moveTo>
                  <a:lnTo>
                    <a:pt x="0" y="165100"/>
                  </a:lnTo>
                  <a:lnTo>
                    <a:pt x="0" y="167639"/>
                  </a:lnTo>
                  <a:lnTo>
                    <a:pt x="6350" y="167639"/>
                  </a:lnTo>
                  <a:lnTo>
                    <a:pt x="6350" y="165100"/>
                  </a:lnTo>
                  <a:close/>
                </a:path>
                <a:path w="6350" h="289560">
                  <a:moveTo>
                    <a:pt x="6350" y="162560"/>
                  </a:moveTo>
                  <a:lnTo>
                    <a:pt x="0" y="162560"/>
                  </a:lnTo>
                  <a:lnTo>
                    <a:pt x="0" y="163830"/>
                  </a:lnTo>
                  <a:lnTo>
                    <a:pt x="6350" y="163830"/>
                  </a:lnTo>
                  <a:lnTo>
                    <a:pt x="6350" y="162560"/>
                  </a:lnTo>
                  <a:close/>
                </a:path>
                <a:path w="6350" h="289560">
                  <a:moveTo>
                    <a:pt x="6350" y="158750"/>
                  </a:moveTo>
                  <a:lnTo>
                    <a:pt x="0" y="158750"/>
                  </a:lnTo>
                  <a:lnTo>
                    <a:pt x="0" y="161289"/>
                  </a:lnTo>
                  <a:lnTo>
                    <a:pt x="6350" y="161289"/>
                  </a:lnTo>
                  <a:lnTo>
                    <a:pt x="6350" y="158750"/>
                  </a:lnTo>
                  <a:close/>
                </a:path>
                <a:path w="6350" h="289560">
                  <a:moveTo>
                    <a:pt x="635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6350" y="157480"/>
                  </a:lnTo>
                  <a:lnTo>
                    <a:pt x="6350" y="156210"/>
                  </a:lnTo>
                  <a:close/>
                </a:path>
                <a:path w="6350" h="289560">
                  <a:moveTo>
                    <a:pt x="6350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6350" y="154939"/>
                  </a:lnTo>
                  <a:lnTo>
                    <a:pt x="6350" y="152400"/>
                  </a:lnTo>
                  <a:close/>
                </a:path>
                <a:path w="6350" h="289560">
                  <a:moveTo>
                    <a:pt x="6350" y="149860"/>
                  </a:moveTo>
                  <a:lnTo>
                    <a:pt x="0" y="149860"/>
                  </a:lnTo>
                  <a:lnTo>
                    <a:pt x="0" y="151130"/>
                  </a:lnTo>
                  <a:lnTo>
                    <a:pt x="6350" y="151130"/>
                  </a:lnTo>
                  <a:lnTo>
                    <a:pt x="6350" y="149860"/>
                  </a:lnTo>
                  <a:close/>
                </a:path>
                <a:path w="6350" h="289560">
                  <a:moveTo>
                    <a:pt x="6350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46050"/>
                  </a:lnTo>
                  <a:close/>
                </a:path>
                <a:path w="6350" h="289560">
                  <a:moveTo>
                    <a:pt x="6350" y="143510"/>
                  </a:moveTo>
                  <a:lnTo>
                    <a:pt x="0" y="143510"/>
                  </a:lnTo>
                  <a:lnTo>
                    <a:pt x="0" y="144780"/>
                  </a:lnTo>
                  <a:lnTo>
                    <a:pt x="6350" y="144780"/>
                  </a:lnTo>
                  <a:lnTo>
                    <a:pt x="6350" y="143510"/>
                  </a:lnTo>
                  <a:close/>
                </a:path>
                <a:path w="6350" h="289560">
                  <a:moveTo>
                    <a:pt x="6350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39700"/>
                  </a:lnTo>
                  <a:close/>
                </a:path>
                <a:path w="6350" h="289560">
                  <a:moveTo>
                    <a:pt x="635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6350" y="138430"/>
                  </a:lnTo>
                  <a:lnTo>
                    <a:pt x="6350" y="137160"/>
                  </a:lnTo>
                  <a:close/>
                </a:path>
                <a:path w="6350" h="289560">
                  <a:moveTo>
                    <a:pt x="635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3350"/>
                  </a:lnTo>
                  <a:close/>
                </a:path>
                <a:path w="6350" h="289560">
                  <a:moveTo>
                    <a:pt x="635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6350" y="132080"/>
                  </a:lnTo>
                  <a:lnTo>
                    <a:pt x="6350" y="130810"/>
                  </a:lnTo>
                  <a:close/>
                </a:path>
                <a:path w="6350" h="289560">
                  <a:moveTo>
                    <a:pt x="635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7000"/>
                  </a:lnTo>
                  <a:close/>
                </a:path>
                <a:path w="6350" h="289560">
                  <a:moveTo>
                    <a:pt x="635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6350" y="125730"/>
                  </a:lnTo>
                  <a:lnTo>
                    <a:pt x="6350" y="124460"/>
                  </a:lnTo>
                  <a:close/>
                </a:path>
                <a:path w="6350" h="289560">
                  <a:moveTo>
                    <a:pt x="635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0650"/>
                  </a:lnTo>
                  <a:close/>
                </a:path>
                <a:path w="6350" h="289560">
                  <a:moveTo>
                    <a:pt x="635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6350" y="119380"/>
                  </a:lnTo>
                  <a:lnTo>
                    <a:pt x="6350" y="118110"/>
                  </a:lnTo>
                  <a:close/>
                </a:path>
                <a:path w="6350" h="289560">
                  <a:moveTo>
                    <a:pt x="635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4300"/>
                  </a:lnTo>
                  <a:close/>
                </a:path>
                <a:path w="6350" h="289560">
                  <a:moveTo>
                    <a:pt x="635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11760"/>
                  </a:lnTo>
                  <a:close/>
                </a:path>
                <a:path w="6350" h="289560">
                  <a:moveTo>
                    <a:pt x="635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7950"/>
                  </a:lnTo>
                  <a:close/>
                </a:path>
                <a:path w="6350" h="289560">
                  <a:moveTo>
                    <a:pt x="635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6350" y="106680"/>
                  </a:lnTo>
                  <a:lnTo>
                    <a:pt x="6350" y="105410"/>
                  </a:lnTo>
                  <a:close/>
                </a:path>
                <a:path w="6350" h="289560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289560">
                  <a:moveTo>
                    <a:pt x="635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6350" y="100330"/>
                  </a:lnTo>
                  <a:lnTo>
                    <a:pt x="6350" y="99060"/>
                  </a:lnTo>
                  <a:close/>
                </a:path>
                <a:path w="6350" h="289560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289560">
                  <a:moveTo>
                    <a:pt x="635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2710"/>
                  </a:lnTo>
                  <a:close/>
                </a:path>
                <a:path w="6350" h="289560">
                  <a:moveTo>
                    <a:pt x="635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8900"/>
                  </a:lnTo>
                  <a:close/>
                </a:path>
                <a:path w="6350" h="289560">
                  <a:moveTo>
                    <a:pt x="635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6360"/>
                  </a:lnTo>
                  <a:close/>
                </a:path>
                <a:path w="6350" h="289560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289560">
                  <a:moveTo>
                    <a:pt x="635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80010"/>
                  </a:lnTo>
                  <a:close/>
                </a:path>
                <a:path w="6350" h="289560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289560">
                  <a:moveTo>
                    <a:pt x="635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3660"/>
                  </a:lnTo>
                  <a:close/>
                </a:path>
                <a:path w="6350" h="289560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289560">
                  <a:moveTo>
                    <a:pt x="635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7310"/>
                  </a:lnTo>
                  <a:close/>
                </a:path>
                <a:path w="6350" h="289560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289560">
                  <a:moveTo>
                    <a:pt x="635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60960"/>
                  </a:lnTo>
                  <a:close/>
                </a:path>
                <a:path w="6350" h="289560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289560">
                  <a:moveTo>
                    <a:pt x="635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4610"/>
                  </a:lnTo>
                  <a:close/>
                </a:path>
                <a:path w="6350" h="289560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289560">
                  <a:moveTo>
                    <a:pt x="635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8260"/>
                  </a:lnTo>
                  <a:close/>
                </a:path>
                <a:path w="6350" h="289560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289560">
                  <a:moveTo>
                    <a:pt x="635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1910"/>
                  </a:lnTo>
                  <a:close/>
                </a:path>
                <a:path w="6350" h="289560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289560">
                  <a:moveTo>
                    <a:pt x="635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5560"/>
                  </a:lnTo>
                  <a:close/>
                </a:path>
                <a:path w="6350" h="289560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289560">
                  <a:moveTo>
                    <a:pt x="635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9210"/>
                  </a:lnTo>
                  <a:close/>
                </a:path>
                <a:path w="6350" h="289560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289560">
                  <a:moveTo>
                    <a:pt x="635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2860"/>
                  </a:lnTo>
                  <a:close/>
                </a:path>
                <a:path w="6350" h="289560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289560">
                  <a:moveTo>
                    <a:pt x="635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6510"/>
                  </a:lnTo>
                  <a:close/>
                </a:path>
                <a:path w="6350" h="289560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289560">
                  <a:moveTo>
                    <a:pt x="635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6350" h="289560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289560">
                  <a:moveTo>
                    <a:pt x="2539" y="2539"/>
                  </a:moveTo>
                  <a:lnTo>
                    <a:pt x="0" y="2539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3810"/>
                  </a:lnTo>
                  <a:lnTo>
                    <a:pt x="2539" y="3810"/>
                  </a:lnTo>
                  <a:lnTo>
                    <a:pt x="2539" y="2539"/>
                  </a:lnTo>
                  <a:close/>
                </a:path>
                <a:path w="6350" h="289560">
                  <a:moveTo>
                    <a:pt x="6350" y="0"/>
                  </a:moveTo>
                  <a:lnTo>
                    <a:pt x="3810" y="0"/>
                  </a:lnTo>
                  <a:lnTo>
                    <a:pt x="3810" y="2539"/>
                  </a:lnTo>
                  <a:lnTo>
                    <a:pt x="6350" y="253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54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0">
              <a:extLst>
                <a:ext uri="{FF2B5EF4-FFF2-40B4-BE49-F238E27FC236}">
                  <a16:creationId xmlns:a16="http://schemas.microsoft.com/office/drawing/2014/main" id="{F0BCBBEB-74C4-B519-E316-159DD2FD6959}"/>
                </a:ext>
              </a:extLst>
            </p:cNvPr>
            <p:cNvSpPr/>
            <p:nvPr/>
          </p:nvSpPr>
          <p:spPr>
            <a:xfrm>
              <a:off x="4549140" y="3347720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198120"/>
                  </a:moveTo>
                  <a:lnTo>
                    <a:pt x="0" y="198120"/>
                  </a:lnTo>
                  <a:lnTo>
                    <a:pt x="0" y="293370"/>
                  </a:lnTo>
                  <a:lnTo>
                    <a:pt x="7620" y="293370"/>
                  </a:lnTo>
                  <a:lnTo>
                    <a:pt x="7620" y="198120"/>
                  </a:lnTo>
                  <a:close/>
                </a:path>
                <a:path w="7620" h="293370">
                  <a:moveTo>
                    <a:pt x="762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310"/>
                  </a:lnTo>
                  <a:close/>
                </a:path>
                <a:path w="7620" h="293370">
                  <a:moveTo>
                    <a:pt x="762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1770"/>
                  </a:lnTo>
                  <a:close/>
                </a:path>
                <a:path w="7620" h="293370">
                  <a:moveTo>
                    <a:pt x="762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7960"/>
                  </a:lnTo>
                  <a:close/>
                </a:path>
                <a:path w="7620" h="293370">
                  <a:moveTo>
                    <a:pt x="762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5420"/>
                  </a:lnTo>
                  <a:close/>
                </a:path>
                <a:path w="7620" h="29337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20" h="29337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20" h="29337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20" h="29337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20" h="29337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20" h="29337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20" h="29337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29337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29337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29337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29337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29337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29337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29337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29337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29337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29337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29337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29337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29337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29337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29337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29337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29337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29337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29337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29337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29337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29337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29337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29337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29337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29337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29337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29337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29337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29337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29337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29337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9337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29337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9337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29337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29337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29337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9337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29337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9337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29337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9337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29337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9337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29337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9337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29337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9337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293370">
                  <a:moveTo>
                    <a:pt x="1270" y="2540"/>
                  </a:moveTo>
                  <a:lnTo>
                    <a:pt x="0" y="254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lnTo>
                    <a:pt x="1270" y="3810"/>
                  </a:lnTo>
                  <a:lnTo>
                    <a:pt x="1270" y="2540"/>
                  </a:lnTo>
                  <a:close/>
                </a:path>
                <a:path w="7620" h="293370">
                  <a:moveTo>
                    <a:pt x="7620" y="1270"/>
                  </a:moveTo>
                  <a:lnTo>
                    <a:pt x="1270" y="1270"/>
                  </a:lnTo>
                  <a:lnTo>
                    <a:pt x="1270" y="2540"/>
                  </a:lnTo>
                  <a:lnTo>
                    <a:pt x="7620" y="2540"/>
                  </a:lnTo>
                  <a:lnTo>
                    <a:pt x="7620" y="1270"/>
                  </a:lnTo>
                  <a:close/>
                </a:path>
                <a:path w="7620" h="293370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344B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1">
              <a:extLst>
                <a:ext uri="{FF2B5EF4-FFF2-40B4-BE49-F238E27FC236}">
                  <a16:creationId xmlns:a16="http://schemas.microsoft.com/office/drawing/2014/main" id="{E9DBFF01-D856-35AA-9DBA-7091673F6FA3}"/>
                </a:ext>
              </a:extLst>
            </p:cNvPr>
            <p:cNvSpPr/>
            <p:nvPr/>
          </p:nvSpPr>
          <p:spPr>
            <a:xfrm>
              <a:off x="4556759" y="334137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19" y="204470"/>
                  </a:moveTo>
                  <a:lnTo>
                    <a:pt x="0" y="204470"/>
                  </a:lnTo>
                  <a:lnTo>
                    <a:pt x="0" y="299720"/>
                  </a:lnTo>
                  <a:lnTo>
                    <a:pt x="7619" y="299720"/>
                  </a:lnTo>
                  <a:lnTo>
                    <a:pt x="7619" y="204470"/>
                  </a:lnTo>
                  <a:close/>
                </a:path>
                <a:path w="7620" h="299720">
                  <a:moveTo>
                    <a:pt x="7619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19" y="203200"/>
                  </a:lnTo>
                  <a:lnTo>
                    <a:pt x="7619" y="200660"/>
                  </a:lnTo>
                  <a:close/>
                </a:path>
                <a:path w="7620" h="299720">
                  <a:moveTo>
                    <a:pt x="7619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19" y="199390"/>
                  </a:lnTo>
                  <a:lnTo>
                    <a:pt x="7619" y="198120"/>
                  </a:lnTo>
                  <a:close/>
                </a:path>
                <a:path w="7620" h="299720">
                  <a:moveTo>
                    <a:pt x="7619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19" y="196850"/>
                  </a:lnTo>
                  <a:lnTo>
                    <a:pt x="7619" y="194310"/>
                  </a:lnTo>
                  <a:close/>
                </a:path>
                <a:path w="7620" h="299720">
                  <a:moveTo>
                    <a:pt x="7619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19" y="193040"/>
                  </a:lnTo>
                  <a:lnTo>
                    <a:pt x="7619" y="191770"/>
                  </a:lnTo>
                  <a:close/>
                </a:path>
                <a:path w="7620" h="299720">
                  <a:moveTo>
                    <a:pt x="7619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87960"/>
                  </a:lnTo>
                  <a:close/>
                </a:path>
                <a:path w="7620" h="299720">
                  <a:moveTo>
                    <a:pt x="7619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19" y="186690"/>
                  </a:lnTo>
                  <a:lnTo>
                    <a:pt x="7619" y="185420"/>
                  </a:lnTo>
                  <a:close/>
                </a:path>
                <a:path w="7620" h="299720">
                  <a:moveTo>
                    <a:pt x="7619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1610"/>
                  </a:lnTo>
                  <a:close/>
                </a:path>
                <a:path w="7620" h="299720">
                  <a:moveTo>
                    <a:pt x="7619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19" y="180340"/>
                  </a:lnTo>
                  <a:lnTo>
                    <a:pt x="7619" y="179070"/>
                  </a:lnTo>
                  <a:close/>
                </a:path>
                <a:path w="7620" h="299720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20" h="299720">
                  <a:moveTo>
                    <a:pt x="7619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19" y="173990"/>
                  </a:lnTo>
                  <a:lnTo>
                    <a:pt x="7619" y="172720"/>
                  </a:lnTo>
                  <a:close/>
                </a:path>
                <a:path w="7620" h="29972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20" h="299720">
                  <a:moveTo>
                    <a:pt x="7619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19" y="167640"/>
                  </a:lnTo>
                  <a:lnTo>
                    <a:pt x="7619" y="166370"/>
                  </a:lnTo>
                  <a:close/>
                </a:path>
                <a:path w="7620" h="29972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20" h="29972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20" h="29972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20" h="29972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20" h="29972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20" h="29972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20" h="29972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20" h="29972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20" h="29972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20" h="29972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20" h="29972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20" h="29972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20" h="29972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20" h="29972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20" h="29972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20" h="29972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20" h="29972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20" h="29972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20" h="29972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20" h="29972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20" h="29972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20" h="29972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20" h="29972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20" h="29972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20" h="29972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20" h="29972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20" h="29972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20" h="29972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20" h="29972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20" h="29972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20" h="29972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20" h="29972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20" h="29972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20" h="29972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20" h="29972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20" h="29972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20" h="29972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20" h="29972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20" h="29972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20" h="29972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20" h="29972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20" h="29972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20" h="29972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20" h="29972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20" h="29972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20" h="29972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20" h="29972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20" h="29972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20" h="29972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20" h="29972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20" h="299720">
                  <a:moveTo>
                    <a:pt x="7619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19" y="6350"/>
                  </a:lnTo>
                  <a:lnTo>
                    <a:pt x="7619" y="3810"/>
                  </a:lnTo>
                  <a:close/>
                </a:path>
                <a:path w="7620" h="299720">
                  <a:moveTo>
                    <a:pt x="3810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3810" y="3810"/>
                  </a:lnTo>
                  <a:lnTo>
                    <a:pt x="3810" y="2540"/>
                  </a:lnTo>
                  <a:close/>
                </a:path>
                <a:path w="7620" h="299720">
                  <a:moveTo>
                    <a:pt x="7619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7619" y="254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344A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2">
              <a:extLst>
                <a:ext uri="{FF2B5EF4-FFF2-40B4-BE49-F238E27FC236}">
                  <a16:creationId xmlns:a16="http://schemas.microsoft.com/office/drawing/2014/main" id="{BC2AF3D5-2BB1-065B-5675-E9FA64160BF7}"/>
                </a:ext>
              </a:extLst>
            </p:cNvPr>
            <p:cNvSpPr/>
            <p:nvPr/>
          </p:nvSpPr>
          <p:spPr>
            <a:xfrm>
              <a:off x="4564380" y="3337560"/>
              <a:ext cx="6350" cy="303530"/>
            </a:xfrm>
            <a:custGeom>
              <a:avLst/>
              <a:gdLst/>
              <a:ahLst/>
              <a:cxnLst/>
              <a:rect l="l" t="t" r="r" b="b"/>
              <a:pathLst>
                <a:path w="6350" h="303529">
                  <a:moveTo>
                    <a:pt x="6350" y="208279"/>
                  </a:moveTo>
                  <a:lnTo>
                    <a:pt x="0" y="208279"/>
                  </a:lnTo>
                  <a:lnTo>
                    <a:pt x="0" y="303529"/>
                  </a:lnTo>
                  <a:lnTo>
                    <a:pt x="6350" y="303529"/>
                  </a:lnTo>
                  <a:lnTo>
                    <a:pt x="6350" y="208279"/>
                  </a:lnTo>
                  <a:close/>
                </a:path>
                <a:path w="6350" h="303529">
                  <a:moveTo>
                    <a:pt x="6350" y="204469"/>
                  </a:moveTo>
                  <a:lnTo>
                    <a:pt x="0" y="204469"/>
                  </a:lnTo>
                  <a:lnTo>
                    <a:pt x="0" y="207009"/>
                  </a:lnTo>
                  <a:lnTo>
                    <a:pt x="6350" y="207009"/>
                  </a:lnTo>
                  <a:lnTo>
                    <a:pt x="6350" y="204469"/>
                  </a:lnTo>
                  <a:close/>
                </a:path>
                <a:path w="6350" h="303529">
                  <a:moveTo>
                    <a:pt x="6350" y="201929"/>
                  </a:moveTo>
                  <a:lnTo>
                    <a:pt x="0" y="201929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1929"/>
                  </a:lnTo>
                  <a:close/>
                </a:path>
                <a:path w="6350" h="303529">
                  <a:moveTo>
                    <a:pt x="6350" y="198119"/>
                  </a:moveTo>
                  <a:lnTo>
                    <a:pt x="0" y="198119"/>
                  </a:lnTo>
                  <a:lnTo>
                    <a:pt x="0" y="200659"/>
                  </a:lnTo>
                  <a:lnTo>
                    <a:pt x="6350" y="200659"/>
                  </a:lnTo>
                  <a:lnTo>
                    <a:pt x="6350" y="198119"/>
                  </a:lnTo>
                  <a:close/>
                </a:path>
                <a:path w="6350" h="303529">
                  <a:moveTo>
                    <a:pt x="6350" y="195579"/>
                  </a:moveTo>
                  <a:lnTo>
                    <a:pt x="0" y="195579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5579"/>
                  </a:lnTo>
                  <a:close/>
                </a:path>
                <a:path w="6350" h="303529">
                  <a:moveTo>
                    <a:pt x="635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6350" y="194309"/>
                  </a:lnTo>
                  <a:lnTo>
                    <a:pt x="6350" y="191769"/>
                  </a:lnTo>
                  <a:close/>
                </a:path>
                <a:path w="6350" h="303529">
                  <a:moveTo>
                    <a:pt x="635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9229"/>
                  </a:lnTo>
                  <a:close/>
                </a:path>
                <a:path w="6350" h="303529">
                  <a:moveTo>
                    <a:pt x="635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6350" y="187959"/>
                  </a:lnTo>
                  <a:lnTo>
                    <a:pt x="6350" y="185419"/>
                  </a:lnTo>
                  <a:close/>
                </a:path>
                <a:path w="6350" h="303529">
                  <a:moveTo>
                    <a:pt x="635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2879"/>
                  </a:lnTo>
                  <a:close/>
                </a:path>
                <a:path w="6350" h="303529">
                  <a:moveTo>
                    <a:pt x="635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6350" y="181609"/>
                  </a:lnTo>
                  <a:lnTo>
                    <a:pt x="6350" y="179069"/>
                  </a:lnTo>
                  <a:close/>
                </a:path>
                <a:path w="6350" h="303529">
                  <a:moveTo>
                    <a:pt x="635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29"/>
                  </a:lnTo>
                  <a:close/>
                </a:path>
                <a:path w="6350" h="303529">
                  <a:moveTo>
                    <a:pt x="635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6350" y="175259"/>
                  </a:lnTo>
                  <a:lnTo>
                    <a:pt x="6350" y="172719"/>
                  </a:lnTo>
                  <a:close/>
                </a:path>
                <a:path w="6350" h="303529">
                  <a:moveTo>
                    <a:pt x="635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79"/>
                  </a:lnTo>
                  <a:close/>
                </a:path>
                <a:path w="6350" h="303529">
                  <a:moveTo>
                    <a:pt x="635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6350" y="168909"/>
                  </a:lnTo>
                  <a:lnTo>
                    <a:pt x="6350" y="166369"/>
                  </a:lnTo>
                  <a:close/>
                </a:path>
                <a:path w="6350" h="303529">
                  <a:moveTo>
                    <a:pt x="635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3829"/>
                  </a:lnTo>
                  <a:close/>
                </a:path>
                <a:path w="6350" h="303529">
                  <a:moveTo>
                    <a:pt x="635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6350" y="162559"/>
                  </a:lnTo>
                  <a:lnTo>
                    <a:pt x="6350" y="160019"/>
                  </a:lnTo>
                  <a:close/>
                </a:path>
                <a:path w="6350" h="303529">
                  <a:moveTo>
                    <a:pt x="635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79"/>
                  </a:lnTo>
                  <a:close/>
                </a:path>
                <a:path w="6350" h="303529">
                  <a:moveTo>
                    <a:pt x="635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6350" y="156209"/>
                  </a:lnTo>
                  <a:lnTo>
                    <a:pt x="6350" y="153669"/>
                  </a:lnTo>
                  <a:close/>
                </a:path>
                <a:path w="6350" h="303529">
                  <a:moveTo>
                    <a:pt x="635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29"/>
                  </a:lnTo>
                  <a:close/>
                </a:path>
                <a:path w="6350" h="303529">
                  <a:moveTo>
                    <a:pt x="635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6350" y="149859"/>
                  </a:lnTo>
                  <a:lnTo>
                    <a:pt x="6350" y="147319"/>
                  </a:lnTo>
                  <a:close/>
                </a:path>
                <a:path w="6350" h="303529">
                  <a:moveTo>
                    <a:pt x="635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79"/>
                  </a:lnTo>
                  <a:close/>
                </a:path>
                <a:path w="6350" h="303529">
                  <a:moveTo>
                    <a:pt x="635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6350" y="143509"/>
                  </a:lnTo>
                  <a:lnTo>
                    <a:pt x="6350" y="140969"/>
                  </a:lnTo>
                  <a:close/>
                </a:path>
                <a:path w="6350" h="303529">
                  <a:moveTo>
                    <a:pt x="635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29"/>
                  </a:lnTo>
                  <a:close/>
                </a:path>
                <a:path w="6350" h="303529">
                  <a:moveTo>
                    <a:pt x="635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6350" y="137159"/>
                  </a:lnTo>
                  <a:lnTo>
                    <a:pt x="6350" y="134619"/>
                  </a:lnTo>
                  <a:close/>
                </a:path>
                <a:path w="6350" h="303529">
                  <a:moveTo>
                    <a:pt x="635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79"/>
                  </a:lnTo>
                  <a:close/>
                </a:path>
                <a:path w="6350" h="303529">
                  <a:moveTo>
                    <a:pt x="635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6350" y="130809"/>
                  </a:lnTo>
                  <a:lnTo>
                    <a:pt x="6350" y="128269"/>
                  </a:lnTo>
                  <a:close/>
                </a:path>
                <a:path w="6350" h="303529">
                  <a:moveTo>
                    <a:pt x="635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29"/>
                  </a:lnTo>
                  <a:close/>
                </a:path>
                <a:path w="6350" h="303529">
                  <a:moveTo>
                    <a:pt x="635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6350" y="124459"/>
                  </a:lnTo>
                  <a:lnTo>
                    <a:pt x="6350" y="121919"/>
                  </a:lnTo>
                  <a:close/>
                </a:path>
                <a:path w="6350" h="303529">
                  <a:moveTo>
                    <a:pt x="635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79"/>
                  </a:lnTo>
                  <a:close/>
                </a:path>
                <a:path w="6350" h="303529">
                  <a:moveTo>
                    <a:pt x="635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6350" y="118109"/>
                  </a:lnTo>
                  <a:lnTo>
                    <a:pt x="6350" y="115569"/>
                  </a:lnTo>
                  <a:close/>
                </a:path>
                <a:path w="6350" h="303529">
                  <a:moveTo>
                    <a:pt x="635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29"/>
                  </a:lnTo>
                  <a:close/>
                </a:path>
                <a:path w="6350" h="303529">
                  <a:moveTo>
                    <a:pt x="635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6350" y="111759"/>
                  </a:lnTo>
                  <a:lnTo>
                    <a:pt x="6350" y="109219"/>
                  </a:lnTo>
                  <a:close/>
                </a:path>
                <a:path w="6350" h="303529">
                  <a:moveTo>
                    <a:pt x="635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79"/>
                  </a:lnTo>
                  <a:close/>
                </a:path>
                <a:path w="6350" h="303529">
                  <a:moveTo>
                    <a:pt x="635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6350" y="105409"/>
                  </a:lnTo>
                  <a:lnTo>
                    <a:pt x="6350" y="102869"/>
                  </a:lnTo>
                  <a:close/>
                </a:path>
                <a:path w="6350" h="303529">
                  <a:moveTo>
                    <a:pt x="635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29"/>
                  </a:lnTo>
                  <a:close/>
                </a:path>
                <a:path w="6350" h="303529">
                  <a:moveTo>
                    <a:pt x="635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6350" y="99059"/>
                  </a:lnTo>
                  <a:lnTo>
                    <a:pt x="6350" y="96519"/>
                  </a:lnTo>
                  <a:close/>
                </a:path>
                <a:path w="6350" h="303529">
                  <a:moveTo>
                    <a:pt x="635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79"/>
                  </a:lnTo>
                  <a:close/>
                </a:path>
                <a:path w="6350" h="303529">
                  <a:moveTo>
                    <a:pt x="635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6350" y="92709"/>
                  </a:lnTo>
                  <a:lnTo>
                    <a:pt x="6350" y="90169"/>
                  </a:lnTo>
                  <a:close/>
                </a:path>
                <a:path w="6350" h="303529">
                  <a:moveTo>
                    <a:pt x="635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29"/>
                  </a:lnTo>
                  <a:close/>
                </a:path>
                <a:path w="6350" h="303529">
                  <a:moveTo>
                    <a:pt x="635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6350" y="86359"/>
                  </a:lnTo>
                  <a:lnTo>
                    <a:pt x="6350" y="83819"/>
                  </a:lnTo>
                  <a:close/>
                </a:path>
                <a:path w="6350" h="303529">
                  <a:moveTo>
                    <a:pt x="635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79"/>
                  </a:lnTo>
                  <a:close/>
                </a:path>
                <a:path w="6350" h="303529">
                  <a:moveTo>
                    <a:pt x="635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6350" y="80009"/>
                  </a:lnTo>
                  <a:lnTo>
                    <a:pt x="6350" y="77469"/>
                  </a:lnTo>
                  <a:close/>
                </a:path>
                <a:path w="6350" h="303529">
                  <a:moveTo>
                    <a:pt x="635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29"/>
                  </a:lnTo>
                  <a:close/>
                </a:path>
                <a:path w="6350" h="303529">
                  <a:moveTo>
                    <a:pt x="635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6350" y="73659"/>
                  </a:lnTo>
                  <a:lnTo>
                    <a:pt x="6350" y="71119"/>
                  </a:lnTo>
                  <a:close/>
                </a:path>
                <a:path w="6350" h="303529">
                  <a:moveTo>
                    <a:pt x="635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79"/>
                  </a:lnTo>
                  <a:close/>
                </a:path>
                <a:path w="6350" h="303529">
                  <a:moveTo>
                    <a:pt x="635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6350" y="67309"/>
                  </a:lnTo>
                  <a:lnTo>
                    <a:pt x="6350" y="64769"/>
                  </a:lnTo>
                  <a:close/>
                </a:path>
                <a:path w="6350" h="303529">
                  <a:moveTo>
                    <a:pt x="635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29"/>
                  </a:lnTo>
                  <a:close/>
                </a:path>
                <a:path w="6350" h="303529">
                  <a:moveTo>
                    <a:pt x="635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6350" y="60959"/>
                  </a:lnTo>
                  <a:lnTo>
                    <a:pt x="6350" y="58419"/>
                  </a:lnTo>
                  <a:close/>
                </a:path>
                <a:path w="6350" h="303529">
                  <a:moveTo>
                    <a:pt x="635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79"/>
                  </a:lnTo>
                  <a:close/>
                </a:path>
                <a:path w="6350" h="303529">
                  <a:moveTo>
                    <a:pt x="635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6350" y="54609"/>
                  </a:lnTo>
                  <a:lnTo>
                    <a:pt x="6350" y="52069"/>
                  </a:lnTo>
                  <a:close/>
                </a:path>
                <a:path w="6350" h="303529">
                  <a:moveTo>
                    <a:pt x="635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29"/>
                  </a:lnTo>
                  <a:close/>
                </a:path>
                <a:path w="6350" h="303529">
                  <a:moveTo>
                    <a:pt x="635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6350" y="48259"/>
                  </a:lnTo>
                  <a:lnTo>
                    <a:pt x="6350" y="45719"/>
                  </a:lnTo>
                  <a:close/>
                </a:path>
                <a:path w="6350" h="303529">
                  <a:moveTo>
                    <a:pt x="635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79"/>
                  </a:lnTo>
                  <a:close/>
                </a:path>
                <a:path w="6350" h="303529">
                  <a:moveTo>
                    <a:pt x="635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6350" y="41909"/>
                  </a:lnTo>
                  <a:lnTo>
                    <a:pt x="6350" y="39369"/>
                  </a:lnTo>
                  <a:close/>
                </a:path>
                <a:path w="6350" h="303529">
                  <a:moveTo>
                    <a:pt x="635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29"/>
                  </a:lnTo>
                  <a:close/>
                </a:path>
                <a:path w="6350" h="303529">
                  <a:moveTo>
                    <a:pt x="635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6350" y="35559"/>
                  </a:lnTo>
                  <a:lnTo>
                    <a:pt x="6350" y="33019"/>
                  </a:lnTo>
                  <a:close/>
                </a:path>
                <a:path w="6350" h="303529">
                  <a:moveTo>
                    <a:pt x="635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79"/>
                  </a:lnTo>
                  <a:close/>
                </a:path>
                <a:path w="6350" h="303529">
                  <a:moveTo>
                    <a:pt x="635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6350" y="29209"/>
                  </a:lnTo>
                  <a:lnTo>
                    <a:pt x="6350" y="26669"/>
                  </a:lnTo>
                  <a:close/>
                </a:path>
                <a:path w="6350" h="303529">
                  <a:moveTo>
                    <a:pt x="635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29"/>
                  </a:lnTo>
                  <a:close/>
                </a:path>
                <a:path w="6350" h="303529">
                  <a:moveTo>
                    <a:pt x="635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6350" y="22859"/>
                  </a:lnTo>
                  <a:lnTo>
                    <a:pt x="6350" y="20319"/>
                  </a:lnTo>
                  <a:close/>
                </a:path>
                <a:path w="6350" h="303529">
                  <a:moveTo>
                    <a:pt x="635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79"/>
                  </a:lnTo>
                  <a:close/>
                </a:path>
                <a:path w="6350" h="303529">
                  <a:moveTo>
                    <a:pt x="635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6350" y="16509"/>
                  </a:lnTo>
                  <a:lnTo>
                    <a:pt x="6350" y="13969"/>
                  </a:lnTo>
                  <a:close/>
                </a:path>
                <a:path w="6350" h="303529">
                  <a:moveTo>
                    <a:pt x="635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29"/>
                  </a:lnTo>
                  <a:close/>
                </a:path>
                <a:path w="6350" h="303529">
                  <a:moveTo>
                    <a:pt x="635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6350" y="10159"/>
                  </a:lnTo>
                  <a:lnTo>
                    <a:pt x="6350" y="7619"/>
                  </a:lnTo>
                  <a:close/>
                </a:path>
                <a:path w="6350" h="303529">
                  <a:moveTo>
                    <a:pt x="635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79"/>
                  </a:lnTo>
                  <a:close/>
                </a:path>
                <a:path w="6350" h="303529">
                  <a:moveTo>
                    <a:pt x="6350" y="0"/>
                  </a:moveTo>
                  <a:lnTo>
                    <a:pt x="5080" y="0"/>
                  </a:lnTo>
                  <a:lnTo>
                    <a:pt x="5080" y="1269"/>
                  </a:lnTo>
                  <a:lnTo>
                    <a:pt x="2540" y="1269"/>
                  </a:lnTo>
                  <a:lnTo>
                    <a:pt x="2540" y="3809"/>
                  </a:lnTo>
                  <a:lnTo>
                    <a:pt x="6350" y="380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349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3">
              <a:extLst>
                <a:ext uri="{FF2B5EF4-FFF2-40B4-BE49-F238E27FC236}">
                  <a16:creationId xmlns:a16="http://schemas.microsoft.com/office/drawing/2014/main" id="{2DF1403E-EA5B-B4DE-31DD-A25FDEE031BA}"/>
                </a:ext>
              </a:extLst>
            </p:cNvPr>
            <p:cNvSpPr/>
            <p:nvPr/>
          </p:nvSpPr>
          <p:spPr>
            <a:xfrm>
              <a:off x="4585334" y="3319780"/>
              <a:ext cx="0" cy="321310"/>
            </a:xfrm>
            <a:custGeom>
              <a:avLst/>
              <a:gdLst/>
              <a:ahLst/>
              <a:cxnLst/>
              <a:rect l="l" t="t" r="r" b="b"/>
              <a:pathLst>
                <a:path h="321310">
                  <a:moveTo>
                    <a:pt x="0" y="0"/>
                  </a:moveTo>
                  <a:lnTo>
                    <a:pt x="0" y="321310"/>
                  </a:lnTo>
                </a:path>
              </a:pathLst>
            </a:custGeom>
            <a:ln w="6350">
              <a:solidFill>
                <a:srgbClr val="334867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4">
              <a:extLst>
                <a:ext uri="{FF2B5EF4-FFF2-40B4-BE49-F238E27FC236}">
                  <a16:creationId xmlns:a16="http://schemas.microsoft.com/office/drawing/2014/main" id="{2382EA4E-22AB-0523-0EF0-A7B84AB73161}"/>
                </a:ext>
              </a:extLst>
            </p:cNvPr>
            <p:cNvSpPr/>
            <p:nvPr/>
          </p:nvSpPr>
          <p:spPr>
            <a:xfrm>
              <a:off x="4599940" y="3315970"/>
              <a:ext cx="7620" cy="325120"/>
            </a:xfrm>
            <a:custGeom>
              <a:avLst/>
              <a:gdLst/>
              <a:ahLst/>
              <a:cxnLst/>
              <a:rect l="l" t="t" r="r" b="b"/>
              <a:pathLst>
                <a:path w="7620" h="325120">
                  <a:moveTo>
                    <a:pt x="7620" y="229870"/>
                  </a:moveTo>
                  <a:lnTo>
                    <a:pt x="0" y="229870"/>
                  </a:lnTo>
                  <a:lnTo>
                    <a:pt x="0" y="325120"/>
                  </a:lnTo>
                  <a:lnTo>
                    <a:pt x="7620" y="325120"/>
                  </a:lnTo>
                  <a:lnTo>
                    <a:pt x="7620" y="229870"/>
                  </a:lnTo>
                  <a:close/>
                </a:path>
                <a:path w="7620" h="325120">
                  <a:moveTo>
                    <a:pt x="7620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7620" y="228600"/>
                  </a:lnTo>
                  <a:lnTo>
                    <a:pt x="7620" y="226060"/>
                  </a:lnTo>
                  <a:close/>
                </a:path>
                <a:path w="7620" h="325120">
                  <a:moveTo>
                    <a:pt x="7620" y="223520"/>
                  </a:moveTo>
                  <a:lnTo>
                    <a:pt x="0" y="223520"/>
                  </a:lnTo>
                  <a:lnTo>
                    <a:pt x="0" y="224790"/>
                  </a:lnTo>
                  <a:lnTo>
                    <a:pt x="7620" y="224790"/>
                  </a:lnTo>
                  <a:lnTo>
                    <a:pt x="7620" y="223520"/>
                  </a:lnTo>
                  <a:close/>
                </a:path>
                <a:path w="7620" h="325120">
                  <a:moveTo>
                    <a:pt x="7620" y="219710"/>
                  </a:moveTo>
                  <a:lnTo>
                    <a:pt x="0" y="219710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19710"/>
                  </a:lnTo>
                  <a:close/>
                </a:path>
                <a:path w="7620" h="325120">
                  <a:moveTo>
                    <a:pt x="7620" y="217170"/>
                  </a:moveTo>
                  <a:lnTo>
                    <a:pt x="0" y="217170"/>
                  </a:lnTo>
                  <a:lnTo>
                    <a:pt x="0" y="218440"/>
                  </a:lnTo>
                  <a:lnTo>
                    <a:pt x="7620" y="218440"/>
                  </a:lnTo>
                  <a:lnTo>
                    <a:pt x="7620" y="217170"/>
                  </a:lnTo>
                  <a:close/>
                </a:path>
                <a:path w="7620" h="325120">
                  <a:moveTo>
                    <a:pt x="7620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3360"/>
                  </a:lnTo>
                  <a:close/>
                </a:path>
                <a:path w="7620" h="325120">
                  <a:moveTo>
                    <a:pt x="7620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10820"/>
                  </a:lnTo>
                  <a:close/>
                </a:path>
                <a:path w="7620" h="325120">
                  <a:moveTo>
                    <a:pt x="7620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7010"/>
                  </a:lnTo>
                  <a:close/>
                </a:path>
                <a:path w="7620" h="325120">
                  <a:moveTo>
                    <a:pt x="7620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4470"/>
                  </a:lnTo>
                  <a:close/>
                </a:path>
                <a:path w="7620" h="325120">
                  <a:moveTo>
                    <a:pt x="762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0660"/>
                  </a:lnTo>
                  <a:close/>
                </a:path>
                <a:path w="7620" h="325120">
                  <a:moveTo>
                    <a:pt x="762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8120"/>
                  </a:lnTo>
                  <a:close/>
                </a:path>
                <a:path w="7620" h="325120">
                  <a:moveTo>
                    <a:pt x="762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310"/>
                  </a:lnTo>
                  <a:close/>
                </a:path>
                <a:path w="7620" h="325120">
                  <a:moveTo>
                    <a:pt x="762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1770"/>
                  </a:lnTo>
                  <a:close/>
                </a:path>
                <a:path w="7620" h="325120">
                  <a:moveTo>
                    <a:pt x="762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7960"/>
                  </a:lnTo>
                  <a:close/>
                </a:path>
                <a:path w="7620" h="325120">
                  <a:moveTo>
                    <a:pt x="762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5420"/>
                  </a:lnTo>
                  <a:close/>
                </a:path>
                <a:path w="7620" h="32512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20" h="32512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20" h="32512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20" h="32512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20" h="32512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20" h="32512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20" h="32512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32512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32512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32512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32512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32512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32512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32512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32512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32512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32512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32512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32512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32512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32512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32512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32512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32512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32512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32512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32512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32512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32512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32512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32512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32512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32512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32512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32512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32512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32512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32512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32512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32512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32512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32512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32512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32512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32512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32512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32512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32512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32512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32512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32512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32512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32512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32512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32512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32512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325120">
                  <a:moveTo>
                    <a:pt x="1270" y="2540"/>
                  </a:moveTo>
                  <a:lnTo>
                    <a:pt x="0" y="254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lnTo>
                    <a:pt x="1270" y="3810"/>
                  </a:lnTo>
                  <a:lnTo>
                    <a:pt x="1270" y="2540"/>
                  </a:lnTo>
                  <a:close/>
                </a:path>
                <a:path w="7620" h="325120">
                  <a:moveTo>
                    <a:pt x="7620" y="2540"/>
                  </a:moveTo>
                  <a:lnTo>
                    <a:pt x="6350" y="2540"/>
                  </a:lnTo>
                  <a:lnTo>
                    <a:pt x="6350" y="3810"/>
                  </a:lnTo>
                  <a:lnTo>
                    <a:pt x="7620" y="3810"/>
                  </a:lnTo>
                  <a:lnTo>
                    <a:pt x="7620" y="2540"/>
                  </a:lnTo>
                  <a:close/>
                </a:path>
                <a:path w="7620" h="325120">
                  <a:moveTo>
                    <a:pt x="6350" y="1270"/>
                  </a:moveTo>
                  <a:lnTo>
                    <a:pt x="1270" y="1270"/>
                  </a:lnTo>
                  <a:lnTo>
                    <a:pt x="1270" y="2540"/>
                  </a:lnTo>
                  <a:lnTo>
                    <a:pt x="6350" y="2540"/>
                  </a:lnTo>
                  <a:lnTo>
                    <a:pt x="6350" y="1270"/>
                  </a:lnTo>
                  <a:close/>
                </a:path>
                <a:path w="7620" h="325120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3044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5">
              <a:extLst>
                <a:ext uri="{FF2B5EF4-FFF2-40B4-BE49-F238E27FC236}">
                  <a16:creationId xmlns:a16="http://schemas.microsoft.com/office/drawing/2014/main" id="{E90DA609-42A1-AFC5-4ED0-0DFBC95884C4}"/>
                </a:ext>
              </a:extLst>
            </p:cNvPr>
            <p:cNvSpPr/>
            <p:nvPr/>
          </p:nvSpPr>
          <p:spPr>
            <a:xfrm>
              <a:off x="4607559" y="3318510"/>
              <a:ext cx="6350" cy="322580"/>
            </a:xfrm>
            <a:custGeom>
              <a:avLst/>
              <a:gdLst/>
              <a:ahLst/>
              <a:cxnLst/>
              <a:rect l="l" t="t" r="r" b="b"/>
              <a:pathLst>
                <a:path w="6350" h="322579">
                  <a:moveTo>
                    <a:pt x="6350" y="227329"/>
                  </a:moveTo>
                  <a:lnTo>
                    <a:pt x="0" y="227329"/>
                  </a:lnTo>
                  <a:lnTo>
                    <a:pt x="0" y="322579"/>
                  </a:lnTo>
                  <a:lnTo>
                    <a:pt x="6350" y="322579"/>
                  </a:lnTo>
                  <a:lnTo>
                    <a:pt x="6350" y="227329"/>
                  </a:lnTo>
                  <a:close/>
                </a:path>
                <a:path w="6350" h="322579">
                  <a:moveTo>
                    <a:pt x="6350" y="223519"/>
                  </a:moveTo>
                  <a:lnTo>
                    <a:pt x="0" y="223519"/>
                  </a:lnTo>
                  <a:lnTo>
                    <a:pt x="0" y="226059"/>
                  </a:lnTo>
                  <a:lnTo>
                    <a:pt x="6350" y="226059"/>
                  </a:lnTo>
                  <a:lnTo>
                    <a:pt x="6350" y="223519"/>
                  </a:lnTo>
                  <a:close/>
                </a:path>
                <a:path w="6350" h="322579">
                  <a:moveTo>
                    <a:pt x="6350" y="220979"/>
                  </a:moveTo>
                  <a:lnTo>
                    <a:pt x="0" y="220979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220979"/>
                  </a:lnTo>
                  <a:close/>
                </a:path>
                <a:path w="6350" h="322579">
                  <a:moveTo>
                    <a:pt x="6350" y="217169"/>
                  </a:moveTo>
                  <a:lnTo>
                    <a:pt x="0" y="217169"/>
                  </a:lnTo>
                  <a:lnTo>
                    <a:pt x="0" y="219709"/>
                  </a:lnTo>
                  <a:lnTo>
                    <a:pt x="6350" y="219709"/>
                  </a:lnTo>
                  <a:lnTo>
                    <a:pt x="6350" y="217169"/>
                  </a:lnTo>
                  <a:close/>
                </a:path>
                <a:path w="6350" h="322579">
                  <a:moveTo>
                    <a:pt x="6350" y="214629"/>
                  </a:moveTo>
                  <a:lnTo>
                    <a:pt x="0" y="214629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4629"/>
                  </a:lnTo>
                  <a:close/>
                </a:path>
                <a:path w="6350" h="322579">
                  <a:moveTo>
                    <a:pt x="6350" y="210819"/>
                  </a:moveTo>
                  <a:lnTo>
                    <a:pt x="0" y="210819"/>
                  </a:lnTo>
                  <a:lnTo>
                    <a:pt x="0" y="213359"/>
                  </a:lnTo>
                  <a:lnTo>
                    <a:pt x="6350" y="213359"/>
                  </a:lnTo>
                  <a:lnTo>
                    <a:pt x="6350" y="210819"/>
                  </a:lnTo>
                  <a:close/>
                </a:path>
                <a:path w="6350" h="322579">
                  <a:moveTo>
                    <a:pt x="6350" y="208279"/>
                  </a:moveTo>
                  <a:lnTo>
                    <a:pt x="0" y="208279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8279"/>
                  </a:lnTo>
                  <a:close/>
                </a:path>
                <a:path w="6350" h="322579">
                  <a:moveTo>
                    <a:pt x="6350" y="204469"/>
                  </a:moveTo>
                  <a:lnTo>
                    <a:pt x="0" y="204469"/>
                  </a:lnTo>
                  <a:lnTo>
                    <a:pt x="0" y="207009"/>
                  </a:lnTo>
                  <a:lnTo>
                    <a:pt x="6350" y="207009"/>
                  </a:lnTo>
                  <a:lnTo>
                    <a:pt x="6350" y="204469"/>
                  </a:lnTo>
                  <a:close/>
                </a:path>
                <a:path w="6350" h="322579">
                  <a:moveTo>
                    <a:pt x="6350" y="201929"/>
                  </a:moveTo>
                  <a:lnTo>
                    <a:pt x="0" y="201929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1929"/>
                  </a:lnTo>
                  <a:close/>
                </a:path>
                <a:path w="6350" h="322579">
                  <a:moveTo>
                    <a:pt x="6350" y="198119"/>
                  </a:moveTo>
                  <a:lnTo>
                    <a:pt x="0" y="198119"/>
                  </a:lnTo>
                  <a:lnTo>
                    <a:pt x="0" y="200659"/>
                  </a:lnTo>
                  <a:lnTo>
                    <a:pt x="6350" y="200659"/>
                  </a:lnTo>
                  <a:lnTo>
                    <a:pt x="6350" y="198119"/>
                  </a:lnTo>
                  <a:close/>
                </a:path>
                <a:path w="6350" h="322579">
                  <a:moveTo>
                    <a:pt x="6350" y="195579"/>
                  </a:moveTo>
                  <a:lnTo>
                    <a:pt x="0" y="195579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5579"/>
                  </a:lnTo>
                  <a:close/>
                </a:path>
                <a:path w="6350" h="322579">
                  <a:moveTo>
                    <a:pt x="635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6350" y="194309"/>
                  </a:lnTo>
                  <a:lnTo>
                    <a:pt x="6350" y="191769"/>
                  </a:lnTo>
                  <a:close/>
                </a:path>
                <a:path w="6350" h="322579">
                  <a:moveTo>
                    <a:pt x="635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9229"/>
                  </a:lnTo>
                  <a:close/>
                </a:path>
                <a:path w="6350" h="322579">
                  <a:moveTo>
                    <a:pt x="635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6350" y="187959"/>
                  </a:lnTo>
                  <a:lnTo>
                    <a:pt x="6350" y="185419"/>
                  </a:lnTo>
                  <a:close/>
                </a:path>
                <a:path w="6350" h="322579">
                  <a:moveTo>
                    <a:pt x="635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2879"/>
                  </a:lnTo>
                  <a:close/>
                </a:path>
                <a:path w="6350" h="322579">
                  <a:moveTo>
                    <a:pt x="635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6350" y="181609"/>
                  </a:lnTo>
                  <a:lnTo>
                    <a:pt x="6350" y="179069"/>
                  </a:lnTo>
                  <a:close/>
                </a:path>
                <a:path w="6350" h="322579">
                  <a:moveTo>
                    <a:pt x="635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6529"/>
                  </a:lnTo>
                  <a:close/>
                </a:path>
                <a:path w="6350" h="322579">
                  <a:moveTo>
                    <a:pt x="635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6350" y="175259"/>
                  </a:lnTo>
                  <a:lnTo>
                    <a:pt x="6350" y="172719"/>
                  </a:lnTo>
                  <a:close/>
                </a:path>
                <a:path w="6350" h="322579">
                  <a:moveTo>
                    <a:pt x="635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79"/>
                  </a:lnTo>
                  <a:close/>
                </a:path>
                <a:path w="6350" h="322579">
                  <a:moveTo>
                    <a:pt x="635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6350" y="168909"/>
                  </a:lnTo>
                  <a:lnTo>
                    <a:pt x="6350" y="166369"/>
                  </a:lnTo>
                  <a:close/>
                </a:path>
                <a:path w="6350" h="322579">
                  <a:moveTo>
                    <a:pt x="635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3829"/>
                  </a:lnTo>
                  <a:close/>
                </a:path>
                <a:path w="6350" h="322579">
                  <a:moveTo>
                    <a:pt x="635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6350" y="162559"/>
                  </a:lnTo>
                  <a:lnTo>
                    <a:pt x="6350" y="160019"/>
                  </a:lnTo>
                  <a:close/>
                </a:path>
                <a:path w="6350" h="322579">
                  <a:moveTo>
                    <a:pt x="635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79"/>
                  </a:lnTo>
                  <a:close/>
                </a:path>
                <a:path w="6350" h="322579">
                  <a:moveTo>
                    <a:pt x="635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6350" y="156209"/>
                  </a:lnTo>
                  <a:lnTo>
                    <a:pt x="6350" y="153669"/>
                  </a:lnTo>
                  <a:close/>
                </a:path>
                <a:path w="6350" h="322579">
                  <a:moveTo>
                    <a:pt x="635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29"/>
                  </a:lnTo>
                  <a:close/>
                </a:path>
                <a:path w="6350" h="322579">
                  <a:moveTo>
                    <a:pt x="635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6350" y="149859"/>
                  </a:lnTo>
                  <a:lnTo>
                    <a:pt x="6350" y="147319"/>
                  </a:lnTo>
                  <a:close/>
                </a:path>
                <a:path w="6350" h="322579">
                  <a:moveTo>
                    <a:pt x="635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79"/>
                  </a:lnTo>
                  <a:close/>
                </a:path>
                <a:path w="6350" h="322579">
                  <a:moveTo>
                    <a:pt x="635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6350" y="143509"/>
                  </a:lnTo>
                  <a:lnTo>
                    <a:pt x="6350" y="140969"/>
                  </a:lnTo>
                  <a:close/>
                </a:path>
                <a:path w="6350" h="322579">
                  <a:moveTo>
                    <a:pt x="635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29"/>
                  </a:lnTo>
                  <a:close/>
                </a:path>
                <a:path w="6350" h="322579">
                  <a:moveTo>
                    <a:pt x="635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6350" y="137159"/>
                  </a:lnTo>
                  <a:lnTo>
                    <a:pt x="6350" y="134619"/>
                  </a:lnTo>
                  <a:close/>
                </a:path>
                <a:path w="6350" h="322579">
                  <a:moveTo>
                    <a:pt x="635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79"/>
                  </a:lnTo>
                  <a:close/>
                </a:path>
                <a:path w="6350" h="322579">
                  <a:moveTo>
                    <a:pt x="635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6350" y="130809"/>
                  </a:lnTo>
                  <a:lnTo>
                    <a:pt x="6350" y="128269"/>
                  </a:lnTo>
                  <a:close/>
                </a:path>
                <a:path w="6350" h="322579">
                  <a:moveTo>
                    <a:pt x="635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29"/>
                  </a:lnTo>
                  <a:close/>
                </a:path>
                <a:path w="6350" h="322579">
                  <a:moveTo>
                    <a:pt x="635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6350" y="124459"/>
                  </a:lnTo>
                  <a:lnTo>
                    <a:pt x="6350" y="121919"/>
                  </a:lnTo>
                  <a:close/>
                </a:path>
                <a:path w="6350" h="322579">
                  <a:moveTo>
                    <a:pt x="635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79"/>
                  </a:lnTo>
                  <a:close/>
                </a:path>
                <a:path w="6350" h="322579">
                  <a:moveTo>
                    <a:pt x="635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6350" y="118109"/>
                  </a:lnTo>
                  <a:lnTo>
                    <a:pt x="6350" y="115569"/>
                  </a:lnTo>
                  <a:close/>
                </a:path>
                <a:path w="6350" h="322579">
                  <a:moveTo>
                    <a:pt x="635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29"/>
                  </a:lnTo>
                  <a:close/>
                </a:path>
                <a:path w="6350" h="322579">
                  <a:moveTo>
                    <a:pt x="635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6350" y="111759"/>
                  </a:lnTo>
                  <a:lnTo>
                    <a:pt x="6350" y="109219"/>
                  </a:lnTo>
                  <a:close/>
                </a:path>
                <a:path w="6350" h="322579">
                  <a:moveTo>
                    <a:pt x="635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79"/>
                  </a:lnTo>
                  <a:close/>
                </a:path>
                <a:path w="6350" h="322579">
                  <a:moveTo>
                    <a:pt x="635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6350" y="105409"/>
                  </a:lnTo>
                  <a:lnTo>
                    <a:pt x="6350" y="102869"/>
                  </a:lnTo>
                  <a:close/>
                </a:path>
                <a:path w="6350" h="322579">
                  <a:moveTo>
                    <a:pt x="635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29"/>
                  </a:lnTo>
                  <a:close/>
                </a:path>
                <a:path w="6350" h="322579">
                  <a:moveTo>
                    <a:pt x="635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6350" y="99059"/>
                  </a:lnTo>
                  <a:lnTo>
                    <a:pt x="6350" y="96519"/>
                  </a:lnTo>
                  <a:close/>
                </a:path>
                <a:path w="6350" h="322579">
                  <a:moveTo>
                    <a:pt x="635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79"/>
                  </a:lnTo>
                  <a:close/>
                </a:path>
                <a:path w="6350" h="322579">
                  <a:moveTo>
                    <a:pt x="635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6350" y="92709"/>
                  </a:lnTo>
                  <a:lnTo>
                    <a:pt x="6350" y="90169"/>
                  </a:lnTo>
                  <a:close/>
                </a:path>
                <a:path w="6350" h="322579">
                  <a:moveTo>
                    <a:pt x="635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29"/>
                  </a:lnTo>
                  <a:close/>
                </a:path>
                <a:path w="6350" h="322579">
                  <a:moveTo>
                    <a:pt x="635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6350" y="86359"/>
                  </a:lnTo>
                  <a:lnTo>
                    <a:pt x="6350" y="83819"/>
                  </a:lnTo>
                  <a:close/>
                </a:path>
                <a:path w="6350" h="322579">
                  <a:moveTo>
                    <a:pt x="635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79"/>
                  </a:lnTo>
                  <a:close/>
                </a:path>
                <a:path w="6350" h="322579">
                  <a:moveTo>
                    <a:pt x="635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6350" y="80009"/>
                  </a:lnTo>
                  <a:lnTo>
                    <a:pt x="6350" y="77469"/>
                  </a:lnTo>
                  <a:close/>
                </a:path>
                <a:path w="6350" h="322579">
                  <a:moveTo>
                    <a:pt x="635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29"/>
                  </a:lnTo>
                  <a:close/>
                </a:path>
                <a:path w="6350" h="322579">
                  <a:moveTo>
                    <a:pt x="635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6350" y="73659"/>
                  </a:lnTo>
                  <a:lnTo>
                    <a:pt x="6350" y="71119"/>
                  </a:lnTo>
                  <a:close/>
                </a:path>
                <a:path w="6350" h="322579">
                  <a:moveTo>
                    <a:pt x="635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79"/>
                  </a:lnTo>
                  <a:close/>
                </a:path>
                <a:path w="6350" h="322579">
                  <a:moveTo>
                    <a:pt x="635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6350" y="67309"/>
                  </a:lnTo>
                  <a:lnTo>
                    <a:pt x="6350" y="64769"/>
                  </a:lnTo>
                  <a:close/>
                </a:path>
                <a:path w="6350" h="322579">
                  <a:moveTo>
                    <a:pt x="635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29"/>
                  </a:lnTo>
                  <a:close/>
                </a:path>
                <a:path w="6350" h="322579">
                  <a:moveTo>
                    <a:pt x="635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6350" y="60959"/>
                  </a:lnTo>
                  <a:lnTo>
                    <a:pt x="6350" y="58419"/>
                  </a:lnTo>
                  <a:close/>
                </a:path>
                <a:path w="6350" h="322579">
                  <a:moveTo>
                    <a:pt x="635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79"/>
                  </a:lnTo>
                  <a:close/>
                </a:path>
                <a:path w="6350" h="322579">
                  <a:moveTo>
                    <a:pt x="635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6350" y="54609"/>
                  </a:lnTo>
                  <a:lnTo>
                    <a:pt x="6350" y="52069"/>
                  </a:lnTo>
                  <a:close/>
                </a:path>
                <a:path w="6350" h="322579">
                  <a:moveTo>
                    <a:pt x="635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29"/>
                  </a:lnTo>
                  <a:close/>
                </a:path>
                <a:path w="6350" h="322579">
                  <a:moveTo>
                    <a:pt x="635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6350" y="48259"/>
                  </a:lnTo>
                  <a:lnTo>
                    <a:pt x="6350" y="45719"/>
                  </a:lnTo>
                  <a:close/>
                </a:path>
                <a:path w="6350" h="322579">
                  <a:moveTo>
                    <a:pt x="635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79"/>
                  </a:lnTo>
                  <a:close/>
                </a:path>
                <a:path w="6350" h="322579">
                  <a:moveTo>
                    <a:pt x="635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6350" y="41909"/>
                  </a:lnTo>
                  <a:lnTo>
                    <a:pt x="6350" y="39369"/>
                  </a:lnTo>
                  <a:close/>
                </a:path>
                <a:path w="6350" h="322579">
                  <a:moveTo>
                    <a:pt x="635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29"/>
                  </a:lnTo>
                  <a:close/>
                </a:path>
                <a:path w="6350" h="322579">
                  <a:moveTo>
                    <a:pt x="635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6350" y="35559"/>
                  </a:lnTo>
                  <a:lnTo>
                    <a:pt x="6350" y="33019"/>
                  </a:lnTo>
                  <a:close/>
                </a:path>
                <a:path w="6350" h="322579">
                  <a:moveTo>
                    <a:pt x="635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79"/>
                  </a:lnTo>
                  <a:close/>
                </a:path>
                <a:path w="6350" h="322579">
                  <a:moveTo>
                    <a:pt x="635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6350" y="29209"/>
                  </a:lnTo>
                  <a:lnTo>
                    <a:pt x="6350" y="26669"/>
                  </a:lnTo>
                  <a:close/>
                </a:path>
                <a:path w="6350" h="322579">
                  <a:moveTo>
                    <a:pt x="635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29"/>
                  </a:lnTo>
                  <a:close/>
                </a:path>
                <a:path w="6350" h="322579">
                  <a:moveTo>
                    <a:pt x="635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6350" y="22859"/>
                  </a:lnTo>
                  <a:lnTo>
                    <a:pt x="6350" y="20319"/>
                  </a:lnTo>
                  <a:close/>
                </a:path>
                <a:path w="6350" h="322579">
                  <a:moveTo>
                    <a:pt x="635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79"/>
                  </a:lnTo>
                  <a:close/>
                </a:path>
                <a:path w="6350" h="322579">
                  <a:moveTo>
                    <a:pt x="635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6350" y="16509"/>
                  </a:lnTo>
                  <a:lnTo>
                    <a:pt x="6350" y="13969"/>
                  </a:lnTo>
                  <a:close/>
                </a:path>
                <a:path w="6350" h="322579">
                  <a:moveTo>
                    <a:pt x="635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29"/>
                  </a:lnTo>
                  <a:close/>
                </a:path>
                <a:path w="6350" h="322579">
                  <a:moveTo>
                    <a:pt x="635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6350" y="10159"/>
                  </a:lnTo>
                  <a:lnTo>
                    <a:pt x="6350" y="7619"/>
                  </a:lnTo>
                  <a:close/>
                </a:path>
                <a:path w="6350" h="322579">
                  <a:moveTo>
                    <a:pt x="6350" y="3809"/>
                  </a:moveTo>
                  <a:lnTo>
                    <a:pt x="5079" y="3809"/>
                  </a:lnTo>
                  <a:lnTo>
                    <a:pt x="5079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09"/>
                  </a:lnTo>
                  <a:close/>
                </a:path>
                <a:path w="6350" h="32257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2E42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46">
              <a:extLst>
                <a:ext uri="{FF2B5EF4-FFF2-40B4-BE49-F238E27FC236}">
                  <a16:creationId xmlns:a16="http://schemas.microsoft.com/office/drawing/2014/main" id="{7C53FD22-2FF6-498D-91A7-556CEAD9456F}"/>
                </a:ext>
              </a:extLst>
            </p:cNvPr>
            <p:cNvSpPr/>
            <p:nvPr/>
          </p:nvSpPr>
          <p:spPr>
            <a:xfrm>
              <a:off x="4613909" y="3322320"/>
              <a:ext cx="7620" cy="318770"/>
            </a:xfrm>
            <a:custGeom>
              <a:avLst/>
              <a:gdLst/>
              <a:ahLst/>
              <a:cxnLst/>
              <a:rect l="l" t="t" r="r" b="b"/>
              <a:pathLst>
                <a:path w="7620" h="318770">
                  <a:moveTo>
                    <a:pt x="7619" y="223520"/>
                  </a:moveTo>
                  <a:lnTo>
                    <a:pt x="0" y="223520"/>
                  </a:lnTo>
                  <a:lnTo>
                    <a:pt x="0" y="318770"/>
                  </a:lnTo>
                  <a:lnTo>
                    <a:pt x="7619" y="318770"/>
                  </a:lnTo>
                  <a:lnTo>
                    <a:pt x="7619" y="223520"/>
                  </a:lnTo>
                  <a:close/>
                </a:path>
                <a:path w="7620" h="318770">
                  <a:moveTo>
                    <a:pt x="7619" y="219710"/>
                  </a:moveTo>
                  <a:lnTo>
                    <a:pt x="0" y="219710"/>
                  </a:lnTo>
                  <a:lnTo>
                    <a:pt x="0" y="222250"/>
                  </a:lnTo>
                  <a:lnTo>
                    <a:pt x="7619" y="222250"/>
                  </a:lnTo>
                  <a:lnTo>
                    <a:pt x="7619" y="219710"/>
                  </a:lnTo>
                  <a:close/>
                </a:path>
                <a:path w="7620" h="318770">
                  <a:moveTo>
                    <a:pt x="7619" y="217170"/>
                  </a:moveTo>
                  <a:lnTo>
                    <a:pt x="0" y="217170"/>
                  </a:lnTo>
                  <a:lnTo>
                    <a:pt x="0" y="218440"/>
                  </a:lnTo>
                  <a:lnTo>
                    <a:pt x="7619" y="218440"/>
                  </a:lnTo>
                  <a:lnTo>
                    <a:pt x="7619" y="217170"/>
                  </a:lnTo>
                  <a:close/>
                </a:path>
                <a:path w="7620" h="318770">
                  <a:moveTo>
                    <a:pt x="7619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7619" y="215900"/>
                  </a:lnTo>
                  <a:lnTo>
                    <a:pt x="7619" y="213360"/>
                  </a:lnTo>
                  <a:close/>
                </a:path>
                <a:path w="7620" h="318770">
                  <a:moveTo>
                    <a:pt x="7619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7619" y="212090"/>
                  </a:lnTo>
                  <a:lnTo>
                    <a:pt x="7619" y="210820"/>
                  </a:lnTo>
                  <a:close/>
                </a:path>
                <a:path w="7620" h="318770">
                  <a:moveTo>
                    <a:pt x="7619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7619" y="209550"/>
                  </a:lnTo>
                  <a:lnTo>
                    <a:pt x="7619" y="207010"/>
                  </a:lnTo>
                  <a:close/>
                </a:path>
                <a:path w="7620" h="318770">
                  <a:moveTo>
                    <a:pt x="7619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7619" y="205740"/>
                  </a:lnTo>
                  <a:lnTo>
                    <a:pt x="7619" y="204470"/>
                  </a:lnTo>
                  <a:close/>
                </a:path>
                <a:path w="7620" h="318770">
                  <a:moveTo>
                    <a:pt x="7619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19" y="203200"/>
                  </a:lnTo>
                  <a:lnTo>
                    <a:pt x="7619" y="200660"/>
                  </a:lnTo>
                  <a:close/>
                </a:path>
                <a:path w="7620" h="318770">
                  <a:moveTo>
                    <a:pt x="7619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19" y="199390"/>
                  </a:lnTo>
                  <a:lnTo>
                    <a:pt x="7619" y="198120"/>
                  </a:lnTo>
                  <a:close/>
                </a:path>
                <a:path w="7620" h="318770">
                  <a:moveTo>
                    <a:pt x="7619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19" y="196850"/>
                  </a:lnTo>
                  <a:lnTo>
                    <a:pt x="7619" y="194310"/>
                  </a:lnTo>
                  <a:close/>
                </a:path>
                <a:path w="7620" h="318770">
                  <a:moveTo>
                    <a:pt x="7619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19" y="193040"/>
                  </a:lnTo>
                  <a:lnTo>
                    <a:pt x="7619" y="191770"/>
                  </a:lnTo>
                  <a:close/>
                </a:path>
                <a:path w="7620" h="318770">
                  <a:moveTo>
                    <a:pt x="7619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19" y="190500"/>
                  </a:lnTo>
                  <a:lnTo>
                    <a:pt x="7619" y="187960"/>
                  </a:lnTo>
                  <a:close/>
                </a:path>
                <a:path w="7620" h="318770">
                  <a:moveTo>
                    <a:pt x="7619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19" y="186690"/>
                  </a:lnTo>
                  <a:lnTo>
                    <a:pt x="7619" y="185420"/>
                  </a:lnTo>
                  <a:close/>
                </a:path>
                <a:path w="7620" h="318770">
                  <a:moveTo>
                    <a:pt x="7619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19" y="184150"/>
                  </a:lnTo>
                  <a:lnTo>
                    <a:pt x="7619" y="181610"/>
                  </a:lnTo>
                  <a:close/>
                </a:path>
                <a:path w="7620" h="318770">
                  <a:moveTo>
                    <a:pt x="7619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19" y="180340"/>
                  </a:lnTo>
                  <a:lnTo>
                    <a:pt x="7619" y="179070"/>
                  </a:lnTo>
                  <a:close/>
                </a:path>
                <a:path w="7620" h="318770">
                  <a:moveTo>
                    <a:pt x="7619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19" y="177800"/>
                  </a:lnTo>
                  <a:lnTo>
                    <a:pt x="7619" y="175260"/>
                  </a:lnTo>
                  <a:close/>
                </a:path>
                <a:path w="7620" h="318770">
                  <a:moveTo>
                    <a:pt x="7619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19" y="173990"/>
                  </a:lnTo>
                  <a:lnTo>
                    <a:pt x="7619" y="172720"/>
                  </a:lnTo>
                  <a:close/>
                </a:path>
                <a:path w="7620" h="318770">
                  <a:moveTo>
                    <a:pt x="7619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19" y="171450"/>
                  </a:lnTo>
                  <a:lnTo>
                    <a:pt x="7619" y="168910"/>
                  </a:lnTo>
                  <a:close/>
                </a:path>
                <a:path w="7620" h="318770">
                  <a:moveTo>
                    <a:pt x="7619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19" y="167640"/>
                  </a:lnTo>
                  <a:lnTo>
                    <a:pt x="7619" y="166370"/>
                  </a:lnTo>
                  <a:close/>
                </a:path>
                <a:path w="7620" h="318770">
                  <a:moveTo>
                    <a:pt x="7619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19" y="165100"/>
                  </a:lnTo>
                  <a:lnTo>
                    <a:pt x="7619" y="162560"/>
                  </a:lnTo>
                  <a:close/>
                </a:path>
                <a:path w="7620" h="318770">
                  <a:moveTo>
                    <a:pt x="7619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19" y="161290"/>
                  </a:lnTo>
                  <a:lnTo>
                    <a:pt x="7619" y="160020"/>
                  </a:lnTo>
                  <a:close/>
                </a:path>
                <a:path w="7620" h="318770">
                  <a:moveTo>
                    <a:pt x="7619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19" y="158750"/>
                  </a:lnTo>
                  <a:lnTo>
                    <a:pt x="7619" y="156210"/>
                  </a:lnTo>
                  <a:close/>
                </a:path>
                <a:path w="7620" h="318770">
                  <a:moveTo>
                    <a:pt x="7619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19" y="154940"/>
                  </a:lnTo>
                  <a:lnTo>
                    <a:pt x="7619" y="153670"/>
                  </a:lnTo>
                  <a:close/>
                </a:path>
                <a:path w="7620" h="318770">
                  <a:moveTo>
                    <a:pt x="7619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19" y="152400"/>
                  </a:lnTo>
                  <a:lnTo>
                    <a:pt x="7619" y="149860"/>
                  </a:lnTo>
                  <a:close/>
                </a:path>
                <a:path w="7620" h="318770">
                  <a:moveTo>
                    <a:pt x="7619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19" y="148590"/>
                  </a:lnTo>
                  <a:lnTo>
                    <a:pt x="7619" y="147320"/>
                  </a:lnTo>
                  <a:close/>
                </a:path>
                <a:path w="7620" h="318770">
                  <a:moveTo>
                    <a:pt x="7619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19" y="146050"/>
                  </a:lnTo>
                  <a:lnTo>
                    <a:pt x="7619" y="143510"/>
                  </a:lnTo>
                  <a:close/>
                </a:path>
                <a:path w="7620" h="318770">
                  <a:moveTo>
                    <a:pt x="7619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19" y="142240"/>
                  </a:lnTo>
                  <a:lnTo>
                    <a:pt x="7619" y="140970"/>
                  </a:lnTo>
                  <a:close/>
                </a:path>
                <a:path w="7620" h="318770">
                  <a:moveTo>
                    <a:pt x="7619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19" y="139700"/>
                  </a:lnTo>
                  <a:lnTo>
                    <a:pt x="7619" y="137160"/>
                  </a:lnTo>
                  <a:close/>
                </a:path>
                <a:path w="7620" h="318770">
                  <a:moveTo>
                    <a:pt x="7619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19" y="135890"/>
                  </a:lnTo>
                  <a:lnTo>
                    <a:pt x="7619" y="134620"/>
                  </a:lnTo>
                  <a:close/>
                </a:path>
                <a:path w="7620" h="318770">
                  <a:moveTo>
                    <a:pt x="7619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19" y="133350"/>
                  </a:lnTo>
                  <a:lnTo>
                    <a:pt x="7619" y="130810"/>
                  </a:lnTo>
                  <a:close/>
                </a:path>
                <a:path w="7620" h="318770">
                  <a:moveTo>
                    <a:pt x="7619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19" y="129540"/>
                  </a:lnTo>
                  <a:lnTo>
                    <a:pt x="7619" y="128270"/>
                  </a:lnTo>
                  <a:close/>
                </a:path>
                <a:path w="7620" h="318770">
                  <a:moveTo>
                    <a:pt x="7619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19" y="127000"/>
                  </a:lnTo>
                  <a:lnTo>
                    <a:pt x="7619" y="124460"/>
                  </a:lnTo>
                  <a:close/>
                </a:path>
                <a:path w="7620" h="318770">
                  <a:moveTo>
                    <a:pt x="7619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19" y="123190"/>
                  </a:lnTo>
                  <a:lnTo>
                    <a:pt x="7619" y="121920"/>
                  </a:lnTo>
                  <a:close/>
                </a:path>
                <a:path w="7620" h="318770">
                  <a:moveTo>
                    <a:pt x="7619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19" y="120650"/>
                  </a:lnTo>
                  <a:lnTo>
                    <a:pt x="7619" y="118110"/>
                  </a:lnTo>
                  <a:close/>
                </a:path>
                <a:path w="7620" h="318770">
                  <a:moveTo>
                    <a:pt x="7619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19" y="116840"/>
                  </a:lnTo>
                  <a:lnTo>
                    <a:pt x="7619" y="115570"/>
                  </a:lnTo>
                  <a:close/>
                </a:path>
                <a:path w="7620" h="318770">
                  <a:moveTo>
                    <a:pt x="7619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19" y="114300"/>
                  </a:lnTo>
                  <a:lnTo>
                    <a:pt x="7619" y="111760"/>
                  </a:lnTo>
                  <a:close/>
                </a:path>
                <a:path w="7620" h="318770">
                  <a:moveTo>
                    <a:pt x="7619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19" y="110490"/>
                  </a:lnTo>
                  <a:lnTo>
                    <a:pt x="7619" y="109220"/>
                  </a:lnTo>
                  <a:close/>
                </a:path>
                <a:path w="7620" h="318770">
                  <a:moveTo>
                    <a:pt x="7619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19" y="107950"/>
                  </a:lnTo>
                  <a:lnTo>
                    <a:pt x="7619" y="105410"/>
                  </a:lnTo>
                  <a:close/>
                </a:path>
                <a:path w="7620" h="318770">
                  <a:moveTo>
                    <a:pt x="7619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19" y="104140"/>
                  </a:lnTo>
                  <a:lnTo>
                    <a:pt x="7619" y="102870"/>
                  </a:lnTo>
                  <a:close/>
                </a:path>
                <a:path w="7620" h="318770">
                  <a:moveTo>
                    <a:pt x="7619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19" y="101600"/>
                  </a:lnTo>
                  <a:lnTo>
                    <a:pt x="7619" y="99060"/>
                  </a:lnTo>
                  <a:close/>
                </a:path>
                <a:path w="7620" h="318770">
                  <a:moveTo>
                    <a:pt x="7619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19" y="97790"/>
                  </a:lnTo>
                  <a:lnTo>
                    <a:pt x="7619" y="96520"/>
                  </a:lnTo>
                  <a:close/>
                </a:path>
                <a:path w="7620" h="318770">
                  <a:moveTo>
                    <a:pt x="7619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19" y="95250"/>
                  </a:lnTo>
                  <a:lnTo>
                    <a:pt x="7619" y="92710"/>
                  </a:lnTo>
                  <a:close/>
                </a:path>
                <a:path w="7620" h="318770">
                  <a:moveTo>
                    <a:pt x="7619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19" y="91440"/>
                  </a:lnTo>
                  <a:lnTo>
                    <a:pt x="7619" y="90170"/>
                  </a:lnTo>
                  <a:close/>
                </a:path>
                <a:path w="7620" h="318770">
                  <a:moveTo>
                    <a:pt x="7619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19" y="88900"/>
                  </a:lnTo>
                  <a:lnTo>
                    <a:pt x="7619" y="86360"/>
                  </a:lnTo>
                  <a:close/>
                </a:path>
                <a:path w="7620" h="318770">
                  <a:moveTo>
                    <a:pt x="7619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19" y="85090"/>
                  </a:lnTo>
                  <a:lnTo>
                    <a:pt x="7619" y="83820"/>
                  </a:lnTo>
                  <a:close/>
                </a:path>
                <a:path w="7620" h="318770">
                  <a:moveTo>
                    <a:pt x="7619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19" y="82550"/>
                  </a:lnTo>
                  <a:lnTo>
                    <a:pt x="7619" y="80010"/>
                  </a:lnTo>
                  <a:close/>
                </a:path>
                <a:path w="7620" h="318770">
                  <a:moveTo>
                    <a:pt x="7619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19" y="78740"/>
                  </a:lnTo>
                  <a:lnTo>
                    <a:pt x="7619" y="77470"/>
                  </a:lnTo>
                  <a:close/>
                </a:path>
                <a:path w="7620" h="318770">
                  <a:moveTo>
                    <a:pt x="7619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19" y="76200"/>
                  </a:lnTo>
                  <a:lnTo>
                    <a:pt x="7619" y="73660"/>
                  </a:lnTo>
                  <a:close/>
                </a:path>
                <a:path w="7620" h="318770">
                  <a:moveTo>
                    <a:pt x="7619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19" y="72390"/>
                  </a:lnTo>
                  <a:lnTo>
                    <a:pt x="7619" y="71120"/>
                  </a:lnTo>
                  <a:close/>
                </a:path>
                <a:path w="7620" h="318770">
                  <a:moveTo>
                    <a:pt x="7619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19" y="69850"/>
                  </a:lnTo>
                  <a:lnTo>
                    <a:pt x="7619" y="67310"/>
                  </a:lnTo>
                  <a:close/>
                </a:path>
                <a:path w="7620" h="318770">
                  <a:moveTo>
                    <a:pt x="7619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19" y="66040"/>
                  </a:lnTo>
                  <a:lnTo>
                    <a:pt x="7619" y="64770"/>
                  </a:lnTo>
                  <a:close/>
                </a:path>
                <a:path w="7620" h="318770">
                  <a:moveTo>
                    <a:pt x="7619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19" y="63500"/>
                  </a:lnTo>
                  <a:lnTo>
                    <a:pt x="7619" y="60960"/>
                  </a:lnTo>
                  <a:close/>
                </a:path>
                <a:path w="7620" h="318770">
                  <a:moveTo>
                    <a:pt x="7619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19" y="59690"/>
                  </a:lnTo>
                  <a:lnTo>
                    <a:pt x="7619" y="58420"/>
                  </a:lnTo>
                  <a:close/>
                </a:path>
                <a:path w="7620" h="318770">
                  <a:moveTo>
                    <a:pt x="7619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19" y="57150"/>
                  </a:lnTo>
                  <a:lnTo>
                    <a:pt x="7619" y="54610"/>
                  </a:lnTo>
                  <a:close/>
                </a:path>
                <a:path w="7620" h="318770">
                  <a:moveTo>
                    <a:pt x="7619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19" y="53340"/>
                  </a:lnTo>
                  <a:lnTo>
                    <a:pt x="7619" y="52070"/>
                  </a:lnTo>
                  <a:close/>
                </a:path>
                <a:path w="7620" h="318770">
                  <a:moveTo>
                    <a:pt x="7619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19" y="50800"/>
                  </a:lnTo>
                  <a:lnTo>
                    <a:pt x="7619" y="48260"/>
                  </a:lnTo>
                  <a:close/>
                </a:path>
                <a:path w="7620" h="318770">
                  <a:moveTo>
                    <a:pt x="7619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19" y="46990"/>
                  </a:lnTo>
                  <a:lnTo>
                    <a:pt x="7619" y="45720"/>
                  </a:lnTo>
                  <a:close/>
                </a:path>
                <a:path w="7620" h="318770">
                  <a:moveTo>
                    <a:pt x="7619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19" y="44450"/>
                  </a:lnTo>
                  <a:lnTo>
                    <a:pt x="7619" y="41910"/>
                  </a:lnTo>
                  <a:close/>
                </a:path>
                <a:path w="7620" h="318770">
                  <a:moveTo>
                    <a:pt x="7619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19" y="40640"/>
                  </a:lnTo>
                  <a:lnTo>
                    <a:pt x="7619" y="39370"/>
                  </a:lnTo>
                  <a:close/>
                </a:path>
                <a:path w="7620" h="318770">
                  <a:moveTo>
                    <a:pt x="7619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19" y="38100"/>
                  </a:lnTo>
                  <a:lnTo>
                    <a:pt x="7619" y="35560"/>
                  </a:lnTo>
                  <a:close/>
                </a:path>
                <a:path w="7620" h="318770">
                  <a:moveTo>
                    <a:pt x="7619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19" y="34290"/>
                  </a:lnTo>
                  <a:lnTo>
                    <a:pt x="7619" y="33020"/>
                  </a:lnTo>
                  <a:close/>
                </a:path>
                <a:path w="7620" h="318770">
                  <a:moveTo>
                    <a:pt x="7619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19" y="31750"/>
                  </a:lnTo>
                  <a:lnTo>
                    <a:pt x="7619" y="29210"/>
                  </a:lnTo>
                  <a:close/>
                </a:path>
                <a:path w="7620" h="318770">
                  <a:moveTo>
                    <a:pt x="7619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19" y="27940"/>
                  </a:lnTo>
                  <a:lnTo>
                    <a:pt x="7619" y="26670"/>
                  </a:lnTo>
                  <a:close/>
                </a:path>
                <a:path w="7620" h="318770">
                  <a:moveTo>
                    <a:pt x="7619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19" y="25400"/>
                  </a:lnTo>
                  <a:lnTo>
                    <a:pt x="7619" y="22860"/>
                  </a:lnTo>
                  <a:close/>
                </a:path>
                <a:path w="7620" h="318770">
                  <a:moveTo>
                    <a:pt x="7619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19" y="21590"/>
                  </a:lnTo>
                  <a:lnTo>
                    <a:pt x="7619" y="20320"/>
                  </a:lnTo>
                  <a:close/>
                </a:path>
                <a:path w="7620" h="318770">
                  <a:moveTo>
                    <a:pt x="7619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19" y="19050"/>
                  </a:lnTo>
                  <a:lnTo>
                    <a:pt x="7619" y="16510"/>
                  </a:lnTo>
                  <a:close/>
                </a:path>
                <a:path w="7620" h="318770">
                  <a:moveTo>
                    <a:pt x="7619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19" y="15240"/>
                  </a:lnTo>
                  <a:lnTo>
                    <a:pt x="7619" y="13970"/>
                  </a:lnTo>
                  <a:close/>
                </a:path>
                <a:path w="7620" h="318770">
                  <a:moveTo>
                    <a:pt x="7619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19" y="12700"/>
                  </a:lnTo>
                  <a:lnTo>
                    <a:pt x="7619" y="10160"/>
                  </a:lnTo>
                  <a:close/>
                </a:path>
                <a:path w="7620" h="318770">
                  <a:moveTo>
                    <a:pt x="7619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19" y="8890"/>
                  </a:lnTo>
                  <a:lnTo>
                    <a:pt x="7619" y="7620"/>
                  </a:lnTo>
                  <a:close/>
                </a:path>
                <a:path w="7620" h="318770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7620" h="318770">
                  <a:moveTo>
                    <a:pt x="5079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5079" y="3810"/>
                  </a:lnTo>
                  <a:lnTo>
                    <a:pt x="5079" y="2540"/>
                  </a:lnTo>
                  <a:close/>
                </a:path>
                <a:path w="7620" h="31877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2F43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47">
              <a:extLst>
                <a:ext uri="{FF2B5EF4-FFF2-40B4-BE49-F238E27FC236}">
                  <a16:creationId xmlns:a16="http://schemas.microsoft.com/office/drawing/2014/main" id="{DCD764B9-3AE5-36AB-F1AC-3113C75C24BF}"/>
                </a:ext>
              </a:extLst>
            </p:cNvPr>
            <p:cNvSpPr/>
            <p:nvPr/>
          </p:nvSpPr>
          <p:spPr>
            <a:xfrm>
              <a:off x="4621530" y="3328670"/>
              <a:ext cx="7620" cy="312420"/>
            </a:xfrm>
            <a:custGeom>
              <a:avLst/>
              <a:gdLst/>
              <a:ahLst/>
              <a:cxnLst/>
              <a:rect l="l" t="t" r="r" b="b"/>
              <a:pathLst>
                <a:path w="7620" h="312420">
                  <a:moveTo>
                    <a:pt x="7620" y="217170"/>
                  </a:moveTo>
                  <a:lnTo>
                    <a:pt x="0" y="217170"/>
                  </a:lnTo>
                  <a:lnTo>
                    <a:pt x="0" y="312420"/>
                  </a:lnTo>
                  <a:lnTo>
                    <a:pt x="7620" y="312420"/>
                  </a:lnTo>
                  <a:lnTo>
                    <a:pt x="7620" y="217170"/>
                  </a:lnTo>
                  <a:close/>
                </a:path>
                <a:path w="7620" h="312420">
                  <a:moveTo>
                    <a:pt x="7620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3360"/>
                  </a:lnTo>
                  <a:close/>
                </a:path>
                <a:path w="7620" h="312420">
                  <a:moveTo>
                    <a:pt x="7620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7620" y="212090"/>
                  </a:lnTo>
                  <a:lnTo>
                    <a:pt x="7620" y="210820"/>
                  </a:lnTo>
                  <a:close/>
                </a:path>
                <a:path w="7620" h="312420">
                  <a:moveTo>
                    <a:pt x="7620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7010"/>
                  </a:lnTo>
                  <a:close/>
                </a:path>
                <a:path w="7620" h="312420">
                  <a:moveTo>
                    <a:pt x="7620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7620" y="205740"/>
                  </a:lnTo>
                  <a:lnTo>
                    <a:pt x="7620" y="204470"/>
                  </a:lnTo>
                  <a:close/>
                </a:path>
                <a:path w="7620" h="312420">
                  <a:moveTo>
                    <a:pt x="762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0660"/>
                  </a:lnTo>
                  <a:close/>
                </a:path>
                <a:path w="7620" h="312420">
                  <a:moveTo>
                    <a:pt x="762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8120"/>
                  </a:lnTo>
                  <a:close/>
                </a:path>
                <a:path w="7620" h="312420">
                  <a:moveTo>
                    <a:pt x="762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310"/>
                  </a:lnTo>
                  <a:close/>
                </a:path>
                <a:path w="7620" h="312420">
                  <a:moveTo>
                    <a:pt x="762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1770"/>
                  </a:lnTo>
                  <a:close/>
                </a:path>
                <a:path w="7620" h="312420">
                  <a:moveTo>
                    <a:pt x="762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7960"/>
                  </a:lnTo>
                  <a:close/>
                </a:path>
                <a:path w="7620" h="312420">
                  <a:moveTo>
                    <a:pt x="762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5420"/>
                  </a:lnTo>
                  <a:close/>
                </a:path>
                <a:path w="7620" h="31242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20" h="31242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20" h="31242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20" h="31242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20" h="31242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20" h="31242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20" h="31242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31242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31242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31242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31242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31242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31242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31242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31242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31242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31242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31242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31242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31242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31242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31242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31242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31242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31242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31242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31242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31242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31242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31242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31242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31242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31242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31242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31242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31242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31242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31242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31242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31242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31242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31242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31242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31242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31242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31242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31242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31242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31242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31242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31242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31242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31242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31242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31242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31242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312420">
                  <a:moveTo>
                    <a:pt x="7620" y="2540"/>
                  </a:moveTo>
                  <a:lnTo>
                    <a:pt x="5080" y="2540"/>
                  </a:lnTo>
                  <a:lnTo>
                    <a:pt x="508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540"/>
                  </a:lnTo>
                  <a:close/>
                </a:path>
                <a:path w="7620" h="312420">
                  <a:moveTo>
                    <a:pt x="5080" y="1270"/>
                  </a:moveTo>
                  <a:lnTo>
                    <a:pt x="0" y="1270"/>
                  </a:lnTo>
                  <a:lnTo>
                    <a:pt x="0" y="2540"/>
                  </a:lnTo>
                  <a:lnTo>
                    <a:pt x="5080" y="2540"/>
                  </a:lnTo>
                  <a:lnTo>
                    <a:pt x="5080" y="1270"/>
                  </a:lnTo>
                  <a:close/>
                </a:path>
                <a:path w="7620" h="312420">
                  <a:moveTo>
                    <a:pt x="381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3044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48">
              <a:extLst>
                <a:ext uri="{FF2B5EF4-FFF2-40B4-BE49-F238E27FC236}">
                  <a16:creationId xmlns:a16="http://schemas.microsoft.com/office/drawing/2014/main" id="{EAD91978-3DFB-4FED-CF47-0F41227BEFEC}"/>
                </a:ext>
              </a:extLst>
            </p:cNvPr>
            <p:cNvSpPr/>
            <p:nvPr/>
          </p:nvSpPr>
          <p:spPr>
            <a:xfrm>
              <a:off x="4629150" y="3332480"/>
              <a:ext cx="6350" cy="308610"/>
            </a:xfrm>
            <a:custGeom>
              <a:avLst/>
              <a:gdLst/>
              <a:ahLst/>
              <a:cxnLst/>
              <a:rect l="l" t="t" r="r" b="b"/>
              <a:pathLst>
                <a:path w="6350" h="308610">
                  <a:moveTo>
                    <a:pt x="6350" y="213360"/>
                  </a:moveTo>
                  <a:lnTo>
                    <a:pt x="0" y="213360"/>
                  </a:lnTo>
                  <a:lnTo>
                    <a:pt x="0" y="308610"/>
                  </a:lnTo>
                  <a:lnTo>
                    <a:pt x="6350" y="308610"/>
                  </a:lnTo>
                  <a:lnTo>
                    <a:pt x="6350" y="213360"/>
                  </a:lnTo>
                  <a:close/>
                </a:path>
                <a:path w="6350" h="308610">
                  <a:moveTo>
                    <a:pt x="6350" y="209550"/>
                  </a:moveTo>
                  <a:lnTo>
                    <a:pt x="0" y="209550"/>
                  </a:lnTo>
                  <a:lnTo>
                    <a:pt x="0" y="212089"/>
                  </a:lnTo>
                  <a:lnTo>
                    <a:pt x="6350" y="212089"/>
                  </a:lnTo>
                  <a:lnTo>
                    <a:pt x="6350" y="209550"/>
                  </a:lnTo>
                  <a:close/>
                </a:path>
                <a:path w="6350" h="308610">
                  <a:moveTo>
                    <a:pt x="6350" y="207010"/>
                  </a:moveTo>
                  <a:lnTo>
                    <a:pt x="0" y="207010"/>
                  </a:lnTo>
                  <a:lnTo>
                    <a:pt x="0" y="208280"/>
                  </a:lnTo>
                  <a:lnTo>
                    <a:pt x="6350" y="208280"/>
                  </a:lnTo>
                  <a:lnTo>
                    <a:pt x="6350" y="207010"/>
                  </a:lnTo>
                  <a:close/>
                </a:path>
                <a:path w="6350" h="308610">
                  <a:moveTo>
                    <a:pt x="6350" y="203200"/>
                  </a:moveTo>
                  <a:lnTo>
                    <a:pt x="0" y="203200"/>
                  </a:lnTo>
                  <a:lnTo>
                    <a:pt x="0" y="205739"/>
                  </a:lnTo>
                  <a:lnTo>
                    <a:pt x="6350" y="205739"/>
                  </a:lnTo>
                  <a:lnTo>
                    <a:pt x="6350" y="203200"/>
                  </a:lnTo>
                  <a:close/>
                </a:path>
                <a:path w="6350" h="308610">
                  <a:moveTo>
                    <a:pt x="6350" y="200660"/>
                  </a:moveTo>
                  <a:lnTo>
                    <a:pt x="0" y="200660"/>
                  </a:lnTo>
                  <a:lnTo>
                    <a:pt x="0" y="201930"/>
                  </a:lnTo>
                  <a:lnTo>
                    <a:pt x="6350" y="201930"/>
                  </a:lnTo>
                  <a:lnTo>
                    <a:pt x="6350" y="200660"/>
                  </a:lnTo>
                  <a:close/>
                </a:path>
                <a:path w="6350" h="308610">
                  <a:moveTo>
                    <a:pt x="6350" y="196850"/>
                  </a:moveTo>
                  <a:lnTo>
                    <a:pt x="0" y="196850"/>
                  </a:lnTo>
                  <a:lnTo>
                    <a:pt x="0" y="199389"/>
                  </a:lnTo>
                  <a:lnTo>
                    <a:pt x="6350" y="199389"/>
                  </a:lnTo>
                  <a:lnTo>
                    <a:pt x="6350" y="196850"/>
                  </a:lnTo>
                  <a:close/>
                </a:path>
                <a:path w="6350" h="308610">
                  <a:moveTo>
                    <a:pt x="6350" y="194310"/>
                  </a:moveTo>
                  <a:lnTo>
                    <a:pt x="0" y="194310"/>
                  </a:lnTo>
                  <a:lnTo>
                    <a:pt x="0" y="195580"/>
                  </a:lnTo>
                  <a:lnTo>
                    <a:pt x="6350" y="195580"/>
                  </a:lnTo>
                  <a:lnTo>
                    <a:pt x="6350" y="194310"/>
                  </a:lnTo>
                  <a:close/>
                </a:path>
                <a:path w="6350" h="308610">
                  <a:moveTo>
                    <a:pt x="6350" y="190500"/>
                  </a:moveTo>
                  <a:lnTo>
                    <a:pt x="0" y="190500"/>
                  </a:lnTo>
                  <a:lnTo>
                    <a:pt x="0" y="193039"/>
                  </a:lnTo>
                  <a:lnTo>
                    <a:pt x="6350" y="193039"/>
                  </a:lnTo>
                  <a:lnTo>
                    <a:pt x="6350" y="190500"/>
                  </a:lnTo>
                  <a:close/>
                </a:path>
                <a:path w="6350" h="308610">
                  <a:moveTo>
                    <a:pt x="6350" y="187960"/>
                  </a:moveTo>
                  <a:lnTo>
                    <a:pt x="0" y="187960"/>
                  </a:lnTo>
                  <a:lnTo>
                    <a:pt x="0" y="189230"/>
                  </a:lnTo>
                  <a:lnTo>
                    <a:pt x="6350" y="189230"/>
                  </a:lnTo>
                  <a:lnTo>
                    <a:pt x="6350" y="187960"/>
                  </a:lnTo>
                  <a:close/>
                </a:path>
                <a:path w="6350" h="308610">
                  <a:moveTo>
                    <a:pt x="6350" y="184150"/>
                  </a:moveTo>
                  <a:lnTo>
                    <a:pt x="0" y="184150"/>
                  </a:lnTo>
                  <a:lnTo>
                    <a:pt x="0" y="186689"/>
                  </a:lnTo>
                  <a:lnTo>
                    <a:pt x="6350" y="186689"/>
                  </a:lnTo>
                  <a:lnTo>
                    <a:pt x="6350" y="184150"/>
                  </a:lnTo>
                  <a:close/>
                </a:path>
                <a:path w="6350" h="308610">
                  <a:moveTo>
                    <a:pt x="6350" y="181610"/>
                  </a:moveTo>
                  <a:lnTo>
                    <a:pt x="0" y="181610"/>
                  </a:lnTo>
                  <a:lnTo>
                    <a:pt x="0" y="182880"/>
                  </a:lnTo>
                  <a:lnTo>
                    <a:pt x="6350" y="182880"/>
                  </a:lnTo>
                  <a:lnTo>
                    <a:pt x="6350" y="181610"/>
                  </a:lnTo>
                  <a:close/>
                </a:path>
                <a:path w="6350" h="308610">
                  <a:moveTo>
                    <a:pt x="6350" y="177800"/>
                  </a:moveTo>
                  <a:lnTo>
                    <a:pt x="0" y="177800"/>
                  </a:lnTo>
                  <a:lnTo>
                    <a:pt x="0" y="180339"/>
                  </a:lnTo>
                  <a:lnTo>
                    <a:pt x="6350" y="180339"/>
                  </a:lnTo>
                  <a:lnTo>
                    <a:pt x="6350" y="177800"/>
                  </a:lnTo>
                  <a:close/>
                </a:path>
                <a:path w="6350" h="308610">
                  <a:moveTo>
                    <a:pt x="6350" y="175260"/>
                  </a:moveTo>
                  <a:lnTo>
                    <a:pt x="0" y="175260"/>
                  </a:lnTo>
                  <a:lnTo>
                    <a:pt x="0" y="176530"/>
                  </a:lnTo>
                  <a:lnTo>
                    <a:pt x="6350" y="176530"/>
                  </a:lnTo>
                  <a:lnTo>
                    <a:pt x="6350" y="175260"/>
                  </a:lnTo>
                  <a:close/>
                </a:path>
                <a:path w="6350" h="308610">
                  <a:moveTo>
                    <a:pt x="6350" y="171450"/>
                  </a:moveTo>
                  <a:lnTo>
                    <a:pt x="0" y="171450"/>
                  </a:lnTo>
                  <a:lnTo>
                    <a:pt x="0" y="173989"/>
                  </a:lnTo>
                  <a:lnTo>
                    <a:pt x="6350" y="173989"/>
                  </a:lnTo>
                  <a:lnTo>
                    <a:pt x="6350" y="171450"/>
                  </a:lnTo>
                  <a:close/>
                </a:path>
                <a:path w="6350" h="308610">
                  <a:moveTo>
                    <a:pt x="6350" y="168910"/>
                  </a:moveTo>
                  <a:lnTo>
                    <a:pt x="0" y="168910"/>
                  </a:lnTo>
                  <a:lnTo>
                    <a:pt x="0" y="170180"/>
                  </a:lnTo>
                  <a:lnTo>
                    <a:pt x="6350" y="170180"/>
                  </a:lnTo>
                  <a:lnTo>
                    <a:pt x="6350" y="168910"/>
                  </a:lnTo>
                  <a:close/>
                </a:path>
                <a:path w="6350" h="308610">
                  <a:moveTo>
                    <a:pt x="6350" y="165100"/>
                  </a:moveTo>
                  <a:lnTo>
                    <a:pt x="0" y="165100"/>
                  </a:lnTo>
                  <a:lnTo>
                    <a:pt x="0" y="167639"/>
                  </a:lnTo>
                  <a:lnTo>
                    <a:pt x="6350" y="167639"/>
                  </a:lnTo>
                  <a:lnTo>
                    <a:pt x="6350" y="165100"/>
                  </a:lnTo>
                  <a:close/>
                </a:path>
                <a:path w="6350" h="308610">
                  <a:moveTo>
                    <a:pt x="6350" y="162560"/>
                  </a:moveTo>
                  <a:lnTo>
                    <a:pt x="0" y="162560"/>
                  </a:lnTo>
                  <a:lnTo>
                    <a:pt x="0" y="163830"/>
                  </a:lnTo>
                  <a:lnTo>
                    <a:pt x="6350" y="163830"/>
                  </a:lnTo>
                  <a:lnTo>
                    <a:pt x="6350" y="162560"/>
                  </a:lnTo>
                  <a:close/>
                </a:path>
                <a:path w="6350" h="308610">
                  <a:moveTo>
                    <a:pt x="6350" y="158750"/>
                  </a:moveTo>
                  <a:lnTo>
                    <a:pt x="0" y="158750"/>
                  </a:lnTo>
                  <a:lnTo>
                    <a:pt x="0" y="161289"/>
                  </a:lnTo>
                  <a:lnTo>
                    <a:pt x="6350" y="161289"/>
                  </a:lnTo>
                  <a:lnTo>
                    <a:pt x="6350" y="158750"/>
                  </a:lnTo>
                  <a:close/>
                </a:path>
                <a:path w="6350" h="308610">
                  <a:moveTo>
                    <a:pt x="635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6350" y="157480"/>
                  </a:lnTo>
                  <a:lnTo>
                    <a:pt x="6350" y="156210"/>
                  </a:lnTo>
                  <a:close/>
                </a:path>
                <a:path w="6350" h="308610">
                  <a:moveTo>
                    <a:pt x="6350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6350" y="154939"/>
                  </a:lnTo>
                  <a:lnTo>
                    <a:pt x="6350" y="152400"/>
                  </a:lnTo>
                  <a:close/>
                </a:path>
                <a:path w="6350" h="308610">
                  <a:moveTo>
                    <a:pt x="6350" y="149860"/>
                  </a:moveTo>
                  <a:lnTo>
                    <a:pt x="0" y="149860"/>
                  </a:lnTo>
                  <a:lnTo>
                    <a:pt x="0" y="151130"/>
                  </a:lnTo>
                  <a:lnTo>
                    <a:pt x="6350" y="151130"/>
                  </a:lnTo>
                  <a:lnTo>
                    <a:pt x="6350" y="149860"/>
                  </a:lnTo>
                  <a:close/>
                </a:path>
                <a:path w="6350" h="308610">
                  <a:moveTo>
                    <a:pt x="6350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6350" y="148589"/>
                  </a:lnTo>
                  <a:lnTo>
                    <a:pt x="6350" y="146050"/>
                  </a:lnTo>
                  <a:close/>
                </a:path>
                <a:path w="6350" h="308610">
                  <a:moveTo>
                    <a:pt x="6350" y="143510"/>
                  </a:moveTo>
                  <a:lnTo>
                    <a:pt x="0" y="143510"/>
                  </a:lnTo>
                  <a:lnTo>
                    <a:pt x="0" y="144780"/>
                  </a:lnTo>
                  <a:lnTo>
                    <a:pt x="6350" y="144780"/>
                  </a:lnTo>
                  <a:lnTo>
                    <a:pt x="6350" y="143510"/>
                  </a:lnTo>
                  <a:close/>
                </a:path>
                <a:path w="6350" h="308610">
                  <a:moveTo>
                    <a:pt x="6350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6350" y="142239"/>
                  </a:lnTo>
                  <a:lnTo>
                    <a:pt x="6350" y="139700"/>
                  </a:lnTo>
                  <a:close/>
                </a:path>
                <a:path w="6350" h="308610">
                  <a:moveTo>
                    <a:pt x="635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6350" y="138430"/>
                  </a:lnTo>
                  <a:lnTo>
                    <a:pt x="6350" y="137160"/>
                  </a:lnTo>
                  <a:close/>
                </a:path>
                <a:path w="6350" h="308610">
                  <a:moveTo>
                    <a:pt x="635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6350" y="135889"/>
                  </a:lnTo>
                  <a:lnTo>
                    <a:pt x="6350" y="133350"/>
                  </a:lnTo>
                  <a:close/>
                </a:path>
                <a:path w="6350" h="308610">
                  <a:moveTo>
                    <a:pt x="635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6350" y="132080"/>
                  </a:lnTo>
                  <a:lnTo>
                    <a:pt x="6350" y="130810"/>
                  </a:lnTo>
                  <a:close/>
                </a:path>
                <a:path w="6350" h="308610">
                  <a:moveTo>
                    <a:pt x="635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6350" y="129539"/>
                  </a:lnTo>
                  <a:lnTo>
                    <a:pt x="6350" y="127000"/>
                  </a:lnTo>
                  <a:close/>
                </a:path>
                <a:path w="6350" h="308610">
                  <a:moveTo>
                    <a:pt x="635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6350" y="125730"/>
                  </a:lnTo>
                  <a:lnTo>
                    <a:pt x="6350" y="124460"/>
                  </a:lnTo>
                  <a:close/>
                </a:path>
                <a:path w="6350" h="308610">
                  <a:moveTo>
                    <a:pt x="635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6350" y="123189"/>
                  </a:lnTo>
                  <a:lnTo>
                    <a:pt x="6350" y="120650"/>
                  </a:lnTo>
                  <a:close/>
                </a:path>
                <a:path w="6350" h="308610">
                  <a:moveTo>
                    <a:pt x="635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6350" y="119380"/>
                  </a:lnTo>
                  <a:lnTo>
                    <a:pt x="6350" y="118110"/>
                  </a:lnTo>
                  <a:close/>
                </a:path>
                <a:path w="6350" h="308610">
                  <a:moveTo>
                    <a:pt x="635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6350" y="116839"/>
                  </a:lnTo>
                  <a:lnTo>
                    <a:pt x="6350" y="114300"/>
                  </a:lnTo>
                  <a:close/>
                </a:path>
                <a:path w="6350" h="308610">
                  <a:moveTo>
                    <a:pt x="635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6350" y="113030"/>
                  </a:lnTo>
                  <a:lnTo>
                    <a:pt x="6350" y="111760"/>
                  </a:lnTo>
                  <a:close/>
                </a:path>
                <a:path w="6350" h="308610">
                  <a:moveTo>
                    <a:pt x="635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6350" y="110489"/>
                  </a:lnTo>
                  <a:lnTo>
                    <a:pt x="6350" y="107950"/>
                  </a:lnTo>
                  <a:close/>
                </a:path>
                <a:path w="6350" h="308610">
                  <a:moveTo>
                    <a:pt x="635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6350" y="106680"/>
                  </a:lnTo>
                  <a:lnTo>
                    <a:pt x="6350" y="105410"/>
                  </a:lnTo>
                  <a:close/>
                </a:path>
                <a:path w="6350" h="308610">
                  <a:moveTo>
                    <a:pt x="635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6350" y="104139"/>
                  </a:lnTo>
                  <a:lnTo>
                    <a:pt x="6350" y="101600"/>
                  </a:lnTo>
                  <a:close/>
                </a:path>
                <a:path w="6350" h="308610">
                  <a:moveTo>
                    <a:pt x="635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6350" y="100330"/>
                  </a:lnTo>
                  <a:lnTo>
                    <a:pt x="6350" y="99060"/>
                  </a:lnTo>
                  <a:close/>
                </a:path>
                <a:path w="6350" h="308610">
                  <a:moveTo>
                    <a:pt x="635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6350" y="97789"/>
                  </a:lnTo>
                  <a:lnTo>
                    <a:pt x="6350" y="95250"/>
                  </a:lnTo>
                  <a:close/>
                </a:path>
                <a:path w="6350" h="308610">
                  <a:moveTo>
                    <a:pt x="635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6350" y="93980"/>
                  </a:lnTo>
                  <a:lnTo>
                    <a:pt x="6350" y="92710"/>
                  </a:lnTo>
                  <a:close/>
                </a:path>
                <a:path w="6350" h="308610">
                  <a:moveTo>
                    <a:pt x="635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6350" y="91439"/>
                  </a:lnTo>
                  <a:lnTo>
                    <a:pt x="6350" y="88900"/>
                  </a:lnTo>
                  <a:close/>
                </a:path>
                <a:path w="6350" h="308610">
                  <a:moveTo>
                    <a:pt x="635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6350" y="87630"/>
                  </a:lnTo>
                  <a:lnTo>
                    <a:pt x="6350" y="86360"/>
                  </a:lnTo>
                  <a:close/>
                </a:path>
                <a:path w="6350" h="308610">
                  <a:moveTo>
                    <a:pt x="635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6350" y="85089"/>
                  </a:lnTo>
                  <a:lnTo>
                    <a:pt x="6350" y="82550"/>
                  </a:lnTo>
                  <a:close/>
                </a:path>
                <a:path w="6350" h="308610">
                  <a:moveTo>
                    <a:pt x="635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6350" y="81280"/>
                  </a:lnTo>
                  <a:lnTo>
                    <a:pt x="6350" y="80010"/>
                  </a:lnTo>
                  <a:close/>
                </a:path>
                <a:path w="6350" h="308610">
                  <a:moveTo>
                    <a:pt x="635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6350" y="78739"/>
                  </a:lnTo>
                  <a:lnTo>
                    <a:pt x="6350" y="76200"/>
                  </a:lnTo>
                  <a:close/>
                </a:path>
                <a:path w="6350" h="308610">
                  <a:moveTo>
                    <a:pt x="635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6350" y="74930"/>
                  </a:lnTo>
                  <a:lnTo>
                    <a:pt x="6350" y="73660"/>
                  </a:lnTo>
                  <a:close/>
                </a:path>
                <a:path w="6350" h="308610">
                  <a:moveTo>
                    <a:pt x="635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6350" y="72389"/>
                  </a:lnTo>
                  <a:lnTo>
                    <a:pt x="6350" y="69850"/>
                  </a:lnTo>
                  <a:close/>
                </a:path>
                <a:path w="6350" h="308610">
                  <a:moveTo>
                    <a:pt x="635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6350" y="68580"/>
                  </a:lnTo>
                  <a:lnTo>
                    <a:pt x="6350" y="67310"/>
                  </a:lnTo>
                  <a:close/>
                </a:path>
                <a:path w="6350" h="308610">
                  <a:moveTo>
                    <a:pt x="635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6350" y="66039"/>
                  </a:lnTo>
                  <a:lnTo>
                    <a:pt x="6350" y="63500"/>
                  </a:lnTo>
                  <a:close/>
                </a:path>
                <a:path w="6350" h="308610">
                  <a:moveTo>
                    <a:pt x="635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6350" y="62230"/>
                  </a:lnTo>
                  <a:lnTo>
                    <a:pt x="6350" y="60960"/>
                  </a:lnTo>
                  <a:close/>
                </a:path>
                <a:path w="6350" h="308610">
                  <a:moveTo>
                    <a:pt x="635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6350" y="59689"/>
                  </a:lnTo>
                  <a:lnTo>
                    <a:pt x="6350" y="57150"/>
                  </a:lnTo>
                  <a:close/>
                </a:path>
                <a:path w="6350" h="308610">
                  <a:moveTo>
                    <a:pt x="635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6350" y="55880"/>
                  </a:lnTo>
                  <a:lnTo>
                    <a:pt x="6350" y="54610"/>
                  </a:lnTo>
                  <a:close/>
                </a:path>
                <a:path w="6350" h="308610">
                  <a:moveTo>
                    <a:pt x="635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6350" y="53339"/>
                  </a:lnTo>
                  <a:lnTo>
                    <a:pt x="6350" y="50800"/>
                  </a:lnTo>
                  <a:close/>
                </a:path>
                <a:path w="6350" h="308610">
                  <a:moveTo>
                    <a:pt x="635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6350" y="49530"/>
                  </a:lnTo>
                  <a:lnTo>
                    <a:pt x="6350" y="48260"/>
                  </a:lnTo>
                  <a:close/>
                </a:path>
                <a:path w="6350" h="308610">
                  <a:moveTo>
                    <a:pt x="635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6350" y="46989"/>
                  </a:lnTo>
                  <a:lnTo>
                    <a:pt x="6350" y="44450"/>
                  </a:lnTo>
                  <a:close/>
                </a:path>
                <a:path w="6350" h="308610">
                  <a:moveTo>
                    <a:pt x="635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6350" y="43180"/>
                  </a:lnTo>
                  <a:lnTo>
                    <a:pt x="6350" y="41910"/>
                  </a:lnTo>
                  <a:close/>
                </a:path>
                <a:path w="6350" h="308610">
                  <a:moveTo>
                    <a:pt x="635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6350" y="40639"/>
                  </a:lnTo>
                  <a:lnTo>
                    <a:pt x="6350" y="38100"/>
                  </a:lnTo>
                  <a:close/>
                </a:path>
                <a:path w="6350" h="308610">
                  <a:moveTo>
                    <a:pt x="635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6350" y="36830"/>
                  </a:lnTo>
                  <a:lnTo>
                    <a:pt x="6350" y="35560"/>
                  </a:lnTo>
                  <a:close/>
                </a:path>
                <a:path w="6350" h="308610">
                  <a:moveTo>
                    <a:pt x="635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6350" y="34289"/>
                  </a:lnTo>
                  <a:lnTo>
                    <a:pt x="6350" y="31750"/>
                  </a:lnTo>
                  <a:close/>
                </a:path>
                <a:path w="6350" h="308610">
                  <a:moveTo>
                    <a:pt x="635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6350" y="30480"/>
                  </a:lnTo>
                  <a:lnTo>
                    <a:pt x="6350" y="29210"/>
                  </a:lnTo>
                  <a:close/>
                </a:path>
                <a:path w="6350" h="308610">
                  <a:moveTo>
                    <a:pt x="635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6350" y="27939"/>
                  </a:lnTo>
                  <a:lnTo>
                    <a:pt x="6350" y="25400"/>
                  </a:lnTo>
                  <a:close/>
                </a:path>
                <a:path w="6350" h="308610">
                  <a:moveTo>
                    <a:pt x="635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6350" y="24130"/>
                  </a:lnTo>
                  <a:lnTo>
                    <a:pt x="6350" y="22860"/>
                  </a:lnTo>
                  <a:close/>
                </a:path>
                <a:path w="6350" h="308610">
                  <a:moveTo>
                    <a:pt x="635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6350" y="21589"/>
                  </a:lnTo>
                  <a:lnTo>
                    <a:pt x="6350" y="19050"/>
                  </a:lnTo>
                  <a:close/>
                </a:path>
                <a:path w="6350" h="308610">
                  <a:moveTo>
                    <a:pt x="635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6350" y="17780"/>
                  </a:lnTo>
                  <a:lnTo>
                    <a:pt x="6350" y="16510"/>
                  </a:lnTo>
                  <a:close/>
                </a:path>
                <a:path w="6350" h="308610">
                  <a:moveTo>
                    <a:pt x="635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6350" y="15239"/>
                  </a:lnTo>
                  <a:lnTo>
                    <a:pt x="6350" y="12700"/>
                  </a:lnTo>
                  <a:close/>
                </a:path>
                <a:path w="6350" h="308610">
                  <a:moveTo>
                    <a:pt x="635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6350" y="11430"/>
                  </a:lnTo>
                  <a:lnTo>
                    <a:pt x="6350" y="10160"/>
                  </a:lnTo>
                  <a:close/>
                </a:path>
                <a:path w="6350" h="308610">
                  <a:moveTo>
                    <a:pt x="635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6350" y="8889"/>
                  </a:lnTo>
                  <a:lnTo>
                    <a:pt x="6350" y="6350"/>
                  </a:lnTo>
                  <a:close/>
                </a:path>
                <a:path w="6350" h="308610">
                  <a:moveTo>
                    <a:pt x="6350" y="2539"/>
                  </a:moveTo>
                  <a:lnTo>
                    <a:pt x="3810" y="2539"/>
                  </a:lnTo>
                  <a:lnTo>
                    <a:pt x="3810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6350" y="5080"/>
                  </a:lnTo>
                  <a:lnTo>
                    <a:pt x="6350" y="2539"/>
                  </a:lnTo>
                  <a:close/>
                </a:path>
                <a:path w="6350" h="308610">
                  <a:moveTo>
                    <a:pt x="126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69" y="2539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3045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49">
              <a:extLst>
                <a:ext uri="{FF2B5EF4-FFF2-40B4-BE49-F238E27FC236}">
                  <a16:creationId xmlns:a16="http://schemas.microsoft.com/office/drawing/2014/main" id="{E640326E-A3BC-0853-6BBA-089934036D98}"/>
                </a:ext>
              </a:extLst>
            </p:cNvPr>
            <p:cNvSpPr/>
            <p:nvPr/>
          </p:nvSpPr>
          <p:spPr>
            <a:xfrm>
              <a:off x="4639309" y="3336290"/>
              <a:ext cx="0" cy="304800"/>
            </a:xfrm>
            <a:custGeom>
              <a:avLst/>
              <a:gdLst/>
              <a:ahLst/>
              <a:cxnLst/>
              <a:rect l="l" t="t" r="r" b="b"/>
              <a:pathLst>
                <a:path h="304800">
                  <a:moveTo>
                    <a:pt x="0" y="0"/>
                  </a:moveTo>
                  <a:lnTo>
                    <a:pt x="0" y="304800"/>
                  </a:lnTo>
                </a:path>
              </a:pathLst>
            </a:custGeom>
            <a:ln w="7620">
              <a:solidFill>
                <a:srgbClr val="314666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0">
              <a:extLst>
                <a:ext uri="{FF2B5EF4-FFF2-40B4-BE49-F238E27FC236}">
                  <a16:creationId xmlns:a16="http://schemas.microsoft.com/office/drawing/2014/main" id="{332F5792-41DF-C9CD-C456-9CC8258EEB3C}"/>
                </a:ext>
              </a:extLst>
            </p:cNvPr>
            <p:cNvSpPr/>
            <p:nvPr/>
          </p:nvSpPr>
          <p:spPr>
            <a:xfrm>
              <a:off x="4643119" y="3341370"/>
              <a:ext cx="7620" cy="299720"/>
            </a:xfrm>
            <a:custGeom>
              <a:avLst/>
              <a:gdLst/>
              <a:ahLst/>
              <a:cxnLst/>
              <a:rect l="l" t="t" r="r" b="b"/>
              <a:pathLst>
                <a:path w="7620" h="299720">
                  <a:moveTo>
                    <a:pt x="7620" y="204470"/>
                  </a:moveTo>
                  <a:lnTo>
                    <a:pt x="0" y="204470"/>
                  </a:lnTo>
                  <a:lnTo>
                    <a:pt x="0" y="299720"/>
                  </a:lnTo>
                  <a:lnTo>
                    <a:pt x="7620" y="299720"/>
                  </a:lnTo>
                  <a:lnTo>
                    <a:pt x="7620" y="204470"/>
                  </a:lnTo>
                  <a:close/>
                </a:path>
                <a:path w="7620" h="299720">
                  <a:moveTo>
                    <a:pt x="762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0660"/>
                  </a:lnTo>
                  <a:close/>
                </a:path>
                <a:path w="7620" h="299720">
                  <a:moveTo>
                    <a:pt x="762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7620" y="199390"/>
                  </a:lnTo>
                  <a:lnTo>
                    <a:pt x="7620" y="198120"/>
                  </a:lnTo>
                  <a:close/>
                </a:path>
                <a:path w="7620" h="299720">
                  <a:moveTo>
                    <a:pt x="762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310"/>
                  </a:lnTo>
                  <a:close/>
                </a:path>
                <a:path w="7620" h="299720">
                  <a:moveTo>
                    <a:pt x="762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1770"/>
                  </a:lnTo>
                  <a:close/>
                </a:path>
                <a:path w="7620" h="299720">
                  <a:moveTo>
                    <a:pt x="762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7960"/>
                  </a:lnTo>
                  <a:close/>
                </a:path>
                <a:path w="7620" h="299720">
                  <a:moveTo>
                    <a:pt x="762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5420"/>
                  </a:lnTo>
                  <a:close/>
                </a:path>
                <a:path w="7620" h="29972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20" h="29972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20" h="29972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20" h="29972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20" h="29972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20" h="29972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20" h="29972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29972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29972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29972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29972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29972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29972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29972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29972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29972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29972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29972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29972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29972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29972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29972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29972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29972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29972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29972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29972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29972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29972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29972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29972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29972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29972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29972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29972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29972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29972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29972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29972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9972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29972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9972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29972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29972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29972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9972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29972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9972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29972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9972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29972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9972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29972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9972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29972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9972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299720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20" h="299720">
                  <a:moveTo>
                    <a:pt x="6350" y="2540"/>
                  </a:moveTo>
                  <a:lnTo>
                    <a:pt x="3810" y="2540"/>
                  </a:lnTo>
                  <a:lnTo>
                    <a:pt x="3810" y="3810"/>
                  </a:lnTo>
                  <a:lnTo>
                    <a:pt x="6350" y="3810"/>
                  </a:lnTo>
                  <a:lnTo>
                    <a:pt x="6350" y="2540"/>
                  </a:lnTo>
                  <a:close/>
                </a:path>
                <a:path w="7620" h="29972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334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1">
              <a:extLst>
                <a:ext uri="{FF2B5EF4-FFF2-40B4-BE49-F238E27FC236}">
                  <a16:creationId xmlns:a16="http://schemas.microsoft.com/office/drawing/2014/main" id="{1EC4BFE1-2C61-18D8-A8FA-4B28D91F2881}"/>
                </a:ext>
              </a:extLst>
            </p:cNvPr>
            <p:cNvSpPr/>
            <p:nvPr/>
          </p:nvSpPr>
          <p:spPr>
            <a:xfrm>
              <a:off x="4653914" y="3347720"/>
              <a:ext cx="0" cy="293370"/>
            </a:xfrm>
            <a:custGeom>
              <a:avLst/>
              <a:gdLst/>
              <a:ahLst/>
              <a:cxnLst/>
              <a:rect l="l" t="t" r="r" b="b"/>
              <a:pathLst>
                <a:path h="293370">
                  <a:moveTo>
                    <a:pt x="0" y="0"/>
                  </a:moveTo>
                  <a:lnTo>
                    <a:pt x="0" y="293370"/>
                  </a:lnTo>
                </a:path>
              </a:pathLst>
            </a:custGeom>
            <a:ln w="6350">
              <a:solidFill>
                <a:srgbClr val="33486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2">
              <a:extLst>
                <a:ext uri="{FF2B5EF4-FFF2-40B4-BE49-F238E27FC236}">
                  <a16:creationId xmlns:a16="http://schemas.microsoft.com/office/drawing/2014/main" id="{B03DC789-523C-DBA6-99CD-6C0E0A663FA8}"/>
                </a:ext>
              </a:extLst>
            </p:cNvPr>
            <p:cNvSpPr/>
            <p:nvPr/>
          </p:nvSpPr>
          <p:spPr>
            <a:xfrm>
              <a:off x="4657089" y="3350260"/>
              <a:ext cx="7620" cy="290830"/>
            </a:xfrm>
            <a:custGeom>
              <a:avLst/>
              <a:gdLst/>
              <a:ahLst/>
              <a:cxnLst/>
              <a:rect l="l" t="t" r="r" b="b"/>
              <a:pathLst>
                <a:path w="7620" h="290829">
                  <a:moveTo>
                    <a:pt x="7620" y="195579"/>
                  </a:moveTo>
                  <a:lnTo>
                    <a:pt x="0" y="195579"/>
                  </a:lnTo>
                  <a:lnTo>
                    <a:pt x="0" y="290829"/>
                  </a:lnTo>
                  <a:lnTo>
                    <a:pt x="7620" y="290829"/>
                  </a:lnTo>
                  <a:lnTo>
                    <a:pt x="7620" y="195579"/>
                  </a:lnTo>
                  <a:close/>
                </a:path>
                <a:path w="7620" h="290829">
                  <a:moveTo>
                    <a:pt x="762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7620" y="194309"/>
                  </a:lnTo>
                  <a:lnTo>
                    <a:pt x="7620" y="191769"/>
                  </a:lnTo>
                  <a:close/>
                </a:path>
                <a:path w="7620" h="290829">
                  <a:moveTo>
                    <a:pt x="762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9229"/>
                  </a:lnTo>
                  <a:close/>
                </a:path>
                <a:path w="7620" h="290829">
                  <a:moveTo>
                    <a:pt x="762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7620" y="187959"/>
                  </a:lnTo>
                  <a:lnTo>
                    <a:pt x="7620" y="185419"/>
                  </a:lnTo>
                  <a:close/>
                </a:path>
                <a:path w="7620" h="290829">
                  <a:moveTo>
                    <a:pt x="762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79"/>
                  </a:lnTo>
                  <a:close/>
                </a:path>
                <a:path w="7620" h="290829">
                  <a:moveTo>
                    <a:pt x="762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20" y="181609"/>
                  </a:lnTo>
                  <a:lnTo>
                    <a:pt x="7620" y="179069"/>
                  </a:lnTo>
                  <a:close/>
                </a:path>
                <a:path w="7620" h="290829">
                  <a:moveTo>
                    <a:pt x="762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29"/>
                  </a:lnTo>
                  <a:close/>
                </a:path>
                <a:path w="7620" h="290829">
                  <a:moveTo>
                    <a:pt x="762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72719"/>
                  </a:lnTo>
                  <a:close/>
                </a:path>
                <a:path w="7620" h="290829">
                  <a:moveTo>
                    <a:pt x="762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70179"/>
                  </a:lnTo>
                  <a:close/>
                </a:path>
                <a:path w="7620" h="290829">
                  <a:moveTo>
                    <a:pt x="762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20" y="168909"/>
                  </a:lnTo>
                  <a:lnTo>
                    <a:pt x="7620" y="166369"/>
                  </a:lnTo>
                  <a:close/>
                </a:path>
                <a:path w="7620" h="290829">
                  <a:moveTo>
                    <a:pt x="762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3829"/>
                  </a:lnTo>
                  <a:close/>
                </a:path>
                <a:path w="7620" h="29082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29082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29082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29082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29082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29082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29082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29082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29082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29082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29082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29082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29082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29082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29082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29082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29082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29082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29082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29082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29082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29082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29082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29082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29082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29082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29082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29082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29082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29082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29082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29082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29082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29082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29082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29082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29082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29082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29082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29082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29082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29082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29082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29082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29082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29082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29082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29082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29082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290829">
                  <a:moveTo>
                    <a:pt x="7620" y="3809"/>
                  </a:moveTo>
                  <a:lnTo>
                    <a:pt x="6350" y="3809"/>
                  </a:lnTo>
                  <a:lnTo>
                    <a:pt x="6350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09"/>
                  </a:lnTo>
                  <a:close/>
                </a:path>
                <a:path w="7620" h="290829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3349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3">
              <a:extLst>
                <a:ext uri="{FF2B5EF4-FFF2-40B4-BE49-F238E27FC236}">
                  <a16:creationId xmlns:a16="http://schemas.microsoft.com/office/drawing/2014/main" id="{82594E5A-A0CF-5FF8-F5D0-4566D46F7583}"/>
                </a:ext>
              </a:extLst>
            </p:cNvPr>
            <p:cNvSpPr/>
            <p:nvPr/>
          </p:nvSpPr>
          <p:spPr>
            <a:xfrm>
              <a:off x="4668520" y="3355340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7619">
              <a:solidFill>
                <a:srgbClr val="344A6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4">
              <a:extLst>
                <a:ext uri="{FF2B5EF4-FFF2-40B4-BE49-F238E27FC236}">
                  <a16:creationId xmlns:a16="http://schemas.microsoft.com/office/drawing/2014/main" id="{A3E75469-E07A-2645-678A-B8379C9EB07E}"/>
                </a:ext>
              </a:extLst>
            </p:cNvPr>
            <p:cNvSpPr/>
            <p:nvPr/>
          </p:nvSpPr>
          <p:spPr>
            <a:xfrm>
              <a:off x="4672330" y="3360420"/>
              <a:ext cx="6350" cy="280670"/>
            </a:xfrm>
            <a:custGeom>
              <a:avLst/>
              <a:gdLst/>
              <a:ahLst/>
              <a:cxnLst/>
              <a:rect l="l" t="t" r="r" b="b"/>
              <a:pathLst>
                <a:path w="6350" h="280670">
                  <a:moveTo>
                    <a:pt x="6350" y="185420"/>
                  </a:moveTo>
                  <a:lnTo>
                    <a:pt x="0" y="185420"/>
                  </a:lnTo>
                  <a:lnTo>
                    <a:pt x="0" y="280670"/>
                  </a:lnTo>
                  <a:lnTo>
                    <a:pt x="6350" y="280670"/>
                  </a:lnTo>
                  <a:lnTo>
                    <a:pt x="6350" y="185420"/>
                  </a:lnTo>
                  <a:close/>
                </a:path>
                <a:path w="6350" h="280670">
                  <a:moveTo>
                    <a:pt x="635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610"/>
                  </a:lnTo>
                  <a:close/>
                </a:path>
                <a:path w="6350" h="280670">
                  <a:moveTo>
                    <a:pt x="635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9070"/>
                  </a:lnTo>
                  <a:close/>
                </a:path>
                <a:path w="6350" h="280670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280670">
                  <a:moveTo>
                    <a:pt x="635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2720"/>
                  </a:lnTo>
                  <a:close/>
                </a:path>
                <a:path w="6350" h="28067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28067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28067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8067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8067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8067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8067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8067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8067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8067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8067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8067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8067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8067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8067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8067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8067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8067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8067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8067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8067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8067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8067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8067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8067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8067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8067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8067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8067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8067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8067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8067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8067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8067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8067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8067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8067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8067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8067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8067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8067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8067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8067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8067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8067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8067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8067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8067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8067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8067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8067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8067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80670">
                  <a:moveTo>
                    <a:pt x="6350" y="2540"/>
                  </a:moveTo>
                  <a:lnTo>
                    <a:pt x="5080" y="2540"/>
                  </a:lnTo>
                  <a:lnTo>
                    <a:pt x="508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540"/>
                  </a:lnTo>
                  <a:close/>
                </a:path>
                <a:path w="6350" h="280670">
                  <a:moveTo>
                    <a:pt x="5080" y="1270"/>
                  </a:moveTo>
                  <a:lnTo>
                    <a:pt x="0" y="1270"/>
                  </a:lnTo>
                  <a:lnTo>
                    <a:pt x="0" y="2540"/>
                  </a:lnTo>
                  <a:lnTo>
                    <a:pt x="5080" y="2540"/>
                  </a:lnTo>
                  <a:lnTo>
                    <a:pt x="5080" y="1270"/>
                  </a:lnTo>
                  <a:close/>
                </a:path>
                <a:path w="6350" h="280670">
                  <a:moveTo>
                    <a:pt x="253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344B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5">
              <a:extLst>
                <a:ext uri="{FF2B5EF4-FFF2-40B4-BE49-F238E27FC236}">
                  <a16:creationId xmlns:a16="http://schemas.microsoft.com/office/drawing/2014/main" id="{766847E7-A117-852C-7CF1-8B2D2F550B22}"/>
                </a:ext>
              </a:extLst>
            </p:cNvPr>
            <p:cNvSpPr/>
            <p:nvPr/>
          </p:nvSpPr>
          <p:spPr>
            <a:xfrm>
              <a:off x="4678680" y="3362960"/>
              <a:ext cx="7620" cy="278130"/>
            </a:xfrm>
            <a:custGeom>
              <a:avLst/>
              <a:gdLst/>
              <a:ahLst/>
              <a:cxnLst/>
              <a:rect l="l" t="t" r="r" b="b"/>
              <a:pathLst>
                <a:path w="7620" h="278129">
                  <a:moveTo>
                    <a:pt x="7620" y="182879"/>
                  </a:moveTo>
                  <a:lnTo>
                    <a:pt x="0" y="182879"/>
                  </a:lnTo>
                  <a:lnTo>
                    <a:pt x="0" y="278129"/>
                  </a:lnTo>
                  <a:lnTo>
                    <a:pt x="7620" y="278129"/>
                  </a:lnTo>
                  <a:lnTo>
                    <a:pt x="7620" y="182879"/>
                  </a:lnTo>
                  <a:close/>
                </a:path>
                <a:path w="7620" h="278129">
                  <a:moveTo>
                    <a:pt x="762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20" y="181609"/>
                  </a:lnTo>
                  <a:lnTo>
                    <a:pt x="7620" y="179069"/>
                  </a:lnTo>
                  <a:close/>
                </a:path>
                <a:path w="7620" h="278129">
                  <a:moveTo>
                    <a:pt x="762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29"/>
                  </a:lnTo>
                  <a:close/>
                </a:path>
                <a:path w="7620" h="278129">
                  <a:moveTo>
                    <a:pt x="762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72719"/>
                  </a:lnTo>
                  <a:close/>
                </a:path>
                <a:path w="7620" h="278129">
                  <a:moveTo>
                    <a:pt x="762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70179"/>
                  </a:lnTo>
                  <a:close/>
                </a:path>
                <a:path w="7620" h="278129">
                  <a:moveTo>
                    <a:pt x="762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20" y="168909"/>
                  </a:lnTo>
                  <a:lnTo>
                    <a:pt x="7620" y="166369"/>
                  </a:lnTo>
                  <a:close/>
                </a:path>
                <a:path w="7620" h="278129">
                  <a:moveTo>
                    <a:pt x="762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3829"/>
                  </a:lnTo>
                  <a:close/>
                </a:path>
                <a:path w="7620" h="27812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27812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27812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27812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27812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27812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27812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27812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27812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27812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27812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27812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27812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27812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27812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27812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27812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27812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27812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27812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27812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27812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27812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27812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27812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27812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27812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27812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27812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27812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27812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27812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27812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27812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27812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27812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27812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27812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27812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27812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27812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27812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27812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27812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27812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27812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27812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27812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27812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278129">
                  <a:moveTo>
                    <a:pt x="762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79"/>
                  </a:lnTo>
                  <a:close/>
                </a:path>
                <a:path w="7620" h="278129">
                  <a:moveTo>
                    <a:pt x="6350" y="3809"/>
                  </a:moveTo>
                  <a:lnTo>
                    <a:pt x="5080" y="3809"/>
                  </a:lnTo>
                  <a:lnTo>
                    <a:pt x="5080" y="5079"/>
                  </a:lnTo>
                  <a:lnTo>
                    <a:pt x="6350" y="5079"/>
                  </a:lnTo>
                  <a:lnTo>
                    <a:pt x="6350" y="3809"/>
                  </a:lnTo>
                  <a:close/>
                </a:path>
                <a:path w="7620" h="27812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354C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56">
              <a:extLst>
                <a:ext uri="{FF2B5EF4-FFF2-40B4-BE49-F238E27FC236}">
                  <a16:creationId xmlns:a16="http://schemas.microsoft.com/office/drawing/2014/main" id="{F29F488E-BFC5-2FCB-1453-877204D62047}"/>
                </a:ext>
              </a:extLst>
            </p:cNvPr>
            <p:cNvSpPr/>
            <p:nvPr/>
          </p:nvSpPr>
          <p:spPr>
            <a:xfrm>
              <a:off x="4690109" y="3368040"/>
              <a:ext cx="0" cy="273050"/>
            </a:xfrm>
            <a:custGeom>
              <a:avLst/>
              <a:gdLst/>
              <a:ahLst/>
              <a:cxnLst/>
              <a:rect l="l" t="t" r="r" b="b"/>
              <a:pathLst>
                <a:path h="273050">
                  <a:moveTo>
                    <a:pt x="0" y="0"/>
                  </a:moveTo>
                  <a:lnTo>
                    <a:pt x="0" y="273050"/>
                  </a:lnTo>
                </a:path>
              </a:pathLst>
            </a:custGeom>
            <a:ln w="7620">
              <a:solidFill>
                <a:srgbClr val="364D6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57">
              <a:extLst>
                <a:ext uri="{FF2B5EF4-FFF2-40B4-BE49-F238E27FC236}">
                  <a16:creationId xmlns:a16="http://schemas.microsoft.com/office/drawing/2014/main" id="{F3B0F207-A25C-325C-9C80-4CE7C2FE9A1F}"/>
                </a:ext>
              </a:extLst>
            </p:cNvPr>
            <p:cNvSpPr/>
            <p:nvPr/>
          </p:nvSpPr>
          <p:spPr>
            <a:xfrm>
              <a:off x="4693920" y="3373120"/>
              <a:ext cx="6350" cy="267970"/>
            </a:xfrm>
            <a:custGeom>
              <a:avLst/>
              <a:gdLst/>
              <a:ahLst/>
              <a:cxnLst/>
              <a:rect l="l" t="t" r="r" b="b"/>
              <a:pathLst>
                <a:path w="6350" h="267970">
                  <a:moveTo>
                    <a:pt x="6350" y="172720"/>
                  </a:moveTo>
                  <a:lnTo>
                    <a:pt x="0" y="172720"/>
                  </a:lnTo>
                  <a:lnTo>
                    <a:pt x="0" y="267970"/>
                  </a:lnTo>
                  <a:lnTo>
                    <a:pt x="6350" y="267970"/>
                  </a:lnTo>
                  <a:lnTo>
                    <a:pt x="6350" y="172720"/>
                  </a:lnTo>
                  <a:close/>
                </a:path>
                <a:path w="6350" h="26797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26797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26797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6797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6797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6797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6797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6797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6797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6797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6797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6797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6797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6797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6797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6797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6797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6797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6797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6797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6797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6797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6797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6797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6797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6797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6797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6797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6797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6797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6797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6797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6797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6797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6797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6797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6797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6797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6797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6797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6797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6797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6797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6797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6797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6797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6797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6797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6797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6797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6797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6797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67970">
                  <a:moveTo>
                    <a:pt x="6350" y="2540"/>
                  </a:moveTo>
                  <a:lnTo>
                    <a:pt x="3810" y="2540"/>
                  </a:lnTo>
                  <a:lnTo>
                    <a:pt x="381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540"/>
                  </a:lnTo>
                  <a:close/>
                </a:path>
                <a:path w="6350" h="267970">
                  <a:moveTo>
                    <a:pt x="126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364E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58">
              <a:extLst>
                <a:ext uri="{FF2B5EF4-FFF2-40B4-BE49-F238E27FC236}">
                  <a16:creationId xmlns:a16="http://schemas.microsoft.com/office/drawing/2014/main" id="{9E76F973-5938-137D-3A72-C9B786EFDA23}"/>
                </a:ext>
              </a:extLst>
            </p:cNvPr>
            <p:cNvSpPr/>
            <p:nvPr/>
          </p:nvSpPr>
          <p:spPr>
            <a:xfrm>
              <a:off x="4704080" y="3376930"/>
              <a:ext cx="0" cy="264160"/>
            </a:xfrm>
            <a:custGeom>
              <a:avLst/>
              <a:gdLst/>
              <a:ahLst/>
              <a:cxnLst/>
              <a:rect l="l" t="t" r="r" b="b"/>
              <a:pathLst>
                <a:path h="264160">
                  <a:moveTo>
                    <a:pt x="0" y="0"/>
                  </a:moveTo>
                  <a:lnTo>
                    <a:pt x="0" y="264160"/>
                  </a:lnTo>
                </a:path>
              </a:pathLst>
            </a:custGeom>
            <a:ln w="7619">
              <a:solidFill>
                <a:srgbClr val="374F72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59">
              <a:extLst>
                <a:ext uri="{FF2B5EF4-FFF2-40B4-BE49-F238E27FC236}">
                  <a16:creationId xmlns:a16="http://schemas.microsoft.com/office/drawing/2014/main" id="{A3B05264-3D54-0639-0F4F-025779E6F96D}"/>
                </a:ext>
              </a:extLst>
            </p:cNvPr>
            <p:cNvSpPr/>
            <p:nvPr/>
          </p:nvSpPr>
          <p:spPr>
            <a:xfrm>
              <a:off x="4707889" y="3382010"/>
              <a:ext cx="7620" cy="259079"/>
            </a:xfrm>
            <a:custGeom>
              <a:avLst/>
              <a:gdLst/>
              <a:ahLst/>
              <a:cxnLst/>
              <a:rect l="l" t="t" r="r" b="b"/>
              <a:pathLst>
                <a:path w="7620" h="259079">
                  <a:moveTo>
                    <a:pt x="7620" y="163829"/>
                  </a:moveTo>
                  <a:lnTo>
                    <a:pt x="0" y="163829"/>
                  </a:lnTo>
                  <a:lnTo>
                    <a:pt x="0" y="259079"/>
                  </a:lnTo>
                  <a:lnTo>
                    <a:pt x="7620" y="259079"/>
                  </a:lnTo>
                  <a:lnTo>
                    <a:pt x="7620" y="163829"/>
                  </a:lnTo>
                  <a:close/>
                </a:path>
                <a:path w="7620" h="25907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25907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25907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25907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25907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25907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25907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25907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25907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25907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25907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25907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25907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25907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25907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25907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25907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25907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25907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25907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25907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25907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25907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25907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25907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25907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25907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25907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25907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25907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25907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25907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25907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25907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25907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25907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25907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25907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25907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25907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25907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25907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25907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25907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25907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25907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25907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25907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25907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259079">
                  <a:moveTo>
                    <a:pt x="7620" y="3809"/>
                  </a:moveTo>
                  <a:lnTo>
                    <a:pt x="6350" y="3809"/>
                  </a:lnTo>
                  <a:lnTo>
                    <a:pt x="6350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09"/>
                  </a:lnTo>
                  <a:close/>
                </a:path>
                <a:path w="7620" h="2590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10" y="380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385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4" name="object 360">
              <a:extLst>
                <a:ext uri="{FF2B5EF4-FFF2-40B4-BE49-F238E27FC236}">
                  <a16:creationId xmlns:a16="http://schemas.microsoft.com/office/drawing/2014/main" id="{DB5BAC48-F1F8-CFCD-6179-37AAEC220CA4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15509" y="3387090"/>
              <a:ext cx="248920" cy="254000"/>
            </a:xfrm>
            <a:prstGeom prst="rect">
              <a:avLst/>
            </a:prstGeom>
          </p:spPr>
        </p:pic>
        <p:pic>
          <p:nvPicPr>
            <p:cNvPr id="365" name="object 361">
              <a:extLst>
                <a:ext uri="{FF2B5EF4-FFF2-40B4-BE49-F238E27FC236}">
                  <a16:creationId xmlns:a16="http://schemas.microsoft.com/office/drawing/2014/main" id="{FB9AEF13-A46F-E6A1-68EF-6ADF9BC69086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101839" y="3387090"/>
              <a:ext cx="250189" cy="254000"/>
            </a:xfrm>
            <a:prstGeom prst="rect">
              <a:avLst/>
            </a:prstGeom>
          </p:spPr>
        </p:pic>
        <p:sp>
          <p:nvSpPr>
            <p:cNvPr id="366" name="object 362">
              <a:extLst>
                <a:ext uri="{FF2B5EF4-FFF2-40B4-BE49-F238E27FC236}">
                  <a16:creationId xmlns:a16="http://schemas.microsoft.com/office/drawing/2014/main" id="{73A3FB53-794E-1856-A52C-548273B36267}"/>
                </a:ext>
              </a:extLst>
            </p:cNvPr>
            <p:cNvSpPr/>
            <p:nvPr/>
          </p:nvSpPr>
          <p:spPr>
            <a:xfrm>
              <a:off x="7352030" y="3382010"/>
              <a:ext cx="7620" cy="259079"/>
            </a:xfrm>
            <a:custGeom>
              <a:avLst/>
              <a:gdLst/>
              <a:ahLst/>
              <a:cxnLst/>
              <a:rect l="l" t="t" r="r" b="b"/>
              <a:pathLst>
                <a:path w="7620" h="259079">
                  <a:moveTo>
                    <a:pt x="7620" y="163829"/>
                  </a:moveTo>
                  <a:lnTo>
                    <a:pt x="0" y="163829"/>
                  </a:lnTo>
                  <a:lnTo>
                    <a:pt x="0" y="259079"/>
                  </a:lnTo>
                  <a:lnTo>
                    <a:pt x="7620" y="259079"/>
                  </a:lnTo>
                  <a:lnTo>
                    <a:pt x="7620" y="163829"/>
                  </a:lnTo>
                  <a:close/>
                </a:path>
                <a:path w="7620" h="25907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25907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25907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25907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25907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25907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25907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25907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25907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25907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25907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25907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25907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25907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25907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25907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25907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25907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25907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25907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25907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25907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25907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25907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25907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25907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25907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25907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25907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25907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25907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25907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25907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25907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25907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25907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25907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25907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25907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25907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25907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25907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25907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25907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25907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25907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25907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25907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25907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259079">
                  <a:moveTo>
                    <a:pt x="2540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79"/>
                  </a:lnTo>
                  <a:lnTo>
                    <a:pt x="2540" y="5079"/>
                  </a:lnTo>
                  <a:lnTo>
                    <a:pt x="2540" y="3809"/>
                  </a:lnTo>
                  <a:close/>
                </a:path>
                <a:path w="7620" h="259079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10" y="1269"/>
                  </a:lnTo>
                  <a:lnTo>
                    <a:pt x="3810" y="3809"/>
                  </a:lnTo>
                  <a:lnTo>
                    <a:pt x="7620" y="380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A52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3">
              <a:extLst>
                <a:ext uri="{FF2B5EF4-FFF2-40B4-BE49-F238E27FC236}">
                  <a16:creationId xmlns:a16="http://schemas.microsoft.com/office/drawing/2014/main" id="{CE9B5378-CC1D-1875-BF6C-DC5A1D490713}"/>
                </a:ext>
              </a:extLst>
            </p:cNvPr>
            <p:cNvSpPr/>
            <p:nvPr/>
          </p:nvSpPr>
          <p:spPr>
            <a:xfrm>
              <a:off x="7359650" y="3376930"/>
              <a:ext cx="7620" cy="264160"/>
            </a:xfrm>
            <a:custGeom>
              <a:avLst/>
              <a:gdLst/>
              <a:ahLst/>
              <a:cxnLst/>
              <a:rect l="l" t="t" r="r" b="b"/>
              <a:pathLst>
                <a:path w="7620" h="264160">
                  <a:moveTo>
                    <a:pt x="7620" y="168910"/>
                  </a:moveTo>
                  <a:lnTo>
                    <a:pt x="0" y="168910"/>
                  </a:lnTo>
                  <a:lnTo>
                    <a:pt x="0" y="264160"/>
                  </a:lnTo>
                  <a:lnTo>
                    <a:pt x="7620" y="264160"/>
                  </a:lnTo>
                  <a:lnTo>
                    <a:pt x="7620" y="168910"/>
                  </a:lnTo>
                  <a:close/>
                </a:path>
                <a:path w="7620" h="264160">
                  <a:moveTo>
                    <a:pt x="7620" y="165100"/>
                  </a:moveTo>
                  <a:lnTo>
                    <a:pt x="0" y="165100"/>
                  </a:lnTo>
                  <a:lnTo>
                    <a:pt x="0" y="167639"/>
                  </a:lnTo>
                  <a:lnTo>
                    <a:pt x="7620" y="167639"/>
                  </a:lnTo>
                  <a:lnTo>
                    <a:pt x="7620" y="165100"/>
                  </a:lnTo>
                  <a:close/>
                </a:path>
                <a:path w="7620" h="264160">
                  <a:moveTo>
                    <a:pt x="7620" y="162560"/>
                  </a:moveTo>
                  <a:lnTo>
                    <a:pt x="0" y="162560"/>
                  </a:lnTo>
                  <a:lnTo>
                    <a:pt x="0" y="163830"/>
                  </a:lnTo>
                  <a:lnTo>
                    <a:pt x="7620" y="163830"/>
                  </a:lnTo>
                  <a:lnTo>
                    <a:pt x="7620" y="162560"/>
                  </a:lnTo>
                  <a:close/>
                </a:path>
                <a:path w="7620" h="264160">
                  <a:moveTo>
                    <a:pt x="7620" y="158750"/>
                  </a:moveTo>
                  <a:lnTo>
                    <a:pt x="0" y="158750"/>
                  </a:lnTo>
                  <a:lnTo>
                    <a:pt x="0" y="161289"/>
                  </a:lnTo>
                  <a:lnTo>
                    <a:pt x="7620" y="161289"/>
                  </a:lnTo>
                  <a:lnTo>
                    <a:pt x="7620" y="158750"/>
                  </a:lnTo>
                  <a:close/>
                </a:path>
                <a:path w="7620" h="264160">
                  <a:moveTo>
                    <a:pt x="7620" y="156210"/>
                  </a:moveTo>
                  <a:lnTo>
                    <a:pt x="0" y="156210"/>
                  </a:lnTo>
                  <a:lnTo>
                    <a:pt x="0" y="157480"/>
                  </a:lnTo>
                  <a:lnTo>
                    <a:pt x="7620" y="157480"/>
                  </a:lnTo>
                  <a:lnTo>
                    <a:pt x="7620" y="156210"/>
                  </a:lnTo>
                  <a:close/>
                </a:path>
                <a:path w="7620" h="264160">
                  <a:moveTo>
                    <a:pt x="7620" y="152400"/>
                  </a:moveTo>
                  <a:lnTo>
                    <a:pt x="0" y="152400"/>
                  </a:lnTo>
                  <a:lnTo>
                    <a:pt x="0" y="154939"/>
                  </a:lnTo>
                  <a:lnTo>
                    <a:pt x="7620" y="154939"/>
                  </a:lnTo>
                  <a:lnTo>
                    <a:pt x="7620" y="152400"/>
                  </a:lnTo>
                  <a:close/>
                </a:path>
                <a:path w="7620" h="264160">
                  <a:moveTo>
                    <a:pt x="7620" y="149860"/>
                  </a:moveTo>
                  <a:lnTo>
                    <a:pt x="0" y="149860"/>
                  </a:lnTo>
                  <a:lnTo>
                    <a:pt x="0" y="151130"/>
                  </a:lnTo>
                  <a:lnTo>
                    <a:pt x="7620" y="151130"/>
                  </a:lnTo>
                  <a:lnTo>
                    <a:pt x="7620" y="149860"/>
                  </a:lnTo>
                  <a:close/>
                </a:path>
                <a:path w="7620" h="264160">
                  <a:moveTo>
                    <a:pt x="7620" y="146050"/>
                  </a:moveTo>
                  <a:lnTo>
                    <a:pt x="0" y="146050"/>
                  </a:lnTo>
                  <a:lnTo>
                    <a:pt x="0" y="148589"/>
                  </a:lnTo>
                  <a:lnTo>
                    <a:pt x="7620" y="148589"/>
                  </a:lnTo>
                  <a:lnTo>
                    <a:pt x="7620" y="146050"/>
                  </a:lnTo>
                  <a:close/>
                </a:path>
                <a:path w="7620" h="264160">
                  <a:moveTo>
                    <a:pt x="7620" y="143510"/>
                  </a:moveTo>
                  <a:lnTo>
                    <a:pt x="0" y="143510"/>
                  </a:lnTo>
                  <a:lnTo>
                    <a:pt x="0" y="144780"/>
                  </a:lnTo>
                  <a:lnTo>
                    <a:pt x="7620" y="144780"/>
                  </a:lnTo>
                  <a:lnTo>
                    <a:pt x="7620" y="143510"/>
                  </a:lnTo>
                  <a:close/>
                </a:path>
                <a:path w="7620" h="264160">
                  <a:moveTo>
                    <a:pt x="7620" y="139700"/>
                  </a:moveTo>
                  <a:lnTo>
                    <a:pt x="0" y="139700"/>
                  </a:lnTo>
                  <a:lnTo>
                    <a:pt x="0" y="142239"/>
                  </a:lnTo>
                  <a:lnTo>
                    <a:pt x="7620" y="142239"/>
                  </a:lnTo>
                  <a:lnTo>
                    <a:pt x="7620" y="139700"/>
                  </a:lnTo>
                  <a:close/>
                </a:path>
                <a:path w="7620" h="264160">
                  <a:moveTo>
                    <a:pt x="7620" y="137160"/>
                  </a:moveTo>
                  <a:lnTo>
                    <a:pt x="0" y="137160"/>
                  </a:lnTo>
                  <a:lnTo>
                    <a:pt x="0" y="138430"/>
                  </a:lnTo>
                  <a:lnTo>
                    <a:pt x="7620" y="138430"/>
                  </a:lnTo>
                  <a:lnTo>
                    <a:pt x="7620" y="137160"/>
                  </a:lnTo>
                  <a:close/>
                </a:path>
                <a:path w="7620" h="264160">
                  <a:moveTo>
                    <a:pt x="7620" y="133350"/>
                  </a:moveTo>
                  <a:lnTo>
                    <a:pt x="0" y="133350"/>
                  </a:lnTo>
                  <a:lnTo>
                    <a:pt x="0" y="135889"/>
                  </a:lnTo>
                  <a:lnTo>
                    <a:pt x="7620" y="135889"/>
                  </a:lnTo>
                  <a:lnTo>
                    <a:pt x="7620" y="133350"/>
                  </a:lnTo>
                  <a:close/>
                </a:path>
                <a:path w="7620" h="264160">
                  <a:moveTo>
                    <a:pt x="7620" y="130810"/>
                  </a:moveTo>
                  <a:lnTo>
                    <a:pt x="0" y="130810"/>
                  </a:lnTo>
                  <a:lnTo>
                    <a:pt x="0" y="132080"/>
                  </a:lnTo>
                  <a:lnTo>
                    <a:pt x="7620" y="132080"/>
                  </a:lnTo>
                  <a:lnTo>
                    <a:pt x="7620" y="130810"/>
                  </a:lnTo>
                  <a:close/>
                </a:path>
                <a:path w="7620" h="264160">
                  <a:moveTo>
                    <a:pt x="7620" y="127000"/>
                  </a:moveTo>
                  <a:lnTo>
                    <a:pt x="0" y="127000"/>
                  </a:lnTo>
                  <a:lnTo>
                    <a:pt x="0" y="129539"/>
                  </a:lnTo>
                  <a:lnTo>
                    <a:pt x="7620" y="129539"/>
                  </a:lnTo>
                  <a:lnTo>
                    <a:pt x="7620" y="127000"/>
                  </a:lnTo>
                  <a:close/>
                </a:path>
                <a:path w="7620" h="264160">
                  <a:moveTo>
                    <a:pt x="7620" y="124460"/>
                  </a:moveTo>
                  <a:lnTo>
                    <a:pt x="0" y="124460"/>
                  </a:lnTo>
                  <a:lnTo>
                    <a:pt x="0" y="125730"/>
                  </a:lnTo>
                  <a:lnTo>
                    <a:pt x="7620" y="125730"/>
                  </a:lnTo>
                  <a:lnTo>
                    <a:pt x="7620" y="124460"/>
                  </a:lnTo>
                  <a:close/>
                </a:path>
                <a:path w="7620" h="264160">
                  <a:moveTo>
                    <a:pt x="762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7620" y="123189"/>
                  </a:lnTo>
                  <a:lnTo>
                    <a:pt x="7620" y="120650"/>
                  </a:lnTo>
                  <a:close/>
                </a:path>
                <a:path w="7620" h="264160">
                  <a:moveTo>
                    <a:pt x="7620" y="118110"/>
                  </a:moveTo>
                  <a:lnTo>
                    <a:pt x="0" y="118110"/>
                  </a:lnTo>
                  <a:lnTo>
                    <a:pt x="0" y="119380"/>
                  </a:lnTo>
                  <a:lnTo>
                    <a:pt x="7620" y="119380"/>
                  </a:lnTo>
                  <a:lnTo>
                    <a:pt x="7620" y="118110"/>
                  </a:lnTo>
                  <a:close/>
                </a:path>
                <a:path w="7620" h="264160">
                  <a:moveTo>
                    <a:pt x="762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7620" y="116839"/>
                  </a:lnTo>
                  <a:lnTo>
                    <a:pt x="7620" y="114300"/>
                  </a:lnTo>
                  <a:close/>
                </a:path>
                <a:path w="7620" h="264160">
                  <a:moveTo>
                    <a:pt x="7620" y="111760"/>
                  </a:moveTo>
                  <a:lnTo>
                    <a:pt x="0" y="111760"/>
                  </a:lnTo>
                  <a:lnTo>
                    <a:pt x="0" y="113030"/>
                  </a:lnTo>
                  <a:lnTo>
                    <a:pt x="7620" y="113030"/>
                  </a:lnTo>
                  <a:lnTo>
                    <a:pt x="7620" y="111760"/>
                  </a:lnTo>
                  <a:close/>
                </a:path>
                <a:path w="7620" h="264160">
                  <a:moveTo>
                    <a:pt x="762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7620" y="110489"/>
                  </a:lnTo>
                  <a:lnTo>
                    <a:pt x="7620" y="107950"/>
                  </a:lnTo>
                  <a:close/>
                </a:path>
                <a:path w="7620" h="264160">
                  <a:moveTo>
                    <a:pt x="7620" y="105410"/>
                  </a:moveTo>
                  <a:lnTo>
                    <a:pt x="0" y="105410"/>
                  </a:lnTo>
                  <a:lnTo>
                    <a:pt x="0" y="106680"/>
                  </a:lnTo>
                  <a:lnTo>
                    <a:pt x="7620" y="106680"/>
                  </a:lnTo>
                  <a:lnTo>
                    <a:pt x="7620" y="105410"/>
                  </a:lnTo>
                  <a:close/>
                </a:path>
                <a:path w="7620" h="264160">
                  <a:moveTo>
                    <a:pt x="762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7620" y="104139"/>
                  </a:lnTo>
                  <a:lnTo>
                    <a:pt x="7620" y="101600"/>
                  </a:lnTo>
                  <a:close/>
                </a:path>
                <a:path w="7620" h="264160">
                  <a:moveTo>
                    <a:pt x="7620" y="99060"/>
                  </a:moveTo>
                  <a:lnTo>
                    <a:pt x="0" y="99060"/>
                  </a:lnTo>
                  <a:lnTo>
                    <a:pt x="0" y="100330"/>
                  </a:lnTo>
                  <a:lnTo>
                    <a:pt x="7620" y="100330"/>
                  </a:lnTo>
                  <a:lnTo>
                    <a:pt x="7620" y="99060"/>
                  </a:lnTo>
                  <a:close/>
                </a:path>
                <a:path w="7620" h="264160">
                  <a:moveTo>
                    <a:pt x="762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7620" y="97789"/>
                  </a:lnTo>
                  <a:lnTo>
                    <a:pt x="7620" y="95250"/>
                  </a:lnTo>
                  <a:close/>
                </a:path>
                <a:path w="7620" h="264160">
                  <a:moveTo>
                    <a:pt x="7620" y="92710"/>
                  </a:moveTo>
                  <a:lnTo>
                    <a:pt x="0" y="92710"/>
                  </a:lnTo>
                  <a:lnTo>
                    <a:pt x="0" y="93980"/>
                  </a:lnTo>
                  <a:lnTo>
                    <a:pt x="7620" y="93980"/>
                  </a:lnTo>
                  <a:lnTo>
                    <a:pt x="7620" y="92710"/>
                  </a:lnTo>
                  <a:close/>
                </a:path>
                <a:path w="7620" h="264160">
                  <a:moveTo>
                    <a:pt x="7620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7620" y="91439"/>
                  </a:lnTo>
                  <a:lnTo>
                    <a:pt x="7620" y="88900"/>
                  </a:lnTo>
                  <a:close/>
                </a:path>
                <a:path w="7620" h="264160">
                  <a:moveTo>
                    <a:pt x="7620" y="86360"/>
                  </a:moveTo>
                  <a:lnTo>
                    <a:pt x="0" y="86360"/>
                  </a:lnTo>
                  <a:lnTo>
                    <a:pt x="0" y="87630"/>
                  </a:lnTo>
                  <a:lnTo>
                    <a:pt x="7620" y="87630"/>
                  </a:lnTo>
                  <a:lnTo>
                    <a:pt x="7620" y="86360"/>
                  </a:lnTo>
                  <a:close/>
                </a:path>
                <a:path w="7620" h="264160">
                  <a:moveTo>
                    <a:pt x="7620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7620" y="85089"/>
                  </a:lnTo>
                  <a:lnTo>
                    <a:pt x="7620" y="82550"/>
                  </a:lnTo>
                  <a:close/>
                </a:path>
                <a:path w="7620" h="264160">
                  <a:moveTo>
                    <a:pt x="7620" y="80010"/>
                  </a:moveTo>
                  <a:lnTo>
                    <a:pt x="0" y="80010"/>
                  </a:lnTo>
                  <a:lnTo>
                    <a:pt x="0" y="81280"/>
                  </a:lnTo>
                  <a:lnTo>
                    <a:pt x="7620" y="81280"/>
                  </a:lnTo>
                  <a:lnTo>
                    <a:pt x="7620" y="80010"/>
                  </a:lnTo>
                  <a:close/>
                </a:path>
                <a:path w="7620" h="264160">
                  <a:moveTo>
                    <a:pt x="762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7620" y="78739"/>
                  </a:lnTo>
                  <a:lnTo>
                    <a:pt x="7620" y="76200"/>
                  </a:lnTo>
                  <a:close/>
                </a:path>
                <a:path w="7620" h="264160">
                  <a:moveTo>
                    <a:pt x="7620" y="73660"/>
                  </a:moveTo>
                  <a:lnTo>
                    <a:pt x="0" y="73660"/>
                  </a:lnTo>
                  <a:lnTo>
                    <a:pt x="0" y="74930"/>
                  </a:lnTo>
                  <a:lnTo>
                    <a:pt x="7620" y="74930"/>
                  </a:lnTo>
                  <a:lnTo>
                    <a:pt x="7620" y="73660"/>
                  </a:lnTo>
                  <a:close/>
                </a:path>
                <a:path w="7620" h="264160">
                  <a:moveTo>
                    <a:pt x="7620" y="69850"/>
                  </a:moveTo>
                  <a:lnTo>
                    <a:pt x="0" y="69850"/>
                  </a:lnTo>
                  <a:lnTo>
                    <a:pt x="0" y="72389"/>
                  </a:lnTo>
                  <a:lnTo>
                    <a:pt x="7620" y="72389"/>
                  </a:lnTo>
                  <a:lnTo>
                    <a:pt x="7620" y="69850"/>
                  </a:lnTo>
                  <a:close/>
                </a:path>
                <a:path w="7620" h="264160">
                  <a:moveTo>
                    <a:pt x="7620" y="67310"/>
                  </a:moveTo>
                  <a:lnTo>
                    <a:pt x="0" y="67310"/>
                  </a:lnTo>
                  <a:lnTo>
                    <a:pt x="0" y="68580"/>
                  </a:lnTo>
                  <a:lnTo>
                    <a:pt x="7620" y="68580"/>
                  </a:lnTo>
                  <a:lnTo>
                    <a:pt x="7620" y="67310"/>
                  </a:lnTo>
                  <a:close/>
                </a:path>
                <a:path w="7620" h="264160">
                  <a:moveTo>
                    <a:pt x="762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7620" y="66039"/>
                  </a:lnTo>
                  <a:lnTo>
                    <a:pt x="7620" y="63500"/>
                  </a:lnTo>
                  <a:close/>
                </a:path>
                <a:path w="7620" h="264160">
                  <a:moveTo>
                    <a:pt x="7620" y="60960"/>
                  </a:moveTo>
                  <a:lnTo>
                    <a:pt x="0" y="60960"/>
                  </a:lnTo>
                  <a:lnTo>
                    <a:pt x="0" y="62230"/>
                  </a:lnTo>
                  <a:lnTo>
                    <a:pt x="7620" y="62230"/>
                  </a:lnTo>
                  <a:lnTo>
                    <a:pt x="7620" y="60960"/>
                  </a:lnTo>
                  <a:close/>
                </a:path>
                <a:path w="7620" h="264160">
                  <a:moveTo>
                    <a:pt x="7620" y="57150"/>
                  </a:moveTo>
                  <a:lnTo>
                    <a:pt x="0" y="57150"/>
                  </a:lnTo>
                  <a:lnTo>
                    <a:pt x="0" y="59689"/>
                  </a:lnTo>
                  <a:lnTo>
                    <a:pt x="7620" y="59689"/>
                  </a:lnTo>
                  <a:lnTo>
                    <a:pt x="7620" y="57150"/>
                  </a:lnTo>
                  <a:close/>
                </a:path>
                <a:path w="7620" h="264160">
                  <a:moveTo>
                    <a:pt x="7620" y="54610"/>
                  </a:moveTo>
                  <a:lnTo>
                    <a:pt x="0" y="54610"/>
                  </a:lnTo>
                  <a:lnTo>
                    <a:pt x="0" y="55880"/>
                  </a:lnTo>
                  <a:lnTo>
                    <a:pt x="7620" y="55880"/>
                  </a:lnTo>
                  <a:lnTo>
                    <a:pt x="7620" y="54610"/>
                  </a:lnTo>
                  <a:close/>
                </a:path>
                <a:path w="7620" h="264160">
                  <a:moveTo>
                    <a:pt x="7620" y="50800"/>
                  </a:moveTo>
                  <a:lnTo>
                    <a:pt x="0" y="50800"/>
                  </a:lnTo>
                  <a:lnTo>
                    <a:pt x="0" y="53339"/>
                  </a:lnTo>
                  <a:lnTo>
                    <a:pt x="7620" y="53339"/>
                  </a:lnTo>
                  <a:lnTo>
                    <a:pt x="7620" y="50800"/>
                  </a:lnTo>
                  <a:close/>
                </a:path>
                <a:path w="7620" h="264160">
                  <a:moveTo>
                    <a:pt x="7620" y="48260"/>
                  </a:moveTo>
                  <a:lnTo>
                    <a:pt x="0" y="48260"/>
                  </a:lnTo>
                  <a:lnTo>
                    <a:pt x="0" y="49530"/>
                  </a:lnTo>
                  <a:lnTo>
                    <a:pt x="7620" y="49530"/>
                  </a:lnTo>
                  <a:lnTo>
                    <a:pt x="7620" y="48260"/>
                  </a:lnTo>
                  <a:close/>
                </a:path>
                <a:path w="7620" h="264160">
                  <a:moveTo>
                    <a:pt x="7620" y="44450"/>
                  </a:moveTo>
                  <a:lnTo>
                    <a:pt x="0" y="44450"/>
                  </a:lnTo>
                  <a:lnTo>
                    <a:pt x="0" y="46989"/>
                  </a:lnTo>
                  <a:lnTo>
                    <a:pt x="7620" y="46989"/>
                  </a:lnTo>
                  <a:lnTo>
                    <a:pt x="7620" y="44450"/>
                  </a:lnTo>
                  <a:close/>
                </a:path>
                <a:path w="7620" h="264160">
                  <a:moveTo>
                    <a:pt x="7620" y="41910"/>
                  </a:moveTo>
                  <a:lnTo>
                    <a:pt x="0" y="41910"/>
                  </a:lnTo>
                  <a:lnTo>
                    <a:pt x="0" y="43180"/>
                  </a:lnTo>
                  <a:lnTo>
                    <a:pt x="7620" y="43180"/>
                  </a:lnTo>
                  <a:lnTo>
                    <a:pt x="7620" y="41910"/>
                  </a:lnTo>
                  <a:close/>
                </a:path>
                <a:path w="7620" h="264160">
                  <a:moveTo>
                    <a:pt x="7620" y="38100"/>
                  </a:moveTo>
                  <a:lnTo>
                    <a:pt x="0" y="38100"/>
                  </a:lnTo>
                  <a:lnTo>
                    <a:pt x="0" y="40639"/>
                  </a:lnTo>
                  <a:lnTo>
                    <a:pt x="7620" y="40639"/>
                  </a:lnTo>
                  <a:lnTo>
                    <a:pt x="7620" y="38100"/>
                  </a:lnTo>
                  <a:close/>
                </a:path>
                <a:path w="7620" h="264160">
                  <a:moveTo>
                    <a:pt x="7620" y="35560"/>
                  </a:moveTo>
                  <a:lnTo>
                    <a:pt x="0" y="35560"/>
                  </a:lnTo>
                  <a:lnTo>
                    <a:pt x="0" y="36830"/>
                  </a:lnTo>
                  <a:lnTo>
                    <a:pt x="7620" y="36830"/>
                  </a:lnTo>
                  <a:lnTo>
                    <a:pt x="7620" y="35560"/>
                  </a:lnTo>
                  <a:close/>
                </a:path>
                <a:path w="7620" h="264160">
                  <a:moveTo>
                    <a:pt x="7620" y="31750"/>
                  </a:moveTo>
                  <a:lnTo>
                    <a:pt x="0" y="31750"/>
                  </a:lnTo>
                  <a:lnTo>
                    <a:pt x="0" y="34289"/>
                  </a:lnTo>
                  <a:lnTo>
                    <a:pt x="7620" y="34289"/>
                  </a:lnTo>
                  <a:lnTo>
                    <a:pt x="7620" y="31750"/>
                  </a:lnTo>
                  <a:close/>
                </a:path>
                <a:path w="7620" h="264160">
                  <a:moveTo>
                    <a:pt x="7620" y="29210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7620" y="30480"/>
                  </a:lnTo>
                  <a:lnTo>
                    <a:pt x="7620" y="29210"/>
                  </a:lnTo>
                  <a:close/>
                </a:path>
                <a:path w="7620" h="264160">
                  <a:moveTo>
                    <a:pt x="7620" y="25400"/>
                  </a:moveTo>
                  <a:lnTo>
                    <a:pt x="0" y="25400"/>
                  </a:lnTo>
                  <a:lnTo>
                    <a:pt x="0" y="27939"/>
                  </a:lnTo>
                  <a:lnTo>
                    <a:pt x="7620" y="27939"/>
                  </a:lnTo>
                  <a:lnTo>
                    <a:pt x="7620" y="25400"/>
                  </a:lnTo>
                  <a:close/>
                </a:path>
                <a:path w="7620" h="264160">
                  <a:moveTo>
                    <a:pt x="7620" y="22860"/>
                  </a:moveTo>
                  <a:lnTo>
                    <a:pt x="0" y="22860"/>
                  </a:lnTo>
                  <a:lnTo>
                    <a:pt x="0" y="24130"/>
                  </a:lnTo>
                  <a:lnTo>
                    <a:pt x="7620" y="24130"/>
                  </a:lnTo>
                  <a:lnTo>
                    <a:pt x="7620" y="22860"/>
                  </a:lnTo>
                  <a:close/>
                </a:path>
                <a:path w="7620" h="264160">
                  <a:moveTo>
                    <a:pt x="7620" y="19050"/>
                  </a:moveTo>
                  <a:lnTo>
                    <a:pt x="0" y="19050"/>
                  </a:lnTo>
                  <a:lnTo>
                    <a:pt x="0" y="21589"/>
                  </a:lnTo>
                  <a:lnTo>
                    <a:pt x="7620" y="21589"/>
                  </a:lnTo>
                  <a:lnTo>
                    <a:pt x="7620" y="19050"/>
                  </a:lnTo>
                  <a:close/>
                </a:path>
                <a:path w="7620" h="264160">
                  <a:moveTo>
                    <a:pt x="7620" y="16510"/>
                  </a:moveTo>
                  <a:lnTo>
                    <a:pt x="0" y="16510"/>
                  </a:lnTo>
                  <a:lnTo>
                    <a:pt x="0" y="17780"/>
                  </a:lnTo>
                  <a:lnTo>
                    <a:pt x="7620" y="17780"/>
                  </a:lnTo>
                  <a:lnTo>
                    <a:pt x="7620" y="16510"/>
                  </a:lnTo>
                  <a:close/>
                </a:path>
                <a:path w="7620" h="264160">
                  <a:moveTo>
                    <a:pt x="7620" y="12700"/>
                  </a:moveTo>
                  <a:lnTo>
                    <a:pt x="0" y="12700"/>
                  </a:lnTo>
                  <a:lnTo>
                    <a:pt x="0" y="15239"/>
                  </a:lnTo>
                  <a:lnTo>
                    <a:pt x="7620" y="15239"/>
                  </a:lnTo>
                  <a:lnTo>
                    <a:pt x="7620" y="12700"/>
                  </a:lnTo>
                  <a:close/>
                </a:path>
                <a:path w="7620" h="264160">
                  <a:moveTo>
                    <a:pt x="7620" y="10160"/>
                  </a:moveTo>
                  <a:lnTo>
                    <a:pt x="0" y="10160"/>
                  </a:lnTo>
                  <a:lnTo>
                    <a:pt x="0" y="11430"/>
                  </a:lnTo>
                  <a:lnTo>
                    <a:pt x="7620" y="11430"/>
                  </a:lnTo>
                  <a:lnTo>
                    <a:pt x="7620" y="10160"/>
                  </a:lnTo>
                  <a:close/>
                </a:path>
                <a:path w="7620" h="264160">
                  <a:moveTo>
                    <a:pt x="1270" y="5080"/>
                  </a:moveTo>
                  <a:lnTo>
                    <a:pt x="0" y="5080"/>
                  </a:lnTo>
                  <a:lnTo>
                    <a:pt x="0" y="8889"/>
                  </a:lnTo>
                  <a:lnTo>
                    <a:pt x="7620" y="8889"/>
                  </a:lnTo>
                  <a:lnTo>
                    <a:pt x="7620" y="6350"/>
                  </a:lnTo>
                  <a:lnTo>
                    <a:pt x="1270" y="6350"/>
                  </a:lnTo>
                  <a:lnTo>
                    <a:pt x="1270" y="5080"/>
                  </a:lnTo>
                  <a:close/>
                </a:path>
                <a:path w="7620" h="264160">
                  <a:moveTo>
                    <a:pt x="7620" y="3810"/>
                  </a:moveTo>
                  <a:lnTo>
                    <a:pt x="1270" y="3810"/>
                  </a:lnTo>
                  <a:lnTo>
                    <a:pt x="1270" y="5080"/>
                  </a:lnTo>
                  <a:lnTo>
                    <a:pt x="7620" y="5080"/>
                  </a:lnTo>
                  <a:lnTo>
                    <a:pt x="7620" y="3810"/>
                  </a:lnTo>
                  <a:close/>
                </a:path>
                <a:path w="7620" h="264160">
                  <a:moveTo>
                    <a:pt x="5079" y="2539"/>
                  </a:moveTo>
                  <a:lnTo>
                    <a:pt x="2540" y="2539"/>
                  </a:lnTo>
                  <a:lnTo>
                    <a:pt x="2540" y="3810"/>
                  </a:lnTo>
                  <a:lnTo>
                    <a:pt x="5079" y="3810"/>
                  </a:lnTo>
                  <a:lnTo>
                    <a:pt x="5079" y="2539"/>
                  </a:lnTo>
                  <a:close/>
                </a:path>
                <a:path w="7620" h="264160">
                  <a:moveTo>
                    <a:pt x="7620" y="0"/>
                  </a:moveTo>
                  <a:lnTo>
                    <a:pt x="6350" y="0"/>
                  </a:lnTo>
                  <a:lnTo>
                    <a:pt x="6350" y="2539"/>
                  </a:lnTo>
                  <a:lnTo>
                    <a:pt x="7620" y="253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951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4">
              <a:extLst>
                <a:ext uri="{FF2B5EF4-FFF2-40B4-BE49-F238E27FC236}">
                  <a16:creationId xmlns:a16="http://schemas.microsoft.com/office/drawing/2014/main" id="{A51A3838-DEED-85E5-06CA-AD2E68FB90AF}"/>
                </a:ext>
              </a:extLst>
            </p:cNvPr>
            <p:cNvSpPr/>
            <p:nvPr/>
          </p:nvSpPr>
          <p:spPr>
            <a:xfrm>
              <a:off x="7367270" y="3373120"/>
              <a:ext cx="6350" cy="267970"/>
            </a:xfrm>
            <a:custGeom>
              <a:avLst/>
              <a:gdLst/>
              <a:ahLst/>
              <a:cxnLst/>
              <a:rect l="l" t="t" r="r" b="b"/>
              <a:pathLst>
                <a:path w="6350" h="267970">
                  <a:moveTo>
                    <a:pt x="6350" y="172720"/>
                  </a:moveTo>
                  <a:lnTo>
                    <a:pt x="0" y="172720"/>
                  </a:lnTo>
                  <a:lnTo>
                    <a:pt x="0" y="267970"/>
                  </a:lnTo>
                  <a:lnTo>
                    <a:pt x="6350" y="267970"/>
                  </a:lnTo>
                  <a:lnTo>
                    <a:pt x="6350" y="172720"/>
                  </a:lnTo>
                  <a:close/>
                </a:path>
                <a:path w="6350" h="26797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26797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26797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6797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6797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6797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6797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6797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6797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6797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6797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6797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6797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6797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6797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6797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6797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6797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6797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6797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6797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6797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6797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6797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6797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6797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6797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6797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6797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6797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6797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6797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6797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6797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6797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6797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6797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6797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6797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6797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6797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6797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6797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6797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6797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6797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6797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6797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6797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6797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6797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6797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67970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267970">
                  <a:moveTo>
                    <a:pt x="2539" y="2540"/>
                  </a:moveTo>
                  <a:lnTo>
                    <a:pt x="1270" y="2540"/>
                  </a:lnTo>
                  <a:lnTo>
                    <a:pt x="1270" y="3810"/>
                  </a:lnTo>
                  <a:lnTo>
                    <a:pt x="2539" y="3810"/>
                  </a:lnTo>
                  <a:lnTo>
                    <a:pt x="2539" y="2540"/>
                  </a:lnTo>
                  <a:close/>
                </a:path>
                <a:path w="6350" h="267970">
                  <a:moveTo>
                    <a:pt x="6350" y="0"/>
                  </a:moveTo>
                  <a:lnTo>
                    <a:pt x="5079" y="0"/>
                  </a:lnTo>
                  <a:lnTo>
                    <a:pt x="5079" y="1270"/>
                  </a:lnTo>
                  <a:lnTo>
                    <a:pt x="2539" y="1270"/>
                  </a:lnTo>
                  <a:lnTo>
                    <a:pt x="2539" y="2540"/>
                  </a:lnTo>
                  <a:lnTo>
                    <a:pt x="6350" y="254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85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5">
              <a:extLst>
                <a:ext uri="{FF2B5EF4-FFF2-40B4-BE49-F238E27FC236}">
                  <a16:creationId xmlns:a16="http://schemas.microsoft.com/office/drawing/2014/main" id="{56839F34-03F3-F34A-9736-F20D734682AF}"/>
                </a:ext>
              </a:extLst>
            </p:cNvPr>
            <p:cNvSpPr/>
            <p:nvPr/>
          </p:nvSpPr>
          <p:spPr>
            <a:xfrm>
              <a:off x="7373620" y="3368040"/>
              <a:ext cx="7620" cy="273050"/>
            </a:xfrm>
            <a:custGeom>
              <a:avLst/>
              <a:gdLst/>
              <a:ahLst/>
              <a:cxnLst/>
              <a:rect l="l" t="t" r="r" b="b"/>
              <a:pathLst>
                <a:path w="7620" h="273050">
                  <a:moveTo>
                    <a:pt x="7620" y="177800"/>
                  </a:moveTo>
                  <a:lnTo>
                    <a:pt x="0" y="177800"/>
                  </a:lnTo>
                  <a:lnTo>
                    <a:pt x="0" y="273050"/>
                  </a:lnTo>
                  <a:lnTo>
                    <a:pt x="7620" y="273050"/>
                  </a:lnTo>
                  <a:lnTo>
                    <a:pt x="7620" y="177800"/>
                  </a:lnTo>
                  <a:close/>
                </a:path>
                <a:path w="7620" h="273050">
                  <a:moveTo>
                    <a:pt x="7620" y="173989"/>
                  </a:moveTo>
                  <a:lnTo>
                    <a:pt x="0" y="173989"/>
                  </a:lnTo>
                  <a:lnTo>
                    <a:pt x="0" y="176529"/>
                  </a:lnTo>
                  <a:lnTo>
                    <a:pt x="7620" y="176529"/>
                  </a:lnTo>
                  <a:lnTo>
                    <a:pt x="7620" y="173989"/>
                  </a:lnTo>
                  <a:close/>
                </a:path>
                <a:path w="7620" h="273050">
                  <a:moveTo>
                    <a:pt x="7620" y="171450"/>
                  </a:moveTo>
                  <a:lnTo>
                    <a:pt x="0" y="171450"/>
                  </a:lnTo>
                  <a:lnTo>
                    <a:pt x="0" y="172720"/>
                  </a:lnTo>
                  <a:lnTo>
                    <a:pt x="7620" y="172720"/>
                  </a:lnTo>
                  <a:lnTo>
                    <a:pt x="7620" y="171450"/>
                  </a:lnTo>
                  <a:close/>
                </a:path>
                <a:path w="7620" h="273050">
                  <a:moveTo>
                    <a:pt x="7620" y="167639"/>
                  </a:moveTo>
                  <a:lnTo>
                    <a:pt x="0" y="167639"/>
                  </a:lnTo>
                  <a:lnTo>
                    <a:pt x="0" y="170179"/>
                  </a:lnTo>
                  <a:lnTo>
                    <a:pt x="7620" y="170179"/>
                  </a:lnTo>
                  <a:lnTo>
                    <a:pt x="7620" y="167639"/>
                  </a:lnTo>
                  <a:close/>
                </a:path>
                <a:path w="7620" h="273050">
                  <a:moveTo>
                    <a:pt x="7620" y="165100"/>
                  </a:moveTo>
                  <a:lnTo>
                    <a:pt x="0" y="165100"/>
                  </a:lnTo>
                  <a:lnTo>
                    <a:pt x="0" y="166370"/>
                  </a:lnTo>
                  <a:lnTo>
                    <a:pt x="7620" y="166370"/>
                  </a:lnTo>
                  <a:lnTo>
                    <a:pt x="7620" y="165100"/>
                  </a:lnTo>
                  <a:close/>
                </a:path>
                <a:path w="7620" h="273050">
                  <a:moveTo>
                    <a:pt x="7620" y="161289"/>
                  </a:moveTo>
                  <a:lnTo>
                    <a:pt x="0" y="161289"/>
                  </a:lnTo>
                  <a:lnTo>
                    <a:pt x="0" y="163829"/>
                  </a:lnTo>
                  <a:lnTo>
                    <a:pt x="7620" y="163829"/>
                  </a:lnTo>
                  <a:lnTo>
                    <a:pt x="7620" y="161289"/>
                  </a:lnTo>
                  <a:close/>
                </a:path>
                <a:path w="7620" h="273050">
                  <a:moveTo>
                    <a:pt x="7620" y="158750"/>
                  </a:moveTo>
                  <a:lnTo>
                    <a:pt x="0" y="158750"/>
                  </a:lnTo>
                  <a:lnTo>
                    <a:pt x="0" y="160020"/>
                  </a:lnTo>
                  <a:lnTo>
                    <a:pt x="7620" y="160020"/>
                  </a:lnTo>
                  <a:lnTo>
                    <a:pt x="7620" y="158750"/>
                  </a:lnTo>
                  <a:close/>
                </a:path>
                <a:path w="7620" h="273050">
                  <a:moveTo>
                    <a:pt x="7620" y="154939"/>
                  </a:moveTo>
                  <a:lnTo>
                    <a:pt x="0" y="154939"/>
                  </a:lnTo>
                  <a:lnTo>
                    <a:pt x="0" y="157479"/>
                  </a:lnTo>
                  <a:lnTo>
                    <a:pt x="7620" y="157479"/>
                  </a:lnTo>
                  <a:lnTo>
                    <a:pt x="7620" y="154939"/>
                  </a:lnTo>
                  <a:close/>
                </a:path>
                <a:path w="7620" h="273050">
                  <a:moveTo>
                    <a:pt x="7620" y="152400"/>
                  </a:moveTo>
                  <a:lnTo>
                    <a:pt x="0" y="152400"/>
                  </a:lnTo>
                  <a:lnTo>
                    <a:pt x="0" y="153670"/>
                  </a:lnTo>
                  <a:lnTo>
                    <a:pt x="7620" y="153670"/>
                  </a:lnTo>
                  <a:lnTo>
                    <a:pt x="7620" y="152400"/>
                  </a:lnTo>
                  <a:close/>
                </a:path>
                <a:path w="7620" h="273050">
                  <a:moveTo>
                    <a:pt x="7620" y="148589"/>
                  </a:moveTo>
                  <a:lnTo>
                    <a:pt x="0" y="148589"/>
                  </a:lnTo>
                  <a:lnTo>
                    <a:pt x="0" y="151129"/>
                  </a:lnTo>
                  <a:lnTo>
                    <a:pt x="7620" y="151129"/>
                  </a:lnTo>
                  <a:lnTo>
                    <a:pt x="7620" y="148589"/>
                  </a:lnTo>
                  <a:close/>
                </a:path>
                <a:path w="7620" h="273050">
                  <a:moveTo>
                    <a:pt x="7620" y="146050"/>
                  </a:moveTo>
                  <a:lnTo>
                    <a:pt x="0" y="146050"/>
                  </a:lnTo>
                  <a:lnTo>
                    <a:pt x="0" y="147320"/>
                  </a:lnTo>
                  <a:lnTo>
                    <a:pt x="7620" y="147320"/>
                  </a:lnTo>
                  <a:lnTo>
                    <a:pt x="7620" y="146050"/>
                  </a:lnTo>
                  <a:close/>
                </a:path>
                <a:path w="7620" h="273050">
                  <a:moveTo>
                    <a:pt x="7620" y="142239"/>
                  </a:moveTo>
                  <a:lnTo>
                    <a:pt x="0" y="142239"/>
                  </a:lnTo>
                  <a:lnTo>
                    <a:pt x="0" y="144779"/>
                  </a:lnTo>
                  <a:lnTo>
                    <a:pt x="7620" y="144779"/>
                  </a:lnTo>
                  <a:lnTo>
                    <a:pt x="7620" y="142239"/>
                  </a:lnTo>
                  <a:close/>
                </a:path>
                <a:path w="7620" h="273050">
                  <a:moveTo>
                    <a:pt x="7620" y="139700"/>
                  </a:moveTo>
                  <a:lnTo>
                    <a:pt x="0" y="139700"/>
                  </a:lnTo>
                  <a:lnTo>
                    <a:pt x="0" y="140970"/>
                  </a:lnTo>
                  <a:lnTo>
                    <a:pt x="7620" y="140970"/>
                  </a:lnTo>
                  <a:lnTo>
                    <a:pt x="7620" y="139700"/>
                  </a:lnTo>
                  <a:close/>
                </a:path>
                <a:path w="7620" h="273050">
                  <a:moveTo>
                    <a:pt x="7620" y="135889"/>
                  </a:moveTo>
                  <a:lnTo>
                    <a:pt x="0" y="135889"/>
                  </a:lnTo>
                  <a:lnTo>
                    <a:pt x="0" y="138429"/>
                  </a:lnTo>
                  <a:lnTo>
                    <a:pt x="7620" y="138429"/>
                  </a:lnTo>
                  <a:lnTo>
                    <a:pt x="7620" y="135889"/>
                  </a:lnTo>
                  <a:close/>
                </a:path>
                <a:path w="7620" h="273050">
                  <a:moveTo>
                    <a:pt x="7620" y="133350"/>
                  </a:moveTo>
                  <a:lnTo>
                    <a:pt x="0" y="133350"/>
                  </a:lnTo>
                  <a:lnTo>
                    <a:pt x="0" y="134620"/>
                  </a:lnTo>
                  <a:lnTo>
                    <a:pt x="7620" y="134620"/>
                  </a:lnTo>
                  <a:lnTo>
                    <a:pt x="7620" y="133350"/>
                  </a:lnTo>
                  <a:close/>
                </a:path>
                <a:path w="7620" h="273050">
                  <a:moveTo>
                    <a:pt x="7620" y="129539"/>
                  </a:moveTo>
                  <a:lnTo>
                    <a:pt x="0" y="129539"/>
                  </a:lnTo>
                  <a:lnTo>
                    <a:pt x="0" y="132079"/>
                  </a:lnTo>
                  <a:lnTo>
                    <a:pt x="7620" y="132079"/>
                  </a:lnTo>
                  <a:lnTo>
                    <a:pt x="7620" y="129539"/>
                  </a:lnTo>
                  <a:close/>
                </a:path>
                <a:path w="7620" h="273050">
                  <a:moveTo>
                    <a:pt x="7620" y="127000"/>
                  </a:moveTo>
                  <a:lnTo>
                    <a:pt x="0" y="127000"/>
                  </a:lnTo>
                  <a:lnTo>
                    <a:pt x="0" y="128270"/>
                  </a:lnTo>
                  <a:lnTo>
                    <a:pt x="7620" y="128270"/>
                  </a:lnTo>
                  <a:lnTo>
                    <a:pt x="7620" y="127000"/>
                  </a:lnTo>
                  <a:close/>
                </a:path>
                <a:path w="7620" h="273050">
                  <a:moveTo>
                    <a:pt x="7620" y="123189"/>
                  </a:moveTo>
                  <a:lnTo>
                    <a:pt x="0" y="123189"/>
                  </a:lnTo>
                  <a:lnTo>
                    <a:pt x="0" y="125729"/>
                  </a:lnTo>
                  <a:lnTo>
                    <a:pt x="7620" y="125729"/>
                  </a:lnTo>
                  <a:lnTo>
                    <a:pt x="7620" y="123189"/>
                  </a:lnTo>
                  <a:close/>
                </a:path>
                <a:path w="7620" h="273050">
                  <a:moveTo>
                    <a:pt x="7620" y="120650"/>
                  </a:moveTo>
                  <a:lnTo>
                    <a:pt x="0" y="120650"/>
                  </a:lnTo>
                  <a:lnTo>
                    <a:pt x="0" y="121920"/>
                  </a:lnTo>
                  <a:lnTo>
                    <a:pt x="7620" y="121920"/>
                  </a:lnTo>
                  <a:lnTo>
                    <a:pt x="7620" y="120650"/>
                  </a:lnTo>
                  <a:close/>
                </a:path>
                <a:path w="7620" h="273050">
                  <a:moveTo>
                    <a:pt x="7620" y="116839"/>
                  </a:moveTo>
                  <a:lnTo>
                    <a:pt x="0" y="116839"/>
                  </a:lnTo>
                  <a:lnTo>
                    <a:pt x="0" y="119379"/>
                  </a:lnTo>
                  <a:lnTo>
                    <a:pt x="7620" y="119379"/>
                  </a:lnTo>
                  <a:lnTo>
                    <a:pt x="7620" y="116839"/>
                  </a:lnTo>
                  <a:close/>
                </a:path>
                <a:path w="7620" h="273050">
                  <a:moveTo>
                    <a:pt x="7620" y="114300"/>
                  </a:moveTo>
                  <a:lnTo>
                    <a:pt x="0" y="114300"/>
                  </a:lnTo>
                  <a:lnTo>
                    <a:pt x="0" y="115570"/>
                  </a:lnTo>
                  <a:lnTo>
                    <a:pt x="7620" y="115570"/>
                  </a:lnTo>
                  <a:lnTo>
                    <a:pt x="7620" y="114300"/>
                  </a:lnTo>
                  <a:close/>
                </a:path>
                <a:path w="7620" h="273050">
                  <a:moveTo>
                    <a:pt x="7620" y="110489"/>
                  </a:moveTo>
                  <a:lnTo>
                    <a:pt x="0" y="110489"/>
                  </a:lnTo>
                  <a:lnTo>
                    <a:pt x="0" y="113029"/>
                  </a:lnTo>
                  <a:lnTo>
                    <a:pt x="7620" y="113029"/>
                  </a:lnTo>
                  <a:lnTo>
                    <a:pt x="7620" y="110489"/>
                  </a:lnTo>
                  <a:close/>
                </a:path>
                <a:path w="7620" h="273050">
                  <a:moveTo>
                    <a:pt x="7620" y="107950"/>
                  </a:moveTo>
                  <a:lnTo>
                    <a:pt x="0" y="107950"/>
                  </a:lnTo>
                  <a:lnTo>
                    <a:pt x="0" y="109220"/>
                  </a:lnTo>
                  <a:lnTo>
                    <a:pt x="7620" y="109220"/>
                  </a:lnTo>
                  <a:lnTo>
                    <a:pt x="7620" y="107950"/>
                  </a:lnTo>
                  <a:close/>
                </a:path>
                <a:path w="7620" h="273050">
                  <a:moveTo>
                    <a:pt x="7620" y="104139"/>
                  </a:moveTo>
                  <a:lnTo>
                    <a:pt x="0" y="104139"/>
                  </a:lnTo>
                  <a:lnTo>
                    <a:pt x="0" y="106679"/>
                  </a:lnTo>
                  <a:lnTo>
                    <a:pt x="7620" y="106679"/>
                  </a:lnTo>
                  <a:lnTo>
                    <a:pt x="7620" y="104139"/>
                  </a:lnTo>
                  <a:close/>
                </a:path>
                <a:path w="7620" h="273050">
                  <a:moveTo>
                    <a:pt x="7620" y="101600"/>
                  </a:moveTo>
                  <a:lnTo>
                    <a:pt x="0" y="101600"/>
                  </a:lnTo>
                  <a:lnTo>
                    <a:pt x="0" y="102870"/>
                  </a:lnTo>
                  <a:lnTo>
                    <a:pt x="7620" y="102870"/>
                  </a:lnTo>
                  <a:lnTo>
                    <a:pt x="7620" y="101600"/>
                  </a:lnTo>
                  <a:close/>
                </a:path>
                <a:path w="7620" h="273050">
                  <a:moveTo>
                    <a:pt x="7620" y="97789"/>
                  </a:moveTo>
                  <a:lnTo>
                    <a:pt x="0" y="97789"/>
                  </a:lnTo>
                  <a:lnTo>
                    <a:pt x="0" y="100329"/>
                  </a:lnTo>
                  <a:lnTo>
                    <a:pt x="7620" y="100329"/>
                  </a:lnTo>
                  <a:lnTo>
                    <a:pt x="7620" y="97789"/>
                  </a:lnTo>
                  <a:close/>
                </a:path>
                <a:path w="7620" h="273050">
                  <a:moveTo>
                    <a:pt x="7620" y="95250"/>
                  </a:moveTo>
                  <a:lnTo>
                    <a:pt x="0" y="95250"/>
                  </a:lnTo>
                  <a:lnTo>
                    <a:pt x="0" y="96520"/>
                  </a:lnTo>
                  <a:lnTo>
                    <a:pt x="7620" y="96520"/>
                  </a:lnTo>
                  <a:lnTo>
                    <a:pt x="7620" y="95250"/>
                  </a:lnTo>
                  <a:close/>
                </a:path>
                <a:path w="7620" h="273050">
                  <a:moveTo>
                    <a:pt x="7620" y="91439"/>
                  </a:moveTo>
                  <a:lnTo>
                    <a:pt x="0" y="91439"/>
                  </a:lnTo>
                  <a:lnTo>
                    <a:pt x="0" y="93979"/>
                  </a:lnTo>
                  <a:lnTo>
                    <a:pt x="7620" y="93979"/>
                  </a:lnTo>
                  <a:lnTo>
                    <a:pt x="7620" y="91439"/>
                  </a:lnTo>
                  <a:close/>
                </a:path>
                <a:path w="7620" h="273050">
                  <a:moveTo>
                    <a:pt x="7620" y="88900"/>
                  </a:moveTo>
                  <a:lnTo>
                    <a:pt x="0" y="88900"/>
                  </a:lnTo>
                  <a:lnTo>
                    <a:pt x="0" y="90170"/>
                  </a:lnTo>
                  <a:lnTo>
                    <a:pt x="7620" y="90170"/>
                  </a:lnTo>
                  <a:lnTo>
                    <a:pt x="7620" y="88900"/>
                  </a:lnTo>
                  <a:close/>
                </a:path>
                <a:path w="7620" h="273050">
                  <a:moveTo>
                    <a:pt x="7620" y="85089"/>
                  </a:moveTo>
                  <a:lnTo>
                    <a:pt x="0" y="85089"/>
                  </a:lnTo>
                  <a:lnTo>
                    <a:pt x="0" y="87629"/>
                  </a:lnTo>
                  <a:lnTo>
                    <a:pt x="7620" y="87629"/>
                  </a:lnTo>
                  <a:lnTo>
                    <a:pt x="7620" y="85089"/>
                  </a:lnTo>
                  <a:close/>
                </a:path>
                <a:path w="7620" h="273050">
                  <a:moveTo>
                    <a:pt x="7620" y="82550"/>
                  </a:moveTo>
                  <a:lnTo>
                    <a:pt x="0" y="82550"/>
                  </a:lnTo>
                  <a:lnTo>
                    <a:pt x="0" y="83820"/>
                  </a:lnTo>
                  <a:lnTo>
                    <a:pt x="7620" y="83820"/>
                  </a:lnTo>
                  <a:lnTo>
                    <a:pt x="7620" y="82550"/>
                  </a:lnTo>
                  <a:close/>
                </a:path>
                <a:path w="7620" h="273050">
                  <a:moveTo>
                    <a:pt x="7620" y="78739"/>
                  </a:moveTo>
                  <a:lnTo>
                    <a:pt x="0" y="78739"/>
                  </a:lnTo>
                  <a:lnTo>
                    <a:pt x="0" y="81279"/>
                  </a:lnTo>
                  <a:lnTo>
                    <a:pt x="7620" y="81279"/>
                  </a:lnTo>
                  <a:lnTo>
                    <a:pt x="7620" y="78739"/>
                  </a:lnTo>
                  <a:close/>
                </a:path>
                <a:path w="7620" h="273050">
                  <a:moveTo>
                    <a:pt x="7620" y="76200"/>
                  </a:moveTo>
                  <a:lnTo>
                    <a:pt x="0" y="76200"/>
                  </a:lnTo>
                  <a:lnTo>
                    <a:pt x="0" y="77470"/>
                  </a:lnTo>
                  <a:lnTo>
                    <a:pt x="7620" y="77470"/>
                  </a:lnTo>
                  <a:lnTo>
                    <a:pt x="7620" y="76200"/>
                  </a:lnTo>
                  <a:close/>
                </a:path>
                <a:path w="7620" h="273050">
                  <a:moveTo>
                    <a:pt x="7620" y="72389"/>
                  </a:moveTo>
                  <a:lnTo>
                    <a:pt x="0" y="72389"/>
                  </a:lnTo>
                  <a:lnTo>
                    <a:pt x="0" y="74929"/>
                  </a:lnTo>
                  <a:lnTo>
                    <a:pt x="7620" y="74929"/>
                  </a:lnTo>
                  <a:lnTo>
                    <a:pt x="7620" y="72389"/>
                  </a:lnTo>
                  <a:close/>
                </a:path>
                <a:path w="7620" h="273050">
                  <a:moveTo>
                    <a:pt x="7620" y="69850"/>
                  </a:moveTo>
                  <a:lnTo>
                    <a:pt x="0" y="69850"/>
                  </a:lnTo>
                  <a:lnTo>
                    <a:pt x="0" y="71120"/>
                  </a:lnTo>
                  <a:lnTo>
                    <a:pt x="7620" y="71120"/>
                  </a:lnTo>
                  <a:lnTo>
                    <a:pt x="7620" y="69850"/>
                  </a:lnTo>
                  <a:close/>
                </a:path>
                <a:path w="7620" h="273050">
                  <a:moveTo>
                    <a:pt x="7620" y="66039"/>
                  </a:moveTo>
                  <a:lnTo>
                    <a:pt x="0" y="66039"/>
                  </a:lnTo>
                  <a:lnTo>
                    <a:pt x="0" y="68579"/>
                  </a:lnTo>
                  <a:lnTo>
                    <a:pt x="7620" y="68579"/>
                  </a:lnTo>
                  <a:lnTo>
                    <a:pt x="7620" y="66039"/>
                  </a:lnTo>
                  <a:close/>
                </a:path>
                <a:path w="7620" h="273050">
                  <a:moveTo>
                    <a:pt x="7620" y="63500"/>
                  </a:moveTo>
                  <a:lnTo>
                    <a:pt x="0" y="63500"/>
                  </a:lnTo>
                  <a:lnTo>
                    <a:pt x="0" y="64770"/>
                  </a:lnTo>
                  <a:lnTo>
                    <a:pt x="7620" y="64770"/>
                  </a:lnTo>
                  <a:lnTo>
                    <a:pt x="7620" y="63500"/>
                  </a:lnTo>
                  <a:close/>
                </a:path>
                <a:path w="7620" h="273050">
                  <a:moveTo>
                    <a:pt x="7620" y="59689"/>
                  </a:moveTo>
                  <a:lnTo>
                    <a:pt x="0" y="59689"/>
                  </a:lnTo>
                  <a:lnTo>
                    <a:pt x="0" y="62229"/>
                  </a:lnTo>
                  <a:lnTo>
                    <a:pt x="7620" y="62229"/>
                  </a:lnTo>
                  <a:lnTo>
                    <a:pt x="7620" y="59689"/>
                  </a:lnTo>
                  <a:close/>
                </a:path>
                <a:path w="7620" h="273050">
                  <a:moveTo>
                    <a:pt x="7620" y="57150"/>
                  </a:moveTo>
                  <a:lnTo>
                    <a:pt x="0" y="57150"/>
                  </a:lnTo>
                  <a:lnTo>
                    <a:pt x="0" y="58420"/>
                  </a:lnTo>
                  <a:lnTo>
                    <a:pt x="7620" y="58420"/>
                  </a:lnTo>
                  <a:lnTo>
                    <a:pt x="7620" y="57150"/>
                  </a:lnTo>
                  <a:close/>
                </a:path>
                <a:path w="7620" h="273050">
                  <a:moveTo>
                    <a:pt x="7620" y="53339"/>
                  </a:moveTo>
                  <a:lnTo>
                    <a:pt x="0" y="53339"/>
                  </a:lnTo>
                  <a:lnTo>
                    <a:pt x="0" y="55879"/>
                  </a:lnTo>
                  <a:lnTo>
                    <a:pt x="7620" y="55879"/>
                  </a:lnTo>
                  <a:lnTo>
                    <a:pt x="7620" y="53339"/>
                  </a:lnTo>
                  <a:close/>
                </a:path>
                <a:path w="7620" h="273050">
                  <a:moveTo>
                    <a:pt x="7620" y="50800"/>
                  </a:moveTo>
                  <a:lnTo>
                    <a:pt x="0" y="50800"/>
                  </a:lnTo>
                  <a:lnTo>
                    <a:pt x="0" y="52070"/>
                  </a:lnTo>
                  <a:lnTo>
                    <a:pt x="7620" y="52070"/>
                  </a:lnTo>
                  <a:lnTo>
                    <a:pt x="7620" y="50800"/>
                  </a:lnTo>
                  <a:close/>
                </a:path>
                <a:path w="7620" h="273050">
                  <a:moveTo>
                    <a:pt x="7620" y="46989"/>
                  </a:moveTo>
                  <a:lnTo>
                    <a:pt x="0" y="46989"/>
                  </a:lnTo>
                  <a:lnTo>
                    <a:pt x="0" y="49529"/>
                  </a:lnTo>
                  <a:lnTo>
                    <a:pt x="7620" y="49529"/>
                  </a:lnTo>
                  <a:lnTo>
                    <a:pt x="7620" y="46989"/>
                  </a:lnTo>
                  <a:close/>
                </a:path>
                <a:path w="7620" h="273050">
                  <a:moveTo>
                    <a:pt x="7620" y="44450"/>
                  </a:moveTo>
                  <a:lnTo>
                    <a:pt x="0" y="44450"/>
                  </a:lnTo>
                  <a:lnTo>
                    <a:pt x="0" y="45720"/>
                  </a:lnTo>
                  <a:lnTo>
                    <a:pt x="7620" y="45720"/>
                  </a:lnTo>
                  <a:lnTo>
                    <a:pt x="7620" y="44450"/>
                  </a:lnTo>
                  <a:close/>
                </a:path>
                <a:path w="7620" h="273050">
                  <a:moveTo>
                    <a:pt x="7620" y="40639"/>
                  </a:moveTo>
                  <a:lnTo>
                    <a:pt x="0" y="40639"/>
                  </a:lnTo>
                  <a:lnTo>
                    <a:pt x="0" y="43179"/>
                  </a:lnTo>
                  <a:lnTo>
                    <a:pt x="7620" y="43179"/>
                  </a:lnTo>
                  <a:lnTo>
                    <a:pt x="7620" y="40639"/>
                  </a:lnTo>
                  <a:close/>
                </a:path>
                <a:path w="7620" h="273050">
                  <a:moveTo>
                    <a:pt x="7620" y="38100"/>
                  </a:moveTo>
                  <a:lnTo>
                    <a:pt x="0" y="38100"/>
                  </a:lnTo>
                  <a:lnTo>
                    <a:pt x="0" y="39370"/>
                  </a:lnTo>
                  <a:lnTo>
                    <a:pt x="7620" y="39370"/>
                  </a:lnTo>
                  <a:lnTo>
                    <a:pt x="7620" y="38100"/>
                  </a:lnTo>
                  <a:close/>
                </a:path>
                <a:path w="7620" h="273050">
                  <a:moveTo>
                    <a:pt x="7620" y="34289"/>
                  </a:moveTo>
                  <a:lnTo>
                    <a:pt x="0" y="34289"/>
                  </a:lnTo>
                  <a:lnTo>
                    <a:pt x="0" y="36829"/>
                  </a:lnTo>
                  <a:lnTo>
                    <a:pt x="7620" y="36829"/>
                  </a:lnTo>
                  <a:lnTo>
                    <a:pt x="7620" y="34289"/>
                  </a:lnTo>
                  <a:close/>
                </a:path>
                <a:path w="7620" h="273050">
                  <a:moveTo>
                    <a:pt x="7620" y="31750"/>
                  </a:moveTo>
                  <a:lnTo>
                    <a:pt x="0" y="31750"/>
                  </a:lnTo>
                  <a:lnTo>
                    <a:pt x="0" y="33020"/>
                  </a:lnTo>
                  <a:lnTo>
                    <a:pt x="7620" y="33020"/>
                  </a:lnTo>
                  <a:lnTo>
                    <a:pt x="7620" y="31750"/>
                  </a:lnTo>
                  <a:close/>
                </a:path>
                <a:path w="7620" h="273050">
                  <a:moveTo>
                    <a:pt x="7620" y="27939"/>
                  </a:moveTo>
                  <a:lnTo>
                    <a:pt x="0" y="27939"/>
                  </a:lnTo>
                  <a:lnTo>
                    <a:pt x="0" y="30479"/>
                  </a:lnTo>
                  <a:lnTo>
                    <a:pt x="7620" y="30479"/>
                  </a:lnTo>
                  <a:lnTo>
                    <a:pt x="7620" y="27939"/>
                  </a:lnTo>
                  <a:close/>
                </a:path>
                <a:path w="7620" h="273050">
                  <a:moveTo>
                    <a:pt x="7620" y="25400"/>
                  </a:moveTo>
                  <a:lnTo>
                    <a:pt x="0" y="25400"/>
                  </a:lnTo>
                  <a:lnTo>
                    <a:pt x="0" y="26670"/>
                  </a:lnTo>
                  <a:lnTo>
                    <a:pt x="7620" y="26670"/>
                  </a:lnTo>
                  <a:lnTo>
                    <a:pt x="7620" y="25400"/>
                  </a:lnTo>
                  <a:close/>
                </a:path>
                <a:path w="7620" h="273050">
                  <a:moveTo>
                    <a:pt x="7620" y="21589"/>
                  </a:moveTo>
                  <a:lnTo>
                    <a:pt x="0" y="21589"/>
                  </a:lnTo>
                  <a:lnTo>
                    <a:pt x="0" y="24129"/>
                  </a:lnTo>
                  <a:lnTo>
                    <a:pt x="7620" y="24129"/>
                  </a:lnTo>
                  <a:lnTo>
                    <a:pt x="7620" y="21589"/>
                  </a:lnTo>
                  <a:close/>
                </a:path>
                <a:path w="7620" h="273050">
                  <a:moveTo>
                    <a:pt x="7620" y="19050"/>
                  </a:moveTo>
                  <a:lnTo>
                    <a:pt x="0" y="19050"/>
                  </a:lnTo>
                  <a:lnTo>
                    <a:pt x="0" y="20320"/>
                  </a:lnTo>
                  <a:lnTo>
                    <a:pt x="7620" y="20320"/>
                  </a:lnTo>
                  <a:lnTo>
                    <a:pt x="7620" y="19050"/>
                  </a:lnTo>
                  <a:close/>
                </a:path>
                <a:path w="7620" h="273050">
                  <a:moveTo>
                    <a:pt x="7620" y="15239"/>
                  </a:moveTo>
                  <a:lnTo>
                    <a:pt x="0" y="15239"/>
                  </a:lnTo>
                  <a:lnTo>
                    <a:pt x="0" y="17779"/>
                  </a:lnTo>
                  <a:lnTo>
                    <a:pt x="7620" y="17779"/>
                  </a:lnTo>
                  <a:lnTo>
                    <a:pt x="7620" y="15239"/>
                  </a:lnTo>
                  <a:close/>
                </a:path>
                <a:path w="7620" h="273050">
                  <a:moveTo>
                    <a:pt x="7620" y="12700"/>
                  </a:moveTo>
                  <a:lnTo>
                    <a:pt x="0" y="12700"/>
                  </a:lnTo>
                  <a:lnTo>
                    <a:pt x="0" y="13970"/>
                  </a:lnTo>
                  <a:lnTo>
                    <a:pt x="7620" y="13970"/>
                  </a:lnTo>
                  <a:lnTo>
                    <a:pt x="7620" y="12700"/>
                  </a:lnTo>
                  <a:close/>
                </a:path>
                <a:path w="7620" h="273050">
                  <a:moveTo>
                    <a:pt x="7620" y="8889"/>
                  </a:moveTo>
                  <a:lnTo>
                    <a:pt x="0" y="8889"/>
                  </a:lnTo>
                  <a:lnTo>
                    <a:pt x="0" y="11429"/>
                  </a:lnTo>
                  <a:lnTo>
                    <a:pt x="7620" y="11429"/>
                  </a:lnTo>
                  <a:lnTo>
                    <a:pt x="7620" y="8889"/>
                  </a:lnTo>
                  <a:close/>
                </a:path>
                <a:path w="7620" h="273050">
                  <a:moveTo>
                    <a:pt x="1270" y="5079"/>
                  </a:moveTo>
                  <a:lnTo>
                    <a:pt x="0" y="5079"/>
                  </a:lnTo>
                  <a:lnTo>
                    <a:pt x="0" y="7620"/>
                  </a:lnTo>
                  <a:lnTo>
                    <a:pt x="7620" y="7620"/>
                  </a:lnTo>
                  <a:lnTo>
                    <a:pt x="7620" y="6350"/>
                  </a:lnTo>
                  <a:lnTo>
                    <a:pt x="1270" y="6350"/>
                  </a:lnTo>
                  <a:lnTo>
                    <a:pt x="1270" y="5079"/>
                  </a:lnTo>
                  <a:close/>
                </a:path>
                <a:path w="7620" h="273050">
                  <a:moveTo>
                    <a:pt x="7620" y="2539"/>
                  </a:moveTo>
                  <a:lnTo>
                    <a:pt x="2539" y="2539"/>
                  </a:lnTo>
                  <a:lnTo>
                    <a:pt x="2539" y="5079"/>
                  </a:lnTo>
                  <a:lnTo>
                    <a:pt x="7620" y="5079"/>
                  </a:lnTo>
                  <a:lnTo>
                    <a:pt x="7620" y="2539"/>
                  </a:lnTo>
                  <a:close/>
                </a:path>
                <a:path w="7620" h="273050">
                  <a:moveTo>
                    <a:pt x="6350" y="1270"/>
                  </a:moveTo>
                  <a:lnTo>
                    <a:pt x="5079" y="1270"/>
                  </a:lnTo>
                  <a:lnTo>
                    <a:pt x="5079" y="2539"/>
                  </a:lnTo>
                  <a:lnTo>
                    <a:pt x="6350" y="2539"/>
                  </a:lnTo>
                  <a:lnTo>
                    <a:pt x="6350" y="1270"/>
                  </a:lnTo>
                  <a:close/>
                </a:path>
                <a:path w="7620" h="273050">
                  <a:moveTo>
                    <a:pt x="762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84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66">
              <a:extLst>
                <a:ext uri="{FF2B5EF4-FFF2-40B4-BE49-F238E27FC236}">
                  <a16:creationId xmlns:a16="http://schemas.microsoft.com/office/drawing/2014/main" id="{F522A96D-DA5F-7738-081A-E81FA1F71DC9}"/>
                </a:ext>
              </a:extLst>
            </p:cNvPr>
            <p:cNvSpPr/>
            <p:nvPr/>
          </p:nvSpPr>
          <p:spPr>
            <a:xfrm>
              <a:off x="7385050" y="3364230"/>
              <a:ext cx="0" cy="276860"/>
            </a:xfrm>
            <a:custGeom>
              <a:avLst/>
              <a:gdLst/>
              <a:ahLst/>
              <a:cxnLst/>
              <a:rect l="l" t="t" r="r" b="b"/>
              <a:pathLst>
                <a:path h="276860">
                  <a:moveTo>
                    <a:pt x="0" y="0"/>
                  </a:moveTo>
                  <a:lnTo>
                    <a:pt x="0" y="276860"/>
                  </a:lnTo>
                </a:path>
              </a:pathLst>
            </a:custGeom>
            <a:ln w="7619">
              <a:solidFill>
                <a:srgbClr val="374E7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67">
              <a:extLst>
                <a:ext uri="{FF2B5EF4-FFF2-40B4-BE49-F238E27FC236}">
                  <a16:creationId xmlns:a16="http://schemas.microsoft.com/office/drawing/2014/main" id="{2BF1A1E2-10BD-FEA5-41B7-2B8B6875B651}"/>
                </a:ext>
              </a:extLst>
            </p:cNvPr>
            <p:cNvSpPr/>
            <p:nvPr/>
          </p:nvSpPr>
          <p:spPr>
            <a:xfrm>
              <a:off x="7388859" y="3360420"/>
              <a:ext cx="6350" cy="280670"/>
            </a:xfrm>
            <a:custGeom>
              <a:avLst/>
              <a:gdLst/>
              <a:ahLst/>
              <a:cxnLst/>
              <a:rect l="l" t="t" r="r" b="b"/>
              <a:pathLst>
                <a:path w="6350" h="280670">
                  <a:moveTo>
                    <a:pt x="6350" y="185420"/>
                  </a:moveTo>
                  <a:lnTo>
                    <a:pt x="0" y="185420"/>
                  </a:lnTo>
                  <a:lnTo>
                    <a:pt x="0" y="280670"/>
                  </a:lnTo>
                  <a:lnTo>
                    <a:pt x="6350" y="280670"/>
                  </a:lnTo>
                  <a:lnTo>
                    <a:pt x="6350" y="185420"/>
                  </a:lnTo>
                  <a:close/>
                </a:path>
                <a:path w="6350" h="280670">
                  <a:moveTo>
                    <a:pt x="635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610"/>
                  </a:lnTo>
                  <a:close/>
                </a:path>
                <a:path w="6350" h="280670">
                  <a:moveTo>
                    <a:pt x="635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9070"/>
                  </a:lnTo>
                  <a:close/>
                </a:path>
                <a:path w="6350" h="280670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280670">
                  <a:moveTo>
                    <a:pt x="635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2720"/>
                  </a:lnTo>
                  <a:close/>
                </a:path>
                <a:path w="6350" h="28067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28067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28067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8067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8067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8067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8067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8067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8067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8067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8067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8067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8067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8067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8067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8067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8067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8067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8067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8067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8067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8067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8067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8067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8067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8067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8067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8067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8067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8067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8067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8067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8067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8067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8067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8067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8067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8067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8067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8067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8067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8067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8067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8067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8067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8067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8067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8067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8067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8067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8067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8067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80670">
                  <a:moveTo>
                    <a:pt x="1270" y="2540"/>
                  </a:moveTo>
                  <a:lnTo>
                    <a:pt x="0" y="254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lnTo>
                    <a:pt x="1270" y="3810"/>
                  </a:lnTo>
                  <a:lnTo>
                    <a:pt x="1270" y="2540"/>
                  </a:lnTo>
                  <a:close/>
                </a:path>
                <a:path w="6350" h="280670">
                  <a:moveTo>
                    <a:pt x="635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40"/>
                  </a:lnTo>
                  <a:lnTo>
                    <a:pt x="6350" y="254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64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68">
              <a:extLst>
                <a:ext uri="{FF2B5EF4-FFF2-40B4-BE49-F238E27FC236}">
                  <a16:creationId xmlns:a16="http://schemas.microsoft.com/office/drawing/2014/main" id="{8404DB82-5D96-B089-9816-526F446276CB}"/>
                </a:ext>
              </a:extLst>
            </p:cNvPr>
            <p:cNvSpPr/>
            <p:nvPr/>
          </p:nvSpPr>
          <p:spPr>
            <a:xfrm>
              <a:off x="7399020" y="3355340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7620">
              <a:solidFill>
                <a:srgbClr val="364C6E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69">
              <a:extLst>
                <a:ext uri="{FF2B5EF4-FFF2-40B4-BE49-F238E27FC236}">
                  <a16:creationId xmlns:a16="http://schemas.microsoft.com/office/drawing/2014/main" id="{A5C847A2-434A-5911-2280-6752EF704CF4}"/>
                </a:ext>
              </a:extLst>
            </p:cNvPr>
            <p:cNvSpPr/>
            <p:nvPr/>
          </p:nvSpPr>
          <p:spPr>
            <a:xfrm>
              <a:off x="7402830" y="3350260"/>
              <a:ext cx="7620" cy="290830"/>
            </a:xfrm>
            <a:custGeom>
              <a:avLst/>
              <a:gdLst/>
              <a:ahLst/>
              <a:cxnLst/>
              <a:rect l="l" t="t" r="r" b="b"/>
              <a:pathLst>
                <a:path w="7620" h="290829">
                  <a:moveTo>
                    <a:pt x="7620" y="195579"/>
                  </a:moveTo>
                  <a:lnTo>
                    <a:pt x="0" y="195579"/>
                  </a:lnTo>
                  <a:lnTo>
                    <a:pt x="0" y="290829"/>
                  </a:lnTo>
                  <a:lnTo>
                    <a:pt x="7620" y="290829"/>
                  </a:lnTo>
                  <a:lnTo>
                    <a:pt x="7620" y="195579"/>
                  </a:lnTo>
                  <a:close/>
                </a:path>
                <a:path w="7620" h="290829">
                  <a:moveTo>
                    <a:pt x="762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7620" y="194309"/>
                  </a:lnTo>
                  <a:lnTo>
                    <a:pt x="7620" y="191769"/>
                  </a:lnTo>
                  <a:close/>
                </a:path>
                <a:path w="7620" h="290829">
                  <a:moveTo>
                    <a:pt x="762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9229"/>
                  </a:lnTo>
                  <a:close/>
                </a:path>
                <a:path w="7620" h="290829">
                  <a:moveTo>
                    <a:pt x="762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7620" y="187959"/>
                  </a:lnTo>
                  <a:lnTo>
                    <a:pt x="7620" y="185419"/>
                  </a:lnTo>
                  <a:close/>
                </a:path>
                <a:path w="7620" h="290829">
                  <a:moveTo>
                    <a:pt x="762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79"/>
                  </a:lnTo>
                  <a:close/>
                </a:path>
                <a:path w="7620" h="290829">
                  <a:moveTo>
                    <a:pt x="762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20" y="181609"/>
                  </a:lnTo>
                  <a:lnTo>
                    <a:pt x="7620" y="179069"/>
                  </a:lnTo>
                  <a:close/>
                </a:path>
                <a:path w="7620" h="290829">
                  <a:moveTo>
                    <a:pt x="762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29"/>
                  </a:lnTo>
                  <a:close/>
                </a:path>
                <a:path w="7620" h="290829">
                  <a:moveTo>
                    <a:pt x="762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72719"/>
                  </a:lnTo>
                  <a:close/>
                </a:path>
                <a:path w="7620" h="290829">
                  <a:moveTo>
                    <a:pt x="762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70179"/>
                  </a:lnTo>
                  <a:close/>
                </a:path>
                <a:path w="7620" h="290829">
                  <a:moveTo>
                    <a:pt x="762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20" y="168909"/>
                  </a:lnTo>
                  <a:lnTo>
                    <a:pt x="7620" y="166369"/>
                  </a:lnTo>
                  <a:close/>
                </a:path>
                <a:path w="7620" h="290829">
                  <a:moveTo>
                    <a:pt x="762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3829"/>
                  </a:lnTo>
                  <a:close/>
                </a:path>
                <a:path w="7620" h="29082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29082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29082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29082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29082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29082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29082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29082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29082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29082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29082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29082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29082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29082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29082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29082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29082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29082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29082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29082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29082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29082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29082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29082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29082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29082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29082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29082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29082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29082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29082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29082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29082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29082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29082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29082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29082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29082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29082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29082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29082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29082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29082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29082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29082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29082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29082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29082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29082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290829">
                  <a:moveTo>
                    <a:pt x="2540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79"/>
                  </a:lnTo>
                  <a:lnTo>
                    <a:pt x="2540" y="5079"/>
                  </a:lnTo>
                  <a:lnTo>
                    <a:pt x="2540" y="3809"/>
                  </a:lnTo>
                  <a:close/>
                </a:path>
                <a:path w="7620" h="290829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10" y="1269"/>
                  </a:lnTo>
                  <a:lnTo>
                    <a:pt x="3810" y="3809"/>
                  </a:lnTo>
                  <a:lnTo>
                    <a:pt x="7620" y="380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54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0">
              <a:extLst>
                <a:ext uri="{FF2B5EF4-FFF2-40B4-BE49-F238E27FC236}">
                  <a16:creationId xmlns:a16="http://schemas.microsoft.com/office/drawing/2014/main" id="{54CE9C05-6F94-46BA-F32C-B59D9474136F}"/>
                </a:ext>
              </a:extLst>
            </p:cNvPr>
            <p:cNvSpPr/>
            <p:nvPr/>
          </p:nvSpPr>
          <p:spPr>
            <a:xfrm>
              <a:off x="7414259" y="3345180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h="295910">
                  <a:moveTo>
                    <a:pt x="0" y="0"/>
                  </a:moveTo>
                  <a:lnTo>
                    <a:pt x="0" y="295910"/>
                  </a:lnTo>
                </a:path>
              </a:pathLst>
            </a:custGeom>
            <a:ln w="7620">
              <a:solidFill>
                <a:srgbClr val="344B6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1">
              <a:extLst>
                <a:ext uri="{FF2B5EF4-FFF2-40B4-BE49-F238E27FC236}">
                  <a16:creationId xmlns:a16="http://schemas.microsoft.com/office/drawing/2014/main" id="{4F195013-34B3-83EC-FDA2-679B9807B396}"/>
                </a:ext>
              </a:extLst>
            </p:cNvPr>
            <p:cNvSpPr/>
            <p:nvPr/>
          </p:nvSpPr>
          <p:spPr>
            <a:xfrm>
              <a:off x="7418070" y="3341370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204470"/>
                  </a:moveTo>
                  <a:lnTo>
                    <a:pt x="0" y="20447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204470"/>
                  </a:lnTo>
                  <a:close/>
                </a:path>
                <a:path w="6350" h="299720">
                  <a:moveTo>
                    <a:pt x="635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0660"/>
                  </a:lnTo>
                  <a:close/>
                </a:path>
                <a:path w="6350" h="299720">
                  <a:moveTo>
                    <a:pt x="635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6350" y="199390"/>
                  </a:lnTo>
                  <a:lnTo>
                    <a:pt x="6350" y="198120"/>
                  </a:lnTo>
                  <a:close/>
                </a:path>
                <a:path w="6350" h="299720">
                  <a:moveTo>
                    <a:pt x="635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4310"/>
                  </a:lnTo>
                  <a:close/>
                </a:path>
                <a:path w="6350" h="299720">
                  <a:moveTo>
                    <a:pt x="635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91770"/>
                  </a:lnTo>
                  <a:close/>
                </a:path>
                <a:path w="6350" h="299720">
                  <a:moveTo>
                    <a:pt x="635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7960"/>
                  </a:lnTo>
                  <a:close/>
                </a:path>
                <a:path w="6350" h="299720">
                  <a:moveTo>
                    <a:pt x="635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6350" y="186690"/>
                  </a:lnTo>
                  <a:lnTo>
                    <a:pt x="6350" y="185420"/>
                  </a:lnTo>
                  <a:close/>
                </a:path>
                <a:path w="6350" h="299720">
                  <a:moveTo>
                    <a:pt x="635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610"/>
                  </a:lnTo>
                  <a:close/>
                </a:path>
                <a:path w="6350" h="299720">
                  <a:moveTo>
                    <a:pt x="635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9070"/>
                  </a:lnTo>
                  <a:close/>
                </a:path>
                <a:path w="6350" h="299720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299720">
                  <a:moveTo>
                    <a:pt x="635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2720"/>
                  </a:lnTo>
                  <a:close/>
                </a:path>
                <a:path w="6350" h="29972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29972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29972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9972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9972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9972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9972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9972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9972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9972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9972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9972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9972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9972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9972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9972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9972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9972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9972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9972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9972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9972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9972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9972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9972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9972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9972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9972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9972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9972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9972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9972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9972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9972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9972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9972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9972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9972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9972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9972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9972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9972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9972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9972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9972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9972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9972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9972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9972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9972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9972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9972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99720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299720">
                  <a:moveTo>
                    <a:pt x="2539" y="2540"/>
                  </a:moveTo>
                  <a:lnTo>
                    <a:pt x="1270" y="2540"/>
                  </a:lnTo>
                  <a:lnTo>
                    <a:pt x="1270" y="3810"/>
                  </a:lnTo>
                  <a:lnTo>
                    <a:pt x="2539" y="3810"/>
                  </a:lnTo>
                  <a:lnTo>
                    <a:pt x="2539" y="2540"/>
                  </a:lnTo>
                  <a:close/>
                </a:path>
                <a:path w="6350" h="299720">
                  <a:moveTo>
                    <a:pt x="6350" y="0"/>
                  </a:moveTo>
                  <a:lnTo>
                    <a:pt x="5079" y="0"/>
                  </a:lnTo>
                  <a:lnTo>
                    <a:pt x="5079" y="1270"/>
                  </a:lnTo>
                  <a:lnTo>
                    <a:pt x="2539" y="1270"/>
                  </a:lnTo>
                  <a:lnTo>
                    <a:pt x="2539" y="2540"/>
                  </a:lnTo>
                  <a:lnTo>
                    <a:pt x="6350" y="254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344A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2">
              <a:extLst>
                <a:ext uri="{FF2B5EF4-FFF2-40B4-BE49-F238E27FC236}">
                  <a16:creationId xmlns:a16="http://schemas.microsoft.com/office/drawing/2014/main" id="{072E469F-5DAD-97BF-9EF2-ABBB8C4504BE}"/>
                </a:ext>
              </a:extLst>
            </p:cNvPr>
            <p:cNvSpPr/>
            <p:nvPr/>
          </p:nvSpPr>
          <p:spPr>
            <a:xfrm>
              <a:off x="7432039" y="3332480"/>
              <a:ext cx="0" cy="308610"/>
            </a:xfrm>
            <a:custGeom>
              <a:avLst/>
              <a:gdLst/>
              <a:ahLst/>
              <a:cxnLst/>
              <a:rect l="l" t="t" r="r" b="b"/>
              <a:pathLst>
                <a:path h="308610">
                  <a:moveTo>
                    <a:pt x="0" y="0"/>
                  </a:moveTo>
                  <a:lnTo>
                    <a:pt x="0" y="308610"/>
                  </a:lnTo>
                </a:path>
              </a:pathLst>
            </a:custGeom>
            <a:ln w="7619">
              <a:solidFill>
                <a:srgbClr val="334968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3">
              <a:extLst>
                <a:ext uri="{FF2B5EF4-FFF2-40B4-BE49-F238E27FC236}">
                  <a16:creationId xmlns:a16="http://schemas.microsoft.com/office/drawing/2014/main" id="{C26AB70B-37AF-5274-EF74-E27AD7D2B274}"/>
                </a:ext>
              </a:extLst>
            </p:cNvPr>
            <p:cNvSpPr/>
            <p:nvPr/>
          </p:nvSpPr>
          <p:spPr>
            <a:xfrm>
              <a:off x="7439659" y="3328670"/>
              <a:ext cx="6350" cy="312420"/>
            </a:xfrm>
            <a:custGeom>
              <a:avLst/>
              <a:gdLst/>
              <a:ahLst/>
              <a:cxnLst/>
              <a:rect l="l" t="t" r="r" b="b"/>
              <a:pathLst>
                <a:path w="6350" h="312420">
                  <a:moveTo>
                    <a:pt x="6350" y="217170"/>
                  </a:moveTo>
                  <a:lnTo>
                    <a:pt x="0" y="217170"/>
                  </a:lnTo>
                  <a:lnTo>
                    <a:pt x="0" y="312420"/>
                  </a:lnTo>
                  <a:lnTo>
                    <a:pt x="6350" y="312420"/>
                  </a:lnTo>
                  <a:lnTo>
                    <a:pt x="6350" y="217170"/>
                  </a:lnTo>
                  <a:close/>
                </a:path>
                <a:path w="6350" h="312420">
                  <a:moveTo>
                    <a:pt x="6350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3360"/>
                  </a:lnTo>
                  <a:close/>
                </a:path>
                <a:path w="6350" h="312420">
                  <a:moveTo>
                    <a:pt x="6350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6350" y="212090"/>
                  </a:lnTo>
                  <a:lnTo>
                    <a:pt x="6350" y="210820"/>
                  </a:lnTo>
                  <a:close/>
                </a:path>
                <a:path w="6350" h="312420">
                  <a:moveTo>
                    <a:pt x="6350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7010"/>
                  </a:lnTo>
                  <a:close/>
                </a:path>
                <a:path w="6350" h="312420">
                  <a:moveTo>
                    <a:pt x="6350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6350" y="205740"/>
                  </a:lnTo>
                  <a:lnTo>
                    <a:pt x="6350" y="204470"/>
                  </a:lnTo>
                  <a:close/>
                </a:path>
                <a:path w="6350" h="312420">
                  <a:moveTo>
                    <a:pt x="635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0660"/>
                  </a:lnTo>
                  <a:close/>
                </a:path>
                <a:path w="6350" h="312420">
                  <a:moveTo>
                    <a:pt x="635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6350" y="199390"/>
                  </a:lnTo>
                  <a:lnTo>
                    <a:pt x="6350" y="198120"/>
                  </a:lnTo>
                  <a:close/>
                </a:path>
                <a:path w="6350" h="312420">
                  <a:moveTo>
                    <a:pt x="635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4310"/>
                  </a:lnTo>
                  <a:close/>
                </a:path>
                <a:path w="6350" h="312420">
                  <a:moveTo>
                    <a:pt x="635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91770"/>
                  </a:lnTo>
                  <a:close/>
                </a:path>
                <a:path w="6350" h="312420">
                  <a:moveTo>
                    <a:pt x="635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7960"/>
                  </a:lnTo>
                  <a:close/>
                </a:path>
                <a:path w="6350" h="312420">
                  <a:moveTo>
                    <a:pt x="635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6350" y="186690"/>
                  </a:lnTo>
                  <a:lnTo>
                    <a:pt x="6350" y="185420"/>
                  </a:lnTo>
                  <a:close/>
                </a:path>
                <a:path w="6350" h="312420">
                  <a:moveTo>
                    <a:pt x="635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610"/>
                  </a:lnTo>
                  <a:close/>
                </a:path>
                <a:path w="6350" h="312420">
                  <a:moveTo>
                    <a:pt x="635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9070"/>
                  </a:lnTo>
                  <a:close/>
                </a:path>
                <a:path w="6350" h="312420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312420">
                  <a:moveTo>
                    <a:pt x="635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2720"/>
                  </a:lnTo>
                  <a:close/>
                </a:path>
                <a:path w="6350" h="31242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31242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31242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31242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31242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31242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31242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31242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31242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31242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31242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31242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31242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31242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31242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31242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31242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31242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31242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31242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31242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31242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31242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31242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31242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31242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31242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31242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31242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31242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31242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31242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31242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31242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31242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31242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31242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31242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31242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31242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31242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31242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31242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31242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31242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31242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31242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31242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31242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31242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31242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31242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312420">
                  <a:moveTo>
                    <a:pt x="1270" y="2540"/>
                  </a:moveTo>
                  <a:lnTo>
                    <a:pt x="0" y="254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lnTo>
                    <a:pt x="1270" y="3810"/>
                  </a:lnTo>
                  <a:lnTo>
                    <a:pt x="1270" y="2540"/>
                  </a:lnTo>
                  <a:close/>
                </a:path>
                <a:path w="6350" h="312420">
                  <a:moveTo>
                    <a:pt x="6350" y="1270"/>
                  </a:moveTo>
                  <a:lnTo>
                    <a:pt x="1270" y="1270"/>
                  </a:lnTo>
                  <a:lnTo>
                    <a:pt x="1270" y="2540"/>
                  </a:lnTo>
                  <a:lnTo>
                    <a:pt x="6350" y="2540"/>
                  </a:lnTo>
                  <a:lnTo>
                    <a:pt x="6350" y="1270"/>
                  </a:lnTo>
                  <a:close/>
                </a:path>
                <a:path w="6350" h="312420">
                  <a:moveTo>
                    <a:pt x="5080" y="0"/>
                  </a:moveTo>
                  <a:lnTo>
                    <a:pt x="3810" y="0"/>
                  </a:lnTo>
                  <a:lnTo>
                    <a:pt x="381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3347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4">
              <a:extLst>
                <a:ext uri="{FF2B5EF4-FFF2-40B4-BE49-F238E27FC236}">
                  <a16:creationId xmlns:a16="http://schemas.microsoft.com/office/drawing/2014/main" id="{4B9006B4-E866-8BFC-941A-804F967D253C}"/>
                </a:ext>
              </a:extLst>
            </p:cNvPr>
            <p:cNvSpPr/>
            <p:nvPr/>
          </p:nvSpPr>
          <p:spPr>
            <a:xfrm>
              <a:off x="7449820" y="3323590"/>
              <a:ext cx="0" cy="317500"/>
            </a:xfrm>
            <a:custGeom>
              <a:avLst/>
              <a:gdLst/>
              <a:ahLst/>
              <a:cxnLst/>
              <a:rect l="l" t="t" r="r" b="b"/>
              <a:pathLst>
                <a:path h="317500">
                  <a:moveTo>
                    <a:pt x="0" y="0"/>
                  </a:moveTo>
                  <a:lnTo>
                    <a:pt x="0" y="317500"/>
                  </a:lnTo>
                </a:path>
              </a:pathLst>
            </a:custGeom>
            <a:ln w="7620">
              <a:solidFill>
                <a:srgbClr val="31466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5">
              <a:extLst>
                <a:ext uri="{FF2B5EF4-FFF2-40B4-BE49-F238E27FC236}">
                  <a16:creationId xmlns:a16="http://schemas.microsoft.com/office/drawing/2014/main" id="{2B6513A9-E396-66C8-0041-D776D8E2A9FA}"/>
                </a:ext>
              </a:extLst>
            </p:cNvPr>
            <p:cNvSpPr/>
            <p:nvPr/>
          </p:nvSpPr>
          <p:spPr>
            <a:xfrm>
              <a:off x="7453630" y="3318510"/>
              <a:ext cx="7620" cy="322580"/>
            </a:xfrm>
            <a:custGeom>
              <a:avLst/>
              <a:gdLst/>
              <a:ahLst/>
              <a:cxnLst/>
              <a:rect l="l" t="t" r="r" b="b"/>
              <a:pathLst>
                <a:path w="7620" h="322579">
                  <a:moveTo>
                    <a:pt x="7620" y="227329"/>
                  </a:moveTo>
                  <a:lnTo>
                    <a:pt x="0" y="227329"/>
                  </a:lnTo>
                  <a:lnTo>
                    <a:pt x="0" y="322579"/>
                  </a:lnTo>
                  <a:lnTo>
                    <a:pt x="7620" y="322579"/>
                  </a:lnTo>
                  <a:lnTo>
                    <a:pt x="7620" y="227329"/>
                  </a:lnTo>
                  <a:close/>
                </a:path>
                <a:path w="7620" h="322579">
                  <a:moveTo>
                    <a:pt x="7620" y="223519"/>
                  </a:moveTo>
                  <a:lnTo>
                    <a:pt x="0" y="223519"/>
                  </a:lnTo>
                  <a:lnTo>
                    <a:pt x="0" y="226059"/>
                  </a:lnTo>
                  <a:lnTo>
                    <a:pt x="7620" y="226059"/>
                  </a:lnTo>
                  <a:lnTo>
                    <a:pt x="7620" y="223519"/>
                  </a:lnTo>
                  <a:close/>
                </a:path>
                <a:path w="7620" h="322579">
                  <a:moveTo>
                    <a:pt x="7620" y="220979"/>
                  </a:moveTo>
                  <a:lnTo>
                    <a:pt x="0" y="220979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20979"/>
                  </a:lnTo>
                  <a:close/>
                </a:path>
                <a:path w="7620" h="322579">
                  <a:moveTo>
                    <a:pt x="7620" y="217169"/>
                  </a:moveTo>
                  <a:lnTo>
                    <a:pt x="0" y="217169"/>
                  </a:lnTo>
                  <a:lnTo>
                    <a:pt x="0" y="219709"/>
                  </a:lnTo>
                  <a:lnTo>
                    <a:pt x="7620" y="219709"/>
                  </a:lnTo>
                  <a:lnTo>
                    <a:pt x="7620" y="217169"/>
                  </a:lnTo>
                  <a:close/>
                </a:path>
                <a:path w="7620" h="322579">
                  <a:moveTo>
                    <a:pt x="7620" y="214629"/>
                  </a:moveTo>
                  <a:lnTo>
                    <a:pt x="0" y="214629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4629"/>
                  </a:lnTo>
                  <a:close/>
                </a:path>
                <a:path w="7620" h="322579">
                  <a:moveTo>
                    <a:pt x="7620" y="210819"/>
                  </a:moveTo>
                  <a:lnTo>
                    <a:pt x="0" y="210819"/>
                  </a:lnTo>
                  <a:lnTo>
                    <a:pt x="0" y="213359"/>
                  </a:lnTo>
                  <a:lnTo>
                    <a:pt x="7620" y="213359"/>
                  </a:lnTo>
                  <a:lnTo>
                    <a:pt x="7620" y="210819"/>
                  </a:lnTo>
                  <a:close/>
                </a:path>
                <a:path w="7620" h="322579">
                  <a:moveTo>
                    <a:pt x="7620" y="208279"/>
                  </a:moveTo>
                  <a:lnTo>
                    <a:pt x="0" y="208279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8279"/>
                  </a:lnTo>
                  <a:close/>
                </a:path>
                <a:path w="7620" h="322579">
                  <a:moveTo>
                    <a:pt x="7620" y="204469"/>
                  </a:moveTo>
                  <a:lnTo>
                    <a:pt x="0" y="204469"/>
                  </a:lnTo>
                  <a:lnTo>
                    <a:pt x="0" y="207009"/>
                  </a:lnTo>
                  <a:lnTo>
                    <a:pt x="7620" y="207009"/>
                  </a:lnTo>
                  <a:lnTo>
                    <a:pt x="7620" y="204469"/>
                  </a:lnTo>
                  <a:close/>
                </a:path>
                <a:path w="7620" h="322579">
                  <a:moveTo>
                    <a:pt x="7620" y="201929"/>
                  </a:moveTo>
                  <a:lnTo>
                    <a:pt x="0" y="201929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1929"/>
                  </a:lnTo>
                  <a:close/>
                </a:path>
                <a:path w="7620" h="322579">
                  <a:moveTo>
                    <a:pt x="7620" y="198119"/>
                  </a:moveTo>
                  <a:lnTo>
                    <a:pt x="0" y="198119"/>
                  </a:lnTo>
                  <a:lnTo>
                    <a:pt x="0" y="200659"/>
                  </a:lnTo>
                  <a:lnTo>
                    <a:pt x="7620" y="200659"/>
                  </a:lnTo>
                  <a:lnTo>
                    <a:pt x="7620" y="198119"/>
                  </a:lnTo>
                  <a:close/>
                </a:path>
                <a:path w="7620" h="322579">
                  <a:moveTo>
                    <a:pt x="7620" y="195579"/>
                  </a:moveTo>
                  <a:lnTo>
                    <a:pt x="0" y="195579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5579"/>
                  </a:lnTo>
                  <a:close/>
                </a:path>
                <a:path w="7620" h="322579">
                  <a:moveTo>
                    <a:pt x="762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7620" y="194309"/>
                  </a:lnTo>
                  <a:lnTo>
                    <a:pt x="7620" y="191769"/>
                  </a:lnTo>
                  <a:close/>
                </a:path>
                <a:path w="7620" h="322579">
                  <a:moveTo>
                    <a:pt x="762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9229"/>
                  </a:lnTo>
                  <a:close/>
                </a:path>
                <a:path w="7620" h="322579">
                  <a:moveTo>
                    <a:pt x="762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7620" y="187959"/>
                  </a:lnTo>
                  <a:lnTo>
                    <a:pt x="7620" y="185419"/>
                  </a:lnTo>
                  <a:close/>
                </a:path>
                <a:path w="7620" h="322579">
                  <a:moveTo>
                    <a:pt x="762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79"/>
                  </a:lnTo>
                  <a:close/>
                </a:path>
                <a:path w="7620" h="322579">
                  <a:moveTo>
                    <a:pt x="762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20" y="181609"/>
                  </a:lnTo>
                  <a:lnTo>
                    <a:pt x="7620" y="179069"/>
                  </a:lnTo>
                  <a:close/>
                </a:path>
                <a:path w="7620" h="322579">
                  <a:moveTo>
                    <a:pt x="762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29"/>
                  </a:lnTo>
                  <a:close/>
                </a:path>
                <a:path w="7620" h="322579">
                  <a:moveTo>
                    <a:pt x="762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72719"/>
                  </a:lnTo>
                  <a:close/>
                </a:path>
                <a:path w="7620" h="322579">
                  <a:moveTo>
                    <a:pt x="762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70179"/>
                  </a:lnTo>
                  <a:close/>
                </a:path>
                <a:path w="7620" h="322579">
                  <a:moveTo>
                    <a:pt x="762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20" y="168909"/>
                  </a:lnTo>
                  <a:lnTo>
                    <a:pt x="7620" y="166369"/>
                  </a:lnTo>
                  <a:close/>
                </a:path>
                <a:path w="7620" h="322579">
                  <a:moveTo>
                    <a:pt x="762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3829"/>
                  </a:lnTo>
                  <a:close/>
                </a:path>
                <a:path w="7620" h="32257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32257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32257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32257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32257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32257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32257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32257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32257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32257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32257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32257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32257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32257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32257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32257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32257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32257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32257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32257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32257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32257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32257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32257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32257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32257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32257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32257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32257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32257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32257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32257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32257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32257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32257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32257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32257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32257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32257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32257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32257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32257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32257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32257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32257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32257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32257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32257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32257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322579">
                  <a:moveTo>
                    <a:pt x="1270" y="3809"/>
                  </a:moveTo>
                  <a:lnTo>
                    <a:pt x="0" y="380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5079"/>
                  </a:lnTo>
                  <a:lnTo>
                    <a:pt x="1270" y="5079"/>
                  </a:lnTo>
                  <a:lnTo>
                    <a:pt x="1270" y="3809"/>
                  </a:lnTo>
                  <a:close/>
                </a:path>
                <a:path w="7620" h="322579">
                  <a:moveTo>
                    <a:pt x="762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3810" y="1269"/>
                  </a:lnTo>
                  <a:lnTo>
                    <a:pt x="3810" y="3809"/>
                  </a:lnTo>
                  <a:lnTo>
                    <a:pt x="7620" y="380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3045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76">
              <a:extLst>
                <a:ext uri="{FF2B5EF4-FFF2-40B4-BE49-F238E27FC236}">
                  <a16:creationId xmlns:a16="http://schemas.microsoft.com/office/drawing/2014/main" id="{D51AA02E-AECF-B9F2-9E11-AECF8F879F38}"/>
                </a:ext>
              </a:extLst>
            </p:cNvPr>
            <p:cNvSpPr/>
            <p:nvPr/>
          </p:nvSpPr>
          <p:spPr>
            <a:xfrm>
              <a:off x="7461250" y="3315970"/>
              <a:ext cx="6350" cy="325120"/>
            </a:xfrm>
            <a:custGeom>
              <a:avLst/>
              <a:gdLst/>
              <a:ahLst/>
              <a:cxnLst/>
              <a:rect l="l" t="t" r="r" b="b"/>
              <a:pathLst>
                <a:path w="6350" h="325120">
                  <a:moveTo>
                    <a:pt x="6350" y="229870"/>
                  </a:moveTo>
                  <a:lnTo>
                    <a:pt x="0" y="229870"/>
                  </a:lnTo>
                  <a:lnTo>
                    <a:pt x="0" y="325120"/>
                  </a:lnTo>
                  <a:lnTo>
                    <a:pt x="6350" y="325120"/>
                  </a:lnTo>
                  <a:lnTo>
                    <a:pt x="6350" y="229870"/>
                  </a:lnTo>
                  <a:close/>
                </a:path>
                <a:path w="6350" h="325120">
                  <a:moveTo>
                    <a:pt x="6350" y="226060"/>
                  </a:moveTo>
                  <a:lnTo>
                    <a:pt x="0" y="226060"/>
                  </a:lnTo>
                  <a:lnTo>
                    <a:pt x="0" y="228600"/>
                  </a:lnTo>
                  <a:lnTo>
                    <a:pt x="6350" y="228600"/>
                  </a:lnTo>
                  <a:lnTo>
                    <a:pt x="6350" y="226060"/>
                  </a:lnTo>
                  <a:close/>
                </a:path>
                <a:path w="6350" h="325120">
                  <a:moveTo>
                    <a:pt x="6350" y="223520"/>
                  </a:moveTo>
                  <a:lnTo>
                    <a:pt x="0" y="223520"/>
                  </a:lnTo>
                  <a:lnTo>
                    <a:pt x="0" y="224790"/>
                  </a:lnTo>
                  <a:lnTo>
                    <a:pt x="6350" y="224790"/>
                  </a:lnTo>
                  <a:lnTo>
                    <a:pt x="6350" y="223520"/>
                  </a:lnTo>
                  <a:close/>
                </a:path>
                <a:path w="6350" h="325120">
                  <a:moveTo>
                    <a:pt x="6350" y="219710"/>
                  </a:moveTo>
                  <a:lnTo>
                    <a:pt x="0" y="219710"/>
                  </a:lnTo>
                  <a:lnTo>
                    <a:pt x="0" y="222250"/>
                  </a:lnTo>
                  <a:lnTo>
                    <a:pt x="6350" y="222250"/>
                  </a:lnTo>
                  <a:lnTo>
                    <a:pt x="6350" y="219710"/>
                  </a:lnTo>
                  <a:close/>
                </a:path>
                <a:path w="6350" h="325120">
                  <a:moveTo>
                    <a:pt x="6350" y="217170"/>
                  </a:moveTo>
                  <a:lnTo>
                    <a:pt x="0" y="217170"/>
                  </a:lnTo>
                  <a:lnTo>
                    <a:pt x="0" y="218440"/>
                  </a:lnTo>
                  <a:lnTo>
                    <a:pt x="6350" y="218440"/>
                  </a:lnTo>
                  <a:lnTo>
                    <a:pt x="6350" y="217170"/>
                  </a:lnTo>
                  <a:close/>
                </a:path>
                <a:path w="6350" h="325120">
                  <a:moveTo>
                    <a:pt x="6350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3360"/>
                  </a:lnTo>
                  <a:close/>
                </a:path>
                <a:path w="6350" h="325120">
                  <a:moveTo>
                    <a:pt x="6350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6350" y="212090"/>
                  </a:lnTo>
                  <a:lnTo>
                    <a:pt x="6350" y="210820"/>
                  </a:lnTo>
                  <a:close/>
                </a:path>
                <a:path w="6350" h="325120">
                  <a:moveTo>
                    <a:pt x="6350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7010"/>
                  </a:lnTo>
                  <a:close/>
                </a:path>
                <a:path w="6350" h="325120">
                  <a:moveTo>
                    <a:pt x="6350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6350" y="205740"/>
                  </a:lnTo>
                  <a:lnTo>
                    <a:pt x="6350" y="204470"/>
                  </a:lnTo>
                  <a:close/>
                </a:path>
                <a:path w="6350" h="325120">
                  <a:moveTo>
                    <a:pt x="635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0660"/>
                  </a:lnTo>
                  <a:close/>
                </a:path>
                <a:path w="6350" h="325120">
                  <a:moveTo>
                    <a:pt x="635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6350" y="199390"/>
                  </a:lnTo>
                  <a:lnTo>
                    <a:pt x="6350" y="198120"/>
                  </a:lnTo>
                  <a:close/>
                </a:path>
                <a:path w="6350" h="325120">
                  <a:moveTo>
                    <a:pt x="635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4310"/>
                  </a:lnTo>
                  <a:close/>
                </a:path>
                <a:path w="6350" h="325120">
                  <a:moveTo>
                    <a:pt x="635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91770"/>
                  </a:lnTo>
                  <a:close/>
                </a:path>
                <a:path w="6350" h="325120">
                  <a:moveTo>
                    <a:pt x="635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7960"/>
                  </a:lnTo>
                  <a:close/>
                </a:path>
                <a:path w="6350" h="325120">
                  <a:moveTo>
                    <a:pt x="635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6350" y="186690"/>
                  </a:lnTo>
                  <a:lnTo>
                    <a:pt x="6350" y="185420"/>
                  </a:lnTo>
                  <a:close/>
                </a:path>
                <a:path w="6350" h="325120">
                  <a:moveTo>
                    <a:pt x="635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610"/>
                  </a:lnTo>
                  <a:close/>
                </a:path>
                <a:path w="6350" h="325120">
                  <a:moveTo>
                    <a:pt x="635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9070"/>
                  </a:lnTo>
                  <a:close/>
                </a:path>
                <a:path w="6350" h="325120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325120">
                  <a:moveTo>
                    <a:pt x="635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2720"/>
                  </a:lnTo>
                  <a:close/>
                </a:path>
                <a:path w="6350" h="32512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32512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32512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32512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32512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32512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32512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32512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32512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32512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32512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32512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32512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32512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32512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32512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32512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32512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32512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32512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32512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32512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32512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32512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32512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32512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32512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32512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32512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32512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32512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32512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32512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32512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32512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32512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32512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32512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32512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32512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32512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32512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32512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32512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32512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32512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32512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32512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32512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32512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32512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32512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325120">
                  <a:moveTo>
                    <a:pt x="6350" y="2540"/>
                  </a:moveTo>
                  <a:lnTo>
                    <a:pt x="5079" y="2540"/>
                  </a:lnTo>
                  <a:lnTo>
                    <a:pt x="5079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2540"/>
                  </a:lnTo>
                  <a:close/>
                </a:path>
                <a:path w="6350" h="325120">
                  <a:moveTo>
                    <a:pt x="5079" y="1270"/>
                  </a:moveTo>
                  <a:lnTo>
                    <a:pt x="0" y="1270"/>
                  </a:lnTo>
                  <a:lnTo>
                    <a:pt x="0" y="2540"/>
                  </a:lnTo>
                  <a:lnTo>
                    <a:pt x="5079" y="2540"/>
                  </a:lnTo>
                  <a:lnTo>
                    <a:pt x="5079" y="1270"/>
                  </a:lnTo>
                  <a:close/>
                </a:path>
                <a:path w="6350" h="325120">
                  <a:moveTo>
                    <a:pt x="381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3044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77">
              <a:extLst>
                <a:ext uri="{FF2B5EF4-FFF2-40B4-BE49-F238E27FC236}">
                  <a16:creationId xmlns:a16="http://schemas.microsoft.com/office/drawing/2014/main" id="{DC748C7D-ECF3-4453-CBF6-E8B6A41B6A2F}"/>
                </a:ext>
              </a:extLst>
            </p:cNvPr>
            <p:cNvSpPr/>
            <p:nvPr/>
          </p:nvSpPr>
          <p:spPr>
            <a:xfrm>
              <a:off x="7467600" y="3318510"/>
              <a:ext cx="7620" cy="322580"/>
            </a:xfrm>
            <a:custGeom>
              <a:avLst/>
              <a:gdLst/>
              <a:ahLst/>
              <a:cxnLst/>
              <a:rect l="l" t="t" r="r" b="b"/>
              <a:pathLst>
                <a:path w="7620" h="322579">
                  <a:moveTo>
                    <a:pt x="7620" y="227329"/>
                  </a:moveTo>
                  <a:lnTo>
                    <a:pt x="0" y="227329"/>
                  </a:lnTo>
                  <a:lnTo>
                    <a:pt x="0" y="322579"/>
                  </a:lnTo>
                  <a:lnTo>
                    <a:pt x="7620" y="322579"/>
                  </a:lnTo>
                  <a:lnTo>
                    <a:pt x="7620" y="227329"/>
                  </a:lnTo>
                  <a:close/>
                </a:path>
                <a:path w="7620" h="322579">
                  <a:moveTo>
                    <a:pt x="7620" y="223519"/>
                  </a:moveTo>
                  <a:lnTo>
                    <a:pt x="0" y="223519"/>
                  </a:lnTo>
                  <a:lnTo>
                    <a:pt x="0" y="226059"/>
                  </a:lnTo>
                  <a:lnTo>
                    <a:pt x="7620" y="226059"/>
                  </a:lnTo>
                  <a:lnTo>
                    <a:pt x="7620" y="223519"/>
                  </a:lnTo>
                  <a:close/>
                </a:path>
                <a:path w="7620" h="322579">
                  <a:moveTo>
                    <a:pt x="7620" y="220979"/>
                  </a:moveTo>
                  <a:lnTo>
                    <a:pt x="0" y="220979"/>
                  </a:lnTo>
                  <a:lnTo>
                    <a:pt x="0" y="222250"/>
                  </a:lnTo>
                  <a:lnTo>
                    <a:pt x="7620" y="222250"/>
                  </a:lnTo>
                  <a:lnTo>
                    <a:pt x="7620" y="220979"/>
                  </a:lnTo>
                  <a:close/>
                </a:path>
                <a:path w="7620" h="322579">
                  <a:moveTo>
                    <a:pt x="7620" y="217169"/>
                  </a:moveTo>
                  <a:lnTo>
                    <a:pt x="0" y="217169"/>
                  </a:lnTo>
                  <a:lnTo>
                    <a:pt x="0" y="219709"/>
                  </a:lnTo>
                  <a:lnTo>
                    <a:pt x="7620" y="219709"/>
                  </a:lnTo>
                  <a:lnTo>
                    <a:pt x="7620" y="217169"/>
                  </a:lnTo>
                  <a:close/>
                </a:path>
                <a:path w="7620" h="322579">
                  <a:moveTo>
                    <a:pt x="7620" y="214629"/>
                  </a:moveTo>
                  <a:lnTo>
                    <a:pt x="0" y="214629"/>
                  </a:lnTo>
                  <a:lnTo>
                    <a:pt x="0" y="215900"/>
                  </a:lnTo>
                  <a:lnTo>
                    <a:pt x="7620" y="215900"/>
                  </a:lnTo>
                  <a:lnTo>
                    <a:pt x="7620" y="214629"/>
                  </a:lnTo>
                  <a:close/>
                </a:path>
                <a:path w="7620" h="322579">
                  <a:moveTo>
                    <a:pt x="7620" y="210819"/>
                  </a:moveTo>
                  <a:lnTo>
                    <a:pt x="0" y="210819"/>
                  </a:lnTo>
                  <a:lnTo>
                    <a:pt x="0" y="213359"/>
                  </a:lnTo>
                  <a:lnTo>
                    <a:pt x="7620" y="213359"/>
                  </a:lnTo>
                  <a:lnTo>
                    <a:pt x="7620" y="210819"/>
                  </a:lnTo>
                  <a:close/>
                </a:path>
                <a:path w="7620" h="322579">
                  <a:moveTo>
                    <a:pt x="7620" y="208279"/>
                  </a:moveTo>
                  <a:lnTo>
                    <a:pt x="0" y="208279"/>
                  </a:lnTo>
                  <a:lnTo>
                    <a:pt x="0" y="209550"/>
                  </a:lnTo>
                  <a:lnTo>
                    <a:pt x="7620" y="209550"/>
                  </a:lnTo>
                  <a:lnTo>
                    <a:pt x="7620" y="208279"/>
                  </a:lnTo>
                  <a:close/>
                </a:path>
                <a:path w="7620" h="322579">
                  <a:moveTo>
                    <a:pt x="7620" y="204469"/>
                  </a:moveTo>
                  <a:lnTo>
                    <a:pt x="0" y="204469"/>
                  </a:lnTo>
                  <a:lnTo>
                    <a:pt x="0" y="207009"/>
                  </a:lnTo>
                  <a:lnTo>
                    <a:pt x="7620" y="207009"/>
                  </a:lnTo>
                  <a:lnTo>
                    <a:pt x="7620" y="204469"/>
                  </a:lnTo>
                  <a:close/>
                </a:path>
                <a:path w="7620" h="322579">
                  <a:moveTo>
                    <a:pt x="7620" y="201929"/>
                  </a:moveTo>
                  <a:lnTo>
                    <a:pt x="0" y="201929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1929"/>
                  </a:lnTo>
                  <a:close/>
                </a:path>
                <a:path w="7620" h="322579">
                  <a:moveTo>
                    <a:pt x="7620" y="198119"/>
                  </a:moveTo>
                  <a:lnTo>
                    <a:pt x="0" y="198119"/>
                  </a:lnTo>
                  <a:lnTo>
                    <a:pt x="0" y="200659"/>
                  </a:lnTo>
                  <a:lnTo>
                    <a:pt x="7620" y="200659"/>
                  </a:lnTo>
                  <a:lnTo>
                    <a:pt x="7620" y="198119"/>
                  </a:lnTo>
                  <a:close/>
                </a:path>
                <a:path w="7620" h="322579">
                  <a:moveTo>
                    <a:pt x="7620" y="195579"/>
                  </a:moveTo>
                  <a:lnTo>
                    <a:pt x="0" y="195579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5579"/>
                  </a:lnTo>
                  <a:close/>
                </a:path>
                <a:path w="7620" h="322579">
                  <a:moveTo>
                    <a:pt x="762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7620" y="194309"/>
                  </a:lnTo>
                  <a:lnTo>
                    <a:pt x="7620" y="191769"/>
                  </a:lnTo>
                  <a:close/>
                </a:path>
                <a:path w="7620" h="322579">
                  <a:moveTo>
                    <a:pt x="762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9229"/>
                  </a:lnTo>
                  <a:close/>
                </a:path>
                <a:path w="7620" h="322579">
                  <a:moveTo>
                    <a:pt x="762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7620" y="187959"/>
                  </a:lnTo>
                  <a:lnTo>
                    <a:pt x="7620" y="185419"/>
                  </a:lnTo>
                  <a:close/>
                </a:path>
                <a:path w="7620" h="322579">
                  <a:moveTo>
                    <a:pt x="762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79"/>
                  </a:lnTo>
                  <a:close/>
                </a:path>
                <a:path w="7620" h="322579">
                  <a:moveTo>
                    <a:pt x="762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20" y="181609"/>
                  </a:lnTo>
                  <a:lnTo>
                    <a:pt x="7620" y="179069"/>
                  </a:lnTo>
                  <a:close/>
                </a:path>
                <a:path w="7620" h="322579">
                  <a:moveTo>
                    <a:pt x="762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29"/>
                  </a:lnTo>
                  <a:close/>
                </a:path>
                <a:path w="7620" h="322579">
                  <a:moveTo>
                    <a:pt x="762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72719"/>
                  </a:lnTo>
                  <a:close/>
                </a:path>
                <a:path w="7620" h="322579">
                  <a:moveTo>
                    <a:pt x="762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70179"/>
                  </a:lnTo>
                  <a:close/>
                </a:path>
                <a:path w="7620" h="322579">
                  <a:moveTo>
                    <a:pt x="762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20" y="168909"/>
                  </a:lnTo>
                  <a:lnTo>
                    <a:pt x="7620" y="166369"/>
                  </a:lnTo>
                  <a:close/>
                </a:path>
                <a:path w="7620" h="322579">
                  <a:moveTo>
                    <a:pt x="762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3829"/>
                  </a:lnTo>
                  <a:close/>
                </a:path>
                <a:path w="7620" h="32257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32257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32257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32257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32257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32257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32257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32257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32257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32257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32257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32257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32257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32257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32257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32257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32257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32257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32257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32257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32257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32257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32257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32257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32257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32257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32257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32257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32257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32257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32257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32257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32257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32257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32257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32257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32257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32257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32257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32257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32257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32257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32257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32257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32257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32257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32257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32257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32257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322579">
                  <a:moveTo>
                    <a:pt x="7620" y="3809"/>
                  </a:moveTo>
                  <a:lnTo>
                    <a:pt x="5079" y="3809"/>
                  </a:lnTo>
                  <a:lnTo>
                    <a:pt x="5079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09"/>
                  </a:lnTo>
                  <a:close/>
                </a:path>
                <a:path w="7620" h="3225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2E42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78">
              <a:extLst>
                <a:ext uri="{FF2B5EF4-FFF2-40B4-BE49-F238E27FC236}">
                  <a16:creationId xmlns:a16="http://schemas.microsoft.com/office/drawing/2014/main" id="{E18E6031-5471-E28F-F7DE-8CB187005F7E}"/>
                </a:ext>
              </a:extLst>
            </p:cNvPr>
            <p:cNvSpPr/>
            <p:nvPr/>
          </p:nvSpPr>
          <p:spPr>
            <a:xfrm>
              <a:off x="7479030" y="3323590"/>
              <a:ext cx="0" cy="317500"/>
            </a:xfrm>
            <a:custGeom>
              <a:avLst/>
              <a:gdLst/>
              <a:ahLst/>
              <a:cxnLst/>
              <a:rect l="l" t="t" r="r" b="b"/>
              <a:pathLst>
                <a:path h="317500">
                  <a:moveTo>
                    <a:pt x="0" y="0"/>
                  </a:moveTo>
                  <a:lnTo>
                    <a:pt x="0" y="317500"/>
                  </a:lnTo>
                </a:path>
              </a:pathLst>
            </a:custGeom>
            <a:ln w="7620">
              <a:solidFill>
                <a:srgbClr val="2F436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79">
              <a:extLst>
                <a:ext uri="{FF2B5EF4-FFF2-40B4-BE49-F238E27FC236}">
                  <a16:creationId xmlns:a16="http://schemas.microsoft.com/office/drawing/2014/main" id="{30B9BC91-C18F-A2E0-BAC2-D5D79580FAF6}"/>
                </a:ext>
              </a:extLst>
            </p:cNvPr>
            <p:cNvSpPr/>
            <p:nvPr/>
          </p:nvSpPr>
          <p:spPr>
            <a:xfrm>
              <a:off x="7482839" y="3328670"/>
              <a:ext cx="6350" cy="312420"/>
            </a:xfrm>
            <a:custGeom>
              <a:avLst/>
              <a:gdLst/>
              <a:ahLst/>
              <a:cxnLst/>
              <a:rect l="l" t="t" r="r" b="b"/>
              <a:pathLst>
                <a:path w="6350" h="312420">
                  <a:moveTo>
                    <a:pt x="6350" y="217170"/>
                  </a:moveTo>
                  <a:lnTo>
                    <a:pt x="0" y="217170"/>
                  </a:lnTo>
                  <a:lnTo>
                    <a:pt x="0" y="312420"/>
                  </a:lnTo>
                  <a:lnTo>
                    <a:pt x="6350" y="312420"/>
                  </a:lnTo>
                  <a:lnTo>
                    <a:pt x="6350" y="217170"/>
                  </a:lnTo>
                  <a:close/>
                </a:path>
                <a:path w="6350" h="312420">
                  <a:moveTo>
                    <a:pt x="6350" y="213360"/>
                  </a:moveTo>
                  <a:lnTo>
                    <a:pt x="0" y="213360"/>
                  </a:lnTo>
                  <a:lnTo>
                    <a:pt x="0" y="215900"/>
                  </a:lnTo>
                  <a:lnTo>
                    <a:pt x="6350" y="215900"/>
                  </a:lnTo>
                  <a:lnTo>
                    <a:pt x="6350" y="213360"/>
                  </a:lnTo>
                  <a:close/>
                </a:path>
                <a:path w="6350" h="312420">
                  <a:moveTo>
                    <a:pt x="6350" y="210820"/>
                  </a:moveTo>
                  <a:lnTo>
                    <a:pt x="0" y="210820"/>
                  </a:lnTo>
                  <a:lnTo>
                    <a:pt x="0" y="212090"/>
                  </a:lnTo>
                  <a:lnTo>
                    <a:pt x="6350" y="212090"/>
                  </a:lnTo>
                  <a:lnTo>
                    <a:pt x="6350" y="210820"/>
                  </a:lnTo>
                  <a:close/>
                </a:path>
                <a:path w="6350" h="312420">
                  <a:moveTo>
                    <a:pt x="6350" y="207010"/>
                  </a:moveTo>
                  <a:lnTo>
                    <a:pt x="0" y="207010"/>
                  </a:lnTo>
                  <a:lnTo>
                    <a:pt x="0" y="209550"/>
                  </a:lnTo>
                  <a:lnTo>
                    <a:pt x="6350" y="209550"/>
                  </a:lnTo>
                  <a:lnTo>
                    <a:pt x="6350" y="207010"/>
                  </a:lnTo>
                  <a:close/>
                </a:path>
                <a:path w="6350" h="312420">
                  <a:moveTo>
                    <a:pt x="6350" y="204470"/>
                  </a:moveTo>
                  <a:lnTo>
                    <a:pt x="0" y="204470"/>
                  </a:lnTo>
                  <a:lnTo>
                    <a:pt x="0" y="205740"/>
                  </a:lnTo>
                  <a:lnTo>
                    <a:pt x="6350" y="205740"/>
                  </a:lnTo>
                  <a:lnTo>
                    <a:pt x="6350" y="204470"/>
                  </a:lnTo>
                  <a:close/>
                </a:path>
                <a:path w="6350" h="312420">
                  <a:moveTo>
                    <a:pt x="635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0660"/>
                  </a:lnTo>
                  <a:close/>
                </a:path>
                <a:path w="6350" h="312420">
                  <a:moveTo>
                    <a:pt x="635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6350" y="199390"/>
                  </a:lnTo>
                  <a:lnTo>
                    <a:pt x="6350" y="198120"/>
                  </a:lnTo>
                  <a:close/>
                </a:path>
                <a:path w="6350" h="312420">
                  <a:moveTo>
                    <a:pt x="635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4310"/>
                  </a:lnTo>
                  <a:close/>
                </a:path>
                <a:path w="6350" h="312420">
                  <a:moveTo>
                    <a:pt x="635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91770"/>
                  </a:lnTo>
                  <a:close/>
                </a:path>
                <a:path w="6350" h="312420">
                  <a:moveTo>
                    <a:pt x="635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7960"/>
                  </a:lnTo>
                  <a:close/>
                </a:path>
                <a:path w="6350" h="312420">
                  <a:moveTo>
                    <a:pt x="635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6350" y="186690"/>
                  </a:lnTo>
                  <a:lnTo>
                    <a:pt x="6350" y="185420"/>
                  </a:lnTo>
                  <a:close/>
                </a:path>
                <a:path w="6350" h="312420">
                  <a:moveTo>
                    <a:pt x="635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610"/>
                  </a:lnTo>
                  <a:close/>
                </a:path>
                <a:path w="6350" h="312420">
                  <a:moveTo>
                    <a:pt x="635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9070"/>
                  </a:lnTo>
                  <a:close/>
                </a:path>
                <a:path w="6350" h="312420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312420">
                  <a:moveTo>
                    <a:pt x="635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2720"/>
                  </a:lnTo>
                  <a:close/>
                </a:path>
                <a:path w="6350" h="31242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31242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31242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31242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31242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31242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31242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31242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31242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31242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31242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31242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31242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31242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31242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31242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31242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31242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31242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31242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31242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31242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31242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31242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31242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31242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31242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31242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31242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31242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31242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31242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31242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31242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31242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31242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31242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31242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31242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31242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31242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31242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31242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31242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31242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31242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31242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31242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31242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31242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31242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31242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312420">
                  <a:moveTo>
                    <a:pt x="6349" y="2540"/>
                  </a:moveTo>
                  <a:lnTo>
                    <a:pt x="3809" y="2540"/>
                  </a:lnTo>
                  <a:lnTo>
                    <a:pt x="3809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49" y="2540"/>
                  </a:lnTo>
                  <a:close/>
                </a:path>
                <a:path w="6350" h="312420">
                  <a:moveTo>
                    <a:pt x="253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3044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0">
              <a:extLst>
                <a:ext uri="{FF2B5EF4-FFF2-40B4-BE49-F238E27FC236}">
                  <a16:creationId xmlns:a16="http://schemas.microsoft.com/office/drawing/2014/main" id="{59974FBF-CB4E-CD61-B95D-573D18FD5AD4}"/>
                </a:ext>
              </a:extLst>
            </p:cNvPr>
            <p:cNvSpPr/>
            <p:nvPr/>
          </p:nvSpPr>
          <p:spPr>
            <a:xfrm>
              <a:off x="7493000" y="3332480"/>
              <a:ext cx="0" cy="308610"/>
            </a:xfrm>
            <a:custGeom>
              <a:avLst/>
              <a:gdLst/>
              <a:ahLst/>
              <a:cxnLst/>
              <a:rect l="l" t="t" r="r" b="b"/>
              <a:pathLst>
                <a:path h="308610">
                  <a:moveTo>
                    <a:pt x="0" y="0"/>
                  </a:moveTo>
                  <a:lnTo>
                    <a:pt x="0" y="308610"/>
                  </a:lnTo>
                </a:path>
              </a:pathLst>
            </a:custGeom>
            <a:ln w="7619">
              <a:solidFill>
                <a:srgbClr val="30456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1">
              <a:extLst>
                <a:ext uri="{FF2B5EF4-FFF2-40B4-BE49-F238E27FC236}">
                  <a16:creationId xmlns:a16="http://schemas.microsoft.com/office/drawing/2014/main" id="{0B0DF90F-CD15-4341-66E6-AD89F96EDC7F}"/>
                </a:ext>
              </a:extLst>
            </p:cNvPr>
            <p:cNvSpPr/>
            <p:nvPr/>
          </p:nvSpPr>
          <p:spPr>
            <a:xfrm>
              <a:off x="7496809" y="3337560"/>
              <a:ext cx="7620" cy="303530"/>
            </a:xfrm>
            <a:custGeom>
              <a:avLst/>
              <a:gdLst/>
              <a:ahLst/>
              <a:cxnLst/>
              <a:rect l="l" t="t" r="r" b="b"/>
              <a:pathLst>
                <a:path w="7620" h="303529">
                  <a:moveTo>
                    <a:pt x="7620" y="208279"/>
                  </a:moveTo>
                  <a:lnTo>
                    <a:pt x="0" y="208279"/>
                  </a:lnTo>
                  <a:lnTo>
                    <a:pt x="0" y="303529"/>
                  </a:lnTo>
                  <a:lnTo>
                    <a:pt x="7620" y="303529"/>
                  </a:lnTo>
                  <a:lnTo>
                    <a:pt x="7620" y="208279"/>
                  </a:lnTo>
                  <a:close/>
                </a:path>
                <a:path w="7620" h="303529">
                  <a:moveTo>
                    <a:pt x="7620" y="204469"/>
                  </a:moveTo>
                  <a:lnTo>
                    <a:pt x="0" y="204469"/>
                  </a:lnTo>
                  <a:lnTo>
                    <a:pt x="0" y="207009"/>
                  </a:lnTo>
                  <a:lnTo>
                    <a:pt x="7620" y="207009"/>
                  </a:lnTo>
                  <a:lnTo>
                    <a:pt x="7620" y="204469"/>
                  </a:lnTo>
                  <a:close/>
                </a:path>
                <a:path w="7620" h="303529">
                  <a:moveTo>
                    <a:pt x="7620" y="201929"/>
                  </a:moveTo>
                  <a:lnTo>
                    <a:pt x="0" y="201929"/>
                  </a:lnTo>
                  <a:lnTo>
                    <a:pt x="0" y="203200"/>
                  </a:lnTo>
                  <a:lnTo>
                    <a:pt x="7620" y="203200"/>
                  </a:lnTo>
                  <a:lnTo>
                    <a:pt x="7620" y="201929"/>
                  </a:lnTo>
                  <a:close/>
                </a:path>
                <a:path w="7620" h="303529">
                  <a:moveTo>
                    <a:pt x="7620" y="198119"/>
                  </a:moveTo>
                  <a:lnTo>
                    <a:pt x="0" y="198119"/>
                  </a:lnTo>
                  <a:lnTo>
                    <a:pt x="0" y="200659"/>
                  </a:lnTo>
                  <a:lnTo>
                    <a:pt x="7620" y="200659"/>
                  </a:lnTo>
                  <a:lnTo>
                    <a:pt x="7620" y="198119"/>
                  </a:lnTo>
                  <a:close/>
                </a:path>
                <a:path w="7620" h="303529">
                  <a:moveTo>
                    <a:pt x="7620" y="195579"/>
                  </a:moveTo>
                  <a:lnTo>
                    <a:pt x="0" y="195579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5579"/>
                  </a:lnTo>
                  <a:close/>
                </a:path>
                <a:path w="7620" h="303529">
                  <a:moveTo>
                    <a:pt x="762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7620" y="194309"/>
                  </a:lnTo>
                  <a:lnTo>
                    <a:pt x="7620" y="191769"/>
                  </a:lnTo>
                  <a:close/>
                </a:path>
                <a:path w="7620" h="303529">
                  <a:moveTo>
                    <a:pt x="762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9229"/>
                  </a:lnTo>
                  <a:close/>
                </a:path>
                <a:path w="7620" h="303529">
                  <a:moveTo>
                    <a:pt x="762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7620" y="187959"/>
                  </a:lnTo>
                  <a:lnTo>
                    <a:pt x="7620" y="185419"/>
                  </a:lnTo>
                  <a:close/>
                </a:path>
                <a:path w="7620" h="303529">
                  <a:moveTo>
                    <a:pt x="762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79"/>
                  </a:lnTo>
                  <a:close/>
                </a:path>
                <a:path w="7620" h="303529">
                  <a:moveTo>
                    <a:pt x="762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20" y="181609"/>
                  </a:lnTo>
                  <a:lnTo>
                    <a:pt x="7620" y="179069"/>
                  </a:lnTo>
                  <a:close/>
                </a:path>
                <a:path w="7620" h="303529">
                  <a:moveTo>
                    <a:pt x="762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29"/>
                  </a:lnTo>
                  <a:close/>
                </a:path>
                <a:path w="7620" h="303529">
                  <a:moveTo>
                    <a:pt x="762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72719"/>
                  </a:lnTo>
                  <a:close/>
                </a:path>
                <a:path w="7620" h="303529">
                  <a:moveTo>
                    <a:pt x="762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70179"/>
                  </a:lnTo>
                  <a:close/>
                </a:path>
                <a:path w="7620" h="303529">
                  <a:moveTo>
                    <a:pt x="762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20" y="168909"/>
                  </a:lnTo>
                  <a:lnTo>
                    <a:pt x="7620" y="166369"/>
                  </a:lnTo>
                  <a:close/>
                </a:path>
                <a:path w="7620" h="303529">
                  <a:moveTo>
                    <a:pt x="762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3829"/>
                  </a:lnTo>
                  <a:close/>
                </a:path>
                <a:path w="7620" h="30352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30352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30352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30352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30352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30352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30352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30352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30352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30352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30352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30352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30352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30352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30352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30352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30352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30352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30352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30352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30352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30352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30352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30352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30352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30352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30352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30352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30352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30352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30352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30352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30352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30352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30352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30352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30352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30352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30352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30352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30352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30352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30352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30352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30352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30352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30352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30352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30352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303529">
                  <a:moveTo>
                    <a:pt x="7620" y="3809"/>
                  </a:moveTo>
                  <a:lnTo>
                    <a:pt x="6350" y="3809"/>
                  </a:lnTo>
                  <a:lnTo>
                    <a:pt x="6350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09"/>
                  </a:lnTo>
                  <a:close/>
                </a:path>
                <a:path w="7620" h="30352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314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2">
              <a:extLst>
                <a:ext uri="{FF2B5EF4-FFF2-40B4-BE49-F238E27FC236}">
                  <a16:creationId xmlns:a16="http://schemas.microsoft.com/office/drawing/2014/main" id="{87EB426E-7E71-8779-2384-3D5DAC605D2A}"/>
                </a:ext>
              </a:extLst>
            </p:cNvPr>
            <p:cNvSpPr/>
            <p:nvPr/>
          </p:nvSpPr>
          <p:spPr>
            <a:xfrm>
              <a:off x="7504430" y="3341370"/>
              <a:ext cx="6350" cy="299720"/>
            </a:xfrm>
            <a:custGeom>
              <a:avLst/>
              <a:gdLst/>
              <a:ahLst/>
              <a:cxnLst/>
              <a:rect l="l" t="t" r="r" b="b"/>
              <a:pathLst>
                <a:path w="6350" h="299720">
                  <a:moveTo>
                    <a:pt x="6350" y="204470"/>
                  </a:moveTo>
                  <a:lnTo>
                    <a:pt x="0" y="204470"/>
                  </a:lnTo>
                  <a:lnTo>
                    <a:pt x="0" y="299720"/>
                  </a:lnTo>
                  <a:lnTo>
                    <a:pt x="6350" y="299720"/>
                  </a:lnTo>
                  <a:lnTo>
                    <a:pt x="6350" y="204470"/>
                  </a:lnTo>
                  <a:close/>
                </a:path>
                <a:path w="6350" h="299720">
                  <a:moveTo>
                    <a:pt x="6350" y="200660"/>
                  </a:moveTo>
                  <a:lnTo>
                    <a:pt x="0" y="200660"/>
                  </a:lnTo>
                  <a:lnTo>
                    <a:pt x="0" y="203200"/>
                  </a:lnTo>
                  <a:lnTo>
                    <a:pt x="6350" y="203200"/>
                  </a:lnTo>
                  <a:lnTo>
                    <a:pt x="6350" y="200660"/>
                  </a:lnTo>
                  <a:close/>
                </a:path>
                <a:path w="6350" h="299720">
                  <a:moveTo>
                    <a:pt x="6350" y="198120"/>
                  </a:moveTo>
                  <a:lnTo>
                    <a:pt x="0" y="198120"/>
                  </a:lnTo>
                  <a:lnTo>
                    <a:pt x="0" y="199390"/>
                  </a:lnTo>
                  <a:lnTo>
                    <a:pt x="6350" y="199390"/>
                  </a:lnTo>
                  <a:lnTo>
                    <a:pt x="6350" y="198120"/>
                  </a:lnTo>
                  <a:close/>
                </a:path>
                <a:path w="6350" h="299720">
                  <a:moveTo>
                    <a:pt x="635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6350" y="196850"/>
                  </a:lnTo>
                  <a:lnTo>
                    <a:pt x="6350" y="194310"/>
                  </a:lnTo>
                  <a:close/>
                </a:path>
                <a:path w="6350" h="299720">
                  <a:moveTo>
                    <a:pt x="635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6350" y="193040"/>
                  </a:lnTo>
                  <a:lnTo>
                    <a:pt x="6350" y="191770"/>
                  </a:lnTo>
                  <a:close/>
                </a:path>
                <a:path w="6350" h="299720">
                  <a:moveTo>
                    <a:pt x="635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6350" y="190500"/>
                  </a:lnTo>
                  <a:lnTo>
                    <a:pt x="6350" y="187960"/>
                  </a:lnTo>
                  <a:close/>
                </a:path>
                <a:path w="6350" h="299720">
                  <a:moveTo>
                    <a:pt x="635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6350" y="186690"/>
                  </a:lnTo>
                  <a:lnTo>
                    <a:pt x="6350" y="185420"/>
                  </a:lnTo>
                  <a:close/>
                </a:path>
                <a:path w="6350" h="299720">
                  <a:moveTo>
                    <a:pt x="635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6350" y="184150"/>
                  </a:lnTo>
                  <a:lnTo>
                    <a:pt x="6350" y="181610"/>
                  </a:lnTo>
                  <a:close/>
                </a:path>
                <a:path w="6350" h="299720">
                  <a:moveTo>
                    <a:pt x="635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6350" y="180340"/>
                  </a:lnTo>
                  <a:lnTo>
                    <a:pt x="6350" y="179070"/>
                  </a:lnTo>
                  <a:close/>
                </a:path>
                <a:path w="6350" h="299720">
                  <a:moveTo>
                    <a:pt x="635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6350" y="177800"/>
                  </a:lnTo>
                  <a:lnTo>
                    <a:pt x="6350" y="175260"/>
                  </a:lnTo>
                  <a:close/>
                </a:path>
                <a:path w="6350" h="299720">
                  <a:moveTo>
                    <a:pt x="635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6350" y="173990"/>
                  </a:lnTo>
                  <a:lnTo>
                    <a:pt x="6350" y="172720"/>
                  </a:lnTo>
                  <a:close/>
                </a:path>
                <a:path w="6350" h="299720">
                  <a:moveTo>
                    <a:pt x="635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68910"/>
                  </a:lnTo>
                  <a:close/>
                </a:path>
                <a:path w="6350" h="299720">
                  <a:moveTo>
                    <a:pt x="635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6350" y="167640"/>
                  </a:lnTo>
                  <a:lnTo>
                    <a:pt x="6350" y="166370"/>
                  </a:lnTo>
                  <a:close/>
                </a:path>
                <a:path w="6350" h="299720">
                  <a:moveTo>
                    <a:pt x="635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2560"/>
                  </a:lnTo>
                  <a:close/>
                </a:path>
                <a:path w="6350" h="299720">
                  <a:moveTo>
                    <a:pt x="635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6350" y="161290"/>
                  </a:lnTo>
                  <a:lnTo>
                    <a:pt x="6350" y="160020"/>
                  </a:lnTo>
                  <a:close/>
                </a:path>
                <a:path w="6350" h="299720">
                  <a:moveTo>
                    <a:pt x="635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6210"/>
                  </a:lnTo>
                  <a:close/>
                </a:path>
                <a:path w="6350" h="299720">
                  <a:moveTo>
                    <a:pt x="635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6350" y="154940"/>
                  </a:lnTo>
                  <a:lnTo>
                    <a:pt x="6350" y="153670"/>
                  </a:lnTo>
                  <a:close/>
                </a:path>
                <a:path w="6350" h="299720">
                  <a:moveTo>
                    <a:pt x="635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49860"/>
                  </a:lnTo>
                  <a:close/>
                </a:path>
                <a:path w="6350" h="299720">
                  <a:moveTo>
                    <a:pt x="635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6350" y="148590"/>
                  </a:lnTo>
                  <a:lnTo>
                    <a:pt x="6350" y="147320"/>
                  </a:lnTo>
                  <a:close/>
                </a:path>
                <a:path w="6350" h="299720">
                  <a:moveTo>
                    <a:pt x="635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3510"/>
                  </a:lnTo>
                  <a:close/>
                </a:path>
                <a:path w="6350" h="299720">
                  <a:moveTo>
                    <a:pt x="635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6350" y="142240"/>
                  </a:lnTo>
                  <a:lnTo>
                    <a:pt x="6350" y="140970"/>
                  </a:lnTo>
                  <a:close/>
                </a:path>
                <a:path w="6350" h="299720">
                  <a:moveTo>
                    <a:pt x="635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7160"/>
                  </a:lnTo>
                  <a:close/>
                </a:path>
                <a:path w="6350" h="299720">
                  <a:moveTo>
                    <a:pt x="635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6350" y="135890"/>
                  </a:lnTo>
                  <a:lnTo>
                    <a:pt x="6350" y="134620"/>
                  </a:lnTo>
                  <a:close/>
                </a:path>
                <a:path w="6350" h="299720">
                  <a:moveTo>
                    <a:pt x="635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0810"/>
                  </a:lnTo>
                  <a:close/>
                </a:path>
                <a:path w="6350" h="299720">
                  <a:moveTo>
                    <a:pt x="635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6350" y="129540"/>
                  </a:lnTo>
                  <a:lnTo>
                    <a:pt x="6350" y="128270"/>
                  </a:lnTo>
                  <a:close/>
                </a:path>
                <a:path w="6350" h="299720">
                  <a:moveTo>
                    <a:pt x="635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4460"/>
                  </a:lnTo>
                  <a:close/>
                </a:path>
                <a:path w="6350" h="299720">
                  <a:moveTo>
                    <a:pt x="635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6350" y="123190"/>
                  </a:lnTo>
                  <a:lnTo>
                    <a:pt x="6350" y="121920"/>
                  </a:lnTo>
                  <a:close/>
                </a:path>
                <a:path w="6350" h="299720">
                  <a:moveTo>
                    <a:pt x="635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8110"/>
                  </a:lnTo>
                  <a:close/>
                </a:path>
                <a:path w="6350" h="299720">
                  <a:moveTo>
                    <a:pt x="635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6350" y="116840"/>
                  </a:lnTo>
                  <a:lnTo>
                    <a:pt x="6350" y="115570"/>
                  </a:lnTo>
                  <a:close/>
                </a:path>
                <a:path w="6350" h="299720">
                  <a:moveTo>
                    <a:pt x="635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1760"/>
                  </a:lnTo>
                  <a:close/>
                </a:path>
                <a:path w="6350" h="299720">
                  <a:moveTo>
                    <a:pt x="635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6350" y="110490"/>
                  </a:lnTo>
                  <a:lnTo>
                    <a:pt x="6350" y="109220"/>
                  </a:lnTo>
                  <a:close/>
                </a:path>
                <a:path w="6350" h="299720">
                  <a:moveTo>
                    <a:pt x="635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5410"/>
                  </a:lnTo>
                  <a:close/>
                </a:path>
                <a:path w="6350" h="299720">
                  <a:moveTo>
                    <a:pt x="635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6350" y="104140"/>
                  </a:lnTo>
                  <a:lnTo>
                    <a:pt x="6350" y="102870"/>
                  </a:lnTo>
                  <a:close/>
                </a:path>
                <a:path w="6350" h="299720">
                  <a:moveTo>
                    <a:pt x="635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99060"/>
                  </a:lnTo>
                  <a:close/>
                </a:path>
                <a:path w="6350" h="299720">
                  <a:moveTo>
                    <a:pt x="635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6350" y="97790"/>
                  </a:lnTo>
                  <a:lnTo>
                    <a:pt x="6350" y="96520"/>
                  </a:lnTo>
                  <a:close/>
                </a:path>
                <a:path w="6350" h="299720">
                  <a:moveTo>
                    <a:pt x="635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2710"/>
                  </a:lnTo>
                  <a:close/>
                </a:path>
                <a:path w="6350" h="299720">
                  <a:moveTo>
                    <a:pt x="635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90170"/>
                  </a:lnTo>
                  <a:close/>
                </a:path>
                <a:path w="6350" h="299720">
                  <a:moveTo>
                    <a:pt x="635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6360"/>
                  </a:lnTo>
                  <a:close/>
                </a:path>
                <a:path w="6350" h="299720">
                  <a:moveTo>
                    <a:pt x="635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6350" y="85090"/>
                  </a:lnTo>
                  <a:lnTo>
                    <a:pt x="6350" y="83820"/>
                  </a:lnTo>
                  <a:close/>
                </a:path>
                <a:path w="6350" h="299720">
                  <a:moveTo>
                    <a:pt x="635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0010"/>
                  </a:lnTo>
                  <a:close/>
                </a:path>
                <a:path w="6350" h="299720">
                  <a:moveTo>
                    <a:pt x="635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6350" y="78740"/>
                  </a:lnTo>
                  <a:lnTo>
                    <a:pt x="6350" y="77470"/>
                  </a:lnTo>
                  <a:close/>
                </a:path>
                <a:path w="6350" h="299720">
                  <a:moveTo>
                    <a:pt x="635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3660"/>
                  </a:lnTo>
                  <a:close/>
                </a:path>
                <a:path w="6350" h="299720">
                  <a:moveTo>
                    <a:pt x="635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6350" y="72390"/>
                  </a:lnTo>
                  <a:lnTo>
                    <a:pt x="6350" y="71120"/>
                  </a:lnTo>
                  <a:close/>
                </a:path>
                <a:path w="6350" h="299720">
                  <a:moveTo>
                    <a:pt x="635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7310"/>
                  </a:lnTo>
                  <a:close/>
                </a:path>
                <a:path w="6350" h="299720">
                  <a:moveTo>
                    <a:pt x="635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6350" y="66040"/>
                  </a:lnTo>
                  <a:lnTo>
                    <a:pt x="6350" y="64770"/>
                  </a:lnTo>
                  <a:close/>
                </a:path>
                <a:path w="6350" h="299720">
                  <a:moveTo>
                    <a:pt x="635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0960"/>
                  </a:lnTo>
                  <a:close/>
                </a:path>
                <a:path w="6350" h="299720">
                  <a:moveTo>
                    <a:pt x="635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6350" y="59690"/>
                  </a:lnTo>
                  <a:lnTo>
                    <a:pt x="6350" y="58420"/>
                  </a:lnTo>
                  <a:close/>
                </a:path>
                <a:path w="6350" h="299720">
                  <a:moveTo>
                    <a:pt x="635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4610"/>
                  </a:lnTo>
                  <a:close/>
                </a:path>
                <a:path w="6350" h="299720">
                  <a:moveTo>
                    <a:pt x="635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6350" y="53340"/>
                  </a:lnTo>
                  <a:lnTo>
                    <a:pt x="6350" y="52070"/>
                  </a:lnTo>
                  <a:close/>
                </a:path>
                <a:path w="6350" h="299720">
                  <a:moveTo>
                    <a:pt x="635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8260"/>
                  </a:lnTo>
                  <a:close/>
                </a:path>
                <a:path w="6350" h="299720">
                  <a:moveTo>
                    <a:pt x="635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6350" y="46990"/>
                  </a:lnTo>
                  <a:lnTo>
                    <a:pt x="6350" y="45720"/>
                  </a:lnTo>
                  <a:close/>
                </a:path>
                <a:path w="6350" h="299720">
                  <a:moveTo>
                    <a:pt x="635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1910"/>
                  </a:lnTo>
                  <a:close/>
                </a:path>
                <a:path w="6350" h="299720">
                  <a:moveTo>
                    <a:pt x="635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6350" y="40640"/>
                  </a:lnTo>
                  <a:lnTo>
                    <a:pt x="6350" y="39370"/>
                  </a:lnTo>
                  <a:close/>
                </a:path>
                <a:path w="6350" h="299720">
                  <a:moveTo>
                    <a:pt x="635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5560"/>
                  </a:lnTo>
                  <a:close/>
                </a:path>
                <a:path w="6350" h="299720">
                  <a:moveTo>
                    <a:pt x="635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6350" y="34290"/>
                  </a:lnTo>
                  <a:lnTo>
                    <a:pt x="6350" y="33020"/>
                  </a:lnTo>
                  <a:close/>
                </a:path>
                <a:path w="6350" h="299720">
                  <a:moveTo>
                    <a:pt x="635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29210"/>
                  </a:lnTo>
                  <a:close/>
                </a:path>
                <a:path w="6350" h="299720">
                  <a:moveTo>
                    <a:pt x="635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6350" y="27940"/>
                  </a:lnTo>
                  <a:lnTo>
                    <a:pt x="6350" y="26670"/>
                  </a:lnTo>
                  <a:close/>
                </a:path>
                <a:path w="6350" h="299720">
                  <a:moveTo>
                    <a:pt x="635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2860"/>
                  </a:lnTo>
                  <a:close/>
                </a:path>
                <a:path w="6350" h="299720">
                  <a:moveTo>
                    <a:pt x="635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6350" y="21590"/>
                  </a:lnTo>
                  <a:lnTo>
                    <a:pt x="6350" y="20320"/>
                  </a:lnTo>
                  <a:close/>
                </a:path>
                <a:path w="6350" h="299720">
                  <a:moveTo>
                    <a:pt x="635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6510"/>
                  </a:lnTo>
                  <a:close/>
                </a:path>
                <a:path w="6350" h="299720">
                  <a:moveTo>
                    <a:pt x="635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6350" y="15240"/>
                  </a:lnTo>
                  <a:lnTo>
                    <a:pt x="6350" y="13970"/>
                  </a:lnTo>
                  <a:close/>
                </a:path>
                <a:path w="6350" h="299720">
                  <a:moveTo>
                    <a:pt x="635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0160"/>
                  </a:lnTo>
                  <a:close/>
                </a:path>
                <a:path w="6350" h="299720">
                  <a:moveTo>
                    <a:pt x="635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6350" y="8890"/>
                  </a:lnTo>
                  <a:lnTo>
                    <a:pt x="6350" y="7620"/>
                  </a:lnTo>
                  <a:close/>
                </a:path>
                <a:path w="6350" h="299720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6350" h="299720">
                  <a:moveTo>
                    <a:pt x="5080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5080" y="3810"/>
                  </a:lnTo>
                  <a:lnTo>
                    <a:pt x="5080" y="2540"/>
                  </a:lnTo>
                  <a:close/>
                </a:path>
                <a:path w="6350" h="29972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334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3">
              <a:extLst>
                <a:ext uri="{FF2B5EF4-FFF2-40B4-BE49-F238E27FC236}">
                  <a16:creationId xmlns:a16="http://schemas.microsoft.com/office/drawing/2014/main" id="{32F30B1F-4427-AA57-D3F1-E637F29161FA}"/>
                </a:ext>
              </a:extLst>
            </p:cNvPr>
            <p:cNvSpPr/>
            <p:nvPr/>
          </p:nvSpPr>
          <p:spPr>
            <a:xfrm>
              <a:off x="7510780" y="3347720"/>
              <a:ext cx="7620" cy="293370"/>
            </a:xfrm>
            <a:custGeom>
              <a:avLst/>
              <a:gdLst/>
              <a:ahLst/>
              <a:cxnLst/>
              <a:rect l="l" t="t" r="r" b="b"/>
              <a:pathLst>
                <a:path w="7620" h="293370">
                  <a:moveTo>
                    <a:pt x="7620" y="198120"/>
                  </a:moveTo>
                  <a:lnTo>
                    <a:pt x="0" y="198120"/>
                  </a:lnTo>
                  <a:lnTo>
                    <a:pt x="0" y="293370"/>
                  </a:lnTo>
                  <a:lnTo>
                    <a:pt x="7620" y="293370"/>
                  </a:lnTo>
                  <a:lnTo>
                    <a:pt x="7620" y="198120"/>
                  </a:lnTo>
                  <a:close/>
                </a:path>
                <a:path w="7620" h="293370">
                  <a:moveTo>
                    <a:pt x="7620" y="194310"/>
                  </a:moveTo>
                  <a:lnTo>
                    <a:pt x="0" y="194310"/>
                  </a:lnTo>
                  <a:lnTo>
                    <a:pt x="0" y="196850"/>
                  </a:lnTo>
                  <a:lnTo>
                    <a:pt x="7620" y="196850"/>
                  </a:lnTo>
                  <a:lnTo>
                    <a:pt x="7620" y="194310"/>
                  </a:lnTo>
                  <a:close/>
                </a:path>
                <a:path w="7620" h="293370">
                  <a:moveTo>
                    <a:pt x="7620" y="191770"/>
                  </a:moveTo>
                  <a:lnTo>
                    <a:pt x="0" y="191770"/>
                  </a:lnTo>
                  <a:lnTo>
                    <a:pt x="0" y="193040"/>
                  </a:lnTo>
                  <a:lnTo>
                    <a:pt x="7620" y="193040"/>
                  </a:lnTo>
                  <a:lnTo>
                    <a:pt x="7620" y="191770"/>
                  </a:lnTo>
                  <a:close/>
                </a:path>
                <a:path w="7620" h="293370">
                  <a:moveTo>
                    <a:pt x="7620" y="187960"/>
                  </a:moveTo>
                  <a:lnTo>
                    <a:pt x="0" y="187960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7960"/>
                  </a:lnTo>
                  <a:close/>
                </a:path>
                <a:path w="7620" h="293370">
                  <a:moveTo>
                    <a:pt x="7620" y="185420"/>
                  </a:moveTo>
                  <a:lnTo>
                    <a:pt x="0" y="185420"/>
                  </a:lnTo>
                  <a:lnTo>
                    <a:pt x="0" y="186690"/>
                  </a:lnTo>
                  <a:lnTo>
                    <a:pt x="7620" y="186690"/>
                  </a:lnTo>
                  <a:lnTo>
                    <a:pt x="7620" y="185420"/>
                  </a:lnTo>
                  <a:close/>
                </a:path>
                <a:path w="7620" h="29337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20" h="29337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20" h="29337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20" h="29337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20" h="29337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20" h="29337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20" h="29337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29337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29337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29337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29337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29337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29337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29337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29337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29337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29337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29337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29337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29337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29337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29337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29337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29337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29337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29337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29337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29337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29337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29337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29337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29337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29337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29337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29337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29337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29337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29337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29337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9337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29337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9337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29337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29337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29337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9337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29337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9337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29337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9337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29337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9337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29337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9337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29337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9337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293370">
                  <a:moveTo>
                    <a:pt x="7620" y="2540"/>
                  </a:moveTo>
                  <a:lnTo>
                    <a:pt x="6350" y="2540"/>
                  </a:lnTo>
                  <a:lnTo>
                    <a:pt x="635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540"/>
                  </a:lnTo>
                  <a:close/>
                </a:path>
                <a:path w="7620" h="293370">
                  <a:moveTo>
                    <a:pt x="6350" y="1270"/>
                  </a:moveTo>
                  <a:lnTo>
                    <a:pt x="0" y="1270"/>
                  </a:lnTo>
                  <a:lnTo>
                    <a:pt x="0" y="2540"/>
                  </a:lnTo>
                  <a:lnTo>
                    <a:pt x="6350" y="2540"/>
                  </a:lnTo>
                  <a:lnTo>
                    <a:pt x="6350" y="1270"/>
                  </a:lnTo>
                  <a:close/>
                </a:path>
                <a:path w="7620" h="293370">
                  <a:moveTo>
                    <a:pt x="5080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3348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4">
              <a:extLst>
                <a:ext uri="{FF2B5EF4-FFF2-40B4-BE49-F238E27FC236}">
                  <a16:creationId xmlns:a16="http://schemas.microsoft.com/office/drawing/2014/main" id="{C9EF32E9-CE77-A50F-965F-F8D2AD488416}"/>
                </a:ext>
              </a:extLst>
            </p:cNvPr>
            <p:cNvSpPr/>
            <p:nvPr/>
          </p:nvSpPr>
          <p:spPr>
            <a:xfrm>
              <a:off x="7518400" y="3350260"/>
              <a:ext cx="7620" cy="290830"/>
            </a:xfrm>
            <a:custGeom>
              <a:avLst/>
              <a:gdLst/>
              <a:ahLst/>
              <a:cxnLst/>
              <a:rect l="l" t="t" r="r" b="b"/>
              <a:pathLst>
                <a:path w="7620" h="290829">
                  <a:moveTo>
                    <a:pt x="7620" y="195579"/>
                  </a:moveTo>
                  <a:lnTo>
                    <a:pt x="0" y="195579"/>
                  </a:lnTo>
                  <a:lnTo>
                    <a:pt x="0" y="290829"/>
                  </a:lnTo>
                  <a:lnTo>
                    <a:pt x="7620" y="290829"/>
                  </a:lnTo>
                  <a:lnTo>
                    <a:pt x="7620" y="195579"/>
                  </a:lnTo>
                  <a:close/>
                </a:path>
                <a:path w="7620" h="290829">
                  <a:moveTo>
                    <a:pt x="7620" y="191769"/>
                  </a:moveTo>
                  <a:lnTo>
                    <a:pt x="0" y="191769"/>
                  </a:lnTo>
                  <a:lnTo>
                    <a:pt x="0" y="194309"/>
                  </a:lnTo>
                  <a:lnTo>
                    <a:pt x="7620" y="194309"/>
                  </a:lnTo>
                  <a:lnTo>
                    <a:pt x="7620" y="191769"/>
                  </a:lnTo>
                  <a:close/>
                </a:path>
                <a:path w="7620" h="290829">
                  <a:moveTo>
                    <a:pt x="7620" y="189229"/>
                  </a:moveTo>
                  <a:lnTo>
                    <a:pt x="0" y="189229"/>
                  </a:lnTo>
                  <a:lnTo>
                    <a:pt x="0" y="190500"/>
                  </a:lnTo>
                  <a:lnTo>
                    <a:pt x="7620" y="190500"/>
                  </a:lnTo>
                  <a:lnTo>
                    <a:pt x="7620" y="189229"/>
                  </a:lnTo>
                  <a:close/>
                </a:path>
                <a:path w="7620" h="290829">
                  <a:moveTo>
                    <a:pt x="7620" y="185419"/>
                  </a:moveTo>
                  <a:lnTo>
                    <a:pt x="0" y="185419"/>
                  </a:lnTo>
                  <a:lnTo>
                    <a:pt x="0" y="187959"/>
                  </a:lnTo>
                  <a:lnTo>
                    <a:pt x="7620" y="187959"/>
                  </a:lnTo>
                  <a:lnTo>
                    <a:pt x="7620" y="185419"/>
                  </a:lnTo>
                  <a:close/>
                </a:path>
                <a:path w="7620" h="290829">
                  <a:moveTo>
                    <a:pt x="7620" y="182879"/>
                  </a:moveTo>
                  <a:lnTo>
                    <a:pt x="0" y="182879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2879"/>
                  </a:lnTo>
                  <a:close/>
                </a:path>
                <a:path w="7620" h="290829">
                  <a:moveTo>
                    <a:pt x="7620" y="179069"/>
                  </a:moveTo>
                  <a:lnTo>
                    <a:pt x="0" y="179069"/>
                  </a:lnTo>
                  <a:lnTo>
                    <a:pt x="0" y="181609"/>
                  </a:lnTo>
                  <a:lnTo>
                    <a:pt x="7620" y="181609"/>
                  </a:lnTo>
                  <a:lnTo>
                    <a:pt x="7620" y="179069"/>
                  </a:lnTo>
                  <a:close/>
                </a:path>
                <a:path w="7620" h="290829">
                  <a:moveTo>
                    <a:pt x="7620" y="176529"/>
                  </a:moveTo>
                  <a:lnTo>
                    <a:pt x="0" y="176529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6529"/>
                  </a:lnTo>
                  <a:close/>
                </a:path>
                <a:path w="7620" h="290829">
                  <a:moveTo>
                    <a:pt x="762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7620" y="175259"/>
                  </a:lnTo>
                  <a:lnTo>
                    <a:pt x="7620" y="172719"/>
                  </a:lnTo>
                  <a:close/>
                </a:path>
                <a:path w="7620" h="290829">
                  <a:moveTo>
                    <a:pt x="762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70179"/>
                  </a:lnTo>
                  <a:close/>
                </a:path>
                <a:path w="7620" h="290829">
                  <a:moveTo>
                    <a:pt x="762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7620" y="168909"/>
                  </a:lnTo>
                  <a:lnTo>
                    <a:pt x="7620" y="166369"/>
                  </a:lnTo>
                  <a:close/>
                </a:path>
                <a:path w="7620" h="290829">
                  <a:moveTo>
                    <a:pt x="762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3829"/>
                  </a:lnTo>
                  <a:close/>
                </a:path>
                <a:path w="7620" h="290829">
                  <a:moveTo>
                    <a:pt x="762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7620" y="162559"/>
                  </a:lnTo>
                  <a:lnTo>
                    <a:pt x="7620" y="160019"/>
                  </a:lnTo>
                  <a:close/>
                </a:path>
                <a:path w="7620" h="290829">
                  <a:moveTo>
                    <a:pt x="762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7479"/>
                  </a:lnTo>
                  <a:close/>
                </a:path>
                <a:path w="7620" h="290829">
                  <a:moveTo>
                    <a:pt x="762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7620" y="156209"/>
                  </a:lnTo>
                  <a:lnTo>
                    <a:pt x="7620" y="153669"/>
                  </a:lnTo>
                  <a:close/>
                </a:path>
                <a:path w="7620" h="290829">
                  <a:moveTo>
                    <a:pt x="762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51129"/>
                  </a:lnTo>
                  <a:close/>
                </a:path>
                <a:path w="7620" h="290829">
                  <a:moveTo>
                    <a:pt x="762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7620" y="149859"/>
                  </a:lnTo>
                  <a:lnTo>
                    <a:pt x="7620" y="147319"/>
                  </a:lnTo>
                  <a:close/>
                </a:path>
                <a:path w="7620" h="290829">
                  <a:moveTo>
                    <a:pt x="762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4779"/>
                  </a:lnTo>
                  <a:close/>
                </a:path>
                <a:path w="7620" h="290829">
                  <a:moveTo>
                    <a:pt x="762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7620" y="143509"/>
                  </a:lnTo>
                  <a:lnTo>
                    <a:pt x="7620" y="140969"/>
                  </a:lnTo>
                  <a:close/>
                </a:path>
                <a:path w="7620" h="290829">
                  <a:moveTo>
                    <a:pt x="762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8429"/>
                  </a:lnTo>
                  <a:close/>
                </a:path>
                <a:path w="7620" h="290829">
                  <a:moveTo>
                    <a:pt x="762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7620" y="137159"/>
                  </a:lnTo>
                  <a:lnTo>
                    <a:pt x="7620" y="134619"/>
                  </a:lnTo>
                  <a:close/>
                </a:path>
                <a:path w="7620" h="290829">
                  <a:moveTo>
                    <a:pt x="762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2079"/>
                  </a:lnTo>
                  <a:close/>
                </a:path>
                <a:path w="7620" h="290829">
                  <a:moveTo>
                    <a:pt x="762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7620" y="130809"/>
                  </a:lnTo>
                  <a:lnTo>
                    <a:pt x="7620" y="128269"/>
                  </a:lnTo>
                  <a:close/>
                </a:path>
                <a:path w="7620" h="290829">
                  <a:moveTo>
                    <a:pt x="762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5729"/>
                  </a:lnTo>
                  <a:close/>
                </a:path>
                <a:path w="7620" h="290829">
                  <a:moveTo>
                    <a:pt x="762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7620" y="124459"/>
                  </a:lnTo>
                  <a:lnTo>
                    <a:pt x="7620" y="121919"/>
                  </a:lnTo>
                  <a:close/>
                </a:path>
                <a:path w="7620" h="290829">
                  <a:moveTo>
                    <a:pt x="762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9379"/>
                  </a:lnTo>
                  <a:close/>
                </a:path>
                <a:path w="7620" h="290829">
                  <a:moveTo>
                    <a:pt x="762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7620" y="118109"/>
                  </a:lnTo>
                  <a:lnTo>
                    <a:pt x="7620" y="115569"/>
                  </a:lnTo>
                  <a:close/>
                </a:path>
                <a:path w="7620" h="290829">
                  <a:moveTo>
                    <a:pt x="762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3029"/>
                  </a:lnTo>
                  <a:close/>
                </a:path>
                <a:path w="7620" h="290829">
                  <a:moveTo>
                    <a:pt x="762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7620" y="111759"/>
                  </a:lnTo>
                  <a:lnTo>
                    <a:pt x="7620" y="109219"/>
                  </a:lnTo>
                  <a:close/>
                </a:path>
                <a:path w="7620" h="290829">
                  <a:moveTo>
                    <a:pt x="762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6679"/>
                  </a:lnTo>
                  <a:close/>
                </a:path>
                <a:path w="7620" h="290829">
                  <a:moveTo>
                    <a:pt x="762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7620" y="105409"/>
                  </a:lnTo>
                  <a:lnTo>
                    <a:pt x="7620" y="102869"/>
                  </a:lnTo>
                  <a:close/>
                </a:path>
                <a:path w="7620" h="290829">
                  <a:moveTo>
                    <a:pt x="762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100329"/>
                  </a:lnTo>
                  <a:close/>
                </a:path>
                <a:path w="7620" h="290829">
                  <a:moveTo>
                    <a:pt x="762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7620" y="99059"/>
                  </a:lnTo>
                  <a:lnTo>
                    <a:pt x="7620" y="96519"/>
                  </a:lnTo>
                  <a:close/>
                </a:path>
                <a:path w="7620" h="290829">
                  <a:moveTo>
                    <a:pt x="762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3979"/>
                  </a:lnTo>
                  <a:close/>
                </a:path>
                <a:path w="7620" h="290829">
                  <a:moveTo>
                    <a:pt x="762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7620" y="92709"/>
                  </a:lnTo>
                  <a:lnTo>
                    <a:pt x="7620" y="90169"/>
                  </a:lnTo>
                  <a:close/>
                </a:path>
                <a:path w="7620" h="290829">
                  <a:moveTo>
                    <a:pt x="762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7629"/>
                  </a:lnTo>
                  <a:close/>
                </a:path>
                <a:path w="7620" h="290829">
                  <a:moveTo>
                    <a:pt x="762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7620" y="86359"/>
                  </a:lnTo>
                  <a:lnTo>
                    <a:pt x="7620" y="83819"/>
                  </a:lnTo>
                  <a:close/>
                </a:path>
                <a:path w="7620" h="290829">
                  <a:moveTo>
                    <a:pt x="762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1279"/>
                  </a:lnTo>
                  <a:close/>
                </a:path>
                <a:path w="7620" h="290829">
                  <a:moveTo>
                    <a:pt x="762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7620" y="80009"/>
                  </a:lnTo>
                  <a:lnTo>
                    <a:pt x="7620" y="77469"/>
                  </a:lnTo>
                  <a:close/>
                </a:path>
                <a:path w="7620" h="290829">
                  <a:moveTo>
                    <a:pt x="762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4929"/>
                  </a:lnTo>
                  <a:close/>
                </a:path>
                <a:path w="7620" h="290829">
                  <a:moveTo>
                    <a:pt x="762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7620" y="73659"/>
                  </a:lnTo>
                  <a:lnTo>
                    <a:pt x="7620" y="71119"/>
                  </a:lnTo>
                  <a:close/>
                </a:path>
                <a:path w="7620" h="290829">
                  <a:moveTo>
                    <a:pt x="762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8579"/>
                  </a:lnTo>
                  <a:close/>
                </a:path>
                <a:path w="7620" h="290829">
                  <a:moveTo>
                    <a:pt x="762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7620" y="67309"/>
                  </a:lnTo>
                  <a:lnTo>
                    <a:pt x="7620" y="64769"/>
                  </a:lnTo>
                  <a:close/>
                </a:path>
                <a:path w="7620" h="290829">
                  <a:moveTo>
                    <a:pt x="762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2229"/>
                  </a:lnTo>
                  <a:close/>
                </a:path>
                <a:path w="7620" h="290829">
                  <a:moveTo>
                    <a:pt x="762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7620" y="60959"/>
                  </a:lnTo>
                  <a:lnTo>
                    <a:pt x="7620" y="58419"/>
                  </a:lnTo>
                  <a:close/>
                </a:path>
                <a:path w="7620" h="290829">
                  <a:moveTo>
                    <a:pt x="762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5879"/>
                  </a:lnTo>
                  <a:close/>
                </a:path>
                <a:path w="7620" h="290829">
                  <a:moveTo>
                    <a:pt x="762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7620" y="54609"/>
                  </a:lnTo>
                  <a:lnTo>
                    <a:pt x="7620" y="52069"/>
                  </a:lnTo>
                  <a:close/>
                </a:path>
                <a:path w="7620" h="290829">
                  <a:moveTo>
                    <a:pt x="762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9529"/>
                  </a:lnTo>
                  <a:close/>
                </a:path>
                <a:path w="7620" h="290829">
                  <a:moveTo>
                    <a:pt x="762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7620" y="48259"/>
                  </a:lnTo>
                  <a:lnTo>
                    <a:pt x="7620" y="45719"/>
                  </a:lnTo>
                  <a:close/>
                </a:path>
                <a:path w="7620" h="290829">
                  <a:moveTo>
                    <a:pt x="762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3179"/>
                  </a:lnTo>
                  <a:close/>
                </a:path>
                <a:path w="7620" h="290829">
                  <a:moveTo>
                    <a:pt x="762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7620" y="41909"/>
                  </a:lnTo>
                  <a:lnTo>
                    <a:pt x="7620" y="39369"/>
                  </a:lnTo>
                  <a:close/>
                </a:path>
                <a:path w="7620" h="290829">
                  <a:moveTo>
                    <a:pt x="762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6829"/>
                  </a:lnTo>
                  <a:close/>
                </a:path>
                <a:path w="7620" h="290829">
                  <a:moveTo>
                    <a:pt x="762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7620" y="35559"/>
                  </a:lnTo>
                  <a:lnTo>
                    <a:pt x="7620" y="33019"/>
                  </a:lnTo>
                  <a:close/>
                </a:path>
                <a:path w="7620" h="290829">
                  <a:moveTo>
                    <a:pt x="762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30479"/>
                  </a:lnTo>
                  <a:close/>
                </a:path>
                <a:path w="7620" h="290829">
                  <a:moveTo>
                    <a:pt x="762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7620" y="29209"/>
                  </a:lnTo>
                  <a:lnTo>
                    <a:pt x="7620" y="26669"/>
                  </a:lnTo>
                  <a:close/>
                </a:path>
                <a:path w="7620" h="290829">
                  <a:moveTo>
                    <a:pt x="762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4129"/>
                  </a:lnTo>
                  <a:close/>
                </a:path>
                <a:path w="7620" h="290829">
                  <a:moveTo>
                    <a:pt x="762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7620" y="22859"/>
                  </a:lnTo>
                  <a:lnTo>
                    <a:pt x="7620" y="20319"/>
                  </a:lnTo>
                  <a:close/>
                </a:path>
                <a:path w="7620" h="290829">
                  <a:moveTo>
                    <a:pt x="762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7779"/>
                  </a:lnTo>
                  <a:close/>
                </a:path>
                <a:path w="7620" h="290829">
                  <a:moveTo>
                    <a:pt x="762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7620" y="16509"/>
                  </a:lnTo>
                  <a:lnTo>
                    <a:pt x="7620" y="13969"/>
                  </a:lnTo>
                  <a:close/>
                </a:path>
                <a:path w="7620" h="290829">
                  <a:moveTo>
                    <a:pt x="762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1429"/>
                  </a:lnTo>
                  <a:close/>
                </a:path>
                <a:path w="7620" h="290829">
                  <a:moveTo>
                    <a:pt x="762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7620" y="10159"/>
                  </a:lnTo>
                  <a:lnTo>
                    <a:pt x="7620" y="7619"/>
                  </a:lnTo>
                  <a:close/>
                </a:path>
                <a:path w="7620" h="290829">
                  <a:moveTo>
                    <a:pt x="7620" y="3809"/>
                  </a:moveTo>
                  <a:lnTo>
                    <a:pt x="5079" y="3809"/>
                  </a:lnTo>
                  <a:lnTo>
                    <a:pt x="5079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09"/>
                  </a:lnTo>
                  <a:close/>
                </a:path>
                <a:path w="7620" h="29082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3349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5">
              <a:extLst>
                <a:ext uri="{FF2B5EF4-FFF2-40B4-BE49-F238E27FC236}">
                  <a16:creationId xmlns:a16="http://schemas.microsoft.com/office/drawing/2014/main" id="{0764FC05-3A34-72F9-6612-E9AAAD202B26}"/>
                </a:ext>
              </a:extLst>
            </p:cNvPr>
            <p:cNvSpPr/>
            <p:nvPr/>
          </p:nvSpPr>
          <p:spPr>
            <a:xfrm>
              <a:off x="7529195" y="3355340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6350">
              <a:solidFill>
                <a:srgbClr val="344A6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86">
              <a:extLst>
                <a:ext uri="{FF2B5EF4-FFF2-40B4-BE49-F238E27FC236}">
                  <a16:creationId xmlns:a16="http://schemas.microsoft.com/office/drawing/2014/main" id="{33F9316A-E3B7-2908-1CD5-F889D234EA8E}"/>
                </a:ext>
              </a:extLst>
            </p:cNvPr>
            <p:cNvSpPr/>
            <p:nvPr/>
          </p:nvSpPr>
          <p:spPr>
            <a:xfrm>
              <a:off x="7532370" y="3360420"/>
              <a:ext cx="7620" cy="280670"/>
            </a:xfrm>
            <a:custGeom>
              <a:avLst/>
              <a:gdLst/>
              <a:ahLst/>
              <a:cxnLst/>
              <a:rect l="l" t="t" r="r" b="b"/>
              <a:pathLst>
                <a:path w="7620" h="280670">
                  <a:moveTo>
                    <a:pt x="7620" y="185420"/>
                  </a:moveTo>
                  <a:lnTo>
                    <a:pt x="0" y="185420"/>
                  </a:lnTo>
                  <a:lnTo>
                    <a:pt x="0" y="280670"/>
                  </a:lnTo>
                  <a:lnTo>
                    <a:pt x="7620" y="280670"/>
                  </a:lnTo>
                  <a:lnTo>
                    <a:pt x="7620" y="185420"/>
                  </a:lnTo>
                  <a:close/>
                </a:path>
                <a:path w="7620" h="280670">
                  <a:moveTo>
                    <a:pt x="7620" y="181610"/>
                  </a:moveTo>
                  <a:lnTo>
                    <a:pt x="0" y="181610"/>
                  </a:lnTo>
                  <a:lnTo>
                    <a:pt x="0" y="184150"/>
                  </a:lnTo>
                  <a:lnTo>
                    <a:pt x="7620" y="184150"/>
                  </a:lnTo>
                  <a:lnTo>
                    <a:pt x="7620" y="181610"/>
                  </a:lnTo>
                  <a:close/>
                </a:path>
                <a:path w="7620" h="280670">
                  <a:moveTo>
                    <a:pt x="7620" y="179070"/>
                  </a:moveTo>
                  <a:lnTo>
                    <a:pt x="0" y="179070"/>
                  </a:lnTo>
                  <a:lnTo>
                    <a:pt x="0" y="180340"/>
                  </a:lnTo>
                  <a:lnTo>
                    <a:pt x="7620" y="180340"/>
                  </a:lnTo>
                  <a:lnTo>
                    <a:pt x="7620" y="179070"/>
                  </a:lnTo>
                  <a:close/>
                </a:path>
                <a:path w="7620" h="280670">
                  <a:moveTo>
                    <a:pt x="7620" y="175260"/>
                  </a:moveTo>
                  <a:lnTo>
                    <a:pt x="0" y="175260"/>
                  </a:lnTo>
                  <a:lnTo>
                    <a:pt x="0" y="177800"/>
                  </a:lnTo>
                  <a:lnTo>
                    <a:pt x="7620" y="177800"/>
                  </a:lnTo>
                  <a:lnTo>
                    <a:pt x="7620" y="175260"/>
                  </a:lnTo>
                  <a:close/>
                </a:path>
                <a:path w="7620" h="280670">
                  <a:moveTo>
                    <a:pt x="7620" y="172720"/>
                  </a:moveTo>
                  <a:lnTo>
                    <a:pt x="0" y="172720"/>
                  </a:lnTo>
                  <a:lnTo>
                    <a:pt x="0" y="173990"/>
                  </a:lnTo>
                  <a:lnTo>
                    <a:pt x="7620" y="173990"/>
                  </a:lnTo>
                  <a:lnTo>
                    <a:pt x="7620" y="172720"/>
                  </a:lnTo>
                  <a:close/>
                </a:path>
                <a:path w="7620" h="28067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20" h="28067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20" h="28067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28067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28067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28067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28067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28067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28067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28067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28067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28067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28067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28067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28067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28067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28067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28067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28067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28067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28067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28067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28067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28067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28067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28067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28067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28067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28067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28067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28067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28067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28067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28067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28067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8067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28067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8067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28067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28067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28067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8067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28067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8067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28067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8067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28067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8067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28067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8067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28067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8067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280670">
                  <a:moveTo>
                    <a:pt x="7619" y="2540"/>
                  </a:moveTo>
                  <a:lnTo>
                    <a:pt x="5079" y="2540"/>
                  </a:lnTo>
                  <a:lnTo>
                    <a:pt x="5079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19" y="2540"/>
                  </a:lnTo>
                  <a:close/>
                </a:path>
                <a:path w="7620" h="280670">
                  <a:moveTo>
                    <a:pt x="5079" y="1270"/>
                  </a:moveTo>
                  <a:lnTo>
                    <a:pt x="0" y="1270"/>
                  </a:lnTo>
                  <a:lnTo>
                    <a:pt x="0" y="2540"/>
                  </a:lnTo>
                  <a:lnTo>
                    <a:pt x="5079" y="2540"/>
                  </a:lnTo>
                  <a:lnTo>
                    <a:pt x="5079" y="1270"/>
                  </a:lnTo>
                  <a:close/>
                </a:path>
                <a:path w="7620" h="280670">
                  <a:moveTo>
                    <a:pt x="3809" y="0"/>
                  </a:moveTo>
                  <a:lnTo>
                    <a:pt x="1269" y="0"/>
                  </a:lnTo>
                  <a:lnTo>
                    <a:pt x="1269" y="1270"/>
                  </a:lnTo>
                  <a:lnTo>
                    <a:pt x="3809" y="127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344B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87">
              <a:extLst>
                <a:ext uri="{FF2B5EF4-FFF2-40B4-BE49-F238E27FC236}">
                  <a16:creationId xmlns:a16="http://schemas.microsoft.com/office/drawing/2014/main" id="{D7BAF10B-28DE-A85E-B31F-D8FF11C48ACE}"/>
                </a:ext>
              </a:extLst>
            </p:cNvPr>
            <p:cNvSpPr/>
            <p:nvPr/>
          </p:nvSpPr>
          <p:spPr>
            <a:xfrm>
              <a:off x="7543800" y="3364230"/>
              <a:ext cx="0" cy="276860"/>
            </a:xfrm>
            <a:custGeom>
              <a:avLst/>
              <a:gdLst/>
              <a:ahLst/>
              <a:cxnLst/>
              <a:rect l="l" t="t" r="r" b="b"/>
              <a:pathLst>
                <a:path h="276860">
                  <a:moveTo>
                    <a:pt x="0" y="0"/>
                  </a:moveTo>
                  <a:lnTo>
                    <a:pt x="0" y="276860"/>
                  </a:lnTo>
                </a:path>
              </a:pathLst>
            </a:custGeom>
            <a:ln w="7619">
              <a:solidFill>
                <a:srgbClr val="354C6D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88">
              <a:extLst>
                <a:ext uri="{FF2B5EF4-FFF2-40B4-BE49-F238E27FC236}">
                  <a16:creationId xmlns:a16="http://schemas.microsoft.com/office/drawing/2014/main" id="{480274BE-ECCB-077C-967D-9E7C907EC486}"/>
                </a:ext>
              </a:extLst>
            </p:cNvPr>
            <p:cNvSpPr/>
            <p:nvPr/>
          </p:nvSpPr>
          <p:spPr>
            <a:xfrm>
              <a:off x="7547609" y="3369310"/>
              <a:ext cx="6350" cy="271780"/>
            </a:xfrm>
            <a:custGeom>
              <a:avLst/>
              <a:gdLst/>
              <a:ahLst/>
              <a:cxnLst/>
              <a:rect l="l" t="t" r="r" b="b"/>
              <a:pathLst>
                <a:path w="6350" h="271779">
                  <a:moveTo>
                    <a:pt x="6350" y="176529"/>
                  </a:moveTo>
                  <a:lnTo>
                    <a:pt x="0" y="176529"/>
                  </a:lnTo>
                  <a:lnTo>
                    <a:pt x="0" y="271779"/>
                  </a:lnTo>
                  <a:lnTo>
                    <a:pt x="6350" y="271779"/>
                  </a:lnTo>
                  <a:lnTo>
                    <a:pt x="6350" y="176529"/>
                  </a:lnTo>
                  <a:close/>
                </a:path>
                <a:path w="6350" h="271779">
                  <a:moveTo>
                    <a:pt x="6350" y="172719"/>
                  </a:moveTo>
                  <a:lnTo>
                    <a:pt x="0" y="172719"/>
                  </a:lnTo>
                  <a:lnTo>
                    <a:pt x="0" y="175259"/>
                  </a:lnTo>
                  <a:lnTo>
                    <a:pt x="6350" y="175259"/>
                  </a:lnTo>
                  <a:lnTo>
                    <a:pt x="6350" y="172719"/>
                  </a:lnTo>
                  <a:close/>
                </a:path>
                <a:path w="6350" h="271779">
                  <a:moveTo>
                    <a:pt x="6350" y="170179"/>
                  </a:moveTo>
                  <a:lnTo>
                    <a:pt x="0" y="170179"/>
                  </a:lnTo>
                  <a:lnTo>
                    <a:pt x="0" y="171450"/>
                  </a:lnTo>
                  <a:lnTo>
                    <a:pt x="6350" y="171450"/>
                  </a:lnTo>
                  <a:lnTo>
                    <a:pt x="6350" y="170179"/>
                  </a:lnTo>
                  <a:close/>
                </a:path>
                <a:path w="6350" h="271779">
                  <a:moveTo>
                    <a:pt x="6350" y="166369"/>
                  </a:moveTo>
                  <a:lnTo>
                    <a:pt x="0" y="166369"/>
                  </a:lnTo>
                  <a:lnTo>
                    <a:pt x="0" y="168909"/>
                  </a:lnTo>
                  <a:lnTo>
                    <a:pt x="6350" y="168909"/>
                  </a:lnTo>
                  <a:lnTo>
                    <a:pt x="6350" y="166369"/>
                  </a:lnTo>
                  <a:close/>
                </a:path>
                <a:path w="6350" h="271779">
                  <a:moveTo>
                    <a:pt x="6350" y="163829"/>
                  </a:moveTo>
                  <a:lnTo>
                    <a:pt x="0" y="163829"/>
                  </a:lnTo>
                  <a:lnTo>
                    <a:pt x="0" y="165100"/>
                  </a:lnTo>
                  <a:lnTo>
                    <a:pt x="6350" y="165100"/>
                  </a:lnTo>
                  <a:lnTo>
                    <a:pt x="6350" y="163829"/>
                  </a:lnTo>
                  <a:close/>
                </a:path>
                <a:path w="6350" h="271779">
                  <a:moveTo>
                    <a:pt x="635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6350" y="162559"/>
                  </a:lnTo>
                  <a:lnTo>
                    <a:pt x="6350" y="160019"/>
                  </a:lnTo>
                  <a:close/>
                </a:path>
                <a:path w="6350" h="271779">
                  <a:moveTo>
                    <a:pt x="635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79"/>
                  </a:lnTo>
                  <a:close/>
                </a:path>
                <a:path w="6350" h="271779">
                  <a:moveTo>
                    <a:pt x="635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6350" y="156209"/>
                  </a:lnTo>
                  <a:lnTo>
                    <a:pt x="6350" y="153669"/>
                  </a:lnTo>
                  <a:close/>
                </a:path>
                <a:path w="6350" h="271779">
                  <a:moveTo>
                    <a:pt x="635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29"/>
                  </a:lnTo>
                  <a:close/>
                </a:path>
                <a:path w="6350" h="271779">
                  <a:moveTo>
                    <a:pt x="635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6350" y="149859"/>
                  </a:lnTo>
                  <a:lnTo>
                    <a:pt x="6350" y="147319"/>
                  </a:lnTo>
                  <a:close/>
                </a:path>
                <a:path w="6350" h="271779">
                  <a:moveTo>
                    <a:pt x="635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79"/>
                  </a:lnTo>
                  <a:close/>
                </a:path>
                <a:path w="6350" h="271779">
                  <a:moveTo>
                    <a:pt x="635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6350" y="143509"/>
                  </a:lnTo>
                  <a:lnTo>
                    <a:pt x="6350" y="140969"/>
                  </a:lnTo>
                  <a:close/>
                </a:path>
                <a:path w="6350" h="271779">
                  <a:moveTo>
                    <a:pt x="635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29"/>
                  </a:lnTo>
                  <a:close/>
                </a:path>
                <a:path w="6350" h="271779">
                  <a:moveTo>
                    <a:pt x="635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6350" y="137159"/>
                  </a:lnTo>
                  <a:lnTo>
                    <a:pt x="6350" y="134619"/>
                  </a:lnTo>
                  <a:close/>
                </a:path>
                <a:path w="6350" h="271779">
                  <a:moveTo>
                    <a:pt x="635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79"/>
                  </a:lnTo>
                  <a:close/>
                </a:path>
                <a:path w="6350" h="271779">
                  <a:moveTo>
                    <a:pt x="635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6350" y="130809"/>
                  </a:lnTo>
                  <a:lnTo>
                    <a:pt x="6350" y="128269"/>
                  </a:lnTo>
                  <a:close/>
                </a:path>
                <a:path w="6350" h="271779">
                  <a:moveTo>
                    <a:pt x="635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29"/>
                  </a:lnTo>
                  <a:close/>
                </a:path>
                <a:path w="6350" h="271779">
                  <a:moveTo>
                    <a:pt x="635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6350" y="124459"/>
                  </a:lnTo>
                  <a:lnTo>
                    <a:pt x="6350" y="121919"/>
                  </a:lnTo>
                  <a:close/>
                </a:path>
                <a:path w="6350" h="271779">
                  <a:moveTo>
                    <a:pt x="635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79"/>
                  </a:lnTo>
                  <a:close/>
                </a:path>
                <a:path w="6350" h="271779">
                  <a:moveTo>
                    <a:pt x="635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6350" y="118109"/>
                  </a:lnTo>
                  <a:lnTo>
                    <a:pt x="6350" y="115569"/>
                  </a:lnTo>
                  <a:close/>
                </a:path>
                <a:path w="6350" h="271779">
                  <a:moveTo>
                    <a:pt x="635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29"/>
                  </a:lnTo>
                  <a:close/>
                </a:path>
                <a:path w="6350" h="271779">
                  <a:moveTo>
                    <a:pt x="635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6350" y="111759"/>
                  </a:lnTo>
                  <a:lnTo>
                    <a:pt x="6350" y="109219"/>
                  </a:lnTo>
                  <a:close/>
                </a:path>
                <a:path w="6350" h="271779">
                  <a:moveTo>
                    <a:pt x="635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79"/>
                  </a:lnTo>
                  <a:close/>
                </a:path>
                <a:path w="6350" h="271779">
                  <a:moveTo>
                    <a:pt x="635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6350" y="105409"/>
                  </a:lnTo>
                  <a:lnTo>
                    <a:pt x="6350" y="102869"/>
                  </a:lnTo>
                  <a:close/>
                </a:path>
                <a:path w="6350" h="271779">
                  <a:moveTo>
                    <a:pt x="635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29"/>
                  </a:lnTo>
                  <a:close/>
                </a:path>
                <a:path w="6350" h="271779">
                  <a:moveTo>
                    <a:pt x="635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6350" y="99059"/>
                  </a:lnTo>
                  <a:lnTo>
                    <a:pt x="6350" y="96519"/>
                  </a:lnTo>
                  <a:close/>
                </a:path>
                <a:path w="6350" h="271779">
                  <a:moveTo>
                    <a:pt x="635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79"/>
                  </a:lnTo>
                  <a:close/>
                </a:path>
                <a:path w="6350" h="271779">
                  <a:moveTo>
                    <a:pt x="635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6350" y="92709"/>
                  </a:lnTo>
                  <a:lnTo>
                    <a:pt x="6350" y="90169"/>
                  </a:lnTo>
                  <a:close/>
                </a:path>
                <a:path w="6350" h="271779">
                  <a:moveTo>
                    <a:pt x="635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29"/>
                  </a:lnTo>
                  <a:close/>
                </a:path>
                <a:path w="6350" h="271779">
                  <a:moveTo>
                    <a:pt x="635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6350" y="86359"/>
                  </a:lnTo>
                  <a:lnTo>
                    <a:pt x="6350" y="83819"/>
                  </a:lnTo>
                  <a:close/>
                </a:path>
                <a:path w="6350" h="271779">
                  <a:moveTo>
                    <a:pt x="635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79"/>
                  </a:lnTo>
                  <a:close/>
                </a:path>
                <a:path w="6350" h="271779">
                  <a:moveTo>
                    <a:pt x="635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6350" y="80009"/>
                  </a:lnTo>
                  <a:lnTo>
                    <a:pt x="6350" y="77469"/>
                  </a:lnTo>
                  <a:close/>
                </a:path>
                <a:path w="6350" h="271779">
                  <a:moveTo>
                    <a:pt x="635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29"/>
                  </a:lnTo>
                  <a:close/>
                </a:path>
                <a:path w="6350" h="271779">
                  <a:moveTo>
                    <a:pt x="635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6350" y="73659"/>
                  </a:lnTo>
                  <a:lnTo>
                    <a:pt x="6350" y="71119"/>
                  </a:lnTo>
                  <a:close/>
                </a:path>
                <a:path w="6350" h="271779">
                  <a:moveTo>
                    <a:pt x="635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79"/>
                  </a:lnTo>
                  <a:close/>
                </a:path>
                <a:path w="6350" h="271779">
                  <a:moveTo>
                    <a:pt x="635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6350" y="67309"/>
                  </a:lnTo>
                  <a:lnTo>
                    <a:pt x="6350" y="64769"/>
                  </a:lnTo>
                  <a:close/>
                </a:path>
                <a:path w="6350" h="271779">
                  <a:moveTo>
                    <a:pt x="635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29"/>
                  </a:lnTo>
                  <a:close/>
                </a:path>
                <a:path w="6350" h="271779">
                  <a:moveTo>
                    <a:pt x="635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6350" y="60959"/>
                  </a:lnTo>
                  <a:lnTo>
                    <a:pt x="6350" y="58419"/>
                  </a:lnTo>
                  <a:close/>
                </a:path>
                <a:path w="6350" h="271779">
                  <a:moveTo>
                    <a:pt x="635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79"/>
                  </a:lnTo>
                  <a:close/>
                </a:path>
                <a:path w="6350" h="271779">
                  <a:moveTo>
                    <a:pt x="635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6350" y="54609"/>
                  </a:lnTo>
                  <a:lnTo>
                    <a:pt x="6350" y="52069"/>
                  </a:lnTo>
                  <a:close/>
                </a:path>
                <a:path w="6350" h="271779">
                  <a:moveTo>
                    <a:pt x="635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29"/>
                  </a:lnTo>
                  <a:close/>
                </a:path>
                <a:path w="6350" h="271779">
                  <a:moveTo>
                    <a:pt x="635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6350" y="48259"/>
                  </a:lnTo>
                  <a:lnTo>
                    <a:pt x="6350" y="45719"/>
                  </a:lnTo>
                  <a:close/>
                </a:path>
                <a:path w="6350" h="271779">
                  <a:moveTo>
                    <a:pt x="635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79"/>
                  </a:lnTo>
                  <a:close/>
                </a:path>
                <a:path w="6350" h="271779">
                  <a:moveTo>
                    <a:pt x="635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6350" y="41909"/>
                  </a:lnTo>
                  <a:lnTo>
                    <a:pt x="6350" y="39369"/>
                  </a:lnTo>
                  <a:close/>
                </a:path>
                <a:path w="6350" h="271779">
                  <a:moveTo>
                    <a:pt x="635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29"/>
                  </a:lnTo>
                  <a:close/>
                </a:path>
                <a:path w="6350" h="271779">
                  <a:moveTo>
                    <a:pt x="635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6350" y="35559"/>
                  </a:lnTo>
                  <a:lnTo>
                    <a:pt x="6350" y="33019"/>
                  </a:lnTo>
                  <a:close/>
                </a:path>
                <a:path w="6350" h="271779">
                  <a:moveTo>
                    <a:pt x="635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79"/>
                  </a:lnTo>
                  <a:close/>
                </a:path>
                <a:path w="6350" h="271779">
                  <a:moveTo>
                    <a:pt x="635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6350" y="29209"/>
                  </a:lnTo>
                  <a:lnTo>
                    <a:pt x="6350" y="26669"/>
                  </a:lnTo>
                  <a:close/>
                </a:path>
                <a:path w="6350" h="271779">
                  <a:moveTo>
                    <a:pt x="635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29"/>
                  </a:lnTo>
                  <a:close/>
                </a:path>
                <a:path w="6350" h="271779">
                  <a:moveTo>
                    <a:pt x="635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6350" y="22859"/>
                  </a:lnTo>
                  <a:lnTo>
                    <a:pt x="6350" y="20319"/>
                  </a:lnTo>
                  <a:close/>
                </a:path>
                <a:path w="6350" h="271779">
                  <a:moveTo>
                    <a:pt x="635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79"/>
                  </a:lnTo>
                  <a:close/>
                </a:path>
                <a:path w="6350" h="271779">
                  <a:moveTo>
                    <a:pt x="635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6350" y="16509"/>
                  </a:lnTo>
                  <a:lnTo>
                    <a:pt x="6350" y="13969"/>
                  </a:lnTo>
                  <a:close/>
                </a:path>
                <a:path w="6350" h="271779">
                  <a:moveTo>
                    <a:pt x="635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29"/>
                  </a:lnTo>
                  <a:close/>
                </a:path>
                <a:path w="6350" h="271779">
                  <a:moveTo>
                    <a:pt x="635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6350" y="10159"/>
                  </a:lnTo>
                  <a:lnTo>
                    <a:pt x="6350" y="7619"/>
                  </a:lnTo>
                  <a:close/>
                </a:path>
                <a:path w="6350" h="271779">
                  <a:moveTo>
                    <a:pt x="6350" y="5079"/>
                  </a:moveTo>
                  <a:lnTo>
                    <a:pt x="0" y="507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5079"/>
                  </a:lnTo>
                  <a:close/>
                </a:path>
                <a:path w="6350" h="271779">
                  <a:moveTo>
                    <a:pt x="254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3809" y="3809"/>
                  </a:lnTo>
                  <a:lnTo>
                    <a:pt x="3809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364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89">
              <a:extLst>
                <a:ext uri="{FF2B5EF4-FFF2-40B4-BE49-F238E27FC236}">
                  <a16:creationId xmlns:a16="http://schemas.microsoft.com/office/drawing/2014/main" id="{9C628AB7-952D-AB6A-09C5-C411F1886705}"/>
                </a:ext>
              </a:extLst>
            </p:cNvPr>
            <p:cNvSpPr/>
            <p:nvPr/>
          </p:nvSpPr>
          <p:spPr>
            <a:xfrm>
              <a:off x="7553959" y="3373120"/>
              <a:ext cx="7620" cy="267970"/>
            </a:xfrm>
            <a:custGeom>
              <a:avLst/>
              <a:gdLst/>
              <a:ahLst/>
              <a:cxnLst/>
              <a:rect l="l" t="t" r="r" b="b"/>
              <a:pathLst>
                <a:path w="7620" h="267970">
                  <a:moveTo>
                    <a:pt x="7620" y="172720"/>
                  </a:moveTo>
                  <a:lnTo>
                    <a:pt x="0" y="172720"/>
                  </a:lnTo>
                  <a:lnTo>
                    <a:pt x="0" y="267970"/>
                  </a:lnTo>
                  <a:lnTo>
                    <a:pt x="7620" y="267970"/>
                  </a:lnTo>
                  <a:lnTo>
                    <a:pt x="7620" y="172720"/>
                  </a:lnTo>
                  <a:close/>
                </a:path>
                <a:path w="7620" h="267970">
                  <a:moveTo>
                    <a:pt x="7620" y="168910"/>
                  </a:moveTo>
                  <a:lnTo>
                    <a:pt x="0" y="168910"/>
                  </a:lnTo>
                  <a:lnTo>
                    <a:pt x="0" y="171450"/>
                  </a:lnTo>
                  <a:lnTo>
                    <a:pt x="7620" y="171450"/>
                  </a:lnTo>
                  <a:lnTo>
                    <a:pt x="7620" y="168910"/>
                  </a:lnTo>
                  <a:close/>
                </a:path>
                <a:path w="7620" h="267970">
                  <a:moveTo>
                    <a:pt x="7620" y="166370"/>
                  </a:moveTo>
                  <a:lnTo>
                    <a:pt x="0" y="166370"/>
                  </a:lnTo>
                  <a:lnTo>
                    <a:pt x="0" y="167640"/>
                  </a:lnTo>
                  <a:lnTo>
                    <a:pt x="7620" y="167640"/>
                  </a:lnTo>
                  <a:lnTo>
                    <a:pt x="7620" y="166370"/>
                  </a:lnTo>
                  <a:close/>
                </a:path>
                <a:path w="7620" h="26797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26797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26797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26797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26797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26797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26797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26797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26797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26797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26797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26797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26797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26797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26797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26797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26797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26797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26797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26797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26797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26797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26797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26797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26797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26797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26797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26797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26797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26797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26797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26797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26797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6797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26797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6797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26797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26797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26797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6797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26797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6797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26797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6797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26797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6797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26797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6797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26797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6797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267970">
                  <a:moveTo>
                    <a:pt x="762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3810"/>
                  </a:lnTo>
                  <a:close/>
                </a:path>
                <a:path w="7620" h="267970">
                  <a:moveTo>
                    <a:pt x="6350" y="2540"/>
                  </a:moveTo>
                  <a:lnTo>
                    <a:pt x="3809" y="2540"/>
                  </a:lnTo>
                  <a:lnTo>
                    <a:pt x="3809" y="3810"/>
                  </a:lnTo>
                  <a:lnTo>
                    <a:pt x="6350" y="3810"/>
                  </a:lnTo>
                  <a:lnTo>
                    <a:pt x="6350" y="2540"/>
                  </a:lnTo>
                  <a:close/>
                </a:path>
                <a:path w="7620" h="26797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3809" y="2540"/>
                  </a:lnTo>
                  <a:lnTo>
                    <a:pt x="3809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364E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0">
              <a:extLst>
                <a:ext uri="{FF2B5EF4-FFF2-40B4-BE49-F238E27FC236}">
                  <a16:creationId xmlns:a16="http://schemas.microsoft.com/office/drawing/2014/main" id="{64D1DD56-904E-8656-00AF-FF7C6D696A8B}"/>
                </a:ext>
              </a:extLst>
            </p:cNvPr>
            <p:cNvSpPr/>
            <p:nvPr/>
          </p:nvSpPr>
          <p:spPr>
            <a:xfrm>
              <a:off x="7561580" y="3379470"/>
              <a:ext cx="7620" cy="261620"/>
            </a:xfrm>
            <a:custGeom>
              <a:avLst/>
              <a:gdLst/>
              <a:ahLst/>
              <a:cxnLst/>
              <a:rect l="l" t="t" r="r" b="b"/>
              <a:pathLst>
                <a:path w="7620" h="261620">
                  <a:moveTo>
                    <a:pt x="7620" y="166370"/>
                  </a:moveTo>
                  <a:lnTo>
                    <a:pt x="0" y="166370"/>
                  </a:lnTo>
                  <a:lnTo>
                    <a:pt x="0" y="261620"/>
                  </a:lnTo>
                  <a:lnTo>
                    <a:pt x="7620" y="261620"/>
                  </a:lnTo>
                  <a:lnTo>
                    <a:pt x="7620" y="166370"/>
                  </a:lnTo>
                  <a:close/>
                </a:path>
                <a:path w="7620" h="261620">
                  <a:moveTo>
                    <a:pt x="7620" y="162560"/>
                  </a:moveTo>
                  <a:lnTo>
                    <a:pt x="0" y="162560"/>
                  </a:lnTo>
                  <a:lnTo>
                    <a:pt x="0" y="165100"/>
                  </a:lnTo>
                  <a:lnTo>
                    <a:pt x="7620" y="165100"/>
                  </a:lnTo>
                  <a:lnTo>
                    <a:pt x="7620" y="162560"/>
                  </a:lnTo>
                  <a:close/>
                </a:path>
                <a:path w="7620" h="261620">
                  <a:moveTo>
                    <a:pt x="7620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620" y="161290"/>
                  </a:lnTo>
                  <a:lnTo>
                    <a:pt x="7620" y="160020"/>
                  </a:lnTo>
                  <a:close/>
                </a:path>
                <a:path w="7620" h="26162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26162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26162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26162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26162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26162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26162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26162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26162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26162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26162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26162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26162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26162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26162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26162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26162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26162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26162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26162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26162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26162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26162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26162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26162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26162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26162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26162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26162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26162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26162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6162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26162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6162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26162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26162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26162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6162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26162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6162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26162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6162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26162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6162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26162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6162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26162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6162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261620">
                  <a:moveTo>
                    <a:pt x="7620" y="2540"/>
                  </a:moveTo>
                  <a:lnTo>
                    <a:pt x="6350" y="2540"/>
                  </a:lnTo>
                  <a:lnTo>
                    <a:pt x="635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7620" y="6350"/>
                  </a:lnTo>
                  <a:lnTo>
                    <a:pt x="7620" y="2540"/>
                  </a:lnTo>
                  <a:close/>
                </a:path>
                <a:path w="7620" h="261620">
                  <a:moveTo>
                    <a:pt x="6350" y="1270"/>
                  </a:moveTo>
                  <a:lnTo>
                    <a:pt x="0" y="1270"/>
                  </a:lnTo>
                  <a:lnTo>
                    <a:pt x="0" y="2540"/>
                  </a:lnTo>
                  <a:lnTo>
                    <a:pt x="6350" y="2540"/>
                  </a:lnTo>
                  <a:lnTo>
                    <a:pt x="6350" y="1270"/>
                  </a:lnTo>
                  <a:close/>
                </a:path>
                <a:path w="7620" h="261620">
                  <a:moveTo>
                    <a:pt x="5080" y="0"/>
                  </a:moveTo>
                  <a:lnTo>
                    <a:pt x="2540" y="0"/>
                  </a:lnTo>
                  <a:lnTo>
                    <a:pt x="254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374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1">
              <a:extLst>
                <a:ext uri="{FF2B5EF4-FFF2-40B4-BE49-F238E27FC236}">
                  <a16:creationId xmlns:a16="http://schemas.microsoft.com/office/drawing/2014/main" id="{05F89AEE-AC85-11E2-9627-92135BFB4652}"/>
                </a:ext>
              </a:extLst>
            </p:cNvPr>
            <p:cNvSpPr/>
            <p:nvPr/>
          </p:nvSpPr>
          <p:spPr>
            <a:xfrm>
              <a:off x="7569200" y="3382010"/>
              <a:ext cx="6350" cy="259079"/>
            </a:xfrm>
            <a:custGeom>
              <a:avLst/>
              <a:gdLst/>
              <a:ahLst/>
              <a:cxnLst/>
              <a:rect l="l" t="t" r="r" b="b"/>
              <a:pathLst>
                <a:path w="6350" h="259079">
                  <a:moveTo>
                    <a:pt x="6350" y="163829"/>
                  </a:moveTo>
                  <a:lnTo>
                    <a:pt x="0" y="163829"/>
                  </a:lnTo>
                  <a:lnTo>
                    <a:pt x="0" y="259079"/>
                  </a:lnTo>
                  <a:lnTo>
                    <a:pt x="6350" y="259079"/>
                  </a:lnTo>
                  <a:lnTo>
                    <a:pt x="6350" y="163829"/>
                  </a:lnTo>
                  <a:close/>
                </a:path>
                <a:path w="6350" h="259079">
                  <a:moveTo>
                    <a:pt x="6350" y="160019"/>
                  </a:moveTo>
                  <a:lnTo>
                    <a:pt x="0" y="160019"/>
                  </a:lnTo>
                  <a:lnTo>
                    <a:pt x="0" y="162559"/>
                  </a:lnTo>
                  <a:lnTo>
                    <a:pt x="6350" y="162559"/>
                  </a:lnTo>
                  <a:lnTo>
                    <a:pt x="6350" y="160019"/>
                  </a:lnTo>
                  <a:close/>
                </a:path>
                <a:path w="6350" h="259079">
                  <a:moveTo>
                    <a:pt x="6350" y="157479"/>
                  </a:moveTo>
                  <a:lnTo>
                    <a:pt x="0" y="157479"/>
                  </a:lnTo>
                  <a:lnTo>
                    <a:pt x="0" y="158750"/>
                  </a:lnTo>
                  <a:lnTo>
                    <a:pt x="6350" y="158750"/>
                  </a:lnTo>
                  <a:lnTo>
                    <a:pt x="6350" y="157479"/>
                  </a:lnTo>
                  <a:close/>
                </a:path>
                <a:path w="6350" h="259079">
                  <a:moveTo>
                    <a:pt x="6350" y="153669"/>
                  </a:moveTo>
                  <a:lnTo>
                    <a:pt x="0" y="153669"/>
                  </a:lnTo>
                  <a:lnTo>
                    <a:pt x="0" y="156209"/>
                  </a:lnTo>
                  <a:lnTo>
                    <a:pt x="6350" y="156209"/>
                  </a:lnTo>
                  <a:lnTo>
                    <a:pt x="6350" y="153669"/>
                  </a:lnTo>
                  <a:close/>
                </a:path>
                <a:path w="6350" h="259079">
                  <a:moveTo>
                    <a:pt x="6350" y="151129"/>
                  </a:moveTo>
                  <a:lnTo>
                    <a:pt x="0" y="151129"/>
                  </a:lnTo>
                  <a:lnTo>
                    <a:pt x="0" y="152400"/>
                  </a:lnTo>
                  <a:lnTo>
                    <a:pt x="6350" y="152400"/>
                  </a:lnTo>
                  <a:lnTo>
                    <a:pt x="6350" y="151129"/>
                  </a:lnTo>
                  <a:close/>
                </a:path>
                <a:path w="6350" h="259079">
                  <a:moveTo>
                    <a:pt x="6350" y="147319"/>
                  </a:moveTo>
                  <a:lnTo>
                    <a:pt x="0" y="147319"/>
                  </a:lnTo>
                  <a:lnTo>
                    <a:pt x="0" y="149859"/>
                  </a:lnTo>
                  <a:lnTo>
                    <a:pt x="6350" y="149859"/>
                  </a:lnTo>
                  <a:lnTo>
                    <a:pt x="6350" y="147319"/>
                  </a:lnTo>
                  <a:close/>
                </a:path>
                <a:path w="6350" h="259079">
                  <a:moveTo>
                    <a:pt x="6350" y="144779"/>
                  </a:moveTo>
                  <a:lnTo>
                    <a:pt x="0" y="144779"/>
                  </a:lnTo>
                  <a:lnTo>
                    <a:pt x="0" y="146050"/>
                  </a:lnTo>
                  <a:lnTo>
                    <a:pt x="6350" y="146050"/>
                  </a:lnTo>
                  <a:lnTo>
                    <a:pt x="6350" y="144779"/>
                  </a:lnTo>
                  <a:close/>
                </a:path>
                <a:path w="6350" h="259079">
                  <a:moveTo>
                    <a:pt x="6350" y="140969"/>
                  </a:moveTo>
                  <a:lnTo>
                    <a:pt x="0" y="140969"/>
                  </a:lnTo>
                  <a:lnTo>
                    <a:pt x="0" y="143509"/>
                  </a:lnTo>
                  <a:lnTo>
                    <a:pt x="6350" y="143509"/>
                  </a:lnTo>
                  <a:lnTo>
                    <a:pt x="6350" y="140969"/>
                  </a:lnTo>
                  <a:close/>
                </a:path>
                <a:path w="6350" h="259079">
                  <a:moveTo>
                    <a:pt x="6350" y="138429"/>
                  </a:moveTo>
                  <a:lnTo>
                    <a:pt x="0" y="138429"/>
                  </a:lnTo>
                  <a:lnTo>
                    <a:pt x="0" y="139700"/>
                  </a:lnTo>
                  <a:lnTo>
                    <a:pt x="6350" y="139700"/>
                  </a:lnTo>
                  <a:lnTo>
                    <a:pt x="6350" y="138429"/>
                  </a:lnTo>
                  <a:close/>
                </a:path>
                <a:path w="6350" h="259079">
                  <a:moveTo>
                    <a:pt x="6350" y="134619"/>
                  </a:moveTo>
                  <a:lnTo>
                    <a:pt x="0" y="134619"/>
                  </a:lnTo>
                  <a:lnTo>
                    <a:pt x="0" y="137159"/>
                  </a:lnTo>
                  <a:lnTo>
                    <a:pt x="6350" y="137159"/>
                  </a:lnTo>
                  <a:lnTo>
                    <a:pt x="6350" y="134619"/>
                  </a:lnTo>
                  <a:close/>
                </a:path>
                <a:path w="6350" h="259079">
                  <a:moveTo>
                    <a:pt x="6350" y="132079"/>
                  </a:moveTo>
                  <a:lnTo>
                    <a:pt x="0" y="132079"/>
                  </a:lnTo>
                  <a:lnTo>
                    <a:pt x="0" y="133350"/>
                  </a:lnTo>
                  <a:lnTo>
                    <a:pt x="6350" y="133350"/>
                  </a:lnTo>
                  <a:lnTo>
                    <a:pt x="6350" y="132079"/>
                  </a:lnTo>
                  <a:close/>
                </a:path>
                <a:path w="6350" h="259079">
                  <a:moveTo>
                    <a:pt x="6350" y="128269"/>
                  </a:moveTo>
                  <a:lnTo>
                    <a:pt x="0" y="128269"/>
                  </a:lnTo>
                  <a:lnTo>
                    <a:pt x="0" y="130809"/>
                  </a:lnTo>
                  <a:lnTo>
                    <a:pt x="6350" y="130809"/>
                  </a:lnTo>
                  <a:lnTo>
                    <a:pt x="6350" y="128269"/>
                  </a:lnTo>
                  <a:close/>
                </a:path>
                <a:path w="6350" h="259079">
                  <a:moveTo>
                    <a:pt x="6350" y="125729"/>
                  </a:moveTo>
                  <a:lnTo>
                    <a:pt x="0" y="125729"/>
                  </a:lnTo>
                  <a:lnTo>
                    <a:pt x="0" y="127000"/>
                  </a:lnTo>
                  <a:lnTo>
                    <a:pt x="6350" y="127000"/>
                  </a:lnTo>
                  <a:lnTo>
                    <a:pt x="6350" y="125729"/>
                  </a:lnTo>
                  <a:close/>
                </a:path>
                <a:path w="6350" h="259079">
                  <a:moveTo>
                    <a:pt x="6350" y="121919"/>
                  </a:moveTo>
                  <a:lnTo>
                    <a:pt x="0" y="121919"/>
                  </a:lnTo>
                  <a:lnTo>
                    <a:pt x="0" y="124459"/>
                  </a:lnTo>
                  <a:lnTo>
                    <a:pt x="6350" y="124459"/>
                  </a:lnTo>
                  <a:lnTo>
                    <a:pt x="6350" y="121919"/>
                  </a:lnTo>
                  <a:close/>
                </a:path>
                <a:path w="6350" h="259079">
                  <a:moveTo>
                    <a:pt x="6350" y="119379"/>
                  </a:moveTo>
                  <a:lnTo>
                    <a:pt x="0" y="119379"/>
                  </a:lnTo>
                  <a:lnTo>
                    <a:pt x="0" y="120650"/>
                  </a:lnTo>
                  <a:lnTo>
                    <a:pt x="6350" y="120650"/>
                  </a:lnTo>
                  <a:lnTo>
                    <a:pt x="6350" y="119379"/>
                  </a:lnTo>
                  <a:close/>
                </a:path>
                <a:path w="6350" h="259079">
                  <a:moveTo>
                    <a:pt x="6350" y="115569"/>
                  </a:moveTo>
                  <a:lnTo>
                    <a:pt x="0" y="115569"/>
                  </a:lnTo>
                  <a:lnTo>
                    <a:pt x="0" y="118109"/>
                  </a:lnTo>
                  <a:lnTo>
                    <a:pt x="6350" y="118109"/>
                  </a:lnTo>
                  <a:lnTo>
                    <a:pt x="6350" y="115569"/>
                  </a:lnTo>
                  <a:close/>
                </a:path>
                <a:path w="6350" h="259079">
                  <a:moveTo>
                    <a:pt x="6350" y="113029"/>
                  </a:moveTo>
                  <a:lnTo>
                    <a:pt x="0" y="113029"/>
                  </a:lnTo>
                  <a:lnTo>
                    <a:pt x="0" y="114300"/>
                  </a:lnTo>
                  <a:lnTo>
                    <a:pt x="6350" y="114300"/>
                  </a:lnTo>
                  <a:lnTo>
                    <a:pt x="6350" y="113029"/>
                  </a:lnTo>
                  <a:close/>
                </a:path>
                <a:path w="6350" h="259079">
                  <a:moveTo>
                    <a:pt x="6350" y="109219"/>
                  </a:moveTo>
                  <a:lnTo>
                    <a:pt x="0" y="109219"/>
                  </a:lnTo>
                  <a:lnTo>
                    <a:pt x="0" y="111759"/>
                  </a:lnTo>
                  <a:lnTo>
                    <a:pt x="6350" y="111759"/>
                  </a:lnTo>
                  <a:lnTo>
                    <a:pt x="6350" y="109219"/>
                  </a:lnTo>
                  <a:close/>
                </a:path>
                <a:path w="6350" h="259079">
                  <a:moveTo>
                    <a:pt x="6350" y="106679"/>
                  </a:moveTo>
                  <a:lnTo>
                    <a:pt x="0" y="106679"/>
                  </a:lnTo>
                  <a:lnTo>
                    <a:pt x="0" y="107950"/>
                  </a:lnTo>
                  <a:lnTo>
                    <a:pt x="6350" y="107950"/>
                  </a:lnTo>
                  <a:lnTo>
                    <a:pt x="6350" y="106679"/>
                  </a:lnTo>
                  <a:close/>
                </a:path>
                <a:path w="6350" h="259079">
                  <a:moveTo>
                    <a:pt x="6350" y="102869"/>
                  </a:moveTo>
                  <a:lnTo>
                    <a:pt x="0" y="102869"/>
                  </a:lnTo>
                  <a:lnTo>
                    <a:pt x="0" y="105409"/>
                  </a:lnTo>
                  <a:lnTo>
                    <a:pt x="6350" y="105409"/>
                  </a:lnTo>
                  <a:lnTo>
                    <a:pt x="6350" y="102869"/>
                  </a:lnTo>
                  <a:close/>
                </a:path>
                <a:path w="6350" h="259079">
                  <a:moveTo>
                    <a:pt x="6350" y="100329"/>
                  </a:moveTo>
                  <a:lnTo>
                    <a:pt x="0" y="100329"/>
                  </a:lnTo>
                  <a:lnTo>
                    <a:pt x="0" y="101600"/>
                  </a:lnTo>
                  <a:lnTo>
                    <a:pt x="6350" y="101600"/>
                  </a:lnTo>
                  <a:lnTo>
                    <a:pt x="6350" y="100329"/>
                  </a:lnTo>
                  <a:close/>
                </a:path>
                <a:path w="6350" h="259079">
                  <a:moveTo>
                    <a:pt x="6350" y="96519"/>
                  </a:moveTo>
                  <a:lnTo>
                    <a:pt x="0" y="96519"/>
                  </a:lnTo>
                  <a:lnTo>
                    <a:pt x="0" y="99059"/>
                  </a:lnTo>
                  <a:lnTo>
                    <a:pt x="6350" y="99059"/>
                  </a:lnTo>
                  <a:lnTo>
                    <a:pt x="6350" y="96519"/>
                  </a:lnTo>
                  <a:close/>
                </a:path>
                <a:path w="6350" h="259079">
                  <a:moveTo>
                    <a:pt x="6350" y="93979"/>
                  </a:moveTo>
                  <a:lnTo>
                    <a:pt x="0" y="93979"/>
                  </a:lnTo>
                  <a:lnTo>
                    <a:pt x="0" y="95250"/>
                  </a:lnTo>
                  <a:lnTo>
                    <a:pt x="6350" y="95250"/>
                  </a:lnTo>
                  <a:lnTo>
                    <a:pt x="6350" y="93979"/>
                  </a:lnTo>
                  <a:close/>
                </a:path>
                <a:path w="6350" h="259079">
                  <a:moveTo>
                    <a:pt x="6350" y="90169"/>
                  </a:moveTo>
                  <a:lnTo>
                    <a:pt x="0" y="90169"/>
                  </a:lnTo>
                  <a:lnTo>
                    <a:pt x="0" y="92709"/>
                  </a:lnTo>
                  <a:lnTo>
                    <a:pt x="6350" y="92709"/>
                  </a:lnTo>
                  <a:lnTo>
                    <a:pt x="6350" y="90169"/>
                  </a:lnTo>
                  <a:close/>
                </a:path>
                <a:path w="6350" h="259079">
                  <a:moveTo>
                    <a:pt x="6350" y="87629"/>
                  </a:moveTo>
                  <a:lnTo>
                    <a:pt x="0" y="87629"/>
                  </a:lnTo>
                  <a:lnTo>
                    <a:pt x="0" y="88900"/>
                  </a:lnTo>
                  <a:lnTo>
                    <a:pt x="6350" y="88900"/>
                  </a:lnTo>
                  <a:lnTo>
                    <a:pt x="6350" y="87629"/>
                  </a:lnTo>
                  <a:close/>
                </a:path>
                <a:path w="6350" h="259079">
                  <a:moveTo>
                    <a:pt x="6350" y="83819"/>
                  </a:moveTo>
                  <a:lnTo>
                    <a:pt x="0" y="83819"/>
                  </a:lnTo>
                  <a:lnTo>
                    <a:pt x="0" y="86359"/>
                  </a:lnTo>
                  <a:lnTo>
                    <a:pt x="6350" y="86359"/>
                  </a:lnTo>
                  <a:lnTo>
                    <a:pt x="6350" y="83819"/>
                  </a:lnTo>
                  <a:close/>
                </a:path>
                <a:path w="6350" h="259079">
                  <a:moveTo>
                    <a:pt x="6350" y="81279"/>
                  </a:moveTo>
                  <a:lnTo>
                    <a:pt x="0" y="81279"/>
                  </a:lnTo>
                  <a:lnTo>
                    <a:pt x="0" y="82550"/>
                  </a:lnTo>
                  <a:lnTo>
                    <a:pt x="6350" y="82550"/>
                  </a:lnTo>
                  <a:lnTo>
                    <a:pt x="6350" y="81279"/>
                  </a:lnTo>
                  <a:close/>
                </a:path>
                <a:path w="6350" h="259079">
                  <a:moveTo>
                    <a:pt x="6350" y="77469"/>
                  </a:moveTo>
                  <a:lnTo>
                    <a:pt x="0" y="77469"/>
                  </a:lnTo>
                  <a:lnTo>
                    <a:pt x="0" y="80009"/>
                  </a:lnTo>
                  <a:lnTo>
                    <a:pt x="6350" y="80009"/>
                  </a:lnTo>
                  <a:lnTo>
                    <a:pt x="6350" y="77469"/>
                  </a:lnTo>
                  <a:close/>
                </a:path>
                <a:path w="6350" h="259079">
                  <a:moveTo>
                    <a:pt x="6350" y="74929"/>
                  </a:moveTo>
                  <a:lnTo>
                    <a:pt x="0" y="74929"/>
                  </a:lnTo>
                  <a:lnTo>
                    <a:pt x="0" y="76200"/>
                  </a:lnTo>
                  <a:lnTo>
                    <a:pt x="6350" y="76200"/>
                  </a:lnTo>
                  <a:lnTo>
                    <a:pt x="6350" y="74929"/>
                  </a:lnTo>
                  <a:close/>
                </a:path>
                <a:path w="6350" h="259079">
                  <a:moveTo>
                    <a:pt x="6350" y="71119"/>
                  </a:moveTo>
                  <a:lnTo>
                    <a:pt x="0" y="71119"/>
                  </a:lnTo>
                  <a:lnTo>
                    <a:pt x="0" y="73659"/>
                  </a:lnTo>
                  <a:lnTo>
                    <a:pt x="6350" y="73659"/>
                  </a:lnTo>
                  <a:lnTo>
                    <a:pt x="6350" y="71119"/>
                  </a:lnTo>
                  <a:close/>
                </a:path>
                <a:path w="6350" h="259079">
                  <a:moveTo>
                    <a:pt x="6350" y="68579"/>
                  </a:moveTo>
                  <a:lnTo>
                    <a:pt x="0" y="68579"/>
                  </a:lnTo>
                  <a:lnTo>
                    <a:pt x="0" y="69850"/>
                  </a:lnTo>
                  <a:lnTo>
                    <a:pt x="6350" y="69850"/>
                  </a:lnTo>
                  <a:lnTo>
                    <a:pt x="6350" y="68579"/>
                  </a:lnTo>
                  <a:close/>
                </a:path>
                <a:path w="6350" h="259079">
                  <a:moveTo>
                    <a:pt x="6350" y="64769"/>
                  </a:moveTo>
                  <a:lnTo>
                    <a:pt x="0" y="64769"/>
                  </a:lnTo>
                  <a:lnTo>
                    <a:pt x="0" y="67309"/>
                  </a:lnTo>
                  <a:lnTo>
                    <a:pt x="6350" y="67309"/>
                  </a:lnTo>
                  <a:lnTo>
                    <a:pt x="6350" y="64769"/>
                  </a:lnTo>
                  <a:close/>
                </a:path>
                <a:path w="6350" h="259079">
                  <a:moveTo>
                    <a:pt x="6350" y="62229"/>
                  </a:moveTo>
                  <a:lnTo>
                    <a:pt x="0" y="62229"/>
                  </a:lnTo>
                  <a:lnTo>
                    <a:pt x="0" y="63500"/>
                  </a:lnTo>
                  <a:lnTo>
                    <a:pt x="6350" y="63500"/>
                  </a:lnTo>
                  <a:lnTo>
                    <a:pt x="6350" y="62229"/>
                  </a:lnTo>
                  <a:close/>
                </a:path>
                <a:path w="6350" h="259079">
                  <a:moveTo>
                    <a:pt x="6350" y="58419"/>
                  </a:moveTo>
                  <a:lnTo>
                    <a:pt x="0" y="58419"/>
                  </a:lnTo>
                  <a:lnTo>
                    <a:pt x="0" y="60959"/>
                  </a:lnTo>
                  <a:lnTo>
                    <a:pt x="6350" y="60959"/>
                  </a:lnTo>
                  <a:lnTo>
                    <a:pt x="6350" y="58419"/>
                  </a:lnTo>
                  <a:close/>
                </a:path>
                <a:path w="6350" h="259079">
                  <a:moveTo>
                    <a:pt x="6350" y="55879"/>
                  </a:moveTo>
                  <a:lnTo>
                    <a:pt x="0" y="55879"/>
                  </a:lnTo>
                  <a:lnTo>
                    <a:pt x="0" y="57150"/>
                  </a:lnTo>
                  <a:lnTo>
                    <a:pt x="6350" y="57150"/>
                  </a:lnTo>
                  <a:lnTo>
                    <a:pt x="6350" y="55879"/>
                  </a:lnTo>
                  <a:close/>
                </a:path>
                <a:path w="6350" h="259079">
                  <a:moveTo>
                    <a:pt x="6350" y="52069"/>
                  </a:moveTo>
                  <a:lnTo>
                    <a:pt x="0" y="52069"/>
                  </a:lnTo>
                  <a:lnTo>
                    <a:pt x="0" y="54609"/>
                  </a:lnTo>
                  <a:lnTo>
                    <a:pt x="6350" y="54609"/>
                  </a:lnTo>
                  <a:lnTo>
                    <a:pt x="6350" y="52069"/>
                  </a:lnTo>
                  <a:close/>
                </a:path>
                <a:path w="6350" h="259079">
                  <a:moveTo>
                    <a:pt x="6350" y="49529"/>
                  </a:moveTo>
                  <a:lnTo>
                    <a:pt x="0" y="49529"/>
                  </a:lnTo>
                  <a:lnTo>
                    <a:pt x="0" y="50800"/>
                  </a:lnTo>
                  <a:lnTo>
                    <a:pt x="6350" y="50800"/>
                  </a:lnTo>
                  <a:lnTo>
                    <a:pt x="6350" y="49529"/>
                  </a:lnTo>
                  <a:close/>
                </a:path>
                <a:path w="6350" h="259079">
                  <a:moveTo>
                    <a:pt x="6350" y="45719"/>
                  </a:moveTo>
                  <a:lnTo>
                    <a:pt x="0" y="45719"/>
                  </a:lnTo>
                  <a:lnTo>
                    <a:pt x="0" y="48259"/>
                  </a:lnTo>
                  <a:lnTo>
                    <a:pt x="6350" y="48259"/>
                  </a:lnTo>
                  <a:lnTo>
                    <a:pt x="6350" y="45719"/>
                  </a:lnTo>
                  <a:close/>
                </a:path>
                <a:path w="6350" h="259079">
                  <a:moveTo>
                    <a:pt x="6350" y="43179"/>
                  </a:moveTo>
                  <a:lnTo>
                    <a:pt x="0" y="43179"/>
                  </a:lnTo>
                  <a:lnTo>
                    <a:pt x="0" y="44450"/>
                  </a:lnTo>
                  <a:lnTo>
                    <a:pt x="6350" y="44450"/>
                  </a:lnTo>
                  <a:lnTo>
                    <a:pt x="6350" y="43179"/>
                  </a:lnTo>
                  <a:close/>
                </a:path>
                <a:path w="6350" h="259079">
                  <a:moveTo>
                    <a:pt x="6350" y="39369"/>
                  </a:moveTo>
                  <a:lnTo>
                    <a:pt x="0" y="39369"/>
                  </a:lnTo>
                  <a:lnTo>
                    <a:pt x="0" y="41909"/>
                  </a:lnTo>
                  <a:lnTo>
                    <a:pt x="6350" y="41909"/>
                  </a:lnTo>
                  <a:lnTo>
                    <a:pt x="6350" y="39369"/>
                  </a:lnTo>
                  <a:close/>
                </a:path>
                <a:path w="6350" h="259079">
                  <a:moveTo>
                    <a:pt x="6350" y="36829"/>
                  </a:moveTo>
                  <a:lnTo>
                    <a:pt x="0" y="36829"/>
                  </a:lnTo>
                  <a:lnTo>
                    <a:pt x="0" y="38100"/>
                  </a:lnTo>
                  <a:lnTo>
                    <a:pt x="6350" y="38100"/>
                  </a:lnTo>
                  <a:lnTo>
                    <a:pt x="6350" y="36829"/>
                  </a:lnTo>
                  <a:close/>
                </a:path>
                <a:path w="6350" h="259079">
                  <a:moveTo>
                    <a:pt x="6350" y="33019"/>
                  </a:moveTo>
                  <a:lnTo>
                    <a:pt x="0" y="33019"/>
                  </a:lnTo>
                  <a:lnTo>
                    <a:pt x="0" y="35559"/>
                  </a:lnTo>
                  <a:lnTo>
                    <a:pt x="6350" y="35559"/>
                  </a:lnTo>
                  <a:lnTo>
                    <a:pt x="6350" y="33019"/>
                  </a:lnTo>
                  <a:close/>
                </a:path>
                <a:path w="6350" h="259079">
                  <a:moveTo>
                    <a:pt x="6350" y="30479"/>
                  </a:moveTo>
                  <a:lnTo>
                    <a:pt x="0" y="30479"/>
                  </a:lnTo>
                  <a:lnTo>
                    <a:pt x="0" y="31750"/>
                  </a:lnTo>
                  <a:lnTo>
                    <a:pt x="6350" y="31750"/>
                  </a:lnTo>
                  <a:lnTo>
                    <a:pt x="6350" y="30479"/>
                  </a:lnTo>
                  <a:close/>
                </a:path>
                <a:path w="6350" h="259079">
                  <a:moveTo>
                    <a:pt x="6350" y="26669"/>
                  </a:moveTo>
                  <a:lnTo>
                    <a:pt x="0" y="26669"/>
                  </a:lnTo>
                  <a:lnTo>
                    <a:pt x="0" y="29209"/>
                  </a:lnTo>
                  <a:lnTo>
                    <a:pt x="6350" y="29209"/>
                  </a:lnTo>
                  <a:lnTo>
                    <a:pt x="6350" y="26669"/>
                  </a:lnTo>
                  <a:close/>
                </a:path>
                <a:path w="6350" h="259079">
                  <a:moveTo>
                    <a:pt x="6350" y="24129"/>
                  </a:moveTo>
                  <a:lnTo>
                    <a:pt x="0" y="24129"/>
                  </a:lnTo>
                  <a:lnTo>
                    <a:pt x="0" y="25400"/>
                  </a:lnTo>
                  <a:lnTo>
                    <a:pt x="6350" y="25400"/>
                  </a:lnTo>
                  <a:lnTo>
                    <a:pt x="6350" y="24129"/>
                  </a:lnTo>
                  <a:close/>
                </a:path>
                <a:path w="6350" h="259079">
                  <a:moveTo>
                    <a:pt x="6350" y="20319"/>
                  </a:moveTo>
                  <a:lnTo>
                    <a:pt x="0" y="20319"/>
                  </a:lnTo>
                  <a:lnTo>
                    <a:pt x="0" y="22859"/>
                  </a:lnTo>
                  <a:lnTo>
                    <a:pt x="6350" y="22859"/>
                  </a:lnTo>
                  <a:lnTo>
                    <a:pt x="6350" y="20319"/>
                  </a:lnTo>
                  <a:close/>
                </a:path>
                <a:path w="6350" h="259079">
                  <a:moveTo>
                    <a:pt x="6350" y="17779"/>
                  </a:moveTo>
                  <a:lnTo>
                    <a:pt x="0" y="17779"/>
                  </a:lnTo>
                  <a:lnTo>
                    <a:pt x="0" y="19050"/>
                  </a:lnTo>
                  <a:lnTo>
                    <a:pt x="6350" y="19050"/>
                  </a:lnTo>
                  <a:lnTo>
                    <a:pt x="6350" y="17779"/>
                  </a:lnTo>
                  <a:close/>
                </a:path>
                <a:path w="6350" h="259079">
                  <a:moveTo>
                    <a:pt x="6350" y="13969"/>
                  </a:moveTo>
                  <a:lnTo>
                    <a:pt x="0" y="13969"/>
                  </a:lnTo>
                  <a:lnTo>
                    <a:pt x="0" y="16509"/>
                  </a:lnTo>
                  <a:lnTo>
                    <a:pt x="6350" y="16509"/>
                  </a:lnTo>
                  <a:lnTo>
                    <a:pt x="6350" y="13969"/>
                  </a:lnTo>
                  <a:close/>
                </a:path>
                <a:path w="6350" h="259079">
                  <a:moveTo>
                    <a:pt x="6350" y="11429"/>
                  </a:moveTo>
                  <a:lnTo>
                    <a:pt x="0" y="11429"/>
                  </a:lnTo>
                  <a:lnTo>
                    <a:pt x="0" y="12700"/>
                  </a:lnTo>
                  <a:lnTo>
                    <a:pt x="6350" y="12700"/>
                  </a:lnTo>
                  <a:lnTo>
                    <a:pt x="6350" y="11429"/>
                  </a:lnTo>
                  <a:close/>
                </a:path>
                <a:path w="6350" h="259079">
                  <a:moveTo>
                    <a:pt x="6350" y="7619"/>
                  </a:moveTo>
                  <a:lnTo>
                    <a:pt x="0" y="7619"/>
                  </a:lnTo>
                  <a:lnTo>
                    <a:pt x="0" y="10159"/>
                  </a:lnTo>
                  <a:lnTo>
                    <a:pt x="6350" y="10159"/>
                  </a:lnTo>
                  <a:lnTo>
                    <a:pt x="6350" y="7619"/>
                  </a:lnTo>
                  <a:close/>
                </a:path>
                <a:path w="6350" h="259079">
                  <a:moveTo>
                    <a:pt x="6350" y="3809"/>
                  </a:moveTo>
                  <a:lnTo>
                    <a:pt x="5079" y="3809"/>
                  </a:lnTo>
                  <a:lnTo>
                    <a:pt x="5079" y="5079"/>
                  </a:lnTo>
                  <a:lnTo>
                    <a:pt x="0" y="5079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09"/>
                  </a:lnTo>
                  <a:close/>
                </a:path>
                <a:path w="6350" h="259079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2540" y="3809"/>
                  </a:lnTo>
                  <a:lnTo>
                    <a:pt x="254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385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2">
              <a:extLst>
                <a:ext uri="{FF2B5EF4-FFF2-40B4-BE49-F238E27FC236}">
                  <a16:creationId xmlns:a16="http://schemas.microsoft.com/office/drawing/2014/main" id="{659DC08E-3923-60E4-4733-ACA1B6A2C9BA}"/>
                </a:ext>
              </a:extLst>
            </p:cNvPr>
            <p:cNvSpPr/>
            <p:nvPr/>
          </p:nvSpPr>
          <p:spPr>
            <a:xfrm>
              <a:off x="7575550" y="3385820"/>
              <a:ext cx="7620" cy="255270"/>
            </a:xfrm>
            <a:custGeom>
              <a:avLst/>
              <a:gdLst/>
              <a:ahLst/>
              <a:cxnLst/>
              <a:rect l="l" t="t" r="r" b="b"/>
              <a:pathLst>
                <a:path w="7620" h="255270">
                  <a:moveTo>
                    <a:pt x="7620" y="160020"/>
                  </a:moveTo>
                  <a:lnTo>
                    <a:pt x="0" y="160020"/>
                  </a:lnTo>
                  <a:lnTo>
                    <a:pt x="0" y="255270"/>
                  </a:lnTo>
                  <a:lnTo>
                    <a:pt x="7620" y="255270"/>
                  </a:lnTo>
                  <a:lnTo>
                    <a:pt x="7620" y="160020"/>
                  </a:lnTo>
                  <a:close/>
                </a:path>
                <a:path w="7620" h="255270">
                  <a:moveTo>
                    <a:pt x="7620" y="156210"/>
                  </a:moveTo>
                  <a:lnTo>
                    <a:pt x="0" y="156210"/>
                  </a:lnTo>
                  <a:lnTo>
                    <a:pt x="0" y="158750"/>
                  </a:lnTo>
                  <a:lnTo>
                    <a:pt x="7620" y="158750"/>
                  </a:lnTo>
                  <a:lnTo>
                    <a:pt x="7620" y="156210"/>
                  </a:lnTo>
                  <a:close/>
                </a:path>
                <a:path w="7620" h="255270">
                  <a:moveTo>
                    <a:pt x="7620" y="153670"/>
                  </a:moveTo>
                  <a:lnTo>
                    <a:pt x="0" y="153670"/>
                  </a:lnTo>
                  <a:lnTo>
                    <a:pt x="0" y="154940"/>
                  </a:lnTo>
                  <a:lnTo>
                    <a:pt x="7620" y="154940"/>
                  </a:lnTo>
                  <a:lnTo>
                    <a:pt x="7620" y="153670"/>
                  </a:lnTo>
                  <a:close/>
                </a:path>
                <a:path w="7620" h="255270">
                  <a:moveTo>
                    <a:pt x="7620" y="149860"/>
                  </a:moveTo>
                  <a:lnTo>
                    <a:pt x="0" y="149860"/>
                  </a:lnTo>
                  <a:lnTo>
                    <a:pt x="0" y="152400"/>
                  </a:lnTo>
                  <a:lnTo>
                    <a:pt x="7620" y="152400"/>
                  </a:lnTo>
                  <a:lnTo>
                    <a:pt x="7620" y="149860"/>
                  </a:lnTo>
                  <a:close/>
                </a:path>
                <a:path w="7620" h="255270">
                  <a:moveTo>
                    <a:pt x="7620" y="147320"/>
                  </a:moveTo>
                  <a:lnTo>
                    <a:pt x="0" y="147320"/>
                  </a:lnTo>
                  <a:lnTo>
                    <a:pt x="0" y="148590"/>
                  </a:lnTo>
                  <a:lnTo>
                    <a:pt x="7620" y="148590"/>
                  </a:lnTo>
                  <a:lnTo>
                    <a:pt x="7620" y="147320"/>
                  </a:lnTo>
                  <a:close/>
                </a:path>
                <a:path w="7620" h="255270">
                  <a:moveTo>
                    <a:pt x="7620" y="143510"/>
                  </a:moveTo>
                  <a:lnTo>
                    <a:pt x="0" y="143510"/>
                  </a:lnTo>
                  <a:lnTo>
                    <a:pt x="0" y="146050"/>
                  </a:lnTo>
                  <a:lnTo>
                    <a:pt x="7620" y="146050"/>
                  </a:lnTo>
                  <a:lnTo>
                    <a:pt x="7620" y="143510"/>
                  </a:lnTo>
                  <a:close/>
                </a:path>
                <a:path w="7620" h="255270">
                  <a:moveTo>
                    <a:pt x="7620" y="140970"/>
                  </a:moveTo>
                  <a:lnTo>
                    <a:pt x="0" y="140970"/>
                  </a:lnTo>
                  <a:lnTo>
                    <a:pt x="0" y="142240"/>
                  </a:lnTo>
                  <a:lnTo>
                    <a:pt x="7620" y="142240"/>
                  </a:lnTo>
                  <a:lnTo>
                    <a:pt x="7620" y="140970"/>
                  </a:lnTo>
                  <a:close/>
                </a:path>
                <a:path w="7620" h="255270">
                  <a:moveTo>
                    <a:pt x="7620" y="137160"/>
                  </a:moveTo>
                  <a:lnTo>
                    <a:pt x="0" y="137160"/>
                  </a:lnTo>
                  <a:lnTo>
                    <a:pt x="0" y="139700"/>
                  </a:lnTo>
                  <a:lnTo>
                    <a:pt x="7620" y="139700"/>
                  </a:lnTo>
                  <a:lnTo>
                    <a:pt x="7620" y="137160"/>
                  </a:lnTo>
                  <a:close/>
                </a:path>
                <a:path w="7620" h="255270">
                  <a:moveTo>
                    <a:pt x="7620" y="134620"/>
                  </a:moveTo>
                  <a:lnTo>
                    <a:pt x="0" y="134620"/>
                  </a:lnTo>
                  <a:lnTo>
                    <a:pt x="0" y="135890"/>
                  </a:lnTo>
                  <a:lnTo>
                    <a:pt x="7620" y="135890"/>
                  </a:lnTo>
                  <a:lnTo>
                    <a:pt x="7620" y="134620"/>
                  </a:lnTo>
                  <a:close/>
                </a:path>
                <a:path w="7620" h="255270">
                  <a:moveTo>
                    <a:pt x="7620" y="130810"/>
                  </a:moveTo>
                  <a:lnTo>
                    <a:pt x="0" y="130810"/>
                  </a:lnTo>
                  <a:lnTo>
                    <a:pt x="0" y="133350"/>
                  </a:lnTo>
                  <a:lnTo>
                    <a:pt x="7620" y="133350"/>
                  </a:lnTo>
                  <a:lnTo>
                    <a:pt x="7620" y="130810"/>
                  </a:lnTo>
                  <a:close/>
                </a:path>
                <a:path w="7620" h="255270">
                  <a:moveTo>
                    <a:pt x="7620" y="128270"/>
                  </a:moveTo>
                  <a:lnTo>
                    <a:pt x="0" y="128270"/>
                  </a:lnTo>
                  <a:lnTo>
                    <a:pt x="0" y="129540"/>
                  </a:lnTo>
                  <a:lnTo>
                    <a:pt x="7620" y="129540"/>
                  </a:lnTo>
                  <a:lnTo>
                    <a:pt x="7620" y="128270"/>
                  </a:lnTo>
                  <a:close/>
                </a:path>
                <a:path w="7620" h="255270">
                  <a:moveTo>
                    <a:pt x="7620" y="124460"/>
                  </a:moveTo>
                  <a:lnTo>
                    <a:pt x="0" y="124460"/>
                  </a:lnTo>
                  <a:lnTo>
                    <a:pt x="0" y="127000"/>
                  </a:lnTo>
                  <a:lnTo>
                    <a:pt x="7620" y="127000"/>
                  </a:lnTo>
                  <a:lnTo>
                    <a:pt x="7620" y="124460"/>
                  </a:lnTo>
                  <a:close/>
                </a:path>
                <a:path w="7620" h="255270">
                  <a:moveTo>
                    <a:pt x="7620" y="121920"/>
                  </a:moveTo>
                  <a:lnTo>
                    <a:pt x="0" y="121920"/>
                  </a:lnTo>
                  <a:lnTo>
                    <a:pt x="0" y="123190"/>
                  </a:lnTo>
                  <a:lnTo>
                    <a:pt x="7620" y="123190"/>
                  </a:lnTo>
                  <a:lnTo>
                    <a:pt x="7620" y="121920"/>
                  </a:lnTo>
                  <a:close/>
                </a:path>
                <a:path w="7620" h="255270">
                  <a:moveTo>
                    <a:pt x="7620" y="118110"/>
                  </a:moveTo>
                  <a:lnTo>
                    <a:pt x="0" y="118110"/>
                  </a:lnTo>
                  <a:lnTo>
                    <a:pt x="0" y="120650"/>
                  </a:lnTo>
                  <a:lnTo>
                    <a:pt x="7620" y="120650"/>
                  </a:lnTo>
                  <a:lnTo>
                    <a:pt x="7620" y="118110"/>
                  </a:lnTo>
                  <a:close/>
                </a:path>
                <a:path w="7620" h="255270">
                  <a:moveTo>
                    <a:pt x="7620" y="115570"/>
                  </a:moveTo>
                  <a:lnTo>
                    <a:pt x="0" y="115570"/>
                  </a:lnTo>
                  <a:lnTo>
                    <a:pt x="0" y="116840"/>
                  </a:lnTo>
                  <a:lnTo>
                    <a:pt x="7620" y="116840"/>
                  </a:lnTo>
                  <a:lnTo>
                    <a:pt x="7620" y="115570"/>
                  </a:lnTo>
                  <a:close/>
                </a:path>
                <a:path w="7620" h="255270">
                  <a:moveTo>
                    <a:pt x="7620" y="111760"/>
                  </a:moveTo>
                  <a:lnTo>
                    <a:pt x="0" y="111760"/>
                  </a:lnTo>
                  <a:lnTo>
                    <a:pt x="0" y="114300"/>
                  </a:lnTo>
                  <a:lnTo>
                    <a:pt x="7620" y="114300"/>
                  </a:lnTo>
                  <a:lnTo>
                    <a:pt x="7620" y="111760"/>
                  </a:lnTo>
                  <a:close/>
                </a:path>
                <a:path w="7620" h="255270">
                  <a:moveTo>
                    <a:pt x="7620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620" y="110490"/>
                  </a:lnTo>
                  <a:lnTo>
                    <a:pt x="7620" y="109220"/>
                  </a:lnTo>
                  <a:close/>
                </a:path>
                <a:path w="7620" h="255270">
                  <a:moveTo>
                    <a:pt x="7620" y="105410"/>
                  </a:moveTo>
                  <a:lnTo>
                    <a:pt x="0" y="105410"/>
                  </a:lnTo>
                  <a:lnTo>
                    <a:pt x="0" y="107950"/>
                  </a:lnTo>
                  <a:lnTo>
                    <a:pt x="7620" y="107950"/>
                  </a:lnTo>
                  <a:lnTo>
                    <a:pt x="7620" y="105410"/>
                  </a:lnTo>
                  <a:close/>
                </a:path>
                <a:path w="7620" h="255270">
                  <a:moveTo>
                    <a:pt x="7620" y="102870"/>
                  </a:moveTo>
                  <a:lnTo>
                    <a:pt x="0" y="102870"/>
                  </a:lnTo>
                  <a:lnTo>
                    <a:pt x="0" y="104140"/>
                  </a:lnTo>
                  <a:lnTo>
                    <a:pt x="7620" y="104140"/>
                  </a:lnTo>
                  <a:lnTo>
                    <a:pt x="7620" y="102870"/>
                  </a:lnTo>
                  <a:close/>
                </a:path>
                <a:path w="7620" h="255270">
                  <a:moveTo>
                    <a:pt x="7620" y="99060"/>
                  </a:moveTo>
                  <a:lnTo>
                    <a:pt x="0" y="99060"/>
                  </a:lnTo>
                  <a:lnTo>
                    <a:pt x="0" y="101600"/>
                  </a:lnTo>
                  <a:lnTo>
                    <a:pt x="7620" y="101600"/>
                  </a:lnTo>
                  <a:lnTo>
                    <a:pt x="7620" y="99060"/>
                  </a:lnTo>
                  <a:close/>
                </a:path>
                <a:path w="7620" h="255270">
                  <a:moveTo>
                    <a:pt x="7620" y="96520"/>
                  </a:moveTo>
                  <a:lnTo>
                    <a:pt x="0" y="96520"/>
                  </a:lnTo>
                  <a:lnTo>
                    <a:pt x="0" y="97790"/>
                  </a:lnTo>
                  <a:lnTo>
                    <a:pt x="7620" y="97790"/>
                  </a:lnTo>
                  <a:lnTo>
                    <a:pt x="7620" y="96520"/>
                  </a:lnTo>
                  <a:close/>
                </a:path>
                <a:path w="7620" h="255270">
                  <a:moveTo>
                    <a:pt x="7620" y="92710"/>
                  </a:moveTo>
                  <a:lnTo>
                    <a:pt x="0" y="92710"/>
                  </a:lnTo>
                  <a:lnTo>
                    <a:pt x="0" y="95250"/>
                  </a:lnTo>
                  <a:lnTo>
                    <a:pt x="7620" y="95250"/>
                  </a:lnTo>
                  <a:lnTo>
                    <a:pt x="7620" y="92710"/>
                  </a:lnTo>
                  <a:close/>
                </a:path>
                <a:path w="7620" h="255270">
                  <a:moveTo>
                    <a:pt x="7620" y="90170"/>
                  </a:moveTo>
                  <a:lnTo>
                    <a:pt x="0" y="90170"/>
                  </a:lnTo>
                  <a:lnTo>
                    <a:pt x="0" y="91440"/>
                  </a:lnTo>
                  <a:lnTo>
                    <a:pt x="7620" y="91440"/>
                  </a:lnTo>
                  <a:lnTo>
                    <a:pt x="7620" y="90170"/>
                  </a:lnTo>
                  <a:close/>
                </a:path>
                <a:path w="7620" h="255270">
                  <a:moveTo>
                    <a:pt x="7620" y="86360"/>
                  </a:moveTo>
                  <a:lnTo>
                    <a:pt x="0" y="86360"/>
                  </a:lnTo>
                  <a:lnTo>
                    <a:pt x="0" y="88900"/>
                  </a:lnTo>
                  <a:lnTo>
                    <a:pt x="7620" y="88900"/>
                  </a:lnTo>
                  <a:lnTo>
                    <a:pt x="7620" y="86360"/>
                  </a:lnTo>
                  <a:close/>
                </a:path>
                <a:path w="7620" h="255270">
                  <a:moveTo>
                    <a:pt x="7620" y="83820"/>
                  </a:moveTo>
                  <a:lnTo>
                    <a:pt x="0" y="83820"/>
                  </a:lnTo>
                  <a:lnTo>
                    <a:pt x="0" y="85090"/>
                  </a:lnTo>
                  <a:lnTo>
                    <a:pt x="7620" y="85090"/>
                  </a:lnTo>
                  <a:lnTo>
                    <a:pt x="7620" y="83820"/>
                  </a:lnTo>
                  <a:close/>
                </a:path>
                <a:path w="7620" h="255270">
                  <a:moveTo>
                    <a:pt x="7620" y="80010"/>
                  </a:moveTo>
                  <a:lnTo>
                    <a:pt x="0" y="80010"/>
                  </a:lnTo>
                  <a:lnTo>
                    <a:pt x="0" y="82550"/>
                  </a:lnTo>
                  <a:lnTo>
                    <a:pt x="7620" y="82550"/>
                  </a:lnTo>
                  <a:lnTo>
                    <a:pt x="7620" y="80010"/>
                  </a:lnTo>
                  <a:close/>
                </a:path>
                <a:path w="7620" h="255270">
                  <a:moveTo>
                    <a:pt x="7620" y="77470"/>
                  </a:moveTo>
                  <a:lnTo>
                    <a:pt x="0" y="77470"/>
                  </a:lnTo>
                  <a:lnTo>
                    <a:pt x="0" y="78740"/>
                  </a:lnTo>
                  <a:lnTo>
                    <a:pt x="7620" y="78740"/>
                  </a:lnTo>
                  <a:lnTo>
                    <a:pt x="7620" y="77470"/>
                  </a:lnTo>
                  <a:close/>
                </a:path>
                <a:path w="7620" h="255270">
                  <a:moveTo>
                    <a:pt x="7620" y="73660"/>
                  </a:moveTo>
                  <a:lnTo>
                    <a:pt x="0" y="73660"/>
                  </a:lnTo>
                  <a:lnTo>
                    <a:pt x="0" y="76200"/>
                  </a:lnTo>
                  <a:lnTo>
                    <a:pt x="7620" y="76200"/>
                  </a:lnTo>
                  <a:lnTo>
                    <a:pt x="7620" y="73660"/>
                  </a:lnTo>
                  <a:close/>
                </a:path>
                <a:path w="7620" h="255270">
                  <a:moveTo>
                    <a:pt x="7620" y="71120"/>
                  </a:moveTo>
                  <a:lnTo>
                    <a:pt x="0" y="71120"/>
                  </a:lnTo>
                  <a:lnTo>
                    <a:pt x="0" y="72390"/>
                  </a:lnTo>
                  <a:lnTo>
                    <a:pt x="7620" y="72390"/>
                  </a:lnTo>
                  <a:lnTo>
                    <a:pt x="7620" y="71120"/>
                  </a:lnTo>
                  <a:close/>
                </a:path>
                <a:path w="7620" h="255270">
                  <a:moveTo>
                    <a:pt x="7620" y="67310"/>
                  </a:moveTo>
                  <a:lnTo>
                    <a:pt x="0" y="67310"/>
                  </a:lnTo>
                  <a:lnTo>
                    <a:pt x="0" y="69850"/>
                  </a:lnTo>
                  <a:lnTo>
                    <a:pt x="7620" y="69850"/>
                  </a:lnTo>
                  <a:lnTo>
                    <a:pt x="7620" y="67310"/>
                  </a:lnTo>
                  <a:close/>
                </a:path>
                <a:path w="7620" h="255270">
                  <a:moveTo>
                    <a:pt x="7620" y="64770"/>
                  </a:moveTo>
                  <a:lnTo>
                    <a:pt x="0" y="64770"/>
                  </a:lnTo>
                  <a:lnTo>
                    <a:pt x="0" y="66040"/>
                  </a:lnTo>
                  <a:lnTo>
                    <a:pt x="7620" y="66040"/>
                  </a:lnTo>
                  <a:lnTo>
                    <a:pt x="7620" y="64770"/>
                  </a:lnTo>
                  <a:close/>
                </a:path>
                <a:path w="7620" h="255270">
                  <a:moveTo>
                    <a:pt x="7620" y="60960"/>
                  </a:moveTo>
                  <a:lnTo>
                    <a:pt x="0" y="60960"/>
                  </a:lnTo>
                  <a:lnTo>
                    <a:pt x="0" y="63500"/>
                  </a:lnTo>
                  <a:lnTo>
                    <a:pt x="7620" y="63500"/>
                  </a:lnTo>
                  <a:lnTo>
                    <a:pt x="7620" y="60960"/>
                  </a:lnTo>
                  <a:close/>
                </a:path>
                <a:path w="7620" h="255270">
                  <a:moveTo>
                    <a:pt x="7620" y="58420"/>
                  </a:moveTo>
                  <a:lnTo>
                    <a:pt x="0" y="58420"/>
                  </a:lnTo>
                  <a:lnTo>
                    <a:pt x="0" y="59690"/>
                  </a:lnTo>
                  <a:lnTo>
                    <a:pt x="7620" y="59690"/>
                  </a:lnTo>
                  <a:lnTo>
                    <a:pt x="7620" y="58420"/>
                  </a:lnTo>
                  <a:close/>
                </a:path>
                <a:path w="7620" h="255270">
                  <a:moveTo>
                    <a:pt x="7620" y="54610"/>
                  </a:moveTo>
                  <a:lnTo>
                    <a:pt x="0" y="54610"/>
                  </a:lnTo>
                  <a:lnTo>
                    <a:pt x="0" y="57150"/>
                  </a:lnTo>
                  <a:lnTo>
                    <a:pt x="7620" y="57150"/>
                  </a:lnTo>
                  <a:lnTo>
                    <a:pt x="7620" y="54610"/>
                  </a:lnTo>
                  <a:close/>
                </a:path>
                <a:path w="7620" h="255270">
                  <a:moveTo>
                    <a:pt x="7620" y="52070"/>
                  </a:moveTo>
                  <a:lnTo>
                    <a:pt x="0" y="52070"/>
                  </a:lnTo>
                  <a:lnTo>
                    <a:pt x="0" y="53340"/>
                  </a:lnTo>
                  <a:lnTo>
                    <a:pt x="7620" y="53340"/>
                  </a:lnTo>
                  <a:lnTo>
                    <a:pt x="7620" y="52070"/>
                  </a:lnTo>
                  <a:close/>
                </a:path>
                <a:path w="7620" h="255270">
                  <a:moveTo>
                    <a:pt x="7620" y="48260"/>
                  </a:moveTo>
                  <a:lnTo>
                    <a:pt x="0" y="48260"/>
                  </a:lnTo>
                  <a:lnTo>
                    <a:pt x="0" y="50800"/>
                  </a:lnTo>
                  <a:lnTo>
                    <a:pt x="7620" y="50800"/>
                  </a:lnTo>
                  <a:lnTo>
                    <a:pt x="7620" y="48260"/>
                  </a:lnTo>
                  <a:close/>
                </a:path>
                <a:path w="7620" h="255270">
                  <a:moveTo>
                    <a:pt x="7620" y="45720"/>
                  </a:moveTo>
                  <a:lnTo>
                    <a:pt x="0" y="45720"/>
                  </a:lnTo>
                  <a:lnTo>
                    <a:pt x="0" y="46990"/>
                  </a:lnTo>
                  <a:lnTo>
                    <a:pt x="7620" y="46990"/>
                  </a:lnTo>
                  <a:lnTo>
                    <a:pt x="7620" y="45720"/>
                  </a:lnTo>
                  <a:close/>
                </a:path>
                <a:path w="7620" h="255270">
                  <a:moveTo>
                    <a:pt x="7620" y="41910"/>
                  </a:moveTo>
                  <a:lnTo>
                    <a:pt x="0" y="41910"/>
                  </a:lnTo>
                  <a:lnTo>
                    <a:pt x="0" y="44450"/>
                  </a:lnTo>
                  <a:lnTo>
                    <a:pt x="7620" y="44450"/>
                  </a:lnTo>
                  <a:lnTo>
                    <a:pt x="7620" y="41910"/>
                  </a:lnTo>
                  <a:close/>
                </a:path>
                <a:path w="7620" h="255270">
                  <a:moveTo>
                    <a:pt x="7620" y="39370"/>
                  </a:moveTo>
                  <a:lnTo>
                    <a:pt x="0" y="39370"/>
                  </a:lnTo>
                  <a:lnTo>
                    <a:pt x="0" y="40640"/>
                  </a:lnTo>
                  <a:lnTo>
                    <a:pt x="7620" y="40640"/>
                  </a:lnTo>
                  <a:lnTo>
                    <a:pt x="7620" y="39370"/>
                  </a:lnTo>
                  <a:close/>
                </a:path>
                <a:path w="7620" h="255270">
                  <a:moveTo>
                    <a:pt x="7620" y="35560"/>
                  </a:moveTo>
                  <a:lnTo>
                    <a:pt x="0" y="35560"/>
                  </a:lnTo>
                  <a:lnTo>
                    <a:pt x="0" y="38100"/>
                  </a:lnTo>
                  <a:lnTo>
                    <a:pt x="7620" y="38100"/>
                  </a:lnTo>
                  <a:lnTo>
                    <a:pt x="7620" y="35560"/>
                  </a:lnTo>
                  <a:close/>
                </a:path>
                <a:path w="7620" h="255270">
                  <a:moveTo>
                    <a:pt x="7620" y="33020"/>
                  </a:moveTo>
                  <a:lnTo>
                    <a:pt x="0" y="33020"/>
                  </a:lnTo>
                  <a:lnTo>
                    <a:pt x="0" y="34290"/>
                  </a:lnTo>
                  <a:lnTo>
                    <a:pt x="7620" y="34290"/>
                  </a:lnTo>
                  <a:lnTo>
                    <a:pt x="7620" y="33020"/>
                  </a:lnTo>
                  <a:close/>
                </a:path>
                <a:path w="7620" h="255270">
                  <a:moveTo>
                    <a:pt x="7620" y="29210"/>
                  </a:moveTo>
                  <a:lnTo>
                    <a:pt x="0" y="29210"/>
                  </a:lnTo>
                  <a:lnTo>
                    <a:pt x="0" y="31750"/>
                  </a:lnTo>
                  <a:lnTo>
                    <a:pt x="7620" y="31750"/>
                  </a:lnTo>
                  <a:lnTo>
                    <a:pt x="7620" y="29210"/>
                  </a:lnTo>
                  <a:close/>
                </a:path>
                <a:path w="7620" h="255270">
                  <a:moveTo>
                    <a:pt x="7620" y="26670"/>
                  </a:moveTo>
                  <a:lnTo>
                    <a:pt x="0" y="26670"/>
                  </a:lnTo>
                  <a:lnTo>
                    <a:pt x="0" y="27940"/>
                  </a:lnTo>
                  <a:lnTo>
                    <a:pt x="7620" y="27940"/>
                  </a:lnTo>
                  <a:lnTo>
                    <a:pt x="7620" y="26670"/>
                  </a:lnTo>
                  <a:close/>
                </a:path>
                <a:path w="7620" h="255270">
                  <a:moveTo>
                    <a:pt x="7620" y="22860"/>
                  </a:moveTo>
                  <a:lnTo>
                    <a:pt x="0" y="22860"/>
                  </a:lnTo>
                  <a:lnTo>
                    <a:pt x="0" y="25400"/>
                  </a:lnTo>
                  <a:lnTo>
                    <a:pt x="7620" y="25400"/>
                  </a:lnTo>
                  <a:lnTo>
                    <a:pt x="7620" y="22860"/>
                  </a:lnTo>
                  <a:close/>
                </a:path>
                <a:path w="7620" h="255270">
                  <a:moveTo>
                    <a:pt x="7620" y="20320"/>
                  </a:moveTo>
                  <a:lnTo>
                    <a:pt x="0" y="20320"/>
                  </a:lnTo>
                  <a:lnTo>
                    <a:pt x="0" y="21590"/>
                  </a:lnTo>
                  <a:lnTo>
                    <a:pt x="7620" y="21590"/>
                  </a:lnTo>
                  <a:lnTo>
                    <a:pt x="7620" y="20320"/>
                  </a:lnTo>
                  <a:close/>
                </a:path>
                <a:path w="7620" h="255270">
                  <a:moveTo>
                    <a:pt x="7620" y="16510"/>
                  </a:moveTo>
                  <a:lnTo>
                    <a:pt x="0" y="16510"/>
                  </a:lnTo>
                  <a:lnTo>
                    <a:pt x="0" y="19050"/>
                  </a:lnTo>
                  <a:lnTo>
                    <a:pt x="7620" y="19050"/>
                  </a:lnTo>
                  <a:lnTo>
                    <a:pt x="7620" y="16510"/>
                  </a:lnTo>
                  <a:close/>
                </a:path>
                <a:path w="7620" h="255270">
                  <a:moveTo>
                    <a:pt x="7620" y="13970"/>
                  </a:moveTo>
                  <a:lnTo>
                    <a:pt x="0" y="13970"/>
                  </a:lnTo>
                  <a:lnTo>
                    <a:pt x="0" y="15240"/>
                  </a:lnTo>
                  <a:lnTo>
                    <a:pt x="7620" y="15240"/>
                  </a:lnTo>
                  <a:lnTo>
                    <a:pt x="7620" y="13970"/>
                  </a:lnTo>
                  <a:close/>
                </a:path>
                <a:path w="7620" h="255270">
                  <a:moveTo>
                    <a:pt x="7620" y="10160"/>
                  </a:moveTo>
                  <a:lnTo>
                    <a:pt x="0" y="10160"/>
                  </a:lnTo>
                  <a:lnTo>
                    <a:pt x="0" y="12700"/>
                  </a:lnTo>
                  <a:lnTo>
                    <a:pt x="7620" y="12700"/>
                  </a:lnTo>
                  <a:lnTo>
                    <a:pt x="7620" y="10160"/>
                  </a:lnTo>
                  <a:close/>
                </a:path>
                <a:path w="7620" h="255270">
                  <a:moveTo>
                    <a:pt x="7620" y="7620"/>
                  </a:moveTo>
                  <a:lnTo>
                    <a:pt x="0" y="7620"/>
                  </a:lnTo>
                  <a:lnTo>
                    <a:pt x="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7620" h="255270">
                  <a:moveTo>
                    <a:pt x="6350" y="3810"/>
                  </a:moveTo>
                  <a:lnTo>
                    <a:pt x="0" y="381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3810"/>
                  </a:lnTo>
                  <a:close/>
                </a:path>
                <a:path w="7620" h="255270">
                  <a:moveTo>
                    <a:pt x="5079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5079" y="3810"/>
                  </a:lnTo>
                  <a:lnTo>
                    <a:pt x="5079" y="2540"/>
                  </a:lnTo>
                  <a:close/>
                </a:path>
                <a:path w="7620" h="255270">
                  <a:moveTo>
                    <a:pt x="12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539" y="254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385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7" name="object 393">
              <a:extLst>
                <a:ext uri="{FF2B5EF4-FFF2-40B4-BE49-F238E27FC236}">
                  <a16:creationId xmlns:a16="http://schemas.microsoft.com/office/drawing/2014/main" id="{CEA97543-212E-A99B-0765-8B336E99D48D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583170" y="3392170"/>
              <a:ext cx="242569" cy="248920"/>
            </a:xfrm>
            <a:prstGeom prst="rect">
              <a:avLst/>
            </a:prstGeom>
          </p:spPr>
        </p:pic>
      </p:grpSp>
      <p:sp>
        <p:nvSpPr>
          <p:cNvPr id="398" name="object 394">
            <a:extLst>
              <a:ext uri="{FF2B5EF4-FFF2-40B4-BE49-F238E27FC236}">
                <a16:creationId xmlns:a16="http://schemas.microsoft.com/office/drawing/2014/main" id="{3AC2AF25-FD7E-3784-D239-BECC5C4D60D9}"/>
              </a:ext>
            </a:extLst>
          </p:cNvPr>
          <p:cNvSpPr txBox="1"/>
          <p:nvPr/>
        </p:nvSpPr>
        <p:spPr>
          <a:xfrm>
            <a:off x="6316979" y="4023046"/>
            <a:ext cx="2292985" cy="2334613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sz="1600" i="1" spc="-5" dirty="0">
                <a:latin typeface="Arial"/>
                <a:cs typeface="Arial"/>
              </a:rPr>
              <a:t>Rich</a:t>
            </a:r>
            <a:r>
              <a:rPr sz="1600" i="1" spc="-3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Media</a:t>
            </a:r>
            <a:endParaRPr sz="1600">
              <a:latin typeface="Arial"/>
              <a:cs typeface="Arial"/>
            </a:endParaRPr>
          </a:p>
          <a:p>
            <a:pPr marL="242570" indent="-115570">
              <a:lnSpc>
                <a:spcPct val="100000"/>
              </a:lnSpc>
              <a:spcBef>
                <a:spcPts val="540"/>
              </a:spcBef>
              <a:buClr>
                <a:srgbClr val="00347F"/>
              </a:buClr>
              <a:buSzPct val="117857"/>
              <a:buChar char="•"/>
              <a:tabLst>
                <a:tab pos="242570" algn="l"/>
              </a:tabLst>
            </a:pPr>
            <a:r>
              <a:rPr sz="1400" spc="-5" dirty="0">
                <a:latin typeface="Arial MT"/>
                <a:cs typeface="Arial MT"/>
              </a:rPr>
              <a:t>Medical</a:t>
            </a:r>
            <a:endParaRPr sz="1400">
              <a:latin typeface="Arial MT"/>
              <a:cs typeface="Arial MT"/>
            </a:endParaRPr>
          </a:p>
          <a:p>
            <a:pPr marL="530860" lvl="1" indent="-166370">
              <a:lnSpc>
                <a:spcPct val="100000"/>
              </a:lnSpc>
              <a:spcBef>
                <a:spcPts val="160"/>
              </a:spcBef>
              <a:buClr>
                <a:srgbClr val="00347F"/>
              </a:buClr>
              <a:buChar char="–"/>
              <a:tabLst>
                <a:tab pos="530860" algn="l"/>
              </a:tabLst>
            </a:pPr>
            <a:r>
              <a:rPr sz="1400" dirty="0">
                <a:latin typeface="Arial MT"/>
                <a:cs typeface="Arial MT"/>
              </a:rPr>
              <a:t>X-rays,</a:t>
            </a:r>
            <a:r>
              <a:rPr sz="1400" spc="-1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MRIs,</a:t>
            </a:r>
            <a:r>
              <a:rPr sz="1400" spc="-10" dirty="0">
                <a:latin typeface="Arial MT"/>
                <a:cs typeface="Arial MT"/>
              </a:rPr>
              <a:t> </a:t>
            </a:r>
            <a:r>
              <a:rPr sz="1400" spc="-5" dirty="0">
                <a:latin typeface="Arial MT"/>
                <a:cs typeface="Arial MT"/>
              </a:rPr>
              <a:t>CTI</a:t>
            </a:r>
            <a:endParaRPr sz="1400">
              <a:latin typeface="Arial MT"/>
              <a:cs typeface="Arial MT"/>
            </a:endParaRPr>
          </a:p>
          <a:p>
            <a:pPr marL="242570" indent="-115570">
              <a:lnSpc>
                <a:spcPct val="100000"/>
              </a:lnSpc>
              <a:spcBef>
                <a:spcPts val="540"/>
              </a:spcBef>
              <a:buClr>
                <a:srgbClr val="00347F"/>
              </a:buClr>
              <a:buSzPct val="117857"/>
              <a:buChar char="•"/>
              <a:tabLst>
                <a:tab pos="242570" algn="l"/>
              </a:tabLst>
            </a:pPr>
            <a:r>
              <a:rPr sz="1400" dirty="0">
                <a:latin typeface="Arial MT"/>
                <a:cs typeface="Arial MT"/>
              </a:rPr>
              <a:t>Video</a:t>
            </a:r>
            <a:endParaRPr sz="1400">
              <a:latin typeface="Arial MT"/>
              <a:cs typeface="Arial MT"/>
            </a:endParaRPr>
          </a:p>
          <a:p>
            <a:pPr marL="530860" lvl="1" indent="-166370">
              <a:lnSpc>
                <a:spcPct val="100000"/>
              </a:lnSpc>
              <a:spcBef>
                <a:spcPts val="160"/>
              </a:spcBef>
              <a:buClr>
                <a:srgbClr val="00347F"/>
              </a:buClr>
              <a:buChar char="–"/>
              <a:tabLst>
                <a:tab pos="530860" algn="l"/>
              </a:tabLst>
            </a:pPr>
            <a:r>
              <a:rPr sz="1400" dirty="0">
                <a:latin typeface="Arial MT"/>
                <a:cs typeface="Arial MT"/>
              </a:rPr>
              <a:t>News</a:t>
            </a:r>
            <a:r>
              <a:rPr sz="1400" spc="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/</a:t>
            </a:r>
            <a:r>
              <a:rPr sz="1400" spc="-5" dirty="0">
                <a:latin typeface="Arial MT"/>
                <a:cs typeface="Arial MT"/>
              </a:rPr>
              <a:t> media, movies</a:t>
            </a:r>
            <a:endParaRPr sz="1400">
              <a:latin typeface="Arial MT"/>
              <a:cs typeface="Arial MT"/>
            </a:endParaRPr>
          </a:p>
          <a:p>
            <a:pPr marL="530860" lvl="1" indent="-166370">
              <a:lnSpc>
                <a:spcPct val="100000"/>
              </a:lnSpc>
              <a:spcBef>
                <a:spcPts val="70"/>
              </a:spcBef>
              <a:buClr>
                <a:srgbClr val="00347F"/>
              </a:buClr>
              <a:buChar char="–"/>
              <a:tabLst>
                <a:tab pos="530860" algn="l"/>
              </a:tabLst>
            </a:pPr>
            <a:r>
              <a:rPr sz="1400" dirty="0">
                <a:latin typeface="Arial MT"/>
                <a:cs typeface="Arial MT"/>
              </a:rPr>
              <a:t>Security</a:t>
            </a:r>
            <a:r>
              <a:rPr sz="1400" spc="-25" dirty="0">
                <a:latin typeface="Arial MT"/>
                <a:cs typeface="Arial MT"/>
              </a:rPr>
              <a:t> </a:t>
            </a:r>
            <a:r>
              <a:rPr sz="1400" dirty="0">
                <a:latin typeface="Arial MT"/>
                <a:cs typeface="Arial MT"/>
              </a:rPr>
              <a:t>serveillance</a:t>
            </a:r>
            <a:endParaRPr sz="1400">
              <a:latin typeface="Arial MT"/>
              <a:cs typeface="Arial MT"/>
            </a:endParaRPr>
          </a:p>
          <a:p>
            <a:pPr marL="242570" indent="-115570">
              <a:lnSpc>
                <a:spcPct val="100000"/>
              </a:lnSpc>
              <a:spcBef>
                <a:spcPts val="550"/>
              </a:spcBef>
              <a:buClr>
                <a:srgbClr val="00347F"/>
              </a:buClr>
              <a:buSzPct val="117857"/>
              <a:buChar char="•"/>
              <a:tabLst>
                <a:tab pos="242570" algn="l"/>
              </a:tabLst>
            </a:pPr>
            <a:r>
              <a:rPr sz="1400" dirty="0">
                <a:latin typeface="Arial MT"/>
                <a:cs typeface="Arial MT"/>
              </a:rPr>
              <a:t>Audio</a:t>
            </a:r>
            <a:endParaRPr sz="1400">
              <a:latin typeface="Arial MT"/>
              <a:cs typeface="Arial MT"/>
            </a:endParaRPr>
          </a:p>
          <a:p>
            <a:pPr marL="530860" lvl="1" indent="-166370">
              <a:lnSpc>
                <a:spcPct val="100000"/>
              </a:lnSpc>
              <a:spcBef>
                <a:spcPts val="150"/>
              </a:spcBef>
              <a:buClr>
                <a:srgbClr val="00347F"/>
              </a:buClr>
              <a:buChar char="–"/>
              <a:tabLst>
                <a:tab pos="530860" algn="l"/>
              </a:tabLst>
            </a:pPr>
            <a:r>
              <a:rPr sz="1400" spc="-5" dirty="0">
                <a:latin typeface="Arial MT"/>
                <a:cs typeface="Arial MT"/>
              </a:rPr>
              <a:t>Voicemail</a:t>
            </a:r>
            <a:endParaRPr sz="1400">
              <a:latin typeface="Arial MT"/>
              <a:cs typeface="Arial MT"/>
            </a:endParaRPr>
          </a:p>
          <a:p>
            <a:pPr marL="530860" lvl="1" indent="-166370">
              <a:lnSpc>
                <a:spcPct val="100000"/>
              </a:lnSpc>
              <a:spcBef>
                <a:spcPts val="180"/>
              </a:spcBef>
              <a:buClr>
                <a:srgbClr val="00347F"/>
              </a:buClr>
              <a:buChar char="–"/>
              <a:tabLst>
                <a:tab pos="530860" algn="l"/>
              </a:tabLst>
            </a:pPr>
            <a:r>
              <a:rPr sz="1400" dirty="0">
                <a:latin typeface="Arial MT"/>
                <a:cs typeface="Arial MT"/>
              </a:rPr>
              <a:t>Radio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408" name="灯片编号占位符 3">
            <a:extLst>
              <a:ext uri="{FF2B5EF4-FFF2-40B4-BE49-F238E27FC236}">
                <a16:creationId xmlns:a16="http://schemas.microsoft.com/office/drawing/2014/main" id="{C75B258C-1F17-A6D4-6C7F-DE9826BF5739}"/>
              </a:ext>
            </a:extLst>
          </p:cNvPr>
          <p:cNvSpPr txBox="1">
            <a:spLocks/>
          </p:cNvSpPr>
          <p:nvPr/>
        </p:nvSpPr>
        <p:spPr>
          <a:xfrm>
            <a:off x="6882204" y="6354935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1800" kern="1200">
                <a:solidFill>
                  <a:srgbClr val="670775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F38DF745-7D3F-47F4-83A3-874385CFAA69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24479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altLang="zh-CN" dirty="0"/>
              <a:t>Challenges of Storing Fixed Content</a:t>
            </a:r>
            <a:endParaRPr lang="zh-CN" altLang="en-US" dirty="0"/>
          </a:p>
        </p:txBody>
      </p:sp>
      <p:sp>
        <p:nvSpPr>
          <p:cNvPr id="407" name="内容占位符 406">
            <a:extLst>
              <a:ext uri="{FF2B5EF4-FFF2-40B4-BE49-F238E27FC236}">
                <a16:creationId xmlns:a16="http://schemas.microsoft.com/office/drawing/2014/main" id="{80A7F6B9-0E2B-627D-8F43-02A9811BADE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700" y="1075765"/>
            <a:ext cx="8659905" cy="5700132"/>
          </a:xfrm>
        </p:spPr>
        <p:txBody>
          <a:bodyPr>
            <a:normAutofit lnSpcReduction="10000"/>
          </a:bodyPr>
          <a:lstStyle/>
          <a:p>
            <a:r>
              <a:rPr kumimoji="1" lang="en" altLang="zh-CN" dirty="0"/>
              <a:t>Most new digital content is fixed content.</a:t>
            </a:r>
          </a:p>
          <a:p>
            <a:r>
              <a:rPr kumimoji="1" lang="en" altLang="zh-CN" dirty="0"/>
              <a:t>Fixed content is growing at more than 90%  annually.</a:t>
            </a:r>
          </a:p>
          <a:p>
            <a:r>
              <a:rPr kumimoji="1" lang="en" altLang="zh-CN" dirty="0"/>
              <a:t>Long-term preservation is required (years-  decades).</a:t>
            </a:r>
          </a:p>
          <a:p>
            <a:r>
              <a:rPr kumimoji="1" lang="en" altLang="zh-CN" dirty="0"/>
              <a:t>Simultaneous multi-user access.</a:t>
            </a:r>
          </a:p>
          <a:p>
            <a:r>
              <a:rPr kumimoji="1" lang="en" altLang="zh-CN" dirty="0"/>
              <a:t>Need for faster access to records for business and  legal reasons.</a:t>
            </a:r>
          </a:p>
          <a:p>
            <a:r>
              <a:rPr kumimoji="1" lang="en" altLang="zh-CN" dirty="0"/>
              <a:t>Need for location independent data, enabling  technology refresh and migration.</a:t>
            </a:r>
          </a:p>
          <a:p>
            <a:r>
              <a:rPr kumimoji="1" lang="en" altLang="zh-CN" dirty="0"/>
              <a:t>Emerging regulations require retention.</a:t>
            </a:r>
          </a:p>
          <a:p>
            <a:r>
              <a:rPr kumimoji="1" lang="en" altLang="zh-CN" dirty="0"/>
              <a:t>Traditional storage methods are inadequate.</a:t>
            </a:r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929288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How</a:t>
            </a:r>
            <a:r>
              <a:rPr lang="zh-CN" altLang="en-US" dirty="0"/>
              <a:t> </a:t>
            </a:r>
            <a:r>
              <a:rPr lang="en-US" altLang="zh-CN" dirty="0"/>
              <a:t>CAS</a:t>
            </a:r>
            <a:r>
              <a:rPr lang="zh-CN" altLang="en-US" dirty="0"/>
              <a:t> </a:t>
            </a:r>
            <a:r>
              <a:rPr lang="en-US" altLang="zh-CN" dirty="0"/>
              <a:t>Stores</a:t>
            </a:r>
            <a:r>
              <a:rPr lang="zh-CN" altLang="en-US" dirty="0"/>
              <a:t> </a:t>
            </a:r>
            <a:r>
              <a:rPr lang="en-US" altLang="zh-CN" dirty="0"/>
              <a:t>a</a:t>
            </a:r>
            <a:r>
              <a:rPr lang="zh-CN" altLang="en-US" dirty="0"/>
              <a:t> </a:t>
            </a:r>
            <a:r>
              <a:rPr lang="en-US" altLang="zh-CN" dirty="0"/>
              <a:t>Data</a:t>
            </a:r>
            <a:r>
              <a:rPr lang="zh-CN" altLang="en-US" dirty="0"/>
              <a:t> </a:t>
            </a:r>
            <a:r>
              <a:rPr lang="en-US" altLang="zh-CN" dirty="0"/>
              <a:t>Object</a:t>
            </a:r>
            <a:endParaRPr lang="zh-CN" altLang="en-US" dirty="0"/>
          </a:p>
        </p:txBody>
      </p:sp>
      <p:sp>
        <p:nvSpPr>
          <p:cNvPr id="1163" name="内容占位符 1162">
            <a:extLst>
              <a:ext uri="{FF2B5EF4-FFF2-40B4-BE49-F238E27FC236}">
                <a16:creationId xmlns:a16="http://schemas.microsoft.com/office/drawing/2014/main" id="{B9E1E5EF-6CFC-02D8-FA4D-D9C07B5E98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24E70E2D-84CF-ACAF-4EF4-D87798847F25}"/>
              </a:ext>
            </a:extLst>
          </p:cNvPr>
          <p:cNvSpPr/>
          <p:nvPr/>
        </p:nvSpPr>
        <p:spPr>
          <a:xfrm>
            <a:off x="4544059" y="4744720"/>
            <a:ext cx="0" cy="1233170"/>
          </a:xfrm>
          <a:custGeom>
            <a:avLst/>
            <a:gdLst/>
            <a:ahLst/>
            <a:cxnLst/>
            <a:rect l="l" t="t" r="r" b="b"/>
            <a:pathLst>
              <a:path h="1233170">
                <a:moveTo>
                  <a:pt x="0" y="0"/>
                </a:moveTo>
                <a:lnTo>
                  <a:pt x="0" y="1233169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3">
            <a:extLst>
              <a:ext uri="{FF2B5EF4-FFF2-40B4-BE49-F238E27FC236}">
                <a16:creationId xmlns:a16="http://schemas.microsoft.com/office/drawing/2014/main" id="{03278942-5669-EA86-E5EE-DA7EB01C8CCF}"/>
              </a:ext>
            </a:extLst>
          </p:cNvPr>
          <p:cNvGrpSpPr/>
          <p:nvPr/>
        </p:nvGrpSpPr>
        <p:grpSpPr>
          <a:xfrm>
            <a:off x="524827" y="2613660"/>
            <a:ext cx="8177530" cy="2927350"/>
            <a:chOff x="524827" y="2613660"/>
            <a:chExt cx="8177530" cy="2927350"/>
          </a:xfrm>
        </p:grpSpPr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535CD384-7844-B2B5-CD19-0A1223C6518B}"/>
                </a:ext>
              </a:extLst>
            </p:cNvPr>
            <p:cNvSpPr/>
            <p:nvPr/>
          </p:nvSpPr>
          <p:spPr>
            <a:xfrm>
              <a:off x="1847850" y="4458970"/>
              <a:ext cx="5863590" cy="0"/>
            </a:xfrm>
            <a:custGeom>
              <a:avLst/>
              <a:gdLst/>
              <a:ahLst/>
              <a:cxnLst/>
              <a:rect l="l" t="t" r="r" b="b"/>
              <a:pathLst>
                <a:path w="5863590">
                  <a:moveTo>
                    <a:pt x="0" y="0"/>
                  </a:moveTo>
                  <a:lnTo>
                    <a:pt x="5863590" y="0"/>
                  </a:lnTo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5">
              <a:extLst>
                <a:ext uri="{FF2B5EF4-FFF2-40B4-BE49-F238E27FC236}">
                  <a16:creationId xmlns:a16="http://schemas.microsoft.com/office/drawing/2014/main" id="{7D3E90DF-8B44-6482-FA2B-4066722FE31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07490" y="4056380"/>
              <a:ext cx="476249" cy="685800"/>
            </a:xfrm>
            <a:prstGeom prst="rect">
              <a:avLst/>
            </a:prstGeom>
          </p:spPr>
        </p:pic>
        <p:sp>
          <p:nvSpPr>
            <p:cNvPr id="9" name="object 6">
              <a:extLst>
                <a:ext uri="{FF2B5EF4-FFF2-40B4-BE49-F238E27FC236}">
                  <a16:creationId xmlns:a16="http://schemas.microsoft.com/office/drawing/2014/main" id="{52B695B5-37CE-D990-58D4-0D85538AA791}"/>
                </a:ext>
              </a:extLst>
            </p:cNvPr>
            <p:cNvSpPr/>
            <p:nvPr/>
          </p:nvSpPr>
          <p:spPr>
            <a:xfrm>
              <a:off x="1507490" y="4056380"/>
              <a:ext cx="474980" cy="684530"/>
            </a:xfrm>
            <a:custGeom>
              <a:avLst/>
              <a:gdLst/>
              <a:ahLst/>
              <a:cxnLst/>
              <a:rect l="l" t="t" r="r" b="b"/>
              <a:pathLst>
                <a:path w="474980" h="684529">
                  <a:moveTo>
                    <a:pt x="474979" y="684530"/>
                  </a:moveTo>
                  <a:lnTo>
                    <a:pt x="0" y="684530"/>
                  </a:lnTo>
                  <a:lnTo>
                    <a:pt x="0" y="0"/>
                  </a:lnTo>
                  <a:lnTo>
                    <a:pt x="474979" y="0"/>
                  </a:lnTo>
                  <a:lnTo>
                    <a:pt x="474979" y="68453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7">
              <a:extLst>
                <a:ext uri="{FF2B5EF4-FFF2-40B4-BE49-F238E27FC236}">
                  <a16:creationId xmlns:a16="http://schemas.microsoft.com/office/drawing/2014/main" id="{EF714E38-7330-553A-764E-98FE9BB9E8F0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01140" y="3950970"/>
              <a:ext cx="487679" cy="106680"/>
            </a:xfrm>
            <a:prstGeom prst="rect">
              <a:avLst/>
            </a:prstGeom>
          </p:spPr>
        </p:pic>
        <p:sp>
          <p:nvSpPr>
            <p:cNvPr id="11" name="object 8">
              <a:extLst>
                <a:ext uri="{FF2B5EF4-FFF2-40B4-BE49-F238E27FC236}">
                  <a16:creationId xmlns:a16="http://schemas.microsoft.com/office/drawing/2014/main" id="{6FA5F081-3E27-0B23-2D95-C390CF455D58}"/>
                </a:ext>
              </a:extLst>
            </p:cNvPr>
            <p:cNvSpPr/>
            <p:nvPr/>
          </p:nvSpPr>
          <p:spPr>
            <a:xfrm>
              <a:off x="1501140" y="3950970"/>
              <a:ext cx="486409" cy="105410"/>
            </a:xfrm>
            <a:custGeom>
              <a:avLst/>
              <a:gdLst/>
              <a:ahLst/>
              <a:cxnLst/>
              <a:rect l="l" t="t" r="r" b="b"/>
              <a:pathLst>
                <a:path w="486410" h="105410">
                  <a:moveTo>
                    <a:pt x="410209" y="0"/>
                  </a:moveTo>
                  <a:lnTo>
                    <a:pt x="101600" y="0"/>
                  </a:lnTo>
                  <a:lnTo>
                    <a:pt x="0" y="105409"/>
                  </a:lnTo>
                  <a:lnTo>
                    <a:pt x="486409" y="105409"/>
                  </a:lnTo>
                  <a:lnTo>
                    <a:pt x="410209" y="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1D6CFEDB-872A-AAB6-4604-59E538BD86FA}"/>
                </a:ext>
              </a:extLst>
            </p:cNvPr>
            <p:cNvSpPr/>
            <p:nvPr/>
          </p:nvSpPr>
          <p:spPr>
            <a:xfrm>
              <a:off x="1567179" y="40614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0">
              <a:extLst>
                <a:ext uri="{FF2B5EF4-FFF2-40B4-BE49-F238E27FC236}">
                  <a16:creationId xmlns:a16="http://schemas.microsoft.com/office/drawing/2014/main" id="{1649F0F6-F606-31DE-237F-FD9837D310D4}"/>
                </a:ext>
              </a:extLst>
            </p:cNvPr>
            <p:cNvSpPr/>
            <p:nvPr/>
          </p:nvSpPr>
          <p:spPr>
            <a:xfrm>
              <a:off x="1567179" y="40614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143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FB13894B-BE06-E3FD-85E6-1B822F0FF41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5590" y="4061460"/>
              <a:ext cx="393699" cy="659130"/>
            </a:xfrm>
            <a:prstGeom prst="rect">
              <a:avLst/>
            </a:prstGeom>
          </p:spPr>
        </p:pic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FCB6BFBE-632C-B416-C881-71DB646A8771}"/>
                </a:ext>
              </a:extLst>
            </p:cNvPr>
            <p:cNvSpPr/>
            <p:nvPr/>
          </p:nvSpPr>
          <p:spPr>
            <a:xfrm>
              <a:off x="1545590" y="4061460"/>
              <a:ext cx="392430" cy="657860"/>
            </a:xfrm>
            <a:custGeom>
              <a:avLst/>
              <a:gdLst/>
              <a:ahLst/>
              <a:cxnLst/>
              <a:rect l="l" t="t" r="r" b="b"/>
              <a:pathLst>
                <a:path w="392430" h="657860">
                  <a:moveTo>
                    <a:pt x="0" y="0"/>
                  </a:moveTo>
                  <a:lnTo>
                    <a:pt x="0" y="41116"/>
                  </a:lnTo>
                  <a:lnTo>
                    <a:pt x="0" y="605789"/>
                  </a:lnTo>
                  <a:lnTo>
                    <a:pt x="4246" y="625177"/>
                  </a:lnTo>
                  <a:lnTo>
                    <a:pt x="15874" y="641826"/>
                  </a:lnTo>
                  <a:lnTo>
                    <a:pt x="33218" y="653474"/>
                  </a:lnTo>
                  <a:lnTo>
                    <a:pt x="54609" y="657859"/>
                  </a:lnTo>
                  <a:lnTo>
                    <a:pt x="218340" y="657859"/>
                  </a:lnTo>
                  <a:lnTo>
                    <a:pt x="302418" y="657859"/>
                  </a:lnTo>
                  <a:lnTo>
                    <a:pt x="333394" y="657859"/>
                  </a:lnTo>
                  <a:lnTo>
                    <a:pt x="337820" y="657859"/>
                  </a:lnTo>
                  <a:lnTo>
                    <a:pt x="360283" y="653474"/>
                  </a:lnTo>
                  <a:lnTo>
                    <a:pt x="377507" y="641826"/>
                  </a:lnTo>
                  <a:lnTo>
                    <a:pt x="388540" y="625177"/>
                  </a:lnTo>
                  <a:lnTo>
                    <a:pt x="392429" y="605789"/>
                  </a:lnTo>
                  <a:lnTo>
                    <a:pt x="392429" y="384055"/>
                  </a:lnTo>
                  <a:lnTo>
                    <a:pt x="392429" y="270192"/>
                  </a:lnTo>
                  <a:lnTo>
                    <a:pt x="392429" y="1111"/>
                  </a:lnTo>
                  <a:lnTo>
                    <a:pt x="392429" y="0"/>
                  </a:lnTo>
                </a:path>
              </a:pathLst>
            </a:custGeom>
            <a:ln w="1143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3">
              <a:extLst>
                <a:ext uri="{FF2B5EF4-FFF2-40B4-BE49-F238E27FC236}">
                  <a16:creationId xmlns:a16="http://schemas.microsoft.com/office/drawing/2014/main" id="{FA7B3761-C9B8-927E-71AB-1C0F0D4400E3}"/>
                </a:ext>
              </a:extLst>
            </p:cNvPr>
            <p:cNvSpPr/>
            <p:nvPr/>
          </p:nvSpPr>
          <p:spPr>
            <a:xfrm>
              <a:off x="1633220" y="4187190"/>
              <a:ext cx="218440" cy="30480"/>
            </a:xfrm>
            <a:custGeom>
              <a:avLst/>
              <a:gdLst/>
              <a:ahLst/>
              <a:cxnLst/>
              <a:rect l="l" t="t" r="r" b="b"/>
              <a:pathLst>
                <a:path w="218439" h="30479">
                  <a:moveTo>
                    <a:pt x="218440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18440" y="30480"/>
                  </a:lnTo>
                  <a:lnTo>
                    <a:pt x="218440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4">
              <a:extLst>
                <a:ext uri="{FF2B5EF4-FFF2-40B4-BE49-F238E27FC236}">
                  <a16:creationId xmlns:a16="http://schemas.microsoft.com/office/drawing/2014/main" id="{005B87B3-E646-7F80-411C-4565E61C6E49}"/>
                </a:ext>
              </a:extLst>
            </p:cNvPr>
            <p:cNvSpPr/>
            <p:nvPr/>
          </p:nvSpPr>
          <p:spPr>
            <a:xfrm>
              <a:off x="1633220" y="4187190"/>
              <a:ext cx="218440" cy="30480"/>
            </a:xfrm>
            <a:custGeom>
              <a:avLst/>
              <a:gdLst/>
              <a:ahLst/>
              <a:cxnLst/>
              <a:rect l="l" t="t" r="r" b="b"/>
              <a:pathLst>
                <a:path w="218439" h="30479">
                  <a:moveTo>
                    <a:pt x="218440" y="30480"/>
                  </a:moveTo>
                  <a:lnTo>
                    <a:pt x="0" y="30480"/>
                  </a:lnTo>
                  <a:lnTo>
                    <a:pt x="0" y="0"/>
                  </a:lnTo>
                  <a:lnTo>
                    <a:pt x="218440" y="0"/>
                  </a:lnTo>
                  <a:lnTo>
                    <a:pt x="218440" y="3048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521708D4-745E-9B7B-FD9A-05F7ED1E2765}"/>
                </a:ext>
              </a:extLst>
            </p:cNvPr>
            <p:cNvSpPr/>
            <p:nvPr/>
          </p:nvSpPr>
          <p:spPr>
            <a:xfrm>
              <a:off x="1633220" y="4258310"/>
              <a:ext cx="218440" cy="30480"/>
            </a:xfrm>
            <a:custGeom>
              <a:avLst/>
              <a:gdLst/>
              <a:ahLst/>
              <a:cxnLst/>
              <a:rect l="l" t="t" r="r" b="b"/>
              <a:pathLst>
                <a:path w="218439" h="30479">
                  <a:moveTo>
                    <a:pt x="21844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218440" y="30479"/>
                  </a:lnTo>
                  <a:lnTo>
                    <a:pt x="218440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6">
              <a:extLst>
                <a:ext uri="{FF2B5EF4-FFF2-40B4-BE49-F238E27FC236}">
                  <a16:creationId xmlns:a16="http://schemas.microsoft.com/office/drawing/2014/main" id="{9EC2462C-6AEF-ED90-CE46-7887246AF225}"/>
                </a:ext>
              </a:extLst>
            </p:cNvPr>
            <p:cNvSpPr/>
            <p:nvPr/>
          </p:nvSpPr>
          <p:spPr>
            <a:xfrm>
              <a:off x="1633220" y="4258310"/>
              <a:ext cx="218440" cy="30480"/>
            </a:xfrm>
            <a:custGeom>
              <a:avLst/>
              <a:gdLst/>
              <a:ahLst/>
              <a:cxnLst/>
              <a:rect l="l" t="t" r="r" b="b"/>
              <a:pathLst>
                <a:path w="218439" h="30479">
                  <a:moveTo>
                    <a:pt x="218440" y="30479"/>
                  </a:moveTo>
                  <a:lnTo>
                    <a:pt x="0" y="30479"/>
                  </a:lnTo>
                  <a:lnTo>
                    <a:pt x="0" y="0"/>
                  </a:lnTo>
                  <a:lnTo>
                    <a:pt x="218440" y="0"/>
                  </a:lnTo>
                  <a:lnTo>
                    <a:pt x="218440" y="30479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17">
              <a:extLst>
                <a:ext uri="{FF2B5EF4-FFF2-40B4-BE49-F238E27FC236}">
                  <a16:creationId xmlns:a16="http://schemas.microsoft.com/office/drawing/2014/main" id="{593C4207-F0EA-59F0-B66F-E01EC7EA6055}"/>
                </a:ext>
              </a:extLst>
            </p:cNvPr>
            <p:cNvSpPr/>
            <p:nvPr/>
          </p:nvSpPr>
          <p:spPr>
            <a:xfrm>
              <a:off x="1550670" y="4061460"/>
              <a:ext cx="393700" cy="652780"/>
            </a:xfrm>
            <a:custGeom>
              <a:avLst/>
              <a:gdLst/>
              <a:ahLst/>
              <a:cxnLst/>
              <a:rect l="l" t="t" r="r" b="b"/>
              <a:pathLst>
                <a:path w="393700" h="652779">
                  <a:moveTo>
                    <a:pt x="0" y="0"/>
                  </a:moveTo>
                  <a:lnTo>
                    <a:pt x="0" y="44053"/>
                  </a:lnTo>
                  <a:lnTo>
                    <a:pt x="0" y="596900"/>
                  </a:lnTo>
                  <a:lnTo>
                    <a:pt x="4425" y="618489"/>
                  </a:lnTo>
                  <a:lnTo>
                    <a:pt x="16351" y="636269"/>
                  </a:lnTo>
                  <a:lnTo>
                    <a:pt x="33754" y="648334"/>
                  </a:lnTo>
                  <a:lnTo>
                    <a:pt x="54610" y="652779"/>
                  </a:lnTo>
                  <a:lnTo>
                    <a:pt x="219075" y="652779"/>
                  </a:lnTo>
                  <a:lnTo>
                    <a:pt x="303530" y="652779"/>
                  </a:lnTo>
                  <a:lnTo>
                    <a:pt x="334645" y="652779"/>
                  </a:lnTo>
                  <a:lnTo>
                    <a:pt x="339090" y="652779"/>
                  </a:lnTo>
                  <a:lnTo>
                    <a:pt x="360481" y="648334"/>
                  </a:lnTo>
                  <a:lnTo>
                    <a:pt x="377825" y="636269"/>
                  </a:lnTo>
                  <a:lnTo>
                    <a:pt x="389453" y="618489"/>
                  </a:lnTo>
                  <a:lnTo>
                    <a:pt x="393700" y="596900"/>
                  </a:lnTo>
                  <a:lnTo>
                    <a:pt x="393700" y="381773"/>
                  </a:lnTo>
                  <a:lnTo>
                    <a:pt x="393700" y="271303"/>
                  </a:lnTo>
                  <a:lnTo>
                    <a:pt x="393700" y="3690"/>
                  </a:lnTo>
                  <a:lnTo>
                    <a:pt x="393700" y="2539"/>
                  </a:lnTo>
                </a:path>
                <a:path w="393700" h="652779">
                  <a:moveTo>
                    <a:pt x="85090" y="156209"/>
                  </a:moveTo>
                  <a:lnTo>
                    <a:pt x="300990" y="156209"/>
                  </a:lnTo>
                  <a:lnTo>
                    <a:pt x="300990" y="128269"/>
                  </a:lnTo>
                </a:path>
                <a:path w="393700" h="652779">
                  <a:moveTo>
                    <a:pt x="85090" y="227329"/>
                  </a:moveTo>
                  <a:lnTo>
                    <a:pt x="300990" y="227329"/>
                  </a:lnTo>
                  <a:lnTo>
                    <a:pt x="300990" y="196850"/>
                  </a:lnTo>
                </a:path>
              </a:pathLst>
            </a:custGeom>
            <a:ln w="1143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B8A023BA-3E48-100F-54AB-FCBD165EA630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35380" y="4828539"/>
              <a:ext cx="444500" cy="127000"/>
            </a:xfrm>
            <a:prstGeom prst="rect">
              <a:avLst/>
            </a:prstGeom>
          </p:spPr>
        </p:pic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9BCA064A-56E3-6CF8-B838-BF55C279D9E3}"/>
                </a:ext>
              </a:extLst>
            </p:cNvPr>
            <p:cNvSpPr/>
            <p:nvPr/>
          </p:nvSpPr>
          <p:spPr>
            <a:xfrm>
              <a:off x="1135380" y="4828539"/>
              <a:ext cx="443230" cy="125730"/>
            </a:xfrm>
            <a:custGeom>
              <a:avLst/>
              <a:gdLst/>
              <a:ahLst/>
              <a:cxnLst/>
              <a:rect l="l" t="t" r="r" b="b"/>
              <a:pathLst>
                <a:path w="443230" h="125729">
                  <a:moveTo>
                    <a:pt x="443229" y="97790"/>
                  </a:moveTo>
                  <a:lnTo>
                    <a:pt x="434836" y="94416"/>
                  </a:lnTo>
                  <a:lnTo>
                    <a:pt x="411321" y="91757"/>
                  </a:lnTo>
                  <a:lnTo>
                    <a:pt x="375185" y="89574"/>
                  </a:lnTo>
                  <a:lnTo>
                    <a:pt x="328929" y="87630"/>
                  </a:lnTo>
                  <a:lnTo>
                    <a:pt x="330398" y="64869"/>
                  </a:lnTo>
                  <a:lnTo>
                    <a:pt x="331152" y="53181"/>
                  </a:lnTo>
                  <a:lnTo>
                    <a:pt x="331430" y="48875"/>
                  </a:lnTo>
                  <a:lnTo>
                    <a:pt x="331469" y="48260"/>
                  </a:lnTo>
                  <a:lnTo>
                    <a:pt x="376991" y="20359"/>
                  </a:lnTo>
                  <a:lnTo>
                    <a:pt x="400367" y="6032"/>
                  </a:lnTo>
                  <a:lnTo>
                    <a:pt x="408979" y="754"/>
                  </a:lnTo>
                  <a:lnTo>
                    <a:pt x="410209" y="0"/>
                  </a:lnTo>
                  <a:lnTo>
                    <a:pt x="33019" y="0"/>
                  </a:lnTo>
                  <a:lnTo>
                    <a:pt x="80009" y="27900"/>
                  </a:lnTo>
                  <a:lnTo>
                    <a:pt x="104140" y="42227"/>
                  </a:lnTo>
                  <a:lnTo>
                    <a:pt x="113030" y="47505"/>
                  </a:lnTo>
                  <a:lnTo>
                    <a:pt x="114300" y="48260"/>
                  </a:lnTo>
                  <a:lnTo>
                    <a:pt x="114300" y="71020"/>
                  </a:lnTo>
                  <a:lnTo>
                    <a:pt x="114300" y="82708"/>
                  </a:lnTo>
                  <a:lnTo>
                    <a:pt x="114300" y="87014"/>
                  </a:lnTo>
                  <a:lnTo>
                    <a:pt x="114300" y="87630"/>
                  </a:lnTo>
                  <a:lnTo>
                    <a:pt x="67508" y="89574"/>
                  </a:lnTo>
                  <a:lnTo>
                    <a:pt x="31432" y="91757"/>
                  </a:lnTo>
                  <a:lnTo>
                    <a:pt x="8215" y="94416"/>
                  </a:lnTo>
                  <a:lnTo>
                    <a:pt x="0" y="97790"/>
                  </a:lnTo>
                  <a:lnTo>
                    <a:pt x="0" y="113942"/>
                  </a:lnTo>
                  <a:lnTo>
                    <a:pt x="0" y="122237"/>
                  </a:lnTo>
                  <a:lnTo>
                    <a:pt x="0" y="125293"/>
                  </a:lnTo>
                  <a:lnTo>
                    <a:pt x="0" y="125730"/>
                  </a:lnTo>
                  <a:lnTo>
                    <a:pt x="118209" y="125730"/>
                  </a:lnTo>
                  <a:lnTo>
                    <a:pt x="443229" y="125730"/>
                  </a:lnTo>
                  <a:lnTo>
                    <a:pt x="443229" y="109577"/>
                  </a:lnTo>
                  <a:lnTo>
                    <a:pt x="443229" y="101282"/>
                  </a:lnTo>
                  <a:lnTo>
                    <a:pt x="443229" y="98226"/>
                  </a:lnTo>
                  <a:lnTo>
                    <a:pt x="443229" y="97790"/>
                  </a:lnTo>
                  <a:close/>
                </a:path>
              </a:pathLst>
            </a:custGeom>
            <a:ln w="1143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C9C52E5B-BCE7-3B7D-7E37-2AE37CB392CB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17270" y="4305300"/>
              <a:ext cx="697230" cy="527050"/>
            </a:xfrm>
            <a:prstGeom prst="rect">
              <a:avLst/>
            </a:prstGeom>
          </p:spPr>
        </p:pic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F942E7E9-8D6A-B521-338F-2631626EC580}"/>
                </a:ext>
              </a:extLst>
            </p:cNvPr>
            <p:cNvSpPr/>
            <p:nvPr/>
          </p:nvSpPr>
          <p:spPr>
            <a:xfrm>
              <a:off x="1017270" y="4305300"/>
              <a:ext cx="695960" cy="525780"/>
            </a:xfrm>
            <a:custGeom>
              <a:avLst/>
              <a:gdLst/>
              <a:ahLst/>
              <a:cxnLst/>
              <a:rect l="l" t="t" r="r" b="b"/>
              <a:pathLst>
                <a:path w="695960" h="525779">
                  <a:moveTo>
                    <a:pt x="695960" y="525780"/>
                  </a:moveTo>
                  <a:lnTo>
                    <a:pt x="0" y="525780"/>
                  </a:lnTo>
                  <a:lnTo>
                    <a:pt x="0" y="0"/>
                  </a:lnTo>
                  <a:lnTo>
                    <a:pt x="695960" y="0"/>
                  </a:lnTo>
                  <a:lnTo>
                    <a:pt x="695960" y="52578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2">
              <a:extLst>
                <a:ext uri="{FF2B5EF4-FFF2-40B4-BE49-F238E27FC236}">
                  <a16:creationId xmlns:a16="http://schemas.microsoft.com/office/drawing/2014/main" id="{97904370-58F3-AB7D-6523-292768735291}"/>
                </a:ext>
              </a:extLst>
            </p:cNvPr>
            <p:cNvSpPr/>
            <p:nvPr/>
          </p:nvSpPr>
          <p:spPr>
            <a:xfrm>
              <a:off x="1090930" y="4364989"/>
              <a:ext cx="542290" cy="400050"/>
            </a:xfrm>
            <a:custGeom>
              <a:avLst/>
              <a:gdLst/>
              <a:ahLst/>
              <a:cxnLst/>
              <a:rect l="l" t="t" r="r" b="b"/>
              <a:pathLst>
                <a:path w="542289" h="400050">
                  <a:moveTo>
                    <a:pt x="542289" y="0"/>
                  </a:moveTo>
                  <a:lnTo>
                    <a:pt x="0" y="0"/>
                  </a:lnTo>
                  <a:lnTo>
                    <a:pt x="0" y="400050"/>
                  </a:lnTo>
                  <a:lnTo>
                    <a:pt x="542289" y="400050"/>
                  </a:lnTo>
                  <a:lnTo>
                    <a:pt x="542289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3">
              <a:extLst>
                <a:ext uri="{FF2B5EF4-FFF2-40B4-BE49-F238E27FC236}">
                  <a16:creationId xmlns:a16="http://schemas.microsoft.com/office/drawing/2014/main" id="{3DB0DE67-848D-C9B4-C0A3-6775845A5D29}"/>
                </a:ext>
              </a:extLst>
            </p:cNvPr>
            <p:cNvSpPr/>
            <p:nvPr/>
          </p:nvSpPr>
          <p:spPr>
            <a:xfrm>
              <a:off x="1090930" y="4364989"/>
              <a:ext cx="542290" cy="400050"/>
            </a:xfrm>
            <a:custGeom>
              <a:avLst/>
              <a:gdLst/>
              <a:ahLst/>
              <a:cxnLst/>
              <a:rect l="l" t="t" r="r" b="b"/>
              <a:pathLst>
                <a:path w="542289" h="400050">
                  <a:moveTo>
                    <a:pt x="542289" y="400050"/>
                  </a:moveTo>
                  <a:lnTo>
                    <a:pt x="0" y="400050"/>
                  </a:lnTo>
                  <a:lnTo>
                    <a:pt x="0" y="0"/>
                  </a:lnTo>
                  <a:lnTo>
                    <a:pt x="542289" y="0"/>
                  </a:lnTo>
                  <a:lnTo>
                    <a:pt x="542289" y="40005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6CE9CF9B-8AE2-04C0-3DF8-128C52E13FF8}"/>
                </a:ext>
              </a:extLst>
            </p:cNvPr>
            <p:cNvSpPr/>
            <p:nvPr/>
          </p:nvSpPr>
          <p:spPr>
            <a:xfrm>
              <a:off x="1090930" y="4370070"/>
              <a:ext cx="542290" cy="394970"/>
            </a:xfrm>
            <a:custGeom>
              <a:avLst/>
              <a:gdLst/>
              <a:ahLst/>
              <a:cxnLst/>
              <a:rect l="l" t="t" r="r" b="b"/>
              <a:pathLst>
                <a:path w="542289" h="394970">
                  <a:moveTo>
                    <a:pt x="542289" y="0"/>
                  </a:moveTo>
                  <a:lnTo>
                    <a:pt x="0" y="394969"/>
                  </a:lnTo>
                  <a:lnTo>
                    <a:pt x="542289" y="394969"/>
                  </a:lnTo>
                  <a:lnTo>
                    <a:pt x="542289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5">
              <a:extLst>
                <a:ext uri="{FF2B5EF4-FFF2-40B4-BE49-F238E27FC236}">
                  <a16:creationId xmlns:a16="http://schemas.microsoft.com/office/drawing/2014/main" id="{8CA47F96-AD8C-8DBD-CCF3-F5198D2C931F}"/>
                </a:ext>
              </a:extLst>
            </p:cNvPr>
            <p:cNvSpPr/>
            <p:nvPr/>
          </p:nvSpPr>
          <p:spPr>
            <a:xfrm>
              <a:off x="1090930" y="4370070"/>
              <a:ext cx="542290" cy="394970"/>
            </a:xfrm>
            <a:custGeom>
              <a:avLst/>
              <a:gdLst/>
              <a:ahLst/>
              <a:cxnLst/>
              <a:rect l="l" t="t" r="r" b="b"/>
              <a:pathLst>
                <a:path w="542289" h="394970">
                  <a:moveTo>
                    <a:pt x="542289" y="0"/>
                  </a:moveTo>
                  <a:lnTo>
                    <a:pt x="542289" y="394969"/>
                  </a:lnTo>
                  <a:lnTo>
                    <a:pt x="0" y="394969"/>
                  </a:lnTo>
                </a:path>
              </a:pathLst>
            </a:custGeom>
            <a:ln w="1143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6">
              <a:extLst>
                <a:ext uri="{FF2B5EF4-FFF2-40B4-BE49-F238E27FC236}">
                  <a16:creationId xmlns:a16="http://schemas.microsoft.com/office/drawing/2014/main" id="{92C994ED-DA48-6D61-443C-CD6C873C718E}"/>
                </a:ext>
              </a:extLst>
            </p:cNvPr>
            <p:cNvSpPr/>
            <p:nvPr/>
          </p:nvSpPr>
          <p:spPr>
            <a:xfrm>
              <a:off x="1235709" y="4860289"/>
              <a:ext cx="255270" cy="30480"/>
            </a:xfrm>
            <a:custGeom>
              <a:avLst/>
              <a:gdLst/>
              <a:ahLst/>
              <a:cxnLst/>
              <a:rect l="l" t="t" r="r" b="b"/>
              <a:pathLst>
                <a:path w="255269" h="30479">
                  <a:moveTo>
                    <a:pt x="0" y="8890"/>
                  </a:moveTo>
                  <a:lnTo>
                    <a:pt x="29706" y="19228"/>
                  </a:lnTo>
                  <a:lnTo>
                    <a:pt x="56673" y="25876"/>
                  </a:lnTo>
                  <a:lnTo>
                    <a:pt x="87689" y="29428"/>
                  </a:lnTo>
                  <a:lnTo>
                    <a:pt x="129540" y="30480"/>
                  </a:lnTo>
                  <a:lnTo>
                    <a:pt x="173295" y="28039"/>
                  </a:lnTo>
                  <a:lnTo>
                    <a:pt x="207168" y="21431"/>
                  </a:lnTo>
                  <a:lnTo>
                    <a:pt x="233660" y="11727"/>
                  </a:lnTo>
                  <a:lnTo>
                    <a:pt x="255270" y="0"/>
                  </a:lnTo>
                </a:path>
              </a:pathLst>
            </a:custGeom>
            <a:ln w="11429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7">
              <a:extLst>
                <a:ext uri="{FF2B5EF4-FFF2-40B4-BE49-F238E27FC236}">
                  <a16:creationId xmlns:a16="http://schemas.microsoft.com/office/drawing/2014/main" id="{2B148481-C478-74F9-92C2-4A8229ABAFBF}"/>
                </a:ext>
              </a:extLst>
            </p:cNvPr>
            <p:cNvSpPr/>
            <p:nvPr/>
          </p:nvSpPr>
          <p:spPr>
            <a:xfrm>
              <a:off x="1324609" y="4845050"/>
              <a:ext cx="64769" cy="29209"/>
            </a:xfrm>
            <a:custGeom>
              <a:avLst/>
              <a:gdLst/>
              <a:ahLst/>
              <a:cxnLst/>
              <a:rect l="l" t="t" r="r" b="b"/>
              <a:pathLst>
                <a:path w="64769" h="29210">
                  <a:moveTo>
                    <a:pt x="6477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64770" y="29210"/>
                  </a:lnTo>
                  <a:lnTo>
                    <a:pt x="64770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A9019631-0580-4357-CB04-F04AF847EC5F}"/>
                </a:ext>
              </a:extLst>
            </p:cNvPr>
            <p:cNvSpPr/>
            <p:nvPr/>
          </p:nvSpPr>
          <p:spPr>
            <a:xfrm>
              <a:off x="1324609" y="4845050"/>
              <a:ext cx="64769" cy="29209"/>
            </a:xfrm>
            <a:custGeom>
              <a:avLst/>
              <a:gdLst/>
              <a:ahLst/>
              <a:cxnLst/>
              <a:rect l="l" t="t" r="r" b="b"/>
              <a:pathLst>
                <a:path w="64769" h="29210">
                  <a:moveTo>
                    <a:pt x="64770" y="29210"/>
                  </a:moveTo>
                  <a:lnTo>
                    <a:pt x="0" y="29210"/>
                  </a:lnTo>
                  <a:lnTo>
                    <a:pt x="0" y="0"/>
                  </a:lnTo>
                  <a:lnTo>
                    <a:pt x="64770" y="0"/>
                  </a:lnTo>
                  <a:lnTo>
                    <a:pt x="64770" y="2921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9">
              <a:extLst>
                <a:ext uri="{FF2B5EF4-FFF2-40B4-BE49-F238E27FC236}">
                  <a16:creationId xmlns:a16="http://schemas.microsoft.com/office/drawing/2014/main" id="{C790376F-1158-2330-B833-710E07DE7391}"/>
                </a:ext>
              </a:extLst>
            </p:cNvPr>
            <p:cNvSpPr/>
            <p:nvPr/>
          </p:nvSpPr>
          <p:spPr>
            <a:xfrm>
              <a:off x="1324609" y="4845050"/>
              <a:ext cx="64769" cy="29209"/>
            </a:xfrm>
            <a:custGeom>
              <a:avLst/>
              <a:gdLst/>
              <a:ahLst/>
              <a:cxnLst/>
              <a:rect l="l" t="t" r="r" b="b"/>
              <a:pathLst>
                <a:path w="64769" h="29210">
                  <a:moveTo>
                    <a:pt x="0" y="29210"/>
                  </a:moveTo>
                  <a:lnTo>
                    <a:pt x="64770" y="29210"/>
                  </a:lnTo>
                  <a:lnTo>
                    <a:pt x="64770" y="0"/>
                  </a:lnTo>
                </a:path>
              </a:pathLst>
            </a:custGeom>
            <a:ln w="1143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DA467B21-A027-96E3-274F-63B2820FB86F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306309" y="2774950"/>
              <a:ext cx="223882" cy="224020"/>
            </a:xfrm>
            <a:prstGeom prst="rect">
              <a:avLst/>
            </a:prstGeom>
          </p:spPr>
        </p:pic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D653C831-2A18-EADF-7049-9678CEC2BDF4}"/>
                </a:ext>
              </a:extLst>
            </p:cNvPr>
            <p:cNvSpPr/>
            <p:nvPr/>
          </p:nvSpPr>
          <p:spPr>
            <a:xfrm>
              <a:off x="7306310" y="2774949"/>
              <a:ext cx="299720" cy="299720"/>
            </a:xfrm>
            <a:custGeom>
              <a:avLst/>
              <a:gdLst/>
              <a:ahLst/>
              <a:cxnLst/>
              <a:rect l="l" t="t" r="r" b="b"/>
              <a:pathLst>
                <a:path w="299720" h="299719">
                  <a:moveTo>
                    <a:pt x="299720" y="0"/>
                  </a:moveTo>
                  <a:lnTo>
                    <a:pt x="261620" y="0"/>
                  </a:lnTo>
                  <a:lnTo>
                    <a:pt x="223875" y="0"/>
                  </a:lnTo>
                  <a:lnTo>
                    <a:pt x="0" y="224028"/>
                  </a:lnTo>
                  <a:lnTo>
                    <a:pt x="0" y="261620"/>
                  </a:lnTo>
                  <a:lnTo>
                    <a:pt x="0" y="299720"/>
                  </a:lnTo>
                  <a:lnTo>
                    <a:pt x="299720" y="0"/>
                  </a:lnTo>
                  <a:close/>
                </a:path>
              </a:pathLst>
            </a:custGeom>
            <a:solidFill>
              <a:srgbClr val="3394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2">
              <a:extLst>
                <a:ext uri="{FF2B5EF4-FFF2-40B4-BE49-F238E27FC236}">
                  <a16:creationId xmlns:a16="http://schemas.microsoft.com/office/drawing/2014/main" id="{3C69C6A5-24D3-3C68-4FD7-57331724554F}"/>
                </a:ext>
              </a:extLst>
            </p:cNvPr>
            <p:cNvSpPr/>
            <p:nvPr/>
          </p:nvSpPr>
          <p:spPr>
            <a:xfrm>
              <a:off x="7306309" y="2774950"/>
              <a:ext cx="337820" cy="337820"/>
            </a:xfrm>
            <a:custGeom>
              <a:avLst/>
              <a:gdLst/>
              <a:ahLst/>
              <a:cxnLst/>
              <a:rect l="l" t="t" r="r" b="b"/>
              <a:pathLst>
                <a:path w="337820" h="337819">
                  <a:moveTo>
                    <a:pt x="337492" y="0"/>
                  </a:moveTo>
                  <a:lnTo>
                    <a:pt x="299720" y="0"/>
                  </a:lnTo>
                  <a:lnTo>
                    <a:pt x="0" y="299720"/>
                  </a:lnTo>
                  <a:lnTo>
                    <a:pt x="0" y="337284"/>
                  </a:lnTo>
                  <a:lnTo>
                    <a:pt x="337492" y="0"/>
                  </a:lnTo>
                  <a:close/>
                </a:path>
              </a:pathLst>
            </a:custGeom>
            <a:solidFill>
              <a:srgbClr val="3495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3">
              <a:extLst>
                <a:ext uri="{FF2B5EF4-FFF2-40B4-BE49-F238E27FC236}">
                  <a16:creationId xmlns:a16="http://schemas.microsoft.com/office/drawing/2014/main" id="{FE96967B-4D3A-3509-AA50-55AF43203533}"/>
                </a:ext>
              </a:extLst>
            </p:cNvPr>
            <p:cNvSpPr/>
            <p:nvPr/>
          </p:nvSpPr>
          <p:spPr>
            <a:xfrm>
              <a:off x="7306309" y="2774950"/>
              <a:ext cx="374650" cy="374650"/>
            </a:xfrm>
            <a:custGeom>
              <a:avLst/>
              <a:gdLst/>
              <a:ahLst/>
              <a:cxnLst/>
              <a:rect l="l" t="t" r="r" b="b"/>
              <a:pathLst>
                <a:path w="374650" h="374650">
                  <a:moveTo>
                    <a:pt x="374650" y="0"/>
                  </a:moveTo>
                  <a:lnTo>
                    <a:pt x="337492" y="0"/>
                  </a:lnTo>
                  <a:lnTo>
                    <a:pt x="0" y="337284"/>
                  </a:lnTo>
                  <a:lnTo>
                    <a:pt x="0" y="374650"/>
                  </a:lnTo>
                  <a:lnTo>
                    <a:pt x="374650" y="0"/>
                  </a:lnTo>
                  <a:close/>
                </a:path>
              </a:pathLst>
            </a:custGeom>
            <a:solidFill>
              <a:srgbClr val="3595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4">
              <a:extLst>
                <a:ext uri="{FF2B5EF4-FFF2-40B4-BE49-F238E27FC236}">
                  <a16:creationId xmlns:a16="http://schemas.microsoft.com/office/drawing/2014/main" id="{04385941-E481-6CD3-3DB5-045BFD57AEC1}"/>
                </a:ext>
              </a:extLst>
            </p:cNvPr>
            <p:cNvSpPr/>
            <p:nvPr/>
          </p:nvSpPr>
          <p:spPr>
            <a:xfrm>
              <a:off x="7306309" y="2774950"/>
              <a:ext cx="412750" cy="412750"/>
            </a:xfrm>
            <a:custGeom>
              <a:avLst/>
              <a:gdLst/>
              <a:ahLst/>
              <a:cxnLst/>
              <a:rect l="l" t="t" r="r" b="b"/>
              <a:pathLst>
                <a:path w="412750" h="412750">
                  <a:moveTo>
                    <a:pt x="412750" y="0"/>
                  </a:moveTo>
                  <a:lnTo>
                    <a:pt x="374650" y="0"/>
                  </a:lnTo>
                  <a:lnTo>
                    <a:pt x="0" y="374650"/>
                  </a:lnTo>
                  <a:lnTo>
                    <a:pt x="0" y="41275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3696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5">
              <a:extLst>
                <a:ext uri="{FF2B5EF4-FFF2-40B4-BE49-F238E27FC236}">
                  <a16:creationId xmlns:a16="http://schemas.microsoft.com/office/drawing/2014/main" id="{DCA99F2F-C0D4-60D7-9F96-6F3F2D07FB6C}"/>
                </a:ext>
              </a:extLst>
            </p:cNvPr>
            <p:cNvSpPr/>
            <p:nvPr/>
          </p:nvSpPr>
          <p:spPr>
            <a:xfrm>
              <a:off x="7306309" y="2774950"/>
              <a:ext cx="450215" cy="450215"/>
            </a:xfrm>
            <a:custGeom>
              <a:avLst/>
              <a:gdLst/>
              <a:ahLst/>
              <a:cxnLst/>
              <a:rect l="l" t="t" r="r" b="b"/>
              <a:pathLst>
                <a:path w="450215" h="450214">
                  <a:moveTo>
                    <a:pt x="449872" y="0"/>
                  </a:moveTo>
                  <a:lnTo>
                    <a:pt x="412750" y="0"/>
                  </a:lnTo>
                  <a:lnTo>
                    <a:pt x="0" y="412750"/>
                  </a:lnTo>
                  <a:lnTo>
                    <a:pt x="0" y="450150"/>
                  </a:lnTo>
                  <a:lnTo>
                    <a:pt x="449872" y="0"/>
                  </a:lnTo>
                  <a:close/>
                </a:path>
              </a:pathLst>
            </a:custGeom>
            <a:solidFill>
              <a:srgbClr val="379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6">
              <a:extLst>
                <a:ext uri="{FF2B5EF4-FFF2-40B4-BE49-F238E27FC236}">
                  <a16:creationId xmlns:a16="http://schemas.microsoft.com/office/drawing/2014/main" id="{A9845537-3703-9B44-1B82-B3B47AEF2935}"/>
                </a:ext>
              </a:extLst>
            </p:cNvPr>
            <p:cNvSpPr/>
            <p:nvPr/>
          </p:nvSpPr>
          <p:spPr>
            <a:xfrm>
              <a:off x="7306309" y="2774950"/>
              <a:ext cx="488315" cy="488315"/>
            </a:xfrm>
            <a:custGeom>
              <a:avLst/>
              <a:gdLst/>
              <a:ahLst/>
              <a:cxnLst/>
              <a:rect l="l" t="t" r="r" b="b"/>
              <a:pathLst>
                <a:path w="488315" h="488314">
                  <a:moveTo>
                    <a:pt x="487960" y="0"/>
                  </a:moveTo>
                  <a:lnTo>
                    <a:pt x="449872" y="0"/>
                  </a:lnTo>
                  <a:lnTo>
                    <a:pt x="0" y="450150"/>
                  </a:lnTo>
                  <a:lnTo>
                    <a:pt x="0" y="488262"/>
                  </a:lnTo>
                  <a:lnTo>
                    <a:pt x="487960" y="0"/>
                  </a:lnTo>
                  <a:close/>
                </a:path>
              </a:pathLst>
            </a:custGeom>
            <a:solidFill>
              <a:srgbClr val="3897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37">
              <a:extLst>
                <a:ext uri="{FF2B5EF4-FFF2-40B4-BE49-F238E27FC236}">
                  <a16:creationId xmlns:a16="http://schemas.microsoft.com/office/drawing/2014/main" id="{B4AF9367-A0DB-D157-8649-55506593909C}"/>
                </a:ext>
              </a:extLst>
            </p:cNvPr>
            <p:cNvSpPr/>
            <p:nvPr/>
          </p:nvSpPr>
          <p:spPr>
            <a:xfrm>
              <a:off x="7306309" y="2774950"/>
              <a:ext cx="525780" cy="525780"/>
            </a:xfrm>
            <a:custGeom>
              <a:avLst/>
              <a:gdLst/>
              <a:ahLst/>
              <a:cxnLst/>
              <a:rect l="l" t="t" r="r" b="b"/>
              <a:pathLst>
                <a:path w="525779" h="525779">
                  <a:moveTo>
                    <a:pt x="525780" y="0"/>
                  </a:moveTo>
                  <a:lnTo>
                    <a:pt x="487960" y="0"/>
                  </a:lnTo>
                  <a:lnTo>
                    <a:pt x="0" y="488262"/>
                  </a:lnTo>
                  <a:lnTo>
                    <a:pt x="0" y="525780"/>
                  </a:lnTo>
                  <a:lnTo>
                    <a:pt x="525780" y="0"/>
                  </a:lnTo>
                  <a:close/>
                </a:path>
              </a:pathLst>
            </a:custGeom>
            <a:solidFill>
              <a:srgbClr val="3997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9EC2BC23-08BE-EE05-A5DA-DD07797C7AD7}"/>
                </a:ext>
              </a:extLst>
            </p:cNvPr>
            <p:cNvSpPr/>
            <p:nvPr/>
          </p:nvSpPr>
          <p:spPr>
            <a:xfrm>
              <a:off x="7306309" y="2774950"/>
              <a:ext cx="563880" cy="563880"/>
            </a:xfrm>
            <a:custGeom>
              <a:avLst/>
              <a:gdLst/>
              <a:ahLst/>
              <a:cxnLst/>
              <a:rect l="l" t="t" r="r" b="b"/>
              <a:pathLst>
                <a:path w="563879" h="563879">
                  <a:moveTo>
                    <a:pt x="563622" y="0"/>
                  </a:moveTo>
                  <a:lnTo>
                    <a:pt x="525780" y="0"/>
                  </a:lnTo>
                  <a:lnTo>
                    <a:pt x="0" y="525780"/>
                  </a:lnTo>
                  <a:lnTo>
                    <a:pt x="0" y="563274"/>
                  </a:lnTo>
                  <a:lnTo>
                    <a:pt x="563622" y="0"/>
                  </a:lnTo>
                  <a:close/>
                </a:path>
              </a:pathLst>
            </a:custGeom>
            <a:solidFill>
              <a:srgbClr val="3A98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39">
              <a:extLst>
                <a:ext uri="{FF2B5EF4-FFF2-40B4-BE49-F238E27FC236}">
                  <a16:creationId xmlns:a16="http://schemas.microsoft.com/office/drawing/2014/main" id="{3C3327B1-FA8A-664B-25E2-F5FA32DBBD55}"/>
                </a:ext>
              </a:extLst>
            </p:cNvPr>
            <p:cNvSpPr/>
            <p:nvPr/>
          </p:nvSpPr>
          <p:spPr>
            <a:xfrm>
              <a:off x="7306309" y="2774950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79" h="601979">
                  <a:moveTo>
                    <a:pt x="601734" y="0"/>
                  </a:moveTo>
                  <a:lnTo>
                    <a:pt x="563622" y="0"/>
                  </a:lnTo>
                  <a:lnTo>
                    <a:pt x="0" y="563274"/>
                  </a:lnTo>
                  <a:lnTo>
                    <a:pt x="0" y="601363"/>
                  </a:lnTo>
                  <a:lnTo>
                    <a:pt x="601734" y="0"/>
                  </a:lnTo>
                  <a:close/>
                </a:path>
              </a:pathLst>
            </a:custGeom>
            <a:solidFill>
              <a:srgbClr val="3B98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0">
              <a:extLst>
                <a:ext uri="{FF2B5EF4-FFF2-40B4-BE49-F238E27FC236}">
                  <a16:creationId xmlns:a16="http://schemas.microsoft.com/office/drawing/2014/main" id="{BC3B3EDD-3D97-0ADC-B4A8-202B40D95298}"/>
                </a:ext>
              </a:extLst>
            </p:cNvPr>
            <p:cNvSpPr/>
            <p:nvPr/>
          </p:nvSpPr>
          <p:spPr>
            <a:xfrm>
              <a:off x="7306309" y="2774950"/>
              <a:ext cx="638810" cy="638810"/>
            </a:xfrm>
            <a:custGeom>
              <a:avLst/>
              <a:gdLst/>
              <a:ahLst/>
              <a:cxnLst/>
              <a:rect l="l" t="t" r="r" b="b"/>
              <a:pathLst>
                <a:path w="638809" h="638810">
                  <a:moveTo>
                    <a:pt x="638810" y="0"/>
                  </a:moveTo>
                  <a:lnTo>
                    <a:pt x="601734" y="0"/>
                  </a:lnTo>
                  <a:lnTo>
                    <a:pt x="0" y="601363"/>
                  </a:lnTo>
                  <a:lnTo>
                    <a:pt x="0" y="638810"/>
                  </a:lnTo>
                  <a:lnTo>
                    <a:pt x="638810" y="0"/>
                  </a:lnTo>
                  <a:close/>
                </a:path>
              </a:pathLst>
            </a:custGeom>
            <a:solidFill>
              <a:srgbClr val="3C99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1">
              <a:extLst>
                <a:ext uri="{FF2B5EF4-FFF2-40B4-BE49-F238E27FC236}">
                  <a16:creationId xmlns:a16="http://schemas.microsoft.com/office/drawing/2014/main" id="{52A23882-AF8D-9827-6878-DFD307ECAD72}"/>
                </a:ext>
              </a:extLst>
            </p:cNvPr>
            <p:cNvSpPr/>
            <p:nvPr/>
          </p:nvSpPr>
          <p:spPr>
            <a:xfrm>
              <a:off x="7306309" y="2774950"/>
              <a:ext cx="676910" cy="676910"/>
            </a:xfrm>
            <a:custGeom>
              <a:avLst/>
              <a:gdLst/>
              <a:ahLst/>
              <a:cxnLst/>
              <a:rect l="l" t="t" r="r" b="b"/>
              <a:pathLst>
                <a:path w="676909" h="676910">
                  <a:moveTo>
                    <a:pt x="676910" y="0"/>
                  </a:moveTo>
                  <a:lnTo>
                    <a:pt x="638810" y="0"/>
                  </a:lnTo>
                  <a:lnTo>
                    <a:pt x="0" y="638810"/>
                  </a:lnTo>
                  <a:lnTo>
                    <a:pt x="0" y="676910"/>
                  </a:lnTo>
                  <a:lnTo>
                    <a:pt x="676910" y="0"/>
                  </a:lnTo>
                  <a:close/>
                </a:path>
              </a:pathLst>
            </a:custGeom>
            <a:solidFill>
              <a:srgbClr val="3D99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2">
              <a:extLst>
                <a:ext uri="{FF2B5EF4-FFF2-40B4-BE49-F238E27FC236}">
                  <a16:creationId xmlns:a16="http://schemas.microsoft.com/office/drawing/2014/main" id="{ACC3906F-7A2B-E095-40CA-C0C75B9861C8}"/>
                </a:ext>
              </a:extLst>
            </p:cNvPr>
            <p:cNvSpPr/>
            <p:nvPr/>
          </p:nvSpPr>
          <p:spPr>
            <a:xfrm>
              <a:off x="7306309" y="2774950"/>
              <a:ext cx="714375" cy="715010"/>
            </a:xfrm>
            <a:custGeom>
              <a:avLst/>
              <a:gdLst/>
              <a:ahLst/>
              <a:cxnLst/>
              <a:rect l="l" t="t" r="r" b="b"/>
              <a:pathLst>
                <a:path w="714375" h="715010">
                  <a:moveTo>
                    <a:pt x="713950" y="0"/>
                  </a:moveTo>
                  <a:lnTo>
                    <a:pt x="676910" y="0"/>
                  </a:lnTo>
                  <a:lnTo>
                    <a:pt x="0" y="676910"/>
                  </a:lnTo>
                  <a:lnTo>
                    <a:pt x="0" y="714391"/>
                  </a:lnTo>
                  <a:lnTo>
                    <a:pt x="713950" y="0"/>
                  </a:lnTo>
                  <a:close/>
                </a:path>
              </a:pathLst>
            </a:custGeom>
            <a:solidFill>
              <a:srgbClr val="3E9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3">
              <a:extLst>
                <a:ext uri="{FF2B5EF4-FFF2-40B4-BE49-F238E27FC236}">
                  <a16:creationId xmlns:a16="http://schemas.microsoft.com/office/drawing/2014/main" id="{EA435A34-D6CB-41FF-2339-52B468D073C2}"/>
                </a:ext>
              </a:extLst>
            </p:cNvPr>
            <p:cNvSpPr/>
            <p:nvPr/>
          </p:nvSpPr>
          <p:spPr>
            <a:xfrm>
              <a:off x="7306309" y="2774950"/>
              <a:ext cx="752475" cy="753110"/>
            </a:xfrm>
            <a:custGeom>
              <a:avLst/>
              <a:gdLst/>
              <a:ahLst/>
              <a:cxnLst/>
              <a:rect l="l" t="t" r="r" b="b"/>
              <a:pathLst>
                <a:path w="752475" h="753110">
                  <a:moveTo>
                    <a:pt x="752039" y="0"/>
                  </a:moveTo>
                  <a:lnTo>
                    <a:pt x="713950" y="0"/>
                  </a:lnTo>
                  <a:lnTo>
                    <a:pt x="0" y="714391"/>
                  </a:lnTo>
                  <a:lnTo>
                    <a:pt x="0" y="752503"/>
                  </a:lnTo>
                  <a:lnTo>
                    <a:pt x="752039" y="0"/>
                  </a:lnTo>
                  <a:close/>
                </a:path>
              </a:pathLst>
            </a:custGeom>
            <a:solidFill>
              <a:srgbClr val="3F9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4">
              <a:extLst>
                <a:ext uri="{FF2B5EF4-FFF2-40B4-BE49-F238E27FC236}">
                  <a16:creationId xmlns:a16="http://schemas.microsoft.com/office/drawing/2014/main" id="{43640082-6FBC-92EA-9DDB-E69028310EE5}"/>
                </a:ext>
              </a:extLst>
            </p:cNvPr>
            <p:cNvSpPr/>
            <p:nvPr/>
          </p:nvSpPr>
          <p:spPr>
            <a:xfrm>
              <a:off x="7306309" y="2774950"/>
              <a:ext cx="789940" cy="789940"/>
            </a:xfrm>
            <a:custGeom>
              <a:avLst/>
              <a:gdLst/>
              <a:ahLst/>
              <a:cxnLst/>
              <a:rect l="l" t="t" r="r" b="b"/>
              <a:pathLst>
                <a:path w="789940" h="789939">
                  <a:moveTo>
                    <a:pt x="789940" y="0"/>
                  </a:moveTo>
                  <a:lnTo>
                    <a:pt x="752039" y="0"/>
                  </a:lnTo>
                  <a:lnTo>
                    <a:pt x="0" y="752503"/>
                  </a:lnTo>
                  <a:lnTo>
                    <a:pt x="0" y="789940"/>
                  </a:lnTo>
                  <a:lnTo>
                    <a:pt x="789940" y="0"/>
                  </a:lnTo>
                  <a:close/>
                </a:path>
              </a:pathLst>
            </a:custGeom>
            <a:solidFill>
              <a:srgbClr val="409B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5">
              <a:extLst>
                <a:ext uri="{FF2B5EF4-FFF2-40B4-BE49-F238E27FC236}">
                  <a16:creationId xmlns:a16="http://schemas.microsoft.com/office/drawing/2014/main" id="{820ACFA2-435D-CB9A-99AE-18F30C6DF4B5}"/>
                </a:ext>
              </a:extLst>
            </p:cNvPr>
            <p:cNvSpPr/>
            <p:nvPr/>
          </p:nvSpPr>
          <p:spPr>
            <a:xfrm>
              <a:off x="7306309" y="2774950"/>
              <a:ext cx="828040" cy="827405"/>
            </a:xfrm>
            <a:custGeom>
              <a:avLst/>
              <a:gdLst/>
              <a:ahLst/>
              <a:cxnLst/>
              <a:rect l="l" t="t" r="r" b="b"/>
              <a:pathLst>
                <a:path w="828040" h="827404">
                  <a:moveTo>
                    <a:pt x="827864" y="0"/>
                  </a:moveTo>
                  <a:lnTo>
                    <a:pt x="789940" y="0"/>
                  </a:lnTo>
                  <a:lnTo>
                    <a:pt x="0" y="789940"/>
                  </a:lnTo>
                  <a:lnTo>
                    <a:pt x="0" y="827353"/>
                  </a:lnTo>
                  <a:lnTo>
                    <a:pt x="827864" y="0"/>
                  </a:lnTo>
                  <a:close/>
                </a:path>
              </a:pathLst>
            </a:custGeom>
            <a:solidFill>
              <a:srgbClr val="419B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6">
              <a:extLst>
                <a:ext uri="{FF2B5EF4-FFF2-40B4-BE49-F238E27FC236}">
                  <a16:creationId xmlns:a16="http://schemas.microsoft.com/office/drawing/2014/main" id="{1086DD67-C597-235E-0175-BA5D037E428F}"/>
                </a:ext>
              </a:extLst>
            </p:cNvPr>
            <p:cNvSpPr/>
            <p:nvPr/>
          </p:nvSpPr>
          <p:spPr>
            <a:xfrm>
              <a:off x="7306309" y="2774950"/>
              <a:ext cx="864869" cy="864869"/>
            </a:xfrm>
            <a:custGeom>
              <a:avLst/>
              <a:gdLst/>
              <a:ahLst/>
              <a:cxnLst/>
              <a:rect l="l" t="t" r="r" b="b"/>
              <a:pathLst>
                <a:path w="864870" h="864870">
                  <a:moveTo>
                    <a:pt x="864870" y="0"/>
                  </a:moveTo>
                  <a:lnTo>
                    <a:pt x="827864" y="0"/>
                  </a:lnTo>
                  <a:lnTo>
                    <a:pt x="0" y="827353"/>
                  </a:lnTo>
                  <a:lnTo>
                    <a:pt x="0" y="864870"/>
                  </a:lnTo>
                  <a:lnTo>
                    <a:pt x="864870" y="0"/>
                  </a:lnTo>
                  <a:close/>
                </a:path>
              </a:pathLst>
            </a:custGeom>
            <a:solidFill>
              <a:srgbClr val="429C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47">
              <a:extLst>
                <a:ext uri="{FF2B5EF4-FFF2-40B4-BE49-F238E27FC236}">
                  <a16:creationId xmlns:a16="http://schemas.microsoft.com/office/drawing/2014/main" id="{ECF131B5-6B57-4C2A-A446-B6952E575A8B}"/>
                </a:ext>
              </a:extLst>
            </p:cNvPr>
            <p:cNvSpPr/>
            <p:nvPr/>
          </p:nvSpPr>
          <p:spPr>
            <a:xfrm>
              <a:off x="7306309" y="2774950"/>
              <a:ext cx="902969" cy="902969"/>
            </a:xfrm>
            <a:custGeom>
              <a:avLst/>
              <a:gdLst/>
              <a:ahLst/>
              <a:cxnLst/>
              <a:rect l="l" t="t" r="r" b="b"/>
              <a:pathLst>
                <a:path w="902970" h="902970">
                  <a:moveTo>
                    <a:pt x="902970" y="0"/>
                  </a:moveTo>
                  <a:lnTo>
                    <a:pt x="864870" y="0"/>
                  </a:lnTo>
                  <a:lnTo>
                    <a:pt x="0" y="864870"/>
                  </a:lnTo>
                  <a:lnTo>
                    <a:pt x="0" y="902970"/>
                  </a:lnTo>
                  <a:lnTo>
                    <a:pt x="902970" y="0"/>
                  </a:lnTo>
                  <a:close/>
                </a:path>
              </a:pathLst>
            </a:custGeom>
            <a:solidFill>
              <a:srgbClr val="439C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48">
              <a:extLst>
                <a:ext uri="{FF2B5EF4-FFF2-40B4-BE49-F238E27FC236}">
                  <a16:creationId xmlns:a16="http://schemas.microsoft.com/office/drawing/2014/main" id="{C4191AA0-083D-85C9-9A5E-5C9F2BCB2097}"/>
                </a:ext>
              </a:extLst>
            </p:cNvPr>
            <p:cNvSpPr/>
            <p:nvPr/>
          </p:nvSpPr>
          <p:spPr>
            <a:xfrm>
              <a:off x="7306309" y="2774950"/>
              <a:ext cx="942340" cy="941705"/>
            </a:xfrm>
            <a:custGeom>
              <a:avLst/>
              <a:gdLst/>
              <a:ahLst/>
              <a:cxnLst/>
              <a:rect l="l" t="t" r="r" b="b"/>
              <a:pathLst>
                <a:path w="942340" h="941704">
                  <a:moveTo>
                    <a:pt x="942199" y="0"/>
                  </a:moveTo>
                  <a:lnTo>
                    <a:pt x="902970" y="0"/>
                  </a:lnTo>
                  <a:lnTo>
                    <a:pt x="0" y="902970"/>
                  </a:lnTo>
                  <a:lnTo>
                    <a:pt x="0" y="941617"/>
                  </a:lnTo>
                  <a:lnTo>
                    <a:pt x="942199" y="0"/>
                  </a:lnTo>
                  <a:close/>
                </a:path>
              </a:pathLst>
            </a:custGeom>
            <a:solidFill>
              <a:srgbClr val="449D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49">
              <a:extLst>
                <a:ext uri="{FF2B5EF4-FFF2-40B4-BE49-F238E27FC236}">
                  <a16:creationId xmlns:a16="http://schemas.microsoft.com/office/drawing/2014/main" id="{C2CAC237-2780-3A56-1FE4-8F6701154D40}"/>
                </a:ext>
              </a:extLst>
            </p:cNvPr>
            <p:cNvSpPr/>
            <p:nvPr/>
          </p:nvSpPr>
          <p:spPr>
            <a:xfrm>
              <a:off x="7306309" y="2774950"/>
              <a:ext cx="978535" cy="979169"/>
            </a:xfrm>
            <a:custGeom>
              <a:avLst/>
              <a:gdLst/>
              <a:ahLst/>
              <a:cxnLst/>
              <a:rect l="l" t="t" r="r" b="b"/>
              <a:pathLst>
                <a:path w="978534" h="979170">
                  <a:moveTo>
                    <a:pt x="978029" y="0"/>
                  </a:moveTo>
                  <a:lnTo>
                    <a:pt x="942199" y="0"/>
                  </a:lnTo>
                  <a:lnTo>
                    <a:pt x="0" y="941617"/>
                  </a:lnTo>
                  <a:lnTo>
                    <a:pt x="0" y="978633"/>
                  </a:lnTo>
                  <a:lnTo>
                    <a:pt x="978029" y="0"/>
                  </a:lnTo>
                  <a:close/>
                </a:path>
              </a:pathLst>
            </a:custGeom>
            <a:solidFill>
              <a:srgbClr val="459D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0">
              <a:extLst>
                <a:ext uri="{FF2B5EF4-FFF2-40B4-BE49-F238E27FC236}">
                  <a16:creationId xmlns:a16="http://schemas.microsoft.com/office/drawing/2014/main" id="{8377D372-328D-FEA3-07BF-2B750924C4E0}"/>
                </a:ext>
              </a:extLst>
            </p:cNvPr>
            <p:cNvSpPr/>
            <p:nvPr/>
          </p:nvSpPr>
          <p:spPr>
            <a:xfrm>
              <a:off x="7306309" y="2774950"/>
              <a:ext cx="1016635" cy="1017269"/>
            </a:xfrm>
            <a:custGeom>
              <a:avLst/>
              <a:gdLst/>
              <a:ahLst/>
              <a:cxnLst/>
              <a:rect l="l" t="t" r="r" b="b"/>
              <a:pathLst>
                <a:path w="1016634" h="1017270">
                  <a:moveTo>
                    <a:pt x="1016117" y="0"/>
                  </a:moveTo>
                  <a:lnTo>
                    <a:pt x="978029" y="0"/>
                  </a:lnTo>
                  <a:lnTo>
                    <a:pt x="0" y="978633"/>
                  </a:lnTo>
                  <a:lnTo>
                    <a:pt x="0" y="1016745"/>
                  </a:lnTo>
                  <a:lnTo>
                    <a:pt x="1016117" y="0"/>
                  </a:lnTo>
                  <a:close/>
                </a:path>
              </a:pathLst>
            </a:custGeom>
            <a:solidFill>
              <a:srgbClr val="469E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1">
              <a:extLst>
                <a:ext uri="{FF2B5EF4-FFF2-40B4-BE49-F238E27FC236}">
                  <a16:creationId xmlns:a16="http://schemas.microsoft.com/office/drawing/2014/main" id="{7B6B95BD-278B-2D24-9D4F-CAAFB09E8F50}"/>
                </a:ext>
              </a:extLst>
            </p:cNvPr>
            <p:cNvSpPr/>
            <p:nvPr/>
          </p:nvSpPr>
          <p:spPr>
            <a:xfrm>
              <a:off x="7306309" y="2774950"/>
              <a:ext cx="1054100" cy="1054100"/>
            </a:xfrm>
            <a:custGeom>
              <a:avLst/>
              <a:gdLst/>
              <a:ahLst/>
              <a:cxnLst/>
              <a:rect l="l" t="t" r="r" b="b"/>
              <a:pathLst>
                <a:path w="1054100" h="1054100">
                  <a:moveTo>
                    <a:pt x="1054100" y="0"/>
                  </a:moveTo>
                  <a:lnTo>
                    <a:pt x="1016117" y="0"/>
                  </a:lnTo>
                  <a:lnTo>
                    <a:pt x="0" y="1016745"/>
                  </a:lnTo>
                  <a:lnTo>
                    <a:pt x="0" y="1054100"/>
                  </a:lnTo>
                  <a:lnTo>
                    <a:pt x="1054100" y="0"/>
                  </a:lnTo>
                  <a:close/>
                </a:path>
              </a:pathLst>
            </a:custGeom>
            <a:solidFill>
              <a:srgbClr val="479E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2">
              <a:extLst>
                <a:ext uri="{FF2B5EF4-FFF2-40B4-BE49-F238E27FC236}">
                  <a16:creationId xmlns:a16="http://schemas.microsoft.com/office/drawing/2014/main" id="{CA7380D9-DA74-5002-F92C-0AF303306889}"/>
                </a:ext>
              </a:extLst>
            </p:cNvPr>
            <p:cNvSpPr/>
            <p:nvPr/>
          </p:nvSpPr>
          <p:spPr>
            <a:xfrm>
              <a:off x="7306309" y="2774950"/>
              <a:ext cx="1092200" cy="1091565"/>
            </a:xfrm>
            <a:custGeom>
              <a:avLst/>
              <a:gdLst/>
              <a:ahLst/>
              <a:cxnLst/>
              <a:rect l="l" t="t" r="r" b="b"/>
              <a:pathLst>
                <a:path w="1092200" h="1091564">
                  <a:moveTo>
                    <a:pt x="1092105" y="0"/>
                  </a:moveTo>
                  <a:lnTo>
                    <a:pt x="1054100" y="0"/>
                  </a:lnTo>
                  <a:lnTo>
                    <a:pt x="0" y="1054100"/>
                  </a:lnTo>
                  <a:lnTo>
                    <a:pt x="0" y="1091431"/>
                  </a:lnTo>
                  <a:lnTo>
                    <a:pt x="1092105" y="0"/>
                  </a:lnTo>
                  <a:close/>
                </a:path>
              </a:pathLst>
            </a:custGeom>
            <a:solidFill>
              <a:srgbClr val="489F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3">
              <a:extLst>
                <a:ext uri="{FF2B5EF4-FFF2-40B4-BE49-F238E27FC236}">
                  <a16:creationId xmlns:a16="http://schemas.microsoft.com/office/drawing/2014/main" id="{7ADDE041-2619-F165-8255-AD9095A5DF60}"/>
                </a:ext>
              </a:extLst>
            </p:cNvPr>
            <p:cNvSpPr/>
            <p:nvPr/>
          </p:nvSpPr>
          <p:spPr>
            <a:xfrm>
              <a:off x="7306309" y="2774950"/>
              <a:ext cx="1129030" cy="1129030"/>
            </a:xfrm>
            <a:custGeom>
              <a:avLst/>
              <a:gdLst/>
              <a:ahLst/>
              <a:cxnLst/>
              <a:rect l="l" t="t" r="r" b="b"/>
              <a:pathLst>
                <a:path w="1129029" h="1129029">
                  <a:moveTo>
                    <a:pt x="1129029" y="0"/>
                  </a:moveTo>
                  <a:lnTo>
                    <a:pt x="1092105" y="0"/>
                  </a:lnTo>
                  <a:lnTo>
                    <a:pt x="0" y="1091431"/>
                  </a:lnTo>
                  <a:lnTo>
                    <a:pt x="0" y="1129030"/>
                  </a:lnTo>
                  <a:lnTo>
                    <a:pt x="1129029" y="0"/>
                  </a:lnTo>
                  <a:close/>
                </a:path>
              </a:pathLst>
            </a:custGeom>
            <a:solidFill>
              <a:srgbClr val="49A0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4">
              <a:extLst>
                <a:ext uri="{FF2B5EF4-FFF2-40B4-BE49-F238E27FC236}">
                  <a16:creationId xmlns:a16="http://schemas.microsoft.com/office/drawing/2014/main" id="{86AE1576-FA59-6AD6-EB52-C3B00BABE2D5}"/>
                </a:ext>
              </a:extLst>
            </p:cNvPr>
            <p:cNvSpPr/>
            <p:nvPr/>
          </p:nvSpPr>
          <p:spPr>
            <a:xfrm>
              <a:off x="7306309" y="2774950"/>
              <a:ext cx="1168400" cy="1167765"/>
            </a:xfrm>
            <a:custGeom>
              <a:avLst/>
              <a:gdLst/>
              <a:ahLst/>
              <a:cxnLst/>
              <a:rect l="l" t="t" r="r" b="b"/>
              <a:pathLst>
                <a:path w="1168400" h="1167764">
                  <a:moveTo>
                    <a:pt x="1168329" y="0"/>
                  </a:moveTo>
                  <a:lnTo>
                    <a:pt x="1129029" y="0"/>
                  </a:lnTo>
                  <a:lnTo>
                    <a:pt x="0" y="1129030"/>
                  </a:lnTo>
                  <a:lnTo>
                    <a:pt x="0" y="1167608"/>
                  </a:lnTo>
                  <a:lnTo>
                    <a:pt x="1168329" y="0"/>
                  </a:lnTo>
                  <a:close/>
                </a:path>
              </a:pathLst>
            </a:custGeom>
            <a:solidFill>
              <a:srgbClr val="4AA0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5">
              <a:extLst>
                <a:ext uri="{FF2B5EF4-FFF2-40B4-BE49-F238E27FC236}">
                  <a16:creationId xmlns:a16="http://schemas.microsoft.com/office/drawing/2014/main" id="{D280236B-5960-AAB7-FFB2-0CB7E7C670AD}"/>
                </a:ext>
              </a:extLst>
            </p:cNvPr>
            <p:cNvSpPr/>
            <p:nvPr/>
          </p:nvSpPr>
          <p:spPr>
            <a:xfrm>
              <a:off x="7306309" y="2774950"/>
              <a:ext cx="1206500" cy="1205865"/>
            </a:xfrm>
            <a:custGeom>
              <a:avLst/>
              <a:gdLst/>
              <a:ahLst/>
              <a:cxnLst/>
              <a:rect l="l" t="t" r="r" b="b"/>
              <a:pathLst>
                <a:path w="1206500" h="1205864">
                  <a:moveTo>
                    <a:pt x="1206441" y="0"/>
                  </a:moveTo>
                  <a:lnTo>
                    <a:pt x="1168329" y="0"/>
                  </a:lnTo>
                  <a:lnTo>
                    <a:pt x="0" y="1167608"/>
                  </a:lnTo>
                  <a:lnTo>
                    <a:pt x="0" y="1205696"/>
                  </a:lnTo>
                  <a:lnTo>
                    <a:pt x="1206441" y="0"/>
                  </a:lnTo>
                  <a:close/>
                </a:path>
              </a:pathLst>
            </a:custGeom>
            <a:solidFill>
              <a:srgbClr val="4BA1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6">
              <a:extLst>
                <a:ext uri="{FF2B5EF4-FFF2-40B4-BE49-F238E27FC236}">
                  <a16:creationId xmlns:a16="http://schemas.microsoft.com/office/drawing/2014/main" id="{2B97C6F4-A2BD-DAB6-BB7E-331191E077C6}"/>
                </a:ext>
              </a:extLst>
            </p:cNvPr>
            <p:cNvSpPr/>
            <p:nvPr/>
          </p:nvSpPr>
          <p:spPr>
            <a:xfrm>
              <a:off x="7306309" y="2774950"/>
              <a:ext cx="1242695" cy="1243330"/>
            </a:xfrm>
            <a:custGeom>
              <a:avLst/>
              <a:gdLst/>
              <a:ahLst/>
              <a:cxnLst/>
              <a:rect l="l" t="t" r="r" b="b"/>
              <a:pathLst>
                <a:path w="1242695" h="1243329">
                  <a:moveTo>
                    <a:pt x="1242107" y="0"/>
                  </a:moveTo>
                  <a:lnTo>
                    <a:pt x="1206441" y="0"/>
                  </a:lnTo>
                  <a:lnTo>
                    <a:pt x="0" y="1205696"/>
                  </a:lnTo>
                  <a:lnTo>
                    <a:pt x="0" y="1242875"/>
                  </a:lnTo>
                  <a:lnTo>
                    <a:pt x="1242107" y="0"/>
                  </a:lnTo>
                  <a:close/>
                </a:path>
              </a:pathLst>
            </a:custGeom>
            <a:solidFill>
              <a:srgbClr val="4CA1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57">
              <a:extLst>
                <a:ext uri="{FF2B5EF4-FFF2-40B4-BE49-F238E27FC236}">
                  <a16:creationId xmlns:a16="http://schemas.microsoft.com/office/drawing/2014/main" id="{9D2D65FC-3A75-C3F1-740F-29D26DD14B51}"/>
                </a:ext>
              </a:extLst>
            </p:cNvPr>
            <p:cNvSpPr/>
            <p:nvPr/>
          </p:nvSpPr>
          <p:spPr>
            <a:xfrm>
              <a:off x="7306309" y="2774950"/>
              <a:ext cx="1280795" cy="1281430"/>
            </a:xfrm>
            <a:custGeom>
              <a:avLst/>
              <a:gdLst/>
              <a:ahLst/>
              <a:cxnLst/>
              <a:rect l="l" t="t" r="r" b="b"/>
              <a:pathLst>
                <a:path w="1280795" h="1281429">
                  <a:moveTo>
                    <a:pt x="1280196" y="0"/>
                  </a:moveTo>
                  <a:lnTo>
                    <a:pt x="1242107" y="0"/>
                  </a:lnTo>
                  <a:lnTo>
                    <a:pt x="0" y="1242875"/>
                  </a:lnTo>
                  <a:lnTo>
                    <a:pt x="0" y="1280986"/>
                  </a:lnTo>
                  <a:lnTo>
                    <a:pt x="1280196" y="0"/>
                  </a:lnTo>
                  <a:close/>
                </a:path>
              </a:pathLst>
            </a:custGeom>
            <a:solidFill>
              <a:srgbClr val="4DA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38B7B88B-5200-7970-A78E-7D6E6A967805}"/>
                </a:ext>
              </a:extLst>
            </p:cNvPr>
            <p:cNvSpPr/>
            <p:nvPr/>
          </p:nvSpPr>
          <p:spPr>
            <a:xfrm>
              <a:off x="7306309" y="2774950"/>
              <a:ext cx="1318260" cy="1318260"/>
            </a:xfrm>
            <a:custGeom>
              <a:avLst/>
              <a:gdLst/>
              <a:ahLst/>
              <a:cxnLst/>
              <a:rect l="l" t="t" r="r" b="b"/>
              <a:pathLst>
                <a:path w="1318259" h="1318260">
                  <a:moveTo>
                    <a:pt x="1318260" y="0"/>
                  </a:moveTo>
                  <a:lnTo>
                    <a:pt x="1280196" y="0"/>
                  </a:lnTo>
                  <a:lnTo>
                    <a:pt x="0" y="1280986"/>
                  </a:lnTo>
                  <a:lnTo>
                    <a:pt x="0" y="1318260"/>
                  </a:lnTo>
                  <a:lnTo>
                    <a:pt x="1318260" y="0"/>
                  </a:lnTo>
                  <a:close/>
                </a:path>
              </a:pathLst>
            </a:custGeom>
            <a:solidFill>
              <a:srgbClr val="4EA2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59">
              <a:extLst>
                <a:ext uri="{FF2B5EF4-FFF2-40B4-BE49-F238E27FC236}">
                  <a16:creationId xmlns:a16="http://schemas.microsoft.com/office/drawing/2014/main" id="{A1A4746A-F24A-DCA7-4147-44C4F9BAA235}"/>
                </a:ext>
              </a:extLst>
            </p:cNvPr>
            <p:cNvSpPr/>
            <p:nvPr/>
          </p:nvSpPr>
          <p:spPr>
            <a:xfrm>
              <a:off x="7306309" y="2774950"/>
              <a:ext cx="1356360" cy="1355725"/>
            </a:xfrm>
            <a:custGeom>
              <a:avLst/>
              <a:gdLst/>
              <a:ahLst/>
              <a:cxnLst/>
              <a:rect l="l" t="t" r="r" b="b"/>
              <a:pathLst>
                <a:path w="1356359" h="1355725">
                  <a:moveTo>
                    <a:pt x="1356347" y="0"/>
                  </a:moveTo>
                  <a:lnTo>
                    <a:pt x="1318260" y="0"/>
                  </a:lnTo>
                  <a:lnTo>
                    <a:pt x="0" y="1318260"/>
                  </a:lnTo>
                  <a:lnTo>
                    <a:pt x="0" y="1355510"/>
                  </a:lnTo>
                  <a:lnTo>
                    <a:pt x="1356347" y="0"/>
                  </a:lnTo>
                  <a:close/>
                </a:path>
              </a:pathLst>
            </a:custGeom>
            <a:solidFill>
              <a:srgbClr val="4FA3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0">
              <a:extLst>
                <a:ext uri="{FF2B5EF4-FFF2-40B4-BE49-F238E27FC236}">
                  <a16:creationId xmlns:a16="http://schemas.microsoft.com/office/drawing/2014/main" id="{396A2683-C75A-749F-0E13-EC5C9EEFBD67}"/>
                </a:ext>
              </a:extLst>
            </p:cNvPr>
            <p:cNvSpPr/>
            <p:nvPr/>
          </p:nvSpPr>
          <p:spPr>
            <a:xfrm>
              <a:off x="7306309" y="2774950"/>
              <a:ext cx="1394460" cy="1393825"/>
            </a:xfrm>
            <a:custGeom>
              <a:avLst/>
              <a:gdLst/>
              <a:ahLst/>
              <a:cxnLst/>
              <a:rect l="l" t="t" r="r" b="b"/>
              <a:pathLst>
                <a:path w="1394459" h="1393825">
                  <a:moveTo>
                    <a:pt x="1394459" y="0"/>
                  </a:moveTo>
                  <a:lnTo>
                    <a:pt x="1356347" y="0"/>
                  </a:lnTo>
                  <a:lnTo>
                    <a:pt x="0" y="1355510"/>
                  </a:lnTo>
                  <a:lnTo>
                    <a:pt x="0" y="1393598"/>
                  </a:lnTo>
                  <a:lnTo>
                    <a:pt x="1394459" y="0"/>
                  </a:lnTo>
                  <a:close/>
                </a:path>
              </a:pathLst>
            </a:custGeom>
            <a:solidFill>
              <a:srgbClr val="50A3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1">
              <a:extLst>
                <a:ext uri="{FF2B5EF4-FFF2-40B4-BE49-F238E27FC236}">
                  <a16:creationId xmlns:a16="http://schemas.microsoft.com/office/drawing/2014/main" id="{0B3882F2-CCE4-4DC4-A765-2F71CF28D0DF}"/>
                </a:ext>
              </a:extLst>
            </p:cNvPr>
            <p:cNvSpPr/>
            <p:nvPr/>
          </p:nvSpPr>
          <p:spPr>
            <a:xfrm>
              <a:off x="7306309" y="2774950"/>
              <a:ext cx="1395730" cy="1431290"/>
            </a:xfrm>
            <a:custGeom>
              <a:avLst/>
              <a:gdLst/>
              <a:ahLst/>
              <a:cxnLst/>
              <a:rect l="l" t="t" r="r" b="b"/>
              <a:pathLst>
                <a:path w="1395729" h="1431289">
                  <a:moveTo>
                    <a:pt x="1395729" y="0"/>
                  </a:moveTo>
                  <a:lnTo>
                    <a:pt x="1394459" y="0"/>
                  </a:lnTo>
                  <a:lnTo>
                    <a:pt x="0" y="1393598"/>
                  </a:lnTo>
                  <a:lnTo>
                    <a:pt x="0" y="1431290"/>
                  </a:lnTo>
                  <a:lnTo>
                    <a:pt x="1395729" y="35560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1A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2">
              <a:extLst>
                <a:ext uri="{FF2B5EF4-FFF2-40B4-BE49-F238E27FC236}">
                  <a16:creationId xmlns:a16="http://schemas.microsoft.com/office/drawing/2014/main" id="{706F2F40-AA11-3B62-25AD-F62362A29339}"/>
                </a:ext>
              </a:extLst>
            </p:cNvPr>
            <p:cNvSpPr/>
            <p:nvPr/>
          </p:nvSpPr>
          <p:spPr>
            <a:xfrm>
              <a:off x="7306309" y="2810510"/>
              <a:ext cx="1395730" cy="1434465"/>
            </a:xfrm>
            <a:custGeom>
              <a:avLst/>
              <a:gdLst/>
              <a:ahLst/>
              <a:cxnLst/>
              <a:rect l="l" t="t" r="r" b="b"/>
              <a:pathLst>
                <a:path w="1395729" h="1434464">
                  <a:moveTo>
                    <a:pt x="1395729" y="0"/>
                  </a:moveTo>
                  <a:lnTo>
                    <a:pt x="0" y="1395730"/>
                  </a:lnTo>
                  <a:lnTo>
                    <a:pt x="0" y="1434214"/>
                  </a:lnTo>
                  <a:lnTo>
                    <a:pt x="1395729" y="39346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2A4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3">
              <a:extLst>
                <a:ext uri="{FF2B5EF4-FFF2-40B4-BE49-F238E27FC236}">
                  <a16:creationId xmlns:a16="http://schemas.microsoft.com/office/drawing/2014/main" id="{64A0BDB3-387E-C0FF-D594-CF17AEF5F86F}"/>
                </a:ext>
              </a:extLst>
            </p:cNvPr>
            <p:cNvSpPr/>
            <p:nvPr/>
          </p:nvSpPr>
          <p:spPr>
            <a:xfrm>
              <a:off x="7306309" y="2849856"/>
              <a:ext cx="1395730" cy="1432560"/>
            </a:xfrm>
            <a:custGeom>
              <a:avLst/>
              <a:gdLst/>
              <a:ahLst/>
              <a:cxnLst/>
              <a:rect l="l" t="t" r="r" b="b"/>
              <a:pathLst>
                <a:path w="1395729" h="1432560">
                  <a:moveTo>
                    <a:pt x="1395729" y="0"/>
                  </a:moveTo>
                  <a:lnTo>
                    <a:pt x="0" y="1394868"/>
                  </a:lnTo>
                  <a:lnTo>
                    <a:pt x="0" y="1432210"/>
                  </a:lnTo>
                  <a:lnTo>
                    <a:pt x="1395729" y="35618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3A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4">
              <a:extLst>
                <a:ext uri="{FF2B5EF4-FFF2-40B4-BE49-F238E27FC236}">
                  <a16:creationId xmlns:a16="http://schemas.microsoft.com/office/drawing/2014/main" id="{2EB94B61-11C8-D3A3-82AE-EBC56C7920A5}"/>
                </a:ext>
              </a:extLst>
            </p:cNvPr>
            <p:cNvSpPr/>
            <p:nvPr/>
          </p:nvSpPr>
          <p:spPr>
            <a:xfrm>
              <a:off x="7306309" y="2885474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703"/>
                  </a:lnTo>
                  <a:lnTo>
                    <a:pt x="1395729" y="381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4A5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5">
              <a:extLst>
                <a:ext uri="{FF2B5EF4-FFF2-40B4-BE49-F238E27FC236}">
                  <a16:creationId xmlns:a16="http://schemas.microsoft.com/office/drawing/2014/main" id="{DA26DE99-5FA8-647C-7E72-D4BCFFB08DC2}"/>
                </a:ext>
              </a:extLst>
            </p:cNvPr>
            <p:cNvSpPr/>
            <p:nvPr/>
          </p:nvSpPr>
          <p:spPr>
            <a:xfrm>
              <a:off x="7306309" y="2923586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703"/>
                  </a:lnTo>
                  <a:lnTo>
                    <a:pt x="1395729" y="381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5A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6">
              <a:extLst>
                <a:ext uri="{FF2B5EF4-FFF2-40B4-BE49-F238E27FC236}">
                  <a16:creationId xmlns:a16="http://schemas.microsoft.com/office/drawing/2014/main" id="{B2AF3818-417C-F621-B935-A271B1C8DC5A}"/>
                </a:ext>
              </a:extLst>
            </p:cNvPr>
            <p:cNvSpPr/>
            <p:nvPr/>
          </p:nvSpPr>
          <p:spPr>
            <a:xfrm>
              <a:off x="7306309" y="2961698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6592"/>
                  </a:lnTo>
                  <a:lnTo>
                    <a:pt x="0" y="1432840"/>
                  </a:lnTo>
                  <a:lnTo>
                    <a:pt x="1395729" y="37972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6A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67">
              <a:extLst>
                <a:ext uri="{FF2B5EF4-FFF2-40B4-BE49-F238E27FC236}">
                  <a16:creationId xmlns:a16="http://schemas.microsoft.com/office/drawing/2014/main" id="{7684DEF5-7098-466C-308A-D5D643164A5B}"/>
                </a:ext>
              </a:extLst>
            </p:cNvPr>
            <p:cNvSpPr/>
            <p:nvPr/>
          </p:nvSpPr>
          <p:spPr>
            <a:xfrm>
              <a:off x="7306309" y="2999670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4868"/>
                  </a:lnTo>
                  <a:lnTo>
                    <a:pt x="0" y="1432956"/>
                  </a:lnTo>
                  <a:lnTo>
                    <a:pt x="1395729" y="38088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7A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68">
              <a:extLst>
                <a:ext uri="{FF2B5EF4-FFF2-40B4-BE49-F238E27FC236}">
                  <a16:creationId xmlns:a16="http://schemas.microsoft.com/office/drawing/2014/main" id="{7CF2B74A-39BD-DE5B-3925-4BC46E2E5D3C}"/>
                </a:ext>
              </a:extLst>
            </p:cNvPr>
            <p:cNvSpPr/>
            <p:nvPr/>
          </p:nvSpPr>
          <p:spPr>
            <a:xfrm>
              <a:off x="7306309" y="3037758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4868"/>
                  </a:lnTo>
                  <a:lnTo>
                    <a:pt x="0" y="1432641"/>
                  </a:lnTo>
                  <a:lnTo>
                    <a:pt x="1395729" y="369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8A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69">
              <a:extLst>
                <a:ext uri="{FF2B5EF4-FFF2-40B4-BE49-F238E27FC236}">
                  <a16:creationId xmlns:a16="http://schemas.microsoft.com/office/drawing/2014/main" id="{39E9D6E6-EBE5-9A17-C02B-856977DE6C89}"/>
                </a:ext>
              </a:extLst>
            </p:cNvPr>
            <p:cNvSpPr/>
            <p:nvPr/>
          </p:nvSpPr>
          <p:spPr>
            <a:xfrm>
              <a:off x="7306309" y="307467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29"/>
                  </a:lnTo>
                  <a:lnTo>
                    <a:pt x="0" y="1433526"/>
                  </a:lnTo>
                  <a:lnTo>
                    <a:pt x="1395729" y="36934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9A8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0">
              <a:extLst>
                <a:ext uri="{FF2B5EF4-FFF2-40B4-BE49-F238E27FC236}">
                  <a16:creationId xmlns:a16="http://schemas.microsoft.com/office/drawing/2014/main" id="{2C35C34C-0B58-8129-B7B3-95DACCF49B0C}"/>
                </a:ext>
              </a:extLst>
            </p:cNvPr>
            <p:cNvSpPr/>
            <p:nvPr/>
          </p:nvSpPr>
          <p:spPr>
            <a:xfrm>
              <a:off x="7306309" y="3111604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703"/>
                  </a:lnTo>
                  <a:lnTo>
                    <a:pt x="1395729" y="381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AA8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1">
              <a:extLst>
                <a:ext uri="{FF2B5EF4-FFF2-40B4-BE49-F238E27FC236}">
                  <a16:creationId xmlns:a16="http://schemas.microsoft.com/office/drawing/2014/main" id="{7B775684-78D4-A58E-2F54-5336E45DCBA6}"/>
                </a:ext>
              </a:extLst>
            </p:cNvPr>
            <p:cNvSpPr/>
            <p:nvPr/>
          </p:nvSpPr>
          <p:spPr>
            <a:xfrm>
              <a:off x="7306309" y="3149716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703"/>
                  </a:lnTo>
                  <a:lnTo>
                    <a:pt x="1395729" y="381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BA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2">
              <a:extLst>
                <a:ext uri="{FF2B5EF4-FFF2-40B4-BE49-F238E27FC236}">
                  <a16:creationId xmlns:a16="http://schemas.microsoft.com/office/drawing/2014/main" id="{DE1D2C54-3CC6-D814-D24A-DD15036F4521}"/>
                </a:ext>
              </a:extLst>
            </p:cNvPr>
            <p:cNvSpPr/>
            <p:nvPr/>
          </p:nvSpPr>
          <p:spPr>
            <a:xfrm>
              <a:off x="7306309" y="3187827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6592"/>
                  </a:lnTo>
                  <a:lnTo>
                    <a:pt x="0" y="1433702"/>
                  </a:lnTo>
                  <a:lnTo>
                    <a:pt x="1395729" y="37972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CA9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3">
              <a:extLst>
                <a:ext uri="{FF2B5EF4-FFF2-40B4-BE49-F238E27FC236}">
                  <a16:creationId xmlns:a16="http://schemas.microsoft.com/office/drawing/2014/main" id="{E4D077A6-8E9C-908F-BD4E-842BDCED307D}"/>
                </a:ext>
              </a:extLst>
            </p:cNvPr>
            <p:cNvSpPr/>
            <p:nvPr/>
          </p:nvSpPr>
          <p:spPr>
            <a:xfrm>
              <a:off x="7306309" y="322580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30"/>
                  </a:lnTo>
                  <a:lnTo>
                    <a:pt x="0" y="1433830"/>
                  </a:lnTo>
                  <a:lnTo>
                    <a:pt x="1395729" y="38100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DA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4">
              <a:extLst>
                <a:ext uri="{FF2B5EF4-FFF2-40B4-BE49-F238E27FC236}">
                  <a16:creationId xmlns:a16="http://schemas.microsoft.com/office/drawing/2014/main" id="{A5FC73C9-101A-E503-9893-143088B5ABB8}"/>
                </a:ext>
              </a:extLst>
            </p:cNvPr>
            <p:cNvSpPr/>
            <p:nvPr/>
          </p:nvSpPr>
          <p:spPr>
            <a:xfrm>
              <a:off x="7306309" y="3263900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5730"/>
                  </a:lnTo>
                  <a:lnTo>
                    <a:pt x="0" y="1432805"/>
                  </a:lnTo>
                  <a:lnTo>
                    <a:pt x="1395729" y="37936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EAA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5">
              <a:extLst>
                <a:ext uri="{FF2B5EF4-FFF2-40B4-BE49-F238E27FC236}">
                  <a16:creationId xmlns:a16="http://schemas.microsoft.com/office/drawing/2014/main" id="{B38E17FA-3EB7-BB59-9609-61707DAEF12A}"/>
                </a:ext>
              </a:extLst>
            </p:cNvPr>
            <p:cNvSpPr/>
            <p:nvPr/>
          </p:nvSpPr>
          <p:spPr>
            <a:xfrm>
              <a:off x="7306309" y="3301836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4868"/>
                  </a:lnTo>
                  <a:lnTo>
                    <a:pt x="0" y="1432723"/>
                  </a:lnTo>
                  <a:lnTo>
                    <a:pt x="1395729" y="36993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FA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6">
              <a:extLst>
                <a:ext uri="{FF2B5EF4-FFF2-40B4-BE49-F238E27FC236}">
                  <a16:creationId xmlns:a16="http://schemas.microsoft.com/office/drawing/2014/main" id="{D91C5369-D799-7F31-6CFF-9D8100DEF0FE}"/>
                </a:ext>
              </a:extLst>
            </p:cNvPr>
            <p:cNvSpPr/>
            <p:nvPr/>
          </p:nvSpPr>
          <p:spPr>
            <a:xfrm>
              <a:off x="7306309" y="333883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29"/>
                  </a:lnTo>
                  <a:lnTo>
                    <a:pt x="0" y="1433608"/>
                  </a:lnTo>
                  <a:lnTo>
                    <a:pt x="1395729" y="37015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0A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77">
              <a:extLst>
                <a:ext uri="{FF2B5EF4-FFF2-40B4-BE49-F238E27FC236}">
                  <a16:creationId xmlns:a16="http://schemas.microsoft.com/office/drawing/2014/main" id="{DDCCA52C-C27F-9E3A-A690-2A5A7E69742E}"/>
                </a:ext>
              </a:extLst>
            </p:cNvPr>
            <p:cNvSpPr/>
            <p:nvPr/>
          </p:nvSpPr>
          <p:spPr>
            <a:xfrm>
              <a:off x="7306309" y="3375845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703"/>
                  </a:lnTo>
                  <a:lnTo>
                    <a:pt x="1395729" y="381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1AC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78">
              <a:extLst>
                <a:ext uri="{FF2B5EF4-FFF2-40B4-BE49-F238E27FC236}">
                  <a16:creationId xmlns:a16="http://schemas.microsoft.com/office/drawing/2014/main" id="{A3478CCD-C690-B29B-97E8-CEE8F637E4F5}"/>
                </a:ext>
              </a:extLst>
            </p:cNvPr>
            <p:cNvSpPr/>
            <p:nvPr/>
          </p:nvSpPr>
          <p:spPr>
            <a:xfrm>
              <a:off x="7306309" y="3413957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703"/>
                  </a:lnTo>
                  <a:lnTo>
                    <a:pt x="1395729" y="381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2A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79">
              <a:extLst>
                <a:ext uri="{FF2B5EF4-FFF2-40B4-BE49-F238E27FC236}">
                  <a16:creationId xmlns:a16="http://schemas.microsoft.com/office/drawing/2014/main" id="{2C40FCB8-2A95-56AC-8505-EE84CC1A5978}"/>
                </a:ext>
              </a:extLst>
            </p:cNvPr>
            <p:cNvSpPr/>
            <p:nvPr/>
          </p:nvSpPr>
          <p:spPr>
            <a:xfrm>
              <a:off x="7306309" y="3452069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703"/>
                  </a:lnTo>
                  <a:lnTo>
                    <a:pt x="1395729" y="381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3A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0">
              <a:extLst>
                <a:ext uri="{FF2B5EF4-FFF2-40B4-BE49-F238E27FC236}">
                  <a16:creationId xmlns:a16="http://schemas.microsoft.com/office/drawing/2014/main" id="{E3176AFB-3BB1-15C4-8FD7-8FE5DEC2FBC8}"/>
                </a:ext>
              </a:extLst>
            </p:cNvPr>
            <p:cNvSpPr/>
            <p:nvPr/>
          </p:nvSpPr>
          <p:spPr>
            <a:xfrm>
              <a:off x="7306309" y="3490181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6592"/>
                  </a:lnTo>
                  <a:lnTo>
                    <a:pt x="0" y="1433608"/>
                  </a:lnTo>
                  <a:lnTo>
                    <a:pt x="1395729" y="37878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4AE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1">
              <a:extLst>
                <a:ext uri="{FF2B5EF4-FFF2-40B4-BE49-F238E27FC236}">
                  <a16:creationId xmlns:a16="http://schemas.microsoft.com/office/drawing/2014/main" id="{3D074114-398D-783C-D0EE-757CABA094D0}"/>
                </a:ext>
              </a:extLst>
            </p:cNvPr>
            <p:cNvSpPr/>
            <p:nvPr/>
          </p:nvSpPr>
          <p:spPr>
            <a:xfrm>
              <a:off x="7306309" y="3528060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5729"/>
                  </a:lnTo>
                  <a:lnTo>
                    <a:pt x="0" y="1432723"/>
                  </a:lnTo>
                  <a:lnTo>
                    <a:pt x="1395729" y="37855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6AE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2">
              <a:extLst>
                <a:ext uri="{FF2B5EF4-FFF2-40B4-BE49-F238E27FC236}">
                  <a16:creationId xmlns:a16="http://schemas.microsoft.com/office/drawing/2014/main" id="{5CC1F00D-DD96-D1D8-69C7-426D34694FFE}"/>
                </a:ext>
              </a:extLst>
            </p:cNvPr>
            <p:cNvSpPr/>
            <p:nvPr/>
          </p:nvSpPr>
          <p:spPr>
            <a:xfrm>
              <a:off x="7306309" y="3565915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4868"/>
                  </a:lnTo>
                  <a:lnTo>
                    <a:pt x="0" y="1432804"/>
                  </a:lnTo>
                  <a:lnTo>
                    <a:pt x="1395729" y="37074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6AF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3">
              <a:extLst>
                <a:ext uri="{FF2B5EF4-FFF2-40B4-BE49-F238E27FC236}">
                  <a16:creationId xmlns:a16="http://schemas.microsoft.com/office/drawing/2014/main" id="{6E253DF5-5A1F-75EF-0B40-81CE1B1B3FA5}"/>
                </a:ext>
              </a:extLst>
            </p:cNvPr>
            <p:cNvSpPr/>
            <p:nvPr/>
          </p:nvSpPr>
          <p:spPr>
            <a:xfrm>
              <a:off x="7306309" y="360299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29"/>
                  </a:lnTo>
                  <a:lnTo>
                    <a:pt x="0" y="1433689"/>
                  </a:lnTo>
                  <a:lnTo>
                    <a:pt x="1395729" y="37097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7AF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4">
              <a:extLst>
                <a:ext uri="{FF2B5EF4-FFF2-40B4-BE49-F238E27FC236}">
                  <a16:creationId xmlns:a16="http://schemas.microsoft.com/office/drawing/2014/main" id="{9BB877EB-F016-AB2A-4AA2-1C375C85B87F}"/>
                </a:ext>
              </a:extLst>
            </p:cNvPr>
            <p:cNvSpPr/>
            <p:nvPr/>
          </p:nvSpPr>
          <p:spPr>
            <a:xfrm>
              <a:off x="7306309" y="3640087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832"/>
                  </a:lnTo>
                  <a:lnTo>
                    <a:pt x="1395729" y="39102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8B0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5">
              <a:extLst>
                <a:ext uri="{FF2B5EF4-FFF2-40B4-BE49-F238E27FC236}">
                  <a16:creationId xmlns:a16="http://schemas.microsoft.com/office/drawing/2014/main" id="{E9E9194D-F464-0BD8-039C-07E4A1C72F34}"/>
                </a:ext>
              </a:extLst>
            </p:cNvPr>
            <p:cNvSpPr/>
            <p:nvPr/>
          </p:nvSpPr>
          <p:spPr>
            <a:xfrm>
              <a:off x="7306309" y="367919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29"/>
                  </a:lnTo>
                  <a:lnTo>
                    <a:pt x="0" y="1433713"/>
                  </a:lnTo>
                  <a:lnTo>
                    <a:pt x="1395729" y="3712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9B0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2CF2A07B-B3A5-99B4-717A-CB6C4CAB9103}"/>
                </a:ext>
              </a:extLst>
            </p:cNvPr>
            <p:cNvSpPr/>
            <p:nvPr/>
          </p:nvSpPr>
          <p:spPr>
            <a:xfrm>
              <a:off x="7306309" y="3716311"/>
              <a:ext cx="1395730" cy="1435100"/>
            </a:xfrm>
            <a:custGeom>
              <a:avLst/>
              <a:gdLst/>
              <a:ahLst/>
              <a:cxnLst/>
              <a:rect l="l" t="t" r="r" b="b"/>
              <a:pathLst>
                <a:path w="1395729" h="1435100">
                  <a:moveTo>
                    <a:pt x="1395729" y="0"/>
                  </a:moveTo>
                  <a:lnTo>
                    <a:pt x="0" y="1396592"/>
                  </a:lnTo>
                  <a:lnTo>
                    <a:pt x="0" y="1434703"/>
                  </a:lnTo>
                  <a:lnTo>
                    <a:pt x="1395729" y="38111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AB1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87">
              <a:extLst>
                <a:ext uri="{FF2B5EF4-FFF2-40B4-BE49-F238E27FC236}">
                  <a16:creationId xmlns:a16="http://schemas.microsoft.com/office/drawing/2014/main" id="{25384B60-B595-83DF-DEFC-605B2C14C1C2}"/>
                </a:ext>
              </a:extLst>
            </p:cNvPr>
            <p:cNvSpPr/>
            <p:nvPr/>
          </p:nvSpPr>
          <p:spPr>
            <a:xfrm>
              <a:off x="7306309" y="3754422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6592"/>
                  </a:lnTo>
                  <a:lnTo>
                    <a:pt x="0" y="1433527"/>
                  </a:lnTo>
                  <a:lnTo>
                    <a:pt x="1395729" y="37797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BB1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88">
              <a:extLst>
                <a:ext uri="{FF2B5EF4-FFF2-40B4-BE49-F238E27FC236}">
                  <a16:creationId xmlns:a16="http://schemas.microsoft.com/office/drawing/2014/main" id="{4DDEB039-89BE-8730-8806-8239FE4367B8}"/>
                </a:ext>
              </a:extLst>
            </p:cNvPr>
            <p:cNvSpPr/>
            <p:nvPr/>
          </p:nvSpPr>
          <p:spPr>
            <a:xfrm>
              <a:off x="7306309" y="3792220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5730"/>
                  </a:lnTo>
                  <a:lnTo>
                    <a:pt x="0" y="1432642"/>
                  </a:lnTo>
                  <a:lnTo>
                    <a:pt x="1395729" y="37773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CB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89">
              <a:extLst>
                <a:ext uri="{FF2B5EF4-FFF2-40B4-BE49-F238E27FC236}">
                  <a16:creationId xmlns:a16="http://schemas.microsoft.com/office/drawing/2014/main" id="{33545214-53DE-B17D-3CB1-B881EC282ABE}"/>
                </a:ext>
              </a:extLst>
            </p:cNvPr>
            <p:cNvSpPr/>
            <p:nvPr/>
          </p:nvSpPr>
          <p:spPr>
            <a:xfrm>
              <a:off x="7306309" y="3829993"/>
              <a:ext cx="1395730" cy="1433195"/>
            </a:xfrm>
            <a:custGeom>
              <a:avLst/>
              <a:gdLst/>
              <a:ahLst/>
              <a:cxnLst/>
              <a:rect l="l" t="t" r="r" b="b"/>
              <a:pathLst>
                <a:path w="1395729" h="1433195">
                  <a:moveTo>
                    <a:pt x="1395729" y="0"/>
                  </a:moveTo>
                  <a:lnTo>
                    <a:pt x="0" y="1394868"/>
                  </a:lnTo>
                  <a:lnTo>
                    <a:pt x="0" y="1432886"/>
                  </a:lnTo>
                  <a:lnTo>
                    <a:pt x="1395729" y="37156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DB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0">
              <a:extLst>
                <a:ext uri="{FF2B5EF4-FFF2-40B4-BE49-F238E27FC236}">
                  <a16:creationId xmlns:a16="http://schemas.microsoft.com/office/drawing/2014/main" id="{38F05ACC-B579-215C-35B3-66844303949F}"/>
                </a:ext>
              </a:extLst>
            </p:cNvPr>
            <p:cNvSpPr/>
            <p:nvPr/>
          </p:nvSpPr>
          <p:spPr>
            <a:xfrm>
              <a:off x="7306309" y="386715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30"/>
                  </a:lnTo>
                  <a:lnTo>
                    <a:pt x="0" y="1433830"/>
                  </a:lnTo>
                  <a:lnTo>
                    <a:pt x="1395729" y="38100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EB3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836420A1-8864-7999-B12A-BBAD0194DA4B}"/>
                </a:ext>
              </a:extLst>
            </p:cNvPr>
            <p:cNvSpPr/>
            <p:nvPr/>
          </p:nvSpPr>
          <p:spPr>
            <a:xfrm>
              <a:off x="7306309" y="390525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30"/>
                  </a:lnTo>
                  <a:lnTo>
                    <a:pt x="0" y="1433830"/>
                  </a:lnTo>
                  <a:lnTo>
                    <a:pt x="1395729" y="38100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6FB3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2">
              <a:extLst>
                <a:ext uri="{FF2B5EF4-FFF2-40B4-BE49-F238E27FC236}">
                  <a16:creationId xmlns:a16="http://schemas.microsoft.com/office/drawing/2014/main" id="{9B7DE667-BAE0-9851-5F9E-07C04BCAD8FB}"/>
                </a:ext>
              </a:extLst>
            </p:cNvPr>
            <p:cNvSpPr/>
            <p:nvPr/>
          </p:nvSpPr>
          <p:spPr>
            <a:xfrm>
              <a:off x="7306309" y="394335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30"/>
                  </a:lnTo>
                  <a:lnTo>
                    <a:pt x="0" y="1433794"/>
                  </a:lnTo>
                  <a:lnTo>
                    <a:pt x="1395729" y="37202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70B4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3">
              <a:extLst>
                <a:ext uri="{FF2B5EF4-FFF2-40B4-BE49-F238E27FC236}">
                  <a16:creationId xmlns:a16="http://schemas.microsoft.com/office/drawing/2014/main" id="{E95C8FE5-21A6-E62C-8FBF-879EE34FB943}"/>
                </a:ext>
              </a:extLst>
            </p:cNvPr>
            <p:cNvSpPr/>
            <p:nvPr/>
          </p:nvSpPr>
          <p:spPr>
            <a:xfrm>
              <a:off x="7306309" y="3980552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6592"/>
                  </a:lnTo>
                  <a:lnTo>
                    <a:pt x="0" y="1433457"/>
                  </a:lnTo>
                  <a:lnTo>
                    <a:pt x="1395729" y="37727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71B4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4">
              <a:extLst>
                <a:ext uri="{FF2B5EF4-FFF2-40B4-BE49-F238E27FC236}">
                  <a16:creationId xmlns:a16="http://schemas.microsoft.com/office/drawing/2014/main" id="{3A521AB2-2BDE-68D6-3C86-7F9CD1D6EE80}"/>
                </a:ext>
              </a:extLst>
            </p:cNvPr>
            <p:cNvSpPr/>
            <p:nvPr/>
          </p:nvSpPr>
          <p:spPr>
            <a:xfrm>
              <a:off x="7306309" y="4018280"/>
              <a:ext cx="1395730" cy="1433830"/>
            </a:xfrm>
            <a:custGeom>
              <a:avLst/>
              <a:gdLst/>
              <a:ahLst/>
              <a:cxnLst/>
              <a:rect l="l" t="t" r="r" b="b"/>
              <a:pathLst>
                <a:path w="1395729" h="1433829">
                  <a:moveTo>
                    <a:pt x="1395729" y="0"/>
                  </a:moveTo>
                  <a:lnTo>
                    <a:pt x="0" y="1395729"/>
                  </a:lnTo>
                  <a:lnTo>
                    <a:pt x="0" y="1433829"/>
                  </a:lnTo>
                  <a:lnTo>
                    <a:pt x="1395729" y="38099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72B5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5">
              <a:extLst>
                <a:ext uri="{FF2B5EF4-FFF2-40B4-BE49-F238E27FC236}">
                  <a16:creationId xmlns:a16="http://schemas.microsoft.com/office/drawing/2014/main" id="{A93FD57F-8505-1C8B-2A95-2136C445C6C6}"/>
                </a:ext>
              </a:extLst>
            </p:cNvPr>
            <p:cNvSpPr/>
            <p:nvPr/>
          </p:nvSpPr>
          <p:spPr>
            <a:xfrm>
              <a:off x="7306309" y="4056380"/>
              <a:ext cx="1395730" cy="1432560"/>
            </a:xfrm>
            <a:custGeom>
              <a:avLst/>
              <a:gdLst/>
              <a:ahLst/>
              <a:cxnLst/>
              <a:rect l="l" t="t" r="r" b="b"/>
              <a:pathLst>
                <a:path w="1395729" h="1432560">
                  <a:moveTo>
                    <a:pt x="1395729" y="0"/>
                  </a:moveTo>
                  <a:lnTo>
                    <a:pt x="0" y="1395729"/>
                  </a:lnTo>
                  <a:lnTo>
                    <a:pt x="0" y="1432560"/>
                  </a:lnTo>
                  <a:lnTo>
                    <a:pt x="1395729" y="37692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73B5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6">
              <a:extLst>
                <a:ext uri="{FF2B5EF4-FFF2-40B4-BE49-F238E27FC236}">
                  <a16:creationId xmlns:a16="http://schemas.microsoft.com/office/drawing/2014/main" id="{8102FEE7-9F87-B7B8-4E0D-E4842F5B392E}"/>
                </a:ext>
              </a:extLst>
            </p:cNvPr>
            <p:cNvSpPr/>
            <p:nvPr/>
          </p:nvSpPr>
          <p:spPr>
            <a:xfrm>
              <a:off x="7306309" y="4094072"/>
              <a:ext cx="1395730" cy="1396365"/>
            </a:xfrm>
            <a:custGeom>
              <a:avLst/>
              <a:gdLst/>
              <a:ahLst/>
              <a:cxnLst/>
              <a:rect l="l" t="t" r="r" b="b"/>
              <a:pathLst>
                <a:path w="1395729" h="1396364">
                  <a:moveTo>
                    <a:pt x="1395729" y="0"/>
                  </a:moveTo>
                  <a:lnTo>
                    <a:pt x="0" y="1394868"/>
                  </a:lnTo>
                  <a:lnTo>
                    <a:pt x="0" y="1396137"/>
                  </a:lnTo>
                  <a:lnTo>
                    <a:pt x="36830" y="1396137"/>
                  </a:lnTo>
                  <a:lnTo>
                    <a:pt x="1395729" y="37237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74B6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FA987240-4901-9BC4-3E57-8F408177B80C}"/>
                </a:ext>
              </a:extLst>
            </p:cNvPr>
            <p:cNvSpPr/>
            <p:nvPr/>
          </p:nvSpPr>
          <p:spPr>
            <a:xfrm>
              <a:off x="7343140" y="4131310"/>
              <a:ext cx="1358900" cy="1358900"/>
            </a:xfrm>
            <a:custGeom>
              <a:avLst/>
              <a:gdLst/>
              <a:ahLst/>
              <a:cxnLst/>
              <a:rect l="l" t="t" r="r" b="b"/>
              <a:pathLst>
                <a:path w="1358900" h="1358900">
                  <a:moveTo>
                    <a:pt x="1358899" y="0"/>
                  </a:moveTo>
                  <a:lnTo>
                    <a:pt x="0" y="1358899"/>
                  </a:lnTo>
                  <a:lnTo>
                    <a:pt x="38100" y="1358899"/>
                  </a:lnTo>
                  <a:lnTo>
                    <a:pt x="1358899" y="38100"/>
                  </a:lnTo>
                  <a:lnTo>
                    <a:pt x="1358899" y="0"/>
                  </a:lnTo>
                  <a:close/>
                </a:path>
              </a:pathLst>
            </a:custGeom>
            <a:solidFill>
              <a:srgbClr val="75B6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98">
              <a:extLst>
                <a:ext uri="{FF2B5EF4-FFF2-40B4-BE49-F238E27FC236}">
                  <a16:creationId xmlns:a16="http://schemas.microsoft.com/office/drawing/2014/main" id="{AE02839F-6177-BA75-9060-2CFE18E91005}"/>
                </a:ext>
              </a:extLst>
            </p:cNvPr>
            <p:cNvSpPr/>
            <p:nvPr/>
          </p:nvSpPr>
          <p:spPr>
            <a:xfrm>
              <a:off x="7381240" y="4169410"/>
              <a:ext cx="1320800" cy="1320800"/>
            </a:xfrm>
            <a:custGeom>
              <a:avLst/>
              <a:gdLst/>
              <a:ahLst/>
              <a:cxnLst/>
              <a:rect l="l" t="t" r="r" b="b"/>
              <a:pathLst>
                <a:path w="1320800" h="1320800">
                  <a:moveTo>
                    <a:pt x="1320799" y="0"/>
                  </a:moveTo>
                  <a:lnTo>
                    <a:pt x="0" y="1320799"/>
                  </a:lnTo>
                  <a:lnTo>
                    <a:pt x="38100" y="1320799"/>
                  </a:lnTo>
                  <a:lnTo>
                    <a:pt x="1320799" y="38100"/>
                  </a:lnTo>
                  <a:lnTo>
                    <a:pt x="1320799" y="0"/>
                  </a:lnTo>
                  <a:close/>
                </a:path>
              </a:pathLst>
            </a:custGeom>
            <a:solidFill>
              <a:srgbClr val="76B7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99">
              <a:extLst>
                <a:ext uri="{FF2B5EF4-FFF2-40B4-BE49-F238E27FC236}">
                  <a16:creationId xmlns:a16="http://schemas.microsoft.com/office/drawing/2014/main" id="{047710FB-75C1-7955-F172-97FB8552258E}"/>
                </a:ext>
              </a:extLst>
            </p:cNvPr>
            <p:cNvSpPr/>
            <p:nvPr/>
          </p:nvSpPr>
          <p:spPr>
            <a:xfrm>
              <a:off x="7419340" y="4207510"/>
              <a:ext cx="1282700" cy="1282700"/>
            </a:xfrm>
            <a:custGeom>
              <a:avLst/>
              <a:gdLst/>
              <a:ahLst/>
              <a:cxnLst/>
              <a:rect l="l" t="t" r="r" b="b"/>
              <a:pathLst>
                <a:path w="1282700" h="1282700">
                  <a:moveTo>
                    <a:pt x="1282699" y="0"/>
                  </a:moveTo>
                  <a:lnTo>
                    <a:pt x="0" y="1282699"/>
                  </a:lnTo>
                  <a:lnTo>
                    <a:pt x="38052" y="1282699"/>
                  </a:lnTo>
                  <a:lnTo>
                    <a:pt x="1282699" y="37284"/>
                  </a:lnTo>
                  <a:lnTo>
                    <a:pt x="1282699" y="0"/>
                  </a:lnTo>
                  <a:close/>
                </a:path>
              </a:pathLst>
            </a:custGeom>
            <a:solidFill>
              <a:srgbClr val="77B7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0">
              <a:extLst>
                <a:ext uri="{FF2B5EF4-FFF2-40B4-BE49-F238E27FC236}">
                  <a16:creationId xmlns:a16="http://schemas.microsoft.com/office/drawing/2014/main" id="{6A5F75B2-4E4E-06B0-5D91-C6602D363BE4}"/>
                </a:ext>
              </a:extLst>
            </p:cNvPr>
            <p:cNvSpPr/>
            <p:nvPr/>
          </p:nvSpPr>
          <p:spPr>
            <a:xfrm>
              <a:off x="7457392" y="4244794"/>
              <a:ext cx="1245235" cy="1245870"/>
            </a:xfrm>
            <a:custGeom>
              <a:avLst/>
              <a:gdLst/>
              <a:ahLst/>
              <a:cxnLst/>
              <a:rect l="l" t="t" r="r" b="b"/>
              <a:pathLst>
                <a:path w="1245234" h="1245870">
                  <a:moveTo>
                    <a:pt x="1244647" y="0"/>
                  </a:moveTo>
                  <a:lnTo>
                    <a:pt x="0" y="1245415"/>
                  </a:lnTo>
                  <a:lnTo>
                    <a:pt x="36877" y="1245415"/>
                  </a:lnTo>
                  <a:lnTo>
                    <a:pt x="1244647" y="37645"/>
                  </a:lnTo>
                  <a:lnTo>
                    <a:pt x="1244647" y="0"/>
                  </a:lnTo>
                  <a:close/>
                </a:path>
              </a:pathLst>
            </a:custGeom>
            <a:solidFill>
              <a:srgbClr val="78B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1">
              <a:extLst>
                <a:ext uri="{FF2B5EF4-FFF2-40B4-BE49-F238E27FC236}">
                  <a16:creationId xmlns:a16="http://schemas.microsoft.com/office/drawing/2014/main" id="{24FE2F64-AB64-30AE-9ABB-2CB4B12A9546}"/>
                </a:ext>
              </a:extLst>
            </p:cNvPr>
            <p:cNvSpPr/>
            <p:nvPr/>
          </p:nvSpPr>
          <p:spPr>
            <a:xfrm>
              <a:off x="7494270" y="4282439"/>
              <a:ext cx="1207770" cy="1207770"/>
            </a:xfrm>
            <a:custGeom>
              <a:avLst/>
              <a:gdLst/>
              <a:ahLst/>
              <a:cxnLst/>
              <a:rect l="l" t="t" r="r" b="b"/>
              <a:pathLst>
                <a:path w="1207770" h="1207770">
                  <a:moveTo>
                    <a:pt x="1207769" y="0"/>
                  </a:moveTo>
                  <a:lnTo>
                    <a:pt x="0" y="1207769"/>
                  </a:lnTo>
                  <a:lnTo>
                    <a:pt x="38100" y="1207769"/>
                  </a:lnTo>
                  <a:lnTo>
                    <a:pt x="1207769" y="38100"/>
                  </a:lnTo>
                  <a:lnTo>
                    <a:pt x="1207769" y="0"/>
                  </a:lnTo>
                  <a:close/>
                </a:path>
              </a:pathLst>
            </a:custGeom>
            <a:solidFill>
              <a:srgbClr val="79B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2">
              <a:extLst>
                <a:ext uri="{FF2B5EF4-FFF2-40B4-BE49-F238E27FC236}">
                  <a16:creationId xmlns:a16="http://schemas.microsoft.com/office/drawing/2014/main" id="{DA3C83D0-2CCB-962E-90AB-F2077A69C342}"/>
                </a:ext>
              </a:extLst>
            </p:cNvPr>
            <p:cNvSpPr/>
            <p:nvPr/>
          </p:nvSpPr>
          <p:spPr>
            <a:xfrm>
              <a:off x="7532370" y="4320539"/>
              <a:ext cx="1169670" cy="1169670"/>
            </a:xfrm>
            <a:custGeom>
              <a:avLst/>
              <a:gdLst/>
              <a:ahLst/>
              <a:cxnLst/>
              <a:rect l="l" t="t" r="r" b="b"/>
              <a:pathLst>
                <a:path w="1169670" h="1169670">
                  <a:moveTo>
                    <a:pt x="1169669" y="0"/>
                  </a:moveTo>
                  <a:lnTo>
                    <a:pt x="0" y="1169669"/>
                  </a:lnTo>
                  <a:lnTo>
                    <a:pt x="36911" y="1169669"/>
                  </a:lnTo>
                  <a:lnTo>
                    <a:pt x="1169669" y="37610"/>
                  </a:lnTo>
                  <a:lnTo>
                    <a:pt x="1169669" y="0"/>
                  </a:lnTo>
                  <a:close/>
                </a:path>
              </a:pathLst>
            </a:custGeom>
            <a:solidFill>
              <a:srgbClr val="7AB9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3">
              <a:extLst>
                <a:ext uri="{FF2B5EF4-FFF2-40B4-BE49-F238E27FC236}">
                  <a16:creationId xmlns:a16="http://schemas.microsoft.com/office/drawing/2014/main" id="{6B1B27A3-52CA-B96A-2EFC-4F080A3F981F}"/>
                </a:ext>
              </a:extLst>
            </p:cNvPr>
            <p:cNvSpPr/>
            <p:nvPr/>
          </p:nvSpPr>
          <p:spPr>
            <a:xfrm>
              <a:off x="7569281" y="4358150"/>
              <a:ext cx="1132840" cy="1132205"/>
            </a:xfrm>
            <a:custGeom>
              <a:avLst/>
              <a:gdLst/>
              <a:ahLst/>
              <a:cxnLst/>
              <a:rect l="l" t="t" r="r" b="b"/>
              <a:pathLst>
                <a:path w="1132840" h="1132204">
                  <a:moveTo>
                    <a:pt x="1132758" y="0"/>
                  </a:moveTo>
                  <a:lnTo>
                    <a:pt x="0" y="1132059"/>
                  </a:lnTo>
                  <a:lnTo>
                    <a:pt x="38018" y="1132059"/>
                  </a:lnTo>
                  <a:lnTo>
                    <a:pt x="1132758" y="37319"/>
                  </a:lnTo>
                  <a:lnTo>
                    <a:pt x="1132758" y="0"/>
                  </a:lnTo>
                  <a:close/>
                </a:path>
              </a:pathLst>
            </a:custGeom>
            <a:solidFill>
              <a:srgbClr val="7BB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4">
              <a:extLst>
                <a:ext uri="{FF2B5EF4-FFF2-40B4-BE49-F238E27FC236}">
                  <a16:creationId xmlns:a16="http://schemas.microsoft.com/office/drawing/2014/main" id="{96C6DD93-2FD9-E3A7-177A-1ECD02F5709D}"/>
                </a:ext>
              </a:extLst>
            </p:cNvPr>
            <p:cNvSpPr/>
            <p:nvPr/>
          </p:nvSpPr>
          <p:spPr>
            <a:xfrm>
              <a:off x="7607299" y="4395470"/>
              <a:ext cx="1094740" cy="1094740"/>
            </a:xfrm>
            <a:custGeom>
              <a:avLst/>
              <a:gdLst/>
              <a:ahLst/>
              <a:cxnLst/>
              <a:rect l="l" t="t" r="r" b="b"/>
              <a:pathLst>
                <a:path w="1094740" h="1094739">
                  <a:moveTo>
                    <a:pt x="1094739" y="0"/>
                  </a:moveTo>
                  <a:lnTo>
                    <a:pt x="0" y="1094739"/>
                  </a:lnTo>
                  <a:lnTo>
                    <a:pt x="38100" y="1094739"/>
                  </a:lnTo>
                  <a:lnTo>
                    <a:pt x="1094739" y="38100"/>
                  </a:lnTo>
                  <a:lnTo>
                    <a:pt x="1094739" y="0"/>
                  </a:lnTo>
                  <a:close/>
                </a:path>
              </a:pathLst>
            </a:custGeom>
            <a:solidFill>
              <a:srgbClr val="7CB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5">
              <a:extLst>
                <a:ext uri="{FF2B5EF4-FFF2-40B4-BE49-F238E27FC236}">
                  <a16:creationId xmlns:a16="http://schemas.microsoft.com/office/drawing/2014/main" id="{95E6B4D5-E819-C45E-8897-E2F677B6D558}"/>
                </a:ext>
              </a:extLst>
            </p:cNvPr>
            <p:cNvSpPr/>
            <p:nvPr/>
          </p:nvSpPr>
          <p:spPr>
            <a:xfrm>
              <a:off x="7645399" y="4433570"/>
              <a:ext cx="1056640" cy="1056640"/>
            </a:xfrm>
            <a:custGeom>
              <a:avLst/>
              <a:gdLst/>
              <a:ahLst/>
              <a:cxnLst/>
              <a:rect l="l" t="t" r="r" b="b"/>
              <a:pathLst>
                <a:path w="1056640" h="1056639">
                  <a:moveTo>
                    <a:pt x="1056639" y="0"/>
                  </a:moveTo>
                  <a:lnTo>
                    <a:pt x="0" y="1056639"/>
                  </a:lnTo>
                  <a:lnTo>
                    <a:pt x="38100" y="1056639"/>
                  </a:lnTo>
                  <a:lnTo>
                    <a:pt x="1056639" y="38100"/>
                  </a:lnTo>
                  <a:lnTo>
                    <a:pt x="1056639" y="0"/>
                  </a:lnTo>
                  <a:close/>
                </a:path>
              </a:pathLst>
            </a:custGeom>
            <a:solidFill>
              <a:srgbClr val="7DB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6">
              <a:extLst>
                <a:ext uri="{FF2B5EF4-FFF2-40B4-BE49-F238E27FC236}">
                  <a16:creationId xmlns:a16="http://schemas.microsoft.com/office/drawing/2014/main" id="{A9E8243E-631A-5A72-3C12-5C13902F845C}"/>
                </a:ext>
              </a:extLst>
            </p:cNvPr>
            <p:cNvSpPr/>
            <p:nvPr/>
          </p:nvSpPr>
          <p:spPr>
            <a:xfrm>
              <a:off x="7683499" y="4471670"/>
              <a:ext cx="1018540" cy="1018540"/>
            </a:xfrm>
            <a:custGeom>
              <a:avLst/>
              <a:gdLst/>
              <a:ahLst/>
              <a:cxnLst/>
              <a:rect l="l" t="t" r="r" b="b"/>
              <a:pathLst>
                <a:path w="1018540" h="1018539">
                  <a:moveTo>
                    <a:pt x="1018539" y="0"/>
                  </a:moveTo>
                  <a:lnTo>
                    <a:pt x="0" y="1018539"/>
                  </a:lnTo>
                  <a:lnTo>
                    <a:pt x="37971" y="1018539"/>
                  </a:lnTo>
                  <a:lnTo>
                    <a:pt x="1018539" y="37365"/>
                  </a:lnTo>
                  <a:lnTo>
                    <a:pt x="1018539" y="0"/>
                  </a:lnTo>
                  <a:close/>
                </a:path>
              </a:pathLst>
            </a:custGeom>
            <a:solidFill>
              <a:srgbClr val="7EBB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07">
              <a:extLst>
                <a:ext uri="{FF2B5EF4-FFF2-40B4-BE49-F238E27FC236}">
                  <a16:creationId xmlns:a16="http://schemas.microsoft.com/office/drawing/2014/main" id="{BF250CBB-58CF-2223-F54F-04AA3FFD07CA}"/>
                </a:ext>
              </a:extLst>
            </p:cNvPr>
            <p:cNvSpPr/>
            <p:nvPr/>
          </p:nvSpPr>
          <p:spPr>
            <a:xfrm>
              <a:off x="7721471" y="4509035"/>
              <a:ext cx="981075" cy="981710"/>
            </a:xfrm>
            <a:custGeom>
              <a:avLst/>
              <a:gdLst/>
              <a:ahLst/>
              <a:cxnLst/>
              <a:rect l="l" t="t" r="r" b="b"/>
              <a:pathLst>
                <a:path w="981075" h="981710">
                  <a:moveTo>
                    <a:pt x="980568" y="0"/>
                  </a:moveTo>
                  <a:lnTo>
                    <a:pt x="0" y="981174"/>
                  </a:lnTo>
                  <a:lnTo>
                    <a:pt x="36958" y="981174"/>
                  </a:lnTo>
                  <a:lnTo>
                    <a:pt x="980568" y="37564"/>
                  </a:lnTo>
                  <a:lnTo>
                    <a:pt x="980568" y="0"/>
                  </a:lnTo>
                  <a:close/>
                </a:path>
              </a:pathLst>
            </a:custGeom>
            <a:solidFill>
              <a:srgbClr val="7FBC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08">
              <a:extLst>
                <a:ext uri="{FF2B5EF4-FFF2-40B4-BE49-F238E27FC236}">
                  <a16:creationId xmlns:a16="http://schemas.microsoft.com/office/drawing/2014/main" id="{CE7D4F13-D116-9EE5-6A33-BFFD9C909AA9}"/>
                </a:ext>
              </a:extLst>
            </p:cNvPr>
            <p:cNvSpPr/>
            <p:nvPr/>
          </p:nvSpPr>
          <p:spPr>
            <a:xfrm>
              <a:off x="7758430" y="4546600"/>
              <a:ext cx="943610" cy="943610"/>
            </a:xfrm>
            <a:custGeom>
              <a:avLst/>
              <a:gdLst/>
              <a:ahLst/>
              <a:cxnLst/>
              <a:rect l="l" t="t" r="r" b="b"/>
              <a:pathLst>
                <a:path w="943609" h="943610">
                  <a:moveTo>
                    <a:pt x="943609" y="0"/>
                  </a:moveTo>
                  <a:lnTo>
                    <a:pt x="0" y="943609"/>
                  </a:lnTo>
                  <a:lnTo>
                    <a:pt x="36981" y="943609"/>
                  </a:lnTo>
                  <a:lnTo>
                    <a:pt x="943609" y="37541"/>
                  </a:lnTo>
                  <a:lnTo>
                    <a:pt x="943609" y="0"/>
                  </a:lnTo>
                  <a:close/>
                </a:path>
              </a:pathLst>
            </a:custGeom>
            <a:solidFill>
              <a:srgbClr val="80BC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09">
              <a:extLst>
                <a:ext uri="{FF2B5EF4-FFF2-40B4-BE49-F238E27FC236}">
                  <a16:creationId xmlns:a16="http://schemas.microsoft.com/office/drawing/2014/main" id="{4D10C0FC-1F1A-79D0-0FBF-BC8D36A50F86}"/>
                </a:ext>
              </a:extLst>
            </p:cNvPr>
            <p:cNvSpPr/>
            <p:nvPr/>
          </p:nvSpPr>
          <p:spPr>
            <a:xfrm>
              <a:off x="7795411" y="4584141"/>
              <a:ext cx="906780" cy="906144"/>
            </a:xfrm>
            <a:custGeom>
              <a:avLst/>
              <a:gdLst/>
              <a:ahLst/>
              <a:cxnLst/>
              <a:rect l="l" t="t" r="r" b="b"/>
              <a:pathLst>
                <a:path w="906779" h="906145">
                  <a:moveTo>
                    <a:pt x="906628" y="0"/>
                  </a:moveTo>
                  <a:lnTo>
                    <a:pt x="0" y="906068"/>
                  </a:lnTo>
                  <a:lnTo>
                    <a:pt x="38111" y="906068"/>
                  </a:lnTo>
                  <a:lnTo>
                    <a:pt x="906628" y="38088"/>
                  </a:lnTo>
                  <a:lnTo>
                    <a:pt x="906628" y="0"/>
                  </a:lnTo>
                  <a:close/>
                </a:path>
              </a:pathLst>
            </a:custGeom>
            <a:solidFill>
              <a:srgbClr val="81BD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0">
              <a:extLst>
                <a:ext uri="{FF2B5EF4-FFF2-40B4-BE49-F238E27FC236}">
                  <a16:creationId xmlns:a16="http://schemas.microsoft.com/office/drawing/2014/main" id="{3ECD1213-038B-5F58-3A65-596E0A653FEA}"/>
                </a:ext>
              </a:extLst>
            </p:cNvPr>
            <p:cNvSpPr/>
            <p:nvPr/>
          </p:nvSpPr>
          <p:spPr>
            <a:xfrm>
              <a:off x="7833523" y="4622229"/>
              <a:ext cx="868680" cy="868044"/>
            </a:xfrm>
            <a:custGeom>
              <a:avLst/>
              <a:gdLst/>
              <a:ahLst/>
              <a:cxnLst/>
              <a:rect l="l" t="t" r="r" b="b"/>
              <a:pathLst>
                <a:path w="868679" h="868045">
                  <a:moveTo>
                    <a:pt x="868516" y="0"/>
                  </a:moveTo>
                  <a:lnTo>
                    <a:pt x="0" y="867980"/>
                  </a:lnTo>
                  <a:lnTo>
                    <a:pt x="37936" y="867980"/>
                  </a:lnTo>
                  <a:lnTo>
                    <a:pt x="868516" y="37400"/>
                  </a:lnTo>
                  <a:lnTo>
                    <a:pt x="868516" y="0"/>
                  </a:lnTo>
                  <a:close/>
                </a:path>
              </a:pathLst>
            </a:custGeom>
            <a:solidFill>
              <a:srgbClr val="82BD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1">
              <a:extLst>
                <a:ext uri="{FF2B5EF4-FFF2-40B4-BE49-F238E27FC236}">
                  <a16:creationId xmlns:a16="http://schemas.microsoft.com/office/drawing/2014/main" id="{78B3BA85-38A4-4251-0C11-2BCB98107080}"/>
                </a:ext>
              </a:extLst>
            </p:cNvPr>
            <p:cNvSpPr/>
            <p:nvPr/>
          </p:nvSpPr>
          <p:spPr>
            <a:xfrm>
              <a:off x="7871459" y="4659630"/>
              <a:ext cx="830580" cy="830580"/>
            </a:xfrm>
            <a:custGeom>
              <a:avLst/>
              <a:gdLst/>
              <a:ahLst/>
              <a:cxnLst/>
              <a:rect l="l" t="t" r="r" b="b"/>
              <a:pathLst>
                <a:path w="830579" h="830579">
                  <a:moveTo>
                    <a:pt x="830579" y="0"/>
                  </a:moveTo>
                  <a:lnTo>
                    <a:pt x="0" y="830579"/>
                  </a:lnTo>
                  <a:lnTo>
                    <a:pt x="38286" y="830579"/>
                  </a:lnTo>
                  <a:lnTo>
                    <a:pt x="830579" y="38775"/>
                  </a:lnTo>
                  <a:lnTo>
                    <a:pt x="830579" y="0"/>
                  </a:lnTo>
                  <a:close/>
                </a:path>
              </a:pathLst>
            </a:custGeom>
            <a:solidFill>
              <a:srgbClr val="83BE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2">
              <a:extLst>
                <a:ext uri="{FF2B5EF4-FFF2-40B4-BE49-F238E27FC236}">
                  <a16:creationId xmlns:a16="http://schemas.microsoft.com/office/drawing/2014/main" id="{A749C13B-D3C6-C1FD-9423-B155D3BE9206}"/>
                </a:ext>
              </a:extLst>
            </p:cNvPr>
            <p:cNvSpPr/>
            <p:nvPr/>
          </p:nvSpPr>
          <p:spPr>
            <a:xfrm>
              <a:off x="7909746" y="4698405"/>
              <a:ext cx="792480" cy="791845"/>
            </a:xfrm>
            <a:custGeom>
              <a:avLst/>
              <a:gdLst/>
              <a:ahLst/>
              <a:cxnLst/>
              <a:rect l="l" t="t" r="r" b="b"/>
              <a:pathLst>
                <a:path w="792479" h="791845">
                  <a:moveTo>
                    <a:pt x="792293" y="0"/>
                  </a:moveTo>
                  <a:lnTo>
                    <a:pt x="0" y="791804"/>
                  </a:lnTo>
                  <a:lnTo>
                    <a:pt x="37714" y="791804"/>
                  </a:lnTo>
                  <a:lnTo>
                    <a:pt x="792293" y="36759"/>
                  </a:lnTo>
                  <a:lnTo>
                    <a:pt x="792293" y="0"/>
                  </a:lnTo>
                  <a:close/>
                </a:path>
              </a:pathLst>
            </a:custGeom>
            <a:solidFill>
              <a:srgbClr val="84BE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3">
              <a:extLst>
                <a:ext uri="{FF2B5EF4-FFF2-40B4-BE49-F238E27FC236}">
                  <a16:creationId xmlns:a16="http://schemas.microsoft.com/office/drawing/2014/main" id="{BA3AAFB0-44EC-B771-FB76-C0482334FCFD}"/>
                </a:ext>
              </a:extLst>
            </p:cNvPr>
            <p:cNvSpPr/>
            <p:nvPr/>
          </p:nvSpPr>
          <p:spPr>
            <a:xfrm>
              <a:off x="7947462" y="4735165"/>
              <a:ext cx="755015" cy="755650"/>
            </a:xfrm>
            <a:custGeom>
              <a:avLst/>
              <a:gdLst/>
              <a:ahLst/>
              <a:cxnLst/>
              <a:rect l="l" t="t" r="r" b="b"/>
              <a:pathLst>
                <a:path w="755015" h="755650">
                  <a:moveTo>
                    <a:pt x="754578" y="0"/>
                  </a:moveTo>
                  <a:lnTo>
                    <a:pt x="0" y="755044"/>
                  </a:lnTo>
                  <a:lnTo>
                    <a:pt x="38088" y="755044"/>
                  </a:lnTo>
                  <a:lnTo>
                    <a:pt x="754578" y="38111"/>
                  </a:lnTo>
                  <a:lnTo>
                    <a:pt x="754578" y="0"/>
                  </a:lnTo>
                  <a:close/>
                </a:path>
              </a:pathLst>
            </a:custGeom>
            <a:solidFill>
              <a:srgbClr val="85BF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4">
              <a:extLst>
                <a:ext uri="{FF2B5EF4-FFF2-40B4-BE49-F238E27FC236}">
                  <a16:creationId xmlns:a16="http://schemas.microsoft.com/office/drawing/2014/main" id="{A77E8AD7-74A4-050E-BD86-3526A43E0D84}"/>
                </a:ext>
              </a:extLst>
            </p:cNvPr>
            <p:cNvSpPr/>
            <p:nvPr/>
          </p:nvSpPr>
          <p:spPr>
            <a:xfrm>
              <a:off x="7985549" y="4773277"/>
              <a:ext cx="716915" cy="717550"/>
            </a:xfrm>
            <a:custGeom>
              <a:avLst/>
              <a:gdLst/>
              <a:ahLst/>
              <a:cxnLst/>
              <a:rect l="l" t="t" r="r" b="b"/>
              <a:pathLst>
                <a:path w="716915" h="717550">
                  <a:moveTo>
                    <a:pt x="716490" y="0"/>
                  </a:moveTo>
                  <a:lnTo>
                    <a:pt x="0" y="716932"/>
                  </a:lnTo>
                  <a:lnTo>
                    <a:pt x="37040" y="716932"/>
                  </a:lnTo>
                  <a:lnTo>
                    <a:pt x="716490" y="37482"/>
                  </a:lnTo>
                  <a:lnTo>
                    <a:pt x="716490" y="0"/>
                  </a:lnTo>
                  <a:close/>
                </a:path>
              </a:pathLst>
            </a:custGeom>
            <a:solidFill>
              <a:srgbClr val="86BF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5">
              <a:extLst>
                <a:ext uri="{FF2B5EF4-FFF2-40B4-BE49-F238E27FC236}">
                  <a16:creationId xmlns:a16="http://schemas.microsoft.com/office/drawing/2014/main" id="{6E6D605B-153F-D499-6DD0-F79A914DCCEC}"/>
                </a:ext>
              </a:extLst>
            </p:cNvPr>
            <p:cNvSpPr/>
            <p:nvPr/>
          </p:nvSpPr>
          <p:spPr>
            <a:xfrm>
              <a:off x="8022590" y="4810760"/>
              <a:ext cx="679450" cy="679450"/>
            </a:xfrm>
            <a:custGeom>
              <a:avLst/>
              <a:gdLst/>
              <a:ahLst/>
              <a:cxnLst/>
              <a:rect l="l" t="t" r="r" b="b"/>
              <a:pathLst>
                <a:path w="679450" h="679450">
                  <a:moveTo>
                    <a:pt x="679449" y="0"/>
                  </a:moveTo>
                  <a:lnTo>
                    <a:pt x="0" y="679449"/>
                  </a:lnTo>
                  <a:lnTo>
                    <a:pt x="37062" y="679449"/>
                  </a:lnTo>
                  <a:lnTo>
                    <a:pt x="679449" y="37459"/>
                  </a:lnTo>
                  <a:lnTo>
                    <a:pt x="679449" y="0"/>
                  </a:lnTo>
                  <a:close/>
                </a:path>
              </a:pathLst>
            </a:custGeom>
            <a:solidFill>
              <a:srgbClr val="87C0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6">
              <a:extLst>
                <a:ext uri="{FF2B5EF4-FFF2-40B4-BE49-F238E27FC236}">
                  <a16:creationId xmlns:a16="http://schemas.microsoft.com/office/drawing/2014/main" id="{6769BDED-95FD-8DA2-B2E2-463F918C14DE}"/>
                </a:ext>
              </a:extLst>
            </p:cNvPr>
            <p:cNvSpPr/>
            <p:nvPr/>
          </p:nvSpPr>
          <p:spPr>
            <a:xfrm>
              <a:off x="8059652" y="4848219"/>
              <a:ext cx="642620" cy="641985"/>
            </a:xfrm>
            <a:custGeom>
              <a:avLst/>
              <a:gdLst/>
              <a:ahLst/>
              <a:cxnLst/>
              <a:rect l="l" t="t" r="r" b="b"/>
              <a:pathLst>
                <a:path w="642620" h="641985">
                  <a:moveTo>
                    <a:pt x="642387" y="0"/>
                  </a:moveTo>
                  <a:lnTo>
                    <a:pt x="0" y="641990"/>
                  </a:lnTo>
                  <a:lnTo>
                    <a:pt x="37867" y="641990"/>
                  </a:lnTo>
                  <a:lnTo>
                    <a:pt x="642387" y="37470"/>
                  </a:lnTo>
                  <a:lnTo>
                    <a:pt x="642387" y="0"/>
                  </a:lnTo>
                  <a:close/>
                </a:path>
              </a:pathLst>
            </a:custGeom>
            <a:solidFill>
              <a:srgbClr val="88C0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17">
              <a:extLst>
                <a:ext uri="{FF2B5EF4-FFF2-40B4-BE49-F238E27FC236}">
                  <a16:creationId xmlns:a16="http://schemas.microsoft.com/office/drawing/2014/main" id="{FF5532C0-F249-5049-5EAC-5CFAFF6AD7DE}"/>
                </a:ext>
              </a:extLst>
            </p:cNvPr>
            <p:cNvSpPr/>
            <p:nvPr/>
          </p:nvSpPr>
          <p:spPr>
            <a:xfrm>
              <a:off x="8097520" y="4885689"/>
              <a:ext cx="604520" cy="604520"/>
            </a:xfrm>
            <a:custGeom>
              <a:avLst/>
              <a:gdLst/>
              <a:ahLst/>
              <a:cxnLst/>
              <a:rect l="l" t="t" r="r" b="b"/>
              <a:pathLst>
                <a:path w="604520" h="604520">
                  <a:moveTo>
                    <a:pt x="604519" y="0"/>
                  </a:moveTo>
                  <a:lnTo>
                    <a:pt x="0" y="604519"/>
                  </a:lnTo>
                  <a:lnTo>
                    <a:pt x="38356" y="604519"/>
                  </a:lnTo>
                  <a:lnTo>
                    <a:pt x="604519" y="38705"/>
                  </a:lnTo>
                  <a:lnTo>
                    <a:pt x="604519" y="0"/>
                  </a:lnTo>
                  <a:close/>
                </a:path>
              </a:pathLst>
            </a:custGeom>
            <a:solidFill>
              <a:srgbClr val="89C1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5BFD5835-7123-9F75-306F-A06F990E4A27}"/>
                </a:ext>
              </a:extLst>
            </p:cNvPr>
            <p:cNvSpPr/>
            <p:nvPr/>
          </p:nvSpPr>
          <p:spPr>
            <a:xfrm>
              <a:off x="8135876" y="4924396"/>
              <a:ext cx="566420" cy="566420"/>
            </a:xfrm>
            <a:custGeom>
              <a:avLst/>
              <a:gdLst/>
              <a:ahLst/>
              <a:cxnLst/>
              <a:rect l="l" t="t" r="r" b="b"/>
              <a:pathLst>
                <a:path w="566420" h="566420">
                  <a:moveTo>
                    <a:pt x="566163" y="0"/>
                  </a:moveTo>
                  <a:lnTo>
                    <a:pt x="0" y="565814"/>
                  </a:lnTo>
                  <a:lnTo>
                    <a:pt x="38111" y="565814"/>
                  </a:lnTo>
                  <a:lnTo>
                    <a:pt x="566163" y="38088"/>
                  </a:lnTo>
                  <a:lnTo>
                    <a:pt x="566163" y="0"/>
                  </a:lnTo>
                  <a:close/>
                </a:path>
              </a:pathLst>
            </a:custGeom>
            <a:solidFill>
              <a:srgbClr val="8AC1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19">
              <a:extLst>
                <a:ext uri="{FF2B5EF4-FFF2-40B4-BE49-F238E27FC236}">
                  <a16:creationId xmlns:a16="http://schemas.microsoft.com/office/drawing/2014/main" id="{F5EF5EE4-94BE-D115-1E64-DFFB95BEE7CA}"/>
                </a:ext>
              </a:extLst>
            </p:cNvPr>
            <p:cNvSpPr/>
            <p:nvPr/>
          </p:nvSpPr>
          <p:spPr>
            <a:xfrm>
              <a:off x="8173988" y="4962484"/>
              <a:ext cx="528320" cy="528320"/>
            </a:xfrm>
            <a:custGeom>
              <a:avLst/>
              <a:gdLst/>
              <a:ahLst/>
              <a:cxnLst/>
              <a:rect l="l" t="t" r="r" b="b"/>
              <a:pathLst>
                <a:path w="528320" h="528320">
                  <a:moveTo>
                    <a:pt x="528051" y="0"/>
                  </a:moveTo>
                  <a:lnTo>
                    <a:pt x="0" y="527725"/>
                  </a:lnTo>
                  <a:lnTo>
                    <a:pt x="37551" y="527725"/>
                  </a:lnTo>
                  <a:lnTo>
                    <a:pt x="528051" y="36922"/>
                  </a:lnTo>
                  <a:lnTo>
                    <a:pt x="528051" y="0"/>
                  </a:lnTo>
                  <a:close/>
                </a:path>
              </a:pathLst>
            </a:custGeom>
            <a:solidFill>
              <a:srgbClr val="8BC2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0">
              <a:extLst>
                <a:ext uri="{FF2B5EF4-FFF2-40B4-BE49-F238E27FC236}">
                  <a16:creationId xmlns:a16="http://schemas.microsoft.com/office/drawing/2014/main" id="{01CE719F-905F-F8BD-6280-83206999B20D}"/>
                </a:ext>
              </a:extLst>
            </p:cNvPr>
            <p:cNvSpPr/>
            <p:nvPr/>
          </p:nvSpPr>
          <p:spPr>
            <a:xfrm>
              <a:off x="8211540" y="4999407"/>
              <a:ext cx="490855" cy="490855"/>
            </a:xfrm>
            <a:custGeom>
              <a:avLst/>
              <a:gdLst/>
              <a:ahLst/>
              <a:cxnLst/>
              <a:rect l="l" t="t" r="r" b="b"/>
              <a:pathLst>
                <a:path w="490854" h="490854">
                  <a:moveTo>
                    <a:pt x="490499" y="0"/>
                  </a:moveTo>
                  <a:lnTo>
                    <a:pt x="0" y="490802"/>
                  </a:lnTo>
                  <a:lnTo>
                    <a:pt x="38088" y="490802"/>
                  </a:lnTo>
                  <a:lnTo>
                    <a:pt x="490499" y="38111"/>
                  </a:lnTo>
                  <a:lnTo>
                    <a:pt x="490499" y="0"/>
                  </a:lnTo>
                  <a:close/>
                </a:path>
              </a:pathLst>
            </a:custGeom>
            <a:solidFill>
              <a:srgbClr val="8CC2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1">
              <a:extLst>
                <a:ext uri="{FF2B5EF4-FFF2-40B4-BE49-F238E27FC236}">
                  <a16:creationId xmlns:a16="http://schemas.microsoft.com/office/drawing/2014/main" id="{33CD9833-C3FD-6554-16C5-1F8C9A8B5C3E}"/>
                </a:ext>
              </a:extLst>
            </p:cNvPr>
            <p:cNvSpPr/>
            <p:nvPr/>
          </p:nvSpPr>
          <p:spPr>
            <a:xfrm>
              <a:off x="8249628" y="5037519"/>
              <a:ext cx="452755" cy="452755"/>
            </a:xfrm>
            <a:custGeom>
              <a:avLst/>
              <a:gdLst/>
              <a:ahLst/>
              <a:cxnLst/>
              <a:rect l="l" t="t" r="r" b="b"/>
              <a:pathLst>
                <a:path w="452754" h="452754">
                  <a:moveTo>
                    <a:pt x="452411" y="0"/>
                  </a:moveTo>
                  <a:lnTo>
                    <a:pt x="0" y="452691"/>
                  </a:lnTo>
                  <a:lnTo>
                    <a:pt x="37121" y="452691"/>
                  </a:lnTo>
                  <a:lnTo>
                    <a:pt x="452411" y="37401"/>
                  </a:lnTo>
                  <a:lnTo>
                    <a:pt x="452411" y="0"/>
                  </a:lnTo>
                  <a:close/>
                </a:path>
              </a:pathLst>
            </a:custGeom>
            <a:solidFill>
              <a:srgbClr val="8DC3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2">
              <a:extLst>
                <a:ext uri="{FF2B5EF4-FFF2-40B4-BE49-F238E27FC236}">
                  <a16:creationId xmlns:a16="http://schemas.microsoft.com/office/drawing/2014/main" id="{47C792EF-DB82-D3CE-F577-BCB92E56ACB5}"/>
                </a:ext>
              </a:extLst>
            </p:cNvPr>
            <p:cNvSpPr/>
            <p:nvPr/>
          </p:nvSpPr>
          <p:spPr>
            <a:xfrm>
              <a:off x="8286749" y="5074920"/>
              <a:ext cx="415290" cy="415290"/>
            </a:xfrm>
            <a:custGeom>
              <a:avLst/>
              <a:gdLst/>
              <a:ahLst/>
              <a:cxnLst/>
              <a:rect l="l" t="t" r="r" b="b"/>
              <a:pathLst>
                <a:path w="415290" h="415289">
                  <a:moveTo>
                    <a:pt x="415289" y="0"/>
                  </a:moveTo>
                  <a:lnTo>
                    <a:pt x="0" y="415289"/>
                  </a:lnTo>
                  <a:lnTo>
                    <a:pt x="37144" y="415289"/>
                  </a:lnTo>
                  <a:lnTo>
                    <a:pt x="415289" y="37377"/>
                  </a:lnTo>
                  <a:lnTo>
                    <a:pt x="415289" y="0"/>
                  </a:lnTo>
                  <a:close/>
                </a:path>
              </a:pathLst>
            </a:custGeom>
            <a:solidFill>
              <a:srgbClr val="8EC3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3">
              <a:extLst>
                <a:ext uri="{FF2B5EF4-FFF2-40B4-BE49-F238E27FC236}">
                  <a16:creationId xmlns:a16="http://schemas.microsoft.com/office/drawing/2014/main" id="{590F4731-EA8B-F232-C878-5E6C3DC30AEF}"/>
                </a:ext>
              </a:extLst>
            </p:cNvPr>
            <p:cNvSpPr/>
            <p:nvPr/>
          </p:nvSpPr>
          <p:spPr>
            <a:xfrm>
              <a:off x="8323894" y="5112298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59" h="378460">
                  <a:moveTo>
                    <a:pt x="378145" y="0"/>
                  </a:moveTo>
                  <a:lnTo>
                    <a:pt x="0" y="377912"/>
                  </a:lnTo>
                  <a:lnTo>
                    <a:pt x="38111" y="377912"/>
                  </a:lnTo>
                  <a:lnTo>
                    <a:pt x="378145" y="38088"/>
                  </a:lnTo>
                  <a:lnTo>
                    <a:pt x="378145" y="0"/>
                  </a:lnTo>
                  <a:close/>
                </a:path>
              </a:pathLst>
            </a:custGeom>
            <a:solidFill>
              <a:srgbClr val="8FC4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8FF51135-469D-1A6C-0A4C-FED1D9805CC0}"/>
                </a:ext>
              </a:extLst>
            </p:cNvPr>
            <p:cNvSpPr/>
            <p:nvPr/>
          </p:nvSpPr>
          <p:spPr>
            <a:xfrm>
              <a:off x="8362006" y="5150386"/>
              <a:ext cx="340360" cy="340360"/>
            </a:xfrm>
            <a:custGeom>
              <a:avLst/>
              <a:gdLst/>
              <a:ahLst/>
              <a:cxnLst/>
              <a:rect l="l" t="t" r="r" b="b"/>
              <a:pathLst>
                <a:path w="340359" h="340360">
                  <a:moveTo>
                    <a:pt x="340033" y="0"/>
                  </a:moveTo>
                  <a:lnTo>
                    <a:pt x="0" y="339823"/>
                  </a:lnTo>
                  <a:lnTo>
                    <a:pt x="38111" y="339823"/>
                  </a:lnTo>
                  <a:lnTo>
                    <a:pt x="340033" y="38088"/>
                  </a:lnTo>
                  <a:lnTo>
                    <a:pt x="340033" y="0"/>
                  </a:lnTo>
                  <a:close/>
                </a:path>
              </a:pathLst>
            </a:custGeom>
            <a:solidFill>
              <a:srgbClr val="90C4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5">
              <a:extLst>
                <a:ext uri="{FF2B5EF4-FFF2-40B4-BE49-F238E27FC236}">
                  <a16:creationId xmlns:a16="http://schemas.microsoft.com/office/drawing/2014/main" id="{B10FB1AC-2D00-815D-20E4-CF76DD8876F9}"/>
                </a:ext>
              </a:extLst>
            </p:cNvPr>
            <p:cNvSpPr/>
            <p:nvPr/>
          </p:nvSpPr>
          <p:spPr>
            <a:xfrm>
              <a:off x="8400118" y="5188474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59" h="302260">
                  <a:moveTo>
                    <a:pt x="301921" y="0"/>
                  </a:moveTo>
                  <a:lnTo>
                    <a:pt x="0" y="301735"/>
                  </a:lnTo>
                  <a:lnTo>
                    <a:pt x="38111" y="301735"/>
                  </a:lnTo>
                  <a:lnTo>
                    <a:pt x="301921" y="38088"/>
                  </a:lnTo>
                  <a:lnTo>
                    <a:pt x="301921" y="0"/>
                  </a:lnTo>
                  <a:close/>
                </a:path>
              </a:pathLst>
            </a:custGeom>
            <a:solidFill>
              <a:srgbClr val="91C5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6">
              <a:extLst>
                <a:ext uri="{FF2B5EF4-FFF2-40B4-BE49-F238E27FC236}">
                  <a16:creationId xmlns:a16="http://schemas.microsoft.com/office/drawing/2014/main" id="{05EF7D60-3822-D258-00BB-74791FF7E4CE}"/>
                </a:ext>
              </a:extLst>
            </p:cNvPr>
            <p:cNvSpPr/>
            <p:nvPr/>
          </p:nvSpPr>
          <p:spPr>
            <a:xfrm>
              <a:off x="8438229" y="5226562"/>
              <a:ext cx="264160" cy="264160"/>
            </a:xfrm>
            <a:custGeom>
              <a:avLst/>
              <a:gdLst/>
              <a:ahLst/>
              <a:cxnLst/>
              <a:rect l="l" t="t" r="r" b="b"/>
              <a:pathLst>
                <a:path w="264159" h="264160">
                  <a:moveTo>
                    <a:pt x="263810" y="0"/>
                  </a:moveTo>
                  <a:lnTo>
                    <a:pt x="0" y="263647"/>
                  </a:lnTo>
                  <a:lnTo>
                    <a:pt x="37388" y="263647"/>
                  </a:lnTo>
                  <a:lnTo>
                    <a:pt x="263810" y="37086"/>
                  </a:lnTo>
                  <a:lnTo>
                    <a:pt x="263810" y="0"/>
                  </a:lnTo>
                  <a:close/>
                </a:path>
              </a:pathLst>
            </a:custGeom>
            <a:solidFill>
              <a:srgbClr val="92C5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27">
              <a:extLst>
                <a:ext uri="{FF2B5EF4-FFF2-40B4-BE49-F238E27FC236}">
                  <a16:creationId xmlns:a16="http://schemas.microsoft.com/office/drawing/2014/main" id="{C2B50DBD-40AE-BB51-7723-5776B9C111B0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475618" y="5263648"/>
              <a:ext cx="226421" cy="226561"/>
            </a:xfrm>
            <a:prstGeom prst="rect">
              <a:avLst/>
            </a:prstGeom>
          </p:spPr>
        </p:pic>
        <p:sp>
          <p:nvSpPr>
            <p:cNvPr id="131" name="object 128">
              <a:extLst>
                <a:ext uri="{FF2B5EF4-FFF2-40B4-BE49-F238E27FC236}">
                  <a16:creationId xmlns:a16="http://schemas.microsoft.com/office/drawing/2014/main" id="{12971244-A366-05E6-EFB5-292F8B6EE6FB}"/>
                </a:ext>
              </a:extLst>
            </p:cNvPr>
            <p:cNvSpPr/>
            <p:nvPr/>
          </p:nvSpPr>
          <p:spPr>
            <a:xfrm>
              <a:off x="7381240" y="517016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60" y="254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29">
              <a:extLst>
                <a:ext uri="{FF2B5EF4-FFF2-40B4-BE49-F238E27FC236}">
                  <a16:creationId xmlns:a16="http://schemas.microsoft.com/office/drawing/2014/main" id="{5D9EA5E7-9D53-DCD7-D3CD-3A23ECE5895E}"/>
                </a:ext>
              </a:extLst>
            </p:cNvPr>
            <p:cNvSpPr/>
            <p:nvPr/>
          </p:nvSpPr>
          <p:spPr>
            <a:xfrm>
              <a:off x="7381240" y="5172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0">
              <a:extLst>
                <a:ext uri="{FF2B5EF4-FFF2-40B4-BE49-F238E27FC236}">
                  <a16:creationId xmlns:a16="http://schemas.microsoft.com/office/drawing/2014/main" id="{02864984-EC4D-328C-ABBE-744B7FDD7582}"/>
                </a:ext>
              </a:extLst>
            </p:cNvPr>
            <p:cNvSpPr/>
            <p:nvPr/>
          </p:nvSpPr>
          <p:spPr>
            <a:xfrm>
              <a:off x="7381240" y="5176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1">
              <a:extLst>
                <a:ext uri="{FF2B5EF4-FFF2-40B4-BE49-F238E27FC236}">
                  <a16:creationId xmlns:a16="http://schemas.microsoft.com/office/drawing/2014/main" id="{EA371153-57B8-95AA-4292-8BAB6C712FB4}"/>
                </a:ext>
              </a:extLst>
            </p:cNvPr>
            <p:cNvSpPr/>
            <p:nvPr/>
          </p:nvSpPr>
          <p:spPr>
            <a:xfrm>
              <a:off x="7381240" y="51803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2">
              <a:extLst>
                <a:ext uri="{FF2B5EF4-FFF2-40B4-BE49-F238E27FC236}">
                  <a16:creationId xmlns:a16="http://schemas.microsoft.com/office/drawing/2014/main" id="{64936570-B61D-C88B-AD02-D88CB4C184B9}"/>
                </a:ext>
              </a:extLst>
            </p:cNvPr>
            <p:cNvSpPr/>
            <p:nvPr/>
          </p:nvSpPr>
          <p:spPr>
            <a:xfrm>
              <a:off x="7381240" y="51841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3">
              <a:extLst>
                <a:ext uri="{FF2B5EF4-FFF2-40B4-BE49-F238E27FC236}">
                  <a16:creationId xmlns:a16="http://schemas.microsoft.com/office/drawing/2014/main" id="{1578C0AE-4A2D-AF15-4586-81A7C49BEB75}"/>
                </a:ext>
              </a:extLst>
            </p:cNvPr>
            <p:cNvSpPr/>
            <p:nvPr/>
          </p:nvSpPr>
          <p:spPr>
            <a:xfrm>
              <a:off x="7381240" y="5187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4">
              <a:extLst>
                <a:ext uri="{FF2B5EF4-FFF2-40B4-BE49-F238E27FC236}">
                  <a16:creationId xmlns:a16="http://schemas.microsoft.com/office/drawing/2014/main" id="{18BA96F7-F0EF-AB7B-6F87-7D78FA80454D}"/>
                </a:ext>
              </a:extLst>
            </p:cNvPr>
            <p:cNvSpPr/>
            <p:nvPr/>
          </p:nvSpPr>
          <p:spPr>
            <a:xfrm>
              <a:off x="7381240" y="51917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5">
              <a:extLst>
                <a:ext uri="{FF2B5EF4-FFF2-40B4-BE49-F238E27FC236}">
                  <a16:creationId xmlns:a16="http://schemas.microsoft.com/office/drawing/2014/main" id="{AD24B541-4D71-6D6F-001E-BBC54178A10D}"/>
                </a:ext>
              </a:extLst>
            </p:cNvPr>
            <p:cNvSpPr/>
            <p:nvPr/>
          </p:nvSpPr>
          <p:spPr>
            <a:xfrm>
              <a:off x="7381240" y="51955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6">
              <a:extLst>
                <a:ext uri="{FF2B5EF4-FFF2-40B4-BE49-F238E27FC236}">
                  <a16:creationId xmlns:a16="http://schemas.microsoft.com/office/drawing/2014/main" id="{6E7210E9-3C71-93E0-36A2-4CC422F93D90}"/>
                </a:ext>
              </a:extLst>
            </p:cNvPr>
            <p:cNvSpPr/>
            <p:nvPr/>
          </p:nvSpPr>
          <p:spPr>
            <a:xfrm>
              <a:off x="7381240" y="51993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37">
              <a:extLst>
                <a:ext uri="{FF2B5EF4-FFF2-40B4-BE49-F238E27FC236}">
                  <a16:creationId xmlns:a16="http://schemas.microsoft.com/office/drawing/2014/main" id="{C4B8DB3B-7D0C-C7FD-473A-BE7C2E336DC8}"/>
                </a:ext>
              </a:extLst>
            </p:cNvPr>
            <p:cNvSpPr/>
            <p:nvPr/>
          </p:nvSpPr>
          <p:spPr>
            <a:xfrm>
              <a:off x="7381240" y="5201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38">
              <a:extLst>
                <a:ext uri="{FF2B5EF4-FFF2-40B4-BE49-F238E27FC236}">
                  <a16:creationId xmlns:a16="http://schemas.microsoft.com/office/drawing/2014/main" id="{19CF4B21-4152-33BD-6BEA-A4B1FB370115}"/>
                </a:ext>
              </a:extLst>
            </p:cNvPr>
            <p:cNvSpPr/>
            <p:nvPr/>
          </p:nvSpPr>
          <p:spPr>
            <a:xfrm>
              <a:off x="7381240" y="5205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19D43AB3-ED91-27D2-5AE3-7F263ED9AE50}"/>
                </a:ext>
              </a:extLst>
            </p:cNvPr>
            <p:cNvSpPr/>
            <p:nvPr/>
          </p:nvSpPr>
          <p:spPr>
            <a:xfrm>
              <a:off x="7381240" y="5209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0">
              <a:extLst>
                <a:ext uri="{FF2B5EF4-FFF2-40B4-BE49-F238E27FC236}">
                  <a16:creationId xmlns:a16="http://schemas.microsoft.com/office/drawing/2014/main" id="{AA7CBD8C-F946-AD6C-1466-C63F2C520484}"/>
                </a:ext>
              </a:extLst>
            </p:cNvPr>
            <p:cNvSpPr/>
            <p:nvPr/>
          </p:nvSpPr>
          <p:spPr>
            <a:xfrm>
              <a:off x="7381240" y="5213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1">
              <a:extLst>
                <a:ext uri="{FF2B5EF4-FFF2-40B4-BE49-F238E27FC236}">
                  <a16:creationId xmlns:a16="http://schemas.microsoft.com/office/drawing/2014/main" id="{F5D7477F-EFAF-1B12-A1EE-6122795CF4AB}"/>
                </a:ext>
              </a:extLst>
            </p:cNvPr>
            <p:cNvSpPr/>
            <p:nvPr/>
          </p:nvSpPr>
          <p:spPr>
            <a:xfrm>
              <a:off x="7381240" y="5217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2">
              <a:extLst>
                <a:ext uri="{FF2B5EF4-FFF2-40B4-BE49-F238E27FC236}">
                  <a16:creationId xmlns:a16="http://schemas.microsoft.com/office/drawing/2014/main" id="{1D93854E-E738-A514-F118-408172503077}"/>
                </a:ext>
              </a:extLst>
            </p:cNvPr>
            <p:cNvSpPr/>
            <p:nvPr/>
          </p:nvSpPr>
          <p:spPr>
            <a:xfrm>
              <a:off x="7381240" y="5220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1E7DC487-CD99-A4ED-1489-3CF22C261DC8}"/>
                </a:ext>
              </a:extLst>
            </p:cNvPr>
            <p:cNvSpPr/>
            <p:nvPr/>
          </p:nvSpPr>
          <p:spPr>
            <a:xfrm>
              <a:off x="7381240" y="5224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4">
              <a:extLst>
                <a:ext uri="{FF2B5EF4-FFF2-40B4-BE49-F238E27FC236}">
                  <a16:creationId xmlns:a16="http://schemas.microsoft.com/office/drawing/2014/main" id="{B443F68E-870A-2F08-946E-6BBFD6275F90}"/>
                </a:ext>
              </a:extLst>
            </p:cNvPr>
            <p:cNvSpPr/>
            <p:nvPr/>
          </p:nvSpPr>
          <p:spPr>
            <a:xfrm>
              <a:off x="7381240" y="52285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5">
              <a:extLst>
                <a:ext uri="{FF2B5EF4-FFF2-40B4-BE49-F238E27FC236}">
                  <a16:creationId xmlns:a16="http://schemas.microsoft.com/office/drawing/2014/main" id="{C4EC35C2-DC66-3D2B-2083-B7D53899FFCC}"/>
                </a:ext>
              </a:extLst>
            </p:cNvPr>
            <p:cNvSpPr/>
            <p:nvPr/>
          </p:nvSpPr>
          <p:spPr>
            <a:xfrm>
              <a:off x="7381240" y="52324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6">
              <a:extLst>
                <a:ext uri="{FF2B5EF4-FFF2-40B4-BE49-F238E27FC236}">
                  <a16:creationId xmlns:a16="http://schemas.microsoft.com/office/drawing/2014/main" id="{C759483F-7DF9-6DB4-178F-DAF9724854E5}"/>
                </a:ext>
              </a:extLst>
            </p:cNvPr>
            <p:cNvSpPr/>
            <p:nvPr/>
          </p:nvSpPr>
          <p:spPr>
            <a:xfrm>
              <a:off x="7381240" y="52349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47">
              <a:extLst>
                <a:ext uri="{FF2B5EF4-FFF2-40B4-BE49-F238E27FC236}">
                  <a16:creationId xmlns:a16="http://schemas.microsoft.com/office/drawing/2014/main" id="{F39D9A48-7C88-A213-99F5-D2A84486B9AC}"/>
                </a:ext>
              </a:extLst>
            </p:cNvPr>
            <p:cNvSpPr/>
            <p:nvPr/>
          </p:nvSpPr>
          <p:spPr>
            <a:xfrm>
              <a:off x="7381240" y="5238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48">
              <a:extLst>
                <a:ext uri="{FF2B5EF4-FFF2-40B4-BE49-F238E27FC236}">
                  <a16:creationId xmlns:a16="http://schemas.microsoft.com/office/drawing/2014/main" id="{271BA335-34CE-68C6-F3ED-E407264AA782}"/>
                </a:ext>
              </a:extLst>
            </p:cNvPr>
            <p:cNvSpPr/>
            <p:nvPr/>
          </p:nvSpPr>
          <p:spPr>
            <a:xfrm>
              <a:off x="7381240" y="5242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49">
              <a:extLst>
                <a:ext uri="{FF2B5EF4-FFF2-40B4-BE49-F238E27FC236}">
                  <a16:creationId xmlns:a16="http://schemas.microsoft.com/office/drawing/2014/main" id="{B692AEB1-AD78-FEEF-E0EC-B4BABA1ADC3C}"/>
                </a:ext>
              </a:extLst>
            </p:cNvPr>
            <p:cNvSpPr/>
            <p:nvPr/>
          </p:nvSpPr>
          <p:spPr>
            <a:xfrm>
              <a:off x="7381240" y="5246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0">
              <a:extLst>
                <a:ext uri="{FF2B5EF4-FFF2-40B4-BE49-F238E27FC236}">
                  <a16:creationId xmlns:a16="http://schemas.microsoft.com/office/drawing/2014/main" id="{6EC622EE-7DD1-AC8C-5C77-7FD2EBF15956}"/>
                </a:ext>
              </a:extLst>
            </p:cNvPr>
            <p:cNvSpPr/>
            <p:nvPr/>
          </p:nvSpPr>
          <p:spPr>
            <a:xfrm>
              <a:off x="7381240" y="5250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1">
              <a:extLst>
                <a:ext uri="{FF2B5EF4-FFF2-40B4-BE49-F238E27FC236}">
                  <a16:creationId xmlns:a16="http://schemas.microsoft.com/office/drawing/2014/main" id="{AF1C79CB-CF40-4532-6276-21EEBD674AA3}"/>
                </a:ext>
              </a:extLst>
            </p:cNvPr>
            <p:cNvSpPr/>
            <p:nvPr/>
          </p:nvSpPr>
          <p:spPr>
            <a:xfrm>
              <a:off x="7381240" y="5253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2">
              <a:extLst>
                <a:ext uri="{FF2B5EF4-FFF2-40B4-BE49-F238E27FC236}">
                  <a16:creationId xmlns:a16="http://schemas.microsoft.com/office/drawing/2014/main" id="{C05A0AE8-49D6-8178-5BC2-50E26A60DCD7}"/>
                </a:ext>
              </a:extLst>
            </p:cNvPr>
            <p:cNvSpPr/>
            <p:nvPr/>
          </p:nvSpPr>
          <p:spPr>
            <a:xfrm>
              <a:off x="7381240" y="5257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3">
              <a:extLst>
                <a:ext uri="{FF2B5EF4-FFF2-40B4-BE49-F238E27FC236}">
                  <a16:creationId xmlns:a16="http://schemas.microsoft.com/office/drawing/2014/main" id="{46B9A963-7C71-6596-8BD2-044F10DD0A70}"/>
                </a:ext>
              </a:extLst>
            </p:cNvPr>
            <p:cNvSpPr/>
            <p:nvPr/>
          </p:nvSpPr>
          <p:spPr>
            <a:xfrm>
              <a:off x="7381240" y="5261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4">
              <a:extLst>
                <a:ext uri="{FF2B5EF4-FFF2-40B4-BE49-F238E27FC236}">
                  <a16:creationId xmlns:a16="http://schemas.microsoft.com/office/drawing/2014/main" id="{AA90DEB7-982F-57FC-6266-48D533E32E77}"/>
                </a:ext>
              </a:extLst>
            </p:cNvPr>
            <p:cNvSpPr/>
            <p:nvPr/>
          </p:nvSpPr>
          <p:spPr>
            <a:xfrm>
              <a:off x="7381240" y="5265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5">
              <a:extLst>
                <a:ext uri="{FF2B5EF4-FFF2-40B4-BE49-F238E27FC236}">
                  <a16:creationId xmlns:a16="http://schemas.microsoft.com/office/drawing/2014/main" id="{4E1B850C-2E94-6F19-DD8E-0DCB4F883C42}"/>
                </a:ext>
              </a:extLst>
            </p:cNvPr>
            <p:cNvSpPr/>
            <p:nvPr/>
          </p:nvSpPr>
          <p:spPr>
            <a:xfrm>
              <a:off x="7381240" y="52692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6">
              <a:extLst>
                <a:ext uri="{FF2B5EF4-FFF2-40B4-BE49-F238E27FC236}">
                  <a16:creationId xmlns:a16="http://schemas.microsoft.com/office/drawing/2014/main" id="{7B0FBDEF-33FC-8CF2-3545-83C4EDBDF7F9}"/>
                </a:ext>
              </a:extLst>
            </p:cNvPr>
            <p:cNvSpPr/>
            <p:nvPr/>
          </p:nvSpPr>
          <p:spPr>
            <a:xfrm>
              <a:off x="7381240" y="5271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57">
              <a:extLst>
                <a:ext uri="{FF2B5EF4-FFF2-40B4-BE49-F238E27FC236}">
                  <a16:creationId xmlns:a16="http://schemas.microsoft.com/office/drawing/2014/main" id="{20AE78AD-9F20-3D7E-E3A7-2473246654F7}"/>
                </a:ext>
              </a:extLst>
            </p:cNvPr>
            <p:cNvSpPr/>
            <p:nvPr/>
          </p:nvSpPr>
          <p:spPr>
            <a:xfrm>
              <a:off x="7381240" y="506602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58">
              <a:extLst>
                <a:ext uri="{FF2B5EF4-FFF2-40B4-BE49-F238E27FC236}">
                  <a16:creationId xmlns:a16="http://schemas.microsoft.com/office/drawing/2014/main" id="{973FAB70-01B4-4911-F615-7E28326D53F0}"/>
                </a:ext>
              </a:extLst>
            </p:cNvPr>
            <p:cNvSpPr/>
            <p:nvPr/>
          </p:nvSpPr>
          <p:spPr>
            <a:xfrm>
              <a:off x="7381240" y="50698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59">
              <a:extLst>
                <a:ext uri="{FF2B5EF4-FFF2-40B4-BE49-F238E27FC236}">
                  <a16:creationId xmlns:a16="http://schemas.microsoft.com/office/drawing/2014/main" id="{A4173D03-221A-8971-3823-F4C67EE27621}"/>
                </a:ext>
              </a:extLst>
            </p:cNvPr>
            <p:cNvSpPr/>
            <p:nvPr/>
          </p:nvSpPr>
          <p:spPr>
            <a:xfrm>
              <a:off x="7381240" y="5073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0">
              <a:extLst>
                <a:ext uri="{FF2B5EF4-FFF2-40B4-BE49-F238E27FC236}">
                  <a16:creationId xmlns:a16="http://schemas.microsoft.com/office/drawing/2014/main" id="{8D67BEBB-3549-4465-381F-407F683536B8}"/>
                </a:ext>
              </a:extLst>
            </p:cNvPr>
            <p:cNvSpPr/>
            <p:nvPr/>
          </p:nvSpPr>
          <p:spPr>
            <a:xfrm>
              <a:off x="7381240" y="5077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1">
              <a:extLst>
                <a:ext uri="{FF2B5EF4-FFF2-40B4-BE49-F238E27FC236}">
                  <a16:creationId xmlns:a16="http://schemas.microsoft.com/office/drawing/2014/main" id="{38308F2F-AFC0-A94D-2673-17F89410B5BA}"/>
                </a:ext>
              </a:extLst>
            </p:cNvPr>
            <p:cNvSpPr/>
            <p:nvPr/>
          </p:nvSpPr>
          <p:spPr>
            <a:xfrm>
              <a:off x="7381240" y="50812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2">
              <a:extLst>
                <a:ext uri="{FF2B5EF4-FFF2-40B4-BE49-F238E27FC236}">
                  <a16:creationId xmlns:a16="http://schemas.microsoft.com/office/drawing/2014/main" id="{E51C75D8-D3BD-F0B1-8590-0E7C27A8317E}"/>
                </a:ext>
              </a:extLst>
            </p:cNvPr>
            <p:cNvSpPr/>
            <p:nvPr/>
          </p:nvSpPr>
          <p:spPr>
            <a:xfrm>
              <a:off x="7381240" y="50850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3">
              <a:extLst>
                <a:ext uri="{FF2B5EF4-FFF2-40B4-BE49-F238E27FC236}">
                  <a16:creationId xmlns:a16="http://schemas.microsoft.com/office/drawing/2014/main" id="{8901C5E8-BC96-509D-B8EB-010104F9C569}"/>
                </a:ext>
              </a:extLst>
            </p:cNvPr>
            <p:cNvSpPr/>
            <p:nvPr/>
          </p:nvSpPr>
          <p:spPr>
            <a:xfrm>
              <a:off x="7381240" y="5087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4">
              <a:extLst>
                <a:ext uri="{FF2B5EF4-FFF2-40B4-BE49-F238E27FC236}">
                  <a16:creationId xmlns:a16="http://schemas.microsoft.com/office/drawing/2014/main" id="{36BF1745-3EF2-D9F2-BF5B-DDBF55BC9CE0}"/>
                </a:ext>
              </a:extLst>
            </p:cNvPr>
            <p:cNvSpPr/>
            <p:nvPr/>
          </p:nvSpPr>
          <p:spPr>
            <a:xfrm>
              <a:off x="7381240" y="5091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5">
              <a:extLst>
                <a:ext uri="{FF2B5EF4-FFF2-40B4-BE49-F238E27FC236}">
                  <a16:creationId xmlns:a16="http://schemas.microsoft.com/office/drawing/2014/main" id="{3DF153DF-4E10-4611-6936-7D4A6B8B3504}"/>
                </a:ext>
              </a:extLst>
            </p:cNvPr>
            <p:cNvSpPr/>
            <p:nvPr/>
          </p:nvSpPr>
          <p:spPr>
            <a:xfrm>
              <a:off x="7381240" y="50952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6">
              <a:extLst>
                <a:ext uri="{FF2B5EF4-FFF2-40B4-BE49-F238E27FC236}">
                  <a16:creationId xmlns:a16="http://schemas.microsoft.com/office/drawing/2014/main" id="{BFEBEE50-608F-1D22-E180-F56FBF3EEE08}"/>
                </a:ext>
              </a:extLst>
            </p:cNvPr>
            <p:cNvSpPr/>
            <p:nvPr/>
          </p:nvSpPr>
          <p:spPr>
            <a:xfrm>
              <a:off x="7381240" y="5099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67">
              <a:extLst>
                <a:ext uri="{FF2B5EF4-FFF2-40B4-BE49-F238E27FC236}">
                  <a16:creationId xmlns:a16="http://schemas.microsoft.com/office/drawing/2014/main" id="{C030D96A-0D0B-44A9-75DF-66747D3F87E3}"/>
                </a:ext>
              </a:extLst>
            </p:cNvPr>
            <p:cNvSpPr/>
            <p:nvPr/>
          </p:nvSpPr>
          <p:spPr>
            <a:xfrm>
              <a:off x="7381240" y="51028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68">
              <a:extLst>
                <a:ext uri="{FF2B5EF4-FFF2-40B4-BE49-F238E27FC236}">
                  <a16:creationId xmlns:a16="http://schemas.microsoft.com/office/drawing/2014/main" id="{161A309C-4A34-95B0-400A-43A58B1DBF71}"/>
                </a:ext>
              </a:extLst>
            </p:cNvPr>
            <p:cNvSpPr/>
            <p:nvPr/>
          </p:nvSpPr>
          <p:spPr>
            <a:xfrm>
              <a:off x="7381240" y="51066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69">
              <a:extLst>
                <a:ext uri="{FF2B5EF4-FFF2-40B4-BE49-F238E27FC236}">
                  <a16:creationId xmlns:a16="http://schemas.microsoft.com/office/drawing/2014/main" id="{C7C6208B-3FA4-2B9E-230C-B3EFAB8865AC}"/>
                </a:ext>
              </a:extLst>
            </p:cNvPr>
            <p:cNvSpPr/>
            <p:nvPr/>
          </p:nvSpPr>
          <p:spPr>
            <a:xfrm>
              <a:off x="7381240" y="51104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0">
              <a:extLst>
                <a:ext uri="{FF2B5EF4-FFF2-40B4-BE49-F238E27FC236}">
                  <a16:creationId xmlns:a16="http://schemas.microsoft.com/office/drawing/2014/main" id="{7E62A7F5-CCA6-F27A-46AE-9508467D7FFB}"/>
                </a:ext>
              </a:extLst>
            </p:cNvPr>
            <p:cNvSpPr/>
            <p:nvPr/>
          </p:nvSpPr>
          <p:spPr>
            <a:xfrm>
              <a:off x="7381240" y="51142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1">
              <a:extLst>
                <a:ext uri="{FF2B5EF4-FFF2-40B4-BE49-F238E27FC236}">
                  <a16:creationId xmlns:a16="http://schemas.microsoft.com/office/drawing/2014/main" id="{C76EB6C4-C61C-7147-9E55-D3EF542AC9AF}"/>
                </a:ext>
              </a:extLst>
            </p:cNvPr>
            <p:cNvSpPr/>
            <p:nvPr/>
          </p:nvSpPr>
          <p:spPr>
            <a:xfrm>
              <a:off x="7381240" y="511683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2">
              <a:extLst>
                <a:ext uri="{FF2B5EF4-FFF2-40B4-BE49-F238E27FC236}">
                  <a16:creationId xmlns:a16="http://schemas.microsoft.com/office/drawing/2014/main" id="{DD2EE88B-CAF4-1F73-F748-293168AF7B95}"/>
                </a:ext>
              </a:extLst>
            </p:cNvPr>
            <p:cNvSpPr/>
            <p:nvPr/>
          </p:nvSpPr>
          <p:spPr>
            <a:xfrm>
              <a:off x="7381240" y="51219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3">
              <a:extLst>
                <a:ext uri="{FF2B5EF4-FFF2-40B4-BE49-F238E27FC236}">
                  <a16:creationId xmlns:a16="http://schemas.microsoft.com/office/drawing/2014/main" id="{B04535E1-0693-55B9-DF68-B4B5730A8FB8}"/>
                </a:ext>
              </a:extLst>
            </p:cNvPr>
            <p:cNvSpPr/>
            <p:nvPr/>
          </p:nvSpPr>
          <p:spPr>
            <a:xfrm>
              <a:off x="7381240" y="5124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4">
              <a:extLst>
                <a:ext uri="{FF2B5EF4-FFF2-40B4-BE49-F238E27FC236}">
                  <a16:creationId xmlns:a16="http://schemas.microsoft.com/office/drawing/2014/main" id="{F86F8B5B-D2E2-99D3-810C-4385F7E107FD}"/>
                </a:ext>
              </a:extLst>
            </p:cNvPr>
            <p:cNvSpPr/>
            <p:nvPr/>
          </p:nvSpPr>
          <p:spPr>
            <a:xfrm>
              <a:off x="7381240" y="5128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5">
              <a:extLst>
                <a:ext uri="{FF2B5EF4-FFF2-40B4-BE49-F238E27FC236}">
                  <a16:creationId xmlns:a16="http://schemas.microsoft.com/office/drawing/2014/main" id="{E6724AFD-F646-E683-7C31-CD118196887D}"/>
                </a:ext>
              </a:extLst>
            </p:cNvPr>
            <p:cNvSpPr/>
            <p:nvPr/>
          </p:nvSpPr>
          <p:spPr>
            <a:xfrm>
              <a:off x="7381240" y="5132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6">
              <a:extLst>
                <a:ext uri="{FF2B5EF4-FFF2-40B4-BE49-F238E27FC236}">
                  <a16:creationId xmlns:a16="http://schemas.microsoft.com/office/drawing/2014/main" id="{D3653EC6-521F-C0F0-0579-2734E972769F}"/>
                </a:ext>
              </a:extLst>
            </p:cNvPr>
            <p:cNvSpPr/>
            <p:nvPr/>
          </p:nvSpPr>
          <p:spPr>
            <a:xfrm>
              <a:off x="7381240" y="51358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77">
              <a:extLst>
                <a:ext uri="{FF2B5EF4-FFF2-40B4-BE49-F238E27FC236}">
                  <a16:creationId xmlns:a16="http://schemas.microsoft.com/office/drawing/2014/main" id="{62A11449-94F6-49EF-1BF4-8EA6432C8493}"/>
                </a:ext>
              </a:extLst>
            </p:cNvPr>
            <p:cNvSpPr/>
            <p:nvPr/>
          </p:nvSpPr>
          <p:spPr>
            <a:xfrm>
              <a:off x="7381240" y="51396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78">
              <a:extLst>
                <a:ext uri="{FF2B5EF4-FFF2-40B4-BE49-F238E27FC236}">
                  <a16:creationId xmlns:a16="http://schemas.microsoft.com/office/drawing/2014/main" id="{9D4655C3-EAD8-6CFD-D309-42611C6DF108}"/>
                </a:ext>
              </a:extLst>
            </p:cNvPr>
            <p:cNvSpPr/>
            <p:nvPr/>
          </p:nvSpPr>
          <p:spPr>
            <a:xfrm>
              <a:off x="7381240" y="5143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79">
              <a:extLst>
                <a:ext uri="{FF2B5EF4-FFF2-40B4-BE49-F238E27FC236}">
                  <a16:creationId xmlns:a16="http://schemas.microsoft.com/office/drawing/2014/main" id="{619B45B7-B082-0C81-1445-F5383B057658}"/>
                </a:ext>
              </a:extLst>
            </p:cNvPr>
            <p:cNvSpPr/>
            <p:nvPr/>
          </p:nvSpPr>
          <p:spPr>
            <a:xfrm>
              <a:off x="7381240" y="51473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0">
              <a:extLst>
                <a:ext uri="{FF2B5EF4-FFF2-40B4-BE49-F238E27FC236}">
                  <a16:creationId xmlns:a16="http://schemas.microsoft.com/office/drawing/2014/main" id="{FA58C049-79C3-CD39-1F09-865A4DC9DAF8}"/>
                </a:ext>
              </a:extLst>
            </p:cNvPr>
            <p:cNvSpPr/>
            <p:nvPr/>
          </p:nvSpPr>
          <p:spPr>
            <a:xfrm>
              <a:off x="7381240" y="51511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1">
              <a:extLst>
                <a:ext uri="{FF2B5EF4-FFF2-40B4-BE49-F238E27FC236}">
                  <a16:creationId xmlns:a16="http://schemas.microsoft.com/office/drawing/2014/main" id="{70DC54F8-DC50-FEB2-8EE4-4F6E0CCE0A35}"/>
                </a:ext>
              </a:extLst>
            </p:cNvPr>
            <p:cNvSpPr/>
            <p:nvPr/>
          </p:nvSpPr>
          <p:spPr>
            <a:xfrm>
              <a:off x="7381240" y="5153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2">
              <a:extLst>
                <a:ext uri="{FF2B5EF4-FFF2-40B4-BE49-F238E27FC236}">
                  <a16:creationId xmlns:a16="http://schemas.microsoft.com/office/drawing/2014/main" id="{8B0A9BB6-4CFB-1E3C-4836-24F271023934}"/>
                </a:ext>
              </a:extLst>
            </p:cNvPr>
            <p:cNvSpPr/>
            <p:nvPr/>
          </p:nvSpPr>
          <p:spPr>
            <a:xfrm>
              <a:off x="7381240" y="5157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3">
              <a:extLst>
                <a:ext uri="{FF2B5EF4-FFF2-40B4-BE49-F238E27FC236}">
                  <a16:creationId xmlns:a16="http://schemas.microsoft.com/office/drawing/2014/main" id="{8097314A-7284-A803-B952-784EDC7D5D44}"/>
                </a:ext>
              </a:extLst>
            </p:cNvPr>
            <p:cNvSpPr/>
            <p:nvPr/>
          </p:nvSpPr>
          <p:spPr>
            <a:xfrm>
              <a:off x="7381240" y="5161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4">
              <a:extLst>
                <a:ext uri="{FF2B5EF4-FFF2-40B4-BE49-F238E27FC236}">
                  <a16:creationId xmlns:a16="http://schemas.microsoft.com/office/drawing/2014/main" id="{C77782EB-6861-44F0-AC8D-EAAE221DE65E}"/>
                </a:ext>
              </a:extLst>
            </p:cNvPr>
            <p:cNvSpPr/>
            <p:nvPr/>
          </p:nvSpPr>
          <p:spPr>
            <a:xfrm>
              <a:off x="7381240" y="51650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5">
              <a:extLst>
                <a:ext uri="{FF2B5EF4-FFF2-40B4-BE49-F238E27FC236}">
                  <a16:creationId xmlns:a16="http://schemas.microsoft.com/office/drawing/2014/main" id="{BAE45433-F937-61E9-08EA-7D76673A305A}"/>
                </a:ext>
              </a:extLst>
            </p:cNvPr>
            <p:cNvSpPr/>
            <p:nvPr/>
          </p:nvSpPr>
          <p:spPr>
            <a:xfrm>
              <a:off x="7381240" y="5168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6">
              <a:extLst>
                <a:ext uri="{FF2B5EF4-FFF2-40B4-BE49-F238E27FC236}">
                  <a16:creationId xmlns:a16="http://schemas.microsoft.com/office/drawing/2014/main" id="{6703AE79-13AC-849A-E714-F264CB24968D}"/>
                </a:ext>
              </a:extLst>
            </p:cNvPr>
            <p:cNvSpPr/>
            <p:nvPr/>
          </p:nvSpPr>
          <p:spPr>
            <a:xfrm>
              <a:off x="7381240" y="4963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87">
              <a:extLst>
                <a:ext uri="{FF2B5EF4-FFF2-40B4-BE49-F238E27FC236}">
                  <a16:creationId xmlns:a16="http://schemas.microsoft.com/office/drawing/2014/main" id="{3122C9FC-3FB4-D024-2659-D23E1111473B}"/>
                </a:ext>
              </a:extLst>
            </p:cNvPr>
            <p:cNvSpPr/>
            <p:nvPr/>
          </p:nvSpPr>
          <p:spPr>
            <a:xfrm>
              <a:off x="7381240" y="4966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88">
              <a:extLst>
                <a:ext uri="{FF2B5EF4-FFF2-40B4-BE49-F238E27FC236}">
                  <a16:creationId xmlns:a16="http://schemas.microsoft.com/office/drawing/2014/main" id="{5B5253CB-6598-16A0-52E3-7BB7FFD95020}"/>
                </a:ext>
              </a:extLst>
            </p:cNvPr>
            <p:cNvSpPr/>
            <p:nvPr/>
          </p:nvSpPr>
          <p:spPr>
            <a:xfrm>
              <a:off x="7381240" y="4970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89">
              <a:extLst>
                <a:ext uri="{FF2B5EF4-FFF2-40B4-BE49-F238E27FC236}">
                  <a16:creationId xmlns:a16="http://schemas.microsoft.com/office/drawing/2014/main" id="{6E0DBAE7-D7FF-AB7D-88D7-78B2777A892C}"/>
                </a:ext>
              </a:extLst>
            </p:cNvPr>
            <p:cNvSpPr/>
            <p:nvPr/>
          </p:nvSpPr>
          <p:spPr>
            <a:xfrm>
              <a:off x="7381240" y="49745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0">
              <a:extLst>
                <a:ext uri="{FF2B5EF4-FFF2-40B4-BE49-F238E27FC236}">
                  <a16:creationId xmlns:a16="http://schemas.microsoft.com/office/drawing/2014/main" id="{FFE37160-1CEE-A25A-E449-C4C822B83796}"/>
                </a:ext>
              </a:extLst>
            </p:cNvPr>
            <p:cNvSpPr/>
            <p:nvPr/>
          </p:nvSpPr>
          <p:spPr>
            <a:xfrm>
              <a:off x="7381240" y="497713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1">
              <a:extLst>
                <a:ext uri="{FF2B5EF4-FFF2-40B4-BE49-F238E27FC236}">
                  <a16:creationId xmlns:a16="http://schemas.microsoft.com/office/drawing/2014/main" id="{B36832AC-9D35-2513-EA8E-0E57F6D5E1C3}"/>
                </a:ext>
              </a:extLst>
            </p:cNvPr>
            <p:cNvSpPr/>
            <p:nvPr/>
          </p:nvSpPr>
          <p:spPr>
            <a:xfrm>
              <a:off x="7381240" y="49822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2">
              <a:extLst>
                <a:ext uri="{FF2B5EF4-FFF2-40B4-BE49-F238E27FC236}">
                  <a16:creationId xmlns:a16="http://schemas.microsoft.com/office/drawing/2014/main" id="{5CBF6FE9-23D0-7641-B21A-45E439C105BB}"/>
                </a:ext>
              </a:extLst>
            </p:cNvPr>
            <p:cNvSpPr/>
            <p:nvPr/>
          </p:nvSpPr>
          <p:spPr>
            <a:xfrm>
              <a:off x="7381240" y="4984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3">
              <a:extLst>
                <a:ext uri="{FF2B5EF4-FFF2-40B4-BE49-F238E27FC236}">
                  <a16:creationId xmlns:a16="http://schemas.microsoft.com/office/drawing/2014/main" id="{6CFC8CAA-E8EF-CA1E-1EE3-5D6FFFE73D9F}"/>
                </a:ext>
              </a:extLst>
            </p:cNvPr>
            <p:cNvSpPr/>
            <p:nvPr/>
          </p:nvSpPr>
          <p:spPr>
            <a:xfrm>
              <a:off x="7381240" y="4988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4">
              <a:extLst>
                <a:ext uri="{FF2B5EF4-FFF2-40B4-BE49-F238E27FC236}">
                  <a16:creationId xmlns:a16="http://schemas.microsoft.com/office/drawing/2014/main" id="{4169B493-2EB2-4AA2-49D1-C3B2525C1CC2}"/>
                </a:ext>
              </a:extLst>
            </p:cNvPr>
            <p:cNvSpPr/>
            <p:nvPr/>
          </p:nvSpPr>
          <p:spPr>
            <a:xfrm>
              <a:off x="7381240" y="4992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5">
              <a:extLst>
                <a:ext uri="{FF2B5EF4-FFF2-40B4-BE49-F238E27FC236}">
                  <a16:creationId xmlns:a16="http://schemas.microsoft.com/office/drawing/2014/main" id="{42BCB472-3B2B-8ABA-8CCE-B6F08CD1067C}"/>
                </a:ext>
              </a:extLst>
            </p:cNvPr>
            <p:cNvSpPr/>
            <p:nvPr/>
          </p:nvSpPr>
          <p:spPr>
            <a:xfrm>
              <a:off x="7381240" y="4996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6">
              <a:extLst>
                <a:ext uri="{FF2B5EF4-FFF2-40B4-BE49-F238E27FC236}">
                  <a16:creationId xmlns:a16="http://schemas.microsoft.com/office/drawing/2014/main" id="{CC26C2E0-8C3F-075D-5357-87EB5784D951}"/>
                </a:ext>
              </a:extLst>
            </p:cNvPr>
            <p:cNvSpPr/>
            <p:nvPr/>
          </p:nvSpPr>
          <p:spPr>
            <a:xfrm>
              <a:off x="7381240" y="4999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197">
              <a:extLst>
                <a:ext uri="{FF2B5EF4-FFF2-40B4-BE49-F238E27FC236}">
                  <a16:creationId xmlns:a16="http://schemas.microsoft.com/office/drawing/2014/main" id="{2057A2D7-60CA-C38F-8CA5-F32EFE6533B5}"/>
                </a:ext>
              </a:extLst>
            </p:cNvPr>
            <p:cNvSpPr/>
            <p:nvPr/>
          </p:nvSpPr>
          <p:spPr>
            <a:xfrm>
              <a:off x="7381240" y="5003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198">
              <a:extLst>
                <a:ext uri="{FF2B5EF4-FFF2-40B4-BE49-F238E27FC236}">
                  <a16:creationId xmlns:a16="http://schemas.microsoft.com/office/drawing/2014/main" id="{0CEB9F6C-C9F1-8F0E-A914-F754159D52BB}"/>
                </a:ext>
              </a:extLst>
            </p:cNvPr>
            <p:cNvSpPr/>
            <p:nvPr/>
          </p:nvSpPr>
          <p:spPr>
            <a:xfrm>
              <a:off x="7381240" y="5007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199">
              <a:extLst>
                <a:ext uri="{FF2B5EF4-FFF2-40B4-BE49-F238E27FC236}">
                  <a16:creationId xmlns:a16="http://schemas.microsoft.com/office/drawing/2014/main" id="{B22945EB-20F7-3227-8A9C-9ADC9593A731}"/>
                </a:ext>
              </a:extLst>
            </p:cNvPr>
            <p:cNvSpPr/>
            <p:nvPr/>
          </p:nvSpPr>
          <p:spPr>
            <a:xfrm>
              <a:off x="7381240" y="5011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0">
              <a:extLst>
                <a:ext uri="{FF2B5EF4-FFF2-40B4-BE49-F238E27FC236}">
                  <a16:creationId xmlns:a16="http://schemas.microsoft.com/office/drawing/2014/main" id="{D34A25BF-DFA2-6F98-EA49-69D4E7C5DD04}"/>
                </a:ext>
              </a:extLst>
            </p:cNvPr>
            <p:cNvSpPr/>
            <p:nvPr/>
          </p:nvSpPr>
          <p:spPr>
            <a:xfrm>
              <a:off x="7381240" y="50152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1">
              <a:extLst>
                <a:ext uri="{FF2B5EF4-FFF2-40B4-BE49-F238E27FC236}">
                  <a16:creationId xmlns:a16="http://schemas.microsoft.com/office/drawing/2014/main" id="{1E40BCBC-3CF9-3FF1-7166-D5F1685460D3}"/>
                </a:ext>
              </a:extLst>
            </p:cNvPr>
            <p:cNvSpPr/>
            <p:nvPr/>
          </p:nvSpPr>
          <p:spPr>
            <a:xfrm>
              <a:off x="7381240" y="5017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2">
              <a:extLst>
                <a:ext uri="{FF2B5EF4-FFF2-40B4-BE49-F238E27FC236}">
                  <a16:creationId xmlns:a16="http://schemas.microsoft.com/office/drawing/2014/main" id="{5B01B647-F3C3-5BA4-86E7-8251766BBD76}"/>
                </a:ext>
              </a:extLst>
            </p:cNvPr>
            <p:cNvSpPr/>
            <p:nvPr/>
          </p:nvSpPr>
          <p:spPr>
            <a:xfrm>
              <a:off x="7381240" y="5021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3">
              <a:extLst>
                <a:ext uri="{FF2B5EF4-FFF2-40B4-BE49-F238E27FC236}">
                  <a16:creationId xmlns:a16="http://schemas.microsoft.com/office/drawing/2014/main" id="{F22C2D5E-6DE5-9F33-FABB-309022C845C9}"/>
                </a:ext>
              </a:extLst>
            </p:cNvPr>
            <p:cNvSpPr/>
            <p:nvPr/>
          </p:nvSpPr>
          <p:spPr>
            <a:xfrm>
              <a:off x="7381240" y="50253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4">
              <a:extLst>
                <a:ext uri="{FF2B5EF4-FFF2-40B4-BE49-F238E27FC236}">
                  <a16:creationId xmlns:a16="http://schemas.microsoft.com/office/drawing/2014/main" id="{6F8AAC2A-BA97-A60E-9838-933A0D304572}"/>
                </a:ext>
              </a:extLst>
            </p:cNvPr>
            <p:cNvSpPr/>
            <p:nvPr/>
          </p:nvSpPr>
          <p:spPr>
            <a:xfrm>
              <a:off x="7381240" y="5029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5">
              <a:extLst>
                <a:ext uri="{FF2B5EF4-FFF2-40B4-BE49-F238E27FC236}">
                  <a16:creationId xmlns:a16="http://schemas.microsoft.com/office/drawing/2014/main" id="{0FBD8390-8945-F1D8-89B8-6DC2254E129C}"/>
                </a:ext>
              </a:extLst>
            </p:cNvPr>
            <p:cNvSpPr/>
            <p:nvPr/>
          </p:nvSpPr>
          <p:spPr>
            <a:xfrm>
              <a:off x="7381240" y="5033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6">
              <a:extLst>
                <a:ext uri="{FF2B5EF4-FFF2-40B4-BE49-F238E27FC236}">
                  <a16:creationId xmlns:a16="http://schemas.microsoft.com/office/drawing/2014/main" id="{22F235C7-516F-0B42-508D-C2527E56C0D9}"/>
                </a:ext>
              </a:extLst>
            </p:cNvPr>
            <p:cNvSpPr/>
            <p:nvPr/>
          </p:nvSpPr>
          <p:spPr>
            <a:xfrm>
              <a:off x="7381240" y="5036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07">
              <a:extLst>
                <a:ext uri="{FF2B5EF4-FFF2-40B4-BE49-F238E27FC236}">
                  <a16:creationId xmlns:a16="http://schemas.microsoft.com/office/drawing/2014/main" id="{DDD2A2F1-40E3-5E0D-FFA1-D2B12D175A68}"/>
                </a:ext>
              </a:extLst>
            </p:cNvPr>
            <p:cNvSpPr/>
            <p:nvPr/>
          </p:nvSpPr>
          <p:spPr>
            <a:xfrm>
              <a:off x="7381240" y="5040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08">
              <a:extLst>
                <a:ext uri="{FF2B5EF4-FFF2-40B4-BE49-F238E27FC236}">
                  <a16:creationId xmlns:a16="http://schemas.microsoft.com/office/drawing/2014/main" id="{0D5C0946-1B8C-ED12-7262-C67A2BA8F3CA}"/>
                </a:ext>
              </a:extLst>
            </p:cNvPr>
            <p:cNvSpPr/>
            <p:nvPr/>
          </p:nvSpPr>
          <p:spPr>
            <a:xfrm>
              <a:off x="7381240" y="5044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09">
              <a:extLst>
                <a:ext uri="{FF2B5EF4-FFF2-40B4-BE49-F238E27FC236}">
                  <a16:creationId xmlns:a16="http://schemas.microsoft.com/office/drawing/2014/main" id="{3ABC427D-7686-31EE-2D47-86AF348D4FB9}"/>
                </a:ext>
              </a:extLst>
            </p:cNvPr>
            <p:cNvSpPr/>
            <p:nvPr/>
          </p:nvSpPr>
          <p:spPr>
            <a:xfrm>
              <a:off x="7381240" y="5048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0">
              <a:extLst>
                <a:ext uri="{FF2B5EF4-FFF2-40B4-BE49-F238E27FC236}">
                  <a16:creationId xmlns:a16="http://schemas.microsoft.com/office/drawing/2014/main" id="{2BF69EEA-9B5E-9BF8-B8E1-06F42C1D018E}"/>
                </a:ext>
              </a:extLst>
            </p:cNvPr>
            <p:cNvSpPr/>
            <p:nvPr/>
          </p:nvSpPr>
          <p:spPr>
            <a:xfrm>
              <a:off x="7381240" y="5052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1">
              <a:extLst>
                <a:ext uri="{FF2B5EF4-FFF2-40B4-BE49-F238E27FC236}">
                  <a16:creationId xmlns:a16="http://schemas.microsoft.com/office/drawing/2014/main" id="{F1500602-CDB8-5927-36F6-6B6D29A79307}"/>
                </a:ext>
              </a:extLst>
            </p:cNvPr>
            <p:cNvSpPr/>
            <p:nvPr/>
          </p:nvSpPr>
          <p:spPr>
            <a:xfrm>
              <a:off x="7381240" y="5055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2">
              <a:extLst>
                <a:ext uri="{FF2B5EF4-FFF2-40B4-BE49-F238E27FC236}">
                  <a16:creationId xmlns:a16="http://schemas.microsoft.com/office/drawing/2014/main" id="{88A816D9-027B-C1E8-0388-F9DF0665E97A}"/>
                </a:ext>
              </a:extLst>
            </p:cNvPr>
            <p:cNvSpPr/>
            <p:nvPr/>
          </p:nvSpPr>
          <p:spPr>
            <a:xfrm>
              <a:off x="7381240" y="50596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3">
              <a:extLst>
                <a:ext uri="{FF2B5EF4-FFF2-40B4-BE49-F238E27FC236}">
                  <a16:creationId xmlns:a16="http://schemas.microsoft.com/office/drawing/2014/main" id="{41DA305C-5D5C-CA6E-368E-E782076DB7D3}"/>
                </a:ext>
              </a:extLst>
            </p:cNvPr>
            <p:cNvSpPr/>
            <p:nvPr/>
          </p:nvSpPr>
          <p:spPr>
            <a:xfrm>
              <a:off x="7381240" y="5062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4">
              <a:extLst>
                <a:ext uri="{FF2B5EF4-FFF2-40B4-BE49-F238E27FC236}">
                  <a16:creationId xmlns:a16="http://schemas.microsoft.com/office/drawing/2014/main" id="{0F2B8E87-0588-54AD-A0E5-73CC842C32FC}"/>
                </a:ext>
              </a:extLst>
            </p:cNvPr>
            <p:cNvSpPr/>
            <p:nvPr/>
          </p:nvSpPr>
          <p:spPr>
            <a:xfrm>
              <a:off x="7381240" y="5066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5">
              <a:extLst>
                <a:ext uri="{FF2B5EF4-FFF2-40B4-BE49-F238E27FC236}">
                  <a16:creationId xmlns:a16="http://schemas.microsoft.com/office/drawing/2014/main" id="{5BE0B84A-8B3A-3E8D-EA54-C8D964671C57}"/>
                </a:ext>
              </a:extLst>
            </p:cNvPr>
            <p:cNvSpPr/>
            <p:nvPr/>
          </p:nvSpPr>
          <p:spPr>
            <a:xfrm>
              <a:off x="7381240" y="4857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6">
              <a:extLst>
                <a:ext uri="{FF2B5EF4-FFF2-40B4-BE49-F238E27FC236}">
                  <a16:creationId xmlns:a16="http://schemas.microsoft.com/office/drawing/2014/main" id="{87735C51-0B54-20B8-35DC-BD09AC88A905}"/>
                </a:ext>
              </a:extLst>
            </p:cNvPr>
            <p:cNvSpPr/>
            <p:nvPr/>
          </p:nvSpPr>
          <p:spPr>
            <a:xfrm>
              <a:off x="7381240" y="4861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17">
              <a:extLst>
                <a:ext uri="{FF2B5EF4-FFF2-40B4-BE49-F238E27FC236}">
                  <a16:creationId xmlns:a16="http://schemas.microsoft.com/office/drawing/2014/main" id="{80AFE1C6-8445-12C9-6397-FD38DB9D6350}"/>
                </a:ext>
              </a:extLst>
            </p:cNvPr>
            <p:cNvSpPr/>
            <p:nvPr/>
          </p:nvSpPr>
          <p:spPr>
            <a:xfrm>
              <a:off x="7381240" y="4865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18">
              <a:extLst>
                <a:ext uri="{FF2B5EF4-FFF2-40B4-BE49-F238E27FC236}">
                  <a16:creationId xmlns:a16="http://schemas.microsoft.com/office/drawing/2014/main" id="{B1DF95F3-5DA3-8B31-17A6-197514075515}"/>
                </a:ext>
              </a:extLst>
            </p:cNvPr>
            <p:cNvSpPr/>
            <p:nvPr/>
          </p:nvSpPr>
          <p:spPr>
            <a:xfrm>
              <a:off x="7381240" y="4869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19">
              <a:extLst>
                <a:ext uri="{FF2B5EF4-FFF2-40B4-BE49-F238E27FC236}">
                  <a16:creationId xmlns:a16="http://schemas.microsoft.com/office/drawing/2014/main" id="{0B993022-0EE7-5A8D-BBFD-C7D371CDEC88}"/>
                </a:ext>
              </a:extLst>
            </p:cNvPr>
            <p:cNvSpPr/>
            <p:nvPr/>
          </p:nvSpPr>
          <p:spPr>
            <a:xfrm>
              <a:off x="7381240" y="4872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0">
              <a:extLst>
                <a:ext uri="{FF2B5EF4-FFF2-40B4-BE49-F238E27FC236}">
                  <a16:creationId xmlns:a16="http://schemas.microsoft.com/office/drawing/2014/main" id="{3AF80E92-9F03-244E-F81B-58DD8F14AC98}"/>
                </a:ext>
              </a:extLst>
            </p:cNvPr>
            <p:cNvSpPr/>
            <p:nvPr/>
          </p:nvSpPr>
          <p:spPr>
            <a:xfrm>
              <a:off x="7381240" y="4876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1">
              <a:extLst>
                <a:ext uri="{FF2B5EF4-FFF2-40B4-BE49-F238E27FC236}">
                  <a16:creationId xmlns:a16="http://schemas.microsoft.com/office/drawing/2014/main" id="{02423B99-B75D-0F5C-357D-3C3A45FD31C9}"/>
                </a:ext>
              </a:extLst>
            </p:cNvPr>
            <p:cNvSpPr/>
            <p:nvPr/>
          </p:nvSpPr>
          <p:spPr>
            <a:xfrm>
              <a:off x="7381240" y="48806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2">
              <a:extLst>
                <a:ext uri="{FF2B5EF4-FFF2-40B4-BE49-F238E27FC236}">
                  <a16:creationId xmlns:a16="http://schemas.microsoft.com/office/drawing/2014/main" id="{43732EAD-98D9-F851-A77E-6AC3D4731875}"/>
                </a:ext>
              </a:extLst>
            </p:cNvPr>
            <p:cNvSpPr/>
            <p:nvPr/>
          </p:nvSpPr>
          <p:spPr>
            <a:xfrm>
              <a:off x="7381240" y="4883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3">
              <a:extLst>
                <a:ext uri="{FF2B5EF4-FFF2-40B4-BE49-F238E27FC236}">
                  <a16:creationId xmlns:a16="http://schemas.microsoft.com/office/drawing/2014/main" id="{61565D0A-E1F6-3757-5B24-AA9FD0CF1F79}"/>
                </a:ext>
              </a:extLst>
            </p:cNvPr>
            <p:cNvSpPr/>
            <p:nvPr/>
          </p:nvSpPr>
          <p:spPr>
            <a:xfrm>
              <a:off x="7381240" y="4886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4">
              <a:extLst>
                <a:ext uri="{FF2B5EF4-FFF2-40B4-BE49-F238E27FC236}">
                  <a16:creationId xmlns:a16="http://schemas.microsoft.com/office/drawing/2014/main" id="{5E32A694-3658-70DF-F678-098FF602B146}"/>
                </a:ext>
              </a:extLst>
            </p:cNvPr>
            <p:cNvSpPr/>
            <p:nvPr/>
          </p:nvSpPr>
          <p:spPr>
            <a:xfrm>
              <a:off x="7381240" y="4890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5">
              <a:extLst>
                <a:ext uri="{FF2B5EF4-FFF2-40B4-BE49-F238E27FC236}">
                  <a16:creationId xmlns:a16="http://schemas.microsoft.com/office/drawing/2014/main" id="{770D244E-B2FF-B2A7-7A43-7713A4D1A268}"/>
                </a:ext>
              </a:extLst>
            </p:cNvPr>
            <p:cNvSpPr/>
            <p:nvPr/>
          </p:nvSpPr>
          <p:spPr>
            <a:xfrm>
              <a:off x="7381240" y="4894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6">
              <a:extLst>
                <a:ext uri="{FF2B5EF4-FFF2-40B4-BE49-F238E27FC236}">
                  <a16:creationId xmlns:a16="http://schemas.microsoft.com/office/drawing/2014/main" id="{E4506612-2059-DC76-2C43-730EE06938C0}"/>
                </a:ext>
              </a:extLst>
            </p:cNvPr>
            <p:cNvSpPr/>
            <p:nvPr/>
          </p:nvSpPr>
          <p:spPr>
            <a:xfrm>
              <a:off x="7381240" y="48983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27">
              <a:extLst>
                <a:ext uri="{FF2B5EF4-FFF2-40B4-BE49-F238E27FC236}">
                  <a16:creationId xmlns:a16="http://schemas.microsoft.com/office/drawing/2014/main" id="{02D2DFE7-6710-0B29-424D-470989A4AA1D}"/>
                </a:ext>
              </a:extLst>
            </p:cNvPr>
            <p:cNvSpPr/>
            <p:nvPr/>
          </p:nvSpPr>
          <p:spPr>
            <a:xfrm>
              <a:off x="7381240" y="4902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28">
              <a:extLst>
                <a:ext uri="{FF2B5EF4-FFF2-40B4-BE49-F238E27FC236}">
                  <a16:creationId xmlns:a16="http://schemas.microsoft.com/office/drawing/2014/main" id="{6A68E24E-33C1-36E0-1070-00B6D19BEE60}"/>
                </a:ext>
              </a:extLst>
            </p:cNvPr>
            <p:cNvSpPr/>
            <p:nvPr/>
          </p:nvSpPr>
          <p:spPr>
            <a:xfrm>
              <a:off x="7381240" y="4906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29">
              <a:extLst>
                <a:ext uri="{FF2B5EF4-FFF2-40B4-BE49-F238E27FC236}">
                  <a16:creationId xmlns:a16="http://schemas.microsoft.com/office/drawing/2014/main" id="{1422A681-2BE4-1A11-96D8-2224289CD965}"/>
                </a:ext>
              </a:extLst>
            </p:cNvPr>
            <p:cNvSpPr/>
            <p:nvPr/>
          </p:nvSpPr>
          <p:spPr>
            <a:xfrm>
              <a:off x="7381240" y="4909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0">
              <a:extLst>
                <a:ext uri="{FF2B5EF4-FFF2-40B4-BE49-F238E27FC236}">
                  <a16:creationId xmlns:a16="http://schemas.microsoft.com/office/drawing/2014/main" id="{3116BDA1-C549-3EE1-7D03-29BB1C5FAAD5}"/>
                </a:ext>
              </a:extLst>
            </p:cNvPr>
            <p:cNvSpPr/>
            <p:nvPr/>
          </p:nvSpPr>
          <p:spPr>
            <a:xfrm>
              <a:off x="7381240" y="4913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1">
              <a:extLst>
                <a:ext uri="{FF2B5EF4-FFF2-40B4-BE49-F238E27FC236}">
                  <a16:creationId xmlns:a16="http://schemas.microsoft.com/office/drawing/2014/main" id="{4A25579D-6190-B50C-4E4C-BABE40F1CBDF}"/>
                </a:ext>
              </a:extLst>
            </p:cNvPr>
            <p:cNvSpPr/>
            <p:nvPr/>
          </p:nvSpPr>
          <p:spPr>
            <a:xfrm>
              <a:off x="7381240" y="491743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2">
              <a:extLst>
                <a:ext uri="{FF2B5EF4-FFF2-40B4-BE49-F238E27FC236}">
                  <a16:creationId xmlns:a16="http://schemas.microsoft.com/office/drawing/2014/main" id="{5960F83F-7E90-886F-1ED7-2AFA4A3629F4}"/>
                </a:ext>
              </a:extLst>
            </p:cNvPr>
            <p:cNvSpPr/>
            <p:nvPr/>
          </p:nvSpPr>
          <p:spPr>
            <a:xfrm>
              <a:off x="7381240" y="4919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3">
              <a:extLst>
                <a:ext uri="{FF2B5EF4-FFF2-40B4-BE49-F238E27FC236}">
                  <a16:creationId xmlns:a16="http://schemas.microsoft.com/office/drawing/2014/main" id="{7B8D25F2-1947-58DC-36E5-907D8DCDE036}"/>
                </a:ext>
              </a:extLst>
            </p:cNvPr>
            <p:cNvSpPr/>
            <p:nvPr/>
          </p:nvSpPr>
          <p:spPr>
            <a:xfrm>
              <a:off x="7381240" y="49237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4">
              <a:extLst>
                <a:ext uri="{FF2B5EF4-FFF2-40B4-BE49-F238E27FC236}">
                  <a16:creationId xmlns:a16="http://schemas.microsoft.com/office/drawing/2014/main" id="{EB7577F6-B495-82F3-29FF-DF8394F68FF2}"/>
                </a:ext>
              </a:extLst>
            </p:cNvPr>
            <p:cNvSpPr/>
            <p:nvPr/>
          </p:nvSpPr>
          <p:spPr>
            <a:xfrm>
              <a:off x="7381240" y="4927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5">
              <a:extLst>
                <a:ext uri="{FF2B5EF4-FFF2-40B4-BE49-F238E27FC236}">
                  <a16:creationId xmlns:a16="http://schemas.microsoft.com/office/drawing/2014/main" id="{E9A7A692-F660-FE36-89BA-FFF89318DF0F}"/>
                </a:ext>
              </a:extLst>
            </p:cNvPr>
            <p:cNvSpPr/>
            <p:nvPr/>
          </p:nvSpPr>
          <p:spPr>
            <a:xfrm>
              <a:off x="7381240" y="4931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6">
              <a:extLst>
                <a:ext uri="{FF2B5EF4-FFF2-40B4-BE49-F238E27FC236}">
                  <a16:creationId xmlns:a16="http://schemas.microsoft.com/office/drawing/2014/main" id="{BA9E790E-13F0-E78F-E72E-5FC4FD28B9C3}"/>
                </a:ext>
              </a:extLst>
            </p:cNvPr>
            <p:cNvSpPr/>
            <p:nvPr/>
          </p:nvSpPr>
          <p:spPr>
            <a:xfrm>
              <a:off x="7381240" y="4935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37">
              <a:extLst>
                <a:ext uri="{FF2B5EF4-FFF2-40B4-BE49-F238E27FC236}">
                  <a16:creationId xmlns:a16="http://schemas.microsoft.com/office/drawing/2014/main" id="{C4B8E68A-D6F6-BCEB-5CCB-B35C17C5CFE4}"/>
                </a:ext>
              </a:extLst>
            </p:cNvPr>
            <p:cNvSpPr/>
            <p:nvPr/>
          </p:nvSpPr>
          <p:spPr>
            <a:xfrm>
              <a:off x="7381240" y="4939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38">
              <a:extLst>
                <a:ext uri="{FF2B5EF4-FFF2-40B4-BE49-F238E27FC236}">
                  <a16:creationId xmlns:a16="http://schemas.microsoft.com/office/drawing/2014/main" id="{13D6D098-AB9C-9AA4-F546-DDB717DB5953}"/>
                </a:ext>
              </a:extLst>
            </p:cNvPr>
            <p:cNvSpPr/>
            <p:nvPr/>
          </p:nvSpPr>
          <p:spPr>
            <a:xfrm>
              <a:off x="7381240" y="49428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39">
              <a:extLst>
                <a:ext uri="{FF2B5EF4-FFF2-40B4-BE49-F238E27FC236}">
                  <a16:creationId xmlns:a16="http://schemas.microsoft.com/office/drawing/2014/main" id="{0B22755C-A069-1EAE-A6BE-5BED8F1E7B8E}"/>
                </a:ext>
              </a:extLst>
            </p:cNvPr>
            <p:cNvSpPr/>
            <p:nvPr/>
          </p:nvSpPr>
          <p:spPr>
            <a:xfrm>
              <a:off x="7381240" y="4946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0">
              <a:extLst>
                <a:ext uri="{FF2B5EF4-FFF2-40B4-BE49-F238E27FC236}">
                  <a16:creationId xmlns:a16="http://schemas.microsoft.com/office/drawing/2014/main" id="{5C84BD4C-B59D-4007-E74F-A59430E1919D}"/>
                </a:ext>
              </a:extLst>
            </p:cNvPr>
            <p:cNvSpPr/>
            <p:nvPr/>
          </p:nvSpPr>
          <p:spPr>
            <a:xfrm>
              <a:off x="7381240" y="49504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1">
              <a:extLst>
                <a:ext uri="{FF2B5EF4-FFF2-40B4-BE49-F238E27FC236}">
                  <a16:creationId xmlns:a16="http://schemas.microsoft.com/office/drawing/2014/main" id="{FD40B01D-7144-CF29-6F3F-3246F464EC05}"/>
                </a:ext>
              </a:extLst>
            </p:cNvPr>
            <p:cNvSpPr/>
            <p:nvPr/>
          </p:nvSpPr>
          <p:spPr>
            <a:xfrm>
              <a:off x="7381240" y="49530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2">
              <a:extLst>
                <a:ext uri="{FF2B5EF4-FFF2-40B4-BE49-F238E27FC236}">
                  <a16:creationId xmlns:a16="http://schemas.microsoft.com/office/drawing/2014/main" id="{64FDBC9B-1FA2-91EE-6640-0D79D0771ABA}"/>
                </a:ext>
              </a:extLst>
            </p:cNvPr>
            <p:cNvSpPr/>
            <p:nvPr/>
          </p:nvSpPr>
          <p:spPr>
            <a:xfrm>
              <a:off x="7381240" y="4956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3">
              <a:extLst>
                <a:ext uri="{FF2B5EF4-FFF2-40B4-BE49-F238E27FC236}">
                  <a16:creationId xmlns:a16="http://schemas.microsoft.com/office/drawing/2014/main" id="{F7F278E3-35C0-B5AF-E569-7190A446C146}"/>
                </a:ext>
              </a:extLst>
            </p:cNvPr>
            <p:cNvSpPr/>
            <p:nvPr/>
          </p:nvSpPr>
          <p:spPr>
            <a:xfrm>
              <a:off x="7381240" y="4960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4">
              <a:extLst>
                <a:ext uri="{FF2B5EF4-FFF2-40B4-BE49-F238E27FC236}">
                  <a16:creationId xmlns:a16="http://schemas.microsoft.com/office/drawing/2014/main" id="{BF85760C-DE16-8788-44FF-686CC5387F1B}"/>
                </a:ext>
              </a:extLst>
            </p:cNvPr>
            <p:cNvSpPr/>
            <p:nvPr/>
          </p:nvSpPr>
          <p:spPr>
            <a:xfrm>
              <a:off x="7381240" y="475487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5">
              <a:extLst>
                <a:ext uri="{FF2B5EF4-FFF2-40B4-BE49-F238E27FC236}">
                  <a16:creationId xmlns:a16="http://schemas.microsoft.com/office/drawing/2014/main" id="{429BBA93-C327-940E-4977-F5E0262EB478}"/>
                </a:ext>
              </a:extLst>
            </p:cNvPr>
            <p:cNvSpPr/>
            <p:nvPr/>
          </p:nvSpPr>
          <p:spPr>
            <a:xfrm>
              <a:off x="7381240" y="47586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6">
              <a:extLst>
                <a:ext uri="{FF2B5EF4-FFF2-40B4-BE49-F238E27FC236}">
                  <a16:creationId xmlns:a16="http://schemas.microsoft.com/office/drawing/2014/main" id="{FFD22E0B-8844-32C6-919E-0E8A98EFB866}"/>
                </a:ext>
              </a:extLst>
            </p:cNvPr>
            <p:cNvSpPr/>
            <p:nvPr/>
          </p:nvSpPr>
          <p:spPr>
            <a:xfrm>
              <a:off x="7381240" y="4762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47">
              <a:extLst>
                <a:ext uri="{FF2B5EF4-FFF2-40B4-BE49-F238E27FC236}">
                  <a16:creationId xmlns:a16="http://schemas.microsoft.com/office/drawing/2014/main" id="{927A3620-2C50-E01B-2980-1C2070A93808}"/>
                </a:ext>
              </a:extLst>
            </p:cNvPr>
            <p:cNvSpPr/>
            <p:nvPr/>
          </p:nvSpPr>
          <p:spPr>
            <a:xfrm>
              <a:off x="7381240" y="47663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48">
              <a:extLst>
                <a:ext uri="{FF2B5EF4-FFF2-40B4-BE49-F238E27FC236}">
                  <a16:creationId xmlns:a16="http://schemas.microsoft.com/office/drawing/2014/main" id="{5F0827BE-E2F4-C2C8-F235-2F8D9840BDB7}"/>
                </a:ext>
              </a:extLst>
            </p:cNvPr>
            <p:cNvSpPr/>
            <p:nvPr/>
          </p:nvSpPr>
          <p:spPr>
            <a:xfrm>
              <a:off x="7381240" y="47701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49">
              <a:extLst>
                <a:ext uri="{FF2B5EF4-FFF2-40B4-BE49-F238E27FC236}">
                  <a16:creationId xmlns:a16="http://schemas.microsoft.com/office/drawing/2014/main" id="{2B689AED-8794-13C6-F8BE-893B7B623422}"/>
                </a:ext>
              </a:extLst>
            </p:cNvPr>
            <p:cNvSpPr/>
            <p:nvPr/>
          </p:nvSpPr>
          <p:spPr>
            <a:xfrm>
              <a:off x="7381240" y="47739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0">
              <a:extLst>
                <a:ext uri="{FF2B5EF4-FFF2-40B4-BE49-F238E27FC236}">
                  <a16:creationId xmlns:a16="http://schemas.microsoft.com/office/drawing/2014/main" id="{2B46002E-97E2-49E1-6BED-73CF6C1CD13B}"/>
                </a:ext>
              </a:extLst>
            </p:cNvPr>
            <p:cNvSpPr/>
            <p:nvPr/>
          </p:nvSpPr>
          <p:spPr>
            <a:xfrm>
              <a:off x="7381240" y="477773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1">
              <a:extLst>
                <a:ext uri="{FF2B5EF4-FFF2-40B4-BE49-F238E27FC236}">
                  <a16:creationId xmlns:a16="http://schemas.microsoft.com/office/drawing/2014/main" id="{73005B16-F911-2377-C044-59334DDFEED5}"/>
                </a:ext>
              </a:extLst>
            </p:cNvPr>
            <p:cNvSpPr/>
            <p:nvPr/>
          </p:nvSpPr>
          <p:spPr>
            <a:xfrm>
              <a:off x="7381240" y="4780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2">
              <a:extLst>
                <a:ext uri="{FF2B5EF4-FFF2-40B4-BE49-F238E27FC236}">
                  <a16:creationId xmlns:a16="http://schemas.microsoft.com/office/drawing/2014/main" id="{21161DC9-319C-08FA-53BF-C4A2A31BF155}"/>
                </a:ext>
              </a:extLst>
            </p:cNvPr>
            <p:cNvSpPr/>
            <p:nvPr/>
          </p:nvSpPr>
          <p:spPr>
            <a:xfrm>
              <a:off x="7381240" y="47840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3">
              <a:extLst>
                <a:ext uri="{FF2B5EF4-FFF2-40B4-BE49-F238E27FC236}">
                  <a16:creationId xmlns:a16="http://schemas.microsoft.com/office/drawing/2014/main" id="{01149C88-1670-3376-CFFB-F946E8FD7F13}"/>
                </a:ext>
              </a:extLst>
            </p:cNvPr>
            <p:cNvSpPr/>
            <p:nvPr/>
          </p:nvSpPr>
          <p:spPr>
            <a:xfrm>
              <a:off x="7381240" y="4787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4">
              <a:extLst>
                <a:ext uri="{FF2B5EF4-FFF2-40B4-BE49-F238E27FC236}">
                  <a16:creationId xmlns:a16="http://schemas.microsoft.com/office/drawing/2014/main" id="{FA5CA82F-B54E-65D9-F726-6927559D25F0}"/>
                </a:ext>
              </a:extLst>
            </p:cNvPr>
            <p:cNvSpPr/>
            <p:nvPr/>
          </p:nvSpPr>
          <p:spPr>
            <a:xfrm>
              <a:off x="7381240" y="4791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5">
              <a:extLst>
                <a:ext uri="{FF2B5EF4-FFF2-40B4-BE49-F238E27FC236}">
                  <a16:creationId xmlns:a16="http://schemas.microsoft.com/office/drawing/2014/main" id="{375EC676-02E5-D56B-B3A8-C187D3E505B9}"/>
                </a:ext>
              </a:extLst>
            </p:cNvPr>
            <p:cNvSpPr/>
            <p:nvPr/>
          </p:nvSpPr>
          <p:spPr>
            <a:xfrm>
              <a:off x="7381240" y="4795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6">
              <a:extLst>
                <a:ext uri="{FF2B5EF4-FFF2-40B4-BE49-F238E27FC236}">
                  <a16:creationId xmlns:a16="http://schemas.microsoft.com/office/drawing/2014/main" id="{A90FB682-4A05-D220-27E8-8D052BA53A84}"/>
                </a:ext>
              </a:extLst>
            </p:cNvPr>
            <p:cNvSpPr/>
            <p:nvPr/>
          </p:nvSpPr>
          <p:spPr>
            <a:xfrm>
              <a:off x="7381240" y="47993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57">
              <a:extLst>
                <a:ext uri="{FF2B5EF4-FFF2-40B4-BE49-F238E27FC236}">
                  <a16:creationId xmlns:a16="http://schemas.microsoft.com/office/drawing/2014/main" id="{55387F5D-1A76-5B11-EEC8-125F83C71C3C}"/>
                </a:ext>
              </a:extLst>
            </p:cNvPr>
            <p:cNvSpPr/>
            <p:nvPr/>
          </p:nvSpPr>
          <p:spPr>
            <a:xfrm>
              <a:off x="7381240" y="48031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58">
              <a:extLst>
                <a:ext uri="{FF2B5EF4-FFF2-40B4-BE49-F238E27FC236}">
                  <a16:creationId xmlns:a16="http://schemas.microsoft.com/office/drawing/2014/main" id="{6A228C34-B252-7AA1-1D4C-214875671196}"/>
                </a:ext>
              </a:extLst>
            </p:cNvPr>
            <p:cNvSpPr/>
            <p:nvPr/>
          </p:nvSpPr>
          <p:spPr>
            <a:xfrm>
              <a:off x="7381240" y="4806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59">
              <a:extLst>
                <a:ext uri="{FF2B5EF4-FFF2-40B4-BE49-F238E27FC236}">
                  <a16:creationId xmlns:a16="http://schemas.microsoft.com/office/drawing/2014/main" id="{F67FC4AF-76CC-A9D4-228A-969BB2DCE9BF}"/>
                </a:ext>
              </a:extLst>
            </p:cNvPr>
            <p:cNvSpPr/>
            <p:nvPr/>
          </p:nvSpPr>
          <p:spPr>
            <a:xfrm>
              <a:off x="7381240" y="48107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0">
              <a:extLst>
                <a:ext uri="{FF2B5EF4-FFF2-40B4-BE49-F238E27FC236}">
                  <a16:creationId xmlns:a16="http://schemas.microsoft.com/office/drawing/2014/main" id="{BD996B4F-ADDE-AB74-CCB1-B354D0A733E4}"/>
                </a:ext>
              </a:extLst>
            </p:cNvPr>
            <p:cNvSpPr/>
            <p:nvPr/>
          </p:nvSpPr>
          <p:spPr>
            <a:xfrm>
              <a:off x="7381240" y="4813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1">
              <a:extLst>
                <a:ext uri="{FF2B5EF4-FFF2-40B4-BE49-F238E27FC236}">
                  <a16:creationId xmlns:a16="http://schemas.microsoft.com/office/drawing/2014/main" id="{144BB3FE-817B-4978-1935-5D136F03E432}"/>
                </a:ext>
              </a:extLst>
            </p:cNvPr>
            <p:cNvSpPr/>
            <p:nvPr/>
          </p:nvSpPr>
          <p:spPr>
            <a:xfrm>
              <a:off x="7381240" y="4817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2">
              <a:extLst>
                <a:ext uri="{FF2B5EF4-FFF2-40B4-BE49-F238E27FC236}">
                  <a16:creationId xmlns:a16="http://schemas.microsoft.com/office/drawing/2014/main" id="{D2BCDB18-EA54-9B16-C877-506E06D66BF6}"/>
                </a:ext>
              </a:extLst>
            </p:cNvPr>
            <p:cNvSpPr/>
            <p:nvPr/>
          </p:nvSpPr>
          <p:spPr>
            <a:xfrm>
              <a:off x="7381240" y="4820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3">
              <a:extLst>
                <a:ext uri="{FF2B5EF4-FFF2-40B4-BE49-F238E27FC236}">
                  <a16:creationId xmlns:a16="http://schemas.microsoft.com/office/drawing/2014/main" id="{AA68A4BE-381B-D930-1746-DE9F35C5D123}"/>
                </a:ext>
              </a:extLst>
            </p:cNvPr>
            <p:cNvSpPr/>
            <p:nvPr/>
          </p:nvSpPr>
          <p:spPr>
            <a:xfrm>
              <a:off x="7381240" y="4824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4">
              <a:extLst>
                <a:ext uri="{FF2B5EF4-FFF2-40B4-BE49-F238E27FC236}">
                  <a16:creationId xmlns:a16="http://schemas.microsoft.com/office/drawing/2014/main" id="{1121BE22-D3B5-AE61-36F8-EE77FDD03355}"/>
                </a:ext>
              </a:extLst>
            </p:cNvPr>
            <p:cNvSpPr/>
            <p:nvPr/>
          </p:nvSpPr>
          <p:spPr>
            <a:xfrm>
              <a:off x="7381240" y="4828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5">
              <a:extLst>
                <a:ext uri="{FF2B5EF4-FFF2-40B4-BE49-F238E27FC236}">
                  <a16:creationId xmlns:a16="http://schemas.microsoft.com/office/drawing/2014/main" id="{9DF1574E-0C14-2E81-F8A1-515265139ADD}"/>
                </a:ext>
              </a:extLst>
            </p:cNvPr>
            <p:cNvSpPr/>
            <p:nvPr/>
          </p:nvSpPr>
          <p:spPr>
            <a:xfrm>
              <a:off x="7381240" y="4832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6">
              <a:extLst>
                <a:ext uri="{FF2B5EF4-FFF2-40B4-BE49-F238E27FC236}">
                  <a16:creationId xmlns:a16="http://schemas.microsoft.com/office/drawing/2014/main" id="{E9F58830-92CF-6F32-0E3D-10C303F7C85D}"/>
                </a:ext>
              </a:extLst>
            </p:cNvPr>
            <p:cNvSpPr/>
            <p:nvPr/>
          </p:nvSpPr>
          <p:spPr>
            <a:xfrm>
              <a:off x="7381240" y="4836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67">
              <a:extLst>
                <a:ext uri="{FF2B5EF4-FFF2-40B4-BE49-F238E27FC236}">
                  <a16:creationId xmlns:a16="http://schemas.microsoft.com/office/drawing/2014/main" id="{4A822E30-C3A5-993C-7C8B-3183FF5B89F9}"/>
                </a:ext>
              </a:extLst>
            </p:cNvPr>
            <p:cNvSpPr/>
            <p:nvPr/>
          </p:nvSpPr>
          <p:spPr>
            <a:xfrm>
              <a:off x="7381240" y="48399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68">
              <a:extLst>
                <a:ext uri="{FF2B5EF4-FFF2-40B4-BE49-F238E27FC236}">
                  <a16:creationId xmlns:a16="http://schemas.microsoft.com/office/drawing/2014/main" id="{506DF720-B89B-6170-F181-7CD26C058DF7}"/>
                </a:ext>
              </a:extLst>
            </p:cNvPr>
            <p:cNvSpPr/>
            <p:nvPr/>
          </p:nvSpPr>
          <p:spPr>
            <a:xfrm>
              <a:off x="7381240" y="484251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69">
              <a:extLst>
                <a:ext uri="{FF2B5EF4-FFF2-40B4-BE49-F238E27FC236}">
                  <a16:creationId xmlns:a16="http://schemas.microsoft.com/office/drawing/2014/main" id="{DEEB26EF-8F11-0A13-B003-CC5D17A90A0B}"/>
                </a:ext>
              </a:extLst>
            </p:cNvPr>
            <p:cNvSpPr/>
            <p:nvPr/>
          </p:nvSpPr>
          <p:spPr>
            <a:xfrm>
              <a:off x="7381240" y="48475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0">
              <a:extLst>
                <a:ext uri="{FF2B5EF4-FFF2-40B4-BE49-F238E27FC236}">
                  <a16:creationId xmlns:a16="http://schemas.microsoft.com/office/drawing/2014/main" id="{E76547C1-6C10-435D-1E36-3D8FD2D3546C}"/>
                </a:ext>
              </a:extLst>
            </p:cNvPr>
            <p:cNvSpPr/>
            <p:nvPr/>
          </p:nvSpPr>
          <p:spPr>
            <a:xfrm>
              <a:off x="7381240" y="4850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1">
              <a:extLst>
                <a:ext uri="{FF2B5EF4-FFF2-40B4-BE49-F238E27FC236}">
                  <a16:creationId xmlns:a16="http://schemas.microsoft.com/office/drawing/2014/main" id="{283635CB-E12F-91F6-AB91-CBBE11F90FE5}"/>
                </a:ext>
              </a:extLst>
            </p:cNvPr>
            <p:cNvSpPr/>
            <p:nvPr/>
          </p:nvSpPr>
          <p:spPr>
            <a:xfrm>
              <a:off x="7381240" y="48539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2">
              <a:extLst>
                <a:ext uri="{FF2B5EF4-FFF2-40B4-BE49-F238E27FC236}">
                  <a16:creationId xmlns:a16="http://schemas.microsoft.com/office/drawing/2014/main" id="{F029C5F9-AE6D-AF67-BC8D-1BBD3F43F4BF}"/>
                </a:ext>
              </a:extLst>
            </p:cNvPr>
            <p:cNvSpPr/>
            <p:nvPr/>
          </p:nvSpPr>
          <p:spPr>
            <a:xfrm>
              <a:off x="7381240" y="4857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3">
              <a:extLst>
                <a:ext uri="{FF2B5EF4-FFF2-40B4-BE49-F238E27FC236}">
                  <a16:creationId xmlns:a16="http://schemas.microsoft.com/office/drawing/2014/main" id="{1DDEDFE5-6D9E-72D2-FFA5-E90C0C5C71CC}"/>
                </a:ext>
              </a:extLst>
            </p:cNvPr>
            <p:cNvSpPr/>
            <p:nvPr/>
          </p:nvSpPr>
          <p:spPr>
            <a:xfrm>
              <a:off x="7381240" y="46507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4">
              <a:extLst>
                <a:ext uri="{FF2B5EF4-FFF2-40B4-BE49-F238E27FC236}">
                  <a16:creationId xmlns:a16="http://schemas.microsoft.com/office/drawing/2014/main" id="{8105DEB9-7899-B540-8988-A1BE3F544F39}"/>
                </a:ext>
              </a:extLst>
            </p:cNvPr>
            <p:cNvSpPr/>
            <p:nvPr/>
          </p:nvSpPr>
          <p:spPr>
            <a:xfrm>
              <a:off x="7381240" y="46545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5">
              <a:extLst>
                <a:ext uri="{FF2B5EF4-FFF2-40B4-BE49-F238E27FC236}">
                  <a16:creationId xmlns:a16="http://schemas.microsoft.com/office/drawing/2014/main" id="{511B21CA-2430-E12B-4F4F-2C875B665D80}"/>
                </a:ext>
              </a:extLst>
            </p:cNvPr>
            <p:cNvSpPr/>
            <p:nvPr/>
          </p:nvSpPr>
          <p:spPr>
            <a:xfrm>
              <a:off x="7381240" y="46570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6">
              <a:extLst>
                <a:ext uri="{FF2B5EF4-FFF2-40B4-BE49-F238E27FC236}">
                  <a16:creationId xmlns:a16="http://schemas.microsoft.com/office/drawing/2014/main" id="{4B8DF12B-9308-24C8-0917-047B8CC74995}"/>
                </a:ext>
              </a:extLst>
            </p:cNvPr>
            <p:cNvSpPr/>
            <p:nvPr/>
          </p:nvSpPr>
          <p:spPr>
            <a:xfrm>
              <a:off x="7381240" y="4660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77">
              <a:extLst>
                <a:ext uri="{FF2B5EF4-FFF2-40B4-BE49-F238E27FC236}">
                  <a16:creationId xmlns:a16="http://schemas.microsoft.com/office/drawing/2014/main" id="{729F1CDA-20D7-598E-F642-A44A06204CEC}"/>
                </a:ext>
              </a:extLst>
            </p:cNvPr>
            <p:cNvSpPr/>
            <p:nvPr/>
          </p:nvSpPr>
          <p:spPr>
            <a:xfrm>
              <a:off x="7381240" y="4664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78">
              <a:extLst>
                <a:ext uri="{FF2B5EF4-FFF2-40B4-BE49-F238E27FC236}">
                  <a16:creationId xmlns:a16="http://schemas.microsoft.com/office/drawing/2014/main" id="{48003E2F-A708-4B51-FCA2-A37EAD5CA309}"/>
                </a:ext>
              </a:extLst>
            </p:cNvPr>
            <p:cNvSpPr/>
            <p:nvPr/>
          </p:nvSpPr>
          <p:spPr>
            <a:xfrm>
              <a:off x="7381240" y="4668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79">
              <a:extLst>
                <a:ext uri="{FF2B5EF4-FFF2-40B4-BE49-F238E27FC236}">
                  <a16:creationId xmlns:a16="http://schemas.microsoft.com/office/drawing/2014/main" id="{51D95E45-9A62-BB42-19A4-ADAE43830827}"/>
                </a:ext>
              </a:extLst>
            </p:cNvPr>
            <p:cNvSpPr/>
            <p:nvPr/>
          </p:nvSpPr>
          <p:spPr>
            <a:xfrm>
              <a:off x="7381240" y="46723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0">
              <a:extLst>
                <a:ext uri="{FF2B5EF4-FFF2-40B4-BE49-F238E27FC236}">
                  <a16:creationId xmlns:a16="http://schemas.microsoft.com/office/drawing/2014/main" id="{2DBB3CF4-B1C7-7562-C98E-6FBF4C5ED890}"/>
                </a:ext>
              </a:extLst>
            </p:cNvPr>
            <p:cNvSpPr/>
            <p:nvPr/>
          </p:nvSpPr>
          <p:spPr>
            <a:xfrm>
              <a:off x="7381240" y="46761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1">
              <a:extLst>
                <a:ext uri="{FF2B5EF4-FFF2-40B4-BE49-F238E27FC236}">
                  <a16:creationId xmlns:a16="http://schemas.microsoft.com/office/drawing/2014/main" id="{2D021781-1688-0EB9-96E8-BCC10CCE278F}"/>
                </a:ext>
              </a:extLst>
            </p:cNvPr>
            <p:cNvSpPr/>
            <p:nvPr/>
          </p:nvSpPr>
          <p:spPr>
            <a:xfrm>
              <a:off x="7381240" y="4679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2">
              <a:extLst>
                <a:ext uri="{FF2B5EF4-FFF2-40B4-BE49-F238E27FC236}">
                  <a16:creationId xmlns:a16="http://schemas.microsoft.com/office/drawing/2014/main" id="{391E0A4E-CD1D-30E7-6CB2-6D5A80C01477}"/>
                </a:ext>
              </a:extLst>
            </p:cNvPr>
            <p:cNvSpPr/>
            <p:nvPr/>
          </p:nvSpPr>
          <p:spPr>
            <a:xfrm>
              <a:off x="7381240" y="46837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3">
              <a:extLst>
                <a:ext uri="{FF2B5EF4-FFF2-40B4-BE49-F238E27FC236}">
                  <a16:creationId xmlns:a16="http://schemas.microsoft.com/office/drawing/2014/main" id="{7682154E-D65D-EA39-09B8-13DD506EFED7}"/>
                </a:ext>
              </a:extLst>
            </p:cNvPr>
            <p:cNvSpPr/>
            <p:nvPr/>
          </p:nvSpPr>
          <p:spPr>
            <a:xfrm>
              <a:off x="7381240" y="46875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4">
              <a:extLst>
                <a:ext uri="{FF2B5EF4-FFF2-40B4-BE49-F238E27FC236}">
                  <a16:creationId xmlns:a16="http://schemas.microsoft.com/office/drawing/2014/main" id="{4316EFFF-CDB5-6561-03EE-691BC3A525F1}"/>
                </a:ext>
              </a:extLst>
            </p:cNvPr>
            <p:cNvSpPr/>
            <p:nvPr/>
          </p:nvSpPr>
          <p:spPr>
            <a:xfrm>
              <a:off x="7381240" y="46913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5">
              <a:extLst>
                <a:ext uri="{FF2B5EF4-FFF2-40B4-BE49-F238E27FC236}">
                  <a16:creationId xmlns:a16="http://schemas.microsoft.com/office/drawing/2014/main" id="{1835911C-38E6-74BC-D0F8-852B3E378B59}"/>
                </a:ext>
              </a:extLst>
            </p:cNvPr>
            <p:cNvSpPr/>
            <p:nvPr/>
          </p:nvSpPr>
          <p:spPr>
            <a:xfrm>
              <a:off x="7381240" y="4693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6">
              <a:extLst>
                <a:ext uri="{FF2B5EF4-FFF2-40B4-BE49-F238E27FC236}">
                  <a16:creationId xmlns:a16="http://schemas.microsoft.com/office/drawing/2014/main" id="{CF5376E3-48AF-9F93-C8D7-1BC56242B21F}"/>
                </a:ext>
              </a:extLst>
            </p:cNvPr>
            <p:cNvSpPr/>
            <p:nvPr/>
          </p:nvSpPr>
          <p:spPr>
            <a:xfrm>
              <a:off x="7381240" y="4697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87">
              <a:extLst>
                <a:ext uri="{FF2B5EF4-FFF2-40B4-BE49-F238E27FC236}">
                  <a16:creationId xmlns:a16="http://schemas.microsoft.com/office/drawing/2014/main" id="{2DDC7742-6961-EFE0-1977-B16D4FB90739}"/>
                </a:ext>
              </a:extLst>
            </p:cNvPr>
            <p:cNvSpPr/>
            <p:nvPr/>
          </p:nvSpPr>
          <p:spPr>
            <a:xfrm>
              <a:off x="7381240" y="4701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88">
              <a:extLst>
                <a:ext uri="{FF2B5EF4-FFF2-40B4-BE49-F238E27FC236}">
                  <a16:creationId xmlns:a16="http://schemas.microsoft.com/office/drawing/2014/main" id="{AC299372-9E52-23DE-56D0-E81C39DF1F7E}"/>
                </a:ext>
              </a:extLst>
            </p:cNvPr>
            <p:cNvSpPr/>
            <p:nvPr/>
          </p:nvSpPr>
          <p:spPr>
            <a:xfrm>
              <a:off x="7381240" y="4705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89">
              <a:extLst>
                <a:ext uri="{FF2B5EF4-FFF2-40B4-BE49-F238E27FC236}">
                  <a16:creationId xmlns:a16="http://schemas.microsoft.com/office/drawing/2014/main" id="{DB90FDE4-BA25-4461-DBCA-F00ADAD9DCC7}"/>
                </a:ext>
              </a:extLst>
            </p:cNvPr>
            <p:cNvSpPr/>
            <p:nvPr/>
          </p:nvSpPr>
          <p:spPr>
            <a:xfrm>
              <a:off x="7381240" y="4709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0">
              <a:extLst>
                <a:ext uri="{FF2B5EF4-FFF2-40B4-BE49-F238E27FC236}">
                  <a16:creationId xmlns:a16="http://schemas.microsoft.com/office/drawing/2014/main" id="{FA18CB7D-8D89-C11F-184F-F48DEEDF2425}"/>
                </a:ext>
              </a:extLst>
            </p:cNvPr>
            <p:cNvSpPr/>
            <p:nvPr/>
          </p:nvSpPr>
          <p:spPr>
            <a:xfrm>
              <a:off x="7381240" y="4712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1">
              <a:extLst>
                <a:ext uri="{FF2B5EF4-FFF2-40B4-BE49-F238E27FC236}">
                  <a16:creationId xmlns:a16="http://schemas.microsoft.com/office/drawing/2014/main" id="{A64AC7FD-BDAE-68D5-BE17-90A56160F74D}"/>
                </a:ext>
              </a:extLst>
            </p:cNvPr>
            <p:cNvSpPr/>
            <p:nvPr/>
          </p:nvSpPr>
          <p:spPr>
            <a:xfrm>
              <a:off x="7381240" y="4716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2">
              <a:extLst>
                <a:ext uri="{FF2B5EF4-FFF2-40B4-BE49-F238E27FC236}">
                  <a16:creationId xmlns:a16="http://schemas.microsoft.com/office/drawing/2014/main" id="{B90E17A9-CC2D-FBE2-2E6C-29A4EE4FBD74}"/>
                </a:ext>
              </a:extLst>
            </p:cNvPr>
            <p:cNvSpPr/>
            <p:nvPr/>
          </p:nvSpPr>
          <p:spPr>
            <a:xfrm>
              <a:off x="7381240" y="47205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3">
              <a:extLst>
                <a:ext uri="{FF2B5EF4-FFF2-40B4-BE49-F238E27FC236}">
                  <a16:creationId xmlns:a16="http://schemas.microsoft.com/office/drawing/2014/main" id="{A263ED6D-7E27-AED5-89D2-37ADE82A9773}"/>
                </a:ext>
              </a:extLst>
            </p:cNvPr>
            <p:cNvSpPr/>
            <p:nvPr/>
          </p:nvSpPr>
          <p:spPr>
            <a:xfrm>
              <a:off x="7381240" y="47244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4">
              <a:extLst>
                <a:ext uri="{FF2B5EF4-FFF2-40B4-BE49-F238E27FC236}">
                  <a16:creationId xmlns:a16="http://schemas.microsoft.com/office/drawing/2014/main" id="{C0635704-4E8C-D05E-CD80-07A86CC0D9D3}"/>
                </a:ext>
              </a:extLst>
            </p:cNvPr>
            <p:cNvSpPr/>
            <p:nvPr/>
          </p:nvSpPr>
          <p:spPr>
            <a:xfrm>
              <a:off x="7381240" y="47269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5">
              <a:extLst>
                <a:ext uri="{FF2B5EF4-FFF2-40B4-BE49-F238E27FC236}">
                  <a16:creationId xmlns:a16="http://schemas.microsoft.com/office/drawing/2014/main" id="{F08D5204-B8F5-B3A3-03E3-8A94F58240AA}"/>
                </a:ext>
              </a:extLst>
            </p:cNvPr>
            <p:cNvSpPr/>
            <p:nvPr/>
          </p:nvSpPr>
          <p:spPr>
            <a:xfrm>
              <a:off x="7381240" y="4730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6">
              <a:extLst>
                <a:ext uri="{FF2B5EF4-FFF2-40B4-BE49-F238E27FC236}">
                  <a16:creationId xmlns:a16="http://schemas.microsoft.com/office/drawing/2014/main" id="{27F8FE1A-C706-2A49-13D2-788D9C3B4431}"/>
                </a:ext>
              </a:extLst>
            </p:cNvPr>
            <p:cNvSpPr/>
            <p:nvPr/>
          </p:nvSpPr>
          <p:spPr>
            <a:xfrm>
              <a:off x="7381240" y="4734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297">
              <a:extLst>
                <a:ext uri="{FF2B5EF4-FFF2-40B4-BE49-F238E27FC236}">
                  <a16:creationId xmlns:a16="http://schemas.microsoft.com/office/drawing/2014/main" id="{AB982BE1-25BF-3A52-2E5B-7CA64EA7C0FD}"/>
                </a:ext>
              </a:extLst>
            </p:cNvPr>
            <p:cNvSpPr/>
            <p:nvPr/>
          </p:nvSpPr>
          <p:spPr>
            <a:xfrm>
              <a:off x="7381240" y="4738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298">
              <a:extLst>
                <a:ext uri="{FF2B5EF4-FFF2-40B4-BE49-F238E27FC236}">
                  <a16:creationId xmlns:a16="http://schemas.microsoft.com/office/drawing/2014/main" id="{36767F9C-1580-8201-B6CA-BF27A375B03C}"/>
                </a:ext>
              </a:extLst>
            </p:cNvPr>
            <p:cNvSpPr/>
            <p:nvPr/>
          </p:nvSpPr>
          <p:spPr>
            <a:xfrm>
              <a:off x="7381240" y="4742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299">
              <a:extLst>
                <a:ext uri="{FF2B5EF4-FFF2-40B4-BE49-F238E27FC236}">
                  <a16:creationId xmlns:a16="http://schemas.microsoft.com/office/drawing/2014/main" id="{DF8C88A4-7C8B-CD1F-B3BF-899A6766B8DE}"/>
                </a:ext>
              </a:extLst>
            </p:cNvPr>
            <p:cNvSpPr/>
            <p:nvPr/>
          </p:nvSpPr>
          <p:spPr>
            <a:xfrm>
              <a:off x="7381240" y="4745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0">
              <a:extLst>
                <a:ext uri="{FF2B5EF4-FFF2-40B4-BE49-F238E27FC236}">
                  <a16:creationId xmlns:a16="http://schemas.microsoft.com/office/drawing/2014/main" id="{438ED4E2-E02C-77BC-FAE3-9236C80E9056}"/>
                </a:ext>
              </a:extLst>
            </p:cNvPr>
            <p:cNvSpPr/>
            <p:nvPr/>
          </p:nvSpPr>
          <p:spPr>
            <a:xfrm>
              <a:off x="7381240" y="4749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1">
              <a:extLst>
                <a:ext uri="{FF2B5EF4-FFF2-40B4-BE49-F238E27FC236}">
                  <a16:creationId xmlns:a16="http://schemas.microsoft.com/office/drawing/2014/main" id="{0B0E4164-6F07-CEE4-59C0-4B903F0E69FF}"/>
                </a:ext>
              </a:extLst>
            </p:cNvPr>
            <p:cNvSpPr/>
            <p:nvPr/>
          </p:nvSpPr>
          <p:spPr>
            <a:xfrm>
              <a:off x="7381240" y="4753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2">
              <a:extLst>
                <a:ext uri="{FF2B5EF4-FFF2-40B4-BE49-F238E27FC236}">
                  <a16:creationId xmlns:a16="http://schemas.microsoft.com/office/drawing/2014/main" id="{C5309C61-06B4-FD15-5866-DD59E7CB955C}"/>
                </a:ext>
              </a:extLst>
            </p:cNvPr>
            <p:cNvSpPr/>
            <p:nvPr/>
          </p:nvSpPr>
          <p:spPr>
            <a:xfrm>
              <a:off x="7381240" y="4546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3">
              <a:extLst>
                <a:ext uri="{FF2B5EF4-FFF2-40B4-BE49-F238E27FC236}">
                  <a16:creationId xmlns:a16="http://schemas.microsoft.com/office/drawing/2014/main" id="{FA167334-BB54-16EE-DA07-3486D9B41C1D}"/>
                </a:ext>
              </a:extLst>
            </p:cNvPr>
            <p:cNvSpPr/>
            <p:nvPr/>
          </p:nvSpPr>
          <p:spPr>
            <a:xfrm>
              <a:off x="7381240" y="4550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4">
              <a:extLst>
                <a:ext uri="{FF2B5EF4-FFF2-40B4-BE49-F238E27FC236}">
                  <a16:creationId xmlns:a16="http://schemas.microsoft.com/office/drawing/2014/main" id="{75E02A7D-F6C4-5C92-0E17-8D84ED71BE50}"/>
                </a:ext>
              </a:extLst>
            </p:cNvPr>
            <p:cNvSpPr/>
            <p:nvPr/>
          </p:nvSpPr>
          <p:spPr>
            <a:xfrm>
              <a:off x="7381240" y="4554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5">
              <a:extLst>
                <a:ext uri="{FF2B5EF4-FFF2-40B4-BE49-F238E27FC236}">
                  <a16:creationId xmlns:a16="http://schemas.microsoft.com/office/drawing/2014/main" id="{C8F9576D-07D4-7D43-E448-6ACEEE6A36AE}"/>
                </a:ext>
              </a:extLst>
            </p:cNvPr>
            <p:cNvSpPr/>
            <p:nvPr/>
          </p:nvSpPr>
          <p:spPr>
            <a:xfrm>
              <a:off x="7381240" y="4558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6">
              <a:extLst>
                <a:ext uri="{FF2B5EF4-FFF2-40B4-BE49-F238E27FC236}">
                  <a16:creationId xmlns:a16="http://schemas.microsoft.com/office/drawing/2014/main" id="{2618905B-4968-5F9A-CB2B-ECE63FB1DBAF}"/>
                </a:ext>
              </a:extLst>
            </p:cNvPr>
            <p:cNvSpPr/>
            <p:nvPr/>
          </p:nvSpPr>
          <p:spPr>
            <a:xfrm>
              <a:off x="7381240" y="45618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07">
              <a:extLst>
                <a:ext uri="{FF2B5EF4-FFF2-40B4-BE49-F238E27FC236}">
                  <a16:creationId xmlns:a16="http://schemas.microsoft.com/office/drawing/2014/main" id="{C2067D35-91AA-60B9-3521-1E45809C9991}"/>
                </a:ext>
              </a:extLst>
            </p:cNvPr>
            <p:cNvSpPr/>
            <p:nvPr/>
          </p:nvSpPr>
          <p:spPr>
            <a:xfrm>
              <a:off x="7381240" y="4565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08">
              <a:extLst>
                <a:ext uri="{FF2B5EF4-FFF2-40B4-BE49-F238E27FC236}">
                  <a16:creationId xmlns:a16="http://schemas.microsoft.com/office/drawing/2014/main" id="{365523EC-6F97-E14F-BEC9-BC34A14F88CA}"/>
                </a:ext>
              </a:extLst>
            </p:cNvPr>
            <p:cNvSpPr/>
            <p:nvPr/>
          </p:nvSpPr>
          <p:spPr>
            <a:xfrm>
              <a:off x="7381240" y="4569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09">
              <a:extLst>
                <a:ext uri="{FF2B5EF4-FFF2-40B4-BE49-F238E27FC236}">
                  <a16:creationId xmlns:a16="http://schemas.microsoft.com/office/drawing/2014/main" id="{E1CF9F6A-868A-4F05-D0F8-E29DA3F845A3}"/>
                </a:ext>
              </a:extLst>
            </p:cNvPr>
            <p:cNvSpPr/>
            <p:nvPr/>
          </p:nvSpPr>
          <p:spPr>
            <a:xfrm>
              <a:off x="7381240" y="45732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0">
              <a:extLst>
                <a:ext uri="{FF2B5EF4-FFF2-40B4-BE49-F238E27FC236}">
                  <a16:creationId xmlns:a16="http://schemas.microsoft.com/office/drawing/2014/main" id="{A5004D9D-55A1-CCF4-CA51-5F9E7A35FEDC}"/>
                </a:ext>
              </a:extLst>
            </p:cNvPr>
            <p:cNvSpPr/>
            <p:nvPr/>
          </p:nvSpPr>
          <p:spPr>
            <a:xfrm>
              <a:off x="7381240" y="4575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1">
              <a:extLst>
                <a:ext uri="{FF2B5EF4-FFF2-40B4-BE49-F238E27FC236}">
                  <a16:creationId xmlns:a16="http://schemas.microsoft.com/office/drawing/2014/main" id="{549F93EF-C3F8-D2BF-3E22-8E3CD1133D05}"/>
                </a:ext>
              </a:extLst>
            </p:cNvPr>
            <p:cNvSpPr/>
            <p:nvPr/>
          </p:nvSpPr>
          <p:spPr>
            <a:xfrm>
              <a:off x="7381240" y="4579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2">
              <a:extLst>
                <a:ext uri="{FF2B5EF4-FFF2-40B4-BE49-F238E27FC236}">
                  <a16:creationId xmlns:a16="http://schemas.microsoft.com/office/drawing/2014/main" id="{6D6B4169-B4B9-8C7C-5843-7B2825EF930A}"/>
                </a:ext>
              </a:extLst>
            </p:cNvPr>
            <p:cNvSpPr/>
            <p:nvPr/>
          </p:nvSpPr>
          <p:spPr>
            <a:xfrm>
              <a:off x="7381240" y="4583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3">
              <a:extLst>
                <a:ext uri="{FF2B5EF4-FFF2-40B4-BE49-F238E27FC236}">
                  <a16:creationId xmlns:a16="http://schemas.microsoft.com/office/drawing/2014/main" id="{FD535901-F1B3-4373-05ED-90D4EA81004E}"/>
                </a:ext>
              </a:extLst>
            </p:cNvPr>
            <p:cNvSpPr/>
            <p:nvPr/>
          </p:nvSpPr>
          <p:spPr>
            <a:xfrm>
              <a:off x="7381240" y="45872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4">
              <a:extLst>
                <a:ext uri="{FF2B5EF4-FFF2-40B4-BE49-F238E27FC236}">
                  <a16:creationId xmlns:a16="http://schemas.microsoft.com/office/drawing/2014/main" id="{0392BBB5-DC29-2CB2-243D-980F9EC6B547}"/>
                </a:ext>
              </a:extLst>
            </p:cNvPr>
            <p:cNvSpPr/>
            <p:nvPr/>
          </p:nvSpPr>
          <p:spPr>
            <a:xfrm>
              <a:off x="7381240" y="4591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5">
              <a:extLst>
                <a:ext uri="{FF2B5EF4-FFF2-40B4-BE49-F238E27FC236}">
                  <a16:creationId xmlns:a16="http://schemas.microsoft.com/office/drawing/2014/main" id="{8BB37998-FC32-C02A-87C7-46B329BED37E}"/>
                </a:ext>
              </a:extLst>
            </p:cNvPr>
            <p:cNvSpPr/>
            <p:nvPr/>
          </p:nvSpPr>
          <p:spPr>
            <a:xfrm>
              <a:off x="7381240" y="45948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6">
              <a:extLst>
                <a:ext uri="{FF2B5EF4-FFF2-40B4-BE49-F238E27FC236}">
                  <a16:creationId xmlns:a16="http://schemas.microsoft.com/office/drawing/2014/main" id="{5EAEE662-9FD6-1CF0-964C-C460594452CE}"/>
                </a:ext>
              </a:extLst>
            </p:cNvPr>
            <p:cNvSpPr/>
            <p:nvPr/>
          </p:nvSpPr>
          <p:spPr>
            <a:xfrm>
              <a:off x="7381240" y="45986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17">
              <a:extLst>
                <a:ext uri="{FF2B5EF4-FFF2-40B4-BE49-F238E27FC236}">
                  <a16:creationId xmlns:a16="http://schemas.microsoft.com/office/drawing/2014/main" id="{AA72F48A-AFA5-5436-B9EA-DE8BC41B7E6F}"/>
                </a:ext>
              </a:extLst>
            </p:cNvPr>
            <p:cNvSpPr/>
            <p:nvPr/>
          </p:nvSpPr>
          <p:spPr>
            <a:xfrm>
              <a:off x="7381240" y="46024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18">
              <a:extLst>
                <a:ext uri="{FF2B5EF4-FFF2-40B4-BE49-F238E27FC236}">
                  <a16:creationId xmlns:a16="http://schemas.microsoft.com/office/drawing/2014/main" id="{BB3349FC-4286-FA77-C6CD-90E0F0B008C6}"/>
                </a:ext>
              </a:extLst>
            </p:cNvPr>
            <p:cNvSpPr/>
            <p:nvPr/>
          </p:nvSpPr>
          <p:spPr>
            <a:xfrm>
              <a:off x="7381240" y="46062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19">
              <a:extLst>
                <a:ext uri="{FF2B5EF4-FFF2-40B4-BE49-F238E27FC236}">
                  <a16:creationId xmlns:a16="http://schemas.microsoft.com/office/drawing/2014/main" id="{EF17AA1B-9022-44A6-6907-37245CDAE42D}"/>
                </a:ext>
              </a:extLst>
            </p:cNvPr>
            <p:cNvSpPr/>
            <p:nvPr/>
          </p:nvSpPr>
          <p:spPr>
            <a:xfrm>
              <a:off x="7381240" y="46088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0">
              <a:extLst>
                <a:ext uri="{FF2B5EF4-FFF2-40B4-BE49-F238E27FC236}">
                  <a16:creationId xmlns:a16="http://schemas.microsoft.com/office/drawing/2014/main" id="{CA04EE54-156B-4AA3-E0F3-F191F6B8C2CB}"/>
                </a:ext>
              </a:extLst>
            </p:cNvPr>
            <p:cNvSpPr/>
            <p:nvPr/>
          </p:nvSpPr>
          <p:spPr>
            <a:xfrm>
              <a:off x="7381240" y="46126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1">
              <a:extLst>
                <a:ext uri="{FF2B5EF4-FFF2-40B4-BE49-F238E27FC236}">
                  <a16:creationId xmlns:a16="http://schemas.microsoft.com/office/drawing/2014/main" id="{FF6E31F8-3DFE-9AED-965E-4D74D5388970}"/>
                </a:ext>
              </a:extLst>
            </p:cNvPr>
            <p:cNvSpPr/>
            <p:nvPr/>
          </p:nvSpPr>
          <p:spPr>
            <a:xfrm>
              <a:off x="7381240" y="4616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2">
              <a:extLst>
                <a:ext uri="{FF2B5EF4-FFF2-40B4-BE49-F238E27FC236}">
                  <a16:creationId xmlns:a16="http://schemas.microsoft.com/office/drawing/2014/main" id="{732583F4-FA30-3A3E-A691-EFFF4C55D01D}"/>
                </a:ext>
              </a:extLst>
            </p:cNvPr>
            <p:cNvSpPr/>
            <p:nvPr/>
          </p:nvSpPr>
          <p:spPr>
            <a:xfrm>
              <a:off x="7381240" y="4620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3">
              <a:extLst>
                <a:ext uri="{FF2B5EF4-FFF2-40B4-BE49-F238E27FC236}">
                  <a16:creationId xmlns:a16="http://schemas.microsoft.com/office/drawing/2014/main" id="{5548C3F3-3689-ED12-09CB-BFF85D87257F}"/>
                </a:ext>
              </a:extLst>
            </p:cNvPr>
            <p:cNvSpPr/>
            <p:nvPr/>
          </p:nvSpPr>
          <p:spPr>
            <a:xfrm>
              <a:off x="7381240" y="4624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4">
              <a:extLst>
                <a:ext uri="{FF2B5EF4-FFF2-40B4-BE49-F238E27FC236}">
                  <a16:creationId xmlns:a16="http://schemas.microsoft.com/office/drawing/2014/main" id="{10A6F940-594B-9397-5456-22B08D8183C4}"/>
                </a:ext>
              </a:extLst>
            </p:cNvPr>
            <p:cNvSpPr/>
            <p:nvPr/>
          </p:nvSpPr>
          <p:spPr>
            <a:xfrm>
              <a:off x="7381240" y="46278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5">
              <a:extLst>
                <a:ext uri="{FF2B5EF4-FFF2-40B4-BE49-F238E27FC236}">
                  <a16:creationId xmlns:a16="http://schemas.microsoft.com/office/drawing/2014/main" id="{99B21A2C-3571-28FF-D6C2-ED06D05C5252}"/>
                </a:ext>
              </a:extLst>
            </p:cNvPr>
            <p:cNvSpPr/>
            <p:nvPr/>
          </p:nvSpPr>
          <p:spPr>
            <a:xfrm>
              <a:off x="7381240" y="46316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6">
              <a:extLst>
                <a:ext uri="{FF2B5EF4-FFF2-40B4-BE49-F238E27FC236}">
                  <a16:creationId xmlns:a16="http://schemas.microsoft.com/office/drawing/2014/main" id="{BF0FD83F-9061-FD5E-1009-5B06DE24F3B4}"/>
                </a:ext>
              </a:extLst>
            </p:cNvPr>
            <p:cNvSpPr/>
            <p:nvPr/>
          </p:nvSpPr>
          <p:spPr>
            <a:xfrm>
              <a:off x="7381240" y="4635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27">
              <a:extLst>
                <a:ext uri="{FF2B5EF4-FFF2-40B4-BE49-F238E27FC236}">
                  <a16:creationId xmlns:a16="http://schemas.microsoft.com/office/drawing/2014/main" id="{84B6DA3A-2AE7-68B3-E754-ED072CF9412E}"/>
                </a:ext>
              </a:extLst>
            </p:cNvPr>
            <p:cNvSpPr/>
            <p:nvPr/>
          </p:nvSpPr>
          <p:spPr>
            <a:xfrm>
              <a:off x="7381240" y="46393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28">
              <a:extLst>
                <a:ext uri="{FF2B5EF4-FFF2-40B4-BE49-F238E27FC236}">
                  <a16:creationId xmlns:a16="http://schemas.microsoft.com/office/drawing/2014/main" id="{90375539-870F-6AB7-76D1-9A27A39FBE74}"/>
                </a:ext>
              </a:extLst>
            </p:cNvPr>
            <p:cNvSpPr/>
            <p:nvPr/>
          </p:nvSpPr>
          <p:spPr>
            <a:xfrm>
              <a:off x="7381240" y="46431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29">
              <a:extLst>
                <a:ext uri="{FF2B5EF4-FFF2-40B4-BE49-F238E27FC236}">
                  <a16:creationId xmlns:a16="http://schemas.microsoft.com/office/drawing/2014/main" id="{711FBB60-F8D8-8DCB-EE9A-17AAE9F90945}"/>
                </a:ext>
              </a:extLst>
            </p:cNvPr>
            <p:cNvSpPr/>
            <p:nvPr/>
          </p:nvSpPr>
          <p:spPr>
            <a:xfrm>
              <a:off x="7381240" y="4645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0">
              <a:extLst>
                <a:ext uri="{FF2B5EF4-FFF2-40B4-BE49-F238E27FC236}">
                  <a16:creationId xmlns:a16="http://schemas.microsoft.com/office/drawing/2014/main" id="{3B1B11FC-1BF9-3F41-25D1-98361AF35182}"/>
                </a:ext>
              </a:extLst>
            </p:cNvPr>
            <p:cNvSpPr/>
            <p:nvPr/>
          </p:nvSpPr>
          <p:spPr>
            <a:xfrm>
              <a:off x="7381240" y="4649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1">
              <a:extLst>
                <a:ext uri="{FF2B5EF4-FFF2-40B4-BE49-F238E27FC236}">
                  <a16:creationId xmlns:a16="http://schemas.microsoft.com/office/drawing/2014/main" id="{158CEDFF-42C1-936F-03DA-49058F533DFA}"/>
                </a:ext>
              </a:extLst>
            </p:cNvPr>
            <p:cNvSpPr/>
            <p:nvPr/>
          </p:nvSpPr>
          <p:spPr>
            <a:xfrm>
              <a:off x="7381240" y="444372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2">
              <a:extLst>
                <a:ext uri="{FF2B5EF4-FFF2-40B4-BE49-F238E27FC236}">
                  <a16:creationId xmlns:a16="http://schemas.microsoft.com/office/drawing/2014/main" id="{E156495C-4DEE-B2BC-FC76-A682D2018E03}"/>
                </a:ext>
              </a:extLst>
            </p:cNvPr>
            <p:cNvSpPr/>
            <p:nvPr/>
          </p:nvSpPr>
          <p:spPr>
            <a:xfrm>
              <a:off x="7381240" y="4447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3">
              <a:extLst>
                <a:ext uri="{FF2B5EF4-FFF2-40B4-BE49-F238E27FC236}">
                  <a16:creationId xmlns:a16="http://schemas.microsoft.com/office/drawing/2014/main" id="{2C8EEE4F-C9C5-8520-A080-66B0F6A15640}"/>
                </a:ext>
              </a:extLst>
            </p:cNvPr>
            <p:cNvSpPr/>
            <p:nvPr/>
          </p:nvSpPr>
          <p:spPr>
            <a:xfrm>
              <a:off x="7381240" y="4451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4">
              <a:extLst>
                <a:ext uri="{FF2B5EF4-FFF2-40B4-BE49-F238E27FC236}">
                  <a16:creationId xmlns:a16="http://schemas.microsoft.com/office/drawing/2014/main" id="{5BEE72CD-230C-8E68-B761-A0717FA62D1B}"/>
                </a:ext>
              </a:extLst>
            </p:cNvPr>
            <p:cNvSpPr/>
            <p:nvPr/>
          </p:nvSpPr>
          <p:spPr>
            <a:xfrm>
              <a:off x="7381240" y="4455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5">
              <a:extLst>
                <a:ext uri="{FF2B5EF4-FFF2-40B4-BE49-F238E27FC236}">
                  <a16:creationId xmlns:a16="http://schemas.microsoft.com/office/drawing/2014/main" id="{B2F702FD-18A5-65CD-38B4-49B1D53A7C1E}"/>
                </a:ext>
              </a:extLst>
            </p:cNvPr>
            <p:cNvSpPr/>
            <p:nvPr/>
          </p:nvSpPr>
          <p:spPr>
            <a:xfrm>
              <a:off x="7381240" y="4458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6">
              <a:extLst>
                <a:ext uri="{FF2B5EF4-FFF2-40B4-BE49-F238E27FC236}">
                  <a16:creationId xmlns:a16="http://schemas.microsoft.com/office/drawing/2014/main" id="{C0478D6E-4DA2-C854-0502-D36A22F1FBF2}"/>
                </a:ext>
              </a:extLst>
            </p:cNvPr>
            <p:cNvSpPr/>
            <p:nvPr/>
          </p:nvSpPr>
          <p:spPr>
            <a:xfrm>
              <a:off x="7381240" y="4462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37">
              <a:extLst>
                <a:ext uri="{FF2B5EF4-FFF2-40B4-BE49-F238E27FC236}">
                  <a16:creationId xmlns:a16="http://schemas.microsoft.com/office/drawing/2014/main" id="{A560F8EE-1480-0176-3EC2-ABDDDF5BA752}"/>
                </a:ext>
              </a:extLst>
            </p:cNvPr>
            <p:cNvSpPr/>
            <p:nvPr/>
          </p:nvSpPr>
          <p:spPr>
            <a:xfrm>
              <a:off x="7381240" y="44665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38">
              <a:extLst>
                <a:ext uri="{FF2B5EF4-FFF2-40B4-BE49-F238E27FC236}">
                  <a16:creationId xmlns:a16="http://schemas.microsoft.com/office/drawing/2014/main" id="{9A1239C9-C099-DFB6-85AA-4A599DEEC1A4}"/>
                </a:ext>
              </a:extLst>
            </p:cNvPr>
            <p:cNvSpPr/>
            <p:nvPr/>
          </p:nvSpPr>
          <p:spPr>
            <a:xfrm>
              <a:off x="7381240" y="4469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39">
              <a:extLst>
                <a:ext uri="{FF2B5EF4-FFF2-40B4-BE49-F238E27FC236}">
                  <a16:creationId xmlns:a16="http://schemas.microsoft.com/office/drawing/2014/main" id="{DD56F64C-3F7D-4188-EF1D-8EDF8C269DC4}"/>
                </a:ext>
              </a:extLst>
            </p:cNvPr>
            <p:cNvSpPr/>
            <p:nvPr/>
          </p:nvSpPr>
          <p:spPr>
            <a:xfrm>
              <a:off x="7381240" y="44729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0">
              <a:extLst>
                <a:ext uri="{FF2B5EF4-FFF2-40B4-BE49-F238E27FC236}">
                  <a16:creationId xmlns:a16="http://schemas.microsoft.com/office/drawing/2014/main" id="{768C0D03-FD2D-6C31-55D6-7C9B4140E2BE}"/>
                </a:ext>
              </a:extLst>
            </p:cNvPr>
            <p:cNvSpPr/>
            <p:nvPr/>
          </p:nvSpPr>
          <p:spPr>
            <a:xfrm>
              <a:off x="7381240" y="4476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1">
              <a:extLst>
                <a:ext uri="{FF2B5EF4-FFF2-40B4-BE49-F238E27FC236}">
                  <a16:creationId xmlns:a16="http://schemas.microsoft.com/office/drawing/2014/main" id="{C0232189-C317-30CB-07EA-BB710DCF8E2C}"/>
                </a:ext>
              </a:extLst>
            </p:cNvPr>
            <p:cNvSpPr/>
            <p:nvPr/>
          </p:nvSpPr>
          <p:spPr>
            <a:xfrm>
              <a:off x="7381240" y="4480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2">
              <a:extLst>
                <a:ext uri="{FF2B5EF4-FFF2-40B4-BE49-F238E27FC236}">
                  <a16:creationId xmlns:a16="http://schemas.microsoft.com/office/drawing/2014/main" id="{23D66954-337C-4F70-268B-C818F9563C61}"/>
                </a:ext>
              </a:extLst>
            </p:cNvPr>
            <p:cNvSpPr/>
            <p:nvPr/>
          </p:nvSpPr>
          <p:spPr>
            <a:xfrm>
              <a:off x="7381240" y="4484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3">
              <a:extLst>
                <a:ext uri="{FF2B5EF4-FFF2-40B4-BE49-F238E27FC236}">
                  <a16:creationId xmlns:a16="http://schemas.microsoft.com/office/drawing/2014/main" id="{28CF9E6A-4C8E-058E-C6B2-1F3733B16543}"/>
                </a:ext>
              </a:extLst>
            </p:cNvPr>
            <p:cNvSpPr/>
            <p:nvPr/>
          </p:nvSpPr>
          <p:spPr>
            <a:xfrm>
              <a:off x="7381240" y="4488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4">
              <a:extLst>
                <a:ext uri="{FF2B5EF4-FFF2-40B4-BE49-F238E27FC236}">
                  <a16:creationId xmlns:a16="http://schemas.microsoft.com/office/drawing/2014/main" id="{BA6F6E64-6219-2D26-4293-C1FCC9C1D4A9}"/>
                </a:ext>
              </a:extLst>
            </p:cNvPr>
            <p:cNvSpPr/>
            <p:nvPr/>
          </p:nvSpPr>
          <p:spPr>
            <a:xfrm>
              <a:off x="7381240" y="4491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5">
              <a:extLst>
                <a:ext uri="{FF2B5EF4-FFF2-40B4-BE49-F238E27FC236}">
                  <a16:creationId xmlns:a16="http://schemas.microsoft.com/office/drawing/2014/main" id="{87666B7C-5422-0EB0-399C-D5AECAC7458A}"/>
                </a:ext>
              </a:extLst>
            </p:cNvPr>
            <p:cNvSpPr/>
            <p:nvPr/>
          </p:nvSpPr>
          <p:spPr>
            <a:xfrm>
              <a:off x="7381240" y="4495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6">
              <a:extLst>
                <a:ext uri="{FF2B5EF4-FFF2-40B4-BE49-F238E27FC236}">
                  <a16:creationId xmlns:a16="http://schemas.microsoft.com/office/drawing/2014/main" id="{7858343D-0785-60DD-342B-BCB25EFB001A}"/>
                </a:ext>
              </a:extLst>
            </p:cNvPr>
            <p:cNvSpPr/>
            <p:nvPr/>
          </p:nvSpPr>
          <p:spPr>
            <a:xfrm>
              <a:off x="7381240" y="4499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47">
              <a:extLst>
                <a:ext uri="{FF2B5EF4-FFF2-40B4-BE49-F238E27FC236}">
                  <a16:creationId xmlns:a16="http://schemas.microsoft.com/office/drawing/2014/main" id="{23FCC3CF-4B03-2DA8-E600-3E189C1A5EE0}"/>
                </a:ext>
              </a:extLst>
            </p:cNvPr>
            <p:cNvSpPr/>
            <p:nvPr/>
          </p:nvSpPr>
          <p:spPr>
            <a:xfrm>
              <a:off x="7381240" y="45034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48">
              <a:extLst>
                <a:ext uri="{FF2B5EF4-FFF2-40B4-BE49-F238E27FC236}">
                  <a16:creationId xmlns:a16="http://schemas.microsoft.com/office/drawing/2014/main" id="{DA7FAD4A-4CAE-C5FB-5763-BC8A12CBFD0E}"/>
                </a:ext>
              </a:extLst>
            </p:cNvPr>
            <p:cNvSpPr/>
            <p:nvPr/>
          </p:nvSpPr>
          <p:spPr>
            <a:xfrm>
              <a:off x="7381240" y="4505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49">
              <a:extLst>
                <a:ext uri="{FF2B5EF4-FFF2-40B4-BE49-F238E27FC236}">
                  <a16:creationId xmlns:a16="http://schemas.microsoft.com/office/drawing/2014/main" id="{3682952D-4642-9CC5-C2B4-C9B15ACAE5C1}"/>
                </a:ext>
              </a:extLst>
            </p:cNvPr>
            <p:cNvSpPr/>
            <p:nvPr/>
          </p:nvSpPr>
          <p:spPr>
            <a:xfrm>
              <a:off x="7381240" y="4509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0">
              <a:extLst>
                <a:ext uri="{FF2B5EF4-FFF2-40B4-BE49-F238E27FC236}">
                  <a16:creationId xmlns:a16="http://schemas.microsoft.com/office/drawing/2014/main" id="{90C9D5F7-0FD9-2FB6-9E3A-DDBD7C994A3D}"/>
                </a:ext>
              </a:extLst>
            </p:cNvPr>
            <p:cNvSpPr/>
            <p:nvPr/>
          </p:nvSpPr>
          <p:spPr>
            <a:xfrm>
              <a:off x="7381240" y="4513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1">
              <a:extLst>
                <a:ext uri="{FF2B5EF4-FFF2-40B4-BE49-F238E27FC236}">
                  <a16:creationId xmlns:a16="http://schemas.microsoft.com/office/drawing/2014/main" id="{BD5617FF-83C3-6CDF-8F21-40C59B9E0843}"/>
                </a:ext>
              </a:extLst>
            </p:cNvPr>
            <p:cNvSpPr/>
            <p:nvPr/>
          </p:nvSpPr>
          <p:spPr>
            <a:xfrm>
              <a:off x="7381240" y="45173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2">
              <a:extLst>
                <a:ext uri="{FF2B5EF4-FFF2-40B4-BE49-F238E27FC236}">
                  <a16:creationId xmlns:a16="http://schemas.microsoft.com/office/drawing/2014/main" id="{6ED2D54C-1C68-BB5E-F388-261C36BD8717}"/>
                </a:ext>
              </a:extLst>
            </p:cNvPr>
            <p:cNvSpPr/>
            <p:nvPr/>
          </p:nvSpPr>
          <p:spPr>
            <a:xfrm>
              <a:off x="7381240" y="4521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3">
              <a:extLst>
                <a:ext uri="{FF2B5EF4-FFF2-40B4-BE49-F238E27FC236}">
                  <a16:creationId xmlns:a16="http://schemas.microsoft.com/office/drawing/2014/main" id="{ADF28854-A330-DED7-3FF9-DAB89EFD60BD}"/>
                </a:ext>
              </a:extLst>
            </p:cNvPr>
            <p:cNvSpPr/>
            <p:nvPr/>
          </p:nvSpPr>
          <p:spPr>
            <a:xfrm>
              <a:off x="7381240" y="4525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4">
              <a:extLst>
                <a:ext uri="{FF2B5EF4-FFF2-40B4-BE49-F238E27FC236}">
                  <a16:creationId xmlns:a16="http://schemas.microsoft.com/office/drawing/2014/main" id="{5DB2B864-4FB4-878B-FD61-C4AA5CDD9F6C}"/>
                </a:ext>
              </a:extLst>
            </p:cNvPr>
            <p:cNvSpPr/>
            <p:nvPr/>
          </p:nvSpPr>
          <p:spPr>
            <a:xfrm>
              <a:off x="7381240" y="4528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5">
              <a:extLst>
                <a:ext uri="{FF2B5EF4-FFF2-40B4-BE49-F238E27FC236}">
                  <a16:creationId xmlns:a16="http://schemas.microsoft.com/office/drawing/2014/main" id="{04E7FAE1-99DC-5B55-A579-BC0709C20BF9}"/>
                </a:ext>
              </a:extLst>
            </p:cNvPr>
            <p:cNvSpPr/>
            <p:nvPr/>
          </p:nvSpPr>
          <p:spPr>
            <a:xfrm>
              <a:off x="7381240" y="4532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6">
              <a:extLst>
                <a:ext uri="{FF2B5EF4-FFF2-40B4-BE49-F238E27FC236}">
                  <a16:creationId xmlns:a16="http://schemas.microsoft.com/office/drawing/2014/main" id="{0FCC0278-E942-CD63-AD3C-C3275504FAF7}"/>
                </a:ext>
              </a:extLst>
            </p:cNvPr>
            <p:cNvSpPr/>
            <p:nvPr/>
          </p:nvSpPr>
          <p:spPr>
            <a:xfrm>
              <a:off x="7381240" y="453643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57">
              <a:extLst>
                <a:ext uri="{FF2B5EF4-FFF2-40B4-BE49-F238E27FC236}">
                  <a16:creationId xmlns:a16="http://schemas.microsoft.com/office/drawing/2014/main" id="{0B79FC64-A39C-2B30-88F4-233B0D70B695}"/>
                </a:ext>
              </a:extLst>
            </p:cNvPr>
            <p:cNvSpPr/>
            <p:nvPr/>
          </p:nvSpPr>
          <p:spPr>
            <a:xfrm>
              <a:off x="7381240" y="4538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58">
              <a:extLst>
                <a:ext uri="{FF2B5EF4-FFF2-40B4-BE49-F238E27FC236}">
                  <a16:creationId xmlns:a16="http://schemas.microsoft.com/office/drawing/2014/main" id="{6861D37B-0172-B458-3FE9-07C9EBE727C5}"/>
                </a:ext>
              </a:extLst>
            </p:cNvPr>
            <p:cNvSpPr/>
            <p:nvPr/>
          </p:nvSpPr>
          <p:spPr>
            <a:xfrm>
              <a:off x="7381240" y="45427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59">
              <a:extLst>
                <a:ext uri="{FF2B5EF4-FFF2-40B4-BE49-F238E27FC236}">
                  <a16:creationId xmlns:a16="http://schemas.microsoft.com/office/drawing/2014/main" id="{38CD071A-B2FD-6D99-A95E-53C36CC6EDD5}"/>
                </a:ext>
              </a:extLst>
            </p:cNvPr>
            <p:cNvSpPr/>
            <p:nvPr/>
          </p:nvSpPr>
          <p:spPr>
            <a:xfrm>
              <a:off x="7381240" y="4546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0">
              <a:extLst>
                <a:ext uri="{FF2B5EF4-FFF2-40B4-BE49-F238E27FC236}">
                  <a16:creationId xmlns:a16="http://schemas.microsoft.com/office/drawing/2014/main" id="{C1763577-98EA-C51C-86B6-C4831D56AB2B}"/>
                </a:ext>
              </a:extLst>
            </p:cNvPr>
            <p:cNvSpPr/>
            <p:nvPr/>
          </p:nvSpPr>
          <p:spPr>
            <a:xfrm>
              <a:off x="7381240" y="43395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1">
              <a:extLst>
                <a:ext uri="{FF2B5EF4-FFF2-40B4-BE49-F238E27FC236}">
                  <a16:creationId xmlns:a16="http://schemas.microsoft.com/office/drawing/2014/main" id="{3E5A8BDD-7E46-57FF-F89A-3B96AD0E37D3}"/>
                </a:ext>
              </a:extLst>
            </p:cNvPr>
            <p:cNvSpPr/>
            <p:nvPr/>
          </p:nvSpPr>
          <p:spPr>
            <a:xfrm>
              <a:off x="7381240" y="43434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2">
              <a:extLst>
                <a:ext uri="{FF2B5EF4-FFF2-40B4-BE49-F238E27FC236}">
                  <a16:creationId xmlns:a16="http://schemas.microsoft.com/office/drawing/2014/main" id="{5750E0D3-31D5-B612-B4EF-E8C7CC778D6C}"/>
                </a:ext>
              </a:extLst>
            </p:cNvPr>
            <p:cNvSpPr/>
            <p:nvPr/>
          </p:nvSpPr>
          <p:spPr>
            <a:xfrm>
              <a:off x="7381240" y="43472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3">
              <a:extLst>
                <a:ext uri="{FF2B5EF4-FFF2-40B4-BE49-F238E27FC236}">
                  <a16:creationId xmlns:a16="http://schemas.microsoft.com/office/drawing/2014/main" id="{1901E815-1677-5E30-1C66-28B729B873A5}"/>
                </a:ext>
              </a:extLst>
            </p:cNvPr>
            <p:cNvSpPr/>
            <p:nvPr/>
          </p:nvSpPr>
          <p:spPr>
            <a:xfrm>
              <a:off x="7381240" y="4349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4">
              <a:extLst>
                <a:ext uri="{FF2B5EF4-FFF2-40B4-BE49-F238E27FC236}">
                  <a16:creationId xmlns:a16="http://schemas.microsoft.com/office/drawing/2014/main" id="{BB906C6D-F981-51DB-244F-CD3456F7DBFE}"/>
                </a:ext>
              </a:extLst>
            </p:cNvPr>
            <p:cNvSpPr/>
            <p:nvPr/>
          </p:nvSpPr>
          <p:spPr>
            <a:xfrm>
              <a:off x="7381240" y="4353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5">
              <a:extLst>
                <a:ext uri="{FF2B5EF4-FFF2-40B4-BE49-F238E27FC236}">
                  <a16:creationId xmlns:a16="http://schemas.microsoft.com/office/drawing/2014/main" id="{4CEEA53D-1719-3119-FDE9-C0768B1B1FBD}"/>
                </a:ext>
              </a:extLst>
            </p:cNvPr>
            <p:cNvSpPr/>
            <p:nvPr/>
          </p:nvSpPr>
          <p:spPr>
            <a:xfrm>
              <a:off x="7381240" y="4357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6">
              <a:extLst>
                <a:ext uri="{FF2B5EF4-FFF2-40B4-BE49-F238E27FC236}">
                  <a16:creationId xmlns:a16="http://schemas.microsoft.com/office/drawing/2014/main" id="{11F44534-F6CB-701F-C49E-F78D091605DA}"/>
                </a:ext>
              </a:extLst>
            </p:cNvPr>
            <p:cNvSpPr/>
            <p:nvPr/>
          </p:nvSpPr>
          <p:spPr>
            <a:xfrm>
              <a:off x="7381240" y="4361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67">
              <a:extLst>
                <a:ext uri="{FF2B5EF4-FFF2-40B4-BE49-F238E27FC236}">
                  <a16:creationId xmlns:a16="http://schemas.microsoft.com/office/drawing/2014/main" id="{EFAA7603-B24B-AD28-81D8-D0AB7EB78815}"/>
                </a:ext>
              </a:extLst>
            </p:cNvPr>
            <p:cNvSpPr/>
            <p:nvPr/>
          </p:nvSpPr>
          <p:spPr>
            <a:xfrm>
              <a:off x="7381240" y="4364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68">
              <a:extLst>
                <a:ext uri="{FF2B5EF4-FFF2-40B4-BE49-F238E27FC236}">
                  <a16:creationId xmlns:a16="http://schemas.microsoft.com/office/drawing/2014/main" id="{F1D46BDC-0026-6170-F6FF-E6061424C003}"/>
                </a:ext>
              </a:extLst>
            </p:cNvPr>
            <p:cNvSpPr/>
            <p:nvPr/>
          </p:nvSpPr>
          <p:spPr>
            <a:xfrm>
              <a:off x="7381240" y="4368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69">
              <a:extLst>
                <a:ext uri="{FF2B5EF4-FFF2-40B4-BE49-F238E27FC236}">
                  <a16:creationId xmlns:a16="http://schemas.microsoft.com/office/drawing/2014/main" id="{4F297F15-B30A-CDCA-B88C-9A5E01243533}"/>
                </a:ext>
              </a:extLst>
            </p:cNvPr>
            <p:cNvSpPr/>
            <p:nvPr/>
          </p:nvSpPr>
          <p:spPr>
            <a:xfrm>
              <a:off x="7381240" y="4372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0">
              <a:extLst>
                <a:ext uri="{FF2B5EF4-FFF2-40B4-BE49-F238E27FC236}">
                  <a16:creationId xmlns:a16="http://schemas.microsoft.com/office/drawing/2014/main" id="{34783363-8008-0687-560B-F12CE3C35813}"/>
                </a:ext>
              </a:extLst>
            </p:cNvPr>
            <p:cNvSpPr/>
            <p:nvPr/>
          </p:nvSpPr>
          <p:spPr>
            <a:xfrm>
              <a:off x="7381240" y="4376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1">
              <a:extLst>
                <a:ext uri="{FF2B5EF4-FFF2-40B4-BE49-F238E27FC236}">
                  <a16:creationId xmlns:a16="http://schemas.microsoft.com/office/drawing/2014/main" id="{ED9F48D6-B85F-C0EE-8AF5-AFB6AA483C07}"/>
                </a:ext>
              </a:extLst>
            </p:cNvPr>
            <p:cNvSpPr/>
            <p:nvPr/>
          </p:nvSpPr>
          <p:spPr>
            <a:xfrm>
              <a:off x="7381240" y="43802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2">
              <a:extLst>
                <a:ext uri="{FF2B5EF4-FFF2-40B4-BE49-F238E27FC236}">
                  <a16:creationId xmlns:a16="http://schemas.microsoft.com/office/drawing/2014/main" id="{62511B44-F3B7-E57E-A13D-AB6A670388BF}"/>
                </a:ext>
              </a:extLst>
            </p:cNvPr>
            <p:cNvSpPr/>
            <p:nvPr/>
          </p:nvSpPr>
          <p:spPr>
            <a:xfrm>
              <a:off x="7381240" y="438277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3">
              <a:extLst>
                <a:ext uri="{FF2B5EF4-FFF2-40B4-BE49-F238E27FC236}">
                  <a16:creationId xmlns:a16="http://schemas.microsoft.com/office/drawing/2014/main" id="{525D6C1B-1504-1451-B073-1C5F682FAD53}"/>
                </a:ext>
              </a:extLst>
            </p:cNvPr>
            <p:cNvSpPr/>
            <p:nvPr/>
          </p:nvSpPr>
          <p:spPr>
            <a:xfrm>
              <a:off x="7381240" y="43878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4">
              <a:extLst>
                <a:ext uri="{FF2B5EF4-FFF2-40B4-BE49-F238E27FC236}">
                  <a16:creationId xmlns:a16="http://schemas.microsoft.com/office/drawing/2014/main" id="{0EC5E4E5-1B70-A64B-D157-AF901D96D101}"/>
                </a:ext>
              </a:extLst>
            </p:cNvPr>
            <p:cNvSpPr/>
            <p:nvPr/>
          </p:nvSpPr>
          <p:spPr>
            <a:xfrm>
              <a:off x="7381240" y="43903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5">
              <a:extLst>
                <a:ext uri="{FF2B5EF4-FFF2-40B4-BE49-F238E27FC236}">
                  <a16:creationId xmlns:a16="http://schemas.microsoft.com/office/drawing/2014/main" id="{0DD95A33-2BC7-5D5E-E5DB-339370E65EEB}"/>
                </a:ext>
              </a:extLst>
            </p:cNvPr>
            <p:cNvSpPr/>
            <p:nvPr/>
          </p:nvSpPr>
          <p:spPr>
            <a:xfrm>
              <a:off x="7381240" y="4394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6">
              <a:extLst>
                <a:ext uri="{FF2B5EF4-FFF2-40B4-BE49-F238E27FC236}">
                  <a16:creationId xmlns:a16="http://schemas.microsoft.com/office/drawing/2014/main" id="{F8C3FB9C-A694-5E4F-822B-ED208DB6E814}"/>
                </a:ext>
              </a:extLst>
            </p:cNvPr>
            <p:cNvSpPr/>
            <p:nvPr/>
          </p:nvSpPr>
          <p:spPr>
            <a:xfrm>
              <a:off x="7381240" y="4398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77">
              <a:extLst>
                <a:ext uri="{FF2B5EF4-FFF2-40B4-BE49-F238E27FC236}">
                  <a16:creationId xmlns:a16="http://schemas.microsoft.com/office/drawing/2014/main" id="{DE94BE09-28C7-5D34-1480-6BB8C15D9105}"/>
                </a:ext>
              </a:extLst>
            </p:cNvPr>
            <p:cNvSpPr/>
            <p:nvPr/>
          </p:nvSpPr>
          <p:spPr>
            <a:xfrm>
              <a:off x="7381240" y="4401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78">
              <a:extLst>
                <a:ext uri="{FF2B5EF4-FFF2-40B4-BE49-F238E27FC236}">
                  <a16:creationId xmlns:a16="http://schemas.microsoft.com/office/drawing/2014/main" id="{27112C51-2282-98BE-3ECE-1B5F039DC77D}"/>
                </a:ext>
              </a:extLst>
            </p:cNvPr>
            <p:cNvSpPr/>
            <p:nvPr/>
          </p:nvSpPr>
          <p:spPr>
            <a:xfrm>
              <a:off x="7381240" y="4405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79">
              <a:extLst>
                <a:ext uri="{FF2B5EF4-FFF2-40B4-BE49-F238E27FC236}">
                  <a16:creationId xmlns:a16="http://schemas.microsoft.com/office/drawing/2014/main" id="{1A923CEE-EB71-C931-7F73-4B9A818A9E4B}"/>
                </a:ext>
              </a:extLst>
            </p:cNvPr>
            <p:cNvSpPr/>
            <p:nvPr/>
          </p:nvSpPr>
          <p:spPr>
            <a:xfrm>
              <a:off x="7381240" y="4409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0">
              <a:extLst>
                <a:ext uri="{FF2B5EF4-FFF2-40B4-BE49-F238E27FC236}">
                  <a16:creationId xmlns:a16="http://schemas.microsoft.com/office/drawing/2014/main" id="{F0557BE1-3722-C88D-4FF0-291AFF8EEC3A}"/>
                </a:ext>
              </a:extLst>
            </p:cNvPr>
            <p:cNvSpPr/>
            <p:nvPr/>
          </p:nvSpPr>
          <p:spPr>
            <a:xfrm>
              <a:off x="7381240" y="4413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1">
              <a:extLst>
                <a:ext uri="{FF2B5EF4-FFF2-40B4-BE49-F238E27FC236}">
                  <a16:creationId xmlns:a16="http://schemas.microsoft.com/office/drawing/2014/main" id="{450C8D46-5097-BC8A-95A8-CF120F763C67}"/>
                </a:ext>
              </a:extLst>
            </p:cNvPr>
            <p:cNvSpPr/>
            <p:nvPr/>
          </p:nvSpPr>
          <p:spPr>
            <a:xfrm>
              <a:off x="7381240" y="4417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2">
              <a:extLst>
                <a:ext uri="{FF2B5EF4-FFF2-40B4-BE49-F238E27FC236}">
                  <a16:creationId xmlns:a16="http://schemas.microsoft.com/office/drawing/2014/main" id="{F25FCE00-FF6F-83F9-FE75-A1450CCD8D36}"/>
                </a:ext>
              </a:extLst>
            </p:cNvPr>
            <p:cNvSpPr/>
            <p:nvPr/>
          </p:nvSpPr>
          <p:spPr>
            <a:xfrm>
              <a:off x="7381240" y="44208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3">
              <a:extLst>
                <a:ext uri="{FF2B5EF4-FFF2-40B4-BE49-F238E27FC236}">
                  <a16:creationId xmlns:a16="http://schemas.microsoft.com/office/drawing/2014/main" id="{78828FDF-535D-D3EE-5939-D3A34BCEA808}"/>
                </a:ext>
              </a:extLst>
            </p:cNvPr>
            <p:cNvSpPr/>
            <p:nvPr/>
          </p:nvSpPr>
          <p:spPr>
            <a:xfrm>
              <a:off x="7381240" y="4423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4">
              <a:extLst>
                <a:ext uri="{FF2B5EF4-FFF2-40B4-BE49-F238E27FC236}">
                  <a16:creationId xmlns:a16="http://schemas.microsoft.com/office/drawing/2014/main" id="{DA798DC9-9DF8-1F2B-2C87-D4037EC980D2}"/>
                </a:ext>
              </a:extLst>
            </p:cNvPr>
            <p:cNvSpPr/>
            <p:nvPr/>
          </p:nvSpPr>
          <p:spPr>
            <a:xfrm>
              <a:off x="7381240" y="4427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5">
              <a:extLst>
                <a:ext uri="{FF2B5EF4-FFF2-40B4-BE49-F238E27FC236}">
                  <a16:creationId xmlns:a16="http://schemas.microsoft.com/office/drawing/2014/main" id="{063D4B29-B601-1ED2-72AC-6AB0F136EA00}"/>
                </a:ext>
              </a:extLst>
            </p:cNvPr>
            <p:cNvSpPr/>
            <p:nvPr/>
          </p:nvSpPr>
          <p:spPr>
            <a:xfrm>
              <a:off x="7381240" y="4431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6">
              <a:extLst>
                <a:ext uri="{FF2B5EF4-FFF2-40B4-BE49-F238E27FC236}">
                  <a16:creationId xmlns:a16="http://schemas.microsoft.com/office/drawing/2014/main" id="{67DCF196-F423-72C1-EA79-1918BD05D273}"/>
                </a:ext>
              </a:extLst>
            </p:cNvPr>
            <p:cNvSpPr/>
            <p:nvPr/>
          </p:nvSpPr>
          <p:spPr>
            <a:xfrm>
              <a:off x="7381240" y="44348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87">
              <a:extLst>
                <a:ext uri="{FF2B5EF4-FFF2-40B4-BE49-F238E27FC236}">
                  <a16:creationId xmlns:a16="http://schemas.microsoft.com/office/drawing/2014/main" id="{619613C7-06DA-8A77-5631-BBB9655EBB48}"/>
                </a:ext>
              </a:extLst>
            </p:cNvPr>
            <p:cNvSpPr/>
            <p:nvPr/>
          </p:nvSpPr>
          <p:spPr>
            <a:xfrm>
              <a:off x="7381240" y="4438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88">
              <a:extLst>
                <a:ext uri="{FF2B5EF4-FFF2-40B4-BE49-F238E27FC236}">
                  <a16:creationId xmlns:a16="http://schemas.microsoft.com/office/drawing/2014/main" id="{4CD6BA9A-8693-D1EF-9287-44A9222B53E6}"/>
                </a:ext>
              </a:extLst>
            </p:cNvPr>
            <p:cNvSpPr/>
            <p:nvPr/>
          </p:nvSpPr>
          <p:spPr>
            <a:xfrm>
              <a:off x="7381240" y="4442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89">
              <a:extLst>
                <a:ext uri="{FF2B5EF4-FFF2-40B4-BE49-F238E27FC236}">
                  <a16:creationId xmlns:a16="http://schemas.microsoft.com/office/drawing/2014/main" id="{E42BCA7C-889D-7502-7605-A87E97851B32}"/>
                </a:ext>
              </a:extLst>
            </p:cNvPr>
            <p:cNvSpPr/>
            <p:nvPr/>
          </p:nvSpPr>
          <p:spPr>
            <a:xfrm>
              <a:off x="7381240" y="423671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60" y="254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0">
              <a:extLst>
                <a:ext uri="{FF2B5EF4-FFF2-40B4-BE49-F238E27FC236}">
                  <a16:creationId xmlns:a16="http://schemas.microsoft.com/office/drawing/2014/main" id="{EDCD302C-8019-07E8-2AD6-7D80C1243C02}"/>
                </a:ext>
              </a:extLst>
            </p:cNvPr>
            <p:cNvSpPr/>
            <p:nvPr/>
          </p:nvSpPr>
          <p:spPr>
            <a:xfrm>
              <a:off x="7381240" y="4239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1">
              <a:extLst>
                <a:ext uri="{FF2B5EF4-FFF2-40B4-BE49-F238E27FC236}">
                  <a16:creationId xmlns:a16="http://schemas.microsoft.com/office/drawing/2014/main" id="{ABAF40D4-02E5-996D-FC20-400905194E19}"/>
                </a:ext>
              </a:extLst>
            </p:cNvPr>
            <p:cNvSpPr/>
            <p:nvPr/>
          </p:nvSpPr>
          <p:spPr>
            <a:xfrm>
              <a:off x="7381240" y="4243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2">
              <a:extLst>
                <a:ext uri="{FF2B5EF4-FFF2-40B4-BE49-F238E27FC236}">
                  <a16:creationId xmlns:a16="http://schemas.microsoft.com/office/drawing/2014/main" id="{BBAD997D-5DD0-7EE3-58A2-667C14D484BE}"/>
                </a:ext>
              </a:extLst>
            </p:cNvPr>
            <p:cNvSpPr/>
            <p:nvPr/>
          </p:nvSpPr>
          <p:spPr>
            <a:xfrm>
              <a:off x="7381240" y="42468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3">
              <a:extLst>
                <a:ext uri="{FF2B5EF4-FFF2-40B4-BE49-F238E27FC236}">
                  <a16:creationId xmlns:a16="http://schemas.microsoft.com/office/drawing/2014/main" id="{8C2E1016-156D-C99C-ACB2-02338E28B41E}"/>
                </a:ext>
              </a:extLst>
            </p:cNvPr>
            <p:cNvSpPr/>
            <p:nvPr/>
          </p:nvSpPr>
          <p:spPr>
            <a:xfrm>
              <a:off x="7381240" y="42506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4">
              <a:extLst>
                <a:ext uri="{FF2B5EF4-FFF2-40B4-BE49-F238E27FC236}">
                  <a16:creationId xmlns:a16="http://schemas.microsoft.com/office/drawing/2014/main" id="{9DE439E6-5BA4-9E98-7622-02975E629E21}"/>
                </a:ext>
              </a:extLst>
            </p:cNvPr>
            <p:cNvSpPr/>
            <p:nvPr/>
          </p:nvSpPr>
          <p:spPr>
            <a:xfrm>
              <a:off x="7381240" y="4254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5">
              <a:extLst>
                <a:ext uri="{FF2B5EF4-FFF2-40B4-BE49-F238E27FC236}">
                  <a16:creationId xmlns:a16="http://schemas.microsoft.com/office/drawing/2014/main" id="{C5A3400C-006C-607A-0834-393427F07EB8}"/>
                </a:ext>
              </a:extLst>
            </p:cNvPr>
            <p:cNvSpPr/>
            <p:nvPr/>
          </p:nvSpPr>
          <p:spPr>
            <a:xfrm>
              <a:off x="7381240" y="42583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6">
              <a:extLst>
                <a:ext uri="{FF2B5EF4-FFF2-40B4-BE49-F238E27FC236}">
                  <a16:creationId xmlns:a16="http://schemas.microsoft.com/office/drawing/2014/main" id="{215E19A8-FCB3-C4C6-2396-92FA1D97A02A}"/>
                </a:ext>
              </a:extLst>
            </p:cNvPr>
            <p:cNvSpPr/>
            <p:nvPr/>
          </p:nvSpPr>
          <p:spPr>
            <a:xfrm>
              <a:off x="7381240" y="42621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397">
              <a:extLst>
                <a:ext uri="{FF2B5EF4-FFF2-40B4-BE49-F238E27FC236}">
                  <a16:creationId xmlns:a16="http://schemas.microsoft.com/office/drawing/2014/main" id="{6CE60838-6904-BF75-3137-BE641C39B4B5}"/>
                </a:ext>
              </a:extLst>
            </p:cNvPr>
            <p:cNvSpPr/>
            <p:nvPr/>
          </p:nvSpPr>
          <p:spPr>
            <a:xfrm>
              <a:off x="7381240" y="4264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398">
              <a:extLst>
                <a:ext uri="{FF2B5EF4-FFF2-40B4-BE49-F238E27FC236}">
                  <a16:creationId xmlns:a16="http://schemas.microsoft.com/office/drawing/2014/main" id="{E66EDBE7-C870-A641-B85F-99533DFECA81}"/>
                </a:ext>
              </a:extLst>
            </p:cNvPr>
            <p:cNvSpPr/>
            <p:nvPr/>
          </p:nvSpPr>
          <p:spPr>
            <a:xfrm>
              <a:off x="7381240" y="4268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399">
              <a:extLst>
                <a:ext uri="{FF2B5EF4-FFF2-40B4-BE49-F238E27FC236}">
                  <a16:creationId xmlns:a16="http://schemas.microsoft.com/office/drawing/2014/main" id="{FDFFAAE4-DE43-1BDF-ED28-51490F38E669}"/>
                </a:ext>
              </a:extLst>
            </p:cNvPr>
            <p:cNvSpPr/>
            <p:nvPr/>
          </p:nvSpPr>
          <p:spPr>
            <a:xfrm>
              <a:off x="7381240" y="4272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0">
              <a:extLst>
                <a:ext uri="{FF2B5EF4-FFF2-40B4-BE49-F238E27FC236}">
                  <a16:creationId xmlns:a16="http://schemas.microsoft.com/office/drawing/2014/main" id="{295F1FB2-88B9-A796-E7B8-6E7E88699295}"/>
                </a:ext>
              </a:extLst>
            </p:cNvPr>
            <p:cNvSpPr/>
            <p:nvPr/>
          </p:nvSpPr>
          <p:spPr>
            <a:xfrm>
              <a:off x="7381240" y="42760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1">
              <a:extLst>
                <a:ext uri="{FF2B5EF4-FFF2-40B4-BE49-F238E27FC236}">
                  <a16:creationId xmlns:a16="http://schemas.microsoft.com/office/drawing/2014/main" id="{B6DC2BEA-595E-9ACB-77AC-6EF57FBC60F0}"/>
                </a:ext>
              </a:extLst>
            </p:cNvPr>
            <p:cNvSpPr/>
            <p:nvPr/>
          </p:nvSpPr>
          <p:spPr>
            <a:xfrm>
              <a:off x="7381240" y="4279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2">
              <a:extLst>
                <a:ext uri="{FF2B5EF4-FFF2-40B4-BE49-F238E27FC236}">
                  <a16:creationId xmlns:a16="http://schemas.microsoft.com/office/drawing/2014/main" id="{C5CEAFA4-D3BE-8F92-C559-39605CFD04DE}"/>
                </a:ext>
              </a:extLst>
            </p:cNvPr>
            <p:cNvSpPr/>
            <p:nvPr/>
          </p:nvSpPr>
          <p:spPr>
            <a:xfrm>
              <a:off x="7381240" y="4283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3">
              <a:extLst>
                <a:ext uri="{FF2B5EF4-FFF2-40B4-BE49-F238E27FC236}">
                  <a16:creationId xmlns:a16="http://schemas.microsoft.com/office/drawing/2014/main" id="{2D19AC47-196E-379B-D33A-C3ECED544E16}"/>
                </a:ext>
              </a:extLst>
            </p:cNvPr>
            <p:cNvSpPr/>
            <p:nvPr/>
          </p:nvSpPr>
          <p:spPr>
            <a:xfrm>
              <a:off x="7381240" y="4287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4">
              <a:extLst>
                <a:ext uri="{FF2B5EF4-FFF2-40B4-BE49-F238E27FC236}">
                  <a16:creationId xmlns:a16="http://schemas.microsoft.com/office/drawing/2014/main" id="{6A2D87D2-6DC1-1469-538D-8A406DA67623}"/>
                </a:ext>
              </a:extLst>
            </p:cNvPr>
            <p:cNvSpPr/>
            <p:nvPr/>
          </p:nvSpPr>
          <p:spPr>
            <a:xfrm>
              <a:off x="7381240" y="42913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5">
              <a:extLst>
                <a:ext uri="{FF2B5EF4-FFF2-40B4-BE49-F238E27FC236}">
                  <a16:creationId xmlns:a16="http://schemas.microsoft.com/office/drawing/2014/main" id="{9E61352A-E9D4-C0DC-9E85-D6D8E4A80D96}"/>
                </a:ext>
              </a:extLst>
            </p:cNvPr>
            <p:cNvSpPr/>
            <p:nvPr/>
          </p:nvSpPr>
          <p:spPr>
            <a:xfrm>
              <a:off x="7381240" y="42951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6">
              <a:extLst>
                <a:ext uri="{FF2B5EF4-FFF2-40B4-BE49-F238E27FC236}">
                  <a16:creationId xmlns:a16="http://schemas.microsoft.com/office/drawing/2014/main" id="{F79F9C29-1D8D-F0FF-65F9-A0595224838B}"/>
                </a:ext>
              </a:extLst>
            </p:cNvPr>
            <p:cNvSpPr/>
            <p:nvPr/>
          </p:nvSpPr>
          <p:spPr>
            <a:xfrm>
              <a:off x="7381240" y="42989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07">
              <a:extLst>
                <a:ext uri="{FF2B5EF4-FFF2-40B4-BE49-F238E27FC236}">
                  <a16:creationId xmlns:a16="http://schemas.microsoft.com/office/drawing/2014/main" id="{F5E6639D-FAD0-C748-2ED8-38D616833E85}"/>
                </a:ext>
              </a:extLst>
            </p:cNvPr>
            <p:cNvSpPr/>
            <p:nvPr/>
          </p:nvSpPr>
          <p:spPr>
            <a:xfrm>
              <a:off x="7381240" y="43014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08">
              <a:extLst>
                <a:ext uri="{FF2B5EF4-FFF2-40B4-BE49-F238E27FC236}">
                  <a16:creationId xmlns:a16="http://schemas.microsoft.com/office/drawing/2014/main" id="{B3F8EFDD-939D-2839-8A27-7EA6B1E5917F}"/>
                </a:ext>
              </a:extLst>
            </p:cNvPr>
            <p:cNvSpPr/>
            <p:nvPr/>
          </p:nvSpPr>
          <p:spPr>
            <a:xfrm>
              <a:off x="7381240" y="4305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09">
              <a:extLst>
                <a:ext uri="{FF2B5EF4-FFF2-40B4-BE49-F238E27FC236}">
                  <a16:creationId xmlns:a16="http://schemas.microsoft.com/office/drawing/2014/main" id="{BF9918B8-7244-6F9B-2DD2-1F4CB15B0E1A}"/>
                </a:ext>
              </a:extLst>
            </p:cNvPr>
            <p:cNvSpPr/>
            <p:nvPr/>
          </p:nvSpPr>
          <p:spPr>
            <a:xfrm>
              <a:off x="7381240" y="4309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0">
              <a:extLst>
                <a:ext uri="{FF2B5EF4-FFF2-40B4-BE49-F238E27FC236}">
                  <a16:creationId xmlns:a16="http://schemas.microsoft.com/office/drawing/2014/main" id="{31D43114-96AC-8D26-67C6-FF170BEAE506}"/>
                </a:ext>
              </a:extLst>
            </p:cNvPr>
            <p:cNvSpPr/>
            <p:nvPr/>
          </p:nvSpPr>
          <p:spPr>
            <a:xfrm>
              <a:off x="7381240" y="4312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1">
              <a:extLst>
                <a:ext uri="{FF2B5EF4-FFF2-40B4-BE49-F238E27FC236}">
                  <a16:creationId xmlns:a16="http://schemas.microsoft.com/office/drawing/2014/main" id="{E6D78F9E-3865-719B-161B-B6CE35CB1D26}"/>
                </a:ext>
              </a:extLst>
            </p:cNvPr>
            <p:cNvSpPr/>
            <p:nvPr/>
          </p:nvSpPr>
          <p:spPr>
            <a:xfrm>
              <a:off x="7381240" y="4316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2">
              <a:extLst>
                <a:ext uri="{FF2B5EF4-FFF2-40B4-BE49-F238E27FC236}">
                  <a16:creationId xmlns:a16="http://schemas.microsoft.com/office/drawing/2014/main" id="{D081B529-DAC6-ABDB-BF46-F4BFB318E2EA}"/>
                </a:ext>
              </a:extLst>
            </p:cNvPr>
            <p:cNvSpPr/>
            <p:nvPr/>
          </p:nvSpPr>
          <p:spPr>
            <a:xfrm>
              <a:off x="7381240" y="4320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3">
              <a:extLst>
                <a:ext uri="{FF2B5EF4-FFF2-40B4-BE49-F238E27FC236}">
                  <a16:creationId xmlns:a16="http://schemas.microsoft.com/office/drawing/2014/main" id="{3C915BD5-A3D2-AEEB-6671-8C15784F1149}"/>
                </a:ext>
              </a:extLst>
            </p:cNvPr>
            <p:cNvSpPr/>
            <p:nvPr/>
          </p:nvSpPr>
          <p:spPr>
            <a:xfrm>
              <a:off x="7381240" y="4324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4">
              <a:extLst>
                <a:ext uri="{FF2B5EF4-FFF2-40B4-BE49-F238E27FC236}">
                  <a16:creationId xmlns:a16="http://schemas.microsoft.com/office/drawing/2014/main" id="{AB86524F-B62A-7310-5EA4-EC58BE9507ED}"/>
                </a:ext>
              </a:extLst>
            </p:cNvPr>
            <p:cNvSpPr/>
            <p:nvPr/>
          </p:nvSpPr>
          <p:spPr>
            <a:xfrm>
              <a:off x="7381240" y="4328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5">
              <a:extLst>
                <a:ext uri="{FF2B5EF4-FFF2-40B4-BE49-F238E27FC236}">
                  <a16:creationId xmlns:a16="http://schemas.microsoft.com/office/drawing/2014/main" id="{DB5C83F5-4003-2B31-9FDF-9BAFBAB69D49}"/>
                </a:ext>
              </a:extLst>
            </p:cNvPr>
            <p:cNvSpPr/>
            <p:nvPr/>
          </p:nvSpPr>
          <p:spPr>
            <a:xfrm>
              <a:off x="7381240" y="43319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6">
              <a:extLst>
                <a:ext uri="{FF2B5EF4-FFF2-40B4-BE49-F238E27FC236}">
                  <a16:creationId xmlns:a16="http://schemas.microsoft.com/office/drawing/2014/main" id="{6C81C773-F911-525D-F560-10D671C04D5D}"/>
                </a:ext>
              </a:extLst>
            </p:cNvPr>
            <p:cNvSpPr/>
            <p:nvPr/>
          </p:nvSpPr>
          <p:spPr>
            <a:xfrm>
              <a:off x="7381240" y="4334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17">
              <a:extLst>
                <a:ext uri="{FF2B5EF4-FFF2-40B4-BE49-F238E27FC236}">
                  <a16:creationId xmlns:a16="http://schemas.microsoft.com/office/drawing/2014/main" id="{6722C201-5114-5180-5F50-2CBF7C81D8F2}"/>
                </a:ext>
              </a:extLst>
            </p:cNvPr>
            <p:cNvSpPr/>
            <p:nvPr/>
          </p:nvSpPr>
          <p:spPr>
            <a:xfrm>
              <a:off x="7381240" y="4338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18">
              <a:extLst>
                <a:ext uri="{FF2B5EF4-FFF2-40B4-BE49-F238E27FC236}">
                  <a16:creationId xmlns:a16="http://schemas.microsoft.com/office/drawing/2014/main" id="{38868FE6-8326-ACAB-9D50-53E01CE41284}"/>
                </a:ext>
              </a:extLst>
            </p:cNvPr>
            <p:cNvSpPr/>
            <p:nvPr/>
          </p:nvSpPr>
          <p:spPr>
            <a:xfrm>
              <a:off x="7381240" y="413130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19">
              <a:extLst>
                <a:ext uri="{FF2B5EF4-FFF2-40B4-BE49-F238E27FC236}">
                  <a16:creationId xmlns:a16="http://schemas.microsoft.com/office/drawing/2014/main" id="{9DC7CBE1-0D71-7D3E-DA01-6C6F68CB8FD4}"/>
                </a:ext>
              </a:extLst>
            </p:cNvPr>
            <p:cNvSpPr/>
            <p:nvPr/>
          </p:nvSpPr>
          <p:spPr>
            <a:xfrm>
              <a:off x="7381240" y="41351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0">
              <a:extLst>
                <a:ext uri="{FF2B5EF4-FFF2-40B4-BE49-F238E27FC236}">
                  <a16:creationId xmlns:a16="http://schemas.microsoft.com/office/drawing/2014/main" id="{3EBC5336-185C-483A-C98C-D6893EFEAEFF}"/>
                </a:ext>
              </a:extLst>
            </p:cNvPr>
            <p:cNvSpPr/>
            <p:nvPr/>
          </p:nvSpPr>
          <p:spPr>
            <a:xfrm>
              <a:off x="7381240" y="41389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1">
              <a:extLst>
                <a:ext uri="{FF2B5EF4-FFF2-40B4-BE49-F238E27FC236}">
                  <a16:creationId xmlns:a16="http://schemas.microsoft.com/office/drawing/2014/main" id="{17BCE1F6-6AC4-3AAD-E704-7ACF0EACB0E4}"/>
                </a:ext>
              </a:extLst>
            </p:cNvPr>
            <p:cNvSpPr/>
            <p:nvPr/>
          </p:nvSpPr>
          <p:spPr>
            <a:xfrm>
              <a:off x="7381240" y="414274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2">
              <a:extLst>
                <a:ext uri="{FF2B5EF4-FFF2-40B4-BE49-F238E27FC236}">
                  <a16:creationId xmlns:a16="http://schemas.microsoft.com/office/drawing/2014/main" id="{5C87FEF7-1812-0BDE-A9E4-5D28FD135685}"/>
                </a:ext>
              </a:extLst>
            </p:cNvPr>
            <p:cNvSpPr/>
            <p:nvPr/>
          </p:nvSpPr>
          <p:spPr>
            <a:xfrm>
              <a:off x="7381240" y="4145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3">
              <a:extLst>
                <a:ext uri="{FF2B5EF4-FFF2-40B4-BE49-F238E27FC236}">
                  <a16:creationId xmlns:a16="http://schemas.microsoft.com/office/drawing/2014/main" id="{7D7A47BC-9A0F-3568-DBC5-4E98E1E33C34}"/>
                </a:ext>
              </a:extLst>
            </p:cNvPr>
            <p:cNvSpPr/>
            <p:nvPr/>
          </p:nvSpPr>
          <p:spPr>
            <a:xfrm>
              <a:off x="7381240" y="41490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4">
              <a:extLst>
                <a:ext uri="{FF2B5EF4-FFF2-40B4-BE49-F238E27FC236}">
                  <a16:creationId xmlns:a16="http://schemas.microsoft.com/office/drawing/2014/main" id="{FD69CEC1-9571-293C-22A7-F05583F5CF42}"/>
                </a:ext>
              </a:extLst>
            </p:cNvPr>
            <p:cNvSpPr/>
            <p:nvPr/>
          </p:nvSpPr>
          <p:spPr>
            <a:xfrm>
              <a:off x="7381240" y="4152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5">
              <a:extLst>
                <a:ext uri="{FF2B5EF4-FFF2-40B4-BE49-F238E27FC236}">
                  <a16:creationId xmlns:a16="http://schemas.microsoft.com/office/drawing/2014/main" id="{E728EB8F-3F81-4064-AA97-1520D383EB8D}"/>
                </a:ext>
              </a:extLst>
            </p:cNvPr>
            <p:cNvSpPr/>
            <p:nvPr/>
          </p:nvSpPr>
          <p:spPr>
            <a:xfrm>
              <a:off x="7381240" y="4156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6">
              <a:extLst>
                <a:ext uri="{FF2B5EF4-FFF2-40B4-BE49-F238E27FC236}">
                  <a16:creationId xmlns:a16="http://schemas.microsoft.com/office/drawing/2014/main" id="{61100518-C48E-3BE9-E840-A0FBCCA381D8}"/>
                </a:ext>
              </a:extLst>
            </p:cNvPr>
            <p:cNvSpPr/>
            <p:nvPr/>
          </p:nvSpPr>
          <p:spPr>
            <a:xfrm>
              <a:off x="7381240" y="4160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27">
              <a:extLst>
                <a:ext uri="{FF2B5EF4-FFF2-40B4-BE49-F238E27FC236}">
                  <a16:creationId xmlns:a16="http://schemas.microsoft.com/office/drawing/2014/main" id="{B71679A0-4D8F-A2A5-CFF8-7AEDB6ACE344}"/>
                </a:ext>
              </a:extLst>
            </p:cNvPr>
            <p:cNvSpPr/>
            <p:nvPr/>
          </p:nvSpPr>
          <p:spPr>
            <a:xfrm>
              <a:off x="7381240" y="41643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28">
              <a:extLst>
                <a:ext uri="{FF2B5EF4-FFF2-40B4-BE49-F238E27FC236}">
                  <a16:creationId xmlns:a16="http://schemas.microsoft.com/office/drawing/2014/main" id="{C5103EBE-89ED-F5B1-92A9-0617D6B20AD8}"/>
                </a:ext>
              </a:extLst>
            </p:cNvPr>
            <p:cNvSpPr/>
            <p:nvPr/>
          </p:nvSpPr>
          <p:spPr>
            <a:xfrm>
              <a:off x="7381240" y="41681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29">
              <a:extLst>
                <a:ext uri="{FF2B5EF4-FFF2-40B4-BE49-F238E27FC236}">
                  <a16:creationId xmlns:a16="http://schemas.microsoft.com/office/drawing/2014/main" id="{919CB2D1-7454-E763-692C-04916C303E79}"/>
                </a:ext>
              </a:extLst>
            </p:cNvPr>
            <p:cNvSpPr/>
            <p:nvPr/>
          </p:nvSpPr>
          <p:spPr>
            <a:xfrm>
              <a:off x="7381240" y="4171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0">
              <a:extLst>
                <a:ext uri="{FF2B5EF4-FFF2-40B4-BE49-F238E27FC236}">
                  <a16:creationId xmlns:a16="http://schemas.microsoft.com/office/drawing/2014/main" id="{7EC53442-86C3-7878-67A5-9A8B5CBE166F}"/>
                </a:ext>
              </a:extLst>
            </p:cNvPr>
            <p:cNvSpPr/>
            <p:nvPr/>
          </p:nvSpPr>
          <p:spPr>
            <a:xfrm>
              <a:off x="7381240" y="41757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1">
              <a:extLst>
                <a:ext uri="{FF2B5EF4-FFF2-40B4-BE49-F238E27FC236}">
                  <a16:creationId xmlns:a16="http://schemas.microsoft.com/office/drawing/2014/main" id="{F7254673-870B-042D-3C61-4C6F91C9FC7E}"/>
                </a:ext>
              </a:extLst>
            </p:cNvPr>
            <p:cNvSpPr/>
            <p:nvPr/>
          </p:nvSpPr>
          <p:spPr>
            <a:xfrm>
              <a:off x="7381240" y="4178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2">
              <a:extLst>
                <a:ext uri="{FF2B5EF4-FFF2-40B4-BE49-F238E27FC236}">
                  <a16:creationId xmlns:a16="http://schemas.microsoft.com/office/drawing/2014/main" id="{AA61A34F-614D-B755-D44D-AE90B1AFD298}"/>
                </a:ext>
              </a:extLst>
            </p:cNvPr>
            <p:cNvSpPr/>
            <p:nvPr/>
          </p:nvSpPr>
          <p:spPr>
            <a:xfrm>
              <a:off x="7381240" y="4182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3">
              <a:extLst>
                <a:ext uri="{FF2B5EF4-FFF2-40B4-BE49-F238E27FC236}">
                  <a16:creationId xmlns:a16="http://schemas.microsoft.com/office/drawing/2014/main" id="{B4864B88-1A56-C5CD-EE21-796D8047EB5A}"/>
                </a:ext>
              </a:extLst>
            </p:cNvPr>
            <p:cNvSpPr/>
            <p:nvPr/>
          </p:nvSpPr>
          <p:spPr>
            <a:xfrm>
              <a:off x="7381240" y="4185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4">
              <a:extLst>
                <a:ext uri="{FF2B5EF4-FFF2-40B4-BE49-F238E27FC236}">
                  <a16:creationId xmlns:a16="http://schemas.microsoft.com/office/drawing/2014/main" id="{7A664C1F-31B7-DD17-6505-C9F72A9C6A32}"/>
                </a:ext>
              </a:extLst>
            </p:cNvPr>
            <p:cNvSpPr/>
            <p:nvPr/>
          </p:nvSpPr>
          <p:spPr>
            <a:xfrm>
              <a:off x="7381240" y="4189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5">
              <a:extLst>
                <a:ext uri="{FF2B5EF4-FFF2-40B4-BE49-F238E27FC236}">
                  <a16:creationId xmlns:a16="http://schemas.microsoft.com/office/drawing/2014/main" id="{D3367F7F-E195-8A06-8E26-5B0FBA3E2613}"/>
                </a:ext>
              </a:extLst>
            </p:cNvPr>
            <p:cNvSpPr/>
            <p:nvPr/>
          </p:nvSpPr>
          <p:spPr>
            <a:xfrm>
              <a:off x="7381240" y="41935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6">
              <a:extLst>
                <a:ext uri="{FF2B5EF4-FFF2-40B4-BE49-F238E27FC236}">
                  <a16:creationId xmlns:a16="http://schemas.microsoft.com/office/drawing/2014/main" id="{1B06C12A-6BA3-05B6-A824-6150B95127E1}"/>
                </a:ext>
              </a:extLst>
            </p:cNvPr>
            <p:cNvSpPr/>
            <p:nvPr/>
          </p:nvSpPr>
          <p:spPr>
            <a:xfrm>
              <a:off x="7381240" y="4197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37">
              <a:extLst>
                <a:ext uri="{FF2B5EF4-FFF2-40B4-BE49-F238E27FC236}">
                  <a16:creationId xmlns:a16="http://schemas.microsoft.com/office/drawing/2014/main" id="{000C0D80-2FC9-1B83-8950-14AA4DBB3F17}"/>
                </a:ext>
              </a:extLst>
            </p:cNvPr>
            <p:cNvSpPr/>
            <p:nvPr/>
          </p:nvSpPr>
          <p:spPr>
            <a:xfrm>
              <a:off x="7381240" y="4201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38">
              <a:extLst>
                <a:ext uri="{FF2B5EF4-FFF2-40B4-BE49-F238E27FC236}">
                  <a16:creationId xmlns:a16="http://schemas.microsoft.com/office/drawing/2014/main" id="{AC76868D-2094-B9B2-E662-CB75297F3689}"/>
                </a:ext>
              </a:extLst>
            </p:cNvPr>
            <p:cNvSpPr/>
            <p:nvPr/>
          </p:nvSpPr>
          <p:spPr>
            <a:xfrm>
              <a:off x="7381240" y="4204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39">
              <a:extLst>
                <a:ext uri="{FF2B5EF4-FFF2-40B4-BE49-F238E27FC236}">
                  <a16:creationId xmlns:a16="http://schemas.microsoft.com/office/drawing/2014/main" id="{3F9AEF80-AD9C-7C95-29D3-4CC1ED8908C1}"/>
                </a:ext>
              </a:extLst>
            </p:cNvPr>
            <p:cNvSpPr/>
            <p:nvPr/>
          </p:nvSpPr>
          <p:spPr>
            <a:xfrm>
              <a:off x="7381240" y="4208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0">
              <a:extLst>
                <a:ext uri="{FF2B5EF4-FFF2-40B4-BE49-F238E27FC236}">
                  <a16:creationId xmlns:a16="http://schemas.microsoft.com/office/drawing/2014/main" id="{41A01542-B5D2-E211-42E8-9DB1C1DF06D7}"/>
                </a:ext>
              </a:extLst>
            </p:cNvPr>
            <p:cNvSpPr/>
            <p:nvPr/>
          </p:nvSpPr>
          <p:spPr>
            <a:xfrm>
              <a:off x="7381240" y="42125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1">
              <a:extLst>
                <a:ext uri="{FF2B5EF4-FFF2-40B4-BE49-F238E27FC236}">
                  <a16:creationId xmlns:a16="http://schemas.microsoft.com/office/drawing/2014/main" id="{5133280E-F043-8545-A784-2B5877E5D8C8}"/>
                </a:ext>
              </a:extLst>
            </p:cNvPr>
            <p:cNvSpPr/>
            <p:nvPr/>
          </p:nvSpPr>
          <p:spPr>
            <a:xfrm>
              <a:off x="7381240" y="4215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2">
              <a:extLst>
                <a:ext uri="{FF2B5EF4-FFF2-40B4-BE49-F238E27FC236}">
                  <a16:creationId xmlns:a16="http://schemas.microsoft.com/office/drawing/2014/main" id="{A7E560AF-811D-B313-7018-F66852031874}"/>
                </a:ext>
              </a:extLst>
            </p:cNvPr>
            <p:cNvSpPr/>
            <p:nvPr/>
          </p:nvSpPr>
          <p:spPr>
            <a:xfrm>
              <a:off x="7381240" y="4218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3">
              <a:extLst>
                <a:ext uri="{FF2B5EF4-FFF2-40B4-BE49-F238E27FC236}">
                  <a16:creationId xmlns:a16="http://schemas.microsoft.com/office/drawing/2014/main" id="{C5878E3B-3FFD-065F-D0DC-E8E26FF414EE}"/>
                </a:ext>
              </a:extLst>
            </p:cNvPr>
            <p:cNvSpPr/>
            <p:nvPr/>
          </p:nvSpPr>
          <p:spPr>
            <a:xfrm>
              <a:off x="7381240" y="4222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4">
              <a:extLst>
                <a:ext uri="{FF2B5EF4-FFF2-40B4-BE49-F238E27FC236}">
                  <a16:creationId xmlns:a16="http://schemas.microsoft.com/office/drawing/2014/main" id="{92E53927-C7D6-7B8F-8C9C-28720B708EB2}"/>
                </a:ext>
              </a:extLst>
            </p:cNvPr>
            <p:cNvSpPr/>
            <p:nvPr/>
          </p:nvSpPr>
          <p:spPr>
            <a:xfrm>
              <a:off x="7381240" y="4226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5">
              <a:extLst>
                <a:ext uri="{FF2B5EF4-FFF2-40B4-BE49-F238E27FC236}">
                  <a16:creationId xmlns:a16="http://schemas.microsoft.com/office/drawing/2014/main" id="{098752F4-22B9-6798-CE71-2338FFD7C0FE}"/>
                </a:ext>
              </a:extLst>
            </p:cNvPr>
            <p:cNvSpPr/>
            <p:nvPr/>
          </p:nvSpPr>
          <p:spPr>
            <a:xfrm>
              <a:off x="7381240" y="4230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6">
              <a:extLst>
                <a:ext uri="{FF2B5EF4-FFF2-40B4-BE49-F238E27FC236}">
                  <a16:creationId xmlns:a16="http://schemas.microsoft.com/office/drawing/2014/main" id="{6926CAE1-2886-6E91-6C26-60045C31B436}"/>
                </a:ext>
              </a:extLst>
            </p:cNvPr>
            <p:cNvSpPr/>
            <p:nvPr/>
          </p:nvSpPr>
          <p:spPr>
            <a:xfrm>
              <a:off x="7381240" y="4234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47">
              <a:extLst>
                <a:ext uri="{FF2B5EF4-FFF2-40B4-BE49-F238E27FC236}">
                  <a16:creationId xmlns:a16="http://schemas.microsoft.com/office/drawing/2014/main" id="{857C49E7-00DD-8F4B-BC97-FEA38F073ED9}"/>
                </a:ext>
              </a:extLst>
            </p:cNvPr>
            <p:cNvSpPr/>
            <p:nvPr/>
          </p:nvSpPr>
          <p:spPr>
            <a:xfrm>
              <a:off x="7381240" y="392429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48">
              <a:extLst>
                <a:ext uri="{FF2B5EF4-FFF2-40B4-BE49-F238E27FC236}">
                  <a16:creationId xmlns:a16="http://schemas.microsoft.com/office/drawing/2014/main" id="{07925CEA-E2A5-5318-8C11-20628C04A043}"/>
                </a:ext>
              </a:extLst>
            </p:cNvPr>
            <p:cNvSpPr/>
            <p:nvPr/>
          </p:nvSpPr>
          <p:spPr>
            <a:xfrm>
              <a:off x="7381240" y="3928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49">
              <a:extLst>
                <a:ext uri="{FF2B5EF4-FFF2-40B4-BE49-F238E27FC236}">
                  <a16:creationId xmlns:a16="http://schemas.microsoft.com/office/drawing/2014/main" id="{082ACBF6-3586-A702-661A-F2B1E28757E3}"/>
                </a:ext>
              </a:extLst>
            </p:cNvPr>
            <p:cNvSpPr/>
            <p:nvPr/>
          </p:nvSpPr>
          <p:spPr>
            <a:xfrm>
              <a:off x="7381240" y="3931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0">
              <a:extLst>
                <a:ext uri="{FF2B5EF4-FFF2-40B4-BE49-F238E27FC236}">
                  <a16:creationId xmlns:a16="http://schemas.microsoft.com/office/drawing/2014/main" id="{FA865A3F-6919-1271-5822-B26B8556B3DE}"/>
                </a:ext>
              </a:extLst>
            </p:cNvPr>
            <p:cNvSpPr/>
            <p:nvPr/>
          </p:nvSpPr>
          <p:spPr>
            <a:xfrm>
              <a:off x="7381240" y="3935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1">
              <a:extLst>
                <a:ext uri="{FF2B5EF4-FFF2-40B4-BE49-F238E27FC236}">
                  <a16:creationId xmlns:a16="http://schemas.microsoft.com/office/drawing/2014/main" id="{B362068A-0450-7E94-9E0A-153DFC319052}"/>
                </a:ext>
              </a:extLst>
            </p:cNvPr>
            <p:cNvSpPr/>
            <p:nvPr/>
          </p:nvSpPr>
          <p:spPr>
            <a:xfrm>
              <a:off x="7381240" y="39395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2">
              <a:extLst>
                <a:ext uri="{FF2B5EF4-FFF2-40B4-BE49-F238E27FC236}">
                  <a16:creationId xmlns:a16="http://schemas.microsoft.com/office/drawing/2014/main" id="{3A8CA54E-58BB-61CC-3E64-533DE8C03543}"/>
                </a:ext>
              </a:extLst>
            </p:cNvPr>
            <p:cNvSpPr/>
            <p:nvPr/>
          </p:nvSpPr>
          <p:spPr>
            <a:xfrm>
              <a:off x="7381240" y="3943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3">
              <a:extLst>
                <a:ext uri="{FF2B5EF4-FFF2-40B4-BE49-F238E27FC236}">
                  <a16:creationId xmlns:a16="http://schemas.microsoft.com/office/drawing/2014/main" id="{599ADBC3-2383-A5E7-99C5-2E60C1643E72}"/>
                </a:ext>
              </a:extLst>
            </p:cNvPr>
            <p:cNvSpPr/>
            <p:nvPr/>
          </p:nvSpPr>
          <p:spPr>
            <a:xfrm>
              <a:off x="7381240" y="39471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4">
              <a:extLst>
                <a:ext uri="{FF2B5EF4-FFF2-40B4-BE49-F238E27FC236}">
                  <a16:creationId xmlns:a16="http://schemas.microsoft.com/office/drawing/2014/main" id="{701695DD-E51E-3740-72DD-628E4ADA2DA7}"/>
                </a:ext>
              </a:extLst>
            </p:cNvPr>
            <p:cNvSpPr/>
            <p:nvPr/>
          </p:nvSpPr>
          <p:spPr>
            <a:xfrm>
              <a:off x="7381240" y="3949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5">
              <a:extLst>
                <a:ext uri="{FF2B5EF4-FFF2-40B4-BE49-F238E27FC236}">
                  <a16:creationId xmlns:a16="http://schemas.microsoft.com/office/drawing/2014/main" id="{C992AB67-F0B0-6494-794A-996D00CA2EE1}"/>
                </a:ext>
              </a:extLst>
            </p:cNvPr>
            <p:cNvSpPr/>
            <p:nvPr/>
          </p:nvSpPr>
          <p:spPr>
            <a:xfrm>
              <a:off x="7381240" y="3953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6">
              <a:extLst>
                <a:ext uri="{FF2B5EF4-FFF2-40B4-BE49-F238E27FC236}">
                  <a16:creationId xmlns:a16="http://schemas.microsoft.com/office/drawing/2014/main" id="{A0B1EA14-C962-A9AC-7967-73D799BE5416}"/>
                </a:ext>
              </a:extLst>
            </p:cNvPr>
            <p:cNvSpPr/>
            <p:nvPr/>
          </p:nvSpPr>
          <p:spPr>
            <a:xfrm>
              <a:off x="7381240" y="3957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57">
              <a:extLst>
                <a:ext uri="{FF2B5EF4-FFF2-40B4-BE49-F238E27FC236}">
                  <a16:creationId xmlns:a16="http://schemas.microsoft.com/office/drawing/2014/main" id="{D5DDD948-3D1E-05C8-D797-2ADC0E94AFE6}"/>
                </a:ext>
              </a:extLst>
            </p:cNvPr>
            <p:cNvSpPr/>
            <p:nvPr/>
          </p:nvSpPr>
          <p:spPr>
            <a:xfrm>
              <a:off x="7381240" y="3961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58">
              <a:extLst>
                <a:ext uri="{FF2B5EF4-FFF2-40B4-BE49-F238E27FC236}">
                  <a16:creationId xmlns:a16="http://schemas.microsoft.com/office/drawing/2014/main" id="{C04F606C-6AA7-BEAA-93F7-4A27FC9AC5CB}"/>
                </a:ext>
              </a:extLst>
            </p:cNvPr>
            <p:cNvSpPr/>
            <p:nvPr/>
          </p:nvSpPr>
          <p:spPr>
            <a:xfrm>
              <a:off x="7381240" y="3964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59">
              <a:extLst>
                <a:ext uri="{FF2B5EF4-FFF2-40B4-BE49-F238E27FC236}">
                  <a16:creationId xmlns:a16="http://schemas.microsoft.com/office/drawing/2014/main" id="{157405B2-E794-234B-EEB1-A1D6CDD45B04}"/>
                </a:ext>
              </a:extLst>
            </p:cNvPr>
            <p:cNvSpPr/>
            <p:nvPr/>
          </p:nvSpPr>
          <p:spPr>
            <a:xfrm>
              <a:off x="7381240" y="3968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0">
              <a:extLst>
                <a:ext uri="{FF2B5EF4-FFF2-40B4-BE49-F238E27FC236}">
                  <a16:creationId xmlns:a16="http://schemas.microsoft.com/office/drawing/2014/main" id="{A34D7474-E3E2-B37B-6F43-C3A87E6D42A5}"/>
                </a:ext>
              </a:extLst>
            </p:cNvPr>
            <p:cNvSpPr/>
            <p:nvPr/>
          </p:nvSpPr>
          <p:spPr>
            <a:xfrm>
              <a:off x="7381240" y="3972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1">
              <a:extLst>
                <a:ext uri="{FF2B5EF4-FFF2-40B4-BE49-F238E27FC236}">
                  <a16:creationId xmlns:a16="http://schemas.microsoft.com/office/drawing/2014/main" id="{E762B32C-6F1C-1883-F3EC-9DC32158F48F}"/>
                </a:ext>
              </a:extLst>
            </p:cNvPr>
            <p:cNvSpPr/>
            <p:nvPr/>
          </p:nvSpPr>
          <p:spPr>
            <a:xfrm>
              <a:off x="7381240" y="3976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2">
              <a:extLst>
                <a:ext uri="{FF2B5EF4-FFF2-40B4-BE49-F238E27FC236}">
                  <a16:creationId xmlns:a16="http://schemas.microsoft.com/office/drawing/2014/main" id="{8CD4E702-BD7B-D5B5-9F40-ADBFFD470CC8}"/>
                </a:ext>
              </a:extLst>
            </p:cNvPr>
            <p:cNvSpPr/>
            <p:nvPr/>
          </p:nvSpPr>
          <p:spPr>
            <a:xfrm>
              <a:off x="7381240" y="3980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3">
              <a:extLst>
                <a:ext uri="{FF2B5EF4-FFF2-40B4-BE49-F238E27FC236}">
                  <a16:creationId xmlns:a16="http://schemas.microsoft.com/office/drawing/2014/main" id="{5099D1C8-7498-2D62-A485-2908D9287B02}"/>
                </a:ext>
              </a:extLst>
            </p:cNvPr>
            <p:cNvSpPr/>
            <p:nvPr/>
          </p:nvSpPr>
          <p:spPr>
            <a:xfrm>
              <a:off x="7381240" y="39839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4">
              <a:extLst>
                <a:ext uri="{FF2B5EF4-FFF2-40B4-BE49-F238E27FC236}">
                  <a16:creationId xmlns:a16="http://schemas.microsoft.com/office/drawing/2014/main" id="{86279CBF-D92B-BB1C-3D96-4B5E831C5708}"/>
                </a:ext>
              </a:extLst>
            </p:cNvPr>
            <p:cNvSpPr/>
            <p:nvPr/>
          </p:nvSpPr>
          <p:spPr>
            <a:xfrm>
              <a:off x="7381240" y="3986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5">
              <a:extLst>
                <a:ext uri="{FF2B5EF4-FFF2-40B4-BE49-F238E27FC236}">
                  <a16:creationId xmlns:a16="http://schemas.microsoft.com/office/drawing/2014/main" id="{6C3F1FFB-42DA-BB5A-8A34-4EF38B934403}"/>
                </a:ext>
              </a:extLst>
            </p:cNvPr>
            <p:cNvSpPr/>
            <p:nvPr/>
          </p:nvSpPr>
          <p:spPr>
            <a:xfrm>
              <a:off x="7381240" y="3990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6">
              <a:extLst>
                <a:ext uri="{FF2B5EF4-FFF2-40B4-BE49-F238E27FC236}">
                  <a16:creationId xmlns:a16="http://schemas.microsoft.com/office/drawing/2014/main" id="{F35EC7AB-F8F5-FBF4-6C5E-34EE3D6664E5}"/>
                </a:ext>
              </a:extLst>
            </p:cNvPr>
            <p:cNvSpPr/>
            <p:nvPr/>
          </p:nvSpPr>
          <p:spPr>
            <a:xfrm>
              <a:off x="7381240" y="3994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67">
              <a:extLst>
                <a:ext uri="{FF2B5EF4-FFF2-40B4-BE49-F238E27FC236}">
                  <a16:creationId xmlns:a16="http://schemas.microsoft.com/office/drawing/2014/main" id="{B3AAA627-6FCA-EBFF-788C-D7FB54FBB0EB}"/>
                </a:ext>
              </a:extLst>
            </p:cNvPr>
            <p:cNvSpPr/>
            <p:nvPr/>
          </p:nvSpPr>
          <p:spPr>
            <a:xfrm>
              <a:off x="7381240" y="3997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68">
              <a:extLst>
                <a:ext uri="{FF2B5EF4-FFF2-40B4-BE49-F238E27FC236}">
                  <a16:creationId xmlns:a16="http://schemas.microsoft.com/office/drawing/2014/main" id="{869130F3-5570-BEE9-E1BA-25554B21D1FC}"/>
                </a:ext>
              </a:extLst>
            </p:cNvPr>
            <p:cNvSpPr/>
            <p:nvPr/>
          </p:nvSpPr>
          <p:spPr>
            <a:xfrm>
              <a:off x="7381240" y="4001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69">
              <a:extLst>
                <a:ext uri="{FF2B5EF4-FFF2-40B4-BE49-F238E27FC236}">
                  <a16:creationId xmlns:a16="http://schemas.microsoft.com/office/drawing/2014/main" id="{2B2D6FE5-5377-A553-A686-D5CE8ED310CF}"/>
                </a:ext>
              </a:extLst>
            </p:cNvPr>
            <p:cNvSpPr/>
            <p:nvPr/>
          </p:nvSpPr>
          <p:spPr>
            <a:xfrm>
              <a:off x="7381240" y="4005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0">
              <a:extLst>
                <a:ext uri="{FF2B5EF4-FFF2-40B4-BE49-F238E27FC236}">
                  <a16:creationId xmlns:a16="http://schemas.microsoft.com/office/drawing/2014/main" id="{834237D3-F12D-4E43-AF12-BDB38761D679}"/>
                </a:ext>
              </a:extLst>
            </p:cNvPr>
            <p:cNvSpPr/>
            <p:nvPr/>
          </p:nvSpPr>
          <p:spPr>
            <a:xfrm>
              <a:off x="7381240" y="40093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1">
              <a:extLst>
                <a:ext uri="{FF2B5EF4-FFF2-40B4-BE49-F238E27FC236}">
                  <a16:creationId xmlns:a16="http://schemas.microsoft.com/office/drawing/2014/main" id="{5D1B2375-6F48-52EA-BC6B-21E1EA900D9C}"/>
                </a:ext>
              </a:extLst>
            </p:cNvPr>
            <p:cNvSpPr/>
            <p:nvPr/>
          </p:nvSpPr>
          <p:spPr>
            <a:xfrm>
              <a:off x="7381240" y="401193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2">
              <a:extLst>
                <a:ext uri="{FF2B5EF4-FFF2-40B4-BE49-F238E27FC236}">
                  <a16:creationId xmlns:a16="http://schemas.microsoft.com/office/drawing/2014/main" id="{563B3BBC-51B0-742A-4568-5598437A972B}"/>
                </a:ext>
              </a:extLst>
            </p:cNvPr>
            <p:cNvSpPr/>
            <p:nvPr/>
          </p:nvSpPr>
          <p:spPr>
            <a:xfrm>
              <a:off x="7381240" y="40170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3">
              <a:extLst>
                <a:ext uri="{FF2B5EF4-FFF2-40B4-BE49-F238E27FC236}">
                  <a16:creationId xmlns:a16="http://schemas.microsoft.com/office/drawing/2014/main" id="{D17E732F-DD61-7675-B2A2-90A1E4BC61CB}"/>
                </a:ext>
              </a:extLst>
            </p:cNvPr>
            <p:cNvSpPr/>
            <p:nvPr/>
          </p:nvSpPr>
          <p:spPr>
            <a:xfrm>
              <a:off x="7381240" y="40195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4">
              <a:extLst>
                <a:ext uri="{FF2B5EF4-FFF2-40B4-BE49-F238E27FC236}">
                  <a16:creationId xmlns:a16="http://schemas.microsoft.com/office/drawing/2014/main" id="{27C40EC6-F488-681D-A2C0-2266C50853FA}"/>
                </a:ext>
              </a:extLst>
            </p:cNvPr>
            <p:cNvSpPr/>
            <p:nvPr/>
          </p:nvSpPr>
          <p:spPr>
            <a:xfrm>
              <a:off x="7381240" y="40233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5">
              <a:extLst>
                <a:ext uri="{FF2B5EF4-FFF2-40B4-BE49-F238E27FC236}">
                  <a16:creationId xmlns:a16="http://schemas.microsoft.com/office/drawing/2014/main" id="{71015686-7FDC-C9FD-6137-6914E495138D}"/>
                </a:ext>
              </a:extLst>
            </p:cNvPr>
            <p:cNvSpPr/>
            <p:nvPr/>
          </p:nvSpPr>
          <p:spPr>
            <a:xfrm>
              <a:off x="7381240" y="4027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6">
              <a:extLst>
                <a:ext uri="{FF2B5EF4-FFF2-40B4-BE49-F238E27FC236}">
                  <a16:creationId xmlns:a16="http://schemas.microsoft.com/office/drawing/2014/main" id="{FDDE02E4-9C0B-CF4B-107E-3855F2F8C370}"/>
                </a:ext>
              </a:extLst>
            </p:cNvPr>
            <p:cNvSpPr/>
            <p:nvPr/>
          </p:nvSpPr>
          <p:spPr>
            <a:xfrm>
              <a:off x="7381240" y="382142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77">
              <a:extLst>
                <a:ext uri="{FF2B5EF4-FFF2-40B4-BE49-F238E27FC236}">
                  <a16:creationId xmlns:a16="http://schemas.microsoft.com/office/drawing/2014/main" id="{2AB78714-75A8-B516-5E27-741AF8C5B224}"/>
                </a:ext>
              </a:extLst>
            </p:cNvPr>
            <p:cNvSpPr/>
            <p:nvPr/>
          </p:nvSpPr>
          <p:spPr>
            <a:xfrm>
              <a:off x="7381240" y="38252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78">
              <a:extLst>
                <a:ext uri="{FF2B5EF4-FFF2-40B4-BE49-F238E27FC236}">
                  <a16:creationId xmlns:a16="http://schemas.microsoft.com/office/drawing/2014/main" id="{7A93C986-FD7A-6193-5964-6E82C0848CA7}"/>
                </a:ext>
              </a:extLst>
            </p:cNvPr>
            <p:cNvSpPr/>
            <p:nvPr/>
          </p:nvSpPr>
          <p:spPr>
            <a:xfrm>
              <a:off x="7381240" y="38290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79">
              <a:extLst>
                <a:ext uri="{FF2B5EF4-FFF2-40B4-BE49-F238E27FC236}">
                  <a16:creationId xmlns:a16="http://schemas.microsoft.com/office/drawing/2014/main" id="{8A0F10A2-67D6-1A79-AF5B-B80476297426}"/>
                </a:ext>
              </a:extLst>
            </p:cNvPr>
            <p:cNvSpPr/>
            <p:nvPr/>
          </p:nvSpPr>
          <p:spPr>
            <a:xfrm>
              <a:off x="7381240" y="38315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0">
              <a:extLst>
                <a:ext uri="{FF2B5EF4-FFF2-40B4-BE49-F238E27FC236}">
                  <a16:creationId xmlns:a16="http://schemas.microsoft.com/office/drawing/2014/main" id="{44A76167-60DE-2222-D235-6EE5892B013E}"/>
                </a:ext>
              </a:extLst>
            </p:cNvPr>
            <p:cNvSpPr/>
            <p:nvPr/>
          </p:nvSpPr>
          <p:spPr>
            <a:xfrm>
              <a:off x="7381240" y="38354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1">
              <a:extLst>
                <a:ext uri="{FF2B5EF4-FFF2-40B4-BE49-F238E27FC236}">
                  <a16:creationId xmlns:a16="http://schemas.microsoft.com/office/drawing/2014/main" id="{EEBB9A6F-FC8A-D026-B8BC-838373A1E9D4}"/>
                </a:ext>
              </a:extLst>
            </p:cNvPr>
            <p:cNvSpPr/>
            <p:nvPr/>
          </p:nvSpPr>
          <p:spPr>
            <a:xfrm>
              <a:off x="7381240" y="38392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2">
              <a:extLst>
                <a:ext uri="{FF2B5EF4-FFF2-40B4-BE49-F238E27FC236}">
                  <a16:creationId xmlns:a16="http://schemas.microsoft.com/office/drawing/2014/main" id="{C00D7EAC-2C6C-B233-3768-9ADB52A07D63}"/>
                </a:ext>
              </a:extLst>
            </p:cNvPr>
            <p:cNvSpPr/>
            <p:nvPr/>
          </p:nvSpPr>
          <p:spPr>
            <a:xfrm>
              <a:off x="7381240" y="38430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3">
              <a:extLst>
                <a:ext uri="{FF2B5EF4-FFF2-40B4-BE49-F238E27FC236}">
                  <a16:creationId xmlns:a16="http://schemas.microsoft.com/office/drawing/2014/main" id="{5335B4AF-F368-F73C-D9FE-8B484A86A86A}"/>
                </a:ext>
              </a:extLst>
            </p:cNvPr>
            <p:cNvSpPr/>
            <p:nvPr/>
          </p:nvSpPr>
          <p:spPr>
            <a:xfrm>
              <a:off x="7381240" y="38468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4">
              <a:extLst>
                <a:ext uri="{FF2B5EF4-FFF2-40B4-BE49-F238E27FC236}">
                  <a16:creationId xmlns:a16="http://schemas.microsoft.com/office/drawing/2014/main" id="{1CE70E63-DC86-C272-C5D0-626A6BC952A2}"/>
                </a:ext>
              </a:extLst>
            </p:cNvPr>
            <p:cNvSpPr/>
            <p:nvPr/>
          </p:nvSpPr>
          <p:spPr>
            <a:xfrm>
              <a:off x="7381240" y="38506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5">
              <a:extLst>
                <a:ext uri="{FF2B5EF4-FFF2-40B4-BE49-F238E27FC236}">
                  <a16:creationId xmlns:a16="http://schemas.microsoft.com/office/drawing/2014/main" id="{45A7A4F5-ABFF-40C1-3001-161294BBC8C9}"/>
                </a:ext>
              </a:extLst>
            </p:cNvPr>
            <p:cNvSpPr/>
            <p:nvPr/>
          </p:nvSpPr>
          <p:spPr>
            <a:xfrm>
              <a:off x="7381240" y="3854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6">
              <a:extLst>
                <a:ext uri="{FF2B5EF4-FFF2-40B4-BE49-F238E27FC236}">
                  <a16:creationId xmlns:a16="http://schemas.microsoft.com/office/drawing/2014/main" id="{552F91EA-814D-EE15-0B47-FE6855344E23}"/>
                </a:ext>
              </a:extLst>
            </p:cNvPr>
            <p:cNvSpPr/>
            <p:nvPr/>
          </p:nvSpPr>
          <p:spPr>
            <a:xfrm>
              <a:off x="7381240" y="3858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87">
              <a:extLst>
                <a:ext uri="{FF2B5EF4-FFF2-40B4-BE49-F238E27FC236}">
                  <a16:creationId xmlns:a16="http://schemas.microsoft.com/office/drawing/2014/main" id="{8B5E0CAE-E848-9922-8C52-C826CA55FD29}"/>
                </a:ext>
              </a:extLst>
            </p:cNvPr>
            <p:cNvSpPr/>
            <p:nvPr/>
          </p:nvSpPr>
          <p:spPr>
            <a:xfrm>
              <a:off x="7381240" y="3862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88">
              <a:extLst>
                <a:ext uri="{FF2B5EF4-FFF2-40B4-BE49-F238E27FC236}">
                  <a16:creationId xmlns:a16="http://schemas.microsoft.com/office/drawing/2014/main" id="{D2F2166D-79A8-6C37-B097-317205337B41}"/>
                </a:ext>
              </a:extLst>
            </p:cNvPr>
            <p:cNvSpPr/>
            <p:nvPr/>
          </p:nvSpPr>
          <p:spPr>
            <a:xfrm>
              <a:off x="7381240" y="38658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89">
              <a:extLst>
                <a:ext uri="{FF2B5EF4-FFF2-40B4-BE49-F238E27FC236}">
                  <a16:creationId xmlns:a16="http://schemas.microsoft.com/office/drawing/2014/main" id="{024F5073-1916-83C4-0684-DBEC43317147}"/>
                </a:ext>
              </a:extLst>
            </p:cNvPr>
            <p:cNvSpPr/>
            <p:nvPr/>
          </p:nvSpPr>
          <p:spPr>
            <a:xfrm>
              <a:off x="7381240" y="3868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0">
              <a:extLst>
                <a:ext uri="{FF2B5EF4-FFF2-40B4-BE49-F238E27FC236}">
                  <a16:creationId xmlns:a16="http://schemas.microsoft.com/office/drawing/2014/main" id="{1144BD7A-F739-A1AA-DF4B-47398283CF59}"/>
                </a:ext>
              </a:extLst>
            </p:cNvPr>
            <p:cNvSpPr/>
            <p:nvPr/>
          </p:nvSpPr>
          <p:spPr>
            <a:xfrm>
              <a:off x="7381240" y="38722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1">
              <a:extLst>
                <a:ext uri="{FF2B5EF4-FFF2-40B4-BE49-F238E27FC236}">
                  <a16:creationId xmlns:a16="http://schemas.microsoft.com/office/drawing/2014/main" id="{BCBDF76F-38D7-9B57-8F59-904924407C5C}"/>
                </a:ext>
              </a:extLst>
            </p:cNvPr>
            <p:cNvSpPr/>
            <p:nvPr/>
          </p:nvSpPr>
          <p:spPr>
            <a:xfrm>
              <a:off x="7381240" y="38760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2">
              <a:extLst>
                <a:ext uri="{FF2B5EF4-FFF2-40B4-BE49-F238E27FC236}">
                  <a16:creationId xmlns:a16="http://schemas.microsoft.com/office/drawing/2014/main" id="{6C16356A-AEB9-0656-17E8-D942D2375633}"/>
                </a:ext>
              </a:extLst>
            </p:cNvPr>
            <p:cNvSpPr/>
            <p:nvPr/>
          </p:nvSpPr>
          <p:spPr>
            <a:xfrm>
              <a:off x="7381240" y="38798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3">
              <a:extLst>
                <a:ext uri="{FF2B5EF4-FFF2-40B4-BE49-F238E27FC236}">
                  <a16:creationId xmlns:a16="http://schemas.microsoft.com/office/drawing/2014/main" id="{326B3043-EC70-6EED-3EF7-14E8412E050E}"/>
                </a:ext>
              </a:extLst>
            </p:cNvPr>
            <p:cNvSpPr/>
            <p:nvPr/>
          </p:nvSpPr>
          <p:spPr>
            <a:xfrm>
              <a:off x="7381240" y="3883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4">
              <a:extLst>
                <a:ext uri="{FF2B5EF4-FFF2-40B4-BE49-F238E27FC236}">
                  <a16:creationId xmlns:a16="http://schemas.microsoft.com/office/drawing/2014/main" id="{65B6036A-007B-63D8-2C82-1CCEC55C9EF0}"/>
                </a:ext>
              </a:extLst>
            </p:cNvPr>
            <p:cNvSpPr/>
            <p:nvPr/>
          </p:nvSpPr>
          <p:spPr>
            <a:xfrm>
              <a:off x="7381240" y="3887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5">
              <a:extLst>
                <a:ext uri="{FF2B5EF4-FFF2-40B4-BE49-F238E27FC236}">
                  <a16:creationId xmlns:a16="http://schemas.microsoft.com/office/drawing/2014/main" id="{58FDCC7D-507C-BB9C-DDE0-535153F8DC8F}"/>
                </a:ext>
              </a:extLst>
            </p:cNvPr>
            <p:cNvSpPr/>
            <p:nvPr/>
          </p:nvSpPr>
          <p:spPr>
            <a:xfrm>
              <a:off x="7381240" y="3891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6">
              <a:extLst>
                <a:ext uri="{FF2B5EF4-FFF2-40B4-BE49-F238E27FC236}">
                  <a16:creationId xmlns:a16="http://schemas.microsoft.com/office/drawing/2014/main" id="{5F4E8597-706A-EE1C-5D8A-8BD9DD23F28F}"/>
                </a:ext>
              </a:extLst>
            </p:cNvPr>
            <p:cNvSpPr/>
            <p:nvPr/>
          </p:nvSpPr>
          <p:spPr>
            <a:xfrm>
              <a:off x="7381240" y="38950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497">
              <a:extLst>
                <a:ext uri="{FF2B5EF4-FFF2-40B4-BE49-F238E27FC236}">
                  <a16:creationId xmlns:a16="http://schemas.microsoft.com/office/drawing/2014/main" id="{3091EA29-0C9A-E37F-B1EE-D4EFAD73741B}"/>
                </a:ext>
              </a:extLst>
            </p:cNvPr>
            <p:cNvSpPr/>
            <p:nvPr/>
          </p:nvSpPr>
          <p:spPr>
            <a:xfrm>
              <a:off x="7381240" y="38989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498">
              <a:extLst>
                <a:ext uri="{FF2B5EF4-FFF2-40B4-BE49-F238E27FC236}">
                  <a16:creationId xmlns:a16="http://schemas.microsoft.com/office/drawing/2014/main" id="{FFBFB50B-6D11-D721-BC32-5BDFB3A5BB62}"/>
                </a:ext>
              </a:extLst>
            </p:cNvPr>
            <p:cNvSpPr/>
            <p:nvPr/>
          </p:nvSpPr>
          <p:spPr>
            <a:xfrm>
              <a:off x="7381240" y="39014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499">
              <a:extLst>
                <a:ext uri="{FF2B5EF4-FFF2-40B4-BE49-F238E27FC236}">
                  <a16:creationId xmlns:a16="http://schemas.microsoft.com/office/drawing/2014/main" id="{005A520D-44FC-B542-DE1D-1AEA1641A0B5}"/>
                </a:ext>
              </a:extLst>
            </p:cNvPr>
            <p:cNvSpPr/>
            <p:nvPr/>
          </p:nvSpPr>
          <p:spPr>
            <a:xfrm>
              <a:off x="7381240" y="3905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0">
              <a:extLst>
                <a:ext uri="{FF2B5EF4-FFF2-40B4-BE49-F238E27FC236}">
                  <a16:creationId xmlns:a16="http://schemas.microsoft.com/office/drawing/2014/main" id="{95F5CE66-DA2C-E9CB-1E85-9EF22BF36AE7}"/>
                </a:ext>
              </a:extLst>
            </p:cNvPr>
            <p:cNvSpPr/>
            <p:nvPr/>
          </p:nvSpPr>
          <p:spPr>
            <a:xfrm>
              <a:off x="7381240" y="3909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1">
              <a:extLst>
                <a:ext uri="{FF2B5EF4-FFF2-40B4-BE49-F238E27FC236}">
                  <a16:creationId xmlns:a16="http://schemas.microsoft.com/office/drawing/2014/main" id="{96D29897-7B32-C464-A7C6-6BB0404C377F}"/>
                </a:ext>
              </a:extLst>
            </p:cNvPr>
            <p:cNvSpPr/>
            <p:nvPr/>
          </p:nvSpPr>
          <p:spPr>
            <a:xfrm>
              <a:off x="7381240" y="3912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2">
              <a:extLst>
                <a:ext uri="{FF2B5EF4-FFF2-40B4-BE49-F238E27FC236}">
                  <a16:creationId xmlns:a16="http://schemas.microsoft.com/office/drawing/2014/main" id="{B7D5AB3E-E0FD-E396-85A4-76B74CBF4BF5}"/>
                </a:ext>
              </a:extLst>
            </p:cNvPr>
            <p:cNvSpPr/>
            <p:nvPr/>
          </p:nvSpPr>
          <p:spPr>
            <a:xfrm>
              <a:off x="7381240" y="39166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3">
              <a:extLst>
                <a:ext uri="{FF2B5EF4-FFF2-40B4-BE49-F238E27FC236}">
                  <a16:creationId xmlns:a16="http://schemas.microsoft.com/office/drawing/2014/main" id="{2B114C50-D40D-69F0-F26F-B9B275CAF7CE}"/>
                </a:ext>
              </a:extLst>
            </p:cNvPr>
            <p:cNvSpPr/>
            <p:nvPr/>
          </p:nvSpPr>
          <p:spPr>
            <a:xfrm>
              <a:off x="7381240" y="39204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4">
              <a:extLst>
                <a:ext uri="{FF2B5EF4-FFF2-40B4-BE49-F238E27FC236}">
                  <a16:creationId xmlns:a16="http://schemas.microsoft.com/office/drawing/2014/main" id="{030E8E8F-0BE1-EE4A-65D2-BFC52DCC473F}"/>
                </a:ext>
              </a:extLst>
            </p:cNvPr>
            <p:cNvSpPr/>
            <p:nvPr/>
          </p:nvSpPr>
          <p:spPr>
            <a:xfrm>
              <a:off x="7381240" y="3924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5">
              <a:extLst>
                <a:ext uri="{FF2B5EF4-FFF2-40B4-BE49-F238E27FC236}">
                  <a16:creationId xmlns:a16="http://schemas.microsoft.com/office/drawing/2014/main" id="{66FD3486-B7B6-0098-DAD1-B122E07338FE}"/>
                </a:ext>
              </a:extLst>
            </p:cNvPr>
            <p:cNvSpPr/>
            <p:nvPr/>
          </p:nvSpPr>
          <p:spPr>
            <a:xfrm>
              <a:off x="7381240" y="371855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6">
              <a:extLst>
                <a:ext uri="{FF2B5EF4-FFF2-40B4-BE49-F238E27FC236}">
                  <a16:creationId xmlns:a16="http://schemas.microsoft.com/office/drawing/2014/main" id="{E55B807B-B28E-303E-6C45-86EE5F4B678D}"/>
                </a:ext>
              </a:extLst>
            </p:cNvPr>
            <p:cNvSpPr/>
            <p:nvPr/>
          </p:nvSpPr>
          <p:spPr>
            <a:xfrm>
              <a:off x="7381240" y="3722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07">
              <a:extLst>
                <a:ext uri="{FF2B5EF4-FFF2-40B4-BE49-F238E27FC236}">
                  <a16:creationId xmlns:a16="http://schemas.microsoft.com/office/drawing/2014/main" id="{A9ABED3A-47FD-906E-F5D6-FB703071D55E}"/>
                </a:ext>
              </a:extLst>
            </p:cNvPr>
            <p:cNvSpPr/>
            <p:nvPr/>
          </p:nvSpPr>
          <p:spPr>
            <a:xfrm>
              <a:off x="7381240" y="37261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08">
              <a:extLst>
                <a:ext uri="{FF2B5EF4-FFF2-40B4-BE49-F238E27FC236}">
                  <a16:creationId xmlns:a16="http://schemas.microsoft.com/office/drawing/2014/main" id="{3A2F12EB-A6D3-530E-15DB-564DF8ED3212}"/>
                </a:ext>
              </a:extLst>
            </p:cNvPr>
            <p:cNvSpPr/>
            <p:nvPr/>
          </p:nvSpPr>
          <p:spPr>
            <a:xfrm>
              <a:off x="7381240" y="37287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09">
              <a:extLst>
                <a:ext uri="{FF2B5EF4-FFF2-40B4-BE49-F238E27FC236}">
                  <a16:creationId xmlns:a16="http://schemas.microsoft.com/office/drawing/2014/main" id="{D91EB5D6-5908-06D7-E93C-B6D027577DED}"/>
                </a:ext>
              </a:extLst>
            </p:cNvPr>
            <p:cNvSpPr/>
            <p:nvPr/>
          </p:nvSpPr>
          <p:spPr>
            <a:xfrm>
              <a:off x="7381240" y="3732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0">
              <a:extLst>
                <a:ext uri="{FF2B5EF4-FFF2-40B4-BE49-F238E27FC236}">
                  <a16:creationId xmlns:a16="http://schemas.microsoft.com/office/drawing/2014/main" id="{9B609413-70F4-6F68-1E23-6EC5E9EFB7C2}"/>
                </a:ext>
              </a:extLst>
            </p:cNvPr>
            <p:cNvSpPr/>
            <p:nvPr/>
          </p:nvSpPr>
          <p:spPr>
            <a:xfrm>
              <a:off x="7381240" y="3736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1">
              <a:extLst>
                <a:ext uri="{FF2B5EF4-FFF2-40B4-BE49-F238E27FC236}">
                  <a16:creationId xmlns:a16="http://schemas.microsoft.com/office/drawing/2014/main" id="{9D4685C9-0D20-4F12-EFCD-13FC92DC6743}"/>
                </a:ext>
              </a:extLst>
            </p:cNvPr>
            <p:cNvSpPr/>
            <p:nvPr/>
          </p:nvSpPr>
          <p:spPr>
            <a:xfrm>
              <a:off x="7381240" y="3740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2">
              <a:extLst>
                <a:ext uri="{FF2B5EF4-FFF2-40B4-BE49-F238E27FC236}">
                  <a16:creationId xmlns:a16="http://schemas.microsoft.com/office/drawing/2014/main" id="{A1D64AF0-FF0E-04A3-FBCE-3D0B543325AF}"/>
                </a:ext>
              </a:extLst>
            </p:cNvPr>
            <p:cNvSpPr/>
            <p:nvPr/>
          </p:nvSpPr>
          <p:spPr>
            <a:xfrm>
              <a:off x="7381240" y="3743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3">
              <a:extLst>
                <a:ext uri="{FF2B5EF4-FFF2-40B4-BE49-F238E27FC236}">
                  <a16:creationId xmlns:a16="http://schemas.microsoft.com/office/drawing/2014/main" id="{D0DFE221-40BE-C711-9B1B-8A4ECAAFB95B}"/>
                </a:ext>
              </a:extLst>
            </p:cNvPr>
            <p:cNvSpPr/>
            <p:nvPr/>
          </p:nvSpPr>
          <p:spPr>
            <a:xfrm>
              <a:off x="7381240" y="3747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4">
              <a:extLst>
                <a:ext uri="{FF2B5EF4-FFF2-40B4-BE49-F238E27FC236}">
                  <a16:creationId xmlns:a16="http://schemas.microsoft.com/office/drawing/2014/main" id="{D4BEBF23-6B8F-0D02-E558-5E1CCD5156B7}"/>
                </a:ext>
              </a:extLst>
            </p:cNvPr>
            <p:cNvSpPr/>
            <p:nvPr/>
          </p:nvSpPr>
          <p:spPr>
            <a:xfrm>
              <a:off x="7381240" y="3751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5">
              <a:extLst>
                <a:ext uri="{FF2B5EF4-FFF2-40B4-BE49-F238E27FC236}">
                  <a16:creationId xmlns:a16="http://schemas.microsoft.com/office/drawing/2014/main" id="{518668AE-96AB-87C7-9F16-414D0069D8B0}"/>
                </a:ext>
              </a:extLst>
            </p:cNvPr>
            <p:cNvSpPr/>
            <p:nvPr/>
          </p:nvSpPr>
          <p:spPr>
            <a:xfrm>
              <a:off x="7381240" y="3755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6">
              <a:extLst>
                <a:ext uri="{FF2B5EF4-FFF2-40B4-BE49-F238E27FC236}">
                  <a16:creationId xmlns:a16="http://schemas.microsoft.com/office/drawing/2014/main" id="{2C14CB11-DFC8-957F-45CD-B1631291F6E8}"/>
                </a:ext>
              </a:extLst>
            </p:cNvPr>
            <p:cNvSpPr/>
            <p:nvPr/>
          </p:nvSpPr>
          <p:spPr>
            <a:xfrm>
              <a:off x="7381240" y="37592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17">
              <a:extLst>
                <a:ext uri="{FF2B5EF4-FFF2-40B4-BE49-F238E27FC236}">
                  <a16:creationId xmlns:a16="http://schemas.microsoft.com/office/drawing/2014/main" id="{D7E43CB9-96A6-96D1-9916-1E423B137281}"/>
                </a:ext>
              </a:extLst>
            </p:cNvPr>
            <p:cNvSpPr/>
            <p:nvPr/>
          </p:nvSpPr>
          <p:spPr>
            <a:xfrm>
              <a:off x="7381240" y="376174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18">
              <a:extLst>
                <a:ext uri="{FF2B5EF4-FFF2-40B4-BE49-F238E27FC236}">
                  <a16:creationId xmlns:a16="http://schemas.microsoft.com/office/drawing/2014/main" id="{B2B9D349-4A34-EB62-1789-AF01C5C88184}"/>
                </a:ext>
              </a:extLst>
            </p:cNvPr>
            <p:cNvSpPr/>
            <p:nvPr/>
          </p:nvSpPr>
          <p:spPr>
            <a:xfrm>
              <a:off x="7381240" y="37668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19">
              <a:extLst>
                <a:ext uri="{FF2B5EF4-FFF2-40B4-BE49-F238E27FC236}">
                  <a16:creationId xmlns:a16="http://schemas.microsoft.com/office/drawing/2014/main" id="{218D1397-C5EC-4806-D48A-CCC782A2DD42}"/>
                </a:ext>
              </a:extLst>
            </p:cNvPr>
            <p:cNvSpPr/>
            <p:nvPr/>
          </p:nvSpPr>
          <p:spPr>
            <a:xfrm>
              <a:off x="7381240" y="37693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0">
              <a:extLst>
                <a:ext uri="{FF2B5EF4-FFF2-40B4-BE49-F238E27FC236}">
                  <a16:creationId xmlns:a16="http://schemas.microsoft.com/office/drawing/2014/main" id="{F6CCEC55-055C-8133-7434-83D5B30971F6}"/>
                </a:ext>
              </a:extLst>
            </p:cNvPr>
            <p:cNvSpPr/>
            <p:nvPr/>
          </p:nvSpPr>
          <p:spPr>
            <a:xfrm>
              <a:off x="7381240" y="3773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1">
              <a:extLst>
                <a:ext uri="{FF2B5EF4-FFF2-40B4-BE49-F238E27FC236}">
                  <a16:creationId xmlns:a16="http://schemas.microsoft.com/office/drawing/2014/main" id="{956EB004-3A06-8222-96E6-129F13AE15B6}"/>
                </a:ext>
              </a:extLst>
            </p:cNvPr>
            <p:cNvSpPr/>
            <p:nvPr/>
          </p:nvSpPr>
          <p:spPr>
            <a:xfrm>
              <a:off x="7381240" y="3776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2">
              <a:extLst>
                <a:ext uri="{FF2B5EF4-FFF2-40B4-BE49-F238E27FC236}">
                  <a16:creationId xmlns:a16="http://schemas.microsoft.com/office/drawing/2014/main" id="{1B828478-3B3B-8178-1E1E-AB721A3C01B2}"/>
                </a:ext>
              </a:extLst>
            </p:cNvPr>
            <p:cNvSpPr/>
            <p:nvPr/>
          </p:nvSpPr>
          <p:spPr>
            <a:xfrm>
              <a:off x="7381240" y="3780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3">
              <a:extLst>
                <a:ext uri="{FF2B5EF4-FFF2-40B4-BE49-F238E27FC236}">
                  <a16:creationId xmlns:a16="http://schemas.microsoft.com/office/drawing/2014/main" id="{3AF7C086-EB23-9D86-B1A4-030B8F7E6642}"/>
                </a:ext>
              </a:extLst>
            </p:cNvPr>
            <p:cNvSpPr/>
            <p:nvPr/>
          </p:nvSpPr>
          <p:spPr>
            <a:xfrm>
              <a:off x="7381240" y="3784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4">
              <a:extLst>
                <a:ext uri="{FF2B5EF4-FFF2-40B4-BE49-F238E27FC236}">
                  <a16:creationId xmlns:a16="http://schemas.microsoft.com/office/drawing/2014/main" id="{F6C3A8FB-A6F0-4142-69AF-29C960703650}"/>
                </a:ext>
              </a:extLst>
            </p:cNvPr>
            <p:cNvSpPr/>
            <p:nvPr/>
          </p:nvSpPr>
          <p:spPr>
            <a:xfrm>
              <a:off x="7381240" y="3788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5">
              <a:extLst>
                <a:ext uri="{FF2B5EF4-FFF2-40B4-BE49-F238E27FC236}">
                  <a16:creationId xmlns:a16="http://schemas.microsoft.com/office/drawing/2014/main" id="{A35776C7-1775-4CDE-9F36-89CD826B707D}"/>
                </a:ext>
              </a:extLst>
            </p:cNvPr>
            <p:cNvSpPr/>
            <p:nvPr/>
          </p:nvSpPr>
          <p:spPr>
            <a:xfrm>
              <a:off x="7381240" y="3792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6">
              <a:extLst>
                <a:ext uri="{FF2B5EF4-FFF2-40B4-BE49-F238E27FC236}">
                  <a16:creationId xmlns:a16="http://schemas.microsoft.com/office/drawing/2014/main" id="{EF95564F-7431-075E-91B7-7ADC48644851}"/>
                </a:ext>
              </a:extLst>
            </p:cNvPr>
            <p:cNvSpPr/>
            <p:nvPr/>
          </p:nvSpPr>
          <p:spPr>
            <a:xfrm>
              <a:off x="7381240" y="3796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27">
              <a:extLst>
                <a:ext uri="{FF2B5EF4-FFF2-40B4-BE49-F238E27FC236}">
                  <a16:creationId xmlns:a16="http://schemas.microsoft.com/office/drawing/2014/main" id="{E0E47087-F606-5DA9-CF7C-869D19B6135A}"/>
                </a:ext>
              </a:extLst>
            </p:cNvPr>
            <p:cNvSpPr/>
            <p:nvPr/>
          </p:nvSpPr>
          <p:spPr>
            <a:xfrm>
              <a:off x="7381240" y="37998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28">
              <a:extLst>
                <a:ext uri="{FF2B5EF4-FFF2-40B4-BE49-F238E27FC236}">
                  <a16:creationId xmlns:a16="http://schemas.microsoft.com/office/drawing/2014/main" id="{A0E6095E-D35C-B59A-9B69-15D6E0E24DFB}"/>
                </a:ext>
              </a:extLst>
            </p:cNvPr>
            <p:cNvSpPr/>
            <p:nvPr/>
          </p:nvSpPr>
          <p:spPr>
            <a:xfrm>
              <a:off x="7381240" y="38036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29">
              <a:extLst>
                <a:ext uri="{FF2B5EF4-FFF2-40B4-BE49-F238E27FC236}">
                  <a16:creationId xmlns:a16="http://schemas.microsoft.com/office/drawing/2014/main" id="{D9274790-2F54-AAD1-8558-5D3C50645B47}"/>
                </a:ext>
              </a:extLst>
            </p:cNvPr>
            <p:cNvSpPr/>
            <p:nvPr/>
          </p:nvSpPr>
          <p:spPr>
            <a:xfrm>
              <a:off x="7381240" y="38061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0">
              <a:extLst>
                <a:ext uri="{FF2B5EF4-FFF2-40B4-BE49-F238E27FC236}">
                  <a16:creationId xmlns:a16="http://schemas.microsoft.com/office/drawing/2014/main" id="{9E15B54A-B24C-A4DF-1272-76678E1C40E2}"/>
                </a:ext>
              </a:extLst>
            </p:cNvPr>
            <p:cNvSpPr/>
            <p:nvPr/>
          </p:nvSpPr>
          <p:spPr>
            <a:xfrm>
              <a:off x="7381240" y="38100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1">
              <a:extLst>
                <a:ext uri="{FF2B5EF4-FFF2-40B4-BE49-F238E27FC236}">
                  <a16:creationId xmlns:a16="http://schemas.microsoft.com/office/drawing/2014/main" id="{8392CD0B-67CD-A2A5-F86E-FD57A6F3EB11}"/>
                </a:ext>
              </a:extLst>
            </p:cNvPr>
            <p:cNvSpPr/>
            <p:nvPr/>
          </p:nvSpPr>
          <p:spPr>
            <a:xfrm>
              <a:off x="7381240" y="3813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2">
              <a:extLst>
                <a:ext uri="{FF2B5EF4-FFF2-40B4-BE49-F238E27FC236}">
                  <a16:creationId xmlns:a16="http://schemas.microsoft.com/office/drawing/2014/main" id="{2AA7A005-BBE1-4729-9EC7-8F40523F697F}"/>
                </a:ext>
              </a:extLst>
            </p:cNvPr>
            <p:cNvSpPr/>
            <p:nvPr/>
          </p:nvSpPr>
          <p:spPr>
            <a:xfrm>
              <a:off x="7381240" y="3817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3">
              <a:extLst>
                <a:ext uri="{FF2B5EF4-FFF2-40B4-BE49-F238E27FC236}">
                  <a16:creationId xmlns:a16="http://schemas.microsoft.com/office/drawing/2014/main" id="{75793AE0-678C-7373-D996-CF2065D7F372}"/>
                </a:ext>
              </a:extLst>
            </p:cNvPr>
            <p:cNvSpPr/>
            <p:nvPr/>
          </p:nvSpPr>
          <p:spPr>
            <a:xfrm>
              <a:off x="7381240" y="3821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4">
              <a:extLst>
                <a:ext uri="{FF2B5EF4-FFF2-40B4-BE49-F238E27FC236}">
                  <a16:creationId xmlns:a16="http://schemas.microsoft.com/office/drawing/2014/main" id="{CA02AE5B-C075-1026-77B1-B52E6A98AE3C}"/>
                </a:ext>
              </a:extLst>
            </p:cNvPr>
            <p:cNvSpPr/>
            <p:nvPr/>
          </p:nvSpPr>
          <p:spPr>
            <a:xfrm>
              <a:off x="7381240" y="361314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5">
              <a:extLst>
                <a:ext uri="{FF2B5EF4-FFF2-40B4-BE49-F238E27FC236}">
                  <a16:creationId xmlns:a16="http://schemas.microsoft.com/office/drawing/2014/main" id="{72C646B7-33CA-1595-0918-C072BDD3418B}"/>
                </a:ext>
              </a:extLst>
            </p:cNvPr>
            <p:cNvSpPr/>
            <p:nvPr/>
          </p:nvSpPr>
          <p:spPr>
            <a:xfrm>
              <a:off x="7381240" y="3616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6">
              <a:extLst>
                <a:ext uri="{FF2B5EF4-FFF2-40B4-BE49-F238E27FC236}">
                  <a16:creationId xmlns:a16="http://schemas.microsoft.com/office/drawing/2014/main" id="{1999F0F6-CAA8-DD66-C687-317118A40FA3}"/>
                </a:ext>
              </a:extLst>
            </p:cNvPr>
            <p:cNvSpPr/>
            <p:nvPr/>
          </p:nvSpPr>
          <p:spPr>
            <a:xfrm>
              <a:off x="7381240" y="3620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37">
              <a:extLst>
                <a:ext uri="{FF2B5EF4-FFF2-40B4-BE49-F238E27FC236}">
                  <a16:creationId xmlns:a16="http://schemas.microsoft.com/office/drawing/2014/main" id="{17E7B2F4-C60E-A17F-4E12-BE2EA546B2CF}"/>
                </a:ext>
              </a:extLst>
            </p:cNvPr>
            <p:cNvSpPr/>
            <p:nvPr/>
          </p:nvSpPr>
          <p:spPr>
            <a:xfrm>
              <a:off x="7381240" y="36245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38">
              <a:extLst>
                <a:ext uri="{FF2B5EF4-FFF2-40B4-BE49-F238E27FC236}">
                  <a16:creationId xmlns:a16="http://schemas.microsoft.com/office/drawing/2014/main" id="{D1585C30-3C7D-5C67-F426-1112F497A40A}"/>
                </a:ext>
              </a:extLst>
            </p:cNvPr>
            <p:cNvSpPr/>
            <p:nvPr/>
          </p:nvSpPr>
          <p:spPr>
            <a:xfrm>
              <a:off x="7381240" y="362712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39">
              <a:extLst>
                <a:ext uri="{FF2B5EF4-FFF2-40B4-BE49-F238E27FC236}">
                  <a16:creationId xmlns:a16="http://schemas.microsoft.com/office/drawing/2014/main" id="{67DB25D0-11B5-20AA-BAE0-D26B5EB9E2CD}"/>
                </a:ext>
              </a:extLst>
            </p:cNvPr>
            <p:cNvSpPr/>
            <p:nvPr/>
          </p:nvSpPr>
          <p:spPr>
            <a:xfrm>
              <a:off x="7381240" y="36322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0">
              <a:extLst>
                <a:ext uri="{FF2B5EF4-FFF2-40B4-BE49-F238E27FC236}">
                  <a16:creationId xmlns:a16="http://schemas.microsoft.com/office/drawing/2014/main" id="{42FA6B33-9F9D-80AD-D491-FBB6D9DB3D7E}"/>
                </a:ext>
              </a:extLst>
            </p:cNvPr>
            <p:cNvSpPr/>
            <p:nvPr/>
          </p:nvSpPr>
          <p:spPr>
            <a:xfrm>
              <a:off x="7381240" y="36347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1">
              <a:extLst>
                <a:ext uri="{FF2B5EF4-FFF2-40B4-BE49-F238E27FC236}">
                  <a16:creationId xmlns:a16="http://schemas.microsoft.com/office/drawing/2014/main" id="{E85E9DFC-B110-1B1C-9592-3446CD671E31}"/>
                </a:ext>
              </a:extLst>
            </p:cNvPr>
            <p:cNvSpPr/>
            <p:nvPr/>
          </p:nvSpPr>
          <p:spPr>
            <a:xfrm>
              <a:off x="7381240" y="36385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2">
              <a:extLst>
                <a:ext uri="{FF2B5EF4-FFF2-40B4-BE49-F238E27FC236}">
                  <a16:creationId xmlns:a16="http://schemas.microsoft.com/office/drawing/2014/main" id="{D8945629-82E4-5463-EFBF-5D749CA1436C}"/>
                </a:ext>
              </a:extLst>
            </p:cNvPr>
            <p:cNvSpPr/>
            <p:nvPr/>
          </p:nvSpPr>
          <p:spPr>
            <a:xfrm>
              <a:off x="7381240" y="36423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3">
              <a:extLst>
                <a:ext uri="{FF2B5EF4-FFF2-40B4-BE49-F238E27FC236}">
                  <a16:creationId xmlns:a16="http://schemas.microsoft.com/office/drawing/2014/main" id="{DEB9D084-4608-D50F-C3A7-9BCA7D7E52D9}"/>
                </a:ext>
              </a:extLst>
            </p:cNvPr>
            <p:cNvSpPr/>
            <p:nvPr/>
          </p:nvSpPr>
          <p:spPr>
            <a:xfrm>
              <a:off x="7381240" y="3646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4">
              <a:extLst>
                <a:ext uri="{FF2B5EF4-FFF2-40B4-BE49-F238E27FC236}">
                  <a16:creationId xmlns:a16="http://schemas.microsoft.com/office/drawing/2014/main" id="{268F443D-6CE5-5E92-D74D-F4DBD3198907}"/>
                </a:ext>
              </a:extLst>
            </p:cNvPr>
            <p:cNvSpPr/>
            <p:nvPr/>
          </p:nvSpPr>
          <p:spPr>
            <a:xfrm>
              <a:off x="7381240" y="3649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5">
              <a:extLst>
                <a:ext uri="{FF2B5EF4-FFF2-40B4-BE49-F238E27FC236}">
                  <a16:creationId xmlns:a16="http://schemas.microsoft.com/office/drawing/2014/main" id="{B374B59A-444C-55A1-40AE-070B3EEA0A24}"/>
                </a:ext>
              </a:extLst>
            </p:cNvPr>
            <p:cNvSpPr/>
            <p:nvPr/>
          </p:nvSpPr>
          <p:spPr>
            <a:xfrm>
              <a:off x="7381240" y="3653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6">
              <a:extLst>
                <a:ext uri="{FF2B5EF4-FFF2-40B4-BE49-F238E27FC236}">
                  <a16:creationId xmlns:a16="http://schemas.microsoft.com/office/drawing/2014/main" id="{B382FA20-721A-CF43-B9AE-57E431079222}"/>
                </a:ext>
              </a:extLst>
            </p:cNvPr>
            <p:cNvSpPr/>
            <p:nvPr/>
          </p:nvSpPr>
          <p:spPr>
            <a:xfrm>
              <a:off x="7381240" y="3657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47">
              <a:extLst>
                <a:ext uri="{FF2B5EF4-FFF2-40B4-BE49-F238E27FC236}">
                  <a16:creationId xmlns:a16="http://schemas.microsoft.com/office/drawing/2014/main" id="{448AD247-B09E-36BE-9628-9410DC0A5B81}"/>
                </a:ext>
              </a:extLst>
            </p:cNvPr>
            <p:cNvSpPr/>
            <p:nvPr/>
          </p:nvSpPr>
          <p:spPr>
            <a:xfrm>
              <a:off x="7381240" y="36614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48">
              <a:extLst>
                <a:ext uri="{FF2B5EF4-FFF2-40B4-BE49-F238E27FC236}">
                  <a16:creationId xmlns:a16="http://schemas.microsoft.com/office/drawing/2014/main" id="{9A5B3119-643C-031E-1E9A-E2AED4253082}"/>
                </a:ext>
              </a:extLst>
            </p:cNvPr>
            <p:cNvSpPr/>
            <p:nvPr/>
          </p:nvSpPr>
          <p:spPr>
            <a:xfrm>
              <a:off x="7381240" y="366395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49">
              <a:extLst>
                <a:ext uri="{FF2B5EF4-FFF2-40B4-BE49-F238E27FC236}">
                  <a16:creationId xmlns:a16="http://schemas.microsoft.com/office/drawing/2014/main" id="{247CD16C-BECE-8E6E-69D8-0CE14154B7D1}"/>
                </a:ext>
              </a:extLst>
            </p:cNvPr>
            <p:cNvSpPr/>
            <p:nvPr/>
          </p:nvSpPr>
          <p:spPr>
            <a:xfrm>
              <a:off x="7381240" y="36690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0">
              <a:extLst>
                <a:ext uri="{FF2B5EF4-FFF2-40B4-BE49-F238E27FC236}">
                  <a16:creationId xmlns:a16="http://schemas.microsoft.com/office/drawing/2014/main" id="{5EAD6F64-5D26-C0EC-1AE0-5AD75D46AB62}"/>
                </a:ext>
              </a:extLst>
            </p:cNvPr>
            <p:cNvSpPr/>
            <p:nvPr/>
          </p:nvSpPr>
          <p:spPr>
            <a:xfrm>
              <a:off x="7381240" y="36715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1">
              <a:extLst>
                <a:ext uri="{FF2B5EF4-FFF2-40B4-BE49-F238E27FC236}">
                  <a16:creationId xmlns:a16="http://schemas.microsoft.com/office/drawing/2014/main" id="{93F35582-8290-AFB1-F9F1-1B86320EB8C5}"/>
                </a:ext>
              </a:extLst>
            </p:cNvPr>
            <p:cNvSpPr/>
            <p:nvPr/>
          </p:nvSpPr>
          <p:spPr>
            <a:xfrm>
              <a:off x="7381240" y="36753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2">
              <a:extLst>
                <a:ext uri="{FF2B5EF4-FFF2-40B4-BE49-F238E27FC236}">
                  <a16:creationId xmlns:a16="http://schemas.microsoft.com/office/drawing/2014/main" id="{29ADC7B5-0A05-1D06-DA69-5118B97DE289}"/>
                </a:ext>
              </a:extLst>
            </p:cNvPr>
            <p:cNvSpPr/>
            <p:nvPr/>
          </p:nvSpPr>
          <p:spPr>
            <a:xfrm>
              <a:off x="7381240" y="36791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3">
              <a:extLst>
                <a:ext uri="{FF2B5EF4-FFF2-40B4-BE49-F238E27FC236}">
                  <a16:creationId xmlns:a16="http://schemas.microsoft.com/office/drawing/2014/main" id="{0AC3B0B7-3926-1549-CAF4-7000E34AD0D3}"/>
                </a:ext>
              </a:extLst>
            </p:cNvPr>
            <p:cNvSpPr/>
            <p:nvPr/>
          </p:nvSpPr>
          <p:spPr>
            <a:xfrm>
              <a:off x="7381240" y="36830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4">
              <a:extLst>
                <a:ext uri="{FF2B5EF4-FFF2-40B4-BE49-F238E27FC236}">
                  <a16:creationId xmlns:a16="http://schemas.microsoft.com/office/drawing/2014/main" id="{C4693E1D-517C-9A87-F6B5-CAC744A301AF}"/>
                </a:ext>
              </a:extLst>
            </p:cNvPr>
            <p:cNvSpPr/>
            <p:nvPr/>
          </p:nvSpPr>
          <p:spPr>
            <a:xfrm>
              <a:off x="7381240" y="3686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5">
              <a:extLst>
                <a:ext uri="{FF2B5EF4-FFF2-40B4-BE49-F238E27FC236}">
                  <a16:creationId xmlns:a16="http://schemas.microsoft.com/office/drawing/2014/main" id="{A2287EDA-01D2-1297-8D49-3118FBE60C5E}"/>
                </a:ext>
              </a:extLst>
            </p:cNvPr>
            <p:cNvSpPr/>
            <p:nvPr/>
          </p:nvSpPr>
          <p:spPr>
            <a:xfrm>
              <a:off x="7381240" y="3690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6">
              <a:extLst>
                <a:ext uri="{FF2B5EF4-FFF2-40B4-BE49-F238E27FC236}">
                  <a16:creationId xmlns:a16="http://schemas.microsoft.com/office/drawing/2014/main" id="{D4F0F1A0-4375-7A12-8B3D-A4FF2BB60ADC}"/>
                </a:ext>
              </a:extLst>
            </p:cNvPr>
            <p:cNvSpPr/>
            <p:nvPr/>
          </p:nvSpPr>
          <p:spPr>
            <a:xfrm>
              <a:off x="7381240" y="36944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57">
              <a:extLst>
                <a:ext uri="{FF2B5EF4-FFF2-40B4-BE49-F238E27FC236}">
                  <a16:creationId xmlns:a16="http://schemas.microsoft.com/office/drawing/2014/main" id="{3465C7A5-E2EB-A41C-9DA4-02D30E994BD4}"/>
                </a:ext>
              </a:extLst>
            </p:cNvPr>
            <p:cNvSpPr/>
            <p:nvPr/>
          </p:nvSpPr>
          <p:spPr>
            <a:xfrm>
              <a:off x="7381240" y="3696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58">
              <a:extLst>
                <a:ext uri="{FF2B5EF4-FFF2-40B4-BE49-F238E27FC236}">
                  <a16:creationId xmlns:a16="http://schemas.microsoft.com/office/drawing/2014/main" id="{DC4E0633-7C87-817D-7AF7-F84C258FE19D}"/>
                </a:ext>
              </a:extLst>
            </p:cNvPr>
            <p:cNvSpPr/>
            <p:nvPr/>
          </p:nvSpPr>
          <p:spPr>
            <a:xfrm>
              <a:off x="7381240" y="3700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59">
              <a:extLst>
                <a:ext uri="{FF2B5EF4-FFF2-40B4-BE49-F238E27FC236}">
                  <a16:creationId xmlns:a16="http://schemas.microsoft.com/office/drawing/2014/main" id="{52189084-B64A-3877-146A-63C1CD418A16}"/>
                </a:ext>
              </a:extLst>
            </p:cNvPr>
            <p:cNvSpPr/>
            <p:nvPr/>
          </p:nvSpPr>
          <p:spPr>
            <a:xfrm>
              <a:off x="7381240" y="37045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0">
              <a:extLst>
                <a:ext uri="{FF2B5EF4-FFF2-40B4-BE49-F238E27FC236}">
                  <a16:creationId xmlns:a16="http://schemas.microsoft.com/office/drawing/2014/main" id="{FD73F332-6209-582B-C4E4-6A3F7C544763}"/>
                </a:ext>
              </a:extLst>
            </p:cNvPr>
            <p:cNvSpPr/>
            <p:nvPr/>
          </p:nvSpPr>
          <p:spPr>
            <a:xfrm>
              <a:off x="7381240" y="37084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1">
              <a:extLst>
                <a:ext uri="{FF2B5EF4-FFF2-40B4-BE49-F238E27FC236}">
                  <a16:creationId xmlns:a16="http://schemas.microsoft.com/office/drawing/2014/main" id="{678DD7FB-7B76-D5DC-AD02-AFE454343E23}"/>
                </a:ext>
              </a:extLst>
            </p:cNvPr>
            <p:cNvSpPr/>
            <p:nvPr/>
          </p:nvSpPr>
          <p:spPr>
            <a:xfrm>
              <a:off x="7381240" y="37122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2">
              <a:extLst>
                <a:ext uri="{FF2B5EF4-FFF2-40B4-BE49-F238E27FC236}">
                  <a16:creationId xmlns:a16="http://schemas.microsoft.com/office/drawing/2014/main" id="{11B5E1C0-CCBB-FABB-E0C1-75A286B47D87}"/>
                </a:ext>
              </a:extLst>
            </p:cNvPr>
            <p:cNvSpPr/>
            <p:nvPr/>
          </p:nvSpPr>
          <p:spPr>
            <a:xfrm>
              <a:off x="7381240" y="37160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3">
              <a:extLst>
                <a:ext uri="{FF2B5EF4-FFF2-40B4-BE49-F238E27FC236}">
                  <a16:creationId xmlns:a16="http://schemas.microsoft.com/office/drawing/2014/main" id="{9E024A62-DC2B-C397-3555-DDD53D82C336}"/>
                </a:ext>
              </a:extLst>
            </p:cNvPr>
            <p:cNvSpPr/>
            <p:nvPr/>
          </p:nvSpPr>
          <p:spPr>
            <a:xfrm>
              <a:off x="7381240" y="351027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4">
              <a:extLst>
                <a:ext uri="{FF2B5EF4-FFF2-40B4-BE49-F238E27FC236}">
                  <a16:creationId xmlns:a16="http://schemas.microsoft.com/office/drawing/2014/main" id="{D52F337A-2D00-64D3-DBFE-3A912AD5C904}"/>
                </a:ext>
              </a:extLst>
            </p:cNvPr>
            <p:cNvSpPr/>
            <p:nvPr/>
          </p:nvSpPr>
          <p:spPr>
            <a:xfrm>
              <a:off x="7381240" y="35140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5">
              <a:extLst>
                <a:ext uri="{FF2B5EF4-FFF2-40B4-BE49-F238E27FC236}">
                  <a16:creationId xmlns:a16="http://schemas.microsoft.com/office/drawing/2014/main" id="{1EDB231F-F2D8-9C63-BA40-92B31E62BD56}"/>
                </a:ext>
              </a:extLst>
            </p:cNvPr>
            <p:cNvSpPr/>
            <p:nvPr/>
          </p:nvSpPr>
          <p:spPr>
            <a:xfrm>
              <a:off x="7381240" y="3517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6">
              <a:extLst>
                <a:ext uri="{FF2B5EF4-FFF2-40B4-BE49-F238E27FC236}">
                  <a16:creationId xmlns:a16="http://schemas.microsoft.com/office/drawing/2014/main" id="{01CF1078-CEC7-78D1-613A-4AC3732671B7}"/>
                </a:ext>
              </a:extLst>
            </p:cNvPr>
            <p:cNvSpPr/>
            <p:nvPr/>
          </p:nvSpPr>
          <p:spPr>
            <a:xfrm>
              <a:off x="7381240" y="35217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67">
              <a:extLst>
                <a:ext uri="{FF2B5EF4-FFF2-40B4-BE49-F238E27FC236}">
                  <a16:creationId xmlns:a16="http://schemas.microsoft.com/office/drawing/2014/main" id="{5765EFC9-0CFA-36DD-6562-82730A9330C7}"/>
                </a:ext>
              </a:extLst>
            </p:cNvPr>
            <p:cNvSpPr/>
            <p:nvPr/>
          </p:nvSpPr>
          <p:spPr>
            <a:xfrm>
              <a:off x="7381240" y="352425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68">
              <a:extLst>
                <a:ext uri="{FF2B5EF4-FFF2-40B4-BE49-F238E27FC236}">
                  <a16:creationId xmlns:a16="http://schemas.microsoft.com/office/drawing/2014/main" id="{B9FA7B93-EFBB-BEC5-7462-56B1B0125A15}"/>
                </a:ext>
              </a:extLst>
            </p:cNvPr>
            <p:cNvSpPr/>
            <p:nvPr/>
          </p:nvSpPr>
          <p:spPr>
            <a:xfrm>
              <a:off x="7381240" y="35293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69">
              <a:extLst>
                <a:ext uri="{FF2B5EF4-FFF2-40B4-BE49-F238E27FC236}">
                  <a16:creationId xmlns:a16="http://schemas.microsoft.com/office/drawing/2014/main" id="{2D64C628-0F93-0658-C082-0EC9B78EFFB1}"/>
                </a:ext>
              </a:extLst>
            </p:cNvPr>
            <p:cNvSpPr/>
            <p:nvPr/>
          </p:nvSpPr>
          <p:spPr>
            <a:xfrm>
              <a:off x="7381240" y="3531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0">
              <a:extLst>
                <a:ext uri="{FF2B5EF4-FFF2-40B4-BE49-F238E27FC236}">
                  <a16:creationId xmlns:a16="http://schemas.microsoft.com/office/drawing/2014/main" id="{D619413A-D300-9C60-925B-DA00CB2C6701}"/>
                </a:ext>
              </a:extLst>
            </p:cNvPr>
            <p:cNvSpPr/>
            <p:nvPr/>
          </p:nvSpPr>
          <p:spPr>
            <a:xfrm>
              <a:off x="7381240" y="35356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1">
              <a:extLst>
                <a:ext uri="{FF2B5EF4-FFF2-40B4-BE49-F238E27FC236}">
                  <a16:creationId xmlns:a16="http://schemas.microsoft.com/office/drawing/2014/main" id="{2789D42D-5EB9-F5C4-A99C-45A54424382A}"/>
                </a:ext>
              </a:extLst>
            </p:cNvPr>
            <p:cNvSpPr/>
            <p:nvPr/>
          </p:nvSpPr>
          <p:spPr>
            <a:xfrm>
              <a:off x="7381240" y="35394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2">
              <a:extLst>
                <a:ext uri="{FF2B5EF4-FFF2-40B4-BE49-F238E27FC236}">
                  <a16:creationId xmlns:a16="http://schemas.microsoft.com/office/drawing/2014/main" id="{5BC41C34-C4C7-0BBB-F611-3C47193F81DA}"/>
                </a:ext>
              </a:extLst>
            </p:cNvPr>
            <p:cNvSpPr/>
            <p:nvPr/>
          </p:nvSpPr>
          <p:spPr>
            <a:xfrm>
              <a:off x="7381240" y="3543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3">
              <a:extLst>
                <a:ext uri="{FF2B5EF4-FFF2-40B4-BE49-F238E27FC236}">
                  <a16:creationId xmlns:a16="http://schemas.microsoft.com/office/drawing/2014/main" id="{CF517988-2317-AADE-AF76-8BF379F4BFA4}"/>
                </a:ext>
              </a:extLst>
            </p:cNvPr>
            <p:cNvSpPr/>
            <p:nvPr/>
          </p:nvSpPr>
          <p:spPr>
            <a:xfrm>
              <a:off x="7381240" y="3547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4">
              <a:extLst>
                <a:ext uri="{FF2B5EF4-FFF2-40B4-BE49-F238E27FC236}">
                  <a16:creationId xmlns:a16="http://schemas.microsoft.com/office/drawing/2014/main" id="{48EC54C8-98E1-E95A-EDBB-26D78066A207}"/>
                </a:ext>
              </a:extLst>
            </p:cNvPr>
            <p:cNvSpPr/>
            <p:nvPr/>
          </p:nvSpPr>
          <p:spPr>
            <a:xfrm>
              <a:off x="7381240" y="3550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5">
              <a:extLst>
                <a:ext uri="{FF2B5EF4-FFF2-40B4-BE49-F238E27FC236}">
                  <a16:creationId xmlns:a16="http://schemas.microsoft.com/office/drawing/2014/main" id="{4542E4E0-DB36-AE7E-1C70-4938C57C0B53}"/>
                </a:ext>
              </a:extLst>
            </p:cNvPr>
            <p:cNvSpPr/>
            <p:nvPr/>
          </p:nvSpPr>
          <p:spPr>
            <a:xfrm>
              <a:off x="7381240" y="35547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6">
              <a:extLst>
                <a:ext uri="{FF2B5EF4-FFF2-40B4-BE49-F238E27FC236}">
                  <a16:creationId xmlns:a16="http://schemas.microsoft.com/office/drawing/2014/main" id="{2F535F88-7670-2C7B-CA1F-662B52D1CC54}"/>
                </a:ext>
              </a:extLst>
            </p:cNvPr>
            <p:cNvSpPr/>
            <p:nvPr/>
          </p:nvSpPr>
          <p:spPr>
            <a:xfrm>
              <a:off x="7381240" y="35572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77">
              <a:extLst>
                <a:ext uri="{FF2B5EF4-FFF2-40B4-BE49-F238E27FC236}">
                  <a16:creationId xmlns:a16="http://schemas.microsoft.com/office/drawing/2014/main" id="{633B589D-CE71-339B-1F0E-1E59090633D6}"/>
                </a:ext>
              </a:extLst>
            </p:cNvPr>
            <p:cNvSpPr/>
            <p:nvPr/>
          </p:nvSpPr>
          <p:spPr>
            <a:xfrm>
              <a:off x="7381240" y="35610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78">
              <a:extLst>
                <a:ext uri="{FF2B5EF4-FFF2-40B4-BE49-F238E27FC236}">
                  <a16:creationId xmlns:a16="http://schemas.microsoft.com/office/drawing/2014/main" id="{1D2D15B2-B6EF-8860-BCA9-9D0B3CDCB50C}"/>
                </a:ext>
              </a:extLst>
            </p:cNvPr>
            <p:cNvSpPr/>
            <p:nvPr/>
          </p:nvSpPr>
          <p:spPr>
            <a:xfrm>
              <a:off x="7381240" y="35648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79">
              <a:extLst>
                <a:ext uri="{FF2B5EF4-FFF2-40B4-BE49-F238E27FC236}">
                  <a16:creationId xmlns:a16="http://schemas.microsoft.com/office/drawing/2014/main" id="{4E83EA80-33AE-C534-E8E1-6C2EA9D32F9D}"/>
                </a:ext>
              </a:extLst>
            </p:cNvPr>
            <p:cNvSpPr/>
            <p:nvPr/>
          </p:nvSpPr>
          <p:spPr>
            <a:xfrm>
              <a:off x="7381240" y="3568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0">
              <a:extLst>
                <a:ext uri="{FF2B5EF4-FFF2-40B4-BE49-F238E27FC236}">
                  <a16:creationId xmlns:a16="http://schemas.microsoft.com/office/drawing/2014/main" id="{71A2CD03-29EC-9294-A5DB-C232944F5599}"/>
                </a:ext>
              </a:extLst>
            </p:cNvPr>
            <p:cNvSpPr/>
            <p:nvPr/>
          </p:nvSpPr>
          <p:spPr>
            <a:xfrm>
              <a:off x="7381240" y="3572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1">
              <a:extLst>
                <a:ext uri="{FF2B5EF4-FFF2-40B4-BE49-F238E27FC236}">
                  <a16:creationId xmlns:a16="http://schemas.microsoft.com/office/drawing/2014/main" id="{0335BED7-413F-13EF-B208-CC1DC7B84EED}"/>
                </a:ext>
              </a:extLst>
            </p:cNvPr>
            <p:cNvSpPr/>
            <p:nvPr/>
          </p:nvSpPr>
          <p:spPr>
            <a:xfrm>
              <a:off x="7381240" y="3576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2">
              <a:extLst>
                <a:ext uri="{FF2B5EF4-FFF2-40B4-BE49-F238E27FC236}">
                  <a16:creationId xmlns:a16="http://schemas.microsoft.com/office/drawing/2014/main" id="{599F80A2-4CB3-7993-7B19-C8806B678AF3}"/>
                </a:ext>
              </a:extLst>
            </p:cNvPr>
            <p:cNvSpPr/>
            <p:nvPr/>
          </p:nvSpPr>
          <p:spPr>
            <a:xfrm>
              <a:off x="7381240" y="3580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3">
              <a:extLst>
                <a:ext uri="{FF2B5EF4-FFF2-40B4-BE49-F238E27FC236}">
                  <a16:creationId xmlns:a16="http://schemas.microsoft.com/office/drawing/2014/main" id="{FF454E1E-3457-89F0-2819-D6D3EB6FB376}"/>
                </a:ext>
              </a:extLst>
            </p:cNvPr>
            <p:cNvSpPr/>
            <p:nvPr/>
          </p:nvSpPr>
          <p:spPr>
            <a:xfrm>
              <a:off x="7381240" y="3583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4">
              <a:extLst>
                <a:ext uri="{FF2B5EF4-FFF2-40B4-BE49-F238E27FC236}">
                  <a16:creationId xmlns:a16="http://schemas.microsoft.com/office/drawing/2014/main" id="{A11801B8-8FC2-3354-E44E-3E18CDE7AE7D}"/>
                </a:ext>
              </a:extLst>
            </p:cNvPr>
            <p:cNvSpPr/>
            <p:nvPr/>
          </p:nvSpPr>
          <p:spPr>
            <a:xfrm>
              <a:off x="7381240" y="3587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5">
              <a:extLst>
                <a:ext uri="{FF2B5EF4-FFF2-40B4-BE49-F238E27FC236}">
                  <a16:creationId xmlns:a16="http://schemas.microsoft.com/office/drawing/2014/main" id="{BEDAAB24-909D-BC0A-CA58-C6D956942AB1}"/>
                </a:ext>
              </a:extLst>
            </p:cNvPr>
            <p:cNvSpPr/>
            <p:nvPr/>
          </p:nvSpPr>
          <p:spPr>
            <a:xfrm>
              <a:off x="7381240" y="35915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6">
              <a:extLst>
                <a:ext uri="{FF2B5EF4-FFF2-40B4-BE49-F238E27FC236}">
                  <a16:creationId xmlns:a16="http://schemas.microsoft.com/office/drawing/2014/main" id="{CD3A8E15-7B4A-C0B8-642F-E88CDA45BC41}"/>
                </a:ext>
              </a:extLst>
            </p:cNvPr>
            <p:cNvSpPr/>
            <p:nvPr/>
          </p:nvSpPr>
          <p:spPr>
            <a:xfrm>
              <a:off x="7381240" y="35941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87">
              <a:extLst>
                <a:ext uri="{FF2B5EF4-FFF2-40B4-BE49-F238E27FC236}">
                  <a16:creationId xmlns:a16="http://schemas.microsoft.com/office/drawing/2014/main" id="{167468F1-14F8-C3F4-B1CD-995A43D70603}"/>
                </a:ext>
              </a:extLst>
            </p:cNvPr>
            <p:cNvSpPr/>
            <p:nvPr/>
          </p:nvSpPr>
          <p:spPr>
            <a:xfrm>
              <a:off x="7381240" y="35979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88">
              <a:extLst>
                <a:ext uri="{FF2B5EF4-FFF2-40B4-BE49-F238E27FC236}">
                  <a16:creationId xmlns:a16="http://schemas.microsoft.com/office/drawing/2014/main" id="{D79C8958-4408-0685-19A8-E7102035C125}"/>
                </a:ext>
              </a:extLst>
            </p:cNvPr>
            <p:cNvSpPr/>
            <p:nvPr/>
          </p:nvSpPr>
          <p:spPr>
            <a:xfrm>
              <a:off x="7381240" y="36017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89">
              <a:extLst>
                <a:ext uri="{FF2B5EF4-FFF2-40B4-BE49-F238E27FC236}">
                  <a16:creationId xmlns:a16="http://schemas.microsoft.com/office/drawing/2014/main" id="{A13861E1-DC72-5353-4332-3528DA3629CB}"/>
                </a:ext>
              </a:extLst>
            </p:cNvPr>
            <p:cNvSpPr/>
            <p:nvPr/>
          </p:nvSpPr>
          <p:spPr>
            <a:xfrm>
              <a:off x="7381240" y="3605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0">
              <a:extLst>
                <a:ext uri="{FF2B5EF4-FFF2-40B4-BE49-F238E27FC236}">
                  <a16:creationId xmlns:a16="http://schemas.microsoft.com/office/drawing/2014/main" id="{107FE43F-D431-362D-299C-2A1C50246F33}"/>
                </a:ext>
              </a:extLst>
            </p:cNvPr>
            <p:cNvSpPr/>
            <p:nvPr/>
          </p:nvSpPr>
          <p:spPr>
            <a:xfrm>
              <a:off x="7381240" y="3609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1">
              <a:extLst>
                <a:ext uri="{FF2B5EF4-FFF2-40B4-BE49-F238E27FC236}">
                  <a16:creationId xmlns:a16="http://schemas.microsoft.com/office/drawing/2014/main" id="{A14F8223-9917-DA68-939A-0329822EB76F}"/>
                </a:ext>
              </a:extLst>
            </p:cNvPr>
            <p:cNvSpPr/>
            <p:nvPr/>
          </p:nvSpPr>
          <p:spPr>
            <a:xfrm>
              <a:off x="7381240" y="3613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2">
              <a:extLst>
                <a:ext uri="{FF2B5EF4-FFF2-40B4-BE49-F238E27FC236}">
                  <a16:creationId xmlns:a16="http://schemas.microsoft.com/office/drawing/2014/main" id="{7829BB6D-2BEE-CEBD-0C90-2ECAEDC03EE5}"/>
                </a:ext>
              </a:extLst>
            </p:cNvPr>
            <p:cNvSpPr/>
            <p:nvPr/>
          </p:nvSpPr>
          <p:spPr>
            <a:xfrm>
              <a:off x="7381240" y="340613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60" y="254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3">
              <a:extLst>
                <a:ext uri="{FF2B5EF4-FFF2-40B4-BE49-F238E27FC236}">
                  <a16:creationId xmlns:a16="http://schemas.microsoft.com/office/drawing/2014/main" id="{04F55239-2344-EB8E-2AC4-D10B6A0C0BD0}"/>
                </a:ext>
              </a:extLst>
            </p:cNvPr>
            <p:cNvSpPr/>
            <p:nvPr/>
          </p:nvSpPr>
          <p:spPr>
            <a:xfrm>
              <a:off x="7381240" y="34086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4">
              <a:extLst>
                <a:ext uri="{FF2B5EF4-FFF2-40B4-BE49-F238E27FC236}">
                  <a16:creationId xmlns:a16="http://schemas.microsoft.com/office/drawing/2014/main" id="{C984FA20-B8BC-76B4-7A82-97884BAEE1FC}"/>
                </a:ext>
              </a:extLst>
            </p:cNvPr>
            <p:cNvSpPr/>
            <p:nvPr/>
          </p:nvSpPr>
          <p:spPr>
            <a:xfrm>
              <a:off x="7381240" y="34124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5">
              <a:extLst>
                <a:ext uri="{FF2B5EF4-FFF2-40B4-BE49-F238E27FC236}">
                  <a16:creationId xmlns:a16="http://schemas.microsoft.com/office/drawing/2014/main" id="{907F542E-816E-9402-AE82-6CB1C1A98868}"/>
                </a:ext>
              </a:extLst>
            </p:cNvPr>
            <p:cNvSpPr/>
            <p:nvPr/>
          </p:nvSpPr>
          <p:spPr>
            <a:xfrm>
              <a:off x="7381240" y="3416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6">
              <a:extLst>
                <a:ext uri="{FF2B5EF4-FFF2-40B4-BE49-F238E27FC236}">
                  <a16:creationId xmlns:a16="http://schemas.microsoft.com/office/drawing/2014/main" id="{05FBF8B6-5DDA-C0D2-4528-5E2788C588AE}"/>
                </a:ext>
              </a:extLst>
            </p:cNvPr>
            <p:cNvSpPr/>
            <p:nvPr/>
          </p:nvSpPr>
          <p:spPr>
            <a:xfrm>
              <a:off x="7381240" y="3420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597">
              <a:extLst>
                <a:ext uri="{FF2B5EF4-FFF2-40B4-BE49-F238E27FC236}">
                  <a16:creationId xmlns:a16="http://schemas.microsoft.com/office/drawing/2014/main" id="{2BAFE4AA-F396-58B3-9DB8-BF04AFF01CB9}"/>
                </a:ext>
              </a:extLst>
            </p:cNvPr>
            <p:cNvSpPr/>
            <p:nvPr/>
          </p:nvSpPr>
          <p:spPr>
            <a:xfrm>
              <a:off x="7381240" y="3423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598">
              <a:extLst>
                <a:ext uri="{FF2B5EF4-FFF2-40B4-BE49-F238E27FC236}">
                  <a16:creationId xmlns:a16="http://schemas.microsoft.com/office/drawing/2014/main" id="{897DFF59-15BB-557A-926C-13B5A1F4CC1A}"/>
                </a:ext>
              </a:extLst>
            </p:cNvPr>
            <p:cNvSpPr/>
            <p:nvPr/>
          </p:nvSpPr>
          <p:spPr>
            <a:xfrm>
              <a:off x="7381240" y="3427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599">
              <a:extLst>
                <a:ext uri="{FF2B5EF4-FFF2-40B4-BE49-F238E27FC236}">
                  <a16:creationId xmlns:a16="http://schemas.microsoft.com/office/drawing/2014/main" id="{7C5A4C88-1472-EB83-9FC7-0BBBAEB43C0C}"/>
                </a:ext>
              </a:extLst>
            </p:cNvPr>
            <p:cNvSpPr/>
            <p:nvPr/>
          </p:nvSpPr>
          <p:spPr>
            <a:xfrm>
              <a:off x="7381240" y="34315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0">
              <a:extLst>
                <a:ext uri="{FF2B5EF4-FFF2-40B4-BE49-F238E27FC236}">
                  <a16:creationId xmlns:a16="http://schemas.microsoft.com/office/drawing/2014/main" id="{39AC3F43-B8AE-8EE5-46DB-2D6C1E635697}"/>
                </a:ext>
              </a:extLst>
            </p:cNvPr>
            <p:cNvSpPr/>
            <p:nvPr/>
          </p:nvSpPr>
          <p:spPr>
            <a:xfrm>
              <a:off x="7381240" y="34353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1">
              <a:extLst>
                <a:ext uri="{FF2B5EF4-FFF2-40B4-BE49-F238E27FC236}">
                  <a16:creationId xmlns:a16="http://schemas.microsoft.com/office/drawing/2014/main" id="{3D616D37-DA0A-6703-F9A8-541866C894BF}"/>
                </a:ext>
              </a:extLst>
            </p:cNvPr>
            <p:cNvSpPr/>
            <p:nvPr/>
          </p:nvSpPr>
          <p:spPr>
            <a:xfrm>
              <a:off x="7381240" y="34378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2">
              <a:extLst>
                <a:ext uri="{FF2B5EF4-FFF2-40B4-BE49-F238E27FC236}">
                  <a16:creationId xmlns:a16="http://schemas.microsoft.com/office/drawing/2014/main" id="{E241F950-BDAE-70F9-8BE3-2D6A495BF0E7}"/>
                </a:ext>
              </a:extLst>
            </p:cNvPr>
            <p:cNvSpPr/>
            <p:nvPr/>
          </p:nvSpPr>
          <p:spPr>
            <a:xfrm>
              <a:off x="7381240" y="3441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3">
              <a:extLst>
                <a:ext uri="{FF2B5EF4-FFF2-40B4-BE49-F238E27FC236}">
                  <a16:creationId xmlns:a16="http://schemas.microsoft.com/office/drawing/2014/main" id="{72DDB1D5-0174-E8FC-68EC-0BDB7E34E33B}"/>
                </a:ext>
              </a:extLst>
            </p:cNvPr>
            <p:cNvSpPr/>
            <p:nvPr/>
          </p:nvSpPr>
          <p:spPr>
            <a:xfrm>
              <a:off x="7381240" y="3445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4">
              <a:extLst>
                <a:ext uri="{FF2B5EF4-FFF2-40B4-BE49-F238E27FC236}">
                  <a16:creationId xmlns:a16="http://schemas.microsoft.com/office/drawing/2014/main" id="{30F868FD-6D35-94BE-35D0-A94B3485D824}"/>
                </a:ext>
              </a:extLst>
            </p:cNvPr>
            <p:cNvSpPr/>
            <p:nvPr/>
          </p:nvSpPr>
          <p:spPr>
            <a:xfrm>
              <a:off x="7381240" y="3449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5">
              <a:extLst>
                <a:ext uri="{FF2B5EF4-FFF2-40B4-BE49-F238E27FC236}">
                  <a16:creationId xmlns:a16="http://schemas.microsoft.com/office/drawing/2014/main" id="{66A9577B-B847-54C7-D4E7-99C52C83A12E}"/>
                </a:ext>
              </a:extLst>
            </p:cNvPr>
            <p:cNvSpPr/>
            <p:nvPr/>
          </p:nvSpPr>
          <p:spPr>
            <a:xfrm>
              <a:off x="7381240" y="3453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6">
              <a:extLst>
                <a:ext uri="{FF2B5EF4-FFF2-40B4-BE49-F238E27FC236}">
                  <a16:creationId xmlns:a16="http://schemas.microsoft.com/office/drawing/2014/main" id="{040EB141-17CC-D992-6AC3-37F0AF1A6177}"/>
                </a:ext>
              </a:extLst>
            </p:cNvPr>
            <p:cNvSpPr/>
            <p:nvPr/>
          </p:nvSpPr>
          <p:spPr>
            <a:xfrm>
              <a:off x="7381240" y="3456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07">
              <a:extLst>
                <a:ext uri="{FF2B5EF4-FFF2-40B4-BE49-F238E27FC236}">
                  <a16:creationId xmlns:a16="http://schemas.microsoft.com/office/drawing/2014/main" id="{80A5858D-EDB1-1D7F-4570-D5D24343D044}"/>
                </a:ext>
              </a:extLst>
            </p:cNvPr>
            <p:cNvSpPr/>
            <p:nvPr/>
          </p:nvSpPr>
          <p:spPr>
            <a:xfrm>
              <a:off x="7381240" y="3460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08">
              <a:extLst>
                <a:ext uri="{FF2B5EF4-FFF2-40B4-BE49-F238E27FC236}">
                  <a16:creationId xmlns:a16="http://schemas.microsoft.com/office/drawing/2014/main" id="{B459EFBA-82EE-52CB-EEFE-2CE868862804}"/>
                </a:ext>
              </a:extLst>
            </p:cNvPr>
            <p:cNvSpPr/>
            <p:nvPr/>
          </p:nvSpPr>
          <p:spPr>
            <a:xfrm>
              <a:off x="7381240" y="3464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09">
              <a:extLst>
                <a:ext uri="{FF2B5EF4-FFF2-40B4-BE49-F238E27FC236}">
                  <a16:creationId xmlns:a16="http://schemas.microsoft.com/office/drawing/2014/main" id="{322E2916-21E0-94D6-9994-BA5858B70A66}"/>
                </a:ext>
              </a:extLst>
            </p:cNvPr>
            <p:cNvSpPr/>
            <p:nvPr/>
          </p:nvSpPr>
          <p:spPr>
            <a:xfrm>
              <a:off x="7381240" y="34683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0">
              <a:extLst>
                <a:ext uri="{FF2B5EF4-FFF2-40B4-BE49-F238E27FC236}">
                  <a16:creationId xmlns:a16="http://schemas.microsoft.com/office/drawing/2014/main" id="{2280564A-F5CC-9A1D-0732-80E0138AE5CF}"/>
                </a:ext>
              </a:extLst>
            </p:cNvPr>
            <p:cNvSpPr/>
            <p:nvPr/>
          </p:nvSpPr>
          <p:spPr>
            <a:xfrm>
              <a:off x="7381240" y="34709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1">
              <a:extLst>
                <a:ext uri="{FF2B5EF4-FFF2-40B4-BE49-F238E27FC236}">
                  <a16:creationId xmlns:a16="http://schemas.microsoft.com/office/drawing/2014/main" id="{49B88FCA-F651-F7E3-9249-7EC18830A026}"/>
                </a:ext>
              </a:extLst>
            </p:cNvPr>
            <p:cNvSpPr/>
            <p:nvPr/>
          </p:nvSpPr>
          <p:spPr>
            <a:xfrm>
              <a:off x="7381240" y="34747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2">
              <a:extLst>
                <a:ext uri="{FF2B5EF4-FFF2-40B4-BE49-F238E27FC236}">
                  <a16:creationId xmlns:a16="http://schemas.microsoft.com/office/drawing/2014/main" id="{FA51DFE3-8672-5B4C-DCA4-E8809F073F9E}"/>
                </a:ext>
              </a:extLst>
            </p:cNvPr>
            <p:cNvSpPr/>
            <p:nvPr/>
          </p:nvSpPr>
          <p:spPr>
            <a:xfrm>
              <a:off x="7381240" y="3478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3">
              <a:extLst>
                <a:ext uri="{FF2B5EF4-FFF2-40B4-BE49-F238E27FC236}">
                  <a16:creationId xmlns:a16="http://schemas.microsoft.com/office/drawing/2014/main" id="{6E9B50CF-76FE-30FC-2192-D86A64283702}"/>
                </a:ext>
              </a:extLst>
            </p:cNvPr>
            <p:cNvSpPr/>
            <p:nvPr/>
          </p:nvSpPr>
          <p:spPr>
            <a:xfrm>
              <a:off x="7381240" y="3482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4">
              <a:extLst>
                <a:ext uri="{FF2B5EF4-FFF2-40B4-BE49-F238E27FC236}">
                  <a16:creationId xmlns:a16="http://schemas.microsoft.com/office/drawing/2014/main" id="{31B721CE-31DA-C2BA-BF1F-5861AB95500E}"/>
                </a:ext>
              </a:extLst>
            </p:cNvPr>
            <p:cNvSpPr/>
            <p:nvPr/>
          </p:nvSpPr>
          <p:spPr>
            <a:xfrm>
              <a:off x="7381240" y="3486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5">
              <a:extLst>
                <a:ext uri="{FF2B5EF4-FFF2-40B4-BE49-F238E27FC236}">
                  <a16:creationId xmlns:a16="http://schemas.microsoft.com/office/drawing/2014/main" id="{0E06B5BD-3B79-8BB5-C9DD-4E389B073BE2}"/>
                </a:ext>
              </a:extLst>
            </p:cNvPr>
            <p:cNvSpPr/>
            <p:nvPr/>
          </p:nvSpPr>
          <p:spPr>
            <a:xfrm>
              <a:off x="7381240" y="3489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6">
              <a:extLst>
                <a:ext uri="{FF2B5EF4-FFF2-40B4-BE49-F238E27FC236}">
                  <a16:creationId xmlns:a16="http://schemas.microsoft.com/office/drawing/2014/main" id="{FE3DC7D4-3BEB-68E0-10E3-6C170B867968}"/>
                </a:ext>
              </a:extLst>
            </p:cNvPr>
            <p:cNvSpPr/>
            <p:nvPr/>
          </p:nvSpPr>
          <p:spPr>
            <a:xfrm>
              <a:off x="7381240" y="3493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17">
              <a:extLst>
                <a:ext uri="{FF2B5EF4-FFF2-40B4-BE49-F238E27FC236}">
                  <a16:creationId xmlns:a16="http://schemas.microsoft.com/office/drawing/2014/main" id="{58E8EE5A-BBC2-8DDC-3DE9-F4AE0A7B1517}"/>
                </a:ext>
              </a:extLst>
            </p:cNvPr>
            <p:cNvSpPr/>
            <p:nvPr/>
          </p:nvSpPr>
          <p:spPr>
            <a:xfrm>
              <a:off x="7381240" y="3497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18">
              <a:extLst>
                <a:ext uri="{FF2B5EF4-FFF2-40B4-BE49-F238E27FC236}">
                  <a16:creationId xmlns:a16="http://schemas.microsoft.com/office/drawing/2014/main" id="{A6CA1FE9-5769-749A-AE46-3B20882E5D14}"/>
                </a:ext>
              </a:extLst>
            </p:cNvPr>
            <p:cNvSpPr/>
            <p:nvPr/>
          </p:nvSpPr>
          <p:spPr>
            <a:xfrm>
              <a:off x="7381240" y="3501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19">
              <a:extLst>
                <a:ext uri="{FF2B5EF4-FFF2-40B4-BE49-F238E27FC236}">
                  <a16:creationId xmlns:a16="http://schemas.microsoft.com/office/drawing/2014/main" id="{31D916B9-0A41-A35A-4B79-6885FF5A6133}"/>
                </a:ext>
              </a:extLst>
            </p:cNvPr>
            <p:cNvSpPr/>
            <p:nvPr/>
          </p:nvSpPr>
          <p:spPr>
            <a:xfrm>
              <a:off x="7381240" y="35052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0">
              <a:extLst>
                <a:ext uri="{FF2B5EF4-FFF2-40B4-BE49-F238E27FC236}">
                  <a16:creationId xmlns:a16="http://schemas.microsoft.com/office/drawing/2014/main" id="{4DA368FB-B195-9602-698C-9AEDE25EA40F}"/>
                </a:ext>
              </a:extLst>
            </p:cNvPr>
            <p:cNvSpPr/>
            <p:nvPr/>
          </p:nvSpPr>
          <p:spPr>
            <a:xfrm>
              <a:off x="7381240" y="35077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1">
              <a:extLst>
                <a:ext uri="{FF2B5EF4-FFF2-40B4-BE49-F238E27FC236}">
                  <a16:creationId xmlns:a16="http://schemas.microsoft.com/office/drawing/2014/main" id="{36309DD1-42F4-32A9-804D-D5AB0365A7CE}"/>
                </a:ext>
              </a:extLst>
            </p:cNvPr>
            <p:cNvSpPr/>
            <p:nvPr/>
          </p:nvSpPr>
          <p:spPr>
            <a:xfrm>
              <a:off x="7381240" y="330199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2">
              <a:extLst>
                <a:ext uri="{FF2B5EF4-FFF2-40B4-BE49-F238E27FC236}">
                  <a16:creationId xmlns:a16="http://schemas.microsoft.com/office/drawing/2014/main" id="{29B7D74D-B2AB-9C11-CF11-3C3B260587FF}"/>
                </a:ext>
              </a:extLst>
            </p:cNvPr>
            <p:cNvSpPr/>
            <p:nvPr/>
          </p:nvSpPr>
          <p:spPr>
            <a:xfrm>
              <a:off x="7381240" y="3305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3">
              <a:extLst>
                <a:ext uri="{FF2B5EF4-FFF2-40B4-BE49-F238E27FC236}">
                  <a16:creationId xmlns:a16="http://schemas.microsoft.com/office/drawing/2014/main" id="{0A7961D3-BBB4-3E56-3FBD-B5CB93686B03}"/>
                </a:ext>
              </a:extLst>
            </p:cNvPr>
            <p:cNvSpPr/>
            <p:nvPr/>
          </p:nvSpPr>
          <p:spPr>
            <a:xfrm>
              <a:off x="7381240" y="3309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4">
              <a:extLst>
                <a:ext uri="{FF2B5EF4-FFF2-40B4-BE49-F238E27FC236}">
                  <a16:creationId xmlns:a16="http://schemas.microsoft.com/office/drawing/2014/main" id="{AD82DCCD-D213-EA19-F6E1-4D9B76AB3FB4}"/>
                </a:ext>
              </a:extLst>
            </p:cNvPr>
            <p:cNvSpPr/>
            <p:nvPr/>
          </p:nvSpPr>
          <p:spPr>
            <a:xfrm>
              <a:off x="7381240" y="3313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5">
              <a:extLst>
                <a:ext uri="{FF2B5EF4-FFF2-40B4-BE49-F238E27FC236}">
                  <a16:creationId xmlns:a16="http://schemas.microsoft.com/office/drawing/2014/main" id="{A3A2D1BF-4CD4-466A-361F-07C5AAEB0BA5}"/>
                </a:ext>
              </a:extLst>
            </p:cNvPr>
            <p:cNvSpPr/>
            <p:nvPr/>
          </p:nvSpPr>
          <p:spPr>
            <a:xfrm>
              <a:off x="7381240" y="33172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6">
              <a:extLst>
                <a:ext uri="{FF2B5EF4-FFF2-40B4-BE49-F238E27FC236}">
                  <a16:creationId xmlns:a16="http://schemas.microsoft.com/office/drawing/2014/main" id="{DBFC17D7-4FE3-0B86-C8AB-0217133DF3F9}"/>
                </a:ext>
              </a:extLst>
            </p:cNvPr>
            <p:cNvSpPr/>
            <p:nvPr/>
          </p:nvSpPr>
          <p:spPr>
            <a:xfrm>
              <a:off x="7381240" y="3321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27">
              <a:extLst>
                <a:ext uri="{FF2B5EF4-FFF2-40B4-BE49-F238E27FC236}">
                  <a16:creationId xmlns:a16="http://schemas.microsoft.com/office/drawing/2014/main" id="{655F8F7C-438F-82AF-AB71-5AB73097F8BE}"/>
                </a:ext>
              </a:extLst>
            </p:cNvPr>
            <p:cNvSpPr/>
            <p:nvPr/>
          </p:nvSpPr>
          <p:spPr>
            <a:xfrm>
              <a:off x="7381240" y="33248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28">
              <a:extLst>
                <a:ext uri="{FF2B5EF4-FFF2-40B4-BE49-F238E27FC236}">
                  <a16:creationId xmlns:a16="http://schemas.microsoft.com/office/drawing/2014/main" id="{9AB1A440-BFC4-080B-DD0A-6132C5B926D3}"/>
                </a:ext>
              </a:extLst>
            </p:cNvPr>
            <p:cNvSpPr/>
            <p:nvPr/>
          </p:nvSpPr>
          <p:spPr>
            <a:xfrm>
              <a:off x="7381240" y="33274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29">
              <a:extLst>
                <a:ext uri="{FF2B5EF4-FFF2-40B4-BE49-F238E27FC236}">
                  <a16:creationId xmlns:a16="http://schemas.microsoft.com/office/drawing/2014/main" id="{FC60E1B1-6ECC-93E9-AC30-A869A4B325FB}"/>
                </a:ext>
              </a:extLst>
            </p:cNvPr>
            <p:cNvSpPr/>
            <p:nvPr/>
          </p:nvSpPr>
          <p:spPr>
            <a:xfrm>
              <a:off x="7381240" y="33312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0">
              <a:extLst>
                <a:ext uri="{FF2B5EF4-FFF2-40B4-BE49-F238E27FC236}">
                  <a16:creationId xmlns:a16="http://schemas.microsoft.com/office/drawing/2014/main" id="{64769B31-4191-47EA-3241-13947D8C7D26}"/>
                </a:ext>
              </a:extLst>
            </p:cNvPr>
            <p:cNvSpPr/>
            <p:nvPr/>
          </p:nvSpPr>
          <p:spPr>
            <a:xfrm>
              <a:off x="7381240" y="33350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1">
              <a:extLst>
                <a:ext uri="{FF2B5EF4-FFF2-40B4-BE49-F238E27FC236}">
                  <a16:creationId xmlns:a16="http://schemas.microsoft.com/office/drawing/2014/main" id="{96BB15D3-34DF-E69D-B7AB-C8296B0F7286}"/>
                </a:ext>
              </a:extLst>
            </p:cNvPr>
            <p:cNvSpPr/>
            <p:nvPr/>
          </p:nvSpPr>
          <p:spPr>
            <a:xfrm>
              <a:off x="7381240" y="33388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2">
              <a:extLst>
                <a:ext uri="{FF2B5EF4-FFF2-40B4-BE49-F238E27FC236}">
                  <a16:creationId xmlns:a16="http://schemas.microsoft.com/office/drawing/2014/main" id="{1E67514D-4FDB-E96D-8F84-B748DB7F6E81}"/>
                </a:ext>
              </a:extLst>
            </p:cNvPr>
            <p:cNvSpPr/>
            <p:nvPr/>
          </p:nvSpPr>
          <p:spPr>
            <a:xfrm>
              <a:off x="7381240" y="33426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3">
              <a:extLst>
                <a:ext uri="{FF2B5EF4-FFF2-40B4-BE49-F238E27FC236}">
                  <a16:creationId xmlns:a16="http://schemas.microsoft.com/office/drawing/2014/main" id="{0BD10784-4DD8-7719-79EA-10031122D2E1}"/>
                </a:ext>
              </a:extLst>
            </p:cNvPr>
            <p:cNvSpPr/>
            <p:nvPr/>
          </p:nvSpPr>
          <p:spPr>
            <a:xfrm>
              <a:off x="7381240" y="3346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4">
              <a:extLst>
                <a:ext uri="{FF2B5EF4-FFF2-40B4-BE49-F238E27FC236}">
                  <a16:creationId xmlns:a16="http://schemas.microsoft.com/office/drawing/2014/main" id="{8F9D2479-E15D-4004-1842-2481F594C6DD}"/>
                </a:ext>
              </a:extLst>
            </p:cNvPr>
            <p:cNvSpPr/>
            <p:nvPr/>
          </p:nvSpPr>
          <p:spPr>
            <a:xfrm>
              <a:off x="7381240" y="33502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5">
              <a:extLst>
                <a:ext uri="{FF2B5EF4-FFF2-40B4-BE49-F238E27FC236}">
                  <a16:creationId xmlns:a16="http://schemas.microsoft.com/office/drawing/2014/main" id="{B107FCFB-3A82-E4BA-20EC-CE8C544A7602}"/>
                </a:ext>
              </a:extLst>
            </p:cNvPr>
            <p:cNvSpPr/>
            <p:nvPr/>
          </p:nvSpPr>
          <p:spPr>
            <a:xfrm>
              <a:off x="7381240" y="335280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6">
              <a:extLst>
                <a:ext uri="{FF2B5EF4-FFF2-40B4-BE49-F238E27FC236}">
                  <a16:creationId xmlns:a16="http://schemas.microsoft.com/office/drawing/2014/main" id="{F52289AF-CC13-5B1A-9E7A-30FD309C41B2}"/>
                </a:ext>
              </a:extLst>
            </p:cNvPr>
            <p:cNvSpPr/>
            <p:nvPr/>
          </p:nvSpPr>
          <p:spPr>
            <a:xfrm>
              <a:off x="7381240" y="33578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37">
              <a:extLst>
                <a:ext uri="{FF2B5EF4-FFF2-40B4-BE49-F238E27FC236}">
                  <a16:creationId xmlns:a16="http://schemas.microsoft.com/office/drawing/2014/main" id="{0A9D17B9-2037-3B71-BD52-4E30FB27E713}"/>
                </a:ext>
              </a:extLst>
            </p:cNvPr>
            <p:cNvSpPr/>
            <p:nvPr/>
          </p:nvSpPr>
          <p:spPr>
            <a:xfrm>
              <a:off x="7381240" y="3360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38">
              <a:extLst>
                <a:ext uri="{FF2B5EF4-FFF2-40B4-BE49-F238E27FC236}">
                  <a16:creationId xmlns:a16="http://schemas.microsoft.com/office/drawing/2014/main" id="{804F7E26-7BEE-D449-B025-FA976E0E8242}"/>
                </a:ext>
              </a:extLst>
            </p:cNvPr>
            <p:cNvSpPr/>
            <p:nvPr/>
          </p:nvSpPr>
          <p:spPr>
            <a:xfrm>
              <a:off x="7381240" y="33642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39">
              <a:extLst>
                <a:ext uri="{FF2B5EF4-FFF2-40B4-BE49-F238E27FC236}">
                  <a16:creationId xmlns:a16="http://schemas.microsoft.com/office/drawing/2014/main" id="{BBE58B32-9F6E-F8CF-73CB-77D545D4D433}"/>
                </a:ext>
              </a:extLst>
            </p:cNvPr>
            <p:cNvSpPr/>
            <p:nvPr/>
          </p:nvSpPr>
          <p:spPr>
            <a:xfrm>
              <a:off x="7381240" y="33680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0">
              <a:extLst>
                <a:ext uri="{FF2B5EF4-FFF2-40B4-BE49-F238E27FC236}">
                  <a16:creationId xmlns:a16="http://schemas.microsoft.com/office/drawing/2014/main" id="{FD4A7DF2-72DA-BD28-326C-EC5950FCD293}"/>
                </a:ext>
              </a:extLst>
            </p:cNvPr>
            <p:cNvSpPr/>
            <p:nvPr/>
          </p:nvSpPr>
          <p:spPr>
            <a:xfrm>
              <a:off x="7381240" y="33718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1">
              <a:extLst>
                <a:ext uri="{FF2B5EF4-FFF2-40B4-BE49-F238E27FC236}">
                  <a16:creationId xmlns:a16="http://schemas.microsoft.com/office/drawing/2014/main" id="{0951B035-735D-33C0-7FBE-FE5981F1F4F3}"/>
                </a:ext>
              </a:extLst>
            </p:cNvPr>
            <p:cNvSpPr/>
            <p:nvPr/>
          </p:nvSpPr>
          <p:spPr>
            <a:xfrm>
              <a:off x="7381240" y="3375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2">
              <a:extLst>
                <a:ext uri="{FF2B5EF4-FFF2-40B4-BE49-F238E27FC236}">
                  <a16:creationId xmlns:a16="http://schemas.microsoft.com/office/drawing/2014/main" id="{DE64E4FD-D631-93D2-29C2-A05F89D9046A}"/>
                </a:ext>
              </a:extLst>
            </p:cNvPr>
            <p:cNvSpPr/>
            <p:nvPr/>
          </p:nvSpPr>
          <p:spPr>
            <a:xfrm>
              <a:off x="7381240" y="3379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3">
              <a:extLst>
                <a:ext uri="{FF2B5EF4-FFF2-40B4-BE49-F238E27FC236}">
                  <a16:creationId xmlns:a16="http://schemas.microsoft.com/office/drawing/2014/main" id="{CB65A3A4-8F48-BF3A-9F62-3CD68D2A3474}"/>
                </a:ext>
              </a:extLst>
            </p:cNvPr>
            <p:cNvSpPr/>
            <p:nvPr/>
          </p:nvSpPr>
          <p:spPr>
            <a:xfrm>
              <a:off x="7381240" y="3383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4">
              <a:extLst>
                <a:ext uri="{FF2B5EF4-FFF2-40B4-BE49-F238E27FC236}">
                  <a16:creationId xmlns:a16="http://schemas.microsoft.com/office/drawing/2014/main" id="{44C87E38-A283-E0CC-C79A-BBAC96EFA92B}"/>
                </a:ext>
              </a:extLst>
            </p:cNvPr>
            <p:cNvSpPr/>
            <p:nvPr/>
          </p:nvSpPr>
          <p:spPr>
            <a:xfrm>
              <a:off x="7381240" y="33870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5">
              <a:extLst>
                <a:ext uri="{FF2B5EF4-FFF2-40B4-BE49-F238E27FC236}">
                  <a16:creationId xmlns:a16="http://schemas.microsoft.com/office/drawing/2014/main" id="{35D2252D-3DCE-1BB6-12F4-91221387882D}"/>
                </a:ext>
              </a:extLst>
            </p:cNvPr>
            <p:cNvSpPr/>
            <p:nvPr/>
          </p:nvSpPr>
          <p:spPr>
            <a:xfrm>
              <a:off x="7381240" y="338963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6">
              <a:extLst>
                <a:ext uri="{FF2B5EF4-FFF2-40B4-BE49-F238E27FC236}">
                  <a16:creationId xmlns:a16="http://schemas.microsoft.com/office/drawing/2014/main" id="{FA963E91-457F-FA23-46F8-E3A1FD2E284C}"/>
                </a:ext>
              </a:extLst>
            </p:cNvPr>
            <p:cNvSpPr/>
            <p:nvPr/>
          </p:nvSpPr>
          <p:spPr>
            <a:xfrm>
              <a:off x="7381240" y="33947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47">
              <a:extLst>
                <a:ext uri="{FF2B5EF4-FFF2-40B4-BE49-F238E27FC236}">
                  <a16:creationId xmlns:a16="http://schemas.microsoft.com/office/drawing/2014/main" id="{1EA3B534-F781-36BC-5C6E-DA4C3C015234}"/>
                </a:ext>
              </a:extLst>
            </p:cNvPr>
            <p:cNvSpPr/>
            <p:nvPr/>
          </p:nvSpPr>
          <p:spPr>
            <a:xfrm>
              <a:off x="7381240" y="3397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48">
              <a:extLst>
                <a:ext uri="{FF2B5EF4-FFF2-40B4-BE49-F238E27FC236}">
                  <a16:creationId xmlns:a16="http://schemas.microsoft.com/office/drawing/2014/main" id="{842B3526-BFC8-9D5B-2BB3-9447FF0D03C2}"/>
                </a:ext>
              </a:extLst>
            </p:cNvPr>
            <p:cNvSpPr/>
            <p:nvPr/>
          </p:nvSpPr>
          <p:spPr>
            <a:xfrm>
              <a:off x="7381240" y="3401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49">
              <a:extLst>
                <a:ext uri="{FF2B5EF4-FFF2-40B4-BE49-F238E27FC236}">
                  <a16:creationId xmlns:a16="http://schemas.microsoft.com/office/drawing/2014/main" id="{FB418D37-64CE-72DA-396C-233A5BBDF1A4}"/>
                </a:ext>
              </a:extLst>
            </p:cNvPr>
            <p:cNvSpPr/>
            <p:nvPr/>
          </p:nvSpPr>
          <p:spPr>
            <a:xfrm>
              <a:off x="7381240" y="3404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0">
              <a:extLst>
                <a:ext uri="{FF2B5EF4-FFF2-40B4-BE49-F238E27FC236}">
                  <a16:creationId xmlns:a16="http://schemas.microsoft.com/office/drawing/2014/main" id="{6544EB92-C6FE-3D32-ACE6-BF9E26F4DA2E}"/>
                </a:ext>
              </a:extLst>
            </p:cNvPr>
            <p:cNvSpPr/>
            <p:nvPr/>
          </p:nvSpPr>
          <p:spPr>
            <a:xfrm>
              <a:off x="7381240" y="319912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1">
              <a:extLst>
                <a:ext uri="{FF2B5EF4-FFF2-40B4-BE49-F238E27FC236}">
                  <a16:creationId xmlns:a16="http://schemas.microsoft.com/office/drawing/2014/main" id="{DBE4D4E0-B708-2CE8-0ABB-B9052C6C686C}"/>
                </a:ext>
              </a:extLst>
            </p:cNvPr>
            <p:cNvSpPr/>
            <p:nvPr/>
          </p:nvSpPr>
          <p:spPr>
            <a:xfrm>
              <a:off x="7381240" y="3202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2">
              <a:extLst>
                <a:ext uri="{FF2B5EF4-FFF2-40B4-BE49-F238E27FC236}">
                  <a16:creationId xmlns:a16="http://schemas.microsoft.com/office/drawing/2014/main" id="{8D5450E3-CB24-EDE8-D709-6B8FE217B6C6}"/>
                </a:ext>
              </a:extLst>
            </p:cNvPr>
            <p:cNvSpPr/>
            <p:nvPr/>
          </p:nvSpPr>
          <p:spPr>
            <a:xfrm>
              <a:off x="7381240" y="3206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3">
              <a:extLst>
                <a:ext uri="{FF2B5EF4-FFF2-40B4-BE49-F238E27FC236}">
                  <a16:creationId xmlns:a16="http://schemas.microsoft.com/office/drawing/2014/main" id="{71DA4088-9FEC-1C11-B8B6-4660586BC7B1}"/>
                </a:ext>
              </a:extLst>
            </p:cNvPr>
            <p:cNvSpPr/>
            <p:nvPr/>
          </p:nvSpPr>
          <p:spPr>
            <a:xfrm>
              <a:off x="7381240" y="32105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4">
              <a:extLst>
                <a:ext uri="{FF2B5EF4-FFF2-40B4-BE49-F238E27FC236}">
                  <a16:creationId xmlns:a16="http://schemas.microsoft.com/office/drawing/2014/main" id="{506A66A4-79ED-B9F7-DD76-A532E901A8DB}"/>
                </a:ext>
              </a:extLst>
            </p:cNvPr>
            <p:cNvSpPr/>
            <p:nvPr/>
          </p:nvSpPr>
          <p:spPr>
            <a:xfrm>
              <a:off x="7381240" y="321310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80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5">
              <a:extLst>
                <a:ext uri="{FF2B5EF4-FFF2-40B4-BE49-F238E27FC236}">
                  <a16:creationId xmlns:a16="http://schemas.microsoft.com/office/drawing/2014/main" id="{201524C5-9FC7-8B18-11AC-4C8AB0CD9C50}"/>
                </a:ext>
              </a:extLst>
            </p:cNvPr>
            <p:cNvSpPr/>
            <p:nvPr/>
          </p:nvSpPr>
          <p:spPr>
            <a:xfrm>
              <a:off x="7381240" y="32181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6">
              <a:extLst>
                <a:ext uri="{FF2B5EF4-FFF2-40B4-BE49-F238E27FC236}">
                  <a16:creationId xmlns:a16="http://schemas.microsoft.com/office/drawing/2014/main" id="{62871BA5-7DE2-1FBB-1C15-0B5237CCF4F0}"/>
                </a:ext>
              </a:extLst>
            </p:cNvPr>
            <p:cNvSpPr/>
            <p:nvPr/>
          </p:nvSpPr>
          <p:spPr>
            <a:xfrm>
              <a:off x="7381240" y="32207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57">
              <a:extLst>
                <a:ext uri="{FF2B5EF4-FFF2-40B4-BE49-F238E27FC236}">
                  <a16:creationId xmlns:a16="http://schemas.microsoft.com/office/drawing/2014/main" id="{F5CDF892-EDBE-9D3D-2394-568E1CF8D8CC}"/>
                </a:ext>
              </a:extLst>
            </p:cNvPr>
            <p:cNvSpPr/>
            <p:nvPr/>
          </p:nvSpPr>
          <p:spPr>
            <a:xfrm>
              <a:off x="7381240" y="3224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58">
              <a:extLst>
                <a:ext uri="{FF2B5EF4-FFF2-40B4-BE49-F238E27FC236}">
                  <a16:creationId xmlns:a16="http://schemas.microsoft.com/office/drawing/2014/main" id="{D81220B1-31DB-34B7-7A70-FFFF4AE6EDC2}"/>
                </a:ext>
              </a:extLst>
            </p:cNvPr>
            <p:cNvSpPr/>
            <p:nvPr/>
          </p:nvSpPr>
          <p:spPr>
            <a:xfrm>
              <a:off x="7381240" y="3228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59">
              <a:extLst>
                <a:ext uri="{FF2B5EF4-FFF2-40B4-BE49-F238E27FC236}">
                  <a16:creationId xmlns:a16="http://schemas.microsoft.com/office/drawing/2014/main" id="{29436443-7CDD-ADA4-7130-45024B89F2FE}"/>
                </a:ext>
              </a:extLst>
            </p:cNvPr>
            <p:cNvSpPr/>
            <p:nvPr/>
          </p:nvSpPr>
          <p:spPr>
            <a:xfrm>
              <a:off x="7381240" y="3232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0">
              <a:extLst>
                <a:ext uri="{FF2B5EF4-FFF2-40B4-BE49-F238E27FC236}">
                  <a16:creationId xmlns:a16="http://schemas.microsoft.com/office/drawing/2014/main" id="{18704117-9AC0-F294-9FE6-8DA6F163BC38}"/>
                </a:ext>
              </a:extLst>
            </p:cNvPr>
            <p:cNvSpPr/>
            <p:nvPr/>
          </p:nvSpPr>
          <p:spPr>
            <a:xfrm>
              <a:off x="7381240" y="3235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1">
              <a:extLst>
                <a:ext uri="{FF2B5EF4-FFF2-40B4-BE49-F238E27FC236}">
                  <a16:creationId xmlns:a16="http://schemas.microsoft.com/office/drawing/2014/main" id="{C90BC0FF-F3A0-3C1E-277D-FCFAE660EF05}"/>
                </a:ext>
              </a:extLst>
            </p:cNvPr>
            <p:cNvSpPr/>
            <p:nvPr/>
          </p:nvSpPr>
          <p:spPr>
            <a:xfrm>
              <a:off x="7381240" y="3239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2">
              <a:extLst>
                <a:ext uri="{FF2B5EF4-FFF2-40B4-BE49-F238E27FC236}">
                  <a16:creationId xmlns:a16="http://schemas.microsoft.com/office/drawing/2014/main" id="{BC186FE4-5352-77D3-9147-8697616A9A3F}"/>
                </a:ext>
              </a:extLst>
            </p:cNvPr>
            <p:cNvSpPr/>
            <p:nvPr/>
          </p:nvSpPr>
          <p:spPr>
            <a:xfrm>
              <a:off x="7381240" y="3243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3">
              <a:extLst>
                <a:ext uri="{FF2B5EF4-FFF2-40B4-BE49-F238E27FC236}">
                  <a16:creationId xmlns:a16="http://schemas.microsoft.com/office/drawing/2014/main" id="{8F928443-09BD-C824-CC18-1C2A51CD89FD}"/>
                </a:ext>
              </a:extLst>
            </p:cNvPr>
            <p:cNvSpPr/>
            <p:nvPr/>
          </p:nvSpPr>
          <p:spPr>
            <a:xfrm>
              <a:off x="7381240" y="32473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4">
              <a:extLst>
                <a:ext uri="{FF2B5EF4-FFF2-40B4-BE49-F238E27FC236}">
                  <a16:creationId xmlns:a16="http://schemas.microsoft.com/office/drawing/2014/main" id="{7BF116F5-D8A4-09F8-D31A-731873609E42}"/>
                </a:ext>
              </a:extLst>
            </p:cNvPr>
            <p:cNvSpPr/>
            <p:nvPr/>
          </p:nvSpPr>
          <p:spPr>
            <a:xfrm>
              <a:off x="7381240" y="324993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5">
              <a:extLst>
                <a:ext uri="{FF2B5EF4-FFF2-40B4-BE49-F238E27FC236}">
                  <a16:creationId xmlns:a16="http://schemas.microsoft.com/office/drawing/2014/main" id="{F9B96267-9D94-D3E4-F021-E47CB40DE085}"/>
                </a:ext>
              </a:extLst>
            </p:cNvPr>
            <p:cNvSpPr/>
            <p:nvPr/>
          </p:nvSpPr>
          <p:spPr>
            <a:xfrm>
              <a:off x="7381240" y="32550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6">
              <a:extLst>
                <a:ext uri="{FF2B5EF4-FFF2-40B4-BE49-F238E27FC236}">
                  <a16:creationId xmlns:a16="http://schemas.microsoft.com/office/drawing/2014/main" id="{7EDBBB13-A842-3B95-1AF3-A23B5F6CB13C}"/>
                </a:ext>
              </a:extLst>
            </p:cNvPr>
            <p:cNvSpPr/>
            <p:nvPr/>
          </p:nvSpPr>
          <p:spPr>
            <a:xfrm>
              <a:off x="7381240" y="32575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67">
              <a:extLst>
                <a:ext uri="{FF2B5EF4-FFF2-40B4-BE49-F238E27FC236}">
                  <a16:creationId xmlns:a16="http://schemas.microsoft.com/office/drawing/2014/main" id="{C6E3FDEF-4553-1DB6-5A05-BDF8E48941E9}"/>
                </a:ext>
              </a:extLst>
            </p:cNvPr>
            <p:cNvSpPr/>
            <p:nvPr/>
          </p:nvSpPr>
          <p:spPr>
            <a:xfrm>
              <a:off x="7381240" y="32613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68">
              <a:extLst>
                <a:ext uri="{FF2B5EF4-FFF2-40B4-BE49-F238E27FC236}">
                  <a16:creationId xmlns:a16="http://schemas.microsoft.com/office/drawing/2014/main" id="{BDA1FD0E-D5B5-60C3-A16C-61DB5B360DEC}"/>
                </a:ext>
              </a:extLst>
            </p:cNvPr>
            <p:cNvSpPr/>
            <p:nvPr/>
          </p:nvSpPr>
          <p:spPr>
            <a:xfrm>
              <a:off x="7381240" y="3265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69">
              <a:extLst>
                <a:ext uri="{FF2B5EF4-FFF2-40B4-BE49-F238E27FC236}">
                  <a16:creationId xmlns:a16="http://schemas.microsoft.com/office/drawing/2014/main" id="{BBDC1346-4B67-806E-3700-BBBDB2E88C34}"/>
                </a:ext>
              </a:extLst>
            </p:cNvPr>
            <p:cNvSpPr/>
            <p:nvPr/>
          </p:nvSpPr>
          <p:spPr>
            <a:xfrm>
              <a:off x="7381240" y="3268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0">
              <a:extLst>
                <a:ext uri="{FF2B5EF4-FFF2-40B4-BE49-F238E27FC236}">
                  <a16:creationId xmlns:a16="http://schemas.microsoft.com/office/drawing/2014/main" id="{B3447FA8-A44A-5080-8E6E-8955F9F77BF4}"/>
                </a:ext>
              </a:extLst>
            </p:cNvPr>
            <p:cNvSpPr/>
            <p:nvPr/>
          </p:nvSpPr>
          <p:spPr>
            <a:xfrm>
              <a:off x="7381240" y="3272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1">
              <a:extLst>
                <a:ext uri="{FF2B5EF4-FFF2-40B4-BE49-F238E27FC236}">
                  <a16:creationId xmlns:a16="http://schemas.microsoft.com/office/drawing/2014/main" id="{BCC1F9B8-CA24-3D1E-D410-D6130CB6A9AF}"/>
                </a:ext>
              </a:extLst>
            </p:cNvPr>
            <p:cNvSpPr/>
            <p:nvPr/>
          </p:nvSpPr>
          <p:spPr>
            <a:xfrm>
              <a:off x="7381240" y="3276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2">
              <a:extLst>
                <a:ext uri="{FF2B5EF4-FFF2-40B4-BE49-F238E27FC236}">
                  <a16:creationId xmlns:a16="http://schemas.microsoft.com/office/drawing/2014/main" id="{65A6CF73-33AC-4CF3-7DED-D6A934F8F3FD}"/>
                </a:ext>
              </a:extLst>
            </p:cNvPr>
            <p:cNvSpPr/>
            <p:nvPr/>
          </p:nvSpPr>
          <p:spPr>
            <a:xfrm>
              <a:off x="7381240" y="32804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3">
              <a:extLst>
                <a:ext uri="{FF2B5EF4-FFF2-40B4-BE49-F238E27FC236}">
                  <a16:creationId xmlns:a16="http://schemas.microsoft.com/office/drawing/2014/main" id="{DC2BF986-10B0-40A3-3933-BB4E6EFC2FA5}"/>
                </a:ext>
              </a:extLst>
            </p:cNvPr>
            <p:cNvSpPr/>
            <p:nvPr/>
          </p:nvSpPr>
          <p:spPr>
            <a:xfrm>
              <a:off x="7381240" y="3282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4">
              <a:extLst>
                <a:ext uri="{FF2B5EF4-FFF2-40B4-BE49-F238E27FC236}">
                  <a16:creationId xmlns:a16="http://schemas.microsoft.com/office/drawing/2014/main" id="{EB967D86-C8D1-7BB1-FA0B-F6290B3DC9E8}"/>
                </a:ext>
              </a:extLst>
            </p:cNvPr>
            <p:cNvSpPr/>
            <p:nvPr/>
          </p:nvSpPr>
          <p:spPr>
            <a:xfrm>
              <a:off x="7381240" y="32867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5">
              <a:extLst>
                <a:ext uri="{FF2B5EF4-FFF2-40B4-BE49-F238E27FC236}">
                  <a16:creationId xmlns:a16="http://schemas.microsoft.com/office/drawing/2014/main" id="{C0D932C8-8300-DF8F-F6E9-81CA2961CED0}"/>
                </a:ext>
              </a:extLst>
            </p:cNvPr>
            <p:cNvSpPr/>
            <p:nvPr/>
          </p:nvSpPr>
          <p:spPr>
            <a:xfrm>
              <a:off x="7381240" y="32905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6">
              <a:extLst>
                <a:ext uri="{FF2B5EF4-FFF2-40B4-BE49-F238E27FC236}">
                  <a16:creationId xmlns:a16="http://schemas.microsoft.com/office/drawing/2014/main" id="{9D103C1F-89C3-2A56-E502-CF17C5B3A66C}"/>
                </a:ext>
              </a:extLst>
            </p:cNvPr>
            <p:cNvSpPr/>
            <p:nvPr/>
          </p:nvSpPr>
          <p:spPr>
            <a:xfrm>
              <a:off x="7381240" y="32943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77">
              <a:extLst>
                <a:ext uri="{FF2B5EF4-FFF2-40B4-BE49-F238E27FC236}">
                  <a16:creationId xmlns:a16="http://schemas.microsoft.com/office/drawing/2014/main" id="{CD5149C0-6417-5DE3-404B-709B7DC3D4C3}"/>
                </a:ext>
              </a:extLst>
            </p:cNvPr>
            <p:cNvSpPr/>
            <p:nvPr/>
          </p:nvSpPr>
          <p:spPr>
            <a:xfrm>
              <a:off x="7381240" y="32981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78">
              <a:extLst>
                <a:ext uri="{FF2B5EF4-FFF2-40B4-BE49-F238E27FC236}">
                  <a16:creationId xmlns:a16="http://schemas.microsoft.com/office/drawing/2014/main" id="{E4EAA17A-18D3-396D-45C3-E7F8A69FEA45}"/>
                </a:ext>
              </a:extLst>
            </p:cNvPr>
            <p:cNvSpPr/>
            <p:nvPr/>
          </p:nvSpPr>
          <p:spPr>
            <a:xfrm>
              <a:off x="7381240" y="33020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79">
              <a:extLst>
                <a:ext uri="{FF2B5EF4-FFF2-40B4-BE49-F238E27FC236}">
                  <a16:creationId xmlns:a16="http://schemas.microsoft.com/office/drawing/2014/main" id="{8B91EAFC-1ABA-C0FE-1AF1-451C09073B9A}"/>
                </a:ext>
              </a:extLst>
            </p:cNvPr>
            <p:cNvSpPr/>
            <p:nvPr/>
          </p:nvSpPr>
          <p:spPr>
            <a:xfrm>
              <a:off x="7381240" y="30949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60" y="254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0">
              <a:extLst>
                <a:ext uri="{FF2B5EF4-FFF2-40B4-BE49-F238E27FC236}">
                  <a16:creationId xmlns:a16="http://schemas.microsoft.com/office/drawing/2014/main" id="{EC5B1C5D-88D7-A73D-70DC-FFC02CE51E5A}"/>
                </a:ext>
              </a:extLst>
            </p:cNvPr>
            <p:cNvSpPr/>
            <p:nvPr/>
          </p:nvSpPr>
          <p:spPr>
            <a:xfrm>
              <a:off x="7381240" y="3097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1">
              <a:extLst>
                <a:ext uri="{FF2B5EF4-FFF2-40B4-BE49-F238E27FC236}">
                  <a16:creationId xmlns:a16="http://schemas.microsoft.com/office/drawing/2014/main" id="{3A5542F8-1372-FCB0-5723-A08237227CB9}"/>
                </a:ext>
              </a:extLst>
            </p:cNvPr>
            <p:cNvSpPr/>
            <p:nvPr/>
          </p:nvSpPr>
          <p:spPr>
            <a:xfrm>
              <a:off x="7381240" y="3101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2">
              <a:extLst>
                <a:ext uri="{FF2B5EF4-FFF2-40B4-BE49-F238E27FC236}">
                  <a16:creationId xmlns:a16="http://schemas.microsoft.com/office/drawing/2014/main" id="{65A328C4-60EC-6921-7445-8BB63875E2D6}"/>
                </a:ext>
              </a:extLst>
            </p:cNvPr>
            <p:cNvSpPr/>
            <p:nvPr/>
          </p:nvSpPr>
          <p:spPr>
            <a:xfrm>
              <a:off x="7381240" y="3105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3">
              <a:extLst>
                <a:ext uri="{FF2B5EF4-FFF2-40B4-BE49-F238E27FC236}">
                  <a16:creationId xmlns:a16="http://schemas.microsoft.com/office/drawing/2014/main" id="{9EC0F7C5-C511-A57B-DF81-755DB2BFBCE6}"/>
                </a:ext>
              </a:extLst>
            </p:cNvPr>
            <p:cNvSpPr/>
            <p:nvPr/>
          </p:nvSpPr>
          <p:spPr>
            <a:xfrm>
              <a:off x="7381240" y="3108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4">
              <a:extLst>
                <a:ext uri="{FF2B5EF4-FFF2-40B4-BE49-F238E27FC236}">
                  <a16:creationId xmlns:a16="http://schemas.microsoft.com/office/drawing/2014/main" id="{5925DDC3-6CF2-1B37-88BD-953F67FABDCF}"/>
                </a:ext>
              </a:extLst>
            </p:cNvPr>
            <p:cNvSpPr/>
            <p:nvPr/>
          </p:nvSpPr>
          <p:spPr>
            <a:xfrm>
              <a:off x="7381240" y="3112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5">
              <a:extLst>
                <a:ext uri="{FF2B5EF4-FFF2-40B4-BE49-F238E27FC236}">
                  <a16:creationId xmlns:a16="http://schemas.microsoft.com/office/drawing/2014/main" id="{47379BE8-13E2-23EA-3FD4-C7D955A64A35}"/>
                </a:ext>
              </a:extLst>
            </p:cNvPr>
            <p:cNvSpPr/>
            <p:nvPr/>
          </p:nvSpPr>
          <p:spPr>
            <a:xfrm>
              <a:off x="7381240" y="3116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6">
              <a:extLst>
                <a:ext uri="{FF2B5EF4-FFF2-40B4-BE49-F238E27FC236}">
                  <a16:creationId xmlns:a16="http://schemas.microsoft.com/office/drawing/2014/main" id="{B231CA81-141D-5E24-BD75-7B31961001B3}"/>
                </a:ext>
              </a:extLst>
            </p:cNvPr>
            <p:cNvSpPr/>
            <p:nvPr/>
          </p:nvSpPr>
          <p:spPr>
            <a:xfrm>
              <a:off x="7381240" y="3120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87">
              <a:extLst>
                <a:ext uri="{FF2B5EF4-FFF2-40B4-BE49-F238E27FC236}">
                  <a16:creationId xmlns:a16="http://schemas.microsoft.com/office/drawing/2014/main" id="{7016F6E1-234A-6F7E-9582-74163C6666D5}"/>
                </a:ext>
              </a:extLst>
            </p:cNvPr>
            <p:cNvSpPr/>
            <p:nvPr/>
          </p:nvSpPr>
          <p:spPr>
            <a:xfrm>
              <a:off x="7381240" y="3124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88">
              <a:extLst>
                <a:ext uri="{FF2B5EF4-FFF2-40B4-BE49-F238E27FC236}">
                  <a16:creationId xmlns:a16="http://schemas.microsoft.com/office/drawing/2014/main" id="{440A6B39-D7E2-B6F6-03B1-FF3A29E76EDE}"/>
                </a:ext>
              </a:extLst>
            </p:cNvPr>
            <p:cNvSpPr/>
            <p:nvPr/>
          </p:nvSpPr>
          <p:spPr>
            <a:xfrm>
              <a:off x="7381240" y="3128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89">
              <a:extLst>
                <a:ext uri="{FF2B5EF4-FFF2-40B4-BE49-F238E27FC236}">
                  <a16:creationId xmlns:a16="http://schemas.microsoft.com/office/drawing/2014/main" id="{DE7DAAED-4B4B-62BA-B1F4-F55547B1F740}"/>
                </a:ext>
              </a:extLst>
            </p:cNvPr>
            <p:cNvSpPr/>
            <p:nvPr/>
          </p:nvSpPr>
          <p:spPr>
            <a:xfrm>
              <a:off x="7381240" y="31318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0">
              <a:extLst>
                <a:ext uri="{FF2B5EF4-FFF2-40B4-BE49-F238E27FC236}">
                  <a16:creationId xmlns:a16="http://schemas.microsoft.com/office/drawing/2014/main" id="{8098E727-BF46-DE83-1DFD-7BACA33E3F1B}"/>
                </a:ext>
              </a:extLst>
            </p:cNvPr>
            <p:cNvSpPr/>
            <p:nvPr/>
          </p:nvSpPr>
          <p:spPr>
            <a:xfrm>
              <a:off x="7381240" y="31343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1">
              <a:extLst>
                <a:ext uri="{FF2B5EF4-FFF2-40B4-BE49-F238E27FC236}">
                  <a16:creationId xmlns:a16="http://schemas.microsoft.com/office/drawing/2014/main" id="{E56998B0-48DC-0D0B-16FE-99C9560B2E6E}"/>
                </a:ext>
              </a:extLst>
            </p:cNvPr>
            <p:cNvSpPr/>
            <p:nvPr/>
          </p:nvSpPr>
          <p:spPr>
            <a:xfrm>
              <a:off x="7381240" y="3138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2">
              <a:extLst>
                <a:ext uri="{FF2B5EF4-FFF2-40B4-BE49-F238E27FC236}">
                  <a16:creationId xmlns:a16="http://schemas.microsoft.com/office/drawing/2014/main" id="{025B27B6-2749-8EF6-18B5-CF18ADCFEBB8}"/>
                </a:ext>
              </a:extLst>
            </p:cNvPr>
            <p:cNvSpPr/>
            <p:nvPr/>
          </p:nvSpPr>
          <p:spPr>
            <a:xfrm>
              <a:off x="7381240" y="3141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3">
              <a:extLst>
                <a:ext uri="{FF2B5EF4-FFF2-40B4-BE49-F238E27FC236}">
                  <a16:creationId xmlns:a16="http://schemas.microsoft.com/office/drawing/2014/main" id="{F692CF97-51F9-EDB2-4DDC-4CD901C2B5D0}"/>
                </a:ext>
              </a:extLst>
            </p:cNvPr>
            <p:cNvSpPr/>
            <p:nvPr/>
          </p:nvSpPr>
          <p:spPr>
            <a:xfrm>
              <a:off x="7381240" y="3145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4">
              <a:extLst>
                <a:ext uri="{FF2B5EF4-FFF2-40B4-BE49-F238E27FC236}">
                  <a16:creationId xmlns:a16="http://schemas.microsoft.com/office/drawing/2014/main" id="{170EC031-1D3A-00FF-3908-06890FF9275E}"/>
                </a:ext>
              </a:extLst>
            </p:cNvPr>
            <p:cNvSpPr/>
            <p:nvPr/>
          </p:nvSpPr>
          <p:spPr>
            <a:xfrm>
              <a:off x="7381240" y="3149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5">
              <a:extLst>
                <a:ext uri="{FF2B5EF4-FFF2-40B4-BE49-F238E27FC236}">
                  <a16:creationId xmlns:a16="http://schemas.microsoft.com/office/drawing/2014/main" id="{7E0B9DB8-5D7C-3D27-0FC7-19779BB08FB1}"/>
                </a:ext>
              </a:extLst>
            </p:cNvPr>
            <p:cNvSpPr/>
            <p:nvPr/>
          </p:nvSpPr>
          <p:spPr>
            <a:xfrm>
              <a:off x="7381240" y="3153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6">
              <a:extLst>
                <a:ext uri="{FF2B5EF4-FFF2-40B4-BE49-F238E27FC236}">
                  <a16:creationId xmlns:a16="http://schemas.microsoft.com/office/drawing/2014/main" id="{8166966B-391A-4E31-E43B-74DD12A3C7B3}"/>
                </a:ext>
              </a:extLst>
            </p:cNvPr>
            <p:cNvSpPr/>
            <p:nvPr/>
          </p:nvSpPr>
          <p:spPr>
            <a:xfrm>
              <a:off x="7381240" y="3157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697">
              <a:extLst>
                <a:ext uri="{FF2B5EF4-FFF2-40B4-BE49-F238E27FC236}">
                  <a16:creationId xmlns:a16="http://schemas.microsoft.com/office/drawing/2014/main" id="{5529CEBD-5CFD-7165-80A5-287FDE469000}"/>
                </a:ext>
              </a:extLst>
            </p:cNvPr>
            <p:cNvSpPr/>
            <p:nvPr/>
          </p:nvSpPr>
          <p:spPr>
            <a:xfrm>
              <a:off x="7381240" y="3161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698">
              <a:extLst>
                <a:ext uri="{FF2B5EF4-FFF2-40B4-BE49-F238E27FC236}">
                  <a16:creationId xmlns:a16="http://schemas.microsoft.com/office/drawing/2014/main" id="{61D3E538-7C35-FB3C-DF2F-E1E4A35DEBE9}"/>
                </a:ext>
              </a:extLst>
            </p:cNvPr>
            <p:cNvSpPr/>
            <p:nvPr/>
          </p:nvSpPr>
          <p:spPr>
            <a:xfrm>
              <a:off x="7381240" y="316484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699">
              <a:extLst>
                <a:ext uri="{FF2B5EF4-FFF2-40B4-BE49-F238E27FC236}">
                  <a16:creationId xmlns:a16="http://schemas.microsoft.com/office/drawing/2014/main" id="{60A74046-6710-B1D9-4AC7-62A56950D238}"/>
                </a:ext>
              </a:extLst>
            </p:cNvPr>
            <p:cNvSpPr/>
            <p:nvPr/>
          </p:nvSpPr>
          <p:spPr>
            <a:xfrm>
              <a:off x="7381240" y="316738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80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0">
              <a:extLst>
                <a:ext uri="{FF2B5EF4-FFF2-40B4-BE49-F238E27FC236}">
                  <a16:creationId xmlns:a16="http://schemas.microsoft.com/office/drawing/2014/main" id="{9DC3E89C-4CED-73B5-CFFD-70FF73B450F4}"/>
                </a:ext>
              </a:extLst>
            </p:cNvPr>
            <p:cNvSpPr/>
            <p:nvPr/>
          </p:nvSpPr>
          <p:spPr>
            <a:xfrm>
              <a:off x="7381240" y="31724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1">
              <a:extLst>
                <a:ext uri="{FF2B5EF4-FFF2-40B4-BE49-F238E27FC236}">
                  <a16:creationId xmlns:a16="http://schemas.microsoft.com/office/drawing/2014/main" id="{835BBC45-1ABD-6F34-BE4B-E2600C06A98E}"/>
                </a:ext>
              </a:extLst>
            </p:cNvPr>
            <p:cNvSpPr/>
            <p:nvPr/>
          </p:nvSpPr>
          <p:spPr>
            <a:xfrm>
              <a:off x="7381240" y="31750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2">
              <a:extLst>
                <a:ext uri="{FF2B5EF4-FFF2-40B4-BE49-F238E27FC236}">
                  <a16:creationId xmlns:a16="http://schemas.microsoft.com/office/drawing/2014/main" id="{91EDCD2F-70B6-1797-99AF-1DA92D22E04F}"/>
                </a:ext>
              </a:extLst>
            </p:cNvPr>
            <p:cNvSpPr/>
            <p:nvPr/>
          </p:nvSpPr>
          <p:spPr>
            <a:xfrm>
              <a:off x="7381240" y="3178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3">
              <a:extLst>
                <a:ext uri="{FF2B5EF4-FFF2-40B4-BE49-F238E27FC236}">
                  <a16:creationId xmlns:a16="http://schemas.microsoft.com/office/drawing/2014/main" id="{2F4D1E28-4A35-D16C-9B42-6612C89B3E6B}"/>
                </a:ext>
              </a:extLst>
            </p:cNvPr>
            <p:cNvSpPr/>
            <p:nvPr/>
          </p:nvSpPr>
          <p:spPr>
            <a:xfrm>
              <a:off x="7381240" y="3182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4">
              <a:extLst>
                <a:ext uri="{FF2B5EF4-FFF2-40B4-BE49-F238E27FC236}">
                  <a16:creationId xmlns:a16="http://schemas.microsoft.com/office/drawing/2014/main" id="{6789A4A7-7C2C-4970-932B-31D912AA6368}"/>
                </a:ext>
              </a:extLst>
            </p:cNvPr>
            <p:cNvSpPr/>
            <p:nvPr/>
          </p:nvSpPr>
          <p:spPr>
            <a:xfrm>
              <a:off x="7381240" y="3186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5">
              <a:extLst>
                <a:ext uri="{FF2B5EF4-FFF2-40B4-BE49-F238E27FC236}">
                  <a16:creationId xmlns:a16="http://schemas.microsoft.com/office/drawing/2014/main" id="{40CFF472-ADE3-7E47-F335-167953D7A587}"/>
                </a:ext>
              </a:extLst>
            </p:cNvPr>
            <p:cNvSpPr/>
            <p:nvPr/>
          </p:nvSpPr>
          <p:spPr>
            <a:xfrm>
              <a:off x="7381240" y="31902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6">
              <a:extLst>
                <a:ext uri="{FF2B5EF4-FFF2-40B4-BE49-F238E27FC236}">
                  <a16:creationId xmlns:a16="http://schemas.microsoft.com/office/drawing/2014/main" id="{B1C544FE-AEED-49DB-7212-A6EEE48EC5E3}"/>
                </a:ext>
              </a:extLst>
            </p:cNvPr>
            <p:cNvSpPr/>
            <p:nvPr/>
          </p:nvSpPr>
          <p:spPr>
            <a:xfrm>
              <a:off x="7381240" y="3194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07">
              <a:extLst>
                <a:ext uri="{FF2B5EF4-FFF2-40B4-BE49-F238E27FC236}">
                  <a16:creationId xmlns:a16="http://schemas.microsoft.com/office/drawing/2014/main" id="{9966031C-6671-0D2B-453F-8CD633D4E9F6}"/>
                </a:ext>
              </a:extLst>
            </p:cNvPr>
            <p:cNvSpPr/>
            <p:nvPr/>
          </p:nvSpPr>
          <p:spPr>
            <a:xfrm>
              <a:off x="7381240" y="31978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08">
              <a:extLst>
                <a:ext uri="{FF2B5EF4-FFF2-40B4-BE49-F238E27FC236}">
                  <a16:creationId xmlns:a16="http://schemas.microsoft.com/office/drawing/2014/main" id="{582B249E-664B-3DE1-80F1-C689620BBD64}"/>
                </a:ext>
              </a:extLst>
            </p:cNvPr>
            <p:cNvSpPr/>
            <p:nvPr/>
          </p:nvSpPr>
          <p:spPr>
            <a:xfrm>
              <a:off x="7381240" y="299084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09">
              <a:extLst>
                <a:ext uri="{FF2B5EF4-FFF2-40B4-BE49-F238E27FC236}">
                  <a16:creationId xmlns:a16="http://schemas.microsoft.com/office/drawing/2014/main" id="{71B8FC23-67B5-6B96-B791-1AD442F1A89F}"/>
                </a:ext>
              </a:extLst>
            </p:cNvPr>
            <p:cNvSpPr/>
            <p:nvPr/>
          </p:nvSpPr>
          <p:spPr>
            <a:xfrm>
              <a:off x="7381240" y="2994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0">
              <a:extLst>
                <a:ext uri="{FF2B5EF4-FFF2-40B4-BE49-F238E27FC236}">
                  <a16:creationId xmlns:a16="http://schemas.microsoft.com/office/drawing/2014/main" id="{5B5C1F72-F095-443C-8DF2-269D6FC61070}"/>
                </a:ext>
              </a:extLst>
            </p:cNvPr>
            <p:cNvSpPr/>
            <p:nvPr/>
          </p:nvSpPr>
          <p:spPr>
            <a:xfrm>
              <a:off x="7381240" y="2998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1">
              <a:extLst>
                <a:ext uri="{FF2B5EF4-FFF2-40B4-BE49-F238E27FC236}">
                  <a16:creationId xmlns:a16="http://schemas.microsoft.com/office/drawing/2014/main" id="{012D6CDD-3289-1A46-BDED-226122E47069}"/>
                </a:ext>
              </a:extLst>
            </p:cNvPr>
            <p:cNvSpPr/>
            <p:nvPr/>
          </p:nvSpPr>
          <p:spPr>
            <a:xfrm>
              <a:off x="7381240" y="3002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2">
              <a:extLst>
                <a:ext uri="{FF2B5EF4-FFF2-40B4-BE49-F238E27FC236}">
                  <a16:creationId xmlns:a16="http://schemas.microsoft.com/office/drawing/2014/main" id="{D8558D21-D505-B633-695E-AE13751DD2B6}"/>
                </a:ext>
              </a:extLst>
            </p:cNvPr>
            <p:cNvSpPr/>
            <p:nvPr/>
          </p:nvSpPr>
          <p:spPr>
            <a:xfrm>
              <a:off x="7381240" y="30060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3">
              <a:extLst>
                <a:ext uri="{FF2B5EF4-FFF2-40B4-BE49-F238E27FC236}">
                  <a16:creationId xmlns:a16="http://schemas.microsoft.com/office/drawing/2014/main" id="{D6AA27E9-F11D-DF33-AF60-755A6DE4F0E6}"/>
                </a:ext>
              </a:extLst>
            </p:cNvPr>
            <p:cNvSpPr/>
            <p:nvPr/>
          </p:nvSpPr>
          <p:spPr>
            <a:xfrm>
              <a:off x="7381240" y="3009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4">
              <a:extLst>
                <a:ext uri="{FF2B5EF4-FFF2-40B4-BE49-F238E27FC236}">
                  <a16:creationId xmlns:a16="http://schemas.microsoft.com/office/drawing/2014/main" id="{5B580127-B47D-34E5-B614-2B6E9071BC0A}"/>
                </a:ext>
              </a:extLst>
            </p:cNvPr>
            <p:cNvSpPr/>
            <p:nvPr/>
          </p:nvSpPr>
          <p:spPr>
            <a:xfrm>
              <a:off x="7381240" y="30137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5">
              <a:extLst>
                <a:ext uri="{FF2B5EF4-FFF2-40B4-BE49-F238E27FC236}">
                  <a16:creationId xmlns:a16="http://schemas.microsoft.com/office/drawing/2014/main" id="{7F9D7BDB-8891-7F82-05AF-96C4383D2C5E}"/>
                </a:ext>
              </a:extLst>
            </p:cNvPr>
            <p:cNvSpPr/>
            <p:nvPr/>
          </p:nvSpPr>
          <p:spPr>
            <a:xfrm>
              <a:off x="7381240" y="3016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6">
              <a:extLst>
                <a:ext uri="{FF2B5EF4-FFF2-40B4-BE49-F238E27FC236}">
                  <a16:creationId xmlns:a16="http://schemas.microsoft.com/office/drawing/2014/main" id="{3614B971-7570-F55D-0AF8-0E618413EEE6}"/>
                </a:ext>
              </a:extLst>
            </p:cNvPr>
            <p:cNvSpPr/>
            <p:nvPr/>
          </p:nvSpPr>
          <p:spPr>
            <a:xfrm>
              <a:off x="7381240" y="3020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17">
              <a:extLst>
                <a:ext uri="{FF2B5EF4-FFF2-40B4-BE49-F238E27FC236}">
                  <a16:creationId xmlns:a16="http://schemas.microsoft.com/office/drawing/2014/main" id="{587C7F3A-C661-3C6D-91F1-C5C08471B58F}"/>
                </a:ext>
              </a:extLst>
            </p:cNvPr>
            <p:cNvSpPr/>
            <p:nvPr/>
          </p:nvSpPr>
          <p:spPr>
            <a:xfrm>
              <a:off x="7381240" y="3023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18">
              <a:extLst>
                <a:ext uri="{FF2B5EF4-FFF2-40B4-BE49-F238E27FC236}">
                  <a16:creationId xmlns:a16="http://schemas.microsoft.com/office/drawing/2014/main" id="{28AD077A-C876-8257-B4CE-F12A49C70A98}"/>
                </a:ext>
              </a:extLst>
            </p:cNvPr>
            <p:cNvSpPr/>
            <p:nvPr/>
          </p:nvSpPr>
          <p:spPr>
            <a:xfrm>
              <a:off x="7381240" y="30276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19">
              <a:extLst>
                <a:ext uri="{FF2B5EF4-FFF2-40B4-BE49-F238E27FC236}">
                  <a16:creationId xmlns:a16="http://schemas.microsoft.com/office/drawing/2014/main" id="{F6B9B1FB-3000-E51B-4683-B28F192071DC}"/>
                </a:ext>
              </a:extLst>
            </p:cNvPr>
            <p:cNvSpPr/>
            <p:nvPr/>
          </p:nvSpPr>
          <p:spPr>
            <a:xfrm>
              <a:off x="7381240" y="30314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0">
              <a:extLst>
                <a:ext uri="{FF2B5EF4-FFF2-40B4-BE49-F238E27FC236}">
                  <a16:creationId xmlns:a16="http://schemas.microsoft.com/office/drawing/2014/main" id="{49454323-1D84-0064-3C93-8CC4E4D17D5A}"/>
                </a:ext>
              </a:extLst>
            </p:cNvPr>
            <p:cNvSpPr/>
            <p:nvPr/>
          </p:nvSpPr>
          <p:spPr>
            <a:xfrm>
              <a:off x="7381240" y="3035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1">
              <a:extLst>
                <a:ext uri="{FF2B5EF4-FFF2-40B4-BE49-F238E27FC236}">
                  <a16:creationId xmlns:a16="http://schemas.microsoft.com/office/drawing/2014/main" id="{B81C282F-EAB6-3768-643E-F6D35E6227EB}"/>
                </a:ext>
              </a:extLst>
            </p:cNvPr>
            <p:cNvSpPr/>
            <p:nvPr/>
          </p:nvSpPr>
          <p:spPr>
            <a:xfrm>
              <a:off x="7381240" y="3039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2">
              <a:extLst>
                <a:ext uri="{FF2B5EF4-FFF2-40B4-BE49-F238E27FC236}">
                  <a16:creationId xmlns:a16="http://schemas.microsoft.com/office/drawing/2014/main" id="{21EFEDFB-E8F0-39DD-7914-15B5A4CE3C3E}"/>
                </a:ext>
              </a:extLst>
            </p:cNvPr>
            <p:cNvSpPr/>
            <p:nvPr/>
          </p:nvSpPr>
          <p:spPr>
            <a:xfrm>
              <a:off x="7381240" y="3042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3">
              <a:extLst>
                <a:ext uri="{FF2B5EF4-FFF2-40B4-BE49-F238E27FC236}">
                  <a16:creationId xmlns:a16="http://schemas.microsoft.com/office/drawing/2014/main" id="{B8CA58B4-3807-DB18-1216-1A3F3DB4643E}"/>
                </a:ext>
              </a:extLst>
            </p:cNvPr>
            <p:cNvSpPr/>
            <p:nvPr/>
          </p:nvSpPr>
          <p:spPr>
            <a:xfrm>
              <a:off x="7381240" y="3046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4">
              <a:extLst>
                <a:ext uri="{FF2B5EF4-FFF2-40B4-BE49-F238E27FC236}">
                  <a16:creationId xmlns:a16="http://schemas.microsoft.com/office/drawing/2014/main" id="{85464548-AB46-BCAA-4524-B46852E3A2A8}"/>
                </a:ext>
              </a:extLst>
            </p:cNvPr>
            <p:cNvSpPr/>
            <p:nvPr/>
          </p:nvSpPr>
          <p:spPr>
            <a:xfrm>
              <a:off x="7381240" y="305054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5">
              <a:extLst>
                <a:ext uri="{FF2B5EF4-FFF2-40B4-BE49-F238E27FC236}">
                  <a16:creationId xmlns:a16="http://schemas.microsoft.com/office/drawing/2014/main" id="{28B2E303-45AA-E556-65E9-8B913D000AA0}"/>
                </a:ext>
              </a:extLst>
            </p:cNvPr>
            <p:cNvSpPr/>
            <p:nvPr/>
          </p:nvSpPr>
          <p:spPr>
            <a:xfrm>
              <a:off x="7381240" y="30530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6">
              <a:extLst>
                <a:ext uri="{FF2B5EF4-FFF2-40B4-BE49-F238E27FC236}">
                  <a16:creationId xmlns:a16="http://schemas.microsoft.com/office/drawing/2014/main" id="{40672C5E-B86B-B47A-31B1-C3A03BDA69C3}"/>
                </a:ext>
              </a:extLst>
            </p:cNvPr>
            <p:cNvSpPr/>
            <p:nvPr/>
          </p:nvSpPr>
          <p:spPr>
            <a:xfrm>
              <a:off x="7381240" y="30568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27">
              <a:extLst>
                <a:ext uri="{FF2B5EF4-FFF2-40B4-BE49-F238E27FC236}">
                  <a16:creationId xmlns:a16="http://schemas.microsoft.com/office/drawing/2014/main" id="{C09AA30D-D9E9-C1A4-DB56-F72F7A6858F7}"/>
                </a:ext>
              </a:extLst>
            </p:cNvPr>
            <p:cNvSpPr/>
            <p:nvPr/>
          </p:nvSpPr>
          <p:spPr>
            <a:xfrm>
              <a:off x="7381240" y="3060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28">
              <a:extLst>
                <a:ext uri="{FF2B5EF4-FFF2-40B4-BE49-F238E27FC236}">
                  <a16:creationId xmlns:a16="http://schemas.microsoft.com/office/drawing/2014/main" id="{A595CA31-5A34-1974-9DF0-5BDF40E4ECB7}"/>
                </a:ext>
              </a:extLst>
            </p:cNvPr>
            <p:cNvSpPr/>
            <p:nvPr/>
          </p:nvSpPr>
          <p:spPr>
            <a:xfrm>
              <a:off x="7381240" y="3064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29">
              <a:extLst>
                <a:ext uri="{FF2B5EF4-FFF2-40B4-BE49-F238E27FC236}">
                  <a16:creationId xmlns:a16="http://schemas.microsoft.com/office/drawing/2014/main" id="{E66221DF-9C6E-210D-87B9-D7407C1A8030}"/>
                </a:ext>
              </a:extLst>
            </p:cNvPr>
            <p:cNvSpPr/>
            <p:nvPr/>
          </p:nvSpPr>
          <p:spPr>
            <a:xfrm>
              <a:off x="7381240" y="3068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0">
              <a:extLst>
                <a:ext uri="{FF2B5EF4-FFF2-40B4-BE49-F238E27FC236}">
                  <a16:creationId xmlns:a16="http://schemas.microsoft.com/office/drawing/2014/main" id="{4616075E-5206-5E5E-8394-246C05CEF01E}"/>
                </a:ext>
              </a:extLst>
            </p:cNvPr>
            <p:cNvSpPr/>
            <p:nvPr/>
          </p:nvSpPr>
          <p:spPr>
            <a:xfrm>
              <a:off x="7381240" y="3072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1">
              <a:extLst>
                <a:ext uri="{FF2B5EF4-FFF2-40B4-BE49-F238E27FC236}">
                  <a16:creationId xmlns:a16="http://schemas.microsoft.com/office/drawing/2014/main" id="{E3FE7755-4127-EC9D-F23E-0AECC628D1AF}"/>
                </a:ext>
              </a:extLst>
            </p:cNvPr>
            <p:cNvSpPr/>
            <p:nvPr/>
          </p:nvSpPr>
          <p:spPr>
            <a:xfrm>
              <a:off x="7381240" y="307594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2">
              <a:extLst>
                <a:ext uri="{FF2B5EF4-FFF2-40B4-BE49-F238E27FC236}">
                  <a16:creationId xmlns:a16="http://schemas.microsoft.com/office/drawing/2014/main" id="{9FFC5CE4-032F-34CE-1AAD-AFAC381E75FA}"/>
                </a:ext>
              </a:extLst>
            </p:cNvPr>
            <p:cNvSpPr/>
            <p:nvPr/>
          </p:nvSpPr>
          <p:spPr>
            <a:xfrm>
              <a:off x="7381240" y="307848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80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3">
              <a:extLst>
                <a:ext uri="{FF2B5EF4-FFF2-40B4-BE49-F238E27FC236}">
                  <a16:creationId xmlns:a16="http://schemas.microsoft.com/office/drawing/2014/main" id="{185DD983-8315-9883-4BAD-7542975F31FF}"/>
                </a:ext>
              </a:extLst>
            </p:cNvPr>
            <p:cNvSpPr/>
            <p:nvPr/>
          </p:nvSpPr>
          <p:spPr>
            <a:xfrm>
              <a:off x="7381240" y="30835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4">
              <a:extLst>
                <a:ext uri="{FF2B5EF4-FFF2-40B4-BE49-F238E27FC236}">
                  <a16:creationId xmlns:a16="http://schemas.microsoft.com/office/drawing/2014/main" id="{B082AC00-B681-8CCF-1E04-43CE2B5B1D2E}"/>
                </a:ext>
              </a:extLst>
            </p:cNvPr>
            <p:cNvSpPr/>
            <p:nvPr/>
          </p:nvSpPr>
          <p:spPr>
            <a:xfrm>
              <a:off x="7381240" y="30861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5">
              <a:extLst>
                <a:ext uri="{FF2B5EF4-FFF2-40B4-BE49-F238E27FC236}">
                  <a16:creationId xmlns:a16="http://schemas.microsoft.com/office/drawing/2014/main" id="{3CB2D9EF-E2A2-F500-2766-38AE33B016EA}"/>
                </a:ext>
              </a:extLst>
            </p:cNvPr>
            <p:cNvSpPr/>
            <p:nvPr/>
          </p:nvSpPr>
          <p:spPr>
            <a:xfrm>
              <a:off x="7381240" y="30899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6">
              <a:extLst>
                <a:ext uri="{FF2B5EF4-FFF2-40B4-BE49-F238E27FC236}">
                  <a16:creationId xmlns:a16="http://schemas.microsoft.com/office/drawing/2014/main" id="{B569386F-4C34-5280-7594-3FA0D774833F}"/>
                </a:ext>
              </a:extLst>
            </p:cNvPr>
            <p:cNvSpPr/>
            <p:nvPr/>
          </p:nvSpPr>
          <p:spPr>
            <a:xfrm>
              <a:off x="7381240" y="30937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37">
              <a:extLst>
                <a:ext uri="{FF2B5EF4-FFF2-40B4-BE49-F238E27FC236}">
                  <a16:creationId xmlns:a16="http://schemas.microsoft.com/office/drawing/2014/main" id="{AAE5DD4B-93AA-ADF1-CD7B-D55F75066887}"/>
                </a:ext>
              </a:extLst>
            </p:cNvPr>
            <p:cNvSpPr/>
            <p:nvPr/>
          </p:nvSpPr>
          <p:spPr>
            <a:xfrm>
              <a:off x="7381240" y="288670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38">
              <a:extLst>
                <a:ext uri="{FF2B5EF4-FFF2-40B4-BE49-F238E27FC236}">
                  <a16:creationId xmlns:a16="http://schemas.microsoft.com/office/drawing/2014/main" id="{74902924-069B-0B95-65A9-A217D44D6A82}"/>
                </a:ext>
              </a:extLst>
            </p:cNvPr>
            <p:cNvSpPr/>
            <p:nvPr/>
          </p:nvSpPr>
          <p:spPr>
            <a:xfrm>
              <a:off x="7381240" y="28905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39">
              <a:extLst>
                <a:ext uri="{FF2B5EF4-FFF2-40B4-BE49-F238E27FC236}">
                  <a16:creationId xmlns:a16="http://schemas.microsoft.com/office/drawing/2014/main" id="{30B95E50-E3A9-CB89-D188-B5BD3303B066}"/>
                </a:ext>
              </a:extLst>
            </p:cNvPr>
            <p:cNvSpPr/>
            <p:nvPr/>
          </p:nvSpPr>
          <p:spPr>
            <a:xfrm>
              <a:off x="7381240" y="2893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0">
              <a:extLst>
                <a:ext uri="{FF2B5EF4-FFF2-40B4-BE49-F238E27FC236}">
                  <a16:creationId xmlns:a16="http://schemas.microsoft.com/office/drawing/2014/main" id="{883454FF-A786-885C-2EA6-BE1661D0B0DC}"/>
                </a:ext>
              </a:extLst>
            </p:cNvPr>
            <p:cNvSpPr/>
            <p:nvPr/>
          </p:nvSpPr>
          <p:spPr>
            <a:xfrm>
              <a:off x="7381240" y="2896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1">
              <a:extLst>
                <a:ext uri="{FF2B5EF4-FFF2-40B4-BE49-F238E27FC236}">
                  <a16:creationId xmlns:a16="http://schemas.microsoft.com/office/drawing/2014/main" id="{05CB2407-2BCD-E9DC-EC85-2CCD0A0F7B7C}"/>
                </a:ext>
              </a:extLst>
            </p:cNvPr>
            <p:cNvSpPr/>
            <p:nvPr/>
          </p:nvSpPr>
          <p:spPr>
            <a:xfrm>
              <a:off x="7381240" y="29006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2">
              <a:extLst>
                <a:ext uri="{FF2B5EF4-FFF2-40B4-BE49-F238E27FC236}">
                  <a16:creationId xmlns:a16="http://schemas.microsoft.com/office/drawing/2014/main" id="{21D817BE-ABF9-02DA-1261-02076B101B20}"/>
                </a:ext>
              </a:extLst>
            </p:cNvPr>
            <p:cNvSpPr/>
            <p:nvPr/>
          </p:nvSpPr>
          <p:spPr>
            <a:xfrm>
              <a:off x="7381240" y="29044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3">
              <a:extLst>
                <a:ext uri="{FF2B5EF4-FFF2-40B4-BE49-F238E27FC236}">
                  <a16:creationId xmlns:a16="http://schemas.microsoft.com/office/drawing/2014/main" id="{443170E0-7958-66B3-4F74-AA24F25562D2}"/>
                </a:ext>
              </a:extLst>
            </p:cNvPr>
            <p:cNvSpPr/>
            <p:nvPr/>
          </p:nvSpPr>
          <p:spPr>
            <a:xfrm>
              <a:off x="7381240" y="2908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4">
              <a:extLst>
                <a:ext uri="{FF2B5EF4-FFF2-40B4-BE49-F238E27FC236}">
                  <a16:creationId xmlns:a16="http://schemas.microsoft.com/office/drawing/2014/main" id="{385E1939-EF68-9B1E-6C9E-383FD5F8F227}"/>
                </a:ext>
              </a:extLst>
            </p:cNvPr>
            <p:cNvSpPr/>
            <p:nvPr/>
          </p:nvSpPr>
          <p:spPr>
            <a:xfrm>
              <a:off x="7381240" y="2912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5">
              <a:extLst>
                <a:ext uri="{FF2B5EF4-FFF2-40B4-BE49-F238E27FC236}">
                  <a16:creationId xmlns:a16="http://schemas.microsoft.com/office/drawing/2014/main" id="{7C833571-2EE6-3451-BE9F-FE2F78174AD1}"/>
                </a:ext>
              </a:extLst>
            </p:cNvPr>
            <p:cNvSpPr/>
            <p:nvPr/>
          </p:nvSpPr>
          <p:spPr>
            <a:xfrm>
              <a:off x="7381240" y="2915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6">
              <a:extLst>
                <a:ext uri="{FF2B5EF4-FFF2-40B4-BE49-F238E27FC236}">
                  <a16:creationId xmlns:a16="http://schemas.microsoft.com/office/drawing/2014/main" id="{AFF05ED0-94D4-71D7-488A-212C370F428A}"/>
                </a:ext>
              </a:extLst>
            </p:cNvPr>
            <p:cNvSpPr/>
            <p:nvPr/>
          </p:nvSpPr>
          <p:spPr>
            <a:xfrm>
              <a:off x="7381240" y="2919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47">
              <a:extLst>
                <a:ext uri="{FF2B5EF4-FFF2-40B4-BE49-F238E27FC236}">
                  <a16:creationId xmlns:a16="http://schemas.microsoft.com/office/drawing/2014/main" id="{F688C29A-E332-0717-92DA-19948AE13BD8}"/>
                </a:ext>
              </a:extLst>
            </p:cNvPr>
            <p:cNvSpPr/>
            <p:nvPr/>
          </p:nvSpPr>
          <p:spPr>
            <a:xfrm>
              <a:off x="7381240" y="29235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48">
              <a:extLst>
                <a:ext uri="{FF2B5EF4-FFF2-40B4-BE49-F238E27FC236}">
                  <a16:creationId xmlns:a16="http://schemas.microsoft.com/office/drawing/2014/main" id="{0EBE693C-437C-E9DB-F622-4BDF1B89B9E3}"/>
                </a:ext>
              </a:extLst>
            </p:cNvPr>
            <p:cNvSpPr/>
            <p:nvPr/>
          </p:nvSpPr>
          <p:spPr>
            <a:xfrm>
              <a:off x="7381240" y="29273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49">
              <a:extLst>
                <a:ext uri="{FF2B5EF4-FFF2-40B4-BE49-F238E27FC236}">
                  <a16:creationId xmlns:a16="http://schemas.microsoft.com/office/drawing/2014/main" id="{4D433281-EAD5-73F7-7738-75842546A529}"/>
                </a:ext>
              </a:extLst>
            </p:cNvPr>
            <p:cNvSpPr/>
            <p:nvPr/>
          </p:nvSpPr>
          <p:spPr>
            <a:xfrm>
              <a:off x="7381240" y="29298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0">
              <a:extLst>
                <a:ext uri="{FF2B5EF4-FFF2-40B4-BE49-F238E27FC236}">
                  <a16:creationId xmlns:a16="http://schemas.microsoft.com/office/drawing/2014/main" id="{4EFFCADB-2BCE-6F70-5EA3-6258370CA766}"/>
                </a:ext>
              </a:extLst>
            </p:cNvPr>
            <p:cNvSpPr/>
            <p:nvPr/>
          </p:nvSpPr>
          <p:spPr>
            <a:xfrm>
              <a:off x="7381240" y="2933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1">
              <a:extLst>
                <a:ext uri="{FF2B5EF4-FFF2-40B4-BE49-F238E27FC236}">
                  <a16:creationId xmlns:a16="http://schemas.microsoft.com/office/drawing/2014/main" id="{82573BAB-3B7F-47C8-2D69-F30559F718D2}"/>
                </a:ext>
              </a:extLst>
            </p:cNvPr>
            <p:cNvSpPr/>
            <p:nvPr/>
          </p:nvSpPr>
          <p:spPr>
            <a:xfrm>
              <a:off x="7381240" y="2937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2">
              <a:extLst>
                <a:ext uri="{FF2B5EF4-FFF2-40B4-BE49-F238E27FC236}">
                  <a16:creationId xmlns:a16="http://schemas.microsoft.com/office/drawing/2014/main" id="{36436C01-5198-7B52-1C18-AF13C9431D30}"/>
                </a:ext>
              </a:extLst>
            </p:cNvPr>
            <p:cNvSpPr/>
            <p:nvPr/>
          </p:nvSpPr>
          <p:spPr>
            <a:xfrm>
              <a:off x="7381240" y="2941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3">
              <a:extLst>
                <a:ext uri="{FF2B5EF4-FFF2-40B4-BE49-F238E27FC236}">
                  <a16:creationId xmlns:a16="http://schemas.microsoft.com/office/drawing/2014/main" id="{E5884CC3-D515-9045-DFF1-6518FC267343}"/>
                </a:ext>
              </a:extLst>
            </p:cNvPr>
            <p:cNvSpPr/>
            <p:nvPr/>
          </p:nvSpPr>
          <p:spPr>
            <a:xfrm>
              <a:off x="7381240" y="2945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4">
              <a:extLst>
                <a:ext uri="{FF2B5EF4-FFF2-40B4-BE49-F238E27FC236}">
                  <a16:creationId xmlns:a16="http://schemas.microsoft.com/office/drawing/2014/main" id="{F3E9549B-5939-F48A-FE4D-C96C8945CCEF}"/>
                </a:ext>
              </a:extLst>
            </p:cNvPr>
            <p:cNvSpPr/>
            <p:nvPr/>
          </p:nvSpPr>
          <p:spPr>
            <a:xfrm>
              <a:off x="7381240" y="2948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5">
              <a:extLst>
                <a:ext uri="{FF2B5EF4-FFF2-40B4-BE49-F238E27FC236}">
                  <a16:creationId xmlns:a16="http://schemas.microsoft.com/office/drawing/2014/main" id="{EC11DE46-CC96-BF7C-86DF-5B1BFCF7BDF7}"/>
                </a:ext>
              </a:extLst>
            </p:cNvPr>
            <p:cNvSpPr/>
            <p:nvPr/>
          </p:nvSpPr>
          <p:spPr>
            <a:xfrm>
              <a:off x="7381240" y="2952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6">
              <a:extLst>
                <a:ext uri="{FF2B5EF4-FFF2-40B4-BE49-F238E27FC236}">
                  <a16:creationId xmlns:a16="http://schemas.microsoft.com/office/drawing/2014/main" id="{67ACC721-D7B1-2D2E-D756-EDCD44F9039F}"/>
                </a:ext>
              </a:extLst>
            </p:cNvPr>
            <p:cNvSpPr/>
            <p:nvPr/>
          </p:nvSpPr>
          <p:spPr>
            <a:xfrm>
              <a:off x="7381240" y="2956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57">
              <a:extLst>
                <a:ext uri="{FF2B5EF4-FFF2-40B4-BE49-F238E27FC236}">
                  <a16:creationId xmlns:a16="http://schemas.microsoft.com/office/drawing/2014/main" id="{46F5A9EA-4C18-9544-37CE-B3D9F3C03B13}"/>
                </a:ext>
              </a:extLst>
            </p:cNvPr>
            <p:cNvSpPr/>
            <p:nvPr/>
          </p:nvSpPr>
          <p:spPr>
            <a:xfrm>
              <a:off x="7381240" y="29603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58">
              <a:extLst>
                <a:ext uri="{FF2B5EF4-FFF2-40B4-BE49-F238E27FC236}">
                  <a16:creationId xmlns:a16="http://schemas.microsoft.com/office/drawing/2014/main" id="{746B2CB1-E176-D861-BB2B-3CEFC45D4C59}"/>
                </a:ext>
              </a:extLst>
            </p:cNvPr>
            <p:cNvSpPr/>
            <p:nvPr/>
          </p:nvSpPr>
          <p:spPr>
            <a:xfrm>
              <a:off x="7381240" y="29629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59">
              <a:extLst>
                <a:ext uri="{FF2B5EF4-FFF2-40B4-BE49-F238E27FC236}">
                  <a16:creationId xmlns:a16="http://schemas.microsoft.com/office/drawing/2014/main" id="{1A81FF24-D557-0D62-CC73-0F41DA1CC796}"/>
                </a:ext>
              </a:extLst>
            </p:cNvPr>
            <p:cNvSpPr/>
            <p:nvPr/>
          </p:nvSpPr>
          <p:spPr>
            <a:xfrm>
              <a:off x="7381240" y="29667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0">
              <a:extLst>
                <a:ext uri="{FF2B5EF4-FFF2-40B4-BE49-F238E27FC236}">
                  <a16:creationId xmlns:a16="http://schemas.microsoft.com/office/drawing/2014/main" id="{204B8ECF-7C9D-E3DB-E6BF-78C1843B02BF}"/>
                </a:ext>
              </a:extLst>
            </p:cNvPr>
            <p:cNvSpPr/>
            <p:nvPr/>
          </p:nvSpPr>
          <p:spPr>
            <a:xfrm>
              <a:off x="7381240" y="2970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1">
              <a:extLst>
                <a:ext uri="{FF2B5EF4-FFF2-40B4-BE49-F238E27FC236}">
                  <a16:creationId xmlns:a16="http://schemas.microsoft.com/office/drawing/2014/main" id="{2E612A35-855C-0636-61D3-13BFE44DEB76}"/>
                </a:ext>
              </a:extLst>
            </p:cNvPr>
            <p:cNvSpPr/>
            <p:nvPr/>
          </p:nvSpPr>
          <p:spPr>
            <a:xfrm>
              <a:off x="7381240" y="2974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2">
              <a:extLst>
                <a:ext uri="{FF2B5EF4-FFF2-40B4-BE49-F238E27FC236}">
                  <a16:creationId xmlns:a16="http://schemas.microsoft.com/office/drawing/2014/main" id="{3DE41845-2F15-5917-D2E2-0345FAE4F227}"/>
                </a:ext>
              </a:extLst>
            </p:cNvPr>
            <p:cNvSpPr/>
            <p:nvPr/>
          </p:nvSpPr>
          <p:spPr>
            <a:xfrm>
              <a:off x="7381240" y="2978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3">
              <a:extLst>
                <a:ext uri="{FF2B5EF4-FFF2-40B4-BE49-F238E27FC236}">
                  <a16:creationId xmlns:a16="http://schemas.microsoft.com/office/drawing/2014/main" id="{4F3FE5E1-78B8-4CFC-4A00-13DDF5450429}"/>
                </a:ext>
              </a:extLst>
            </p:cNvPr>
            <p:cNvSpPr/>
            <p:nvPr/>
          </p:nvSpPr>
          <p:spPr>
            <a:xfrm>
              <a:off x="7381240" y="2981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4">
              <a:extLst>
                <a:ext uri="{FF2B5EF4-FFF2-40B4-BE49-F238E27FC236}">
                  <a16:creationId xmlns:a16="http://schemas.microsoft.com/office/drawing/2014/main" id="{6AB22135-8BBF-3A06-294F-119B08EEABDB}"/>
                </a:ext>
              </a:extLst>
            </p:cNvPr>
            <p:cNvSpPr/>
            <p:nvPr/>
          </p:nvSpPr>
          <p:spPr>
            <a:xfrm>
              <a:off x="7381240" y="2985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5">
              <a:extLst>
                <a:ext uri="{FF2B5EF4-FFF2-40B4-BE49-F238E27FC236}">
                  <a16:creationId xmlns:a16="http://schemas.microsoft.com/office/drawing/2014/main" id="{475998AD-2854-301E-F92E-9DB493B50E12}"/>
                </a:ext>
              </a:extLst>
            </p:cNvPr>
            <p:cNvSpPr/>
            <p:nvPr/>
          </p:nvSpPr>
          <p:spPr>
            <a:xfrm>
              <a:off x="7381240" y="29895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6">
              <a:extLst>
                <a:ext uri="{FF2B5EF4-FFF2-40B4-BE49-F238E27FC236}">
                  <a16:creationId xmlns:a16="http://schemas.microsoft.com/office/drawing/2014/main" id="{4A92C804-6D42-7DD5-20B2-B23FDDE82FBB}"/>
                </a:ext>
              </a:extLst>
            </p:cNvPr>
            <p:cNvSpPr/>
            <p:nvPr/>
          </p:nvSpPr>
          <p:spPr>
            <a:xfrm>
              <a:off x="7508240" y="2613659"/>
              <a:ext cx="990600" cy="3810"/>
            </a:xfrm>
            <a:custGeom>
              <a:avLst/>
              <a:gdLst/>
              <a:ahLst/>
              <a:cxnLst/>
              <a:rect l="l" t="t" r="r" b="b"/>
              <a:pathLst>
                <a:path w="990600" h="3810">
                  <a:moveTo>
                    <a:pt x="990600" y="2540"/>
                  </a:moveTo>
                  <a:lnTo>
                    <a:pt x="989330" y="2540"/>
                  </a:lnTo>
                  <a:lnTo>
                    <a:pt x="989330" y="1282"/>
                  </a:lnTo>
                  <a:lnTo>
                    <a:pt x="988060" y="1282"/>
                  </a:lnTo>
                  <a:lnTo>
                    <a:pt x="98806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990600" y="3810"/>
                  </a:lnTo>
                  <a:lnTo>
                    <a:pt x="990600" y="2540"/>
                  </a:lnTo>
                  <a:close/>
                </a:path>
              </a:pathLst>
            </a:custGeom>
            <a:solidFill>
              <a:srgbClr val="BCE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67">
              <a:extLst>
                <a:ext uri="{FF2B5EF4-FFF2-40B4-BE49-F238E27FC236}">
                  <a16:creationId xmlns:a16="http://schemas.microsoft.com/office/drawing/2014/main" id="{BEBD7C35-2A0D-7570-60C7-5A1E80103720}"/>
                </a:ext>
              </a:extLst>
            </p:cNvPr>
            <p:cNvSpPr/>
            <p:nvPr/>
          </p:nvSpPr>
          <p:spPr>
            <a:xfrm>
              <a:off x="7505700" y="2617469"/>
              <a:ext cx="996950" cy="2540"/>
            </a:xfrm>
            <a:custGeom>
              <a:avLst/>
              <a:gdLst/>
              <a:ahLst/>
              <a:cxnLst/>
              <a:rect l="l" t="t" r="r" b="b"/>
              <a:pathLst>
                <a:path w="996950" h="2539">
                  <a:moveTo>
                    <a:pt x="996950" y="1282"/>
                  </a:moveTo>
                  <a:lnTo>
                    <a:pt x="995680" y="1282"/>
                  </a:lnTo>
                  <a:lnTo>
                    <a:pt x="995680" y="0"/>
                  </a:lnTo>
                  <a:lnTo>
                    <a:pt x="1270" y="0"/>
                  </a:lnTo>
                  <a:lnTo>
                    <a:pt x="1270" y="128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996950" y="2540"/>
                  </a:lnTo>
                  <a:lnTo>
                    <a:pt x="996950" y="1282"/>
                  </a:lnTo>
                  <a:close/>
                </a:path>
              </a:pathLst>
            </a:custGeom>
            <a:solidFill>
              <a:srgbClr val="B9E4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68">
              <a:extLst>
                <a:ext uri="{FF2B5EF4-FFF2-40B4-BE49-F238E27FC236}">
                  <a16:creationId xmlns:a16="http://schemas.microsoft.com/office/drawing/2014/main" id="{9D036794-2B89-6605-D9E5-C661DB9E7844}"/>
                </a:ext>
              </a:extLst>
            </p:cNvPr>
            <p:cNvSpPr/>
            <p:nvPr/>
          </p:nvSpPr>
          <p:spPr>
            <a:xfrm>
              <a:off x="7500620" y="2620009"/>
              <a:ext cx="1007110" cy="3810"/>
            </a:xfrm>
            <a:custGeom>
              <a:avLst/>
              <a:gdLst/>
              <a:ahLst/>
              <a:cxnLst/>
              <a:rect l="l" t="t" r="r" b="b"/>
              <a:pathLst>
                <a:path w="1007109" h="3810">
                  <a:moveTo>
                    <a:pt x="1007110" y="2540"/>
                  </a:moveTo>
                  <a:lnTo>
                    <a:pt x="1005840" y="2540"/>
                  </a:lnTo>
                  <a:lnTo>
                    <a:pt x="1005840" y="1282"/>
                  </a:lnTo>
                  <a:lnTo>
                    <a:pt x="1003287" y="1282"/>
                  </a:lnTo>
                  <a:lnTo>
                    <a:pt x="1003287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007110" y="3810"/>
                  </a:lnTo>
                  <a:lnTo>
                    <a:pt x="1007110" y="2540"/>
                  </a:lnTo>
                  <a:close/>
                </a:path>
              </a:pathLst>
            </a:custGeom>
            <a:solidFill>
              <a:srgbClr val="B6E2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69">
              <a:extLst>
                <a:ext uri="{FF2B5EF4-FFF2-40B4-BE49-F238E27FC236}">
                  <a16:creationId xmlns:a16="http://schemas.microsoft.com/office/drawing/2014/main" id="{7C51E13E-2205-4DC2-EA3E-471F75BB1143}"/>
                </a:ext>
              </a:extLst>
            </p:cNvPr>
            <p:cNvSpPr/>
            <p:nvPr/>
          </p:nvSpPr>
          <p:spPr>
            <a:xfrm>
              <a:off x="7495540" y="2623819"/>
              <a:ext cx="1017269" cy="4445"/>
            </a:xfrm>
            <a:custGeom>
              <a:avLst/>
              <a:gdLst/>
              <a:ahLst/>
              <a:cxnLst/>
              <a:rect l="l" t="t" r="r" b="b"/>
              <a:pathLst>
                <a:path w="1017270" h="4444">
                  <a:moveTo>
                    <a:pt x="1017270" y="2540"/>
                  </a:moveTo>
                  <a:lnTo>
                    <a:pt x="1014717" y="2540"/>
                  </a:lnTo>
                  <a:lnTo>
                    <a:pt x="1014717" y="1282"/>
                  </a:lnTo>
                  <a:lnTo>
                    <a:pt x="1013460" y="1282"/>
                  </a:lnTo>
                  <a:lnTo>
                    <a:pt x="101346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017270" y="3822"/>
                  </a:lnTo>
                  <a:lnTo>
                    <a:pt x="1017270" y="2540"/>
                  </a:lnTo>
                  <a:close/>
                </a:path>
              </a:pathLst>
            </a:custGeom>
            <a:solidFill>
              <a:srgbClr val="B3DF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0">
              <a:extLst>
                <a:ext uri="{FF2B5EF4-FFF2-40B4-BE49-F238E27FC236}">
                  <a16:creationId xmlns:a16="http://schemas.microsoft.com/office/drawing/2014/main" id="{8FB7FEF1-2BFB-D330-3CB5-3FB480E8D78E}"/>
                </a:ext>
              </a:extLst>
            </p:cNvPr>
            <p:cNvSpPr/>
            <p:nvPr/>
          </p:nvSpPr>
          <p:spPr>
            <a:xfrm>
              <a:off x="7490460" y="2627642"/>
              <a:ext cx="1026160" cy="3810"/>
            </a:xfrm>
            <a:custGeom>
              <a:avLst/>
              <a:gdLst/>
              <a:ahLst/>
              <a:cxnLst/>
              <a:rect l="l" t="t" r="r" b="b"/>
              <a:pathLst>
                <a:path w="1026159" h="3810">
                  <a:moveTo>
                    <a:pt x="1026147" y="2527"/>
                  </a:moveTo>
                  <a:lnTo>
                    <a:pt x="1024890" y="2527"/>
                  </a:lnTo>
                  <a:lnTo>
                    <a:pt x="1024890" y="1257"/>
                  </a:lnTo>
                  <a:lnTo>
                    <a:pt x="1023620" y="1257"/>
                  </a:lnTo>
                  <a:lnTo>
                    <a:pt x="102362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026147" y="3810"/>
                  </a:lnTo>
                  <a:lnTo>
                    <a:pt x="1026147" y="2527"/>
                  </a:lnTo>
                  <a:close/>
                </a:path>
              </a:pathLst>
            </a:custGeom>
            <a:solidFill>
              <a:srgbClr val="B0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1">
              <a:extLst>
                <a:ext uri="{FF2B5EF4-FFF2-40B4-BE49-F238E27FC236}">
                  <a16:creationId xmlns:a16="http://schemas.microsoft.com/office/drawing/2014/main" id="{5B8081C9-A4D8-AF49-2E53-0AACCA5121A8}"/>
                </a:ext>
              </a:extLst>
            </p:cNvPr>
            <p:cNvSpPr/>
            <p:nvPr/>
          </p:nvSpPr>
          <p:spPr>
            <a:xfrm>
              <a:off x="7485380" y="2631452"/>
              <a:ext cx="1036319" cy="3810"/>
            </a:xfrm>
            <a:custGeom>
              <a:avLst/>
              <a:gdLst/>
              <a:ahLst/>
              <a:cxnLst/>
              <a:rect l="l" t="t" r="r" b="b"/>
              <a:pathLst>
                <a:path w="1036320" h="3810">
                  <a:moveTo>
                    <a:pt x="1036320" y="2540"/>
                  </a:moveTo>
                  <a:lnTo>
                    <a:pt x="1035050" y="2540"/>
                  </a:lnTo>
                  <a:lnTo>
                    <a:pt x="1035050" y="1257"/>
                  </a:lnTo>
                  <a:lnTo>
                    <a:pt x="1033780" y="1257"/>
                  </a:lnTo>
                  <a:lnTo>
                    <a:pt x="103378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036320" y="3797"/>
                  </a:lnTo>
                  <a:lnTo>
                    <a:pt x="1036320" y="2540"/>
                  </a:lnTo>
                  <a:close/>
                </a:path>
              </a:pathLst>
            </a:custGeom>
            <a:solidFill>
              <a:srgbClr val="ADDA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2">
              <a:extLst>
                <a:ext uri="{FF2B5EF4-FFF2-40B4-BE49-F238E27FC236}">
                  <a16:creationId xmlns:a16="http://schemas.microsoft.com/office/drawing/2014/main" id="{434BE220-D261-9A89-5AAE-8FDAFE47157E}"/>
                </a:ext>
              </a:extLst>
            </p:cNvPr>
            <p:cNvSpPr/>
            <p:nvPr/>
          </p:nvSpPr>
          <p:spPr>
            <a:xfrm>
              <a:off x="7481570" y="2635249"/>
              <a:ext cx="1045210" cy="3810"/>
            </a:xfrm>
            <a:custGeom>
              <a:avLst/>
              <a:gdLst/>
              <a:ahLst/>
              <a:cxnLst/>
              <a:rect l="l" t="t" r="r" b="b"/>
              <a:pathLst>
                <a:path w="1045209" h="3810">
                  <a:moveTo>
                    <a:pt x="1045210" y="2552"/>
                  </a:moveTo>
                  <a:lnTo>
                    <a:pt x="1043940" y="2552"/>
                  </a:lnTo>
                  <a:lnTo>
                    <a:pt x="1043940" y="1270"/>
                  </a:lnTo>
                  <a:lnTo>
                    <a:pt x="1042657" y="1270"/>
                  </a:lnTo>
                  <a:lnTo>
                    <a:pt x="104265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045210" y="3810"/>
                  </a:lnTo>
                  <a:lnTo>
                    <a:pt x="1045210" y="2552"/>
                  </a:lnTo>
                  <a:close/>
                </a:path>
              </a:pathLst>
            </a:custGeom>
            <a:solidFill>
              <a:srgbClr val="A9D8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3">
              <a:extLst>
                <a:ext uri="{FF2B5EF4-FFF2-40B4-BE49-F238E27FC236}">
                  <a16:creationId xmlns:a16="http://schemas.microsoft.com/office/drawing/2014/main" id="{88F049B1-41E7-5674-AB21-ED376EB96437}"/>
                </a:ext>
              </a:extLst>
            </p:cNvPr>
            <p:cNvSpPr/>
            <p:nvPr/>
          </p:nvSpPr>
          <p:spPr>
            <a:xfrm>
              <a:off x="7477760" y="2639059"/>
              <a:ext cx="1052830" cy="2540"/>
            </a:xfrm>
            <a:custGeom>
              <a:avLst/>
              <a:gdLst/>
              <a:ahLst/>
              <a:cxnLst/>
              <a:rect l="l" t="t" r="r" b="b"/>
              <a:pathLst>
                <a:path w="1052829" h="2539">
                  <a:moveTo>
                    <a:pt x="1052817" y="1282"/>
                  </a:moveTo>
                  <a:lnTo>
                    <a:pt x="1050290" y="1282"/>
                  </a:lnTo>
                  <a:lnTo>
                    <a:pt x="1050290" y="0"/>
                  </a:lnTo>
                  <a:lnTo>
                    <a:pt x="1270" y="0"/>
                  </a:lnTo>
                  <a:lnTo>
                    <a:pt x="1270" y="128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1052817" y="2540"/>
                  </a:lnTo>
                  <a:lnTo>
                    <a:pt x="1052817" y="1282"/>
                  </a:lnTo>
                  <a:close/>
                </a:path>
              </a:pathLst>
            </a:custGeom>
            <a:solidFill>
              <a:srgbClr val="A6D5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4">
              <a:extLst>
                <a:ext uri="{FF2B5EF4-FFF2-40B4-BE49-F238E27FC236}">
                  <a16:creationId xmlns:a16="http://schemas.microsoft.com/office/drawing/2014/main" id="{F2D012BA-3B09-7488-55CB-08260CF4FE38}"/>
                </a:ext>
              </a:extLst>
            </p:cNvPr>
            <p:cNvSpPr/>
            <p:nvPr/>
          </p:nvSpPr>
          <p:spPr>
            <a:xfrm>
              <a:off x="7472680" y="2641599"/>
              <a:ext cx="1061720" cy="3810"/>
            </a:xfrm>
            <a:custGeom>
              <a:avLst/>
              <a:gdLst/>
              <a:ahLst/>
              <a:cxnLst/>
              <a:rect l="l" t="t" r="r" b="b"/>
              <a:pathLst>
                <a:path w="1061720" h="3810">
                  <a:moveTo>
                    <a:pt x="1061720" y="2552"/>
                  </a:moveTo>
                  <a:lnTo>
                    <a:pt x="1060450" y="2552"/>
                  </a:lnTo>
                  <a:lnTo>
                    <a:pt x="1060450" y="1270"/>
                  </a:lnTo>
                  <a:lnTo>
                    <a:pt x="1059180" y="1270"/>
                  </a:lnTo>
                  <a:lnTo>
                    <a:pt x="10591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061720" y="3810"/>
                  </a:lnTo>
                  <a:lnTo>
                    <a:pt x="1061720" y="2552"/>
                  </a:lnTo>
                  <a:close/>
                </a:path>
              </a:pathLst>
            </a:custGeom>
            <a:solidFill>
              <a:srgbClr val="A3D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5">
              <a:extLst>
                <a:ext uri="{FF2B5EF4-FFF2-40B4-BE49-F238E27FC236}">
                  <a16:creationId xmlns:a16="http://schemas.microsoft.com/office/drawing/2014/main" id="{FB616F5C-CE8D-85B0-E966-F692ADD05788}"/>
                </a:ext>
              </a:extLst>
            </p:cNvPr>
            <p:cNvSpPr/>
            <p:nvPr/>
          </p:nvSpPr>
          <p:spPr>
            <a:xfrm>
              <a:off x="7467600" y="2645409"/>
              <a:ext cx="1071880" cy="3810"/>
            </a:xfrm>
            <a:custGeom>
              <a:avLst/>
              <a:gdLst/>
              <a:ahLst/>
              <a:cxnLst/>
              <a:rect l="l" t="t" r="r" b="b"/>
              <a:pathLst>
                <a:path w="1071879" h="3810">
                  <a:moveTo>
                    <a:pt x="1071880" y="2540"/>
                  </a:moveTo>
                  <a:lnTo>
                    <a:pt x="1070610" y="2540"/>
                  </a:lnTo>
                  <a:lnTo>
                    <a:pt x="1070610" y="1282"/>
                  </a:lnTo>
                  <a:lnTo>
                    <a:pt x="1069327" y="1282"/>
                  </a:lnTo>
                  <a:lnTo>
                    <a:pt x="1069327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071880" y="3810"/>
                  </a:lnTo>
                  <a:lnTo>
                    <a:pt x="1071880" y="2540"/>
                  </a:lnTo>
                  <a:close/>
                </a:path>
              </a:pathLst>
            </a:custGeom>
            <a:solidFill>
              <a:srgbClr val="A0D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6">
              <a:extLst>
                <a:ext uri="{FF2B5EF4-FFF2-40B4-BE49-F238E27FC236}">
                  <a16:creationId xmlns:a16="http://schemas.microsoft.com/office/drawing/2014/main" id="{D953AA21-2EFA-CF26-4097-4210DE86BEA0}"/>
                </a:ext>
              </a:extLst>
            </p:cNvPr>
            <p:cNvSpPr/>
            <p:nvPr/>
          </p:nvSpPr>
          <p:spPr>
            <a:xfrm>
              <a:off x="7463790" y="2649219"/>
              <a:ext cx="1080770" cy="4445"/>
            </a:xfrm>
            <a:custGeom>
              <a:avLst/>
              <a:gdLst/>
              <a:ahLst/>
              <a:cxnLst/>
              <a:rect l="l" t="t" r="r" b="b"/>
              <a:pathLst>
                <a:path w="1080770" h="4444">
                  <a:moveTo>
                    <a:pt x="1080770" y="2540"/>
                  </a:moveTo>
                  <a:lnTo>
                    <a:pt x="1079487" y="2540"/>
                  </a:lnTo>
                  <a:lnTo>
                    <a:pt x="1079487" y="1282"/>
                  </a:lnTo>
                  <a:lnTo>
                    <a:pt x="1078230" y="1282"/>
                  </a:lnTo>
                  <a:lnTo>
                    <a:pt x="107823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080770" y="3822"/>
                  </a:lnTo>
                  <a:lnTo>
                    <a:pt x="1080770" y="2540"/>
                  </a:lnTo>
                  <a:close/>
                </a:path>
              </a:pathLst>
            </a:custGeom>
            <a:solidFill>
              <a:srgbClr val="9DCE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77">
              <a:extLst>
                <a:ext uri="{FF2B5EF4-FFF2-40B4-BE49-F238E27FC236}">
                  <a16:creationId xmlns:a16="http://schemas.microsoft.com/office/drawing/2014/main" id="{A13AA545-5B67-51BC-7C43-12834C674468}"/>
                </a:ext>
              </a:extLst>
            </p:cNvPr>
            <p:cNvSpPr/>
            <p:nvPr/>
          </p:nvSpPr>
          <p:spPr>
            <a:xfrm>
              <a:off x="7458710" y="2653042"/>
              <a:ext cx="1090930" cy="3810"/>
            </a:xfrm>
            <a:custGeom>
              <a:avLst/>
              <a:gdLst/>
              <a:ahLst/>
              <a:cxnLst/>
              <a:rect l="l" t="t" r="r" b="b"/>
              <a:pathLst>
                <a:path w="1090929" h="3810">
                  <a:moveTo>
                    <a:pt x="1090917" y="2527"/>
                  </a:moveTo>
                  <a:lnTo>
                    <a:pt x="1089660" y="2527"/>
                  </a:lnTo>
                  <a:lnTo>
                    <a:pt x="1089660" y="1257"/>
                  </a:lnTo>
                  <a:lnTo>
                    <a:pt x="1087120" y="1257"/>
                  </a:lnTo>
                  <a:lnTo>
                    <a:pt x="108712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090917" y="3810"/>
                  </a:lnTo>
                  <a:lnTo>
                    <a:pt x="1090917" y="2527"/>
                  </a:lnTo>
                  <a:close/>
                </a:path>
              </a:pathLst>
            </a:custGeom>
            <a:solidFill>
              <a:srgbClr val="99C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78">
              <a:extLst>
                <a:ext uri="{FF2B5EF4-FFF2-40B4-BE49-F238E27FC236}">
                  <a16:creationId xmlns:a16="http://schemas.microsoft.com/office/drawing/2014/main" id="{EFEF625D-250E-B2BB-05FA-DC8908B2ECC1}"/>
                </a:ext>
              </a:extLst>
            </p:cNvPr>
            <p:cNvSpPr/>
            <p:nvPr/>
          </p:nvSpPr>
          <p:spPr>
            <a:xfrm>
              <a:off x="7453630" y="2656852"/>
              <a:ext cx="1101090" cy="3810"/>
            </a:xfrm>
            <a:custGeom>
              <a:avLst/>
              <a:gdLst/>
              <a:ahLst/>
              <a:cxnLst/>
              <a:rect l="l" t="t" r="r" b="b"/>
              <a:pathLst>
                <a:path w="1101090" h="3810">
                  <a:moveTo>
                    <a:pt x="1101090" y="2540"/>
                  </a:moveTo>
                  <a:lnTo>
                    <a:pt x="1099820" y="2540"/>
                  </a:lnTo>
                  <a:lnTo>
                    <a:pt x="1099820" y="1257"/>
                  </a:lnTo>
                  <a:lnTo>
                    <a:pt x="1097280" y="1257"/>
                  </a:lnTo>
                  <a:lnTo>
                    <a:pt x="109728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101090" y="3797"/>
                  </a:lnTo>
                  <a:lnTo>
                    <a:pt x="1101090" y="2540"/>
                  </a:lnTo>
                  <a:close/>
                </a:path>
              </a:pathLst>
            </a:custGeom>
            <a:solidFill>
              <a:srgbClr val="96C9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79">
              <a:extLst>
                <a:ext uri="{FF2B5EF4-FFF2-40B4-BE49-F238E27FC236}">
                  <a16:creationId xmlns:a16="http://schemas.microsoft.com/office/drawing/2014/main" id="{69CC9A47-78EA-71C5-99A2-79033D00378E}"/>
                </a:ext>
              </a:extLst>
            </p:cNvPr>
            <p:cNvSpPr/>
            <p:nvPr/>
          </p:nvSpPr>
          <p:spPr>
            <a:xfrm>
              <a:off x="7449820" y="2660649"/>
              <a:ext cx="1107440" cy="3175"/>
            </a:xfrm>
            <a:custGeom>
              <a:avLst/>
              <a:gdLst/>
              <a:ahLst/>
              <a:cxnLst/>
              <a:rect l="l" t="t" r="r" b="b"/>
              <a:pathLst>
                <a:path w="1107440" h="3175">
                  <a:moveTo>
                    <a:pt x="1107440" y="1270"/>
                  </a:moveTo>
                  <a:lnTo>
                    <a:pt x="1106157" y="1270"/>
                  </a:lnTo>
                  <a:lnTo>
                    <a:pt x="110615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0" y="1270"/>
                  </a:lnTo>
                  <a:lnTo>
                    <a:pt x="0" y="2552"/>
                  </a:lnTo>
                  <a:lnTo>
                    <a:pt x="1107440" y="2552"/>
                  </a:lnTo>
                  <a:lnTo>
                    <a:pt x="1107440" y="1270"/>
                  </a:lnTo>
                  <a:close/>
                </a:path>
              </a:pathLst>
            </a:custGeom>
            <a:solidFill>
              <a:srgbClr val="93C7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0">
              <a:extLst>
                <a:ext uri="{FF2B5EF4-FFF2-40B4-BE49-F238E27FC236}">
                  <a16:creationId xmlns:a16="http://schemas.microsoft.com/office/drawing/2014/main" id="{64C36B8F-1C42-976C-504D-F0493A4BB31C}"/>
                </a:ext>
              </a:extLst>
            </p:cNvPr>
            <p:cNvSpPr/>
            <p:nvPr/>
          </p:nvSpPr>
          <p:spPr>
            <a:xfrm>
              <a:off x="7446010" y="2663202"/>
              <a:ext cx="1116330" cy="3810"/>
            </a:xfrm>
            <a:custGeom>
              <a:avLst/>
              <a:gdLst/>
              <a:ahLst/>
              <a:cxnLst/>
              <a:rect l="l" t="t" r="r" b="b"/>
              <a:pathLst>
                <a:path w="1116329" h="3810">
                  <a:moveTo>
                    <a:pt x="1116317" y="2540"/>
                  </a:moveTo>
                  <a:lnTo>
                    <a:pt x="1115060" y="2540"/>
                  </a:lnTo>
                  <a:lnTo>
                    <a:pt x="1115060" y="1257"/>
                  </a:lnTo>
                  <a:lnTo>
                    <a:pt x="1113790" y="1257"/>
                  </a:lnTo>
                  <a:lnTo>
                    <a:pt x="111379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116317" y="3797"/>
                  </a:lnTo>
                  <a:lnTo>
                    <a:pt x="1116317" y="2540"/>
                  </a:lnTo>
                  <a:close/>
                </a:path>
              </a:pathLst>
            </a:custGeom>
            <a:solidFill>
              <a:srgbClr val="90C4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1">
              <a:extLst>
                <a:ext uri="{FF2B5EF4-FFF2-40B4-BE49-F238E27FC236}">
                  <a16:creationId xmlns:a16="http://schemas.microsoft.com/office/drawing/2014/main" id="{87152795-8406-D30A-7AFB-A75B26603A8E}"/>
                </a:ext>
              </a:extLst>
            </p:cNvPr>
            <p:cNvSpPr/>
            <p:nvPr/>
          </p:nvSpPr>
          <p:spPr>
            <a:xfrm>
              <a:off x="7440930" y="2666999"/>
              <a:ext cx="1126490" cy="3810"/>
            </a:xfrm>
            <a:custGeom>
              <a:avLst/>
              <a:gdLst/>
              <a:ahLst/>
              <a:cxnLst/>
              <a:rect l="l" t="t" r="r" b="b"/>
              <a:pathLst>
                <a:path w="1126490" h="3810">
                  <a:moveTo>
                    <a:pt x="1126490" y="2552"/>
                  </a:moveTo>
                  <a:lnTo>
                    <a:pt x="1125220" y="2552"/>
                  </a:lnTo>
                  <a:lnTo>
                    <a:pt x="1125220" y="1270"/>
                  </a:lnTo>
                  <a:lnTo>
                    <a:pt x="1122680" y="1270"/>
                  </a:lnTo>
                  <a:lnTo>
                    <a:pt x="112268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126490" y="3810"/>
                  </a:lnTo>
                  <a:lnTo>
                    <a:pt x="1126490" y="2552"/>
                  </a:lnTo>
                  <a:close/>
                </a:path>
              </a:pathLst>
            </a:custGeom>
            <a:solidFill>
              <a:srgbClr val="8DC2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2">
              <a:extLst>
                <a:ext uri="{FF2B5EF4-FFF2-40B4-BE49-F238E27FC236}">
                  <a16:creationId xmlns:a16="http://schemas.microsoft.com/office/drawing/2014/main" id="{493ABEC8-3E09-FEAE-885B-FD11280631E3}"/>
                </a:ext>
              </a:extLst>
            </p:cNvPr>
            <p:cNvSpPr/>
            <p:nvPr/>
          </p:nvSpPr>
          <p:spPr>
            <a:xfrm>
              <a:off x="7435850" y="2670809"/>
              <a:ext cx="1136650" cy="3810"/>
            </a:xfrm>
            <a:custGeom>
              <a:avLst/>
              <a:gdLst/>
              <a:ahLst/>
              <a:cxnLst/>
              <a:rect l="l" t="t" r="r" b="b"/>
              <a:pathLst>
                <a:path w="1136650" h="3810">
                  <a:moveTo>
                    <a:pt x="1136650" y="2540"/>
                  </a:moveTo>
                  <a:lnTo>
                    <a:pt x="1135380" y="2540"/>
                  </a:lnTo>
                  <a:lnTo>
                    <a:pt x="1135380" y="1282"/>
                  </a:lnTo>
                  <a:lnTo>
                    <a:pt x="1132840" y="1282"/>
                  </a:lnTo>
                  <a:lnTo>
                    <a:pt x="113284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36650" y="3810"/>
                  </a:lnTo>
                  <a:lnTo>
                    <a:pt x="1136650" y="2540"/>
                  </a:lnTo>
                  <a:close/>
                </a:path>
              </a:pathLst>
            </a:custGeom>
            <a:solidFill>
              <a:srgbClr val="89BF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3">
              <a:extLst>
                <a:ext uri="{FF2B5EF4-FFF2-40B4-BE49-F238E27FC236}">
                  <a16:creationId xmlns:a16="http://schemas.microsoft.com/office/drawing/2014/main" id="{1EACDE10-0124-A71B-A3DA-B766ABA20344}"/>
                </a:ext>
              </a:extLst>
            </p:cNvPr>
            <p:cNvSpPr/>
            <p:nvPr/>
          </p:nvSpPr>
          <p:spPr>
            <a:xfrm>
              <a:off x="7430770" y="2674619"/>
              <a:ext cx="1146810" cy="4445"/>
            </a:xfrm>
            <a:custGeom>
              <a:avLst/>
              <a:gdLst/>
              <a:ahLst/>
              <a:cxnLst/>
              <a:rect l="l" t="t" r="r" b="b"/>
              <a:pathLst>
                <a:path w="1146809" h="4444">
                  <a:moveTo>
                    <a:pt x="1146810" y="2540"/>
                  </a:moveTo>
                  <a:lnTo>
                    <a:pt x="1144270" y="2540"/>
                  </a:lnTo>
                  <a:lnTo>
                    <a:pt x="1144270" y="1282"/>
                  </a:lnTo>
                  <a:lnTo>
                    <a:pt x="1143000" y="1282"/>
                  </a:lnTo>
                  <a:lnTo>
                    <a:pt x="114300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146810" y="3822"/>
                  </a:lnTo>
                  <a:lnTo>
                    <a:pt x="1146810" y="2540"/>
                  </a:lnTo>
                  <a:close/>
                </a:path>
              </a:pathLst>
            </a:custGeom>
            <a:solidFill>
              <a:srgbClr val="86B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4">
              <a:extLst>
                <a:ext uri="{FF2B5EF4-FFF2-40B4-BE49-F238E27FC236}">
                  <a16:creationId xmlns:a16="http://schemas.microsoft.com/office/drawing/2014/main" id="{63D9168C-C558-5275-F7CE-485D40461B2A}"/>
                </a:ext>
              </a:extLst>
            </p:cNvPr>
            <p:cNvSpPr/>
            <p:nvPr/>
          </p:nvSpPr>
          <p:spPr>
            <a:xfrm>
              <a:off x="7425690" y="2678442"/>
              <a:ext cx="1155700" cy="3810"/>
            </a:xfrm>
            <a:custGeom>
              <a:avLst/>
              <a:gdLst/>
              <a:ahLst/>
              <a:cxnLst/>
              <a:rect l="l" t="t" r="r" b="b"/>
              <a:pathLst>
                <a:path w="1155700" h="3810">
                  <a:moveTo>
                    <a:pt x="1155700" y="2527"/>
                  </a:moveTo>
                  <a:lnTo>
                    <a:pt x="1154430" y="2527"/>
                  </a:lnTo>
                  <a:lnTo>
                    <a:pt x="1154430" y="1257"/>
                  </a:lnTo>
                  <a:lnTo>
                    <a:pt x="1153160" y="1257"/>
                  </a:lnTo>
                  <a:lnTo>
                    <a:pt x="115316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155700" y="3810"/>
                  </a:lnTo>
                  <a:lnTo>
                    <a:pt x="1155700" y="2527"/>
                  </a:lnTo>
                  <a:close/>
                </a:path>
              </a:pathLst>
            </a:custGeom>
            <a:solidFill>
              <a:srgbClr val="83B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5">
              <a:extLst>
                <a:ext uri="{FF2B5EF4-FFF2-40B4-BE49-F238E27FC236}">
                  <a16:creationId xmlns:a16="http://schemas.microsoft.com/office/drawing/2014/main" id="{2176A9D2-FFCF-7E5E-6D0A-460ADB78B551}"/>
                </a:ext>
              </a:extLst>
            </p:cNvPr>
            <p:cNvSpPr/>
            <p:nvPr/>
          </p:nvSpPr>
          <p:spPr>
            <a:xfrm>
              <a:off x="7423150" y="2682252"/>
              <a:ext cx="1162050" cy="2540"/>
            </a:xfrm>
            <a:custGeom>
              <a:avLst/>
              <a:gdLst/>
              <a:ahLst/>
              <a:cxnLst/>
              <a:rect l="l" t="t" r="r" b="b"/>
              <a:pathLst>
                <a:path w="1162050" h="2539">
                  <a:moveTo>
                    <a:pt x="1162050" y="1257"/>
                  </a:moveTo>
                  <a:lnTo>
                    <a:pt x="1160780" y="1257"/>
                  </a:lnTo>
                  <a:lnTo>
                    <a:pt x="116078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2540"/>
                  </a:lnTo>
                  <a:lnTo>
                    <a:pt x="1162050" y="2540"/>
                  </a:lnTo>
                  <a:lnTo>
                    <a:pt x="1162050" y="1257"/>
                  </a:lnTo>
                  <a:close/>
                </a:path>
              </a:pathLst>
            </a:custGeom>
            <a:solidFill>
              <a:srgbClr val="80B8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6">
              <a:extLst>
                <a:ext uri="{FF2B5EF4-FFF2-40B4-BE49-F238E27FC236}">
                  <a16:creationId xmlns:a16="http://schemas.microsoft.com/office/drawing/2014/main" id="{B966F026-572F-E5A0-EBFB-702092D61978}"/>
                </a:ext>
              </a:extLst>
            </p:cNvPr>
            <p:cNvSpPr/>
            <p:nvPr/>
          </p:nvSpPr>
          <p:spPr>
            <a:xfrm>
              <a:off x="7418070" y="2684792"/>
              <a:ext cx="1172210" cy="3810"/>
            </a:xfrm>
            <a:custGeom>
              <a:avLst/>
              <a:gdLst/>
              <a:ahLst/>
              <a:cxnLst/>
              <a:rect l="l" t="t" r="r" b="b"/>
              <a:pathLst>
                <a:path w="1172209" h="3810">
                  <a:moveTo>
                    <a:pt x="1172210" y="2527"/>
                  </a:moveTo>
                  <a:lnTo>
                    <a:pt x="1170940" y="2527"/>
                  </a:lnTo>
                  <a:lnTo>
                    <a:pt x="1170940" y="1257"/>
                  </a:lnTo>
                  <a:lnTo>
                    <a:pt x="1168387" y="1257"/>
                  </a:lnTo>
                  <a:lnTo>
                    <a:pt x="1168387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172210" y="3810"/>
                  </a:lnTo>
                  <a:lnTo>
                    <a:pt x="1172210" y="2527"/>
                  </a:lnTo>
                  <a:close/>
                </a:path>
              </a:pathLst>
            </a:custGeom>
            <a:solidFill>
              <a:srgbClr val="7DB5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87">
              <a:extLst>
                <a:ext uri="{FF2B5EF4-FFF2-40B4-BE49-F238E27FC236}">
                  <a16:creationId xmlns:a16="http://schemas.microsoft.com/office/drawing/2014/main" id="{A7A0A5A8-CAC7-0F71-0068-15BFBE195F11}"/>
                </a:ext>
              </a:extLst>
            </p:cNvPr>
            <p:cNvSpPr/>
            <p:nvPr/>
          </p:nvSpPr>
          <p:spPr>
            <a:xfrm>
              <a:off x="7412990" y="2688602"/>
              <a:ext cx="1182370" cy="3810"/>
            </a:xfrm>
            <a:custGeom>
              <a:avLst/>
              <a:gdLst/>
              <a:ahLst/>
              <a:cxnLst/>
              <a:rect l="l" t="t" r="r" b="b"/>
              <a:pathLst>
                <a:path w="1182370" h="3810">
                  <a:moveTo>
                    <a:pt x="1182370" y="2540"/>
                  </a:moveTo>
                  <a:lnTo>
                    <a:pt x="1179817" y="2540"/>
                  </a:lnTo>
                  <a:lnTo>
                    <a:pt x="1179817" y="1257"/>
                  </a:lnTo>
                  <a:lnTo>
                    <a:pt x="1178560" y="1257"/>
                  </a:lnTo>
                  <a:lnTo>
                    <a:pt x="117856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182370" y="3797"/>
                  </a:lnTo>
                  <a:lnTo>
                    <a:pt x="1182370" y="2540"/>
                  </a:lnTo>
                  <a:close/>
                </a:path>
              </a:pathLst>
            </a:custGeom>
            <a:solidFill>
              <a:srgbClr val="79B3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88">
              <a:extLst>
                <a:ext uri="{FF2B5EF4-FFF2-40B4-BE49-F238E27FC236}">
                  <a16:creationId xmlns:a16="http://schemas.microsoft.com/office/drawing/2014/main" id="{74B2B9CC-814F-5D6D-7E88-42C02711E81F}"/>
                </a:ext>
              </a:extLst>
            </p:cNvPr>
            <p:cNvSpPr/>
            <p:nvPr/>
          </p:nvSpPr>
          <p:spPr>
            <a:xfrm>
              <a:off x="7407910" y="2692399"/>
              <a:ext cx="1191260" cy="3810"/>
            </a:xfrm>
            <a:custGeom>
              <a:avLst/>
              <a:gdLst/>
              <a:ahLst/>
              <a:cxnLst/>
              <a:rect l="l" t="t" r="r" b="b"/>
              <a:pathLst>
                <a:path w="1191259" h="3810">
                  <a:moveTo>
                    <a:pt x="1191247" y="2552"/>
                  </a:moveTo>
                  <a:lnTo>
                    <a:pt x="1189990" y="2552"/>
                  </a:lnTo>
                  <a:lnTo>
                    <a:pt x="1189990" y="1270"/>
                  </a:lnTo>
                  <a:lnTo>
                    <a:pt x="1188720" y="1270"/>
                  </a:lnTo>
                  <a:lnTo>
                    <a:pt x="118872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191247" y="3810"/>
                  </a:lnTo>
                  <a:lnTo>
                    <a:pt x="1191247" y="2552"/>
                  </a:lnTo>
                  <a:close/>
                </a:path>
              </a:pathLst>
            </a:custGeom>
            <a:solidFill>
              <a:srgbClr val="76B0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89">
              <a:extLst>
                <a:ext uri="{FF2B5EF4-FFF2-40B4-BE49-F238E27FC236}">
                  <a16:creationId xmlns:a16="http://schemas.microsoft.com/office/drawing/2014/main" id="{0F3B35FE-A75C-7A4F-16AC-A5E8DE60AF2B}"/>
                </a:ext>
              </a:extLst>
            </p:cNvPr>
            <p:cNvSpPr/>
            <p:nvPr/>
          </p:nvSpPr>
          <p:spPr>
            <a:xfrm>
              <a:off x="7402830" y="2696209"/>
              <a:ext cx="1201420" cy="3810"/>
            </a:xfrm>
            <a:custGeom>
              <a:avLst/>
              <a:gdLst/>
              <a:ahLst/>
              <a:cxnLst/>
              <a:rect l="l" t="t" r="r" b="b"/>
              <a:pathLst>
                <a:path w="1201420" h="3810">
                  <a:moveTo>
                    <a:pt x="1201420" y="2540"/>
                  </a:moveTo>
                  <a:lnTo>
                    <a:pt x="1200150" y="2540"/>
                  </a:lnTo>
                  <a:lnTo>
                    <a:pt x="1200150" y="1282"/>
                  </a:lnTo>
                  <a:lnTo>
                    <a:pt x="1198880" y="1282"/>
                  </a:lnTo>
                  <a:lnTo>
                    <a:pt x="119888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01420" y="3810"/>
                  </a:lnTo>
                  <a:lnTo>
                    <a:pt x="1201420" y="2540"/>
                  </a:lnTo>
                  <a:close/>
                </a:path>
              </a:pathLst>
            </a:custGeom>
            <a:solidFill>
              <a:srgbClr val="73A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0">
              <a:extLst>
                <a:ext uri="{FF2B5EF4-FFF2-40B4-BE49-F238E27FC236}">
                  <a16:creationId xmlns:a16="http://schemas.microsoft.com/office/drawing/2014/main" id="{0BDA5719-ADF7-CCFE-FEB1-106E4419DA89}"/>
                </a:ext>
              </a:extLst>
            </p:cNvPr>
            <p:cNvSpPr/>
            <p:nvPr/>
          </p:nvSpPr>
          <p:spPr>
            <a:xfrm>
              <a:off x="7399020" y="2700019"/>
              <a:ext cx="1210310" cy="4445"/>
            </a:xfrm>
            <a:custGeom>
              <a:avLst/>
              <a:gdLst/>
              <a:ahLst/>
              <a:cxnLst/>
              <a:rect l="l" t="t" r="r" b="b"/>
              <a:pathLst>
                <a:path w="1210309" h="4444">
                  <a:moveTo>
                    <a:pt x="1210310" y="2540"/>
                  </a:moveTo>
                  <a:lnTo>
                    <a:pt x="1209040" y="2540"/>
                  </a:lnTo>
                  <a:lnTo>
                    <a:pt x="1209040" y="1282"/>
                  </a:lnTo>
                  <a:lnTo>
                    <a:pt x="1207757" y="1282"/>
                  </a:lnTo>
                  <a:lnTo>
                    <a:pt x="1207757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210310" y="3822"/>
                  </a:lnTo>
                  <a:lnTo>
                    <a:pt x="1210310" y="2540"/>
                  </a:lnTo>
                  <a:close/>
                </a:path>
              </a:pathLst>
            </a:custGeom>
            <a:solidFill>
              <a:srgbClr val="70AC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1">
              <a:extLst>
                <a:ext uri="{FF2B5EF4-FFF2-40B4-BE49-F238E27FC236}">
                  <a16:creationId xmlns:a16="http://schemas.microsoft.com/office/drawing/2014/main" id="{AF2327F6-5168-8BCC-74FA-6426FE0110FD}"/>
                </a:ext>
              </a:extLst>
            </p:cNvPr>
            <p:cNvSpPr/>
            <p:nvPr/>
          </p:nvSpPr>
          <p:spPr>
            <a:xfrm>
              <a:off x="7395210" y="2703842"/>
              <a:ext cx="1217930" cy="2540"/>
            </a:xfrm>
            <a:custGeom>
              <a:avLst/>
              <a:gdLst/>
              <a:ahLst/>
              <a:cxnLst/>
              <a:rect l="l" t="t" r="r" b="b"/>
              <a:pathLst>
                <a:path w="1217929" h="2539">
                  <a:moveTo>
                    <a:pt x="1217917" y="1257"/>
                  </a:moveTo>
                  <a:lnTo>
                    <a:pt x="1215390" y="1257"/>
                  </a:lnTo>
                  <a:lnTo>
                    <a:pt x="1215390" y="0"/>
                  </a:lnTo>
                  <a:lnTo>
                    <a:pt x="1270" y="0"/>
                  </a:lnTo>
                  <a:lnTo>
                    <a:pt x="127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217917" y="2527"/>
                  </a:lnTo>
                  <a:lnTo>
                    <a:pt x="1217917" y="1257"/>
                  </a:lnTo>
                  <a:close/>
                </a:path>
              </a:pathLst>
            </a:custGeom>
            <a:solidFill>
              <a:srgbClr val="6DA9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2">
              <a:extLst>
                <a:ext uri="{FF2B5EF4-FFF2-40B4-BE49-F238E27FC236}">
                  <a16:creationId xmlns:a16="http://schemas.microsoft.com/office/drawing/2014/main" id="{8F9CD2B1-2798-34CB-57D0-F2335A9BC57F}"/>
                </a:ext>
              </a:extLst>
            </p:cNvPr>
            <p:cNvSpPr/>
            <p:nvPr/>
          </p:nvSpPr>
          <p:spPr>
            <a:xfrm>
              <a:off x="7390130" y="2706369"/>
              <a:ext cx="1228090" cy="4445"/>
            </a:xfrm>
            <a:custGeom>
              <a:avLst/>
              <a:gdLst/>
              <a:ahLst/>
              <a:cxnLst/>
              <a:rect l="l" t="t" r="r" b="b"/>
              <a:pathLst>
                <a:path w="1228090" h="4444">
                  <a:moveTo>
                    <a:pt x="1228090" y="2540"/>
                  </a:moveTo>
                  <a:lnTo>
                    <a:pt x="1225550" y="2540"/>
                  </a:lnTo>
                  <a:lnTo>
                    <a:pt x="1225550" y="1282"/>
                  </a:lnTo>
                  <a:lnTo>
                    <a:pt x="1224280" y="1282"/>
                  </a:lnTo>
                  <a:lnTo>
                    <a:pt x="122428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228090" y="3822"/>
                  </a:lnTo>
                  <a:lnTo>
                    <a:pt x="1228090" y="2540"/>
                  </a:lnTo>
                  <a:close/>
                </a:path>
              </a:pathLst>
            </a:custGeom>
            <a:solidFill>
              <a:srgbClr val="69A7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3">
              <a:extLst>
                <a:ext uri="{FF2B5EF4-FFF2-40B4-BE49-F238E27FC236}">
                  <a16:creationId xmlns:a16="http://schemas.microsoft.com/office/drawing/2014/main" id="{A091DFD0-603A-D538-A906-66D5289771DF}"/>
                </a:ext>
              </a:extLst>
            </p:cNvPr>
            <p:cNvSpPr/>
            <p:nvPr/>
          </p:nvSpPr>
          <p:spPr>
            <a:xfrm>
              <a:off x="7385050" y="2710192"/>
              <a:ext cx="1236980" cy="3810"/>
            </a:xfrm>
            <a:custGeom>
              <a:avLst/>
              <a:gdLst/>
              <a:ahLst/>
              <a:cxnLst/>
              <a:rect l="l" t="t" r="r" b="b"/>
              <a:pathLst>
                <a:path w="1236979" h="3810">
                  <a:moveTo>
                    <a:pt x="1236980" y="2527"/>
                  </a:moveTo>
                  <a:lnTo>
                    <a:pt x="1235710" y="2527"/>
                  </a:lnTo>
                  <a:lnTo>
                    <a:pt x="1235710" y="1257"/>
                  </a:lnTo>
                  <a:lnTo>
                    <a:pt x="1234427" y="1257"/>
                  </a:lnTo>
                  <a:lnTo>
                    <a:pt x="1234427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236980" y="3810"/>
                  </a:lnTo>
                  <a:lnTo>
                    <a:pt x="1236980" y="2527"/>
                  </a:lnTo>
                  <a:close/>
                </a:path>
              </a:pathLst>
            </a:custGeom>
            <a:solidFill>
              <a:srgbClr val="66A4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4">
              <a:extLst>
                <a:ext uri="{FF2B5EF4-FFF2-40B4-BE49-F238E27FC236}">
                  <a16:creationId xmlns:a16="http://schemas.microsoft.com/office/drawing/2014/main" id="{16F593F7-022A-4587-3171-0570D7D0E19A}"/>
                </a:ext>
              </a:extLst>
            </p:cNvPr>
            <p:cNvSpPr/>
            <p:nvPr/>
          </p:nvSpPr>
          <p:spPr>
            <a:xfrm>
              <a:off x="7381240" y="2714002"/>
              <a:ext cx="1245870" cy="3810"/>
            </a:xfrm>
            <a:custGeom>
              <a:avLst/>
              <a:gdLst/>
              <a:ahLst/>
              <a:cxnLst/>
              <a:rect l="l" t="t" r="r" b="b"/>
              <a:pathLst>
                <a:path w="1245870" h="3810">
                  <a:moveTo>
                    <a:pt x="1245870" y="2540"/>
                  </a:moveTo>
                  <a:lnTo>
                    <a:pt x="1244587" y="2540"/>
                  </a:lnTo>
                  <a:lnTo>
                    <a:pt x="1244587" y="1257"/>
                  </a:lnTo>
                  <a:lnTo>
                    <a:pt x="1243330" y="1257"/>
                  </a:lnTo>
                  <a:lnTo>
                    <a:pt x="124333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245870" y="3797"/>
                  </a:lnTo>
                  <a:lnTo>
                    <a:pt x="1245870" y="2540"/>
                  </a:lnTo>
                  <a:close/>
                </a:path>
              </a:pathLst>
            </a:custGeom>
            <a:solidFill>
              <a:srgbClr val="63A2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5">
              <a:extLst>
                <a:ext uri="{FF2B5EF4-FFF2-40B4-BE49-F238E27FC236}">
                  <a16:creationId xmlns:a16="http://schemas.microsoft.com/office/drawing/2014/main" id="{867CE925-EFA2-C513-8D03-2CF7519EF84F}"/>
                </a:ext>
              </a:extLst>
            </p:cNvPr>
            <p:cNvSpPr/>
            <p:nvPr/>
          </p:nvSpPr>
          <p:spPr>
            <a:xfrm>
              <a:off x="7376160" y="2717799"/>
              <a:ext cx="1256030" cy="3810"/>
            </a:xfrm>
            <a:custGeom>
              <a:avLst/>
              <a:gdLst/>
              <a:ahLst/>
              <a:cxnLst/>
              <a:rect l="l" t="t" r="r" b="b"/>
              <a:pathLst>
                <a:path w="1256029" h="3810">
                  <a:moveTo>
                    <a:pt x="1256017" y="2552"/>
                  </a:moveTo>
                  <a:lnTo>
                    <a:pt x="1254760" y="2552"/>
                  </a:lnTo>
                  <a:lnTo>
                    <a:pt x="1254760" y="1270"/>
                  </a:lnTo>
                  <a:lnTo>
                    <a:pt x="1252220" y="1270"/>
                  </a:lnTo>
                  <a:lnTo>
                    <a:pt x="12522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256017" y="3810"/>
                  </a:lnTo>
                  <a:lnTo>
                    <a:pt x="1256017" y="2552"/>
                  </a:lnTo>
                  <a:close/>
                </a:path>
              </a:pathLst>
            </a:custGeom>
            <a:solidFill>
              <a:srgbClr val="609F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6">
              <a:extLst>
                <a:ext uri="{FF2B5EF4-FFF2-40B4-BE49-F238E27FC236}">
                  <a16:creationId xmlns:a16="http://schemas.microsoft.com/office/drawing/2014/main" id="{E1666152-187C-BD14-FB70-A78FDB3BF097}"/>
                </a:ext>
              </a:extLst>
            </p:cNvPr>
            <p:cNvSpPr/>
            <p:nvPr/>
          </p:nvSpPr>
          <p:spPr>
            <a:xfrm>
              <a:off x="7371080" y="2721609"/>
              <a:ext cx="1266190" cy="3810"/>
            </a:xfrm>
            <a:custGeom>
              <a:avLst/>
              <a:gdLst/>
              <a:ahLst/>
              <a:cxnLst/>
              <a:rect l="l" t="t" r="r" b="b"/>
              <a:pathLst>
                <a:path w="1266190" h="3810">
                  <a:moveTo>
                    <a:pt x="1266190" y="2540"/>
                  </a:moveTo>
                  <a:lnTo>
                    <a:pt x="1264920" y="2540"/>
                  </a:lnTo>
                  <a:lnTo>
                    <a:pt x="1264920" y="1282"/>
                  </a:lnTo>
                  <a:lnTo>
                    <a:pt x="1262380" y="1282"/>
                  </a:lnTo>
                  <a:lnTo>
                    <a:pt x="126238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66190" y="3810"/>
                  </a:lnTo>
                  <a:lnTo>
                    <a:pt x="1266190" y="2540"/>
                  </a:lnTo>
                  <a:close/>
                </a:path>
              </a:pathLst>
            </a:custGeom>
            <a:solidFill>
              <a:srgbClr val="5D9D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797">
              <a:extLst>
                <a:ext uri="{FF2B5EF4-FFF2-40B4-BE49-F238E27FC236}">
                  <a16:creationId xmlns:a16="http://schemas.microsoft.com/office/drawing/2014/main" id="{9B62AA5E-0960-97CE-4E09-2BBA73BD128A}"/>
                </a:ext>
              </a:extLst>
            </p:cNvPr>
            <p:cNvSpPr/>
            <p:nvPr/>
          </p:nvSpPr>
          <p:spPr>
            <a:xfrm>
              <a:off x="7367270" y="2725419"/>
              <a:ext cx="1272540" cy="2540"/>
            </a:xfrm>
            <a:custGeom>
              <a:avLst/>
              <a:gdLst/>
              <a:ahLst/>
              <a:cxnLst/>
              <a:rect l="l" t="t" r="r" b="b"/>
              <a:pathLst>
                <a:path w="1272540" h="2539">
                  <a:moveTo>
                    <a:pt x="1272540" y="1282"/>
                  </a:moveTo>
                  <a:lnTo>
                    <a:pt x="1271257" y="1282"/>
                  </a:lnTo>
                  <a:lnTo>
                    <a:pt x="1271257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1272540" y="2540"/>
                  </a:lnTo>
                  <a:lnTo>
                    <a:pt x="1272540" y="1282"/>
                  </a:lnTo>
                  <a:close/>
                </a:path>
              </a:pathLst>
            </a:custGeom>
            <a:solidFill>
              <a:srgbClr val="599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798">
              <a:extLst>
                <a:ext uri="{FF2B5EF4-FFF2-40B4-BE49-F238E27FC236}">
                  <a16:creationId xmlns:a16="http://schemas.microsoft.com/office/drawing/2014/main" id="{84FF54FF-91E9-0370-E6EB-3B6C6A186385}"/>
                </a:ext>
              </a:extLst>
            </p:cNvPr>
            <p:cNvSpPr/>
            <p:nvPr/>
          </p:nvSpPr>
          <p:spPr>
            <a:xfrm>
              <a:off x="7363460" y="2727959"/>
              <a:ext cx="1281430" cy="3810"/>
            </a:xfrm>
            <a:custGeom>
              <a:avLst/>
              <a:gdLst/>
              <a:ahLst/>
              <a:cxnLst/>
              <a:rect l="l" t="t" r="r" b="b"/>
              <a:pathLst>
                <a:path w="1281429" h="3810">
                  <a:moveTo>
                    <a:pt x="1281417" y="2540"/>
                  </a:moveTo>
                  <a:lnTo>
                    <a:pt x="1280160" y="2540"/>
                  </a:lnTo>
                  <a:lnTo>
                    <a:pt x="1280160" y="1282"/>
                  </a:lnTo>
                  <a:lnTo>
                    <a:pt x="1278890" y="1282"/>
                  </a:lnTo>
                  <a:lnTo>
                    <a:pt x="127889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81417" y="3810"/>
                  </a:lnTo>
                  <a:lnTo>
                    <a:pt x="1281417" y="2540"/>
                  </a:lnTo>
                  <a:close/>
                </a:path>
              </a:pathLst>
            </a:custGeom>
            <a:solidFill>
              <a:srgbClr val="569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799">
              <a:extLst>
                <a:ext uri="{FF2B5EF4-FFF2-40B4-BE49-F238E27FC236}">
                  <a16:creationId xmlns:a16="http://schemas.microsoft.com/office/drawing/2014/main" id="{825E8019-03B2-EC0F-F0ED-A2DB6CF88688}"/>
                </a:ext>
              </a:extLst>
            </p:cNvPr>
            <p:cNvSpPr/>
            <p:nvPr/>
          </p:nvSpPr>
          <p:spPr>
            <a:xfrm>
              <a:off x="7358380" y="2731769"/>
              <a:ext cx="1291590" cy="4445"/>
            </a:xfrm>
            <a:custGeom>
              <a:avLst/>
              <a:gdLst/>
              <a:ahLst/>
              <a:cxnLst/>
              <a:rect l="l" t="t" r="r" b="b"/>
              <a:pathLst>
                <a:path w="1291590" h="4444">
                  <a:moveTo>
                    <a:pt x="1291590" y="2540"/>
                  </a:moveTo>
                  <a:lnTo>
                    <a:pt x="1290320" y="2540"/>
                  </a:lnTo>
                  <a:lnTo>
                    <a:pt x="1290320" y="1282"/>
                  </a:lnTo>
                  <a:lnTo>
                    <a:pt x="1287780" y="1282"/>
                  </a:lnTo>
                  <a:lnTo>
                    <a:pt x="128778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291590" y="3822"/>
                  </a:lnTo>
                  <a:lnTo>
                    <a:pt x="1291590" y="2540"/>
                  </a:lnTo>
                  <a:close/>
                </a:path>
              </a:pathLst>
            </a:custGeom>
            <a:solidFill>
              <a:srgbClr val="5395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0">
              <a:extLst>
                <a:ext uri="{FF2B5EF4-FFF2-40B4-BE49-F238E27FC236}">
                  <a16:creationId xmlns:a16="http://schemas.microsoft.com/office/drawing/2014/main" id="{672B6942-4FD8-CF25-D528-EF9D06D8F432}"/>
                </a:ext>
              </a:extLst>
            </p:cNvPr>
            <p:cNvSpPr/>
            <p:nvPr/>
          </p:nvSpPr>
          <p:spPr>
            <a:xfrm>
              <a:off x="7353300" y="2735592"/>
              <a:ext cx="1301750" cy="3810"/>
            </a:xfrm>
            <a:custGeom>
              <a:avLst/>
              <a:gdLst/>
              <a:ahLst/>
              <a:cxnLst/>
              <a:rect l="l" t="t" r="r" b="b"/>
              <a:pathLst>
                <a:path w="1301750" h="3810">
                  <a:moveTo>
                    <a:pt x="1301750" y="2527"/>
                  </a:moveTo>
                  <a:lnTo>
                    <a:pt x="1300480" y="2527"/>
                  </a:lnTo>
                  <a:lnTo>
                    <a:pt x="1300480" y="1257"/>
                  </a:lnTo>
                  <a:lnTo>
                    <a:pt x="1297940" y="1257"/>
                  </a:lnTo>
                  <a:lnTo>
                    <a:pt x="129794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301750" y="3810"/>
                  </a:lnTo>
                  <a:lnTo>
                    <a:pt x="1301750" y="2527"/>
                  </a:lnTo>
                  <a:close/>
                </a:path>
              </a:pathLst>
            </a:custGeom>
            <a:solidFill>
              <a:srgbClr val="5093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1">
              <a:extLst>
                <a:ext uri="{FF2B5EF4-FFF2-40B4-BE49-F238E27FC236}">
                  <a16:creationId xmlns:a16="http://schemas.microsoft.com/office/drawing/2014/main" id="{145ED244-8778-082B-CAB7-D67200D8ED4A}"/>
                </a:ext>
              </a:extLst>
            </p:cNvPr>
            <p:cNvSpPr/>
            <p:nvPr/>
          </p:nvSpPr>
          <p:spPr>
            <a:xfrm>
              <a:off x="7348220" y="2739402"/>
              <a:ext cx="1311910" cy="3810"/>
            </a:xfrm>
            <a:custGeom>
              <a:avLst/>
              <a:gdLst/>
              <a:ahLst/>
              <a:cxnLst/>
              <a:rect l="l" t="t" r="r" b="b"/>
              <a:pathLst>
                <a:path w="1311909" h="3810">
                  <a:moveTo>
                    <a:pt x="1311910" y="2540"/>
                  </a:moveTo>
                  <a:lnTo>
                    <a:pt x="1309370" y="2540"/>
                  </a:lnTo>
                  <a:lnTo>
                    <a:pt x="1309370" y="1257"/>
                  </a:lnTo>
                  <a:lnTo>
                    <a:pt x="1308100" y="1257"/>
                  </a:lnTo>
                  <a:lnTo>
                    <a:pt x="130810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311910" y="3797"/>
                  </a:lnTo>
                  <a:lnTo>
                    <a:pt x="1311910" y="2540"/>
                  </a:lnTo>
                  <a:close/>
                </a:path>
              </a:pathLst>
            </a:custGeom>
            <a:solidFill>
              <a:srgbClr val="4D91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2">
              <a:extLst>
                <a:ext uri="{FF2B5EF4-FFF2-40B4-BE49-F238E27FC236}">
                  <a16:creationId xmlns:a16="http://schemas.microsoft.com/office/drawing/2014/main" id="{A0E6D07F-6F0E-92CA-5EBF-B0839ABAB429}"/>
                </a:ext>
              </a:extLst>
            </p:cNvPr>
            <p:cNvSpPr/>
            <p:nvPr/>
          </p:nvSpPr>
          <p:spPr>
            <a:xfrm>
              <a:off x="7343140" y="2743199"/>
              <a:ext cx="1322070" cy="3810"/>
            </a:xfrm>
            <a:custGeom>
              <a:avLst/>
              <a:gdLst/>
              <a:ahLst/>
              <a:cxnLst/>
              <a:rect l="l" t="t" r="r" b="b"/>
              <a:pathLst>
                <a:path w="1322070" h="3810">
                  <a:moveTo>
                    <a:pt x="1322070" y="2552"/>
                  </a:moveTo>
                  <a:lnTo>
                    <a:pt x="1319517" y="2552"/>
                  </a:lnTo>
                  <a:lnTo>
                    <a:pt x="1319517" y="1270"/>
                  </a:lnTo>
                  <a:lnTo>
                    <a:pt x="1318260" y="1270"/>
                  </a:lnTo>
                  <a:lnTo>
                    <a:pt x="131826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322070" y="3810"/>
                  </a:lnTo>
                  <a:lnTo>
                    <a:pt x="1322070" y="2552"/>
                  </a:lnTo>
                  <a:close/>
                </a:path>
              </a:pathLst>
            </a:custGeom>
            <a:solidFill>
              <a:srgbClr val="498E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3">
              <a:extLst>
                <a:ext uri="{FF2B5EF4-FFF2-40B4-BE49-F238E27FC236}">
                  <a16:creationId xmlns:a16="http://schemas.microsoft.com/office/drawing/2014/main" id="{E01536F7-10AC-8CB1-2BB8-4E5DD13E58D7}"/>
                </a:ext>
              </a:extLst>
            </p:cNvPr>
            <p:cNvSpPr/>
            <p:nvPr/>
          </p:nvSpPr>
          <p:spPr>
            <a:xfrm>
              <a:off x="7340600" y="2747009"/>
              <a:ext cx="1327150" cy="2540"/>
            </a:xfrm>
            <a:custGeom>
              <a:avLst/>
              <a:gdLst/>
              <a:ahLst/>
              <a:cxnLst/>
              <a:rect l="l" t="t" r="r" b="b"/>
              <a:pathLst>
                <a:path w="1327150" h="2539">
                  <a:moveTo>
                    <a:pt x="1327150" y="1282"/>
                  </a:moveTo>
                  <a:lnTo>
                    <a:pt x="1325880" y="1282"/>
                  </a:lnTo>
                  <a:lnTo>
                    <a:pt x="1325880" y="0"/>
                  </a:lnTo>
                  <a:lnTo>
                    <a:pt x="1270" y="0"/>
                  </a:lnTo>
                  <a:lnTo>
                    <a:pt x="1270" y="128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1327150" y="2540"/>
                  </a:lnTo>
                  <a:lnTo>
                    <a:pt x="1327150" y="1282"/>
                  </a:lnTo>
                  <a:close/>
                </a:path>
              </a:pathLst>
            </a:custGeom>
            <a:solidFill>
              <a:srgbClr val="468C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4">
              <a:extLst>
                <a:ext uri="{FF2B5EF4-FFF2-40B4-BE49-F238E27FC236}">
                  <a16:creationId xmlns:a16="http://schemas.microsoft.com/office/drawing/2014/main" id="{4EC0C21D-BEF3-D415-F74E-DBAACA05454B}"/>
                </a:ext>
              </a:extLst>
            </p:cNvPr>
            <p:cNvSpPr/>
            <p:nvPr/>
          </p:nvSpPr>
          <p:spPr>
            <a:xfrm>
              <a:off x="7335520" y="2749549"/>
              <a:ext cx="1337310" cy="3810"/>
            </a:xfrm>
            <a:custGeom>
              <a:avLst/>
              <a:gdLst/>
              <a:ahLst/>
              <a:cxnLst/>
              <a:rect l="l" t="t" r="r" b="b"/>
              <a:pathLst>
                <a:path w="1337309" h="3810">
                  <a:moveTo>
                    <a:pt x="1337310" y="2552"/>
                  </a:moveTo>
                  <a:lnTo>
                    <a:pt x="1336040" y="2552"/>
                  </a:lnTo>
                  <a:lnTo>
                    <a:pt x="1336040" y="1270"/>
                  </a:lnTo>
                  <a:lnTo>
                    <a:pt x="1333487" y="1270"/>
                  </a:lnTo>
                  <a:lnTo>
                    <a:pt x="1333487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337310" y="3810"/>
                  </a:lnTo>
                  <a:lnTo>
                    <a:pt x="1337310" y="2552"/>
                  </a:lnTo>
                  <a:close/>
                </a:path>
              </a:pathLst>
            </a:custGeom>
            <a:solidFill>
              <a:srgbClr val="4389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5">
              <a:extLst>
                <a:ext uri="{FF2B5EF4-FFF2-40B4-BE49-F238E27FC236}">
                  <a16:creationId xmlns:a16="http://schemas.microsoft.com/office/drawing/2014/main" id="{70988C75-8F98-4EAF-2A6E-86883CE7F5E4}"/>
                </a:ext>
              </a:extLst>
            </p:cNvPr>
            <p:cNvSpPr/>
            <p:nvPr/>
          </p:nvSpPr>
          <p:spPr>
            <a:xfrm>
              <a:off x="7330440" y="2753359"/>
              <a:ext cx="1347470" cy="3810"/>
            </a:xfrm>
            <a:custGeom>
              <a:avLst/>
              <a:gdLst/>
              <a:ahLst/>
              <a:cxnLst/>
              <a:rect l="l" t="t" r="r" b="b"/>
              <a:pathLst>
                <a:path w="1347470" h="3810">
                  <a:moveTo>
                    <a:pt x="1347470" y="2540"/>
                  </a:moveTo>
                  <a:lnTo>
                    <a:pt x="1344917" y="2540"/>
                  </a:lnTo>
                  <a:lnTo>
                    <a:pt x="1344917" y="1282"/>
                  </a:lnTo>
                  <a:lnTo>
                    <a:pt x="1343660" y="1282"/>
                  </a:lnTo>
                  <a:lnTo>
                    <a:pt x="134366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347470" y="3810"/>
                  </a:lnTo>
                  <a:lnTo>
                    <a:pt x="1347470" y="2540"/>
                  </a:lnTo>
                  <a:close/>
                </a:path>
              </a:pathLst>
            </a:custGeom>
            <a:solidFill>
              <a:srgbClr val="4087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6">
              <a:extLst>
                <a:ext uri="{FF2B5EF4-FFF2-40B4-BE49-F238E27FC236}">
                  <a16:creationId xmlns:a16="http://schemas.microsoft.com/office/drawing/2014/main" id="{D123DD48-70BD-97B3-530D-AC5B10854C10}"/>
                </a:ext>
              </a:extLst>
            </p:cNvPr>
            <p:cNvSpPr/>
            <p:nvPr/>
          </p:nvSpPr>
          <p:spPr>
            <a:xfrm>
              <a:off x="7325360" y="2757169"/>
              <a:ext cx="1357630" cy="4445"/>
            </a:xfrm>
            <a:custGeom>
              <a:avLst/>
              <a:gdLst/>
              <a:ahLst/>
              <a:cxnLst/>
              <a:rect l="l" t="t" r="r" b="b"/>
              <a:pathLst>
                <a:path w="1357629" h="4444">
                  <a:moveTo>
                    <a:pt x="1357617" y="2540"/>
                  </a:moveTo>
                  <a:lnTo>
                    <a:pt x="1355090" y="2540"/>
                  </a:lnTo>
                  <a:lnTo>
                    <a:pt x="1355090" y="1282"/>
                  </a:lnTo>
                  <a:lnTo>
                    <a:pt x="1353820" y="1282"/>
                  </a:lnTo>
                  <a:lnTo>
                    <a:pt x="135382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357617" y="3822"/>
                  </a:lnTo>
                  <a:lnTo>
                    <a:pt x="1357617" y="2540"/>
                  </a:lnTo>
                  <a:close/>
                </a:path>
              </a:pathLst>
            </a:custGeom>
            <a:solidFill>
              <a:srgbClr val="3D84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07">
              <a:extLst>
                <a:ext uri="{FF2B5EF4-FFF2-40B4-BE49-F238E27FC236}">
                  <a16:creationId xmlns:a16="http://schemas.microsoft.com/office/drawing/2014/main" id="{FBD3EF78-77F2-0918-122D-44B960FF8CED}"/>
                </a:ext>
              </a:extLst>
            </p:cNvPr>
            <p:cNvSpPr/>
            <p:nvPr/>
          </p:nvSpPr>
          <p:spPr>
            <a:xfrm>
              <a:off x="7320280" y="2760992"/>
              <a:ext cx="1366520" cy="3810"/>
            </a:xfrm>
            <a:custGeom>
              <a:avLst/>
              <a:gdLst/>
              <a:ahLst/>
              <a:cxnLst/>
              <a:rect l="l" t="t" r="r" b="b"/>
              <a:pathLst>
                <a:path w="1366520" h="3810">
                  <a:moveTo>
                    <a:pt x="1366520" y="2527"/>
                  </a:moveTo>
                  <a:lnTo>
                    <a:pt x="1365250" y="2527"/>
                  </a:lnTo>
                  <a:lnTo>
                    <a:pt x="1365250" y="1257"/>
                  </a:lnTo>
                  <a:lnTo>
                    <a:pt x="1363980" y="1257"/>
                  </a:lnTo>
                  <a:lnTo>
                    <a:pt x="136398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366520" y="3810"/>
                  </a:lnTo>
                  <a:lnTo>
                    <a:pt x="1366520" y="2527"/>
                  </a:lnTo>
                  <a:close/>
                </a:path>
              </a:pathLst>
            </a:custGeom>
            <a:solidFill>
              <a:srgbClr val="3982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08">
              <a:extLst>
                <a:ext uri="{FF2B5EF4-FFF2-40B4-BE49-F238E27FC236}">
                  <a16:creationId xmlns:a16="http://schemas.microsoft.com/office/drawing/2014/main" id="{00D3A5C2-2503-C752-02ED-3ED02A168AEA}"/>
                </a:ext>
              </a:extLst>
            </p:cNvPr>
            <p:cNvSpPr/>
            <p:nvPr/>
          </p:nvSpPr>
          <p:spPr>
            <a:xfrm>
              <a:off x="7316470" y="2764802"/>
              <a:ext cx="1375410" cy="3810"/>
            </a:xfrm>
            <a:custGeom>
              <a:avLst/>
              <a:gdLst/>
              <a:ahLst/>
              <a:cxnLst/>
              <a:rect l="l" t="t" r="r" b="b"/>
              <a:pathLst>
                <a:path w="1375409" h="3810">
                  <a:moveTo>
                    <a:pt x="1375410" y="2540"/>
                  </a:moveTo>
                  <a:lnTo>
                    <a:pt x="1374140" y="2540"/>
                  </a:lnTo>
                  <a:lnTo>
                    <a:pt x="1374140" y="1257"/>
                  </a:lnTo>
                  <a:lnTo>
                    <a:pt x="1372857" y="1257"/>
                  </a:lnTo>
                  <a:lnTo>
                    <a:pt x="1372857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375410" y="3797"/>
                  </a:lnTo>
                  <a:lnTo>
                    <a:pt x="1375410" y="2540"/>
                  </a:lnTo>
                  <a:close/>
                </a:path>
              </a:pathLst>
            </a:custGeom>
            <a:solidFill>
              <a:srgbClr val="367F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09">
              <a:extLst>
                <a:ext uri="{FF2B5EF4-FFF2-40B4-BE49-F238E27FC236}">
                  <a16:creationId xmlns:a16="http://schemas.microsoft.com/office/drawing/2014/main" id="{234AE566-437D-5A8E-C196-D7C4A1981C82}"/>
                </a:ext>
              </a:extLst>
            </p:cNvPr>
            <p:cNvSpPr/>
            <p:nvPr/>
          </p:nvSpPr>
          <p:spPr>
            <a:xfrm>
              <a:off x="7312660" y="2768599"/>
              <a:ext cx="1383030" cy="3175"/>
            </a:xfrm>
            <a:custGeom>
              <a:avLst/>
              <a:gdLst/>
              <a:ahLst/>
              <a:cxnLst/>
              <a:rect l="l" t="t" r="r" b="b"/>
              <a:pathLst>
                <a:path w="1383029" h="3175">
                  <a:moveTo>
                    <a:pt x="1383017" y="1270"/>
                  </a:moveTo>
                  <a:lnTo>
                    <a:pt x="1380490" y="1270"/>
                  </a:lnTo>
                  <a:lnTo>
                    <a:pt x="138049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52"/>
                  </a:lnTo>
                  <a:lnTo>
                    <a:pt x="1383017" y="2552"/>
                  </a:lnTo>
                  <a:lnTo>
                    <a:pt x="1383017" y="1270"/>
                  </a:lnTo>
                  <a:close/>
                </a:path>
              </a:pathLst>
            </a:custGeom>
            <a:solidFill>
              <a:srgbClr val="337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0">
              <a:extLst>
                <a:ext uri="{FF2B5EF4-FFF2-40B4-BE49-F238E27FC236}">
                  <a16:creationId xmlns:a16="http://schemas.microsoft.com/office/drawing/2014/main" id="{9A200C7A-F138-5AF9-6A43-ABC6E4271824}"/>
                </a:ext>
              </a:extLst>
            </p:cNvPr>
            <p:cNvSpPr/>
            <p:nvPr/>
          </p:nvSpPr>
          <p:spPr>
            <a:xfrm>
              <a:off x="7307580" y="2771152"/>
              <a:ext cx="1393190" cy="3810"/>
            </a:xfrm>
            <a:custGeom>
              <a:avLst/>
              <a:gdLst/>
              <a:ahLst/>
              <a:cxnLst/>
              <a:rect l="l" t="t" r="r" b="b"/>
              <a:pathLst>
                <a:path w="1393190" h="3810">
                  <a:moveTo>
                    <a:pt x="1393190" y="2540"/>
                  </a:moveTo>
                  <a:lnTo>
                    <a:pt x="1390650" y="2540"/>
                  </a:lnTo>
                  <a:lnTo>
                    <a:pt x="1390650" y="1257"/>
                  </a:lnTo>
                  <a:lnTo>
                    <a:pt x="1389380" y="1257"/>
                  </a:lnTo>
                  <a:lnTo>
                    <a:pt x="138938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393190" y="3797"/>
                  </a:lnTo>
                  <a:lnTo>
                    <a:pt x="1393190" y="2540"/>
                  </a:lnTo>
                  <a:close/>
                </a:path>
              </a:pathLst>
            </a:custGeom>
            <a:solidFill>
              <a:srgbClr val="307A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1">
              <a:extLst>
                <a:ext uri="{FF2B5EF4-FFF2-40B4-BE49-F238E27FC236}">
                  <a16:creationId xmlns:a16="http://schemas.microsoft.com/office/drawing/2014/main" id="{693C5F86-55D9-F588-6632-51BAAB2BF5C9}"/>
                </a:ext>
              </a:extLst>
            </p:cNvPr>
            <p:cNvSpPr/>
            <p:nvPr/>
          </p:nvSpPr>
          <p:spPr>
            <a:xfrm>
              <a:off x="528320" y="4687570"/>
              <a:ext cx="838200" cy="849630"/>
            </a:xfrm>
            <a:custGeom>
              <a:avLst/>
              <a:gdLst/>
              <a:ahLst/>
              <a:cxnLst/>
              <a:rect l="l" t="t" r="r" b="b"/>
              <a:pathLst>
                <a:path w="838200" h="849629">
                  <a:moveTo>
                    <a:pt x="838200" y="0"/>
                  </a:moveTo>
                  <a:lnTo>
                    <a:pt x="0" y="415289"/>
                  </a:lnTo>
                  <a:lnTo>
                    <a:pt x="838200" y="849629"/>
                  </a:lnTo>
                  <a:lnTo>
                    <a:pt x="838200" y="0"/>
                  </a:lnTo>
                  <a:close/>
                </a:path>
              </a:pathLst>
            </a:custGeom>
            <a:solidFill>
              <a:srgbClr val="C6BC89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2">
              <a:extLst>
                <a:ext uri="{FF2B5EF4-FFF2-40B4-BE49-F238E27FC236}">
                  <a16:creationId xmlns:a16="http://schemas.microsoft.com/office/drawing/2014/main" id="{64ABF468-A17F-5AB7-B915-73A6EAA5E91C}"/>
                </a:ext>
              </a:extLst>
            </p:cNvPr>
            <p:cNvSpPr/>
            <p:nvPr/>
          </p:nvSpPr>
          <p:spPr>
            <a:xfrm>
              <a:off x="528320" y="4687570"/>
              <a:ext cx="838200" cy="849630"/>
            </a:xfrm>
            <a:custGeom>
              <a:avLst/>
              <a:gdLst/>
              <a:ahLst/>
              <a:cxnLst/>
              <a:rect l="l" t="t" r="r" b="b"/>
              <a:pathLst>
                <a:path w="838200" h="849629">
                  <a:moveTo>
                    <a:pt x="838200" y="849629"/>
                  </a:moveTo>
                  <a:lnTo>
                    <a:pt x="838200" y="0"/>
                  </a:lnTo>
                  <a:lnTo>
                    <a:pt x="0" y="415289"/>
                  </a:lnTo>
                  <a:lnTo>
                    <a:pt x="838200" y="849629"/>
                  </a:lnTo>
                  <a:close/>
                </a:path>
              </a:pathLst>
            </a:custGeom>
            <a:ln w="6469">
              <a:solidFill>
                <a:srgbClr val="DFAC1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6" name="object 813">
              <a:extLst>
                <a:ext uri="{FF2B5EF4-FFF2-40B4-BE49-F238E27FC236}">
                  <a16:creationId xmlns:a16="http://schemas.microsoft.com/office/drawing/2014/main" id="{5DA46556-437F-7F41-0E1F-ECAD210EE0A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40530" y="4093210"/>
              <a:ext cx="596900" cy="861059"/>
            </a:xfrm>
            <a:prstGeom prst="rect">
              <a:avLst/>
            </a:prstGeom>
          </p:spPr>
        </p:pic>
        <p:sp>
          <p:nvSpPr>
            <p:cNvPr id="817" name="object 814">
              <a:extLst>
                <a:ext uri="{FF2B5EF4-FFF2-40B4-BE49-F238E27FC236}">
                  <a16:creationId xmlns:a16="http://schemas.microsoft.com/office/drawing/2014/main" id="{79A9C430-25F3-60A4-81A3-B2CE00EF1DE6}"/>
                </a:ext>
              </a:extLst>
            </p:cNvPr>
            <p:cNvSpPr/>
            <p:nvPr/>
          </p:nvSpPr>
          <p:spPr>
            <a:xfrm>
              <a:off x="4240530" y="4093210"/>
              <a:ext cx="595630" cy="859790"/>
            </a:xfrm>
            <a:custGeom>
              <a:avLst/>
              <a:gdLst/>
              <a:ahLst/>
              <a:cxnLst/>
              <a:rect l="l" t="t" r="r" b="b"/>
              <a:pathLst>
                <a:path w="595629" h="859789">
                  <a:moveTo>
                    <a:pt x="595630" y="859789"/>
                  </a:moveTo>
                  <a:lnTo>
                    <a:pt x="0" y="859789"/>
                  </a:lnTo>
                  <a:lnTo>
                    <a:pt x="0" y="0"/>
                  </a:lnTo>
                  <a:lnTo>
                    <a:pt x="595630" y="0"/>
                  </a:lnTo>
                  <a:lnTo>
                    <a:pt x="595630" y="85978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8" name="object 815">
              <a:extLst>
                <a:ext uri="{FF2B5EF4-FFF2-40B4-BE49-F238E27FC236}">
                  <a16:creationId xmlns:a16="http://schemas.microsoft.com/office/drawing/2014/main" id="{F3B400A0-84D8-3F1C-B994-66571B39F5A3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32910" y="3962400"/>
              <a:ext cx="612139" cy="132080"/>
            </a:xfrm>
            <a:prstGeom prst="rect">
              <a:avLst/>
            </a:prstGeom>
          </p:spPr>
        </p:pic>
        <p:sp>
          <p:nvSpPr>
            <p:cNvPr id="819" name="object 816">
              <a:extLst>
                <a:ext uri="{FF2B5EF4-FFF2-40B4-BE49-F238E27FC236}">
                  <a16:creationId xmlns:a16="http://schemas.microsoft.com/office/drawing/2014/main" id="{6783D374-2A76-BA8D-D1DA-7C19C538146A}"/>
                </a:ext>
              </a:extLst>
            </p:cNvPr>
            <p:cNvSpPr/>
            <p:nvPr/>
          </p:nvSpPr>
          <p:spPr>
            <a:xfrm>
              <a:off x="4232910" y="3962400"/>
              <a:ext cx="610870" cy="130810"/>
            </a:xfrm>
            <a:custGeom>
              <a:avLst/>
              <a:gdLst/>
              <a:ahLst/>
              <a:cxnLst/>
              <a:rect l="l" t="t" r="r" b="b"/>
              <a:pathLst>
                <a:path w="610870" h="130810">
                  <a:moveTo>
                    <a:pt x="514350" y="0"/>
                  </a:moveTo>
                  <a:lnTo>
                    <a:pt x="127000" y="0"/>
                  </a:lnTo>
                  <a:lnTo>
                    <a:pt x="0" y="130810"/>
                  </a:lnTo>
                  <a:lnTo>
                    <a:pt x="610869" y="130810"/>
                  </a:lnTo>
                  <a:lnTo>
                    <a:pt x="514350" y="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17">
              <a:extLst>
                <a:ext uri="{FF2B5EF4-FFF2-40B4-BE49-F238E27FC236}">
                  <a16:creationId xmlns:a16="http://schemas.microsoft.com/office/drawing/2014/main" id="{3F5BC826-5603-8F2E-4105-BF701267C6D5}"/>
                </a:ext>
              </a:extLst>
            </p:cNvPr>
            <p:cNvSpPr/>
            <p:nvPr/>
          </p:nvSpPr>
          <p:spPr>
            <a:xfrm>
              <a:off x="4315460" y="40995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18">
              <a:extLst>
                <a:ext uri="{FF2B5EF4-FFF2-40B4-BE49-F238E27FC236}">
                  <a16:creationId xmlns:a16="http://schemas.microsoft.com/office/drawing/2014/main" id="{8CED161F-3413-362D-81AE-FAC15C6BA301}"/>
                </a:ext>
              </a:extLst>
            </p:cNvPr>
            <p:cNvSpPr/>
            <p:nvPr/>
          </p:nvSpPr>
          <p:spPr>
            <a:xfrm>
              <a:off x="4315460" y="40995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97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2" name="object 819">
              <a:extLst>
                <a:ext uri="{FF2B5EF4-FFF2-40B4-BE49-F238E27FC236}">
                  <a16:creationId xmlns:a16="http://schemas.microsoft.com/office/drawing/2014/main" id="{8027043B-EE95-F588-299A-7BC1EA09CD2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87519" y="4099560"/>
              <a:ext cx="495300" cy="828039"/>
            </a:xfrm>
            <a:prstGeom prst="rect">
              <a:avLst/>
            </a:prstGeom>
          </p:spPr>
        </p:pic>
        <p:pic>
          <p:nvPicPr>
            <p:cNvPr id="823" name="object 820">
              <a:extLst>
                <a:ext uri="{FF2B5EF4-FFF2-40B4-BE49-F238E27FC236}">
                  <a16:creationId xmlns:a16="http://schemas.microsoft.com/office/drawing/2014/main" id="{DBB82D4B-76E6-F4FC-4D95-44668A837273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80535" y="4092575"/>
              <a:ext cx="726439" cy="840740"/>
            </a:xfrm>
            <a:prstGeom prst="rect">
              <a:avLst/>
            </a:prstGeom>
          </p:spPr>
        </p:pic>
      </p:grpSp>
      <p:grpSp>
        <p:nvGrpSpPr>
          <p:cNvPr id="825" name="object 822">
            <a:extLst>
              <a:ext uri="{FF2B5EF4-FFF2-40B4-BE49-F238E27FC236}">
                <a16:creationId xmlns:a16="http://schemas.microsoft.com/office/drawing/2014/main" id="{6DE62077-CFC9-89BF-14A9-4D8642EAA239}"/>
              </a:ext>
            </a:extLst>
          </p:cNvPr>
          <p:cNvGrpSpPr/>
          <p:nvPr/>
        </p:nvGrpSpPr>
        <p:grpSpPr>
          <a:xfrm>
            <a:off x="4032310" y="5584250"/>
            <a:ext cx="1022350" cy="915669"/>
            <a:chOff x="4032310" y="5584250"/>
            <a:chExt cx="1022350" cy="915669"/>
          </a:xfrm>
        </p:grpSpPr>
        <p:sp>
          <p:nvSpPr>
            <p:cNvPr id="826" name="object 823">
              <a:extLst>
                <a:ext uri="{FF2B5EF4-FFF2-40B4-BE49-F238E27FC236}">
                  <a16:creationId xmlns:a16="http://schemas.microsoft.com/office/drawing/2014/main" id="{08670910-C235-0E02-9EF4-2BBB807DF063}"/>
                </a:ext>
              </a:extLst>
            </p:cNvPr>
            <p:cNvSpPr/>
            <p:nvPr/>
          </p:nvSpPr>
          <p:spPr>
            <a:xfrm>
              <a:off x="4038600" y="5697232"/>
              <a:ext cx="20320" cy="692150"/>
            </a:xfrm>
            <a:custGeom>
              <a:avLst/>
              <a:gdLst/>
              <a:ahLst/>
              <a:cxnLst/>
              <a:rect l="l" t="t" r="r" b="b"/>
              <a:pathLst>
                <a:path w="20320" h="692150">
                  <a:moveTo>
                    <a:pt x="20320" y="688327"/>
                  </a:moveTo>
                  <a:lnTo>
                    <a:pt x="17780" y="688327"/>
                  </a:lnTo>
                  <a:lnTo>
                    <a:pt x="17780" y="689610"/>
                  </a:lnTo>
                  <a:lnTo>
                    <a:pt x="19050" y="689610"/>
                  </a:lnTo>
                  <a:lnTo>
                    <a:pt x="19050" y="692137"/>
                  </a:lnTo>
                  <a:lnTo>
                    <a:pt x="20320" y="692137"/>
                  </a:lnTo>
                  <a:lnTo>
                    <a:pt x="20320" y="688327"/>
                  </a:lnTo>
                  <a:close/>
                </a:path>
                <a:path w="20320" h="692150">
                  <a:moveTo>
                    <a:pt x="20320" y="681990"/>
                  </a:moveTo>
                  <a:lnTo>
                    <a:pt x="12700" y="681990"/>
                  </a:lnTo>
                  <a:lnTo>
                    <a:pt x="12700" y="683247"/>
                  </a:lnTo>
                  <a:lnTo>
                    <a:pt x="13970" y="683247"/>
                  </a:lnTo>
                  <a:lnTo>
                    <a:pt x="13970" y="687057"/>
                  </a:lnTo>
                  <a:lnTo>
                    <a:pt x="15240" y="687057"/>
                  </a:lnTo>
                  <a:lnTo>
                    <a:pt x="15240" y="688327"/>
                  </a:lnTo>
                  <a:lnTo>
                    <a:pt x="16510" y="688327"/>
                  </a:lnTo>
                  <a:lnTo>
                    <a:pt x="16510" y="687057"/>
                  </a:lnTo>
                  <a:lnTo>
                    <a:pt x="20320" y="687057"/>
                  </a:lnTo>
                  <a:lnTo>
                    <a:pt x="20320" y="681990"/>
                  </a:lnTo>
                  <a:close/>
                </a:path>
                <a:path w="20320" h="692150">
                  <a:moveTo>
                    <a:pt x="20320" y="675627"/>
                  </a:moveTo>
                  <a:lnTo>
                    <a:pt x="10160" y="675627"/>
                  </a:lnTo>
                  <a:lnTo>
                    <a:pt x="7620" y="675627"/>
                  </a:lnTo>
                  <a:lnTo>
                    <a:pt x="7620" y="676897"/>
                  </a:lnTo>
                  <a:lnTo>
                    <a:pt x="8890" y="676897"/>
                  </a:lnTo>
                  <a:lnTo>
                    <a:pt x="8890" y="679437"/>
                  </a:lnTo>
                  <a:lnTo>
                    <a:pt x="10160" y="679437"/>
                  </a:lnTo>
                  <a:lnTo>
                    <a:pt x="10160" y="680720"/>
                  </a:lnTo>
                  <a:lnTo>
                    <a:pt x="20320" y="680720"/>
                  </a:lnTo>
                  <a:lnTo>
                    <a:pt x="20320" y="675627"/>
                  </a:lnTo>
                  <a:close/>
                </a:path>
                <a:path w="20320" h="692150">
                  <a:moveTo>
                    <a:pt x="20320" y="668007"/>
                  </a:moveTo>
                  <a:lnTo>
                    <a:pt x="10160" y="668007"/>
                  </a:lnTo>
                  <a:lnTo>
                    <a:pt x="3810" y="668007"/>
                  </a:lnTo>
                  <a:lnTo>
                    <a:pt x="3810" y="670547"/>
                  </a:lnTo>
                  <a:lnTo>
                    <a:pt x="5080" y="670547"/>
                  </a:lnTo>
                  <a:lnTo>
                    <a:pt x="5080" y="674357"/>
                  </a:lnTo>
                  <a:lnTo>
                    <a:pt x="6350" y="674357"/>
                  </a:lnTo>
                  <a:lnTo>
                    <a:pt x="6350" y="675627"/>
                  </a:lnTo>
                  <a:lnTo>
                    <a:pt x="7620" y="675627"/>
                  </a:lnTo>
                  <a:lnTo>
                    <a:pt x="7620" y="674357"/>
                  </a:lnTo>
                  <a:lnTo>
                    <a:pt x="10160" y="674357"/>
                  </a:lnTo>
                  <a:lnTo>
                    <a:pt x="20320" y="674357"/>
                  </a:lnTo>
                  <a:lnTo>
                    <a:pt x="20320" y="668007"/>
                  </a:lnTo>
                  <a:close/>
                </a:path>
                <a:path w="20320" h="692150">
                  <a:moveTo>
                    <a:pt x="20320" y="664210"/>
                  </a:moveTo>
                  <a:lnTo>
                    <a:pt x="10160" y="664210"/>
                  </a:lnTo>
                  <a:lnTo>
                    <a:pt x="2540" y="664210"/>
                  </a:lnTo>
                  <a:lnTo>
                    <a:pt x="2540" y="668007"/>
                  </a:lnTo>
                  <a:lnTo>
                    <a:pt x="3810" y="668007"/>
                  </a:lnTo>
                  <a:lnTo>
                    <a:pt x="3810" y="666737"/>
                  </a:lnTo>
                  <a:lnTo>
                    <a:pt x="10160" y="666737"/>
                  </a:lnTo>
                  <a:lnTo>
                    <a:pt x="20320" y="666737"/>
                  </a:lnTo>
                  <a:lnTo>
                    <a:pt x="20320" y="664210"/>
                  </a:lnTo>
                  <a:close/>
                </a:path>
                <a:path w="20320" h="692150">
                  <a:moveTo>
                    <a:pt x="20320" y="21590"/>
                  </a:moveTo>
                  <a:lnTo>
                    <a:pt x="10160" y="21590"/>
                  </a:lnTo>
                  <a:lnTo>
                    <a:pt x="3810" y="21590"/>
                  </a:lnTo>
                  <a:lnTo>
                    <a:pt x="3810" y="22847"/>
                  </a:lnTo>
                  <a:lnTo>
                    <a:pt x="2540" y="22847"/>
                  </a:lnTo>
                  <a:lnTo>
                    <a:pt x="2540" y="26657"/>
                  </a:lnTo>
                  <a:lnTo>
                    <a:pt x="1270" y="26657"/>
                  </a:lnTo>
                  <a:lnTo>
                    <a:pt x="1270" y="30467"/>
                  </a:lnTo>
                  <a:lnTo>
                    <a:pt x="0" y="30467"/>
                  </a:lnTo>
                  <a:lnTo>
                    <a:pt x="0" y="659117"/>
                  </a:lnTo>
                  <a:lnTo>
                    <a:pt x="1270" y="659117"/>
                  </a:lnTo>
                  <a:lnTo>
                    <a:pt x="1270" y="662940"/>
                  </a:lnTo>
                  <a:lnTo>
                    <a:pt x="10160" y="662940"/>
                  </a:lnTo>
                  <a:lnTo>
                    <a:pt x="20320" y="662940"/>
                  </a:lnTo>
                  <a:lnTo>
                    <a:pt x="20320" y="21590"/>
                  </a:lnTo>
                  <a:close/>
                </a:path>
                <a:path w="20320" h="692150">
                  <a:moveTo>
                    <a:pt x="20320" y="19050"/>
                  </a:moveTo>
                  <a:lnTo>
                    <a:pt x="10160" y="19050"/>
                  </a:lnTo>
                  <a:lnTo>
                    <a:pt x="5080" y="19050"/>
                  </a:lnTo>
                  <a:lnTo>
                    <a:pt x="5080" y="20307"/>
                  </a:lnTo>
                  <a:lnTo>
                    <a:pt x="3810" y="20307"/>
                  </a:lnTo>
                  <a:lnTo>
                    <a:pt x="3810" y="21577"/>
                  </a:lnTo>
                  <a:lnTo>
                    <a:pt x="10160" y="21577"/>
                  </a:lnTo>
                  <a:lnTo>
                    <a:pt x="20320" y="21577"/>
                  </a:lnTo>
                  <a:lnTo>
                    <a:pt x="20320" y="19050"/>
                  </a:lnTo>
                  <a:close/>
                </a:path>
                <a:path w="20320" h="692150">
                  <a:moveTo>
                    <a:pt x="20320" y="8890"/>
                  </a:moveTo>
                  <a:lnTo>
                    <a:pt x="11430" y="8890"/>
                  </a:lnTo>
                  <a:lnTo>
                    <a:pt x="11430" y="10160"/>
                  </a:lnTo>
                  <a:lnTo>
                    <a:pt x="10160" y="10160"/>
                  </a:lnTo>
                  <a:lnTo>
                    <a:pt x="10160" y="11417"/>
                  </a:lnTo>
                  <a:lnTo>
                    <a:pt x="8890" y="11417"/>
                  </a:lnTo>
                  <a:lnTo>
                    <a:pt x="8890" y="12687"/>
                  </a:lnTo>
                  <a:lnTo>
                    <a:pt x="10160" y="12687"/>
                  </a:lnTo>
                  <a:lnTo>
                    <a:pt x="8890" y="12700"/>
                  </a:lnTo>
                  <a:lnTo>
                    <a:pt x="8890" y="13957"/>
                  </a:lnTo>
                  <a:lnTo>
                    <a:pt x="7620" y="13957"/>
                  </a:lnTo>
                  <a:lnTo>
                    <a:pt x="7620" y="15227"/>
                  </a:lnTo>
                  <a:lnTo>
                    <a:pt x="6350" y="15227"/>
                  </a:lnTo>
                  <a:lnTo>
                    <a:pt x="6350" y="17767"/>
                  </a:lnTo>
                  <a:lnTo>
                    <a:pt x="5080" y="17767"/>
                  </a:lnTo>
                  <a:lnTo>
                    <a:pt x="5080" y="19037"/>
                  </a:lnTo>
                  <a:lnTo>
                    <a:pt x="10160" y="19037"/>
                  </a:lnTo>
                  <a:lnTo>
                    <a:pt x="20320" y="19037"/>
                  </a:lnTo>
                  <a:lnTo>
                    <a:pt x="20320" y="8890"/>
                  </a:lnTo>
                  <a:close/>
                </a:path>
                <a:path w="20320" h="692150">
                  <a:moveTo>
                    <a:pt x="20320" y="6350"/>
                  </a:moveTo>
                  <a:lnTo>
                    <a:pt x="12700" y="6350"/>
                  </a:lnTo>
                  <a:lnTo>
                    <a:pt x="12700" y="8877"/>
                  </a:lnTo>
                  <a:lnTo>
                    <a:pt x="20320" y="8877"/>
                  </a:lnTo>
                  <a:lnTo>
                    <a:pt x="20320" y="6350"/>
                  </a:lnTo>
                  <a:close/>
                </a:path>
                <a:path w="20320" h="692150">
                  <a:moveTo>
                    <a:pt x="20320" y="2540"/>
                  </a:moveTo>
                  <a:lnTo>
                    <a:pt x="16510" y="2540"/>
                  </a:lnTo>
                  <a:lnTo>
                    <a:pt x="16510" y="3797"/>
                  </a:lnTo>
                  <a:lnTo>
                    <a:pt x="15240" y="3797"/>
                  </a:lnTo>
                  <a:lnTo>
                    <a:pt x="15240" y="5067"/>
                  </a:lnTo>
                  <a:lnTo>
                    <a:pt x="13970" y="5067"/>
                  </a:lnTo>
                  <a:lnTo>
                    <a:pt x="13970" y="6337"/>
                  </a:lnTo>
                  <a:lnTo>
                    <a:pt x="20320" y="6337"/>
                  </a:lnTo>
                  <a:lnTo>
                    <a:pt x="20320" y="2540"/>
                  </a:lnTo>
                  <a:close/>
                </a:path>
                <a:path w="20320" h="692150">
                  <a:moveTo>
                    <a:pt x="20320" y="0"/>
                  </a:moveTo>
                  <a:lnTo>
                    <a:pt x="19050" y="0"/>
                  </a:lnTo>
                  <a:lnTo>
                    <a:pt x="19050" y="1257"/>
                  </a:lnTo>
                  <a:lnTo>
                    <a:pt x="17780" y="1257"/>
                  </a:lnTo>
                  <a:lnTo>
                    <a:pt x="17780" y="2527"/>
                  </a:lnTo>
                  <a:lnTo>
                    <a:pt x="20320" y="2527"/>
                  </a:lnTo>
                  <a:lnTo>
                    <a:pt x="20320" y="0"/>
                  </a:lnTo>
                  <a:close/>
                </a:path>
              </a:pathLst>
            </a:custGeom>
            <a:solidFill>
              <a:srgbClr val="9090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4">
              <a:extLst>
                <a:ext uri="{FF2B5EF4-FFF2-40B4-BE49-F238E27FC236}">
                  <a16:creationId xmlns:a16="http://schemas.microsoft.com/office/drawing/2014/main" id="{CBFE0971-B872-F797-78A4-3CD909686CCE}"/>
                </a:ext>
              </a:extLst>
            </p:cNvPr>
            <p:cNvSpPr/>
            <p:nvPr/>
          </p:nvSpPr>
          <p:spPr>
            <a:xfrm>
              <a:off x="4058920" y="5688329"/>
              <a:ext cx="11430" cy="709930"/>
            </a:xfrm>
            <a:custGeom>
              <a:avLst/>
              <a:gdLst/>
              <a:ahLst/>
              <a:cxnLst/>
              <a:rect l="l" t="t" r="r" b="b"/>
              <a:pathLst>
                <a:path w="11429" h="709929">
                  <a:moveTo>
                    <a:pt x="11429" y="0"/>
                  </a:moveTo>
                  <a:lnTo>
                    <a:pt x="8889" y="0"/>
                  </a:lnTo>
                  <a:lnTo>
                    <a:pt x="8889" y="1270"/>
                  </a:lnTo>
                  <a:lnTo>
                    <a:pt x="7619" y="1270"/>
                  </a:lnTo>
                  <a:lnTo>
                    <a:pt x="7619" y="2540"/>
                  </a:lnTo>
                  <a:lnTo>
                    <a:pt x="11429" y="2540"/>
                  </a:lnTo>
                  <a:lnTo>
                    <a:pt x="11429" y="0"/>
                  </a:lnTo>
                  <a:close/>
                </a:path>
                <a:path w="11429" h="709929">
                  <a:moveTo>
                    <a:pt x="11429" y="2540"/>
                  </a:moveTo>
                  <a:lnTo>
                    <a:pt x="6350" y="2540"/>
                  </a:lnTo>
                  <a:lnTo>
                    <a:pt x="6350" y="3810"/>
                  </a:lnTo>
                  <a:lnTo>
                    <a:pt x="3809" y="3810"/>
                  </a:lnTo>
                  <a:lnTo>
                    <a:pt x="3809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709929">
                  <a:moveTo>
                    <a:pt x="11429" y="5080"/>
                  </a:moveTo>
                  <a:lnTo>
                    <a:pt x="2539" y="5080"/>
                  </a:lnTo>
                  <a:lnTo>
                    <a:pt x="2539" y="6350"/>
                  </a:lnTo>
                  <a:lnTo>
                    <a:pt x="1269" y="6350"/>
                  </a:lnTo>
                  <a:lnTo>
                    <a:pt x="1269" y="7620"/>
                  </a:lnTo>
                  <a:lnTo>
                    <a:pt x="0" y="762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709929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709929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709929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709929">
                  <a:moveTo>
                    <a:pt x="11429" y="17780"/>
                  </a:moveTo>
                  <a:lnTo>
                    <a:pt x="0" y="1778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17780"/>
                  </a:lnTo>
                  <a:close/>
                </a:path>
                <a:path w="11429" h="709929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709929">
                  <a:moveTo>
                    <a:pt x="11429" y="30480"/>
                  </a:moveTo>
                  <a:lnTo>
                    <a:pt x="0" y="30480"/>
                  </a:lnTo>
                  <a:lnTo>
                    <a:pt x="0" y="671830"/>
                  </a:lnTo>
                  <a:lnTo>
                    <a:pt x="11429" y="671830"/>
                  </a:lnTo>
                  <a:lnTo>
                    <a:pt x="11429" y="30480"/>
                  </a:lnTo>
                  <a:close/>
                </a:path>
                <a:path w="11429" h="709929">
                  <a:moveTo>
                    <a:pt x="11429" y="703580"/>
                  </a:moveTo>
                  <a:lnTo>
                    <a:pt x="5079" y="703580"/>
                  </a:lnTo>
                  <a:lnTo>
                    <a:pt x="5079" y="704850"/>
                  </a:lnTo>
                  <a:lnTo>
                    <a:pt x="6350" y="704850"/>
                  </a:lnTo>
                  <a:lnTo>
                    <a:pt x="6350" y="707390"/>
                  </a:lnTo>
                  <a:lnTo>
                    <a:pt x="8889" y="707390"/>
                  </a:lnTo>
                  <a:lnTo>
                    <a:pt x="8889" y="708660"/>
                  </a:lnTo>
                  <a:lnTo>
                    <a:pt x="10159" y="708660"/>
                  </a:lnTo>
                  <a:lnTo>
                    <a:pt x="10159" y="709930"/>
                  </a:lnTo>
                  <a:lnTo>
                    <a:pt x="11429" y="709930"/>
                  </a:lnTo>
                  <a:lnTo>
                    <a:pt x="11429" y="703580"/>
                  </a:lnTo>
                  <a:close/>
                </a:path>
                <a:path w="11429" h="709929">
                  <a:moveTo>
                    <a:pt x="3809" y="702310"/>
                  </a:moveTo>
                  <a:lnTo>
                    <a:pt x="2539" y="702310"/>
                  </a:lnTo>
                  <a:lnTo>
                    <a:pt x="2539" y="703580"/>
                  </a:lnTo>
                  <a:lnTo>
                    <a:pt x="3809" y="703580"/>
                  </a:lnTo>
                  <a:lnTo>
                    <a:pt x="3809" y="702310"/>
                  </a:lnTo>
                  <a:close/>
                </a:path>
                <a:path w="11429" h="709929">
                  <a:moveTo>
                    <a:pt x="11429" y="697230"/>
                  </a:moveTo>
                  <a:lnTo>
                    <a:pt x="0" y="697230"/>
                  </a:lnTo>
                  <a:lnTo>
                    <a:pt x="0" y="701040"/>
                  </a:lnTo>
                  <a:lnTo>
                    <a:pt x="1269" y="701040"/>
                  </a:lnTo>
                  <a:lnTo>
                    <a:pt x="1269" y="702310"/>
                  </a:lnTo>
                  <a:lnTo>
                    <a:pt x="11429" y="702310"/>
                  </a:lnTo>
                  <a:lnTo>
                    <a:pt x="11429" y="697230"/>
                  </a:lnTo>
                  <a:close/>
                </a:path>
                <a:path w="11429" h="709929">
                  <a:moveTo>
                    <a:pt x="11429" y="690880"/>
                  </a:moveTo>
                  <a:lnTo>
                    <a:pt x="0" y="690880"/>
                  </a:lnTo>
                  <a:lnTo>
                    <a:pt x="0" y="695960"/>
                  </a:lnTo>
                  <a:lnTo>
                    <a:pt x="11429" y="695960"/>
                  </a:lnTo>
                  <a:lnTo>
                    <a:pt x="11429" y="690880"/>
                  </a:lnTo>
                  <a:close/>
                </a:path>
                <a:path w="11429" h="709929">
                  <a:moveTo>
                    <a:pt x="11429" y="684530"/>
                  </a:moveTo>
                  <a:lnTo>
                    <a:pt x="0" y="684530"/>
                  </a:lnTo>
                  <a:lnTo>
                    <a:pt x="0" y="689610"/>
                  </a:lnTo>
                  <a:lnTo>
                    <a:pt x="11429" y="689610"/>
                  </a:lnTo>
                  <a:lnTo>
                    <a:pt x="11429" y="684530"/>
                  </a:lnTo>
                  <a:close/>
                </a:path>
                <a:path w="11429" h="709929">
                  <a:moveTo>
                    <a:pt x="11429" y="676910"/>
                  </a:moveTo>
                  <a:lnTo>
                    <a:pt x="0" y="676910"/>
                  </a:lnTo>
                  <a:lnTo>
                    <a:pt x="0" y="683260"/>
                  </a:lnTo>
                  <a:lnTo>
                    <a:pt x="11429" y="683260"/>
                  </a:lnTo>
                  <a:lnTo>
                    <a:pt x="11429" y="676910"/>
                  </a:lnTo>
                  <a:close/>
                </a:path>
                <a:path w="11429" h="709929">
                  <a:moveTo>
                    <a:pt x="11429" y="673100"/>
                  </a:moveTo>
                  <a:lnTo>
                    <a:pt x="0" y="673100"/>
                  </a:lnTo>
                  <a:lnTo>
                    <a:pt x="0" y="675640"/>
                  </a:lnTo>
                  <a:lnTo>
                    <a:pt x="11429" y="675640"/>
                  </a:lnTo>
                  <a:lnTo>
                    <a:pt x="11429" y="673100"/>
                  </a:lnTo>
                  <a:close/>
                </a:path>
              </a:pathLst>
            </a:custGeom>
            <a:solidFill>
              <a:srgbClr val="8F8F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5">
              <a:extLst>
                <a:ext uri="{FF2B5EF4-FFF2-40B4-BE49-F238E27FC236}">
                  <a16:creationId xmlns:a16="http://schemas.microsoft.com/office/drawing/2014/main" id="{6EB799EE-DD42-FD93-4F84-AA7519B4E793}"/>
                </a:ext>
              </a:extLst>
            </p:cNvPr>
            <p:cNvSpPr/>
            <p:nvPr/>
          </p:nvSpPr>
          <p:spPr>
            <a:xfrm>
              <a:off x="4070350" y="5680709"/>
              <a:ext cx="10160" cy="725170"/>
            </a:xfrm>
            <a:custGeom>
              <a:avLst/>
              <a:gdLst/>
              <a:ahLst/>
              <a:cxnLst/>
              <a:rect l="l" t="t" r="r" b="b"/>
              <a:pathLst>
                <a:path w="10160" h="725170">
                  <a:moveTo>
                    <a:pt x="1016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6350" y="1269"/>
                  </a:lnTo>
                  <a:lnTo>
                    <a:pt x="6350" y="2539"/>
                  </a:lnTo>
                  <a:lnTo>
                    <a:pt x="5079" y="2539"/>
                  </a:lnTo>
                  <a:lnTo>
                    <a:pt x="5079" y="3809"/>
                  </a:lnTo>
                  <a:lnTo>
                    <a:pt x="10160" y="3809"/>
                  </a:lnTo>
                  <a:lnTo>
                    <a:pt x="10160" y="0"/>
                  </a:lnTo>
                  <a:close/>
                </a:path>
                <a:path w="10160" h="725170">
                  <a:moveTo>
                    <a:pt x="10160" y="3809"/>
                  </a:moveTo>
                  <a:lnTo>
                    <a:pt x="2539" y="3809"/>
                  </a:lnTo>
                  <a:lnTo>
                    <a:pt x="2539" y="5079"/>
                  </a:lnTo>
                  <a:lnTo>
                    <a:pt x="1270" y="5079"/>
                  </a:lnTo>
                  <a:lnTo>
                    <a:pt x="1270" y="6349"/>
                  </a:lnTo>
                  <a:lnTo>
                    <a:pt x="10160" y="6349"/>
                  </a:lnTo>
                  <a:lnTo>
                    <a:pt x="10160" y="3809"/>
                  </a:lnTo>
                  <a:close/>
                </a:path>
                <a:path w="10160" h="725170">
                  <a:moveTo>
                    <a:pt x="10160" y="6350"/>
                  </a:moveTo>
                  <a:lnTo>
                    <a:pt x="0" y="6350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6350"/>
                  </a:lnTo>
                  <a:close/>
                </a:path>
                <a:path w="10160" h="725170">
                  <a:moveTo>
                    <a:pt x="1016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2700"/>
                  </a:lnTo>
                  <a:close/>
                </a:path>
                <a:path w="10160" h="725170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725170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725170">
                  <a:moveTo>
                    <a:pt x="1016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2859"/>
                  </a:lnTo>
                  <a:close/>
                </a:path>
                <a:path w="10160" h="725170">
                  <a:moveTo>
                    <a:pt x="10160" y="25400"/>
                  </a:moveTo>
                  <a:lnTo>
                    <a:pt x="0" y="2540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25400"/>
                  </a:lnTo>
                  <a:close/>
                </a:path>
                <a:path w="10160" h="725170">
                  <a:moveTo>
                    <a:pt x="10160" y="35560"/>
                  </a:moveTo>
                  <a:lnTo>
                    <a:pt x="0" y="35560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5560"/>
                  </a:lnTo>
                  <a:close/>
                </a:path>
                <a:path w="10160" h="725170">
                  <a:moveTo>
                    <a:pt x="10160" y="38100"/>
                  </a:moveTo>
                  <a:lnTo>
                    <a:pt x="0" y="38100"/>
                  </a:lnTo>
                  <a:lnTo>
                    <a:pt x="0" y="679449"/>
                  </a:lnTo>
                  <a:lnTo>
                    <a:pt x="10160" y="679449"/>
                  </a:lnTo>
                  <a:lnTo>
                    <a:pt x="10160" y="38100"/>
                  </a:lnTo>
                  <a:close/>
                </a:path>
                <a:path w="10160" h="725170">
                  <a:moveTo>
                    <a:pt x="10160" y="723899"/>
                  </a:moveTo>
                  <a:lnTo>
                    <a:pt x="8889" y="723899"/>
                  </a:lnTo>
                  <a:lnTo>
                    <a:pt x="8889" y="725169"/>
                  </a:lnTo>
                  <a:lnTo>
                    <a:pt x="10160" y="725169"/>
                  </a:lnTo>
                  <a:lnTo>
                    <a:pt x="10160" y="723899"/>
                  </a:lnTo>
                  <a:close/>
                </a:path>
                <a:path w="10160" h="725170">
                  <a:moveTo>
                    <a:pt x="7620" y="722629"/>
                  </a:moveTo>
                  <a:lnTo>
                    <a:pt x="6350" y="722629"/>
                  </a:lnTo>
                  <a:lnTo>
                    <a:pt x="6350" y="723899"/>
                  </a:lnTo>
                  <a:lnTo>
                    <a:pt x="7620" y="723899"/>
                  </a:lnTo>
                  <a:lnTo>
                    <a:pt x="7620" y="722629"/>
                  </a:lnTo>
                  <a:close/>
                </a:path>
                <a:path w="10160" h="725170">
                  <a:moveTo>
                    <a:pt x="10160" y="717549"/>
                  </a:moveTo>
                  <a:lnTo>
                    <a:pt x="1270" y="717549"/>
                  </a:lnTo>
                  <a:lnTo>
                    <a:pt x="1270" y="718819"/>
                  </a:lnTo>
                  <a:lnTo>
                    <a:pt x="2539" y="718819"/>
                  </a:lnTo>
                  <a:lnTo>
                    <a:pt x="2539" y="721360"/>
                  </a:lnTo>
                  <a:lnTo>
                    <a:pt x="5079" y="721360"/>
                  </a:lnTo>
                  <a:lnTo>
                    <a:pt x="5079" y="722629"/>
                  </a:lnTo>
                  <a:lnTo>
                    <a:pt x="10160" y="722629"/>
                  </a:lnTo>
                  <a:lnTo>
                    <a:pt x="10160" y="717549"/>
                  </a:lnTo>
                  <a:close/>
                </a:path>
                <a:path w="10160" h="725170">
                  <a:moveTo>
                    <a:pt x="10160" y="711199"/>
                  </a:moveTo>
                  <a:lnTo>
                    <a:pt x="0" y="711199"/>
                  </a:lnTo>
                  <a:lnTo>
                    <a:pt x="0" y="716279"/>
                  </a:lnTo>
                  <a:lnTo>
                    <a:pt x="10160" y="716279"/>
                  </a:lnTo>
                  <a:lnTo>
                    <a:pt x="10160" y="711199"/>
                  </a:lnTo>
                  <a:close/>
                </a:path>
                <a:path w="10160" h="725170">
                  <a:moveTo>
                    <a:pt x="10160" y="704849"/>
                  </a:moveTo>
                  <a:lnTo>
                    <a:pt x="0" y="704849"/>
                  </a:lnTo>
                  <a:lnTo>
                    <a:pt x="0" y="709930"/>
                  </a:lnTo>
                  <a:lnTo>
                    <a:pt x="10160" y="709930"/>
                  </a:lnTo>
                  <a:lnTo>
                    <a:pt x="10160" y="704849"/>
                  </a:lnTo>
                  <a:close/>
                </a:path>
                <a:path w="10160" h="725170">
                  <a:moveTo>
                    <a:pt x="10160" y="698499"/>
                  </a:moveTo>
                  <a:lnTo>
                    <a:pt x="0" y="698499"/>
                  </a:lnTo>
                  <a:lnTo>
                    <a:pt x="0" y="703579"/>
                  </a:lnTo>
                  <a:lnTo>
                    <a:pt x="10160" y="703579"/>
                  </a:lnTo>
                  <a:lnTo>
                    <a:pt x="10160" y="698499"/>
                  </a:lnTo>
                  <a:close/>
                </a:path>
                <a:path w="10160" h="725170">
                  <a:moveTo>
                    <a:pt x="10160" y="692149"/>
                  </a:moveTo>
                  <a:lnTo>
                    <a:pt x="0" y="692149"/>
                  </a:lnTo>
                  <a:lnTo>
                    <a:pt x="0" y="697230"/>
                  </a:lnTo>
                  <a:lnTo>
                    <a:pt x="10160" y="697230"/>
                  </a:lnTo>
                  <a:lnTo>
                    <a:pt x="10160" y="692149"/>
                  </a:lnTo>
                  <a:close/>
                </a:path>
                <a:path w="10160" h="725170">
                  <a:moveTo>
                    <a:pt x="10160" y="684529"/>
                  </a:moveTo>
                  <a:lnTo>
                    <a:pt x="0" y="684529"/>
                  </a:lnTo>
                  <a:lnTo>
                    <a:pt x="0" y="690879"/>
                  </a:lnTo>
                  <a:lnTo>
                    <a:pt x="10160" y="690879"/>
                  </a:lnTo>
                  <a:lnTo>
                    <a:pt x="10160" y="684529"/>
                  </a:lnTo>
                  <a:close/>
                </a:path>
                <a:path w="10160" h="725170">
                  <a:moveTo>
                    <a:pt x="10160" y="680719"/>
                  </a:moveTo>
                  <a:lnTo>
                    <a:pt x="0" y="680719"/>
                  </a:lnTo>
                  <a:lnTo>
                    <a:pt x="0" y="683259"/>
                  </a:lnTo>
                  <a:lnTo>
                    <a:pt x="10160" y="683259"/>
                  </a:lnTo>
                  <a:lnTo>
                    <a:pt x="10160" y="680719"/>
                  </a:lnTo>
                  <a:close/>
                </a:path>
              </a:pathLst>
            </a:custGeom>
            <a:solidFill>
              <a:srgbClr val="8E8E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6">
              <a:extLst>
                <a:ext uri="{FF2B5EF4-FFF2-40B4-BE49-F238E27FC236}">
                  <a16:creationId xmlns:a16="http://schemas.microsoft.com/office/drawing/2014/main" id="{2DCD69D2-7CCE-ED56-FF95-21410E2A43C3}"/>
                </a:ext>
              </a:extLst>
            </p:cNvPr>
            <p:cNvSpPr/>
            <p:nvPr/>
          </p:nvSpPr>
          <p:spPr>
            <a:xfrm>
              <a:off x="4080510" y="5674359"/>
              <a:ext cx="11430" cy="737870"/>
            </a:xfrm>
            <a:custGeom>
              <a:avLst/>
              <a:gdLst/>
              <a:ahLst/>
              <a:cxnLst/>
              <a:rect l="l" t="t" r="r" b="b"/>
              <a:pathLst>
                <a:path w="11429" h="737870">
                  <a:moveTo>
                    <a:pt x="11429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6350" y="1269"/>
                  </a:lnTo>
                  <a:lnTo>
                    <a:pt x="6350" y="2539"/>
                  </a:lnTo>
                  <a:lnTo>
                    <a:pt x="3810" y="2539"/>
                  </a:lnTo>
                  <a:lnTo>
                    <a:pt x="381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737870">
                  <a:moveTo>
                    <a:pt x="11429" y="3809"/>
                  </a:moveTo>
                  <a:lnTo>
                    <a:pt x="2539" y="3809"/>
                  </a:lnTo>
                  <a:lnTo>
                    <a:pt x="2539" y="5080"/>
                  </a:lnTo>
                  <a:lnTo>
                    <a:pt x="0" y="5080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737870">
                  <a:moveTo>
                    <a:pt x="11429" y="6350"/>
                  </a:moveTo>
                  <a:lnTo>
                    <a:pt x="0" y="635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6350"/>
                  </a:lnTo>
                  <a:close/>
                </a:path>
                <a:path w="11429" h="737870">
                  <a:moveTo>
                    <a:pt x="11429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2700"/>
                  </a:lnTo>
                  <a:close/>
                </a:path>
                <a:path w="11429" h="73787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73787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73787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73787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737870">
                  <a:moveTo>
                    <a:pt x="11429" y="31750"/>
                  </a:moveTo>
                  <a:lnTo>
                    <a:pt x="0" y="3175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1750"/>
                  </a:lnTo>
                  <a:close/>
                </a:path>
                <a:path w="11429" h="737870">
                  <a:moveTo>
                    <a:pt x="11429" y="41910"/>
                  </a:moveTo>
                  <a:lnTo>
                    <a:pt x="0" y="41910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10"/>
                  </a:lnTo>
                  <a:close/>
                </a:path>
                <a:path w="11429" h="737870">
                  <a:moveTo>
                    <a:pt x="11429" y="44450"/>
                  </a:moveTo>
                  <a:lnTo>
                    <a:pt x="0" y="44450"/>
                  </a:lnTo>
                  <a:lnTo>
                    <a:pt x="0" y="685799"/>
                  </a:lnTo>
                  <a:lnTo>
                    <a:pt x="11429" y="685799"/>
                  </a:lnTo>
                  <a:lnTo>
                    <a:pt x="11429" y="44450"/>
                  </a:lnTo>
                  <a:close/>
                </a:path>
                <a:path w="11429" h="737870">
                  <a:moveTo>
                    <a:pt x="11429" y="736599"/>
                  </a:moveTo>
                  <a:lnTo>
                    <a:pt x="10160" y="736599"/>
                  </a:lnTo>
                  <a:lnTo>
                    <a:pt x="10160" y="737869"/>
                  </a:lnTo>
                  <a:lnTo>
                    <a:pt x="11429" y="737869"/>
                  </a:lnTo>
                  <a:lnTo>
                    <a:pt x="11429" y="736599"/>
                  </a:lnTo>
                  <a:close/>
                </a:path>
                <a:path w="11429" h="737870">
                  <a:moveTo>
                    <a:pt x="7620" y="735329"/>
                  </a:moveTo>
                  <a:lnTo>
                    <a:pt x="5079" y="735329"/>
                  </a:lnTo>
                  <a:lnTo>
                    <a:pt x="5079" y="736599"/>
                  </a:lnTo>
                  <a:lnTo>
                    <a:pt x="7619" y="736599"/>
                  </a:lnTo>
                  <a:lnTo>
                    <a:pt x="7620" y="735329"/>
                  </a:lnTo>
                  <a:close/>
                </a:path>
                <a:path w="11429" h="737870">
                  <a:moveTo>
                    <a:pt x="11429" y="730249"/>
                  </a:moveTo>
                  <a:lnTo>
                    <a:pt x="0" y="730249"/>
                  </a:lnTo>
                  <a:lnTo>
                    <a:pt x="0" y="731519"/>
                  </a:lnTo>
                  <a:lnTo>
                    <a:pt x="1269" y="731519"/>
                  </a:lnTo>
                  <a:lnTo>
                    <a:pt x="1269" y="734059"/>
                  </a:lnTo>
                  <a:lnTo>
                    <a:pt x="3810" y="734059"/>
                  </a:lnTo>
                  <a:lnTo>
                    <a:pt x="3810" y="735329"/>
                  </a:lnTo>
                  <a:lnTo>
                    <a:pt x="11429" y="735329"/>
                  </a:lnTo>
                  <a:lnTo>
                    <a:pt x="11429" y="730249"/>
                  </a:lnTo>
                  <a:close/>
                </a:path>
                <a:path w="11429" h="737870">
                  <a:moveTo>
                    <a:pt x="11429" y="723899"/>
                  </a:moveTo>
                  <a:lnTo>
                    <a:pt x="0" y="723899"/>
                  </a:lnTo>
                  <a:lnTo>
                    <a:pt x="0" y="728979"/>
                  </a:lnTo>
                  <a:lnTo>
                    <a:pt x="11429" y="728979"/>
                  </a:lnTo>
                  <a:lnTo>
                    <a:pt x="11429" y="723899"/>
                  </a:lnTo>
                  <a:close/>
                </a:path>
                <a:path w="11429" h="737870">
                  <a:moveTo>
                    <a:pt x="11429" y="717549"/>
                  </a:moveTo>
                  <a:lnTo>
                    <a:pt x="0" y="717549"/>
                  </a:lnTo>
                  <a:lnTo>
                    <a:pt x="0" y="722629"/>
                  </a:lnTo>
                  <a:lnTo>
                    <a:pt x="11429" y="722629"/>
                  </a:lnTo>
                  <a:lnTo>
                    <a:pt x="11429" y="717549"/>
                  </a:lnTo>
                  <a:close/>
                </a:path>
                <a:path w="11429" h="737870">
                  <a:moveTo>
                    <a:pt x="11429" y="711199"/>
                  </a:moveTo>
                  <a:lnTo>
                    <a:pt x="0" y="711199"/>
                  </a:lnTo>
                  <a:lnTo>
                    <a:pt x="0" y="716280"/>
                  </a:lnTo>
                  <a:lnTo>
                    <a:pt x="11429" y="716280"/>
                  </a:lnTo>
                  <a:lnTo>
                    <a:pt x="11429" y="711199"/>
                  </a:lnTo>
                  <a:close/>
                </a:path>
                <a:path w="11429" h="737870">
                  <a:moveTo>
                    <a:pt x="11429" y="704849"/>
                  </a:moveTo>
                  <a:lnTo>
                    <a:pt x="0" y="704849"/>
                  </a:lnTo>
                  <a:lnTo>
                    <a:pt x="0" y="709929"/>
                  </a:lnTo>
                  <a:lnTo>
                    <a:pt x="11429" y="709929"/>
                  </a:lnTo>
                  <a:lnTo>
                    <a:pt x="11429" y="704849"/>
                  </a:lnTo>
                  <a:close/>
                </a:path>
                <a:path w="11429" h="737870">
                  <a:moveTo>
                    <a:pt x="11429" y="698499"/>
                  </a:moveTo>
                  <a:lnTo>
                    <a:pt x="0" y="698499"/>
                  </a:lnTo>
                  <a:lnTo>
                    <a:pt x="0" y="703580"/>
                  </a:lnTo>
                  <a:lnTo>
                    <a:pt x="11429" y="703580"/>
                  </a:lnTo>
                  <a:lnTo>
                    <a:pt x="11429" y="698499"/>
                  </a:lnTo>
                  <a:close/>
                </a:path>
                <a:path w="11429" h="737870">
                  <a:moveTo>
                    <a:pt x="11429" y="690879"/>
                  </a:moveTo>
                  <a:lnTo>
                    <a:pt x="0" y="690879"/>
                  </a:lnTo>
                  <a:lnTo>
                    <a:pt x="0" y="697229"/>
                  </a:lnTo>
                  <a:lnTo>
                    <a:pt x="11429" y="697229"/>
                  </a:lnTo>
                  <a:lnTo>
                    <a:pt x="11429" y="690879"/>
                  </a:lnTo>
                  <a:close/>
                </a:path>
                <a:path w="11429" h="737870">
                  <a:moveTo>
                    <a:pt x="11429" y="687069"/>
                  </a:moveTo>
                  <a:lnTo>
                    <a:pt x="0" y="687069"/>
                  </a:lnTo>
                  <a:lnTo>
                    <a:pt x="0" y="689609"/>
                  </a:lnTo>
                  <a:lnTo>
                    <a:pt x="11429" y="689609"/>
                  </a:lnTo>
                  <a:lnTo>
                    <a:pt x="11429" y="687069"/>
                  </a:lnTo>
                  <a:close/>
                </a:path>
              </a:pathLst>
            </a:custGeom>
            <a:solidFill>
              <a:srgbClr val="8E8E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27">
              <a:extLst>
                <a:ext uri="{FF2B5EF4-FFF2-40B4-BE49-F238E27FC236}">
                  <a16:creationId xmlns:a16="http://schemas.microsoft.com/office/drawing/2014/main" id="{CC264B3A-3E2C-38CC-B28C-6F693F493DCF}"/>
                </a:ext>
              </a:extLst>
            </p:cNvPr>
            <p:cNvSpPr/>
            <p:nvPr/>
          </p:nvSpPr>
          <p:spPr>
            <a:xfrm>
              <a:off x="4091940" y="5668009"/>
              <a:ext cx="10160" cy="750570"/>
            </a:xfrm>
            <a:custGeom>
              <a:avLst/>
              <a:gdLst/>
              <a:ahLst/>
              <a:cxnLst/>
              <a:rect l="l" t="t" r="r" b="b"/>
              <a:pathLst>
                <a:path w="10160" h="750570">
                  <a:moveTo>
                    <a:pt x="1016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6350" y="1269"/>
                  </a:lnTo>
                  <a:lnTo>
                    <a:pt x="6350" y="2539"/>
                  </a:lnTo>
                  <a:lnTo>
                    <a:pt x="3810" y="2539"/>
                  </a:lnTo>
                  <a:lnTo>
                    <a:pt x="3810" y="3809"/>
                  </a:lnTo>
                  <a:lnTo>
                    <a:pt x="10160" y="3809"/>
                  </a:lnTo>
                  <a:lnTo>
                    <a:pt x="10160" y="0"/>
                  </a:lnTo>
                  <a:close/>
                </a:path>
                <a:path w="10160" h="750570">
                  <a:moveTo>
                    <a:pt x="10160" y="3809"/>
                  </a:moveTo>
                  <a:lnTo>
                    <a:pt x="1270" y="3809"/>
                  </a:lnTo>
                  <a:lnTo>
                    <a:pt x="1270" y="5079"/>
                  </a:lnTo>
                  <a:lnTo>
                    <a:pt x="0" y="507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3809"/>
                  </a:lnTo>
                  <a:close/>
                </a:path>
                <a:path w="10160" h="750570">
                  <a:moveTo>
                    <a:pt x="10160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2700"/>
                  </a:lnTo>
                  <a:close/>
                </a:path>
                <a:path w="10160" h="750570">
                  <a:moveTo>
                    <a:pt x="10160" y="19050"/>
                  </a:moveTo>
                  <a:lnTo>
                    <a:pt x="0" y="19050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19050"/>
                  </a:lnTo>
                  <a:close/>
                </a:path>
                <a:path w="10160" h="750570">
                  <a:moveTo>
                    <a:pt x="1016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5400"/>
                  </a:lnTo>
                  <a:close/>
                </a:path>
                <a:path w="10160" h="750570">
                  <a:moveTo>
                    <a:pt x="1016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9209"/>
                  </a:lnTo>
                  <a:close/>
                </a:path>
                <a:path w="10160" h="750570">
                  <a:moveTo>
                    <a:pt x="1016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1750"/>
                  </a:lnTo>
                  <a:close/>
                </a:path>
                <a:path w="10160" h="750570">
                  <a:moveTo>
                    <a:pt x="1016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5559"/>
                  </a:lnTo>
                  <a:close/>
                </a:path>
                <a:path w="10160" h="750570">
                  <a:moveTo>
                    <a:pt x="10160" y="38100"/>
                  </a:moveTo>
                  <a:lnTo>
                    <a:pt x="0" y="3810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38100"/>
                  </a:lnTo>
                  <a:close/>
                </a:path>
                <a:path w="10160" h="750570">
                  <a:moveTo>
                    <a:pt x="10160" y="48260"/>
                  </a:moveTo>
                  <a:lnTo>
                    <a:pt x="0" y="48260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8260"/>
                  </a:lnTo>
                  <a:close/>
                </a:path>
                <a:path w="10160" h="750570">
                  <a:moveTo>
                    <a:pt x="10160" y="50800"/>
                  </a:moveTo>
                  <a:lnTo>
                    <a:pt x="0" y="50800"/>
                  </a:lnTo>
                  <a:lnTo>
                    <a:pt x="0" y="692149"/>
                  </a:lnTo>
                  <a:lnTo>
                    <a:pt x="10160" y="692149"/>
                  </a:lnTo>
                  <a:lnTo>
                    <a:pt x="10160" y="50800"/>
                  </a:lnTo>
                  <a:close/>
                </a:path>
                <a:path w="10160" h="750570">
                  <a:moveTo>
                    <a:pt x="10160" y="749299"/>
                  </a:moveTo>
                  <a:lnTo>
                    <a:pt x="8889" y="749299"/>
                  </a:lnTo>
                  <a:lnTo>
                    <a:pt x="8889" y="750569"/>
                  </a:lnTo>
                  <a:lnTo>
                    <a:pt x="10160" y="750569"/>
                  </a:lnTo>
                  <a:lnTo>
                    <a:pt x="10160" y="749299"/>
                  </a:lnTo>
                  <a:close/>
                </a:path>
                <a:path w="10160" h="750570">
                  <a:moveTo>
                    <a:pt x="7620" y="748029"/>
                  </a:moveTo>
                  <a:lnTo>
                    <a:pt x="5080" y="748029"/>
                  </a:lnTo>
                  <a:lnTo>
                    <a:pt x="5080" y="749299"/>
                  </a:lnTo>
                  <a:lnTo>
                    <a:pt x="7620" y="749299"/>
                  </a:lnTo>
                  <a:lnTo>
                    <a:pt x="7620" y="748029"/>
                  </a:lnTo>
                  <a:close/>
                </a:path>
                <a:path w="10160" h="750570">
                  <a:moveTo>
                    <a:pt x="10160" y="742949"/>
                  </a:moveTo>
                  <a:lnTo>
                    <a:pt x="0" y="742949"/>
                  </a:lnTo>
                  <a:lnTo>
                    <a:pt x="0" y="744220"/>
                  </a:lnTo>
                  <a:lnTo>
                    <a:pt x="1270" y="744220"/>
                  </a:lnTo>
                  <a:lnTo>
                    <a:pt x="1270" y="746759"/>
                  </a:lnTo>
                  <a:lnTo>
                    <a:pt x="2539" y="746759"/>
                  </a:lnTo>
                  <a:lnTo>
                    <a:pt x="2539" y="748029"/>
                  </a:lnTo>
                  <a:lnTo>
                    <a:pt x="10160" y="748029"/>
                  </a:lnTo>
                  <a:lnTo>
                    <a:pt x="10160" y="742949"/>
                  </a:lnTo>
                  <a:close/>
                </a:path>
                <a:path w="10160" h="750570">
                  <a:moveTo>
                    <a:pt x="10160" y="736599"/>
                  </a:moveTo>
                  <a:lnTo>
                    <a:pt x="0" y="736599"/>
                  </a:lnTo>
                  <a:lnTo>
                    <a:pt x="0" y="741679"/>
                  </a:lnTo>
                  <a:lnTo>
                    <a:pt x="10160" y="741679"/>
                  </a:lnTo>
                  <a:lnTo>
                    <a:pt x="10160" y="736599"/>
                  </a:lnTo>
                  <a:close/>
                </a:path>
                <a:path w="10160" h="750570">
                  <a:moveTo>
                    <a:pt x="10160" y="730249"/>
                  </a:moveTo>
                  <a:lnTo>
                    <a:pt x="0" y="730249"/>
                  </a:lnTo>
                  <a:lnTo>
                    <a:pt x="0" y="735329"/>
                  </a:lnTo>
                  <a:lnTo>
                    <a:pt x="10160" y="735329"/>
                  </a:lnTo>
                  <a:lnTo>
                    <a:pt x="10160" y="730249"/>
                  </a:lnTo>
                  <a:close/>
                </a:path>
                <a:path w="10160" h="750570">
                  <a:moveTo>
                    <a:pt x="10160" y="723899"/>
                  </a:moveTo>
                  <a:lnTo>
                    <a:pt x="0" y="723899"/>
                  </a:lnTo>
                  <a:lnTo>
                    <a:pt x="0" y="728979"/>
                  </a:lnTo>
                  <a:lnTo>
                    <a:pt x="10160" y="728979"/>
                  </a:lnTo>
                  <a:lnTo>
                    <a:pt x="10160" y="723899"/>
                  </a:lnTo>
                  <a:close/>
                </a:path>
                <a:path w="10160" h="750570">
                  <a:moveTo>
                    <a:pt x="10160" y="717549"/>
                  </a:moveTo>
                  <a:lnTo>
                    <a:pt x="0" y="717549"/>
                  </a:lnTo>
                  <a:lnTo>
                    <a:pt x="0" y="722630"/>
                  </a:lnTo>
                  <a:lnTo>
                    <a:pt x="10160" y="722630"/>
                  </a:lnTo>
                  <a:lnTo>
                    <a:pt x="10160" y="717549"/>
                  </a:lnTo>
                  <a:close/>
                </a:path>
                <a:path w="10160" h="750570">
                  <a:moveTo>
                    <a:pt x="10160" y="711199"/>
                  </a:moveTo>
                  <a:lnTo>
                    <a:pt x="0" y="711199"/>
                  </a:lnTo>
                  <a:lnTo>
                    <a:pt x="0" y="716279"/>
                  </a:lnTo>
                  <a:lnTo>
                    <a:pt x="10160" y="716279"/>
                  </a:lnTo>
                  <a:lnTo>
                    <a:pt x="10160" y="711199"/>
                  </a:lnTo>
                  <a:close/>
                </a:path>
                <a:path w="10160" h="750570">
                  <a:moveTo>
                    <a:pt x="10160" y="704849"/>
                  </a:moveTo>
                  <a:lnTo>
                    <a:pt x="0" y="704849"/>
                  </a:lnTo>
                  <a:lnTo>
                    <a:pt x="0" y="709930"/>
                  </a:lnTo>
                  <a:lnTo>
                    <a:pt x="10160" y="709930"/>
                  </a:lnTo>
                  <a:lnTo>
                    <a:pt x="10160" y="704849"/>
                  </a:lnTo>
                  <a:close/>
                </a:path>
                <a:path w="10160" h="750570">
                  <a:moveTo>
                    <a:pt x="10160" y="697229"/>
                  </a:moveTo>
                  <a:lnTo>
                    <a:pt x="0" y="697229"/>
                  </a:lnTo>
                  <a:lnTo>
                    <a:pt x="0" y="703579"/>
                  </a:lnTo>
                  <a:lnTo>
                    <a:pt x="10160" y="703579"/>
                  </a:lnTo>
                  <a:lnTo>
                    <a:pt x="10160" y="697229"/>
                  </a:lnTo>
                  <a:close/>
                </a:path>
                <a:path w="10160" h="750570">
                  <a:moveTo>
                    <a:pt x="10160" y="693419"/>
                  </a:moveTo>
                  <a:lnTo>
                    <a:pt x="0" y="693419"/>
                  </a:lnTo>
                  <a:lnTo>
                    <a:pt x="0" y="695959"/>
                  </a:lnTo>
                  <a:lnTo>
                    <a:pt x="10160" y="695959"/>
                  </a:lnTo>
                  <a:lnTo>
                    <a:pt x="10160" y="693419"/>
                  </a:lnTo>
                  <a:close/>
                </a:path>
              </a:pathLst>
            </a:custGeom>
            <a:solidFill>
              <a:srgbClr val="8D8D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28">
              <a:extLst>
                <a:ext uri="{FF2B5EF4-FFF2-40B4-BE49-F238E27FC236}">
                  <a16:creationId xmlns:a16="http://schemas.microsoft.com/office/drawing/2014/main" id="{BD13C5AC-D39B-52F7-4DA3-E8C6073D74FC}"/>
                </a:ext>
              </a:extLst>
            </p:cNvPr>
            <p:cNvSpPr/>
            <p:nvPr/>
          </p:nvSpPr>
          <p:spPr>
            <a:xfrm>
              <a:off x="4102100" y="5662929"/>
              <a:ext cx="11430" cy="760730"/>
            </a:xfrm>
            <a:custGeom>
              <a:avLst/>
              <a:gdLst/>
              <a:ahLst/>
              <a:cxnLst/>
              <a:rect l="l" t="t" r="r" b="b"/>
              <a:pathLst>
                <a:path w="11429" h="760729">
                  <a:moveTo>
                    <a:pt x="11429" y="0"/>
                  </a:moveTo>
                  <a:lnTo>
                    <a:pt x="8889" y="0"/>
                  </a:lnTo>
                  <a:lnTo>
                    <a:pt x="8889" y="1270"/>
                  </a:lnTo>
                  <a:lnTo>
                    <a:pt x="6350" y="1270"/>
                  </a:lnTo>
                  <a:lnTo>
                    <a:pt x="6350" y="2540"/>
                  </a:lnTo>
                  <a:lnTo>
                    <a:pt x="11429" y="2540"/>
                  </a:lnTo>
                  <a:lnTo>
                    <a:pt x="11429" y="0"/>
                  </a:lnTo>
                  <a:close/>
                </a:path>
                <a:path w="11429" h="760729">
                  <a:moveTo>
                    <a:pt x="11429" y="2540"/>
                  </a:moveTo>
                  <a:lnTo>
                    <a:pt x="3810" y="2540"/>
                  </a:lnTo>
                  <a:lnTo>
                    <a:pt x="3810" y="3810"/>
                  </a:lnTo>
                  <a:lnTo>
                    <a:pt x="1270" y="3810"/>
                  </a:lnTo>
                  <a:lnTo>
                    <a:pt x="127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760729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760729">
                  <a:moveTo>
                    <a:pt x="11429" y="8890"/>
                  </a:moveTo>
                  <a:lnTo>
                    <a:pt x="0" y="889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8890"/>
                  </a:lnTo>
                  <a:close/>
                </a:path>
                <a:path w="11429" h="760729">
                  <a:moveTo>
                    <a:pt x="1142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17780"/>
                  </a:lnTo>
                  <a:close/>
                </a:path>
                <a:path w="11429" h="760729">
                  <a:moveTo>
                    <a:pt x="1142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4130"/>
                  </a:lnTo>
                  <a:close/>
                </a:path>
                <a:path w="11429" h="760729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760729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760729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760729">
                  <a:moveTo>
                    <a:pt x="1142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40640"/>
                  </a:lnTo>
                  <a:close/>
                </a:path>
                <a:path w="11429" h="760729">
                  <a:moveTo>
                    <a:pt x="11429" y="43180"/>
                  </a:moveTo>
                  <a:lnTo>
                    <a:pt x="0" y="4318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3180"/>
                  </a:lnTo>
                  <a:close/>
                </a:path>
                <a:path w="11429" h="760729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760729">
                  <a:moveTo>
                    <a:pt x="11429" y="55880"/>
                  </a:moveTo>
                  <a:lnTo>
                    <a:pt x="0" y="55880"/>
                  </a:lnTo>
                  <a:lnTo>
                    <a:pt x="0" y="697230"/>
                  </a:lnTo>
                  <a:lnTo>
                    <a:pt x="11429" y="697230"/>
                  </a:lnTo>
                  <a:lnTo>
                    <a:pt x="11429" y="55880"/>
                  </a:lnTo>
                  <a:close/>
                </a:path>
                <a:path w="11429" h="760729">
                  <a:moveTo>
                    <a:pt x="8889" y="759460"/>
                  </a:moveTo>
                  <a:lnTo>
                    <a:pt x="6350" y="759460"/>
                  </a:lnTo>
                  <a:lnTo>
                    <a:pt x="6350" y="760730"/>
                  </a:lnTo>
                  <a:lnTo>
                    <a:pt x="8889" y="760730"/>
                  </a:lnTo>
                  <a:lnTo>
                    <a:pt x="8889" y="759460"/>
                  </a:lnTo>
                  <a:close/>
                </a:path>
                <a:path w="11429" h="760729">
                  <a:moveTo>
                    <a:pt x="11429" y="754380"/>
                  </a:moveTo>
                  <a:lnTo>
                    <a:pt x="0" y="754380"/>
                  </a:lnTo>
                  <a:lnTo>
                    <a:pt x="0" y="755650"/>
                  </a:lnTo>
                  <a:lnTo>
                    <a:pt x="1270" y="755650"/>
                  </a:lnTo>
                  <a:lnTo>
                    <a:pt x="1270" y="758190"/>
                  </a:lnTo>
                  <a:lnTo>
                    <a:pt x="3810" y="758190"/>
                  </a:lnTo>
                  <a:lnTo>
                    <a:pt x="3810" y="759460"/>
                  </a:lnTo>
                  <a:lnTo>
                    <a:pt x="11429" y="759460"/>
                  </a:lnTo>
                  <a:lnTo>
                    <a:pt x="11429" y="754380"/>
                  </a:lnTo>
                  <a:close/>
                </a:path>
                <a:path w="11429" h="760729">
                  <a:moveTo>
                    <a:pt x="11429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1429" y="753110"/>
                  </a:lnTo>
                  <a:lnTo>
                    <a:pt x="11429" y="748030"/>
                  </a:lnTo>
                  <a:close/>
                </a:path>
                <a:path w="11429" h="760729">
                  <a:moveTo>
                    <a:pt x="11429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1429" y="746760"/>
                  </a:lnTo>
                  <a:lnTo>
                    <a:pt x="11429" y="741680"/>
                  </a:lnTo>
                  <a:close/>
                </a:path>
                <a:path w="11429" h="760729">
                  <a:moveTo>
                    <a:pt x="11429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1429" y="740410"/>
                  </a:lnTo>
                  <a:lnTo>
                    <a:pt x="11429" y="735330"/>
                  </a:lnTo>
                  <a:close/>
                </a:path>
                <a:path w="11429" h="760729">
                  <a:moveTo>
                    <a:pt x="11429" y="728980"/>
                  </a:moveTo>
                  <a:lnTo>
                    <a:pt x="0" y="728980"/>
                  </a:lnTo>
                  <a:lnTo>
                    <a:pt x="0" y="734060"/>
                  </a:lnTo>
                  <a:lnTo>
                    <a:pt x="11429" y="734060"/>
                  </a:lnTo>
                  <a:lnTo>
                    <a:pt x="11429" y="728980"/>
                  </a:lnTo>
                  <a:close/>
                </a:path>
                <a:path w="11429" h="760729">
                  <a:moveTo>
                    <a:pt x="11429" y="722630"/>
                  </a:moveTo>
                  <a:lnTo>
                    <a:pt x="0" y="722630"/>
                  </a:lnTo>
                  <a:lnTo>
                    <a:pt x="0" y="727710"/>
                  </a:lnTo>
                  <a:lnTo>
                    <a:pt x="11429" y="727710"/>
                  </a:lnTo>
                  <a:lnTo>
                    <a:pt x="11429" y="722630"/>
                  </a:lnTo>
                  <a:close/>
                </a:path>
                <a:path w="11429" h="760729">
                  <a:moveTo>
                    <a:pt x="11429" y="716280"/>
                  </a:moveTo>
                  <a:lnTo>
                    <a:pt x="0" y="716280"/>
                  </a:lnTo>
                  <a:lnTo>
                    <a:pt x="0" y="721360"/>
                  </a:lnTo>
                  <a:lnTo>
                    <a:pt x="11429" y="721360"/>
                  </a:lnTo>
                  <a:lnTo>
                    <a:pt x="11429" y="716280"/>
                  </a:lnTo>
                  <a:close/>
                </a:path>
                <a:path w="11429" h="760729">
                  <a:moveTo>
                    <a:pt x="11429" y="709930"/>
                  </a:moveTo>
                  <a:lnTo>
                    <a:pt x="0" y="709930"/>
                  </a:lnTo>
                  <a:lnTo>
                    <a:pt x="0" y="715010"/>
                  </a:lnTo>
                  <a:lnTo>
                    <a:pt x="11429" y="715010"/>
                  </a:lnTo>
                  <a:lnTo>
                    <a:pt x="11429" y="709930"/>
                  </a:lnTo>
                  <a:close/>
                </a:path>
                <a:path w="11429" h="760729">
                  <a:moveTo>
                    <a:pt x="11429" y="702310"/>
                  </a:moveTo>
                  <a:lnTo>
                    <a:pt x="0" y="702310"/>
                  </a:lnTo>
                  <a:lnTo>
                    <a:pt x="0" y="708660"/>
                  </a:lnTo>
                  <a:lnTo>
                    <a:pt x="11429" y="708660"/>
                  </a:lnTo>
                  <a:lnTo>
                    <a:pt x="11429" y="702310"/>
                  </a:lnTo>
                  <a:close/>
                </a:path>
                <a:path w="11429" h="760729">
                  <a:moveTo>
                    <a:pt x="11429" y="698500"/>
                  </a:moveTo>
                  <a:lnTo>
                    <a:pt x="0" y="698500"/>
                  </a:lnTo>
                  <a:lnTo>
                    <a:pt x="0" y="701040"/>
                  </a:lnTo>
                  <a:lnTo>
                    <a:pt x="11429" y="701040"/>
                  </a:lnTo>
                  <a:lnTo>
                    <a:pt x="11429" y="698500"/>
                  </a:lnTo>
                  <a:close/>
                </a:path>
              </a:pathLst>
            </a:custGeom>
            <a:solidFill>
              <a:srgbClr val="8C8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29">
              <a:extLst>
                <a:ext uri="{FF2B5EF4-FFF2-40B4-BE49-F238E27FC236}">
                  <a16:creationId xmlns:a16="http://schemas.microsoft.com/office/drawing/2014/main" id="{24BE2525-031B-E51C-9F1F-E4079E246258}"/>
                </a:ext>
              </a:extLst>
            </p:cNvPr>
            <p:cNvSpPr/>
            <p:nvPr/>
          </p:nvSpPr>
          <p:spPr>
            <a:xfrm>
              <a:off x="4113530" y="5657849"/>
              <a:ext cx="10160" cy="772160"/>
            </a:xfrm>
            <a:custGeom>
              <a:avLst/>
              <a:gdLst/>
              <a:ahLst/>
              <a:cxnLst/>
              <a:rect l="l" t="t" r="r" b="b"/>
              <a:pathLst>
                <a:path w="10160" h="772160">
                  <a:moveTo>
                    <a:pt x="1016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10160" y="1269"/>
                  </a:lnTo>
                  <a:lnTo>
                    <a:pt x="10160" y="0"/>
                  </a:lnTo>
                  <a:close/>
                </a:path>
                <a:path w="10160" h="772160">
                  <a:moveTo>
                    <a:pt x="10160" y="1270"/>
                  </a:moveTo>
                  <a:lnTo>
                    <a:pt x="5080" y="1270"/>
                  </a:lnTo>
                  <a:lnTo>
                    <a:pt x="508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0" y="381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1270"/>
                  </a:lnTo>
                  <a:close/>
                </a:path>
                <a:path w="10160" h="772160">
                  <a:moveTo>
                    <a:pt x="1016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0160" y="13969"/>
                  </a:lnTo>
                  <a:lnTo>
                    <a:pt x="10160" y="10160"/>
                  </a:lnTo>
                  <a:close/>
                </a:path>
                <a:path w="10160" h="772160">
                  <a:moveTo>
                    <a:pt x="10160" y="13970"/>
                  </a:moveTo>
                  <a:lnTo>
                    <a:pt x="0" y="1397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3970"/>
                  </a:lnTo>
                  <a:close/>
                </a:path>
                <a:path w="10160" h="772160">
                  <a:moveTo>
                    <a:pt x="10160" y="22860"/>
                  </a:moveTo>
                  <a:lnTo>
                    <a:pt x="0" y="2286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2860"/>
                  </a:lnTo>
                  <a:close/>
                </a:path>
                <a:path w="10160" h="772160">
                  <a:moveTo>
                    <a:pt x="10160" y="29210"/>
                  </a:moveTo>
                  <a:lnTo>
                    <a:pt x="0" y="2921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29210"/>
                  </a:lnTo>
                  <a:close/>
                </a:path>
                <a:path w="10160" h="772160">
                  <a:moveTo>
                    <a:pt x="1016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0160" y="39369"/>
                  </a:lnTo>
                  <a:lnTo>
                    <a:pt x="10160" y="35560"/>
                  </a:lnTo>
                  <a:close/>
                </a:path>
                <a:path w="10160" h="772160">
                  <a:moveTo>
                    <a:pt x="1016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9370"/>
                  </a:lnTo>
                  <a:close/>
                </a:path>
                <a:path w="10160" h="772160">
                  <a:moveTo>
                    <a:pt x="1016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0160" y="45719"/>
                  </a:lnTo>
                  <a:lnTo>
                    <a:pt x="10160" y="41910"/>
                  </a:lnTo>
                  <a:close/>
                </a:path>
                <a:path w="10160" h="772160">
                  <a:moveTo>
                    <a:pt x="1016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5720"/>
                  </a:lnTo>
                  <a:close/>
                </a:path>
                <a:path w="10160" h="772160">
                  <a:moveTo>
                    <a:pt x="10160" y="48260"/>
                  </a:moveTo>
                  <a:lnTo>
                    <a:pt x="0" y="48260"/>
                  </a:lnTo>
                  <a:lnTo>
                    <a:pt x="0" y="58419"/>
                  </a:lnTo>
                  <a:lnTo>
                    <a:pt x="10160" y="58419"/>
                  </a:lnTo>
                  <a:lnTo>
                    <a:pt x="10160" y="48260"/>
                  </a:lnTo>
                  <a:close/>
                </a:path>
                <a:path w="10160" h="772160">
                  <a:moveTo>
                    <a:pt x="10160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8420"/>
                  </a:lnTo>
                  <a:close/>
                </a:path>
                <a:path w="10160" h="772160">
                  <a:moveTo>
                    <a:pt x="10160" y="60960"/>
                  </a:moveTo>
                  <a:lnTo>
                    <a:pt x="0" y="60960"/>
                  </a:lnTo>
                  <a:lnTo>
                    <a:pt x="0" y="702310"/>
                  </a:lnTo>
                  <a:lnTo>
                    <a:pt x="10160" y="702310"/>
                  </a:lnTo>
                  <a:lnTo>
                    <a:pt x="10160" y="60960"/>
                  </a:lnTo>
                  <a:close/>
                </a:path>
                <a:path w="10160" h="772160">
                  <a:moveTo>
                    <a:pt x="10160" y="765810"/>
                  </a:moveTo>
                  <a:lnTo>
                    <a:pt x="0" y="765810"/>
                  </a:lnTo>
                  <a:lnTo>
                    <a:pt x="0" y="767080"/>
                  </a:lnTo>
                  <a:lnTo>
                    <a:pt x="2540" y="767080"/>
                  </a:lnTo>
                  <a:lnTo>
                    <a:pt x="2540" y="769620"/>
                  </a:lnTo>
                  <a:lnTo>
                    <a:pt x="5080" y="769620"/>
                  </a:lnTo>
                  <a:lnTo>
                    <a:pt x="5080" y="770890"/>
                  </a:lnTo>
                  <a:lnTo>
                    <a:pt x="7620" y="770890"/>
                  </a:lnTo>
                  <a:lnTo>
                    <a:pt x="7620" y="772160"/>
                  </a:lnTo>
                  <a:lnTo>
                    <a:pt x="10160" y="772160"/>
                  </a:lnTo>
                  <a:lnTo>
                    <a:pt x="10160" y="765810"/>
                  </a:lnTo>
                  <a:close/>
                </a:path>
                <a:path w="10160" h="772160">
                  <a:moveTo>
                    <a:pt x="10160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0160" y="764540"/>
                  </a:lnTo>
                  <a:lnTo>
                    <a:pt x="10160" y="759460"/>
                  </a:lnTo>
                  <a:close/>
                </a:path>
                <a:path w="10160" h="772160">
                  <a:moveTo>
                    <a:pt x="10160" y="753110"/>
                  </a:moveTo>
                  <a:lnTo>
                    <a:pt x="0" y="753110"/>
                  </a:lnTo>
                  <a:lnTo>
                    <a:pt x="0" y="758190"/>
                  </a:lnTo>
                  <a:lnTo>
                    <a:pt x="10160" y="758190"/>
                  </a:lnTo>
                  <a:lnTo>
                    <a:pt x="10160" y="753110"/>
                  </a:lnTo>
                  <a:close/>
                </a:path>
                <a:path w="10160" h="772160">
                  <a:moveTo>
                    <a:pt x="10160" y="746760"/>
                  </a:moveTo>
                  <a:lnTo>
                    <a:pt x="0" y="746760"/>
                  </a:lnTo>
                  <a:lnTo>
                    <a:pt x="0" y="751840"/>
                  </a:lnTo>
                  <a:lnTo>
                    <a:pt x="10160" y="751840"/>
                  </a:lnTo>
                  <a:lnTo>
                    <a:pt x="10160" y="746760"/>
                  </a:lnTo>
                  <a:close/>
                </a:path>
                <a:path w="10160" h="772160">
                  <a:moveTo>
                    <a:pt x="10160" y="740410"/>
                  </a:moveTo>
                  <a:lnTo>
                    <a:pt x="0" y="740410"/>
                  </a:lnTo>
                  <a:lnTo>
                    <a:pt x="0" y="745490"/>
                  </a:lnTo>
                  <a:lnTo>
                    <a:pt x="10160" y="745490"/>
                  </a:lnTo>
                  <a:lnTo>
                    <a:pt x="10160" y="740410"/>
                  </a:lnTo>
                  <a:close/>
                </a:path>
                <a:path w="10160" h="772160">
                  <a:moveTo>
                    <a:pt x="10160" y="734060"/>
                  </a:moveTo>
                  <a:lnTo>
                    <a:pt x="0" y="734060"/>
                  </a:lnTo>
                  <a:lnTo>
                    <a:pt x="0" y="739140"/>
                  </a:lnTo>
                  <a:lnTo>
                    <a:pt x="10160" y="739140"/>
                  </a:lnTo>
                  <a:lnTo>
                    <a:pt x="10160" y="734060"/>
                  </a:lnTo>
                  <a:close/>
                </a:path>
                <a:path w="10160" h="772160">
                  <a:moveTo>
                    <a:pt x="10160" y="727710"/>
                  </a:moveTo>
                  <a:lnTo>
                    <a:pt x="0" y="727710"/>
                  </a:lnTo>
                  <a:lnTo>
                    <a:pt x="0" y="732790"/>
                  </a:lnTo>
                  <a:lnTo>
                    <a:pt x="10160" y="732790"/>
                  </a:lnTo>
                  <a:lnTo>
                    <a:pt x="10160" y="727710"/>
                  </a:lnTo>
                  <a:close/>
                </a:path>
                <a:path w="10160" h="772160">
                  <a:moveTo>
                    <a:pt x="10160" y="721360"/>
                  </a:moveTo>
                  <a:lnTo>
                    <a:pt x="0" y="721360"/>
                  </a:lnTo>
                  <a:lnTo>
                    <a:pt x="0" y="726440"/>
                  </a:lnTo>
                  <a:lnTo>
                    <a:pt x="10160" y="726440"/>
                  </a:lnTo>
                  <a:lnTo>
                    <a:pt x="10160" y="721360"/>
                  </a:lnTo>
                  <a:close/>
                </a:path>
                <a:path w="10160" h="772160">
                  <a:moveTo>
                    <a:pt x="10160" y="715010"/>
                  </a:moveTo>
                  <a:lnTo>
                    <a:pt x="0" y="715010"/>
                  </a:lnTo>
                  <a:lnTo>
                    <a:pt x="0" y="720090"/>
                  </a:lnTo>
                  <a:lnTo>
                    <a:pt x="10160" y="720090"/>
                  </a:lnTo>
                  <a:lnTo>
                    <a:pt x="10160" y="715010"/>
                  </a:lnTo>
                  <a:close/>
                </a:path>
                <a:path w="10160" h="772160">
                  <a:moveTo>
                    <a:pt x="10160" y="707390"/>
                  </a:moveTo>
                  <a:lnTo>
                    <a:pt x="0" y="707390"/>
                  </a:lnTo>
                  <a:lnTo>
                    <a:pt x="0" y="713740"/>
                  </a:lnTo>
                  <a:lnTo>
                    <a:pt x="10160" y="713740"/>
                  </a:lnTo>
                  <a:lnTo>
                    <a:pt x="10160" y="707390"/>
                  </a:lnTo>
                  <a:close/>
                </a:path>
                <a:path w="10160" h="772160">
                  <a:moveTo>
                    <a:pt x="10160" y="703580"/>
                  </a:moveTo>
                  <a:lnTo>
                    <a:pt x="0" y="703580"/>
                  </a:lnTo>
                  <a:lnTo>
                    <a:pt x="0" y="706120"/>
                  </a:lnTo>
                  <a:lnTo>
                    <a:pt x="10160" y="706120"/>
                  </a:lnTo>
                  <a:lnTo>
                    <a:pt x="10160" y="703580"/>
                  </a:lnTo>
                  <a:close/>
                </a:path>
              </a:pathLst>
            </a:custGeom>
            <a:solidFill>
              <a:srgbClr val="8B8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0">
              <a:extLst>
                <a:ext uri="{FF2B5EF4-FFF2-40B4-BE49-F238E27FC236}">
                  <a16:creationId xmlns:a16="http://schemas.microsoft.com/office/drawing/2014/main" id="{458DA7A4-E6DF-2658-F119-A57338236950}"/>
                </a:ext>
              </a:extLst>
            </p:cNvPr>
            <p:cNvSpPr/>
            <p:nvPr/>
          </p:nvSpPr>
          <p:spPr>
            <a:xfrm>
              <a:off x="4123690" y="5652769"/>
              <a:ext cx="11430" cy="781050"/>
            </a:xfrm>
            <a:custGeom>
              <a:avLst/>
              <a:gdLst/>
              <a:ahLst/>
              <a:cxnLst/>
              <a:rect l="l" t="t" r="r" b="b"/>
              <a:pathLst>
                <a:path w="11429" h="781050">
                  <a:moveTo>
                    <a:pt x="11430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5080" y="1269"/>
                  </a:lnTo>
                  <a:lnTo>
                    <a:pt x="5080" y="2539"/>
                  </a:lnTo>
                  <a:lnTo>
                    <a:pt x="11430" y="2539"/>
                  </a:lnTo>
                  <a:lnTo>
                    <a:pt x="11430" y="0"/>
                  </a:lnTo>
                  <a:close/>
                </a:path>
                <a:path w="11429" h="781050">
                  <a:moveTo>
                    <a:pt x="11430" y="2539"/>
                  </a:moveTo>
                  <a:lnTo>
                    <a:pt x="1270" y="2539"/>
                  </a:lnTo>
                  <a:lnTo>
                    <a:pt x="1270" y="3809"/>
                  </a:lnTo>
                  <a:lnTo>
                    <a:pt x="0" y="380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781050">
                  <a:moveTo>
                    <a:pt x="11430" y="6349"/>
                  </a:moveTo>
                  <a:lnTo>
                    <a:pt x="0" y="634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6349"/>
                  </a:lnTo>
                  <a:close/>
                </a:path>
                <a:path w="11429" h="781050">
                  <a:moveTo>
                    <a:pt x="1143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39"/>
                  </a:lnTo>
                  <a:close/>
                </a:path>
                <a:path w="11429" h="781050">
                  <a:moveTo>
                    <a:pt x="11430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19049"/>
                  </a:lnTo>
                  <a:close/>
                </a:path>
                <a:path w="11429" h="781050">
                  <a:moveTo>
                    <a:pt x="11430" y="27939"/>
                  </a:moveTo>
                  <a:lnTo>
                    <a:pt x="0" y="27939"/>
                  </a:lnTo>
                  <a:lnTo>
                    <a:pt x="0" y="34289"/>
                  </a:lnTo>
                  <a:lnTo>
                    <a:pt x="11430" y="34289"/>
                  </a:lnTo>
                  <a:lnTo>
                    <a:pt x="11430" y="27939"/>
                  </a:lnTo>
                  <a:close/>
                </a:path>
                <a:path w="11429" h="781050">
                  <a:moveTo>
                    <a:pt x="11430" y="34290"/>
                  </a:moveTo>
                  <a:lnTo>
                    <a:pt x="0" y="34290"/>
                  </a:lnTo>
                  <a:lnTo>
                    <a:pt x="0" y="40639"/>
                  </a:lnTo>
                  <a:lnTo>
                    <a:pt x="11430" y="40639"/>
                  </a:lnTo>
                  <a:lnTo>
                    <a:pt x="11430" y="34290"/>
                  </a:lnTo>
                  <a:close/>
                </a:path>
                <a:path w="11429" h="781050">
                  <a:moveTo>
                    <a:pt x="1143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0639"/>
                  </a:lnTo>
                  <a:close/>
                </a:path>
                <a:path w="11429" h="781050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781050">
                  <a:moveTo>
                    <a:pt x="1143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6989"/>
                  </a:lnTo>
                  <a:close/>
                </a:path>
                <a:path w="11429" h="781050">
                  <a:moveTo>
                    <a:pt x="1143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50799"/>
                  </a:lnTo>
                  <a:close/>
                </a:path>
                <a:path w="11429" h="781050">
                  <a:moveTo>
                    <a:pt x="11430" y="53339"/>
                  </a:moveTo>
                  <a:lnTo>
                    <a:pt x="0" y="5333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3339"/>
                  </a:lnTo>
                  <a:close/>
                </a:path>
                <a:path w="11429" h="781050">
                  <a:moveTo>
                    <a:pt x="11430" y="63500"/>
                  </a:moveTo>
                  <a:lnTo>
                    <a:pt x="0" y="63500"/>
                  </a:lnTo>
                  <a:lnTo>
                    <a:pt x="0" y="66039"/>
                  </a:lnTo>
                  <a:lnTo>
                    <a:pt x="11430" y="66039"/>
                  </a:lnTo>
                  <a:lnTo>
                    <a:pt x="11430" y="63500"/>
                  </a:lnTo>
                  <a:close/>
                </a:path>
                <a:path w="11429" h="781050">
                  <a:moveTo>
                    <a:pt x="11430" y="66039"/>
                  </a:moveTo>
                  <a:lnTo>
                    <a:pt x="0" y="66039"/>
                  </a:lnTo>
                  <a:lnTo>
                    <a:pt x="0" y="707389"/>
                  </a:lnTo>
                  <a:lnTo>
                    <a:pt x="11430" y="707389"/>
                  </a:lnTo>
                  <a:lnTo>
                    <a:pt x="11430" y="66039"/>
                  </a:lnTo>
                  <a:close/>
                </a:path>
                <a:path w="11429" h="781050">
                  <a:moveTo>
                    <a:pt x="11430" y="777239"/>
                  </a:moveTo>
                  <a:lnTo>
                    <a:pt x="3810" y="777239"/>
                  </a:lnTo>
                  <a:lnTo>
                    <a:pt x="3810" y="778509"/>
                  </a:lnTo>
                  <a:lnTo>
                    <a:pt x="7620" y="778509"/>
                  </a:lnTo>
                  <a:lnTo>
                    <a:pt x="7620" y="781049"/>
                  </a:lnTo>
                  <a:lnTo>
                    <a:pt x="11430" y="781049"/>
                  </a:lnTo>
                  <a:lnTo>
                    <a:pt x="11430" y="777239"/>
                  </a:lnTo>
                  <a:close/>
                </a:path>
                <a:path w="11429" h="781050">
                  <a:moveTo>
                    <a:pt x="11430" y="770889"/>
                  </a:moveTo>
                  <a:lnTo>
                    <a:pt x="0" y="770889"/>
                  </a:lnTo>
                  <a:lnTo>
                    <a:pt x="0" y="777239"/>
                  </a:lnTo>
                  <a:lnTo>
                    <a:pt x="1270" y="777239"/>
                  </a:lnTo>
                  <a:lnTo>
                    <a:pt x="1270" y="775969"/>
                  </a:lnTo>
                  <a:lnTo>
                    <a:pt x="11430" y="775969"/>
                  </a:lnTo>
                  <a:lnTo>
                    <a:pt x="11430" y="770889"/>
                  </a:lnTo>
                  <a:close/>
                </a:path>
                <a:path w="11429" h="781050">
                  <a:moveTo>
                    <a:pt x="1143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30" y="769619"/>
                  </a:lnTo>
                  <a:lnTo>
                    <a:pt x="11430" y="764539"/>
                  </a:lnTo>
                  <a:close/>
                </a:path>
                <a:path w="11429" h="781050">
                  <a:moveTo>
                    <a:pt x="11430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1430" y="763269"/>
                  </a:lnTo>
                  <a:lnTo>
                    <a:pt x="11430" y="758189"/>
                  </a:lnTo>
                  <a:close/>
                </a:path>
                <a:path w="11429" h="781050">
                  <a:moveTo>
                    <a:pt x="11430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1430" y="756919"/>
                  </a:lnTo>
                  <a:lnTo>
                    <a:pt x="11430" y="751839"/>
                  </a:lnTo>
                  <a:close/>
                </a:path>
                <a:path w="11429" h="781050">
                  <a:moveTo>
                    <a:pt x="11430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1430" y="750569"/>
                  </a:lnTo>
                  <a:lnTo>
                    <a:pt x="11430" y="745489"/>
                  </a:lnTo>
                  <a:close/>
                </a:path>
                <a:path w="11429" h="781050">
                  <a:moveTo>
                    <a:pt x="11430" y="739139"/>
                  </a:moveTo>
                  <a:lnTo>
                    <a:pt x="0" y="739139"/>
                  </a:lnTo>
                  <a:lnTo>
                    <a:pt x="0" y="744219"/>
                  </a:lnTo>
                  <a:lnTo>
                    <a:pt x="11430" y="744219"/>
                  </a:lnTo>
                  <a:lnTo>
                    <a:pt x="11430" y="739139"/>
                  </a:lnTo>
                  <a:close/>
                </a:path>
                <a:path w="11429" h="781050">
                  <a:moveTo>
                    <a:pt x="11430" y="732789"/>
                  </a:moveTo>
                  <a:lnTo>
                    <a:pt x="0" y="732789"/>
                  </a:lnTo>
                  <a:lnTo>
                    <a:pt x="0" y="737869"/>
                  </a:lnTo>
                  <a:lnTo>
                    <a:pt x="11430" y="737869"/>
                  </a:lnTo>
                  <a:lnTo>
                    <a:pt x="11430" y="732789"/>
                  </a:lnTo>
                  <a:close/>
                </a:path>
                <a:path w="11429" h="781050">
                  <a:moveTo>
                    <a:pt x="11430" y="726439"/>
                  </a:moveTo>
                  <a:lnTo>
                    <a:pt x="0" y="726439"/>
                  </a:lnTo>
                  <a:lnTo>
                    <a:pt x="0" y="731519"/>
                  </a:lnTo>
                  <a:lnTo>
                    <a:pt x="11430" y="731519"/>
                  </a:lnTo>
                  <a:lnTo>
                    <a:pt x="11430" y="726439"/>
                  </a:lnTo>
                  <a:close/>
                </a:path>
                <a:path w="11429" h="781050">
                  <a:moveTo>
                    <a:pt x="11430" y="720089"/>
                  </a:moveTo>
                  <a:lnTo>
                    <a:pt x="0" y="720089"/>
                  </a:lnTo>
                  <a:lnTo>
                    <a:pt x="0" y="725169"/>
                  </a:lnTo>
                  <a:lnTo>
                    <a:pt x="11430" y="725169"/>
                  </a:lnTo>
                  <a:lnTo>
                    <a:pt x="11430" y="720089"/>
                  </a:lnTo>
                  <a:close/>
                </a:path>
                <a:path w="11429" h="781050">
                  <a:moveTo>
                    <a:pt x="11430" y="712469"/>
                  </a:moveTo>
                  <a:lnTo>
                    <a:pt x="0" y="712469"/>
                  </a:lnTo>
                  <a:lnTo>
                    <a:pt x="0" y="718819"/>
                  </a:lnTo>
                  <a:lnTo>
                    <a:pt x="11430" y="718819"/>
                  </a:lnTo>
                  <a:lnTo>
                    <a:pt x="11430" y="712469"/>
                  </a:lnTo>
                  <a:close/>
                </a:path>
                <a:path w="11429" h="781050">
                  <a:moveTo>
                    <a:pt x="11430" y="708659"/>
                  </a:moveTo>
                  <a:lnTo>
                    <a:pt x="0" y="708659"/>
                  </a:lnTo>
                  <a:lnTo>
                    <a:pt x="0" y="711199"/>
                  </a:lnTo>
                  <a:lnTo>
                    <a:pt x="11430" y="711199"/>
                  </a:lnTo>
                  <a:lnTo>
                    <a:pt x="11430" y="708659"/>
                  </a:lnTo>
                  <a:close/>
                </a:path>
              </a:pathLst>
            </a:custGeom>
            <a:solidFill>
              <a:srgbClr val="8B8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1">
              <a:extLst>
                <a:ext uri="{FF2B5EF4-FFF2-40B4-BE49-F238E27FC236}">
                  <a16:creationId xmlns:a16="http://schemas.microsoft.com/office/drawing/2014/main" id="{996F28F8-F1E3-9FBB-F2FD-2D5857514F1E}"/>
                </a:ext>
              </a:extLst>
            </p:cNvPr>
            <p:cNvSpPr/>
            <p:nvPr/>
          </p:nvSpPr>
          <p:spPr>
            <a:xfrm>
              <a:off x="4135120" y="5647689"/>
              <a:ext cx="11430" cy="789940"/>
            </a:xfrm>
            <a:custGeom>
              <a:avLst/>
              <a:gdLst/>
              <a:ahLst/>
              <a:cxnLst/>
              <a:rect l="l" t="t" r="r" b="b"/>
              <a:pathLst>
                <a:path w="11429" h="789939">
                  <a:moveTo>
                    <a:pt x="11429" y="0"/>
                  </a:moveTo>
                  <a:lnTo>
                    <a:pt x="10159" y="0"/>
                  </a:lnTo>
                  <a:lnTo>
                    <a:pt x="10159" y="1270"/>
                  </a:lnTo>
                  <a:lnTo>
                    <a:pt x="11429" y="1270"/>
                  </a:lnTo>
                  <a:lnTo>
                    <a:pt x="11429" y="0"/>
                  </a:lnTo>
                  <a:close/>
                </a:path>
                <a:path w="11429" h="789939">
                  <a:moveTo>
                    <a:pt x="11429" y="1270"/>
                  </a:moveTo>
                  <a:lnTo>
                    <a:pt x="7619" y="1270"/>
                  </a:lnTo>
                  <a:lnTo>
                    <a:pt x="7619" y="2540"/>
                  </a:lnTo>
                  <a:lnTo>
                    <a:pt x="3809" y="2540"/>
                  </a:lnTo>
                  <a:lnTo>
                    <a:pt x="3809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1270"/>
                  </a:lnTo>
                  <a:close/>
                </a:path>
                <a:path w="11429" h="789939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789939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789939">
                  <a:moveTo>
                    <a:pt x="11429" y="11430"/>
                  </a:moveTo>
                  <a:lnTo>
                    <a:pt x="0" y="1143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1430"/>
                  </a:lnTo>
                  <a:close/>
                </a:path>
                <a:path w="11429" h="789939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789939">
                  <a:moveTo>
                    <a:pt x="1142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24130"/>
                  </a:lnTo>
                  <a:close/>
                </a:path>
                <a:path w="11429" h="789939">
                  <a:moveTo>
                    <a:pt x="11429" y="33020"/>
                  </a:moveTo>
                  <a:lnTo>
                    <a:pt x="0" y="3302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3020"/>
                  </a:lnTo>
                  <a:close/>
                </a:path>
                <a:path w="11429" h="789939">
                  <a:moveTo>
                    <a:pt x="11429" y="39370"/>
                  </a:moveTo>
                  <a:lnTo>
                    <a:pt x="0" y="3937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39370"/>
                  </a:lnTo>
                  <a:close/>
                </a:path>
                <a:path w="11429" h="789939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789939">
                  <a:moveTo>
                    <a:pt x="1142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1429" y="52070"/>
                  </a:lnTo>
                  <a:lnTo>
                    <a:pt x="11429" y="49530"/>
                  </a:lnTo>
                  <a:close/>
                </a:path>
                <a:path w="11429" h="789939">
                  <a:moveTo>
                    <a:pt x="1142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2070"/>
                  </a:lnTo>
                  <a:close/>
                </a:path>
                <a:path w="11429" h="789939">
                  <a:moveTo>
                    <a:pt x="1142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55880"/>
                  </a:lnTo>
                  <a:close/>
                </a:path>
                <a:path w="11429" h="789939">
                  <a:moveTo>
                    <a:pt x="11429" y="58420"/>
                  </a:moveTo>
                  <a:lnTo>
                    <a:pt x="0" y="58420"/>
                  </a:lnTo>
                  <a:lnTo>
                    <a:pt x="0" y="68580"/>
                  </a:lnTo>
                  <a:lnTo>
                    <a:pt x="11429" y="68580"/>
                  </a:lnTo>
                  <a:lnTo>
                    <a:pt x="11429" y="58420"/>
                  </a:lnTo>
                  <a:close/>
                </a:path>
                <a:path w="11429" h="789939">
                  <a:moveTo>
                    <a:pt x="11429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11429" y="71120"/>
                  </a:lnTo>
                  <a:lnTo>
                    <a:pt x="11429" y="68580"/>
                  </a:lnTo>
                  <a:close/>
                </a:path>
                <a:path w="11429" h="789939">
                  <a:moveTo>
                    <a:pt x="11429" y="71120"/>
                  </a:moveTo>
                  <a:lnTo>
                    <a:pt x="0" y="71120"/>
                  </a:lnTo>
                  <a:lnTo>
                    <a:pt x="0" y="712470"/>
                  </a:lnTo>
                  <a:lnTo>
                    <a:pt x="11429" y="712470"/>
                  </a:lnTo>
                  <a:lnTo>
                    <a:pt x="11429" y="71120"/>
                  </a:lnTo>
                  <a:close/>
                </a:path>
                <a:path w="11429" h="789939">
                  <a:moveTo>
                    <a:pt x="11429" y="788670"/>
                  </a:moveTo>
                  <a:lnTo>
                    <a:pt x="10159" y="788670"/>
                  </a:lnTo>
                  <a:lnTo>
                    <a:pt x="10159" y="789940"/>
                  </a:lnTo>
                  <a:lnTo>
                    <a:pt x="11429" y="789940"/>
                  </a:lnTo>
                  <a:lnTo>
                    <a:pt x="11429" y="788670"/>
                  </a:lnTo>
                  <a:close/>
                </a:path>
                <a:path w="11429" h="789939">
                  <a:moveTo>
                    <a:pt x="6350" y="787400"/>
                  </a:moveTo>
                  <a:lnTo>
                    <a:pt x="3809" y="787400"/>
                  </a:lnTo>
                  <a:lnTo>
                    <a:pt x="3809" y="788670"/>
                  </a:lnTo>
                  <a:lnTo>
                    <a:pt x="6350" y="788670"/>
                  </a:lnTo>
                  <a:lnTo>
                    <a:pt x="6350" y="787400"/>
                  </a:lnTo>
                  <a:close/>
                </a:path>
                <a:path w="11429" h="789939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789939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789939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789939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789939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789939">
                  <a:moveTo>
                    <a:pt x="11429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50570"/>
                  </a:lnTo>
                  <a:close/>
                </a:path>
                <a:path w="11429" h="789939">
                  <a:moveTo>
                    <a:pt x="11429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1429" y="749300"/>
                  </a:lnTo>
                  <a:lnTo>
                    <a:pt x="11429" y="744220"/>
                  </a:lnTo>
                  <a:close/>
                </a:path>
                <a:path w="11429" h="789939">
                  <a:moveTo>
                    <a:pt x="11429" y="737870"/>
                  </a:moveTo>
                  <a:lnTo>
                    <a:pt x="0" y="737870"/>
                  </a:lnTo>
                  <a:lnTo>
                    <a:pt x="0" y="742950"/>
                  </a:lnTo>
                  <a:lnTo>
                    <a:pt x="11429" y="742950"/>
                  </a:lnTo>
                  <a:lnTo>
                    <a:pt x="11429" y="737870"/>
                  </a:lnTo>
                  <a:close/>
                </a:path>
                <a:path w="11429" h="789939">
                  <a:moveTo>
                    <a:pt x="11429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11429" y="736600"/>
                  </a:lnTo>
                  <a:lnTo>
                    <a:pt x="11429" y="731520"/>
                  </a:lnTo>
                  <a:close/>
                </a:path>
                <a:path w="11429" h="789939">
                  <a:moveTo>
                    <a:pt x="11429" y="725170"/>
                  </a:moveTo>
                  <a:lnTo>
                    <a:pt x="0" y="725170"/>
                  </a:lnTo>
                  <a:lnTo>
                    <a:pt x="0" y="730250"/>
                  </a:lnTo>
                  <a:lnTo>
                    <a:pt x="11429" y="730250"/>
                  </a:lnTo>
                  <a:lnTo>
                    <a:pt x="11429" y="725170"/>
                  </a:lnTo>
                  <a:close/>
                </a:path>
                <a:path w="11429" h="789939">
                  <a:moveTo>
                    <a:pt x="11429" y="717550"/>
                  </a:moveTo>
                  <a:lnTo>
                    <a:pt x="0" y="717550"/>
                  </a:lnTo>
                  <a:lnTo>
                    <a:pt x="0" y="723900"/>
                  </a:lnTo>
                  <a:lnTo>
                    <a:pt x="11429" y="723900"/>
                  </a:lnTo>
                  <a:lnTo>
                    <a:pt x="11429" y="717550"/>
                  </a:lnTo>
                  <a:close/>
                </a:path>
                <a:path w="11429" h="789939">
                  <a:moveTo>
                    <a:pt x="11429" y="713740"/>
                  </a:moveTo>
                  <a:lnTo>
                    <a:pt x="0" y="713740"/>
                  </a:lnTo>
                  <a:lnTo>
                    <a:pt x="0" y="716280"/>
                  </a:lnTo>
                  <a:lnTo>
                    <a:pt x="11429" y="716280"/>
                  </a:lnTo>
                  <a:lnTo>
                    <a:pt x="11429" y="713740"/>
                  </a:lnTo>
                  <a:close/>
                </a:path>
              </a:pathLst>
            </a:custGeom>
            <a:solidFill>
              <a:srgbClr val="8A8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2">
              <a:extLst>
                <a:ext uri="{FF2B5EF4-FFF2-40B4-BE49-F238E27FC236}">
                  <a16:creationId xmlns:a16="http://schemas.microsoft.com/office/drawing/2014/main" id="{9074ED54-E32C-85D8-A35F-24DDA521613E}"/>
                </a:ext>
              </a:extLst>
            </p:cNvPr>
            <p:cNvSpPr/>
            <p:nvPr/>
          </p:nvSpPr>
          <p:spPr>
            <a:xfrm>
              <a:off x="4146550" y="5643879"/>
              <a:ext cx="10160" cy="797560"/>
            </a:xfrm>
            <a:custGeom>
              <a:avLst/>
              <a:gdLst/>
              <a:ahLst/>
              <a:cxnLst/>
              <a:rect l="l" t="t" r="r" b="b"/>
              <a:pathLst>
                <a:path w="10160" h="797560">
                  <a:moveTo>
                    <a:pt x="1016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5079" y="1270"/>
                  </a:lnTo>
                  <a:lnTo>
                    <a:pt x="5079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797560">
                  <a:moveTo>
                    <a:pt x="10160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7975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7975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7975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797560">
                  <a:moveTo>
                    <a:pt x="1016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15240"/>
                  </a:lnTo>
                  <a:close/>
                </a:path>
                <a:path w="10160" h="797560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797560">
                  <a:moveTo>
                    <a:pt x="10160" y="27940"/>
                  </a:moveTo>
                  <a:lnTo>
                    <a:pt x="0" y="2794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27940"/>
                  </a:lnTo>
                  <a:close/>
                </a:path>
                <a:path w="10160" h="797560">
                  <a:moveTo>
                    <a:pt x="10160" y="36830"/>
                  </a:moveTo>
                  <a:lnTo>
                    <a:pt x="0" y="3683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6830"/>
                  </a:lnTo>
                  <a:close/>
                </a:path>
                <a:path w="10160" h="797560">
                  <a:moveTo>
                    <a:pt x="10160" y="43180"/>
                  </a:moveTo>
                  <a:lnTo>
                    <a:pt x="0" y="4318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3180"/>
                  </a:lnTo>
                  <a:close/>
                </a:path>
                <a:path w="10160" h="797560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797560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797560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797560">
                  <a:moveTo>
                    <a:pt x="1016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690"/>
                  </a:lnTo>
                  <a:close/>
                </a:path>
                <a:path w="10160" h="797560">
                  <a:moveTo>
                    <a:pt x="10160" y="62230"/>
                  </a:moveTo>
                  <a:lnTo>
                    <a:pt x="0" y="62230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2230"/>
                  </a:lnTo>
                  <a:close/>
                </a:path>
                <a:path w="10160" h="797560">
                  <a:moveTo>
                    <a:pt x="1016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390"/>
                  </a:lnTo>
                  <a:close/>
                </a:path>
                <a:path w="10160" h="797560">
                  <a:moveTo>
                    <a:pt x="10160" y="74930"/>
                  </a:moveTo>
                  <a:lnTo>
                    <a:pt x="0" y="74930"/>
                  </a:lnTo>
                  <a:lnTo>
                    <a:pt x="0" y="716280"/>
                  </a:lnTo>
                  <a:lnTo>
                    <a:pt x="10160" y="716280"/>
                  </a:lnTo>
                  <a:lnTo>
                    <a:pt x="10160" y="74930"/>
                  </a:lnTo>
                  <a:close/>
                </a:path>
                <a:path w="10160" h="797560">
                  <a:moveTo>
                    <a:pt x="10160" y="792480"/>
                  </a:moveTo>
                  <a:lnTo>
                    <a:pt x="0" y="792480"/>
                  </a:lnTo>
                  <a:lnTo>
                    <a:pt x="0" y="793750"/>
                  </a:lnTo>
                  <a:lnTo>
                    <a:pt x="2539" y="793750"/>
                  </a:lnTo>
                  <a:lnTo>
                    <a:pt x="2539" y="796290"/>
                  </a:lnTo>
                  <a:lnTo>
                    <a:pt x="7620" y="796290"/>
                  </a:lnTo>
                  <a:lnTo>
                    <a:pt x="762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797560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797560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797560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797560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797560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797560">
                  <a:moveTo>
                    <a:pt x="1016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54380"/>
                  </a:lnTo>
                  <a:close/>
                </a:path>
                <a:path w="10160" h="797560">
                  <a:moveTo>
                    <a:pt x="1016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0160" y="753110"/>
                  </a:lnTo>
                  <a:lnTo>
                    <a:pt x="10160" y="748030"/>
                  </a:lnTo>
                  <a:close/>
                </a:path>
                <a:path w="10160" h="797560">
                  <a:moveTo>
                    <a:pt x="1016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0160" y="746760"/>
                  </a:lnTo>
                  <a:lnTo>
                    <a:pt x="10160" y="741680"/>
                  </a:lnTo>
                  <a:close/>
                </a:path>
                <a:path w="10160" h="797560">
                  <a:moveTo>
                    <a:pt x="10160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0160" y="740410"/>
                  </a:lnTo>
                  <a:lnTo>
                    <a:pt x="10160" y="735330"/>
                  </a:lnTo>
                  <a:close/>
                </a:path>
                <a:path w="10160" h="797560">
                  <a:moveTo>
                    <a:pt x="10160" y="728980"/>
                  </a:moveTo>
                  <a:lnTo>
                    <a:pt x="0" y="728980"/>
                  </a:lnTo>
                  <a:lnTo>
                    <a:pt x="0" y="734060"/>
                  </a:lnTo>
                  <a:lnTo>
                    <a:pt x="10160" y="734060"/>
                  </a:lnTo>
                  <a:lnTo>
                    <a:pt x="10160" y="728980"/>
                  </a:lnTo>
                  <a:close/>
                </a:path>
                <a:path w="10160" h="797560">
                  <a:moveTo>
                    <a:pt x="10160" y="721360"/>
                  </a:moveTo>
                  <a:lnTo>
                    <a:pt x="0" y="721360"/>
                  </a:lnTo>
                  <a:lnTo>
                    <a:pt x="0" y="727710"/>
                  </a:lnTo>
                  <a:lnTo>
                    <a:pt x="10160" y="727710"/>
                  </a:lnTo>
                  <a:lnTo>
                    <a:pt x="10160" y="721360"/>
                  </a:lnTo>
                  <a:close/>
                </a:path>
                <a:path w="10160" h="797560">
                  <a:moveTo>
                    <a:pt x="10160" y="717550"/>
                  </a:moveTo>
                  <a:lnTo>
                    <a:pt x="0" y="717550"/>
                  </a:lnTo>
                  <a:lnTo>
                    <a:pt x="0" y="720090"/>
                  </a:lnTo>
                  <a:lnTo>
                    <a:pt x="10160" y="720090"/>
                  </a:lnTo>
                  <a:lnTo>
                    <a:pt x="10160" y="717550"/>
                  </a:lnTo>
                  <a:close/>
                </a:path>
              </a:pathLst>
            </a:custGeom>
            <a:solidFill>
              <a:srgbClr val="898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3">
              <a:extLst>
                <a:ext uri="{FF2B5EF4-FFF2-40B4-BE49-F238E27FC236}">
                  <a16:creationId xmlns:a16="http://schemas.microsoft.com/office/drawing/2014/main" id="{03D8F13B-B0B1-FCE2-A636-9AF395A3F51C}"/>
                </a:ext>
              </a:extLst>
            </p:cNvPr>
            <p:cNvSpPr/>
            <p:nvPr/>
          </p:nvSpPr>
          <p:spPr>
            <a:xfrm>
              <a:off x="4156710" y="5641339"/>
              <a:ext cx="11430" cy="802640"/>
            </a:xfrm>
            <a:custGeom>
              <a:avLst/>
              <a:gdLst/>
              <a:ahLst/>
              <a:cxnLst/>
              <a:rect l="l" t="t" r="r" b="b"/>
              <a:pathLst>
                <a:path w="11429" h="802639">
                  <a:moveTo>
                    <a:pt x="11429" y="0"/>
                  </a:moveTo>
                  <a:lnTo>
                    <a:pt x="7619" y="0"/>
                  </a:lnTo>
                  <a:lnTo>
                    <a:pt x="7619" y="1270"/>
                  </a:lnTo>
                  <a:lnTo>
                    <a:pt x="11429" y="1270"/>
                  </a:lnTo>
                  <a:lnTo>
                    <a:pt x="11429" y="0"/>
                  </a:lnTo>
                  <a:close/>
                </a:path>
                <a:path w="11429" h="802639">
                  <a:moveTo>
                    <a:pt x="11429" y="1270"/>
                  </a:moveTo>
                  <a:lnTo>
                    <a:pt x="2539" y="1270"/>
                  </a:lnTo>
                  <a:lnTo>
                    <a:pt x="2539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1270"/>
                  </a:lnTo>
                  <a:close/>
                </a:path>
                <a:path w="11429" h="802639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02639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02639">
                  <a:moveTo>
                    <a:pt x="1142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11430"/>
                  </a:lnTo>
                  <a:close/>
                </a:path>
                <a:path w="11429" h="802639">
                  <a:moveTo>
                    <a:pt x="1142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3970"/>
                  </a:lnTo>
                  <a:close/>
                </a:path>
                <a:path w="11429" h="802639">
                  <a:moveTo>
                    <a:pt x="11429" y="17780"/>
                  </a:moveTo>
                  <a:lnTo>
                    <a:pt x="0" y="1778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17780"/>
                  </a:lnTo>
                  <a:close/>
                </a:path>
                <a:path w="11429" h="802639">
                  <a:moveTo>
                    <a:pt x="1142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6670"/>
                  </a:lnTo>
                  <a:close/>
                </a:path>
                <a:path w="11429" h="802639">
                  <a:moveTo>
                    <a:pt x="11429" y="30480"/>
                  </a:moveTo>
                  <a:lnTo>
                    <a:pt x="0" y="3048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0480"/>
                  </a:lnTo>
                  <a:close/>
                </a:path>
                <a:path w="11429" h="802639">
                  <a:moveTo>
                    <a:pt x="11429" y="39370"/>
                  </a:moveTo>
                  <a:lnTo>
                    <a:pt x="0" y="3937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39370"/>
                  </a:lnTo>
                  <a:close/>
                </a:path>
                <a:path w="11429" h="802639">
                  <a:moveTo>
                    <a:pt x="11429" y="45720"/>
                  </a:moveTo>
                  <a:lnTo>
                    <a:pt x="0" y="45720"/>
                  </a:lnTo>
                  <a:lnTo>
                    <a:pt x="0" y="52070"/>
                  </a:lnTo>
                  <a:lnTo>
                    <a:pt x="11429" y="52070"/>
                  </a:lnTo>
                  <a:lnTo>
                    <a:pt x="11429" y="45720"/>
                  </a:lnTo>
                  <a:close/>
                </a:path>
                <a:path w="11429" h="802639">
                  <a:moveTo>
                    <a:pt x="1142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2070"/>
                  </a:lnTo>
                  <a:close/>
                </a:path>
                <a:path w="11429" h="802639">
                  <a:moveTo>
                    <a:pt x="1142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55880"/>
                  </a:lnTo>
                  <a:close/>
                </a:path>
                <a:path w="11429" h="802639">
                  <a:moveTo>
                    <a:pt x="11429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8420"/>
                  </a:lnTo>
                  <a:close/>
                </a:path>
                <a:path w="11429" h="802639">
                  <a:moveTo>
                    <a:pt x="11429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11429" y="64770"/>
                  </a:lnTo>
                  <a:lnTo>
                    <a:pt x="11429" y="62230"/>
                  </a:lnTo>
                  <a:close/>
                </a:path>
                <a:path w="11429" h="802639">
                  <a:moveTo>
                    <a:pt x="11429" y="64770"/>
                  </a:moveTo>
                  <a:lnTo>
                    <a:pt x="0" y="6477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64770"/>
                  </a:lnTo>
                  <a:close/>
                </a:path>
                <a:path w="11429" h="802639">
                  <a:moveTo>
                    <a:pt x="11429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1429" y="77470"/>
                  </a:lnTo>
                  <a:lnTo>
                    <a:pt x="11429" y="74930"/>
                  </a:lnTo>
                  <a:close/>
                </a:path>
                <a:path w="11429" h="802639">
                  <a:moveTo>
                    <a:pt x="11429" y="77470"/>
                  </a:moveTo>
                  <a:lnTo>
                    <a:pt x="0" y="77470"/>
                  </a:lnTo>
                  <a:lnTo>
                    <a:pt x="0" y="718820"/>
                  </a:lnTo>
                  <a:lnTo>
                    <a:pt x="11429" y="718820"/>
                  </a:lnTo>
                  <a:lnTo>
                    <a:pt x="11429" y="77470"/>
                  </a:lnTo>
                  <a:close/>
                </a:path>
                <a:path w="11429" h="802639">
                  <a:moveTo>
                    <a:pt x="11429" y="801370"/>
                  </a:moveTo>
                  <a:lnTo>
                    <a:pt x="7619" y="801370"/>
                  </a:lnTo>
                  <a:lnTo>
                    <a:pt x="7619" y="802640"/>
                  </a:lnTo>
                  <a:lnTo>
                    <a:pt x="11429" y="802640"/>
                  </a:lnTo>
                  <a:lnTo>
                    <a:pt x="11429" y="801370"/>
                  </a:lnTo>
                  <a:close/>
                </a:path>
                <a:path w="11429" h="802639">
                  <a:moveTo>
                    <a:pt x="11429" y="795020"/>
                  </a:moveTo>
                  <a:lnTo>
                    <a:pt x="0" y="795020"/>
                  </a:lnTo>
                  <a:lnTo>
                    <a:pt x="0" y="801370"/>
                  </a:lnTo>
                  <a:lnTo>
                    <a:pt x="3810" y="801370"/>
                  </a:lnTo>
                  <a:lnTo>
                    <a:pt x="381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02639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02639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02639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02639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802639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802639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802639">
                  <a:moveTo>
                    <a:pt x="11429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50570"/>
                  </a:lnTo>
                  <a:close/>
                </a:path>
                <a:path w="11429" h="802639">
                  <a:moveTo>
                    <a:pt x="11429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1429" y="749300"/>
                  </a:lnTo>
                  <a:lnTo>
                    <a:pt x="11429" y="744220"/>
                  </a:lnTo>
                  <a:close/>
                </a:path>
                <a:path w="11429" h="802639">
                  <a:moveTo>
                    <a:pt x="11429" y="737870"/>
                  </a:moveTo>
                  <a:lnTo>
                    <a:pt x="0" y="737870"/>
                  </a:lnTo>
                  <a:lnTo>
                    <a:pt x="0" y="742950"/>
                  </a:lnTo>
                  <a:lnTo>
                    <a:pt x="11429" y="742950"/>
                  </a:lnTo>
                  <a:lnTo>
                    <a:pt x="11429" y="737870"/>
                  </a:lnTo>
                  <a:close/>
                </a:path>
                <a:path w="11429" h="802639">
                  <a:moveTo>
                    <a:pt x="11429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11429" y="736600"/>
                  </a:lnTo>
                  <a:lnTo>
                    <a:pt x="11429" y="731520"/>
                  </a:lnTo>
                  <a:close/>
                </a:path>
                <a:path w="11429" h="802639">
                  <a:moveTo>
                    <a:pt x="11429" y="723900"/>
                  </a:moveTo>
                  <a:lnTo>
                    <a:pt x="0" y="723900"/>
                  </a:lnTo>
                  <a:lnTo>
                    <a:pt x="0" y="730250"/>
                  </a:lnTo>
                  <a:lnTo>
                    <a:pt x="11429" y="730250"/>
                  </a:lnTo>
                  <a:lnTo>
                    <a:pt x="11429" y="723900"/>
                  </a:lnTo>
                  <a:close/>
                </a:path>
                <a:path w="11429" h="802639">
                  <a:moveTo>
                    <a:pt x="11429" y="720090"/>
                  </a:moveTo>
                  <a:lnTo>
                    <a:pt x="0" y="720090"/>
                  </a:lnTo>
                  <a:lnTo>
                    <a:pt x="0" y="722630"/>
                  </a:lnTo>
                  <a:lnTo>
                    <a:pt x="11429" y="722630"/>
                  </a:lnTo>
                  <a:lnTo>
                    <a:pt x="11429" y="720090"/>
                  </a:lnTo>
                  <a:close/>
                </a:path>
              </a:pathLst>
            </a:custGeom>
            <a:solidFill>
              <a:srgbClr val="8888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4">
              <a:extLst>
                <a:ext uri="{FF2B5EF4-FFF2-40B4-BE49-F238E27FC236}">
                  <a16:creationId xmlns:a16="http://schemas.microsoft.com/office/drawing/2014/main" id="{9803B096-9D40-BE3E-559F-516D397C54B1}"/>
                </a:ext>
              </a:extLst>
            </p:cNvPr>
            <p:cNvSpPr/>
            <p:nvPr/>
          </p:nvSpPr>
          <p:spPr>
            <a:xfrm>
              <a:off x="4168140" y="5637529"/>
              <a:ext cx="10160" cy="811530"/>
            </a:xfrm>
            <a:custGeom>
              <a:avLst/>
              <a:gdLst/>
              <a:ahLst/>
              <a:cxnLst/>
              <a:rect l="l" t="t" r="r" b="b"/>
              <a:pathLst>
                <a:path w="10160" h="811529">
                  <a:moveTo>
                    <a:pt x="1016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8115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115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115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115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11529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811529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811529">
                  <a:moveTo>
                    <a:pt x="10160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1590"/>
                  </a:lnTo>
                  <a:close/>
                </a:path>
                <a:path w="10160" h="811529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811529">
                  <a:moveTo>
                    <a:pt x="10160" y="34290"/>
                  </a:moveTo>
                  <a:lnTo>
                    <a:pt x="0" y="3429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4290"/>
                  </a:lnTo>
                  <a:close/>
                </a:path>
                <a:path w="10160" h="811529">
                  <a:moveTo>
                    <a:pt x="10160" y="43180"/>
                  </a:moveTo>
                  <a:lnTo>
                    <a:pt x="0" y="4318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3180"/>
                  </a:lnTo>
                  <a:close/>
                </a:path>
                <a:path w="10160" h="811529">
                  <a:moveTo>
                    <a:pt x="10160" y="49530"/>
                  </a:moveTo>
                  <a:lnTo>
                    <a:pt x="0" y="4953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49530"/>
                  </a:lnTo>
                  <a:close/>
                </a:path>
                <a:path w="10160" h="811529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811529">
                  <a:moveTo>
                    <a:pt x="1016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690"/>
                  </a:lnTo>
                  <a:close/>
                </a:path>
                <a:path w="10160" h="811529">
                  <a:moveTo>
                    <a:pt x="1016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30"/>
                  </a:lnTo>
                  <a:close/>
                </a:path>
                <a:path w="10160" h="811529">
                  <a:moveTo>
                    <a:pt x="1016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40"/>
                  </a:lnTo>
                  <a:close/>
                </a:path>
                <a:path w="10160" h="811529">
                  <a:moveTo>
                    <a:pt x="10160" y="68580"/>
                  </a:moveTo>
                  <a:lnTo>
                    <a:pt x="0" y="6858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68580"/>
                  </a:lnTo>
                  <a:close/>
                </a:path>
                <a:path w="10160" h="811529">
                  <a:moveTo>
                    <a:pt x="1016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40"/>
                  </a:lnTo>
                  <a:close/>
                </a:path>
                <a:path w="10160" h="811529">
                  <a:moveTo>
                    <a:pt x="10160" y="81280"/>
                  </a:moveTo>
                  <a:lnTo>
                    <a:pt x="0" y="81280"/>
                  </a:lnTo>
                  <a:lnTo>
                    <a:pt x="0" y="722630"/>
                  </a:lnTo>
                  <a:lnTo>
                    <a:pt x="10160" y="722630"/>
                  </a:lnTo>
                  <a:lnTo>
                    <a:pt x="10160" y="81280"/>
                  </a:lnTo>
                  <a:close/>
                </a:path>
                <a:path w="10160" h="811529">
                  <a:moveTo>
                    <a:pt x="10160" y="805180"/>
                  </a:moveTo>
                  <a:lnTo>
                    <a:pt x="0" y="805180"/>
                  </a:lnTo>
                  <a:lnTo>
                    <a:pt x="0" y="808990"/>
                  </a:lnTo>
                  <a:lnTo>
                    <a:pt x="2539" y="808990"/>
                  </a:lnTo>
                  <a:lnTo>
                    <a:pt x="2539" y="810260"/>
                  </a:lnTo>
                  <a:lnTo>
                    <a:pt x="6350" y="810260"/>
                  </a:lnTo>
                  <a:lnTo>
                    <a:pt x="6350" y="811530"/>
                  </a:lnTo>
                  <a:lnTo>
                    <a:pt x="10160" y="811530"/>
                  </a:lnTo>
                  <a:lnTo>
                    <a:pt x="10160" y="805180"/>
                  </a:lnTo>
                  <a:close/>
                </a:path>
                <a:path w="10160" h="8115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115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115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115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11529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11529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811529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811529">
                  <a:moveTo>
                    <a:pt x="1016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54380"/>
                  </a:lnTo>
                  <a:close/>
                </a:path>
                <a:path w="10160" h="811529">
                  <a:moveTo>
                    <a:pt x="1016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0160" y="753110"/>
                  </a:lnTo>
                  <a:lnTo>
                    <a:pt x="10160" y="748030"/>
                  </a:lnTo>
                  <a:close/>
                </a:path>
                <a:path w="10160" h="811529">
                  <a:moveTo>
                    <a:pt x="1016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0160" y="746760"/>
                  </a:lnTo>
                  <a:lnTo>
                    <a:pt x="10160" y="741680"/>
                  </a:lnTo>
                  <a:close/>
                </a:path>
                <a:path w="10160" h="811529">
                  <a:moveTo>
                    <a:pt x="10160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0160" y="740410"/>
                  </a:lnTo>
                  <a:lnTo>
                    <a:pt x="10160" y="735330"/>
                  </a:lnTo>
                  <a:close/>
                </a:path>
                <a:path w="10160" h="811529">
                  <a:moveTo>
                    <a:pt x="10160" y="727710"/>
                  </a:moveTo>
                  <a:lnTo>
                    <a:pt x="0" y="727710"/>
                  </a:lnTo>
                  <a:lnTo>
                    <a:pt x="0" y="734060"/>
                  </a:lnTo>
                  <a:lnTo>
                    <a:pt x="10160" y="734060"/>
                  </a:lnTo>
                  <a:lnTo>
                    <a:pt x="10160" y="727710"/>
                  </a:lnTo>
                  <a:close/>
                </a:path>
                <a:path w="10160" h="811529">
                  <a:moveTo>
                    <a:pt x="10160" y="723900"/>
                  </a:moveTo>
                  <a:lnTo>
                    <a:pt x="0" y="723900"/>
                  </a:lnTo>
                  <a:lnTo>
                    <a:pt x="0" y="726440"/>
                  </a:lnTo>
                  <a:lnTo>
                    <a:pt x="10160" y="726440"/>
                  </a:lnTo>
                  <a:lnTo>
                    <a:pt x="10160" y="723900"/>
                  </a:lnTo>
                  <a:close/>
                </a:path>
              </a:pathLst>
            </a:custGeom>
            <a:solidFill>
              <a:srgbClr val="888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5">
              <a:extLst>
                <a:ext uri="{FF2B5EF4-FFF2-40B4-BE49-F238E27FC236}">
                  <a16:creationId xmlns:a16="http://schemas.microsoft.com/office/drawing/2014/main" id="{B8232DE0-55B3-70A1-0CAD-C1BCD1CD1701}"/>
                </a:ext>
              </a:extLst>
            </p:cNvPr>
            <p:cNvSpPr/>
            <p:nvPr/>
          </p:nvSpPr>
          <p:spPr>
            <a:xfrm>
              <a:off x="4178300" y="5633719"/>
              <a:ext cx="11430" cy="819150"/>
            </a:xfrm>
            <a:custGeom>
              <a:avLst/>
              <a:gdLst/>
              <a:ahLst/>
              <a:cxnLst/>
              <a:rect l="l" t="t" r="r" b="b"/>
              <a:pathLst>
                <a:path w="11429" h="819150">
                  <a:moveTo>
                    <a:pt x="11429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6350" y="1269"/>
                  </a:lnTo>
                  <a:lnTo>
                    <a:pt x="6350" y="2539"/>
                  </a:lnTo>
                  <a:lnTo>
                    <a:pt x="11429" y="2539"/>
                  </a:lnTo>
                  <a:lnTo>
                    <a:pt x="11429" y="0"/>
                  </a:lnTo>
                  <a:close/>
                </a:path>
                <a:path w="11429" h="819150">
                  <a:moveTo>
                    <a:pt x="11429" y="2539"/>
                  </a:moveTo>
                  <a:lnTo>
                    <a:pt x="2539" y="2539"/>
                  </a:lnTo>
                  <a:lnTo>
                    <a:pt x="2539" y="3809"/>
                  </a:ln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819150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819150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819150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819150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819150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819150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819150">
                  <a:moveTo>
                    <a:pt x="1142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25399"/>
                  </a:lnTo>
                  <a:close/>
                </a:path>
                <a:path w="11429" h="819150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819150">
                  <a:moveTo>
                    <a:pt x="11429" y="38099"/>
                  </a:moveTo>
                  <a:lnTo>
                    <a:pt x="0" y="3809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38099"/>
                  </a:lnTo>
                  <a:close/>
                </a:path>
                <a:path w="11429" h="819150">
                  <a:moveTo>
                    <a:pt x="11429" y="46989"/>
                  </a:moveTo>
                  <a:lnTo>
                    <a:pt x="0" y="46989"/>
                  </a:lnTo>
                  <a:lnTo>
                    <a:pt x="0" y="53339"/>
                  </a:lnTo>
                  <a:lnTo>
                    <a:pt x="11429" y="53339"/>
                  </a:lnTo>
                  <a:lnTo>
                    <a:pt x="11429" y="46989"/>
                  </a:lnTo>
                  <a:close/>
                </a:path>
                <a:path w="11429" h="819150">
                  <a:moveTo>
                    <a:pt x="11429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3340"/>
                  </a:lnTo>
                  <a:close/>
                </a:path>
                <a:path w="11429" h="819150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819150">
                  <a:moveTo>
                    <a:pt x="11429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63499"/>
                  </a:lnTo>
                  <a:close/>
                </a:path>
                <a:path w="11429" h="819150">
                  <a:moveTo>
                    <a:pt x="11429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6039"/>
                  </a:lnTo>
                  <a:close/>
                </a:path>
                <a:path w="11429" h="819150">
                  <a:moveTo>
                    <a:pt x="11429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9849"/>
                  </a:lnTo>
                  <a:close/>
                </a:path>
                <a:path w="11429" h="819150">
                  <a:moveTo>
                    <a:pt x="11429" y="72389"/>
                  </a:moveTo>
                  <a:lnTo>
                    <a:pt x="0" y="7238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2389"/>
                  </a:lnTo>
                  <a:close/>
                </a:path>
                <a:path w="11429" h="819150">
                  <a:moveTo>
                    <a:pt x="1142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82550"/>
                  </a:lnTo>
                  <a:close/>
                </a:path>
                <a:path w="11429" h="819150">
                  <a:moveTo>
                    <a:pt x="11429" y="85089"/>
                  </a:moveTo>
                  <a:lnTo>
                    <a:pt x="0" y="85089"/>
                  </a:lnTo>
                  <a:lnTo>
                    <a:pt x="0" y="726439"/>
                  </a:lnTo>
                  <a:lnTo>
                    <a:pt x="11429" y="726439"/>
                  </a:lnTo>
                  <a:lnTo>
                    <a:pt x="11429" y="85089"/>
                  </a:lnTo>
                  <a:close/>
                </a:path>
                <a:path w="11429" h="819150">
                  <a:moveTo>
                    <a:pt x="11429" y="815339"/>
                  </a:moveTo>
                  <a:lnTo>
                    <a:pt x="3810" y="815339"/>
                  </a:lnTo>
                  <a:lnTo>
                    <a:pt x="3810" y="816609"/>
                  </a:lnTo>
                  <a:lnTo>
                    <a:pt x="8889" y="816609"/>
                  </a:lnTo>
                  <a:lnTo>
                    <a:pt x="8889" y="819149"/>
                  </a:lnTo>
                  <a:lnTo>
                    <a:pt x="11429" y="819149"/>
                  </a:lnTo>
                  <a:lnTo>
                    <a:pt x="11429" y="815339"/>
                  </a:lnTo>
                  <a:close/>
                </a:path>
                <a:path w="11429" h="819150">
                  <a:moveTo>
                    <a:pt x="1142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29" y="814069"/>
                  </a:lnTo>
                  <a:lnTo>
                    <a:pt x="11429" y="808989"/>
                  </a:lnTo>
                  <a:close/>
                </a:path>
                <a:path w="11429" h="819150">
                  <a:moveTo>
                    <a:pt x="1142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29" y="807719"/>
                  </a:lnTo>
                  <a:lnTo>
                    <a:pt x="11429" y="802639"/>
                  </a:lnTo>
                  <a:close/>
                </a:path>
                <a:path w="11429" h="81915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1915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1915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1915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19150">
                  <a:moveTo>
                    <a:pt x="1142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70889"/>
                  </a:lnTo>
                  <a:close/>
                </a:path>
                <a:path w="11429" h="819150">
                  <a:moveTo>
                    <a:pt x="1142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29" y="769619"/>
                  </a:lnTo>
                  <a:lnTo>
                    <a:pt x="11429" y="764539"/>
                  </a:lnTo>
                  <a:close/>
                </a:path>
                <a:path w="11429" h="819150">
                  <a:moveTo>
                    <a:pt x="11429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1429" y="763269"/>
                  </a:lnTo>
                  <a:lnTo>
                    <a:pt x="11429" y="758189"/>
                  </a:lnTo>
                  <a:close/>
                </a:path>
                <a:path w="11429" h="819150">
                  <a:moveTo>
                    <a:pt x="11429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1429" y="756919"/>
                  </a:lnTo>
                  <a:lnTo>
                    <a:pt x="11429" y="751839"/>
                  </a:lnTo>
                  <a:close/>
                </a:path>
                <a:path w="11429" h="819150">
                  <a:moveTo>
                    <a:pt x="11429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1429" y="750569"/>
                  </a:lnTo>
                  <a:lnTo>
                    <a:pt x="11429" y="745489"/>
                  </a:lnTo>
                  <a:close/>
                </a:path>
                <a:path w="11429" h="819150">
                  <a:moveTo>
                    <a:pt x="11429" y="739139"/>
                  </a:moveTo>
                  <a:lnTo>
                    <a:pt x="0" y="739139"/>
                  </a:lnTo>
                  <a:lnTo>
                    <a:pt x="0" y="744219"/>
                  </a:lnTo>
                  <a:lnTo>
                    <a:pt x="11429" y="744219"/>
                  </a:lnTo>
                  <a:lnTo>
                    <a:pt x="11429" y="739139"/>
                  </a:lnTo>
                  <a:close/>
                </a:path>
                <a:path w="11429" h="819150">
                  <a:moveTo>
                    <a:pt x="11429" y="731519"/>
                  </a:moveTo>
                  <a:lnTo>
                    <a:pt x="0" y="731519"/>
                  </a:lnTo>
                  <a:lnTo>
                    <a:pt x="0" y="737869"/>
                  </a:lnTo>
                  <a:lnTo>
                    <a:pt x="11429" y="737869"/>
                  </a:lnTo>
                  <a:lnTo>
                    <a:pt x="11429" y="731519"/>
                  </a:lnTo>
                  <a:close/>
                </a:path>
                <a:path w="11429" h="819150">
                  <a:moveTo>
                    <a:pt x="11429" y="727709"/>
                  </a:moveTo>
                  <a:lnTo>
                    <a:pt x="0" y="727709"/>
                  </a:lnTo>
                  <a:lnTo>
                    <a:pt x="0" y="730249"/>
                  </a:lnTo>
                  <a:lnTo>
                    <a:pt x="11429" y="730249"/>
                  </a:lnTo>
                  <a:lnTo>
                    <a:pt x="11429" y="727709"/>
                  </a:lnTo>
                  <a:close/>
                </a:path>
              </a:pathLst>
            </a:custGeom>
            <a:solidFill>
              <a:srgbClr val="8787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6">
              <a:extLst>
                <a:ext uri="{FF2B5EF4-FFF2-40B4-BE49-F238E27FC236}">
                  <a16:creationId xmlns:a16="http://schemas.microsoft.com/office/drawing/2014/main" id="{FFD665C2-E3BB-9BA3-B90D-F3326C2CD82A}"/>
                </a:ext>
              </a:extLst>
            </p:cNvPr>
            <p:cNvSpPr/>
            <p:nvPr/>
          </p:nvSpPr>
          <p:spPr>
            <a:xfrm>
              <a:off x="4189730" y="5632449"/>
              <a:ext cx="10160" cy="822960"/>
            </a:xfrm>
            <a:custGeom>
              <a:avLst/>
              <a:gdLst/>
              <a:ahLst/>
              <a:cxnLst/>
              <a:rect l="l" t="t" r="r" b="b"/>
              <a:pathLst>
                <a:path w="10160" h="822960">
                  <a:moveTo>
                    <a:pt x="10160" y="821702"/>
                  </a:moveTo>
                  <a:lnTo>
                    <a:pt x="6350" y="821702"/>
                  </a:lnTo>
                  <a:lnTo>
                    <a:pt x="6350" y="822960"/>
                  </a:lnTo>
                  <a:lnTo>
                    <a:pt x="10160" y="822960"/>
                  </a:lnTo>
                  <a:lnTo>
                    <a:pt x="10160" y="821702"/>
                  </a:lnTo>
                  <a:close/>
                </a:path>
                <a:path w="10160" h="822960">
                  <a:moveTo>
                    <a:pt x="10160" y="816610"/>
                  </a:moveTo>
                  <a:lnTo>
                    <a:pt x="0" y="816610"/>
                  </a:lnTo>
                  <a:lnTo>
                    <a:pt x="0" y="820420"/>
                  </a:lnTo>
                  <a:lnTo>
                    <a:pt x="1270" y="820420"/>
                  </a:lnTo>
                  <a:lnTo>
                    <a:pt x="1270" y="821702"/>
                  </a:lnTo>
                  <a:lnTo>
                    <a:pt x="6350" y="821702"/>
                  </a:lnTo>
                  <a:lnTo>
                    <a:pt x="6350" y="820420"/>
                  </a:lnTo>
                  <a:lnTo>
                    <a:pt x="10160" y="820420"/>
                  </a:lnTo>
                  <a:lnTo>
                    <a:pt x="10160" y="816610"/>
                  </a:lnTo>
                  <a:close/>
                </a:path>
                <a:path w="10160" h="822960">
                  <a:moveTo>
                    <a:pt x="10160" y="810260"/>
                  </a:moveTo>
                  <a:lnTo>
                    <a:pt x="0" y="810260"/>
                  </a:lnTo>
                  <a:lnTo>
                    <a:pt x="0" y="815340"/>
                  </a:lnTo>
                  <a:lnTo>
                    <a:pt x="10160" y="815340"/>
                  </a:lnTo>
                  <a:lnTo>
                    <a:pt x="10160" y="810260"/>
                  </a:lnTo>
                  <a:close/>
                </a:path>
                <a:path w="10160" h="822960">
                  <a:moveTo>
                    <a:pt x="10160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0160" y="808990"/>
                  </a:lnTo>
                  <a:lnTo>
                    <a:pt x="10160" y="803910"/>
                  </a:lnTo>
                  <a:close/>
                </a:path>
                <a:path w="10160" h="822960">
                  <a:moveTo>
                    <a:pt x="10160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0160" y="802640"/>
                  </a:lnTo>
                  <a:lnTo>
                    <a:pt x="10160" y="797560"/>
                  </a:lnTo>
                  <a:close/>
                </a:path>
                <a:path w="10160" h="822960">
                  <a:moveTo>
                    <a:pt x="10160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0160" y="796290"/>
                  </a:lnTo>
                  <a:lnTo>
                    <a:pt x="10160" y="791210"/>
                  </a:lnTo>
                  <a:close/>
                </a:path>
                <a:path w="10160" h="822960">
                  <a:moveTo>
                    <a:pt x="10160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0160" y="789940"/>
                  </a:lnTo>
                  <a:lnTo>
                    <a:pt x="10160" y="784860"/>
                  </a:lnTo>
                  <a:close/>
                </a:path>
                <a:path w="10160" h="822960">
                  <a:moveTo>
                    <a:pt x="10160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0160" y="783590"/>
                  </a:lnTo>
                  <a:lnTo>
                    <a:pt x="10160" y="778510"/>
                  </a:lnTo>
                  <a:close/>
                </a:path>
                <a:path w="10160" h="822960">
                  <a:moveTo>
                    <a:pt x="10160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0160" y="777240"/>
                  </a:lnTo>
                  <a:lnTo>
                    <a:pt x="10160" y="772160"/>
                  </a:lnTo>
                  <a:close/>
                </a:path>
                <a:path w="10160" h="822960">
                  <a:moveTo>
                    <a:pt x="10160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0160" y="770890"/>
                  </a:lnTo>
                  <a:lnTo>
                    <a:pt x="10160" y="765810"/>
                  </a:lnTo>
                  <a:close/>
                </a:path>
                <a:path w="10160" h="822960">
                  <a:moveTo>
                    <a:pt x="10160" y="759472"/>
                  </a:moveTo>
                  <a:lnTo>
                    <a:pt x="0" y="759472"/>
                  </a:lnTo>
                  <a:lnTo>
                    <a:pt x="0" y="764540"/>
                  </a:lnTo>
                  <a:lnTo>
                    <a:pt x="10160" y="764540"/>
                  </a:lnTo>
                  <a:lnTo>
                    <a:pt x="10160" y="759472"/>
                  </a:lnTo>
                  <a:close/>
                </a:path>
                <a:path w="10160" h="822960">
                  <a:moveTo>
                    <a:pt x="10160" y="753110"/>
                  </a:moveTo>
                  <a:lnTo>
                    <a:pt x="0" y="753110"/>
                  </a:lnTo>
                  <a:lnTo>
                    <a:pt x="0" y="758202"/>
                  </a:lnTo>
                  <a:lnTo>
                    <a:pt x="10160" y="758202"/>
                  </a:lnTo>
                  <a:lnTo>
                    <a:pt x="10160" y="753110"/>
                  </a:lnTo>
                  <a:close/>
                </a:path>
                <a:path w="10160" h="822960">
                  <a:moveTo>
                    <a:pt x="10160" y="746772"/>
                  </a:moveTo>
                  <a:lnTo>
                    <a:pt x="0" y="746772"/>
                  </a:lnTo>
                  <a:lnTo>
                    <a:pt x="0" y="751840"/>
                  </a:lnTo>
                  <a:lnTo>
                    <a:pt x="10160" y="751840"/>
                  </a:lnTo>
                  <a:lnTo>
                    <a:pt x="10160" y="746772"/>
                  </a:lnTo>
                  <a:close/>
                </a:path>
                <a:path w="10160" h="822960">
                  <a:moveTo>
                    <a:pt x="10160" y="740410"/>
                  </a:moveTo>
                  <a:lnTo>
                    <a:pt x="0" y="740410"/>
                  </a:lnTo>
                  <a:lnTo>
                    <a:pt x="0" y="745502"/>
                  </a:lnTo>
                  <a:lnTo>
                    <a:pt x="10160" y="745502"/>
                  </a:lnTo>
                  <a:lnTo>
                    <a:pt x="10160" y="740410"/>
                  </a:lnTo>
                  <a:close/>
                </a:path>
                <a:path w="10160" h="822960">
                  <a:moveTo>
                    <a:pt x="10160" y="732790"/>
                  </a:moveTo>
                  <a:lnTo>
                    <a:pt x="0" y="732790"/>
                  </a:lnTo>
                  <a:lnTo>
                    <a:pt x="0" y="739140"/>
                  </a:lnTo>
                  <a:lnTo>
                    <a:pt x="10160" y="739140"/>
                  </a:lnTo>
                  <a:lnTo>
                    <a:pt x="10160" y="732790"/>
                  </a:lnTo>
                  <a:close/>
                </a:path>
                <a:path w="10160" h="822960">
                  <a:moveTo>
                    <a:pt x="10160" y="728992"/>
                  </a:moveTo>
                  <a:lnTo>
                    <a:pt x="0" y="728992"/>
                  </a:lnTo>
                  <a:lnTo>
                    <a:pt x="0" y="731520"/>
                  </a:lnTo>
                  <a:lnTo>
                    <a:pt x="10160" y="731520"/>
                  </a:lnTo>
                  <a:lnTo>
                    <a:pt x="10160" y="728992"/>
                  </a:lnTo>
                  <a:close/>
                </a:path>
                <a:path w="10160" h="822960">
                  <a:moveTo>
                    <a:pt x="10160" y="86372"/>
                  </a:moveTo>
                  <a:lnTo>
                    <a:pt x="0" y="86372"/>
                  </a:lnTo>
                  <a:lnTo>
                    <a:pt x="0" y="727722"/>
                  </a:lnTo>
                  <a:lnTo>
                    <a:pt x="10160" y="727722"/>
                  </a:lnTo>
                  <a:lnTo>
                    <a:pt x="10160" y="86372"/>
                  </a:lnTo>
                  <a:close/>
                </a:path>
                <a:path w="10160" h="822960">
                  <a:moveTo>
                    <a:pt x="10160" y="83832"/>
                  </a:moveTo>
                  <a:lnTo>
                    <a:pt x="0" y="83832"/>
                  </a:lnTo>
                  <a:lnTo>
                    <a:pt x="0" y="86360"/>
                  </a:lnTo>
                  <a:lnTo>
                    <a:pt x="10160" y="86360"/>
                  </a:lnTo>
                  <a:lnTo>
                    <a:pt x="10160" y="83832"/>
                  </a:lnTo>
                  <a:close/>
                </a:path>
                <a:path w="10160" h="822960">
                  <a:moveTo>
                    <a:pt x="10160" y="73672"/>
                  </a:moveTo>
                  <a:lnTo>
                    <a:pt x="0" y="73672"/>
                  </a:lnTo>
                  <a:lnTo>
                    <a:pt x="0" y="83820"/>
                  </a:lnTo>
                  <a:lnTo>
                    <a:pt x="10160" y="83820"/>
                  </a:lnTo>
                  <a:lnTo>
                    <a:pt x="10160" y="73672"/>
                  </a:lnTo>
                  <a:close/>
                </a:path>
                <a:path w="10160" h="822960">
                  <a:moveTo>
                    <a:pt x="10160" y="71132"/>
                  </a:moveTo>
                  <a:lnTo>
                    <a:pt x="0" y="71132"/>
                  </a:lnTo>
                  <a:lnTo>
                    <a:pt x="0" y="73660"/>
                  </a:lnTo>
                  <a:lnTo>
                    <a:pt x="10160" y="73660"/>
                  </a:lnTo>
                  <a:lnTo>
                    <a:pt x="10160" y="71132"/>
                  </a:lnTo>
                  <a:close/>
                </a:path>
                <a:path w="10160" h="822960">
                  <a:moveTo>
                    <a:pt x="10160" y="67322"/>
                  </a:moveTo>
                  <a:lnTo>
                    <a:pt x="0" y="67322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7322"/>
                  </a:lnTo>
                  <a:close/>
                </a:path>
                <a:path w="10160" h="822960">
                  <a:moveTo>
                    <a:pt x="10160" y="64782"/>
                  </a:moveTo>
                  <a:lnTo>
                    <a:pt x="0" y="64782"/>
                  </a:lnTo>
                  <a:lnTo>
                    <a:pt x="0" y="67310"/>
                  </a:lnTo>
                  <a:lnTo>
                    <a:pt x="10160" y="67310"/>
                  </a:lnTo>
                  <a:lnTo>
                    <a:pt x="10160" y="64782"/>
                  </a:lnTo>
                  <a:close/>
                </a:path>
                <a:path w="10160" h="822960">
                  <a:moveTo>
                    <a:pt x="10160" y="60972"/>
                  </a:moveTo>
                  <a:lnTo>
                    <a:pt x="0" y="60972"/>
                  </a:lnTo>
                  <a:lnTo>
                    <a:pt x="0" y="64770"/>
                  </a:lnTo>
                  <a:lnTo>
                    <a:pt x="10160" y="64770"/>
                  </a:lnTo>
                  <a:lnTo>
                    <a:pt x="10160" y="60972"/>
                  </a:lnTo>
                  <a:close/>
                </a:path>
                <a:path w="10160" h="822960">
                  <a:moveTo>
                    <a:pt x="10160" y="54622"/>
                  </a:moveTo>
                  <a:lnTo>
                    <a:pt x="0" y="54622"/>
                  </a:lnTo>
                  <a:lnTo>
                    <a:pt x="0" y="60960"/>
                  </a:lnTo>
                  <a:lnTo>
                    <a:pt x="10160" y="60960"/>
                  </a:lnTo>
                  <a:lnTo>
                    <a:pt x="10160" y="54622"/>
                  </a:lnTo>
                  <a:close/>
                </a:path>
                <a:path w="10160" h="822960">
                  <a:moveTo>
                    <a:pt x="10160" y="48272"/>
                  </a:moveTo>
                  <a:lnTo>
                    <a:pt x="0" y="48272"/>
                  </a:lnTo>
                  <a:lnTo>
                    <a:pt x="0" y="54610"/>
                  </a:lnTo>
                  <a:lnTo>
                    <a:pt x="10160" y="54610"/>
                  </a:lnTo>
                  <a:lnTo>
                    <a:pt x="10160" y="48272"/>
                  </a:lnTo>
                  <a:close/>
                </a:path>
                <a:path w="10160" h="822960">
                  <a:moveTo>
                    <a:pt x="10160" y="39382"/>
                  </a:moveTo>
                  <a:lnTo>
                    <a:pt x="0" y="39382"/>
                  </a:lnTo>
                  <a:lnTo>
                    <a:pt x="0" y="48260"/>
                  </a:lnTo>
                  <a:lnTo>
                    <a:pt x="10160" y="48260"/>
                  </a:lnTo>
                  <a:lnTo>
                    <a:pt x="10160" y="39382"/>
                  </a:lnTo>
                  <a:close/>
                </a:path>
                <a:path w="10160" h="822960">
                  <a:moveTo>
                    <a:pt x="10160" y="35572"/>
                  </a:moveTo>
                  <a:lnTo>
                    <a:pt x="0" y="35572"/>
                  </a:lnTo>
                  <a:lnTo>
                    <a:pt x="0" y="39370"/>
                  </a:lnTo>
                  <a:lnTo>
                    <a:pt x="10160" y="39370"/>
                  </a:lnTo>
                  <a:lnTo>
                    <a:pt x="10160" y="35572"/>
                  </a:lnTo>
                  <a:close/>
                </a:path>
                <a:path w="10160" h="822960">
                  <a:moveTo>
                    <a:pt x="10160" y="26682"/>
                  </a:moveTo>
                  <a:lnTo>
                    <a:pt x="0" y="26682"/>
                  </a:lnTo>
                  <a:lnTo>
                    <a:pt x="0" y="35560"/>
                  </a:lnTo>
                  <a:lnTo>
                    <a:pt x="10160" y="35560"/>
                  </a:lnTo>
                  <a:lnTo>
                    <a:pt x="10160" y="26682"/>
                  </a:lnTo>
                  <a:close/>
                </a:path>
                <a:path w="10160" h="822960">
                  <a:moveTo>
                    <a:pt x="10160" y="22872"/>
                  </a:moveTo>
                  <a:lnTo>
                    <a:pt x="0" y="22872"/>
                  </a:lnTo>
                  <a:lnTo>
                    <a:pt x="0" y="26670"/>
                  </a:lnTo>
                  <a:lnTo>
                    <a:pt x="10160" y="26670"/>
                  </a:lnTo>
                  <a:lnTo>
                    <a:pt x="10160" y="22872"/>
                  </a:lnTo>
                  <a:close/>
                </a:path>
                <a:path w="10160" h="822960">
                  <a:moveTo>
                    <a:pt x="1016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10160" y="22860"/>
                  </a:lnTo>
                  <a:lnTo>
                    <a:pt x="10160" y="20332"/>
                  </a:lnTo>
                  <a:close/>
                </a:path>
                <a:path w="10160" h="822960">
                  <a:moveTo>
                    <a:pt x="1016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6522"/>
                  </a:lnTo>
                  <a:close/>
                </a:path>
                <a:path w="10160" h="822960">
                  <a:moveTo>
                    <a:pt x="1016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10160" y="16510"/>
                  </a:lnTo>
                  <a:lnTo>
                    <a:pt x="10160" y="13982"/>
                  </a:lnTo>
                  <a:close/>
                </a:path>
                <a:path w="10160" h="822960">
                  <a:moveTo>
                    <a:pt x="1016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10160" y="13970"/>
                  </a:lnTo>
                  <a:lnTo>
                    <a:pt x="10160" y="10172"/>
                  </a:lnTo>
                  <a:close/>
                </a:path>
                <a:path w="10160" h="822960">
                  <a:moveTo>
                    <a:pt x="1016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10160" y="10160"/>
                  </a:lnTo>
                  <a:lnTo>
                    <a:pt x="10160" y="7632"/>
                  </a:lnTo>
                  <a:close/>
                </a:path>
                <a:path w="10160" h="822960">
                  <a:moveTo>
                    <a:pt x="10160" y="1282"/>
                  </a:moveTo>
                  <a:lnTo>
                    <a:pt x="0" y="1282"/>
                  </a:lnTo>
                  <a:lnTo>
                    <a:pt x="0" y="7620"/>
                  </a:lnTo>
                  <a:lnTo>
                    <a:pt x="10160" y="7620"/>
                  </a:lnTo>
                  <a:lnTo>
                    <a:pt x="10160" y="1282"/>
                  </a:lnTo>
                  <a:close/>
                </a:path>
                <a:path w="10160" h="822960">
                  <a:moveTo>
                    <a:pt x="10160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8686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37">
              <a:extLst>
                <a:ext uri="{FF2B5EF4-FFF2-40B4-BE49-F238E27FC236}">
                  <a16:creationId xmlns:a16="http://schemas.microsoft.com/office/drawing/2014/main" id="{DC7FB36C-62D2-74B3-B902-EDAD90E9A4CC}"/>
                </a:ext>
              </a:extLst>
            </p:cNvPr>
            <p:cNvSpPr/>
            <p:nvPr/>
          </p:nvSpPr>
          <p:spPr>
            <a:xfrm>
              <a:off x="4199890" y="5628639"/>
              <a:ext cx="11430" cy="828040"/>
            </a:xfrm>
            <a:custGeom>
              <a:avLst/>
              <a:gdLst/>
              <a:ahLst/>
              <a:cxnLst/>
              <a:rect l="l" t="t" r="r" b="b"/>
              <a:pathLst>
                <a:path w="11429" h="828039">
                  <a:moveTo>
                    <a:pt x="11430" y="0"/>
                  </a:moveTo>
                  <a:lnTo>
                    <a:pt x="10160" y="0"/>
                  </a:lnTo>
                  <a:lnTo>
                    <a:pt x="10160" y="1270"/>
                  </a:lnTo>
                  <a:lnTo>
                    <a:pt x="11430" y="1270"/>
                  </a:lnTo>
                  <a:lnTo>
                    <a:pt x="11430" y="0"/>
                  </a:lnTo>
                  <a:close/>
                </a:path>
                <a:path w="11429" h="828039">
                  <a:moveTo>
                    <a:pt x="11430" y="1270"/>
                  </a:moveTo>
                  <a:lnTo>
                    <a:pt x="5080" y="1270"/>
                  </a:lnTo>
                  <a:lnTo>
                    <a:pt x="508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1270"/>
                  </a:lnTo>
                  <a:close/>
                </a:path>
                <a:path w="11429" h="828039">
                  <a:moveTo>
                    <a:pt x="11430" y="5080"/>
                  </a:moveTo>
                  <a:lnTo>
                    <a:pt x="0" y="5080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5080"/>
                  </a:lnTo>
                  <a:close/>
                </a:path>
                <a:path w="11429" h="828039">
                  <a:moveTo>
                    <a:pt x="1143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11430"/>
                  </a:lnTo>
                  <a:close/>
                </a:path>
                <a:path w="11429" h="828039">
                  <a:moveTo>
                    <a:pt x="1143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3970"/>
                  </a:lnTo>
                  <a:close/>
                </a:path>
                <a:path w="11429" h="828039">
                  <a:moveTo>
                    <a:pt x="1143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7780"/>
                  </a:lnTo>
                  <a:close/>
                </a:path>
                <a:path w="11429" h="828039">
                  <a:moveTo>
                    <a:pt x="1143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0320"/>
                  </a:lnTo>
                  <a:close/>
                </a:path>
                <a:path w="11429" h="828039">
                  <a:moveTo>
                    <a:pt x="1143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4130"/>
                  </a:lnTo>
                  <a:close/>
                </a:path>
                <a:path w="11429" h="828039">
                  <a:moveTo>
                    <a:pt x="1143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6670"/>
                  </a:lnTo>
                  <a:close/>
                </a:path>
                <a:path w="11429" h="828039">
                  <a:moveTo>
                    <a:pt x="11430" y="30480"/>
                  </a:moveTo>
                  <a:lnTo>
                    <a:pt x="0" y="30480"/>
                  </a:lnTo>
                  <a:lnTo>
                    <a:pt x="0" y="39370"/>
                  </a:lnTo>
                  <a:lnTo>
                    <a:pt x="11430" y="39370"/>
                  </a:lnTo>
                  <a:lnTo>
                    <a:pt x="11430" y="30480"/>
                  </a:lnTo>
                  <a:close/>
                </a:path>
                <a:path w="11429" h="828039">
                  <a:moveTo>
                    <a:pt x="1143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39370"/>
                  </a:lnTo>
                  <a:close/>
                </a:path>
                <a:path w="11429" h="828039">
                  <a:moveTo>
                    <a:pt x="11430" y="43180"/>
                  </a:moveTo>
                  <a:lnTo>
                    <a:pt x="0" y="43180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3180"/>
                  </a:lnTo>
                  <a:close/>
                </a:path>
                <a:path w="11429" h="828039">
                  <a:moveTo>
                    <a:pt x="11430" y="52070"/>
                  </a:moveTo>
                  <a:lnTo>
                    <a:pt x="0" y="52070"/>
                  </a:lnTo>
                  <a:lnTo>
                    <a:pt x="0" y="58420"/>
                  </a:lnTo>
                  <a:lnTo>
                    <a:pt x="11430" y="58420"/>
                  </a:lnTo>
                  <a:lnTo>
                    <a:pt x="11430" y="52070"/>
                  </a:lnTo>
                  <a:close/>
                </a:path>
                <a:path w="11429" h="828039">
                  <a:moveTo>
                    <a:pt x="11430" y="58420"/>
                  </a:moveTo>
                  <a:lnTo>
                    <a:pt x="0" y="58420"/>
                  </a:lnTo>
                  <a:lnTo>
                    <a:pt x="0" y="64770"/>
                  </a:lnTo>
                  <a:lnTo>
                    <a:pt x="11430" y="64770"/>
                  </a:lnTo>
                  <a:lnTo>
                    <a:pt x="11430" y="58420"/>
                  </a:lnTo>
                  <a:close/>
                </a:path>
                <a:path w="11429" h="828039">
                  <a:moveTo>
                    <a:pt x="11430" y="64770"/>
                  </a:moveTo>
                  <a:lnTo>
                    <a:pt x="0" y="64770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4770"/>
                  </a:lnTo>
                  <a:close/>
                </a:path>
                <a:path w="11429" h="828039">
                  <a:moveTo>
                    <a:pt x="11430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11430" y="71120"/>
                  </a:lnTo>
                  <a:lnTo>
                    <a:pt x="11430" y="68580"/>
                  </a:lnTo>
                  <a:close/>
                </a:path>
                <a:path w="11429" h="828039">
                  <a:moveTo>
                    <a:pt x="11430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1120"/>
                  </a:lnTo>
                  <a:close/>
                </a:path>
                <a:path w="11429" h="828039">
                  <a:moveTo>
                    <a:pt x="11430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1430" y="77470"/>
                  </a:lnTo>
                  <a:lnTo>
                    <a:pt x="11430" y="74930"/>
                  </a:lnTo>
                  <a:close/>
                </a:path>
                <a:path w="11429" h="828039">
                  <a:moveTo>
                    <a:pt x="11430" y="77470"/>
                  </a:moveTo>
                  <a:lnTo>
                    <a:pt x="0" y="77470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77470"/>
                  </a:lnTo>
                  <a:close/>
                </a:path>
                <a:path w="11429" h="828039">
                  <a:moveTo>
                    <a:pt x="11430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11430" y="90170"/>
                  </a:lnTo>
                  <a:lnTo>
                    <a:pt x="11430" y="87630"/>
                  </a:lnTo>
                  <a:close/>
                </a:path>
                <a:path w="11429" h="828039">
                  <a:moveTo>
                    <a:pt x="11430" y="90170"/>
                  </a:moveTo>
                  <a:lnTo>
                    <a:pt x="0" y="90170"/>
                  </a:lnTo>
                  <a:lnTo>
                    <a:pt x="0" y="731520"/>
                  </a:lnTo>
                  <a:lnTo>
                    <a:pt x="11430" y="731520"/>
                  </a:lnTo>
                  <a:lnTo>
                    <a:pt x="11430" y="90170"/>
                  </a:lnTo>
                  <a:close/>
                </a:path>
                <a:path w="11429" h="828039">
                  <a:moveTo>
                    <a:pt x="6350" y="826770"/>
                  </a:moveTo>
                  <a:lnTo>
                    <a:pt x="1270" y="826770"/>
                  </a:lnTo>
                  <a:lnTo>
                    <a:pt x="1270" y="828040"/>
                  </a:lnTo>
                  <a:lnTo>
                    <a:pt x="6350" y="828040"/>
                  </a:lnTo>
                  <a:lnTo>
                    <a:pt x="6350" y="826770"/>
                  </a:lnTo>
                  <a:close/>
                </a:path>
                <a:path w="11429" h="828039">
                  <a:moveTo>
                    <a:pt x="11430" y="825500"/>
                  </a:moveTo>
                  <a:lnTo>
                    <a:pt x="0" y="825500"/>
                  </a:lnTo>
                  <a:lnTo>
                    <a:pt x="0" y="826770"/>
                  </a:lnTo>
                  <a:lnTo>
                    <a:pt x="11430" y="826770"/>
                  </a:lnTo>
                  <a:lnTo>
                    <a:pt x="11430" y="825500"/>
                  </a:lnTo>
                  <a:close/>
                </a:path>
                <a:path w="11429" h="828039">
                  <a:moveTo>
                    <a:pt x="11430" y="820420"/>
                  </a:moveTo>
                  <a:lnTo>
                    <a:pt x="0" y="820420"/>
                  </a:lnTo>
                  <a:lnTo>
                    <a:pt x="0" y="824230"/>
                  </a:lnTo>
                  <a:lnTo>
                    <a:pt x="11430" y="824230"/>
                  </a:lnTo>
                  <a:lnTo>
                    <a:pt x="11430" y="820420"/>
                  </a:lnTo>
                  <a:close/>
                </a:path>
                <a:path w="11429" h="828039">
                  <a:moveTo>
                    <a:pt x="11430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1430" y="819150"/>
                  </a:lnTo>
                  <a:lnTo>
                    <a:pt x="11430" y="814070"/>
                  </a:lnTo>
                  <a:close/>
                </a:path>
                <a:path w="11429" h="828039">
                  <a:moveTo>
                    <a:pt x="11430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1430" y="812800"/>
                  </a:lnTo>
                  <a:lnTo>
                    <a:pt x="11430" y="807720"/>
                  </a:lnTo>
                  <a:close/>
                </a:path>
                <a:path w="11429" h="828039">
                  <a:moveTo>
                    <a:pt x="11430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1430" y="806450"/>
                  </a:lnTo>
                  <a:lnTo>
                    <a:pt x="11430" y="801370"/>
                  </a:lnTo>
                  <a:close/>
                </a:path>
                <a:path w="11429" h="828039">
                  <a:moveTo>
                    <a:pt x="11430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1430" y="800100"/>
                  </a:lnTo>
                  <a:lnTo>
                    <a:pt x="11430" y="795020"/>
                  </a:lnTo>
                  <a:close/>
                </a:path>
                <a:path w="11429" h="828039">
                  <a:moveTo>
                    <a:pt x="11430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30" y="793750"/>
                  </a:lnTo>
                  <a:lnTo>
                    <a:pt x="11430" y="788670"/>
                  </a:lnTo>
                  <a:close/>
                </a:path>
                <a:path w="11429" h="828039">
                  <a:moveTo>
                    <a:pt x="1143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30" y="787400"/>
                  </a:lnTo>
                  <a:lnTo>
                    <a:pt x="11430" y="782320"/>
                  </a:lnTo>
                  <a:close/>
                </a:path>
                <a:path w="11429" h="828039">
                  <a:moveTo>
                    <a:pt x="1143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30" y="781050"/>
                  </a:lnTo>
                  <a:lnTo>
                    <a:pt x="11430" y="775970"/>
                  </a:lnTo>
                  <a:close/>
                </a:path>
                <a:path w="11429" h="828039">
                  <a:moveTo>
                    <a:pt x="11430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30" y="774700"/>
                  </a:lnTo>
                  <a:lnTo>
                    <a:pt x="11430" y="769620"/>
                  </a:lnTo>
                  <a:close/>
                </a:path>
                <a:path w="11429" h="828039">
                  <a:moveTo>
                    <a:pt x="11430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30" y="768350"/>
                  </a:lnTo>
                  <a:lnTo>
                    <a:pt x="11430" y="763270"/>
                  </a:lnTo>
                  <a:close/>
                </a:path>
                <a:path w="11429" h="828039">
                  <a:moveTo>
                    <a:pt x="11430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30" y="762000"/>
                  </a:lnTo>
                  <a:lnTo>
                    <a:pt x="11430" y="756920"/>
                  </a:lnTo>
                  <a:close/>
                </a:path>
                <a:path w="11429" h="828039">
                  <a:moveTo>
                    <a:pt x="11430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1430" y="755650"/>
                  </a:lnTo>
                  <a:lnTo>
                    <a:pt x="11430" y="750570"/>
                  </a:lnTo>
                  <a:close/>
                </a:path>
                <a:path w="11429" h="828039">
                  <a:moveTo>
                    <a:pt x="11430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1430" y="749300"/>
                  </a:lnTo>
                  <a:lnTo>
                    <a:pt x="11430" y="744220"/>
                  </a:lnTo>
                  <a:close/>
                </a:path>
                <a:path w="11429" h="828039">
                  <a:moveTo>
                    <a:pt x="11430" y="736600"/>
                  </a:moveTo>
                  <a:lnTo>
                    <a:pt x="0" y="736600"/>
                  </a:lnTo>
                  <a:lnTo>
                    <a:pt x="0" y="742950"/>
                  </a:lnTo>
                  <a:lnTo>
                    <a:pt x="11430" y="742950"/>
                  </a:lnTo>
                  <a:lnTo>
                    <a:pt x="11430" y="736600"/>
                  </a:lnTo>
                  <a:close/>
                </a:path>
                <a:path w="11429" h="828039">
                  <a:moveTo>
                    <a:pt x="11430" y="732790"/>
                  </a:moveTo>
                  <a:lnTo>
                    <a:pt x="0" y="732790"/>
                  </a:lnTo>
                  <a:lnTo>
                    <a:pt x="0" y="735330"/>
                  </a:lnTo>
                  <a:lnTo>
                    <a:pt x="11430" y="735330"/>
                  </a:lnTo>
                  <a:lnTo>
                    <a:pt x="11430" y="732790"/>
                  </a:lnTo>
                  <a:close/>
                </a:path>
              </a:pathLst>
            </a:custGeom>
            <a:solidFill>
              <a:srgbClr val="8585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38">
              <a:extLst>
                <a:ext uri="{FF2B5EF4-FFF2-40B4-BE49-F238E27FC236}">
                  <a16:creationId xmlns:a16="http://schemas.microsoft.com/office/drawing/2014/main" id="{00AF6F6D-3492-7D2B-9F41-85645B0A8A26}"/>
                </a:ext>
              </a:extLst>
            </p:cNvPr>
            <p:cNvSpPr/>
            <p:nvPr/>
          </p:nvSpPr>
          <p:spPr>
            <a:xfrm>
              <a:off x="4211320" y="5627369"/>
              <a:ext cx="10160" cy="833119"/>
            </a:xfrm>
            <a:custGeom>
              <a:avLst/>
              <a:gdLst/>
              <a:ahLst/>
              <a:cxnLst/>
              <a:rect l="l" t="t" r="r" b="b"/>
              <a:pathLst>
                <a:path w="10160" h="833120">
                  <a:moveTo>
                    <a:pt x="10159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0159" y="2539"/>
                  </a:lnTo>
                  <a:lnTo>
                    <a:pt x="10159" y="0"/>
                  </a:lnTo>
                  <a:close/>
                </a:path>
                <a:path w="10160" h="833120">
                  <a:moveTo>
                    <a:pt x="1015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59" y="6349"/>
                  </a:lnTo>
                  <a:lnTo>
                    <a:pt x="10159" y="2539"/>
                  </a:lnTo>
                  <a:close/>
                </a:path>
                <a:path w="10160" h="833120">
                  <a:moveTo>
                    <a:pt x="10159" y="6350"/>
                  </a:moveTo>
                  <a:lnTo>
                    <a:pt x="0" y="6350"/>
                  </a:lnTo>
                  <a:lnTo>
                    <a:pt x="0" y="12699"/>
                  </a:lnTo>
                  <a:lnTo>
                    <a:pt x="10159" y="12699"/>
                  </a:lnTo>
                  <a:lnTo>
                    <a:pt x="10159" y="6350"/>
                  </a:lnTo>
                  <a:close/>
                </a:path>
                <a:path w="10160" h="833120">
                  <a:moveTo>
                    <a:pt x="1015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59" y="15239"/>
                  </a:lnTo>
                  <a:lnTo>
                    <a:pt x="10159" y="12699"/>
                  </a:lnTo>
                  <a:close/>
                </a:path>
                <a:path w="10160" h="833120">
                  <a:moveTo>
                    <a:pt x="1015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59" y="19049"/>
                  </a:lnTo>
                  <a:lnTo>
                    <a:pt x="10159" y="15239"/>
                  </a:lnTo>
                  <a:close/>
                </a:path>
                <a:path w="10160" h="833120">
                  <a:moveTo>
                    <a:pt x="1015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59" y="21589"/>
                  </a:lnTo>
                  <a:lnTo>
                    <a:pt x="10159" y="19049"/>
                  </a:lnTo>
                  <a:close/>
                </a:path>
                <a:path w="10160" h="833120">
                  <a:moveTo>
                    <a:pt x="1015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59" y="25399"/>
                  </a:lnTo>
                  <a:lnTo>
                    <a:pt x="10159" y="21589"/>
                  </a:lnTo>
                  <a:close/>
                </a:path>
                <a:path w="10160" h="833120">
                  <a:moveTo>
                    <a:pt x="1015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59" y="27939"/>
                  </a:lnTo>
                  <a:lnTo>
                    <a:pt x="10159" y="25399"/>
                  </a:lnTo>
                  <a:close/>
                </a:path>
                <a:path w="10160" h="833120">
                  <a:moveTo>
                    <a:pt x="1015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59" y="31749"/>
                  </a:lnTo>
                  <a:lnTo>
                    <a:pt x="10159" y="27939"/>
                  </a:lnTo>
                  <a:close/>
                </a:path>
                <a:path w="10160" h="833120">
                  <a:moveTo>
                    <a:pt x="10159" y="31749"/>
                  </a:moveTo>
                  <a:lnTo>
                    <a:pt x="0" y="31749"/>
                  </a:lnTo>
                  <a:lnTo>
                    <a:pt x="0" y="40639"/>
                  </a:lnTo>
                  <a:lnTo>
                    <a:pt x="10159" y="40639"/>
                  </a:lnTo>
                  <a:lnTo>
                    <a:pt x="10159" y="31749"/>
                  </a:lnTo>
                  <a:close/>
                </a:path>
                <a:path w="10160" h="833120">
                  <a:moveTo>
                    <a:pt x="1015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59" y="44449"/>
                  </a:lnTo>
                  <a:lnTo>
                    <a:pt x="10159" y="40639"/>
                  </a:lnTo>
                  <a:close/>
                </a:path>
                <a:path w="10160" h="833120">
                  <a:moveTo>
                    <a:pt x="10159" y="44449"/>
                  </a:moveTo>
                  <a:lnTo>
                    <a:pt x="0" y="44449"/>
                  </a:lnTo>
                  <a:lnTo>
                    <a:pt x="0" y="53339"/>
                  </a:lnTo>
                  <a:lnTo>
                    <a:pt x="10159" y="53339"/>
                  </a:lnTo>
                  <a:lnTo>
                    <a:pt x="10159" y="44449"/>
                  </a:lnTo>
                  <a:close/>
                </a:path>
                <a:path w="10160" h="833120">
                  <a:moveTo>
                    <a:pt x="10159" y="53339"/>
                  </a:moveTo>
                  <a:lnTo>
                    <a:pt x="0" y="53339"/>
                  </a:lnTo>
                  <a:lnTo>
                    <a:pt x="0" y="59689"/>
                  </a:lnTo>
                  <a:lnTo>
                    <a:pt x="10159" y="59689"/>
                  </a:lnTo>
                  <a:lnTo>
                    <a:pt x="10159" y="53339"/>
                  </a:lnTo>
                  <a:close/>
                </a:path>
                <a:path w="10160" h="833120">
                  <a:moveTo>
                    <a:pt x="10159" y="59690"/>
                  </a:moveTo>
                  <a:lnTo>
                    <a:pt x="0" y="59690"/>
                  </a:lnTo>
                  <a:lnTo>
                    <a:pt x="0" y="66039"/>
                  </a:lnTo>
                  <a:lnTo>
                    <a:pt x="10159" y="66039"/>
                  </a:lnTo>
                  <a:lnTo>
                    <a:pt x="10159" y="59690"/>
                  </a:lnTo>
                  <a:close/>
                </a:path>
                <a:path w="10160" h="833120">
                  <a:moveTo>
                    <a:pt x="10159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59" y="69849"/>
                  </a:lnTo>
                  <a:lnTo>
                    <a:pt x="10159" y="66039"/>
                  </a:lnTo>
                  <a:close/>
                </a:path>
                <a:path w="10160" h="833120">
                  <a:moveTo>
                    <a:pt x="10159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59" y="72389"/>
                  </a:lnTo>
                  <a:lnTo>
                    <a:pt x="10159" y="69849"/>
                  </a:lnTo>
                  <a:close/>
                </a:path>
                <a:path w="10160" h="833120">
                  <a:moveTo>
                    <a:pt x="10159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59" y="76199"/>
                  </a:lnTo>
                  <a:lnTo>
                    <a:pt x="10159" y="72389"/>
                  </a:lnTo>
                  <a:close/>
                </a:path>
                <a:path w="10160" h="833120">
                  <a:moveTo>
                    <a:pt x="10159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59" y="78739"/>
                  </a:lnTo>
                  <a:lnTo>
                    <a:pt x="10159" y="76199"/>
                  </a:lnTo>
                  <a:close/>
                </a:path>
                <a:path w="10160" h="833120">
                  <a:moveTo>
                    <a:pt x="10159" y="78739"/>
                  </a:moveTo>
                  <a:lnTo>
                    <a:pt x="0" y="78739"/>
                  </a:lnTo>
                  <a:lnTo>
                    <a:pt x="0" y="88899"/>
                  </a:lnTo>
                  <a:lnTo>
                    <a:pt x="10159" y="88899"/>
                  </a:lnTo>
                  <a:lnTo>
                    <a:pt x="10159" y="78739"/>
                  </a:lnTo>
                  <a:close/>
                </a:path>
                <a:path w="10160" h="833120">
                  <a:moveTo>
                    <a:pt x="10159" y="88900"/>
                  </a:moveTo>
                  <a:lnTo>
                    <a:pt x="0" y="88900"/>
                  </a:lnTo>
                  <a:lnTo>
                    <a:pt x="0" y="91439"/>
                  </a:lnTo>
                  <a:lnTo>
                    <a:pt x="10159" y="91439"/>
                  </a:lnTo>
                  <a:lnTo>
                    <a:pt x="10159" y="88900"/>
                  </a:lnTo>
                  <a:close/>
                </a:path>
                <a:path w="10160" h="833120">
                  <a:moveTo>
                    <a:pt x="10159" y="91439"/>
                  </a:moveTo>
                  <a:lnTo>
                    <a:pt x="0" y="91439"/>
                  </a:lnTo>
                  <a:lnTo>
                    <a:pt x="0" y="732789"/>
                  </a:lnTo>
                  <a:lnTo>
                    <a:pt x="10159" y="732789"/>
                  </a:lnTo>
                  <a:lnTo>
                    <a:pt x="10159" y="91439"/>
                  </a:lnTo>
                  <a:close/>
                </a:path>
                <a:path w="10160" h="833120">
                  <a:moveTo>
                    <a:pt x="10159" y="829309"/>
                  </a:moveTo>
                  <a:lnTo>
                    <a:pt x="0" y="829309"/>
                  </a:lnTo>
                  <a:lnTo>
                    <a:pt x="0" y="831849"/>
                  </a:lnTo>
                  <a:lnTo>
                    <a:pt x="6350" y="831849"/>
                  </a:lnTo>
                  <a:lnTo>
                    <a:pt x="6350" y="833119"/>
                  </a:lnTo>
                  <a:lnTo>
                    <a:pt x="10159" y="833119"/>
                  </a:lnTo>
                  <a:lnTo>
                    <a:pt x="10159" y="829309"/>
                  </a:lnTo>
                  <a:close/>
                </a:path>
                <a:path w="10160" h="833120">
                  <a:moveTo>
                    <a:pt x="10159" y="826769"/>
                  </a:moveTo>
                  <a:lnTo>
                    <a:pt x="0" y="826769"/>
                  </a:lnTo>
                  <a:lnTo>
                    <a:pt x="0" y="828039"/>
                  </a:lnTo>
                  <a:lnTo>
                    <a:pt x="10159" y="828039"/>
                  </a:lnTo>
                  <a:lnTo>
                    <a:pt x="10159" y="826769"/>
                  </a:lnTo>
                  <a:close/>
                </a:path>
                <a:path w="10160" h="833120">
                  <a:moveTo>
                    <a:pt x="10159" y="821689"/>
                  </a:moveTo>
                  <a:lnTo>
                    <a:pt x="0" y="821689"/>
                  </a:lnTo>
                  <a:lnTo>
                    <a:pt x="0" y="825499"/>
                  </a:lnTo>
                  <a:lnTo>
                    <a:pt x="10159" y="825499"/>
                  </a:lnTo>
                  <a:lnTo>
                    <a:pt x="10159" y="821689"/>
                  </a:lnTo>
                  <a:close/>
                </a:path>
                <a:path w="10160" h="833120">
                  <a:moveTo>
                    <a:pt x="10159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59" y="820419"/>
                  </a:lnTo>
                  <a:lnTo>
                    <a:pt x="10159" y="815339"/>
                  </a:lnTo>
                  <a:close/>
                </a:path>
                <a:path w="10160" h="833120">
                  <a:moveTo>
                    <a:pt x="1015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59" y="814069"/>
                  </a:lnTo>
                  <a:lnTo>
                    <a:pt x="10159" y="808989"/>
                  </a:lnTo>
                  <a:close/>
                </a:path>
                <a:path w="10160" h="833120">
                  <a:moveTo>
                    <a:pt x="1015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59" y="807719"/>
                  </a:lnTo>
                  <a:lnTo>
                    <a:pt x="10159" y="802639"/>
                  </a:lnTo>
                  <a:close/>
                </a:path>
                <a:path w="10160" h="833120">
                  <a:moveTo>
                    <a:pt x="1015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59" y="801369"/>
                  </a:lnTo>
                  <a:lnTo>
                    <a:pt x="10159" y="796289"/>
                  </a:lnTo>
                  <a:close/>
                </a:path>
                <a:path w="10160" h="833120">
                  <a:moveTo>
                    <a:pt x="1015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59" y="795019"/>
                  </a:lnTo>
                  <a:lnTo>
                    <a:pt x="10159" y="789939"/>
                  </a:lnTo>
                  <a:close/>
                </a:path>
                <a:path w="10160" h="833120">
                  <a:moveTo>
                    <a:pt x="1015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59" y="788669"/>
                  </a:lnTo>
                  <a:lnTo>
                    <a:pt x="10159" y="783589"/>
                  </a:lnTo>
                  <a:close/>
                </a:path>
                <a:path w="10160" h="833120">
                  <a:moveTo>
                    <a:pt x="1015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59" y="782319"/>
                  </a:lnTo>
                  <a:lnTo>
                    <a:pt x="10159" y="777239"/>
                  </a:lnTo>
                  <a:close/>
                </a:path>
                <a:path w="10160" h="833120">
                  <a:moveTo>
                    <a:pt x="1015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59" y="775969"/>
                  </a:lnTo>
                  <a:lnTo>
                    <a:pt x="10159" y="770889"/>
                  </a:lnTo>
                  <a:close/>
                </a:path>
                <a:path w="10160" h="833120">
                  <a:moveTo>
                    <a:pt x="1015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59" y="769619"/>
                  </a:lnTo>
                  <a:lnTo>
                    <a:pt x="10159" y="764539"/>
                  </a:lnTo>
                  <a:close/>
                </a:path>
                <a:path w="10160" h="833120">
                  <a:moveTo>
                    <a:pt x="10159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0159" y="763269"/>
                  </a:lnTo>
                  <a:lnTo>
                    <a:pt x="10159" y="758189"/>
                  </a:lnTo>
                  <a:close/>
                </a:path>
                <a:path w="10160" h="833120">
                  <a:moveTo>
                    <a:pt x="10159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0159" y="756919"/>
                  </a:lnTo>
                  <a:lnTo>
                    <a:pt x="10159" y="751839"/>
                  </a:lnTo>
                  <a:close/>
                </a:path>
                <a:path w="10160" h="833120">
                  <a:moveTo>
                    <a:pt x="10159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0159" y="750569"/>
                  </a:lnTo>
                  <a:lnTo>
                    <a:pt x="10159" y="745489"/>
                  </a:lnTo>
                  <a:close/>
                </a:path>
                <a:path w="10160" h="833120">
                  <a:moveTo>
                    <a:pt x="10159" y="737869"/>
                  </a:moveTo>
                  <a:lnTo>
                    <a:pt x="0" y="737869"/>
                  </a:lnTo>
                  <a:lnTo>
                    <a:pt x="0" y="744219"/>
                  </a:lnTo>
                  <a:lnTo>
                    <a:pt x="10159" y="744219"/>
                  </a:lnTo>
                  <a:lnTo>
                    <a:pt x="10159" y="737869"/>
                  </a:lnTo>
                  <a:close/>
                </a:path>
                <a:path w="10160" h="833120">
                  <a:moveTo>
                    <a:pt x="10159" y="734059"/>
                  </a:moveTo>
                  <a:lnTo>
                    <a:pt x="0" y="734059"/>
                  </a:lnTo>
                  <a:lnTo>
                    <a:pt x="0" y="736599"/>
                  </a:lnTo>
                  <a:lnTo>
                    <a:pt x="10159" y="736599"/>
                  </a:lnTo>
                  <a:lnTo>
                    <a:pt x="10159" y="734059"/>
                  </a:lnTo>
                  <a:close/>
                </a:path>
              </a:pathLst>
            </a:custGeom>
            <a:solidFill>
              <a:srgbClr val="8585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39">
              <a:extLst>
                <a:ext uri="{FF2B5EF4-FFF2-40B4-BE49-F238E27FC236}">
                  <a16:creationId xmlns:a16="http://schemas.microsoft.com/office/drawing/2014/main" id="{3D7DD925-5498-D0FA-D862-84F8FD688126}"/>
                </a:ext>
              </a:extLst>
            </p:cNvPr>
            <p:cNvSpPr/>
            <p:nvPr/>
          </p:nvSpPr>
          <p:spPr>
            <a:xfrm>
              <a:off x="4221480" y="5623559"/>
              <a:ext cx="11430" cy="839469"/>
            </a:xfrm>
            <a:custGeom>
              <a:avLst/>
              <a:gdLst/>
              <a:ahLst/>
              <a:cxnLst/>
              <a:rect l="l" t="t" r="r" b="b"/>
              <a:pathLst>
                <a:path w="11429" h="839470">
                  <a:moveTo>
                    <a:pt x="11430" y="0"/>
                  </a:moveTo>
                  <a:lnTo>
                    <a:pt x="10160" y="0"/>
                  </a:lnTo>
                  <a:lnTo>
                    <a:pt x="10160" y="1269"/>
                  </a:lnTo>
                  <a:lnTo>
                    <a:pt x="5080" y="1269"/>
                  </a:lnTo>
                  <a:lnTo>
                    <a:pt x="5080" y="2539"/>
                  </a:lnTo>
                  <a:lnTo>
                    <a:pt x="0" y="2539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0"/>
                  </a:lnTo>
                  <a:close/>
                </a:path>
                <a:path w="11429" h="839470">
                  <a:moveTo>
                    <a:pt x="1143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3809"/>
                  </a:lnTo>
                  <a:close/>
                </a:path>
                <a:path w="11429" h="839470">
                  <a:moveTo>
                    <a:pt x="1143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6350"/>
                  </a:lnTo>
                  <a:close/>
                </a:path>
                <a:path w="11429" h="839470">
                  <a:moveTo>
                    <a:pt x="11430" y="10160"/>
                  </a:moveTo>
                  <a:lnTo>
                    <a:pt x="0" y="1016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0160"/>
                  </a:lnTo>
                  <a:close/>
                </a:path>
                <a:path w="11429" h="839470">
                  <a:moveTo>
                    <a:pt x="1143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6509"/>
                  </a:lnTo>
                  <a:close/>
                </a:path>
                <a:path w="11429" h="839470">
                  <a:moveTo>
                    <a:pt x="1143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30" y="22859"/>
                  </a:lnTo>
                  <a:lnTo>
                    <a:pt x="11430" y="19050"/>
                  </a:lnTo>
                  <a:close/>
                </a:path>
                <a:path w="11429" h="839470">
                  <a:moveTo>
                    <a:pt x="1143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2859"/>
                  </a:lnTo>
                  <a:close/>
                </a:path>
                <a:path w="11429" h="839470">
                  <a:moveTo>
                    <a:pt x="1143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5400"/>
                  </a:lnTo>
                  <a:close/>
                </a:path>
                <a:path w="11429" h="839470">
                  <a:moveTo>
                    <a:pt x="1143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9209"/>
                  </a:lnTo>
                  <a:close/>
                </a:path>
                <a:path w="11429" h="839470">
                  <a:moveTo>
                    <a:pt x="1143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1750"/>
                  </a:lnTo>
                  <a:close/>
                </a:path>
                <a:path w="11429" h="839470">
                  <a:moveTo>
                    <a:pt x="11430" y="35559"/>
                  </a:moveTo>
                  <a:lnTo>
                    <a:pt x="0" y="3555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35559"/>
                  </a:lnTo>
                  <a:close/>
                </a:path>
                <a:path w="11429" h="839470">
                  <a:moveTo>
                    <a:pt x="1143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30" y="48259"/>
                  </a:lnTo>
                  <a:lnTo>
                    <a:pt x="11430" y="44450"/>
                  </a:lnTo>
                  <a:close/>
                </a:path>
                <a:path w="11429" h="839470">
                  <a:moveTo>
                    <a:pt x="11430" y="48259"/>
                  </a:moveTo>
                  <a:lnTo>
                    <a:pt x="0" y="48259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48259"/>
                  </a:lnTo>
                  <a:close/>
                </a:path>
                <a:path w="11429" h="839470">
                  <a:moveTo>
                    <a:pt x="11430" y="57150"/>
                  </a:moveTo>
                  <a:lnTo>
                    <a:pt x="0" y="57150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7150"/>
                  </a:lnTo>
                  <a:close/>
                </a:path>
                <a:path w="11429" h="839470">
                  <a:moveTo>
                    <a:pt x="11430" y="63500"/>
                  </a:moveTo>
                  <a:lnTo>
                    <a:pt x="0" y="63500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3500"/>
                  </a:lnTo>
                  <a:close/>
                </a:path>
                <a:path w="11429" h="839470">
                  <a:moveTo>
                    <a:pt x="11430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30" y="73659"/>
                  </a:lnTo>
                  <a:lnTo>
                    <a:pt x="11430" y="69850"/>
                  </a:lnTo>
                  <a:close/>
                </a:path>
                <a:path w="11429" h="839470">
                  <a:moveTo>
                    <a:pt x="11430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73659"/>
                  </a:lnTo>
                  <a:close/>
                </a:path>
                <a:path w="11429" h="839470">
                  <a:moveTo>
                    <a:pt x="11430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76200"/>
                  </a:lnTo>
                  <a:close/>
                </a:path>
                <a:path w="11429" h="839470">
                  <a:moveTo>
                    <a:pt x="11430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80009"/>
                  </a:lnTo>
                  <a:close/>
                </a:path>
                <a:path w="11429" h="839470">
                  <a:moveTo>
                    <a:pt x="11430" y="82550"/>
                  </a:moveTo>
                  <a:lnTo>
                    <a:pt x="0" y="8255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82550"/>
                  </a:lnTo>
                  <a:close/>
                </a:path>
                <a:path w="11429" h="839470">
                  <a:moveTo>
                    <a:pt x="11430" y="92710"/>
                  </a:moveTo>
                  <a:lnTo>
                    <a:pt x="0" y="92710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2710"/>
                  </a:lnTo>
                  <a:close/>
                </a:path>
                <a:path w="11429" h="839470">
                  <a:moveTo>
                    <a:pt x="11430" y="95250"/>
                  </a:moveTo>
                  <a:lnTo>
                    <a:pt x="0" y="95250"/>
                  </a:lnTo>
                  <a:lnTo>
                    <a:pt x="0" y="736599"/>
                  </a:lnTo>
                  <a:lnTo>
                    <a:pt x="11430" y="736599"/>
                  </a:lnTo>
                  <a:lnTo>
                    <a:pt x="11430" y="95250"/>
                  </a:lnTo>
                  <a:close/>
                </a:path>
                <a:path w="11429" h="839470">
                  <a:moveTo>
                    <a:pt x="11430" y="836929"/>
                  </a:moveTo>
                  <a:lnTo>
                    <a:pt x="1270" y="836929"/>
                  </a:lnTo>
                  <a:lnTo>
                    <a:pt x="1270" y="838199"/>
                  </a:lnTo>
                  <a:lnTo>
                    <a:pt x="6350" y="838199"/>
                  </a:lnTo>
                  <a:lnTo>
                    <a:pt x="6350" y="839469"/>
                  </a:lnTo>
                  <a:lnTo>
                    <a:pt x="11430" y="839469"/>
                  </a:lnTo>
                  <a:lnTo>
                    <a:pt x="11430" y="836929"/>
                  </a:lnTo>
                  <a:close/>
                </a:path>
                <a:path w="11429" h="839470">
                  <a:moveTo>
                    <a:pt x="11430" y="833119"/>
                  </a:moveTo>
                  <a:lnTo>
                    <a:pt x="0" y="833119"/>
                  </a:lnTo>
                  <a:lnTo>
                    <a:pt x="0" y="836929"/>
                  </a:lnTo>
                  <a:lnTo>
                    <a:pt x="1270" y="836929"/>
                  </a:lnTo>
                  <a:lnTo>
                    <a:pt x="1270" y="835659"/>
                  </a:lnTo>
                  <a:lnTo>
                    <a:pt x="11430" y="835659"/>
                  </a:lnTo>
                  <a:lnTo>
                    <a:pt x="11430" y="833119"/>
                  </a:lnTo>
                  <a:close/>
                </a:path>
                <a:path w="11429" h="839470">
                  <a:moveTo>
                    <a:pt x="11430" y="830579"/>
                  </a:moveTo>
                  <a:lnTo>
                    <a:pt x="0" y="830579"/>
                  </a:lnTo>
                  <a:lnTo>
                    <a:pt x="0" y="831849"/>
                  </a:lnTo>
                  <a:lnTo>
                    <a:pt x="11430" y="831849"/>
                  </a:lnTo>
                  <a:lnTo>
                    <a:pt x="11430" y="830579"/>
                  </a:lnTo>
                  <a:close/>
                </a:path>
                <a:path w="11429" h="839470">
                  <a:moveTo>
                    <a:pt x="11430" y="825499"/>
                  </a:moveTo>
                  <a:lnTo>
                    <a:pt x="0" y="825499"/>
                  </a:lnTo>
                  <a:lnTo>
                    <a:pt x="0" y="829309"/>
                  </a:lnTo>
                  <a:lnTo>
                    <a:pt x="11430" y="829309"/>
                  </a:lnTo>
                  <a:lnTo>
                    <a:pt x="11430" y="825499"/>
                  </a:lnTo>
                  <a:close/>
                </a:path>
                <a:path w="11429" h="839470">
                  <a:moveTo>
                    <a:pt x="11430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30" y="824229"/>
                  </a:lnTo>
                  <a:lnTo>
                    <a:pt x="11430" y="819149"/>
                  </a:lnTo>
                  <a:close/>
                </a:path>
                <a:path w="11429" h="839470">
                  <a:moveTo>
                    <a:pt x="11430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30" y="817879"/>
                  </a:lnTo>
                  <a:lnTo>
                    <a:pt x="11430" y="812799"/>
                  </a:lnTo>
                  <a:close/>
                </a:path>
                <a:path w="11429" h="839470">
                  <a:moveTo>
                    <a:pt x="11430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30" y="811529"/>
                  </a:lnTo>
                  <a:lnTo>
                    <a:pt x="11430" y="806449"/>
                  </a:lnTo>
                  <a:close/>
                </a:path>
                <a:path w="11429" h="839470">
                  <a:moveTo>
                    <a:pt x="1143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30" y="805179"/>
                  </a:lnTo>
                  <a:lnTo>
                    <a:pt x="11430" y="800099"/>
                  </a:lnTo>
                  <a:close/>
                </a:path>
                <a:path w="11429" h="839470">
                  <a:moveTo>
                    <a:pt x="1143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30" y="798829"/>
                  </a:lnTo>
                  <a:lnTo>
                    <a:pt x="11430" y="793749"/>
                  </a:lnTo>
                  <a:close/>
                </a:path>
                <a:path w="11429" h="839470">
                  <a:moveTo>
                    <a:pt x="11430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30" y="792479"/>
                  </a:lnTo>
                  <a:lnTo>
                    <a:pt x="11430" y="787399"/>
                  </a:lnTo>
                  <a:close/>
                </a:path>
                <a:path w="11429" h="839470">
                  <a:moveTo>
                    <a:pt x="11430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30" y="786129"/>
                  </a:lnTo>
                  <a:lnTo>
                    <a:pt x="11430" y="781049"/>
                  </a:lnTo>
                  <a:close/>
                </a:path>
                <a:path w="11429" h="839470">
                  <a:moveTo>
                    <a:pt x="11430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30" y="779779"/>
                  </a:lnTo>
                  <a:lnTo>
                    <a:pt x="11430" y="774699"/>
                  </a:lnTo>
                  <a:close/>
                </a:path>
                <a:path w="11429" h="839470">
                  <a:moveTo>
                    <a:pt x="11430" y="768349"/>
                  </a:moveTo>
                  <a:lnTo>
                    <a:pt x="0" y="768349"/>
                  </a:lnTo>
                  <a:lnTo>
                    <a:pt x="0" y="773429"/>
                  </a:lnTo>
                  <a:lnTo>
                    <a:pt x="11430" y="773429"/>
                  </a:lnTo>
                  <a:lnTo>
                    <a:pt x="11430" y="768349"/>
                  </a:lnTo>
                  <a:close/>
                </a:path>
                <a:path w="11429" h="839470">
                  <a:moveTo>
                    <a:pt x="11430" y="761999"/>
                  </a:moveTo>
                  <a:lnTo>
                    <a:pt x="0" y="761999"/>
                  </a:lnTo>
                  <a:lnTo>
                    <a:pt x="0" y="767080"/>
                  </a:lnTo>
                  <a:lnTo>
                    <a:pt x="11430" y="767080"/>
                  </a:lnTo>
                  <a:lnTo>
                    <a:pt x="11430" y="761999"/>
                  </a:lnTo>
                  <a:close/>
                </a:path>
                <a:path w="11429" h="839470">
                  <a:moveTo>
                    <a:pt x="11430" y="755649"/>
                  </a:moveTo>
                  <a:lnTo>
                    <a:pt x="0" y="755649"/>
                  </a:lnTo>
                  <a:lnTo>
                    <a:pt x="0" y="760729"/>
                  </a:lnTo>
                  <a:lnTo>
                    <a:pt x="11430" y="760729"/>
                  </a:lnTo>
                  <a:lnTo>
                    <a:pt x="11430" y="755649"/>
                  </a:lnTo>
                  <a:close/>
                </a:path>
                <a:path w="11429" h="839470">
                  <a:moveTo>
                    <a:pt x="11430" y="749299"/>
                  </a:moveTo>
                  <a:lnTo>
                    <a:pt x="0" y="749299"/>
                  </a:lnTo>
                  <a:lnTo>
                    <a:pt x="0" y="754380"/>
                  </a:lnTo>
                  <a:lnTo>
                    <a:pt x="11430" y="754380"/>
                  </a:lnTo>
                  <a:lnTo>
                    <a:pt x="11430" y="749299"/>
                  </a:lnTo>
                  <a:close/>
                </a:path>
                <a:path w="11429" h="839470">
                  <a:moveTo>
                    <a:pt x="11430" y="741679"/>
                  </a:moveTo>
                  <a:lnTo>
                    <a:pt x="0" y="741679"/>
                  </a:lnTo>
                  <a:lnTo>
                    <a:pt x="0" y="748029"/>
                  </a:lnTo>
                  <a:lnTo>
                    <a:pt x="11430" y="748029"/>
                  </a:lnTo>
                  <a:lnTo>
                    <a:pt x="11430" y="741679"/>
                  </a:lnTo>
                  <a:close/>
                </a:path>
                <a:path w="11429" h="839470">
                  <a:moveTo>
                    <a:pt x="11430" y="737869"/>
                  </a:moveTo>
                  <a:lnTo>
                    <a:pt x="0" y="737869"/>
                  </a:lnTo>
                  <a:lnTo>
                    <a:pt x="0" y="740409"/>
                  </a:lnTo>
                  <a:lnTo>
                    <a:pt x="11430" y="740409"/>
                  </a:lnTo>
                  <a:lnTo>
                    <a:pt x="11430" y="737869"/>
                  </a:lnTo>
                  <a:close/>
                </a:path>
              </a:pathLst>
            </a:custGeom>
            <a:solidFill>
              <a:srgbClr val="8484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0">
              <a:extLst>
                <a:ext uri="{FF2B5EF4-FFF2-40B4-BE49-F238E27FC236}">
                  <a16:creationId xmlns:a16="http://schemas.microsoft.com/office/drawing/2014/main" id="{5E44CE99-2C9E-933B-4658-978FF367D413}"/>
                </a:ext>
              </a:extLst>
            </p:cNvPr>
            <p:cNvSpPr/>
            <p:nvPr/>
          </p:nvSpPr>
          <p:spPr>
            <a:xfrm>
              <a:off x="4232910" y="5621019"/>
              <a:ext cx="11430" cy="844550"/>
            </a:xfrm>
            <a:custGeom>
              <a:avLst/>
              <a:gdLst/>
              <a:ahLst/>
              <a:cxnLst/>
              <a:rect l="l" t="t" r="r" b="b"/>
              <a:pathLst>
                <a:path w="11429" h="844550">
                  <a:moveTo>
                    <a:pt x="11429" y="0"/>
                  </a:moveTo>
                  <a:lnTo>
                    <a:pt x="10160" y="0"/>
                  </a:lnTo>
                  <a:lnTo>
                    <a:pt x="10160" y="1269"/>
                  </a:lnTo>
                  <a:lnTo>
                    <a:pt x="5079" y="1269"/>
                  </a:lnTo>
                  <a:lnTo>
                    <a:pt x="5079" y="2539"/>
                  </a:lnTo>
                  <a:lnTo>
                    <a:pt x="11429" y="2539"/>
                  </a:lnTo>
                  <a:lnTo>
                    <a:pt x="11429" y="0"/>
                  </a:lnTo>
                  <a:close/>
                </a:path>
                <a:path w="11429" h="844550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844550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844550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844550">
                  <a:moveTo>
                    <a:pt x="11429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2700"/>
                  </a:lnTo>
                  <a:close/>
                </a:path>
                <a:path w="11429" h="844550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844550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844550">
                  <a:moveTo>
                    <a:pt x="1142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29" y="27939"/>
                  </a:lnTo>
                  <a:lnTo>
                    <a:pt x="11429" y="25399"/>
                  </a:lnTo>
                  <a:close/>
                </a:path>
                <a:path w="11429" h="844550">
                  <a:moveTo>
                    <a:pt x="1142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7939"/>
                  </a:lnTo>
                  <a:close/>
                </a:path>
                <a:path w="11429" h="844550">
                  <a:moveTo>
                    <a:pt x="1142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31749"/>
                  </a:lnTo>
                  <a:close/>
                </a:path>
                <a:path w="11429" h="844550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844550">
                  <a:moveTo>
                    <a:pt x="11429" y="38099"/>
                  </a:moveTo>
                  <a:lnTo>
                    <a:pt x="0" y="3809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38099"/>
                  </a:lnTo>
                  <a:close/>
                </a:path>
                <a:path w="11429" h="844550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844550">
                  <a:moveTo>
                    <a:pt x="11429" y="50799"/>
                  </a:moveTo>
                  <a:lnTo>
                    <a:pt x="0" y="5079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0799"/>
                  </a:lnTo>
                  <a:close/>
                </a:path>
                <a:path w="11429" h="844550">
                  <a:moveTo>
                    <a:pt x="11429" y="59689"/>
                  </a:moveTo>
                  <a:lnTo>
                    <a:pt x="0" y="5968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59689"/>
                  </a:lnTo>
                  <a:close/>
                </a:path>
                <a:path w="11429" h="844550">
                  <a:moveTo>
                    <a:pt x="11429" y="66040"/>
                  </a:moveTo>
                  <a:lnTo>
                    <a:pt x="0" y="66040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6040"/>
                  </a:lnTo>
                  <a:close/>
                </a:path>
                <a:path w="11429" h="844550">
                  <a:moveTo>
                    <a:pt x="11429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2389"/>
                  </a:lnTo>
                  <a:close/>
                </a:path>
                <a:path w="11429" h="844550">
                  <a:moveTo>
                    <a:pt x="11429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1429" y="78739"/>
                  </a:lnTo>
                  <a:lnTo>
                    <a:pt x="11429" y="76199"/>
                  </a:lnTo>
                  <a:close/>
                </a:path>
                <a:path w="11429" h="844550">
                  <a:moveTo>
                    <a:pt x="11429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8739"/>
                  </a:lnTo>
                  <a:close/>
                </a:path>
                <a:path w="11429" h="844550">
                  <a:moveTo>
                    <a:pt x="11429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82549"/>
                  </a:lnTo>
                  <a:close/>
                </a:path>
                <a:path w="11429" h="844550">
                  <a:moveTo>
                    <a:pt x="11429" y="85089"/>
                  </a:moveTo>
                  <a:lnTo>
                    <a:pt x="0" y="8508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5089"/>
                  </a:lnTo>
                  <a:close/>
                </a:path>
                <a:path w="11429" h="844550">
                  <a:moveTo>
                    <a:pt x="11429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11429" y="97789"/>
                  </a:lnTo>
                  <a:lnTo>
                    <a:pt x="11429" y="95250"/>
                  </a:lnTo>
                  <a:close/>
                </a:path>
                <a:path w="11429" h="844550">
                  <a:moveTo>
                    <a:pt x="11429" y="97789"/>
                  </a:moveTo>
                  <a:lnTo>
                    <a:pt x="0" y="97789"/>
                  </a:lnTo>
                  <a:lnTo>
                    <a:pt x="0" y="739139"/>
                  </a:lnTo>
                  <a:lnTo>
                    <a:pt x="11429" y="739139"/>
                  </a:lnTo>
                  <a:lnTo>
                    <a:pt x="11429" y="97789"/>
                  </a:lnTo>
                  <a:close/>
                </a:path>
                <a:path w="11429" h="844550">
                  <a:moveTo>
                    <a:pt x="11429" y="842009"/>
                  </a:moveTo>
                  <a:lnTo>
                    <a:pt x="6350" y="842009"/>
                  </a:lnTo>
                  <a:lnTo>
                    <a:pt x="6350" y="844549"/>
                  </a:lnTo>
                  <a:lnTo>
                    <a:pt x="11429" y="844549"/>
                  </a:lnTo>
                  <a:lnTo>
                    <a:pt x="11429" y="842009"/>
                  </a:lnTo>
                  <a:close/>
                </a:path>
                <a:path w="11429" h="844550">
                  <a:moveTo>
                    <a:pt x="11429" y="839469"/>
                  </a:moveTo>
                  <a:lnTo>
                    <a:pt x="0" y="839469"/>
                  </a:lnTo>
                  <a:lnTo>
                    <a:pt x="0" y="840739"/>
                  </a:lnTo>
                  <a:lnTo>
                    <a:pt x="11429" y="840739"/>
                  </a:lnTo>
                  <a:lnTo>
                    <a:pt x="11429" y="839469"/>
                  </a:lnTo>
                  <a:close/>
                </a:path>
                <a:path w="11429" h="844550">
                  <a:moveTo>
                    <a:pt x="11429" y="835659"/>
                  </a:moveTo>
                  <a:lnTo>
                    <a:pt x="0" y="835659"/>
                  </a:lnTo>
                  <a:lnTo>
                    <a:pt x="0" y="838199"/>
                  </a:lnTo>
                  <a:lnTo>
                    <a:pt x="11429" y="838199"/>
                  </a:lnTo>
                  <a:lnTo>
                    <a:pt x="11429" y="835659"/>
                  </a:lnTo>
                  <a:close/>
                </a:path>
                <a:path w="11429" h="844550">
                  <a:moveTo>
                    <a:pt x="11429" y="833119"/>
                  </a:moveTo>
                  <a:lnTo>
                    <a:pt x="0" y="833119"/>
                  </a:lnTo>
                  <a:lnTo>
                    <a:pt x="0" y="834389"/>
                  </a:lnTo>
                  <a:lnTo>
                    <a:pt x="11429" y="834389"/>
                  </a:lnTo>
                  <a:lnTo>
                    <a:pt x="11429" y="833119"/>
                  </a:lnTo>
                  <a:close/>
                </a:path>
                <a:path w="11429" h="844550">
                  <a:moveTo>
                    <a:pt x="11429" y="828039"/>
                  </a:moveTo>
                  <a:lnTo>
                    <a:pt x="0" y="828039"/>
                  </a:lnTo>
                  <a:lnTo>
                    <a:pt x="0" y="831849"/>
                  </a:lnTo>
                  <a:lnTo>
                    <a:pt x="11429" y="831849"/>
                  </a:lnTo>
                  <a:lnTo>
                    <a:pt x="11429" y="828039"/>
                  </a:lnTo>
                  <a:close/>
                </a:path>
                <a:path w="11429" h="844550">
                  <a:moveTo>
                    <a:pt x="11429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29" y="826769"/>
                  </a:lnTo>
                  <a:lnTo>
                    <a:pt x="11429" y="821689"/>
                  </a:lnTo>
                  <a:close/>
                </a:path>
                <a:path w="11429" h="844550">
                  <a:moveTo>
                    <a:pt x="11429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29" y="820419"/>
                  </a:lnTo>
                  <a:lnTo>
                    <a:pt x="11429" y="815339"/>
                  </a:lnTo>
                  <a:close/>
                </a:path>
                <a:path w="11429" h="844550">
                  <a:moveTo>
                    <a:pt x="1142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29" y="814069"/>
                  </a:lnTo>
                  <a:lnTo>
                    <a:pt x="11429" y="808989"/>
                  </a:lnTo>
                  <a:close/>
                </a:path>
                <a:path w="11429" h="844550">
                  <a:moveTo>
                    <a:pt x="1142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29" y="807719"/>
                  </a:lnTo>
                  <a:lnTo>
                    <a:pt x="11429" y="802639"/>
                  </a:lnTo>
                  <a:close/>
                </a:path>
                <a:path w="11429" h="84455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4455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4455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4455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44550">
                  <a:moveTo>
                    <a:pt x="1142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70889"/>
                  </a:lnTo>
                  <a:close/>
                </a:path>
                <a:path w="11429" h="844550">
                  <a:moveTo>
                    <a:pt x="1142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29" y="769619"/>
                  </a:lnTo>
                  <a:lnTo>
                    <a:pt x="11429" y="764539"/>
                  </a:lnTo>
                  <a:close/>
                </a:path>
                <a:path w="11429" h="844550">
                  <a:moveTo>
                    <a:pt x="11429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1429" y="763269"/>
                  </a:lnTo>
                  <a:lnTo>
                    <a:pt x="11429" y="758189"/>
                  </a:lnTo>
                  <a:close/>
                </a:path>
                <a:path w="11429" h="844550">
                  <a:moveTo>
                    <a:pt x="11429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1429" y="756919"/>
                  </a:lnTo>
                  <a:lnTo>
                    <a:pt x="11429" y="751839"/>
                  </a:lnTo>
                  <a:close/>
                </a:path>
                <a:path w="11429" h="844550">
                  <a:moveTo>
                    <a:pt x="11429" y="744219"/>
                  </a:moveTo>
                  <a:lnTo>
                    <a:pt x="0" y="744219"/>
                  </a:lnTo>
                  <a:lnTo>
                    <a:pt x="0" y="750569"/>
                  </a:lnTo>
                  <a:lnTo>
                    <a:pt x="11429" y="750569"/>
                  </a:lnTo>
                  <a:lnTo>
                    <a:pt x="11429" y="744219"/>
                  </a:lnTo>
                  <a:close/>
                </a:path>
                <a:path w="11429" h="844550">
                  <a:moveTo>
                    <a:pt x="11429" y="740409"/>
                  </a:moveTo>
                  <a:lnTo>
                    <a:pt x="0" y="740409"/>
                  </a:lnTo>
                  <a:lnTo>
                    <a:pt x="0" y="742949"/>
                  </a:lnTo>
                  <a:lnTo>
                    <a:pt x="11429" y="742949"/>
                  </a:lnTo>
                  <a:lnTo>
                    <a:pt x="11429" y="740409"/>
                  </a:lnTo>
                  <a:close/>
                </a:path>
              </a:pathLst>
            </a:custGeom>
            <a:solidFill>
              <a:srgbClr val="8383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1">
              <a:extLst>
                <a:ext uri="{FF2B5EF4-FFF2-40B4-BE49-F238E27FC236}">
                  <a16:creationId xmlns:a16="http://schemas.microsoft.com/office/drawing/2014/main" id="{B919BF04-6D03-95D1-6433-D907652DDE32}"/>
                </a:ext>
              </a:extLst>
            </p:cNvPr>
            <p:cNvSpPr/>
            <p:nvPr/>
          </p:nvSpPr>
          <p:spPr>
            <a:xfrm>
              <a:off x="4244340" y="5618479"/>
              <a:ext cx="10160" cy="849630"/>
            </a:xfrm>
            <a:custGeom>
              <a:avLst/>
              <a:gdLst/>
              <a:ahLst/>
              <a:cxnLst/>
              <a:rect l="l" t="t" r="r" b="b"/>
              <a:pathLst>
                <a:path w="10160" h="849629">
                  <a:moveTo>
                    <a:pt x="10160" y="0"/>
                  </a:moveTo>
                  <a:lnTo>
                    <a:pt x="8889" y="0"/>
                  </a:lnTo>
                  <a:lnTo>
                    <a:pt x="8889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8496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496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496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496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49629">
                  <a:moveTo>
                    <a:pt x="10160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5240"/>
                  </a:lnTo>
                  <a:close/>
                </a:path>
                <a:path w="10160" h="849629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849629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849629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849629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849629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849629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849629">
                  <a:moveTo>
                    <a:pt x="10160" y="40640"/>
                  </a:moveTo>
                  <a:lnTo>
                    <a:pt x="0" y="4064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0640"/>
                  </a:lnTo>
                  <a:close/>
                </a:path>
                <a:path w="10160" h="849629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849629">
                  <a:moveTo>
                    <a:pt x="10160" y="53340"/>
                  </a:moveTo>
                  <a:lnTo>
                    <a:pt x="0" y="5334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3340"/>
                  </a:lnTo>
                  <a:close/>
                </a:path>
                <a:path w="10160" h="849629">
                  <a:moveTo>
                    <a:pt x="10160" y="62230"/>
                  </a:moveTo>
                  <a:lnTo>
                    <a:pt x="0" y="6223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2230"/>
                  </a:lnTo>
                  <a:close/>
                </a:path>
                <a:path w="10160" h="849629">
                  <a:moveTo>
                    <a:pt x="10160" y="68580"/>
                  </a:moveTo>
                  <a:lnTo>
                    <a:pt x="0" y="6858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68580"/>
                  </a:lnTo>
                  <a:close/>
                </a:path>
                <a:path w="10160" h="849629">
                  <a:moveTo>
                    <a:pt x="1016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30"/>
                  </a:lnTo>
                  <a:close/>
                </a:path>
                <a:path w="10160" h="849629">
                  <a:moveTo>
                    <a:pt x="1016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40"/>
                  </a:lnTo>
                  <a:close/>
                </a:path>
                <a:path w="10160" h="849629">
                  <a:moveTo>
                    <a:pt x="10160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80"/>
                  </a:lnTo>
                  <a:close/>
                </a:path>
                <a:path w="10160" h="849629">
                  <a:moveTo>
                    <a:pt x="1016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090"/>
                  </a:lnTo>
                  <a:close/>
                </a:path>
                <a:path w="10160" h="849629">
                  <a:moveTo>
                    <a:pt x="10160" y="87630"/>
                  </a:moveTo>
                  <a:lnTo>
                    <a:pt x="0" y="8763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87630"/>
                  </a:lnTo>
                  <a:close/>
                </a:path>
                <a:path w="10160" h="849629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849629">
                  <a:moveTo>
                    <a:pt x="10160" y="100330"/>
                  </a:moveTo>
                  <a:lnTo>
                    <a:pt x="0" y="100330"/>
                  </a:lnTo>
                  <a:lnTo>
                    <a:pt x="0" y="741680"/>
                  </a:lnTo>
                  <a:lnTo>
                    <a:pt x="10160" y="741680"/>
                  </a:lnTo>
                  <a:lnTo>
                    <a:pt x="10160" y="100330"/>
                  </a:lnTo>
                  <a:close/>
                </a:path>
                <a:path w="10160" h="849629">
                  <a:moveTo>
                    <a:pt x="10160" y="848360"/>
                  </a:moveTo>
                  <a:lnTo>
                    <a:pt x="5080" y="848360"/>
                  </a:lnTo>
                  <a:lnTo>
                    <a:pt x="5080" y="849630"/>
                  </a:lnTo>
                  <a:lnTo>
                    <a:pt x="10160" y="849630"/>
                  </a:lnTo>
                  <a:lnTo>
                    <a:pt x="10160" y="848360"/>
                  </a:lnTo>
                  <a:close/>
                </a:path>
                <a:path w="10160" h="849629">
                  <a:moveTo>
                    <a:pt x="10160" y="844550"/>
                  </a:moveTo>
                  <a:lnTo>
                    <a:pt x="0" y="844550"/>
                  </a:lnTo>
                  <a:lnTo>
                    <a:pt x="0" y="848360"/>
                  </a:lnTo>
                  <a:lnTo>
                    <a:pt x="5080" y="848360"/>
                  </a:lnTo>
                  <a:lnTo>
                    <a:pt x="5080" y="847090"/>
                  </a:lnTo>
                  <a:lnTo>
                    <a:pt x="10160" y="847090"/>
                  </a:lnTo>
                  <a:lnTo>
                    <a:pt x="10160" y="844550"/>
                  </a:lnTo>
                  <a:close/>
                </a:path>
                <a:path w="10160" h="849629">
                  <a:moveTo>
                    <a:pt x="10160" y="842010"/>
                  </a:moveTo>
                  <a:lnTo>
                    <a:pt x="0" y="842010"/>
                  </a:lnTo>
                  <a:lnTo>
                    <a:pt x="0" y="843280"/>
                  </a:lnTo>
                  <a:lnTo>
                    <a:pt x="10160" y="843280"/>
                  </a:lnTo>
                  <a:lnTo>
                    <a:pt x="10160" y="842010"/>
                  </a:lnTo>
                  <a:close/>
                </a:path>
                <a:path w="10160" h="849629">
                  <a:moveTo>
                    <a:pt x="10160" y="838200"/>
                  </a:moveTo>
                  <a:lnTo>
                    <a:pt x="0" y="838200"/>
                  </a:lnTo>
                  <a:lnTo>
                    <a:pt x="0" y="840740"/>
                  </a:lnTo>
                  <a:lnTo>
                    <a:pt x="10160" y="840740"/>
                  </a:lnTo>
                  <a:lnTo>
                    <a:pt x="10160" y="838200"/>
                  </a:lnTo>
                  <a:close/>
                </a:path>
                <a:path w="10160" h="849629">
                  <a:moveTo>
                    <a:pt x="10160" y="835660"/>
                  </a:moveTo>
                  <a:lnTo>
                    <a:pt x="0" y="835660"/>
                  </a:lnTo>
                  <a:lnTo>
                    <a:pt x="0" y="836930"/>
                  </a:lnTo>
                  <a:lnTo>
                    <a:pt x="10160" y="836930"/>
                  </a:lnTo>
                  <a:lnTo>
                    <a:pt x="10160" y="835660"/>
                  </a:lnTo>
                  <a:close/>
                </a:path>
                <a:path w="10160" h="849629">
                  <a:moveTo>
                    <a:pt x="10160" y="830580"/>
                  </a:moveTo>
                  <a:lnTo>
                    <a:pt x="0" y="830580"/>
                  </a:lnTo>
                  <a:lnTo>
                    <a:pt x="0" y="834390"/>
                  </a:lnTo>
                  <a:lnTo>
                    <a:pt x="10160" y="834390"/>
                  </a:lnTo>
                  <a:lnTo>
                    <a:pt x="10160" y="830580"/>
                  </a:lnTo>
                  <a:close/>
                </a:path>
                <a:path w="10160" h="849629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849629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849629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849629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8496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496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496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496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49629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49629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849629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849629">
                  <a:moveTo>
                    <a:pt x="1016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54380"/>
                  </a:lnTo>
                  <a:close/>
                </a:path>
                <a:path w="10160" h="849629">
                  <a:moveTo>
                    <a:pt x="10160" y="746760"/>
                  </a:moveTo>
                  <a:lnTo>
                    <a:pt x="0" y="746760"/>
                  </a:lnTo>
                  <a:lnTo>
                    <a:pt x="0" y="753110"/>
                  </a:lnTo>
                  <a:lnTo>
                    <a:pt x="10160" y="753110"/>
                  </a:lnTo>
                  <a:lnTo>
                    <a:pt x="10160" y="746760"/>
                  </a:lnTo>
                  <a:close/>
                </a:path>
                <a:path w="10160" h="849629">
                  <a:moveTo>
                    <a:pt x="10160" y="742950"/>
                  </a:moveTo>
                  <a:lnTo>
                    <a:pt x="0" y="742950"/>
                  </a:lnTo>
                  <a:lnTo>
                    <a:pt x="0" y="745490"/>
                  </a:lnTo>
                  <a:lnTo>
                    <a:pt x="10160" y="745490"/>
                  </a:lnTo>
                  <a:lnTo>
                    <a:pt x="10160" y="742950"/>
                  </a:lnTo>
                  <a:close/>
                </a:path>
              </a:pathLst>
            </a:custGeom>
            <a:solidFill>
              <a:srgbClr val="828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2">
              <a:extLst>
                <a:ext uri="{FF2B5EF4-FFF2-40B4-BE49-F238E27FC236}">
                  <a16:creationId xmlns:a16="http://schemas.microsoft.com/office/drawing/2014/main" id="{D66649F5-4012-A51B-35A5-43410F4DD129}"/>
                </a:ext>
              </a:extLst>
            </p:cNvPr>
            <p:cNvSpPr/>
            <p:nvPr/>
          </p:nvSpPr>
          <p:spPr>
            <a:xfrm>
              <a:off x="4254500" y="5615939"/>
              <a:ext cx="11430" cy="853440"/>
            </a:xfrm>
            <a:custGeom>
              <a:avLst/>
              <a:gdLst/>
              <a:ahLst/>
              <a:cxnLst/>
              <a:rect l="l" t="t" r="r" b="b"/>
              <a:pathLst>
                <a:path w="11429" h="853439">
                  <a:moveTo>
                    <a:pt x="11429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11429" y="1270"/>
                  </a:lnTo>
                  <a:lnTo>
                    <a:pt x="11429" y="0"/>
                  </a:lnTo>
                  <a:close/>
                </a:path>
                <a:path w="11429" h="853439">
                  <a:moveTo>
                    <a:pt x="11429" y="1270"/>
                  </a:moveTo>
                  <a:lnTo>
                    <a:pt x="3810" y="1270"/>
                  </a:lnTo>
                  <a:lnTo>
                    <a:pt x="381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1270"/>
                  </a:lnTo>
                  <a:close/>
                </a:path>
                <a:path w="11429" h="853439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53439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53439">
                  <a:moveTo>
                    <a:pt x="1142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11430"/>
                  </a:lnTo>
                  <a:close/>
                </a:path>
                <a:path w="11429" h="853439">
                  <a:moveTo>
                    <a:pt x="1142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3970"/>
                  </a:lnTo>
                  <a:close/>
                </a:path>
                <a:path w="11429" h="853439">
                  <a:moveTo>
                    <a:pt x="1142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17780"/>
                  </a:lnTo>
                  <a:close/>
                </a:path>
                <a:path w="11429" h="853439">
                  <a:moveTo>
                    <a:pt x="1142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24130"/>
                  </a:lnTo>
                  <a:close/>
                </a:path>
                <a:path w="11429" h="853439">
                  <a:moveTo>
                    <a:pt x="1142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6670"/>
                  </a:lnTo>
                  <a:close/>
                </a:path>
                <a:path w="11429" h="853439">
                  <a:moveTo>
                    <a:pt x="1142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30480"/>
                  </a:lnTo>
                  <a:close/>
                </a:path>
                <a:path w="11429" h="853439">
                  <a:moveTo>
                    <a:pt x="1142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3020"/>
                  </a:lnTo>
                  <a:close/>
                </a:path>
                <a:path w="11429" h="853439">
                  <a:moveTo>
                    <a:pt x="1142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6830"/>
                  </a:lnTo>
                  <a:close/>
                </a:path>
                <a:path w="11429" h="853439">
                  <a:moveTo>
                    <a:pt x="1142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9370"/>
                  </a:lnTo>
                  <a:close/>
                </a:path>
                <a:path w="11429" h="853439">
                  <a:moveTo>
                    <a:pt x="11429" y="43180"/>
                  </a:moveTo>
                  <a:lnTo>
                    <a:pt x="0" y="43180"/>
                  </a:lnTo>
                  <a:lnTo>
                    <a:pt x="0" y="52070"/>
                  </a:lnTo>
                  <a:lnTo>
                    <a:pt x="11429" y="52070"/>
                  </a:lnTo>
                  <a:lnTo>
                    <a:pt x="11429" y="43180"/>
                  </a:lnTo>
                  <a:close/>
                </a:path>
                <a:path w="11429" h="853439">
                  <a:moveTo>
                    <a:pt x="1142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2070"/>
                  </a:lnTo>
                  <a:close/>
                </a:path>
                <a:path w="11429" h="853439">
                  <a:moveTo>
                    <a:pt x="11429" y="55880"/>
                  </a:moveTo>
                  <a:lnTo>
                    <a:pt x="0" y="55880"/>
                  </a:lnTo>
                  <a:lnTo>
                    <a:pt x="0" y="64770"/>
                  </a:lnTo>
                  <a:lnTo>
                    <a:pt x="11429" y="64770"/>
                  </a:lnTo>
                  <a:lnTo>
                    <a:pt x="11429" y="55880"/>
                  </a:lnTo>
                  <a:close/>
                </a:path>
                <a:path w="11429" h="853439">
                  <a:moveTo>
                    <a:pt x="11429" y="64770"/>
                  </a:moveTo>
                  <a:lnTo>
                    <a:pt x="0" y="64770"/>
                  </a:lnTo>
                  <a:lnTo>
                    <a:pt x="0" y="71120"/>
                  </a:lnTo>
                  <a:lnTo>
                    <a:pt x="11429" y="71120"/>
                  </a:lnTo>
                  <a:lnTo>
                    <a:pt x="11429" y="64770"/>
                  </a:lnTo>
                  <a:close/>
                </a:path>
                <a:path w="11429" h="853439">
                  <a:moveTo>
                    <a:pt x="11429" y="71120"/>
                  </a:moveTo>
                  <a:lnTo>
                    <a:pt x="0" y="71120"/>
                  </a:lnTo>
                  <a:lnTo>
                    <a:pt x="0" y="77470"/>
                  </a:lnTo>
                  <a:lnTo>
                    <a:pt x="11429" y="77470"/>
                  </a:lnTo>
                  <a:lnTo>
                    <a:pt x="11429" y="71120"/>
                  </a:lnTo>
                  <a:close/>
                </a:path>
                <a:path w="11429" h="853439">
                  <a:moveTo>
                    <a:pt x="11429" y="77470"/>
                  </a:moveTo>
                  <a:lnTo>
                    <a:pt x="0" y="7747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7470"/>
                  </a:lnTo>
                  <a:close/>
                </a:path>
                <a:path w="11429" h="853439">
                  <a:moveTo>
                    <a:pt x="11429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11429" y="83820"/>
                  </a:lnTo>
                  <a:lnTo>
                    <a:pt x="11429" y="81280"/>
                  </a:lnTo>
                  <a:close/>
                </a:path>
                <a:path w="11429" h="853439">
                  <a:moveTo>
                    <a:pt x="11429" y="83820"/>
                  </a:moveTo>
                  <a:lnTo>
                    <a:pt x="0" y="8382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3820"/>
                  </a:lnTo>
                  <a:close/>
                </a:path>
                <a:path w="11429" h="853439">
                  <a:moveTo>
                    <a:pt x="11429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11429" y="90170"/>
                  </a:lnTo>
                  <a:lnTo>
                    <a:pt x="11429" y="87630"/>
                  </a:lnTo>
                  <a:close/>
                </a:path>
                <a:path w="11429" h="853439">
                  <a:moveTo>
                    <a:pt x="11429" y="90170"/>
                  </a:moveTo>
                  <a:lnTo>
                    <a:pt x="0" y="9017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0170"/>
                  </a:lnTo>
                  <a:close/>
                </a:path>
                <a:path w="11429" h="853439">
                  <a:moveTo>
                    <a:pt x="11429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11429" y="102870"/>
                  </a:lnTo>
                  <a:lnTo>
                    <a:pt x="11429" y="100330"/>
                  </a:lnTo>
                  <a:close/>
                </a:path>
                <a:path w="11429" h="853439">
                  <a:moveTo>
                    <a:pt x="11429" y="102870"/>
                  </a:moveTo>
                  <a:lnTo>
                    <a:pt x="0" y="102870"/>
                  </a:lnTo>
                  <a:lnTo>
                    <a:pt x="0" y="744220"/>
                  </a:lnTo>
                  <a:lnTo>
                    <a:pt x="11429" y="744220"/>
                  </a:lnTo>
                  <a:lnTo>
                    <a:pt x="11429" y="102870"/>
                  </a:lnTo>
                  <a:close/>
                </a:path>
                <a:path w="11429" h="853439">
                  <a:moveTo>
                    <a:pt x="11429" y="850900"/>
                  </a:moveTo>
                  <a:lnTo>
                    <a:pt x="0" y="850900"/>
                  </a:lnTo>
                  <a:lnTo>
                    <a:pt x="0" y="853440"/>
                  </a:lnTo>
                  <a:lnTo>
                    <a:pt x="7620" y="853440"/>
                  </a:lnTo>
                  <a:lnTo>
                    <a:pt x="7620" y="852170"/>
                  </a:lnTo>
                  <a:lnTo>
                    <a:pt x="11429" y="852170"/>
                  </a:lnTo>
                  <a:lnTo>
                    <a:pt x="11429" y="850900"/>
                  </a:lnTo>
                  <a:close/>
                </a:path>
                <a:path w="11429" h="853439">
                  <a:moveTo>
                    <a:pt x="11429" y="847090"/>
                  </a:moveTo>
                  <a:lnTo>
                    <a:pt x="0" y="847090"/>
                  </a:lnTo>
                  <a:lnTo>
                    <a:pt x="0" y="849630"/>
                  </a:lnTo>
                  <a:lnTo>
                    <a:pt x="11429" y="849630"/>
                  </a:lnTo>
                  <a:lnTo>
                    <a:pt x="11429" y="847090"/>
                  </a:lnTo>
                  <a:close/>
                </a:path>
                <a:path w="11429" h="853439">
                  <a:moveTo>
                    <a:pt x="11429" y="844550"/>
                  </a:moveTo>
                  <a:lnTo>
                    <a:pt x="0" y="844550"/>
                  </a:lnTo>
                  <a:lnTo>
                    <a:pt x="0" y="845820"/>
                  </a:lnTo>
                  <a:lnTo>
                    <a:pt x="11429" y="845820"/>
                  </a:lnTo>
                  <a:lnTo>
                    <a:pt x="11429" y="844550"/>
                  </a:lnTo>
                  <a:close/>
                </a:path>
                <a:path w="11429" h="853439">
                  <a:moveTo>
                    <a:pt x="11429" y="840740"/>
                  </a:moveTo>
                  <a:lnTo>
                    <a:pt x="0" y="840740"/>
                  </a:lnTo>
                  <a:lnTo>
                    <a:pt x="0" y="843280"/>
                  </a:lnTo>
                  <a:lnTo>
                    <a:pt x="11429" y="843280"/>
                  </a:lnTo>
                  <a:lnTo>
                    <a:pt x="11429" y="840740"/>
                  </a:lnTo>
                  <a:close/>
                </a:path>
                <a:path w="11429" h="853439">
                  <a:moveTo>
                    <a:pt x="11429" y="838200"/>
                  </a:moveTo>
                  <a:lnTo>
                    <a:pt x="0" y="838200"/>
                  </a:lnTo>
                  <a:lnTo>
                    <a:pt x="0" y="839470"/>
                  </a:lnTo>
                  <a:lnTo>
                    <a:pt x="11429" y="839470"/>
                  </a:lnTo>
                  <a:lnTo>
                    <a:pt x="11429" y="838200"/>
                  </a:lnTo>
                  <a:close/>
                </a:path>
                <a:path w="11429" h="853439">
                  <a:moveTo>
                    <a:pt x="11429" y="833120"/>
                  </a:moveTo>
                  <a:lnTo>
                    <a:pt x="0" y="833120"/>
                  </a:lnTo>
                  <a:lnTo>
                    <a:pt x="0" y="836930"/>
                  </a:lnTo>
                  <a:lnTo>
                    <a:pt x="11429" y="836930"/>
                  </a:lnTo>
                  <a:lnTo>
                    <a:pt x="11429" y="833120"/>
                  </a:lnTo>
                  <a:close/>
                </a:path>
                <a:path w="11429" h="853439">
                  <a:moveTo>
                    <a:pt x="1142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1429" y="831850"/>
                  </a:lnTo>
                  <a:lnTo>
                    <a:pt x="11429" y="826770"/>
                  </a:lnTo>
                  <a:close/>
                </a:path>
                <a:path w="11429" h="853439">
                  <a:moveTo>
                    <a:pt x="1142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1429" y="825500"/>
                  </a:lnTo>
                  <a:lnTo>
                    <a:pt x="11429" y="820420"/>
                  </a:lnTo>
                  <a:close/>
                </a:path>
                <a:path w="11429" h="853439">
                  <a:moveTo>
                    <a:pt x="1142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1429" y="819150"/>
                  </a:lnTo>
                  <a:lnTo>
                    <a:pt x="11429" y="814070"/>
                  </a:lnTo>
                  <a:close/>
                </a:path>
                <a:path w="11429" h="853439">
                  <a:moveTo>
                    <a:pt x="1142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1429" y="812800"/>
                  </a:lnTo>
                  <a:lnTo>
                    <a:pt x="11429" y="807720"/>
                  </a:lnTo>
                  <a:close/>
                </a:path>
                <a:path w="11429" h="853439">
                  <a:moveTo>
                    <a:pt x="1142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1429" y="806450"/>
                  </a:lnTo>
                  <a:lnTo>
                    <a:pt x="11429" y="801370"/>
                  </a:lnTo>
                  <a:close/>
                </a:path>
                <a:path w="11429" h="853439">
                  <a:moveTo>
                    <a:pt x="1142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53439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53439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53439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53439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853439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853439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853439">
                  <a:moveTo>
                    <a:pt x="11429" y="749300"/>
                  </a:moveTo>
                  <a:lnTo>
                    <a:pt x="0" y="74930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49300"/>
                  </a:lnTo>
                  <a:close/>
                </a:path>
                <a:path w="11429" h="853439">
                  <a:moveTo>
                    <a:pt x="11429" y="745490"/>
                  </a:moveTo>
                  <a:lnTo>
                    <a:pt x="0" y="745490"/>
                  </a:lnTo>
                  <a:lnTo>
                    <a:pt x="0" y="748030"/>
                  </a:lnTo>
                  <a:lnTo>
                    <a:pt x="11429" y="748030"/>
                  </a:lnTo>
                  <a:lnTo>
                    <a:pt x="11429" y="745490"/>
                  </a:lnTo>
                  <a:close/>
                </a:path>
              </a:pathLst>
            </a:custGeom>
            <a:solidFill>
              <a:srgbClr val="8282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3">
              <a:extLst>
                <a:ext uri="{FF2B5EF4-FFF2-40B4-BE49-F238E27FC236}">
                  <a16:creationId xmlns:a16="http://schemas.microsoft.com/office/drawing/2014/main" id="{1F253CC0-B974-4605-171D-D2AAEA560AFA}"/>
                </a:ext>
              </a:extLst>
            </p:cNvPr>
            <p:cNvSpPr/>
            <p:nvPr/>
          </p:nvSpPr>
          <p:spPr>
            <a:xfrm>
              <a:off x="4265930" y="5614669"/>
              <a:ext cx="10160" cy="857250"/>
            </a:xfrm>
            <a:custGeom>
              <a:avLst/>
              <a:gdLst/>
              <a:ahLst/>
              <a:cxnLst/>
              <a:rect l="l" t="t" r="r" b="b"/>
              <a:pathLst>
                <a:path w="10160" h="857250">
                  <a:moveTo>
                    <a:pt x="1016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0"/>
                  </a:lnTo>
                  <a:close/>
                </a:path>
                <a:path w="10160" h="857250">
                  <a:moveTo>
                    <a:pt x="10160" y="2540"/>
                  </a:moveTo>
                  <a:lnTo>
                    <a:pt x="0" y="2540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40"/>
                  </a:lnTo>
                  <a:close/>
                </a:path>
                <a:path w="10160" h="85725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5725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85725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85725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857250">
                  <a:moveTo>
                    <a:pt x="10160" y="19050"/>
                  </a:moveTo>
                  <a:lnTo>
                    <a:pt x="0" y="19050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19050"/>
                  </a:lnTo>
                  <a:close/>
                </a:path>
                <a:path w="10160" h="85725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85725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85725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85725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85725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85725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857250">
                  <a:moveTo>
                    <a:pt x="10160" y="44449"/>
                  </a:moveTo>
                  <a:lnTo>
                    <a:pt x="0" y="4444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44449"/>
                  </a:lnTo>
                  <a:close/>
                </a:path>
                <a:path w="10160" h="85725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857250">
                  <a:moveTo>
                    <a:pt x="10160" y="57149"/>
                  </a:moveTo>
                  <a:lnTo>
                    <a:pt x="0" y="5714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57149"/>
                  </a:lnTo>
                  <a:close/>
                </a:path>
                <a:path w="10160" h="857250">
                  <a:moveTo>
                    <a:pt x="10160" y="66039"/>
                  </a:moveTo>
                  <a:lnTo>
                    <a:pt x="0" y="6603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6039"/>
                  </a:lnTo>
                  <a:close/>
                </a:path>
                <a:path w="10160" h="857250">
                  <a:moveTo>
                    <a:pt x="10160" y="72390"/>
                  </a:moveTo>
                  <a:lnTo>
                    <a:pt x="0" y="72390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2390"/>
                  </a:lnTo>
                  <a:close/>
                </a:path>
                <a:path w="10160" h="857250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857250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857250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857250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857250">
                  <a:moveTo>
                    <a:pt x="10160" y="91439"/>
                  </a:moveTo>
                  <a:lnTo>
                    <a:pt x="0" y="9143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1439"/>
                  </a:lnTo>
                  <a:close/>
                </a:path>
                <a:path w="10160" h="857250">
                  <a:moveTo>
                    <a:pt x="10160" y="101600"/>
                  </a:moveTo>
                  <a:lnTo>
                    <a:pt x="0" y="101600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101600"/>
                  </a:lnTo>
                  <a:close/>
                </a:path>
                <a:path w="10160" h="857250">
                  <a:moveTo>
                    <a:pt x="10160" y="104139"/>
                  </a:moveTo>
                  <a:lnTo>
                    <a:pt x="0" y="104139"/>
                  </a:lnTo>
                  <a:lnTo>
                    <a:pt x="0" y="745489"/>
                  </a:lnTo>
                  <a:lnTo>
                    <a:pt x="10160" y="745489"/>
                  </a:lnTo>
                  <a:lnTo>
                    <a:pt x="10160" y="104139"/>
                  </a:lnTo>
                  <a:close/>
                </a:path>
                <a:path w="10160" h="857250">
                  <a:moveTo>
                    <a:pt x="10160" y="854709"/>
                  </a:moveTo>
                  <a:lnTo>
                    <a:pt x="1270" y="854709"/>
                  </a:lnTo>
                  <a:lnTo>
                    <a:pt x="1270" y="857249"/>
                  </a:lnTo>
                  <a:lnTo>
                    <a:pt x="10160" y="857249"/>
                  </a:lnTo>
                  <a:lnTo>
                    <a:pt x="10160" y="854709"/>
                  </a:lnTo>
                  <a:close/>
                </a:path>
                <a:path w="10160" h="857250">
                  <a:moveTo>
                    <a:pt x="10160" y="852169"/>
                  </a:moveTo>
                  <a:lnTo>
                    <a:pt x="0" y="852169"/>
                  </a:lnTo>
                  <a:lnTo>
                    <a:pt x="0" y="853439"/>
                  </a:lnTo>
                  <a:lnTo>
                    <a:pt x="10160" y="853439"/>
                  </a:lnTo>
                  <a:lnTo>
                    <a:pt x="10160" y="852169"/>
                  </a:lnTo>
                  <a:close/>
                </a:path>
                <a:path w="10160" h="857250">
                  <a:moveTo>
                    <a:pt x="10160" y="848359"/>
                  </a:moveTo>
                  <a:lnTo>
                    <a:pt x="0" y="848359"/>
                  </a:lnTo>
                  <a:lnTo>
                    <a:pt x="0" y="850899"/>
                  </a:lnTo>
                  <a:lnTo>
                    <a:pt x="10160" y="850899"/>
                  </a:lnTo>
                  <a:lnTo>
                    <a:pt x="10160" y="848359"/>
                  </a:lnTo>
                  <a:close/>
                </a:path>
                <a:path w="10160" h="857250">
                  <a:moveTo>
                    <a:pt x="10160" y="845819"/>
                  </a:moveTo>
                  <a:lnTo>
                    <a:pt x="0" y="845819"/>
                  </a:lnTo>
                  <a:lnTo>
                    <a:pt x="0" y="847089"/>
                  </a:lnTo>
                  <a:lnTo>
                    <a:pt x="10160" y="847089"/>
                  </a:lnTo>
                  <a:lnTo>
                    <a:pt x="10160" y="845819"/>
                  </a:lnTo>
                  <a:close/>
                </a:path>
                <a:path w="10160" h="857250">
                  <a:moveTo>
                    <a:pt x="10160" y="842009"/>
                  </a:moveTo>
                  <a:lnTo>
                    <a:pt x="0" y="842009"/>
                  </a:lnTo>
                  <a:lnTo>
                    <a:pt x="0" y="844549"/>
                  </a:lnTo>
                  <a:lnTo>
                    <a:pt x="10160" y="844549"/>
                  </a:lnTo>
                  <a:lnTo>
                    <a:pt x="10160" y="842009"/>
                  </a:lnTo>
                  <a:close/>
                </a:path>
                <a:path w="10160" h="857250">
                  <a:moveTo>
                    <a:pt x="10160" y="839469"/>
                  </a:moveTo>
                  <a:lnTo>
                    <a:pt x="0" y="839469"/>
                  </a:lnTo>
                  <a:lnTo>
                    <a:pt x="0" y="840739"/>
                  </a:lnTo>
                  <a:lnTo>
                    <a:pt x="10160" y="840739"/>
                  </a:lnTo>
                  <a:lnTo>
                    <a:pt x="10160" y="839469"/>
                  </a:lnTo>
                  <a:close/>
                </a:path>
                <a:path w="10160" h="857250">
                  <a:moveTo>
                    <a:pt x="10160" y="834389"/>
                  </a:moveTo>
                  <a:lnTo>
                    <a:pt x="0" y="834389"/>
                  </a:lnTo>
                  <a:lnTo>
                    <a:pt x="0" y="838199"/>
                  </a:lnTo>
                  <a:lnTo>
                    <a:pt x="10160" y="838199"/>
                  </a:lnTo>
                  <a:lnTo>
                    <a:pt x="10160" y="834389"/>
                  </a:lnTo>
                  <a:close/>
                </a:path>
                <a:path w="10160" h="857250">
                  <a:moveTo>
                    <a:pt x="1016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0160" y="833119"/>
                  </a:lnTo>
                  <a:lnTo>
                    <a:pt x="10160" y="828039"/>
                  </a:lnTo>
                  <a:close/>
                </a:path>
                <a:path w="10160" h="85725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5725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5725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5725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5725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5725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5725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5725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5725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57250">
                  <a:moveTo>
                    <a:pt x="1016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64539"/>
                  </a:lnTo>
                  <a:close/>
                </a:path>
                <a:path w="10160" h="857250">
                  <a:moveTo>
                    <a:pt x="10160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0160" y="763269"/>
                  </a:lnTo>
                  <a:lnTo>
                    <a:pt x="10160" y="758189"/>
                  </a:lnTo>
                  <a:close/>
                </a:path>
                <a:path w="10160" h="857250">
                  <a:moveTo>
                    <a:pt x="10160" y="750569"/>
                  </a:moveTo>
                  <a:lnTo>
                    <a:pt x="0" y="750569"/>
                  </a:lnTo>
                  <a:lnTo>
                    <a:pt x="0" y="756919"/>
                  </a:lnTo>
                  <a:lnTo>
                    <a:pt x="10160" y="756919"/>
                  </a:lnTo>
                  <a:lnTo>
                    <a:pt x="10160" y="750569"/>
                  </a:lnTo>
                  <a:close/>
                </a:path>
                <a:path w="10160" h="857250">
                  <a:moveTo>
                    <a:pt x="10160" y="746759"/>
                  </a:moveTo>
                  <a:lnTo>
                    <a:pt x="0" y="746759"/>
                  </a:lnTo>
                  <a:lnTo>
                    <a:pt x="0" y="749299"/>
                  </a:lnTo>
                  <a:lnTo>
                    <a:pt x="10160" y="749299"/>
                  </a:lnTo>
                  <a:lnTo>
                    <a:pt x="10160" y="746759"/>
                  </a:lnTo>
                  <a:close/>
                </a:path>
              </a:pathLst>
            </a:custGeom>
            <a:solidFill>
              <a:srgbClr val="8181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4">
              <a:extLst>
                <a:ext uri="{FF2B5EF4-FFF2-40B4-BE49-F238E27FC236}">
                  <a16:creationId xmlns:a16="http://schemas.microsoft.com/office/drawing/2014/main" id="{BE86AAF4-A891-F820-732C-6A415211ACD0}"/>
                </a:ext>
              </a:extLst>
            </p:cNvPr>
            <p:cNvSpPr/>
            <p:nvPr/>
          </p:nvSpPr>
          <p:spPr>
            <a:xfrm>
              <a:off x="4276090" y="5613399"/>
              <a:ext cx="11430" cy="861060"/>
            </a:xfrm>
            <a:custGeom>
              <a:avLst/>
              <a:gdLst/>
              <a:ahLst/>
              <a:cxnLst/>
              <a:rect l="l" t="t" r="r" b="b"/>
              <a:pathLst>
                <a:path w="11429" h="861060">
                  <a:moveTo>
                    <a:pt x="11430" y="0"/>
                  </a:moveTo>
                  <a:lnTo>
                    <a:pt x="5080" y="0"/>
                  </a:lnTo>
                  <a:lnTo>
                    <a:pt x="5080" y="1269"/>
                  </a:lnTo>
                  <a:lnTo>
                    <a:pt x="11430" y="1269"/>
                  </a:lnTo>
                  <a:lnTo>
                    <a:pt x="11430" y="0"/>
                  </a:lnTo>
                  <a:close/>
                </a:path>
                <a:path w="11429" h="861060">
                  <a:moveTo>
                    <a:pt x="1143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1270"/>
                  </a:lnTo>
                  <a:close/>
                </a:path>
                <a:path w="11429" h="861060">
                  <a:moveTo>
                    <a:pt x="1143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30" y="7619"/>
                  </a:lnTo>
                  <a:lnTo>
                    <a:pt x="11430" y="3810"/>
                  </a:lnTo>
                  <a:close/>
                </a:path>
                <a:path w="11429" h="861060">
                  <a:moveTo>
                    <a:pt x="1143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7620"/>
                  </a:lnTo>
                  <a:close/>
                </a:path>
                <a:path w="11429" h="861060">
                  <a:moveTo>
                    <a:pt x="1143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30" y="13969"/>
                  </a:lnTo>
                  <a:lnTo>
                    <a:pt x="11430" y="10160"/>
                  </a:lnTo>
                  <a:close/>
                </a:path>
                <a:path w="11429" h="861060">
                  <a:moveTo>
                    <a:pt x="1143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3970"/>
                  </a:lnTo>
                  <a:close/>
                </a:path>
                <a:path w="11429" h="861060">
                  <a:moveTo>
                    <a:pt x="1143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30" y="20319"/>
                  </a:lnTo>
                  <a:lnTo>
                    <a:pt x="11430" y="16510"/>
                  </a:lnTo>
                  <a:close/>
                </a:path>
                <a:path w="11429" h="861060">
                  <a:moveTo>
                    <a:pt x="1143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11430" y="26669"/>
                  </a:lnTo>
                  <a:lnTo>
                    <a:pt x="11430" y="20320"/>
                  </a:lnTo>
                  <a:close/>
                </a:path>
                <a:path w="11429" h="861060">
                  <a:moveTo>
                    <a:pt x="1143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6670"/>
                  </a:lnTo>
                  <a:close/>
                </a:path>
                <a:path w="11429" h="861060">
                  <a:moveTo>
                    <a:pt x="1143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30" y="33019"/>
                  </a:lnTo>
                  <a:lnTo>
                    <a:pt x="11430" y="29210"/>
                  </a:lnTo>
                  <a:close/>
                </a:path>
                <a:path w="11429" h="861060">
                  <a:moveTo>
                    <a:pt x="1143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3020"/>
                  </a:lnTo>
                  <a:close/>
                </a:path>
                <a:path w="11429" h="861060">
                  <a:moveTo>
                    <a:pt x="1143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30" y="39369"/>
                  </a:lnTo>
                  <a:lnTo>
                    <a:pt x="11430" y="35560"/>
                  </a:lnTo>
                  <a:close/>
                </a:path>
                <a:path w="11429" h="861060">
                  <a:moveTo>
                    <a:pt x="1143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9370"/>
                  </a:lnTo>
                  <a:close/>
                </a:path>
                <a:path w="11429" h="861060">
                  <a:moveTo>
                    <a:pt x="1143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30" y="45719"/>
                  </a:lnTo>
                  <a:lnTo>
                    <a:pt x="11430" y="41910"/>
                  </a:lnTo>
                  <a:close/>
                </a:path>
                <a:path w="11429" h="861060">
                  <a:moveTo>
                    <a:pt x="11430" y="45720"/>
                  </a:moveTo>
                  <a:lnTo>
                    <a:pt x="0" y="4572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45720"/>
                  </a:lnTo>
                  <a:close/>
                </a:path>
                <a:path w="11429" h="861060">
                  <a:moveTo>
                    <a:pt x="1143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30" y="58419"/>
                  </a:lnTo>
                  <a:lnTo>
                    <a:pt x="11430" y="54610"/>
                  </a:lnTo>
                  <a:close/>
                </a:path>
                <a:path w="11429" h="861060">
                  <a:moveTo>
                    <a:pt x="11430" y="58420"/>
                  </a:moveTo>
                  <a:lnTo>
                    <a:pt x="0" y="5842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58420"/>
                  </a:lnTo>
                  <a:close/>
                </a:path>
                <a:path w="11429" h="861060">
                  <a:moveTo>
                    <a:pt x="11430" y="67310"/>
                  </a:moveTo>
                  <a:lnTo>
                    <a:pt x="0" y="67310"/>
                  </a:lnTo>
                  <a:lnTo>
                    <a:pt x="0" y="73659"/>
                  </a:lnTo>
                  <a:lnTo>
                    <a:pt x="11430" y="73659"/>
                  </a:lnTo>
                  <a:lnTo>
                    <a:pt x="11430" y="67310"/>
                  </a:lnTo>
                  <a:close/>
                </a:path>
                <a:path w="11429" h="861060">
                  <a:moveTo>
                    <a:pt x="11430" y="73660"/>
                  </a:moveTo>
                  <a:lnTo>
                    <a:pt x="0" y="7366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73660"/>
                  </a:lnTo>
                  <a:close/>
                </a:path>
                <a:path w="11429" h="861060">
                  <a:moveTo>
                    <a:pt x="11430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30" y="83819"/>
                  </a:lnTo>
                  <a:lnTo>
                    <a:pt x="11430" y="80010"/>
                  </a:lnTo>
                  <a:close/>
                </a:path>
                <a:path w="11429" h="861060">
                  <a:moveTo>
                    <a:pt x="11430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30" y="86359"/>
                  </a:lnTo>
                  <a:lnTo>
                    <a:pt x="11430" y="83820"/>
                  </a:lnTo>
                  <a:close/>
                </a:path>
                <a:path w="11429" h="861060">
                  <a:moveTo>
                    <a:pt x="11430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30" y="90169"/>
                  </a:lnTo>
                  <a:lnTo>
                    <a:pt x="11430" y="86360"/>
                  </a:lnTo>
                  <a:close/>
                </a:path>
                <a:path w="11429" h="861060">
                  <a:moveTo>
                    <a:pt x="11430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90170"/>
                  </a:lnTo>
                  <a:close/>
                </a:path>
                <a:path w="11429" h="861060">
                  <a:moveTo>
                    <a:pt x="11430" y="92710"/>
                  </a:moveTo>
                  <a:lnTo>
                    <a:pt x="0" y="92710"/>
                  </a:lnTo>
                  <a:lnTo>
                    <a:pt x="0" y="102869"/>
                  </a:lnTo>
                  <a:lnTo>
                    <a:pt x="11430" y="102869"/>
                  </a:lnTo>
                  <a:lnTo>
                    <a:pt x="11430" y="92710"/>
                  </a:lnTo>
                  <a:close/>
                </a:path>
                <a:path w="11429" h="861060">
                  <a:moveTo>
                    <a:pt x="11430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1430" y="105409"/>
                  </a:lnTo>
                  <a:lnTo>
                    <a:pt x="11430" y="102870"/>
                  </a:lnTo>
                  <a:close/>
                </a:path>
                <a:path w="11429" h="861060">
                  <a:moveTo>
                    <a:pt x="11430" y="105410"/>
                  </a:moveTo>
                  <a:lnTo>
                    <a:pt x="0" y="10541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105410"/>
                  </a:lnTo>
                  <a:close/>
                </a:path>
                <a:path w="11429" h="861060">
                  <a:moveTo>
                    <a:pt x="11430" y="859790"/>
                  </a:moveTo>
                  <a:lnTo>
                    <a:pt x="7620" y="859790"/>
                  </a:lnTo>
                  <a:lnTo>
                    <a:pt x="7620" y="861060"/>
                  </a:lnTo>
                  <a:lnTo>
                    <a:pt x="11430" y="861060"/>
                  </a:lnTo>
                  <a:lnTo>
                    <a:pt x="11430" y="859790"/>
                  </a:lnTo>
                  <a:close/>
                </a:path>
                <a:path w="11429" h="861060">
                  <a:moveTo>
                    <a:pt x="11430" y="855980"/>
                  </a:moveTo>
                  <a:lnTo>
                    <a:pt x="0" y="855980"/>
                  </a:lnTo>
                  <a:lnTo>
                    <a:pt x="0" y="859790"/>
                  </a:lnTo>
                  <a:lnTo>
                    <a:pt x="7620" y="859790"/>
                  </a:lnTo>
                  <a:lnTo>
                    <a:pt x="7620" y="858519"/>
                  </a:lnTo>
                  <a:lnTo>
                    <a:pt x="11430" y="858519"/>
                  </a:lnTo>
                  <a:lnTo>
                    <a:pt x="11430" y="855980"/>
                  </a:lnTo>
                  <a:close/>
                </a:path>
                <a:path w="11429" h="861060">
                  <a:moveTo>
                    <a:pt x="11430" y="853440"/>
                  </a:moveTo>
                  <a:lnTo>
                    <a:pt x="0" y="853440"/>
                  </a:lnTo>
                  <a:lnTo>
                    <a:pt x="0" y="854710"/>
                  </a:lnTo>
                  <a:lnTo>
                    <a:pt x="11430" y="854710"/>
                  </a:lnTo>
                  <a:lnTo>
                    <a:pt x="11430" y="853440"/>
                  </a:lnTo>
                  <a:close/>
                </a:path>
                <a:path w="11429" h="861060">
                  <a:moveTo>
                    <a:pt x="11430" y="849630"/>
                  </a:moveTo>
                  <a:lnTo>
                    <a:pt x="0" y="849630"/>
                  </a:lnTo>
                  <a:lnTo>
                    <a:pt x="0" y="852169"/>
                  </a:lnTo>
                  <a:lnTo>
                    <a:pt x="11430" y="852169"/>
                  </a:lnTo>
                  <a:lnTo>
                    <a:pt x="11430" y="849630"/>
                  </a:lnTo>
                  <a:close/>
                </a:path>
                <a:path w="11429" h="861060">
                  <a:moveTo>
                    <a:pt x="11430" y="847090"/>
                  </a:moveTo>
                  <a:lnTo>
                    <a:pt x="0" y="847090"/>
                  </a:lnTo>
                  <a:lnTo>
                    <a:pt x="0" y="848360"/>
                  </a:lnTo>
                  <a:lnTo>
                    <a:pt x="11430" y="848360"/>
                  </a:lnTo>
                  <a:lnTo>
                    <a:pt x="11430" y="847090"/>
                  </a:lnTo>
                  <a:close/>
                </a:path>
                <a:path w="11429" h="861060">
                  <a:moveTo>
                    <a:pt x="11430" y="843280"/>
                  </a:moveTo>
                  <a:lnTo>
                    <a:pt x="0" y="843280"/>
                  </a:lnTo>
                  <a:lnTo>
                    <a:pt x="0" y="845819"/>
                  </a:lnTo>
                  <a:lnTo>
                    <a:pt x="11430" y="845819"/>
                  </a:lnTo>
                  <a:lnTo>
                    <a:pt x="11430" y="843280"/>
                  </a:lnTo>
                  <a:close/>
                </a:path>
                <a:path w="11429" h="861060">
                  <a:moveTo>
                    <a:pt x="11430" y="840740"/>
                  </a:moveTo>
                  <a:lnTo>
                    <a:pt x="0" y="840740"/>
                  </a:lnTo>
                  <a:lnTo>
                    <a:pt x="0" y="842010"/>
                  </a:lnTo>
                  <a:lnTo>
                    <a:pt x="11430" y="842010"/>
                  </a:lnTo>
                  <a:lnTo>
                    <a:pt x="11430" y="840740"/>
                  </a:lnTo>
                  <a:close/>
                </a:path>
                <a:path w="11429" h="861060">
                  <a:moveTo>
                    <a:pt x="11430" y="835660"/>
                  </a:moveTo>
                  <a:lnTo>
                    <a:pt x="0" y="835660"/>
                  </a:lnTo>
                  <a:lnTo>
                    <a:pt x="0" y="839469"/>
                  </a:lnTo>
                  <a:lnTo>
                    <a:pt x="11430" y="839469"/>
                  </a:lnTo>
                  <a:lnTo>
                    <a:pt x="11430" y="835660"/>
                  </a:lnTo>
                  <a:close/>
                </a:path>
                <a:path w="11429" h="861060">
                  <a:moveTo>
                    <a:pt x="11430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1430" y="834389"/>
                  </a:lnTo>
                  <a:lnTo>
                    <a:pt x="11430" y="829310"/>
                  </a:lnTo>
                  <a:close/>
                </a:path>
                <a:path w="11429" h="861060">
                  <a:moveTo>
                    <a:pt x="11430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30" y="828039"/>
                  </a:lnTo>
                  <a:lnTo>
                    <a:pt x="11430" y="822960"/>
                  </a:lnTo>
                  <a:close/>
                </a:path>
                <a:path w="11429" h="861060">
                  <a:moveTo>
                    <a:pt x="11430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30" y="821689"/>
                  </a:lnTo>
                  <a:lnTo>
                    <a:pt x="11430" y="816610"/>
                  </a:lnTo>
                  <a:close/>
                </a:path>
                <a:path w="11429" h="861060">
                  <a:moveTo>
                    <a:pt x="11430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30" y="815339"/>
                  </a:lnTo>
                  <a:lnTo>
                    <a:pt x="11430" y="810260"/>
                  </a:lnTo>
                  <a:close/>
                </a:path>
                <a:path w="11429" h="861060">
                  <a:moveTo>
                    <a:pt x="11430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30" y="808990"/>
                  </a:lnTo>
                  <a:lnTo>
                    <a:pt x="11430" y="803910"/>
                  </a:lnTo>
                  <a:close/>
                </a:path>
                <a:path w="11429" h="861060">
                  <a:moveTo>
                    <a:pt x="11430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30" y="802640"/>
                  </a:lnTo>
                  <a:lnTo>
                    <a:pt x="11430" y="797560"/>
                  </a:lnTo>
                  <a:close/>
                </a:path>
                <a:path w="11429" h="861060">
                  <a:moveTo>
                    <a:pt x="11430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30" y="796290"/>
                  </a:lnTo>
                  <a:lnTo>
                    <a:pt x="11430" y="791210"/>
                  </a:lnTo>
                  <a:close/>
                </a:path>
                <a:path w="11429" h="861060">
                  <a:moveTo>
                    <a:pt x="11430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30" y="789940"/>
                  </a:lnTo>
                  <a:lnTo>
                    <a:pt x="11430" y="784860"/>
                  </a:lnTo>
                  <a:close/>
                </a:path>
                <a:path w="11429" h="861060">
                  <a:moveTo>
                    <a:pt x="11430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30" y="783590"/>
                  </a:lnTo>
                  <a:lnTo>
                    <a:pt x="11430" y="778510"/>
                  </a:lnTo>
                  <a:close/>
                </a:path>
                <a:path w="11429" h="861060">
                  <a:moveTo>
                    <a:pt x="11430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30" y="777240"/>
                  </a:lnTo>
                  <a:lnTo>
                    <a:pt x="11430" y="772160"/>
                  </a:lnTo>
                  <a:close/>
                </a:path>
                <a:path w="11429" h="861060">
                  <a:moveTo>
                    <a:pt x="11430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30" y="770890"/>
                  </a:lnTo>
                  <a:lnTo>
                    <a:pt x="11430" y="765810"/>
                  </a:lnTo>
                  <a:close/>
                </a:path>
                <a:path w="11429" h="861060">
                  <a:moveTo>
                    <a:pt x="11430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1430" y="764540"/>
                  </a:lnTo>
                  <a:lnTo>
                    <a:pt x="11430" y="759460"/>
                  </a:lnTo>
                  <a:close/>
                </a:path>
                <a:path w="11429" h="861060">
                  <a:moveTo>
                    <a:pt x="11430" y="751840"/>
                  </a:moveTo>
                  <a:lnTo>
                    <a:pt x="0" y="751840"/>
                  </a:lnTo>
                  <a:lnTo>
                    <a:pt x="0" y="758190"/>
                  </a:lnTo>
                  <a:lnTo>
                    <a:pt x="11430" y="758190"/>
                  </a:lnTo>
                  <a:lnTo>
                    <a:pt x="11430" y="751840"/>
                  </a:lnTo>
                  <a:close/>
                </a:path>
                <a:path w="11429" h="861060">
                  <a:moveTo>
                    <a:pt x="11430" y="748030"/>
                  </a:moveTo>
                  <a:lnTo>
                    <a:pt x="0" y="748030"/>
                  </a:lnTo>
                  <a:lnTo>
                    <a:pt x="0" y="750570"/>
                  </a:lnTo>
                  <a:lnTo>
                    <a:pt x="11430" y="750570"/>
                  </a:lnTo>
                  <a:lnTo>
                    <a:pt x="11430" y="748030"/>
                  </a:lnTo>
                  <a:close/>
                </a:path>
              </a:pathLst>
            </a:custGeom>
            <a:solidFill>
              <a:srgbClr val="8080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5">
              <a:extLst>
                <a:ext uri="{FF2B5EF4-FFF2-40B4-BE49-F238E27FC236}">
                  <a16:creationId xmlns:a16="http://schemas.microsoft.com/office/drawing/2014/main" id="{957B88FC-5F96-1847-DEA5-9FC9018ABE50}"/>
                </a:ext>
              </a:extLst>
            </p:cNvPr>
            <p:cNvSpPr/>
            <p:nvPr/>
          </p:nvSpPr>
          <p:spPr>
            <a:xfrm>
              <a:off x="4287520" y="5610859"/>
              <a:ext cx="11430" cy="864869"/>
            </a:xfrm>
            <a:custGeom>
              <a:avLst/>
              <a:gdLst/>
              <a:ahLst/>
              <a:cxnLst/>
              <a:rect l="l" t="t" r="r" b="b"/>
              <a:pathLst>
                <a:path w="11429" h="864870">
                  <a:moveTo>
                    <a:pt x="11429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1269" y="1269"/>
                  </a:lnTo>
                  <a:lnTo>
                    <a:pt x="1269" y="2539"/>
                  </a:lnTo>
                  <a:lnTo>
                    <a:pt x="0" y="253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86487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86487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86487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86487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86487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86487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864870">
                  <a:moveTo>
                    <a:pt x="11429" y="22860"/>
                  </a:moveTo>
                  <a:lnTo>
                    <a:pt x="0" y="2286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2860"/>
                  </a:lnTo>
                  <a:close/>
                </a:path>
                <a:path w="11429" h="86487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86487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86487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86487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86487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86487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864870">
                  <a:moveTo>
                    <a:pt x="11429" y="48259"/>
                  </a:moveTo>
                  <a:lnTo>
                    <a:pt x="0" y="4825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48259"/>
                  </a:lnTo>
                  <a:close/>
                </a:path>
                <a:path w="11429" h="86487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864870">
                  <a:moveTo>
                    <a:pt x="11429" y="60959"/>
                  </a:moveTo>
                  <a:lnTo>
                    <a:pt x="0" y="6095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0959"/>
                  </a:lnTo>
                  <a:close/>
                </a:path>
                <a:path w="11429" h="864870">
                  <a:moveTo>
                    <a:pt x="11429" y="69850"/>
                  </a:moveTo>
                  <a:lnTo>
                    <a:pt x="0" y="69850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9850"/>
                  </a:lnTo>
                  <a:close/>
                </a:path>
                <a:path w="11429" h="864870">
                  <a:moveTo>
                    <a:pt x="11429" y="76200"/>
                  </a:moveTo>
                  <a:lnTo>
                    <a:pt x="0" y="76200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6200"/>
                  </a:lnTo>
                  <a:close/>
                </a:path>
                <a:path w="11429" h="86487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86487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86487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86487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864870">
                  <a:moveTo>
                    <a:pt x="11429" y="95250"/>
                  </a:moveTo>
                  <a:lnTo>
                    <a:pt x="0" y="9525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95250"/>
                  </a:lnTo>
                  <a:close/>
                </a:path>
                <a:path w="11429" h="864870">
                  <a:moveTo>
                    <a:pt x="11429" y="105410"/>
                  </a:moveTo>
                  <a:lnTo>
                    <a:pt x="0" y="105410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10"/>
                  </a:lnTo>
                  <a:close/>
                </a:path>
                <a:path w="11429" h="864870">
                  <a:moveTo>
                    <a:pt x="11429" y="107950"/>
                  </a:moveTo>
                  <a:lnTo>
                    <a:pt x="0" y="107950"/>
                  </a:lnTo>
                  <a:lnTo>
                    <a:pt x="0" y="749299"/>
                  </a:lnTo>
                  <a:lnTo>
                    <a:pt x="11429" y="749299"/>
                  </a:lnTo>
                  <a:lnTo>
                    <a:pt x="11429" y="107950"/>
                  </a:lnTo>
                  <a:close/>
                </a:path>
                <a:path w="11429" h="864870">
                  <a:moveTo>
                    <a:pt x="11429" y="862329"/>
                  </a:moveTo>
                  <a:lnTo>
                    <a:pt x="0" y="862329"/>
                  </a:lnTo>
                  <a:lnTo>
                    <a:pt x="0" y="863599"/>
                  </a:lnTo>
                  <a:lnTo>
                    <a:pt x="5079" y="863599"/>
                  </a:lnTo>
                  <a:lnTo>
                    <a:pt x="5079" y="864869"/>
                  </a:lnTo>
                  <a:lnTo>
                    <a:pt x="11429" y="864869"/>
                  </a:lnTo>
                  <a:lnTo>
                    <a:pt x="11429" y="862329"/>
                  </a:lnTo>
                  <a:close/>
                </a:path>
                <a:path w="11429" h="864870">
                  <a:moveTo>
                    <a:pt x="11429" y="858519"/>
                  </a:moveTo>
                  <a:lnTo>
                    <a:pt x="0" y="858519"/>
                  </a:lnTo>
                  <a:lnTo>
                    <a:pt x="0" y="861059"/>
                  </a:lnTo>
                  <a:lnTo>
                    <a:pt x="11429" y="861059"/>
                  </a:lnTo>
                  <a:lnTo>
                    <a:pt x="11429" y="858519"/>
                  </a:lnTo>
                  <a:close/>
                </a:path>
                <a:path w="11429" h="864870">
                  <a:moveTo>
                    <a:pt x="11429" y="855979"/>
                  </a:moveTo>
                  <a:lnTo>
                    <a:pt x="0" y="855979"/>
                  </a:lnTo>
                  <a:lnTo>
                    <a:pt x="0" y="857249"/>
                  </a:lnTo>
                  <a:lnTo>
                    <a:pt x="11429" y="857249"/>
                  </a:lnTo>
                  <a:lnTo>
                    <a:pt x="11429" y="855979"/>
                  </a:lnTo>
                  <a:close/>
                </a:path>
                <a:path w="11429" h="864870">
                  <a:moveTo>
                    <a:pt x="11429" y="852169"/>
                  </a:moveTo>
                  <a:lnTo>
                    <a:pt x="0" y="852169"/>
                  </a:lnTo>
                  <a:lnTo>
                    <a:pt x="0" y="854709"/>
                  </a:lnTo>
                  <a:lnTo>
                    <a:pt x="11429" y="854709"/>
                  </a:lnTo>
                  <a:lnTo>
                    <a:pt x="11429" y="852169"/>
                  </a:lnTo>
                  <a:close/>
                </a:path>
                <a:path w="11429" h="864870">
                  <a:moveTo>
                    <a:pt x="11429" y="849629"/>
                  </a:moveTo>
                  <a:lnTo>
                    <a:pt x="0" y="849629"/>
                  </a:lnTo>
                  <a:lnTo>
                    <a:pt x="0" y="850899"/>
                  </a:lnTo>
                  <a:lnTo>
                    <a:pt x="11429" y="850899"/>
                  </a:lnTo>
                  <a:lnTo>
                    <a:pt x="11429" y="849629"/>
                  </a:lnTo>
                  <a:close/>
                </a:path>
                <a:path w="11429" h="864870">
                  <a:moveTo>
                    <a:pt x="11429" y="845819"/>
                  </a:moveTo>
                  <a:lnTo>
                    <a:pt x="0" y="845819"/>
                  </a:lnTo>
                  <a:lnTo>
                    <a:pt x="0" y="848359"/>
                  </a:lnTo>
                  <a:lnTo>
                    <a:pt x="11429" y="848359"/>
                  </a:lnTo>
                  <a:lnTo>
                    <a:pt x="11429" y="845819"/>
                  </a:lnTo>
                  <a:close/>
                </a:path>
                <a:path w="11429" h="864870">
                  <a:moveTo>
                    <a:pt x="11429" y="843279"/>
                  </a:moveTo>
                  <a:lnTo>
                    <a:pt x="0" y="843279"/>
                  </a:lnTo>
                  <a:lnTo>
                    <a:pt x="0" y="844549"/>
                  </a:lnTo>
                  <a:lnTo>
                    <a:pt x="11429" y="844549"/>
                  </a:lnTo>
                  <a:lnTo>
                    <a:pt x="11429" y="843279"/>
                  </a:lnTo>
                  <a:close/>
                </a:path>
                <a:path w="11429" h="864870">
                  <a:moveTo>
                    <a:pt x="11429" y="838199"/>
                  </a:moveTo>
                  <a:lnTo>
                    <a:pt x="0" y="838199"/>
                  </a:lnTo>
                  <a:lnTo>
                    <a:pt x="0" y="842009"/>
                  </a:lnTo>
                  <a:lnTo>
                    <a:pt x="11429" y="842009"/>
                  </a:lnTo>
                  <a:lnTo>
                    <a:pt x="11429" y="838199"/>
                  </a:lnTo>
                  <a:close/>
                </a:path>
                <a:path w="11429" h="864870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864870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864870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864870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864870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864870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864870">
                  <a:moveTo>
                    <a:pt x="11429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29" y="798829"/>
                  </a:lnTo>
                  <a:lnTo>
                    <a:pt x="11429" y="793749"/>
                  </a:lnTo>
                  <a:close/>
                </a:path>
                <a:path w="11429" h="864870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864870">
                  <a:moveTo>
                    <a:pt x="11429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29" y="786129"/>
                  </a:lnTo>
                  <a:lnTo>
                    <a:pt x="11429" y="781049"/>
                  </a:lnTo>
                  <a:close/>
                </a:path>
                <a:path w="11429" h="864870">
                  <a:moveTo>
                    <a:pt x="11429" y="774699"/>
                  </a:moveTo>
                  <a:lnTo>
                    <a:pt x="0" y="774699"/>
                  </a:lnTo>
                  <a:lnTo>
                    <a:pt x="0" y="779780"/>
                  </a:lnTo>
                  <a:lnTo>
                    <a:pt x="11429" y="779780"/>
                  </a:lnTo>
                  <a:lnTo>
                    <a:pt x="11429" y="774699"/>
                  </a:lnTo>
                  <a:close/>
                </a:path>
                <a:path w="11429" h="864870">
                  <a:moveTo>
                    <a:pt x="11429" y="768349"/>
                  </a:moveTo>
                  <a:lnTo>
                    <a:pt x="0" y="768349"/>
                  </a:lnTo>
                  <a:lnTo>
                    <a:pt x="0" y="773429"/>
                  </a:lnTo>
                  <a:lnTo>
                    <a:pt x="11429" y="773429"/>
                  </a:lnTo>
                  <a:lnTo>
                    <a:pt x="11429" y="768349"/>
                  </a:lnTo>
                  <a:close/>
                </a:path>
                <a:path w="11429" h="864870">
                  <a:moveTo>
                    <a:pt x="11429" y="761999"/>
                  </a:moveTo>
                  <a:lnTo>
                    <a:pt x="0" y="761999"/>
                  </a:lnTo>
                  <a:lnTo>
                    <a:pt x="0" y="767080"/>
                  </a:lnTo>
                  <a:lnTo>
                    <a:pt x="11429" y="767080"/>
                  </a:lnTo>
                  <a:lnTo>
                    <a:pt x="11429" y="761999"/>
                  </a:lnTo>
                  <a:close/>
                </a:path>
                <a:path w="11429" h="864870">
                  <a:moveTo>
                    <a:pt x="11429" y="754379"/>
                  </a:moveTo>
                  <a:lnTo>
                    <a:pt x="0" y="754379"/>
                  </a:lnTo>
                  <a:lnTo>
                    <a:pt x="0" y="760729"/>
                  </a:lnTo>
                  <a:lnTo>
                    <a:pt x="11429" y="760729"/>
                  </a:lnTo>
                  <a:lnTo>
                    <a:pt x="11429" y="754379"/>
                  </a:lnTo>
                  <a:close/>
                </a:path>
                <a:path w="11429" h="864870">
                  <a:moveTo>
                    <a:pt x="11429" y="750569"/>
                  </a:moveTo>
                  <a:lnTo>
                    <a:pt x="0" y="750569"/>
                  </a:lnTo>
                  <a:lnTo>
                    <a:pt x="0" y="753109"/>
                  </a:lnTo>
                  <a:lnTo>
                    <a:pt x="11429" y="753109"/>
                  </a:lnTo>
                  <a:lnTo>
                    <a:pt x="11429" y="750569"/>
                  </a:lnTo>
                  <a:close/>
                </a:path>
              </a:pathLst>
            </a:custGeom>
            <a:solidFill>
              <a:srgbClr val="8080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6">
              <a:extLst>
                <a:ext uri="{FF2B5EF4-FFF2-40B4-BE49-F238E27FC236}">
                  <a16:creationId xmlns:a16="http://schemas.microsoft.com/office/drawing/2014/main" id="{C831C72F-287F-48D6-F876-D5AFDFF7B72D}"/>
                </a:ext>
              </a:extLst>
            </p:cNvPr>
            <p:cNvSpPr/>
            <p:nvPr/>
          </p:nvSpPr>
          <p:spPr>
            <a:xfrm>
              <a:off x="4298950" y="5609589"/>
              <a:ext cx="10160" cy="866140"/>
            </a:xfrm>
            <a:custGeom>
              <a:avLst/>
              <a:gdLst/>
              <a:ahLst/>
              <a:cxnLst/>
              <a:rect l="l" t="t" r="r" b="b"/>
              <a:pathLst>
                <a:path w="10160" h="866139">
                  <a:moveTo>
                    <a:pt x="1016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  <a:path w="10160" h="866139">
                  <a:moveTo>
                    <a:pt x="1016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1270"/>
                  </a:lnTo>
                  <a:close/>
                </a:path>
                <a:path w="10160" h="866139">
                  <a:moveTo>
                    <a:pt x="1016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0160" y="7620"/>
                  </a:lnTo>
                  <a:lnTo>
                    <a:pt x="10160" y="5080"/>
                  </a:lnTo>
                  <a:close/>
                </a:path>
                <a:path w="10160" h="866139">
                  <a:moveTo>
                    <a:pt x="1016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7620"/>
                  </a:lnTo>
                  <a:close/>
                </a:path>
                <a:path w="10160" h="866139">
                  <a:moveTo>
                    <a:pt x="1016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60" y="13970"/>
                  </a:lnTo>
                  <a:lnTo>
                    <a:pt x="10160" y="11430"/>
                  </a:lnTo>
                  <a:close/>
                </a:path>
                <a:path w="10160" h="866139">
                  <a:moveTo>
                    <a:pt x="1016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3970"/>
                  </a:lnTo>
                  <a:close/>
                </a:path>
                <a:path w="10160" h="866139">
                  <a:moveTo>
                    <a:pt x="1016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7780"/>
                  </a:lnTo>
                  <a:close/>
                </a:path>
                <a:path w="10160" h="866139">
                  <a:moveTo>
                    <a:pt x="1016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0320"/>
                  </a:lnTo>
                  <a:close/>
                </a:path>
                <a:path w="10160" h="866139">
                  <a:moveTo>
                    <a:pt x="1016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4130"/>
                  </a:lnTo>
                  <a:close/>
                </a:path>
                <a:path w="10160" h="866139">
                  <a:moveTo>
                    <a:pt x="1016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0160" y="33020"/>
                  </a:lnTo>
                  <a:lnTo>
                    <a:pt x="10160" y="30480"/>
                  </a:lnTo>
                  <a:close/>
                </a:path>
                <a:path w="10160" h="866139">
                  <a:moveTo>
                    <a:pt x="1016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3020"/>
                  </a:lnTo>
                  <a:close/>
                </a:path>
                <a:path w="10160" h="866139">
                  <a:moveTo>
                    <a:pt x="1016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0160" y="39370"/>
                  </a:lnTo>
                  <a:lnTo>
                    <a:pt x="10160" y="36830"/>
                  </a:lnTo>
                  <a:close/>
                </a:path>
                <a:path w="10160" h="866139">
                  <a:moveTo>
                    <a:pt x="1016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9370"/>
                  </a:lnTo>
                  <a:close/>
                </a:path>
                <a:path w="10160" h="866139">
                  <a:moveTo>
                    <a:pt x="1016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0160" y="45720"/>
                  </a:lnTo>
                  <a:lnTo>
                    <a:pt x="10160" y="43180"/>
                  </a:lnTo>
                  <a:close/>
                </a:path>
                <a:path w="10160" h="866139">
                  <a:moveTo>
                    <a:pt x="1016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5720"/>
                  </a:lnTo>
                  <a:close/>
                </a:path>
                <a:path w="10160" h="866139">
                  <a:moveTo>
                    <a:pt x="10160" y="49530"/>
                  </a:moveTo>
                  <a:lnTo>
                    <a:pt x="0" y="49530"/>
                  </a:lnTo>
                  <a:lnTo>
                    <a:pt x="0" y="58420"/>
                  </a:lnTo>
                  <a:lnTo>
                    <a:pt x="10160" y="58420"/>
                  </a:lnTo>
                  <a:lnTo>
                    <a:pt x="10160" y="49530"/>
                  </a:lnTo>
                  <a:close/>
                </a:path>
                <a:path w="10160" h="866139">
                  <a:moveTo>
                    <a:pt x="10160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8420"/>
                  </a:lnTo>
                  <a:close/>
                </a:path>
                <a:path w="10160" h="866139">
                  <a:moveTo>
                    <a:pt x="10160" y="62230"/>
                  </a:moveTo>
                  <a:lnTo>
                    <a:pt x="0" y="62230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2230"/>
                  </a:lnTo>
                  <a:close/>
                </a:path>
                <a:path w="10160" h="866139">
                  <a:moveTo>
                    <a:pt x="10160" y="71120"/>
                  </a:moveTo>
                  <a:lnTo>
                    <a:pt x="0" y="71120"/>
                  </a:lnTo>
                  <a:lnTo>
                    <a:pt x="0" y="77470"/>
                  </a:lnTo>
                  <a:lnTo>
                    <a:pt x="10160" y="77470"/>
                  </a:lnTo>
                  <a:lnTo>
                    <a:pt x="10160" y="71120"/>
                  </a:lnTo>
                  <a:close/>
                </a:path>
                <a:path w="10160" h="866139">
                  <a:moveTo>
                    <a:pt x="10160" y="77470"/>
                  </a:moveTo>
                  <a:lnTo>
                    <a:pt x="0" y="77470"/>
                  </a:lnTo>
                  <a:lnTo>
                    <a:pt x="0" y="83820"/>
                  </a:lnTo>
                  <a:lnTo>
                    <a:pt x="10160" y="83820"/>
                  </a:lnTo>
                  <a:lnTo>
                    <a:pt x="10160" y="77470"/>
                  </a:lnTo>
                  <a:close/>
                </a:path>
                <a:path w="10160" h="866139">
                  <a:moveTo>
                    <a:pt x="10160" y="83820"/>
                  </a:moveTo>
                  <a:lnTo>
                    <a:pt x="0" y="8382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3820"/>
                  </a:lnTo>
                  <a:close/>
                </a:path>
                <a:path w="10160" h="866139">
                  <a:moveTo>
                    <a:pt x="10160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10160" y="90170"/>
                  </a:lnTo>
                  <a:lnTo>
                    <a:pt x="10160" y="87630"/>
                  </a:lnTo>
                  <a:close/>
                </a:path>
                <a:path w="10160" h="866139">
                  <a:moveTo>
                    <a:pt x="10160" y="90170"/>
                  </a:moveTo>
                  <a:lnTo>
                    <a:pt x="0" y="9017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0170"/>
                  </a:lnTo>
                  <a:close/>
                </a:path>
                <a:path w="10160" h="866139">
                  <a:moveTo>
                    <a:pt x="10160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10160" y="96520"/>
                  </a:lnTo>
                  <a:lnTo>
                    <a:pt x="10160" y="93980"/>
                  </a:lnTo>
                  <a:close/>
                </a:path>
                <a:path w="10160" h="866139">
                  <a:moveTo>
                    <a:pt x="10160" y="96520"/>
                  </a:moveTo>
                  <a:lnTo>
                    <a:pt x="0" y="9652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96520"/>
                  </a:lnTo>
                  <a:close/>
                </a:path>
                <a:path w="10160" h="866139">
                  <a:moveTo>
                    <a:pt x="10160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10160" y="109220"/>
                  </a:lnTo>
                  <a:lnTo>
                    <a:pt x="10160" y="106680"/>
                  </a:lnTo>
                  <a:close/>
                </a:path>
                <a:path w="10160" h="866139">
                  <a:moveTo>
                    <a:pt x="10160" y="109220"/>
                  </a:moveTo>
                  <a:lnTo>
                    <a:pt x="0" y="109220"/>
                  </a:lnTo>
                  <a:lnTo>
                    <a:pt x="0" y="750570"/>
                  </a:lnTo>
                  <a:lnTo>
                    <a:pt x="10160" y="750570"/>
                  </a:lnTo>
                  <a:lnTo>
                    <a:pt x="10160" y="109220"/>
                  </a:lnTo>
                  <a:close/>
                </a:path>
                <a:path w="10160" h="866139">
                  <a:moveTo>
                    <a:pt x="10160" y="863600"/>
                  </a:moveTo>
                  <a:lnTo>
                    <a:pt x="0" y="863600"/>
                  </a:lnTo>
                  <a:lnTo>
                    <a:pt x="0" y="866140"/>
                  </a:lnTo>
                  <a:lnTo>
                    <a:pt x="2539" y="866140"/>
                  </a:lnTo>
                  <a:lnTo>
                    <a:pt x="2539" y="864870"/>
                  </a:lnTo>
                  <a:lnTo>
                    <a:pt x="10160" y="864870"/>
                  </a:lnTo>
                  <a:lnTo>
                    <a:pt x="10160" y="863600"/>
                  </a:lnTo>
                  <a:close/>
                </a:path>
                <a:path w="10160" h="866139">
                  <a:moveTo>
                    <a:pt x="10160" y="859790"/>
                  </a:moveTo>
                  <a:lnTo>
                    <a:pt x="0" y="859790"/>
                  </a:lnTo>
                  <a:lnTo>
                    <a:pt x="0" y="862330"/>
                  </a:lnTo>
                  <a:lnTo>
                    <a:pt x="10160" y="862330"/>
                  </a:lnTo>
                  <a:lnTo>
                    <a:pt x="10160" y="859790"/>
                  </a:lnTo>
                  <a:close/>
                </a:path>
                <a:path w="10160" h="866139">
                  <a:moveTo>
                    <a:pt x="10160" y="857250"/>
                  </a:moveTo>
                  <a:lnTo>
                    <a:pt x="0" y="857250"/>
                  </a:lnTo>
                  <a:lnTo>
                    <a:pt x="0" y="858520"/>
                  </a:lnTo>
                  <a:lnTo>
                    <a:pt x="10160" y="858520"/>
                  </a:lnTo>
                  <a:lnTo>
                    <a:pt x="10160" y="857250"/>
                  </a:lnTo>
                  <a:close/>
                </a:path>
                <a:path w="10160" h="866139">
                  <a:moveTo>
                    <a:pt x="10160" y="853440"/>
                  </a:moveTo>
                  <a:lnTo>
                    <a:pt x="0" y="853440"/>
                  </a:lnTo>
                  <a:lnTo>
                    <a:pt x="0" y="855980"/>
                  </a:lnTo>
                  <a:lnTo>
                    <a:pt x="10160" y="855980"/>
                  </a:lnTo>
                  <a:lnTo>
                    <a:pt x="10160" y="853440"/>
                  </a:lnTo>
                  <a:close/>
                </a:path>
                <a:path w="10160" h="866139">
                  <a:moveTo>
                    <a:pt x="10160" y="850900"/>
                  </a:moveTo>
                  <a:lnTo>
                    <a:pt x="0" y="850900"/>
                  </a:lnTo>
                  <a:lnTo>
                    <a:pt x="0" y="852170"/>
                  </a:lnTo>
                  <a:lnTo>
                    <a:pt x="10160" y="852170"/>
                  </a:lnTo>
                  <a:lnTo>
                    <a:pt x="10160" y="850900"/>
                  </a:lnTo>
                  <a:close/>
                </a:path>
                <a:path w="10160" h="866139">
                  <a:moveTo>
                    <a:pt x="10160" y="847090"/>
                  </a:moveTo>
                  <a:lnTo>
                    <a:pt x="0" y="847090"/>
                  </a:lnTo>
                  <a:lnTo>
                    <a:pt x="0" y="849630"/>
                  </a:lnTo>
                  <a:lnTo>
                    <a:pt x="10160" y="849630"/>
                  </a:lnTo>
                  <a:lnTo>
                    <a:pt x="10160" y="847090"/>
                  </a:lnTo>
                  <a:close/>
                </a:path>
                <a:path w="10160" h="866139">
                  <a:moveTo>
                    <a:pt x="10160" y="844550"/>
                  </a:moveTo>
                  <a:lnTo>
                    <a:pt x="0" y="844550"/>
                  </a:lnTo>
                  <a:lnTo>
                    <a:pt x="0" y="845820"/>
                  </a:lnTo>
                  <a:lnTo>
                    <a:pt x="10160" y="845820"/>
                  </a:lnTo>
                  <a:lnTo>
                    <a:pt x="10160" y="844550"/>
                  </a:lnTo>
                  <a:close/>
                </a:path>
                <a:path w="10160" h="866139">
                  <a:moveTo>
                    <a:pt x="10160" y="839470"/>
                  </a:moveTo>
                  <a:lnTo>
                    <a:pt x="0" y="839470"/>
                  </a:lnTo>
                  <a:lnTo>
                    <a:pt x="0" y="843280"/>
                  </a:lnTo>
                  <a:lnTo>
                    <a:pt x="10160" y="843280"/>
                  </a:lnTo>
                  <a:lnTo>
                    <a:pt x="10160" y="839470"/>
                  </a:lnTo>
                  <a:close/>
                </a:path>
                <a:path w="10160" h="866139">
                  <a:moveTo>
                    <a:pt x="10160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0160" y="838200"/>
                  </a:lnTo>
                  <a:lnTo>
                    <a:pt x="10160" y="833120"/>
                  </a:lnTo>
                  <a:close/>
                </a:path>
                <a:path w="10160" h="866139">
                  <a:moveTo>
                    <a:pt x="10160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0160" y="831850"/>
                  </a:lnTo>
                  <a:lnTo>
                    <a:pt x="10160" y="826770"/>
                  </a:lnTo>
                  <a:close/>
                </a:path>
                <a:path w="10160" h="866139">
                  <a:moveTo>
                    <a:pt x="10160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0160" y="825500"/>
                  </a:lnTo>
                  <a:lnTo>
                    <a:pt x="10160" y="820420"/>
                  </a:lnTo>
                  <a:close/>
                </a:path>
                <a:path w="10160" h="866139">
                  <a:moveTo>
                    <a:pt x="10160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60" y="819150"/>
                  </a:lnTo>
                  <a:lnTo>
                    <a:pt x="10160" y="814070"/>
                  </a:lnTo>
                  <a:close/>
                </a:path>
                <a:path w="10160" h="866139">
                  <a:moveTo>
                    <a:pt x="10160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60" y="812800"/>
                  </a:lnTo>
                  <a:lnTo>
                    <a:pt x="10160" y="807720"/>
                  </a:lnTo>
                  <a:close/>
                </a:path>
                <a:path w="10160" h="866139">
                  <a:moveTo>
                    <a:pt x="10160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60" y="806450"/>
                  </a:lnTo>
                  <a:lnTo>
                    <a:pt x="10160" y="801370"/>
                  </a:lnTo>
                  <a:close/>
                </a:path>
                <a:path w="10160" h="866139">
                  <a:moveTo>
                    <a:pt x="10160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60" y="800100"/>
                  </a:lnTo>
                  <a:lnTo>
                    <a:pt x="10160" y="795020"/>
                  </a:lnTo>
                  <a:close/>
                </a:path>
                <a:path w="10160" h="866139">
                  <a:moveTo>
                    <a:pt x="10160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60" y="793750"/>
                  </a:lnTo>
                  <a:lnTo>
                    <a:pt x="10160" y="788670"/>
                  </a:lnTo>
                  <a:close/>
                </a:path>
                <a:path w="10160" h="866139">
                  <a:moveTo>
                    <a:pt x="1016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60" y="787400"/>
                  </a:lnTo>
                  <a:lnTo>
                    <a:pt x="10160" y="782320"/>
                  </a:lnTo>
                  <a:close/>
                </a:path>
                <a:path w="10160" h="866139">
                  <a:moveTo>
                    <a:pt x="1016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60" y="781050"/>
                  </a:lnTo>
                  <a:lnTo>
                    <a:pt x="10160" y="775970"/>
                  </a:lnTo>
                  <a:close/>
                </a:path>
                <a:path w="10160" h="866139">
                  <a:moveTo>
                    <a:pt x="10160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60" y="774700"/>
                  </a:lnTo>
                  <a:lnTo>
                    <a:pt x="10160" y="769620"/>
                  </a:lnTo>
                  <a:close/>
                </a:path>
                <a:path w="10160" h="866139">
                  <a:moveTo>
                    <a:pt x="10160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0160" y="768350"/>
                  </a:lnTo>
                  <a:lnTo>
                    <a:pt x="10160" y="763270"/>
                  </a:lnTo>
                  <a:close/>
                </a:path>
                <a:path w="10160" h="866139">
                  <a:moveTo>
                    <a:pt x="10160" y="755650"/>
                  </a:moveTo>
                  <a:lnTo>
                    <a:pt x="0" y="755650"/>
                  </a:lnTo>
                  <a:lnTo>
                    <a:pt x="0" y="762000"/>
                  </a:lnTo>
                  <a:lnTo>
                    <a:pt x="10160" y="762000"/>
                  </a:lnTo>
                  <a:lnTo>
                    <a:pt x="10160" y="755650"/>
                  </a:lnTo>
                  <a:close/>
                </a:path>
                <a:path w="10160" h="866139">
                  <a:moveTo>
                    <a:pt x="10160" y="751840"/>
                  </a:moveTo>
                  <a:lnTo>
                    <a:pt x="0" y="751840"/>
                  </a:lnTo>
                  <a:lnTo>
                    <a:pt x="0" y="754380"/>
                  </a:lnTo>
                  <a:lnTo>
                    <a:pt x="10160" y="754380"/>
                  </a:lnTo>
                  <a:lnTo>
                    <a:pt x="10160" y="751840"/>
                  </a:lnTo>
                  <a:close/>
                </a:path>
              </a:pathLst>
            </a:custGeom>
            <a:solidFill>
              <a:srgbClr val="7F7F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47">
              <a:extLst>
                <a:ext uri="{FF2B5EF4-FFF2-40B4-BE49-F238E27FC236}">
                  <a16:creationId xmlns:a16="http://schemas.microsoft.com/office/drawing/2014/main" id="{C2AA3933-4883-ADC0-7A0D-32FBD1669431}"/>
                </a:ext>
              </a:extLst>
            </p:cNvPr>
            <p:cNvSpPr/>
            <p:nvPr/>
          </p:nvSpPr>
          <p:spPr>
            <a:xfrm>
              <a:off x="4309110" y="5608319"/>
              <a:ext cx="11430" cy="871219"/>
            </a:xfrm>
            <a:custGeom>
              <a:avLst/>
              <a:gdLst/>
              <a:ahLst/>
              <a:cxnLst/>
              <a:rect l="l" t="t" r="r" b="b"/>
              <a:pathLst>
                <a:path w="11429" h="871220">
                  <a:moveTo>
                    <a:pt x="11429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1429" y="2539"/>
                  </a:lnTo>
                  <a:lnTo>
                    <a:pt x="11429" y="0"/>
                  </a:lnTo>
                  <a:close/>
                </a:path>
                <a:path w="11429" h="871220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871220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871220">
                  <a:moveTo>
                    <a:pt x="11429" y="8890"/>
                  </a:moveTo>
                  <a:lnTo>
                    <a:pt x="0" y="889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90"/>
                  </a:lnTo>
                  <a:close/>
                </a:path>
                <a:path w="11429" h="871220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871220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871220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871220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871220">
                  <a:moveTo>
                    <a:pt x="11429" y="25400"/>
                  </a:moveTo>
                  <a:lnTo>
                    <a:pt x="0" y="25400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5400"/>
                  </a:lnTo>
                  <a:close/>
                </a:path>
                <a:path w="11429" h="871220">
                  <a:moveTo>
                    <a:pt x="1142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31749"/>
                  </a:lnTo>
                  <a:close/>
                </a:path>
                <a:path w="11429" h="871220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871220">
                  <a:moveTo>
                    <a:pt x="1142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29" y="40639"/>
                  </a:lnTo>
                  <a:lnTo>
                    <a:pt x="11429" y="38099"/>
                  </a:lnTo>
                  <a:close/>
                </a:path>
                <a:path w="11429" h="871220">
                  <a:moveTo>
                    <a:pt x="1142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0639"/>
                  </a:lnTo>
                  <a:close/>
                </a:path>
                <a:path w="11429" h="871220">
                  <a:moveTo>
                    <a:pt x="1142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44449"/>
                  </a:lnTo>
                  <a:close/>
                </a:path>
                <a:path w="11429" h="871220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871220">
                  <a:moveTo>
                    <a:pt x="11429" y="50799"/>
                  </a:moveTo>
                  <a:lnTo>
                    <a:pt x="0" y="5079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0799"/>
                  </a:lnTo>
                  <a:close/>
                </a:path>
                <a:path w="11429" h="871220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871220">
                  <a:moveTo>
                    <a:pt x="11429" y="63499"/>
                  </a:moveTo>
                  <a:lnTo>
                    <a:pt x="0" y="6349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3499"/>
                  </a:lnTo>
                  <a:close/>
                </a:path>
                <a:path w="11429" h="871220">
                  <a:moveTo>
                    <a:pt x="11429" y="72389"/>
                  </a:moveTo>
                  <a:lnTo>
                    <a:pt x="0" y="72389"/>
                  </a:lnTo>
                  <a:lnTo>
                    <a:pt x="0" y="78739"/>
                  </a:lnTo>
                  <a:lnTo>
                    <a:pt x="11429" y="78739"/>
                  </a:lnTo>
                  <a:lnTo>
                    <a:pt x="11429" y="72389"/>
                  </a:lnTo>
                  <a:close/>
                </a:path>
                <a:path w="11429" h="871220">
                  <a:moveTo>
                    <a:pt x="11429" y="78740"/>
                  </a:moveTo>
                  <a:lnTo>
                    <a:pt x="0" y="78740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78740"/>
                  </a:lnTo>
                  <a:close/>
                </a:path>
                <a:path w="11429" h="871220">
                  <a:moveTo>
                    <a:pt x="11429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5089"/>
                  </a:lnTo>
                  <a:close/>
                </a:path>
                <a:path w="11429" h="871220">
                  <a:moveTo>
                    <a:pt x="11429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29" y="91439"/>
                  </a:lnTo>
                  <a:lnTo>
                    <a:pt x="11429" y="88899"/>
                  </a:lnTo>
                  <a:close/>
                </a:path>
                <a:path w="11429" h="871220">
                  <a:moveTo>
                    <a:pt x="11429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1439"/>
                  </a:lnTo>
                  <a:close/>
                </a:path>
                <a:path w="11429" h="871220">
                  <a:moveTo>
                    <a:pt x="11429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29" y="97789"/>
                  </a:lnTo>
                  <a:lnTo>
                    <a:pt x="11429" y="95249"/>
                  </a:lnTo>
                  <a:close/>
                </a:path>
                <a:path w="11429" h="871220">
                  <a:moveTo>
                    <a:pt x="11429" y="97789"/>
                  </a:moveTo>
                  <a:lnTo>
                    <a:pt x="0" y="9778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97789"/>
                  </a:lnTo>
                  <a:close/>
                </a:path>
                <a:path w="11429" h="871220">
                  <a:moveTo>
                    <a:pt x="11429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11429" y="110489"/>
                  </a:lnTo>
                  <a:lnTo>
                    <a:pt x="11429" y="107950"/>
                  </a:lnTo>
                  <a:close/>
                </a:path>
                <a:path w="11429" h="871220">
                  <a:moveTo>
                    <a:pt x="11429" y="110489"/>
                  </a:moveTo>
                  <a:lnTo>
                    <a:pt x="0" y="110489"/>
                  </a:lnTo>
                  <a:lnTo>
                    <a:pt x="0" y="751839"/>
                  </a:lnTo>
                  <a:lnTo>
                    <a:pt x="11429" y="751839"/>
                  </a:lnTo>
                  <a:lnTo>
                    <a:pt x="11429" y="110489"/>
                  </a:lnTo>
                  <a:close/>
                </a:path>
                <a:path w="11429" h="871220">
                  <a:moveTo>
                    <a:pt x="11429" y="867410"/>
                  </a:moveTo>
                  <a:lnTo>
                    <a:pt x="1269" y="867410"/>
                  </a:lnTo>
                  <a:lnTo>
                    <a:pt x="1269" y="869949"/>
                  </a:lnTo>
                  <a:lnTo>
                    <a:pt x="10160" y="869949"/>
                  </a:lnTo>
                  <a:lnTo>
                    <a:pt x="10160" y="871219"/>
                  </a:lnTo>
                  <a:lnTo>
                    <a:pt x="11429" y="871219"/>
                  </a:lnTo>
                  <a:lnTo>
                    <a:pt x="11429" y="867410"/>
                  </a:lnTo>
                  <a:close/>
                </a:path>
                <a:path w="11429" h="871220">
                  <a:moveTo>
                    <a:pt x="11429" y="864869"/>
                  </a:moveTo>
                  <a:lnTo>
                    <a:pt x="0" y="864869"/>
                  </a:lnTo>
                  <a:lnTo>
                    <a:pt x="0" y="866139"/>
                  </a:lnTo>
                  <a:lnTo>
                    <a:pt x="11429" y="866139"/>
                  </a:lnTo>
                  <a:lnTo>
                    <a:pt x="11429" y="864869"/>
                  </a:lnTo>
                  <a:close/>
                </a:path>
                <a:path w="11429" h="871220">
                  <a:moveTo>
                    <a:pt x="11429" y="861059"/>
                  </a:moveTo>
                  <a:lnTo>
                    <a:pt x="0" y="861059"/>
                  </a:lnTo>
                  <a:lnTo>
                    <a:pt x="0" y="863599"/>
                  </a:lnTo>
                  <a:lnTo>
                    <a:pt x="11429" y="863599"/>
                  </a:lnTo>
                  <a:lnTo>
                    <a:pt x="11429" y="861059"/>
                  </a:lnTo>
                  <a:close/>
                </a:path>
                <a:path w="11429" h="871220">
                  <a:moveTo>
                    <a:pt x="11429" y="858519"/>
                  </a:moveTo>
                  <a:lnTo>
                    <a:pt x="0" y="858519"/>
                  </a:lnTo>
                  <a:lnTo>
                    <a:pt x="0" y="859789"/>
                  </a:lnTo>
                  <a:lnTo>
                    <a:pt x="11429" y="859789"/>
                  </a:lnTo>
                  <a:lnTo>
                    <a:pt x="11429" y="858519"/>
                  </a:lnTo>
                  <a:close/>
                </a:path>
                <a:path w="11429" h="871220">
                  <a:moveTo>
                    <a:pt x="11429" y="854709"/>
                  </a:moveTo>
                  <a:lnTo>
                    <a:pt x="0" y="854709"/>
                  </a:lnTo>
                  <a:lnTo>
                    <a:pt x="0" y="857249"/>
                  </a:lnTo>
                  <a:lnTo>
                    <a:pt x="11429" y="857249"/>
                  </a:lnTo>
                  <a:lnTo>
                    <a:pt x="11429" y="854709"/>
                  </a:lnTo>
                  <a:close/>
                </a:path>
                <a:path w="11429" h="871220">
                  <a:moveTo>
                    <a:pt x="11429" y="852169"/>
                  </a:moveTo>
                  <a:lnTo>
                    <a:pt x="0" y="852169"/>
                  </a:lnTo>
                  <a:lnTo>
                    <a:pt x="0" y="853439"/>
                  </a:lnTo>
                  <a:lnTo>
                    <a:pt x="11429" y="853439"/>
                  </a:lnTo>
                  <a:lnTo>
                    <a:pt x="11429" y="852169"/>
                  </a:lnTo>
                  <a:close/>
                </a:path>
                <a:path w="11429" h="871220">
                  <a:moveTo>
                    <a:pt x="11429" y="848359"/>
                  </a:moveTo>
                  <a:lnTo>
                    <a:pt x="0" y="848359"/>
                  </a:lnTo>
                  <a:lnTo>
                    <a:pt x="0" y="850899"/>
                  </a:lnTo>
                  <a:lnTo>
                    <a:pt x="11429" y="850899"/>
                  </a:lnTo>
                  <a:lnTo>
                    <a:pt x="11429" y="848359"/>
                  </a:lnTo>
                  <a:close/>
                </a:path>
                <a:path w="11429" h="871220">
                  <a:moveTo>
                    <a:pt x="11429" y="845819"/>
                  </a:moveTo>
                  <a:lnTo>
                    <a:pt x="0" y="845819"/>
                  </a:lnTo>
                  <a:lnTo>
                    <a:pt x="0" y="847089"/>
                  </a:lnTo>
                  <a:lnTo>
                    <a:pt x="11429" y="847089"/>
                  </a:lnTo>
                  <a:lnTo>
                    <a:pt x="11429" y="845819"/>
                  </a:lnTo>
                  <a:close/>
                </a:path>
                <a:path w="11429" h="871220">
                  <a:moveTo>
                    <a:pt x="11429" y="840739"/>
                  </a:moveTo>
                  <a:lnTo>
                    <a:pt x="0" y="840739"/>
                  </a:lnTo>
                  <a:lnTo>
                    <a:pt x="0" y="844549"/>
                  </a:lnTo>
                  <a:lnTo>
                    <a:pt x="11429" y="844549"/>
                  </a:lnTo>
                  <a:lnTo>
                    <a:pt x="11429" y="840739"/>
                  </a:lnTo>
                  <a:close/>
                </a:path>
                <a:path w="11429" h="871220">
                  <a:moveTo>
                    <a:pt x="11429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1429" y="839469"/>
                  </a:lnTo>
                  <a:lnTo>
                    <a:pt x="11429" y="834389"/>
                  </a:lnTo>
                  <a:close/>
                </a:path>
                <a:path w="11429" h="871220">
                  <a:moveTo>
                    <a:pt x="11429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1429" y="833119"/>
                  </a:lnTo>
                  <a:lnTo>
                    <a:pt x="11429" y="828039"/>
                  </a:lnTo>
                  <a:close/>
                </a:path>
                <a:path w="11429" h="871220">
                  <a:moveTo>
                    <a:pt x="11429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29" y="826769"/>
                  </a:lnTo>
                  <a:lnTo>
                    <a:pt x="11429" y="821689"/>
                  </a:lnTo>
                  <a:close/>
                </a:path>
                <a:path w="11429" h="871220">
                  <a:moveTo>
                    <a:pt x="11429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29" y="820419"/>
                  </a:lnTo>
                  <a:lnTo>
                    <a:pt x="11429" y="815339"/>
                  </a:lnTo>
                  <a:close/>
                </a:path>
                <a:path w="11429" h="871220">
                  <a:moveTo>
                    <a:pt x="1142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29" y="814069"/>
                  </a:lnTo>
                  <a:lnTo>
                    <a:pt x="11429" y="808989"/>
                  </a:lnTo>
                  <a:close/>
                </a:path>
                <a:path w="11429" h="871220">
                  <a:moveTo>
                    <a:pt x="1142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29" y="807719"/>
                  </a:lnTo>
                  <a:lnTo>
                    <a:pt x="11429" y="802639"/>
                  </a:lnTo>
                  <a:close/>
                </a:path>
                <a:path w="11429" h="87122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7122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7122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7122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71220">
                  <a:moveTo>
                    <a:pt x="1142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70889"/>
                  </a:lnTo>
                  <a:close/>
                </a:path>
                <a:path w="11429" h="871220">
                  <a:moveTo>
                    <a:pt x="1142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29" y="769619"/>
                  </a:lnTo>
                  <a:lnTo>
                    <a:pt x="11429" y="764539"/>
                  </a:lnTo>
                  <a:close/>
                </a:path>
                <a:path w="11429" h="871220">
                  <a:moveTo>
                    <a:pt x="11429" y="756919"/>
                  </a:moveTo>
                  <a:lnTo>
                    <a:pt x="0" y="756919"/>
                  </a:lnTo>
                  <a:lnTo>
                    <a:pt x="0" y="763269"/>
                  </a:lnTo>
                  <a:lnTo>
                    <a:pt x="11429" y="763269"/>
                  </a:lnTo>
                  <a:lnTo>
                    <a:pt x="11429" y="756919"/>
                  </a:lnTo>
                  <a:close/>
                </a:path>
                <a:path w="11429" h="871220">
                  <a:moveTo>
                    <a:pt x="11429" y="753109"/>
                  </a:moveTo>
                  <a:lnTo>
                    <a:pt x="0" y="753109"/>
                  </a:lnTo>
                  <a:lnTo>
                    <a:pt x="0" y="755649"/>
                  </a:lnTo>
                  <a:lnTo>
                    <a:pt x="11429" y="755649"/>
                  </a:lnTo>
                  <a:lnTo>
                    <a:pt x="11429" y="753109"/>
                  </a:lnTo>
                  <a:close/>
                </a:path>
              </a:pathLst>
            </a:custGeom>
            <a:solidFill>
              <a:srgbClr val="7E7E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48">
              <a:extLst>
                <a:ext uri="{FF2B5EF4-FFF2-40B4-BE49-F238E27FC236}">
                  <a16:creationId xmlns:a16="http://schemas.microsoft.com/office/drawing/2014/main" id="{680AFAF9-D917-035E-2FE3-557FB35A64D4}"/>
                </a:ext>
              </a:extLst>
            </p:cNvPr>
            <p:cNvSpPr/>
            <p:nvPr/>
          </p:nvSpPr>
          <p:spPr>
            <a:xfrm>
              <a:off x="4320540" y="5605779"/>
              <a:ext cx="10160" cy="875030"/>
            </a:xfrm>
            <a:custGeom>
              <a:avLst/>
              <a:gdLst/>
              <a:ahLst/>
              <a:cxnLst/>
              <a:rect l="l" t="t" r="r" b="b"/>
              <a:pathLst>
                <a:path w="10160" h="875029">
                  <a:moveTo>
                    <a:pt x="1016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8750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750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750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750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75029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875029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875029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875029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875029">
                  <a:moveTo>
                    <a:pt x="10160" y="27940"/>
                  </a:moveTo>
                  <a:lnTo>
                    <a:pt x="0" y="2794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27940"/>
                  </a:lnTo>
                  <a:close/>
                </a:path>
                <a:path w="10160" h="875029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875029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875029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875029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875029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875029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875029">
                  <a:moveTo>
                    <a:pt x="10160" y="53340"/>
                  </a:moveTo>
                  <a:lnTo>
                    <a:pt x="0" y="5334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3340"/>
                  </a:lnTo>
                  <a:close/>
                </a:path>
                <a:path w="10160" h="875029">
                  <a:moveTo>
                    <a:pt x="1016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30"/>
                  </a:lnTo>
                  <a:close/>
                </a:path>
                <a:path w="10160" h="875029">
                  <a:moveTo>
                    <a:pt x="10160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66040"/>
                  </a:lnTo>
                  <a:close/>
                </a:path>
                <a:path w="10160" h="875029">
                  <a:moveTo>
                    <a:pt x="10160" y="74930"/>
                  </a:moveTo>
                  <a:lnTo>
                    <a:pt x="0" y="7493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4930"/>
                  </a:lnTo>
                  <a:close/>
                </a:path>
                <a:path w="10160" h="875029">
                  <a:moveTo>
                    <a:pt x="10160" y="81280"/>
                  </a:moveTo>
                  <a:lnTo>
                    <a:pt x="0" y="8128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1280"/>
                  </a:lnTo>
                  <a:close/>
                </a:path>
                <a:path w="10160" h="875029">
                  <a:moveTo>
                    <a:pt x="1016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30"/>
                  </a:lnTo>
                  <a:close/>
                </a:path>
                <a:path w="10160" h="875029">
                  <a:moveTo>
                    <a:pt x="1016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40"/>
                  </a:lnTo>
                  <a:close/>
                </a:path>
                <a:path w="10160" h="875029">
                  <a:moveTo>
                    <a:pt x="10160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80"/>
                  </a:lnTo>
                  <a:close/>
                </a:path>
                <a:path w="10160" h="875029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875029">
                  <a:moveTo>
                    <a:pt x="10160" y="100330"/>
                  </a:moveTo>
                  <a:lnTo>
                    <a:pt x="0" y="100330"/>
                  </a:lnTo>
                  <a:lnTo>
                    <a:pt x="0" y="110490"/>
                  </a:lnTo>
                  <a:lnTo>
                    <a:pt x="10160" y="110490"/>
                  </a:lnTo>
                  <a:lnTo>
                    <a:pt x="10160" y="100330"/>
                  </a:lnTo>
                  <a:close/>
                </a:path>
                <a:path w="10160" h="875029">
                  <a:moveTo>
                    <a:pt x="10160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10490"/>
                  </a:lnTo>
                  <a:close/>
                </a:path>
                <a:path w="10160" h="875029">
                  <a:moveTo>
                    <a:pt x="10160" y="113030"/>
                  </a:moveTo>
                  <a:lnTo>
                    <a:pt x="0" y="113030"/>
                  </a:lnTo>
                  <a:lnTo>
                    <a:pt x="0" y="754380"/>
                  </a:lnTo>
                  <a:lnTo>
                    <a:pt x="10160" y="754380"/>
                  </a:lnTo>
                  <a:lnTo>
                    <a:pt x="10160" y="113030"/>
                  </a:lnTo>
                  <a:close/>
                </a:path>
                <a:path w="10160" h="875029">
                  <a:moveTo>
                    <a:pt x="10160" y="873760"/>
                  </a:moveTo>
                  <a:lnTo>
                    <a:pt x="6350" y="873760"/>
                  </a:lnTo>
                  <a:lnTo>
                    <a:pt x="6350" y="875030"/>
                  </a:lnTo>
                  <a:lnTo>
                    <a:pt x="10160" y="875030"/>
                  </a:lnTo>
                  <a:lnTo>
                    <a:pt x="10160" y="873760"/>
                  </a:lnTo>
                  <a:close/>
                </a:path>
                <a:path w="10160" h="875029">
                  <a:moveTo>
                    <a:pt x="10160" y="869950"/>
                  </a:moveTo>
                  <a:lnTo>
                    <a:pt x="0" y="869950"/>
                  </a:lnTo>
                  <a:lnTo>
                    <a:pt x="0" y="873760"/>
                  </a:lnTo>
                  <a:lnTo>
                    <a:pt x="6350" y="873760"/>
                  </a:lnTo>
                  <a:lnTo>
                    <a:pt x="6350" y="872490"/>
                  </a:lnTo>
                  <a:lnTo>
                    <a:pt x="10160" y="872490"/>
                  </a:lnTo>
                  <a:lnTo>
                    <a:pt x="10160" y="869950"/>
                  </a:lnTo>
                  <a:close/>
                </a:path>
                <a:path w="10160" h="875029">
                  <a:moveTo>
                    <a:pt x="10160" y="867410"/>
                  </a:moveTo>
                  <a:lnTo>
                    <a:pt x="0" y="867410"/>
                  </a:lnTo>
                  <a:lnTo>
                    <a:pt x="0" y="868680"/>
                  </a:lnTo>
                  <a:lnTo>
                    <a:pt x="10160" y="868680"/>
                  </a:lnTo>
                  <a:lnTo>
                    <a:pt x="10160" y="867410"/>
                  </a:lnTo>
                  <a:close/>
                </a:path>
                <a:path w="10160" h="875029">
                  <a:moveTo>
                    <a:pt x="10160" y="863600"/>
                  </a:moveTo>
                  <a:lnTo>
                    <a:pt x="0" y="863600"/>
                  </a:lnTo>
                  <a:lnTo>
                    <a:pt x="0" y="866140"/>
                  </a:lnTo>
                  <a:lnTo>
                    <a:pt x="10160" y="866140"/>
                  </a:lnTo>
                  <a:lnTo>
                    <a:pt x="10160" y="863600"/>
                  </a:lnTo>
                  <a:close/>
                </a:path>
                <a:path w="10160" h="875029">
                  <a:moveTo>
                    <a:pt x="10160" y="861060"/>
                  </a:moveTo>
                  <a:lnTo>
                    <a:pt x="0" y="861060"/>
                  </a:lnTo>
                  <a:lnTo>
                    <a:pt x="0" y="862330"/>
                  </a:lnTo>
                  <a:lnTo>
                    <a:pt x="10160" y="862330"/>
                  </a:lnTo>
                  <a:lnTo>
                    <a:pt x="10160" y="861060"/>
                  </a:lnTo>
                  <a:close/>
                </a:path>
                <a:path w="10160" h="875029">
                  <a:moveTo>
                    <a:pt x="10160" y="857250"/>
                  </a:moveTo>
                  <a:lnTo>
                    <a:pt x="0" y="857250"/>
                  </a:lnTo>
                  <a:lnTo>
                    <a:pt x="0" y="859790"/>
                  </a:lnTo>
                  <a:lnTo>
                    <a:pt x="10160" y="859790"/>
                  </a:lnTo>
                  <a:lnTo>
                    <a:pt x="10160" y="857250"/>
                  </a:lnTo>
                  <a:close/>
                </a:path>
                <a:path w="10160" h="875029">
                  <a:moveTo>
                    <a:pt x="10160" y="854710"/>
                  </a:moveTo>
                  <a:lnTo>
                    <a:pt x="0" y="854710"/>
                  </a:lnTo>
                  <a:lnTo>
                    <a:pt x="0" y="855980"/>
                  </a:lnTo>
                  <a:lnTo>
                    <a:pt x="10160" y="855980"/>
                  </a:lnTo>
                  <a:lnTo>
                    <a:pt x="10160" y="854710"/>
                  </a:lnTo>
                  <a:close/>
                </a:path>
                <a:path w="10160" h="875029">
                  <a:moveTo>
                    <a:pt x="10160" y="850900"/>
                  </a:moveTo>
                  <a:lnTo>
                    <a:pt x="0" y="850900"/>
                  </a:lnTo>
                  <a:lnTo>
                    <a:pt x="0" y="853440"/>
                  </a:lnTo>
                  <a:lnTo>
                    <a:pt x="10160" y="853440"/>
                  </a:lnTo>
                  <a:lnTo>
                    <a:pt x="10160" y="850900"/>
                  </a:lnTo>
                  <a:close/>
                </a:path>
                <a:path w="10160" h="875029">
                  <a:moveTo>
                    <a:pt x="10160" y="848360"/>
                  </a:moveTo>
                  <a:lnTo>
                    <a:pt x="0" y="848360"/>
                  </a:lnTo>
                  <a:lnTo>
                    <a:pt x="0" y="849630"/>
                  </a:lnTo>
                  <a:lnTo>
                    <a:pt x="10160" y="849630"/>
                  </a:lnTo>
                  <a:lnTo>
                    <a:pt x="10160" y="848360"/>
                  </a:lnTo>
                  <a:close/>
                </a:path>
                <a:path w="10160" h="875029">
                  <a:moveTo>
                    <a:pt x="10160" y="843280"/>
                  </a:moveTo>
                  <a:lnTo>
                    <a:pt x="0" y="843280"/>
                  </a:lnTo>
                  <a:lnTo>
                    <a:pt x="0" y="847090"/>
                  </a:lnTo>
                  <a:lnTo>
                    <a:pt x="10160" y="847090"/>
                  </a:lnTo>
                  <a:lnTo>
                    <a:pt x="10160" y="843280"/>
                  </a:lnTo>
                  <a:close/>
                </a:path>
                <a:path w="10160" h="875029">
                  <a:moveTo>
                    <a:pt x="10160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0160" y="842010"/>
                  </a:lnTo>
                  <a:lnTo>
                    <a:pt x="10160" y="836930"/>
                  </a:lnTo>
                  <a:close/>
                </a:path>
                <a:path w="10160" h="875029">
                  <a:moveTo>
                    <a:pt x="1016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60" y="835660"/>
                  </a:lnTo>
                  <a:lnTo>
                    <a:pt x="10160" y="830580"/>
                  </a:lnTo>
                  <a:close/>
                </a:path>
                <a:path w="10160" h="875029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875029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875029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875029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8750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750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750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750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75029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75029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875029">
                  <a:moveTo>
                    <a:pt x="10160" y="759460"/>
                  </a:moveTo>
                  <a:lnTo>
                    <a:pt x="0" y="75946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59460"/>
                  </a:lnTo>
                  <a:close/>
                </a:path>
                <a:path w="10160" h="875029">
                  <a:moveTo>
                    <a:pt x="10160" y="755650"/>
                  </a:moveTo>
                  <a:lnTo>
                    <a:pt x="0" y="755650"/>
                  </a:lnTo>
                  <a:lnTo>
                    <a:pt x="0" y="758190"/>
                  </a:lnTo>
                  <a:lnTo>
                    <a:pt x="10160" y="758190"/>
                  </a:lnTo>
                  <a:lnTo>
                    <a:pt x="10160" y="755650"/>
                  </a:lnTo>
                  <a:close/>
                </a:path>
              </a:pathLst>
            </a:custGeom>
            <a:solidFill>
              <a:srgbClr val="7D7D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49">
              <a:extLst>
                <a:ext uri="{FF2B5EF4-FFF2-40B4-BE49-F238E27FC236}">
                  <a16:creationId xmlns:a16="http://schemas.microsoft.com/office/drawing/2014/main" id="{83BA92D5-F3F2-BEF9-BA8F-2B688D6B2718}"/>
                </a:ext>
              </a:extLst>
            </p:cNvPr>
            <p:cNvSpPr/>
            <p:nvPr/>
          </p:nvSpPr>
          <p:spPr>
            <a:xfrm>
              <a:off x="4330700" y="5604509"/>
              <a:ext cx="11430" cy="877569"/>
            </a:xfrm>
            <a:custGeom>
              <a:avLst/>
              <a:gdLst/>
              <a:ahLst/>
              <a:cxnLst/>
              <a:rect l="l" t="t" r="r" b="b"/>
              <a:pathLst>
                <a:path w="11429" h="877570">
                  <a:moveTo>
                    <a:pt x="11429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87757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87757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87757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87757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87757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87757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87757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87757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877570">
                  <a:moveTo>
                    <a:pt x="11429" y="29210"/>
                  </a:moveTo>
                  <a:lnTo>
                    <a:pt x="0" y="2921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29210"/>
                  </a:lnTo>
                  <a:close/>
                </a:path>
                <a:path w="11429" h="87757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87757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87757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87757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87757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87757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877570">
                  <a:moveTo>
                    <a:pt x="11429" y="54609"/>
                  </a:moveTo>
                  <a:lnTo>
                    <a:pt x="0" y="5460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4609"/>
                  </a:lnTo>
                  <a:close/>
                </a:path>
                <a:path w="11429" h="87757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877570">
                  <a:moveTo>
                    <a:pt x="1142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7309"/>
                  </a:lnTo>
                  <a:close/>
                </a:path>
                <a:path w="11429" h="877570">
                  <a:moveTo>
                    <a:pt x="11429" y="76200"/>
                  </a:moveTo>
                  <a:lnTo>
                    <a:pt x="0" y="76200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6200"/>
                  </a:lnTo>
                  <a:close/>
                </a:path>
                <a:path w="11429" h="877570">
                  <a:moveTo>
                    <a:pt x="11429" y="82550"/>
                  </a:moveTo>
                  <a:lnTo>
                    <a:pt x="0" y="82550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2550"/>
                  </a:lnTo>
                  <a:close/>
                </a:path>
                <a:path w="11429" h="87757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87757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87757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87757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877570">
                  <a:moveTo>
                    <a:pt x="11429" y="101600"/>
                  </a:moveTo>
                  <a:lnTo>
                    <a:pt x="0" y="10160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1600"/>
                  </a:lnTo>
                  <a:close/>
                </a:path>
                <a:path w="11429" h="877570">
                  <a:moveTo>
                    <a:pt x="11429" y="111760"/>
                  </a:moveTo>
                  <a:lnTo>
                    <a:pt x="0" y="111760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11760"/>
                  </a:lnTo>
                  <a:close/>
                </a:path>
                <a:path w="11429" h="877570">
                  <a:moveTo>
                    <a:pt x="11429" y="114300"/>
                  </a:moveTo>
                  <a:lnTo>
                    <a:pt x="0" y="114300"/>
                  </a:lnTo>
                  <a:lnTo>
                    <a:pt x="0" y="755649"/>
                  </a:lnTo>
                  <a:lnTo>
                    <a:pt x="11429" y="755649"/>
                  </a:lnTo>
                  <a:lnTo>
                    <a:pt x="11429" y="114300"/>
                  </a:lnTo>
                  <a:close/>
                </a:path>
                <a:path w="11429" h="877570">
                  <a:moveTo>
                    <a:pt x="11429" y="875030"/>
                  </a:moveTo>
                  <a:lnTo>
                    <a:pt x="0" y="875030"/>
                  </a:lnTo>
                  <a:lnTo>
                    <a:pt x="0" y="876299"/>
                  </a:lnTo>
                  <a:lnTo>
                    <a:pt x="5079" y="876299"/>
                  </a:lnTo>
                  <a:lnTo>
                    <a:pt x="5079" y="877569"/>
                  </a:lnTo>
                  <a:lnTo>
                    <a:pt x="11429" y="877569"/>
                  </a:lnTo>
                  <a:lnTo>
                    <a:pt x="11429" y="875030"/>
                  </a:lnTo>
                  <a:close/>
                </a:path>
                <a:path w="11429" h="877570">
                  <a:moveTo>
                    <a:pt x="11429" y="871220"/>
                  </a:moveTo>
                  <a:lnTo>
                    <a:pt x="0" y="871220"/>
                  </a:lnTo>
                  <a:lnTo>
                    <a:pt x="0" y="873759"/>
                  </a:lnTo>
                  <a:lnTo>
                    <a:pt x="11429" y="873759"/>
                  </a:lnTo>
                  <a:lnTo>
                    <a:pt x="11429" y="871220"/>
                  </a:lnTo>
                  <a:close/>
                </a:path>
                <a:path w="11429" h="877570">
                  <a:moveTo>
                    <a:pt x="11429" y="868679"/>
                  </a:moveTo>
                  <a:lnTo>
                    <a:pt x="0" y="868679"/>
                  </a:lnTo>
                  <a:lnTo>
                    <a:pt x="0" y="869949"/>
                  </a:lnTo>
                  <a:lnTo>
                    <a:pt x="11429" y="869949"/>
                  </a:lnTo>
                  <a:lnTo>
                    <a:pt x="11429" y="868679"/>
                  </a:lnTo>
                  <a:close/>
                </a:path>
                <a:path w="11429" h="877570">
                  <a:moveTo>
                    <a:pt x="11429" y="864869"/>
                  </a:moveTo>
                  <a:lnTo>
                    <a:pt x="0" y="864869"/>
                  </a:lnTo>
                  <a:lnTo>
                    <a:pt x="0" y="867409"/>
                  </a:lnTo>
                  <a:lnTo>
                    <a:pt x="11429" y="867409"/>
                  </a:lnTo>
                  <a:lnTo>
                    <a:pt x="11429" y="864869"/>
                  </a:lnTo>
                  <a:close/>
                </a:path>
                <a:path w="11429" h="877570">
                  <a:moveTo>
                    <a:pt x="11429" y="862329"/>
                  </a:moveTo>
                  <a:lnTo>
                    <a:pt x="0" y="862329"/>
                  </a:lnTo>
                  <a:lnTo>
                    <a:pt x="0" y="863599"/>
                  </a:lnTo>
                  <a:lnTo>
                    <a:pt x="11429" y="863599"/>
                  </a:lnTo>
                  <a:lnTo>
                    <a:pt x="11429" y="862329"/>
                  </a:lnTo>
                  <a:close/>
                </a:path>
                <a:path w="11429" h="877570">
                  <a:moveTo>
                    <a:pt x="11429" y="858519"/>
                  </a:moveTo>
                  <a:lnTo>
                    <a:pt x="0" y="858519"/>
                  </a:lnTo>
                  <a:lnTo>
                    <a:pt x="0" y="861059"/>
                  </a:lnTo>
                  <a:lnTo>
                    <a:pt x="11429" y="861059"/>
                  </a:lnTo>
                  <a:lnTo>
                    <a:pt x="11429" y="858519"/>
                  </a:lnTo>
                  <a:close/>
                </a:path>
                <a:path w="11429" h="877570">
                  <a:moveTo>
                    <a:pt x="11429" y="855979"/>
                  </a:moveTo>
                  <a:lnTo>
                    <a:pt x="0" y="855979"/>
                  </a:lnTo>
                  <a:lnTo>
                    <a:pt x="0" y="857249"/>
                  </a:lnTo>
                  <a:lnTo>
                    <a:pt x="11429" y="857249"/>
                  </a:lnTo>
                  <a:lnTo>
                    <a:pt x="11429" y="855979"/>
                  </a:lnTo>
                  <a:close/>
                </a:path>
                <a:path w="11429" h="877570">
                  <a:moveTo>
                    <a:pt x="11429" y="852169"/>
                  </a:moveTo>
                  <a:lnTo>
                    <a:pt x="0" y="852169"/>
                  </a:lnTo>
                  <a:lnTo>
                    <a:pt x="0" y="854709"/>
                  </a:lnTo>
                  <a:lnTo>
                    <a:pt x="11429" y="854709"/>
                  </a:lnTo>
                  <a:lnTo>
                    <a:pt x="11429" y="852169"/>
                  </a:lnTo>
                  <a:close/>
                </a:path>
                <a:path w="11429" h="877570">
                  <a:moveTo>
                    <a:pt x="11429" y="849629"/>
                  </a:moveTo>
                  <a:lnTo>
                    <a:pt x="0" y="849629"/>
                  </a:lnTo>
                  <a:lnTo>
                    <a:pt x="0" y="850899"/>
                  </a:lnTo>
                  <a:lnTo>
                    <a:pt x="11429" y="850899"/>
                  </a:lnTo>
                  <a:lnTo>
                    <a:pt x="11429" y="849629"/>
                  </a:lnTo>
                  <a:close/>
                </a:path>
                <a:path w="11429" h="877570">
                  <a:moveTo>
                    <a:pt x="11429" y="844549"/>
                  </a:moveTo>
                  <a:lnTo>
                    <a:pt x="0" y="844549"/>
                  </a:lnTo>
                  <a:lnTo>
                    <a:pt x="0" y="848359"/>
                  </a:lnTo>
                  <a:lnTo>
                    <a:pt x="11429" y="848359"/>
                  </a:lnTo>
                  <a:lnTo>
                    <a:pt x="11429" y="844549"/>
                  </a:lnTo>
                  <a:close/>
                </a:path>
                <a:path w="11429" h="877570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877570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877570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877570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877570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877570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877570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877570">
                  <a:moveTo>
                    <a:pt x="11429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29" y="798829"/>
                  </a:lnTo>
                  <a:lnTo>
                    <a:pt x="11429" y="793749"/>
                  </a:lnTo>
                  <a:close/>
                </a:path>
                <a:path w="11429" h="877570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877570">
                  <a:moveTo>
                    <a:pt x="1142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29" y="786130"/>
                  </a:lnTo>
                  <a:lnTo>
                    <a:pt x="11429" y="781049"/>
                  </a:lnTo>
                  <a:close/>
                </a:path>
                <a:path w="11429" h="877570">
                  <a:moveTo>
                    <a:pt x="11429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29" y="779779"/>
                  </a:lnTo>
                  <a:lnTo>
                    <a:pt x="11429" y="774699"/>
                  </a:lnTo>
                  <a:close/>
                </a:path>
                <a:path w="11429" h="877570">
                  <a:moveTo>
                    <a:pt x="11429" y="768349"/>
                  </a:moveTo>
                  <a:lnTo>
                    <a:pt x="0" y="768349"/>
                  </a:lnTo>
                  <a:lnTo>
                    <a:pt x="0" y="773430"/>
                  </a:lnTo>
                  <a:lnTo>
                    <a:pt x="11429" y="773430"/>
                  </a:lnTo>
                  <a:lnTo>
                    <a:pt x="11429" y="768349"/>
                  </a:lnTo>
                  <a:close/>
                </a:path>
                <a:path w="11429" h="877570">
                  <a:moveTo>
                    <a:pt x="11429" y="760729"/>
                  </a:moveTo>
                  <a:lnTo>
                    <a:pt x="0" y="760729"/>
                  </a:lnTo>
                  <a:lnTo>
                    <a:pt x="0" y="767079"/>
                  </a:lnTo>
                  <a:lnTo>
                    <a:pt x="11429" y="767079"/>
                  </a:lnTo>
                  <a:lnTo>
                    <a:pt x="11429" y="760729"/>
                  </a:lnTo>
                  <a:close/>
                </a:path>
                <a:path w="11429" h="877570">
                  <a:moveTo>
                    <a:pt x="11429" y="756919"/>
                  </a:moveTo>
                  <a:lnTo>
                    <a:pt x="0" y="756919"/>
                  </a:lnTo>
                  <a:lnTo>
                    <a:pt x="0" y="759459"/>
                  </a:lnTo>
                  <a:lnTo>
                    <a:pt x="11429" y="759459"/>
                  </a:lnTo>
                  <a:lnTo>
                    <a:pt x="11429" y="756919"/>
                  </a:lnTo>
                  <a:close/>
                </a:path>
              </a:pathLst>
            </a:custGeom>
            <a:solidFill>
              <a:srgbClr val="7D7D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0">
              <a:extLst>
                <a:ext uri="{FF2B5EF4-FFF2-40B4-BE49-F238E27FC236}">
                  <a16:creationId xmlns:a16="http://schemas.microsoft.com/office/drawing/2014/main" id="{EF7EAF13-3B2F-9E29-F272-F61B64CC727B}"/>
                </a:ext>
              </a:extLst>
            </p:cNvPr>
            <p:cNvSpPr/>
            <p:nvPr/>
          </p:nvSpPr>
          <p:spPr>
            <a:xfrm>
              <a:off x="4342130" y="5601969"/>
              <a:ext cx="10160" cy="880110"/>
            </a:xfrm>
            <a:custGeom>
              <a:avLst/>
              <a:gdLst/>
              <a:ahLst/>
              <a:cxnLst/>
              <a:rect l="l" t="t" r="r" b="b"/>
              <a:pathLst>
                <a:path w="10160" h="880110">
                  <a:moveTo>
                    <a:pt x="1016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10160" y="2539"/>
                  </a:lnTo>
                  <a:lnTo>
                    <a:pt x="10160" y="0"/>
                  </a:lnTo>
                  <a:close/>
                </a:path>
                <a:path w="10160" h="88011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88011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8011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88011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880110">
                  <a:moveTo>
                    <a:pt x="10160" y="15240"/>
                  </a:moveTo>
                  <a:lnTo>
                    <a:pt x="0" y="15240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40"/>
                  </a:lnTo>
                  <a:close/>
                </a:path>
                <a:path w="10160" h="88011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88011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88011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88011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880110">
                  <a:moveTo>
                    <a:pt x="10160" y="31750"/>
                  </a:moveTo>
                  <a:lnTo>
                    <a:pt x="0" y="31750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1750"/>
                  </a:lnTo>
                  <a:close/>
                </a:path>
                <a:path w="10160" h="88011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88011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88011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88011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880110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88011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880110">
                  <a:moveTo>
                    <a:pt x="10160" y="57149"/>
                  </a:moveTo>
                  <a:lnTo>
                    <a:pt x="0" y="5714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57149"/>
                  </a:lnTo>
                  <a:close/>
                </a:path>
                <a:path w="10160" h="880110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880110">
                  <a:moveTo>
                    <a:pt x="10160" y="69849"/>
                  </a:moveTo>
                  <a:lnTo>
                    <a:pt x="0" y="6984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69849"/>
                  </a:lnTo>
                  <a:close/>
                </a:path>
                <a:path w="10160" h="880110">
                  <a:moveTo>
                    <a:pt x="10160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78739"/>
                  </a:lnTo>
                  <a:close/>
                </a:path>
                <a:path w="10160" h="880110">
                  <a:moveTo>
                    <a:pt x="10160" y="85090"/>
                  </a:moveTo>
                  <a:lnTo>
                    <a:pt x="0" y="85090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5090"/>
                  </a:lnTo>
                  <a:close/>
                </a:path>
                <a:path w="10160" h="880110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880110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880110">
                  <a:moveTo>
                    <a:pt x="1016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7789"/>
                  </a:lnTo>
                  <a:close/>
                </a:path>
                <a:path w="10160" h="880110">
                  <a:moveTo>
                    <a:pt x="1016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101599"/>
                  </a:lnTo>
                  <a:close/>
                </a:path>
                <a:path w="10160" h="880110">
                  <a:moveTo>
                    <a:pt x="10160" y="104139"/>
                  </a:moveTo>
                  <a:lnTo>
                    <a:pt x="0" y="104139"/>
                  </a:lnTo>
                  <a:lnTo>
                    <a:pt x="0" y="114299"/>
                  </a:lnTo>
                  <a:lnTo>
                    <a:pt x="10160" y="114299"/>
                  </a:lnTo>
                  <a:lnTo>
                    <a:pt x="10160" y="104139"/>
                  </a:lnTo>
                  <a:close/>
                </a:path>
                <a:path w="10160" h="880110">
                  <a:moveTo>
                    <a:pt x="1016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10160" y="116839"/>
                  </a:lnTo>
                  <a:lnTo>
                    <a:pt x="10160" y="114300"/>
                  </a:lnTo>
                  <a:close/>
                </a:path>
                <a:path w="10160" h="880110">
                  <a:moveTo>
                    <a:pt x="10160" y="116839"/>
                  </a:moveTo>
                  <a:lnTo>
                    <a:pt x="0" y="116839"/>
                  </a:lnTo>
                  <a:lnTo>
                    <a:pt x="0" y="758189"/>
                  </a:lnTo>
                  <a:lnTo>
                    <a:pt x="10160" y="758189"/>
                  </a:lnTo>
                  <a:lnTo>
                    <a:pt x="10160" y="116839"/>
                  </a:lnTo>
                  <a:close/>
                </a:path>
                <a:path w="10160" h="880110">
                  <a:moveTo>
                    <a:pt x="10160" y="877569"/>
                  </a:moveTo>
                  <a:lnTo>
                    <a:pt x="0" y="877569"/>
                  </a:lnTo>
                  <a:lnTo>
                    <a:pt x="0" y="880109"/>
                  </a:lnTo>
                  <a:lnTo>
                    <a:pt x="6350" y="880109"/>
                  </a:lnTo>
                  <a:lnTo>
                    <a:pt x="6350" y="878839"/>
                  </a:lnTo>
                  <a:lnTo>
                    <a:pt x="10160" y="878839"/>
                  </a:lnTo>
                  <a:lnTo>
                    <a:pt x="10160" y="877569"/>
                  </a:lnTo>
                  <a:close/>
                </a:path>
                <a:path w="10160" h="880110">
                  <a:moveTo>
                    <a:pt x="10160" y="873760"/>
                  </a:moveTo>
                  <a:lnTo>
                    <a:pt x="0" y="873760"/>
                  </a:lnTo>
                  <a:lnTo>
                    <a:pt x="0" y="876299"/>
                  </a:lnTo>
                  <a:lnTo>
                    <a:pt x="10160" y="876299"/>
                  </a:lnTo>
                  <a:lnTo>
                    <a:pt x="10160" y="873760"/>
                  </a:lnTo>
                  <a:close/>
                </a:path>
                <a:path w="10160" h="880110">
                  <a:moveTo>
                    <a:pt x="10160" y="871219"/>
                  </a:moveTo>
                  <a:lnTo>
                    <a:pt x="0" y="871219"/>
                  </a:lnTo>
                  <a:lnTo>
                    <a:pt x="0" y="872489"/>
                  </a:lnTo>
                  <a:lnTo>
                    <a:pt x="10160" y="872489"/>
                  </a:lnTo>
                  <a:lnTo>
                    <a:pt x="10160" y="871219"/>
                  </a:lnTo>
                  <a:close/>
                </a:path>
                <a:path w="10160" h="880110">
                  <a:moveTo>
                    <a:pt x="10160" y="867409"/>
                  </a:moveTo>
                  <a:lnTo>
                    <a:pt x="0" y="867409"/>
                  </a:lnTo>
                  <a:lnTo>
                    <a:pt x="0" y="869949"/>
                  </a:lnTo>
                  <a:lnTo>
                    <a:pt x="10160" y="869949"/>
                  </a:lnTo>
                  <a:lnTo>
                    <a:pt x="10160" y="867409"/>
                  </a:lnTo>
                  <a:close/>
                </a:path>
                <a:path w="10160" h="880110">
                  <a:moveTo>
                    <a:pt x="10160" y="864869"/>
                  </a:moveTo>
                  <a:lnTo>
                    <a:pt x="0" y="864869"/>
                  </a:lnTo>
                  <a:lnTo>
                    <a:pt x="0" y="866139"/>
                  </a:lnTo>
                  <a:lnTo>
                    <a:pt x="10160" y="866139"/>
                  </a:lnTo>
                  <a:lnTo>
                    <a:pt x="10160" y="864869"/>
                  </a:lnTo>
                  <a:close/>
                </a:path>
                <a:path w="10160" h="880110">
                  <a:moveTo>
                    <a:pt x="10160" y="861059"/>
                  </a:moveTo>
                  <a:lnTo>
                    <a:pt x="0" y="861059"/>
                  </a:lnTo>
                  <a:lnTo>
                    <a:pt x="0" y="863599"/>
                  </a:lnTo>
                  <a:lnTo>
                    <a:pt x="10160" y="863599"/>
                  </a:lnTo>
                  <a:lnTo>
                    <a:pt x="10160" y="861059"/>
                  </a:lnTo>
                  <a:close/>
                </a:path>
                <a:path w="10160" h="880110">
                  <a:moveTo>
                    <a:pt x="10160" y="858519"/>
                  </a:moveTo>
                  <a:lnTo>
                    <a:pt x="0" y="858519"/>
                  </a:lnTo>
                  <a:lnTo>
                    <a:pt x="0" y="859789"/>
                  </a:lnTo>
                  <a:lnTo>
                    <a:pt x="10160" y="859789"/>
                  </a:lnTo>
                  <a:lnTo>
                    <a:pt x="10160" y="858519"/>
                  </a:lnTo>
                  <a:close/>
                </a:path>
                <a:path w="10160" h="880110">
                  <a:moveTo>
                    <a:pt x="10160" y="854709"/>
                  </a:moveTo>
                  <a:lnTo>
                    <a:pt x="0" y="854709"/>
                  </a:lnTo>
                  <a:lnTo>
                    <a:pt x="0" y="857249"/>
                  </a:lnTo>
                  <a:lnTo>
                    <a:pt x="10160" y="857249"/>
                  </a:lnTo>
                  <a:lnTo>
                    <a:pt x="10160" y="854709"/>
                  </a:lnTo>
                  <a:close/>
                </a:path>
                <a:path w="10160" h="880110">
                  <a:moveTo>
                    <a:pt x="10160" y="852169"/>
                  </a:moveTo>
                  <a:lnTo>
                    <a:pt x="0" y="852169"/>
                  </a:lnTo>
                  <a:lnTo>
                    <a:pt x="0" y="853439"/>
                  </a:lnTo>
                  <a:lnTo>
                    <a:pt x="10160" y="853439"/>
                  </a:lnTo>
                  <a:lnTo>
                    <a:pt x="10160" y="852169"/>
                  </a:lnTo>
                  <a:close/>
                </a:path>
                <a:path w="10160" h="880110">
                  <a:moveTo>
                    <a:pt x="10160" y="847089"/>
                  </a:moveTo>
                  <a:lnTo>
                    <a:pt x="0" y="847089"/>
                  </a:lnTo>
                  <a:lnTo>
                    <a:pt x="0" y="850899"/>
                  </a:lnTo>
                  <a:lnTo>
                    <a:pt x="10160" y="850899"/>
                  </a:lnTo>
                  <a:lnTo>
                    <a:pt x="10160" y="847089"/>
                  </a:lnTo>
                  <a:close/>
                </a:path>
                <a:path w="10160" h="880110">
                  <a:moveTo>
                    <a:pt x="1016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0160" y="845819"/>
                  </a:lnTo>
                  <a:lnTo>
                    <a:pt x="10160" y="840739"/>
                  </a:lnTo>
                  <a:close/>
                </a:path>
                <a:path w="10160" h="880110">
                  <a:moveTo>
                    <a:pt x="1016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0160" y="839469"/>
                  </a:lnTo>
                  <a:lnTo>
                    <a:pt x="10160" y="834389"/>
                  </a:lnTo>
                  <a:close/>
                </a:path>
                <a:path w="10160" h="880110">
                  <a:moveTo>
                    <a:pt x="1016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0160" y="833119"/>
                  </a:lnTo>
                  <a:lnTo>
                    <a:pt x="10160" y="828039"/>
                  </a:lnTo>
                  <a:close/>
                </a:path>
                <a:path w="10160" h="88011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8011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8011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8011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8011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8011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8011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8011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8011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80110">
                  <a:moveTo>
                    <a:pt x="10160" y="763269"/>
                  </a:moveTo>
                  <a:lnTo>
                    <a:pt x="0" y="76326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63269"/>
                  </a:lnTo>
                  <a:close/>
                </a:path>
                <a:path w="10160" h="880110">
                  <a:moveTo>
                    <a:pt x="10160" y="759459"/>
                  </a:moveTo>
                  <a:lnTo>
                    <a:pt x="0" y="759459"/>
                  </a:lnTo>
                  <a:lnTo>
                    <a:pt x="0" y="761999"/>
                  </a:lnTo>
                  <a:lnTo>
                    <a:pt x="10160" y="761999"/>
                  </a:lnTo>
                  <a:lnTo>
                    <a:pt x="10160" y="759459"/>
                  </a:lnTo>
                  <a:close/>
                </a:path>
              </a:pathLst>
            </a:custGeom>
            <a:solidFill>
              <a:srgbClr val="7C7C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1">
              <a:extLst>
                <a:ext uri="{FF2B5EF4-FFF2-40B4-BE49-F238E27FC236}">
                  <a16:creationId xmlns:a16="http://schemas.microsoft.com/office/drawing/2014/main" id="{E291F851-7064-B60E-0721-2A54F0C89DCD}"/>
                </a:ext>
              </a:extLst>
            </p:cNvPr>
            <p:cNvSpPr/>
            <p:nvPr/>
          </p:nvSpPr>
          <p:spPr>
            <a:xfrm>
              <a:off x="4358005" y="5601969"/>
              <a:ext cx="0" cy="116839"/>
            </a:xfrm>
            <a:custGeom>
              <a:avLst/>
              <a:gdLst/>
              <a:ahLst/>
              <a:cxnLst/>
              <a:rect l="l" t="t" r="r" b="b"/>
              <a:pathLst>
                <a:path h="116839">
                  <a:moveTo>
                    <a:pt x="0" y="0"/>
                  </a:moveTo>
                  <a:lnTo>
                    <a:pt x="0" y="116839"/>
                  </a:lnTo>
                </a:path>
              </a:pathLst>
            </a:custGeom>
            <a:ln w="11430">
              <a:solidFill>
                <a:srgbClr val="7B7B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2">
              <a:extLst>
                <a:ext uri="{FF2B5EF4-FFF2-40B4-BE49-F238E27FC236}">
                  <a16:creationId xmlns:a16="http://schemas.microsoft.com/office/drawing/2014/main" id="{CE4D264D-4142-9858-A2E8-B2E8AB5F19A3}"/>
                </a:ext>
              </a:extLst>
            </p:cNvPr>
            <p:cNvSpPr/>
            <p:nvPr/>
          </p:nvSpPr>
          <p:spPr>
            <a:xfrm>
              <a:off x="435229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3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30" y="64134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B7B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3">
              <a:extLst>
                <a:ext uri="{FF2B5EF4-FFF2-40B4-BE49-F238E27FC236}">
                  <a16:creationId xmlns:a16="http://schemas.microsoft.com/office/drawing/2014/main" id="{2411BDC2-C99F-2A1F-582C-2C7968E5EE16}"/>
                </a:ext>
              </a:extLst>
            </p:cNvPr>
            <p:cNvSpPr/>
            <p:nvPr/>
          </p:nvSpPr>
          <p:spPr>
            <a:xfrm>
              <a:off x="4358005" y="6361429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89">
                  <a:moveTo>
                    <a:pt x="0" y="0"/>
                  </a:moveTo>
                  <a:lnTo>
                    <a:pt x="0" y="123190"/>
                  </a:lnTo>
                </a:path>
              </a:pathLst>
            </a:custGeom>
            <a:ln w="11430">
              <a:solidFill>
                <a:srgbClr val="7B7BA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4">
              <a:extLst>
                <a:ext uri="{FF2B5EF4-FFF2-40B4-BE49-F238E27FC236}">
                  <a16:creationId xmlns:a16="http://schemas.microsoft.com/office/drawing/2014/main" id="{489AD403-5E84-D0A3-B008-B456AB38264D}"/>
                </a:ext>
              </a:extLst>
            </p:cNvPr>
            <p:cNvSpPr/>
            <p:nvPr/>
          </p:nvSpPr>
          <p:spPr>
            <a:xfrm>
              <a:off x="4363720" y="5600699"/>
              <a:ext cx="11430" cy="885190"/>
            </a:xfrm>
            <a:custGeom>
              <a:avLst/>
              <a:gdLst/>
              <a:ahLst/>
              <a:cxnLst/>
              <a:rect l="l" t="t" r="r" b="b"/>
              <a:pathLst>
                <a:path w="11429" h="885189">
                  <a:moveTo>
                    <a:pt x="11429" y="0"/>
                  </a:moveTo>
                  <a:lnTo>
                    <a:pt x="3809" y="0"/>
                  </a:lnTo>
                  <a:lnTo>
                    <a:pt x="3809" y="1269"/>
                  </a:lnTo>
                  <a:lnTo>
                    <a:pt x="11429" y="1269"/>
                  </a:lnTo>
                  <a:lnTo>
                    <a:pt x="11429" y="0"/>
                  </a:lnTo>
                  <a:close/>
                </a:path>
                <a:path w="11429" h="885189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885189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885189">
                  <a:moveTo>
                    <a:pt x="1142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20"/>
                  </a:lnTo>
                  <a:close/>
                </a:path>
                <a:path w="11429" h="885189">
                  <a:moveTo>
                    <a:pt x="1142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10160"/>
                  </a:lnTo>
                  <a:close/>
                </a:path>
                <a:path w="11429" h="885189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885189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885189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885189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885189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885189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885189">
                  <a:moveTo>
                    <a:pt x="11429" y="33020"/>
                  </a:moveTo>
                  <a:lnTo>
                    <a:pt x="0" y="33020"/>
                  </a:lnTo>
                  <a:lnTo>
                    <a:pt x="0" y="39369"/>
                  </a:lnTo>
                  <a:lnTo>
                    <a:pt x="11429" y="39369"/>
                  </a:lnTo>
                  <a:lnTo>
                    <a:pt x="11429" y="33020"/>
                  </a:lnTo>
                  <a:close/>
                </a:path>
                <a:path w="11429" h="885189">
                  <a:moveTo>
                    <a:pt x="1142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9370"/>
                  </a:lnTo>
                  <a:close/>
                </a:path>
                <a:path w="11429" h="885189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885189">
                  <a:moveTo>
                    <a:pt x="1142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5720"/>
                  </a:lnTo>
                  <a:close/>
                </a:path>
                <a:path w="11429" h="885189">
                  <a:moveTo>
                    <a:pt x="1142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29" y="52069"/>
                  </a:lnTo>
                  <a:lnTo>
                    <a:pt x="11429" y="48260"/>
                  </a:lnTo>
                  <a:close/>
                </a:path>
                <a:path w="11429" h="885189">
                  <a:moveTo>
                    <a:pt x="1142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2070"/>
                  </a:lnTo>
                  <a:close/>
                </a:path>
                <a:path w="11429" h="885189">
                  <a:moveTo>
                    <a:pt x="1142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29" y="58419"/>
                  </a:lnTo>
                  <a:lnTo>
                    <a:pt x="11429" y="54610"/>
                  </a:lnTo>
                  <a:close/>
                </a:path>
                <a:path w="11429" h="885189">
                  <a:moveTo>
                    <a:pt x="11429" y="58420"/>
                  </a:moveTo>
                  <a:lnTo>
                    <a:pt x="0" y="5842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58420"/>
                  </a:lnTo>
                  <a:close/>
                </a:path>
                <a:path w="11429" h="885189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885189">
                  <a:moveTo>
                    <a:pt x="11429" y="71120"/>
                  </a:moveTo>
                  <a:lnTo>
                    <a:pt x="0" y="7112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1120"/>
                  </a:lnTo>
                  <a:close/>
                </a:path>
                <a:path w="11429" h="885189">
                  <a:moveTo>
                    <a:pt x="11429" y="80010"/>
                  </a:moveTo>
                  <a:lnTo>
                    <a:pt x="0" y="8001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0010"/>
                  </a:lnTo>
                  <a:close/>
                </a:path>
                <a:path w="11429" h="885189">
                  <a:moveTo>
                    <a:pt x="11429" y="86360"/>
                  </a:moveTo>
                  <a:lnTo>
                    <a:pt x="0" y="8636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6360"/>
                  </a:lnTo>
                  <a:close/>
                </a:path>
                <a:path w="11429" h="885189">
                  <a:moveTo>
                    <a:pt x="11429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1429" y="96519"/>
                  </a:lnTo>
                  <a:lnTo>
                    <a:pt x="11429" y="92710"/>
                  </a:lnTo>
                  <a:close/>
                </a:path>
                <a:path w="11429" h="885189">
                  <a:moveTo>
                    <a:pt x="11429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6520"/>
                  </a:lnTo>
                  <a:close/>
                </a:path>
                <a:path w="11429" h="885189">
                  <a:moveTo>
                    <a:pt x="11429" y="99060"/>
                  </a:moveTo>
                  <a:lnTo>
                    <a:pt x="0" y="99060"/>
                  </a:lnTo>
                  <a:lnTo>
                    <a:pt x="0" y="102869"/>
                  </a:lnTo>
                  <a:lnTo>
                    <a:pt x="11429" y="102869"/>
                  </a:lnTo>
                  <a:lnTo>
                    <a:pt x="11429" y="99060"/>
                  </a:lnTo>
                  <a:close/>
                </a:path>
                <a:path w="11429" h="885189">
                  <a:moveTo>
                    <a:pt x="11429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2870"/>
                  </a:lnTo>
                  <a:close/>
                </a:path>
                <a:path w="11429" h="885189">
                  <a:moveTo>
                    <a:pt x="11429" y="105410"/>
                  </a:moveTo>
                  <a:lnTo>
                    <a:pt x="0" y="105410"/>
                  </a:lnTo>
                  <a:lnTo>
                    <a:pt x="0" y="115569"/>
                  </a:lnTo>
                  <a:lnTo>
                    <a:pt x="11429" y="115569"/>
                  </a:lnTo>
                  <a:lnTo>
                    <a:pt x="11429" y="105410"/>
                  </a:lnTo>
                  <a:close/>
                </a:path>
                <a:path w="11429" h="885189">
                  <a:moveTo>
                    <a:pt x="11429" y="115570"/>
                  </a:moveTo>
                  <a:lnTo>
                    <a:pt x="0" y="115570"/>
                  </a:lnTo>
                  <a:lnTo>
                    <a:pt x="0" y="118109"/>
                  </a:lnTo>
                  <a:lnTo>
                    <a:pt x="11429" y="118109"/>
                  </a:lnTo>
                  <a:lnTo>
                    <a:pt x="11429" y="115570"/>
                  </a:lnTo>
                  <a:close/>
                </a:path>
                <a:path w="11429" h="885189">
                  <a:moveTo>
                    <a:pt x="11429" y="118110"/>
                  </a:moveTo>
                  <a:lnTo>
                    <a:pt x="0" y="118110"/>
                  </a:lnTo>
                  <a:lnTo>
                    <a:pt x="0" y="759460"/>
                  </a:lnTo>
                  <a:lnTo>
                    <a:pt x="11429" y="759460"/>
                  </a:lnTo>
                  <a:lnTo>
                    <a:pt x="11429" y="118110"/>
                  </a:lnTo>
                  <a:close/>
                </a:path>
                <a:path w="11429" h="885189">
                  <a:moveTo>
                    <a:pt x="11429" y="881380"/>
                  </a:moveTo>
                  <a:lnTo>
                    <a:pt x="0" y="881380"/>
                  </a:lnTo>
                  <a:lnTo>
                    <a:pt x="0" y="883919"/>
                  </a:lnTo>
                  <a:lnTo>
                    <a:pt x="5079" y="883919"/>
                  </a:lnTo>
                  <a:lnTo>
                    <a:pt x="5079" y="885190"/>
                  </a:lnTo>
                  <a:lnTo>
                    <a:pt x="11429" y="885190"/>
                  </a:lnTo>
                  <a:lnTo>
                    <a:pt x="11429" y="881380"/>
                  </a:lnTo>
                  <a:close/>
                </a:path>
                <a:path w="11429" h="885189">
                  <a:moveTo>
                    <a:pt x="11429" y="878840"/>
                  </a:moveTo>
                  <a:lnTo>
                    <a:pt x="0" y="878840"/>
                  </a:lnTo>
                  <a:lnTo>
                    <a:pt x="0" y="880110"/>
                  </a:lnTo>
                  <a:lnTo>
                    <a:pt x="11429" y="880110"/>
                  </a:lnTo>
                  <a:lnTo>
                    <a:pt x="11429" y="878840"/>
                  </a:lnTo>
                  <a:close/>
                </a:path>
                <a:path w="11429" h="885189">
                  <a:moveTo>
                    <a:pt x="11429" y="875030"/>
                  </a:moveTo>
                  <a:lnTo>
                    <a:pt x="0" y="875030"/>
                  </a:lnTo>
                  <a:lnTo>
                    <a:pt x="0" y="877569"/>
                  </a:lnTo>
                  <a:lnTo>
                    <a:pt x="11429" y="877569"/>
                  </a:lnTo>
                  <a:lnTo>
                    <a:pt x="11429" y="875030"/>
                  </a:lnTo>
                  <a:close/>
                </a:path>
                <a:path w="11429" h="885189">
                  <a:moveTo>
                    <a:pt x="11429" y="872490"/>
                  </a:moveTo>
                  <a:lnTo>
                    <a:pt x="0" y="872490"/>
                  </a:lnTo>
                  <a:lnTo>
                    <a:pt x="0" y="873760"/>
                  </a:lnTo>
                  <a:lnTo>
                    <a:pt x="11429" y="873760"/>
                  </a:lnTo>
                  <a:lnTo>
                    <a:pt x="11429" y="872490"/>
                  </a:lnTo>
                  <a:close/>
                </a:path>
                <a:path w="11429" h="885189">
                  <a:moveTo>
                    <a:pt x="11429" y="868680"/>
                  </a:moveTo>
                  <a:lnTo>
                    <a:pt x="0" y="868680"/>
                  </a:lnTo>
                  <a:lnTo>
                    <a:pt x="0" y="871219"/>
                  </a:lnTo>
                  <a:lnTo>
                    <a:pt x="11429" y="871219"/>
                  </a:lnTo>
                  <a:lnTo>
                    <a:pt x="11429" y="868680"/>
                  </a:lnTo>
                  <a:close/>
                </a:path>
                <a:path w="11429" h="885189">
                  <a:moveTo>
                    <a:pt x="11429" y="866140"/>
                  </a:moveTo>
                  <a:lnTo>
                    <a:pt x="0" y="866140"/>
                  </a:lnTo>
                  <a:lnTo>
                    <a:pt x="0" y="867410"/>
                  </a:lnTo>
                  <a:lnTo>
                    <a:pt x="11429" y="867410"/>
                  </a:lnTo>
                  <a:lnTo>
                    <a:pt x="11429" y="866140"/>
                  </a:lnTo>
                  <a:close/>
                </a:path>
                <a:path w="11429" h="885189">
                  <a:moveTo>
                    <a:pt x="11429" y="862330"/>
                  </a:moveTo>
                  <a:lnTo>
                    <a:pt x="0" y="862330"/>
                  </a:lnTo>
                  <a:lnTo>
                    <a:pt x="0" y="864869"/>
                  </a:lnTo>
                  <a:lnTo>
                    <a:pt x="11429" y="864869"/>
                  </a:lnTo>
                  <a:lnTo>
                    <a:pt x="11429" y="862330"/>
                  </a:lnTo>
                  <a:close/>
                </a:path>
                <a:path w="11429" h="885189">
                  <a:moveTo>
                    <a:pt x="11429" y="859790"/>
                  </a:moveTo>
                  <a:lnTo>
                    <a:pt x="0" y="859790"/>
                  </a:lnTo>
                  <a:lnTo>
                    <a:pt x="0" y="861060"/>
                  </a:lnTo>
                  <a:lnTo>
                    <a:pt x="11429" y="861060"/>
                  </a:lnTo>
                  <a:lnTo>
                    <a:pt x="11429" y="859790"/>
                  </a:lnTo>
                  <a:close/>
                </a:path>
                <a:path w="11429" h="885189">
                  <a:moveTo>
                    <a:pt x="11429" y="855980"/>
                  </a:moveTo>
                  <a:lnTo>
                    <a:pt x="0" y="855980"/>
                  </a:lnTo>
                  <a:lnTo>
                    <a:pt x="0" y="858519"/>
                  </a:lnTo>
                  <a:lnTo>
                    <a:pt x="11429" y="858519"/>
                  </a:lnTo>
                  <a:lnTo>
                    <a:pt x="11429" y="855980"/>
                  </a:lnTo>
                  <a:close/>
                </a:path>
                <a:path w="11429" h="885189">
                  <a:moveTo>
                    <a:pt x="11429" y="853440"/>
                  </a:moveTo>
                  <a:lnTo>
                    <a:pt x="0" y="853440"/>
                  </a:lnTo>
                  <a:lnTo>
                    <a:pt x="0" y="854710"/>
                  </a:lnTo>
                  <a:lnTo>
                    <a:pt x="11429" y="854710"/>
                  </a:lnTo>
                  <a:lnTo>
                    <a:pt x="11429" y="853440"/>
                  </a:lnTo>
                  <a:close/>
                </a:path>
                <a:path w="11429" h="885189">
                  <a:moveTo>
                    <a:pt x="11429" y="848360"/>
                  </a:moveTo>
                  <a:lnTo>
                    <a:pt x="0" y="848360"/>
                  </a:lnTo>
                  <a:lnTo>
                    <a:pt x="0" y="852169"/>
                  </a:lnTo>
                  <a:lnTo>
                    <a:pt x="11429" y="852169"/>
                  </a:lnTo>
                  <a:lnTo>
                    <a:pt x="11429" y="848360"/>
                  </a:lnTo>
                  <a:close/>
                </a:path>
                <a:path w="11429" h="885189">
                  <a:moveTo>
                    <a:pt x="11429" y="842010"/>
                  </a:moveTo>
                  <a:lnTo>
                    <a:pt x="0" y="842010"/>
                  </a:lnTo>
                  <a:lnTo>
                    <a:pt x="0" y="847089"/>
                  </a:lnTo>
                  <a:lnTo>
                    <a:pt x="11429" y="847089"/>
                  </a:lnTo>
                  <a:lnTo>
                    <a:pt x="11429" y="842010"/>
                  </a:lnTo>
                  <a:close/>
                </a:path>
                <a:path w="11429" h="885189">
                  <a:moveTo>
                    <a:pt x="11429" y="835660"/>
                  </a:moveTo>
                  <a:lnTo>
                    <a:pt x="0" y="835660"/>
                  </a:lnTo>
                  <a:lnTo>
                    <a:pt x="0" y="840739"/>
                  </a:lnTo>
                  <a:lnTo>
                    <a:pt x="11429" y="840739"/>
                  </a:lnTo>
                  <a:lnTo>
                    <a:pt x="11429" y="835660"/>
                  </a:lnTo>
                  <a:close/>
                </a:path>
                <a:path w="11429" h="885189">
                  <a:moveTo>
                    <a:pt x="11429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1429" y="834389"/>
                  </a:lnTo>
                  <a:lnTo>
                    <a:pt x="11429" y="829310"/>
                  </a:lnTo>
                  <a:close/>
                </a:path>
                <a:path w="11429" h="885189">
                  <a:moveTo>
                    <a:pt x="11429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29" y="828039"/>
                  </a:lnTo>
                  <a:lnTo>
                    <a:pt x="11429" y="822960"/>
                  </a:lnTo>
                  <a:close/>
                </a:path>
                <a:path w="11429" h="885189">
                  <a:moveTo>
                    <a:pt x="11429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29" y="821689"/>
                  </a:lnTo>
                  <a:lnTo>
                    <a:pt x="11429" y="816610"/>
                  </a:lnTo>
                  <a:close/>
                </a:path>
                <a:path w="11429" h="885189">
                  <a:moveTo>
                    <a:pt x="11429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29" y="815339"/>
                  </a:lnTo>
                  <a:lnTo>
                    <a:pt x="11429" y="810260"/>
                  </a:lnTo>
                  <a:close/>
                </a:path>
                <a:path w="11429" h="885189">
                  <a:moveTo>
                    <a:pt x="11429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29" y="808990"/>
                  </a:lnTo>
                  <a:lnTo>
                    <a:pt x="11429" y="803910"/>
                  </a:lnTo>
                  <a:close/>
                </a:path>
                <a:path w="11429" h="885189">
                  <a:moveTo>
                    <a:pt x="11429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29" y="802640"/>
                  </a:lnTo>
                  <a:lnTo>
                    <a:pt x="11429" y="797560"/>
                  </a:lnTo>
                  <a:close/>
                </a:path>
                <a:path w="11429" h="885189">
                  <a:moveTo>
                    <a:pt x="11429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29" y="796290"/>
                  </a:lnTo>
                  <a:lnTo>
                    <a:pt x="11429" y="791210"/>
                  </a:lnTo>
                  <a:close/>
                </a:path>
                <a:path w="11429" h="885189">
                  <a:moveTo>
                    <a:pt x="11429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29" y="789940"/>
                  </a:lnTo>
                  <a:lnTo>
                    <a:pt x="11429" y="784860"/>
                  </a:lnTo>
                  <a:close/>
                </a:path>
                <a:path w="11429" h="885189">
                  <a:moveTo>
                    <a:pt x="11429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29" y="783590"/>
                  </a:lnTo>
                  <a:lnTo>
                    <a:pt x="11429" y="778510"/>
                  </a:lnTo>
                  <a:close/>
                </a:path>
                <a:path w="11429" h="885189">
                  <a:moveTo>
                    <a:pt x="11429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29" y="777240"/>
                  </a:lnTo>
                  <a:lnTo>
                    <a:pt x="11429" y="772160"/>
                  </a:lnTo>
                  <a:close/>
                </a:path>
                <a:path w="11429" h="885189">
                  <a:moveTo>
                    <a:pt x="11429" y="764540"/>
                  </a:moveTo>
                  <a:lnTo>
                    <a:pt x="0" y="764540"/>
                  </a:lnTo>
                  <a:lnTo>
                    <a:pt x="0" y="770890"/>
                  </a:lnTo>
                  <a:lnTo>
                    <a:pt x="11429" y="770890"/>
                  </a:lnTo>
                  <a:lnTo>
                    <a:pt x="11429" y="764540"/>
                  </a:lnTo>
                  <a:close/>
                </a:path>
                <a:path w="11429" h="885189">
                  <a:moveTo>
                    <a:pt x="11429" y="760730"/>
                  </a:moveTo>
                  <a:lnTo>
                    <a:pt x="0" y="760730"/>
                  </a:lnTo>
                  <a:lnTo>
                    <a:pt x="0" y="763270"/>
                  </a:lnTo>
                  <a:lnTo>
                    <a:pt x="11429" y="763270"/>
                  </a:lnTo>
                  <a:lnTo>
                    <a:pt x="11429" y="760730"/>
                  </a:lnTo>
                  <a:close/>
                </a:path>
              </a:pathLst>
            </a:custGeom>
            <a:solidFill>
              <a:srgbClr val="7A7A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5">
              <a:extLst>
                <a:ext uri="{FF2B5EF4-FFF2-40B4-BE49-F238E27FC236}">
                  <a16:creationId xmlns:a16="http://schemas.microsoft.com/office/drawing/2014/main" id="{5EF1AAE2-5D47-CBF6-F36D-95DA09F9AE27}"/>
                </a:ext>
              </a:extLst>
            </p:cNvPr>
            <p:cNvSpPr/>
            <p:nvPr/>
          </p:nvSpPr>
          <p:spPr>
            <a:xfrm>
              <a:off x="4375150" y="5599429"/>
              <a:ext cx="10160" cy="887730"/>
            </a:xfrm>
            <a:custGeom>
              <a:avLst/>
              <a:gdLst/>
              <a:ahLst/>
              <a:cxnLst/>
              <a:rect l="l" t="t" r="r" b="b"/>
              <a:pathLst>
                <a:path w="10160" h="887729">
                  <a:moveTo>
                    <a:pt x="1016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8877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877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877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877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87729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887729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887729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887729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887729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887729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887729">
                  <a:moveTo>
                    <a:pt x="10160" y="34290"/>
                  </a:moveTo>
                  <a:lnTo>
                    <a:pt x="0" y="3429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4290"/>
                  </a:lnTo>
                  <a:close/>
                </a:path>
                <a:path w="10160" h="887729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887729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887729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887729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887729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887729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887729">
                  <a:moveTo>
                    <a:pt x="10160" y="59690"/>
                  </a:moveTo>
                  <a:lnTo>
                    <a:pt x="0" y="5969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59690"/>
                  </a:lnTo>
                  <a:close/>
                </a:path>
                <a:path w="10160" h="887729">
                  <a:moveTo>
                    <a:pt x="10160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80"/>
                  </a:lnTo>
                  <a:close/>
                </a:path>
                <a:path w="10160" h="887729">
                  <a:moveTo>
                    <a:pt x="10160" y="72390"/>
                  </a:moveTo>
                  <a:lnTo>
                    <a:pt x="0" y="7239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2390"/>
                  </a:lnTo>
                  <a:close/>
                </a:path>
                <a:path w="10160" h="887729">
                  <a:moveTo>
                    <a:pt x="10160" y="81280"/>
                  </a:moveTo>
                  <a:lnTo>
                    <a:pt x="0" y="8128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1280"/>
                  </a:lnTo>
                  <a:close/>
                </a:path>
                <a:path w="10160" h="887729">
                  <a:moveTo>
                    <a:pt x="10160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87630"/>
                  </a:lnTo>
                  <a:close/>
                </a:path>
                <a:path w="10160" h="887729">
                  <a:moveTo>
                    <a:pt x="10160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80"/>
                  </a:lnTo>
                  <a:close/>
                </a:path>
                <a:path w="10160" h="887729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887729">
                  <a:moveTo>
                    <a:pt x="10160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30"/>
                  </a:lnTo>
                  <a:close/>
                </a:path>
                <a:path w="10160" h="887729">
                  <a:moveTo>
                    <a:pt x="10160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40"/>
                  </a:lnTo>
                  <a:close/>
                </a:path>
                <a:path w="10160" h="887729">
                  <a:moveTo>
                    <a:pt x="10160" y="106680"/>
                  </a:moveTo>
                  <a:lnTo>
                    <a:pt x="0" y="106680"/>
                  </a:lnTo>
                  <a:lnTo>
                    <a:pt x="0" y="116840"/>
                  </a:lnTo>
                  <a:lnTo>
                    <a:pt x="10160" y="116840"/>
                  </a:lnTo>
                  <a:lnTo>
                    <a:pt x="10160" y="106680"/>
                  </a:lnTo>
                  <a:close/>
                </a:path>
                <a:path w="10160" h="887729">
                  <a:moveTo>
                    <a:pt x="10160" y="116840"/>
                  </a:moveTo>
                  <a:lnTo>
                    <a:pt x="0" y="116840"/>
                  </a:lnTo>
                  <a:lnTo>
                    <a:pt x="0" y="119380"/>
                  </a:lnTo>
                  <a:lnTo>
                    <a:pt x="10160" y="119380"/>
                  </a:lnTo>
                  <a:lnTo>
                    <a:pt x="10160" y="116840"/>
                  </a:lnTo>
                  <a:close/>
                </a:path>
                <a:path w="10160" h="887729">
                  <a:moveTo>
                    <a:pt x="10160" y="119380"/>
                  </a:moveTo>
                  <a:lnTo>
                    <a:pt x="0" y="119380"/>
                  </a:lnTo>
                  <a:lnTo>
                    <a:pt x="0" y="760730"/>
                  </a:lnTo>
                  <a:lnTo>
                    <a:pt x="10160" y="760730"/>
                  </a:lnTo>
                  <a:lnTo>
                    <a:pt x="10160" y="119380"/>
                  </a:lnTo>
                  <a:close/>
                </a:path>
                <a:path w="10160" h="887729">
                  <a:moveTo>
                    <a:pt x="10160" y="886460"/>
                  </a:moveTo>
                  <a:lnTo>
                    <a:pt x="7620" y="886460"/>
                  </a:lnTo>
                  <a:lnTo>
                    <a:pt x="7620" y="887730"/>
                  </a:lnTo>
                  <a:lnTo>
                    <a:pt x="10160" y="887730"/>
                  </a:lnTo>
                  <a:lnTo>
                    <a:pt x="10160" y="886460"/>
                  </a:lnTo>
                  <a:close/>
                </a:path>
                <a:path w="10160" h="887729">
                  <a:moveTo>
                    <a:pt x="10160" y="882650"/>
                  </a:moveTo>
                  <a:lnTo>
                    <a:pt x="0" y="882650"/>
                  </a:lnTo>
                  <a:lnTo>
                    <a:pt x="0" y="886460"/>
                  </a:lnTo>
                  <a:lnTo>
                    <a:pt x="7620" y="886460"/>
                  </a:lnTo>
                  <a:lnTo>
                    <a:pt x="7620" y="885190"/>
                  </a:lnTo>
                  <a:lnTo>
                    <a:pt x="10160" y="885190"/>
                  </a:lnTo>
                  <a:lnTo>
                    <a:pt x="10160" y="882650"/>
                  </a:lnTo>
                  <a:close/>
                </a:path>
                <a:path w="10160" h="887729">
                  <a:moveTo>
                    <a:pt x="10160" y="880110"/>
                  </a:moveTo>
                  <a:lnTo>
                    <a:pt x="0" y="880110"/>
                  </a:lnTo>
                  <a:lnTo>
                    <a:pt x="0" y="881380"/>
                  </a:lnTo>
                  <a:lnTo>
                    <a:pt x="10160" y="881380"/>
                  </a:lnTo>
                  <a:lnTo>
                    <a:pt x="10160" y="880110"/>
                  </a:lnTo>
                  <a:close/>
                </a:path>
                <a:path w="10160" h="887729">
                  <a:moveTo>
                    <a:pt x="10160" y="876300"/>
                  </a:moveTo>
                  <a:lnTo>
                    <a:pt x="0" y="876300"/>
                  </a:lnTo>
                  <a:lnTo>
                    <a:pt x="0" y="878840"/>
                  </a:lnTo>
                  <a:lnTo>
                    <a:pt x="10160" y="878840"/>
                  </a:lnTo>
                  <a:lnTo>
                    <a:pt x="10160" y="876300"/>
                  </a:lnTo>
                  <a:close/>
                </a:path>
                <a:path w="10160" h="887729">
                  <a:moveTo>
                    <a:pt x="10160" y="873760"/>
                  </a:moveTo>
                  <a:lnTo>
                    <a:pt x="0" y="873760"/>
                  </a:lnTo>
                  <a:lnTo>
                    <a:pt x="0" y="875030"/>
                  </a:lnTo>
                  <a:lnTo>
                    <a:pt x="10160" y="875030"/>
                  </a:lnTo>
                  <a:lnTo>
                    <a:pt x="10160" y="873760"/>
                  </a:lnTo>
                  <a:close/>
                </a:path>
                <a:path w="10160" h="887729">
                  <a:moveTo>
                    <a:pt x="10160" y="869950"/>
                  </a:moveTo>
                  <a:lnTo>
                    <a:pt x="0" y="869950"/>
                  </a:lnTo>
                  <a:lnTo>
                    <a:pt x="0" y="872490"/>
                  </a:lnTo>
                  <a:lnTo>
                    <a:pt x="10160" y="872490"/>
                  </a:lnTo>
                  <a:lnTo>
                    <a:pt x="10160" y="869950"/>
                  </a:lnTo>
                  <a:close/>
                </a:path>
                <a:path w="10160" h="887729">
                  <a:moveTo>
                    <a:pt x="10160" y="867410"/>
                  </a:moveTo>
                  <a:lnTo>
                    <a:pt x="0" y="867410"/>
                  </a:lnTo>
                  <a:lnTo>
                    <a:pt x="0" y="868680"/>
                  </a:lnTo>
                  <a:lnTo>
                    <a:pt x="10160" y="868680"/>
                  </a:lnTo>
                  <a:lnTo>
                    <a:pt x="10160" y="867410"/>
                  </a:lnTo>
                  <a:close/>
                </a:path>
                <a:path w="10160" h="887729">
                  <a:moveTo>
                    <a:pt x="10160" y="863600"/>
                  </a:moveTo>
                  <a:lnTo>
                    <a:pt x="0" y="863600"/>
                  </a:lnTo>
                  <a:lnTo>
                    <a:pt x="0" y="866140"/>
                  </a:lnTo>
                  <a:lnTo>
                    <a:pt x="10160" y="866140"/>
                  </a:lnTo>
                  <a:lnTo>
                    <a:pt x="10160" y="863600"/>
                  </a:lnTo>
                  <a:close/>
                </a:path>
                <a:path w="10160" h="887729">
                  <a:moveTo>
                    <a:pt x="10160" y="861060"/>
                  </a:moveTo>
                  <a:lnTo>
                    <a:pt x="0" y="861060"/>
                  </a:lnTo>
                  <a:lnTo>
                    <a:pt x="0" y="862330"/>
                  </a:lnTo>
                  <a:lnTo>
                    <a:pt x="10160" y="862330"/>
                  </a:lnTo>
                  <a:lnTo>
                    <a:pt x="10160" y="861060"/>
                  </a:lnTo>
                  <a:close/>
                </a:path>
                <a:path w="10160" h="887729">
                  <a:moveTo>
                    <a:pt x="10160" y="857250"/>
                  </a:moveTo>
                  <a:lnTo>
                    <a:pt x="0" y="857250"/>
                  </a:lnTo>
                  <a:lnTo>
                    <a:pt x="0" y="859790"/>
                  </a:lnTo>
                  <a:lnTo>
                    <a:pt x="10160" y="859790"/>
                  </a:lnTo>
                  <a:lnTo>
                    <a:pt x="10160" y="857250"/>
                  </a:lnTo>
                  <a:close/>
                </a:path>
                <a:path w="10160" h="887729">
                  <a:moveTo>
                    <a:pt x="10160" y="854710"/>
                  </a:moveTo>
                  <a:lnTo>
                    <a:pt x="0" y="854710"/>
                  </a:lnTo>
                  <a:lnTo>
                    <a:pt x="0" y="855980"/>
                  </a:lnTo>
                  <a:lnTo>
                    <a:pt x="10160" y="855980"/>
                  </a:lnTo>
                  <a:lnTo>
                    <a:pt x="10160" y="854710"/>
                  </a:lnTo>
                  <a:close/>
                </a:path>
                <a:path w="10160" h="887729">
                  <a:moveTo>
                    <a:pt x="10160" y="849630"/>
                  </a:moveTo>
                  <a:lnTo>
                    <a:pt x="0" y="849630"/>
                  </a:lnTo>
                  <a:lnTo>
                    <a:pt x="0" y="853440"/>
                  </a:lnTo>
                  <a:lnTo>
                    <a:pt x="10160" y="853440"/>
                  </a:lnTo>
                  <a:lnTo>
                    <a:pt x="10160" y="849630"/>
                  </a:lnTo>
                  <a:close/>
                </a:path>
                <a:path w="10160" h="887729">
                  <a:moveTo>
                    <a:pt x="10160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0160" y="848360"/>
                  </a:lnTo>
                  <a:lnTo>
                    <a:pt x="10160" y="843280"/>
                  </a:lnTo>
                  <a:close/>
                </a:path>
                <a:path w="10160" h="887729">
                  <a:moveTo>
                    <a:pt x="10160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0160" y="842010"/>
                  </a:lnTo>
                  <a:lnTo>
                    <a:pt x="10160" y="836930"/>
                  </a:lnTo>
                  <a:close/>
                </a:path>
                <a:path w="10160" h="887729">
                  <a:moveTo>
                    <a:pt x="1016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60" y="835660"/>
                  </a:lnTo>
                  <a:lnTo>
                    <a:pt x="10160" y="830580"/>
                  </a:lnTo>
                  <a:close/>
                </a:path>
                <a:path w="10160" h="887729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887729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887729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887729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8877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877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877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877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87729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87729">
                  <a:moveTo>
                    <a:pt x="10160" y="765810"/>
                  </a:moveTo>
                  <a:lnTo>
                    <a:pt x="0" y="76581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5810"/>
                  </a:lnTo>
                  <a:close/>
                </a:path>
                <a:path w="10160" h="887729">
                  <a:moveTo>
                    <a:pt x="10160" y="762000"/>
                  </a:moveTo>
                  <a:lnTo>
                    <a:pt x="0" y="762000"/>
                  </a:lnTo>
                  <a:lnTo>
                    <a:pt x="0" y="764540"/>
                  </a:lnTo>
                  <a:lnTo>
                    <a:pt x="10160" y="764540"/>
                  </a:lnTo>
                  <a:lnTo>
                    <a:pt x="10160" y="762000"/>
                  </a:lnTo>
                  <a:close/>
                </a:path>
              </a:pathLst>
            </a:custGeom>
            <a:solidFill>
              <a:srgbClr val="7A7A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6">
              <a:extLst>
                <a:ext uri="{FF2B5EF4-FFF2-40B4-BE49-F238E27FC236}">
                  <a16:creationId xmlns:a16="http://schemas.microsoft.com/office/drawing/2014/main" id="{865E9C78-14DD-184B-E8A3-A22CDCE124EE}"/>
                </a:ext>
              </a:extLst>
            </p:cNvPr>
            <p:cNvSpPr/>
            <p:nvPr/>
          </p:nvSpPr>
          <p:spPr>
            <a:xfrm>
              <a:off x="4385310" y="5598159"/>
              <a:ext cx="11430" cy="890269"/>
            </a:xfrm>
            <a:custGeom>
              <a:avLst/>
              <a:gdLst/>
              <a:ahLst/>
              <a:cxnLst/>
              <a:rect l="l" t="t" r="r" b="b"/>
              <a:pathLst>
                <a:path w="11429" h="890270">
                  <a:moveTo>
                    <a:pt x="11429" y="0"/>
                  </a:moveTo>
                  <a:lnTo>
                    <a:pt x="10160" y="0"/>
                  </a:lnTo>
                  <a:lnTo>
                    <a:pt x="1016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890270">
                  <a:moveTo>
                    <a:pt x="11429" y="3810"/>
                  </a:moveTo>
                  <a:lnTo>
                    <a:pt x="0" y="3810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10"/>
                  </a:lnTo>
                  <a:close/>
                </a:path>
                <a:path w="11429" h="89027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89027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89027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89027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89027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89027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89027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89027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89027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890270">
                  <a:moveTo>
                    <a:pt x="11429" y="35560"/>
                  </a:moveTo>
                  <a:lnTo>
                    <a:pt x="0" y="3556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5560"/>
                  </a:lnTo>
                  <a:close/>
                </a:path>
                <a:path w="11429" h="89027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89027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89027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89027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89027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89027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890270">
                  <a:moveTo>
                    <a:pt x="11429" y="60959"/>
                  </a:moveTo>
                  <a:lnTo>
                    <a:pt x="0" y="6095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0959"/>
                  </a:lnTo>
                  <a:close/>
                </a:path>
                <a:path w="11429" h="890270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890270">
                  <a:moveTo>
                    <a:pt x="11429" y="73659"/>
                  </a:moveTo>
                  <a:lnTo>
                    <a:pt x="0" y="7365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3659"/>
                  </a:lnTo>
                  <a:close/>
                </a:path>
                <a:path w="11429" h="890270">
                  <a:moveTo>
                    <a:pt x="11429" y="82550"/>
                  </a:moveTo>
                  <a:lnTo>
                    <a:pt x="0" y="82550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2550"/>
                  </a:lnTo>
                  <a:close/>
                </a:path>
                <a:path w="11429" h="890270">
                  <a:moveTo>
                    <a:pt x="1142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8900"/>
                  </a:lnTo>
                  <a:close/>
                </a:path>
                <a:path w="11429" h="89027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89027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890270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890270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890270">
                  <a:moveTo>
                    <a:pt x="11429" y="107950"/>
                  </a:moveTo>
                  <a:lnTo>
                    <a:pt x="0" y="107950"/>
                  </a:lnTo>
                  <a:lnTo>
                    <a:pt x="0" y="118109"/>
                  </a:lnTo>
                  <a:lnTo>
                    <a:pt x="11429" y="118109"/>
                  </a:lnTo>
                  <a:lnTo>
                    <a:pt x="11429" y="107950"/>
                  </a:lnTo>
                  <a:close/>
                </a:path>
                <a:path w="11429" h="890270">
                  <a:moveTo>
                    <a:pt x="11429" y="118110"/>
                  </a:moveTo>
                  <a:lnTo>
                    <a:pt x="0" y="118110"/>
                  </a:lnTo>
                  <a:lnTo>
                    <a:pt x="0" y="120649"/>
                  </a:lnTo>
                  <a:lnTo>
                    <a:pt x="11429" y="120649"/>
                  </a:lnTo>
                  <a:lnTo>
                    <a:pt x="11429" y="118110"/>
                  </a:lnTo>
                  <a:close/>
                </a:path>
                <a:path w="11429" h="890270">
                  <a:moveTo>
                    <a:pt x="11429" y="120650"/>
                  </a:moveTo>
                  <a:lnTo>
                    <a:pt x="0" y="120650"/>
                  </a:lnTo>
                  <a:lnTo>
                    <a:pt x="0" y="761999"/>
                  </a:lnTo>
                  <a:lnTo>
                    <a:pt x="11429" y="761999"/>
                  </a:lnTo>
                  <a:lnTo>
                    <a:pt x="11429" y="120650"/>
                  </a:lnTo>
                  <a:close/>
                </a:path>
                <a:path w="11429" h="890270">
                  <a:moveTo>
                    <a:pt x="11429" y="887729"/>
                  </a:moveTo>
                  <a:lnTo>
                    <a:pt x="0" y="887729"/>
                  </a:lnTo>
                  <a:lnTo>
                    <a:pt x="0" y="888999"/>
                  </a:lnTo>
                  <a:lnTo>
                    <a:pt x="10160" y="888999"/>
                  </a:lnTo>
                  <a:lnTo>
                    <a:pt x="10160" y="890269"/>
                  </a:lnTo>
                  <a:lnTo>
                    <a:pt x="11429" y="890269"/>
                  </a:lnTo>
                  <a:lnTo>
                    <a:pt x="11429" y="887729"/>
                  </a:lnTo>
                  <a:close/>
                </a:path>
                <a:path w="11429" h="890270">
                  <a:moveTo>
                    <a:pt x="11429" y="883919"/>
                  </a:moveTo>
                  <a:lnTo>
                    <a:pt x="0" y="883919"/>
                  </a:lnTo>
                  <a:lnTo>
                    <a:pt x="0" y="886459"/>
                  </a:lnTo>
                  <a:lnTo>
                    <a:pt x="11429" y="886459"/>
                  </a:lnTo>
                  <a:lnTo>
                    <a:pt x="11429" y="883919"/>
                  </a:lnTo>
                  <a:close/>
                </a:path>
                <a:path w="11429" h="890270">
                  <a:moveTo>
                    <a:pt x="11429" y="881380"/>
                  </a:moveTo>
                  <a:lnTo>
                    <a:pt x="0" y="881380"/>
                  </a:lnTo>
                  <a:lnTo>
                    <a:pt x="0" y="882649"/>
                  </a:lnTo>
                  <a:lnTo>
                    <a:pt x="11429" y="882649"/>
                  </a:lnTo>
                  <a:lnTo>
                    <a:pt x="11429" y="881380"/>
                  </a:lnTo>
                  <a:close/>
                </a:path>
                <a:path w="11429" h="890270">
                  <a:moveTo>
                    <a:pt x="11429" y="877570"/>
                  </a:moveTo>
                  <a:lnTo>
                    <a:pt x="0" y="877570"/>
                  </a:lnTo>
                  <a:lnTo>
                    <a:pt x="0" y="880109"/>
                  </a:lnTo>
                  <a:lnTo>
                    <a:pt x="11429" y="880109"/>
                  </a:lnTo>
                  <a:lnTo>
                    <a:pt x="11429" y="877570"/>
                  </a:lnTo>
                  <a:close/>
                </a:path>
                <a:path w="11429" h="890270">
                  <a:moveTo>
                    <a:pt x="11429" y="875029"/>
                  </a:moveTo>
                  <a:lnTo>
                    <a:pt x="0" y="875029"/>
                  </a:lnTo>
                  <a:lnTo>
                    <a:pt x="0" y="876299"/>
                  </a:lnTo>
                  <a:lnTo>
                    <a:pt x="11429" y="876299"/>
                  </a:lnTo>
                  <a:lnTo>
                    <a:pt x="11429" y="875029"/>
                  </a:lnTo>
                  <a:close/>
                </a:path>
                <a:path w="11429" h="890270">
                  <a:moveTo>
                    <a:pt x="11429" y="871219"/>
                  </a:moveTo>
                  <a:lnTo>
                    <a:pt x="0" y="871219"/>
                  </a:lnTo>
                  <a:lnTo>
                    <a:pt x="0" y="873759"/>
                  </a:lnTo>
                  <a:lnTo>
                    <a:pt x="11429" y="873759"/>
                  </a:lnTo>
                  <a:lnTo>
                    <a:pt x="11429" y="871219"/>
                  </a:lnTo>
                  <a:close/>
                </a:path>
                <a:path w="11429" h="890270">
                  <a:moveTo>
                    <a:pt x="11429" y="868679"/>
                  </a:moveTo>
                  <a:lnTo>
                    <a:pt x="0" y="868679"/>
                  </a:lnTo>
                  <a:lnTo>
                    <a:pt x="0" y="869949"/>
                  </a:lnTo>
                  <a:lnTo>
                    <a:pt x="11429" y="869949"/>
                  </a:lnTo>
                  <a:lnTo>
                    <a:pt x="11429" y="868679"/>
                  </a:lnTo>
                  <a:close/>
                </a:path>
                <a:path w="11429" h="890270">
                  <a:moveTo>
                    <a:pt x="11429" y="864869"/>
                  </a:moveTo>
                  <a:lnTo>
                    <a:pt x="0" y="864869"/>
                  </a:lnTo>
                  <a:lnTo>
                    <a:pt x="0" y="867409"/>
                  </a:lnTo>
                  <a:lnTo>
                    <a:pt x="11429" y="867409"/>
                  </a:lnTo>
                  <a:lnTo>
                    <a:pt x="11429" y="864869"/>
                  </a:lnTo>
                  <a:close/>
                </a:path>
                <a:path w="11429" h="890270">
                  <a:moveTo>
                    <a:pt x="11429" y="862329"/>
                  </a:moveTo>
                  <a:lnTo>
                    <a:pt x="0" y="862329"/>
                  </a:lnTo>
                  <a:lnTo>
                    <a:pt x="0" y="863599"/>
                  </a:lnTo>
                  <a:lnTo>
                    <a:pt x="11429" y="863599"/>
                  </a:lnTo>
                  <a:lnTo>
                    <a:pt x="11429" y="862329"/>
                  </a:lnTo>
                  <a:close/>
                </a:path>
                <a:path w="11429" h="890270">
                  <a:moveTo>
                    <a:pt x="11429" y="858519"/>
                  </a:moveTo>
                  <a:lnTo>
                    <a:pt x="0" y="858519"/>
                  </a:lnTo>
                  <a:lnTo>
                    <a:pt x="0" y="861059"/>
                  </a:lnTo>
                  <a:lnTo>
                    <a:pt x="11429" y="861059"/>
                  </a:lnTo>
                  <a:lnTo>
                    <a:pt x="11429" y="858519"/>
                  </a:lnTo>
                  <a:close/>
                </a:path>
                <a:path w="11429" h="890270">
                  <a:moveTo>
                    <a:pt x="11429" y="855979"/>
                  </a:moveTo>
                  <a:lnTo>
                    <a:pt x="0" y="855979"/>
                  </a:lnTo>
                  <a:lnTo>
                    <a:pt x="0" y="857249"/>
                  </a:lnTo>
                  <a:lnTo>
                    <a:pt x="11429" y="857249"/>
                  </a:lnTo>
                  <a:lnTo>
                    <a:pt x="11429" y="855979"/>
                  </a:lnTo>
                  <a:close/>
                </a:path>
                <a:path w="11429" h="890270">
                  <a:moveTo>
                    <a:pt x="11429" y="850899"/>
                  </a:moveTo>
                  <a:lnTo>
                    <a:pt x="0" y="850899"/>
                  </a:lnTo>
                  <a:lnTo>
                    <a:pt x="0" y="854709"/>
                  </a:lnTo>
                  <a:lnTo>
                    <a:pt x="11429" y="854709"/>
                  </a:lnTo>
                  <a:lnTo>
                    <a:pt x="11429" y="850899"/>
                  </a:lnTo>
                  <a:close/>
                </a:path>
                <a:path w="11429" h="890270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890270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890270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890270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890270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890270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890270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890270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890270">
                  <a:moveTo>
                    <a:pt x="11429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29" y="798829"/>
                  </a:lnTo>
                  <a:lnTo>
                    <a:pt x="11429" y="793749"/>
                  </a:lnTo>
                  <a:close/>
                </a:path>
                <a:path w="11429" h="890270">
                  <a:moveTo>
                    <a:pt x="11429" y="787399"/>
                  </a:moveTo>
                  <a:lnTo>
                    <a:pt x="0" y="787399"/>
                  </a:lnTo>
                  <a:lnTo>
                    <a:pt x="0" y="792480"/>
                  </a:lnTo>
                  <a:lnTo>
                    <a:pt x="11429" y="792480"/>
                  </a:lnTo>
                  <a:lnTo>
                    <a:pt x="11429" y="787399"/>
                  </a:lnTo>
                  <a:close/>
                </a:path>
                <a:path w="11429" h="890270">
                  <a:moveTo>
                    <a:pt x="11429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29" y="786129"/>
                  </a:lnTo>
                  <a:lnTo>
                    <a:pt x="11429" y="781049"/>
                  </a:lnTo>
                  <a:close/>
                </a:path>
                <a:path w="11429" h="890270">
                  <a:moveTo>
                    <a:pt x="11429" y="774699"/>
                  </a:moveTo>
                  <a:lnTo>
                    <a:pt x="0" y="774699"/>
                  </a:lnTo>
                  <a:lnTo>
                    <a:pt x="0" y="779780"/>
                  </a:lnTo>
                  <a:lnTo>
                    <a:pt x="11429" y="779780"/>
                  </a:lnTo>
                  <a:lnTo>
                    <a:pt x="11429" y="774699"/>
                  </a:lnTo>
                  <a:close/>
                </a:path>
                <a:path w="11429" h="890270">
                  <a:moveTo>
                    <a:pt x="11429" y="767079"/>
                  </a:moveTo>
                  <a:lnTo>
                    <a:pt x="0" y="767079"/>
                  </a:lnTo>
                  <a:lnTo>
                    <a:pt x="0" y="773429"/>
                  </a:lnTo>
                  <a:lnTo>
                    <a:pt x="11429" y="773429"/>
                  </a:lnTo>
                  <a:lnTo>
                    <a:pt x="11429" y="767079"/>
                  </a:lnTo>
                  <a:close/>
                </a:path>
                <a:path w="11429" h="890270">
                  <a:moveTo>
                    <a:pt x="11429" y="763269"/>
                  </a:moveTo>
                  <a:lnTo>
                    <a:pt x="0" y="763269"/>
                  </a:lnTo>
                  <a:lnTo>
                    <a:pt x="0" y="765809"/>
                  </a:lnTo>
                  <a:lnTo>
                    <a:pt x="11429" y="765809"/>
                  </a:lnTo>
                  <a:lnTo>
                    <a:pt x="11429" y="763269"/>
                  </a:lnTo>
                  <a:close/>
                </a:path>
              </a:pathLst>
            </a:custGeom>
            <a:solidFill>
              <a:srgbClr val="7979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57">
              <a:extLst>
                <a:ext uri="{FF2B5EF4-FFF2-40B4-BE49-F238E27FC236}">
                  <a16:creationId xmlns:a16="http://schemas.microsoft.com/office/drawing/2014/main" id="{18BE2E36-FC8B-D4D6-8111-F20944B69285}"/>
                </a:ext>
              </a:extLst>
            </p:cNvPr>
            <p:cNvSpPr/>
            <p:nvPr/>
          </p:nvSpPr>
          <p:spPr>
            <a:xfrm>
              <a:off x="4401820" y="5598159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h="120650">
                  <a:moveTo>
                    <a:pt x="0" y="0"/>
                  </a:moveTo>
                  <a:lnTo>
                    <a:pt x="0" y="120649"/>
                  </a:lnTo>
                </a:path>
              </a:pathLst>
            </a:custGeom>
            <a:ln w="10160">
              <a:solidFill>
                <a:srgbClr val="78789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58">
              <a:extLst>
                <a:ext uri="{FF2B5EF4-FFF2-40B4-BE49-F238E27FC236}">
                  <a16:creationId xmlns:a16="http://schemas.microsoft.com/office/drawing/2014/main" id="{B8A758AA-5FAB-0B40-222D-26A2B8A2DA76}"/>
                </a:ext>
              </a:extLst>
            </p:cNvPr>
            <p:cNvSpPr/>
            <p:nvPr/>
          </p:nvSpPr>
          <p:spPr>
            <a:xfrm>
              <a:off x="439674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878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59">
              <a:extLst>
                <a:ext uri="{FF2B5EF4-FFF2-40B4-BE49-F238E27FC236}">
                  <a16:creationId xmlns:a16="http://schemas.microsoft.com/office/drawing/2014/main" id="{1FC4B64D-C755-CD59-566D-7364BD12B1F6}"/>
                </a:ext>
              </a:extLst>
            </p:cNvPr>
            <p:cNvSpPr/>
            <p:nvPr/>
          </p:nvSpPr>
          <p:spPr>
            <a:xfrm>
              <a:off x="4401820" y="636142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7000"/>
                  </a:lnTo>
                </a:path>
              </a:pathLst>
            </a:custGeom>
            <a:ln w="10160">
              <a:solidFill>
                <a:srgbClr val="78789E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0">
              <a:extLst>
                <a:ext uri="{FF2B5EF4-FFF2-40B4-BE49-F238E27FC236}">
                  <a16:creationId xmlns:a16="http://schemas.microsoft.com/office/drawing/2014/main" id="{9A7477AE-D7BD-631E-150E-415B4B37835D}"/>
                </a:ext>
              </a:extLst>
            </p:cNvPr>
            <p:cNvSpPr/>
            <p:nvPr/>
          </p:nvSpPr>
          <p:spPr>
            <a:xfrm>
              <a:off x="4406900" y="5596889"/>
              <a:ext cx="11430" cy="891540"/>
            </a:xfrm>
            <a:custGeom>
              <a:avLst/>
              <a:gdLst/>
              <a:ahLst/>
              <a:cxnLst/>
              <a:rect l="l" t="t" r="r" b="b"/>
              <a:pathLst>
                <a:path w="11429" h="891539">
                  <a:moveTo>
                    <a:pt x="11429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11429" y="1270"/>
                  </a:lnTo>
                  <a:lnTo>
                    <a:pt x="11429" y="0"/>
                  </a:lnTo>
                  <a:close/>
                </a:path>
                <a:path w="11429" h="891539">
                  <a:moveTo>
                    <a:pt x="1142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1270"/>
                  </a:lnTo>
                  <a:close/>
                </a:path>
                <a:path w="11429" h="891539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91539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91539">
                  <a:moveTo>
                    <a:pt x="1142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11430"/>
                  </a:lnTo>
                  <a:close/>
                </a:path>
                <a:path w="11429" h="891539">
                  <a:moveTo>
                    <a:pt x="1142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3970"/>
                  </a:lnTo>
                  <a:close/>
                </a:path>
                <a:path w="11429" h="891539">
                  <a:moveTo>
                    <a:pt x="1142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7780"/>
                  </a:lnTo>
                  <a:close/>
                </a:path>
                <a:path w="11429" h="891539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891539">
                  <a:moveTo>
                    <a:pt x="1142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24130"/>
                  </a:lnTo>
                  <a:close/>
                </a:path>
                <a:path w="11429" h="891539">
                  <a:moveTo>
                    <a:pt x="1142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6670"/>
                  </a:lnTo>
                  <a:close/>
                </a:path>
                <a:path w="11429" h="891539">
                  <a:moveTo>
                    <a:pt x="1142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30480"/>
                  </a:lnTo>
                  <a:close/>
                </a:path>
                <a:path w="11429" h="891539">
                  <a:moveTo>
                    <a:pt x="1142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3020"/>
                  </a:lnTo>
                  <a:close/>
                </a:path>
                <a:path w="11429" h="891539">
                  <a:moveTo>
                    <a:pt x="11429" y="36830"/>
                  </a:moveTo>
                  <a:lnTo>
                    <a:pt x="0" y="3683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6830"/>
                  </a:lnTo>
                  <a:close/>
                </a:path>
                <a:path w="11429" h="891539">
                  <a:moveTo>
                    <a:pt x="1142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43180"/>
                  </a:lnTo>
                  <a:close/>
                </a:path>
                <a:path w="11429" h="891539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891539">
                  <a:moveTo>
                    <a:pt x="1142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1429" y="52070"/>
                  </a:lnTo>
                  <a:lnTo>
                    <a:pt x="11429" y="49530"/>
                  </a:lnTo>
                  <a:close/>
                </a:path>
                <a:path w="11429" h="891539">
                  <a:moveTo>
                    <a:pt x="1142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2070"/>
                  </a:lnTo>
                  <a:close/>
                </a:path>
                <a:path w="11429" h="891539">
                  <a:moveTo>
                    <a:pt x="1142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55880"/>
                  </a:lnTo>
                  <a:close/>
                </a:path>
                <a:path w="11429" h="891539">
                  <a:moveTo>
                    <a:pt x="11429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8420"/>
                  </a:lnTo>
                  <a:close/>
                </a:path>
                <a:path w="11429" h="891539">
                  <a:moveTo>
                    <a:pt x="11429" y="62230"/>
                  </a:moveTo>
                  <a:lnTo>
                    <a:pt x="0" y="62230"/>
                  </a:lnTo>
                  <a:lnTo>
                    <a:pt x="0" y="71120"/>
                  </a:lnTo>
                  <a:lnTo>
                    <a:pt x="11429" y="71120"/>
                  </a:lnTo>
                  <a:lnTo>
                    <a:pt x="11429" y="62230"/>
                  </a:lnTo>
                  <a:close/>
                </a:path>
                <a:path w="11429" h="891539">
                  <a:moveTo>
                    <a:pt x="11429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71120"/>
                  </a:lnTo>
                  <a:close/>
                </a:path>
                <a:path w="11429" h="891539">
                  <a:moveTo>
                    <a:pt x="11429" y="74930"/>
                  </a:moveTo>
                  <a:lnTo>
                    <a:pt x="0" y="74930"/>
                  </a:lnTo>
                  <a:lnTo>
                    <a:pt x="0" y="83820"/>
                  </a:lnTo>
                  <a:lnTo>
                    <a:pt x="11429" y="83820"/>
                  </a:lnTo>
                  <a:lnTo>
                    <a:pt x="11429" y="74930"/>
                  </a:lnTo>
                  <a:close/>
                </a:path>
                <a:path w="11429" h="891539">
                  <a:moveTo>
                    <a:pt x="11429" y="83820"/>
                  </a:moveTo>
                  <a:lnTo>
                    <a:pt x="0" y="83820"/>
                  </a:lnTo>
                  <a:lnTo>
                    <a:pt x="0" y="90170"/>
                  </a:lnTo>
                  <a:lnTo>
                    <a:pt x="11429" y="90170"/>
                  </a:lnTo>
                  <a:lnTo>
                    <a:pt x="11429" y="83820"/>
                  </a:lnTo>
                  <a:close/>
                </a:path>
                <a:path w="11429" h="891539">
                  <a:moveTo>
                    <a:pt x="11429" y="90170"/>
                  </a:moveTo>
                  <a:lnTo>
                    <a:pt x="0" y="90170"/>
                  </a:lnTo>
                  <a:lnTo>
                    <a:pt x="0" y="96520"/>
                  </a:lnTo>
                  <a:lnTo>
                    <a:pt x="11429" y="96520"/>
                  </a:lnTo>
                  <a:lnTo>
                    <a:pt x="11429" y="90170"/>
                  </a:lnTo>
                  <a:close/>
                </a:path>
                <a:path w="11429" h="891539">
                  <a:moveTo>
                    <a:pt x="11429" y="96520"/>
                  </a:moveTo>
                  <a:lnTo>
                    <a:pt x="0" y="9652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6520"/>
                  </a:lnTo>
                  <a:close/>
                </a:path>
                <a:path w="11429" h="891539">
                  <a:moveTo>
                    <a:pt x="11429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11429" y="102870"/>
                  </a:lnTo>
                  <a:lnTo>
                    <a:pt x="11429" y="100330"/>
                  </a:lnTo>
                  <a:close/>
                </a:path>
                <a:path w="11429" h="891539">
                  <a:moveTo>
                    <a:pt x="11429" y="102870"/>
                  </a:moveTo>
                  <a:lnTo>
                    <a:pt x="0" y="10287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2870"/>
                  </a:lnTo>
                  <a:close/>
                </a:path>
                <a:path w="11429" h="891539">
                  <a:moveTo>
                    <a:pt x="11429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11429" y="109220"/>
                  </a:lnTo>
                  <a:lnTo>
                    <a:pt x="11429" y="106680"/>
                  </a:lnTo>
                  <a:close/>
                </a:path>
                <a:path w="11429" h="891539">
                  <a:moveTo>
                    <a:pt x="11429" y="109220"/>
                  </a:moveTo>
                  <a:lnTo>
                    <a:pt x="0" y="109220"/>
                  </a:lnTo>
                  <a:lnTo>
                    <a:pt x="0" y="119380"/>
                  </a:lnTo>
                  <a:lnTo>
                    <a:pt x="11429" y="119380"/>
                  </a:lnTo>
                  <a:lnTo>
                    <a:pt x="11429" y="109220"/>
                  </a:lnTo>
                  <a:close/>
                </a:path>
                <a:path w="11429" h="891539">
                  <a:moveTo>
                    <a:pt x="11429" y="119380"/>
                  </a:moveTo>
                  <a:lnTo>
                    <a:pt x="0" y="119380"/>
                  </a:lnTo>
                  <a:lnTo>
                    <a:pt x="0" y="121920"/>
                  </a:lnTo>
                  <a:lnTo>
                    <a:pt x="11429" y="121920"/>
                  </a:lnTo>
                  <a:lnTo>
                    <a:pt x="11429" y="119380"/>
                  </a:lnTo>
                  <a:close/>
                </a:path>
                <a:path w="11429" h="891539">
                  <a:moveTo>
                    <a:pt x="11429" y="121920"/>
                  </a:moveTo>
                  <a:lnTo>
                    <a:pt x="0" y="121920"/>
                  </a:lnTo>
                  <a:lnTo>
                    <a:pt x="0" y="763270"/>
                  </a:lnTo>
                  <a:lnTo>
                    <a:pt x="11429" y="763270"/>
                  </a:lnTo>
                  <a:lnTo>
                    <a:pt x="11429" y="121920"/>
                  </a:lnTo>
                  <a:close/>
                </a:path>
                <a:path w="11429" h="891539">
                  <a:moveTo>
                    <a:pt x="11429" y="889000"/>
                  </a:moveTo>
                  <a:lnTo>
                    <a:pt x="0" y="889000"/>
                  </a:lnTo>
                  <a:lnTo>
                    <a:pt x="0" y="891540"/>
                  </a:lnTo>
                  <a:lnTo>
                    <a:pt x="2539" y="891540"/>
                  </a:lnTo>
                  <a:lnTo>
                    <a:pt x="2539" y="890270"/>
                  </a:lnTo>
                  <a:lnTo>
                    <a:pt x="11429" y="890270"/>
                  </a:lnTo>
                  <a:lnTo>
                    <a:pt x="11429" y="889000"/>
                  </a:lnTo>
                  <a:close/>
                </a:path>
                <a:path w="11429" h="891539">
                  <a:moveTo>
                    <a:pt x="11429" y="885190"/>
                  </a:moveTo>
                  <a:lnTo>
                    <a:pt x="0" y="885190"/>
                  </a:lnTo>
                  <a:lnTo>
                    <a:pt x="0" y="887730"/>
                  </a:lnTo>
                  <a:lnTo>
                    <a:pt x="11429" y="887730"/>
                  </a:lnTo>
                  <a:lnTo>
                    <a:pt x="11429" y="885190"/>
                  </a:lnTo>
                  <a:close/>
                </a:path>
                <a:path w="11429" h="891539">
                  <a:moveTo>
                    <a:pt x="11429" y="882650"/>
                  </a:moveTo>
                  <a:lnTo>
                    <a:pt x="0" y="882650"/>
                  </a:lnTo>
                  <a:lnTo>
                    <a:pt x="0" y="883920"/>
                  </a:lnTo>
                  <a:lnTo>
                    <a:pt x="11429" y="883920"/>
                  </a:lnTo>
                  <a:lnTo>
                    <a:pt x="11429" y="882650"/>
                  </a:lnTo>
                  <a:close/>
                </a:path>
                <a:path w="11429" h="891539">
                  <a:moveTo>
                    <a:pt x="11429" y="878840"/>
                  </a:moveTo>
                  <a:lnTo>
                    <a:pt x="0" y="878840"/>
                  </a:lnTo>
                  <a:lnTo>
                    <a:pt x="0" y="881380"/>
                  </a:lnTo>
                  <a:lnTo>
                    <a:pt x="11429" y="881380"/>
                  </a:lnTo>
                  <a:lnTo>
                    <a:pt x="11429" y="878840"/>
                  </a:lnTo>
                  <a:close/>
                </a:path>
                <a:path w="11429" h="891539">
                  <a:moveTo>
                    <a:pt x="11429" y="876300"/>
                  </a:moveTo>
                  <a:lnTo>
                    <a:pt x="0" y="876300"/>
                  </a:lnTo>
                  <a:lnTo>
                    <a:pt x="0" y="877570"/>
                  </a:lnTo>
                  <a:lnTo>
                    <a:pt x="11429" y="877570"/>
                  </a:lnTo>
                  <a:lnTo>
                    <a:pt x="11429" y="876300"/>
                  </a:lnTo>
                  <a:close/>
                </a:path>
                <a:path w="11429" h="891539">
                  <a:moveTo>
                    <a:pt x="11429" y="872490"/>
                  </a:moveTo>
                  <a:lnTo>
                    <a:pt x="0" y="872490"/>
                  </a:lnTo>
                  <a:lnTo>
                    <a:pt x="0" y="875030"/>
                  </a:lnTo>
                  <a:lnTo>
                    <a:pt x="11429" y="875030"/>
                  </a:lnTo>
                  <a:lnTo>
                    <a:pt x="11429" y="872490"/>
                  </a:lnTo>
                  <a:close/>
                </a:path>
                <a:path w="11429" h="891539">
                  <a:moveTo>
                    <a:pt x="11429" y="869950"/>
                  </a:moveTo>
                  <a:lnTo>
                    <a:pt x="0" y="869950"/>
                  </a:lnTo>
                  <a:lnTo>
                    <a:pt x="0" y="871220"/>
                  </a:lnTo>
                  <a:lnTo>
                    <a:pt x="11429" y="871220"/>
                  </a:lnTo>
                  <a:lnTo>
                    <a:pt x="11429" y="869950"/>
                  </a:lnTo>
                  <a:close/>
                </a:path>
                <a:path w="11429" h="891539">
                  <a:moveTo>
                    <a:pt x="11429" y="866140"/>
                  </a:moveTo>
                  <a:lnTo>
                    <a:pt x="0" y="866140"/>
                  </a:lnTo>
                  <a:lnTo>
                    <a:pt x="0" y="868680"/>
                  </a:lnTo>
                  <a:lnTo>
                    <a:pt x="11429" y="868680"/>
                  </a:lnTo>
                  <a:lnTo>
                    <a:pt x="11429" y="866140"/>
                  </a:lnTo>
                  <a:close/>
                </a:path>
                <a:path w="11429" h="891539">
                  <a:moveTo>
                    <a:pt x="11429" y="863600"/>
                  </a:moveTo>
                  <a:lnTo>
                    <a:pt x="0" y="863600"/>
                  </a:lnTo>
                  <a:lnTo>
                    <a:pt x="0" y="864870"/>
                  </a:lnTo>
                  <a:lnTo>
                    <a:pt x="11429" y="864870"/>
                  </a:lnTo>
                  <a:lnTo>
                    <a:pt x="11429" y="863600"/>
                  </a:lnTo>
                  <a:close/>
                </a:path>
                <a:path w="11429" h="891539">
                  <a:moveTo>
                    <a:pt x="11429" y="859790"/>
                  </a:moveTo>
                  <a:lnTo>
                    <a:pt x="0" y="859790"/>
                  </a:lnTo>
                  <a:lnTo>
                    <a:pt x="0" y="862330"/>
                  </a:lnTo>
                  <a:lnTo>
                    <a:pt x="11429" y="862330"/>
                  </a:lnTo>
                  <a:lnTo>
                    <a:pt x="11429" y="859790"/>
                  </a:lnTo>
                  <a:close/>
                </a:path>
                <a:path w="11429" h="891539">
                  <a:moveTo>
                    <a:pt x="11429" y="857250"/>
                  </a:moveTo>
                  <a:lnTo>
                    <a:pt x="0" y="857250"/>
                  </a:lnTo>
                  <a:lnTo>
                    <a:pt x="0" y="858520"/>
                  </a:lnTo>
                  <a:lnTo>
                    <a:pt x="11429" y="858520"/>
                  </a:lnTo>
                  <a:lnTo>
                    <a:pt x="11429" y="857250"/>
                  </a:lnTo>
                  <a:close/>
                </a:path>
                <a:path w="11429" h="891539">
                  <a:moveTo>
                    <a:pt x="11429" y="852170"/>
                  </a:moveTo>
                  <a:lnTo>
                    <a:pt x="0" y="852170"/>
                  </a:lnTo>
                  <a:lnTo>
                    <a:pt x="0" y="855980"/>
                  </a:lnTo>
                  <a:lnTo>
                    <a:pt x="11429" y="855980"/>
                  </a:lnTo>
                  <a:lnTo>
                    <a:pt x="11429" y="852170"/>
                  </a:lnTo>
                  <a:close/>
                </a:path>
                <a:path w="11429" h="891539">
                  <a:moveTo>
                    <a:pt x="11429" y="845820"/>
                  </a:moveTo>
                  <a:lnTo>
                    <a:pt x="0" y="845820"/>
                  </a:lnTo>
                  <a:lnTo>
                    <a:pt x="0" y="850900"/>
                  </a:lnTo>
                  <a:lnTo>
                    <a:pt x="11429" y="850900"/>
                  </a:lnTo>
                  <a:lnTo>
                    <a:pt x="11429" y="845820"/>
                  </a:lnTo>
                  <a:close/>
                </a:path>
                <a:path w="11429" h="891539">
                  <a:moveTo>
                    <a:pt x="11429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1429" y="844550"/>
                  </a:lnTo>
                  <a:lnTo>
                    <a:pt x="11429" y="839470"/>
                  </a:lnTo>
                  <a:close/>
                </a:path>
                <a:path w="11429" h="891539">
                  <a:moveTo>
                    <a:pt x="11429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1429" y="838200"/>
                  </a:lnTo>
                  <a:lnTo>
                    <a:pt x="11429" y="833120"/>
                  </a:lnTo>
                  <a:close/>
                </a:path>
                <a:path w="11429" h="891539">
                  <a:moveTo>
                    <a:pt x="1142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1429" y="831850"/>
                  </a:lnTo>
                  <a:lnTo>
                    <a:pt x="11429" y="826770"/>
                  </a:lnTo>
                  <a:close/>
                </a:path>
                <a:path w="11429" h="891539">
                  <a:moveTo>
                    <a:pt x="1142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1429" y="825500"/>
                  </a:lnTo>
                  <a:lnTo>
                    <a:pt x="11429" y="820420"/>
                  </a:lnTo>
                  <a:close/>
                </a:path>
                <a:path w="11429" h="891539">
                  <a:moveTo>
                    <a:pt x="1142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1429" y="819150"/>
                  </a:lnTo>
                  <a:lnTo>
                    <a:pt x="11429" y="814070"/>
                  </a:lnTo>
                  <a:close/>
                </a:path>
                <a:path w="11429" h="891539">
                  <a:moveTo>
                    <a:pt x="1142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1429" y="812800"/>
                  </a:lnTo>
                  <a:lnTo>
                    <a:pt x="11429" y="807720"/>
                  </a:lnTo>
                  <a:close/>
                </a:path>
                <a:path w="11429" h="891539">
                  <a:moveTo>
                    <a:pt x="1142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1429" y="806450"/>
                  </a:lnTo>
                  <a:lnTo>
                    <a:pt x="11429" y="801370"/>
                  </a:lnTo>
                  <a:close/>
                </a:path>
                <a:path w="11429" h="891539">
                  <a:moveTo>
                    <a:pt x="1142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91539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91539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91539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91539">
                  <a:moveTo>
                    <a:pt x="11429" y="768350"/>
                  </a:moveTo>
                  <a:lnTo>
                    <a:pt x="0" y="76835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8350"/>
                  </a:lnTo>
                  <a:close/>
                </a:path>
                <a:path w="11429" h="891539">
                  <a:moveTo>
                    <a:pt x="11429" y="764540"/>
                  </a:moveTo>
                  <a:lnTo>
                    <a:pt x="0" y="764540"/>
                  </a:lnTo>
                  <a:lnTo>
                    <a:pt x="0" y="767080"/>
                  </a:lnTo>
                  <a:lnTo>
                    <a:pt x="11429" y="767080"/>
                  </a:lnTo>
                  <a:lnTo>
                    <a:pt x="11429" y="764540"/>
                  </a:lnTo>
                  <a:close/>
                </a:path>
              </a:pathLst>
            </a:custGeom>
            <a:solidFill>
              <a:srgbClr val="7777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1">
              <a:extLst>
                <a:ext uri="{FF2B5EF4-FFF2-40B4-BE49-F238E27FC236}">
                  <a16:creationId xmlns:a16="http://schemas.microsoft.com/office/drawing/2014/main" id="{C2876756-AD34-410A-E457-446F45399810}"/>
                </a:ext>
              </a:extLst>
            </p:cNvPr>
            <p:cNvSpPr/>
            <p:nvPr/>
          </p:nvSpPr>
          <p:spPr>
            <a:xfrm>
              <a:off x="4418330" y="5595619"/>
              <a:ext cx="10160" cy="895350"/>
            </a:xfrm>
            <a:custGeom>
              <a:avLst/>
              <a:gdLst/>
              <a:ahLst/>
              <a:cxnLst/>
              <a:rect l="l" t="t" r="r" b="b"/>
              <a:pathLst>
                <a:path w="10160" h="895350">
                  <a:moveTo>
                    <a:pt x="10160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0"/>
                  </a:lnTo>
                  <a:close/>
                </a:path>
                <a:path w="10160" h="89535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895350">
                  <a:moveTo>
                    <a:pt x="1016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50"/>
                  </a:lnTo>
                  <a:close/>
                </a:path>
                <a:path w="10160" h="89535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89535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89535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89535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895350">
                  <a:moveTo>
                    <a:pt x="10160" y="21590"/>
                  </a:moveTo>
                  <a:lnTo>
                    <a:pt x="0" y="21590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90"/>
                  </a:lnTo>
                  <a:close/>
                </a:path>
                <a:path w="10160" h="89535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89535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89535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89535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895350">
                  <a:moveTo>
                    <a:pt x="10160" y="38100"/>
                  </a:moveTo>
                  <a:lnTo>
                    <a:pt x="0" y="38100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38100"/>
                  </a:lnTo>
                  <a:close/>
                </a:path>
                <a:path w="10160" h="89535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89535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895350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89535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895350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895350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895350">
                  <a:moveTo>
                    <a:pt x="10160" y="63499"/>
                  </a:moveTo>
                  <a:lnTo>
                    <a:pt x="0" y="6349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3499"/>
                  </a:lnTo>
                  <a:close/>
                </a:path>
                <a:path w="10160" h="895350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895350">
                  <a:moveTo>
                    <a:pt x="10160" y="76199"/>
                  </a:moveTo>
                  <a:lnTo>
                    <a:pt x="0" y="7619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76199"/>
                  </a:lnTo>
                  <a:close/>
                </a:path>
                <a:path w="10160" h="895350">
                  <a:moveTo>
                    <a:pt x="10160" y="85089"/>
                  </a:moveTo>
                  <a:lnTo>
                    <a:pt x="0" y="8508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5089"/>
                  </a:lnTo>
                  <a:close/>
                </a:path>
                <a:path w="10160" h="895350">
                  <a:moveTo>
                    <a:pt x="10160" y="91440"/>
                  </a:moveTo>
                  <a:lnTo>
                    <a:pt x="0" y="91440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1440"/>
                  </a:lnTo>
                  <a:close/>
                </a:path>
                <a:path w="10160" h="895350">
                  <a:moveTo>
                    <a:pt x="1016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7789"/>
                  </a:lnTo>
                  <a:close/>
                </a:path>
                <a:path w="10160" h="895350">
                  <a:moveTo>
                    <a:pt x="1016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101599"/>
                  </a:lnTo>
                  <a:close/>
                </a:path>
                <a:path w="10160" h="895350">
                  <a:moveTo>
                    <a:pt x="10160" y="104139"/>
                  </a:moveTo>
                  <a:lnTo>
                    <a:pt x="0" y="104139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104139"/>
                  </a:lnTo>
                  <a:close/>
                </a:path>
                <a:path w="10160" h="895350">
                  <a:moveTo>
                    <a:pt x="10160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10160" y="110489"/>
                  </a:lnTo>
                  <a:lnTo>
                    <a:pt x="10160" y="107949"/>
                  </a:lnTo>
                  <a:close/>
                </a:path>
                <a:path w="10160" h="895350">
                  <a:moveTo>
                    <a:pt x="10160" y="110489"/>
                  </a:moveTo>
                  <a:lnTo>
                    <a:pt x="0" y="110489"/>
                  </a:lnTo>
                  <a:lnTo>
                    <a:pt x="0" y="120649"/>
                  </a:lnTo>
                  <a:lnTo>
                    <a:pt x="10160" y="120649"/>
                  </a:lnTo>
                  <a:lnTo>
                    <a:pt x="10160" y="110489"/>
                  </a:lnTo>
                  <a:close/>
                </a:path>
                <a:path w="10160" h="895350">
                  <a:moveTo>
                    <a:pt x="10160" y="120650"/>
                  </a:moveTo>
                  <a:lnTo>
                    <a:pt x="0" y="120650"/>
                  </a:lnTo>
                  <a:lnTo>
                    <a:pt x="0" y="123189"/>
                  </a:lnTo>
                  <a:lnTo>
                    <a:pt x="10160" y="123189"/>
                  </a:lnTo>
                  <a:lnTo>
                    <a:pt x="10160" y="120650"/>
                  </a:lnTo>
                  <a:close/>
                </a:path>
                <a:path w="10160" h="895350">
                  <a:moveTo>
                    <a:pt x="10160" y="123189"/>
                  </a:moveTo>
                  <a:lnTo>
                    <a:pt x="0" y="123189"/>
                  </a:lnTo>
                  <a:lnTo>
                    <a:pt x="0" y="764539"/>
                  </a:lnTo>
                  <a:lnTo>
                    <a:pt x="10160" y="764539"/>
                  </a:lnTo>
                  <a:lnTo>
                    <a:pt x="10160" y="123189"/>
                  </a:lnTo>
                  <a:close/>
                </a:path>
                <a:path w="10160" h="895350">
                  <a:moveTo>
                    <a:pt x="10160" y="892809"/>
                  </a:moveTo>
                  <a:lnTo>
                    <a:pt x="5080" y="892809"/>
                  </a:lnTo>
                  <a:lnTo>
                    <a:pt x="5080" y="895349"/>
                  </a:lnTo>
                  <a:lnTo>
                    <a:pt x="10160" y="895349"/>
                  </a:lnTo>
                  <a:lnTo>
                    <a:pt x="10160" y="892809"/>
                  </a:lnTo>
                  <a:close/>
                </a:path>
                <a:path w="10160" h="895350">
                  <a:moveTo>
                    <a:pt x="10160" y="890269"/>
                  </a:moveTo>
                  <a:lnTo>
                    <a:pt x="0" y="890269"/>
                  </a:lnTo>
                  <a:lnTo>
                    <a:pt x="0" y="891539"/>
                  </a:lnTo>
                  <a:lnTo>
                    <a:pt x="10160" y="891539"/>
                  </a:lnTo>
                  <a:lnTo>
                    <a:pt x="10160" y="890269"/>
                  </a:lnTo>
                  <a:close/>
                </a:path>
                <a:path w="10160" h="895350">
                  <a:moveTo>
                    <a:pt x="10160" y="886459"/>
                  </a:moveTo>
                  <a:lnTo>
                    <a:pt x="0" y="886459"/>
                  </a:lnTo>
                  <a:lnTo>
                    <a:pt x="0" y="888999"/>
                  </a:lnTo>
                  <a:lnTo>
                    <a:pt x="10160" y="888999"/>
                  </a:lnTo>
                  <a:lnTo>
                    <a:pt x="10160" y="886459"/>
                  </a:lnTo>
                  <a:close/>
                </a:path>
                <a:path w="10160" h="895350">
                  <a:moveTo>
                    <a:pt x="10160" y="883919"/>
                  </a:moveTo>
                  <a:lnTo>
                    <a:pt x="0" y="883919"/>
                  </a:lnTo>
                  <a:lnTo>
                    <a:pt x="0" y="885189"/>
                  </a:lnTo>
                  <a:lnTo>
                    <a:pt x="10160" y="885189"/>
                  </a:lnTo>
                  <a:lnTo>
                    <a:pt x="10160" y="883919"/>
                  </a:lnTo>
                  <a:close/>
                </a:path>
                <a:path w="10160" h="895350">
                  <a:moveTo>
                    <a:pt x="10160" y="880110"/>
                  </a:moveTo>
                  <a:lnTo>
                    <a:pt x="0" y="880110"/>
                  </a:lnTo>
                  <a:lnTo>
                    <a:pt x="0" y="882649"/>
                  </a:lnTo>
                  <a:lnTo>
                    <a:pt x="10160" y="882649"/>
                  </a:lnTo>
                  <a:lnTo>
                    <a:pt x="10160" y="880110"/>
                  </a:lnTo>
                  <a:close/>
                </a:path>
                <a:path w="10160" h="895350">
                  <a:moveTo>
                    <a:pt x="10160" y="877569"/>
                  </a:moveTo>
                  <a:lnTo>
                    <a:pt x="0" y="877569"/>
                  </a:lnTo>
                  <a:lnTo>
                    <a:pt x="0" y="878839"/>
                  </a:lnTo>
                  <a:lnTo>
                    <a:pt x="10160" y="878839"/>
                  </a:lnTo>
                  <a:lnTo>
                    <a:pt x="10160" y="877569"/>
                  </a:lnTo>
                  <a:close/>
                </a:path>
                <a:path w="10160" h="895350">
                  <a:moveTo>
                    <a:pt x="10160" y="873759"/>
                  </a:moveTo>
                  <a:lnTo>
                    <a:pt x="0" y="873759"/>
                  </a:lnTo>
                  <a:lnTo>
                    <a:pt x="0" y="876299"/>
                  </a:lnTo>
                  <a:lnTo>
                    <a:pt x="10160" y="876299"/>
                  </a:lnTo>
                  <a:lnTo>
                    <a:pt x="10160" y="873759"/>
                  </a:lnTo>
                  <a:close/>
                </a:path>
                <a:path w="10160" h="895350">
                  <a:moveTo>
                    <a:pt x="10160" y="871219"/>
                  </a:moveTo>
                  <a:lnTo>
                    <a:pt x="0" y="871219"/>
                  </a:lnTo>
                  <a:lnTo>
                    <a:pt x="0" y="872489"/>
                  </a:lnTo>
                  <a:lnTo>
                    <a:pt x="10160" y="872489"/>
                  </a:lnTo>
                  <a:lnTo>
                    <a:pt x="10160" y="871219"/>
                  </a:lnTo>
                  <a:close/>
                </a:path>
                <a:path w="10160" h="895350">
                  <a:moveTo>
                    <a:pt x="10160" y="867409"/>
                  </a:moveTo>
                  <a:lnTo>
                    <a:pt x="0" y="867409"/>
                  </a:lnTo>
                  <a:lnTo>
                    <a:pt x="0" y="869949"/>
                  </a:lnTo>
                  <a:lnTo>
                    <a:pt x="10160" y="869949"/>
                  </a:lnTo>
                  <a:lnTo>
                    <a:pt x="10160" y="867409"/>
                  </a:lnTo>
                  <a:close/>
                </a:path>
                <a:path w="10160" h="895350">
                  <a:moveTo>
                    <a:pt x="10160" y="864869"/>
                  </a:moveTo>
                  <a:lnTo>
                    <a:pt x="0" y="864869"/>
                  </a:lnTo>
                  <a:lnTo>
                    <a:pt x="0" y="866139"/>
                  </a:lnTo>
                  <a:lnTo>
                    <a:pt x="10160" y="866139"/>
                  </a:lnTo>
                  <a:lnTo>
                    <a:pt x="10160" y="864869"/>
                  </a:lnTo>
                  <a:close/>
                </a:path>
                <a:path w="10160" h="895350">
                  <a:moveTo>
                    <a:pt x="10160" y="861059"/>
                  </a:moveTo>
                  <a:lnTo>
                    <a:pt x="0" y="861059"/>
                  </a:lnTo>
                  <a:lnTo>
                    <a:pt x="0" y="863599"/>
                  </a:lnTo>
                  <a:lnTo>
                    <a:pt x="10160" y="863599"/>
                  </a:lnTo>
                  <a:lnTo>
                    <a:pt x="10160" y="861059"/>
                  </a:lnTo>
                  <a:close/>
                </a:path>
                <a:path w="10160" h="895350">
                  <a:moveTo>
                    <a:pt x="10160" y="858519"/>
                  </a:moveTo>
                  <a:lnTo>
                    <a:pt x="0" y="858519"/>
                  </a:lnTo>
                  <a:lnTo>
                    <a:pt x="0" y="859789"/>
                  </a:lnTo>
                  <a:lnTo>
                    <a:pt x="10160" y="859789"/>
                  </a:lnTo>
                  <a:lnTo>
                    <a:pt x="10160" y="858519"/>
                  </a:lnTo>
                  <a:close/>
                </a:path>
                <a:path w="10160" h="895350">
                  <a:moveTo>
                    <a:pt x="10160" y="853439"/>
                  </a:moveTo>
                  <a:lnTo>
                    <a:pt x="0" y="853439"/>
                  </a:lnTo>
                  <a:lnTo>
                    <a:pt x="0" y="857249"/>
                  </a:lnTo>
                  <a:lnTo>
                    <a:pt x="10160" y="857249"/>
                  </a:lnTo>
                  <a:lnTo>
                    <a:pt x="10160" y="853439"/>
                  </a:lnTo>
                  <a:close/>
                </a:path>
                <a:path w="10160" h="895350">
                  <a:moveTo>
                    <a:pt x="10160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0160" y="852169"/>
                  </a:lnTo>
                  <a:lnTo>
                    <a:pt x="10160" y="847089"/>
                  </a:lnTo>
                  <a:close/>
                </a:path>
                <a:path w="10160" h="895350">
                  <a:moveTo>
                    <a:pt x="1016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0160" y="845819"/>
                  </a:lnTo>
                  <a:lnTo>
                    <a:pt x="10160" y="840739"/>
                  </a:lnTo>
                  <a:close/>
                </a:path>
                <a:path w="10160" h="895350">
                  <a:moveTo>
                    <a:pt x="1016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0160" y="839469"/>
                  </a:lnTo>
                  <a:lnTo>
                    <a:pt x="10160" y="834389"/>
                  </a:lnTo>
                  <a:close/>
                </a:path>
                <a:path w="10160" h="895350">
                  <a:moveTo>
                    <a:pt x="1016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0160" y="833119"/>
                  </a:lnTo>
                  <a:lnTo>
                    <a:pt x="10160" y="828039"/>
                  </a:lnTo>
                  <a:close/>
                </a:path>
                <a:path w="10160" h="89535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9535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9535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9535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9535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9535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9535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9535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95350">
                  <a:moveTo>
                    <a:pt x="10160" y="769619"/>
                  </a:moveTo>
                  <a:lnTo>
                    <a:pt x="0" y="76961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69619"/>
                  </a:lnTo>
                  <a:close/>
                </a:path>
                <a:path w="10160" h="895350">
                  <a:moveTo>
                    <a:pt x="10160" y="765809"/>
                  </a:moveTo>
                  <a:lnTo>
                    <a:pt x="0" y="765809"/>
                  </a:lnTo>
                  <a:lnTo>
                    <a:pt x="0" y="768349"/>
                  </a:lnTo>
                  <a:lnTo>
                    <a:pt x="10160" y="768349"/>
                  </a:lnTo>
                  <a:lnTo>
                    <a:pt x="10160" y="765809"/>
                  </a:lnTo>
                  <a:close/>
                </a:path>
              </a:pathLst>
            </a:custGeom>
            <a:solidFill>
              <a:srgbClr val="7777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2">
              <a:extLst>
                <a:ext uri="{FF2B5EF4-FFF2-40B4-BE49-F238E27FC236}">
                  <a16:creationId xmlns:a16="http://schemas.microsoft.com/office/drawing/2014/main" id="{66B95F2B-46F6-6318-AE49-0A56ADAA1737}"/>
                </a:ext>
              </a:extLst>
            </p:cNvPr>
            <p:cNvSpPr/>
            <p:nvPr/>
          </p:nvSpPr>
          <p:spPr>
            <a:xfrm>
              <a:off x="4434205" y="5594349"/>
              <a:ext cx="0" cy="124460"/>
            </a:xfrm>
            <a:custGeom>
              <a:avLst/>
              <a:gdLst/>
              <a:ahLst/>
              <a:cxnLst/>
              <a:rect l="l" t="t" r="r" b="b"/>
              <a:pathLst>
                <a:path h="124460">
                  <a:moveTo>
                    <a:pt x="0" y="0"/>
                  </a:moveTo>
                  <a:lnTo>
                    <a:pt x="0" y="124459"/>
                  </a:lnTo>
                </a:path>
              </a:pathLst>
            </a:custGeom>
            <a:ln w="11430">
              <a:solidFill>
                <a:srgbClr val="76769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3">
              <a:extLst>
                <a:ext uri="{FF2B5EF4-FFF2-40B4-BE49-F238E27FC236}">
                  <a16:creationId xmlns:a16="http://schemas.microsoft.com/office/drawing/2014/main" id="{45686510-6DEA-0AB2-166A-7545DA563581}"/>
                </a:ext>
              </a:extLst>
            </p:cNvPr>
            <p:cNvSpPr/>
            <p:nvPr/>
          </p:nvSpPr>
          <p:spPr>
            <a:xfrm>
              <a:off x="442849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3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30" y="64134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676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4">
              <a:extLst>
                <a:ext uri="{FF2B5EF4-FFF2-40B4-BE49-F238E27FC236}">
                  <a16:creationId xmlns:a16="http://schemas.microsoft.com/office/drawing/2014/main" id="{3A51A58D-D1CD-A89C-FEAC-42248A179AFC}"/>
                </a:ext>
              </a:extLst>
            </p:cNvPr>
            <p:cNvSpPr/>
            <p:nvPr/>
          </p:nvSpPr>
          <p:spPr>
            <a:xfrm>
              <a:off x="4434205" y="6361429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1430">
              <a:solidFill>
                <a:srgbClr val="76769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5">
              <a:extLst>
                <a:ext uri="{FF2B5EF4-FFF2-40B4-BE49-F238E27FC236}">
                  <a16:creationId xmlns:a16="http://schemas.microsoft.com/office/drawing/2014/main" id="{CAEAA81D-C992-1C92-4F6D-67A86D376B62}"/>
                </a:ext>
              </a:extLst>
            </p:cNvPr>
            <p:cNvSpPr/>
            <p:nvPr/>
          </p:nvSpPr>
          <p:spPr>
            <a:xfrm>
              <a:off x="4439920" y="5593079"/>
              <a:ext cx="10160" cy="899160"/>
            </a:xfrm>
            <a:custGeom>
              <a:avLst/>
              <a:gdLst/>
              <a:ahLst/>
              <a:cxnLst/>
              <a:rect l="l" t="t" r="r" b="b"/>
              <a:pathLst>
                <a:path w="10160" h="899160">
                  <a:moveTo>
                    <a:pt x="1015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59" y="2540"/>
                  </a:lnTo>
                  <a:lnTo>
                    <a:pt x="10159" y="0"/>
                  </a:lnTo>
                  <a:close/>
                </a:path>
                <a:path w="10160" h="899160">
                  <a:moveTo>
                    <a:pt x="1015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59" y="5080"/>
                  </a:lnTo>
                  <a:lnTo>
                    <a:pt x="10159" y="2540"/>
                  </a:lnTo>
                  <a:close/>
                </a:path>
                <a:path w="10160" h="899160">
                  <a:moveTo>
                    <a:pt x="1015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59" y="8890"/>
                  </a:lnTo>
                  <a:lnTo>
                    <a:pt x="10159" y="5080"/>
                  </a:lnTo>
                  <a:close/>
                </a:path>
                <a:path w="10160" h="899160">
                  <a:moveTo>
                    <a:pt x="1015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59" y="11430"/>
                  </a:lnTo>
                  <a:lnTo>
                    <a:pt x="10159" y="8890"/>
                  </a:lnTo>
                  <a:close/>
                </a:path>
                <a:path w="10160" h="899160">
                  <a:moveTo>
                    <a:pt x="1015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59" y="15240"/>
                  </a:lnTo>
                  <a:lnTo>
                    <a:pt x="10159" y="11430"/>
                  </a:lnTo>
                  <a:close/>
                </a:path>
                <a:path w="10160" h="899160">
                  <a:moveTo>
                    <a:pt x="1015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59" y="17780"/>
                  </a:lnTo>
                  <a:lnTo>
                    <a:pt x="10159" y="15240"/>
                  </a:lnTo>
                  <a:close/>
                </a:path>
                <a:path w="10160" h="899160">
                  <a:moveTo>
                    <a:pt x="1015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59" y="21590"/>
                  </a:lnTo>
                  <a:lnTo>
                    <a:pt x="10159" y="17780"/>
                  </a:lnTo>
                  <a:close/>
                </a:path>
                <a:path w="10160" h="899160">
                  <a:moveTo>
                    <a:pt x="1015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59" y="24130"/>
                  </a:lnTo>
                  <a:lnTo>
                    <a:pt x="10159" y="21590"/>
                  </a:lnTo>
                  <a:close/>
                </a:path>
                <a:path w="10160" h="899160">
                  <a:moveTo>
                    <a:pt x="1015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59" y="27940"/>
                  </a:lnTo>
                  <a:lnTo>
                    <a:pt x="10159" y="24130"/>
                  </a:lnTo>
                  <a:close/>
                </a:path>
                <a:path w="10160" h="899160">
                  <a:moveTo>
                    <a:pt x="1015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59" y="30480"/>
                  </a:lnTo>
                  <a:lnTo>
                    <a:pt x="10159" y="27940"/>
                  </a:lnTo>
                  <a:close/>
                </a:path>
                <a:path w="10160" h="899160">
                  <a:moveTo>
                    <a:pt x="1015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59" y="34290"/>
                  </a:lnTo>
                  <a:lnTo>
                    <a:pt x="10159" y="30480"/>
                  </a:lnTo>
                  <a:close/>
                </a:path>
                <a:path w="10160" h="899160">
                  <a:moveTo>
                    <a:pt x="1015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59" y="36830"/>
                  </a:lnTo>
                  <a:lnTo>
                    <a:pt x="10159" y="34290"/>
                  </a:lnTo>
                  <a:close/>
                </a:path>
                <a:path w="10160" h="899160">
                  <a:moveTo>
                    <a:pt x="1015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59" y="40640"/>
                  </a:lnTo>
                  <a:lnTo>
                    <a:pt x="10159" y="36830"/>
                  </a:lnTo>
                  <a:close/>
                </a:path>
                <a:path w="10160" h="899160">
                  <a:moveTo>
                    <a:pt x="10159" y="40640"/>
                  </a:moveTo>
                  <a:lnTo>
                    <a:pt x="0" y="40640"/>
                  </a:lnTo>
                  <a:lnTo>
                    <a:pt x="0" y="46990"/>
                  </a:lnTo>
                  <a:lnTo>
                    <a:pt x="10159" y="46990"/>
                  </a:lnTo>
                  <a:lnTo>
                    <a:pt x="10159" y="40640"/>
                  </a:lnTo>
                  <a:close/>
                </a:path>
                <a:path w="10160" h="899160">
                  <a:moveTo>
                    <a:pt x="1015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59" y="49530"/>
                  </a:lnTo>
                  <a:lnTo>
                    <a:pt x="10159" y="46990"/>
                  </a:lnTo>
                  <a:close/>
                </a:path>
                <a:path w="10160" h="899160">
                  <a:moveTo>
                    <a:pt x="1015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59" y="53340"/>
                  </a:lnTo>
                  <a:lnTo>
                    <a:pt x="10159" y="49530"/>
                  </a:lnTo>
                  <a:close/>
                </a:path>
                <a:path w="10160" h="899160">
                  <a:moveTo>
                    <a:pt x="1015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59" y="55880"/>
                  </a:lnTo>
                  <a:lnTo>
                    <a:pt x="10159" y="53340"/>
                  </a:lnTo>
                  <a:close/>
                </a:path>
                <a:path w="10160" h="899160">
                  <a:moveTo>
                    <a:pt x="1015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59" y="59690"/>
                  </a:lnTo>
                  <a:lnTo>
                    <a:pt x="10159" y="55880"/>
                  </a:lnTo>
                  <a:close/>
                </a:path>
                <a:path w="10160" h="899160">
                  <a:moveTo>
                    <a:pt x="1015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59" y="62230"/>
                  </a:lnTo>
                  <a:lnTo>
                    <a:pt x="10159" y="59690"/>
                  </a:lnTo>
                  <a:close/>
                </a:path>
                <a:path w="10160" h="899160">
                  <a:moveTo>
                    <a:pt x="1015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59" y="66040"/>
                  </a:lnTo>
                  <a:lnTo>
                    <a:pt x="10159" y="62230"/>
                  </a:lnTo>
                  <a:close/>
                </a:path>
                <a:path w="10160" h="899160">
                  <a:moveTo>
                    <a:pt x="10159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0159" y="74930"/>
                  </a:lnTo>
                  <a:lnTo>
                    <a:pt x="10159" y="66040"/>
                  </a:lnTo>
                  <a:close/>
                </a:path>
                <a:path w="10160" h="899160">
                  <a:moveTo>
                    <a:pt x="1015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59" y="78740"/>
                  </a:lnTo>
                  <a:lnTo>
                    <a:pt x="10159" y="74930"/>
                  </a:lnTo>
                  <a:close/>
                </a:path>
                <a:path w="10160" h="899160">
                  <a:moveTo>
                    <a:pt x="10159" y="78740"/>
                  </a:moveTo>
                  <a:lnTo>
                    <a:pt x="0" y="78740"/>
                  </a:lnTo>
                  <a:lnTo>
                    <a:pt x="0" y="87630"/>
                  </a:lnTo>
                  <a:lnTo>
                    <a:pt x="10159" y="87630"/>
                  </a:lnTo>
                  <a:lnTo>
                    <a:pt x="10159" y="78740"/>
                  </a:lnTo>
                  <a:close/>
                </a:path>
                <a:path w="10160" h="899160">
                  <a:moveTo>
                    <a:pt x="10159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0159" y="93980"/>
                  </a:lnTo>
                  <a:lnTo>
                    <a:pt x="10159" y="87630"/>
                  </a:lnTo>
                  <a:close/>
                </a:path>
                <a:path w="10160" h="899160">
                  <a:moveTo>
                    <a:pt x="10159" y="93980"/>
                  </a:moveTo>
                  <a:lnTo>
                    <a:pt x="0" y="93980"/>
                  </a:lnTo>
                  <a:lnTo>
                    <a:pt x="0" y="100330"/>
                  </a:lnTo>
                  <a:lnTo>
                    <a:pt x="10159" y="100330"/>
                  </a:lnTo>
                  <a:lnTo>
                    <a:pt x="10159" y="93980"/>
                  </a:lnTo>
                  <a:close/>
                </a:path>
                <a:path w="10160" h="899160">
                  <a:moveTo>
                    <a:pt x="1015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0159" y="104140"/>
                  </a:lnTo>
                  <a:lnTo>
                    <a:pt x="10159" y="100330"/>
                  </a:lnTo>
                  <a:close/>
                </a:path>
                <a:path w="10160" h="899160">
                  <a:moveTo>
                    <a:pt x="1015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0159" y="106680"/>
                  </a:lnTo>
                  <a:lnTo>
                    <a:pt x="10159" y="104140"/>
                  </a:lnTo>
                  <a:close/>
                </a:path>
                <a:path w="10160" h="899160">
                  <a:moveTo>
                    <a:pt x="10159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0159" y="110490"/>
                  </a:lnTo>
                  <a:lnTo>
                    <a:pt x="10159" y="106680"/>
                  </a:lnTo>
                  <a:close/>
                </a:path>
                <a:path w="10160" h="899160">
                  <a:moveTo>
                    <a:pt x="10159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0159" y="113030"/>
                  </a:lnTo>
                  <a:lnTo>
                    <a:pt x="10159" y="110490"/>
                  </a:lnTo>
                  <a:close/>
                </a:path>
                <a:path w="10160" h="899160">
                  <a:moveTo>
                    <a:pt x="10159" y="113030"/>
                  </a:moveTo>
                  <a:lnTo>
                    <a:pt x="0" y="113030"/>
                  </a:lnTo>
                  <a:lnTo>
                    <a:pt x="0" y="123190"/>
                  </a:lnTo>
                  <a:lnTo>
                    <a:pt x="10159" y="123190"/>
                  </a:lnTo>
                  <a:lnTo>
                    <a:pt x="10159" y="113030"/>
                  </a:lnTo>
                  <a:close/>
                </a:path>
                <a:path w="10160" h="899160">
                  <a:moveTo>
                    <a:pt x="10159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10159" y="125730"/>
                  </a:lnTo>
                  <a:lnTo>
                    <a:pt x="10159" y="123190"/>
                  </a:lnTo>
                  <a:close/>
                </a:path>
                <a:path w="10160" h="899160">
                  <a:moveTo>
                    <a:pt x="10159" y="125730"/>
                  </a:moveTo>
                  <a:lnTo>
                    <a:pt x="0" y="125730"/>
                  </a:lnTo>
                  <a:lnTo>
                    <a:pt x="0" y="767080"/>
                  </a:lnTo>
                  <a:lnTo>
                    <a:pt x="10159" y="767080"/>
                  </a:lnTo>
                  <a:lnTo>
                    <a:pt x="10159" y="125730"/>
                  </a:lnTo>
                  <a:close/>
                </a:path>
                <a:path w="10160" h="899160">
                  <a:moveTo>
                    <a:pt x="10159" y="895350"/>
                  </a:moveTo>
                  <a:lnTo>
                    <a:pt x="0" y="895350"/>
                  </a:lnTo>
                  <a:lnTo>
                    <a:pt x="0" y="897890"/>
                  </a:lnTo>
                  <a:lnTo>
                    <a:pt x="2539" y="897890"/>
                  </a:lnTo>
                  <a:lnTo>
                    <a:pt x="2539" y="899160"/>
                  </a:lnTo>
                  <a:lnTo>
                    <a:pt x="10159" y="899160"/>
                  </a:lnTo>
                  <a:lnTo>
                    <a:pt x="10159" y="895350"/>
                  </a:lnTo>
                  <a:close/>
                </a:path>
                <a:path w="10160" h="899160">
                  <a:moveTo>
                    <a:pt x="10159" y="892810"/>
                  </a:moveTo>
                  <a:lnTo>
                    <a:pt x="0" y="892810"/>
                  </a:lnTo>
                  <a:lnTo>
                    <a:pt x="0" y="894080"/>
                  </a:lnTo>
                  <a:lnTo>
                    <a:pt x="10159" y="894080"/>
                  </a:lnTo>
                  <a:lnTo>
                    <a:pt x="10159" y="892810"/>
                  </a:lnTo>
                  <a:close/>
                </a:path>
                <a:path w="10160" h="899160">
                  <a:moveTo>
                    <a:pt x="10159" y="889000"/>
                  </a:moveTo>
                  <a:lnTo>
                    <a:pt x="0" y="889000"/>
                  </a:lnTo>
                  <a:lnTo>
                    <a:pt x="0" y="891540"/>
                  </a:lnTo>
                  <a:lnTo>
                    <a:pt x="10159" y="891540"/>
                  </a:lnTo>
                  <a:lnTo>
                    <a:pt x="10159" y="889000"/>
                  </a:lnTo>
                  <a:close/>
                </a:path>
                <a:path w="10160" h="899160">
                  <a:moveTo>
                    <a:pt x="10159" y="886460"/>
                  </a:moveTo>
                  <a:lnTo>
                    <a:pt x="0" y="886460"/>
                  </a:lnTo>
                  <a:lnTo>
                    <a:pt x="0" y="887730"/>
                  </a:lnTo>
                  <a:lnTo>
                    <a:pt x="10159" y="887730"/>
                  </a:lnTo>
                  <a:lnTo>
                    <a:pt x="10159" y="886460"/>
                  </a:lnTo>
                  <a:close/>
                </a:path>
                <a:path w="10160" h="899160">
                  <a:moveTo>
                    <a:pt x="10159" y="882650"/>
                  </a:moveTo>
                  <a:lnTo>
                    <a:pt x="0" y="882650"/>
                  </a:lnTo>
                  <a:lnTo>
                    <a:pt x="0" y="885190"/>
                  </a:lnTo>
                  <a:lnTo>
                    <a:pt x="10159" y="885190"/>
                  </a:lnTo>
                  <a:lnTo>
                    <a:pt x="10159" y="882650"/>
                  </a:lnTo>
                  <a:close/>
                </a:path>
                <a:path w="10160" h="899160">
                  <a:moveTo>
                    <a:pt x="10159" y="880110"/>
                  </a:moveTo>
                  <a:lnTo>
                    <a:pt x="0" y="880110"/>
                  </a:lnTo>
                  <a:lnTo>
                    <a:pt x="0" y="881380"/>
                  </a:lnTo>
                  <a:lnTo>
                    <a:pt x="10159" y="881380"/>
                  </a:lnTo>
                  <a:lnTo>
                    <a:pt x="10159" y="880110"/>
                  </a:lnTo>
                  <a:close/>
                </a:path>
                <a:path w="10160" h="899160">
                  <a:moveTo>
                    <a:pt x="10159" y="876300"/>
                  </a:moveTo>
                  <a:lnTo>
                    <a:pt x="0" y="876300"/>
                  </a:lnTo>
                  <a:lnTo>
                    <a:pt x="0" y="878840"/>
                  </a:lnTo>
                  <a:lnTo>
                    <a:pt x="10159" y="878840"/>
                  </a:lnTo>
                  <a:lnTo>
                    <a:pt x="10159" y="876300"/>
                  </a:lnTo>
                  <a:close/>
                </a:path>
                <a:path w="10160" h="899160">
                  <a:moveTo>
                    <a:pt x="10159" y="873760"/>
                  </a:moveTo>
                  <a:lnTo>
                    <a:pt x="0" y="873760"/>
                  </a:lnTo>
                  <a:lnTo>
                    <a:pt x="0" y="875030"/>
                  </a:lnTo>
                  <a:lnTo>
                    <a:pt x="10159" y="875030"/>
                  </a:lnTo>
                  <a:lnTo>
                    <a:pt x="10159" y="873760"/>
                  </a:lnTo>
                  <a:close/>
                </a:path>
                <a:path w="10160" h="899160">
                  <a:moveTo>
                    <a:pt x="10159" y="869950"/>
                  </a:moveTo>
                  <a:lnTo>
                    <a:pt x="0" y="869950"/>
                  </a:lnTo>
                  <a:lnTo>
                    <a:pt x="0" y="872490"/>
                  </a:lnTo>
                  <a:lnTo>
                    <a:pt x="10159" y="872490"/>
                  </a:lnTo>
                  <a:lnTo>
                    <a:pt x="10159" y="869950"/>
                  </a:lnTo>
                  <a:close/>
                </a:path>
                <a:path w="10160" h="899160">
                  <a:moveTo>
                    <a:pt x="10159" y="867410"/>
                  </a:moveTo>
                  <a:lnTo>
                    <a:pt x="0" y="867410"/>
                  </a:lnTo>
                  <a:lnTo>
                    <a:pt x="0" y="868680"/>
                  </a:lnTo>
                  <a:lnTo>
                    <a:pt x="10159" y="868680"/>
                  </a:lnTo>
                  <a:lnTo>
                    <a:pt x="10159" y="867410"/>
                  </a:lnTo>
                  <a:close/>
                </a:path>
                <a:path w="10160" h="899160">
                  <a:moveTo>
                    <a:pt x="10159" y="863600"/>
                  </a:moveTo>
                  <a:lnTo>
                    <a:pt x="0" y="863600"/>
                  </a:lnTo>
                  <a:lnTo>
                    <a:pt x="0" y="866140"/>
                  </a:lnTo>
                  <a:lnTo>
                    <a:pt x="10159" y="866140"/>
                  </a:lnTo>
                  <a:lnTo>
                    <a:pt x="10159" y="863600"/>
                  </a:lnTo>
                  <a:close/>
                </a:path>
                <a:path w="10160" h="899160">
                  <a:moveTo>
                    <a:pt x="10159" y="861060"/>
                  </a:moveTo>
                  <a:lnTo>
                    <a:pt x="0" y="861060"/>
                  </a:lnTo>
                  <a:lnTo>
                    <a:pt x="0" y="862330"/>
                  </a:lnTo>
                  <a:lnTo>
                    <a:pt x="10159" y="862330"/>
                  </a:lnTo>
                  <a:lnTo>
                    <a:pt x="10159" y="861060"/>
                  </a:lnTo>
                  <a:close/>
                </a:path>
                <a:path w="10160" h="899160">
                  <a:moveTo>
                    <a:pt x="10159" y="855980"/>
                  </a:moveTo>
                  <a:lnTo>
                    <a:pt x="0" y="855980"/>
                  </a:lnTo>
                  <a:lnTo>
                    <a:pt x="0" y="859790"/>
                  </a:lnTo>
                  <a:lnTo>
                    <a:pt x="10159" y="859790"/>
                  </a:lnTo>
                  <a:lnTo>
                    <a:pt x="10159" y="855980"/>
                  </a:lnTo>
                  <a:close/>
                </a:path>
                <a:path w="10160" h="899160">
                  <a:moveTo>
                    <a:pt x="10159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0159" y="854710"/>
                  </a:lnTo>
                  <a:lnTo>
                    <a:pt x="10159" y="849630"/>
                  </a:lnTo>
                  <a:close/>
                </a:path>
                <a:path w="10160" h="899160">
                  <a:moveTo>
                    <a:pt x="10159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0159" y="848360"/>
                  </a:lnTo>
                  <a:lnTo>
                    <a:pt x="10159" y="843280"/>
                  </a:lnTo>
                  <a:close/>
                </a:path>
                <a:path w="10160" h="899160">
                  <a:moveTo>
                    <a:pt x="10159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0159" y="842010"/>
                  </a:lnTo>
                  <a:lnTo>
                    <a:pt x="10159" y="836930"/>
                  </a:lnTo>
                  <a:close/>
                </a:path>
                <a:path w="10160" h="899160">
                  <a:moveTo>
                    <a:pt x="10159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59" y="835660"/>
                  </a:lnTo>
                  <a:lnTo>
                    <a:pt x="10159" y="830580"/>
                  </a:lnTo>
                  <a:close/>
                </a:path>
                <a:path w="10160" h="899160">
                  <a:moveTo>
                    <a:pt x="10159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59" y="829310"/>
                  </a:lnTo>
                  <a:lnTo>
                    <a:pt x="10159" y="824230"/>
                  </a:lnTo>
                  <a:close/>
                </a:path>
                <a:path w="10160" h="899160">
                  <a:moveTo>
                    <a:pt x="10159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59" y="822960"/>
                  </a:lnTo>
                  <a:lnTo>
                    <a:pt x="10159" y="817880"/>
                  </a:lnTo>
                  <a:close/>
                </a:path>
                <a:path w="10160" h="899160">
                  <a:moveTo>
                    <a:pt x="10159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59" y="816610"/>
                  </a:lnTo>
                  <a:lnTo>
                    <a:pt x="10159" y="811530"/>
                  </a:lnTo>
                  <a:close/>
                </a:path>
                <a:path w="10160" h="899160">
                  <a:moveTo>
                    <a:pt x="10159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59" y="810260"/>
                  </a:lnTo>
                  <a:lnTo>
                    <a:pt x="10159" y="805180"/>
                  </a:lnTo>
                  <a:close/>
                </a:path>
                <a:path w="10160" h="899160">
                  <a:moveTo>
                    <a:pt x="10159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59" y="803910"/>
                  </a:lnTo>
                  <a:lnTo>
                    <a:pt x="10159" y="798830"/>
                  </a:lnTo>
                  <a:close/>
                </a:path>
                <a:path w="10160" h="899160">
                  <a:moveTo>
                    <a:pt x="10159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59" y="797560"/>
                  </a:lnTo>
                  <a:lnTo>
                    <a:pt x="10159" y="792480"/>
                  </a:lnTo>
                  <a:close/>
                </a:path>
                <a:path w="10160" h="899160">
                  <a:moveTo>
                    <a:pt x="10159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59" y="791210"/>
                  </a:lnTo>
                  <a:lnTo>
                    <a:pt x="10159" y="786130"/>
                  </a:lnTo>
                  <a:close/>
                </a:path>
                <a:path w="10160" h="899160">
                  <a:moveTo>
                    <a:pt x="10159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59" y="784860"/>
                  </a:lnTo>
                  <a:lnTo>
                    <a:pt x="10159" y="779780"/>
                  </a:lnTo>
                  <a:close/>
                </a:path>
                <a:path w="10160" h="899160">
                  <a:moveTo>
                    <a:pt x="10159" y="772160"/>
                  </a:moveTo>
                  <a:lnTo>
                    <a:pt x="0" y="772160"/>
                  </a:lnTo>
                  <a:lnTo>
                    <a:pt x="0" y="778510"/>
                  </a:lnTo>
                  <a:lnTo>
                    <a:pt x="10159" y="778510"/>
                  </a:lnTo>
                  <a:lnTo>
                    <a:pt x="10159" y="772160"/>
                  </a:lnTo>
                  <a:close/>
                </a:path>
                <a:path w="10160" h="899160">
                  <a:moveTo>
                    <a:pt x="10159" y="768350"/>
                  </a:moveTo>
                  <a:lnTo>
                    <a:pt x="0" y="768350"/>
                  </a:lnTo>
                  <a:lnTo>
                    <a:pt x="0" y="770890"/>
                  </a:lnTo>
                  <a:lnTo>
                    <a:pt x="10159" y="770890"/>
                  </a:lnTo>
                  <a:lnTo>
                    <a:pt x="10159" y="768350"/>
                  </a:lnTo>
                  <a:close/>
                </a:path>
              </a:pathLst>
            </a:custGeom>
            <a:solidFill>
              <a:srgbClr val="7575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6">
              <a:extLst>
                <a:ext uri="{FF2B5EF4-FFF2-40B4-BE49-F238E27FC236}">
                  <a16:creationId xmlns:a16="http://schemas.microsoft.com/office/drawing/2014/main" id="{6ECBE476-1ED0-1177-06EC-03D81CDE72D4}"/>
                </a:ext>
              </a:extLst>
            </p:cNvPr>
            <p:cNvSpPr/>
            <p:nvPr/>
          </p:nvSpPr>
          <p:spPr>
            <a:xfrm>
              <a:off x="4450080" y="5593079"/>
              <a:ext cx="11430" cy="900430"/>
            </a:xfrm>
            <a:custGeom>
              <a:avLst/>
              <a:gdLst/>
              <a:ahLst/>
              <a:cxnLst/>
              <a:rect l="l" t="t" r="r" b="b"/>
              <a:pathLst>
                <a:path w="11429" h="900429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  <a:path w="11429" h="900429">
                  <a:moveTo>
                    <a:pt x="1143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40"/>
                  </a:lnTo>
                  <a:close/>
                </a:path>
                <a:path w="11429" h="900429">
                  <a:moveTo>
                    <a:pt x="1143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80"/>
                  </a:lnTo>
                  <a:close/>
                </a:path>
                <a:path w="11429" h="900429">
                  <a:moveTo>
                    <a:pt x="1143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890"/>
                  </a:lnTo>
                  <a:close/>
                </a:path>
                <a:path w="11429" h="900429">
                  <a:moveTo>
                    <a:pt x="1143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30"/>
                  </a:lnTo>
                  <a:close/>
                </a:path>
                <a:path w="11429" h="900429">
                  <a:moveTo>
                    <a:pt x="1143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40"/>
                  </a:lnTo>
                  <a:close/>
                </a:path>
                <a:path w="11429" h="900429">
                  <a:moveTo>
                    <a:pt x="1143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80"/>
                  </a:lnTo>
                  <a:close/>
                </a:path>
                <a:path w="11429" h="900429">
                  <a:moveTo>
                    <a:pt x="1143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590"/>
                  </a:lnTo>
                  <a:close/>
                </a:path>
                <a:path w="11429" h="900429">
                  <a:moveTo>
                    <a:pt x="1143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30"/>
                  </a:lnTo>
                  <a:close/>
                </a:path>
                <a:path w="11429" h="900429">
                  <a:moveTo>
                    <a:pt x="1143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40"/>
                  </a:lnTo>
                  <a:close/>
                </a:path>
                <a:path w="11429" h="900429">
                  <a:moveTo>
                    <a:pt x="1143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80"/>
                  </a:lnTo>
                  <a:close/>
                </a:path>
                <a:path w="11429" h="900429">
                  <a:moveTo>
                    <a:pt x="1143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290"/>
                  </a:lnTo>
                  <a:close/>
                </a:path>
                <a:path w="11429" h="900429">
                  <a:moveTo>
                    <a:pt x="1143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30"/>
                  </a:lnTo>
                  <a:close/>
                </a:path>
                <a:path w="11429" h="900429">
                  <a:moveTo>
                    <a:pt x="11430" y="40640"/>
                  </a:moveTo>
                  <a:lnTo>
                    <a:pt x="0" y="40640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0640"/>
                  </a:lnTo>
                  <a:close/>
                </a:path>
                <a:path w="11429" h="900429">
                  <a:moveTo>
                    <a:pt x="1143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6990"/>
                  </a:lnTo>
                  <a:close/>
                </a:path>
                <a:path w="11429" h="900429">
                  <a:moveTo>
                    <a:pt x="1143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30"/>
                  </a:lnTo>
                  <a:close/>
                </a:path>
                <a:path w="11429" h="900429">
                  <a:moveTo>
                    <a:pt x="1143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40"/>
                  </a:lnTo>
                  <a:close/>
                </a:path>
                <a:path w="11429" h="900429">
                  <a:moveTo>
                    <a:pt x="1143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80"/>
                  </a:lnTo>
                  <a:close/>
                </a:path>
                <a:path w="11429" h="900429">
                  <a:moveTo>
                    <a:pt x="1143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690"/>
                  </a:lnTo>
                  <a:close/>
                </a:path>
                <a:path w="11429" h="900429">
                  <a:moveTo>
                    <a:pt x="1143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30"/>
                  </a:lnTo>
                  <a:close/>
                </a:path>
                <a:path w="11429" h="900429">
                  <a:moveTo>
                    <a:pt x="11430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66040"/>
                  </a:lnTo>
                  <a:close/>
                </a:path>
                <a:path w="11429" h="900429">
                  <a:moveTo>
                    <a:pt x="1143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30"/>
                  </a:lnTo>
                  <a:close/>
                </a:path>
                <a:path w="11429" h="900429">
                  <a:moveTo>
                    <a:pt x="11430" y="78740"/>
                  </a:moveTo>
                  <a:lnTo>
                    <a:pt x="0" y="78740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78740"/>
                  </a:lnTo>
                  <a:close/>
                </a:path>
                <a:path w="11429" h="900429">
                  <a:moveTo>
                    <a:pt x="11430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87630"/>
                  </a:lnTo>
                  <a:close/>
                </a:path>
                <a:path w="11429" h="900429">
                  <a:moveTo>
                    <a:pt x="11430" y="93980"/>
                  </a:moveTo>
                  <a:lnTo>
                    <a:pt x="0" y="93980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3980"/>
                  </a:lnTo>
                  <a:close/>
                </a:path>
                <a:path w="11429" h="900429">
                  <a:moveTo>
                    <a:pt x="11430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30"/>
                  </a:lnTo>
                  <a:close/>
                </a:path>
                <a:path w="11429" h="900429">
                  <a:moveTo>
                    <a:pt x="11430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40"/>
                  </a:lnTo>
                  <a:close/>
                </a:path>
                <a:path w="11429" h="900429">
                  <a:moveTo>
                    <a:pt x="11430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1430" y="110490"/>
                  </a:lnTo>
                  <a:lnTo>
                    <a:pt x="11430" y="106680"/>
                  </a:lnTo>
                  <a:close/>
                </a:path>
                <a:path w="11429" h="900429">
                  <a:moveTo>
                    <a:pt x="11430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10490"/>
                  </a:lnTo>
                  <a:close/>
                </a:path>
                <a:path w="11429" h="900429">
                  <a:moveTo>
                    <a:pt x="11430" y="113030"/>
                  </a:moveTo>
                  <a:lnTo>
                    <a:pt x="0" y="113030"/>
                  </a:lnTo>
                  <a:lnTo>
                    <a:pt x="0" y="123190"/>
                  </a:lnTo>
                  <a:lnTo>
                    <a:pt x="11430" y="123190"/>
                  </a:lnTo>
                  <a:lnTo>
                    <a:pt x="11430" y="113030"/>
                  </a:lnTo>
                  <a:close/>
                </a:path>
                <a:path w="11429" h="900429">
                  <a:moveTo>
                    <a:pt x="11430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11430" y="125730"/>
                  </a:lnTo>
                  <a:lnTo>
                    <a:pt x="11430" y="123190"/>
                  </a:lnTo>
                  <a:close/>
                </a:path>
                <a:path w="11429" h="900429">
                  <a:moveTo>
                    <a:pt x="11430" y="125730"/>
                  </a:moveTo>
                  <a:lnTo>
                    <a:pt x="0" y="125730"/>
                  </a:lnTo>
                  <a:lnTo>
                    <a:pt x="0" y="767080"/>
                  </a:lnTo>
                  <a:lnTo>
                    <a:pt x="11430" y="767080"/>
                  </a:lnTo>
                  <a:lnTo>
                    <a:pt x="11430" y="125730"/>
                  </a:lnTo>
                  <a:close/>
                </a:path>
                <a:path w="11429" h="900429">
                  <a:moveTo>
                    <a:pt x="11430" y="899160"/>
                  </a:moveTo>
                  <a:lnTo>
                    <a:pt x="10160" y="899160"/>
                  </a:lnTo>
                  <a:lnTo>
                    <a:pt x="10160" y="900430"/>
                  </a:lnTo>
                  <a:lnTo>
                    <a:pt x="11430" y="900430"/>
                  </a:lnTo>
                  <a:lnTo>
                    <a:pt x="11430" y="899160"/>
                  </a:lnTo>
                  <a:close/>
                </a:path>
                <a:path w="11429" h="900429">
                  <a:moveTo>
                    <a:pt x="11430" y="895350"/>
                  </a:moveTo>
                  <a:lnTo>
                    <a:pt x="0" y="895350"/>
                  </a:lnTo>
                  <a:lnTo>
                    <a:pt x="0" y="899160"/>
                  </a:lnTo>
                  <a:lnTo>
                    <a:pt x="10160" y="899160"/>
                  </a:lnTo>
                  <a:lnTo>
                    <a:pt x="10160" y="897890"/>
                  </a:lnTo>
                  <a:lnTo>
                    <a:pt x="11430" y="897890"/>
                  </a:lnTo>
                  <a:lnTo>
                    <a:pt x="11430" y="895350"/>
                  </a:lnTo>
                  <a:close/>
                </a:path>
                <a:path w="11429" h="900429">
                  <a:moveTo>
                    <a:pt x="11430" y="892810"/>
                  </a:moveTo>
                  <a:lnTo>
                    <a:pt x="0" y="892810"/>
                  </a:lnTo>
                  <a:lnTo>
                    <a:pt x="0" y="894080"/>
                  </a:lnTo>
                  <a:lnTo>
                    <a:pt x="11430" y="894080"/>
                  </a:lnTo>
                  <a:lnTo>
                    <a:pt x="11430" y="892810"/>
                  </a:lnTo>
                  <a:close/>
                </a:path>
                <a:path w="11429" h="900429">
                  <a:moveTo>
                    <a:pt x="11430" y="889000"/>
                  </a:moveTo>
                  <a:lnTo>
                    <a:pt x="0" y="889000"/>
                  </a:lnTo>
                  <a:lnTo>
                    <a:pt x="0" y="891540"/>
                  </a:lnTo>
                  <a:lnTo>
                    <a:pt x="11430" y="891540"/>
                  </a:lnTo>
                  <a:lnTo>
                    <a:pt x="11430" y="889000"/>
                  </a:lnTo>
                  <a:close/>
                </a:path>
                <a:path w="11429" h="900429">
                  <a:moveTo>
                    <a:pt x="11430" y="886460"/>
                  </a:moveTo>
                  <a:lnTo>
                    <a:pt x="0" y="886460"/>
                  </a:lnTo>
                  <a:lnTo>
                    <a:pt x="0" y="887730"/>
                  </a:lnTo>
                  <a:lnTo>
                    <a:pt x="11430" y="887730"/>
                  </a:lnTo>
                  <a:lnTo>
                    <a:pt x="11430" y="886460"/>
                  </a:lnTo>
                  <a:close/>
                </a:path>
                <a:path w="11429" h="900429">
                  <a:moveTo>
                    <a:pt x="11430" y="882650"/>
                  </a:moveTo>
                  <a:lnTo>
                    <a:pt x="0" y="882650"/>
                  </a:lnTo>
                  <a:lnTo>
                    <a:pt x="0" y="885190"/>
                  </a:lnTo>
                  <a:lnTo>
                    <a:pt x="11430" y="885190"/>
                  </a:lnTo>
                  <a:lnTo>
                    <a:pt x="11430" y="882650"/>
                  </a:lnTo>
                  <a:close/>
                </a:path>
                <a:path w="11429" h="900429">
                  <a:moveTo>
                    <a:pt x="11430" y="880110"/>
                  </a:moveTo>
                  <a:lnTo>
                    <a:pt x="0" y="880110"/>
                  </a:lnTo>
                  <a:lnTo>
                    <a:pt x="0" y="881380"/>
                  </a:lnTo>
                  <a:lnTo>
                    <a:pt x="11430" y="881380"/>
                  </a:lnTo>
                  <a:lnTo>
                    <a:pt x="11430" y="880110"/>
                  </a:lnTo>
                  <a:close/>
                </a:path>
                <a:path w="11429" h="900429">
                  <a:moveTo>
                    <a:pt x="11430" y="876300"/>
                  </a:moveTo>
                  <a:lnTo>
                    <a:pt x="0" y="876300"/>
                  </a:lnTo>
                  <a:lnTo>
                    <a:pt x="0" y="878840"/>
                  </a:lnTo>
                  <a:lnTo>
                    <a:pt x="11430" y="878840"/>
                  </a:lnTo>
                  <a:lnTo>
                    <a:pt x="11430" y="876300"/>
                  </a:lnTo>
                  <a:close/>
                </a:path>
                <a:path w="11429" h="900429">
                  <a:moveTo>
                    <a:pt x="11430" y="873760"/>
                  </a:moveTo>
                  <a:lnTo>
                    <a:pt x="0" y="873760"/>
                  </a:lnTo>
                  <a:lnTo>
                    <a:pt x="0" y="875030"/>
                  </a:lnTo>
                  <a:lnTo>
                    <a:pt x="11430" y="875030"/>
                  </a:lnTo>
                  <a:lnTo>
                    <a:pt x="11430" y="873760"/>
                  </a:lnTo>
                  <a:close/>
                </a:path>
                <a:path w="11429" h="900429">
                  <a:moveTo>
                    <a:pt x="11430" y="869950"/>
                  </a:moveTo>
                  <a:lnTo>
                    <a:pt x="0" y="869950"/>
                  </a:lnTo>
                  <a:lnTo>
                    <a:pt x="0" y="872490"/>
                  </a:lnTo>
                  <a:lnTo>
                    <a:pt x="11430" y="872490"/>
                  </a:lnTo>
                  <a:lnTo>
                    <a:pt x="11430" y="869950"/>
                  </a:lnTo>
                  <a:close/>
                </a:path>
                <a:path w="11429" h="900429">
                  <a:moveTo>
                    <a:pt x="11430" y="867410"/>
                  </a:moveTo>
                  <a:lnTo>
                    <a:pt x="0" y="867410"/>
                  </a:lnTo>
                  <a:lnTo>
                    <a:pt x="0" y="868680"/>
                  </a:lnTo>
                  <a:lnTo>
                    <a:pt x="11430" y="868680"/>
                  </a:lnTo>
                  <a:lnTo>
                    <a:pt x="11430" y="867410"/>
                  </a:lnTo>
                  <a:close/>
                </a:path>
                <a:path w="11429" h="900429">
                  <a:moveTo>
                    <a:pt x="11430" y="863600"/>
                  </a:moveTo>
                  <a:lnTo>
                    <a:pt x="0" y="863600"/>
                  </a:lnTo>
                  <a:lnTo>
                    <a:pt x="0" y="866140"/>
                  </a:lnTo>
                  <a:lnTo>
                    <a:pt x="11430" y="866140"/>
                  </a:lnTo>
                  <a:lnTo>
                    <a:pt x="11430" y="863600"/>
                  </a:lnTo>
                  <a:close/>
                </a:path>
                <a:path w="11429" h="900429">
                  <a:moveTo>
                    <a:pt x="11430" y="861060"/>
                  </a:moveTo>
                  <a:lnTo>
                    <a:pt x="0" y="861060"/>
                  </a:lnTo>
                  <a:lnTo>
                    <a:pt x="0" y="862330"/>
                  </a:lnTo>
                  <a:lnTo>
                    <a:pt x="11430" y="862330"/>
                  </a:lnTo>
                  <a:lnTo>
                    <a:pt x="11430" y="861060"/>
                  </a:lnTo>
                  <a:close/>
                </a:path>
                <a:path w="11429" h="900429">
                  <a:moveTo>
                    <a:pt x="11430" y="855980"/>
                  </a:moveTo>
                  <a:lnTo>
                    <a:pt x="0" y="855980"/>
                  </a:lnTo>
                  <a:lnTo>
                    <a:pt x="0" y="859790"/>
                  </a:lnTo>
                  <a:lnTo>
                    <a:pt x="11430" y="859790"/>
                  </a:lnTo>
                  <a:lnTo>
                    <a:pt x="11430" y="855980"/>
                  </a:lnTo>
                  <a:close/>
                </a:path>
                <a:path w="11429" h="900429">
                  <a:moveTo>
                    <a:pt x="11430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1430" y="854710"/>
                  </a:lnTo>
                  <a:lnTo>
                    <a:pt x="11430" y="849630"/>
                  </a:lnTo>
                  <a:close/>
                </a:path>
                <a:path w="11429" h="900429">
                  <a:moveTo>
                    <a:pt x="11430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1430" y="848360"/>
                  </a:lnTo>
                  <a:lnTo>
                    <a:pt x="11430" y="843280"/>
                  </a:lnTo>
                  <a:close/>
                </a:path>
                <a:path w="11429" h="900429">
                  <a:moveTo>
                    <a:pt x="11430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1430" y="842010"/>
                  </a:lnTo>
                  <a:lnTo>
                    <a:pt x="11430" y="836930"/>
                  </a:lnTo>
                  <a:close/>
                </a:path>
                <a:path w="11429" h="900429">
                  <a:moveTo>
                    <a:pt x="1143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1430" y="835660"/>
                  </a:lnTo>
                  <a:lnTo>
                    <a:pt x="11430" y="830580"/>
                  </a:lnTo>
                  <a:close/>
                </a:path>
                <a:path w="11429" h="900429">
                  <a:moveTo>
                    <a:pt x="1143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1430" y="829310"/>
                  </a:lnTo>
                  <a:lnTo>
                    <a:pt x="11430" y="824230"/>
                  </a:lnTo>
                  <a:close/>
                </a:path>
                <a:path w="11429" h="900429">
                  <a:moveTo>
                    <a:pt x="1143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1430" y="822960"/>
                  </a:lnTo>
                  <a:lnTo>
                    <a:pt x="11430" y="817880"/>
                  </a:lnTo>
                  <a:close/>
                </a:path>
                <a:path w="11429" h="900429">
                  <a:moveTo>
                    <a:pt x="1143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30" y="816610"/>
                  </a:lnTo>
                  <a:lnTo>
                    <a:pt x="11430" y="811530"/>
                  </a:lnTo>
                  <a:close/>
                </a:path>
                <a:path w="11429" h="900429">
                  <a:moveTo>
                    <a:pt x="1143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30" y="810260"/>
                  </a:lnTo>
                  <a:lnTo>
                    <a:pt x="11430" y="805180"/>
                  </a:lnTo>
                  <a:close/>
                </a:path>
                <a:path w="11429" h="900429">
                  <a:moveTo>
                    <a:pt x="1143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30" y="803910"/>
                  </a:lnTo>
                  <a:lnTo>
                    <a:pt x="11430" y="798830"/>
                  </a:lnTo>
                  <a:close/>
                </a:path>
                <a:path w="11429" h="900429">
                  <a:moveTo>
                    <a:pt x="1143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30" y="797560"/>
                  </a:lnTo>
                  <a:lnTo>
                    <a:pt x="11430" y="792480"/>
                  </a:lnTo>
                  <a:close/>
                </a:path>
                <a:path w="11429" h="900429">
                  <a:moveTo>
                    <a:pt x="1143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30" y="791210"/>
                  </a:lnTo>
                  <a:lnTo>
                    <a:pt x="11430" y="786130"/>
                  </a:lnTo>
                  <a:close/>
                </a:path>
                <a:path w="11429" h="900429">
                  <a:moveTo>
                    <a:pt x="1143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30" y="784860"/>
                  </a:lnTo>
                  <a:lnTo>
                    <a:pt x="11430" y="779780"/>
                  </a:lnTo>
                  <a:close/>
                </a:path>
                <a:path w="11429" h="900429">
                  <a:moveTo>
                    <a:pt x="11430" y="772160"/>
                  </a:moveTo>
                  <a:lnTo>
                    <a:pt x="0" y="772160"/>
                  </a:lnTo>
                  <a:lnTo>
                    <a:pt x="0" y="778510"/>
                  </a:lnTo>
                  <a:lnTo>
                    <a:pt x="11430" y="778510"/>
                  </a:lnTo>
                  <a:lnTo>
                    <a:pt x="11430" y="772160"/>
                  </a:lnTo>
                  <a:close/>
                </a:path>
                <a:path w="11429" h="900429">
                  <a:moveTo>
                    <a:pt x="11430" y="768350"/>
                  </a:moveTo>
                  <a:lnTo>
                    <a:pt x="0" y="768350"/>
                  </a:lnTo>
                  <a:lnTo>
                    <a:pt x="0" y="770890"/>
                  </a:lnTo>
                  <a:lnTo>
                    <a:pt x="11430" y="770890"/>
                  </a:lnTo>
                  <a:lnTo>
                    <a:pt x="11430" y="768350"/>
                  </a:lnTo>
                  <a:close/>
                </a:path>
              </a:pathLst>
            </a:custGeom>
            <a:solidFill>
              <a:srgbClr val="747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67">
              <a:extLst>
                <a:ext uri="{FF2B5EF4-FFF2-40B4-BE49-F238E27FC236}">
                  <a16:creationId xmlns:a16="http://schemas.microsoft.com/office/drawing/2014/main" id="{D305CF3C-1CB0-F2F8-8CDB-61B069E44B2A}"/>
                </a:ext>
              </a:extLst>
            </p:cNvPr>
            <p:cNvSpPr/>
            <p:nvPr/>
          </p:nvSpPr>
          <p:spPr>
            <a:xfrm>
              <a:off x="4467225" y="5593079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h="125729">
                  <a:moveTo>
                    <a:pt x="0" y="0"/>
                  </a:moveTo>
                  <a:lnTo>
                    <a:pt x="0" y="125730"/>
                  </a:lnTo>
                </a:path>
              </a:pathLst>
            </a:custGeom>
            <a:ln w="11429">
              <a:solidFill>
                <a:srgbClr val="7474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68">
              <a:extLst>
                <a:ext uri="{FF2B5EF4-FFF2-40B4-BE49-F238E27FC236}">
                  <a16:creationId xmlns:a16="http://schemas.microsoft.com/office/drawing/2014/main" id="{DA467E17-DDB0-FDD2-AC09-EDF7AA19207D}"/>
                </a:ext>
              </a:extLst>
            </p:cNvPr>
            <p:cNvSpPr/>
            <p:nvPr/>
          </p:nvSpPr>
          <p:spPr>
            <a:xfrm>
              <a:off x="446151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29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29" y="64134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69">
              <a:extLst>
                <a:ext uri="{FF2B5EF4-FFF2-40B4-BE49-F238E27FC236}">
                  <a16:creationId xmlns:a16="http://schemas.microsoft.com/office/drawing/2014/main" id="{BDA5D185-3B4E-1066-AD6B-24233EEEC1F5}"/>
                </a:ext>
              </a:extLst>
            </p:cNvPr>
            <p:cNvSpPr/>
            <p:nvPr/>
          </p:nvSpPr>
          <p:spPr>
            <a:xfrm>
              <a:off x="4467225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1429">
              <a:solidFill>
                <a:srgbClr val="74749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0">
              <a:extLst>
                <a:ext uri="{FF2B5EF4-FFF2-40B4-BE49-F238E27FC236}">
                  <a16:creationId xmlns:a16="http://schemas.microsoft.com/office/drawing/2014/main" id="{C9B7BB71-C850-F281-85F3-EC3B35553CC4}"/>
                </a:ext>
              </a:extLst>
            </p:cNvPr>
            <p:cNvSpPr/>
            <p:nvPr/>
          </p:nvSpPr>
          <p:spPr>
            <a:xfrm>
              <a:off x="4478020" y="5593079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h="125729">
                  <a:moveTo>
                    <a:pt x="0" y="0"/>
                  </a:moveTo>
                  <a:lnTo>
                    <a:pt x="0" y="125730"/>
                  </a:lnTo>
                </a:path>
              </a:pathLst>
            </a:custGeom>
            <a:ln w="10160">
              <a:solidFill>
                <a:srgbClr val="73739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1">
              <a:extLst>
                <a:ext uri="{FF2B5EF4-FFF2-40B4-BE49-F238E27FC236}">
                  <a16:creationId xmlns:a16="http://schemas.microsoft.com/office/drawing/2014/main" id="{39AD1424-040B-867C-0AAB-3D952180571B}"/>
                </a:ext>
              </a:extLst>
            </p:cNvPr>
            <p:cNvSpPr/>
            <p:nvPr/>
          </p:nvSpPr>
          <p:spPr>
            <a:xfrm>
              <a:off x="447294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2">
              <a:extLst>
                <a:ext uri="{FF2B5EF4-FFF2-40B4-BE49-F238E27FC236}">
                  <a16:creationId xmlns:a16="http://schemas.microsoft.com/office/drawing/2014/main" id="{045B1826-3609-ED18-1E6F-2479325E50A3}"/>
                </a:ext>
              </a:extLst>
            </p:cNvPr>
            <p:cNvSpPr/>
            <p:nvPr/>
          </p:nvSpPr>
          <p:spPr>
            <a:xfrm>
              <a:off x="4478020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0160">
              <a:solidFill>
                <a:srgbClr val="737397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3">
              <a:extLst>
                <a:ext uri="{FF2B5EF4-FFF2-40B4-BE49-F238E27FC236}">
                  <a16:creationId xmlns:a16="http://schemas.microsoft.com/office/drawing/2014/main" id="{B3FDE8D1-F30D-862E-F71F-432B0D3567C9}"/>
                </a:ext>
              </a:extLst>
            </p:cNvPr>
            <p:cNvSpPr/>
            <p:nvPr/>
          </p:nvSpPr>
          <p:spPr>
            <a:xfrm>
              <a:off x="4488815" y="5593079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h="125729">
                  <a:moveTo>
                    <a:pt x="0" y="0"/>
                  </a:moveTo>
                  <a:lnTo>
                    <a:pt x="0" y="125730"/>
                  </a:lnTo>
                </a:path>
              </a:pathLst>
            </a:custGeom>
            <a:ln w="11429">
              <a:solidFill>
                <a:srgbClr val="72729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4">
              <a:extLst>
                <a:ext uri="{FF2B5EF4-FFF2-40B4-BE49-F238E27FC236}">
                  <a16:creationId xmlns:a16="http://schemas.microsoft.com/office/drawing/2014/main" id="{403A5C5F-31FC-F28B-4710-104B9463835E}"/>
                </a:ext>
              </a:extLst>
            </p:cNvPr>
            <p:cNvSpPr/>
            <p:nvPr/>
          </p:nvSpPr>
          <p:spPr>
            <a:xfrm>
              <a:off x="448310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29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29" y="64134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727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5">
              <a:extLst>
                <a:ext uri="{FF2B5EF4-FFF2-40B4-BE49-F238E27FC236}">
                  <a16:creationId xmlns:a16="http://schemas.microsoft.com/office/drawing/2014/main" id="{C65EDCAF-2AB0-9B21-5786-4B38CCD621C0}"/>
                </a:ext>
              </a:extLst>
            </p:cNvPr>
            <p:cNvSpPr/>
            <p:nvPr/>
          </p:nvSpPr>
          <p:spPr>
            <a:xfrm>
              <a:off x="4488815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1429">
              <a:solidFill>
                <a:srgbClr val="727296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6">
              <a:extLst>
                <a:ext uri="{FF2B5EF4-FFF2-40B4-BE49-F238E27FC236}">
                  <a16:creationId xmlns:a16="http://schemas.microsoft.com/office/drawing/2014/main" id="{5D984014-A4D0-A2C2-7C5F-62641337779D}"/>
                </a:ext>
              </a:extLst>
            </p:cNvPr>
            <p:cNvSpPr/>
            <p:nvPr/>
          </p:nvSpPr>
          <p:spPr>
            <a:xfrm>
              <a:off x="4499610" y="5593079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h="125729">
                  <a:moveTo>
                    <a:pt x="0" y="0"/>
                  </a:moveTo>
                  <a:lnTo>
                    <a:pt x="0" y="125730"/>
                  </a:lnTo>
                </a:path>
              </a:pathLst>
            </a:custGeom>
            <a:ln w="10160">
              <a:solidFill>
                <a:srgbClr val="7272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77">
              <a:extLst>
                <a:ext uri="{FF2B5EF4-FFF2-40B4-BE49-F238E27FC236}">
                  <a16:creationId xmlns:a16="http://schemas.microsoft.com/office/drawing/2014/main" id="{7BF752F9-AF48-E1B9-6B04-8F219B6BE521}"/>
                </a:ext>
              </a:extLst>
            </p:cNvPr>
            <p:cNvSpPr/>
            <p:nvPr/>
          </p:nvSpPr>
          <p:spPr>
            <a:xfrm>
              <a:off x="449453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78">
              <a:extLst>
                <a:ext uri="{FF2B5EF4-FFF2-40B4-BE49-F238E27FC236}">
                  <a16:creationId xmlns:a16="http://schemas.microsoft.com/office/drawing/2014/main" id="{A32FFE61-7899-EA5D-998A-15125D808123}"/>
                </a:ext>
              </a:extLst>
            </p:cNvPr>
            <p:cNvSpPr/>
            <p:nvPr/>
          </p:nvSpPr>
          <p:spPr>
            <a:xfrm>
              <a:off x="4499610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0160">
              <a:solidFill>
                <a:srgbClr val="72729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79">
              <a:extLst>
                <a:ext uri="{FF2B5EF4-FFF2-40B4-BE49-F238E27FC236}">
                  <a16:creationId xmlns:a16="http://schemas.microsoft.com/office/drawing/2014/main" id="{4036A358-F5FA-8D46-3D8E-CE218CB6004F}"/>
                </a:ext>
              </a:extLst>
            </p:cNvPr>
            <p:cNvSpPr/>
            <p:nvPr/>
          </p:nvSpPr>
          <p:spPr>
            <a:xfrm>
              <a:off x="4510405" y="5593079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h="125729">
                  <a:moveTo>
                    <a:pt x="0" y="0"/>
                  </a:moveTo>
                  <a:lnTo>
                    <a:pt x="0" y="125730"/>
                  </a:lnTo>
                </a:path>
              </a:pathLst>
            </a:custGeom>
            <a:ln w="11430">
              <a:solidFill>
                <a:srgbClr val="71719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0">
              <a:extLst>
                <a:ext uri="{FF2B5EF4-FFF2-40B4-BE49-F238E27FC236}">
                  <a16:creationId xmlns:a16="http://schemas.microsoft.com/office/drawing/2014/main" id="{ECCDCD1A-87C7-7101-F83E-90A5E318589B}"/>
                </a:ext>
              </a:extLst>
            </p:cNvPr>
            <p:cNvSpPr/>
            <p:nvPr/>
          </p:nvSpPr>
          <p:spPr>
            <a:xfrm>
              <a:off x="450469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3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30" y="64134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1">
              <a:extLst>
                <a:ext uri="{FF2B5EF4-FFF2-40B4-BE49-F238E27FC236}">
                  <a16:creationId xmlns:a16="http://schemas.microsoft.com/office/drawing/2014/main" id="{2DAD3E22-F995-B31C-B71F-6EC83CDB2D4B}"/>
                </a:ext>
              </a:extLst>
            </p:cNvPr>
            <p:cNvSpPr/>
            <p:nvPr/>
          </p:nvSpPr>
          <p:spPr>
            <a:xfrm>
              <a:off x="4510405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1430">
              <a:solidFill>
                <a:srgbClr val="71719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2">
              <a:extLst>
                <a:ext uri="{FF2B5EF4-FFF2-40B4-BE49-F238E27FC236}">
                  <a16:creationId xmlns:a16="http://schemas.microsoft.com/office/drawing/2014/main" id="{4C52490A-47C7-EFE1-E920-ED7276BDD00F}"/>
                </a:ext>
              </a:extLst>
            </p:cNvPr>
            <p:cNvSpPr/>
            <p:nvPr/>
          </p:nvSpPr>
          <p:spPr>
            <a:xfrm>
              <a:off x="4516120" y="5591809"/>
              <a:ext cx="11430" cy="901700"/>
            </a:xfrm>
            <a:custGeom>
              <a:avLst/>
              <a:gdLst/>
              <a:ahLst/>
              <a:cxnLst/>
              <a:rect l="l" t="t" r="r" b="b"/>
              <a:pathLst>
                <a:path w="11429" h="901700">
                  <a:moveTo>
                    <a:pt x="1142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90170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90170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901700">
                  <a:moveTo>
                    <a:pt x="11429" y="10160"/>
                  </a:moveTo>
                  <a:lnTo>
                    <a:pt x="0" y="1016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60"/>
                  </a:lnTo>
                  <a:close/>
                </a:path>
                <a:path w="11429" h="90170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90170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90170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90170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90170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90170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90170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90170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90170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901700">
                  <a:moveTo>
                    <a:pt x="11429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1910"/>
                  </a:lnTo>
                  <a:close/>
                </a:path>
                <a:path w="11429" h="90170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90170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90170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90170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901700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90170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901700">
                  <a:moveTo>
                    <a:pt x="1142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7309"/>
                  </a:lnTo>
                  <a:close/>
                </a:path>
                <a:path w="11429" h="90170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901700">
                  <a:moveTo>
                    <a:pt x="11429" y="80009"/>
                  </a:moveTo>
                  <a:lnTo>
                    <a:pt x="0" y="8000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0009"/>
                  </a:lnTo>
                  <a:close/>
                </a:path>
                <a:path w="11429" h="901700">
                  <a:moveTo>
                    <a:pt x="1142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8900"/>
                  </a:lnTo>
                  <a:close/>
                </a:path>
                <a:path w="11429" h="901700">
                  <a:moveTo>
                    <a:pt x="11429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5250"/>
                  </a:lnTo>
                  <a:close/>
                </a:path>
                <a:path w="11429" h="901700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901700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901700">
                  <a:moveTo>
                    <a:pt x="11429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7950"/>
                  </a:lnTo>
                  <a:close/>
                </a:path>
                <a:path w="11429" h="901700">
                  <a:moveTo>
                    <a:pt x="11429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11759"/>
                  </a:lnTo>
                  <a:close/>
                </a:path>
                <a:path w="11429" h="901700">
                  <a:moveTo>
                    <a:pt x="11429" y="114300"/>
                  </a:moveTo>
                  <a:lnTo>
                    <a:pt x="0" y="114300"/>
                  </a:lnTo>
                  <a:lnTo>
                    <a:pt x="0" y="124459"/>
                  </a:lnTo>
                  <a:lnTo>
                    <a:pt x="11429" y="124459"/>
                  </a:lnTo>
                  <a:lnTo>
                    <a:pt x="11429" y="114300"/>
                  </a:lnTo>
                  <a:close/>
                </a:path>
                <a:path w="11429" h="901700">
                  <a:moveTo>
                    <a:pt x="11429" y="124460"/>
                  </a:moveTo>
                  <a:lnTo>
                    <a:pt x="0" y="124460"/>
                  </a:lnTo>
                  <a:lnTo>
                    <a:pt x="0" y="126999"/>
                  </a:lnTo>
                  <a:lnTo>
                    <a:pt x="11429" y="126999"/>
                  </a:lnTo>
                  <a:lnTo>
                    <a:pt x="11429" y="124460"/>
                  </a:lnTo>
                  <a:close/>
                </a:path>
                <a:path w="11429" h="901700">
                  <a:moveTo>
                    <a:pt x="11429" y="127000"/>
                  </a:moveTo>
                  <a:lnTo>
                    <a:pt x="0" y="127000"/>
                  </a:lnTo>
                  <a:lnTo>
                    <a:pt x="0" y="768349"/>
                  </a:lnTo>
                  <a:lnTo>
                    <a:pt x="11429" y="768349"/>
                  </a:lnTo>
                  <a:lnTo>
                    <a:pt x="11429" y="127000"/>
                  </a:lnTo>
                  <a:close/>
                </a:path>
                <a:path w="11429" h="901700">
                  <a:moveTo>
                    <a:pt x="11429" y="900429"/>
                  </a:moveTo>
                  <a:lnTo>
                    <a:pt x="0" y="900429"/>
                  </a:lnTo>
                  <a:lnTo>
                    <a:pt x="0" y="901699"/>
                  </a:lnTo>
                  <a:lnTo>
                    <a:pt x="11429" y="901699"/>
                  </a:lnTo>
                  <a:lnTo>
                    <a:pt x="11429" y="900429"/>
                  </a:lnTo>
                  <a:close/>
                </a:path>
                <a:path w="11429" h="901700">
                  <a:moveTo>
                    <a:pt x="11429" y="896619"/>
                  </a:moveTo>
                  <a:lnTo>
                    <a:pt x="0" y="896619"/>
                  </a:lnTo>
                  <a:lnTo>
                    <a:pt x="0" y="899159"/>
                  </a:lnTo>
                  <a:lnTo>
                    <a:pt x="11429" y="899159"/>
                  </a:lnTo>
                  <a:lnTo>
                    <a:pt x="11429" y="896619"/>
                  </a:lnTo>
                  <a:close/>
                </a:path>
                <a:path w="11429" h="901700">
                  <a:moveTo>
                    <a:pt x="11429" y="894079"/>
                  </a:moveTo>
                  <a:lnTo>
                    <a:pt x="0" y="894079"/>
                  </a:lnTo>
                  <a:lnTo>
                    <a:pt x="0" y="895349"/>
                  </a:lnTo>
                  <a:lnTo>
                    <a:pt x="11429" y="895349"/>
                  </a:lnTo>
                  <a:lnTo>
                    <a:pt x="11429" y="894079"/>
                  </a:lnTo>
                  <a:close/>
                </a:path>
                <a:path w="11429" h="901700">
                  <a:moveTo>
                    <a:pt x="11429" y="890269"/>
                  </a:moveTo>
                  <a:lnTo>
                    <a:pt x="0" y="890269"/>
                  </a:lnTo>
                  <a:lnTo>
                    <a:pt x="0" y="892809"/>
                  </a:lnTo>
                  <a:lnTo>
                    <a:pt x="11429" y="892809"/>
                  </a:lnTo>
                  <a:lnTo>
                    <a:pt x="11429" y="890269"/>
                  </a:lnTo>
                  <a:close/>
                </a:path>
                <a:path w="11429" h="901700">
                  <a:moveTo>
                    <a:pt x="11429" y="887730"/>
                  </a:moveTo>
                  <a:lnTo>
                    <a:pt x="0" y="887730"/>
                  </a:lnTo>
                  <a:lnTo>
                    <a:pt x="0" y="888999"/>
                  </a:lnTo>
                  <a:lnTo>
                    <a:pt x="11429" y="888999"/>
                  </a:lnTo>
                  <a:lnTo>
                    <a:pt x="11429" y="887730"/>
                  </a:lnTo>
                  <a:close/>
                </a:path>
                <a:path w="11429" h="901700">
                  <a:moveTo>
                    <a:pt x="11429" y="883920"/>
                  </a:moveTo>
                  <a:lnTo>
                    <a:pt x="0" y="883920"/>
                  </a:lnTo>
                  <a:lnTo>
                    <a:pt x="0" y="886459"/>
                  </a:lnTo>
                  <a:lnTo>
                    <a:pt x="11429" y="886459"/>
                  </a:lnTo>
                  <a:lnTo>
                    <a:pt x="11429" y="883920"/>
                  </a:lnTo>
                  <a:close/>
                </a:path>
                <a:path w="11429" h="901700">
                  <a:moveTo>
                    <a:pt x="11429" y="881379"/>
                  </a:moveTo>
                  <a:lnTo>
                    <a:pt x="0" y="881379"/>
                  </a:lnTo>
                  <a:lnTo>
                    <a:pt x="0" y="882649"/>
                  </a:lnTo>
                  <a:lnTo>
                    <a:pt x="11429" y="882649"/>
                  </a:lnTo>
                  <a:lnTo>
                    <a:pt x="11429" y="881379"/>
                  </a:lnTo>
                  <a:close/>
                </a:path>
                <a:path w="11429" h="901700">
                  <a:moveTo>
                    <a:pt x="11429" y="877569"/>
                  </a:moveTo>
                  <a:lnTo>
                    <a:pt x="0" y="877569"/>
                  </a:lnTo>
                  <a:lnTo>
                    <a:pt x="0" y="880109"/>
                  </a:lnTo>
                  <a:lnTo>
                    <a:pt x="11429" y="880109"/>
                  </a:lnTo>
                  <a:lnTo>
                    <a:pt x="11429" y="877569"/>
                  </a:lnTo>
                  <a:close/>
                </a:path>
                <a:path w="11429" h="901700">
                  <a:moveTo>
                    <a:pt x="11429" y="875029"/>
                  </a:moveTo>
                  <a:lnTo>
                    <a:pt x="0" y="875029"/>
                  </a:lnTo>
                  <a:lnTo>
                    <a:pt x="0" y="876299"/>
                  </a:lnTo>
                  <a:lnTo>
                    <a:pt x="11429" y="876299"/>
                  </a:lnTo>
                  <a:lnTo>
                    <a:pt x="11429" y="875029"/>
                  </a:lnTo>
                  <a:close/>
                </a:path>
                <a:path w="11429" h="901700">
                  <a:moveTo>
                    <a:pt x="11429" y="871219"/>
                  </a:moveTo>
                  <a:lnTo>
                    <a:pt x="0" y="871219"/>
                  </a:lnTo>
                  <a:lnTo>
                    <a:pt x="0" y="873759"/>
                  </a:lnTo>
                  <a:lnTo>
                    <a:pt x="11429" y="873759"/>
                  </a:lnTo>
                  <a:lnTo>
                    <a:pt x="11429" y="871219"/>
                  </a:lnTo>
                  <a:close/>
                </a:path>
                <a:path w="11429" h="901700">
                  <a:moveTo>
                    <a:pt x="11429" y="868679"/>
                  </a:moveTo>
                  <a:lnTo>
                    <a:pt x="0" y="868679"/>
                  </a:lnTo>
                  <a:lnTo>
                    <a:pt x="0" y="869949"/>
                  </a:lnTo>
                  <a:lnTo>
                    <a:pt x="11429" y="869949"/>
                  </a:lnTo>
                  <a:lnTo>
                    <a:pt x="11429" y="868679"/>
                  </a:lnTo>
                  <a:close/>
                </a:path>
                <a:path w="11429" h="901700">
                  <a:moveTo>
                    <a:pt x="11429" y="864869"/>
                  </a:moveTo>
                  <a:lnTo>
                    <a:pt x="0" y="864869"/>
                  </a:lnTo>
                  <a:lnTo>
                    <a:pt x="0" y="867409"/>
                  </a:lnTo>
                  <a:lnTo>
                    <a:pt x="11429" y="867409"/>
                  </a:lnTo>
                  <a:lnTo>
                    <a:pt x="11429" y="864869"/>
                  </a:lnTo>
                  <a:close/>
                </a:path>
                <a:path w="11429" h="901700">
                  <a:moveTo>
                    <a:pt x="11429" y="862329"/>
                  </a:moveTo>
                  <a:lnTo>
                    <a:pt x="0" y="862329"/>
                  </a:lnTo>
                  <a:lnTo>
                    <a:pt x="0" y="863599"/>
                  </a:lnTo>
                  <a:lnTo>
                    <a:pt x="11429" y="863599"/>
                  </a:lnTo>
                  <a:lnTo>
                    <a:pt x="11429" y="862329"/>
                  </a:lnTo>
                  <a:close/>
                </a:path>
                <a:path w="11429" h="901700">
                  <a:moveTo>
                    <a:pt x="11429" y="857249"/>
                  </a:moveTo>
                  <a:lnTo>
                    <a:pt x="0" y="857249"/>
                  </a:lnTo>
                  <a:lnTo>
                    <a:pt x="0" y="861059"/>
                  </a:lnTo>
                  <a:lnTo>
                    <a:pt x="11429" y="861059"/>
                  </a:lnTo>
                  <a:lnTo>
                    <a:pt x="11429" y="857249"/>
                  </a:lnTo>
                  <a:close/>
                </a:path>
                <a:path w="11429" h="901700">
                  <a:moveTo>
                    <a:pt x="1142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29" y="855979"/>
                  </a:lnTo>
                  <a:lnTo>
                    <a:pt x="11429" y="850899"/>
                  </a:lnTo>
                  <a:close/>
                </a:path>
                <a:path w="11429" h="901700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901700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901700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901700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901700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901700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901700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901700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901700">
                  <a:moveTo>
                    <a:pt x="11429" y="793749"/>
                  </a:moveTo>
                  <a:lnTo>
                    <a:pt x="0" y="793749"/>
                  </a:lnTo>
                  <a:lnTo>
                    <a:pt x="0" y="798830"/>
                  </a:lnTo>
                  <a:lnTo>
                    <a:pt x="11429" y="798830"/>
                  </a:lnTo>
                  <a:lnTo>
                    <a:pt x="11429" y="793749"/>
                  </a:lnTo>
                  <a:close/>
                </a:path>
                <a:path w="11429" h="901700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901700">
                  <a:moveTo>
                    <a:pt x="1142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29" y="786130"/>
                  </a:lnTo>
                  <a:lnTo>
                    <a:pt x="11429" y="781049"/>
                  </a:lnTo>
                  <a:close/>
                </a:path>
                <a:path w="11429" h="901700">
                  <a:moveTo>
                    <a:pt x="11429" y="773429"/>
                  </a:moveTo>
                  <a:lnTo>
                    <a:pt x="0" y="773429"/>
                  </a:lnTo>
                  <a:lnTo>
                    <a:pt x="0" y="779779"/>
                  </a:lnTo>
                  <a:lnTo>
                    <a:pt x="11429" y="779779"/>
                  </a:lnTo>
                  <a:lnTo>
                    <a:pt x="11429" y="773429"/>
                  </a:lnTo>
                  <a:close/>
                </a:path>
                <a:path w="11429" h="901700">
                  <a:moveTo>
                    <a:pt x="11429" y="769619"/>
                  </a:moveTo>
                  <a:lnTo>
                    <a:pt x="0" y="769619"/>
                  </a:lnTo>
                  <a:lnTo>
                    <a:pt x="0" y="772159"/>
                  </a:lnTo>
                  <a:lnTo>
                    <a:pt x="11429" y="772159"/>
                  </a:lnTo>
                  <a:lnTo>
                    <a:pt x="11429" y="769619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3">
              <a:extLst>
                <a:ext uri="{FF2B5EF4-FFF2-40B4-BE49-F238E27FC236}">
                  <a16:creationId xmlns:a16="http://schemas.microsoft.com/office/drawing/2014/main" id="{07D83319-376F-58E6-FB39-ED54640C5501}"/>
                </a:ext>
              </a:extLst>
            </p:cNvPr>
            <p:cNvSpPr/>
            <p:nvPr/>
          </p:nvSpPr>
          <p:spPr>
            <a:xfrm>
              <a:off x="4532630" y="559180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6999"/>
                  </a:lnTo>
                </a:path>
              </a:pathLst>
            </a:custGeom>
            <a:ln w="10160">
              <a:solidFill>
                <a:srgbClr val="6F6F9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4">
              <a:extLst>
                <a:ext uri="{FF2B5EF4-FFF2-40B4-BE49-F238E27FC236}">
                  <a16:creationId xmlns:a16="http://schemas.microsoft.com/office/drawing/2014/main" id="{4A8B99CF-2581-1FF8-052A-5B3D14668ED7}"/>
                </a:ext>
              </a:extLst>
            </p:cNvPr>
            <p:cNvSpPr/>
            <p:nvPr/>
          </p:nvSpPr>
          <p:spPr>
            <a:xfrm>
              <a:off x="452755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5">
              <a:extLst>
                <a:ext uri="{FF2B5EF4-FFF2-40B4-BE49-F238E27FC236}">
                  <a16:creationId xmlns:a16="http://schemas.microsoft.com/office/drawing/2014/main" id="{2F8AF049-B92C-7DC1-A231-8AB091B807FD}"/>
                </a:ext>
              </a:extLst>
            </p:cNvPr>
            <p:cNvSpPr/>
            <p:nvPr/>
          </p:nvSpPr>
          <p:spPr>
            <a:xfrm>
              <a:off x="4532630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0160">
              <a:solidFill>
                <a:srgbClr val="6F6F92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6">
              <a:extLst>
                <a:ext uri="{FF2B5EF4-FFF2-40B4-BE49-F238E27FC236}">
                  <a16:creationId xmlns:a16="http://schemas.microsoft.com/office/drawing/2014/main" id="{0779AC88-316F-A07B-946C-3BDF03EFC6BC}"/>
                </a:ext>
              </a:extLst>
            </p:cNvPr>
            <p:cNvSpPr/>
            <p:nvPr/>
          </p:nvSpPr>
          <p:spPr>
            <a:xfrm>
              <a:off x="4543425" y="5590539"/>
              <a:ext cx="0" cy="128270"/>
            </a:xfrm>
            <a:custGeom>
              <a:avLst/>
              <a:gdLst/>
              <a:ahLst/>
              <a:cxnLst/>
              <a:rect l="l" t="t" r="r" b="b"/>
              <a:pathLst>
                <a:path h="128270">
                  <a:moveTo>
                    <a:pt x="0" y="0"/>
                  </a:moveTo>
                  <a:lnTo>
                    <a:pt x="0" y="128270"/>
                  </a:lnTo>
                </a:path>
              </a:pathLst>
            </a:custGeom>
            <a:ln w="11429">
              <a:solidFill>
                <a:srgbClr val="6F6F9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87">
              <a:extLst>
                <a:ext uri="{FF2B5EF4-FFF2-40B4-BE49-F238E27FC236}">
                  <a16:creationId xmlns:a16="http://schemas.microsoft.com/office/drawing/2014/main" id="{A7433CA6-7D29-34F6-7641-B1C14988CA14}"/>
                </a:ext>
              </a:extLst>
            </p:cNvPr>
            <p:cNvSpPr/>
            <p:nvPr/>
          </p:nvSpPr>
          <p:spPr>
            <a:xfrm>
              <a:off x="453771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29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29" y="64134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88">
              <a:extLst>
                <a:ext uri="{FF2B5EF4-FFF2-40B4-BE49-F238E27FC236}">
                  <a16:creationId xmlns:a16="http://schemas.microsoft.com/office/drawing/2014/main" id="{7F54F142-387D-8917-BE23-69A53F828C7F}"/>
                </a:ext>
              </a:extLst>
            </p:cNvPr>
            <p:cNvSpPr/>
            <p:nvPr/>
          </p:nvSpPr>
          <p:spPr>
            <a:xfrm>
              <a:off x="4543425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1429">
              <a:solidFill>
                <a:srgbClr val="6F6F9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89">
              <a:extLst>
                <a:ext uri="{FF2B5EF4-FFF2-40B4-BE49-F238E27FC236}">
                  <a16:creationId xmlns:a16="http://schemas.microsoft.com/office/drawing/2014/main" id="{E2A15AD2-1D7C-5D73-66A5-63CECFAD8195}"/>
                </a:ext>
              </a:extLst>
            </p:cNvPr>
            <p:cNvSpPr/>
            <p:nvPr/>
          </p:nvSpPr>
          <p:spPr>
            <a:xfrm>
              <a:off x="4554220" y="559180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6999"/>
                  </a:lnTo>
                </a:path>
              </a:pathLst>
            </a:custGeom>
            <a:ln w="10160">
              <a:solidFill>
                <a:srgbClr val="6D6D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0">
              <a:extLst>
                <a:ext uri="{FF2B5EF4-FFF2-40B4-BE49-F238E27FC236}">
                  <a16:creationId xmlns:a16="http://schemas.microsoft.com/office/drawing/2014/main" id="{814BEF03-ED19-7C34-7F07-FD4024D4984D}"/>
                </a:ext>
              </a:extLst>
            </p:cNvPr>
            <p:cNvSpPr/>
            <p:nvPr/>
          </p:nvSpPr>
          <p:spPr>
            <a:xfrm>
              <a:off x="454914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D6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1">
              <a:extLst>
                <a:ext uri="{FF2B5EF4-FFF2-40B4-BE49-F238E27FC236}">
                  <a16:creationId xmlns:a16="http://schemas.microsoft.com/office/drawing/2014/main" id="{7FDE95E9-3E02-9B20-6613-06503C56F4B8}"/>
                </a:ext>
              </a:extLst>
            </p:cNvPr>
            <p:cNvSpPr/>
            <p:nvPr/>
          </p:nvSpPr>
          <p:spPr>
            <a:xfrm>
              <a:off x="4554220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0160">
              <a:solidFill>
                <a:srgbClr val="6D6D8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2">
              <a:extLst>
                <a:ext uri="{FF2B5EF4-FFF2-40B4-BE49-F238E27FC236}">
                  <a16:creationId xmlns:a16="http://schemas.microsoft.com/office/drawing/2014/main" id="{B0DF55AA-8310-C5EA-C1B8-5082A25FAF60}"/>
                </a:ext>
              </a:extLst>
            </p:cNvPr>
            <p:cNvSpPr/>
            <p:nvPr/>
          </p:nvSpPr>
          <p:spPr>
            <a:xfrm>
              <a:off x="4565015" y="559180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6999"/>
                  </a:lnTo>
                </a:path>
              </a:pathLst>
            </a:custGeom>
            <a:ln w="11429">
              <a:solidFill>
                <a:srgbClr val="6E6E9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3">
              <a:extLst>
                <a:ext uri="{FF2B5EF4-FFF2-40B4-BE49-F238E27FC236}">
                  <a16:creationId xmlns:a16="http://schemas.microsoft.com/office/drawing/2014/main" id="{2977169E-3E9C-22AA-E336-D310567711A6}"/>
                </a:ext>
              </a:extLst>
            </p:cNvPr>
            <p:cNvSpPr/>
            <p:nvPr/>
          </p:nvSpPr>
          <p:spPr>
            <a:xfrm>
              <a:off x="455930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29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29" y="64134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6E6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4">
              <a:extLst>
                <a:ext uri="{FF2B5EF4-FFF2-40B4-BE49-F238E27FC236}">
                  <a16:creationId xmlns:a16="http://schemas.microsoft.com/office/drawing/2014/main" id="{D7CC057C-9AAF-8150-F118-8B6F625CF9C4}"/>
                </a:ext>
              </a:extLst>
            </p:cNvPr>
            <p:cNvSpPr/>
            <p:nvPr/>
          </p:nvSpPr>
          <p:spPr>
            <a:xfrm>
              <a:off x="4565015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1429">
              <a:solidFill>
                <a:srgbClr val="6E6E9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5">
              <a:extLst>
                <a:ext uri="{FF2B5EF4-FFF2-40B4-BE49-F238E27FC236}">
                  <a16:creationId xmlns:a16="http://schemas.microsoft.com/office/drawing/2014/main" id="{FF603906-863B-B7D0-FE95-F081D3261DAF}"/>
                </a:ext>
              </a:extLst>
            </p:cNvPr>
            <p:cNvSpPr/>
            <p:nvPr/>
          </p:nvSpPr>
          <p:spPr>
            <a:xfrm>
              <a:off x="4575810" y="559180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6999"/>
                  </a:lnTo>
                </a:path>
              </a:pathLst>
            </a:custGeom>
            <a:ln w="10160">
              <a:solidFill>
                <a:srgbClr val="6F6F9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6">
              <a:extLst>
                <a:ext uri="{FF2B5EF4-FFF2-40B4-BE49-F238E27FC236}">
                  <a16:creationId xmlns:a16="http://schemas.microsoft.com/office/drawing/2014/main" id="{68EFC334-95B2-7CDB-6FFB-E45A6425A2EF}"/>
                </a:ext>
              </a:extLst>
            </p:cNvPr>
            <p:cNvSpPr/>
            <p:nvPr/>
          </p:nvSpPr>
          <p:spPr>
            <a:xfrm>
              <a:off x="457073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897">
              <a:extLst>
                <a:ext uri="{FF2B5EF4-FFF2-40B4-BE49-F238E27FC236}">
                  <a16:creationId xmlns:a16="http://schemas.microsoft.com/office/drawing/2014/main" id="{7A1EF4A2-DC45-1444-CBB6-00DD902640A6}"/>
                </a:ext>
              </a:extLst>
            </p:cNvPr>
            <p:cNvSpPr/>
            <p:nvPr/>
          </p:nvSpPr>
          <p:spPr>
            <a:xfrm>
              <a:off x="4575810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0160">
              <a:solidFill>
                <a:srgbClr val="6F6F9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898">
              <a:extLst>
                <a:ext uri="{FF2B5EF4-FFF2-40B4-BE49-F238E27FC236}">
                  <a16:creationId xmlns:a16="http://schemas.microsoft.com/office/drawing/2014/main" id="{1B3A6098-AD62-2605-AA32-32CE26AB9803}"/>
                </a:ext>
              </a:extLst>
            </p:cNvPr>
            <p:cNvSpPr/>
            <p:nvPr/>
          </p:nvSpPr>
          <p:spPr>
            <a:xfrm>
              <a:off x="4586605" y="559180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6999"/>
                  </a:lnTo>
                </a:path>
              </a:pathLst>
            </a:custGeom>
            <a:ln w="11430">
              <a:solidFill>
                <a:srgbClr val="6F6F9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899">
              <a:extLst>
                <a:ext uri="{FF2B5EF4-FFF2-40B4-BE49-F238E27FC236}">
                  <a16:creationId xmlns:a16="http://schemas.microsoft.com/office/drawing/2014/main" id="{F40B3079-F8D9-97E1-32A1-EAE9BDB724B8}"/>
                </a:ext>
              </a:extLst>
            </p:cNvPr>
            <p:cNvSpPr/>
            <p:nvPr/>
          </p:nvSpPr>
          <p:spPr>
            <a:xfrm>
              <a:off x="458089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3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30" y="64134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0">
              <a:extLst>
                <a:ext uri="{FF2B5EF4-FFF2-40B4-BE49-F238E27FC236}">
                  <a16:creationId xmlns:a16="http://schemas.microsoft.com/office/drawing/2014/main" id="{7ADD2BD6-8EAA-9B05-DAC3-BB9CEBDB23CE}"/>
                </a:ext>
              </a:extLst>
            </p:cNvPr>
            <p:cNvSpPr/>
            <p:nvPr/>
          </p:nvSpPr>
          <p:spPr>
            <a:xfrm>
              <a:off x="4586605" y="6361429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1430">
              <a:solidFill>
                <a:srgbClr val="6F6F92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1">
              <a:extLst>
                <a:ext uri="{FF2B5EF4-FFF2-40B4-BE49-F238E27FC236}">
                  <a16:creationId xmlns:a16="http://schemas.microsoft.com/office/drawing/2014/main" id="{5E98B36A-35A0-2D23-F53A-AFD9B11AF8B0}"/>
                </a:ext>
              </a:extLst>
            </p:cNvPr>
            <p:cNvSpPr/>
            <p:nvPr/>
          </p:nvSpPr>
          <p:spPr>
            <a:xfrm>
              <a:off x="4592320" y="5591809"/>
              <a:ext cx="10160" cy="901700"/>
            </a:xfrm>
            <a:custGeom>
              <a:avLst/>
              <a:gdLst/>
              <a:ahLst/>
              <a:cxnLst/>
              <a:rect l="l" t="t" r="r" b="b"/>
              <a:pathLst>
                <a:path w="10160" h="901700">
                  <a:moveTo>
                    <a:pt x="101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0159" y="3809"/>
                  </a:lnTo>
                  <a:lnTo>
                    <a:pt x="10159" y="0"/>
                  </a:lnTo>
                  <a:close/>
                </a:path>
                <a:path w="10160" h="901700">
                  <a:moveTo>
                    <a:pt x="1015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0159" y="6349"/>
                  </a:lnTo>
                  <a:lnTo>
                    <a:pt x="10159" y="3809"/>
                  </a:lnTo>
                  <a:close/>
                </a:path>
                <a:path w="10160" h="901700">
                  <a:moveTo>
                    <a:pt x="1015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59" y="10159"/>
                  </a:lnTo>
                  <a:lnTo>
                    <a:pt x="10159" y="6350"/>
                  </a:lnTo>
                  <a:close/>
                </a:path>
                <a:path w="10160" h="901700">
                  <a:moveTo>
                    <a:pt x="10159" y="10160"/>
                  </a:moveTo>
                  <a:lnTo>
                    <a:pt x="0" y="10160"/>
                  </a:lnTo>
                  <a:lnTo>
                    <a:pt x="0" y="12699"/>
                  </a:lnTo>
                  <a:lnTo>
                    <a:pt x="10159" y="12699"/>
                  </a:lnTo>
                  <a:lnTo>
                    <a:pt x="10159" y="10160"/>
                  </a:lnTo>
                  <a:close/>
                </a:path>
                <a:path w="10160" h="901700">
                  <a:moveTo>
                    <a:pt x="1015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59" y="16509"/>
                  </a:lnTo>
                  <a:lnTo>
                    <a:pt x="10159" y="12700"/>
                  </a:lnTo>
                  <a:close/>
                </a:path>
                <a:path w="10160" h="901700">
                  <a:moveTo>
                    <a:pt x="1015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59" y="19049"/>
                  </a:lnTo>
                  <a:lnTo>
                    <a:pt x="10159" y="16509"/>
                  </a:lnTo>
                  <a:close/>
                </a:path>
                <a:path w="10160" h="901700">
                  <a:moveTo>
                    <a:pt x="1015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59" y="22859"/>
                  </a:lnTo>
                  <a:lnTo>
                    <a:pt x="10159" y="19050"/>
                  </a:lnTo>
                  <a:close/>
                </a:path>
                <a:path w="10160" h="901700">
                  <a:moveTo>
                    <a:pt x="1015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59" y="25399"/>
                  </a:lnTo>
                  <a:lnTo>
                    <a:pt x="10159" y="22859"/>
                  </a:lnTo>
                  <a:close/>
                </a:path>
                <a:path w="10160" h="901700">
                  <a:moveTo>
                    <a:pt x="1015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59" y="29209"/>
                  </a:lnTo>
                  <a:lnTo>
                    <a:pt x="10159" y="25400"/>
                  </a:lnTo>
                  <a:close/>
                </a:path>
                <a:path w="10160" h="901700">
                  <a:moveTo>
                    <a:pt x="1015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59" y="31749"/>
                  </a:lnTo>
                  <a:lnTo>
                    <a:pt x="10159" y="29209"/>
                  </a:lnTo>
                  <a:close/>
                </a:path>
                <a:path w="10160" h="901700">
                  <a:moveTo>
                    <a:pt x="1015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59" y="35559"/>
                  </a:lnTo>
                  <a:lnTo>
                    <a:pt x="10159" y="31750"/>
                  </a:lnTo>
                  <a:close/>
                </a:path>
                <a:path w="10160" h="901700">
                  <a:moveTo>
                    <a:pt x="1015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59" y="38099"/>
                  </a:lnTo>
                  <a:lnTo>
                    <a:pt x="10159" y="35559"/>
                  </a:lnTo>
                  <a:close/>
                </a:path>
                <a:path w="10160" h="901700">
                  <a:moveTo>
                    <a:pt x="1015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0159" y="41909"/>
                  </a:lnTo>
                  <a:lnTo>
                    <a:pt x="10159" y="38100"/>
                  </a:lnTo>
                  <a:close/>
                </a:path>
                <a:path w="10160" h="901700">
                  <a:moveTo>
                    <a:pt x="10159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10159" y="48259"/>
                  </a:lnTo>
                  <a:lnTo>
                    <a:pt x="10159" y="41910"/>
                  </a:lnTo>
                  <a:close/>
                </a:path>
                <a:path w="10160" h="901700">
                  <a:moveTo>
                    <a:pt x="1015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0159" y="50799"/>
                  </a:lnTo>
                  <a:lnTo>
                    <a:pt x="10159" y="48259"/>
                  </a:lnTo>
                  <a:close/>
                </a:path>
                <a:path w="10160" h="901700">
                  <a:moveTo>
                    <a:pt x="1015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0159" y="54609"/>
                  </a:lnTo>
                  <a:lnTo>
                    <a:pt x="10159" y="50800"/>
                  </a:lnTo>
                  <a:close/>
                </a:path>
                <a:path w="10160" h="901700">
                  <a:moveTo>
                    <a:pt x="1015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0159" y="57149"/>
                  </a:lnTo>
                  <a:lnTo>
                    <a:pt x="10159" y="54609"/>
                  </a:lnTo>
                  <a:close/>
                </a:path>
                <a:path w="10160" h="901700">
                  <a:moveTo>
                    <a:pt x="1015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0159" y="60959"/>
                  </a:lnTo>
                  <a:lnTo>
                    <a:pt x="10159" y="57150"/>
                  </a:lnTo>
                  <a:close/>
                </a:path>
                <a:path w="10160" h="901700">
                  <a:moveTo>
                    <a:pt x="1015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0159" y="63499"/>
                  </a:lnTo>
                  <a:lnTo>
                    <a:pt x="10159" y="60959"/>
                  </a:lnTo>
                  <a:close/>
                </a:path>
                <a:path w="10160" h="901700">
                  <a:moveTo>
                    <a:pt x="1015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0159" y="67309"/>
                  </a:lnTo>
                  <a:lnTo>
                    <a:pt x="10159" y="63500"/>
                  </a:lnTo>
                  <a:close/>
                </a:path>
                <a:path w="10160" h="901700">
                  <a:moveTo>
                    <a:pt x="1015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0159" y="76199"/>
                  </a:lnTo>
                  <a:lnTo>
                    <a:pt x="10159" y="67309"/>
                  </a:lnTo>
                  <a:close/>
                </a:path>
                <a:path w="10160" h="901700">
                  <a:moveTo>
                    <a:pt x="1015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0159" y="80009"/>
                  </a:lnTo>
                  <a:lnTo>
                    <a:pt x="10159" y="76200"/>
                  </a:lnTo>
                  <a:close/>
                </a:path>
                <a:path w="10160" h="901700">
                  <a:moveTo>
                    <a:pt x="10159" y="80009"/>
                  </a:moveTo>
                  <a:lnTo>
                    <a:pt x="0" y="80009"/>
                  </a:lnTo>
                  <a:lnTo>
                    <a:pt x="0" y="88899"/>
                  </a:lnTo>
                  <a:lnTo>
                    <a:pt x="10159" y="88899"/>
                  </a:lnTo>
                  <a:lnTo>
                    <a:pt x="10159" y="80009"/>
                  </a:lnTo>
                  <a:close/>
                </a:path>
                <a:path w="10160" h="901700">
                  <a:moveTo>
                    <a:pt x="1015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0159" y="95249"/>
                  </a:lnTo>
                  <a:lnTo>
                    <a:pt x="10159" y="88900"/>
                  </a:lnTo>
                  <a:close/>
                </a:path>
                <a:path w="10160" h="901700">
                  <a:moveTo>
                    <a:pt x="10159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10159" y="101599"/>
                  </a:lnTo>
                  <a:lnTo>
                    <a:pt x="10159" y="95250"/>
                  </a:lnTo>
                  <a:close/>
                </a:path>
                <a:path w="10160" h="901700">
                  <a:moveTo>
                    <a:pt x="1015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0159" y="105409"/>
                  </a:lnTo>
                  <a:lnTo>
                    <a:pt x="10159" y="101600"/>
                  </a:lnTo>
                  <a:close/>
                </a:path>
                <a:path w="10160" h="901700">
                  <a:moveTo>
                    <a:pt x="1015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0159" y="107949"/>
                  </a:lnTo>
                  <a:lnTo>
                    <a:pt x="10159" y="105409"/>
                  </a:lnTo>
                  <a:close/>
                </a:path>
                <a:path w="10160" h="901700">
                  <a:moveTo>
                    <a:pt x="10159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0159" y="111759"/>
                  </a:lnTo>
                  <a:lnTo>
                    <a:pt x="10159" y="107950"/>
                  </a:lnTo>
                  <a:close/>
                </a:path>
                <a:path w="10160" h="901700">
                  <a:moveTo>
                    <a:pt x="10159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0159" y="114299"/>
                  </a:lnTo>
                  <a:lnTo>
                    <a:pt x="10159" y="111759"/>
                  </a:lnTo>
                  <a:close/>
                </a:path>
                <a:path w="10160" h="901700">
                  <a:moveTo>
                    <a:pt x="10159" y="114300"/>
                  </a:moveTo>
                  <a:lnTo>
                    <a:pt x="0" y="114300"/>
                  </a:lnTo>
                  <a:lnTo>
                    <a:pt x="0" y="124459"/>
                  </a:lnTo>
                  <a:lnTo>
                    <a:pt x="10159" y="124459"/>
                  </a:lnTo>
                  <a:lnTo>
                    <a:pt x="10159" y="114300"/>
                  </a:lnTo>
                  <a:close/>
                </a:path>
                <a:path w="10160" h="901700">
                  <a:moveTo>
                    <a:pt x="10159" y="124460"/>
                  </a:moveTo>
                  <a:lnTo>
                    <a:pt x="0" y="124460"/>
                  </a:lnTo>
                  <a:lnTo>
                    <a:pt x="0" y="126999"/>
                  </a:lnTo>
                  <a:lnTo>
                    <a:pt x="10159" y="126999"/>
                  </a:lnTo>
                  <a:lnTo>
                    <a:pt x="10159" y="124460"/>
                  </a:lnTo>
                  <a:close/>
                </a:path>
                <a:path w="10160" h="901700">
                  <a:moveTo>
                    <a:pt x="10159" y="127000"/>
                  </a:moveTo>
                  <a:lnTo>
                    <a:pt x="0" y="127000"/>
                  </a:lnTo>
                  <a:lnTo>
                    <a:pt x="0" y="768349"/>
                  </a:lnTo>
                  <a:lnTo>
                    <a:pt x="10159" y="768349"/>
                  </a:lnTo>
                  <a:lnTo>
                    <a:pt x="10159" y="127000"/>
                  </a:lnTo>
                  <a:close/>
                </a:path>
                <a:path w="10160" h="901700">
                  <a:moveTo>
                    <a:pt x="2539" y="900429"/>
                  </a:moveTo>
                  <a:lnTo>
                    <a:pt x="0" y="900429"/>
                  </a:lnTo>
                  <a:lnTo>
                    <a:pt x="0" y="901699"/>
                  </a:lnTo>
                  <a:lnTo>
                    <a:pt x="2539" y="901699"/>
                  </a:lnTo>
                  <a:lnTo>
                    <a:pt x="2539" y="900429"/>
                  </a:lnTo>
                  <a:close/>
                </a:path>
                <a:path w="10160" h="901700">
                  <a:moveTo>
                    <a:pt x="10159" y="896619"/>
                  </a:moveTo>
                  <a:lnTo>
                    <a:pt x="0" y="896619"/>
                  </a:lnTo>
                  <a:lnTo>
                    <a:pt x="0" y="899159"/>
                  </a:lnTo>
                  <a:lnTo>
                    <a:pt x="2539" y="899159"/>
                  </a:lnTo>
                  <a:lnTo>
                    <a:pt x="2539" y="900429"/>
                  </a:lnTo>
                  <a:lnTo>
                    <a:pt x="10159" y="900429"/>
                  </a:lnTo>
                  <a:lnTo>
                    <a:pt x="10159" y="896619"/>
                  </a:lnTo>
                  <a:close/>
                </a:path>
                <a:path w="10160" h="901700">
                  <a:moveTo>
                    <a:pt x="10159" y="894079"/>
                  </a:moveTo>
                  <a:lnTo>
                    <a:pt x="0" y="894079"/>
                  </a:lnTo>
                  <a:lnTo>
                    <a:pt x="0" y="895349"/>
                  </a:lnTo>
                  <a:lnTo>
                    <a:pt x="10159" y="895349"/>
                  </a:lnTo>
                  <a:lnTo>
                    <a:pt x="10159" y="894079"/>
                  </a:lnTo>
                  <a:close/>
                </a:path>
                <a:path w="10160" h="901700">
                  <a:moveTo>
                    <a:pt x="10159" y="890269"/>
                  </a:moveTo>
                  <a:lnTo>
                    <a:pt x="0" y="890269"/>
                  </a:lnTo>
                  <a:lnTo>
                    <a:pt x="0" y="892809"/>
                  </a:lnTo>
                  <a:lnTo>
                    <a:pt x="10159" y="892809"/>
                  </a:lnTo>
                  <a:lnTo>
                    <a:pt x="10159" y="890269"/>
                  </a:lnTo>
                  <a:close/>
                </a:path>
                <a:path w="10160" h="901700">
                  <a:moveTo>
                    <a:pt x="10159" y="887730"/>
                  </a:moveTo>
                  <a:lnTo>
                    <a:pt x="0" y="887730"/>
                  </a:lnTo>
                  <a:lnTo>
                    <a:pt x="0" y="888999"/>
                  </a:lnTo>
                  <a:lnTo>
                    <a:pt x="10159" y="888999"/>
                  </a:lnTo>
                  <a:lnTo>
                    <a:pt x="10159" y="887730"/>
                  </a:lnTo>
                  <a:close/>
                </a:path>
                <a:path w="10160" h="901700">
                  <a:moveTo>
                    <a:pt x="10159" y="883920"/>
                  </a:moveTo>
                  <a:lnTo>
                    <a:pt x="0" y="883920"/>
                  </a:lnTo>
                  <a:lnTo>
                    <a:pt x="0" y="886459"/>
                  </a:lnTo>
                  <a:lnTo>
                    <a:pt x="10159" y="886459"/>
                  </a:lnTo>
                  <a:lnTo>
                    <a:pt x="10159" y="883920"/>
                  </a:lnTo>
                  <a:close/>
                </a:path>
                <a:path w="10160" h="901700">
                  <a:moveTo>
                    <a:pt x="10159" y="881379"/>
                  </a:moveTo>
                  <a:lnTo>
                    <a:pt x="0" y="881379"/>
                  </a:lnTo>
                  <a:lnTo>
                    <a:pt x="0" y="882649"/>
                  </a:lnTo>
                  <a:lnTo>
                    <a:pt x="10159" y="882649"/>
                  </a:lnTo>
                  <a:lnTo>
                    <a:pt x="10159" y="881379"/>
                  </a:lnTo>
                  <a:close/>
                </a:path>
                <a:path w="10160" h="901700">
                  <a:moveTo>
                    <a:pt x="10159" y="877569"/>
                  </a:moveTo>
                  <a:lnTo>
                    <a:pt x="0" y="877569"/>
                  </a:lnTo>
                  <a:lnTo>
                    <a:pt x="0" y="880109"/>
                  </a:lnTo>
                  <a:lnTo>
                    <a:pt x="10159" y="880109"/>
                  </a:lnTo>
                  <a:lnTo>
                    <a:pt x="10159" y="877569"/>
                  </a:lnTo>
                  <a:close/>
                </a:path>
                <a:path w="10160" h="901700">
                  <a:moveTo>
                    <a:pt x="10159" y="875029"/>
                  </a:moveTo>
                  <a:lnTo>
                    <a:pt x="0" y="875029"/>
                  </a:lnTo>
                  <a:lnTo>
                    <a:pt x="0" y="876299"/>
                  </a:lnTo>
                  <a:lnTo>
                    <a:pt x="10159" y="876299"/>
                  </a:lnTo>
                  <a:lnTo>
                    <a:pt x="10159" y="875029"/>
                  </a:lnTo>
                  <a:close/>
                </a:path>
                <a:path w="10160" h="901700">
                  <a:moveTo>
                    <a:pt x="10159" y="871219"/>
                  </a:moveTo>
                  <a:lnTo>
                    <a:pt x="0" y="871219"/>
                  </a:lnTo>
                  <a:lnTo>
                    <a:pt x="0" y="873759"/>
                  </a:lnTo>
                  <a:lnTo>
                    <a:pt x="10159" y="873759"/>
                  </a:lnTo>
                  <a:lnTo>
                    <a:pt x="10159" y="871219"/>
                  </a:lnTo>
                  <a:close/>
                </a:path>
                <a:path w="10160" h="901700">
                  <a:moveTo>
                    <a:pt x="10159" y="868679"/>
                  </a:moveTo>
                  <a:lnTo>
                    <a:pt x="0" y="868679"/>
                  </a:lnTo>
                  <a:lnTo>
                    <a:pt x="0" y="869949"/>
                  </a:lnTo>
                  <a:lnTo>
                    <a:pt x="10159" y="869949"/>
                  </a:lnTo>
                  <a:lnTo>
                    <a:pt x="10159" y="868679"/>
                  </a:lnTo>
                  <a:close/>
                </a:path>
                <a:path w="10160" h="901700">
                  <a:moveTo>
                    <a:pt x="10159" y="864869"/>
                  </a:moveTo>
                  <a:lnTo>
                    <a:pt x="0" y="864869"/>
                  </a:lnTo>
                  <a:lnTo>
                    <a:pt x="0" y="867409"/>
                  </a:lnTo>
                  <a:lnTo>
                    <a:pt x="10159" y="867409"/>
                  </a:lnTo>
                  <a:lnTo>
                    <a:pt x="10159" y="864869"/>
                  </a:lnTo>
                  <a:close/>
                </a:path>
                <a:path w="10160" h="901700">
                  <a:moveTo>
                    <a:pt x="10159" y="862329"/>
                  </a:moveTo>
                  <a:lnTo>
                    <a:pt x="0" y="862329"/>
                  </a:lnTo>
                  <a:lnTo>
                    <a:pt x="0" y="863599"/>
                  </a:lnTo>
                  <a:lnTo>
                    <a:pt x="10159" y="863599"/>
                  </a:lnTo>
                  <a:lnTo>
                    <a:pt x="10159" y="862329"/>
                  </a:lnTo>
                  <a:close/>
                </a:path>
                <a:path w="10160" h="901700">
                  <a:moveTo>
                    <a:pt x="10159" y="857249"/>
                  </a:moveTo>
                  <a:lnTo>
                    <a:pt x="0" y="857249"/>
                  </a:lnTo>
                  <a:lnTo>
                    <a:pt x="0" y="861059"/>
                  </a:lnTo>
                  <a:lnTo>
                    <a:pt x="10159" y="861059"/>
                  </a:lnTo>
                  <a:lnTo>
                    <a:pt x="10159" y="857249"/>
                  </a:lnTo>
                  <a:close/>
                </a:path>
                <a:path w="10160" h="901700">
                  <a:moveTo>
                    <a:pt x="1015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0159" y="855979"/>
                  </a:lnTo>
                  <a:lnTo>
                    <a:pt x="10159" y="850899"/>
                  </a:lnTo>
                  <a:close/>
                </a:path>
                <a:path w="10160" h="901700">
                  <a:moveTo>
                    <a:pt x="1015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0159" y="849629"/>
                  </a:lnTo>
                  <a:lnTo>
                    <a:pt x="10159" y="844549"/>
                  </a:lnTo>
                  <a:close/>
                </a:path>
                <a:path w="10160" h="901700">
                  <a:moveTo>
                    <a:pt x="1015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0159" y="843279"/>
                  </a:lnTo>
                  <a:lnTo>
                    <a:pt x="10159" y="838199"/>
                  </a:lnTo>
                  <a:close/>
                </a:path>
                <a:path w="10160" h="901700">
                  <a:moveTo>
                    <a:pt x="1015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0159" y="836929"/>
                  </a:lnTo>
                  <a:lnTo>
                    <a:pt x="10159" y="831849"/>
                  </a:lnTo>
                  <a:close/>
                </a:path>
                <a:path w="10160" h="901700">
                  <a:moveTo>
                    <a:pt x="1015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0159" y="830579"/>
                  </a:lnTo>
                  <a:lnTo>
                    <a:pt x="10159" y="825499"/>
                  </a:lnTo>
                  <a:close/>
                </a:path>
                <a:path w="10160" h="901700">
                  <a:moveTo>
                    <a:pt x="1015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0159" y="824229"/>
                  </a:lnTo>
                  <a:lnTo>
                    <a:pt x="10159" y="819149"/>
                  </a:lnTo>
                  <a:close/>
                </a:path>
                <a:path w="10160" h="901700">
                  <a:moveTo>
                    <a:pt x="1015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0159" y="817879"/>
                  </a:lnTo>
                  <a:lnTo>
                    <a:pt x="10159" y="812799"/>
                  </a:lnTo>
                  <a:close/>
                </a:path>
                <a:path w="10160" h="901700">
                  <a:moveTo>
                    <a:pt x="1015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0159" y="811529"/>
                  </a:lnTo>
                  <a:lnTo>
                    <a:pt x="10159" y="806449"/>
                  </a:lnTo>
                  <a:close/>
                </a:path>
                <a:path w="10160" h="901700">
                  <a:moveTo>
                    <a:pt x="1015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0159" y="805179"/>
                  </a:lnTo>
                  <a:lnTo>
                    <a:pt x="10159" y="800099"/>
                  </a:lnTo>
                  <a:close/>
                </a:path>
                <a:path w="10160" h="901700">
                  <a:moveTo>
                    <a:pt x="10159" y="793749"/>
                  </a:moveTo>
                  <a:lnTo>
                    <a:pt x="0" y="793749"/>
                  </a:lnTo>
                  <a:lnTo>
                    <a:pt x="0" y="798830"/>
                  </a:lnTo>
                  <a:lnTo>
                    <a:pt x="10159" y="798830"/>
                  </a:lnTo>
                  <a:lnTo>
                    <a:pt x="10159" y="793749"/>
                  </a:lnTo>
                  <a:close/>
                </a:path>
                <a:path w="10160" h="901700">
                  <a:moveTo>
                    <a:pt x="1015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0159" y="792479"/>
                  </a:lnTo>
                  <a:lnTo>
                    <a:pt x="10159" y="787399"/>
                  </a:lnTo>
                  <a:close/>
                </a:path>
                <a:path w="10160" h="901700">
                  <a:moveTo>
                    <a:pt x="1015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0159" y="786130"/>
                  </a:lnTo>
                  <a:lnTo>
                    <a:pt x="10159" y="781049"/>
                  </a:lnTo>
                  <a:close/>
                </a:path>
                <a:path w="10160" h="901700">
                  <a:moveTo>
                    <a:pt x="10159" y="773429"/>
                  </a:moveTo>
                  <a:lnTo>
                    <a:pt x="0" y="773429"/>
                  </a:lnTo>
                  <a:lnTo>
                    <a:pt x="0" y="779779"/>
                  </a:lnTo>
                  <a:lnTo>
                    <a:pt x="10159" y="779779"/>
                  </a:lnTo>
                  <a:lnTo>
                    <a:pt x="10159" y="773429"/>
                  </a:lnTo>
                  <a:close/>
                </a:path>
                <a:path w="10160" h="901700">
                  <a:moveTo>
                    <a:pt x="10159" y="769619"/>
                  </a:moveTo>
                  <a:lnTo>
                    <a:pt x="0" y="769619"/>
                  </a:lnTo>
                  <a:lnTo>
                    <a:pt x="0" y="772159"/>
                  </a:lnTo>
                  <a:lnTo>
                    <a:pt x="10159" y="772159"/>
                  </a:lnTo>
                  <a:lnTo>
                    <a:pt x="10159" y="769619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2">
              <a:extLst>
                <a:ext uri="{FF2B5EF4-FFF2-40B4-BE49-F238E27FC236}">
                  <a16:creationId xmlns:a16="http://schemas.microsoft.com/office/drawing/2014/main" id="{BEB32F59-BECF-A14A-CEA1-74B78BA0AD1F}"/>
                </a:ext>
              </a:extLst>
            </p:cNvPr>
            <p:cNvSpPr/>
            <p:nvPr/>
          </p:nvSpPr>
          <p:spPr>
            <a:xfrm>
              <a:off x="4608195" y="559180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6999"/>
                  </a:lnTo>
                </a:path>
              </a:pathLst>
            </a:custGeom>
            <a:ln w="11430">
              <a:solidFill>
                <a:srgbClr val="71719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3">
              <a:extLst>
                <a:ext uri="{FF2B5EF4-FFF2-40B4-BE49-F238E27FC236}">
                  <a16:creationId xmlns:a16="http://schemas.microsoft.com/office/drawing/2014/main" id="{17D4C1F6-A76E-BC08-F4A3-9BB881B242F1}"/>
                </a:ext>
              </a:extLst>
            </p:cNvPr>
            <p:cNvSpPr/>
            <p:nvPr/>
          </p:nvSpPr>
          <p:spPr>
            <a:xfrm>
              <a:off x="4602480" y="5718809"/>
              <a:ext cx="11430" cy="641350"/>
            </a:xfrm>
            <a:custGeom>
              <a:avLst/>
              <a:gdLst/>
              <a:ahLst/>
              <a:cxnLst/>
              <a:rect l="l" t="t" r="r" b="b"/>
              <a:pathLst>
                <a:path w="11429" h="641350">
                  <a:moveTo>
                    <a:pt x="1143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1430" y="64134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4">
              <a:extLst>
                <a:ext uri="{FF2B5EF4-FFF2-40B4-BE49-F238E27FC236}">
                  <a16:creationId xmlns:a16="http://schemas.microsoft.com/office/drawing/2014/main" id="{395CA0F5-215B-7DDC-2C67-9570D68CBC96}"/>
                </a:ext>
              </a:extLst>
            </p:cNvPr>
            <p:cNvSpPr/>
            <p:nvPr/>
          </p:nvSpPr>
          <p:spPr>
            <a:xfrm>
              <a:off x="4608195" y="6361429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1430">
              <a:solidFill>
                <a:srgbClr val="71719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5">
              <a:extLst>
                <a:ext uri="{FF2B5EF4-FFF2-40B4-BE49-F238E27FC236}">
                  <a16:creationId xmlns:a16="http://schemas.microsoft.com/office/drawing/2014/main" id="{75D69686-0590-6E06-DAF3-520E2B91B445}"/>
                </a:ext>
              </a:extLst>
            </p:cNvPr>
            <p:cNvSpPr/>
            <p:nvPr/>
          </p:nvSpPr>
          <p:spPr>
            <a:xfrm>
              <a:off x="4613910" y="5591809"/>
              <a:ext cx="11430" cy="900430"/>
            </a:xfrm>
            <a:custGeom>
              <a:avLst/>
              <a:gdLst/>
              <a:ahLst/>
              <a:cxnLst/>
              <a:rect l="l" t="t" r="r" b="b"/>
              <a:pathLst>
                <a:path w="11429" h="900429">
                  <a:moveTo>
                    <a:pt x="635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11429" h="900429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900429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900429">
                  <a:moveTo>
                    <a:pt x="11429" y="10160"/>
                  </a:moveTo>
                  <a:lnTo>
                    <a:pt x="0" y="1016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60"/>
                  </a:lnTo>
                  <a:close/>
                </a:path>
                <a:path w="11429" h="900429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900429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900429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900429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900429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900429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900429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900429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900429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900429">
                  <a:moveTo>
                    <a:pt x="11429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1910"/>
                  </a:lnTo>
                  <a:close/>
                </a:path>
                <a:path w="11429" h="900429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900429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900429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900429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900429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900429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900429">
                  <a:moveTo>
                    <a:pt x="1142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7309"/>
                  </a:lnTo>
                  <a:close/>
                </a:path>
                <a:path w="11429" h="900429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900429">
                  <a:moveTo>
                    <a:pt x="11429" y="80009"/>
                  </a:moveTo>
                  <a:lnTo>
                    <a:pt x="0" y="8000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0009"/>
                  </a:lnTo>
                  <a:close/>
                </a:path>
                <a:path w="11429" h="900429">
                  <a:moveTo>
                    <a:pt x="1142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8900"/>
                  </a:lnTo>
                  <a:close/>
                </a:path>
                <a:path w="11429" h="900429">
                  <a:moveTo>
                    <a:pt x="11429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5250"/>
                  </a:lnTo>
                  <a:close/>
                </a:path>
                <a:path w="11429" h="900429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900429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900429">
                  <a:moveTo>
                    <a:pt x="11429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7950"/>
                  </a:lnTo>
                  <a:close/>
                </a:path>
                <a:path w="11429" h="900429">
                  <a:moveTo>
                    <a:pt x="11429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11759"/>
                  </a:lnTo>
                  <a:close/>
                </a:path>
                <a:path w="11429" h="900429">
                  <a:moveTo>
                    <a:pt x="11429" y="114300"/>
                  </a:moveTo>
                  <a:lnTo>
                    <a:pt x="0" y="114300"/>
                  </a:lnTo>
                  <a:lnTo>
                    <a:pt x="0" y="124459"/>
                  </a:lnTo>
                  <a:lnTo>
                    <a:pt x="11429" y="124459"/>
                  </a:lnTo>
                  <a:lnTo>
                    <a:pt x="11429" y="114300"/>
                  </a:lnTo>
                  <a:close/>
                </a:path>
                <a:path w="11429" h="900429">
                  <a:moveTo>
                    <a:pt x="11429" y="124460"/>
                  </a:moveTo>
                  <a:lnTo>
                    <a:pt x="0" y="124460"/>
                  </a:lnTo>
                  <a:lnTo>
                    <a:pt x="0" y="126999"/>
                  </a:lnTo>
                  <a:lnTo>
                    <a:pt x="11429" y="126999"/>
                  </a:lnTo>
                  <a:lnTo>
                    <a:pt x="11429" y="124460"/>
                  </a:lnTo>
                  <a:close/>
                </a:path>
                <a:path w="11429" h="900429">
                  <a:moveTo>
                    <a:pt x="11429" y="127000"/>
                  </a:moveTo>
                  <a:lnTo>
                    <a:pt x="0" y="127000"/>
                  </a:lnTo>
                  <a:lnTo>
                    <a:pt x="0" y="768349"/>
                  </a:lnTo>
                  <a:lnTo>
                    <a:pt x="11429" y="768349"/>
                  </a:lnTo>
                  <a:lnTo>
                    <a:pt x="11429" y="127000"/>
                  </a:lnTo>
                  <a:close/>
                </a:path>
                <a:path w="11429" h="900429">
                  <a:moveTo>
                    <a:pt x="11429" y="896619"/>
                  </a:moveTo>
                  <a:lnTo>
                    <a:pt x="0" y="896619"/>
                  </a:lnTo>
                  <a:lnTo>
                    <a:pt x="0" y="900429"/>
                  </a:lnTo>
                  <a:lnTo>
                    <a:pt x="11429" y="900429"/>
                  </a:lnTo>
                  <a:lnTo>
                    <a:pt x="11429" y="896619"/>
                  </a:lnTo>
                  <a:close/>
                </a:path>
                <a:path w="11429" h="900429">
                  <a:moveTo>
                    <a:pt x="11429" y="894079"/>
                  </a:moveTo>
                  <a:lnTo>
                    <a:pt x="0" y="894079"/>
                  </a:lnTo>
                  <a:lnTo>
                    <a:pt x="0" y="895349"/>
                  </a:lnTo>
                  <a:lnTo>
                    <a:pt x="11429" y="895349"/>
                  </a:lnTo>
                  <a:lnTo>
                    <a:pt x="11429" y="894079"/>
                  </a:lnTo>
                  <a:close/>
                </a:path>
                <a:path w="11429" h="900429">
                  <a:moveTo>
                    <a:pt x="11429" y="890269"/>
                  </a:moveTo>
                  <a:lnTo>
                    <a:pt x="0" y="890269"/>
                  </a:lnTo>
                  <a:lnTo>
                    <a:pt x="0" y="892809"/>
                  </a:lnTo>
                  <a:lnTo>
                    <a:pt x="11429" y="892809"/>
                  </a:lnTo>
                  <a:lnTo>
                    <a:pt x="11429" y="890269"/>
                  </a:lnTo>
                  <a:close/>
                </a:path>
                <a:path w="11429" h="900429">
                  <a:moveTo>
                    <a:pt x="11429" y="887730"/>
                  </a:moveTo>
                  <a:lnTo>
                    <a:pt x="0" y="887730"/>
                  </a:lnTo>
                  <a:lnTo>
                    <a:pt x="0" y="888999"/>
                  </a:lnTo>
                  <a:lnTo>
                    <a:pt x="11429" y="888999"/>
                  </a:lnTo>
                  <a:lnTo>
                    <a:pt x="11429" y="887730"/>
                  </a:lnTo>
                  <a:close/>
                </a:path>
                <a:path w="11429" h="900429">
                  <a:moveTo>
                    <a:pt x="11429" y="883920"/>
                  </a:moveTo>
                  <a:lnTo>
                    <a:pt x="0" y="883920"/>
                  </a:lnTo>
                  <a:lnTo>
                    <a:pt x="0" y="886459"/>
                  </a:lnTo>
                  <a:lnTo>
                    <a:pt x="11429" y="886459"/>
                  </a:lnTo>
                  <a:lnTo>
                    <a:pt x="11429" y="883920"/>
                  </a:lnTo>
                  <a:close/>
                </a:path>
                <a:path w="11429" h="900429">
                  <a:moveTo>
                    <a:pt x="11429" y="881379"/>
                  </a:moveTo>
                  <a:lnTo>
                    <a:pt x="0" y="881379"/>
                  </a:lnTo>
                  <a:lnTo>
                    <a:pt x="0" y="882649"/>
                  </a:lnTo>
                  <a:lnTo>
                    <a:pt x="11429" y="882649"/>
                  </a:lnTo>
                  <a:lnTo>
                    <a:pt x="11429" y="881379"/>
                  </a:lnTo>
                  <a:close/>
                </a:path>
                <a:path w="11429" h="900429">
                  <a:moveTo>
                    <a:pt x="11429" y="877569"/>
                  </a:moveTo>
                  <a:lnTo>
                    <a:pt x="0" y="877569"/>
                  </a:lnTo>
                  <a:lnTo>
                    <a:pt x="0" y="880109"/>
                  </a:lnTo>
                  <a:lnTo>
                    <a:pt x="11429" y="880109"/>
                  </a:lnTo>
                  <a:lnTo>
                    <a:pt x="11429" y="877569"/>
                  </a:lnTo>
                  <a:close/>
                </a:path>
                <a:path w="11429" h="900429">
                  <a:moveTo>
                    <a:pt x="11429" y="875029"/>
                  </a:moveTo>
                  <a:lnTo>
                    <a:pt x="0" y="875029"/>
                  </a:lnTo>
                  <a:lnTo>
                    <a:pt x="0" y="876299"/>
                  </a:lnTo>
                  <a:lnTo>
                    <a:pt x="11429" y="876299"/>
                  </a:lnTo>
                  <a:lnTo>
                    <a:pt x="11429" y="875029"/>
                  </a:lnTo>
                  <a:close/>
                </a:path>
                <a:path w="11429" h="900429">
                  <a:moveTo>
                    <a:pt x="11429" y="871219"/>
                  </a:moveTo>
                  <a:lnTo>
                    <a:pt x="0" y="871219"/>
                  </a:lnTo>
                  <a:lnTo>
                    <a:pt x="0" y="873759"/>
                  </a:lnTo>
                  <a:lnTo>
                    <a:pt x="11429" y="873759"/>
                  </a:lnTo>
                  <a:lnTo>
                    <a:pt x="11429" y="871219"/>
                  </a:lnTo>
                  <a:close/>
                </a:path>
                <a:path w="11429" h="900429">
                  <a:moveTo>
                    <a:pt x="11429" y="868679"/>
                  </a:moveTo>
                  <a:lnTo>
                    <a:pt x="0" y="868679"/>
                  </a:lnTo>
                  <a:lnTo>
                    <a:pt x="0" y="869949"/>
                  </a:lnTo>
                  <a:lnTo>
                    <a:pt x="11429" y="869949"/>
                  </a:lnTo>
                  <a:lnTo>
                    <a:pt x="11429" y="868679"/>
                  </a:lnTo>
                  <a:close/>
                </a:path>
                <a:path w="11429" h="900429">
                  <a:moveTo>
                    <a:pt x="11429" y="864869"/>
                  </a:moveTo>
                  <a:lnTo>
                    <a:pt x="0" y="864869"/>
                  </a:lnTo>
                  <a:lnTo>
                    <a:pt x="0" y="867409"/>
                  </a:lnTo>
                  <a:lnTo>
                    <a:pt x="11429" y="867409"/>
                  </a:lnTo>
                  <a:lnTo>
                    <a:pt x="11429" y="864869"/>
                  </a:lnTo>
                  <a:close/>
                </a:path>
                <a:path w="11429" h="900429">
                  <a:moveTo>
                    <a:pt x="11429" y="862329"/>
                  </a:moveTo>
                  <a:lnTo>
                    <a:pt x="0" y="862329"/>
                  </a:lnTo>
                  <a:lnTo>
                    <a:pt x="0" y="863599"/>
                  </a:lnTo>
                  <a:lnTo>
                    <a:pt x="11429" y="863599"/>
                  </a:lnTo>
                  <a:lnTo>
                    <a:pt x="11429" y="862329"/>
                  </a:lnTo>
                  <a:close/>
                </a:path>
                <a:path w="11429" h="900429">
                  <a:moveTo>
                    <a:pt x="11429" y="857249"/>
                  </a:moveTo>
                  <a:lnTo>
                    <a:pt x="0" y="857249"/>
                  </a:lnTo>
                  <a:lnTo>
                    <a:pt x="0" y="861059"/>
                  </a:lnTo>
                  <a:lnTo>
                    <a:pt x="11429" y="861059"/>
                  </a:lnTo>
                  <a:lnTo>
                    <a:pt x="11429" y="857249"/>
                  </a:lnTo>
                  <a:close/>
                </a:path>
                <a:path w="11429" h="900429">
                  <a:moveTo>
                    <a:pt x="1142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29" y="855979"/>
                  </a:lnTo>
                  <a:lnTo>
                    <a:pt x="11429" y="850899"/>
                  </a:lnTo>
                  <a:close/>
                </a:path>
                <a:path w="11429" h="900429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900429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900429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900429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900429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900429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900429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900429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900429">
                  <a:moveTo>
                    <a:pt x="11429" y="793749"/>
                  </a:moveTo>
                  <a:lnTo>
                    <a:pt x="0" y="793749"/>
                  </a:lnTo>
                  <a:lnTo>
                    <a:pt x="0" y="798830"/>
                  </a:lnTo>
                  <a:lnTo>
                    <a:pt x="11429" y="798830"/>
                  </a:lnTo>
                  <a:lnTo>
                    <a:pt x="11429" y="793749"/>
                  </a:lnTo>
                  <a:close/>
                </a:path>
                <a:path w="11429" h="900429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900429">
                  <a:moveTo>
                    <a:pt x="1142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29" y="786130"/>
                  </a:lnTo>
                  <a:lnTo>
                    <a:pt x="11429" y="781049"/>
                  </a:lnTo>
                  <a:close/>
                </a:path>
                <a:path w="11429" h="900429">
                  <a:moveTo>
                    <a:pt x="11429" y="773429"/>
                  </a:moveTo>
                  <a:lnTo>
                    <a:pt x="0" y="773429"/>
                  </a:lnTo>
                  <a:lnTo>
                    <a:pt x="0" y="779779"/>
                  </a:lnTo>
                  <a:lnTo>
                    <a:pt x="11429" y="779779"/>
                  </a:lnTo>
                  <a:lnTo>
                    <a:pt x="11429" y="773429"/>
                  </a:lnTo>
                  <a:close/>
                </a:path>
                <a:path w="11429" h="900429">
                  <a:moveTo>
                    <a:pt x="11429" y="769619"/>
                  </a:moveTo>
                  <a:lnTo>
                    <a:pt x="0" y="769619"/>
                  </a:lnTo>
                  <a:lnTo>
                    <a:pt x="0" y="772159"/>
                  </a:lnTo>
                  <a:lnTo>
                    <a:pt x="11429" y="772159"/>
                  </a:lnTo>
                  <a:lnTo>
                    <a:pt x="11429" y="769619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6">
              <a:extLst>
                <a:ext uri="{FF2B5EF4-FFF2-40B4-BE49-F238E27FC236}">
                  <a16:creationId xmlns:a16="http://schemas.microsoft.com/office/drawing/2014/main" id="{4BFA6089-A8A9-62A0-1B02-8C794474BC93}"/>
                </a:ext>
              </a:extLst>
            </p:cNvPr>
            <p:cNvSpPr/>
            <p:nvPr/>
          </p:nvSpPr>
          <p:spPr>
            <a:xfrm>
              <a:off x="4630420" y="5593079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h="125729">
                  <a:moveTo>
                    <a:pt x="0" y="0"/>
                  </a:moveTo>
                  <a:lnTo>
                    <a:pt x="0" y="125730"/>
                  </a:lnTo>
                </a:path>
              </a:pathLst>
            </a:custGeom>
            <a:ln w="10160">
              <a:solidFill>
                <a:srgbClr val="72729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07">
              <a:extLst>
                <a:ext uri="{FF2B5EF4-FFF2-40B4-BE49-F238E27FC236}">
                  <a16:creationId xmlns:a16="http://schemas.microsoft.com/office/drawing/2014/main" id="{D8A4738B-B6C8-680C-A1EE-29AB751A3608}"/>
                </a:ext>
              </a:extLst>
            </p:cNvPr>
            <p:cNvSpPr/>
            <p:nvPr/>
          </p:nvSpPr>
          <p:spPr>
            <a:xfrm>
              <a:off x="462534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27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08">
              <a:extLst>
                <a:ext uri="{FF2B5EF4-FFF2-40B4-BE49-F238E27FC236}">
                  <a16:creationId xmlns:a16="http://schemas.microsoft.com/office/drawing/2014/main" id="{341B99A5-9ECD-05C3-B47D-C4072C525F2B}"/>
                </a:ext>
              </a:extLst>
            </p:cNvPr>
            <p:cNvSpPr/>
            <p:nvPr/>
          </p:nvSpPr>
          <p:spPr>
            <a:xfrm>
              <a:off x="4630420" y="6361429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0160">
              <a:solidFill>
                <a:srgbClr val="727296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09">
              <a:extLst>
                <a:ext uri="{FF2B5EF4-FFF2-40B4-BE49-F238E27FC236}">
                  <a16:creationId xmlns:a16="http://schemas.microsoft.com/office/drawing/2014/main" id="{26656C57-B080-4C6A-4A32-D0DCF46C7109}"/>
                </a:ext>
              </a:extLst>
            </p:cNvPr>
            <p:cNvSpPr/>
            <p:nvPr/>
          </p:nvSpPr>
          <p:spPr>
            <a:xfrm>
              <a:off x="4635500" y="5593079"/>
              <a:ext cx="11430" cy="899160"/>
            </a:xfrm>
            <a:custGeom>
              <a:avLst/>
              <a:gdLst/>
              <a:ahLst/>
              <a:cxnLst/>
              <a:rect l="l" t="t" r="r" b="b"/>
              <a:pathLst>
                <a:path w="11429" h="899160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  <a:path w="11429" h="899160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899160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899160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899160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899160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899160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899160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899160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899160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899160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899160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899160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899160">
                  <a:moveTo>
                    <a:pt x="11429" y="40640"/>
                  </a:moveTo>
                  <a:lnTo>
                    <a:pt x="0" y="4064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0640"/>
                  </a:lnTo>
                  <a:close/>
                </a:path>
                <a:path w="11429" h="899160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899160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899160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899160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899160">
                  <a:moveTo>
                    <a:pt x="1142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9690"/>
                  </a:lnTo>
                  <a:close/>
                </a:path>
                <a:path w="11429" h="899160">
                  <a:moveTo>
                    <a:pt x="1142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29" y="66040"/>
                  </a:lnTo>
                  <a:lnTo>
                    <a:pt x="11429" y="62230"/>
                  </a:lnTo>
                  <a:close/>
                </a:path>
                <a:path w="11429" h="899160">
                  <a:moveTo>
                    <a:pt x="11429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66040"/>
                  </a:lnTo>
                  <a:close/>
                </a:path>
                <a:path w="11429" h="899160">
                  <a:moveTo>
                    <a:pt x="1142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29" y="78740"/>
                  </a:lnTo>
                  <a:lnTo>
                    <a:pt x="11429" y="74930"/>
                  </a:lnTo>
                  <a:close/>
                </a:path>
                <a:path w="11429" h="899160">
                  <a:moveTo>
                    <a:pt x="11429" y="78740"/>
                  </a:moveTo>
                  <a:lnTo>
                    <a:pt x="0" y="7874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78740"/>
                  </a:lnTo>
                  <a:close/>
                </a:path>
                <a:path w="11429" h="899160">
                  <a:moveTo>
                    <a:pt x="11429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87630"/>
                  </a:lnTo>
                  <a:close/>
                </a:path>
                <a:path w="11429" h="899160">
                  <a:moveTo>
                    <a:pt x="11429" y="93980"/>
                  </a:moveTo>
                  <a:lnTo>
                    <a:pt x="0" y="9398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3980"/>
                  </a:lnTo>
                  <a:close/>
                </a:path>
                <a:path w="11429" h="899160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899160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899160">
                  <a:moveTo>
                    <a:pt x="11429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1429" y="110490"/>
                  </a:lnTo>
                  <a:lnTo>
                    <a:pt x="11429" y="106680"/>
                  </a:lnTo>
                  <a:close/>
                </a:path>
                <a:path w="11429" h="899160">
                  <a:moveTo>
                    <a:pt x="11429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1429" y="113030"/>
                  </a:lnTo>
                  <a:lnTo>
                    <a:pt x="11429" y="110490"/>
                  </a:lnTo>
                  <a:close/>
                </a:path>
                <a:path w="11429" h="899160">
                  <a:moveTo>
                    <a:pt x="11429" y="113030"/>
                  </a:moveTo>
                  <a:lnTo>
                    <a:pt x="0" y="113030"/>
                  </a:lnTo>
                  <a:lnTo>
                    <a:pt x="0" y="123190"/>
                  </a:lnTo>
                  <a:lnTo>
                    <a:pt x="11429" y="123190"/>
                  </a:lnTo>
                  <a:lnTo>
                    <a:pt x="11429" y="113030"/>
                  </a:lnTo>
                  <a:close/>
                </a:path>
                <a:path w="11429" h="899160">
                  <a:moveTo>
                    <a:pt x="11429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11429" y="125730"/>
                  </a:lnTo>
                  <a:lnTo>
                    <a:pt x="11429" y="123190"/>
                  </a:lnTo>
                  <a:close/>
                </a:path>
                <a:path w="11429" h="899160">
                  <a:moveTo>
                    <a:pt x="11429" y="125730"/>
                  </a:moveTo>
                  <a:lnTo>
                    <a:pt x="0" y="125730"/>
                  </a:lnTo>
                  <a:lnTo>
                    <a:pt x="0" y="767080"/>
                  </a:lnTo>
                  <a:lnTo>
                    <a:pt x="11429" y="767080"/>
                  </a:lnTo>
                  <a:lnTo>
                    <a:pt x="11429" y="125730"/>
                  </a:lnTo>
                  <a:close/>
                </a:path>
                <a:path w="11429" h="899160">
                  <a:moveTo>
                    <a:pt x="11429" y="895350"/>
                  </a:moveTo>
                  <a:lnTo>
                    <a:pt x="0" y="895350"/>
                  </a:lnTo>
                  <a:lnTo>
                    <a:pt x="0" y="899160"/>
                  </a:lnTo>
                  <a:lnTo>
                    <a:pt x="10160" y="899160"/>
                  </a:lnTo>
                  <a:lnTo>
                    <a:pt x="10160" y="897890"/>
                  </a:lnTo>
                  <a:lnTo>
                    <a:pt x="11429" y="897890"/>
                  </a:lnTo>
                  <a:lnTo>
                    <a:pt x="11429" y="895350"/>
                  </a:lnTo>
                  <a:close/>
                </a:path>
                <a:path w="11429" h="899160">
                  <a:moveTo>
                    <a:pt x="11429" y="892810"/>
                  </a:moveTo>
                  <a:lnTo>
                    <a:pt x="0" y="892810"/>
                  </a:lnTo>
                  <a:lnTo>
                    <a:pt x="0" y="894080"/>
                  </a:lnTo>
                  <a:lnTo>
                    <a:pt x="11429" y="894080"/>
                  </a:lnTo>
                  <a:lnTo>
                    <a:pt x="11429" y="892810"/>
                  </a:lnTo>
                  <a:close/>
                </a:path>
                <a:path w="11429" h="899160">
                  <a:moveTo>
                    <a:pt x="11429" y="889000"/>
                  </a:moveTo>
                  <a:lnTo>
                    <a:pt x="0" y="889000"/>
                  </a:lnTo>
                  <a:lnTo>
                    <a:pt x="0" y="891540"/>
                  </a:lnTo>
                  <a:lnTo>
                    <a:pt x="11429" y="891540"/>
                  </a:lnTo>
                  <a:lnTo>
                    <a:pt x="11429" y="889000"/>
                  </a:lnTo>
                  <a:close/>
                </a:path>
                <a:path w="11429" h="899160">
                  <a:moveTo>
                    <a:pt x="11429" y="886460"/>
                  </a:moveTo>
                  <a:lnTo>
                    <a:pt x="0" y="886460"/>
                  </a:lnTo>
                  <a:lnTo>
                    <a:pt x="0" y="887730"/>
                  </a:lnTo>
                  <a:lnTo>
                    <a:pt x="11429" y="887730"/>
                  </a:lnTo>
                  <a:lnTo>
                    <a:pt x="11429" y="886460"/>
                  </a:lnTo>
                  <a:close/>
                </a:path>
                <a:path w="11429" h="899160">
                  <a:moveTo>
                    <a:pt x="11429" y="882650"/>
                  </a:moveTo>
                  <a:lnTo>
                    <a:pt x="0" y="882650"/>
                  </a:lnTo>
                  <a:lnTo>
                    <a:pt x="0" y="885190"/>
                  </a:lnTo>
                  <a:lnTo>
                    <a:pt x="11429" y="885190"/>
                  </a:lnTo>
                  <a:lnTo>
                    <a:pt x="11429" y="882650"/>
                  </a:lnTo>
                  <a:close/>
                </a:path>
                <a:path w="11429" h="899160">
                  <a:moveTo>
                    <a:pt x="11429" y="880110"/>
                  </a:moveTo>
                  <a:lnTo>
                    <a:pt x="0" y="880110"/>
                  </a:lnTo>
                  <a:lnTo>
                    <a:pt x="0" y="881380"/>
                  </a:lnTo>
                  <a:lnTo>
                    <a:pt x="11429" y="881380"/>
                  </a:lnTo>
                  <a:lnTo>
                    <a:pt x="11429" y="880110"/>
                  </a:lnTo>
                  <a:close/>
                </a:path>
                <a:path w="11429" h="899160">
                  <a:moveTo>
                    <a:pt x="11429" y="876300"/>
                  </a:moveTo>
                  <a:lnTo>
                    <a:pt x="0" y="876300"/>
                  </a:lnTo>
                  <a:lnTo>
                    <a:pt x="0" y="878840"/>
                  </a:lnTo>
                  <a:lnTo>
                    <a:pt x="11429" y="878840"/>
                  </a:lnTo>
                  <a:lnTo>
                    <a:pt x="11429" y="876300"/>
                  </a:lnTo>
                  <a:close/>
                </a:path>
                <a:path w="11429" h="899160">
                  <a:moveTo>
                    <a:pt x="11429" y="873760"/>
                  </a:moveTo>
                  <a:lnTo>
                    <a:pt x="0" y="873760"/>
                  </a:lnTo>
                  <a:lnTo>
                    <a:pt x="0" y="875030"/>
                  </a:lnTo>
                  <a:lnTo>
                    <a:pt x="11429" y="875030"/>
                  </a:lnTo>
                  <a:lnTo>
                    <a:pt x="11429" y="873760"/>
                  </a:lnTo>
                  <a:close/>
                </a:path>
                <a:path w="11429" h="899160">
                  <a:moveTo>
                    <a:pt x="11429" y="869950"/>
                  </a:moveTo>
                  <a:lnTo>
                    <a:pt x="0" y="869950"/>
                  </a:lnTo>
                  <a:lnTo>
                    <a:pt x="0" y="872490"/>
                  </a:lnTo>
                  <a:lnTo>
                    <a:pt x="11429" y="872490"/>
                  </a:lnTo>
                  <a:lnTo>
                    <a:pt x="11429" y="869950"/>
                  </a:lnTo>
                  <a:close/>
                </a:path>
                <a:path w="11429" h="899160">
                  <a:moveTo>
                    <a:pt x="11429" y="867410"/>
                  </a:moveTo>
                  <a:lnTo>
                    <a:pt x="0" y="867410"/>
                  </a:lnTo>
                  <a:lnTo>
                    <a:pt x="0" y="868680"/>
                  </a:lnTo>
                  <a:lnTo>
                    <a:pt x="11429" y="868680"/>
                  </a:lnTo>
                  <a:lnTo>
                    <a:pt x="11429" y="867410"/>
                  </a:lnTo>
                  <a:close/>
                </a:path>
                <a:path w="11429" h="899160">
                  <a:moveTo>
                    <a:pt x="11429" y="863600"/>
                  </a:moveTo>
                  <a:lnTo>
                    <a:pt x="0" y="863600"/>
                  </a:lnTo>
                  <a:lnTo>
                    <a:pt x="0" y="866140"/>
                  </a:lnTo>
                  <a:lnTo>
                    <a:pt x="11429" y="866140"/>
                  </a:lnTo>
                  <a:lnTo>
                    <a:pt x="11429" y="863600"/>
                  </a:lnTo>
                  <a:close/>
                </a:path>
                <a:path w="11429" h="899160">
                  <a:moveTo>
                    <a:pt x="11429" y="861060"/>
                  </a:moveTo>
                  <a:lnTo>
                    <a:pt x="0" y="861060"/>
                  </a:lnTo>
                  <a:lnTo>
                    <a:pt x="0" y="862330"/>
                  </a:lnTo>
                  <a:lnTo>
                    <a:pt x="11429" y="862330"/>
                  </a:lnTo>
                  <a:lnTo>
                    <a:pt x="11429" y="861060"/>
                  </a:lnTo>
                  <a:close/>
                </a:path>
                <a:path w="11429" h="899160">
                  <a:moveTo>
                    <a:pt x="11429" y="855980"/>
                  </a:moveTo>
                  <a:lnTo>
                    <a:pt x="0" y="855980"/>
                  </a:lnTo>
                  <a:lnTo>
                    <a:pt x="0" y="859790"/>
                  </a:lnTo>
                  <a:lnTo>
                    <a:pt x="11429" y="859790"/>
                  </a:lnTo>
                  <a:lnTo>
                    <a:pt x="11429" y="855980"/>
                  </a:lnTo>
                  <a:close/>
                </a:path>
                <a:path w="11429" h="899160">
                  <a:moveTo>
                    <a:pt x="11429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1429" y="854710"/>
                  </a:lnTo>
                  <a:lnTo>
                    <a:pt x="11429" y="849630"/>
                  </a:lnTo>
                  <a:close/>
                </a:path>
                <a:path w="11429" h="899160">
                  <a:moveTo>
                    <a:pt x="11429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1429" y="848360"/>
                  </a:lnTo>
                  <a:lnTo>
                    <a:pt x="11429" y="843280"/>
                  </a:lnTo>
                  <a:close/>
                </a:path>
                <a:path w="11429" h="899160">
                  <a:moveTo>
                    <a:pt x="11429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1429" y="842010"/>
                  </a:lnTo>
                  <a:lnTo>
                    <a:pt x="11429" y="836930"/>
                  </a:lnTo>
                  <a:close/>
                </a:path>
                <a:path w="11429" h="899160">
                  <a:moveTo>
                    <a:pt x="11429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1429" y="835660"/>
                  </a:lnTo>
                  <a:lnTo>
                    <a:pt x="11429" y="830580"/>
                  </a:lnTo>
                  <a:close/>
                </a:path>
                <a:path w="11429" h="899160">
                  <a:moveTo>
                    <a:pt x="11429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1429" y="829310"/>
                  </a:lnTo>
                  <a:lnTo>
                    <a:pt x="11429" y="824230"/>
                  </a:lnTo>
                  <a:close/>
                </a:path>
                <a:path w="11429" h="899160">
                  <a:moveTo>
                    <a:pt x="11429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1429" y="822960"/>
                  </a:lnTo>
                  <a:lnTo>
                    <a:pt x="11429" y="817880"/>
                  </a:lnTo>
                  <a:close/>
                </a:path>
                <a:path w="11429" h="899160">
                  <a:moveTo>
                    <a:pt x="11429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29" y="816610"/>
                  </a:lnTo>
                  <a:lnTo>
                    <a:pt x="11429" y="811530"/>
                  </a:lnTo>
                  <a:close/>
                </a:path>
                <a:path w="11429" h="899160">
                  <a:moveTo>
                    <a:pt x="11429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29" y="810260"/>
                  </a:lnTo>
                  <a:lnTo>
                    <a:pt x="11429" y="805180"/>
                  </a:lnTo>
                  <a:close/>
                </a:path>
                <a:path w="11429" h="899160">
                  <a:moveTo>
                    <a:pt x="11429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29" y="803910"/>
                  </a:lnTo>
                  <a:lnTo>
                    <a:pt x="11429" y="798830"/>
                  </a:lnTo>
                  <a:close/>
                </a:path>
                <a:path w="11429" h="899160">
                  <a:moveTo>
                    <a:pt x="11429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29" y="797560"/>
                  </a:lnTo>
                  <a:lnTo>
                    <a:pt x="11429" y="792480"/>
                  </a:lnTo>
                  <a:close/>
                </a:path>
                <a:path w="11429" h="899160">
                  <a:moveTo>
                    <a:pt x="11429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29" y="791210"/>
                  </a:lnTo>
                  <a:lnTo>
                    <a:pt x="11429" y="786130"/>
                  </a:lnTo>
                  <a:close/>
                </a:path>
                <a:path w="11429" h="899160">
                  <a:moveTo>
                    <a:pt x="11429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29" y="784860"/>
                  </a:lnTo>
                  <a:lnTo>
                    <a:pt x="11429" y="779780"/>
                  </a:lnTo>
                  <a:close/>
                </a:path>
                <a:path w="11429" h="899160">
                  <a:moveTo>
                    <a:pt x="11429" y="772160"/>
                  </a:moveTo>
                  <a:lnTo>
                    <a:pt x="0" y="772160"/>
                  </a:lnTo>
                  <a:lnTo>
                    <a:pt x="0" y="778510"/>
                  </a:lnTo>
                  <a:lnTo>
                    <a:pt x="11429" y="778510"/>
                  </a:lnTo>
                  <a:lnTo>
                    <a:pt x="11429" y="772160"/>
                  </a:lnTo>
                  <a:close/>
                </a:path>
                <a:path w="11429" h="899160">
                  <a:moveTo>
                    <a:pt x="11429" y="768350"/>
                  </a:moveTo>
                  <a:lnTo>
                    <a:pt x="0" y="768350"/>
                  </a:lnTo>
                  <a:lnTo>
                    <a:pt x="0" y="770890"/>
                  </a:lnTo>
                  <a:lnTo>
                    <a:pt x="11429" y="770890"/>
                  </a:lnTo>
                  <a:lnTo>
                    <a:pt x="11429" y="76835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0">
              <a:extLst>
                <a:ext uri="{FF2B5EF4-FFF2-40B4-BE49-F238E27FC236}">
                  <a16:creationId xmlns:a16="http://schemas.microsoft.com/office/drawing/2014/main" id="{2E095DFE-D358-B2C5-7D80-5B8154C37809}"/>
                </a:ext>
              </a:extLst>
            </p:cNvPr>
            <p:cNvSpPr/>
            <p:nvPr/>
          </p:nvSpPr>
          <p:spPr>
            <a:xfrm>
              <a:off x="4652010" y="5594349"/>
              <a:ext cx="0" cy="124460"/>
            </a:xfrm>
            <a:custGeom>
              <a:avLst/>
              <a:gdLst/>
              <a:ahLst/>
              <a:cxnLst/>
              <a:rect l="l" t="t" r="r" b="b"/>
              <a:pathLst>
                <a:path h="124460">
                  <a:moveTo>
                    <a:pt x="0" y="0"/>
                  </a:moveTo>
                  <a:lnTo>
                    <a:pt x="0" y="124459"/>
                  </a:lnTo>
                </a:path>
              </a:pathLst>
            </a:custGeom>
            <a:ln w="10160">
              <a:solidFill>
                <a:srgbClr val="7474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1">
              <a:extLst>
                <a:ext uri="{FF2B5EF4-FFF2-40B4-BE49-F238E27FC236}">
                  <a16:creationId xmlns:a16="http://schemas.microsoft.com/office/drawing/2014/main" id="{8B02A465-F4D6-9C03-D6CC-D0DDC0CA27DD}"/>
                </a:ext>
              </a:extLst>
            </p:cNvPr>
            <p:cNvSpPr/>
            <p:nvPr/>
          </p:nvSpPr>
          <p:spPr>
            <a:xfrm>
              <a:off x="464693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2">
              <a:extLst>
                <a:ext uri="{FF2B5EF4-FFF2-40B4-BE49-F238E27FC236}">
                  <a16:creationId xmlns:a16="http://schemas.microsoft.com/office/drawing/2014/main" id="{CCE53A51-F520-B9A9-7EF4-5ADE656DC5E2}"/>
                </a:ext>
              </a:extLst>
            </p:cNvPr>
            <p:cNvSpPr/>
            <p:nvPr/>
          </p:nvSpPr>
          <p:spPr>
            <a:xfrm>
              <a:off x="4652010" y="6361429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160">
              <a:solidFill>
                <a:srgbClr val="74749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3">
              <a:extLst>
                <a:ext uri="{FF2B5EF4-FFF2-40B4-BE49-F238E27FC236}">
                  <a16:creationId xmlns:a16="http://schemas.microsoft.com/office/drawing/2014/main" id="{FCD71FE0-670B-217E-7E86-C02E0A06D9F4}"/>
                </a:ext>
              </a:extLst>
            </p:cNvPr>
            <p:cNvSpPr/>
            <p:nvPr/>
          </p:nvSpPr>
          <p:spPr>
            <a:xfrm>
              <a:off x="4657090" y="5594349"/>
              <a:ext cx="11430" cy="894080"/>
            </a:xfrm>
            <a:custGeom>
              <a:avLst/>
              <a:gdLst/>
              <a:ahLst/>
              <a:cxnLst/>
              <a:rect l="l" t="t" r="r" b="b"/>
              <a:pathLst>
                <a:path w="11429" h="894079">
                  <a:moveTo>
                    <a:pt x="762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7620" y="1269"/>
                  </a:lnTo>
                  <a:lnTo>
                    <a:pt x="7620" y="0"/>
                  </a:lnTo>
                  <a:close/>
                </a:path>
                <a:path w="11429" h="894079">
                  <a:moveTo>
                    <a:pt x="1143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1270"/>
                  </a:lnTo>
                  <a:close/>
                </a:path>
                <a:path w="11429" h="894079">
                  <a:moveTo>
                    <a:pt x="1143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30" y="7619"/>
                  </a:lnTo>
                  <a:lnTo>
                    <a:pt x="11430" y="3810"/>
                  </a:lnTo>
                  <a:close/>
                </a:path>
                <a:path w="11429" h="894079">
                  <a:moveTo>
                    <a:pt x="1143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7620"/>
                  </a:lnTo>
                  <a:close/>
                </a:path>
                <a:path w="11429" h="894079">
                  <a:moveTo>
                    <a:pt x="1143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30" y="13969"/>
                  </a:lnTo>
                  <a:lnTo>
                    <a:pt x="11430" y="10160"/>
                  </a:lnTo>
                  <a:close/>
                </a:path>
                <a:path w="11429" h="894079">
                  <a:moveTo>
                    <a:pt x="1143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3970"/>
                  </a:lnTo>
                  <a:close/>
                </a:path>
                <a:path w="11429" h="894079">
                  <a:moveTo>
                    <a:pt x="1143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30" y="20319"/>
                  </a:lnTo>
                  <a:lnTo>
                    <a:pt x="11430" y="16510"/>
                  </a:lnTo>
                  <a:close/>
                </a:path>
                <a:path w="11429" h="894079">
                  <a:moveTo>
                    <a:pt x="1143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30" y="22859"/>
                  </a:lnTo>
                  <a:lnTo>
                    <a:pt x="11430" y="20320"/>
                  </a:lnTo>
                  <a:close/>
                </a:path>
                <a:path w="11429" h="894079">
                  <a:moveTo>
                    <a:pt x="1143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30" y="26669"/>
                  </a:lnTo>
                  <a:lnTo>
                    <a:pt x="11430" y="22860"/>
                  </a:lnTo>
                  <a:close/>
                </a:path>
                <a:path w="11429" h="894079">
                  <a:moveTo>
                    <a:pt x="1143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6670"/>
                  </a:lnTo>
                  <a:close/>
                </a:path>
                <a:path w="11429" h="894079">
                  <a:moveTo>
                    <a:pt x="1143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30" y="33019"/>
                  </a:lnTo>
                  <a:lnTo>
                    <a:pt x="11430" y="29210"/>
                  </a:lnTo>
                  <a:close/>
                </a:path>
                <a:path w="11429" h="894079">
                  <a:moveTo>
                    <a:pt x="1143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3020"/>
                  </a:lnTo>
                  <a:close/>
                </a:path>
                <a:path w="11429" h="894079">
                  <a:moveTo>
                    <a:pt x="1143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30" y="39369"/>
                  </a:lnTo>
                  <a:lnTo>
                    <a:pt x="11430" y="35560"/>
                  </a:lnTo>
                  <a:close/>
                </a:path>
                <a:path w="11429" h="894079">
                  <a:moveTo>
                    <a:pt x="11430" y="39370"/>
                  </a:moveTo>
                  <a:lnTo>
                    <a:pt x="0" y="39370"/>
                  </a:lnTo>
                  <a:lnTo>
                    <a:pt x="0" y="45719"/>
                  </a:lnTo>
                  <a:lnTo>
                    <a:pt x="11430" y="45719"/>
                  </a:lnTo>
                  <a:lnTo>
                    <a:pt x="11430" y="39370"/>
                  </a:lnTo>
                  <a:close/>
                </a:path>
                <a:path w="11429" h="894079">
                  <a:moveTo>
                    <a:pt x="1143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30" y="48259"/>
                  </a:lnTo>
                  <a:lnTo>
                    <a:pt x="11430" y="45720"/>
                  </a:lnTo>
                  <a:close/>
                </a:path>
                <a:path w="11429" h="894079">
                  <a:moveTo>
                    <a:pt x="1143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30" y="52069"/>
                  </a:lnTo>
                  <a:lnTo>
                    <a:pt x="11430" y="48260"/>
                  </a:lnTo>
                  <a:close/>
                </a:path>
                <a:path w="11429" h="894079">
                  <a:moveTo>
                    <a:pt x="1143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52070"/>
                  </a:lnTo>
                  <a:close/>
                </a:path>
                <a:path w="11429" h="894079">
                  <a:moveTo>
                    <a:pt x="1143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30" y="58419"/>
                  </a:lnTo>
                  <a:lnTo>
                    <a:pt x="11430" y="54610"/>
                  </a:lnTo>
                  <a:close/>
                </a:path>
                <a:path w="11429" h="894079">
                  <a:moveTo>
                    <a:pt x="11430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1430" y="60959"/>
                  </a:lnTo>
                  <a:lnTo>
                    <a:pt x="11430" y="58420"/>
                  </a:lnTo>
                  <a:close/>
                </a:path>
                <a:path w="11429" h="894079">
                  <a:moveTo>
                    <a:pt x="11430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30" y="64769"/>
                  </a:lnTo>
                  <a:lnTo>
                    <a:pt x="11430" y="60960"/>
                  </a:lnTo>
                  <a:close/>
                </a:path>
                <a:path w="11429" h="894079">
                  <a:moveTo>
                    <a:pt x="11430" y="64770"/>
                  </a:moveTo>
                  <a:lnTo>
                    <a:pt x="0" y="64770"/>
                  </a:lnTo>
                  <a:lnTo>
                    <a:pt x="0" y="73659"/>
                  </a:lnTo>
                  <a:lnTo>
                    <a:pt x="11430" y="73659"/>
                  </a:lnTo>
                  <a:lnTo>
                    <a:pt x="11430" y="64770"/>
                  </a:lnTo>
                  <a:close/>
                </a:path>
                <a:path w="11429" h="894079">
                  <a:moveTo>
                    <a:pt x="11430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30" y="77469"/>
                  </a:lnTo>
                  <a:lnTo>
                    <a:pt x="11430" y="73660"/>
                  </a:lnTo>
                  <a:close/>
                </a:path>
                <a:path w="11429" h="894079">
                  <a:moveTo>
                    <a:pt x="11430" y="77470"/>
                  </a:moveTo>
                  <a:lnTo>
                    <a:pt x="0" y="77470"/>
                  </a:lnTo>
                  <a:lnTo>
                    <a:pt x="0" y="86359"/>
                  </a:lnTo>
                  <a:lnTo>
                    <a:pt x="11430" y="86359"/>
                  </a:lnTo>
                  <a:lnTo>
                    <a:pt x="11430" y="77470"/>
                  </a:lnTo>
                  <a:close/>
                </a:path>
                <a:path w="11429" h="894079">
                  <a:moveTo>
                    <a:pt x="11430" y="86360"/>
                  </a:moveTo>
                  <a:lnTo>
                    <a:pt x="0" y="8636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86360"/>
                  </a:lnTo>
                  <a:close/>
                </a:path>
                <a:path w="11429" h="894079">
                  <a:moveTo>
                    <a:pt x="11430" y="92710"/>
                  </a:moveTo>
                  <a:lnTo>
                    <a:pt x="0" y="92710"/>
                  </a:lnTo>
                  <a:lnTo>
                    <a:pt x="0" y="99059"/>
                  </a:lnTo>
                  <a:lnTo>
                    <a:pt x="11430" y="99059"/>
                  </a:lnTo>
                  <a:lnTo>
                    <a:pt x="11430" y="92710"/>
                  </a:lnTo>
                  <a:close/>
                </a:path>
                <a:path w="11429" h="894079">
                  <a:moveTo>
                    <a:pt x="11430" y="99060"/>
                  </a:moveTo>
                  <a:lnTo>
                    <a:pt x="0" y="99060"/>
                  </a:lnTo>
                  <a:lnTo>
                    <a:pt x="0" y="102869"/>
                  </a:lnTo>
                  <a:lnTo>
                    <a:pt x="11430" y="102869"/>
                  </a:lnTo>
                  <a:lnTo>
                    <a:pt x="11430" y="99060"/>
                  </a:lnTo>
                  <a:close/>
                </a:path>
                <a:path w="11429" h="894079">
                  <a:moveTo>
                    <a:pt x="11430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1430" y="105409"/>
                  </a:lnTo>
                  <a:lnTo>
                    <a:pt x="11430" y="102870"/>
                  </a:lnTo>
                  <a:close/>
                </a:path>
                <a:path w="11429" h="894079">
                  <a:moveTo>
                    <a:pt x="11430" y="105410"/>
                  </a:moveTo>
                  <a:lnTo>
                    <a:pt x="0" y="105410"/>
                  </a:lnTo>
                  <a:lnTo>
                    <a:pt x="0" y="109219"/>
                  </a:lnTo>
                  <a:lnTo>
                    <a:pt x="11430" y="109219"/>
                  </a:lnTo>
                  <a:lnTo>
                    <a:pt x="11430" y="105410"/>
                  </a:lnTo>
                  <a:close/>
                </a:path>
                <a:path w="11429" h="894079">
                  <a:moveTo>
                    <a:pt x="11430" y="109220"/>
                  </a:moveTo>
                  <a:lnTo>
                    <a:pt x="0" y="109220"/>
                  </a:lnTo>
                  <a:lnTo>
                    <a:pt x="0" y="111759"/>
                  </a:lnTo>
                  <a:lnTo>
                    <a:pt x="11430" y="111759"/>
                  </a:lnTo>
                  <a:lnTo>
                    <a:pt x="11430" y="109220"/>
                  </a:lnTo>
                  <a:close/>
                </a:path>
                <a:path w="11429" h="894079">
                  <a:moveTo>
                    <a:pt x="11430" y="111760"/>
                  </a:moveTo>
                  <a:lnTo>
                    <a:pt x="0" y="111760"/>
                  </a:lnTo>
                  <a:lnTo>
                    <a:pt x="0" y="121919"/>
                  </a:lnTo>
                  <a:lnTo>
                    <a:pt x="11430" y="121919"/>
                  </a:lnTo>
                  <a:lnTo>
                    <a:pt x="11430" y="111760"/>
                  </a:lnTo>
                  <a:close/>
                </a:path>
                <a:path w="11429" h="894079">
                  <a:moveTo>
                    <a:pt x="11430" y="121920"/>
                  </a:moveTo>
                  <a:lnTo>
                    <a:pt x="0" y="121920"/>
                  </a:lnTo>
                  <a:lnTo>
                    <a:pt x="0" y="124459"/>
                  </a:lnTo>
                  <a:lnTo>
                    <a:pt x="11430" y="124459"/>
                  </a:lnTo>
                  <a:lnTo>
                    <a:pt x="11430" y="121920"/>
                  </a:lnTo>
                  <a:close/>
                </a:path>
                <a:path w="11429" h="894079">
                  <a:moveTo>
                    <a:pt x="11430" y="124460"/>
                  </a:moveTo>
                  <a:lnTo>
                    <a:pt x="0" y="124460"/>
                  </a:lnTo>
                  <a:lnTo>
                    <a:pt x="0" y="765810"/>
                  </a:lnTo>
                  <a:lnTo>
                    <a:pt x="11430" y="765810"/>
                  </a:lnTo>
                  <a:lnTo>
                    <a:pt x="11430" y="124460"/>
                  </a:lnTo>
                  <a:close/>
                </a:path>
                <a:path w="11429" h="894079">
                  <a:moveTo>
                    <a:pt x="11430" y="891540"/>
                  </a:moveTo>
                  <a:lnTo>
                    <a:pt x="0" y="891540"/>
                  </a:lnTo>
                  <a:lnTo>
                    <a:pt x="0" y="892810"/>
                  </a:lnTo>
                  <a:lnTo>
                    <a:pt x="8889" y="892810"/>
                  </a:lnTo>
                  <a:lnTo>
                    <a:pt x="8889" y="894080"/>
                  </a:lnTo>
                  <a:lnTo>
                    <a:pt x="11430" y="894080"/>
                  </a:lnTo>
                  <a:lnTo>
                    <a:pt x="11430" y="891540"/>
                  </a:lnTo>
                  <a:close/>
                </a:path>
                <a:path w="11429" h="894079">
                  <a:moveTo>
                    <a:pt x="11430" y="887730"/>
                  </a:moveTo>
                  <a:lnTo>
                    <a:pt x="0" y="887730"/>
                  </a:lnTo>
                  <a:lnTo>
                    <a:pt x="0" y="890269"/>
                  </a:lnTo>
                  <a:lnTo>
                    <a:pt x="11430" y="890269"/>
                  </a:lnTo>
                  <a:lnTo>
                    <a:pt x="11430" y="887730"/>
                  </a:lnTo>
                  <a:close/>
                </a:path>
                <a:path w="11429" h="894079">
                  <a:moveTo>
                    <a:pt x="11430" y="885190"/>
                  </a:moveTo>
                  <a:lnTo>
                    <a:pt x="0" y="885190"/>
                  </a:lnTo>
                  <a:lnTo>
                    <a:pt x="0" y="886460"/>
                  </a:lnTo>
                  <a:lnTo>
                    <a:pt x="11430" y="886460"/>
                  </a:lnTo>
                  <a:lnTo>
                    <a:pt x="11430" y="885190"/>
                  </a:lnTo>
                  <a:close/>
                </a:path>
                <a:path w="11429" h="894079">
                  <a:moveTo>
                    <a:pt x="11430" y="881380"/>
                  </a:moveTo>
                  <a:lnTo>
                    <a:pt x="0" y="881380"/>
                  </a:lnTo>
                  <a:lnTo>
                    <a:pt x="0" y="883919"/>
                  </a:lnTo>
                  <a:lnTo>
                    <a:pt x="11430" y="883919"/>
                  </a:lnTo>
                  <a:lnTo>
                    <a:pt x="11430" y="881380"/>
                  </a:lnTo>
                  <a:close/>
                </a:path>
                <a:path w="11429" h="894079">
                  <a:moveTo>
                    <a:pt x="11430" y="878840"/>
                  </a:moveTo>
                  <a:lnTo>
                    <a:pt x="0" y="878840"/>
                  </a:lnTo>
                  <a:lnTo>
                    <a:pt x="0" y="880110"/>
                  </a:lnTo>
                  <a:lnTo>
                    <a:pt x="11430" y="880110"/>
                  </a:lnTo>
                  <a:lnTo>
                    <a:pt x="11430" y="878840"/>
                  </a:lnTo>
                  <a:close/>
                </a:path>
                <a:path w="11429" h="894079">
                  <a:moveTo>
                    <a:pt x="11430" y="875030"/>
                  </a:moveTo>
                  <a:lnTo>
                    <a:pt x="0" y="875030"/>
                  </a:lnTo>
                  <a:lnTo>
                    <a:pt x="0" y="877569"/>
                  </a:lnTo>
                  <a:lnTo>
                    <a:pt x="11430" y="877569"/>
                  </a:lnTo>
                  <a:lnTo>
                    <a:pt x="11430" y="875030"/>
                  </a:lnTo>
                  <a:close/>
                </a:path>
                <a:path w="11429" h="894079">
                  <a:moveTo>
                    <a:pt x="11430" y="872490"/>
                  </a:moveTo>
                  <a:lnTo>
                    <a:pt x="0" y="872490"/>
                  </a:lnTo>
                  <a:lnTo>
                    <a:pt x="0" y="873760"/>
                  </a:lnTo>
                  <a:lnTo>
                    <a:pt x="11430" y="873760"/>
                  </a:lnTo>
                  <a:lnTo>
                    <a:pt x="11430" y="872490"/>
                  </a:lnTo>
                  <a:close/>
                </a:path>
                <a:path w="11429" h="894079">
                  <a:moveTo>
                    <a:pt x="11430" y="868680"/>
                  </a:moveTo>
                  <a:lnTo>
                    <a:pt x="0" y="868680"/>
                  </a:lnTo>
                  <a:lnTo>
                    <a:pt x="0" y="871219"/>
                  </a:lnTo>
                  <a:lnTo>
                    <a:pt x="11430" y="871219"/>
                  </a:lnTo>
                  <a:lnTo>
                    <a:pt x="11430" y="868680"/>
                  </a:lnTo>
                  <a:close/>
                </a:path>
                <a:path w="11429" h="894079">
                  <a:moveTo>
                    <a:pt x="11430" y="866140"/>
                  </a:moveTo>
                  <a:lnTo>
                    <a:pt x="0" y="866140"/>
                  </a:lnTo>
                  <a:lnTo>
                    <a:pt x="0" y="867410"/>
                  </a:lnTo>
                  <a:lnTo>
                    <a:pt x="11430" y="867410"/>
                  </a:lnTo>
                  <a:lnTo>
                    <a:pt x="11430" y="866140"/>
                  </a:lnTo>
                  <a:close/>
                </a:path>
                <a:path w="11429" h="894079">
                  <a:moveTo>
                    <a:pt x="11430" y="862330"/>
                  </a:moveTo>
                  <a:lnTo>
                    <a:pt x="0" y="862330"/>
                  </a:lnTo>
                  <a:lnTo>
                    <a:pt x="0" y="864869"/>
                  </a:lnTo>
                  <a:lnTo>
                    <a:pt x="11430" y="864869"/>
                  </a:lnTo>
                  <a:lnTo>
                    <a:pt x="11430" y="862330"/>
                  </a:lnTo>
                  <a:close/>
                </a:path>
                <a:path w="11429" h="894079">
                  <a:moveTo>
                    <a:pt x="11430" y="859790"/>
                  </a:moveTo>
                  <a:lnTo>
                    <a:pt x="0" y="859790"/>
                  </a:lnTo>
                  <a:lnTo>
                    <a:pt x="0" y="861060"/>
                  </a:lnTo>
                  <a:lnTo>
                    <a:pt x="11430" y="861060"/>
                  </a:lnTo>
                  <a:lnTo>
                    <a:pt x="11430" y="859790"/>
                  </a:lnTo>
                  <a:close/>
                </a:path>
                <a:path w="11429" h="894079">
                  <a:moveTo>
                    <a:pt x="11430" y="854710"/>
                  </a:moveTo>
                  <a:lnTo>
                    <a:pt x="0" y="854710"/>
                  </a:lnTo>
                  <a:lnTo>
                    <a:pt x="0" y="858519"/>
                  </a:lnTo>
                  <a:lnTo>
                    <a:pt x="11430" y="858519"/>
                  </a:lnTo>
                  <a:lnTo>
                    <a:pt x="11430" y="854710"/>
                  </a:lnTo>
                  <a:close/>
                </a:path>
                <a:path w="11429" h="894079">
                  <a:moveTo>
                    <a:pt x="11430" y="848360"/>
                  </a:moveTo>
                  <a:lnTo>
                    <a:pt x="0" y="848360"/>
                  </a:lnTo>
                  <a:lnTo>
                    <a:pt x="0" y="853439"/>
                  </a:lnTo>
                  <a:lnTo>
                    <a:pt x="11430" y="853439"/>
                  </a:lnTo>
                  <a:lnTo>
                    <a:pt x="11430" y="848360"/>
                  </a:lnTo>
                  <a:close/>
                </a:path>
                <a:path w="11429" h="894079">
                  <a:moveTo>
                    <a:pt x="11430" y="842010"/>
                  </a:moveTo>
                  <a:lnTo>
                    <a:pt x="0" y="842010"/>
                  </a:lnTo>
                  <a:lnTo>
                    <a:pt x="0" y="847089"/>
                  </a:lnTo>
                  <a:lnTo>
                    <a:pt x="11430" y="847089"/>
                  </a:lnTo>
                  <a:lnTo>
                    <a:pt x="11430" y="842010"/>
                  </a:lnTo>
                  <a:close/>
                </a:path>
                <a:path w="11429" h="894079">
                  <a:moveTo>
                    <a:pt x="11430" y="835660"/>
                  </a:moveTo>
                  <a:lnTo>
                    <a:pt x="0" y="835660"/>
                  </a:lnTo>
                  <a:lnTo>
                    <a:pt x="0" y="840739"/>
                  </a:lnTo>
                  <a:lnTo>
                    <a:pt x="11430" y="840739"/>
                  </a:lnTo>
                  <a:lnTo>
                    <a:pt x="11430" y="835660"/>
                  </a:lnTo>
                  <a:close/>
                </a:path>
                <a:path w="11429" h="894079">
                  <a:moveTo>
                    <a:pt x="11430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1430" y="834389"/>
                  </a:lnTo>
                  <a:lnTo>
                    <a:pt x="11430" y="829310"/>
                  </a:lnTo>
                  <a:close/>
                </a:path>
                <a:path w="11429" h="894079">
                  <a:moveTo>
                    <a:pt x="11430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30" y="828039"/>
                  </a:lnTo>
                  <a:lnTo>
                    <a:pt x="11430" y="822960"/>
                  </a:lnTo>
                  <a:close/>
                </a:path>
                <a:path w="11429" h="894079">
                  <a:moveTo>
                    <a:pt x="11430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30" y="821689"/>
                  </a:lnTo>
                  <a:lnTo>
                    <a:pt x="11430" y="816610"/>
                  </a:lnTo>
                  <a:close/>
                </a:path>
                <a:path w="11429" h="894079">
                  <a:moveTo>
                    <a:pt x="11430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30" y="815339"/>
                  </a:lnTo>
                  <a:lnTo>
                    <a:pt x="11430" y="810260"/>
                  </a:lnTo>
                  <a:close/>
                </a:path>
                <a:path w="11429" h="894079">
                  <a:moveTo>
                    <a:pt x="11430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30" y="808990"/>
                  </a:lnTo>
                  <a:lnTo>
                    <a:pt x="11430" y="803910"/>
                  </a:lnTo>
                  <a:close/>
                </a:path>
                <a:path w="11429" h="894079">
                  <a:moveTo>
                    <a:pt x="11430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30" y="802640"/>
                  </a:lnTo>
                  <a:lnTo>
                    <a:pt x="11430" y="797560"/>
                  </a:lnTo>
                  <a:close/>
                </a:path>
                <a:path w="11429" h="894079">
                  <a:moveTo>
                    <a:pt x="11430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30" y="796290"/>
                  </a:lnTo>
                  <a:lnTo>
                    <a:pt x="11430" y="791210"/>
                  </a:lnTo>
                  <a:close/>
                </a:path>
                <a:path w="11429" h="894079">
                  <a:moveTo>
                    <a:pt x="11430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30" y="789940"/>
                  </a:lnTo>
                  <a:lnTo>
                    <a:pt x="11430" y="784860"/>
                  </a:lnTo>
                  <a:close/>
                </a:path>
                <a:path w="11429" h="894079">
                  <a:moveTo>
                    <a:pt x="11430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30" y="783590"/>
                  </a:lnTo>
                  <a:lnTo>
                    <a:pt x="11430" y="778510"/>
                  </a:lnTo>
                  <a:close/>
                </a:path>
                <a:path w="11429" h="894079">
                  <a:moveTo>
                    <a:pt x="11430" y="770890"/>
                  </a:moveTo>
                  <a:lnTo>
                    <a:pt x="0" y="770890"/>
                  </a:lnTo>
                  <a:lnTo>
                    <a:pt x="0" y="777240"/>
                  </a:lnTo>
                  <a:lnTo>
                    <a:pt x="11430" y="777240"/>
                  </a:lnTo>
                  <a:lnTo>
                    <a:pt x="11430" y="770890"/>
                  </a:lnTo>
                  <a:close/>
                </a:path>
                <a:path w="11429" h="894079">
                  <a:moveTo>
                    <a:pt x="11430" y="767080"/>
                  </a:moveTo>
                  <a:lnTo>
                    <a:pt x="0" y="767080"/>
                  </a:lnTo>
                  <a:lnTo>
                    <a:pt x="0" y="769620"/>
                  </a:lnTo>
                  <a:lnTo>
                    <a:pt x="11430" y="769620"/>
                  </a:lnTo>
                  <a:lnTo>
                    <a:pt x="11430" y="767080"/>
                  </a:lnTo>
                  <a:close/>
                </a:path>
              </a:pathLst>
            </a:custGeom>
            <a:solidFill>
              <a:srgbClr val="7575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4">
              <a:extLst>
                <a:ext uri="{FF2B5EF4-FFF2-40B4-BE49-F238E27FC236}">
                  <a16:creationId xmlns:a16="http://schemas.microsoft.com/office/drawing/2014/main" id="{052757AB-FB02-763C-AE4B-451D34994D97}"/>
                </a:ext>
              </a:extLst>
            </p:cNvPr>
            <p:cNvSpPr/>
            <p:nvPr/>
          </p:nvSpPr>
          <p:spPr>
            <a:xfrm>
              <a:off x="4673600" y="5595619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89">
                  <a:moveTo>
                    <a:pt x="0" y="0"/>
                  </a:moveTo>
                  <a:lnTo>
                    <a:pt x="0" y="123189"/>
                  </a:lnTo>
                </a:path>
              </a:pathLst>
            </a:custGeom>
            <a:ln w="10159">
              <a:solidFill>
                <a:srgbClr val="7575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5">
              <a:extLst>
                <a:ext uri="{FF2B5EF4-FFF2-40B4-BE49-F238E27FC236}">
                  <a16:creationId xmlns:a16="http://schemas.microsoft.com/office/drawing/2014/main" id="{02C79AC1-CC0A-7923-F7E2-C51F8EDE71C0}"/>
                </a:ext>
              </a:extLst>
            </p:cNvPr>
            <p:cNvSpPr/>
            <p:nvPr/>
          </p:nvSpPr>
          <p:spPr>
            <a:xfrm>
              <a:off x="466852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59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59" y="641349"/>
                  </a:lnTo>
                  <a:lnTo>
                    <a:pt x="10159" y="0"/>
                  </a:lnTo>
                  <a:close/>
                </a:path>
              </a:pathLst>
            </a:custGeom>
            <a:solidFill>
              <a:srgbClr val="7575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6">
              <a:extLst>
                <a:ext uri="{FF2B5EF4-FFF2-40B4-BE49-F238E27FC236}">
                  <a16:creationId xmlns:a16="http://schemas.microsoft.com/office/drawing/2014/main" id="{7B376D3E-F038-2CE2-13F8-862C58BC1337}"/>
                </a:ext>
              </a:extLst>
            </p:cNvPr>
            <p:cNvSpPr/>
            <p:nvPr/>
          </p:nvSpPr>
          <p:spPr>
            <a:xfrm>
              <a:off x="4673600" y="636142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7000"/>
                  </a:lnTo>
                </a:path>
              </a:pathLst>
            </a:custGeom>
            <a:ln w="10159">
              <a:solidFill>
                <a:srgbClr val="75759A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17">
              <a:extLst>
                <a:ext uri="{FF2B5EF4-FFF2-40B4-BE49-F238E27FC236}">
                  <a16:creationId xmlns:a16="http://schemas.microsoft.com/office/drawing/2014/main" id="{072B46C8-7969-9BDE-831A-70C9F6755100}"/>
                </a:ext>
              </a:extLst>
            </p:cNvPr>
            <p:cNvSpPr/>
            <p:nvPr/>
          </p:nvSpPr>
          <p:spPr>
            <a:xfrm>
              <a:off x="4678680" y="5596889"/>
              <a:ext cx="11430" cy="891540"/>
            </a:xfrm>
            <a:custGeom>
              <a:avLst/>
              <a:gdLst/>
              <a:ahLst/>
              <a:cxnLst/>
              <a:rect l="l" t="t" r="r" b="b"/>
              <a:pathLst>
                <a:path w="11429" h="891539">
                  <a:moveTo>
                    <a:pt x="1143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1430" y="1269"/>
                  </a:lnTo>
                  <a:lnTo>
                    <a:pt x="11430" y="0"/>
                  </a:lnTo>
                  <a:close/>
                </a:path>
                <a:path w="11429" h="891539">
                  <a:moveTo>
                    <a:pt x="11430" y="1269"/>
                  </a:moveTo>
                  <a:lnTo>
                    <a:pt x="0" y="1269"/>
                  </a:lnTo>
                  <a:lnTo>
                    <a:pt x="0" y="5079"/>
                  </a:lnTo>
                  <a:lnTo>
                    <a:pt x="11430" y="5079"/>
                  </a:lnTo>
                  <a:lnTo>
                    <a:pt x="11430" y="1269"/>
                  </a:lnTo>
                  <a:close/>
                </a:path>
                <a:path w="11429" h="891539">
                  <a:moveTo>
                    <a:pt x="11430" y="5079"/>
                  </a:moveTo>
                  <a:lnTo>
                    <a:pt x="0" y="5079"/>
                  </a:lnTo>
                  <a:lnTo>
                    <a:pt x="0" y="7619"/>
                  </a:lnTo>
                  <a:lnTo>
                    <a:pt x="11430" y="7619"/>
                  </a:lnTo>
                  <a:lnTo>
                    <a:pt x="11430" y="5079"/>
                  </a:lnTo>
                  <a:close/>
                </a:path>
                <a:path w="11429" h="891539">
                  <a:moveTo>
                    <a:pt x="11430" y="7619"/>
                  </a:moveTo>
                  <a:lnTo>
                    <a:pt x="0" y="7619"/>
                  </a:lnTo>
                  <a:lnTo>
                    <a:pt x="0" y="11429"/>
                  </a:lnTo>
                  <a:lnTo>
                    <a:pt x="11430" y="11429"/>
                  </a:lnTo>
                  <a:lnTo>
                    <a:pt x="11430" y="7619"/>
                  </a:lnTo>
                  <a:close/>
                </a:path>
                <a:path w="11429" h="891539">
                  <a:moveTo>
                    <a:pt x="11430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11430" y="13969"/>
                  </a:lnTo>
                  <a:lnTo>
                    <a:pt x="11430" y="11429"/>
                  </a:lnTo>
                  <a:close/>
                </a:path>
                <a:path w="11429" h="891539">
                  <a:moveTo>
                    <a:pt x="11430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11430" y="17779"/>
                  </a:lnTo>
                  <a:lnTo>
                    <a:pt x="11430" y="13969"/>
                  </a:lnTo>
                  <a:close/>
                </a:path>
                <a:path w="11429" h="891539">
                  <a:moveTo>
                    <a:pt x="1143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11430" y="20319"/>
                  </a:lnTo>
                  <a:lnTo>
                    <a:pt x="11430" y="17779"/>
                  </a:lnTo>
                  <a:close/>
                </a:path>
                <a:path w="11429" h="891539">
                  <a:moveTo>
                    <a:pt x="1143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11430" y="24129"/>
                  </a:lnTo>
                  <a:lnTo>
                    <a:pt x="11430" y="20319"/>
                  </a:lnTo>
                  <a:close/>
                </a:path>
                <a:path w="11429" h="891539">
                  <a:moveTo>
                    <a:pt x="11430" y="24129"/>
                  </a:moveTo>
                  <a:lnTo>
                    <a:pt x="0" y="24129"/>
                  </a:lnTo>
                  <a:lnTo>
                    <a:pt x="0" y="26669"/>
                  </a:lnTo>
                  <a:lnTo>
                    <a:pt x="11430" y="26669"/>
                  </a:lnTo>
                  <a:lnTo>
                    <a:pt x="11430" y="24129"/>
                  </a:lnTo>
                  <a:close/>
                </a:path>
                <a:path w="11429" h="891539">
                  <a:moveTo>
                    <a:pt x="11430" y="26669"/>
                  </a:moveTo>
                  <a:lnTo>
                    <a:pt x="0" y="26669"/>
                  </a:lnTo>
                  <a:lnTo>
                    <a:pt x="0" y="30479"/>
                  </a:lnTo>
                  <a:lnTo>
                    <a:pt x="11430" y="30479"/>
                  </a:lnTo>
                  <a:lnTo>
                    <a:pt x="11430" y="26669"/>
                  </a:lnTo>
                  <a:close/>
                </a:path>
                <a:path w="11429" h="891539">
                  <a:moveTo>
                    <a:pt x="11430" y="30479"/>
                  </a:moveTo>
                  <a:lnTo>
                    <a:pt x="0" y="30479"/>
                  </a:lnTo>
                  <a:lnTo>
                    <a:pt x="0" y="33019"/>
                  </a:lnTo>
                  <a:lnTo>
                    <a:pt x="11430" y="33019"/>
                  </a:lnTo>
                  <a:lnTo>
                    <a:pt x="11430" y="30479"/>
                  </a:lnTo>
                  <a:close/>
                </a:path>
                <a:path w="11429" h="891539">
                  <a:moveTo>
                    <a:pt x="11430" y="33019"/>
                  </a:moveTo>
                  <a:lnTo>
                    <a:pt x="0" y="33019"/>
                  </a:lnTo>
                  <a:lnTo>
                    <a:pt x="0" y="36829"/>
                  </a:lnTo>
                  <a:lnTo>
                    <a:pt x="11430" y="36829"/>
                  </a:lnTo>
                  <a:lnTo>
                    <a:pt x="11430" y="33019"/>
                  </a:lnTo>
                  <a:close/>
                </a:path>
                <a:path w="11429" h="891539">
                  <a:moveTo>
                    <a:pt x="11430" y="36829"/>
                  </a:moveTo>
                  <a:lnTo>
                    <a:pt x="0" y="36829"/>
                  </a:lnTo>
                  <a:lnTo>
                    <a:pt x="0" y="43179"/>
                  </a:lnTo>
                  <a:lnTo>
                    <a:pt x="11430" y="43179"/>
                  </a:lnTo>
                  <a:lnTo>
                    <a:pt x="11430" y="36829"/>
                  </a:lnTo>
                  <a:close/>
                </a:path>
                <a:path w="11429" h="891539">
                  <a:moveTo>
                    <a:pt x="11430" y="43179"/>
                  </a:moveTo>
                  <a:lnTo>
                    <a:pt x="0" y="43179"/>
                  </a:lnTo>
                  <a:lnTo>
                    <a:pt x="0" y="45719"/>
                  </a:lnTo>
                  <a:lnTo>
                    <a:pt x="11430" y="45719"/>
                  </a:lnTo>
                  <a:lnTo>
                    <a:pt x="11430" y="43179"/>
                  </a:lnTo>
                  <a:close/>
                </a:path>
                <a:path w="11429" h="891539">
                  <a:moveTo>
                    <a:pt x="11430" y="45719"/>
                  </a:moveTo>
                  <a:lnTo>
                    <a:pt x="0" y="45719"/>
                  </a:lnTo>
                  <a:lnTo>
                    <a:pt x="0" y="49529"/>
                  </a:lnTo>
                  <a:lnTo>
                    <a:pt x="11430" y="49529"/>
                  </a:lnTo>
                  <a:lnTo>
                    <a:pt x="11430" y="45719"/>
                  </a:lnTo>
                  <a:close/>
                </a:path>
                <a:path w="11429" h="891539">
                  <a:moveTo>
                    <a:pt x="11430" y="49529"/>
                  </a:moveTo>
                  <a:lnTo>
                    <a:pt x="0" y="49529"/>
                  </a:lnTo>
                  <a:lnTo>
                    <a:pt x="0" y="52069"/>
                  </a:lnTo>
                  <a:lnTo>
                    <a:pt x="11430" y="52069"/>
                  </a:lnTo>
                  <a:lnTo>
                    <a:pt x="11430" y="49529"/>
                  </a:lnTo>
                  <a:close/>
                </a:path>
                <a:path w="11429" h="891539">
                  <a:moveTo>
                    <a:pt x="11430" y="52069"/>
                  </a:moveTo>
                  <a:lnTo>
                    <a:pt x="0" y="52069"/>
                  </a:lnTo>
                  <a:lnTo>
                    <a:pt x="0" y="55879"/>
                  </a:lnTo>
                  <a:lnTo>
                    <a:pt x="11430" y="55879"/>
                  </a:lnTo>
                  <a:lnTo>
                    <a:pt x="11430" y="52069"/>
                  </a:lnTo>
                  <a:close/>
                </a:path>
                <a:path w="11429" h="891539">
                  <a:moveTo>
                    <a:pt x="11430" y="55879"/>
                  </a:moveTo>
                  <a:lnTo>
                    <a:pt x="0" y="55879"/>
                  </a:lnTo>
                  <a:lnTo>
                    <a:pt x="0" y="58419"/>
                  </a:lnTo>
                  <a:lnTo>
                    <a:pt x="11430" y="58419"/>
                  </a:lnTo>
                  <a:lnTo>
                    <a:pt x="11430" y="55879"/>
                  </a:lnTo>
                  <a:close/>
                </a:path>
                <a:path w="11429" h="891539">
                  <a:moveTo>
                    <a:pt x="11430" y="58419"/>
                  </a:moveTo>
                  <a:lnTo>
                    <a:pt x="0" y="58419"/>
                  </a:lnTo>
                  <a:lnTo>
                    <a:pt x="0" y="62229"/>
                  </a:lnTo>
                  <a:lnTo>
                    <a:pt x="11430" y="62229"/>
                  </a:lnTo>
                  <a:lnTo>
                    <a:pt x="11430" y="58419"/>
                  </a:lnTo>
                  <a:close/>
                </a:path>
                <a:path w="11429" h="891539">
                  <a:moveTo>
                    <a:pt x="11430" y="62229"/>
                  </a:moveTo>
                  <a:lnTo>
                    <a:pt x="0" y="62229"/>
                  </a:lnTo>
                  <a:lnTo>
                    <a:pt x="0" y="71119"/>
                  </a:lnTo>
                  <a:lnTo>
                    <a:pt x="11430" y="71119"/>
                  </a:lnTo>
                  <a:lnTo>
                    <a:pt x="11430" y="62229"/>
                  </a:lnTo>
                  <a:close/>
                </a:path>
                <a:path w="11429" h="891539">
                  <a:moveTo>
                    <a:pt x="11430" y="71119"/>
                  </a:moveTo>
                  <a:lnTo>
                    <a:pt x="0" y="71119"/>
                  </a:lnTo>
                  <a:lnTo>
                    <a:pt x="0" y="74929"/>
                  </a:lnTo>
                  <a:lnTo>
                    <a:pt x="11430" y="74929"/>
                  </a:lnTo>
                  <a:lnTo>
                    <a:pt x="11430" y="71119"/>
                  </a:lnTo>
                  <a:close/>
                </a:path>
                <a:path w="11429" h="891539">
                  <a:moveTo>
                    <a:pt x="11430" y="74929"/>
                  </a:moveTo>
                  <a:lnTo>
                    <a:pt x="0" y="74929"/>
                  </a:lnTo>
                  <a:lnTo>
                    <a:pt x="0" y="83819"/>
                  </a:lnTo>
                  <a:lnTo>
                    <a:pt x="11430" y="83819"/>
                  </a:lnTo>
                  <a:lnTo>
                    <a:pt x="11430" y="74929"/>
                  </a:lnTo>
                  <a:close/>
                </a:path>
                <a:path w="11429" h="891539">
                  <a:moveTo>
                    <a:pt x="11430" y="83819"/>
                  </a:moveTo>
                  <a:lnTo>
                    <a:pt x="0" y="83819"/>
                  </a:lnTo>
                  <a:lnTo>
                    <a:pt x="0" y="90169"/>
                  </a:lnTo>
                  <a:lnTo>
                    <a:pt x="11430" y="90169"/>
                  </a:lnTo>
                  <a:lnTo>
                    <a:pt x="11430" y="83819"/>
                  </a:lnTo>
                  <a:close/>
                </a:path>
                <a:path w="11429" h="891539">
                  <a:moveTo>
                    <a:pt x="11430" y="90169"/>
                  </a:moveTo>
                  <a:lnTo>
                    <a:pt x="0" y="90169"/>
                  </a:lnTo>
                  <a:lnTo>
                    <a:pt x="0" y="96519"/>
                  </a:lnTo>
                  <a:lnTo>
                    <a:pt x="11430" y="96519"/>
                  </a:lnTo>
                  <a:lnTo>
                    <a:pt x="11430" y="90169"/>
                  </a:lnTo>
                  <a:close/>
                </a:path>
                <a:path w="11429" h="891539">
                  <a:moveTo>
                    <a:pt x="11430" y="96519"/>
                  </a:moveTo>
                  <a:lnTo>
                    <a:pt x="0" y="96519"/>
                  </a:lnTo>
                  <a:lnTo>
                    <a:pt x="0" y="100329"/>
                  </a:lnTo>
                  <a:lnTo>
                    <a:pt x="11430" y="100329"/>
                  </a:lnTo>
                  <a:lnTo>
                    <a:pt x="11430" y="96519"/>
                  </a:lnTo>
                  <a:close/>
                </a:path>
                <a:path w="11429" h="891539">
                  <a:moveTo>
                    <a:pt x="11430" y="100329"/>
                  </a:moveTo>
                  <a:lnTo>
                    <a:pt x="0" y="100329"/>
                  </a:lnTo>
                  <a:lnTo>
                    <a:pt x="0" y="102869"/>
                  </a:lnTo>
                  <a:lnTo>
                    <a:pt x="11430" y="102869"/>
                  </a:lnTo>
                  <a:lnTo>
                    <a:pt x="11430" y="100329"/>
                  </a:lnTo>
                  <a:close/>
                </a:path>
                <a:path w="11429" h="891539">
                  <a:moveTo>
                    <a:pt x="11430" y="102869"/>
                  </a:moveTo>
                  <a:lnTo>
                    <a:pt x="0" y="102869"/>
                  </a:lnTo>
                  <a:lnTo>
                    <a:pt x="0" y="106679"/>
                  </a:lnTo>
                  <a:lnTo>
                    <a:pt x="11430" y="106679"/>
                  </a:lnTo>
                  <a:lnTo>
                    <a:pt x="11430" y="102869"/>
                  </a:lnTo>
                  <a:close/>
                </a:path>
                <a:path w="11429" h="891539">
                  <a:moveTo>
                    <a:pt x="11430" y="106679"/>
                  </a:moveTo>
                  <a:lnTo>
                    <a:pt x="0" y="106679"/>
                  </a:lnTo>
                  <a:lnTo>
                    <a:pt x="0" y="109219"/>
                  </a:lnTo>
                  <a:lnTo>
                    <a:pt x="11430" y="109219"/>
                  </a:lnTo>
                  <a:lnTo>
                    <a:pt x="11430" y="106679"/>
                  </a:lnTo>
                  <a:close/>
                </a:path>
                <a:path w="11429" h="891539">
                  <a:moveTo>
                    <a:pt x="11430" y="109219"/>
                  </a:moveTo>
                  <a:lnTo>
                    <a:pt x="0" y="109219"/>
                  </a:lnTo>
                  <a:lnTo>
                    <a:pt x="0" y="119379"/>
                  </a:lnTo>
                  <a:lnTo>
                    <a:pt x="11430" y="119379"/>
                  </a:lnTo>
                  <a:lnTo>
                    <a:pt x="11430" y="109219"/>
                  </a:lnTo>
                  <a:close/>
                </a:path>
                <a:path w="11429" h="891539">
                  <a:moveTo>
                    <a:pt x="11430" y="119379"/>
                  </a:moveTo>
                  <a:lnTo>
                    <a:pt x="0" y="119379"/>
                  </a:lnTo>
                  <a:lnTo>
                    <a:pt x="0" y="121919"/>
                  </a:lnTo>
                  <a:lnTo>
                    <a:pt x="11430" y="121919"/>
                  </a:lnTo>
                  <a:lnTo>
                    <a:pt x="11430" y="119379"/>
                  </a:lnTo>
                  <a:close/>
                </a:path>
                <a:path w="11429" h="891539">
                  <a:moveTo>
                    <a:pt x="11430" y="121919"/>
                  </a:moveTo>
                  <a:lnTo>
                    <a:pt x="0" y="121919"/>
                  </a:lnTo>
                  <a:lnTo>
                    <a:pt x="0" y="763269"/>
                  </a:lnTo>
                  <a:lnTo>
                    <a:pt x="11430" y="763269"/>
                  </a:lnTo>
                  <a:lnTo>
                    <a:pt x="11430" y="121919"/>
                  </a:lnTo>
                  <a:close/>
                </a:path>
                <a:path w="11429" h="891539">
                  <a:moveTo>
                    <a:pt x="11430" y="888999"/>
                  </a:moveTo>
                  <a:lnTo>
                    <a:pt x="0" y="888999"/>
                  </a:lnTo>
                  <a:lnTo>
                    <a:pt x="0" y="891539"/>
                  </a:lnTo>
                  <a:lnTo>
                    <a:pt x="1270" y="891539"/>
                  </a:lnTo>
                  <a:lnTo>
                    <a:pt x="1270" y="890269"/>
                  </a:lnTo>
                  <a:lnTo>
                    <a:pt x="11430" y="890269"/>
                  </a:lnTo>
                  <a:lnTo>
                    <a:pt x="11430" y="888999"/>
                  </a:lnTo>
                  <a:close/>
                </a:path>
                <a:path w="11429" h="891539">
                  <a:moveTo>
                    <a:pt x="11430" y="885189"/>
                  </a:moveTo>
                  <a:lnTo>
                    <a:pt x="0" y="885189"/>
                  </a:lnTo>
                  <a:lnTo>
                    <a:pt x="0" y="887729"/>
                  </a:lnTo>
                  <a:lnTo>
                    <a:pt x="11430" y="887729"/>
                  </a:lnTo>
                  <a:lnTo>
                    <a:pt x="11430" y="885189"/>
                  </a:lnTo>
                  <a:close/>
                </a:path>
                <a:path w="11429" h="891539">
                  <a:moveTo>
                    <a:pt x="11430" y="882649"/>
                  </a:moveTo>
                  <a:lnTo>
                    <a:pt x="0" y="882649"/>
                  </a:lnTo>
                  <a:lnTo>
                    <a:pt x="0" y="883919"/>
                  </a:lnTo>
                  <a:lnTo>
                    <a:pt x="11430" y="883919"/>
                  </a:lnTo>
                  <a:lnTo>
                    <a:pt x="11430" y="882649"/>
                  </a:lnTo>
                  <a:close/>
                </a:path>
                <a:path w="11429" h="891539">
                  <a:moveTo>
                    <a:pt x="11430" y="878839"/>
                  </a:moveTo>
                  <a:lnTo>
                    <a:pt x="0" y="878839"/>
                  </a:lnTo>
                  <a:lnTo>
                    <a:pt x="0" y="881379"/>
                  </a:lnTo>
                  <a:lnTo>
                    <a:pt x="11430" y="881379"/>
                  </a:lnTo>
                  <a:lnTo>
                    <a:pt x="11430" y="878839"/>
                  </a:lnTo>
                  <a:close/>
                </a:path>
                <a:path w="11429" h="891539">
                  <a:moveTo>
                    <a:pt x="11430" y="876299"/>
                  </a:moveTo>
                  <a:lnTo>
                    <a:pt x="0" y="876299"/>
                  </a:lnTo>
                  <a:lnTo>
                    <a:pt x="0" y="877569"/>
                  </a:lnTo>
                  <a:lnTo>
                    <a:pt x="11430" y="877569"/>
                  </a:lnTo>
                  <a:lnTo>
                    <a:pt x="11430" y="876299"/>
                  </a:lnTo>
                  <a:close/>
                </a:path>
                <a:path w="11429" h="891539">
                  <a:moveTo>
                    <a:pt x="11430" y="872489"/>
                  </a:moveTo>
                  <a:lnTo>
                    <a:pt x="0" y="872489"/>
                  </a:lnTo>
                  <a:lnTo>
                    <a:pt x="0" y="875029"/>
                  </a:lnTo>
                  <a:lnTo>
                    <a:pt x="11430" y="875029"/>
                  </a:lnTo>
                  <a:lnTo>
                    <a:pt x="11430" y="872489"/>
                  </a:lnTo>
                  <a:close/>
                </a:path>
                <a:path w="11429" h="891539">
                  <a:moveTo>
                    <a:pt x="11430" y="869949"/>
                  </a:moveTo>
                  <a:lnTo>
                    <a:pt x="0" y="869949"/>
                  </a:lnTo>
                  <a:lnTo>
                    <a:pt x="0" y="871219"/>
                  </a:lnTo>
                  <a:lnTo>
                    <a:pt x="11430" y="871219"/>
                  </a:lnTo>
                  <a:lnTo>
                    <a:pt x="11430" y="869949"/>
                  </a:lnTo>
                  <a:close/>
                </a:path>
                <a:path w="11429" h="891539">
                  <a:moveTo>
                    <a:pt x="11430" y="866139"/>
                  </a:moveTo>
                  <a:lnTo>
                    <a:pt x="0" y="866139"/>
                  </a:lnTo>
                  <a:lnTo>
                    <a:pt x="0" y="868679"/>
                  </a:lnTo>
                  <a:lnTo>
                    <a:pt x="11430" y="868679"/>
                  </a:lnTo>
                  <a:lnTo>
                    <a:pt x="11430" y="866139"/>
                  </a:lnTo>
                  <a:close/>
                </a:path>
                <a:path w="11429" h="891539">
                  <a:moveTo>
                    <a:pt x="11430" y="863599"/>
                  </a:moveTo>
                  <a:lnTo>
                    <a:pt x="0" y="863599"/>
                  </a:lnTo>
                  <a:lnTo>
                    <a:pt x="0" y="864869"/>
                  </a:lnTo>
                  <a:lnTo>
                    <a:pt x="11430" y="864869"/>
                  </a:lnTo>
                  <a:lnTo>
                    <a:pt x="11430" y="863599"/>
                  </a:lnTo>
                  <a:close/>
                </a:path>
                <a:path w="11429" h="891539">
                  <a:moveTo>
                    <a:pt x="11430" y="859789"/>
                  </a:moveTo>
                  <a:lnTo>
                    <a:pt x="0" y="859789"/>
                  </a:lnTo>
                  <a:lnTo>
                    <a:pt x="0" y="862329"/>
                  </a:lnTo>
                  <a:lnTo>
                    <a:pt x="11430" y="862329"/>
                  </a:lnTo>
                  <a:lnTo>
                    <a:pt x="11430" y="859789"/>
                  </a:lnTo>
                  <a:close/>
                </a:path>
                <a:path w="11429" h="891539">
                  <a:moveTo>
                    <a:pt x="11430" y="857249"/>
                  </a:moveTo>
                  <a:lnTo>
                    <a:pt x="0" y="857249"/>
                  </a:lnTo>
                  <a:lnTo>
                    <a:pt x="0" y="858519"/>
                  </a:lnTo>
                  <a:lnTo>
                    <a:pt x="11430" y="858519"/>
                  </a:lnTo>
                  <a:lnTo>
                    <a:pt x="11430" y="857249"/>
                  </a:lnTo>
                  <a:close/>
                </a:path>
                <a:path w="11429" h="891539">
                  <a:moveTo>
                    <a:pt x="11430" y="852169"/>
                  </a:moveTo>
                  <a:lnTo>
                    <a:pt x="0" y="852169"/>
                  </a:lnTo>
                  <a:lnTo>
                    <a:pt x="0" y="855979"/>
                  </a:lnTo>
                  <a:lnTo>
                    <a:pt x="11430" y="855979"/>
                  </a:lnTo>
                  <a:lnTo>
                    <a:pt x="11430" y="852169"/>
                  </a:lnTo>
                  <a:close/>
                </a:path>
                <a:path w="11429" h="891539">
                  <a:moveTo>
                    <a:pt x="11430" y="845819"/>
                  </a:moveTo>
                  <a:lnTo>
                    <a:pt x="0" y="845819"/>
                  </a:lnTo>
                  <a:lnTo>
                    <a:pt x="0" y="850899"/>
                  </a:lnTo>
                  <a:lnTo>
                    <a:pt x="11430" y="850899"/>
                  </a:lnTo>
                  <a:lnTo>
                    <a:pt x="11430" y="845819"/>
                  </a:lnTo>
                  <a:close/>
                </a:path>
                <a:path w="11429" h="891539">
                  <a:moveTo>
                    <a:pt x="11430" y="839469"/>
                  </a:moveTo>
                  <a:lnTo>
                    <a:pt x="0" y="839469"/>
                  </a:lnTo>
                  <a:lnTo>
                    <a:pt x="0" y="844549"/>
                  </a:lnTo>
                  <a:lnTo>
                    <a:pt x="11430" y="844549"/>
                  </a:lnTo>
                  <a:lnTo>
                    <a:pt x="11430" y="839469"/>
                  </a:lnTo>
                  <a:close/>
                </a:path>
                <a:path w="11429" h="891539">
                  <a:moveTo>
                    <a:pt x="11430" y="833119"/>
                  </a:moveTo>
                  <a:lnTo>
                    <a:pt x="0" y="833119"/>
                  </a:lnTo>
                  <a:lnTo>
                    <a:pt x="0" y="838199"/>
                  </a:lnTo>
                  <a:lnTo>
                    <a:pt x="11430" y="838199"/>
                  </a:lnTo>
                  <a:lnTo>
                    <a:pt x="11430" y="833119"/>
                  </a:lnTo>
                  <a:close/>
                </a:path>
                <a:path w="11429" h="891539">
                  <a:moveTo>
                    <a:pt x="11430" y="826769"/>
                  </a:moveTo>
                  <a:lnTo>
                    <a:pt x="0" y="826769"/>
                  </a:lnTo>
                  <a:lnTo>
                    <a:pt x="0" y="831849"/>
                  </a:lnTo>
                  <a:lnTo>
                    <a:pt x="11430" y="831849"/>
                  </a:lnTo>
                  <a:lnTo>
                    <a:pt x="11430" y="826769"/>
                  </a:lnTo>
                  <a:close/>
                </a:path>
                <a:path w="11429" h="891539">
                  <a:moveTo>
                    <a:pt x="11430" y="820419"/>
                  </a:moveTo>
                  <a:lnTo>
                    <a:pt x="0" y="820419"/>
                  </a:lnTo>
                  <a:lnTo>
                    <a:pt x="0" y="825499"/>
                  </a:lnTo>
                  <a:lnTo>
                    <a:pt x="11430" y="825499"/>
                  </a:lnTo>
                  <a:lnTo>
                    <a:pt x="11430" y="820419"/>
                  </a:lnTo>
                  <a:close/>
                </a:path>
                <a:path w="11429" h="891539">
                  <a:moveTo>
                    <a:pt x="11430" y="814069"/>
                  </a:moveTo>
                  <a:lnTo>
                    <a:pt x="0" y="814069"/>
                  </a:lnTo>
                  <a:lnTo>
                    <a:pt x="0" y="819149"/>
                  </a:lnTo>
                  <a:lnTo>
                    <a:pt x="11430" y="819149"/>
                  </a:lnTo>
                  <a:lnTo>
                    <a:pt x="11430" y="814069"/>
                  </a:lnTo>
                  <a:close/>
                </a:path>
                <a:path w="11429" h="891539">
                  <a:moveTo>
                    <a:pt x="11430" y="807719"/>
                  </a:moveTo>
                  <a:lnTo>
                    <a:pt x="0" y="807719"/>
                  </a:lnTo>
                  <a:lnTo>
                    <a:pt x="0" y="812799"/>
                  </a:lnTo>
                  <a:lnTo>
                    <a:pt x="11430" y="812799"/>
                  </a:lnTo>
                  <a:lnTo>
                    <a:pt x="11430" y="807719"/>
                  </a:lnTo>
                  <a:close/>
                </a:path>
                <a:path w="11429" h="891539">
                  <a:moveTo>
                    <a:pt x="11430" y="801369"/>
                  </a:moveTo>
                  <a:lnTo>
                    <a:pt x="0" y="801369"/>
                  </a:lnTo>
                  <a:lnTo>
                    <a:pt x="0" y="806449"/>
                  </a:lnTo>
                  <a:lnTo>
                    <a:pt x="11430" y="806449"/>
                  </a:lnTo>
                  <a:lnTo>
                    <a:pt x="11430" y="801369"/>
                  </a:lnTo>
                  <a:close/>
                </a:path>
                <a:path w="11429" h="891539">
                  <a:moveTo>
                    <a:pt x="11430" y="795019"/>
                  </a:moveTo>
                  <a:lnTo>
                    <a:pt x="0" y="795019"/>
                  </a:lnTo>
                  <a:lnTo>
                    <a:pt x="0" y="800099"/>
                  </a:lnTo>
                  <a:lnTo>
                    <a:pt x="11430" y="800099"/>
                  </a:lnTo>
                  <a:lnTo>
                    <a:pt x="11430" y="795019"/>
                  </a:lnTo>
                  <a:close/>
                </a:path>
                <a:path w="11429" h="891539">
                  <a:moveTo>
                    <a:pt x="11430" y="788669"/>
                  </a:moveTo>
                  <a:lnTo>
                    <a:pt x="0" y="788669"/>
                  </a:lnTo>
                  <a:lnTo>
                    <a:pt x="0" y="793749"/>
                  </a:lnTo>
                  <a:lnTo>
                    <a:pt x="11430" y="793749"/>
                  </a:lnTo>
                  <a:lnTo>
                    <a:pt x="11430" y="788669"/>
                  </a:lnTo>
                  <a:close/>
                </a:path>
                <a:path w="11429" h="891539">
                  <a:moveTo>
                    <a:pt x="11430" y="782319"/>
                  </a:moveTo>
                  <a:lnTo>
                    <a:pt x="0" y="782319"/>
                  </a:lnTo>
                  <a:lnTo>
                    <a:pt x="0" y="787399"/>
                  </a:lnTo>
                  <a:lnTo>
                    <a:pt x="11430" y="787399"/>
                  </a:lnTo>
                  <a:lnTo>
                    <a:pt x="11430" y="782319"/>
                  </a:lnTo>
                  <a:close/>
                </a:path>
                <a:path w="11429" h="891539">
                  <a:moveTo>
                    <a:pt x="11430" y="775969"/>
                  </a:moveTo>
                  <a:lnTo>
                    <a:pt x="0" y="775969"/>
                  </a:lnTo>
                  <a:lnTo>
                    <a:pt x="0" y="781049"/>
                  </a:lnTo>
                  <a:lnTo>
                    <a:pt x="11430" y="781049"/>
                  </a:lnTo>
                  <a:lnTo>
                    <a:pt x="11430" y="775969"/>
                  </a:lnTo>
                  <a:close/>
                </a:path>
                <a:path w="11429" h="891539">
                  <a:moveTo>
                    <a:pt x="11430" y="768349"/>
                  </a:moveTo>
                  <a:lnTo>
                    <a:pt x="0" y="768349"/>
                  </a:lnTo>
                  <a:lnTo>
                    <a:pt x="0" y="774699"/>
                  </a:lnTo>
                  <a:lnTo>
                    <a:pt x="11430" y="774699"/>
                  </a:lnTo>
                  <a:lnTo>
                    <a:pt x="11430" y="768349"/>
                  </a:lnTo>
                  <a:close/>
                </a:path>
                <a:path w="11429" h="891539">
                  <a:moveTo>
                    <a:pt x="11430" y="764539"/>
                  </a:moveTo>
                  <a:lnTo>
                    <a:pt x="0" y="764539"/>
                  </a:lnTo>
                  <a:lnTo>
                    <a:pt x="0" y="767079"/>
                  </a:lnTo>
                  <a:lnTo>
                    <a:pt x="11430" y="767079"/>
                  </a:lnTo>
                  <a:lnTo>
                    <a:pt x="11430" y="764539"/>
                  </a:lnTo>
                  <a:close/>
                </a:path>
              </a:pathLst>
            </a:custGeom>
            <a:solidFill>
              <a:srgbClr val="7676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18">
              <a:extLst>
                <a:ext uri="{FF2B5EF4-FFF2-40B4-BE49-F238E27FC236}">
                  <a16:creationId xmlns:a16="http://schemas.microsoft.com/office/drawing/2014/main" id="{BF672420-458C-CC19-D09E-3A81BEBFAB58}"/>
                </a:ext>
              </a:extLst>
            </p:cNvPr>
            <p:cNvSpPr/>
            <p:nvPr/>
          </p:nvSpPr>
          <p:spPr>
            <a:xfrm>
              <a:off x="4690110" y="5596889"/>
              <a:ext cx="10160" cy="890269"/>
            </a:xfrm>
            <a:custGeom>
              <a:avLst/>
              <a:gdLst/>
              <a:ahLst/>
              <a:cxnLst/>
              <a:rect l="l" t="t" r="r" b="b"/>
              <a:pathLst>
                <a:path w="10160" h="890270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10160" h="890270">
                  <a:moveTo>
                    <a:pt x="1016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1270"/>
                  </a:lnTo>
                  <a:close/>
                </a:path>
                <a:path w="10160" h="890270">
                  <a:moveTo>
                    <a:pt x="1016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0160" y="7620"/>
                  </a:lnTo>
                  <a:lnTo>
                    <a:pt x="10160" y="5080"/>
                  </a:lnTo>
                  <a:close/>
                </a:path>
                <a:path w="10160" h="890270">
                  <a:moveTo>
                    <a:pt x="1016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7620"/>
                  </a:lnTo>
                  <a:close/>
                </a:path>
                <a:path w="10160" h="890270">
                  <a:moveTo>
                    <a:pt x="1016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60" y="13970"/>
                  </a:lnTo>
                  <a:lnTo>
                    <a:pt x="10160" y="11430"/>
                  </a:lnTo>
                  <a:close/>
                </a:path>
                <a:path w="10160" h="890270">
                  <a:moveTo>
                    <a:pt x="1016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3970"/>
                  </a:lnTo>
                  <a:close/>
                </a:path>
                <a:path w="10160" h="890270">
                  <a:moveTo>
                    <a:pt x="1016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7780"/>
                  </a:lnTo>
                  <a:close/>
                </a:path>
                <a:path w="10160" h="890270">
                  <a:moveTo>
                    <a:pt x="1016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0320"/>
                  </a:lnTo>
                  <a:close/>
                </a:path>
                <a:path w="10160" h="890270">
                  <a:moveTo>
                    <a:pt x="1016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0160" y="26670"/>
                  </a:lnTo>
                  <a:lnTo>
                    <a:pt x="10160" y="24130"/>
                  </a:lnTo>
                  <a:close/>
                </a:path>
                <a:path w="10160" h="890270">
                  <a:moveTo>
                    <a:pt x="1016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6670"/>
                  </a:lnTo>
                  <a:close/>
                </a:path>
                <a:path w="10160" h="890270">
                  <a:moveTo>
                    <a:pt x="1016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0160" y="33020"/>
                  </a:lnTo>
                  <a:lnTo>
                    <a:pt x="10160" y="30480"/>
                  </a:lnTo>
                  <a:close/>
                </a:path>
                <a:path w="10160" h="890270">
                  <a:moveTo>
                    <a:pt x="1016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3020"/>
                  </a:lnTo>
                  <a:close/>
                </a:path>
                <a:path w="10160" h="890270">
                  <a:moveTo>
                    <a:pt x="10160" y="36830"/>
                  </a:moveTo>
                  <a:lnTo>
                    <a:pt x="0" y="3683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6830"/>
                  </a:lnTo>
                  <a:close/>
                </a:path>
                <a:path w="10160" h="890270">
                  <a:moveTo>
                    <a:pt x="1016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0160" y="45720"/>
                  </a:lnTo>
                  <a:lnTo>
                    <a:pt x="10160" y="43180"/>
                  </a:lnTo>
                  <a:close/>
                </a:path>
                <a:path w="10160" h="890270">
                  <a:moveTo>
                    <a:pt x="1016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5720"/>
                  </a:lnTo>
                  <a:close/>
                </a:path>
                <a:path w="10160" h="890270">
                  <a:moveTo>
                    <a:pt x="1016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0160" y="52070"/>
                  </a:lnTo>
                  <a:lnTo>
                    <a:pt x="10160" y="49530"/>
                  </a:lnTo>
                  <a:close/>
                </a:path>
                <a:path w="10160" h="890270">
                  <a:moveTo>
                    <a:pt x="1016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2070"/>
                  </a:lnTo>
                  <a:close/>
                </a:path>
                <a:path w="10160" h="890270">
                  <a:moveTo>
                    <a:pt x="1016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10160" y="58420"/>
                  </a:lnTo>
                  <a:lnTo>
                    <a:pt x="10160" y="55880"/>
                  </a:lnTo>
                  <a:close/>
                </a:path>
                <a:path w="10160" h="890270">
                  <a:moveTo>
                    <a:pt x="10160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8420"/>
                  </a:lnTo>
                  <a:close/>
                </a:path>
                <a:path w="10160" h="890270">
                  <a:moveTo>
                    <a:pt x="10160" y="62230"/>
                  </a:moveTo>
                  <a:lnTo>
                    <a:pt x="0" y="62230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2230"/>
                  </a:lnTo>
                  <a:close/>
                </a:path>
                <a:path w="10160" h="890270">
                  <a:moveTo>
                    <a:pt x="10160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1120"/>
                  </a:lnTo>
                  <a:close/>
                </a:path>
                <a:path w="10160" h="890270">
                  <a:moveTo>
                    <a:pt x="10160" y="74930"/>
                  </a:moveTo>
                  <a:lnTo>
                    <a:pt x="0" y="74930"/>
                  </a:lnTo>
                  <a:lnTo>
                    <a:pt x="0" y="83820"/>
                  </a:lnTo>
                  <a:lnTo>
                    <a:pt x="10160" y="83820"/>
                  </a:lnTo>
                  <a:lnTo>
                    <a:pt x="10160" y="74930"/>
                  </a:lnTo>
                  <a:close/>
                </a:path>
                <a:path w="10160" h="890270">
                  <a:moveTo>
                    <a:pt x="10160" y="83820"/>
                  </a:moveTo>
                  <a:lnTo>
                    <a:pt x="0" y="83820"/>
                  </a:lnTo>
                  <a:lnTo>
                    <a:pt x="0" y="90170"/>
                  </a:lnTo>
                  <a:lnTo>
                    <a:pt x="10160" y="90170"/>
                  </a:lnTo>
                  <a:lnTo>
                    <a:pt x="10160" y="83820"/>
                  </a:lnTo>
                  <a:close/>
                </a:path>
                <a:path w="10160" h="890270">
                  <a:moveTo>
                    <a:pt x="10160" y="90170"/>
                  </a:moveTo>
                  <a:lnTo>
                    <a:pt x="0" y="90170"/>
                  </a:lnTo>
                  <a:lnTo>
                    <a:pt x="0" y="96520"/>
                  </a:lnTo>
                  <a:lnTo>
                    <a:pt x="10160" y="96520"/>
                  </a:lnTo>
                  <a:lnTo>
                    <a:pt x="10160" y="90170"/>
                  </a:lnTo>
                  <a:close/>
                </a:path>
                <a:path w="10160" h="890270">
                  <a:moveTo>
                    <a:pt x="10160" y="96520"/>
                  </a:moveTo>
                  <a:lnTo>
                    <a:pt x="0" y="9652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6520"/>
                  </a:lnTo>
                  <a:close/>
                </a:path>
                <a:path w="10160" h="890270">
                  <a:moveTo>
                    <a:pt x="10160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10160" y="102870"/>
                  </a:lnTo>
                  <a:lnTo>
                    <a:pt x="10160" y="100330"/>
                  </a:lnTo>
                  <a:close/>
                </a:path>
                <a:path w="10160" h="890270">
                  <a:moveTo>
                    <a:pt x="10160" y="102870"/>
                  </a:moveTo>
                  <a:lnTo>
                    <a:pt x="0" y="10287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2870"/>
                  </a:lnTo>
                  <a:close/>
                </a:path>
                <a:path w="10160" h="890270">
                  <a:moveTo>
                    <a:pt x="10160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10160" y="109220"/>
                  </a:lnTo>
                  <a:lnTo>
                    <a:pt x="10160" y="106680"/>
                  </a:lnTo>
                  <a:close/>
                </a:path>
                <a:path w="10160" h="890270">
                  <a:moveTo>
                    <a:pt x="10160" y="109220"/>
                  </a:moveTo>
                  <a:lnTo>
                    <a:pt x="0" y="109220"/>
                  </a:lnTo>
                  <a:lnTo>
                    <a:pt x="0" y="119380"/>
                  </a:lnTo>
                  <a:lnTo>
                    <a:pt x="10160" y="119380"/>
                  </a:lnTo>
                  <a:lnTo>
                    <a:pt x="10160" y="109220"/>
                  </a:lnTo>
                  <a:close/>
                </a:path>
                <a:path w="10160" h="890270">
                  <a:moveTo>
                    <a:pt x="10160" y="119380"/>
                  </a:moveTo>
                  <a:lnTo>
                    <a:pt x="0" y="119380"/>
                  </a:lnTo>
                  <a:lnTo>
                    <a:pt x="0" y="121920"/>
                  </a:lnTo>
                  <a:lnTo>
                    <a:pt x="10160" y="121920"/>
                  </a:lnTo>
                  <a:lnTo>
                    <a:pt x="10160" y="119380"/>
                  </a:lnTo>
                  <a:close/>
                </a:path>
                <a:path w="10160" h="890270">
                  <a:moveTo>
                    <a:pt x="10160" y="121920"/>
                  </a:moveTo>
                  <a:lnTo>
                    <a:pt x="0" y="121920"/>
                  </a:lnTo>
                  <a:lnTo>
                    <a:pt x="0" y="763270"/>
                  </a:lnTo>
                  <a:lnTo>
                    <a:pt x="10160" y="763270"/>
                  </a:lnTo>
                  <a:lnTo>
                    <a:pt x="10160" y="121920"/>
                  </a:lnTo>
                  <a:close/>
                </a:path>
                <a:path w="10160" h="890270">
                  <a:moveTo>
                    <a:pt x="2539" y="889000"/>
                  </a:moveTo>
                  <a:lnTo>
                    <a:pt x="0" y="889000"/>
                  </a:lnTo>
                  <a:lnTo>
                    <a:pt x="0" y="890270"/>
                  </a:lnTo>
                  <a:lnTo>
                    <a:pt x="2539" y="890270"/>
                  </a:lnTo>
                  <a:lnTo>
                    <a:pt x="2539" y="889000"/>
                  </a:lnTo>
                  <a:close/>
                </a:path>
                <a:path w="10160" h="890270">
                  <a:moveTo>
                    <a:pt x="10160" y="885190"/>
                  </a:moveTo>
                  <a:lnTo>
                    <a:pt x="0" y="885190"/>
                  </a:lnTo>
                  <a:lnTo>
                    <a:pt x="0" y="887730"/>
                  </a:lnTo>
                  <a:lnTo>
                    <a:pt x="2539" y="887730"/>
                  </a:lnTo>
                  <a:lnTo>
                    <a:pt x="2539" y="889000"/>
                  </a:lnTo>
                  <a:lnTo>
                    <a:pt x="10160" y="889000"/>
                  </a:lnTo>
                  <a:lnTo>
                    <a:pt x="10160" y="885190"/>
                  </a:lnTo>
                  <a:close/>
                </a:path>
                <a:path w="10160" h="890270">
                  <a:moveTo>
                    <a:pt x="10160" y="882650"/>
                  </a:moveTo>
                  <a:lnTo>
                    <a:pt x="0" y="882650"/>
                  </a:lnTo>
                  <a:lnTo>
                    <a:pt x="0" y="883920"/>
                  </a:lnTo>
                  <a:lnTo>
                    <a:pt x="10160" y="883920"/>
                  </a:lnTo>
                  <a:lnTo>
                    <a:pt x="10160" y="882650"/>
                  </a:lnTo>
                  <a:close/>
                </a:path>
                <a:path w="10160" h="890270">
                  <a:moveTo>
                    <a:pt x="10160" y="878840"/>
                  </a:moveTo>
                  <a:lnTo>
                    <a:pt x="0" y="878840"/>
                  </a:lnTo>
                  <a:lnTo>
                    <a:pt x="0" y="881380"/>
                  </a:lnTo>
                  <a:lnTo>
                    <a:pt x="10160" y="881380"/>
                  </a:lnTo>
                  <a:lnTo>
                    <a:pt x="10160" y="878840"/>
                  </a:lnTo>
                  <a:close/>
                </a:path>
                <a:path w="10160" h="890270">
                  <a:moveTo>
                    <a:pt x="10160" y="876300"/>
                  </a:moveTo>
                  <a:lnTo>
                    <a:pt x="0" y="876300"/>
                  </a:lnTo>
                  <a:lnTo>
                    <a:pt x="0" y="877570"/>
                  </a:lnTo>
                  <a:lnTo>
                    <a:pt x="10160" y="877570"/>
                  </a:lnTo>
                  <a:lnTo>
                    <a:pt x="10160" y="876300"/>
                  </a:lnTo>
                  <a:close/>
                </a:path>
                <a:path w="10160" h="890270">
                  <a:moveTo>
                    <a:pt x="10160" y="872490"/>
                  </a:moveTo>
                  <a:lnTo>
                    <a:pt x="0" y="872490"/>
                  </a:lnTo>
                  <a:lnTo>
                    <a:pt x="0" y="875030"/>
                  </a:lnTo>
                  <a:lnTo>
                    <a:pt x="10160" y="875030"/>
                  </a:lnTo>
                  <a:lnTo>
                    <a:pt x="10160" y="872490"/>
                  </a:lnTo>
                  <a:close/>
                </a:path>
                <a:path w="10160" h="890270">
                  <a:moveTo>
                    <a:pt x="10160" y="869950"/>
                  </a:moveTo>
                  <a:lnTo>
                    <a:pt x="0" y="869950"/>
                  </a:lnTo>
                  <a:lnTo>
                    <a:pt x="0" y="871220"/>
                  </a:lnTo>
                  <a:lnTo>
                    <a:pt x="10160" y="871220"/>
                  </a:lnTo>
                  <a:lnTo>
                    <a:pt x="10160" y="869950"/>
                  </a:lnTo>
                  <a:close/>
                </a:path>
                <a:path w="10160" h="890270">
                  <a:moveTo>
                    <a:pt x="10160" y="866140"/>
                  </a:moveTo>
                  <a:lnTo>
                    <a:pt x="0" y="866140"/>
                  </a:lnTo>
                  <a:lnTo>
                    <a:pt x="0" y="868680"/>
                  </a:lnTo>
                  <a:lnTo>
                    <a:pt x="10160" y="868680"/>
                  </a:lnTo>
                  <a:lnTo>
                    <a:pt x="10160" y="866140"/>
                  </a:lnTo>
                  <a:close/>
                </a:path>
                <a:path w="10160" h="890270">
                  <a:moveTo>
                    <a:pt x="10160" y="863600"/>
                  </a:moveTo>
                  <a:lnTo>
                    <a:pt x="0" y="863600"/>
                  </a:lnTo>
                  <a:lnTo>
                    <a:pt x="0" y="864870"/>
                  </a:lnTo>
                  <a:lnTo>
                    <a:pt x="10160" y="864870"/>
                  </a:lnTo>
                  <a:lnTo>
                    <a:pt x="10160" y="863600"/>
                  </a:lnTo>
                  <a:close/>
                </a:path>
                <a:path w="10160" h="890270">
                  <a:moveTo>
                    <a:pt x="10160" y="859790"/>
                  </a:moveTo>
                  <a:lnTo>
                    <a:pt x="0" y="859790"/>
                  </a:lnTo>
                  <a:lnTo>
                    <a:pt x="0" y="862330"/>
                  </a:lnTo>
                  <a:lnTo>
                    <a:pt x="10160" y="862330"/>
                  </a:lnTo>
                  <a:lnTo>
                    <a:pt x="10160" y="859790"/>
                  </a:lnTo>
                  <a:close/>
                </a:path>
                <a:path w="10160" h="890270">
                  <a:moveTo>
                    <a:pt x="10160" y="857250"/>
                  </a:moveTo>
                  <a:lnTo>
                    <a:pt x="0" y="857250"/>
                  </a:lnTo>
                  <a:lnTo>
                    <a:pt x="0" y="858520"/>
                  </a:lnTo>
                  <a:lnTo>
                    <a:pt x="10160" y="858520"/>
                  </a:lnTo>
                  <a:lnTo>
                    <a:pt x="10160" y="857250"/>
                  </a:lnTo>
                  <a:close/>
                </a:path>
                <a:path w="10160" h="890270">
                  <a:moveTo>
                    <a:pt x="10160" y="852170"/>
                  </a:moveTo>
                  <a:lnTo>
                    <a:pt x="0" y="852170"/>
                  </a:lnTo>
                  <a:lnTo>
                    <a:pt x="0" y="855980"/>
                  </a:lnTo>
                  <a:lnTo>
                    <a:pt x="10160" y="855980"/>
                  </a:lnTo>
                  <a:lnTo>
                    <a:pt x="10160" y="852170"/>
                  </a:lnTo>
                  <a:close/>
                </a:path>
                <a:path w="10160" h="890270">
                  <a:moveTo>
                    <a:pt x="10160" y="845820"/>
                  </a:moveTo>
                  <a:lnTo>
                    <a:pt x="0" y="845820"/>
                  </a:lnTo>
                  <a:lnTo>
                    <a:pt x="0" y="850900"/>
                  </a:lnTo>
                  <a:lnTo>
                    <a:pt x="10160" y="850900"/>
                  </a:lnTo>
                  <a:lnTo>
                    <a:pt x="10160" y="845820"/>
                  </a:lnTo>
                  <a:close/>
                </a:path>
                <a:path w="10160" h="890270">
                  <a:moveTo>
                    <a:pt x="10160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0160" y="844550"/>
                  </a:lnTo>
                  <a:lnTo>
                    <a:pt x="10160" y="839470"/>
                  </a:lnTo>
                  <a:close/>
                </a:path>
                <a:path w="10160" h="890270">
                  <a:moveTo>
                    <a:pt x="10160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0160" y="838200"/>
                  </a:lnTo>
                  <a:lnTo>
                    <a:pt x="10160" y="833120"/>
                  </a:lnTo>
                  <a:close/>
                </a:path>
                <a:path w="10160" h="890270">
                  <a:moveTo>
                    <a:pt x="10160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0160" y="831850"/>
                  </a:lnTo>
                  <a:lnTo>
                    <a:pt x="10160" y="826770"/>
                  </a:lnTo>
                  <a:close/>
                </a:path>
                <a:path w="10160" h="890270">
                  <a:moveTo>
                    <a:pt x="10160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0160" y="825500"/>
                  </a:lnTo>
                  <a:lnTo>
                    <a:pt x="10160" y="820420"/>
                  </a:lnTo>
                  <a:close/>
                </a:path>
                <a:path w="10160" h="890270">
                  <a:moveTo>
                    <a:pt x="10160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60" y="819150"/>
                  </a:lnTo>
                  <a:lnTo>
                    <a:pt x="10160" y="814070"/>
                  </a:lnTo>
                  <a:close/>
                </a:path>
                <a:path w="10160" h="890270">
                  <a:moveTo>
                    <a:pt x="10160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60" y="812800"/>
                  </a:lnTo>
                  <a:lnTo>
                    <a:pt x="10160" y="807720"/>
                  </a:lnTo>
                  <a:close/>
                </a:path>
                <a:path w="10160" h="890270">
                  <a:moveTo>
                    <a:pt x="10160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60" y="806450"/>
                  </a:lnTo>
                  <a:lnTo>
                    <a:pt x="10160" y="801370"/>
                  </a:lnTo>
                  <a:close/>
                </a:path>
                <a:path w="10160" h="890270">
                  <a:moveTo>
                    <a:pt x="10160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60" y="800100"/>
                  </a:lnTo>
                  <a:lnTo>
                    <a:pt x="10160" y="795020"/>
                  </a:lnTo>
                  <a:close/>
                </a:path>
                <a:path w="10160" h="890270">
                  <a:moveTo>
                    <a:pt x="10160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60" y="793750"/>
                  </a:lnTo>
                  <a:lnTo>
                    <a:pt x="10160" y="788670"/>
                  </a:lnTo>
                  <a:close/>
                </a:path>
                <a:path w="10160" h="890270">
                  <a:moveTo>
                    <a:pt x="1016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60" y="787400"/>
                  </a:lnTo>
                  <a:lnTo>
                    <a:pt x="10160" y="782320"/>
                  </a:lnTo>
                  <a:close/>
                </a:path>
                <a:path w="10160" h="890270">
                  <a:moveTo>
                    <a:pt x="1016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60" y="781050"/>
                  </a:lnTo>
                  <a:lnTo>
                    <a:pt x="10160" y="775970"/>
                  </a:lnTo>
                  <a:close/>
                </a:path>
                <a:path w="10160" h="890270">
                  <a:moveTo>
                    <a:pt x="10160" y="768350"/>
                  </a:moveTo>
                  <a:lnTo>
                    <a:pt x="0" y="768350"/>
                  </a:lnTo>
                  <a:lnTo>
                    <a:pt x="0" y="774700"/>
                  </a:lnTo>
                  <a:lnTo>
                    <a:pt x="10160" y="774700"/>
                  </a:lnTo>
                  <a:lnTo>
                    <a:pt x="10160" y="768350"/>
                  </a:lnTo>
                  <a:close/>
                </a:path>
                <a:path w="10160" h="890270">
                  <a:moveTo>
                    <a:pt x="10160" y="764540"/>
                  </a:moveTo>
                  <a:lnTo>
                    <a:pt x="0" y="764540"/>
                  </a:lnTo>
                  <a:lnTo>
                    <a:pt x="0" y="767080"/>
                  </a:lnTo>
                  <a:lnTo>
                    <a:pt x="10160" y="767080"/>
                  </a:lnTo>
                  <a:lnTo>
                    <a:pt x="10160" y="764540"/>
                  </a:lnTo>
                  <a:close/>
                </a:path>
              </a:pathLst>
            </a:custGeom>
            <a:solidFill>
              <a:srgbClr val="7777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19">
              <a:extLst>
                <a:ext uri="{FF2B5EF4-FFF2-40B4-BE49-F238E27FC236}">
                  <a16:creationId xmlns:a16="http://schemas.microsoft.com/office/drawing/2014/main" id="{4EDCA7CA-FFDF-94F9-E73A-D6A20DC226E8}"/>
                </a:ext>
              </a:extLst>
            </p:cNvPr>
            <p:cNvSpPr/>
            <p:nvPr/>
          </p:nvSpPr>
          <p:spPr>
            <a:xfrm>
              <a:off x="4700270" y="5598159"/>
              <a:ext cx="11430" cy="887730"/>
            </a:xfrm>
            <a:custGeom>
              <a:avLst/>
              <a:gdLst/>
              <a:ahLst/>
              <a:cxnLst/>
              <a:rect l="l" t="t" r="r" b="b"/>
              <a:pathLst>
                <a:path w="11429" h="887729">
                  <a:moveTo>
                    <a:pt x="507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11429" h="887729">
                  <a:moveTo>
                    <a:pt x="11429" y="3810"/>
                  </a:moveTo>
                  <a:lnTo>
                    <a:pt x="0" y="3810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10"/>
                  </a:lnTo>
                  <a:close/>
                </a:path>
                <a:path w="11429" h="887729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887729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887729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887729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887729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887729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887729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887729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887729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887729">
                  <a:moveTo>
                    <a:pt x="11429" y="35560"/>
                  </a:moveTo>
                  <a:lnTo>
                    <a:pt x="0" y="3556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5560"/>
                  </a:lnTo>
                  <a:close/>
                </a:path>
                <a:path w="11429" h="887729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887729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887729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887729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887729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887729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887729">
                  <a:moveTo>
                    <a:pt x="11429" y="60959"/>
                  </a:moveTo>
                  <a:lnTo>
                    <a:pt x="0" y="6095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0959"/>
                  </a:lnTo>
                  <a:close/>
                </a:path>
                <a:path w="11429" h="887729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887729">
                  <a:moveTo>
                    <a:pt x="11429" y="73659"/>
                  </a:moveTo>
                  <a:lnTo>
                    <a:pt x="0" y="7365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3659"/>
                  </a:lnTo>
                  <a:close/>
                </a:path>
                <a:path w="11429" h="887729">
                  <a:moveTo>
                    <a:pt x="11429" y="82550"/>
                  </a:moveTo>
                  <a:lnTo>
                    <a:pt x="0" y="82550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2550"/>
                  </a:lnTo>
                  <a:close/>
                </a:path>
                <a:path w="11429" h="887729">
                  <a:moveTo>
                    <a:pt x="1142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8900"/>
                  </a:lnTo>
                  <a:close/>
                </a:path>
                <a:path w="11429" h="887729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887729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887729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887729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887729">
                  <a:moveTo>
                    <a:pt x="11429" y="107950"/>
                  </a:moveTo>
                  <a:lnTo>
                    <a:pt x="0" y="107950"/>
                  </a:lnTo>
                  <a:lnTo>
                    <a:pt x="0" y="118109"/>
                  </a:lnTo>
                  <a:lnTo>
                    <a:pt x="11429" y="118109"/>
                  </a:lnTo>
                  <a:lnTo>
                    <a:pt x="11429" y="107950"/>
                  </a:lnTo>
                  <a:close/>
                </a:path>
                <a:path w="11429" h="887729">
                  <a:moveTo>
                    <a:pt x="11429" y="118110"/>
                  </a:moveTo>
                  <a:lnTo>
                    <a:pt x="0" y="118110"/>
                  </a:lnTo>
                  <a:lnTo>
                    <a:pt x="0" y="120649"/>
                  </a:lnTo>
                  <a:lnTo>
                    <a:pt x="11429" y="120649"/>
                  </a:lnTo>
                  <a:lnTo>
                    <a:pt x="11429" y="118110"/>
                  </a:lnTo>
                  <a:close/>
                </a:path>
                <a:path w="11429" h="887729">
                  <a:moveTo>
                    <a:pt x="11429" y="120650"/>
                  </a:moveTo>
                  <a:lnTo>
                    <a:pt x="0" y="120650"/>
                  </a:lnTo>
                  <a:lnTo>
                    <a:pt x="0" y="761999"/>
                  </a:lnTo>
                  <a:lnTo>
                    <a:pt x="11429" y="761999"/>
                  </a:lnTo>
                  <a:lnTo>
                    <a:pt x="11429" y="120650"/>
                  </a:lnTo>
                  <a:close/>
                </a:path>
                <a:path w="11429" h="887729">
                  <a:moveTo>
                    <a:pt x="11429" y="883919"/>
                  </a:moveTo>
                  <a:lnTo>
                    <a:pt x="0" y="883919"/>
                  </a:lnTo>
                  <a:lnTo>
                    <a:pt x="0" y="887729"/>
                  </a:lnTo>
                  <a:lnTo>
                    <a:pt x="6350" y="887729"/>
                  </a:lnTo>
                  <a:lnTo>
                    <a:pt x="6350" y="886459"/>
                  </a:lnTo>
                  <a:lnTo>
                    <a:pt x="11429" y="886459"/>
                  </a:lnTo>
                  <a:lnTo>
                    <a:pt x="11429" y="883919"/>
                  </a:lnTo>
                  <a:close/>
                </a:path>
                <a:path w="11429" h="887729">
                  <a:moveTo>
                    <a:pt x="11429" y="881380"/>
                  </a:moveTo>
                  <a:lnTo>
                    <a:pt x="0" y="881380"/>
                  </a:lnTo>
                  <a:lnTo>
                    <a:pt x="0" y="882649"/>
                  </a:lnTo>
                  <a:lnTo>
                    <a:pt x="11429" y="882649"/>
                  </a:lnTo>
                  <a:lnTo>
                    <a:pt x="11429" y="881380"/>
                  </a:lnTo>
                  <a:close/>
                </a:path>
                <a:path w="11429" h="887729">
                  <a:moveTo>
                    <a:pt x="11429" y="877570"/>
                  </a:moveTo>
                  <a:lnTo>
                    <a:pt x="0" y="877570"/>
                  </a:lnTo>
                  <a:lnTo>
                    <a:pt x="0" y="880109"/>
                  </a:lnTo>
                  <a:lnTo>
                    <a:pt x="11429" y="880109"/>
                  </a:lnTo>
                  <a:lnTo>
                    <a:pt x="11429" y="877570"/>
                  </a:lnTo>
                  <a:close/>
                </a:path>
                <a:path w="11429" h="887729">
                  <a:moveTo>
                    <a:pt x="11429" y="875029"/>
                  </a:moveTo>
                  <a:lnTo>
                    <a:pt x="0" y="875029"/>
                  </a:lnTo>
                  <a:lnTo>
                    <a:pt x="0" y="876299"/>
                  </a:lnTo>
                  <a:lnTo>
                    <a:pt x="11429" y="876299"/>
                  </a:lnTo>
                  <a:lnTo>
                    <a:pt x="11429" y="875029"/>
                  </a:lnTo>
                  <a:close/>
                </a:path>
                <a:path w="11429" h="887729">
                  <a:moveTo>
                    <a:pt x="11429" y="871219"/>
                  </a:moveTo>
                  <a:lnTo>
                    <a:pt x="0" y="871219"/>
                  </a:lnTo>
                  <a:lnTo>
                    <a:pt x="0" y="873759"/>
                  </a:lnTo>
                  <a:lnTo>
                    <a:pt x="11429" y="873759"/>
                  </a:lnTo>
                  <a:lnTo>
                    <a:pt x="11429" y="871219"/>
                  </a:lnTo>
                  <a:close/>
                </a:path>
                <a:path w="11429" h="887729">
                  <a:moveTo>
                    <a:pt x="11429" y="868679"/>
                  </a:moveTo>
                  <a:lnTo>
                    <a:pt x="0" y="868679"/>
                  </a:lnTo>
                  <a:lnTo>
                    <a:pt x="0" y="869949"/>
                  </a:lnTo>
                  <a:lnTo>
                    <a:pt x="11429" y="869949"/>
                  </a:lnTo>
                  <a:lnTo>
                    <a:pt x="11429" y="868679"/>
                  </a:lnTo>
                  <a:close/>
                </a:path>
                <a:path w="11429" h="887729">
                  <a:moveTo>
                    <a:pt x="11429" y="864869"/>
                  </a:moveTo>
                  <a:lnTo>
                    <a:pt x="0" y="864869"/>
                  </a:lnTo>
                  <a:lnTo>
                    <a:pt x="0" y="867409"/>
                  </a:lnTo>
                  <a:lnTo>
                    <a:pt x="11429" y="867409"/>
                  </a:lnTo>
                  <a:lnTo>
                    <a:pt x="11429" y="864869"/>
                  </a:lnTo>
                  <a:close/>
                </a:path>
                <a:path w="11429" h="887729">
                  <a:moveTo>
                    <a:pt x="11429" y="862329"/>
                  </a:moveTo>
                  <a:lnTo>
                    <a:pt x="0" y="862329"/>
                  </a:lnTo>
                  <a:lnTo>
                    <a:pt x="0" y="863599"/>
                  </a:lnTo>
                  <a:lnTo>
                    <a:pt x="11429" y="863599"/>
                  </a:lnTo>
                  <a:lnTo>
                    <a:pt x="11429" y="862329"/>
                  </a:lnTo>
                  <a:close/>
                </a:path>
                <a:path w="11429" h="887729">
                  <a:moveTo>
                    <a:pt x="11429" y="858519"/>
                  </a:moveTo>
                  <a:lnTo>
                    <a:pt x="0" y="858519"/>
                  </a:lnTo>
                  <a:lnTo>
                    <a:pt x="0" y="861059"/>
                  </a:lnTo>
                  <a:lnTo>
                    <a:pt x="11429" y="861059"/>
                  </a:lnTo>
                  <a:lnTo>
                    <a:pt x="11429" y="858519"/>
                  </a:lnTo>
                  <a:close/>
                </a:path>
                <a:path w="11429" h="887729">
                  <a:moveTo>
                    <a:pt x="11429" y="855979"/>
                  </a:moveTo>
                  <a:lnTo>
                    <a:pt x="0" y="855979"/>
                  </a:lnTo>
                  <a:lnTo>
                    <a:pt x="0" y="857249"/>
                  </a:lnTo>
                  <a:lnTo>
                    <a:pt x="11429" y="857249"/>
                  </a:lnTo>
                  <a:lnTo>
                    <a:pt x="11429" y="855979"/>
                  </a:lnTo>
                  <a:close/>
                </a:path>
                <a:path w="11429" h="887729">
                  <a:moveTo>
                    <a:pt x="11429" y="850899"/>
                  </a:moveTo>
                  <a:lnTo>
                    <a:pt x="0" y="850899"/>
                  </a:lnTo>
                  <a:lnTo>
                    <a:pt x="0" y="854709"/>
                  </a:lnTo>
                  <a:lnTo>
                    <a:pt x="11429" y="854709"/>
                  </a:lnTo>
                  <a:lnTo>
                    <a:pt x="11429" y="850899"/>
                  </a:lnTo>
                  <a:close/>
                </a:path>
                <a:path w="11429" h="887729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887729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887729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887729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887729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887729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887729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887729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887729">
                  <a:moveTo>
                    <a:pt x="11429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29" y="798829"/>
                  </a:lnTo>
                  <a:lnTo>
                    <a:pt x="11429" y="793749"/>
                  </a:lnTo>
                  <a:close/>
                </a:path>
                <a:path w="11429" h="887729">
                  <a:moveTo>
                    <a:pt x="11429" y="787399"/>
                  </a:moveTo>
                  <a:lnTo>
                    <a:pt x="0" y="787399"/>
                  </a:lnTo>
                  <a:lnTo>
                    <a:pt x="0" y="792480"/>
                  </a:lnTo>
                  <a:lnTo>
                    <a:pt x="11429" y="792480"/>
                  </a:lnTo>
                  <a:lnTo>
                    <a:pt x="11429" y="787399"/>
                  </a:lnTo>
                  <a:close/>
                </a:path>
                <a:path w="11429" h="887729">
                  <a:moveTo>
                    <a:pt x="11429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29" y="786129"/>
                  </a:lnTo>
                  <a:lnTo>
                    <a:pt x="11429" y="781049"/>
                  </a:lnTo>
                  <a:close/>
                </a:path>
                <a:path w="11429" h="887729">
                  <a:moveTo>
                    <a:pt x="11429" y="774699"/>
                  </a:moveTo>
                  <a:lnTo>
                    <a:pt x="0" y="774699"/>
                  </a:lnTo>
                  <a:lnTo>
                    <a:pt x="0" y="779780"/>
                  </a:lnTo>
                  <a:lnTo>
                    <a:pt x="11429" y="779780"/>
                  </a:lnTo>
                  <a:lnTo>
                    <a:pt x="11429" y="774699"/>
                  </a:lnTo>
                  <a:close/>
                </a:path>
                <a:path w="11429" h="887729">
                  <a:moveTo>
                    <a:pt x="11429" y="767079"/>
                  </a:moveTo>
                  <a:lnTo>
                    <a:pt x="0" y="767079"/>
                  </a:lnTo>
                  <a:lnTo>
                    <a:pt x="0" y="773429"/>
                  </a:lnTo>
                  <a:lnTo>
                    <a:pt x="11429" y="773429"/>
                  </a:lnTo>
                  <a:lnTo>
                    <a:pt x="11429" y="767079"/>
                  </a:lnTo>
                  <a:close/>
                </a:path>
                <a:path w="11429" h="887729">
                  <a:moveTo>
                    <a:pt x="11429" y="763269"/>
                  </a:moveTo>
                  <a:lnTo>
                    <a:pt x="0" y="763269"/>
                  </a:lnTo>
                  <a:lnTo>
                    <a:pt x="0" y="765809"/>
                  </a:lnTo>
                  <a:lnTo>
                    <a:pt x="11429" y="765809"/>
                  </a:lnTo>
                  <a:lnTo>
                    <a:pt x="11429" y="763269"/>
                  </a:lnTo>
                  <a:close/>
                </a:path>
              </a:pathLst>
            </a:custGeom>
            <a:solidFill>
              <a:srgbClr val="7878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0">
              <a:extLst>
                <a:ext uri="{FF2B5EF4-FFF2-40B4-BE49-F238E27FC236}">
                  <a16:creationId xmlns:a16="http://schemas.microsoft.com/office/drawing/2014/main" id="{16E04F48-F150-7FAA-0774-70831F6900C4}"/>
                </a:ext>
              </a:extLst>
            </p:cNvPr>
            <p:cNvSpPr/>
            <p:nvPr/>
          </p:nvSpPr>
          <p:spPr>
            <a:xfrm>
              <a:off x="4711700" y="5599429"/>
              <a:ext cx="11430" cy="885190"/>
            </a:xfrm>
            <a:custGeom>
              <a:avLst/>
              <a:gdLst/>
              <a:ahLst/>
              <a:cxnLst/>
              <a:rect l="l" t="t" r="r" b="b"/>
              <a:pathLst>
                <a:path w="11429" h="885189">
                  <a:moveTo>
                    <a:pt x="76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127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  <a:path w="11429" h="885189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885189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885189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885189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885189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885189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885189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885189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885189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885189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885189">
                  <a:moveTo>
                    <a:pt x="11429" y="34290"/>
                  </a:moveTo>
                  <a:lnTo>
                    <a:pt x="0" y="3429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4290"/>
                  </a:lnTo>
                  <a:close/>
                </a:path>
                <a:path w="11429" h="885189">
                  <a:moveTo>
                    <a:pt x="1142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40640"/>
                  </a:lnTo>
                  <a:close/>
                </a:path>
                <a:path w="11429" h="885189">
                  <a:moveTo>
                    <a:pt x="1142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3180"/>
                  </a:lnTo>
                  <a:close/>
                </a:path>
                <a:path w="11429" h="885189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885189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885189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885189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885189">
                  <a:moveTo>
                    <a:pt x="11429" y="59690"/>
                  </a:moveTo>
                  <a:lnTo>
                    <a:pt x="0" y="59690"/>
                  </a:lnTo>
                  <a:lnTo>
                    <a:pt x="0" y="68580"/>
                  </a:lnTo>
                  <a:lnTo>
                    <a:pt x="11429" y="68580"/>
                  </a:lnTo>
                  <a:lnTo>
                    <a:pt x="11429" y="59690"/>
                  </a:lnTo>
                  <a:close/>
                </a:path>
                <a:path w="11429" h="885189">
                  <a:moveTo>
                    <a:pt x="11429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1429" y="72390"/>
                  </a:lnTo>
                  <a:lnTo>
                    <a:pt x="11429" y="68580"/>
                  </a:lnTo>
                  <a:close/>
                </a:path>
                <a:path w="11429" h="885189">
                  <a:moveTo>
                    <a:pt x="11429" y="72390"/>
                  </a:moveTo>
                  <a:lnTo>
                    <a:pt x="0" y="7239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2390"/>
                  </a:lnTo>
                  <a:close/>
                </a:path>
                <a:path w="11429" h="885189">
                  <a:moveTo>
                    <a:pt x="11429" y="81280"/>
                  </a:moveTo>
                  <a:lnTo>
                    <a:pt x="0" y="8128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1280"/>
                  </a:lnTo>
                  <a:close/>
                </a:path>
                <a:path w="11429" h="885189">
                  <a:moveTo>
                    <a:pt x="11429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87630"/>
                  </a:lnTo>
                  <a:close/>
                </a:path>
                <a:path w="11429" h="885189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885189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885189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885189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885189">
                  <a:moveTo>
                    <a:pt x="11429" y="106680"/>
                  </a:moveTo>
                  <a:lnTo>
                    <a:pt x="0" y="106680"/>
                  </a:lnTo>
                  <a:lnTo>
                    <a:pt x="0" y="116840"/>
                  </a:lnTo>
                  <a:lnTo>
                    <a:pt x="11429" y="116840"/>
                  </a:lnTo>
                  <a:lnTo>
                    <a:pt x="11429" y="106680"/>
                  </a:lnTo>
                  <a:close/>
                </a:path>
                <a:path w="11429" h="885189">
                  <a:moveTo>
                    <a:pt x="11429" y="116840"/>
                  </a:moveTo>
                  <a:lnTo>
                    <a:pt x="0" y="116840"/>
                  </a:lnTo>
                  <a:lnTo>
                    <a:pt x="0" y="119380"/>
                  </a:lnTo>
                  <a:lnTo>
                    <a:pt x="11429" y="119380"/>
                  </a:lnTo>
                  <a:lnTo>
                    <a:pt x="11429" y="116840"/>
                  </a:lnTo>
                  <a:close/>
                </a:path>
                <a:path w="11429" h="885189">
                  <a:moveTo>
                    <a:pt x="11429" y="119380"/>
                  </a:moveTo>
                  <a:lnTo>
                    <a:pt x="0" y="119380"/>
                  </a:lnTo>
                  <a:lnTo>
                    <a:pt x="0" y="760730"/>
                  </a:lnTo>
                  <a:lnTo>
                    <a:pt x="11429" y="760730"/>
                  </a:lnTo>
                  <a:lnTo>
                    <a:pt x="11429" y="119380"/>
                  </a:lnTo>
                  <a:close/>
                </a:path>
                <a:path w="11429" h="885189">
                  <a:moveTo>
                    <a:pt x="8889" y="882650"/>
                  </a:moveTo>
                  <a:lnTo>
                    <a:pt x="0" y="882650"/>
                  </a:lnTo>
                  <a:lnTo>
                    <a:pt x="0" y="885190"/>
                  </a:lnTo>
                  <a:lnTo>
                    <a:pt x="8889" y="885190"/>
                  </a:lnTo>
                  <a:lnTo>
                    <a:pt x="8889" y="882650"/>
                  </a:lnTo>
                  <a:close/>
                </a:path>
                <a:path w="11429" h="885189">
                  <a:moveTo>
                    <a:pt x="11429" y="880110"/>
                  </a:moveTo>
                  <a:lnTo>
                    <a:pt x="0" y="880110"/>
                  </a:lnTo>
                  <a:lnTo>
                    <a:pt x="0" y="881380"/>
                  </a:lnTo>
                  <a:lnTo>
                    <a:pt x="11429" y="881380"/>
                  </a:lnTo>
                  <a:lnTo>
                    <a:pt x="11429" y="880110"/>
                  </a:lnTo>
                  <a:close/>
                </a:path>
                <a:path w="11429" h="885189">
                  <a:moveTo>
                    <a:pt x="11429" y="876300"/>
                  </a:moveTo>
                  <a:lnTo>
                    <a:pt x="0" y="876300"/>
                  </a:lnTo>
                  <a:lnTo>
                    <a:pt x="0" y="878840"/>
                  </a:lnTo>
                  <a:lnTo>
                    <a:pt x="11429" y="878840"/>
                  </a:lnTo>
                  <a:lnTo>
                    <a:pt x="11429" y="876300"/>
                  </a:lnTo>
                  <a:close/>
                </a:path>
                <a:path w="11429" h="885189">
                  <a:moveTo>
                    <a:pt x="11429" y="873760"/>
                  </a:moveTo>
                  <a:lnTo>
                    <a:pt x="0" y="873760"/>
                  </a:lnTo>
                  <a:lnTo>
                    <a:pt x="0" y="875030"/>
                  </a:lnTo>
                  <a:lnTo>
                    <a:pt x="11429" y="875030"/>
                  </a:lnTo>
                  <a:lnTo>
                    <a:pt x="11429" y="873760"/>
                  </a:lnTo>
                  <a:close/>
                </a:path>
                <a:path w="11429" h="885189">
                  <a:moveTo>
                    <a:pt x="11429" y="869950"/>
                  </a:moveTo>
                  <a:lnTo>
                    <a:pt x="0" y="869950"/>
                  </a:lnTo>
                  <a:lnTo>
                    <a:pt x="0" y="872490"/>
                  </a:lnTo>
                  <a:lnTo>
                    <a:pt x="11429" y="872490"/>
                  </a:lnTo>
                  <a:lnTo>
                    <a:pt x="11429" y="869950"/>
                  </a:lnTo>
                  <a:close/>
                </a:path>
                <a:path w="11429" h="885189">
                  <a:moveTo>
                    <a:pt x="11429" y="867410"/>
                  </a:moveTo>
                  <a:lnTo>
                    <a:pt x="0" y="867410"/>
                  </a:lnTo>
                  <a:lnTo>
                    <a:pt x="0" y="868680"/>
                  </a:lnTo>
                  <a:lnTo>
                    <a:pt x="11429" y="868680"/>
                  </a:lnTo>
                  <a:lnTo>
                    <a:pt x="11429" y="867410"/>
                  </a:lnTo>
                  <a:close/>
                </a:path>
                <a:path w="11429" h="885189">
                  <a:moveTo>
                    <a:pt x="11429" y="863600"/>
                  </a:moveTo>
                  <a:lnTo>
                    <a:pt x="0" y="863600"/>
                  </a:lnTo>
                  <a:lnTo>
                    <a:pt x="0" y="866140"/>
                  </a:lnTo>
                  <a:lnTo>
                    <a:pt x="11429" y="866140"/>
                  </a:lnTo>
                  <a:lnTo>
                    <a:pt x="11429" y="863600"/>
                  </a:lnTo>
                  <a:close/>
                </a:path>
                <a:path w="11429" h="885189">
                  <a:moveTo>
                    <a:pt x="11429" y="861060"/>
                  </a:moveTo>
                  <a:lnTo>
                    <a:pt x="0" y="861060"/>
                  </a:lnTo>
                  <a:lnTo>
                    <a:pt x="0" y="862330"/>
                  </a:lnTo>
                  <a:lnTo>
                    <a:pt x="11429" y="862330"/>
                  </a:lnTo>
                  <a:lnTo>
                    <a:pt x="11429" y="861060"/>
                  </a:lnTo>
                  <a:close/>
                </a:path>
                <a:path w="11429" h="885189">
                  <a:moveTo>
                    <a:pt x="11429" y="857250"/>
                  </a:moveTo>
                  <a:lnTo>
                    <a:pt x="0" y="857250"/>
                  </a:lnTo>
                  <a:lnTo>
                    <a:pt x="0" y="859790"/>
                  </a:lnTo>
                  <a:lnTo>
                    <a:pt x="11429" y="859790"/>
                  </a:lnTo>
                  <a:lnTo>
                    <a:pt x="11429" y="857250"/>
                  </a:lnTo>
                  <a:close/>
                </a:path>
                <a:path w="11429" h="885189">
                  <a:moveTo>
                    <a:pt x="11429" y="854710"/>
                  </a:moveTo>
                  <a:lnTo>
                    <a:pt x="0" y="854710"/>
                  </a:lnTo>
                  <a:lnTo>
                    <a:pt x="0" y="855980"/>
                  </a:lnTo>
                  <a:lnTo>
                    <a:pt x="11429" y="855980"/>
                  </a:lnTo>
                  <a:lnTo>
                    <a:pt x="11429" y="854710"/>
                  </a:lnTo>
                  <a:close/>
                </a:path>
                <a:path w="11429" h="885189">
                  <a:moveTo>
                    <a:pt x="11429" y="849630"/>
                  </a:moveTo>
                  <a:lnTo>
                    <a:pt x="0" y="849630"/>
                  </a:lnTo>
                  <a:lnTo>
                    <a:pt x="0" y="853440"/>
                  </a:lnTo>
                  <a:lnTo>
                    <a:pt x="11429" y="853440"/>
                  </a:lnTo>
                  <a:lnTo>
                    <a:pt x="11429" y="849630"/>
                  </a:lnTo>
                  <a:close/>
                </a:path>
                <a:path w="11429" h="885189">
                  <a:moveTo>
                    <a:pt x="11429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1429" y="848360"/>
                  </a:lnTo>
                  <a:lnTo>
                    <a:pt x="11429" y="843280"/>
                  </a:lnTo>
                  <a:close/>
                </a:path>
                <a:path w="11429" h="885189">
                  <a:moveTo>
                    <a:pt x="11429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1429" y="842010"/>
                  </a:lnTo>
                  <a:lnTo>
                    <a:pt x="11429" y="836930"/>
                  </a:lnTo>
                  <a:close/>
                </a:path>
                <a:path w="11429" h="885189">
                  <a:moveTo>
                    <a:pt x="11429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1429" y="835660"/>
                  </a:lnTo>
                  <a:lnTo>
                    <a:pt x="11429" y="830580"/>
                  </a:lnTo>
                  <a:close/>
                </a:path>
                <a:path w="11429" h="885189">
                  <a:moveTo>
                    <a:pt x="11429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1429" y="829310"/>
                  </a:lnTo>
                  <a:lnTo>
                    <a:pt x="11429" y="824230"/>
                  </a:lnTo>
                  <a:close/>
                </a:path>
                <a:path w="11429" h="885189">
                  <a:moveTo>
                    <a:pt x="11429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1429" y="822960"/>
                  </a:lnTo>
                  <a:lnTo>
                    <a:pt x="11429" y="817880"/>
                  </a:lnTo>
                  <a:close/>
                </a:path>
                <a:path w="11429" h="885189">
                  <a:moveTo>
                    <a:pt x="11429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29" y="816610"/>
                  </a:lnTo>
                  <a:lnTo>
                    <a:pt x="11429" y="811530"/>
                  </a:lnTo>
                  <a:close/>
                </a:path>
                <a:path w="11429" h="885189">
                  <a:moveTo>
                    <a:pt x="11429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29" y="810260"/>
                  </a:lnTo>
                  <a:lnTo>
                    <a:pt x="11429" y="805180"/>
                  </a:lnTo>
                  <a:close/>
                </a:path>
                <a:path w="11429" h="885189">
                  <a:moveTo>
                    <a:pt x="11429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29" y="803910"/>
                  </a:lnTo>
                  <a:lnTo>
                    <a:pt x="11429" y="798830"/>
                  </a:lnTo>
                  <a:close/>
                </a:path>
                <a:path w="11429" h="885189">
                  <a:moveTo>
                    <a:pt x="11429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29" y="797560"/>
                  </a:lnTo>
                  <a:lnTo>
                    <a:pt x="11429" y="792480"/>
                  </a:lnTo>
                  <a:close/>
                </a:path>
                <a:path w="11429" h="885189">
                  <a:moveTo>
                    <a:pt x="11429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29" y="791210"/>
                  </a:lnTo>
                  <a:lnTo>
                    <a:pt x="11429" y="786130"/>
                  </a:lnTo>
                  <a:close/>
                </a:path>
                <a:path w="11429" h="885189">
                  <a:moveTo>
                    <a:pt x="11429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29" y="784860"/>
                  </a:lnTo>
                  <a:lnTo>
                    <a:pt x="11429" y="779780"/>
                  </a:lnTo>
                  <a:close/>
                </a:path>
                <a:path w="11429" h="885189">
                  <a:moveTo>
                    <a:pt x="11429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1429" y="778510"/>
                  </a:lnTo>
                  <a:lnTo>
                    <a:pt x="11429" y="773430"/>
                  </a:lnTo>
                  <a:close/>
                </a:path>
                <a:path w="11429" h="885189">
                  <a:moveTo>
                    <a:pt x="11429" y="765810"/>
                  </a:moveTo>
                  <a:lnTo>
                    <a:pt x="0" y="765810"/>
                  </a:lnTo>
                  <a:lnTo>
                    <a:pt x="0" y="772160"/>
                  </a:lnTo>
                  <a:lnTo>
                    <a:pt x="11429" y="772160"/>
                  </a:lnTo>
                  <a:lnTo>
                    <a:pt x="11429" y="765810"/>
                  </a:lnTo>
                  <a:close/>
                </a:path>
                <a:path w="11429" h="885189">
                  <a:moveTo>
                    <a:pt x="11429" y="762000"/>
                  </a:moveTo>
                  <a:lnTo>
                    <a:pt x="0" y="762000"/>
                  </a:lnTo>
                  <a:lnTo>
                    <a:pt x="0" y="764540"/>
                  </a:lnTo>
                  <a:lnTo>
                    <a:pt x="11429" y="764540"/>
                  </a:lnTo>
                  <a:lnTo>
                    <a:pt x="11429" y="762000"/>
                  </a:lnTo>
                  <a:close/>
                </a:path>
              </a:pathLst>
            </a:custGeom>
            <a:solidFill>
              <a:srgbClr val="7878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1">
              <a:extLst>
                <a:ext uri="{FF2B5EF4-FFF2-40B4-BE49-F238E27FC236}">
                  <a16:creationId xmlns:a16="http://schemas.microsoft.com/office/drawing/2014/main" id="{086E99A6-53CE-FC90-8D3E-76E3E48AB6E1}"/>
                </a:ext>
              </a:extLst>
            </p:cNvPr>
            <p:cNvSpPr/>
            <p:nvPr/>
          </p:nvSpPr>
          <p:spPr>
            <a:xfrm>
              <a:off x="4728210" y="5600699"/>
              <a:ext cx="0" cy="118110"/>
            </a:xfrm>
            <a:custGeom>
              <a:avLst/>
              <a:gdLst/>
              <a:ahLst/>
              <a:cxnLst/>
              <a:rect l="l" t="t" r="r" b="b"/>
              <a:pathLst>
                <a:path h="118110">
                  <a:moveTo>
                    <a:pt x="0" y="0"/>
                  </a:moveTo>
                  <a:lnTo>
                    <a:pt x="0" y="118109"/>
                  </a:lnTo>
                </a:path>
              </a:pathLst>
            </a:custGeom>
            <a:ln w="10160">
              <a:solidFill>
                <a:srgbClr val="79799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2">
              <a:extLst>
                <a:ext uri="{FF2B5EF4-FFF2-40B4-BE49-F238E27FC236}">
                  <a16:creationId xmlns:a16="http://schemas.microsoft.com/office/drawing/2014/main" id="{14764133-CD58-4E07-B9DA-BA81514103BF}"/>
                </a:ext>
              </a:extLst>
            </p:cNvPr>
            <p:cNvSpPr/>
            <p:nvPr/>
          </p:nvSpPr>
          <p:spPr>
            <a:xfrm>
              <a:off x="472313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60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60" y="6413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979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3">
              <a:extLst>
                <a:ext uri="{FF2B5EF4-FFF2-40B4-BE49-F238E27FC236}">
                  <a16:creationId xmlns:a16="http://schemas.microsoft.com/office/drawing/2014/main" id="{A6C5C585-9A62-BD14-79F7-DADD3DD31D78}"/>
                </a:ext>
              </a:extLst>
            </p:cNvPr>
            <p:cNvSpPr/>
            <p:nvPr/>
          </p:nvSpPr>
          <p:spPr>
            <a:xfrm>
              <a:off x="4728210" y="6361429"/>
              <a:ext cx="0" cy="119380"/>
            </a:xfrm>
            <a:custGeom>
              <a:avLst/>
              <a:gdLst/>
              <a:ahLst/>
              <a:cxnLst/>
              <a:rect l="l" t="t" r="r" b="b"/>
              <a:pathLst>
                <a:path h="119379">
                  <a:moveTo>
                    <a:pt x="0" y="0"/>
                  </a:moveTo>
                  <a:lnTo>
                    <a:pt x="0" y="119380"/>
                  </a:lnTo>
                </a:path>
              </a:pathLst>
            </a:custGeom>
            <a:ln w="10160">
              <a:solidFill>
                <a:srgbClr val="79799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4">
              <a:extLst>
                <a:ext uri="{FF2B5EF4-FFF2-40B4-BE49-F238E27FC236}">
                  <a16:creationId xmlns:a16="http://schemas.microsoft.com/office/drawing/2014/main" id="{2F27D996-538B-D3B1-538C-9EF24681D45D}"/>
                </a:ext>
              </a:extLst>
            </p:cNvPr>
            <p:cNvSpPr/>
            <p:nvPr/>
          </p:nvSpPr>
          <p:spPr>
            <a:xfrm>
              <a:off x="4733290" y="5601969"/>
              <a:ext cx="11430" cy="880110"/>
            </a:xfrm>
            <a:custGeom>
              <a:avLst/>
              <a:gdLst/>
              <a:ahLst/>
              <a:cxnLst/>
              <a:rect l="l" t="t" r="r" b="b"/>
              <a:pathLst>
                <a:path w="11429" h="880110">
                  <a:moveTo>
                    <a:pt x="63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430" y="2539"/>
                  </a:lnTo>
                  <a:lnTo>
                    <a:pt x="11430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11429" h="880110">
                  <a:moveTo>
                    <a:pt x="1143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880110">
                  <a:moveTo>
                    <a:pt x="1143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30" y="8889"/>
                  </a:lnTo>
                  <a:lnTo>
                    <a:pt x="11430" y="6349"/>
                  </a:lnTo>
                  <a:close/>
                </a:path>
                <a:path w="11429" h="880110">
                  <a:moveTo>
                    <a:pt x="1143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8889"/>
                  </a:lnTo>
                  <a:close/>
                </a:path>
                <a:path w="11429" h="880110">
                  <a:moveTo>
                    <a:pt x="1143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12699"/>
                  </a:lnTo>
                  <a:close/>
                </a:path>
                <a:path w="11429" h="880110">
                  <a:moveTo>
                    <a:pt x="11430" y="15240"/>
                  </a:moveTo>
                  <a:lnTo>
                    <a:pt x="0" y="15240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40"/>
                  </a:lnTo>
                  <a:close/>
                </a:path>
                <a:path w="11429" h="880110">
                  <a:moveTo>
                    <a:pt x="1143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30" y="21589"/>
                  </a:lnTo>
                  <a:lnTo>
                    <a:pt x="11430" y="19049"/>
                  </a:lnTo>
                  <a:close/>
                </a:path>
                <a:path w="11429" h="880110">
                  <a:moveTo>
                    <a:pt x="1143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1589"/>
                  </a:lnTo>
                  <a:close/>
                </a:path>
                <a:path w="11429" h="880110">
                  <a:moveTo>
                    <a:pt x="1143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25399"/>
                  </a:lnTo>
                  <a:close/>
                </a:path>
                <a:path w="11429" h="880110">
                  <a:moveTo>
                    <a:pt x="1143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7939"/>
                  </a:lnTo>
                  <a:close/>
                </a:path>
                <a:path w="11429" h="880110">
                  <a:moveTo>
                    <a:pt x="11430" y="31750"/>
                  </a:moveTo>
                  <a:lnTo>
                    <a:pt x="0" y="31750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1750"/>
                  </a:lnTo>
                  <a:close/>
                </a:path>
                <a:path w="11429" h="880110">
                  <a:moveTo>
                    <a:pt x="1143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30" y="40639"/>
                  </a:lnTo>
                  <a:lnTo>
                    <a:pt x="11430" y="38099"/>
                  </a:lnTo>
                  <a:close/>
                </a:path>
                <a:path w="11429" h="880110">
                  <a:moveTo>
                    <a:pt x="1143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0639"/>
                  </a:lnTo>
                  <a:close/>
                </a:path>
                <a:path w="11429" h="880110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880110">
                  <a:moveTo>
                    <a:pt x="1143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6989"/>
                  </a:lnTo>
                  <a:close/>
                </a:path>
                <a:path w="11429" h="880110">
                  <a:moveTo>
                    <a:pt x="1143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50799"/>
                  </a:lnTo>
                  <a:close/>
                </a:path>
                <a:path w="11429" h="880110">
                  <a:moveTo>
                    <a:pt x="1143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53339"/>
                  </a:lnTo>
                  <a:close/>
                </a:path>
                <a:path w="11429" h="880110">
                  <a:moveTo>
                    <a:pt x="11430" y="57149"/>
                  </a:moveTo>
                  <a:lnTo>
                    <a:pt x="0" y="57149"/>
                  </a:lnTo>
                  <a:lnTo>
                    <a:pt x="0" y="66039"/>
                  </a:lnTo>
                  <a:lnTo>
                    <a:pt x="11430" y="66039"/>
                  </a:lnTo>
                  <a:lnTo>
                    <a:pt x="11430" y="57149"/>
                  </a:lnTo>
                  <a:close/>
                </a:path>
                <a:path w="11429" h="880110">
                  <a:moveTo>
                    <a:pt x="1143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6039"/>
                  </a:lnTo>
                  <a:close/>
                </a:path>
                <a:path w="11429" h="880110">
                  <a:moveTo>
                    <a:pt x="11430" y="69849"/>
                  </a:moveTo>
                  <a:lnTo>
                    <a:pt x="0" y="69849"/>
                  </a:lnTo>
                  <a:lnTo>
                    <a:pt x="0" y="78739"/>
                  </a:lnTo>
                  <a:lnTo>
                    <a:pt x="11430" y="78739"/>
                  </a:lnTo>
                  <a:lnTo>
                    <a:pt x="11430" y="69849"/>
                  </a:lnTo>
                  <a:close/>
                </a:path>
                <a:path w="11429" h="880110">
                  <a:moveTo>
                    <a:pt x="11430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1430" y="85089"/>
                  </a:lnTo>
                  <a:lnTo>
                    <a:pt x="11430" y="78739"/>
                  </a:lnTo>
                  <a:close/>
                </a:path>
                <a:path w="11429" h="880110">
                  <a:moveTo>
                    <a:pt x="11430" y="85090"/>
                  </a:moveTo>
                  <a:lnTo>
                    <a:pt x="0" y="85090"/>
                  </a:lnTo>
                  <a:lnTo>
                    <a:pt x="0" y="91439"/>
                  </a:lnTo>
                  <a:lnTo>
                    <a:pt x="11430" y="91439"/>
                  </a:lnTo>
                  <a:lnTo>
                    <a:pt x="11430" y="85090"/>
                  </a:lnTo>
                  <a:close/>
                </a:path>
                <a:path w="11429" h="880110">
                  <a:moveTo>
                    <a:pt x="1143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1439"/>
                  </a:lnTo>
                  <a:close/>
                </a:path>
                <a:path w="11429" h="880110">
                  <a:moveTo>
                    <a:pt x="1143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30" y="97789"/>
                  </a:lnTo>
                  <a:lnTo>
                    <a:pt x="11430" y="95249"/>
                  </a:lnTo>
                  <a:close/>
                </a:path>
                <a:path w="11429" h="880110">
                  <a:moveTo>
                    <a:pt x="1143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1430" y="101599"/>
                  </a:lnTo>
                  <a:lnTo>
                    <a:pt x="11430" y="97789"/>
                  </a:lnTo>
                  <a:close/>
                </a:path>
                <a:path w="11429" h="880110">
                  <a:moveTo>
                    <a:pt x="1143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1430" y="104139"/>
                  </a:lnTo>
                  <a:lnTo>
                    <a:pt x="11430" y="101599"/>
                  </a:lnTo>
                  <a:close/>
                </a:path>
                <a:path w="11429" h="880110">
                  <a:moveTo>
                    <a:pt x="11430" y="104139"/>
                  </a:moveTo>
                  <a:lnTo>
                    <a:pt x="0" y="104139"/>
                  </a:lnTo>
                  <a:lnTo>
                    <a:pt x="0" y="114299"/>
                  </a:lnTo>
                  <a:lnTo>
                    <a:pt x="11430" y="114299"/>
                  </a:lnTo>
                  <a:lnTo>
                    <a:pt x="11430" y="104139"/>
                  </a:lnTo>
                  <a:close/>
                </a:path>
                <a:path w="11429" h="880110">
                  <a:moveTo>
                    <a:pt x="11430" y="114300"/>
                  </a:moveTo>
                  <a:lnTo>
                    <a:pt x="0" y="114300"/>
                  </a:lnTo>
                  <a:lnTo>
                    <a:pt x="0" y="116839"/>
                  </a:lnTo>
                  <a:lnTo>
                    <a:pt x="11430" y="116839"/>
                  </a:lnTo>
                  <a:lnTo>
                    <a:pt x="11430" y="114300"/>
                  </a:lnTo>
                  <a:close/>
                </a:path>
                <a:path w="11429" h="880110">
                  <a:moveTo>
                    <a:pt x="11430" y="116839"/>
                  </a:moveTo>
                  <a:lnTo>
                    <a:pt x="0" y="116839"/>
                  </a:lnTo>
                  <a:lnTo>
                    <a:pt x="0" y="758189"/>
                  </a:lnTo>
                  <a:lnTo>
                    <a:pt x="11430" y="758189"/>
                  </a:lnTo>
                  <a:lnTo>
                    <a:pt x="11430" y="116839"/>
                  </a:lnTo>
                  <a:close/>
                </a:path>
                <a:path w="11429" h="880110">
                  <a:moveTo>
                    <a:pt x="11430" y="877569"/>
                  </a:moveTo>
                  <a:lnTo>
                    <a:pt x="0" y="877569"/>
                  </a:lnTo>
                  <a:lnTo>
                    <a:pt x="0" y="878839"/>
                  </a:lnTo>
                  <a:lnTo>
                    <a:pt x="6350" y="878839"/>
                  </a:lnTo>
                  <a:lnTo>
                    <a:pt x="6350" y="880109"/>
                  </a:lnTo>
                  <a:lnTo>
                    <a:pt x="11429" y="880109"/>
                  </a:lnTo>
                  <a:lnTo>
                    <a:pt x="11430" y="877569"/>
                  </a:lnTo>
                  <a:close/>
                </a:path>
                <a:path w="11429" h="880110">
                  <a:moveTo>
                    <a:pt x="11430" y="873760"/>
                  </a:moveTo>
                  <a:lnTo>
                    <a:pt x="0" y="873760"/>
                  </a:lnTo>
                  <a:lnTo>
                    <a:pt x="0" y="876299"/>
                  </a:lnTo>
                  <a:lnTo>
                    <a:pt x="11430" y="876299"/>
                  </a:lnTo>
                  <a:lnTo>
                    <a:pt x="11430" y="873760"/>
                  </a:lnTo>
                  <a:close/>
                </a:path>
                <a:path w="11429" h="880110">
                  <a:moveTo>
                    <a:pt x="11430" y="871219"/>
                  </a:moveTo>
                  <a:lnTo>
                    <a:pt x="0" y="871219"/>
                  </a:lnTo>
                  <a:lnTo>
                    <a:pt x="0" y="872489"/>
                  </a:lnTo>
                  <a:lnTo>
                    <a:pt x="11430" y="872489"/>
                  </a:lnTo>
                  <a:lnTo>
                    <a:pt x="11430" y="871219"/>
                  </a:lnTo>
                  <a:close/>
                </a:path>
                <a:path w="11429" h="880110">
                  <a:moveTo>
                    <a:pt x="11430" y="867409"/>
                  </a:moveTo>
                  <a:lnTo>
                    <a:pt x="0" y="867409"/>
                  </a:lnTo>
                  <a:lnTo>
                    <a:pt x="0" y="869949"/>
                  </a:lnTo>
                  <a:lnTo>
                    <a:pt x="11430" y="869949"/>
                  </a:lnTo>
                  <a:lnTo>
                    <a:pt x="11430" y="867409"/>
                  </a:lnTo>
                  <a:close/>
                </a:path>
                <a:path w="11429" h="880110">
                  <a:moveTo>
                    <a:pt x="11430" y="864869"/>
                  </a:moveTo>
                  <a:lnTo>
                    <a:pt x="0" y="864869"/>
                  </a:lnTo>
                  <a:lnTo>
                    <a:pt x="0" y="866139"/>
                  </a:lnTo>
                  <a:lnTo>
                    <a:pt x="11430" y="866139"/>
                  </a:lnTo>
                  <a:lnTo>
                    <a:pt x="11430" y="864869"/>
                  </a:lnTo>
                  <a:close/>
                </a:path>
                <a:path w="11429" h="880110">
                  <a:moveTo>
                    <a:pt x="11430" y="861059"/>
                  </a:moveTo>
                  <a:lnTo>
                    <a:pt x="0" y="861059"/>
                  </a:lnTo>
                  <a:lnTo>
                    <a:pt x="0" y="863599"/>
                  </a:lnTo>
                  <a:lnTo>
                    <a:pt x="11430" y="863599"/>
                  </a:lnTo>
                  <a:lnTo>
                    <a:pt x="11430" y="861059"/>
                  </a:lnTo>
                  <a:close/>
                </a:path>
                <a:path w="11429" h="880110">
                  <a:moveTo>
                    <a:pt x="11430" y="858519"/>
                  </a:moveTo>
                  <a:lnTo>
                    <a:pt x="0" y="858519"/>
                  </a:lnTo>
                  <a:lnTo>
                    <a:pt x="0" y="859789"/>
                  </a:lnTo>
                  <a:lnTo>
                    <a:pt x="11430" y="859789"/>
                  </a:lnTo>
                  <a:lnTo>
                    <a:pt x="11430" y="858519"/>
                  </a:lnTo>
                  <a:close/>
                </a:path>
                <a:path w="11429" h="880110">
                  <a:moveTo>
                    <a:pt x="11430" y="854709"/>
                  </a:moveTo>
                  <a:lnTo>
                    <a:pt x="0" y="854709"/>
                  </a:lnTo>
                  <a:lnTo>
                    <a:pt x="0" y="857249"/>
                  </a:lnTo>
                  <a:lnTo>
                    <a:pt x="11430" y="857249"/>
                  </a:lnTo>
                  <a:lnTo>
                    <a:pt x="11430" y="854709"/>
                  </a:lnTo>
                  <a:close/>
                </a:path>
                <a:path w="11429" h="880110">
                  <a:moveTo>
                    <a:pt x="11430" y="852169"/>
                  </a:moveTo>
                  <a:lnTo>
                    <a:pt x="0" y="852169"/>
                  </a:lnTo>
                  <a:lnTo>
                    <a:pt x="0" y="853439"/>
                  </a:lnTo>
                  <a:lnTo>
                    <a:pt x="11430" y="853439"/>
                  </a:lnTo>
                  <a:lnTo>
                    <a:pt x="11430" y="852169"/>
                  </a:lnTo>
                  <a:close/>
                </a:path>
                <a:path w="11429" h="880110">
                  <a:moveTo>
                    <a:pt x="11430" y="847089"/>
                  </a:moveTo>
                  <a:lnTo>
                    <a:pt x="0" y="847089"/>
                  </a:lnTo>
                  <a:lnTo>
                    <a:pt x="0" y="850899"/>
                  </a:lnTo>
                  <a:lnTo>
                    <a:pt x="11430" y="850899"/>
                  </a:lnTo>
                  <a:lnTo>
                    <a:pt x="11430" y="847089"/>
                  </a:lnTo>
                  <a:close/>
                </a:path>
                <a:path w="11429" h="880110">
                  <a:moveTo>
                    <a:pt x="1143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1430" y="845819"/>
                  </a:lnTo>
                  <a:lnTo>
                    <a:pt x="11430" y="840739"/>
                  </a:lnTo>
                  <a:close/>
                </a:path>
                <a:path w="11429" h="880110">
                  <a:moveTo>
                    <a:pt x="1143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1430" y="839469"/>
                  </a:lnTo>
                  <a:lnTo>
                    <a:pt x="11430" y="834389"/>
                  </a:lnTo>
                  <a:close/>
                </a:path>
                <a:path w="11429" h="880110">
                  <a:moveTo>
                    <a:pt x="1143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1430" y="833119"/>
                  </a:lnTo>
                  <a:lnTo>
                    <a:pt x="11430" y="828039"/>
                  </a:lnTo>
                  <a:close/>
                </a:path>
                <a:path w="11429" h="880110">
                  <a:moveTo>
                    <a:pt x="1143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30" y="826769"/>
                  </a:lnTo>
                  <a:lnTo>
                    <a:pt x="11430" y="821689"/>
                  </a:lnTo>
                  <a:close/>
                </a:path>
                <a:path w="11429" h="880110">
                  <a:moveTo>
                    <a:pt x="1143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30" y="820419"/>
                  </a:lnTo>
                  <a:lnTo>
                    <a:pt x="11430" y="815339"/>
                  </a:lnTo>
                  <a:close/>
                </a:path>
                <a:path w="11429" h="880110">
                  <a:moveTo>
                    <a:pt x="1143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30" y="814069"/>
                  </a:lnTo>
                  <a:lnTo>
                    <a:pt x="11430" y="808989"/>
                  </a:lnTo>
                  <a:close/>
                </a:path>
                <a:path w="11429" h="880110">
                  <a:moveTo>
                    <a:pt x="1143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30" y="807719"/>
                  </a:lnTo>
                  <a:lnTo>
                    <a:pt x="11430" y="802639"/>
                  </a:lnTo>
                  <a:close/>
                </a:path>
                <a:path w="11429" h="880110">
                  <a:moveTo>
                    <a:pt x="1143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30" y="801369"/>
                  </a:lnTo>
                  <a:lnTo>
                    <a:pt x="11430" y="796289"/>
                  </a:lnTo>
                  <a:close/>
                </a:path>
                <a:path w="11429" h="880110">
                  <a:moveTo>
                    <a:pt x="1143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30" y="795019"/>
                  </a:lnTo>
                  <a:lnTo>
                    <a:pt x="11430" y="789939"/>
                  </a:lnTo>
                  <a:close/>
                </a:path>
                <a:path w="11429" h="880110">
                  <a:moveTo>
                    <a:pt x="1143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30" y="788669"/>
                  </a:lnTo>
                  <a:lnTo>
                    <a:pt x="11430" y="783589"/>
                  </a:lnTo>
                  <a:close/>
                </a:path>
                <a:path w="11429" h="880110">
                  <a:moveTo>
                    <a:pt x="1143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30" y="782319"/>
                  </a:lnTo>
                  <a:lnTo>
                    <a:pt x="11430" y="777239"/>
                  </a:lnTo>
                  <a:close/>
                </a:path>
                <a:path w="11429" h="880110">
                  <a:moveTo>
                    <a:pt x="1143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30" y="775969"/>
                  </a:lnTo>
                  <a:lnTo>
                    <a:pt x="11430" y="770889"/>
                  </a:lnTo>
                  <a:close/>
                </a:path>
                <a:path w="11429" h="880110">
                  <a:moveTo>
                    <a:pt x="11430" y="763269"/>
                  </a:moveTo>
                  <a:lnTo>
                    <a:pt x="0" y="763269"/>
                  </a:lnTo>
                  <a:lnTo>
                    <a:pt x="0" y="769619"/>
                  </a:lnTo>
                  <a:lnTo>
                    <a:pt x="11430" y="769619"/>
                  </a:lnTo>
                  <a:lnTo>
                    <a:pt x="11430" y="763269"/>
                  </a:lnTo>
                  <a:close/>
                </a:path>
                <a:path w="11429" h="880110">
                  <a:moveTo>
                    <a:pt x="11430" y="759459"/>
                  </a:moveTo>
                  <a:lnTo>
                    <a:pt x="0" y="759459"/>
                  </a:lnTo>
                  <a:lnTo>
                    <a:pt x="0" y="761999"/>
                  </a:lnTo>
                  <a:lnTo>
                    <a:pt x="11430" y="761999"/>
                  </a:lnTo>
                  <a:lnTo>
                    <a:pt x="11430" y="759459"/>
                  </a:lnTo>
                  <a:close/>
                </a:path>
              </a:pathLst>
            </a:custGeom>
            <a:solidFill>
              <a:srgbClr val="7A7A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5">
              <a:extLst>
                <a:ext uri="{FF2B5EF4-FFF2-40B4-BE49-F238E27FC236}">
                  <a16:creationId xmlns:a16="http://schemas.microsoft.com/office/drawing/2014/main" id="{35889FC3-BBC9-52B3-6B04-229695632310}"/>
                </a:ext>
              </a:extLst>
            </p:cNvPr>
            <p:cNvSpPr/>
            <p:nvPr/>
          </p:nvSpPr>
          <p:spPr>
            <a:xfrm>
              <a:off x="4744720" y="5603239"/>
              <a:ext cx="10160" cy="877569"/>
            </a:xfrm>
            <a:custGeom>
              <a:avLst/>
              <a:gdLst/>
              <a:ahLst/>
              <a:cxnLst/>
              <a:rect l="l" t="t" r="r" b="b"/>
              <a:pathLst>
                <a:path w="10160" h="877570">
                  <a:moveTo>
                    <a:pt x="6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10160" h="877570">
                  <a:moveTo>
                    <a:pt x="1015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59" y="5080"/>
                  </a:lnTo>
                  <a:lnTo>
                    <a:pt x="10159" y="1270"/>
                  </a:lnTo>
                  <a:close/>
                </a:path>
                <a:path w="10160" h="877570">
                  <a:moveTo>
                    <a:pt x="1015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0159" y="7620"/>
                  </a:lnTo>
                  <a:lnTo>
                    <a:pt x="10159" y="5080"/>
                  </a:lnTo>
                  <a:close/>
                </a:path>
                <a:path w="10160" h="877570">
                  <a:moveTo>
                    <a:pt x="1015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0159" y="11430"/>
                  </a:lnTo>
                  <a:lnTo>
                    <a:pt x="10159" y="7620"/>
                  </a:lnTo>
                  <a:close/>
                </a:path>
                <a:path w="10160" h="877570">
                  <a:moveTo>
                    <a:pt x="1015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59" y="13970"/>
                  </a:lnTo>
                  <a:lnTo>
                    <a:pt x="10159" y="11430"/>
                  </a:lnTo>
                  <a:close/>
                </a:path>
                <a:path w="10160" h="877570">
                  <a:moveTo>
                    <a:pt x="1015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59" y="17780"/>
                  </a:lnTo>
                  <a:lnTo>
                    <a:pt x="10159" y="13970"/>
                  </a:lnTo>
                  <a:close/>
                </a:path>
                <a:path w="10160" h="877570">
                  <a:moveTo>
                    <a:pt x="1015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0159" y="20320"/>
                  </a:lnTo>
                  <a:lnTo>
                    <a:pt x="10159" y="17780"/>
                  </a:lnTo>
                  <a:close/>
                </a:path>
                <a:path w="10160" h="877570">
                  <a:moveTo>
                    <a:pt x="1015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59" y="24130"/>
                  </a:lnTo>
                  <a:lnTo>
                    <a:pt x="10159" y="20320"/>
                  </a:lnTo>
                  <a:close/>
                </a:path>
                <a:path w="10160" h="877570">
                  <a:moveTo>
                    <a:pt x="1015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0159" y="26670"/>
                  </a:lnTo>
                  <a:lnTo>
                    <a:pt x="10159" y="24130"/>
                  </a:lnTo>
                  <a:close/>
                </a:path>
                <a:path w="10160" h="877570">
                  <a:moveTo>
                    <a:pt x="1015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0159" y="30480"/>
                  </a:lnTo>
                  <a:lnTo>
                    <a:pt x="10159" y="26670"/>
                  </a:lnTo>
                  <a:close/>
                </a:path>
                <a:path w="10160" h="877570">
                  <a:moveTo>
                    <a:pt x="1015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10159" y="36830"/>
                  </a:lnTo>
                  <a:lnTo>
                    <a:pt x="10159" y="30480"/>
                  </a:lnTo>
                  <a:close/>
                </a:path>
                <a:path w="10160" h="877570">
                  <a:moveTo>
                    <a:pt x="1015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0159" y="39370"/>
                  </a:lnTo>
                  <a:lnTo>
                    <a:pt x="10159" y="36830"/>
                  </a:lnTo>
                  <a:close/>
                </a:path>
                <a:path w="10160" h="877570">
                  <a:moveTo>
                    <a:pt x="1015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0159" y="43180"/>
                  </a:lnTo>
                  <a:lnTo>
                    <a:pt x="10159" y="39370"/>
                  </a:lnTo>
                  <a:close/>
                </a:path>
                <a:path w="10160" h="877570">
                  <a:moveTo>
                    <a:pt x="1015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0159" y="45720"/>
                  </a:lnTo>
                  <a:lnTo>
                    <a:pt x="10159" y="43180"/>
                  </a:lnTo>
                  <a:close/>
                </a:path>
                <a:path w="10160" h="877570">
                  <a:moveTo>
                    <a:pt x="1015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0159" y="49530"/>
                  </a:lnTo>
                  <a:lnTo>
                    <a:pt x="10159" y="45720"/>
                  </a:lnTo>
                  <a:close/>
                </a:path>
                <a:path w="10160" h="877570">
                  <a:moveTo>
                    <a:pt x="1015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0159" y="52070"/>
                  </a:lnTo>
                  <a:lnTo>
                    <a:pt x="10159" y="49530"/>
                  </a:lnTo>
                  <a:close/>
                </a:path>
                <a:path w="10160" h="877570">
                  <a:moveTo>
                    <a:pt x="1015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0159" y="55880"/>
                  </a:lnTo>
                  <a:lnTo>
                    <a:pt x="10159" y="52070"/>
                  </a:lnTo>
                  <a:close/>
                </a:path>
                <a:path w="10160" h="877570">
                  <a:moveTo>
                    <a:pt x="10159" y="55880"/>
                  </a:moveTo>
                  <a:lnTo>
                    <a:pt x="0" y="55880"/>
                  </a:lnTo>
                  <a:lnTo>
                    <a:pt x="0" y="64770"/>
                  </a:lnTo>
                  <a:lnTo>
                    <a:pt x="10159" y="64770"/>
                  </a:lnTo>
                  <a:lnTo>
                    <a:pt x="10159" y="55880"/>
                  </a:lnTo>
                  <a:close/>
                </a:path>
                <a:path w="10160" h="877570">
                  <a:moveTo>
                    <a:pt x="10159" y="64770"/>
                  </a:moveTo>
                  <a:lnTo>
                    <a:pt x="0" y="64770"/>
                  </a:lnTo>
                  <a:lnTo>
                    <a:pt x="0" y="68580"/>
                  </a:lnTo>
                  <a:lnTo>
                    <a:pt x="10159" y="68580"/>
                  </a:lnTo>
                  <a:lnTo>
                    <a:pt x="10159" y="64770"/>
                  </a:lnTo>
                  <a:close/>
                </a:path>
                <a:path w="10160" h="877570">
                  <a:moveTo>
                    <a:pt x="10159" y="68580"/>
                  </a:moveTo>
                  <a:lnTo>
                    <a:pt x="0" y="68580"/>
                  </a:lnTo>
                  <a:lnTo>
                    <a:pt x="0" y="77470"/>
                  </a:lnTo>
                  <a:lnTo>
                    <a:pt x="10159" y="77470"/>
                  </a:lnTo>
                  <a:lnTo>
                    <a:pt x="10159" y="68580"/>
                  </a:lnTo>
                  <a:close/>
                </a:path>
                <a:path w="10160" h="877570">
                  <a:moveTo>
                    <a:pt x="10159" y="77470"/>
                  </a:moveTo>
                  <a:lnTo>
                    <a:pt x="0" y="77470"/>
                  </a:lnTo>
                  <a:lnTo>
                    <a:pt x="0" y="83820"/>
                  </a:lnTo>
                  <a:lnTo>
                    <a:pt x="10159" y="83820"/>
                  </a:lnTo>
                  <a:lnTo>
                    <a:pt x="10159" y="77470"/>
                  </a:lnTo>
                  <a:close/>
                </a:path>
                <a:path w="10160" h="877570">
                  <a:moveTo>
                    <a:pt x="10159" y="83820"/>
                  </a:moveTo>
                  <a:lnTo>
                    <a:pt x="0" y="83820"/>
                  </a:lnTo>
                  <a:lnTo>
                    <a:pt x="0" y="90170"/>
                  </a:lnTo>
                  <a:lnTo>
                    <a:pt x="10159" y="90170"/>
                  </a:lnTo>
                  <a:lnTo>
                    <a:pt x="10159" y="83820"/>
                  </a:lnTo>
                  <a:close/>
                </a:path>
                <a:path w="10160" h="877570">
                  <a:moveTo>
                    <a:pt x="10159" y="90170"/>
                  </a:moveTo>
                  <a:lnTo>
                    <a:pt x="0" y="90170"/>
                  </a:lnTo>
                  <a:lnTo>
                    <a:pt x="0" y="93980"/>
                  </a:lnTo>
                  <a:lnTo>
                    <a:pt x="10159" y="93980"/>
                  </a:lnTo>
                  <a:lnTo>
                    <a:pt x="10159" y="90170"/>
                  </a:lnTo>
                  <a:close/>
                </a:path>
                <a:path w="10160" h="877570">
                  <a:moveTo>
                    <a:pt x="10159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10159" y="96520"/>
                  </a:lnTo>
                  <a:lnTo>
                    <a:pt x="10159" y="93980"/>
                  </a:lnTo>
                  <a:close/>
                </a:path>
                <a:path w="10160" h="877570">
                  <a:moveTo>
                    <a:pt x="10159" y="96520"/>
                  </a:moveTo>
                  <a:lnTo>
                    <a:pt x="0" y="96520"/>
                  </a:lnTo>
                  <a:lnTo>
                    <a:pt x="0" y="100330"/>
                  </a:lnTo>
                  <a:lnTo>
                    <a:pt x="10159" y="100330"/>
                  </a:lnTo>
                  <a:lnTo>
                    <a:pt x="10159" y="96520"/>
                  </a:lnTo>
                  <a:close/>
                </a:path>
                <a:path w="10160" h="877570">
                  <a:moveTo>
                    <a:pt x="10159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10159" y="102870"/>
                  </a:lnTo>
                  <a:lnTo>
                    <a:pt x="10159" y="100330"/>
                  </a:lnTo>
                  <a:close/>
                </a:path>
                <a:path w="10160" h="877570">
                  <a:moveTo>
                    <a:pt x="10159" y="102870"/>
                  </a:moveTo>
                  <a:lnTo>
                    <a:pt x="0" y="102870"/>
                  </a:lnTo>
                  <a:lnTo>
                    <a:pt x="0" y="113030"/>
                  </a:lnTo>
                  <a:lnTo>
                    <a:pt x="10159" y="113030"/>
                  </a:lnTo>
                  <a:lnTo>
                    <a:pt x="10159" y="102870"/>
                  </a:lnTo>
                  <a:close/>
                </a:path>
                <a:path w="10160" h="877570">
                  <a:moveTo>
                    <a:pt x="10159" y="113030"/>
                  </a:moveTo>
                  <a:lnTo>
                    <a:pt x="0" y="113030"/>
                  </a:lnTo>
                  <a:lnTo>
                    <a:pt x="0" y="115570"/>
                  </a:lnTo>
                  <a:lnTo>
                    <a:pt x="10159" y="115570"/>
                  </a:lnTo>
                  <a:lnTo>
                    <a:pt x="10159" y="113030"/>
                  </a:lnTo>
                  <a:close/>
                </a:path>
                <a:path w="10160" h="877570">
                  <a:moveTo>
                    <a:pt x="10159" y="115570"/>
                  </a:moveTo>
                  <a:lnTo>
                    <a:pt x="0" y="115570"/>
                  </a:lnTo>
                  <a:lnTo>
                    <a:pt x="0" y="756920"/>
                  </a:lnTo>
                  <a:lnTo>
                    <a:pt x="10159" y="756920"/>
                  </a:lnTo>
                  <a:lnTo>
                    <a:pt x="10159" y="115570"/>
                  </a:lnTo>
                  <a:close/>
                </a:path>
                <a:path w="10160" h="877570">
                  <a:moveTo>
                    <a:pt x="8889" y="876300"/>
                  </a:moveTo>
                  <a:lnTo>
                    <a:pt x="0" y="876300"/>
                  </a:lnTo>
                  <a:lnTo>
                    <a:pt x="0" y="877570"/>
                  </a:lnTo>
                  <a:lnTo>
                    <a:pt x="8889" y="877570"/>
                  </a:lnTo>
                  <a:lnTo>
                    <a:pt x="8889" y="876300"/>
                  </a:lnTo>
                  <a:close/>
                </a:path>
                <a:path w="10160" h="877570">
                  <a:moveTo>
                    <a:pt x="10159" y="872490"/>
                  </a:moveTo>
                  <a:lnTo>
                    <a:pt x="0" y="872490"/>
                  </a:lnTo>
                  <a:lnTo>
                    <a:pt x="0" y="875030"/>
                  </a:lnTo>
                  <a:lnTo>
                    <a:pt x="8889" y="875030"/>
                  </a:lnTo>
                  <a:lnTo>
                    <a:pt x="8889" y="876300"/>
                  </a:lnTo>
                  <a:lnTo>
                    <a:pt x="10159" y="876300"/>
                  </a:lnTo>
                  <a:lnTo>
                    <a:pt x="10159" y="872490"/>
                  </a:lnTo>
                  <a:close/>
                </a:path>
                <a:path w="10160" h="877570">
                  <a:moveTo>
                    <a:pt x="10159" y="869950"/>
                  </a:moveTo>
                  <a:lnTo>
                    <a:pt x="0" y="869950"/>
                  </a:lnTo>
                  <a:lnTo>
                    <a:pt x="0" y="871220"/>
                  </a:lnTo>
                  <a:lnTo>
                    <a:pt x="10159" y="871220"/>
                  </a:lnTo>
                  <a:lnTo>
                    <a:pt x="10159" y="869950"/>
                  </a:lnTo>
                  <a:close/>
                </a:path>
                <a:path w="10160" h="877570">
                  <a:moveTo>
                    <a:pt x="10159" y="866140"/>
                  </a:moveTo>
                  <a:lnTo>
                    <a:pt x="0" y="866140"/>
                  </a:lnTo>
                  <a:lnTo>
                    <a:pt x="0" y="868680"/>
                  </a:lnTo>
                  <a:lnTo>
                    <a:pt x="10159" y="868680"/>
                  </a:lnTo>
                  <a:lnTo>
                    <a:pt x="10159" y="866140"/>
                  </a:lnTo>
                  <a:close/>
                </a:path>
                <a:path w="10160" h="877570">
                  <a:moveTo>
                    <a:pt x="10159" y="863600"/>
                  </a:moveTo>
                  <a:lnTo>
                    <a:pt x="0" y="863600"/>
                  </a:lnTo>
                  <a:lnTo>
                    <a:pt x="0" y="864870"/>
                  </a:lnTo>
                  <a:lnTo>
                    <a:pt x="10159" y="864870"/>
                  </a:lnTo>
                  <a:lnTo>
                    <a:pt x="10159" y="863600"/>
                  </a:lnTo>
                  <a:close/>
                </a:path>
                <a:path w="10160" h="877570">
                  <a:moveTo>
                    <a:pt x="10159" y="859790"/>
                  </a:moveTo>
                  <a:lnTo>
                    <a:pt x="0" y="859790"/>
                  </a:lnTo>
                  <a:lnTo>
                    <a:pt x="0" y="862330"/>
                  </a:lnTo>
                  <a:lnTo>
                    <a:pt x="10159" y="862330"/>
                  </a:lnTo>
                  <a:lnTo>
                    <a:pt x="10159" y="859790"/>
                  </a:lnTo>
                  <a:close/>
                </a:path>
                <a:path w="10160" h="877570">
                  <a:moveTo>
                    <a:pt x="10159" y="857250"/>
                  </a:moveTo>
                  <a:lnTo>
                    <a:pt x="0" y="857250"/>
                  </a:lnTo>
                  <a:lnTo>
                    <a:pt x="0" y="858520"/>
                  </a:lnTo>
                  <a:lnTo>
                    <a:pt x="10159" y="858520"/>
                  </a:lnTo>
                  <a:lnTo>
                    <a:pt x="10159" y="857250"/>
                  </a:lnTo>
                  <a:close/>
                </a:path>
                <a:path w="10160" h="877570">
                  <a:moveTo>
                    <a:pt x="10159" y="853440"/>
                  </a:moveTo>
                  <a:lnTo>
                    <a:pt x="0" y="853440"/>
                  </a:lnTo>
                  <a:lnTo>
                    <a:pt x="0" y="855980"/>
                  </a:lnTo>
                  <a:lnTo>
                    <a:pt x="10159" y="855980"/>
                  </a:lnTo>
                  <a:lnTo>
                    <a:pt x="10159" y="853440"/>
                  </a:lnTo>
                  <a:close/>
                </a:path>
                <a:path w="10160" h="877570">
                  <a:moveTo>
                    <a:pt x="10159" y="850900"/>
                  </a:moveTo>
                  <a:lnTo>
                    <a:pt x="0" y="850900"/>
                  </a:lnTo>
                  <a:lnTo>
                    <a:pt x="0" y="852170"/>
                  </a:lnTo>
                  <a:lnTo>
                    <a:pt x="10159" y="852170"/>
                  </a:lnTo>
                  <a:lnTo>
                    <a:pt x="10159" y="850900"/>
                  </a:lnTo>
                  <a:close/>
                </a:path>
                <a:path w="10160" h="877570">
                  <a:moveTo>
                    <a:pt x="10159" y="845820"/>
                  </a:moveTo>
                  <a:lnTo>
                    <a:pt x="0" y="845820"/>
                  </a:lnTo>
                  <a:lnTo>
                    <a:pt x="0" y="849630"/>
                  </a:lnTo>
                  <a:lnTo>
                    <a:pt x="10159" y="849630"/>
                  </a:lnTo>
                  <a:lnTo>
                    <a:pt x="10159" y="845820"/>
                  </a:lnTo>
                  <a:close/>
                </a:path>
                <a:path w="10160" h="877570">
                  <a:moveTo>
                    <a:pt x="10159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0159" y="844550"/>
                  </a:lnTo>
                  <a:lnTo>
                    <a:pt x="10159" y="839470"/>
                  </a:lnTo>
                  <a:close/>
                </a:path>
                <a:path w="10160" h="877570">
                  <a:moveTo>
                    <a:pt x="10159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0159" y="838200"/>
                  </a:lnTo>
                  <a:lnTo>
                    <a:pt x="10159" y="833120"/>
                  </a:lnTo>
                  <a:close/>
                </a:path>
                <a:path w="10160" h="877570">
                  <a:moveTo>
                    <a:pt x="1015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0159" y="831850"/>
                  </a:lnTo>
                  <a:lnTo>
                    <a:pt x="10159" y="826770"/>
                  </a:lnTo>
                  <a:close/>
                </a:path>
                <a:path w="10160" h="877570">
                  <a:moveTo>
                    <a:pt x="1015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0159" y="825500"/>
                  </a:lnTo>
                  <a:lnTo>
                    <a:pt x="10159" y="820420"/>
                  </a:lnTo>
                  <a:close/>
                </a:path>
                <a:path w="10160" h="877570">
                  <a:moveTo>
                    <a:pt x="1015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59" y="819150"/>
                  </a:lnTo>
                  <a:lnTo>
                    <a:pt x="10159" y="814070"/>
                  </a:lnTo>
                  <a:close/>
                </a:path>
                <a:path w="10160" h="877570">
                  <a:moveTo>
                    <a:pt x="1015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59" y="812800"/>
                  </a:lnTo>
                  <a:lnTo>
                    <a:pt x="10159" y="807720"/>
                  </a:lnTo>
                  <a:close/>
                </a:path>
                <a:path w="10160" h="877570">
                  <a:moveTo>
                    <a:pt x="1015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59" y="806450"/>
                  </a:lnTo>
                  <a:lnTo>
                    <a:pt x="10159" y="801370"/>
                  </a:lnTo>
                  <a:close/>
                </a:path>
                <a:path w="10160" h="877570">
                  <a:moveTo>
                    <a:pt x="1015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59" y="800100"/>
                  </a:lnTo>
                  <a:lnTo>
                    <a:pt x="10159" y="795020"/>
                  </a:lnTo>
                  <a:close/>
                </a:path>
                <a:path w="10160" h="877570">
                  <a:moveTo>
                    <a:pt x="1015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59" y="793750"/>
                  </a:lnTo>
                  <a:lnTo>
                    <a:pt x="10159" y="788670"/>
                  </a:lnTo>
                  <a:close/>
                </a:path>
                <a:path w="10160" h="877570">
                  <a:moveTo>
                    <a:pt x="1015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59" y="787400"/>
                  </a:lnTo>
                  <a:lnTo>
                    <a:pt x="10159" y="782320"/>
                  </a:lnTo>
                  <a:close/>
                </a:path>
                <a:path w="10160" h="877570">
                  <a:moveTo>
                    <a:pt x="1015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59" y="781050"/>
                  </a:lnTo>
                  <a:lnTo>
                    <a:pt x="10159" y="775970"/>
                  </a:lnTo>
                  <a:close/>
                </a:path>
                <a:path w="10160" h="877570">
                  <a:moveTo>
                    <a:pt x="1015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59" y="774700"/>
                  </a:lnTo>
                  <a:lnTo>
                    <a:pt x="10159" y="769620"/>
                  </a:lnTo>
                  <a:close/>
                </a:path>
                <a:path w="10160" h="877570">
                  <a:moveTo>
                    <a:pt x="10159" y="762000"/>
                  </a:moveTo>
                  <a:lnTo>
                    <a:pt x="0" y="762000"/>
                  </a:lnTo>
                  <a:lnTo>
                    <a:pt x="0" y="768350"/>
                  </a:lnTo>
                  <a:lnTo>
                    <a:pt x="10159" y="768350"/>
                  </a:lnTo>
                  <a:lnTo>
                    <a:pt x="10159" y="762000"/>
                  </a:lnTo>
                  <a:close/>
                </a:path>
                <a:path w="10160" h="877570">
                  <a:moveTo>
                    <a:pt x="10159" y="758190"/>
                  </a:moveTo>
                  <a:lnTo>
                    <a:pt x="0" y="758190"/>
                  </a:lnTo>
                  <a:lnTo>
                    <a:pt x="0" y="760730"/>
                  </a:lnTo>
                  <a:lnTo>
                    <a:pt x="10159" y="760730"/>
                  </a:lnTo>
                  <a:lnTo>
                    <a:pt x="10159" y="758190"/>
                  </a:lnTo>
                  <a:close/>
                </a:path>
              </a:pathLst>
            </a:custGeom>
            <a:solidFill>
              <a:srgbClr val="7B7B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6">
              <a:extLst>
                <a:ext uri="{FF2B5EF4-FFF2-40B4-BE49-F238E27FC236}">
                  <a16:creationId xmlns:a16="http://schemas.microsoft.com/office/drawing/2014/main" id="{551F897F-81EB-A778-D79B-8A2DC7F43595}"/>
                </a:ext>
              </a:extLst>
            </p:cNvPr>
            <p:cNvSpPr/>
            <p:nvPr/>
          </p:nvSpPr>
          <p:spPr>
            <a:xfrm>
              <a:off x="4754880" y="5604509"/>
              <a:ext cx="11430" cy="875030"/>
            </a:xfrm>
            <a:custGeom>
              <a:avLst/>
              <a:gdLst/>
              <a:ahLst/>
              <a:cxnLst/>
              <a:rect l="l" t="t" r="r" b="b"/>
              <a:pathLst>
                <a:path w="11429" h="875029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1429" h="875029">
                  <a:moveTo>
                    <a:pt x="1143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3809"/>
                  </a:lnTo>
                  <a:close/>
                </a:path>
                <a:path w="11429" h="875029">
                  <a:moveTo>
                    <a:pt x="1143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6350"/>
                  </a:lnTo>
                  <a:close/>
                </a:path>
                <a:path w="11429" h="875029">
                  <a:moveTo>
                    <a:pt x="1143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10159"/>
                  </a:lnTo>
                  <a:close/>
                </a:path>
                <a:path w="11429" h="875029">
                  <a:moveTo>
                    <a:pt x="1143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2700"/>
                  </a:lnTo>
                  <a:close/>
                </a:path>
                <a:path w="11429" h="875029">
                  <a:moveTo>
                    <a:pt x="1143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6509"/>
                  </a:lnTo>
                  <a:close/>
                </a:path>
                <a:path w="11429" h="875029">
                  <a:moveTo>
                    <a:pt x="1143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30" y="22859"/>
                  </a:lnTo>
                  <a:lnTo>
                    <a:pt x="11430" y="19050"/>
                  </a:lnTo>
                  <a:close/>
                </a:path>
                <a:path w="11429" h="875029">
                  <a:moveTo>
                    <a:pt x="1143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2859"/>
                  </a:lnTo>
                  <a:close/>
                </a:path>
                <a:path w="11429" h="875029">
                  <a:moveTo>
                    <a:pt x="1143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5400"/>
                  </a:lnTo>
                  <a:close/>
                </a:path>
                <a:path w="11429" h="875029">
                  <a:moveTo>
                    <a:pt x="11430" y="29210"/>
                  </a:moveTo>
                  <a:lnTo>
                    <a:pt x="0" y="2921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29210"/>
                  </a:lnTo>
                  <a:close/>
                </a:path>
                <a:path w="11429" h="875029">
                  <a:moveTo>
                    <a:pt x="1143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5559"/>
                  </a:lnTo>
                  <a:close/>
                </a:path>
                <a:path w="11429" h="875029">
                  <a:moveTo>
                    <a:pt x="1143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8100"/>
                  </a:lnTo>
                  <a:close/>
                </a:path>
                <a:path w="11429" h="875029">
                  <a:moveTo>
                    <a:pt x="1143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1909"/>
                  </a:lnTo>
                  <a:close/>
                </a:path>
                <a:path w="11429" h="875029">
                  <a:moveTo>
                    <a:pt x="1143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30" y="48259"/>
                  </a:lnTo>
                  <a:lnTo>
                    <a:pt x="11430" y="44450"/>
                  </a:lnTo>
                  <a:close/>
                </a:path>
                <a:path w="11429" h="875029">
                  <a:moveTo>
                    <a:pt x="1143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8259"/>
                  </a:lnTo>
                  <a:close/>
                </a:path>
                <a:path w="11429" h="875029">
                  <a:moveTo>
                    <a:pt x="1143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50800"/>
                  </a:lnTo>
                  <a:close/>
                </a:path>
                <a:path w="11429" h="875029">
                  <a:moveTo>
                    <a:pt x="11430" y="54609"/>
                  </a:moveTo>
                  <a:lnTo>
                    <a:pt x="0" y="5460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4609"/>
                  </a:lnTo>
                  <a:close/>
                </a:path>
                <a:path w="11429" h="875029">
                  <a:moveTo>
                    <a:pt x="11430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63500"/>
                  </a:lnTo>
                  <a:close/>
                </a:path>
                <a:path w="11429" h="875029">
                  <a:moveTo>
                    <a:pt x="11430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67309"/>
                  </a:lnTo>
                  <a:close/>
                </a:path>
                <a:path w="11429" h="875029">
                  <a:moveTo>
                    <a:pt x="11430" y="76200"/>
                  </a:moveTo>
                  <a:lnTo>
                    <a:pt x="0" y="76200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76200"/>
                  </a:lnTo>
                  <a:close/>
                </a:path>
                <a:path w="11429" h="875029">
                  <a:moveTo>
                    <a:pt x="11430" y="82550"/>
                  </a:moveTo>
                  <a:lnTo>
                    <a:pt x="0" y="82550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2550"/>
                  </a:lnTo>
                  <a:close/>
                </a:path>
                <a:path w="11429" h="875029">
                  <a:moveTo>
                    <a:pt x="11430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88900"/>
                  </a:lnTo>
                  <a:close/>
                </a:path>
                <a:path w="11429" h="875029">
                  <a:moveTo>
                    <a:pt x="11430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2709"/>
                  </a:lnTo>
                  <a:close/>
                </a:path>
                <a:path w="11429" h="875029">
                  <a:moveTo>
                    <a:pt x="11430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30" y="99059"/>
                  </a:lnTo>
                  <a:lnTo>
                    <a:pt x="11430" y="95250"/>
                  </a:lnTo>
                  <a:close/>
                </a:path>
                <a:path w="11429" h="875029">
                  <a:moveTo>
                    <a:pt x="11430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30" y="101599"/>
                  </a:lnTo>
                  <a:lnTo>
                    <a:pt x="11430" y="99059"/>
                  </a:lnTo>
                  <a:close/>
                </a:path>
                <a:path w="11429" h="875029">
                  <a:moveTo>
                    <a:pt x="11430" y="101600"/>
                  </a:moveTo>
                  <a:lnTo>
                    <a:pt x="0" y="101600"/>
                  </a:lnTo>
                  <a:lnTo>
                    <a:pt x="0" y="111759"/>
                  </a:lnTo>
                  <a:lnTo>
                    <a:pt x="11430" y="111759"/>
                  </a:lnTo>
                  <a:lnTo>
                    <a:pt x="11430" y="101600"/>
                  </a:lnTo>
                  <a:close/>
                </a:path>
                <a:path w="11429" h="875029">
                  <a:moveTo>
                    <a:pt x="11430" y="111760"/>
                  </a:moveTo>
                  <a:lnTo>
                    <a:pt x="0" y="111760"/>
                  </a:lnTo>
                  <a:lnTo>
                    <a:pt x="0" y="114299"/>
                  </a:lnTo>
                  <a:lnTo>
                    <a:pt x="11430" y="114299"/>
                  </a:lnTo>
                  <a:lnTo>
                    <a:pt x="11430" y="111760"/>
                  </a:lnTo>
                  <a:close/>
                </a:path>
                <a:path w="11429" h="875029">
                  <a:moveTo>
                    <a:pt x="11430" y="114300"/>
                  </a:moveTo>
                  <a:lnTo>
                    <a:pt x="0" y="114300"/>
                  </a:lnTo>
                  <a:lnTo>
                    <a:pt x="0" y="755649"/>
                  </a:lnTo>
                  <a:lnTo>
                    <a:pt x="11430" y="755649"/>
                  </a:lnTo>
                  <a:lnTo>
                    <a:pt x="11430" y="114300"/>
                  </a:lnTo>
                  <a:close/>
                </a:path>
                <a:path w="11429" h="875029">
                  <a:moveTo>
                    <a:pt x="11430" y="871220"/>
                  </a:moveTo>
                  <a:lnTo>
                    <a:pt x="0" y="871220"/>
                  </a:lnTo>
                  <a:lnTo>
                    <a:pt x="0" y="875029"/>
                  </a:lnTo>
                  <a:lnTo>
                    <a:pt x="6350" y="875029"/>
                  </a:lnTo>
                  <a:lnTo>
                    <a:pt x="6350" y="873759"/>
                  </a:lnTo>
                  <a:lnTo>
                    <a:pt x="11430" y="873759"/>
                  </a:lnTo>
                  <a:lnTo>
                    <a:pt x="11430" y="871220"/>
                  </a:lnTo>
                  <a:close/>
                </a:path>
                <a:path w="11429" h="875029">
                  <a:moveTo>
                    <a:pt x="11430" y="868679"/>
                  </a:moveTo>
                  <a:lnTo>
                    <a:pt x="0" y="868679"/>
                  </a:lnTo>
                  <a:lnTo>
                    <a:pt x="0" y="869949"/>
                  </a:lnTo>
                  <a:lnTo>
                    <a:pt x="11430" y="869949"/>
                  </a:lnTo>
                  <a:lnTo>
                    <a:pt x="11430" y="868679"/>
                  </a:lnTo>
                  <a:close/>
                </a:path>
                <a:path w="11429" h="875029">
                  <a:moveTo>
                    <a:pt x="11430" y="864869"/>
                  </a:moveTo>
                  <a:lnTo>
                    <a:pt x="0" y="864869"/>
                  </a:lnTo>
                  <a:lnTo>
                    <a:pt x="0" y="867409"/>
                  </a:lnTo>
                  <a:lnTo>
                    <a:pt x="11430" y="867409"/>
                  </a:lnTo>
                  <a:lnTo>
                    <a:pt x="11430" y="864869"/>
                  </a:lnTo>
                  <a:close/>
                </a:path>
                <a:path w="11429" h="875029">
                  <a:moveTo>
                    <a:pt x="11430" y="862329"/>
                  </a:moveTo>
                  <a:lnTo>
                    <a:pt x="0" y="862329"/>
                  </a:lnTo>
                  <a:lnTo>
                    <a:pt x="0" y="863599"/>
                  </a:lnTo>
                  <a:lnTo>
                    <a:pt x="11430" y="863599"/>
                  </a:lnTo>
                  <a:lnTo>
                    <a:pt x="11430" y="862329"/>
                  </a:lnTo>
                  <a:close/>
                </a:path>
                <a:path w="11429" h="875029">
                  <a:moveTo>
                    <a:pt x="11430" y="858519"/>
                  </a:moveTo>
                  <a:lnTo>
                    <a:pt x="0" y="858519"/>
                  </a:lnTo>
                  <a:lnTo>
                    <a:pt x="0" y="861059"/>
                  </a:lnTo>
                  <a:lnTo>
                    <a:pt x="11430" y="861059"/>
                  </a:lnTo>
                  <a:lnTo>
                    <a:pt x="11430" y="858519"/>
                  </a:lnTo>
                  <a:close/>
                </a:path>
                <a:path w="11429" h="875029">
                  <a:moveTo>
                    <a:pt x="11430" y="855979"/>
                  </a:moveTo>
                  <a:lnTo>
                    <a:pt x="0" y="855979"/>
                  </a:lnTo>
                  <a:lnTo>
                    <a:pt x="0" y="857249"/>
                  </a:lnTo>
                  <a:lnTo>
                    <a:pt x="11430" y="857249"/>
                  </a:lnTo>
                  <a:lnTo>
                    <a:pt x="11430" y="855979"/>
                  </a:lnTo>
                  <a:close/>
                </a:path>
                <a:path w="11429" h="875029">
                  <a:moveTo>
                    <a:pt x="11430" y="852169"/>
                  </a:moveTo>
                  <a:lnTo>
                    <a:pt x="0" y="852169"/>
                  </a:lnTo>
                  <a:lnTo>
                    <a:pt x="0" y="854709"/>
                  </a:lnTo>
                  <a:lnTo>
                    <a:pt x="11430" y="854709"/>
                  </a:lnTo>
                  <a:lnTo>
                    <a:pt x="11430" y="852169"/>
                  </a:lnTo>
                  <a:close/>
                </a:path>
                <a:path w="11429" h="875029">
                  <a:moveTo>
                    <a:pt x="11430" y="849629"/>
                  </a:moveTo>
                  <a:lnTo>
                    <a:pt x="0" y="849629"/>
                  </a:lnTo>
                  <a:lnTo>
                    <a:pt x="0" y="850899"/>
                  </a:lnTo>
                  <a:lnTo>
                    <a:pt x="11430" y="850899"/>
                  </a:lnTo>
                  <a:lnTo>
                    <a:pt x="11430" y="849629"/>
                  </a:lnTo>
                  <a:close/>
                </a:path>
                <a:path w="11429" h="875029">
                  <a:moveTo>
                    <a:pt x="11430" y="844549"/>
                  </a:moveTo>
                  <a:lnTo>
                    <a:pt x="0" y="844549"/>
                  </a:lnTo>
                  <a:lnTo>
                    <a:pt x="0" y="848359"/>
                  </a:lnTo>
                  <a:lnTo>
                    <a:pt x="11430" y="848359"/>
                  </a:lnTo>
                  <a:lnTo>
                    <a:pt x="11430" y="844549"/>
                  </a:lnTo>
                  <a:close/>
                </a:path>
                <a:path w="11429" h="875029">
                  <a:moveTo>
                    <a:pt x="11430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30" y="843279"/>
                  </a:lnTo>
                  <a:lnTo>
                    <a:pt x="11430" y="838199"/>
                  </a:lnTo>
                  <a:close/>
                </a:path>
                <a:path w="11429" h="875029">
                  <a:moveTo>
                    <a:pt x="11430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30" y="836929"/>
                  </a:lnTo>
                  <a:lnTo>
                    <a:pt x="11430" y="831849"/>
                  </a:lnTo>
                  <a:close/>
                </a:path>
                <a:path w="11429" h="875029">
                  <a:moveTo>
                    <a:pt x="11430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30" y="830579"/>
                  </a:lnTo>
                  <a:lnTo>
                    <a:pt x="11430" y="825499"/>
                  </a:lnTo>
                  <a:close/>
                </a:path>
                <a:path w="11429" h="875029">
                  <a:moveTo>
                    <a:pt x="11430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30" y="824229"/>
                  </a:lnTo>
                  <a:lnTo>
                    <a:pt x="11430" y="819149"/>
                  </a:lnTo>
                  <a:close/>
                </a:path>
                <a:path w="11429" h="875029">
                  <a:moveTo>
                    <a:pt x="11430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30" y="817879"/>
                  </a:lnTo>
                  <a:lnTo>
                    <a:pt x="11430" y="812799"/>
                  </a:lnTo>
                  <a:close/>
                </a:path>
                <a:path w="11429" h="875029">
                  <a:moveTo>
                    <a:pt x="11430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30" y="811529"/>
                  </a:lnTo>
                  <a:lnTo>
                    <a:pt x="11430" y="806449"/>
                  </a:lnTo>
                  <a:close/>
                </a:path>
                <a:path w="11429" h="875029">
                  <a:moveTo>
                    <a:pt x="1143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30" y="805179"/>
                  </a:lnTo>
                  <a:lnTo>
                    <a:pt x="11430" y="800099"/>
                  </a:lnTo>
                  <a:close/>
                </a:path>
                <a:path w="11429" h="875029">
                  <a:moveTo>
                    <a:pt x="1143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30" y="798829"/>
                  </a:lnTo>
                  <a:lnTo>
                    <a:pt x="11430" y="793749"/>
                  </a:lnTo>
                  <a:close/>
                </a:path>
                <a:path w="11429" h="875029">
                  <a:moveTo>
                    <a:pt x="11430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30" y="792479"/>
                  </a:lnTo>
                  <a:lnTo>
                    <a:pt x="11430" y="787399"/>
                  </a:lnTo>
                  <a:close/>
                </a:path>
                <a:path w="11429" h="875029">
                  <a:moveTo>
                    <a:pt x="11430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30" y="786130"/>
                  </a:lnTo>
                  <a:lnTo>
                    <a:pt x="11430" y="781049"/>
                  </a:lnTo>
                  <a:close/>
                </a:path>
                <a:path w="11429" h="875029">
                  <a:moveTo>
                    <a:pt x="11430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30" y="779779"/>
                  </a:lnTo>
                  <a:lnTo>
                    <a:pt x="11430" y="774699"/>
                  </a:lnTo>
                  <a:close/>
                </a:path>
                <a:path w="11429" h="875029">
                  <a:moveTo>
                    <a:pt x="11430" y="768349"/>
                  </a:moveTo>
                  <a:lnTo>
                    <a:pt x="0" y="768349"/>
                  </a:lnTo>
                  <a:lnTo>
                    <a:pt x="0" y="773430"/>
                  </a:lnTo>
                  <a:lnTo>
                    <a:pt x="11430" y="773430"/>
                  </a:lnTo>
                  <a:lnTo>
                    <a:pt x="11430" y="768349"/>
                  </a:lnTo>
                  <a:close/>
                </a:path>
                <a:path w="11429" h="875029">
                  <a:moveTo>
                    <a:pt x="11430" y="760729"/>
                  </a:moveTo>
                  <a:lnTo>
                    <a:pt x="0" y="760729"/>
                  </a:lnTo>
                  <a:lnTo>
                    <a:pt x="0" y="767079"/>
                  </a:lnTo>
                  <a:lnTo>
                    <a:pt x="11430" y="767079"/>
                  </a:lnTo>
                  <a:lnTo>
                    <a:pt x="11430" y="760729"/>
                  </a:lnTo>
                  <a:close/>
                </a:path>
                <a:path w="11429" h="875029">
                  <a:moveTo>
                    <a:pt x="11430" y="756919"/>
                  </a:moveTo>
                  <a:lnTo>
                    <a:pt x="0" y="756919"/>
                  </a:lnTo>
                  <a:lnTo>
                    <a:pt x="0" y="759459"/>
                  </a:lnTo>
                  <a:lnTo>
                    <a:pt x="11430" y="759459"/>
                  </a:lnTo>
                  <a:lnTo>
                    <a:pt x="11430" y="756919"/>
                  </a:lnTo>
                  <a:close/>
                </a:path>
              </a:pathLst>
            </a:custGeom>
            <a:solidFill>
              <a:srgbClr val="7B7B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27">
              <a:extLst>
                <a:ext uri="{FF2B5EF4-FFF2-40B4-BE49-F238E27FC236}">
                  <a16:creationId xmlns:a16="http://schemas.microsoft.com/office/drawing/2014/main" id="{0132D179-6C8E-7ADB-F60B-32750F9E6FAA}"/>
                </a:ext>
              </a:extLst>
            </p:cNvPr>
            <p:cNvSpPr/>
            <p:nvPr/>
          </p:nvSpPr>
          <p:spPr>
            <a:xfrm>
              <a:off x="4766310" y="5607049"/>
              <a:ext cx="11430" cy="753745"/>
            </a:xfrm>
            <a:custGeom>
              <a:avLst/>
              <a:gdLst/>
              <a:ahLst/>
              <a:cxnLst/>
              <a:rect l="l" t="t" r="r" b="b"/>
              <a:pathLst>
                <a:path w="11429" h="753745">
                  <a:moveTo>
                    <a:pt x="762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  <a:path w="11429" h="753745">
                  <a:moveTo>
                    <a:pt x="11430" y="111772"/>
                  </a:moveTo>
                  <a:lnTo>
                    <a:pt x="0" y="111772"/>
                  </a:lnTo>
                  <a:lnTo>
                    <a:pt x="0" y="753122"/>
                  </a:lnTo>
                  <a:lnTo>
                    <a:pt x="11430" y="753122"/>
                  </a:lnTo>
                  <a:lnTo>
                    <a:pt x="11430" y="111772"/>
                  </a:lnTo>
                  <a:close/>
                </a:path>
                <a:path w="11429" h="753745">
                  <a:moveTo>
                    <a:pt x="11430" y="109232"/>
                  </a:moveTo>
                  <a:lnTo>
                    <a:pt x="0" y="109232"/>
                  </a:lnTo>
                  <a:lnTo>
                    <a:pt x="0" y="111760"/>
                  </a:lnTo>
                  <a:lnTo>
                    <a:pt x="11430" y="111760"/>
                  </a:lnTo>
                  <a:lnTo>
                    <a:pt x="11430" y="109232"/>
                  </a:lnTo>
                  <a:close/>
                </a:path>
                <a:path w="11429" h="753745">
                  <a:moveTo>
                    <a:pt x="11430" y="99072"/>
                  </a:moveTo>
                  <a:lnTo>
                    <a:pt x="0" y="99072"/>
                  </a:lnTo>
                  <a:lnTo>
                    <a:pt x="0" y="109220"/>
                  </a:lnTo>
                  <a:lnTo>
                    <a:pt x="11430" y="109220"/>
                  </a:lnTo>
                  <a:lnTo>
                    <a:pt x="11430" y="99072"/>
                  </a:lnTo>
                  <a:close/>
                </a:path>
                <a:path w="11429" h="753745">
                  <a:moveTo>
                    <a:pt x="11430" y="96532"/>
                  </a:moveTo>
                  <a:lnTo>
                    <a:pt x="0" y="96532"/>
                  </a:lnTo>
                  <a:lnTo>
                    <a:pt x="0" y="99060"/>
                  </a:lnTo>
                  <a:lnTo>
                    <a:pt x="11430" y="99060"/>
                  </a:lnTo>
                  <a:lnTo>
                    <a:pt x="11430" y="96532"/>
                  </a:lnTo>
                  <a:close/>
                </a:path>
                <a:path w="11429" h="753745">
                  <a:moveTo>
                    <a:pt x="11430" y="92722"/>
                  </a:moveTo>
                  <a:lnTo>
                    <a:pt x="0" y="92722"/>
                  </a:lnTo>
                  <a:lnTo>
                    <a:pt x="0" y="96520"/>
                  </a:lnTo>
                  <a:lnTo>
                    <a:pt x="11430" y="96520"/>
                  </a:lnTo>
                  <a:lnTo>
                    <a:pt x="11430" y="92722"/>
                  </a:lnTo>
                  <a:close/>
                </a:path>
                <a:path w="11429" h="753745">
                  <a:moveTo>
                    <a:pt x="11430" y="90182"/>
                  </a:moveTo>
                  <a:lnTo>
                    <a:pt x="0" y="90182"/>
                  </a:lnTo>
                  <a:lnTo>
                    <a:pt x="0" y="92710"/>
                  </a:lnTo>
                  <a:lnTo>
                    <a:pt x="11430" y="92710"/>
                  </a:lnTo>
                  <a:lnTo>
                    <a:pt x="11430" y="90182"/>
                  </a:lnTo>
                  <a:close/>
                </a:path>
                <a:path w="11429" h="753745">
                  <a:moveTo>
                    <a:pt x="11430" y="86372"/>
                  </a:moveTo>
                  <a:lnTo>
                    <a:pt x="0" y="86372"/>
                  </a:lnTo>
                  <a:lnTo>
                    <a:pt x="0" y="90170"/>
                  </a:lnTo>
                  <a:lnTo>
                    <a:pt x="11430" y="90170"/>
                  </a:lnTo>
                  <a:lnTo>
                    <a:pt x="11430" y="86372"/>
                  </a:lnTo>
                  <a:close/>
                </a:path>
                <a:path w="11429" h="753745">
                  <a:moveTo>
                    <a:pt x="11430" y="80022"/>
                  </a:moveTo>
                  <a:lnTo>
                    <a:pt x="0" y="80022"/>
                  </a:lnTo>
                  <a:lnTo>
                    <a:pt x="0" y="86360"/>
                  </a:lnTo>
                  <a:lnTo>
                    <a:pt x="11430" y="86360"/>
                  </a:lnTo>
                  <a:lnTo>
                    <a:pt x="11430" y="80022"/>
                  </a:lnTo>
                  <a:close/>
                </a:path>
                <a:path w="11429" h="753745">
                  <a:moveTo>
                    <a:pt x="11430" y="73672"/>
                  </a:moveTo>
                  <a:lnTo>
                    <a:pt x="0" y="73672"/>
                  </a:lnTo>
                  <a:lnTo>
                    <a:pt x="0" y="80010"/>
                  </a:lnTo>
                  <a:lnTo>
                    <a:pt x="11430" y="80010"/>
                  </a:lnTo>
                  <a:lnTo>
                    <a:pt x="11430" y="73672"/>
                  </a:lnTo>
                  <a:close/>
                </a:path>
                <a:path w="11429" h="753745">
                  <a:moveTo>
                    <a:pt x="11430" y="64782"/>
                  </a:moveTo>
                  <a:lnTo>
                    <a:pt x="0" y="64782"/>
                  </a:lnTo>
                  <a:lnTo>
                    <a:pt x="0" y="73660"/>
                  </a:lnTo>
                  <a:lnTo>
                    <a:pt x="11430" y="73660"/>
                  </a:lnTo>
                  <a:lnTo>
                    <a:pt x="11430" y="64782"/>
                  </a:lnTo>
                  <a:close/>
                </a:path>
                <a:path w="11429" h="753745">
                  <a:moveTo>
                    <a:pt x="11430" y="60972"/>
                  </a:moveTo>
                  <a:lnTo>
                    <a:pt x="0" y="60972"/>
                  </a:lnTo>
                  <a:lnTo>
                    <a:pt x="0" y="64770"/>
                  </a:lnTo>
                  <a:lnTo>
                    <a:pt x="11430" y="64770"/>
                  </a:lnTo>
                  <a:lnTo>
                    <a:pt x="11430" y="60972"/>
                  </a:lnTo>
                  <a:close/>
                </a:path>
                <a:path w="11429" h="753745">
                  <a:moveTo>
                    <a:pt x="11430" y="52082"/>
                  </a:moveTo>
                  <a:lnTo>
                    <a:pt x="0" y="52082"/>
                  </a:lnTo>
                  <a:lnTo>
                    <a:pt x="0" y="60960"/>
                  </a:lnTo>
                  <a:lnTo>
                    <a:pt x="11430" y="60960"/>
                  </a:lnTo>
                  <a:lnTo>
                    <a:pt x="11430" y="52082"/>
                  </a:lnTo>
                  <a:close/>
                </a:path>
                <a:path w="11429" h="753745">
                  <a:moveTo>
                    <a:pt x="11430" y="48272"/>
                  </a:moveTo>
                  <a:lnTo>
                    <a:pt x="0" y="48272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8272"/>
                  </a:lnTo>
                  <a:close/>
                </a:path>
                <a:path w="11429" h="753745">
                  <a:moveTo>
                    <a:pt x="11430" y="45732"/>
                  </a:moveTo>
                  <a:lnTo>
                    <a:pt x="0" y="45732"/>
                  </a:lnTo>
                  <a:lnTo>
                    <a:pt x="0" y="48260"/>
                  </a:lnTo>
                  <a:lnTo>
                    <a:pt x="11430" y="48260"/>
                  </a:lnTo>
                  <a:lnTo>
                    <a:pt x="11430" y="45732"/>
                  </a:lnTo>
                  <a:close/>
                </a:path>
                <a:path w="11429" h="753745">
                  <a:moveTo>
                    <a:pt x="11430" y="41922"/>
                  </a:moveTo>
                  <a:lnTo>
                    <a:pt x="0" y="41922"/>
                  </a:lnTo>
                  <a:lnTo>
                    <a:pt x="0" y="45720"/>
                  </a:lnTo>
                  <a:lnTo>
                    <a:pt x="11430" y="45720"/>
                  </a:lnTo>
                  <a:lnTo>
                    <a:pt x="11430" y="41922"/>
                  </a:lnTo>
                  <a:close/>
                </a:path>
                <a:path w="11429" h="753745">
                  <a:moveTo>
                    <a:pt x="11430" y="39382"/>
                  </a:moveTo>
                  <a:lnTo>
                    <a:pt x="0" y="39382"/>
                  </a:lnTo>
                  <a:lnTo>
                    <a:pt x="0" y="41910"/>
                  </a:lnTo>
                  <a:lnTo>
                    <a:pt x="11430" y="41910"/>
                  </a:lnTo>
                  <a:lnTo>
                    <a:pt x="11430" y="39382"/>
                  </a:lnTo>
                  <a:close/>
                </a:path>
                <a:path w="11429" h="753745">
                  <a:moveTo>
                    <a:pt x="11430" y="35572"/>
                  </a:moveTo>
                  <a:lnTo>
                    <a:pt x="0" y="35572"/>
                  </a:lnTo>
                  <a:lnTo>
                    <a:pt x="0" y="39370"/>
                  </a:lnTo>
                  <a:lnTo>
                    <a:pt x="11430" y="39370"/>
                  </a:lnTo>
                  <a:lnTo>
                    <a:pt x="11430" y="35572"/>
                  </a:lnTo>
                  <a:close/>
                </a:path>
                <a:path w="11429" h="753745">
                  <a:moveTo>
                    <a:pt x="11430" y="33032"/>
                  </a:moveTo>
                  <a:lnTo>
                    <a:pt x="0" y="33032"/>
                  </a:lnTo>
                  <a:lnTo>
                    <a:pt x="0" y="35560"/>
                  </a:lnTo>
                  <a:lnTo>
                    <a:pt x="11430" y="35560"/>
                  </a:lnTo>
                  <a:lnTo>
                    <a:pt x="11430" y="33032"/>
                  </a:lnTo>
                  <a:close/>
                </a:path>
                <a:path w="11429" h="753745">
                  <a:moveTo>
                    <a:pt x="11430" y="26682"/>
                  </a:moveTo>
                  <a:lnTo>
                    <a:pt x="0" y="26682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26682"/>
                  </a:lnTo>
                  <a:close/>
                </a:path>
                <a:path w="11429" h="753745">
                  <a:moveTo>
                    <a:pt x="11430" y="22872"/>
                  </a:moveTo>
                  <a:lnTo>
                    <a:pt x="0" y="22872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2872"/>
                  </a:lnTo>
                  <a:close/>
                </a:path>
                <a:path w="11429" h="753745">
                  <a:moveTo>
                    <a:pt x="1143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11430" y="22860"/>
                  </a:lnTo>
                  <a:lnTo>
                    <a:pt x="11430" y="20332"/>
                  </a:lnTo>
                  <a:close/>
                </a:path>
                <a:path w="11429" h="753745">
                  <a:moveTo>
                    <a:pt x="1143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6522"/>
                  </a:lnTo>
                  <a:close/>
                </a:path>
                <a:path w="11429" h="753745">
                  <a:moveTo>
                    <a:pt x="1143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11430" y="16510"/>
                  </a:lnTo>
                  <a:lnTo>
                    <a:pt x="11430" y="13982"/>
                  </a:lnTo>
                  <a:close/>
                </a:path>
                <a:path w="11429" h="753745">
                  <a:moveTo>
                    <a:pt x="1143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10172"/>
                  </a:lnTo>
                  <a:close/>
                </a:path>
                <a:path w="11429" h="753745">
                  <a:moveTo>
                    <a:pt x="1143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11430" y="10160"/>
                  </a:lnTo>
                  <a:lnTo>
                    <a:pt x="11430" y="7632"/>
                  </a:lnTo>
                  <a:close/>
                </a:path>
                <a:path w="11429" h="753745">
                  <a:moveTo>
                    <a:pt x="1143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11430" y="7620"/>
                  </a:lnTo>
                  <a:lnTo>
                    <a:pt x="11430" y="3822"/>
                  </a:lnTo>
                  <a:close/>
                </a:path>
                <a:path w="11429" h="753745">
                  <a:moveTo>
                    <a:pt x="1143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11430" y="3810"/>
                  </a:lnTo>
                  <a:lnTo>
                    <a:pt x="11430" y="1282"/>
                  </a:lnTo>
                  <a:close/>
                </a:path>
              </a:pathLst>
            </a:custGeom>
            <a:solidFill>
              <a:srgbClr val="7C7C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28">
              <a:extLst>
                <a:ext uri="{FF2B5EF4-FFF2-40B4-BE49-F238E27FC236}">
                  <a16:creationId xmlns:a16="http://schemas.microsoft.com/office/drawing/2014/main" id="{FF95C6ED-6EB8-CB34-FAA8-6F4213DB9B9E}"/>
                </a:ext>
              </a:extLst>
            </p:cNvPr>
            <p:cNvSpPr/>
            <p:nvPr/>
          </p:nvSpPr>
          <p:spPr>
            <a:xfrm>
              <a:off x="4772025" y="6361429"/>
              <a:ext cx="0" cy="116839"/>
            </a:xfrm>
            <a:custGeom>
              <a:avLst/>
              <a:gdLst/>
              <a:ahLst/>
              <a:cxnLst/>
              <a:rect l="l" t="t" r="r" b="b"/>
              <a:pathLst>
                <a:path h="116839">
                  <a:moveTo>
                    <a:pt x="0" y="0"/>
                  </a:moveTo>
                  <a:lnTo>
                    <a:pt x="0" y="116840"/>
                  </a:lnTo>
                </a:path>
              </a:pathLst>
            </a:custGeom>
            <a:ln w="11429">
              <a:solidFill>
                <a:srgbClr val="7C7CA3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29">
              <a:extLst>
                <a:ext uri="{FF2B5EF4-FFF2-40B4-BE49-F238E27FC236}">
                  <a16:creationId xmlns:a16="http://schemas.microsoft.com/office/drawing/2014/main" id="{E4DA59B6-CDF3-2401-8399-4826FF6C1749}"/>
                </a:ext>
              </a:extLst>
            </p:cNvPr>
            <p:cNvSpPr/>
            <p:nvPr/>
          </p:nvSpPr>
          <p:spPr>
            <a:xfrm>
              <a:off x="4777740" y="5608319"/>
              <a:ext cx="10160" cy="867410"/>
            </a:xfrm>
            <a:custGeom>
              <a:avLst/>
              <a:gdLst/>
              <a:ahLst/>
              <a:cxnLst/>
              <a:rect l="l" t="t" r="r" b="b"/>
              <a:pathLst>
                <a:path w="10160" h="8674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0160" h="86741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86741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67410">
                  <a:moveTo>
                    <a:pt x="10160" y="8890"/>
                  </a:moveTo>
                  <a:lnTo>
                    <a:pt x="0" y="8890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90"/>
                  </a:lnTo>
                  <a:close/>
                </a:path>
                <a:path w="10160" h="86741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86741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86741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86741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867410">
                  <a:moveTo>
                    <a:pt x="10160" y="25400"/>
                  </a:moveTo>
                  <a:lnTo>
                    <a:pt x="0" y="25400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5400"/>
                  </a:lnTo>
                  <a:close/>
                </a:path>
                <a:path w="10160" h="86741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86741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86741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86741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86741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86741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867410">
                  <a:moveTo>
                    <a:pt x="10160" y="50799"/>
                  </a:moveTo>
                  <a:lnTo>
                    <a:pt x="0" y="5079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0799"/>
                  </a:lnTo>
                  <a:close/>
                </a:path>
                <a:path w="10160" h="867410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867410">
                  <a:moveTo>
                    <a:pt x="10160" y="63499"/>
                  </a:moveTo>
                  <a:lnTo>
                    <a:pt x="0" y="6349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3499"/>
                  </a:lnTo>
                  <a:close/>
                </a:path>
                <a:path w="10160" h="867410">
                  <a:moveTo>
                    <a:pt x="10160" y="72389"/>
                  </a:moveTo>
                  <a:lnTo>
                    <a:pt x="0" y="7238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2389"/>
                  </a:lnTo>
                  <a:close/>
                </a:path>
                <a:path w="10160" h="867410">
                  <a:moveTo>
                    <a:pt x="10160" y="78740"/>
                  </a:moveTo>
                  <a:lnTo>
                    <a:pt x="0" y="78740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78740"/>
                  </a:lnTo>
                  <a:close/>
                </a:path>
                <a:path w="10160" h="867410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867410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867410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867410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867410">
                  <a:moveTo>
                    <a:pt x="10160" y="97789"/>
                  </a:moveTo>
                  <a:lnTo>
                    <a:pt x="0" y="97789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97789"/>
                  </a:lnTo>
                  <a:close/>
                </a:path>
                <a:path w="10160" h="867410">
                  <a:moveTo>
                    <a:pt x="10160" y="107950"/>
                  </a:moveTo>
                  <a:lnTo>
                    <a:pt x="0" y="107950"/>
                  </a:lnTo>
                  <a:lnTo>
                    <a:pt x="0" y="110489"/>
                  </a:lnTo>
                  <a:lnTo>
                    <a:pt x="10160" y="110489"/>
                  </a:lnTo>
                  <a:lnTo>
                    <a:pt x="10160" y="107950"/>
                  </a:lnTo>
                  <a:close/>
                </a:path>
                <a:path w="10160" h="867410">
                  <a:moveTo>
                    <a:pt x="10160" y="110489"/>
                  </a:moveTo>
                  <a:lnTo>
                    <a:pt x="0" y="110489"/>
                  </a:lnTo>
                  <a:lnTo>
                    <a:pt x="0" y="751839"/>
                  </a:lnTo>
                  <a:lnTo>
                    <a:pt x="10160" y="751839"/>
                  </a:lnTo>
                  <a:lnTo>
                    <a:pt x="10160" y="110489"/>
                  </a:lnTo>
                  <a:close/>
                </a:path>
                <a:path w="10160" h="867410">
                  <a:moveTo>
                    <a:pt x="8889" y="866139"/>
                  </a:moveTo>
                  <a:lnTo>
                    <a:pt x="1270" y="866139"/>
                  </a:lnTo>
                  <a:lnTo>
                    <a:pt x="1270" y="867409"/>
                  </a:lnTo>
                  <a:lnTo>
                    <a:pt x="8889" y="867409"/>
                  </a:lnTo>
                  <a:lnTo>
                    <a:pt x="8889" y="866139"/>
                  </a:lnTo>
                  <a:close/>
                </a:path>
                <a:path w="10160" h="867410">
                  <a:moveTo>
                    <a:pt x="10160" y="864869"/>
                  </a:moveTo>
                  <a:lnTo>
                    <a:pt x="0" y="864869"/>
                  </a:lnTo>
                  <a:lnTo>
                    <a:pt x="0" y="866139"/>
                  </a:lnTo>
                  <a:lnTo>
                    <a:pt x="10160" y="866139"/>
                  </a:lnTo>
                  <a:lnTo>
                    <a:pt x="10160" y="864869"/>
                  </a:lnTo>
                  <a:close/>
                </a:path>
                <a:path w="10160" h="867410">
                  <a:moveTo>
                    <a:pt x="10160" y="861059"/>
                  </a:moveTo>
                  <a:lnTo>
                    <a:pt x="0" y="861059"/>
                  </a:lnTo>
                  <a:lnTo>
                    <a:pt x="0" y="863599"/>
                  </a:lnTo>
                  <a:lnTo>
                    <a:pt x="10160" y="863599"/>
                  </a:lnTo>
                  <a:lnTo>
                    <a:pt x="10160" y="861059"/>
                  </a:lnTo>
                  <a:close/>
                </a:path>
                <a:path w="10160" h="867410">
                  <a:moveTo>
                    <a:pt x="10160" y="858519"/>
                  </a:moveTo>
                  <a:lnTo>
                    <a:pt x="0" y="858519"/>
                  </a:lnTo>
                  <a:lnTo>
                    <a:pt x="0" y="859789"/>
                  </a:lnTo>
                  <a:lnTo>
                    <a:pt x="10160" y="859789"/>
                  </a:lnTo>
                  <a:lnTo>
                    <a:pt x="10160" y="858519"/>
                  </a:lnTo>
                  <a:close/>
                </a:path>
                <a:path w="10160" h="867410">
                  <a:moveTo>
                    <a:pt x="10160" y="854709"/>
                  </a:moveTo>
                  <a:lnTo>
                    <a:pt x="0" y="854709"/>
                  </a:lnTo>
                  <a:lnTo>
                    <a:pt x="0" y="857249"/>
                  </a:lnTo>
                  <a:lnTo>
                    <a:pt x="10160" y="857249"/>
                  </a:lnTo>
                  <a:lnTo>
                    <a:pt x="10160" y="854709"/>
                  </a:lnTo>
                  <a:close/>
                </a:path>
                <a:path w="10160" h="867410">
                  <a:moveTo>
                    <a:pt x="10160" y="852169"/>
                  </a:moveTo>
                  <a:lnTo>
                    <a:pt x="0" y="852169"/>
                  </a:lnTo>
                  <a:lnTo>
                    <a:pt x="0" y="853439"/>
                  </a:lnTo>
                  <a:lnTo>
                    <a:pt x="10160" y="853439"/>
                  </a:lnTo>
                  <a:lnTo>
                    <a:pt x="10160" y="852169"/>
                  </a:lnTo>
                  <a:close/>
                </a:path>
                <a:path w="10160" h="867410">
                  <a:moveTo>
                    <a:pt x="10160" y="848359"/>
                  </a:moveTo>
                  <a:lnTo>
                    <a:pt x="0" y="848359"/>
                  </a:lnTo>
                  <a:lnTo>
                    <a:pt x="0" y="850899"/>
                  </a:lnTo>
                  <a:lnTo>
                    <a:pt x="10160" y="850899"/>
                  </a:lnTo>
                  <a:lnTo>
                    <a:pt x="10160" y="848359"/>
                  </a:lnTo>
                  <a:close/>
                </a:path>
                <a:path w="10160" h="867410">
                  <a:moveTo>
                    <a:pt x="10160" y="845819"/>
                  </a:moveTo>
                  <a:lnTo>
                    <a:pt x="0" y="845819"/>
                  </a:lnTo>
                  <a:lnTo>
                    <a:pt x="0" y="847089"/>
                  </a:lnTo>
                  <a:lnTo>
                    <a:pt x="10160" y="847089"/>
                  </a:lnTo>
                  <a:lnTo>
                    <a:pt x="10160" y="845819"/>
                  </a:lnTo>
                  <a:close/>
                </a:path>
                <a:path w="10160" h="867410">
                  <a:moveTo>
                    <a:pt x="10160" y="840739"/>
                  </a:moveTo>
                  <a:lnTo>
                    <a:pt x="0" y="840739"/>
                  </a:lnTo>
                  <a:lnTo>
                    <a:pt x="0" y="844549"/>
                  </a:lnTo>
                  <a:lnTo>
                    <a:pt x="10160" y="844549"/>
                  </a:lnTo>
                  <a:lnTo>
                    <a:pt x="10160" y="840739"/>
                  </a:lnTo>
                  <a:close/>
                </a:path>
                <a:path w="10160" h="867410">
                  <a:moveTo>
                    <a:pt x="1016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0160" y="839469"/>
                  </a:lnTo>
                  <a:lnTo>
                    <a:pt x="10160" y="834389"/>
                  </a:lnTo>
                  <a:close/>
                </a:path>
                <a:path w="10160" h="867410">
                  <a:moveTo>
                    <a:pt x="1016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0160" y="833119"/>
                  </a:lnTo>
                  <a:lnTo>
                    <a:pt x="10160" y="828039"/>
                  </a:lnTo>
                  <a:close/>
                </a:path>
                <a:path w="10160" h="86741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6741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6741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6741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6741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6741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6741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6741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6741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67410">
                  <a:moveTo>
                    <a:pt x="1016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64539"/>
                  </a:lnTo>
                  <a:close/>
                </a:path>
                <a:path w="10160" h="867410">
                  <a:moveTo>
                    <a:pt x="10160" y="756919"/>
                  </a:moveTo>
                  <a:lnTo>
                    <a:pt x="0" y="756919"/>
                  </a:lnTo>
                  <a:lnTo>
                    <a:pt x="0" y="763269"/>
                  </a:lnTo>
                  <a:lnTo>
                    <a:pt x="10160" y="763269"/>
                  </a:lnTo>
                  <a:lnTo>
                    <a:pt x="10160" y="756919"/>
                  </a:lnTo>
                  <a:close/>
                </a:path>
                <a:path w="10160" h="867410">
                  <a:moveTo>
                    <a:pt x="10160" y="753109"/>
                  </a:moveTo>
                  <a:lnTo>
                    <a:pt x="0" y="753109"/>
                  </a:lnTo>
                  <a:lnTo>
                    <a:pt x="0" y="755649"/>
                  </a:lnTo>
                  <a:lnTo>
                    <a:pt x="10160" y="755649"/>
                  </a:lnTo>
                  <a:lnTo>
                    <a:pt x="10160" y="753109"/>
                  </a:lnTo>
                  <a:close/>
                </a:path>
              </a:pathLst>
            </a:custGeom>
            <a:solidFill>
              <a:srgbClr val="7D7D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0">
              <a:extLst>
                <a:ext uri="{FF2B5EF4-FFF2-40B4-BE49-F238E27FC236}">
                  <a16:creationId xmlns:a16="http://schemas.microsoft.com/office/drawing/2014/main" id="{13219336-BDEE-B874-17C4-6A05873FAED7}"/>
                </a:ext>
              </a:extLst>
            </p:cNvPr>
            <p:cNvSpPr/>
            <p:nvPr/>
          </p:nvSpPr>
          <p:spPr>
            <a:xfrm>
              <a:off x="4787900" y="5609589"/>
              <a:ext cx="11430" cy="864869"/>
            </a:xfrm>
            <a:custGeom>
              <a:avLst/>
              <a:gdLst/>
              <a:ahLst/>
              <a:cxnLst/>
              <a:rect l="l" t="t" r="r" b="b"/>
              <a:pathLst>
                <a:path w="11429" h="86487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11429" h="864870">
                  <a:moveTo>
                    <a:pt x="888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lnTo>
                    <a:pt x="8889" y="2540"/>
                  </a:lnTo>
                  <a:lnTo>
                    <a:pt x="8889" y="1270"/>
                  </a:lnTo>
                  <a:close/>
                </a:path>
                <a:path w="11429" h="864870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64870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64870">
                  <a:moveTo>
                    <a:pt x="1142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11430"/>
                  </a:lnTo>
                  <a:close/>
                </a:path>
                <a:path w="11429" h="864870">
                  <a:moveTo>
                    <a:pt x="1142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3970"/>
                  </a:lnTo>
                  <a:close/>
                </a:path>
                <a:path w="11429" h="864870">
                  <a:moveTo>
                    <a:pt x="1142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7780"/>
                  </a:lnTo>
                  <a:close/>
                </a:path>
                <a:path w="11429" h="864870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864870">
                  <a:moveTo>
                    <a:pt x="1142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4130"/>
                  </a:lnTo>
                  <a:close/>
                </a:path>
                <a:path w="11429" h="864870">
                  <a:moveTo>
                    <a:pt x="1142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30480"/>
                  </a:lnTo>
                  <a:close/>
                </a:path>
                <a:path w="11429" h="864870">
                  <a:moveTo>
                    <a:pt x="1142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3020"/>
                  </a:lnTo>
                  <a:close/>
                </a:path>
                <a:path w="11429" h="864870">
                  <a:moveTo>
                    <a:pt x="1142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6830"/>
                  </a:lnTo>
                  <a:close/>
                </a:path>
                <a:path w="11429" h="864870">
                  <a:moveTo>
                    <a:pt x="1142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9370"/>
                  </a:lnTo>
                  <a:close/>
                </a:path>
                <a:path w="11429" h="864870">
                  <a:moveTo>
                    <a:pt x="1142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43180"/>
                  </a:lnTo>
                  <a:close/>
                </a:path>
                <a:path w="11429" h="864870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864870">
                  <a:moveTo>
                    <a:pt x="11429" y="49530"/>
                  </a:moveTo>
                  <a:lnTo>
                    <a:pt x="0" y="4953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49530"/>
                  </a:lnTo>
                  <a:close/>
                </a:path>
                <a:path w="11429" h="864870">
                  <a:moveTo>
                    <a:pt x="11429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8420"/>
                  </a:lnTo>
                  <a:close/>
                </a:path>
                <a:path w="11429" h="864870">
                  <a:moveTo>
                    <a:pt x="11429" y="62230"/>
                  </a:moveTo>
                  <a:lnTo>
                    <a:pt x="0" y="62230"/>
                  </a:lnTo>
                  <a:lnTo>
                    <a:pt x="0" y="71120"/>
                  </a:lnTo>
                  <a:lnTo>
                    <a:pt x="11429" y="71120"/>
                  </a:lnTo>
                  <a:lnTo>
                    <a:pt x="11429" y="62230"/>
                  </a:lnTo>
                  <a:close/>
                </a:path>
                <a:path w="11429" h="864870">
                  <a:moveTo>
                    <a:pt x="11429" y="71120"/>
                  </a:moveTo>
                  <a:lnTo>
                    <a:pt x="0" y="71120"/>
                  </a:lnTo>
                  <a:lnTo>
                    <a:pt x="0" y="77470"/>
                  </a:lnTo>
                  <a:lnTo>
                    <a:pt x="11429" y="77470"/>
                  </a:lnTo>
                  <a:lnTo>
                    <a:pt x="11429" y="71120"/>
                  </a:lnTo>
                  <a:close/>
                </a:path>
                <a:path w="11429" h="864870">
                  <a:moveTo>
                    <a:pt x="11429" y="77470"/>
                  </a:moveTo>
                  <a:lnTo>
                    <a:pt x="0" y="77470"/>
                  </a:lnTo>
                  <a:lnTo>
                    <a:pt x="0" y="83820"/>
                  </a:lnTo>
                  <a:lnTo>
                    <a:pt x="11429" y="83820"/>
                  </a:lnTo>
                  <a:lnTo>
                    <a:pt x="11429" y="77470"/>
                  </a:lnTo>
                  <a:close/>
                </a:path>
                <a:path w="11429" h="864870">
                  <a:moveTo>
                    <a:pt x="11429" y="83820"/>
                  </a:moveTo>
                  <a:lnTo>
                    <a:pt x="0" y="8382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3820"/>
                  </a:lnTo>
                  <a:close/>
                </a:path>
                <a:path w="11429" h="864870">
                  <a:moveTo>
                    <a:pt x="11429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11429" y="90170"/>
                  </a:lnTo>
                  <a:lnTo>
                    <a:pt x="11429" y="87630"/>
                  </a:lnTo>
                  <a:close/>
                </a:path>
                <a:path w="11429" h="864870">
                  <a:moveTo>
                    <a:pt x="11429" y="90170"/>
                  </a:moveTo>
                  <a:lnTo>
                    <a:pt x="0" y="9017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90170"/>
                  </a:lnTo>
                  <a:close/>
                </a:path>
                <a:path w="11429" h="864870">
                  <a:moveTo>
                    <a:pt x="11429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11429" y="96520"/>
                  </a:lnTo>
                  <a:lnTo>
                    <a:pt x="11429" y="93980"/>
                  </a:lnTo>
                  <a:close/>
                </a:path>
                <a:path w="11429" h="864870">
                  <a:moveTo>
                    <a:pt x="11429" y="96520"/>
                  </a:moveTo>
                  <a:lnTo>
                    <a:pt x="0" y="9652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96520"/>
                  </a:lnTo>
                  <a:close/>
                </a:path>
                <a:path w="11429" h="864870">
                  <a:moveTo>
                    <a:pt x="11429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11429" y="109220"/>
                  </a:lnTo>
                  <a:lnTo>
                    <a:pt x="11429" y="106680"/>
                  </a:lnTo>
                  <a:close/>
                </a:path>
                <a:path w="11429" h="864870">
                  <a:moveTo>
                    <a:pt x="11429" y="109220"/>
                  </a:moveTo>
                  <a:lnTo>
                    <a:pt x="0" y="109220"/>
                  </a:lnTo>
                  <a:lnTo>
                    <a:pt x="0" y="750570"/>
                  </a:lnTo>
                  <a:lnTo>
                    <a:pt x="11429" y="750570"/>
                  </a:lnTo>
                  <a:lnTo>
                    <a:pt x="11429" y="109220"/>
                  </a:lnTo>
                  <a:close/>
                </a:path>
                <a:path w="11429" h="864870">
                  <a:moveTo>
                    <a:pt x="7620" y="863600"/>
                  </a:moveTo>
                  <a:lnTo>
                    <a:pt x="0" y="863600"/>
                  </a:lnTo>
                  <a:lnTo>
                    <a:pt x="0" y="864870"/>
                  </a:lnTo>
                  <a:lnTo>
                    <a:pt x="7620" y="864870"/>
                  </a:lnTo>
                  <a:lnTo>
                    <a:pt x="7620" y="863600"/>
                  </a:lnTo>
                  <a:close/>
                </a:path>
                <a:path w="11429" h="864870">
                  <a:moveTo>
                    <a:pt x="11429" y="859790"/>
                  </a:moveTo>
                  <a:lnTo>
                    <a:pt x="0" y="859790"/>
                  </a:lnTo>
                  <a:lnTo>
                    <a:pt x="0" y="862330"/>
                  </a:lnTo>
                  <a:lnTo>
                    <a:pt x="7620" y="862330"/>
                  </a:lnTo>
                  <a:lnTo>
                    <a:pt x="7620" y="863600"/>
                  </a:lnTo>
                  <a:lnTo>
                    <a:pt x="11429" y="863600"/>
                  </a:lnTo>
                  <a:lnTo>
                    <a:pt x="11429" y="859790"/>
                  </a:lnTo>
                  <a:close/>
                </a:path>
                <a:path w="11429" h="864870">
                  <a:moveTo>
                    <a:pt x="11429" y="857250"/>
                  </a:moveTo>
                  <a:lnTo>
                    <a:pt x="0" y="857250"/>
                  </a:lnTo>
                  <a:lnTo>
                    <a:pt x="0" y="858520"/>
                  </a:lnTo>
                  <a:lnTo>
                    <a:pt x="11429" y="858520"/>
                  </a:lnTo>
                  <a:lnTo>
                    <a:pt x="11429" y="857250"/>
                  </a:lnTo>
                  <a:close/>
                </a:path>
                <a:path w="11429" h="864870">
                  <a:moveTo>
                    <a:pt x="11429" y="853440"/>
                  </a:moveTo>
                  <a:lnTo>
                    <a:pt x="0" y="853440"/>
                  </a:lnTo>
                  <a:lnTo>
                    <a:pt x="0" y="855980"/>
                  </a:lnTo>
                  <a:lnTo>
                    <a:pt x="11429" y="855980"/>
                  </a:lnTo>
                  <a:lnTo>
                    <a:pt x="11429" y="853440"/>
                  </a:lnTo>
                  <a:close/>
                </a:path>
                <a:path w="11429" h="864870">
                  <a:moveTo>
                    <a:pt x="11429" y="850900"/>
                  </a:moveTo>
                  <a:lnTo>
                    <a:pt x="0" y="850900"/>
                  </a:lnTo>
                  <a:lnTo>
                    <a:pt x="0" y="852170"/>
                  </a:lnTo>
                  <a:lnTo>
                    <a:pt x="11429" y="852170"/>
                  </a:lnTo>
                  <a:lnTo>
                    <a:pt x="11429" y="850900"/>
                  </a:lnTo>
                  <a:close/>
                </a:path>
                <a:path w="11429" h="864870">
                  <a:moveTo>
                    <a:pt x="11429" y="847090"/>
                  </a:moveTo>
                  <a:lnTo>
                    <a:pt x="0" y="847090"/>
                  </a:lnTo>
                  <a:lnTo>
                    <a:pt x="0" y="849630"/>
                  </a:lnTo>
                  <a:lnTo>
                    <a:pt x="11429" y="849630"/>
                  </a:lnTo>
                  <a:lnTo>
                    <a:pt x="11429" y="847090"/>
                  </a:lnTo>
                  <a:close/>
                </a:path>
                <a:path w="11429" h="864870">
                  <a:moveTo>
                    <a:pt x="11429" y="844550"/>
                  </a:moveTo>
                  <a:lnTo>
                    <a:pt x="0" y="844550"/>
                  </a:lnTo>
                  <a:lnTo>
                    <a:pt x="0" y="845820"/>
                  </a:lnTo>
                  <a:lnTo>
                    <a:pt x="11429" y="845820"/>
                  </a:lnTo>
                  <a:lnTo>
                    <a:pt x="11429" y="844550"/>
                  </a:lnTo>
                  <a:close/>
                </a:path>
                <a:path w="11429" h="864870">
                  <a:moveTo>
                    <a:pt x="11429" y="839470"/>
                  </a:moveTo>
                  <a:lnTo>
                    <a:pt x="0" y="839470"/>
                  </a:lnTo>
                  <a:lnTo>
                    <a:pt x="0" y="843280"/>
                  </a:lnTo>
                  <a:lnTo>
                    <a:pt x="11429" y="843280"/>
                  </a:lnTo>
                  <a:lnTo>
                    <a:pt x="11429" y="839470"/>
                  </a:lnTo>
                  <a:close/>
                </a:path>
                <a:path w="11429" h="864870">
                  <a:moveTo>
                    <a:pt x="11429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1429" y="838200"/>
                  </a:lnTo>
                  <a:lnTo>
                    <a:pt x="11429" y="833120"/>
                  </a:lnTo>
                  <a:close/>
                </a:path>
                <a:path w="11429" h="864870">
                  <a:moveTo>
                    <a:pt x="1142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1429" y="831850"/>
                  </a:lnTo>
                  <a:lnTo>
                    <a:pt x="11429" y="826770"/>
                  </a:lnTo>
                  <a:close/>
                </a:path>
                <a:path w="11429" h="864870">
                  <a:moveTo>
                    <a:pt x="1142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1429" y="825500"/>
                  </a:lnTo>
                  <a:lnTo>
                    <a:pt x="11429" y="820420"/>
                  </a:lnTo>
                  <a:close/>
                </a:path>
                <a:path w="11429" h="864870">
                  <a:moveTo>
                    <a:pt x="1142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1429" y="819150"/>
                  </a:lnTo>
                  <a:lnTo>
                    <a:pt x="11429" y="814070"/>
                  </a:lnTo>
                  <a:close/>
                </a:path>
                <a:path w="11429" h="864870">
                  <a:moveTo>
                    <a:pt x="1142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1429" y="812800"/>
                  </a:lnTo>
                  <a:lnTo>
                    <a:pt x="11429" y="807720"/>
                  </a:lnTo>
                  <a:close/>
                </a:path>
                <a:path w="11429" h="864870">
                  <a:moveTo>
                    <a:pt x="1142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1429" y="806450"/>
                  </a:lnTo>
                  <a:lnTo>
                    <a:pt x="11429" y="801370"/>
                  </a:lnTo>
                  <a:close/>
                </a:path>
                <a:path w="11429" h="864870">
                  <a:moveTo>
                    <a:pt x="1142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64870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64870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64870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64870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864870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864870">
                  <a:moveTo>
                    <a:pt x="11429" y="755650"/>
                  </a:moveTo>
                  <a:lnTo>
                    <a:pt x="0" y="75565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5650"/>
                  </a:lnTo>
                  <a:close/>
                </a:path>
                <a:path w="11429" h="864870">
                  <a:moveTo>
                    <a:pt x="11429" y="751840"/>
                  </a:moveTo>
                  <a:lnTo>
                    <a:pt x="0" y="751840"/>
                  </a:lnTo>
                  <a:lnTo>
                    <a:pt x="0" y="754380"/>
                  </a:lnTo>
                  <a:lnTo>
                    <a:pt x="11429" y="754380"/>
                  </a:lnTo>
                  <a:lnTo>
                    <a:pt x="11429" y="751840"/>
                  </a:lnTo>
                  <a:close/>
                </a:path>
              </a:pathLst>
            </a:custGeom>
            <a:solidFill>
              <a:srgbClr val="7D7D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1">
              <a:extLst>
                <a:ext uri="{FF2B5EF4-FFF2-40B4-BE49-F238E27FC236}">
                  <a16:creationId xmlns:a16="http://schemas.microsoft.com/office/drawing/2014/main" id="{BC943621-5762-10F0-41F9-2AE540A33708}"/>
                </a:ext>
              </a:extLst>
            </p:cNvPr>
            <p:cNvSpPr/>
            <p:nvPr/>
          </p:nvSpPr>
          <p:spPr>
            <a:xfrm>
              <a:off x="4799330" y="5612129"/>
              <a:ext cx="10160" cy="861060"/>
            </a:xfrm>
            <a:custGeom>
              <a:avLst/>
              <a:gdLst/>
              <a:ahLst/>
              <a:cxnLst/>
              <a:rect l="l" t="t" r="r" b="b"/>
              <a:pathLst>
                <a:path w="10160" h="861060">
                  <a:moveTo>
                    <a:pt x="50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10160" h="861060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610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610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610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61060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861060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861060">
                  <a:moveTo>
                    <a:pt x="10160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1590"/>
                  </a:lnTo>
                  <a:close/>
                </a:path>
                <a:path w="10160" h="861060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861060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861060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861060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861060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861060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861060">
                  <a:moveTo>
                    <a:pt x="10160" y="46990"/>
                  </a:moveTo>
                  <a:lnTo>
                    <a:pt x="0" y="4699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46990"/>
                  </a:lnTo>
                  <a:close/>
                </a:path>
                <a:path w="10160" h="861060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861060">
                  <a:moveTo>
                    <a:pt x="10160" y="59690"/>
                  </a:moveTo>
                  <a:lnTo>
                    <a:pt x="0" y="5969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59690"/>
                  </a:lnTo>
                  <a:close/>
                </a:path>
                <a:path w="10160" h="861060">
                  <a:moveTo>
                    <a:pt x="10160" y="68580"/>
                  </a:moveTo>
                  <a:lnTo>
                    <a:pt x="0" y="6858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68580"/>
                  </a:lnTo>
                  <a:close/>
                </a:path>
                <a:path w="10160" h="861060">
                  <a:moveTo>
                    <a:pt x="10160" y="74930"/>
                  </a:moveTo>
                  <a:lnTo>
                    <a:pt x="0" y="7493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4930"/>
                  </a:lnTo>
                  <a:close/>
                </a:path>
                <a:path w="10160" h="861060">
                  <a:moveTo>
                    <a:pt x="10160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80"/>
                  </a:lnTo>
                  <a:close/>
                </a:path>
                <a:path w="10160" h="861060">
                  <a:moveTo>
                    <a:pt x="1016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090"/>
                  </a:lnTo>
                  <a:close/>
                </a:path>
                <a:path w="10160" h="861060">
                  <a:moveTo>
                    <a:pt x="1016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30"/>
                  </a:lnTo>
                  <a:close/>
                </a:path>
                <a:path w="10160" h="861060">
                  <a:moveTo>
                    <a:pt x="1016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40"/>
                  </a:lnTo>
                  <a:close/>
                </a:path>
                <a:path w="10160" h="861060">
                  <a:moveTo>
                    <a:pt x="10160" y="93980"/>
                  </a:moveTo>
                  <a:lnTo>
                    <a:pt x="0" y="93980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93980"/>
                  </a:lnTo>
                  <a:close/>
                </a:path>
                <a:path w="10160" h="861060">
                  <a:moveTo>
                    <a:pt x="10160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40"/>
                  </a:lnTo>
                  <a:close/>
                </a:path>
                <a:path w="10160" h="861060">
                  <a:moveTo>
                    <a:pt x="10160" y="106680"/>
                  </a:moveTo>
                  <a:lnTo>
                    <a:pt x="0" y="106680"/>
                  </a:lnTo>
                  <a:lnTo>
                    <a:pt x="0" y="748030"/>
                  </a:lnTo>
                  <a:lnTo>
                    <a:pt x="10160" y="748030"/>
                  </a:lnTo>
                  <a:lnTo>
                    <a:pt x="10160" y="106680"/>
                  </a:lnTo>
                  <a:close/>
                </a:path>
                <a:path w="10160" h="861060">
                  <a:moveTo>
                    <a:pt x="10160" y="857250"/>
                  </a:moveTo>
                  <a:lnTo>
                    <a:pt x="0" y="857250"/>
                  </a:lnTo>
                  <a:lnTo>
                    <a:pt x="0" y="861060"/>
                  </a:lnTo>
                  <a:lnTo>
                    <a:pt x="5080" y="861060"/>
                  </a:lnTo>
                  <a:lnTo>
                    <a:pt x="5080" y="859790"/>
                  </a:lnTo>
                  <a:lnTo>
                    <a:pt x="10160" y="859790"/>
                  </a:lnTo>
                  <a:lnTo>
                    <a:pt x="10160" y="857250"/>
                  </a:lnTo>
                  <a:close/>
                </a:path>
                <a:path w="10160" h="861060">
                  <a:moveTo>
                    <a:pt x="10160" y="854710"/>
                  </a:moveTo>
                  <a:lnTo>
                    <a:pt x="0" y="854710"/>
                  </a:lnTo>
                  <a:lnTo>
                    <a:pt x="0" y="855980"/>
                  </a:lnTo>
                  <a:lnTo>
                    <a:pt x="10160" y="855980"/>
                  </a:lnTo>
                  <a:lnTo>
                    <a:pt x="10160" y="854710"/>
                  </a:lnTo>
                  <a:close/>
                </a:path>
                <a:path w="10160" h="861060">
                  <a:moveTo>
                    <a:pt x="10160" y="850900"/>
                  </a:moveTo>
                  <a:lnTo>
                    <a:pt x="0" y="850900"/>
                  </a:lnTo>
                  <a:lnTo>
                    <a:pt x="0" y="853440"/>
                  </a:lnTo>
                  <a:lnTo>
                    <a:pt x="10160" y="853440"/>
                  </a:lnTo>
                  <a:lnTo>
                    <a:pt x="10160" y="850900"/>
                  </a:lnTo>
                  <a:close/>
                </a:path>
                <a:path w="10160" h="861060">
                  <a:moveTo>
                    <a:pt x="10160" y="848360"/>
                  </a:moveTo>
                  <a:lnTo>
                    <a:pt x="0" y="848360"/>
                  </a:lnTo>
                  <a:lnTo>
                    <a:pt x="0" y="849630"/>
                  </a:lnTo>
                  <a:lnTo>
                    <a:pt x="10160" y="849630"/>
                  </a:lnTo>
                  <a:lnTo>
                    <a:pt x="10160" y="848360"/>
                  </a:lnTo>
                  <a:close/>
                </a:path>
                <a:path w="10160" h="861060">
                  <a:moveTo>
                    <a:pt x="10160" y="844550"/>
                  </a:moveTo>
                  <a:lnTo>
                    <a:pt x="0" y="844550"/>
                  </a:lnTo>
                  <a:lnTo>
                    <a:pt x="0" y="847090"/>
                  </a:lnTo>
                  <a:lnTo>
                    <a:pt x="10160" y="847090"/>
                  </a:lnTo>
                  <a:lnTo>
                    <a:pt x="10160" y="844550"/>
                  </a:lnTo>
                  <a:close/>
                </a:path>
                <a:path w="10160" h="861060">
                  <a:moveTo>
                    <a:pt x="10160" y="842010"/>
                  </a:moveTo>
                  <a:lnTo>
                    <a:pt x="0" y="842010"/>
                  </a:lnTo>
                  <a:lnTo>
                    <a:pt x="0" y="843280"/>
                  </a:lnTo>
                  <a:lnTo>
                    <a:pt x="10160" y="843280"/>
                  </a:lnTo>
                  <a:lnTo>
                    <a:pt x="10160" y="842010"/>
                  </a:lnTo>
                  <a:close/>
                </a:path>
                <a:path w="10160" h="861060">
                  <a:moveTo>
                    <a:pt x="10160" y="836930"/>
                  </a:moveTo>
                  <a:lnTo>
                    <a:pt x="0" y="836930"/>
                  </a:lnTo>
                  <a:lnTo>
                    <a:pt x="0" y="840740"/>
                  </a:lnTo>
                  <a:lnTo>
                    <a:pt x="10160" y="840740"/>
                  </a:lnTo>
                  <a:lnTo>
                    <a:pt x="10160" y="836930"/>
                  </a:lnTo>
                  <a:close/>
                </a:path>
                <a:path w="10160" h="861060">
                  <a:moveTo>
                    <a:pt x="1016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60" y="835660"/>
                  </a:lnTo>
                  <a:lnTo>
                    <a:pt x="10160" y="830580"/>
                  </a:lnTo>
                  <a:close/>
                </a:path>
                <a:path w="10160" h="861060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861060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861060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861060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861060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61060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61060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61060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61060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61060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861060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861060">
                  <a:moveTo>
                    <a:pt x="10160" y="753110"/>
                  </a:moveTo>
                  <a:lnTo>
                    <a:pt x="0" y="75311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53110"/>
                  </a:lnTo>
                  <a:close/>
                </a:path>
                <a:path w="10160" h="861060">
                  <a:moveTo>
                    <a:pt x="10160" y="749300"/>
                  </a:moveTo>
                  <a:lnTo>
                    <a:pt x="0" y="749300"/>
                  </a:lnTo>
                  <a:lnTo>
                    <a:pt x="0" y="751840"/>
                  </a:lnTo>
                  <a:lnTo>
                    <a:pt x="10160" y="751840"/>
                  </a:lnTo>
                  <a:lnTo>
                    <a:pt x="10160" y="749300"/>
                  </a:lnTo>
                  <a:close/>
                </a:path>
              </a:pathLst>
            </a:custGeom>
            <a:solidFill>
              <a:srgbClr val="7E7E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2">
              <a:extLst>
                <a:ext uri="{FF2B5EF4-FFF2-40B4-BE49-F238E27FC236}">
                  <a16:creationId xmlns:a16="http://schemas.microsoft.com/office/drawing/2014/main" id="{93AD82EC-C3B7-4691-A110-B2330D01D08E}"/>
                </a:ext>
              </a:extLst>
            </p:cNvPr>
            <p:cNvSpPr/>
            <p:nvPr/>
          </p:nvSpPr>
          <p:spPr>
            <a:xfrm>
              <a:off x="4809490" y="5613399"/>
              <a:ext cx="11430" cy="858519"/>
            </a:xfrm>
            <a:custGeom>
              <a:avLst/>
              <a:gdLst/>
              <a:ahLst/>
              <a:cxnLst/>
              <a:rect l="l" t="t" r="r" b="b"/>
              <a:pathLst>
                <a:path w="11429" h="85852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11429" h="858520">
                  <a:moveTo>
                    <a:pt x="1016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1270"/>
                  </a:lnTo>
                  <a:close/>
                </a:path>
                <a:path w="11429" h="858520">
                  <a:moveTo>
                    <a:pt x="1143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30" y="7619"/>
                  </a:lnTo>
                  <a:lnTo>
                    <a:pt x="11430" y="3810"/>
                  </a:lnTo>
                  <a:close/>
                </a:path>
                <a:path w="11429" h="858520">
                  <a:moveTo>
                    <a:pt x="1143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7620"/>
                  </a:lnTo>
                  <a:close/>
                </a:path>
                <a:path w="11429" h="858520">
                  <a:moveTo>
                    <a:pt x="1143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30" y="13969"/>
                  </a:lnTo>
                  <a:lnTo>
                    <a:pt x="11430" y="10160"/>
                  </a:lnTo>
                  <a:close/>
                </a:path>
                <a:path w="11429" h="858520">
                  <a:moveTo>
                    <a:pt x="1143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3970"/>
                  </a:lnTo>
                  <a:close/>
                </a:path>
                <a:path w="11429" h="858520">
                  <a:moveTo>
                    <a:pt x="1143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30" y="20319"/>
                  </a:lnTo>
                  <a:lnTo>
                    <a:pt x="11430" y="16510"/>
                  </a:lnTo>
                  <a:close/>
                </a:path>
                <a:path w="11429" h="858520">
                  <a:moveTo>
                    <a:pt x="1143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11430" y="26669"/>
                  </a:lnTo>
                  <a:lnTo>
                    <a:pt x="11430" y="20320"/>
                  </a:lnTo>
                  <a:close/>
                </a:path>
                <a:path w="11429" h="858520">
                  <a:moveTo>
                    <a:pt x="1143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6670"/>
                  </a:lnTo>
                  <a:close/>
                </a:path>
                <a:path w="11429" h="858520">
                  <a:moveTo>
                    <a:pt x="1143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30" y="33019"/>
                  </a:lnTo>
                  <a:lnTo>
                    <a:pt x="11430" y="29210"/>
                  </a:lnTo>
                  <a:close/>
                </a:path>
                <a:path w="11429" h="858520">
                  <a:moveTo>
                    <a:pt x="1143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3020"/>
                  </a:lnTo>
                  <a:close/>
                </a:path>
                <a:path w="11429" h="858520">
                  <a:moveTo>
                    <a:pt x="1143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30" y="39369"/>
                  </a:lnTo>
                  <a:lnTo>
                    <a:pt x="11430" y="35560"/>
                  </a:lnTo>
                  <a:close/>
                </a:path>
                <a:path w="11429" h="858520">
                  <a:moveTo>
                    <a:pt x="1143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9370"/>
                  </a:lnTo>
                  <a:close/>
                </a:path>
                <a:path w="11429" h="858520">
                  <a:moveTo>
                    <a:pt x="1143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30" y="45719"/>
                  </a:lnTo>
                  <a:lnTo>
                    <a:pt x="11430" y="41910"/>
                  </a:lnTo>
                  <a:close/>
                </a:path>
                <a:path w="11429" h="858520">
                  <a:moveTo>
                    <a:pt x="11430" y="45720"/>
                  </a:moveTo>
                  <a:lnTo>
                    <a:pt x="0" y="4572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45720"/>
                  </a:lnTo>
                  <a:close/>
                </a:path>
                <a:path w="11429" h="858520">
                  <a:moveTo>
                    <a:pt x="1143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30" y="58419"/>
                  </a:lnTo>
                  <a:lnTo>
                    <a:pt x="11430" y="54610"/>
                  </a:lnTo>
                  <a:close/>
                </a:path>
                <a:path w="11429" h="858520">
                  <a:moveTo>
                    <a:pt x="11430" y="58420"/>
                  </a:moveTo>
                  <a:lnTo>
                    <a:pt x="0" y="5842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58420"/>
                  </a:lnTo>
                  <a:close/>
                </a:path>
                <a:path w="11429" h="858520">
                  <a:moveTo>
                    <a:pt x="11430" y="67310"/>
                  </a:moveTo>
                  <a:lnTo>
                    <a:pt x="0" y="67310"/>
                  </a:lnTo>
                  <a:lnTo>
                    <a:pt x="0" y="73659"/>
                  </a:lnTo>
                  <a:lnTo>
                    <a:pt x="11430" y="73659"/>
                  </a:lnTo>
                  <a:lnTo>
                    <a:pt x="11430" y="67310"/>
                  </a:lnTo>
                  <a:close/>
                </a:path>
                <a:path w="11429" h="858520">
                  <a:moveTo>
                    <a:pt x="11430" y="73660"/>
                  </a:moveTo>
                  <a:lnTo>
                    <a:pt x="0" y="7366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73660"/>
                  </a:lnTo>
                  <a:close/>
                </a:path>
                <a:path w="11429" h="858520">
                  <a:moveTo>
                    <a:pt x="11430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30" y="83819"/>
                  </a:lnTo>
                  <a:lnTo>
                    <a:pt x="11430" y="80010"/>
                  </a:lnTo>
                  <a:close/>
                </a:path>
                <a:path w="11429" h="858520">
                  <a:moveTo>
                    <a:pt x="11430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30" y="86359"/>
                  </a:lnTo>
                  <a:lnTo>
                    <a:pt x="11430" y="83820"/>
                  </a:lnTo>
                  <a:close/>
                </a:path>
                <a:path w="11429" h="858520">
                  <a:moveTo>
                    <a:pt x="11430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30" y="90169"/>
                  </a:lnTo>
                  <a:lnTo>
                    <a:pt x="11430" y="86360"/>
                  </a:lnTo>
                  <a:close/>
                </a:path>
                <a:path w="11429" h="858520">
                  <a:moveTo>
                    <a:pt x="11430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90170"/>
                  </a:lnTo>
                  <a:close/>
                </a:path>
                <a:path w="11429" h="858520">
                  <a:moveTo>
                    <a:pt x="11430" y="92710"/>
                  </a:moveTo>
                  <a:lnTo>
                    <a:pt x="0" y="92710"/>
                  </a:lnTo>
                  <a:lnTo>
                    <a:pt x="0" y="102869"/>
                  </a:lnTo>
                  <a:lnTo>
                    <a:pt x="11430" y="102869"/>
                  </a:lnTo>
                  <a:lnTo>
                    <a:pt x="11430" y="92710"/>
                  </a:lnTo>
                  <a:close/>
                </a:path>
                <a:path w="11429" h="858520">
                  <a:moveTo>
                    <a:pt x="11430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1430" y="105409"/>
                  </a:lnTo>
                  <a:lnTo>
                    <a:pt x="11430" y="102870"/>
                  </a:lnTo>
                  <a:close/>
                </a:path>
                <a:path w="11429" h="858520">
                  <a:moveTo>
                    <a:pt x="11430" y="105410"/>
                  </a:moveTo>
                  <a:lnTo>
                    <a:pt x="0" y="10541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105410"/>
                  </a:lnTo>
                  <a:close/>
                </a:path>
                <a:path w="11429" h="858520">
                  <a:moveTo>
                    <a:pt x="2539" y="855980"/>
                  </a:moveTo>
                  <a:lnTo>
                    <a:pt x="0" y="855980"/>
                  </a:lnTo>
                  <a:lnTo>
                    <a:pt x="0" y="858519"/>
                  </a:lnTo>
                  <a:lnTo>
                    <a:pt x="2539" y="858519"/>
                  </a:lnTo>
                  <a:lnTo>
                    <a:pt x="2539" y="855980"/>
                  </a:lnTo>
                  <a:close/>
                </a:path>
                <a:path w="11429" h="858520">
                  <a:moveTo>
                    <a:pt x="11430" y="853440"/>
                  </a:moveTo>
                  <a:lnTo>
                    <a:pt x="0" y="853440"/>
                  </a:lnTo>
                  <a:lnTo>
                    <a:pt x="0" y="854710"/>
                  </a:lnTo>
                  <a:lnTo>
                    <a:pt x="11430" y="854710"/>
                  </a:lnTo>
                  <a:lnTo>
                    <a:pt x="11430" y="853440"/>
                  </a:lnTo>
                  <a:close/>
                </a:path>
                <a:path w="11429" h="858520">
                  <a:moveTo>
                    <a:pt x="11430" y="849630"/>
                  </a:moveTo>
                  <a:lnTo>
                    <a:pt x="0" y="849630"/>
                  </a:lnTo>
                  <a:lnTo>
                    <a:pt x="0" y="852169"/>
                  </a:lnTo>
                  <a:lnTo>
                    <a:pt x="11430" y="852169"/>
                  </a:lnTo>
                  <a:lnTo>
                    <a:pt x="11430" y="849630"/>
                  </a:lnTo>
                  <a:close/>
                </a:path>
                <a:path w="11429" h="858520">
                  <a:moveTo>
                    <a:pt x="11430" y="847090"/>
                  </a:moveTo>
                  <a:lnTo>
                    <a:pt x="0" y="847090"/>
                  </a:lnTo>
                  <a:lnTo>
                    <a:pt x="0" y="848360"/>
                  </a:lnTo>
                  <a:lnTo>
                    <a:pt x="11430" y="848360"/>
                  </a:lnTo>
                  <a:lnTo>
                    <a:pt x="11430" y="847090"/>
                  </a:lnTo>
                  <a:close/>
                </a:path>
                <a:path w="11429" h="858520">
                  <a:moveTo>
                    <a:pt x="11430" y="843280"/>
                  </a:moveTo>
                  <a:lnTo>
                    <a:pt x="0" y="843280"/>
                  </a:lnTo>
                  <a:lnTo>
                    <a:pt x="0" y="845819"/>
                  </a:lnTo>
                  <a:lnTo>
                    <a:pt x="11430" y="845819"/>
                  </a:lnTo>
                  <a:lnTo>
                    <a:pt x="11430" y="843280"/>
                  </a:lnTo>
                  <a:close/>
                </a:path>
                <a:path w="11429" h="858520">
                  <a:moveTo>
                    <a:pt x="11430" y="840740"/>
                  </a:moveTo>
                  <a:lnTo>
                    <a:pt x="0" y="840740"/>
                  </a:lnTo>
                  <a:lnTo>
                    <a:pt x="0" y="842010"/>
                  </a:lnTo>
                  <a:lnTo>
                    <a:pt x="11430" y="842010"/>
                  </a:lnTo>
                  <a:lnTo>
                    <a:pt x="11430" y="840740"/>
                  </a:lnTo>
                  <a:close/>
                </a:path>
                <a:path w="11429" h="858520">
                  <a:moveTo>
                    <a:pt x="11430" y="835660"/>
                  </a:moveTo>
                  <a:lnTo>
                    <a:pt x="0" y="835660"/>
                  </a:lnTo>
                  <a:lnTo>
                    <a:pt x="0" y="839469"/>
                  </a:lnTo>
                  <a:lnTo>
                    <a:pt x="11430" y="839469"/>
                  </a:lnTo>
                  <a:lnTo>
                    <a:pt x="11430" y="835660"/>
                  </a:lnTo>
                  <a:close/>
                </a:path>
                <a:path w="11429" h="858520">
                  <a:moveTo>
                    <a:pt x="11430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1430" y="834389"/>
                  </a:lnTo>
                  <a:lnTo>
                    <a:pt x="11430" y="829310"/>
                  </a:lnTo>
                  <a:close/>
                </a:path>
                <a:path w="11429" h="858520">
                  <a:moveTo>
                    <a:pt x="11430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30" y="828039"/>
                  </a:lnTo>
                  <a:lnTo>
                    <a:pt x="11430" y="822960"/>
                  </a:lnTo>
                  <a:close/>
                </a:path>
                <a:path w="11429" h="858520">
                  <a:moveTo>
                    <a:pt x="11430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30" y="821689"/>
                  </a:lnTo>
                  <a:lnTo>
                    <a:pt x="11430" y="816610"/>
                  </a:lnTo>
                  <a:close/>
                </a:path>
                <a:path w="11429" h="858520">
                  <a:moveTo>
                    <a:pt x="11430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30" y="815339"/>
                  </a:lnTo>
                  <a:lnTo>
                    <a:pt x="11430" y="810260"/>
                  </a:lnTo>
                  <a:close/>
                </a:path>
                <a:path w="11429" h="858520">
                  <a:moveTo>
                    <a:pt x="11430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30" y="808990"/>
                  </a:lnTo>
                  <a:lnTo>
                    <a:pt x="11430" y="803910"/>
                  </a:lnTo>
                  <a:close/>
                </a:path>
                <a:path w="11429" h="858520">
                  <a:moveTo>
                    <a:pt x="11430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30" y="802640"/>
                  </a:lnTo>
                  <a:lnTo>
                    <a:pt x="11430" y="797560"/>
                  </a:lnTo>
                  <a:close/>
                </a:path>
                <a:path w="11429" h="858520">
                  <a:moveTo>
                    <a:pt x="11430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30" y="796290"/>
                  </a:lnTo>
                  <a:lnTo>
                    <a:pt x="11430" y="791210"/>
                  </a:lnTo>
                  <a:close/>
                </a:path>
                <a:path w="11429" h="858520">
                  <a:moveTo>
                    <a:pt x="11430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30" y="789940"/>
                  </a:lnTo>
                  <a:lnTo>
                    <a:pt x="11430" y="784860"/>
                  </a:lnTo>
                  <a:close/>
                </a:path>
                <a:path w="11429" h="858520">
                  <a:moveTo>
                    <a:pt x="11430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30" y="783590"/>
                  </a:lnTo>
                  <a:lnTo>
                    <a:pt x="11430" y="778510"/>
                  </a:lnTo>
                  <a:close/>
                </a:path>
                <a:path w="11429" h="858520">
                  <a:moveTo>
                    <a:pt x="11430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30" y="777240"/>
                  </a:lnTo>
                  <a:lnTo>
                    <a:pt x="11430" y="772160"/>
                  </a:lnTo>
                  <a:close/>
                </a:path>
                <a:path w="11429" h="858520">
                  <a:moveTo>
                    <a:pt x="11430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30" y="770890"/>
                  </a:lnTo>
                  <a:lnTo>
                    <a:pt x="11430" y="765810"/>
                  </a:lnTo>
                  <a:close/>
                </a:path>
                <a:path w="11429" h="858520">
                  <a:moveTo>
                    <a:pt x="11430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1430" y="764540"/>
                  </a:lnTo>
                  <a:lnTo>
                    <a:pt x="11430" y="759460"/>
                  </a:lnTo>
                  <a:close/>
                </a:path>
                <a:path w="11429" h="858520">
                  <a:moveTo>
                    <a:pt x="11430" y="751840"/>
                  </a:moveTo>
                  <a:lnTo>
                    <a:pt x="0" y="751840"/>
                  </a:lnTo>
                  <a:lnTo>
                    <a:pt x="0" y="758190"/>
                  </a:lnTo>
                  <a:lnTo>
                    <a:pt x="11430" y="758190"/>
                  </a:lnTo>
                  <a:lnTo>
                    <a:pt x="11430" y="751840"/>
                  </a:lnTo>
                  <a:close/>
                </a:path>
                <a:path w="11429" h="858520">
                  <a:moveTo>
                    <a:pt x="11430" y="748030"/>
                  </a:moveTo>
                  <a:lnTo>
                    <a:pt x="0" y="748030"/>
                  </a:lnTo>
                  <a:lnTo>
                    <a:pt x="0" y="750570"/>
                  </a:lnTo>
                  <a:lnTo>
                    <a:pt x="11430" y="750570"/>
                  </a:lnTo>
                  <a:lnTo>
                    <a:pt x="11430" y="748030"/>
                  </a:lnTo>
                  <a:close/>
                </a:path>
              </a:pathLst>
            </a:custGeom>
            <a:solidFill>
              <a:srgbClr val="7F7F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3">
              <a:extLst>
                <a:ext uri="{FF2B5EF4-FFF2-40B4-BE49-F238E27FC236}">
                  <a16:creationId xmlns:a16="http://schemas.microsoft.com/office/drawing/2014/main" id="{DC6C3833-5400-378F-90D2-D318D1145A86}"/>
                </a:ext>
              </a:extLst>
            </p:cNvPr>
            <p:cNvSpPr/>
            <p:nvPr/>
          </p:nvSpPr>
          <p:spPr>
            <a:xfrm>
              <a:off x="4826000" y="5615939"/>
              <a:ext cx="0" cy="102870"/>
            </a:xfrm>
            <a:custGeom>
              <a:avLst/>
              <a:gdLst/>
              <a:ahLst/>
              <a:cxnLst/>
              <a:rect l="l" t="t" r="r" b="b"/>
              <a:pathLst>
                <a:path h="102870">
                  <a:moveTo>
                    <a:pt x="0" y="0"/>
                  </a:moveTo>
                  <a:lnTo>
                    <a:pt x="0" y="102870"/>
                  </a:lnTo>
                </a:path>
              </a:pathLst>
            </a:custGeom>
            <a:ln w="10159">
              <a:solidFill>
                <a:srgbClr val="8080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4">
              <a:extLst>
                <a:ext uri="{FF2B5EF4-FFF2-40B4-BE49-F238E27FC236}">
                  <a16:creationId xmlns:a16="http://schemas.microsoft.com/office/drawing/2014/main" id="{0F3DBAFF-5F24-2B7C-533C-EF41D2D13E57}"/>
                </a:ext>
              </a:extLst>
            </p:cNvPr>
            <p:cNvSpPr/>
            <p:nvPr/>
          </p:nvSpPr>
          <p:spPr>
            <a:xfrm>
              <a:off x="4820920" y="5718809"/>
              <a:ext cx="10160" cy="641350"/>
            </a:xfrm>
            <a:custGeom>
              <a:avLst/>
              <a:gdLst/>
              <a:ahLst/>
              <a:cxnLst/>
              <a:rect l="l" t="t" r="r" b="b"/>
              <a:pathLst>
                <a:path w="10160" h="641350">
                  <a:moveTo>
                    <a:pt x="10159" y="0"/>
                  </a:moveTo>
                  <a:lnTo>
                    <a:pt x="0" y="0"/>
                  </a:lnTo>
                  <a:lnTo>
                    <a:pt x="0" y="641349"/>
                  </a:lnTo>
                  <a:lnTo>
                    <a:pt x="10159" y="641349"/>
                  </a:lnTo>
                  <a:lnTo>
                    <a:pt x="10159" y="0"/>
                  </a:lnTo>
                  <a:close/>
                </a:path>
              </a:pathLst>
            </a:custGeom>
            <a:solidFill>
              <a:srgbClr val="8080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5">
              <a:extLst>
                <a:ext uri="{FF2B5EF4-FFF2-40B4-BE49-F238E27FC236}">
                  <a16:creationId xmlns:a16="http://schemas.microsoft.com/office/drawing/2014/main" id="{0CD23F30-3523-4109-77DE-BE7446D5D219}"/>
                </a:ext>
              </a:extLst>
            </p:cNvPr>
            <p:cNvSpPr/>
            <p:nvPr/>
          </p:nvSpPr>
          <p:spPr>
            <a:xfrm>
              <a:off x="4826000" y="6361429"/>
              <a:ext cx="0" cy="107950"/>
            </a:xfrm>
            <a:custGeom>
              <a:avLst/>
              <a:gdLst/>
              <a:ahLst/>
              <a:cxnLst/>
              <a:rect l="l" t="t" r="r" b="b"/>
              <a:pathLst>
                <a:path h="107950">
                  <a:moveTo>
                    <a:pt x="0" y="0"/>
                  </a:moveTo>
                  <a:lnTo>
                    <a:pt x="0" y="107950"/>
                  </a:lnTo>
                </a:path>
              </a:pathLst>
            </a:custGeom>
            <a:ln w="10159">
              <a:solidFill>
                <a:srgbClr val="8080A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6">
              <a:extLst>
                <a:ext uri="{FF2B5EF4-FFF2-40B4-BE49-F238E27FC236}">
                  <a16:creationId xmlns:a16="http://schemas.microsoft.com/office/drawing/2014/main" id="{4E5D1C0C-F11D-B76D-271C-5FB28CD2AE8B}"/>
                </a:ext>
              </a:extLst>
            </p:cNvPr>
            <p:cNvSpPr/>
            <p:nvPr/>
          </p:nvSpPr>
          <p:spPr>
            <a:xfrm>
              <a:off x="4831080" y="5617209"/>
              <a:ext cx="11430" cy="850900"/>
            </a:xfrm>
            <a:custGeom>
              <a:avLst/>
              <a:gdLst/>
              <a:ahLst/>
              <a:cxnLst/>
              <a:rect l="l" t="t" r="r" b="b"/>
              <a:pathLst>
                <a:path w="11429" h="85090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2540"/>
                  </a:lnTo>
                  <a:lnTo>
                    <a:pt x="6350" y="2540"/>
                  </a:lnTo>
                  <a:lnTo>
                    <a:pt x="635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1429" h="850900">
                  <a:moveTo>
                    <a:pt x="1143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3809"/>
                  </a:lnTo>
                  <a:close/>
                </a:path>
                <a:path w="11429" h="850900">
                  <a:moveTo>
                    <a:pt x="1143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6350"/>
                  </a:lnTo>
                  <a:close/>
                </a:path>
                <a:path w="11429" h="850900">
                  <a:moveTo>
                    <a:pt x="1143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10159"/>
                  </a:lnTo>
                  <a:close/>
                </a:path>
                <a:path w="11429" h="850900">
                  <a:moveTo>
                    <a:pt x="1143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2700"/>
                  </a:lnTo>
                  <a:close/>
                </a:path>
                <a:path w="11429" h="850900">
                  <a:moveTo>
                    <a:pt x="11430" y="16510"/>
                  </a:moveTo>
                  <a:lnTo>
                    <a:pt x="0" y="16510"/>
                  </a:lnTo>
                  <a:lnTo>
                    <a:pt x="0" y="22859"/>
                  </a:lnTo>
                  <a:lnTo>
                    <a:pt x="11430" y="22859"/>
                  </a:lnTo>
                  <a:lnTo>
                    <a:pt x="11430" y="16510"/>
                  </a:lnTo>
                  <a:close/>
                </a:path>
                <a:path w="11429" h="850900">
                  <a:moveTo>
                    <a:pt x="1143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2859"/>
                  </a:lnTo>
                  <a:close/>
                </a:path>
                <a:path w="11429" h="850900">
                  <a:moveTo>
                    <a:pt x="1143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5400"/>
                  </a:lnTo>
                  <a:close/>
                </a:path>
                <a:path w="11429" h="850900">
                  <a:moveTo>
                    <a:pt x="1143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9209"/>
                  </a:lnTo>
                  <a:close/>
                </a:path>
                <a:path w="11429" h="850900">
                  <a:moveTo>
                    <a:pt x="1143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1750"/>
                  </a:lnTo>
                  <a:close/>
                </a:path>
                <a:path w="11429" h="850900">
                  <a:moveTo>
                    <a:pt x="1143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5559"/>
                  </a:lnTo>
                  <a:close/>
                </a:path>
                <a:path w="11429" h="850900">
                  <a:moveTo>
                    <a:pt x="1143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8100"/>
                  </a:lnTo>
                  <a:close/>
                </a:path>
                <a:path w="11429" h="850900">
                  <a:moveTo>
                    <a:pt x="11430" y="41909"/>
                  </a:moveTo>
                  <a:lnTo>
                    <a:pt x="0" y="4190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1909"/>
                  </a:lnTo>
                  <a:close/>
                </a:path>
                <a:path w="11429" h="850900">
                  <a:moveTo>
                    <a:pt x="1143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50800"/>
                  </a:lnTo>
                  <a:close/>
                </a:path>
                <a:path w="11429" h="850900">
                  <a:moveTo>
                    <a:pt x="11430" y="54609"/>
                  </a:moveTo>
                  <a:lnTo>
                    <a:pt x="0" y="5460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4609"/>
                  </a:lnTo>
                  <a:close/>
                </a:path>
                <a:path w="11429" h="850900">
                  <a:moveTo>
                    <a:pt x="11430" y="63500"/>
                  </a:moveTo>
                  <a:lnTo>
                    <a:pt x="0" y="63500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3500"/>
                  </a:lnTo>
                  <a:close/>
                </a:path>
                <a:path w="11429" h="850900">
                  <a:moveTo>
                    <a:pt x="11430" y="69850"/>
                  </a:moveTo>
                  <a:lnTo>
                    <a:pt x="0" y="69850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69850"/>
                  </a:lnTo>
                  <a:close/>
                </a:path>
                <a:path w="11429" h="850900">
                  <a:moveTo>
                    <a:pt x="11430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76200"/>
                  </a:lnTo>
                  <a:close/>
                </a:path>
                <a:path w="11429" h="850900">
                  <a:moveTo>
                    <a:pt x="11430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80009"/>
                  </a:lnTo>
                  <a:close/>
                </a:path>
                <a:path w="11429" h="850900">
                  <a:moveTo>
                    <a:pt x="11430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30" y="86359"/>
                  </a:lnTo>
                  <a:lnTo>
                    <a:pt x="11430" y="82550"/>
                  </a:lnTo>
                  <a:close/>
                </a:path>
                <a:path w="11429" h="850900">
                  <a:moveTo>
                    <a:pt x="11430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6359"/>
                  </a:lnTo>
                  <a:close/>
                </a:path>
                <a:path w="11429" h="850900">
                  <a:moveTo>
                    <a:pt x="11430" y="88900"/>
                  </a:moveTo>
                  <a:lnTo>
                    <a:pt x="0" y="88900"/>
                  </a:lnTo>
                  <a:lnTo>
                    <a:pt x="0" y="99059"/>
                  </a:lnTo>
                  <a:lnTo>
                    <a:pt x="11430" y="99059"/>
                  </a:lnTo>
                  <a:lnTo>
                    <a:pt x="11430" y="88900"/>
                  </a:lnTo>
                  <a:close/>
                </a:path>
                <a:path w="11429" h="850900">
                  <a:moveTo>
                    <a:pt x="11430" y="99060"/>
                  </a:moveTo>
                  <a:lnTo>
                    <a:pt x="0" y="99060"/>
                  </a:lnTo>
                  <a:lnTo>
                    <a:pt x="0" y="101599"/>
                  </a:lnTo>
                  <a:lnTo>
                    <a:pt x="11430" y="101599"/>
                  </a:lnTo>
                  <a:lnTo>
                    <a:pt x="11430" y="99060"/>
                  </a:lnTo>
                  <a:close/>
                </a:path>
                <a:path w="11429" h="850900">
                  <a:moveTo>
                    <a:pt x="11430" y="101600"/>
                  </a:moveTo>
                  <a:lnTo>
                    <a:pt x="0" y="101600"/>
                  </a:lnTo>
                  <a:lnTo>
                    <a:pt x="0" y="742949"/>
                  </a:lnTo>
                  <a:lnTo>
                    <a:pt x="11430" y="742949"/>
                  </a:lnTo>
                  <a:lnTo>
                    <a:pt x="11430" y="101600"/>
                  </a:lnTo>
                  <a:close/>
                </a:path>
                <a:path w="11429" h="850900">
                  <a:moveTo>
                    <a:pt x="2540" y="849629"/>
                  </a:moveTo>
                  <a:lnTo>
                    <a:pt x="0" y="849629"/>
                  </a:lnTo>
                  <a:lnTo>
                    <a:pt x="0" y="850899"/>
                  </a:lnTo>
                  <a:lnTo>
                    <a:pt x="2540" y="850899"/>
                  </a:lnTo>
                  <a:lnTo>
                    <a:pt x="2540" y="849629"/>
                  </a:lnTo>
                  <a:close/>
                </a:path>
                <a:path w="11429" h="850900">
                  <a:moveTo>
                    <a:pt x="7620" y="848359"/>
                  </a:moveTo>
                  <a:lnTo>
                    <a:pt x="2539" y="848359"/>
                  </a:lnTo>
                  <a:lnTo>
                    <a:pt x="2540" y="849629"/>
                  </a:lnTo>
                  <a:lnTo>
                    <a:pt x="7620" y="849629"/>
                  </a:lnTo>
                  <a:lnTo>
                    <a:pt x="7620" y="848359"/>
                  </a:lnTo>
                  <a:close/>
                </a:path>
                <a:path w="11429" h="850900">
                  <a:moveTo>
                    <a:pt x="11430" y="845819"/>
                  </a:moveTo>
                  <a:lnTo>
                    <a:pt x="0" y="845819"/>
                  </a:lnTo>
                  <a:lnTo>
                    <a:pt x="0" y="848359"/>
                  </a:lnTo>
                  <a:lnTo>
                    <a:pt x="11430" y="848359"/>
                  </a:lnTo>
                  <a:lnTo>
                    <a:pt x="11430" y="845819"/>
                  </a:lnTo>
                  <a:close/>
                </a:path>
                <a:path w="11429" h="850900">
                  <a:moveTo>
                    <a:pt x="11430" y="843279"/>
                  </a:moveTo>
                  <a:lnTo>
                    <a:pt x="0" y="843279"/>
                  </a:lnTo>
                  <a:lnTo>
                    <a:pt x="0" y="844549"/>
                  </a:lnTo>
                  <a:lnTo>
                    <a:pt x="11430" y="844549"/>
                  </a:lnTo>
                  <a:lnTo>
                    <a:pt x="11430" y="843279"/>
                  </a:lnTo>
                  <a:close/>
                </a:path>
                <a:path w="11429" h="850900">
                  <a:moveTo>
                    <a:pt x="11430" y="839469"/>
                  </a:moveTo>
                  <a:lnTo>
                    <a:pt x="0" y="839469"/>
                  </a:lnTo>
                  <a:lnTo>
                    <a:pt x="0" y="842009"/>
                  </a:lnTo>
                  <a:lnTo>
                    <a:pt x="11430" y="842009"/>
                  </a:lnTo>
                  <a:lnTo>
                    <a:pt x="11430" y="839469"/>
                  </a:lnTo>
                  <a:close/>
                </a:path>
                <a:path w="11429" h="850900">
                  <a:moveTo>
                    <a:pt x="11430" y="836929"/>
                  </a:moveTo>
                  <a:lnTo>
                    <a:pt x="0" y="836929"/>
                  </a:lnTo>
                  <a:lnTo>
                    <a:pt x="0" y="838199"/>
                  </a:lnTo>
                  <a:lnTo>
                    <a:pt x="11430" y="838199"/>
                  </a:lnTo>
                  <a:lnTo>
                    <a:pt x="11430" y="836929"/>
                  </a:lnTo>
                  <a:close/>
                </a:path>
                <a:path w="11429" h="850900">
                  <a:moveTo>
                    <a:pt x="11430" y="831849"/>
                  </a:moveTo>
                  <a:lnTo>
                    <a:pt x="0" y="831849"/>
                  </a:lnTo>
                  <a:lnTo>
                    <a:pt x="0" y="835659"/>
                  </a:lnTo>
                  <a:lnTo>
                    <a:pt x="11430" y="835659"/>
                  </a:lnTo>
                  <a:lnTo>
                    <a:pt x="11430" y="831849"/>
                  </a:lnTo>
                  <a:close/>
                </a:path>
                <a:path w="11429" h="850900">
                  <a:moveTo>
                    <a:pt x="11430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30" y="830579"/>
                  </a:lnTo>
                  <a:lnTo>
                    <a:pt x="11430" y="825499"/>
                  </a:lnTo>
                  <a:close/>
                </a:path>
                <a:path w="11429" h="850900">
                  <a:moveTo>
                    <a:pt x="11430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30" y="824229"/>
                  </a:lnTo>
                  <a:lnTo>
                    <a:pt x="11430" y="819149"/>
                  </a:lnTo>
                  <a:close/>
                </a:path>
                <a:path w="11429" h="850900">
                  <a:moveTo>
                    <a:pt x="11430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30" y="817879"/>
                  </a:lnTo>
                  <a:lnTo>
                    <a:pt x="11430" y="812799"/>
                  </a:lnTo>
                  <a:close/>
                </a:path>
                <a:path w="11429" h="850900">
                  <a:moveTo>
                    <a:pt x="11430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30" y="811529"/>
                  </a:lnTo>
                  <a:lnTo>
                    <a:pt x="11430" y="806449"/>
                  </a:lnTo>
                  <a:close/>
                </a:path>
                <a:path w="11429" h="850900">
                  <a:moveTo>
                    <a:pt x="1143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30" y="805179"/>
                  </a:lnTo>
                  <a:lnTo>
                    <a:pt x="11430" y="800099"/>
                  </a:lnTo>
                  <a:close/>
                </a:path>
                <a:path w="11429" h="850900">
                  <a:moveTo>
                    <a:pt x="1143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30" y="798829"/>
                  </a:lnTo>
                  <a:lnTo>
                    <a:pt x="11430" y="793749"/>
                  </a:lnTo>
                  <a:close/>
                </a:path>
                <a:path w="11429" h="850900">
                  <a:moveTo>
                    <a:pt x="11430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30" y="792479"/>
                  </a:lnTo>
                  <a:lnTo>
                    <a:pt x="11430" y="787399"/>
                  </a:lnTo>
                  <a:close/>
                </a:path>
                <a:path w="11429" h="850900">
                  <a:moveTo>
                    <a:pt x="11430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30" y="786129"/>
                  </a:lnTo>
                  <a:lnTo>
                    <a:pt x="11430" y="781049"/>
                  </a:lnTo>
                  <a:close/>
                </a:path>
                <a:path w="11429" h="850900">
                  <a:moveTo>
                    <a:pt x="11430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30" y="779779"/>
                  </a:lnTo>
                  <a:lnTo>
                    <a:pt x="11430" y="774699"/>
                  </a:lnTo>
                  <a:close/>
                </a:path>
                <a:path w="11429" h="850900">
                  <a:moveTo>
                    <a:pt x="11430" y="768349"/>
                  </a:moveTo>
                  <a:lnTo>
                    <a:pt x="0" y="768349"/>
                  </a:lnTo>
                  <a:lnTo>
                    <a:pt x="0" y="773430"/>
                  </a:lnTo>
                  <a:lnTo>
                    <a:pt x="11430" y="773430"/>
                  </a:lnTo>
                  <a:lnTo>
                    <a:pt x="11430" y="768349"/>
                  </a:lnTo>
                  <a:close/>
                </a:path>
                <a:path w="11429" h="850900">
                  <a:moveTo>
                    <a:pt x="11430" y="761999"/>
                  </a:moveTo>
                  <a:lnTo>
                    <a:pt x="0" y="761999"/>
                  </a:lnTo>
                  <a:lnTo>
                    <a:pt x="0" y="767079"/>
                  </a:lnTo>
                  <a:lnTo>
                    <a:pt x="11430" y="767079"/>
                  </a:lnTo>
                  <a:lnTo>
                    <a:pt x="11430" y="761999"/>
                  </a:lnTo>
                  <a:close/>
                </a:path>
                <a:path w="11429" h="850900">
                  <a:moveTo>
                    <a:pt x="11430" y="755649"/>
                  </a:moveTo>
                  <a:lnTo>
                    <a:pt x="0" y="755649"/>
                  </a:lnTo>
                  <a:lnTo>
                    <a:pt x="0" y="760730"/>
                  </a:lnTo>
                  <a:lnTo>
                    <a:pt x="11430" y="760730"/>
                  </a:lnTo>
                  <a:lnTo>
                    <a:pt x="11430" y="755649"/>
                  </a:lnTo>
                  <a:close/>
                </a:path>
                <a:path w="11429" h="850900">
                  <a:moveTo>
                    <a:pt x="11430" y="748029"/>
                  </a:moveTo>
                  <a:lnTo>
                    <a:pt x="0" y="748029"/>
                  </a:lnTo>
                  <a:lnTo>
                    <a:pt x="0" y="754379"/>
                  </a:lnTo>
                  <a:lnTo>
                    <a:pt x="11430" y="754379"/>
                  </a:lnTo>
                  <a:lnTo>
                    <a:pt x="11430" y="748029"/>
                  </a:lnTo>
                  <a:close/>
                </a:path>
                <a:path w="11429" h="850900">
                  <a:moveTo>
                    <a:pt x="11430" y="744219"/>
                  </a:moveTo>
                  <a:lnTo>
                    <a:pt x="0" y="744219"/>
                  </a:lnTo>
                  <a:lnTo>
                    <a:pt x="0" y="746759"/>
                  </a:lnTo>
                  <a:lnTo>
                    <a:pt x="11430" y="746759"/>
                  </a:lnTo>
                  <a:lnTo>
                    <a:pt x="11430" y="744219"/>
                  </a:lnTo>
                  <a:close/>
                </a:path>
              </a:pathLst>
            </a:custGeom>
            <a:solidFill>
              <a:srgbClr val="8080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37">
              <a:extLst>
                <a:ext uri="{FF2B5EF4-FFF2-40B4-BE49-F238E27FC236}">
                  <a16:creationId xmlns:a16="http://schemas.microsoft.com/office/drawing/2014/main" id="{252084E0-4EDA-42D0-E622-57E72888EB9D}"/>
                </a:ext>
              </a:extLst>
            </p:cNvPr>
            <p:cNvSpPr/>
            <p:nvPr/>
          </p:nvSpPr>
          <p:spPr>
            <a:xfrm>
              <a:off x="4842510" y="5621019"/>
              <a:ext cx="10160" cy="844550"/>
            </a:xfrm>
            <a:custGeom>
              <a:avLst/>
              <a:gdLst/>
              <a:ahLst/>
              <a:cxnLst/>
              <a:rect l="l" t="t" r="r" b="b"/>
              <a:pathLst>
                <a:path w="10160" h="844550">
                  <a:moveTo>
                    <a:pt x="50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1269"/>
                  </a:lnTo>
                  <a:lnTo>
                    <a:pt x="5080" y="1269"/>
                  </a:lnTo>
                  <a:lnTo>
                    <a:pt x="5080" y="0"/>
                  </a:lnTo>
                  <a:close/>
                </a:path>
                <a:path w="10160" h="84455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84455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4455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844550">
                  <a:moveTo>
                    <a:pt x="10160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2700"/>
                  </a:lnTo>
                  <a:close/>
                </a:path>
                <a:path w="10160" h="84455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84455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84455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84455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84455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84455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844550">
                  <a:moveTo>
                    <a:pt x="10160" y="38099"/>
                  </a:moveTo>
                  <a:lnTo>
                    <a:pt x="0" y="3809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38099"/>
                  </a:lnTo>
                  <a:close/>
                </a:path>
                <a:path w="10160" h="84455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844550">
                  <a:moveTo>
                    <a:pt x="10160" y="50799"/>
                  </a:moveTo>
                  <a:lnTo>
                    <a:pt x="0" y="5079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0799"/>
                  </a:lnTo>
                  <a:close/>
                </a:path>
                <a:path w="10160" h="844550">
                  <a:moveTo>
                    <a:pt x="10160" y="59689"/>
                  </a:moveTo>
                  <a:lnTo>
                    <a:pt x="0" y="5968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59689"/>
                  </a:lnTo>
                  <a:close/>
                </a:path>
                <a:path w="10160" h="844550">
                  <a:moveTo>
                    <a:pt x="10160" y="66040"/>
                  </a:moveTo>
                  <a:lnTo>
                    <a:pt x="0" y="66040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6040"/>
                  </a:lnTo>
                  <a:close/>
                </a:path>
                <a:path w="10160" h="844550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844550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844550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844550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844550">
                  <a:moveTo>
                    <a:pt x="10160" y="85089"/>
                  </a:moveTo>
                  <a:lnTo>
                    <a:pt x="0" y="8508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85089"/>
                  </a:lnTo>
                  <a:close/>
                </a:path>
                <a:path w="10160" h="844550">
                  <a:moveTo>
                    <a:pt x="10160" y="95250"/>
                  </a:moveTo>
                  <a:lnTo>
                    <a:pt x="0" y="95250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50"/>
                  </a:lnTo>
                  <a:close/>
                </a:path>
                <a:path w="10160" h="844550">
                  <a:moveTo>
                    <a:pt x="10160" y="97789"/>
                  </a:moveTo>
                  <a:lnTo>
                    <a:pt x="0" y="97789"/>
                  </a:lnTo>
                  <a:lnTo>
                    <a:pt x="0" y="739139"/>
                  </a:lnTo>
                  <a:lnTo>
                    <a:pt x="10160" y="739139"/>
                  </a:lnTo>
                  <a:lnTo>
                    <a:pt x="10160" y="97789"/>
                  </a:lnTo>
                  <a:close/>
                </a:path>
                <a:path w="10160" h="844550">
                  <a:moveTo>
                    <a:pt x="1270" y="842009"/>
                  </a:moveTo>
                  <a:lnTo>
                    <a:pt x="0" y="842009"/>
                  </a:lnTo>
                  <a:lnTo>
                    <a:pt x="0" y="844549"/>
                  </a:lnTo>
                  <a:lnTo>
                    <a:pt x="1270" y="844549"/>
                  </a:lnTo>
                  <a:lnTo>
                    <a:pt x="1270" y="842009"/>
                  </a:lnTo>
                  <a:close/>
                </a:path>
                <a:path w="10160" h="844550">
                  <a:moveTo>
                    <a:pt x="10160" y="839469"/>
                  </a:moveTo>
                  <a:lnTo>
                    <a:pt x="0" y="839469"/>
                  </a:lnTo>
                  <a:lnTo>
                    <a:pt x="0" y="840739"/>
                  </a:lnTo>
                  <a:lnTo>
                    <a:pt x="6350" y="840739"/>
                  </a:lnTo>
                  <a:lnTo>
                    <a:pt x="6350" y="842010"/>
                  </a:lnTo>
                  <a:lnTo>
                    <a:pt x="10160" y="842010"/>
                  </a:lnTo>
                  <a:lnTo>
                    <a:pt x="10160" y="839469"/>
                  </a:lnTo>
                  <a:close/>
                </a:path>
                <a:path w="10160" h="844550">
                  <a:moveTo>
                    <a:pt x="10160" y="835659"/>
                  </a:moveTo>
                  <a:lnTo>
                    <a:pt x="0" y="835659"/>
                  </a:lnTo>
                  <a:lnTo>
                    <a:pt x="0" y="838199"/>
                  </a:lnTo>
                  <a:lnTo>
                    <a:pt x="10160" y="838199"/>
                  </a:lnTo>
                  <a:lnTo>
                    <a:pt x="10160" y="835659"/>
                  </a:lnTo>
                  <a:close/>
                </a:path>
                <a:path w="10160" h="844550">
                  <a:moveTo>
                    <a:pt x="10160" y="833119"/>
                  </a:moveTo>
                  <a:lnTo>
                    <a:pt x="0" y="833119"/>
                  </a:lnTo>
                  <a:lnTo>
                    <a:pt x="0" y="834389"/>
                  </a:lnTo>
                  <a:lnTo>
                    <a:pt x="10160" y="834389"/>
                  </a:lnTo>
                  <a:lnTo>
                    <a:pt x="10160" y="833119"/>
                  </a:lnTo>
                  <a:close/>
                </a:path>
                <a:path w="10160" h="844550">
                  <a:moveTo>
                    <a:pt x="10160" y="828039"/>
                  </a:moveTo>
                  <a:lnTo>
                    <a:pt x="0" y="828039"/>
                  </a:lnTo>
                  <a:lnTo>
                    <a:pt x="0" y="831849"/>
                  </a:lnTo>
                  <a:lnTo>
                    <a:pt x="10160" y="831849"/>
                  </a:lnTo>
                  <a:lnTo>
                    <a:pt x="10160" y="828039"/>
                  </a:lnTo>
                  <a:close/>
                </a:path>
                <a:path w="10160" h="84455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4455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4455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4455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4455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4455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4455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4455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4455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44550">
                  <a:moveTo>
                    <a:pt x="1016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64539"/>
                  </a:lnTo>
                  <a:close/>
                </a:path>
                <a:path w="10160" h="844550">
                  <a:moveTo>
                    <a:pt x="10160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0160" y="763269"/>
                  </a:lnTo>
                  <a:lnTo>
                    <a:pt x="10160" y="758189"/>
                  </a:lnTo>
                  <a:close/>
                </a:path>
                <a:path w="10160" h="844550">
                  <a:moveTo>
                    <a:pt x="10160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0160" y="756919"/>
                  </a:lnTo>
                  <a:lnTo>
                    <a:pt x="10160" y="751839"/>
                  </a:lnTo>
                  <a:close/>
                </a:path>
                <a:path w="10160" h="844550">
                  <a:moveTo>
                    <a:pt x="10160" y="744219"/>
                  </a:moveTo>
                  <a:lnTo>
                    <a:pt x="0" y="744219"/>
                  </a:lnTo>
                  <a:lnTo>
                    <a:pt x="0" y="750569"/>
                  </a:lnTo>
                  <a:lnTo>
                    <a:pt x="10160" y="750569"/>
                  </a:lnTo>
                  <a:lnTo>
                    <a:pt x="10160" y="744219"/>
                  </a:lnTo>
                  <a:close/>
                </a:path>
                <a:path w="10160" h="844550">
                  <a:moveTo>
                    <a:pt x="10160" y="740409"/>
                  </a:moveTo>
                  <a:lnTo>
                    <a:pt x="0" y="740409"/>
                  </a:lnTo>
                  <a:lnTo>
                    <a:pt x="0" y="742949"/>
                  </a:lnTo>
                  <a:lnTo>
                    <a:pt x="10160" y="742949"/>
                  </a:lnTo>
                  <a:lnTo>
                    <a:pt x="10160" y="740409"/>
                  </a:lnTo>
                  <a:close/>
                </a:path>
              </a:pathLst>
            </a:custGeom>
            <a:solidFill>
              <a:srgbClr val="8181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38">
              <a:extLst>
                <a:ext uri="{FF2B5EF4-FFF2-40B4-BE49-F238E27FC236}">
                  <a16:creationId xmlns:a16="http://schemas.microsoft.com/office/drawing/2014/main" id="{470ED9FA-998C-6C77-3750-AA3A9A5C2345}"/>
                </a:ext>
              </a:extLst>
            </p:cNvPr>
            <p:cNvSpPr/>
            <p:nvPr/>
          </p:nvSpPr>
          <p:spPr>
            <a:xfrm>
              <a:off x="4852670" y="5622289"/>
              <a:ext cx="11430" cy="840740"/>
            </a:xfrm>
            <a:custGeom>
              <a:avLst/>
              <a:gdLst/>
              <a:ahLst/>
              <a:cxnLst/>
              <a:rect l="l" t="t" r="r" b="b"/>
              <a:pathLst>
                <a:path w="11429" h="840739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11429" h="840739">
                  <a:moveTo>
                    <a:pt x="634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lnTo>
                    <a:pt x="6349" y="2540"/>
                  </a:lnTo>
                  <a:lnTo>
                    <a:pt x="6349" y="1270"/>
                  </a:lnTo>
                  <a:close/>
                </a:path>
                <a:path w="11429" h="840739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40739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40739">
                  <a:moveTo>
                    <a:pt x="11429" y="11430"/>
                  </a:moveTo>
                  <a:lnTo>
                    <a:pt x="0" y="1143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1430"/>
                  </a:lnTo>
                  <a:close/>
                </a:path>
                <a:path w="11429" h="840739">
                  <a:moveTo>
                    <a:pt x="1142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7780"/>
                  </a:lnTo>
                  <a:close/>
                </a:path>
                <a:path w="11429" h="840739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840739">
                  <a:moveTo>
                    <a:pt x="1142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24130"/>
                  </a:lnTo>
                  <a:close/>
                </a:path>
                <a:path w="11429" h="840739">
                  <a:moveTo>
                    <a:pt x="1142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6670"/>
                  </a:lnTo>
                  <a:close/>
                </a:path>
                <a:path w="11429" h="840739">
                  <a:moveTo>
                    <a:pt x="1142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30480"/>
                  </a:lnTo>
                  <a:close/>
                </a:path>
                <a:path w="11429" h="840739">
                  <a:moveTo>
                    <a:pt x="1142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3020"/>
                  </a:lnTo>
                  <a:close/>
                </a:path>
                <a:path w="11429" h="840739">
                  <a:moveTo>
                    <a:pt x="11429" y="36830"/>
                  </a:moveTo>
                  <a:lnTo>
                    <a:pt x="0" y="3683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36830"/>
                  </a:lnTo>
                  <a:close/>
                </a:path>
                <a:path w="11429" h="840739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840739">
                  <a:moveTo>
                    <a:pt x="11429" y="49530"/>
                  </a:moveTo>
                  <a:lnTo>
                    <a:pt x="0" y="4953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49530"/>
                  </a:lnTo>
                  <a:close/>
                </a:path>
                <a:path w="11429" h="840739">
                  <a:moveTo>
                    <a:pt x="11429" y="58420"/>
                  </a:moveTo>
                  <a:lnTo>
                    <a:pt x="0" y="58420"/>
                  </a:lnTo>
                  <a:lnTo>
                    <a:pt x="0" y="64770"/>
                  </a:lnTo>
                  <a:lnTo>
                    <a:pt x="11429" y="64770"/>
                  </a:lnTo>
                  <a:lnTo>
                    <a:pt x="11429" y="58420"/>
                  </a:lnTo>
                  <a:close/>
                </a:path>
                <a:path w="11429" h="840739">
                  <a:moveTo>
                    <a:pt x="11429" y="64770"/>
                  </a:moveTo>
                  <a:lnTo>
                    <a:pt x="0" y="64770"/>
                  </a:lnTo>
                  <a:lnTo>
                    <a:pt x="0" y="71120"/>
                  </a:lnTo>
                  <a:lnTo>
                    <a:pt x="11429" y="71120"/>
                  </a:lnTo>
                  <a:lnTo>
                    <a:pt x="11429" y="64770"/>
                  </a:lnTo>
                  <a:close/>
                </a:path>
                <a:path w="11429" h="840739">
                  <a:moveTo>
                    <a:pt x="11429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71120"/>
                  </a:lnTo>
                  <a:close/>
                </a:path>
                <a:path w="11429" h="840739">
                  <a:moveTo>
                    <a:pt x="11429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1429" y="77470"/>
                  </a:lnTo>
                  <a:lnTo>
                    <a:pt x="11429" y="74930"/>
                  </a:lnTo>
                  <a:close/>
                </a:path>
                <a:path w="11429" h="840739">
                  <a:moveTo>
                    <a:pt x="11429" y="77470"/>
                  </a:moveTo>
                  <a:lnTo>
                    <a:pt x="0" y="7747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7470"/>
                  </a:lnTo>
                  <a:close/>
                </a:path>
                <a:path w="11429" h="840739">
                  <a:moveTo>
                    <a:pt x="11429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11429" y="83820"/>
                  </a:lnTo>
                  <a:lnTo>
                    <a:pt x="11429" y="81280"/>
                  </a:lnTo>
                  <a:close/>
                </a:path>
                <a:path w="11429" h="840739">
                  <a:moveTo>
                    <a:pt x="11429" y="83820"/>
                  </a:moveTo>
                  <a:lnTo>
                    <a:pt x="0" y="8382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83820"/>
                  </a:lnTo>
                  <a:close/>
                </a:path>
                <a:path w="11429" h="840739">
                  <a:moveTo>
                    <a:pt x="11429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11429" y="96520"/>
                  </a:lnTo>
                  <a:lnTo>
                    <a:pt x="11429" y="93980"/>
                  </a:lnTo>
                  <a:close/>
                </a:path>
                <a:path w="11429" h="840739">
                  <a:moveTo>
                    <a:pt x="11429" y="96520"/>
                  </a:moveTo>
                  <a:lnTo>
                    <a:pt x="0" y="96520"/>
                  </a:lnTo>
                  <a:lnTo>
                    <a:pt x="0" y="737870"/>
                  </a:lnTo>
                  <a:lnTo>
                    <a:pt x="11429" y="737870"/>
                  </a:lnTo>
                  <a:lnTo>
                    <a:pt x="11429" y="96520"/>
                  </a:lnTo>
                  <a:close/>
                </a:path>
                <a:path w="11429" h="840739">
                  <a:moveTo>
                    <a:pt x="7619" y="838200"/>
                  </a:moveTo>
                  <a:lnTo>
                    <a:pt x="0" y="838200"/>
                  </a:lnTo>
                  <a:lnTo>
                    <a:pt x="0" y="840740"/>
                  </a:lnTo>
                  <a:lnTo>
                    <a:pt x="2539" y="840740"/>
                  </a:lnTo>
                  <a:lnTo>
                    <a:pt x="2539" y="839470"/>
                  </a:lnTo>
                  <a:lnTo>
                    <a:pt x="7619" y="839470"/>
                  </a:lnTo>
                  <a:lnTo>
                    <a:pt x="7619" y="838200"/>
                  </a:lnTo>
                  <a:close/>
                </a:path>
                <a:path w="11429" h="840739">
                  <a:moveTo>
                    <a:pt x="11429" y="834390"/>
                  </a:moveTo>
                  <a:lnTo>
                    <a:pt x="0" y="834390"/>
                  </a:lnTo>
                  <a:lnTo>
                    <a:pt x="0" y="836930"/>
                  </a:lnTo>
                  <a:lnTo>
                    <a:pt x="7619" y="836930"/>
                  </a:lnTo>
                  <a:lnTo>
                    <a:pt x="7619" y="838200"/>
                  </a:lnTo>
                  <a:lnTo>
                    <a:pt x="11429" y="838200"/>
                  </a:lnTo>
                  <a:lnTo>
                    <a:pt x="11429" y="834390"/>
                  </a:lnTo>
                  <a:close/>
                </a:path>
                <a:path w="11429" h="840739">
                  <a:moveTo>
                    <a:pt x="11429" y="831850"/>
                  </a:moveTo>
                  <a:lnTo>
                    <a:pt x="0" y="831850"/>
                  </a:lnTo>
                  <a:lnTo>
                    <a:pt x="0" y="833120"/>
                  </a:lnTo>
                  <a:lnTo>
                    <a:pt x="11429" y="833120"/>
                  </a:lnTo>
                  <a:lnTo>
                    <a:pt x="11429" y="831850"/>
                  </a:lnTo>
                  <a:close/>
                </a:path>
                <a:path w="11429" h="840739">
                  <a:moveTo>
                    <a:pt x="11429" y="826770"/>
                  </a:moveTo>
                  <a:lnTo>
                    <a:pt x="0" y="826770"/>
                  </a:lnTo>
                  <a:lnTo>
                    <a:pt x="0" y="830580"/>
                  </a:lnTo>
                  <a:lnTo>
                    <a:pt x="11429" y="830580"/>
                  </a:lnTo>
                  <a:lnTo>
                    <a:pt x="11429" y="826770"/>
                  </a:lnTo>
                  <a:close/>
                </a:path>
                <a:path w="11429" h="840739">
                  <a:moveTo>
                    <a:pt x="1142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1429" y="825500"/>
                  </a:lnTo>
                  <a:lnTo>
                    <a:pt x="11429" y="820420"/>
                  </a:lnTo>
                  <a:close/>
                </a:path>
                <a:path w="11429" h="840739">
                  <a:moveTo>
                    <a:pt x="1142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1429" y="819150"/>
                  </a:lnTo>
                  <a:lnTo>
                    <a:pt x="11429" y="814070"/>
                  </a:lnTo>
                  <a:close/>
                </a:path>
                <a:path w="11429" h="840739">
                  <a:moveTo>
                    <a:pt x="1142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1429" y="812800"/>
                  </a:lnTo>
                  <a:lnTo>
                    <a:pt x="11429" y="807720"/>
                  </a:lnTo>
                  <a:close/>
                </a:path>
                <a:path w="11429" h="840739">
                  <a:moveTo>
                    <a:pt x="1142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1429" y="806450"/>
                  </a:lnTo>
                  <a:lnTo>
                    <a:pt x="11429" y="801370"/>
                  </a:lnTo>
                  <a:close/>
                </a:path>
                <a:path w="11429" h="840739">
                  <a:moveTo>
                    <a:pt x="1142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40739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40739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40739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40739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840739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840739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840739">
                  <a:moveTo>
                    <a:pt x="11429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50570"/>
                  </a:lnTo>
                  <a:close/>
                </a:path>
                <a:path w="11429" h="840739">
                  <a:moveTo>
                    <a:pt x="11429" y="742950"/>
                  </a:moveTo>
                  <a:lnTo>
                    <a:pt x="0" y="742950"/>
                  </a:lnTo>
                  <a:lnTo>
                    <a:pt x="0" y="749300"/>
                  </a:lnTo>
                  <a:lnTo>
                    <a:pt x="11429" y="749300"/>
                  </a:lnTo>
                  <a:lnTo>
                    <a:pt x="11429" y="742950"/>
                  </a:lnTo>
                  <a:close/>
                </a:path>
                <a:path w="11429" h="840739">
                  <a:moveTo>
                    <a:pt x="11429" y="739140"/>
                  </a:moveTo>
                  <a:lnTo>
                    <a:pt x="0" y="739140"/>
                  </a:lnTo>
                  <a:lnTo>
                    <a:pt x="0" y="741680"/>
                  </a:lnTo>
                  <a:lnTo>
                    <a:pt x="11429" y="741680"/>
                  </a:lnTo>
                  <a:lnTo>
                    <a:pt x="11429" y="739140"/>
                  </a:lnTo>
                  <a:close/>
                </a:path>
              </a:pathLst>
            </a:custGeom>
            <a:solidFill>
              <a:srgbClr val="828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39">
              <a:extLst>
                <a:ext uri="{FF2B5EF4-FFF2-40B4-BE49-F238E27FC236}">
                  <a16:creationId xmlns:a16="http://schemas.microsoft.com/office/drawing/2014/main" id="{008F9037-6FCA-C065-5892-F1612938DC9D}"/>
                </a:ext>
              </a:extLst>
            </p:cNvPr>
            <p:cNvSpPr/>
            <p:nvPr/>
          </p:nvSpPr>
          <p:spPr>
            <a:xfrm>
              <a:off x="4864100" y="5626099"/>
              <a:ext cx="11430" cy="834390"/>
            </a:xfrm>
            <a:custGeom>
              <a:avLst/>
              <a:gdLst/>
              <a:ahLst/>
              <a:cxnLst/>
              <a:rect l="l" t="t" r="r" b="b"/>
              <a:pathLst>
                <a:path w="11429" h="834389">
                  <a:moveTo>
                    <a:pt x="507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11429" h="834389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834389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834389">
                  <a:moveTo>
                    <a:pt x="11429" y="7620"/>
                  </a:moveTo>
                  <a:lnTo>
                    <a:pt x="0" y="762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7620"/>
                  </a:lnTo>
                  <a:close/>
                </a:path>
                <a:path w="11429" h="834389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834389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834389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834389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834389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834389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834389">
                  <a:moveTo>
                    <a:pt x="11429" y="33020"/>
                  </a:moveTo>
                  <a:lnTo>
                    <a:pt x="0" y="3302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3020"/>
                  </a:lnTo>
                  <a:close/>
                </a:path>
                <a:path w="11429" h="834389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834389">
                  <a:moveTo>
                    <a:pt x="11429" y="45720"/>
                  </a:moveTo>
                  <a:lnTo>
                    <a:pt x="0" y="4572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45720"/>
                  </a:lnTo>
                  <a:close/>
                </a:path>
                <a:path w="11429" h="834389">
                  <a:moveTo>
                    <a:pt x="11429" y="54610"/>
                  </a:moveTo>
                  <a:lnTo>
                    <a:pt x="0" y="5461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4610"/>
                  </a:lnTo>
                  <a:close/>
                </a:path>
                <a:path w="11429" h="834389">
                  <a:moveTo>
                    <a:pt x="11429" y="60960"/>
                  </a:moveTo>
                  <a:lnTo>
                    <a:pt x="0" y="6096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0960"/>
                  </a:lnTo>
                  <a:close/>
                </a:path>
                <a:path w="11429" h="834389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834389">
                  <a:moveTo>
                    <a:pt x="11429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71120"/>
                  </a:lnTo>
                  <a:close/>
                </a:path>
                <a:path w="11429" h="834389">
                  <a:moveTo>
                    <a:pt x="11429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29" y="77469"/>
                  </a:lnTo>
                  <a:lnTo>
                    <a:pt x="11429" y="73660"/>
                  </a:lnTo>
                  <a:close/>
                </a:path>
                <a:path w="11429" h="834389">
                  <a:moveTo>
                    <a:pt x="11429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7470"/>
                  </a:lnTo>
                  <a:close/>
                </a:path>
                <a:path w="11429" h="834389">
                  <a:moveTo>
                    <a:pt x="11429" y="80010"/>
                  </a:moveTo>
                  <a:lnTo>
                    <a:pt x="0" y="80010"/>
                  </a:lnTo>
                  <a:lnTo>
                    <a:pt x="0" y="90169"/>
                  </a:lnTo>
                  <a:lnTo>
                    <a:pt x="11429" y="90169"/>
                  </a:lnTo>
                  <a:lnTo>
                    <a:pt x="11429" y="80010"/>
                  </a:lnTo>
                  <a:close/>
                </a:path>
                <a:path w="11429" h="834389">
                  <a:moveTo>
                    <a:pt x="11429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90170"/>
                  </a:lnTo>
                  <a:close/>
                </a:path>
                <a:path w="11429" h="834389">
                  <a:moveTo>
                    <a:pt x="11429" y="92710"/>
                  </a:moveTo>
                  <a:lnTo>
                    <a:pt x="0" y="92710"/>
                  </a:lnTo>
                  <a:lnTo>
                    <a:pt x="0" y="734060"/>
                  </a:lnTo>
                  <a:lnTo>
                    <a:pt x="11429" y="734060"/>
                  </a:lnTo>
                  <a:lnTo>
                    <a:pt x="11429" y="92710"/>
                  </a:lnTo>
                  <a:close/>
                </a:path>
                <a:path w="11429" h="834389">
                  <a:moveTo>
                    <a:pt x="6350" y="830580"/>
                  </a:moveTo>
                  <a:lnTo>
                    <a:pt x="0" y="830580"/>
                  </a:lnTo>
                  <a:lnTo>
                    <a:pt x="0" y="834390"/>
                  </a:lnTo>
                  <a:lnTo>
                    <a:pt x="1270" y="834390"/>
                  </a:lnTo>
                  <a:lnTo>
                    <a:pt x="1270" y="833119"/>
                  </a:lnTo>
                  <a:lnTo>
                    <a:pt x="6350" y="833119"/>
                  </a:lnTo>
                  <a:lnTo>
                    <a:pt x="6350" y="830580"/>
                  </a:lnTo>
                  <a:close/>
                </a:path>
                <a:path w="11429" h="834389">
                  <a:moveTo>
                    <a:pt x="11429" y="828040"/>
                  </a:moveTo>
                  <a:lnTo>
                    <a:pt x="0" y="828040"/>
                  </a:lnTo>
                  <a:lnTo>
                    <a:pt x="0" y="829310"/>
                  </a:lnTo>
                  <a:lnTo>
                    <a:pt x="11429" y="829310"/>
                  </a:lnTo>
                  <a:lnTo>
                    <a:pt x="11429" y="828040"/>
                  </a:lnTo>
                  <a:close/>
                </a:path>
                <a:path w="11429" h="834389">
                  <a:moveTo>
                    <a:pt x="11429" y="822960"/>
                  </a:moveTo>
                  <a:lnTo>
                    <a:pt x="0" y="822960"/>
                  </a:lnTo>
                  <a:lnTo>
                    <a:pt x="0" y="826769"/>
                  </a:lnTo>
                  <a:lnTo>
                    <a:pt x="11429" y="826769"/>
                  </a:lnTo>
                  <a:lnTo>
                    <a:pt x="11429" y="822960"/>
                  </a:lnTo>
                  <a:close/>
                </a:path>
                <a:path w="11429" h="834389">
                  <a:moveTo>
                    <a:pt x="11429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29" y="821689"/>
                  </a:lnTo>
                  <a:lnTo>
                    <a:pt x="11429" y="816610"/>
                  </a:lnTo>
                  <a:close/>
                </a:path>
                <a:path w="11429" h="834389">
                  <a:moveTo>
                    <a:pt x="11429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29" y="815339"/>
                  </a:lnTo>
                  <a:lnTo>
                    <a:pt x="11429" y="810260"/>
                  </a:lnTo>
                  <a:close/>
                </a:path>
                <a:path w="11429" h="834389">
                  <a:moveTo>
                    <a:pt x="11429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29" y="808990"/>
                  </a:lnTo>
                  <a:lnTo>
                    <a:pt x="11429" y="803910"/>
                  </a:lnTo>
                  <a:close/>
                </a:path>
                <a:path w="11429" h="834389">
                  <a:moveTo>
                    <a:pt x="11429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29" y="802640"/>
                  </a:lnTo>
                  <a:lnTo>
                    <a:pt x="11429" y="797560"/>
                  </a:lnTo>
                  <a:close/>
                </a:path>
                <a:path w="11429" h="834389">
                  <a:moveTo>
                    <a:pt x="11429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29" y="796290"/>
                  </a:lnTo>
                  <a:lnTo>
                    <a:pt x="11429" y="791210"/>
                  </a:lnTo>
                  <a:close/>
                </a:path>
                <a:path w="11429" h="834389">
                  <a:moveTo>
                    <a:pt x="11429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29" y="789940"/>
                  </a:lnTo>
                  <a:lnTo>
                    <a:pt x="11429" y="784860"/>
                  </a:lnTo>
                  <a:close/>
                </a:path>
                <a:path w="11429" h="834389">
                  <a:moveTo>
                    <a:pt x="11429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29" y="783590"/>
                  </a:lnTo>
                  <a:lnTo>
                    <a:pt x="11429" y="778510"/>
                  </a:lnTo>
                  <a:close/>
                </a:path>
                <a:path w="11429" h="834389">
                  <a:moveTo>
                    <a:pt x="11429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29" y="777240"/>
                  </a:lnTo>
                  <a:lnTo>
                    <a:pt x="11429" y="772160"/>
                  </a:lnTo>
                  <a:close/>
                </a:path>
                <a:path w="11429" h="834389">
                  <a:moveTo>
                    <a:pt x="11429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29" y="770890"/>
                  </a:lnTo>
                  <a:lnTo>
                    <a:pt x="11429" y="765810"/>
                  </a:lnTo>
                  <a:close/>
                </a:path>
                <a:path w="11429" h="834389">
                  <a:moveTo>
                    <a:pt x="11429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1429" y="764540"/>
                  </a:lnTo>
                  <a:lnTo>
                    <a:pt x="11429" y="759460"/>
                  </a:lnTo>
                  <a:close/>
                </a:path>
                <a:path w="11429" h="834389">
                  <a:moveTo>
                    <a:pt x="11429" y="753110"/>
                  </a:moveTo>
                  <a:lnTo>
                    <a:pt x="0" y="753110"/>
                  </a:lnTo>
                  <a:lnTo>
                    <a:pt x="0" y="758190"/>
                  </a:lnTo>
                  <a:lnTo>
                    <a:pt x="11429" y="758190"/>
                  </a:lnTo>
                  <a:lnTo>
                    <a:pt x="11429" y="753110"/>
                  </a:lnTo>
                  <a:close/>
                </a:path>
                <a:path w="11429" h="834389">
                  <a:moveTo>
                    <a:pt x="11429" y="746760"/>
                  </a:moveTo>
                  <a:lnTo>
                    <a:pt x="0" y="746760"/>
                  </a:lnTo>
                  <a:lnTo>
                    <a:pt x="0" y="751840"/>
                  </a:lnTo>
                  <a:lnTo>
                    <a:pt x="11429" y="751840"/>
                  </a:lnTo>
                  <a:lnTo>
                    <a:pt x="11429" y="746760"/>
                  </a:lnTo>
                  <a:close/>
                </a:path>
                <a:path w="11429" h="834389">
                  <a:moveTo>
                    <a:pt x="11429" y="739140"/>
                  </a:moveTo>
                  <a:lnTo>
                    <a:pt x="0" y="739140"/>
                  </a:lnTo>
                  <a:lnTo>
                    <a:pt x="0" y="745490"/>
                  </a:lnTo>
                  <a:lnTo>
                    <a:pt x="11429" y="745490"/>
                  </a:lnTo>
                  <a:lnTo>
                    <a:pt x="11429" y="739140"/>
                  </a:lnTo>
                  <a:close/>
                </a:path>
                <a:path w="11429" h="834389">
                  <a:moveTo>
                    <a:pt x="11429" y="735330"/>
                  </a:moveTo>
                  <a:lnTo>
                    <a:pt x="0" y="735330"/>
                  </a:lnTo>
                  <a:lnTo>
                    <a:pt x="0" y="737870"/>
                  </a:lnTo>
                  <a:lnTo>
                    <a:pt x="11429" y="737870"/>
                  </a:lnTo>
                  <a:lnTo>
                    <a:pt x="11429" y="735330"/>
                  </a:lnTo>
                  <a:close/>
                </a:path>
              </a:pathLst>
            </a:custGeom>
            <a:solidFill>
              <a:srgbClr val="8383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0">
              <a:extLst>
                <a:ext uri="{FF2B5EF4-FFF2-40B4-BE49-F238E27FC236}">
                  <a16:creationId xmlns:a16="http://schemas.microsoft.com/office/drawing/2014/main" id="{0B1BDF01-CB18-50BC-342E-18B6EF5BF0D3}"/>
                </a:ext>
              </a:extLst>
            </p:cNvPr>
            <p:cNvSpPr/>
            <p:nvPr/>
          </p:nvSpPr>
          <p:spPr>
            <a:xfrm>
              <a:off x="4875530" y="5628639"/>
              <a:ext cx="10160" cy="828040"/>
            </a:xfrm>
            <a:custGeom>
              <a:avLst/>
              <a:gdLst/>
              <a:ahLst/>
              <a:cxnLst/>
              <a:rect l="l" t="t" r="r" b="b"/>
              <a:pathLst>
                <a:path w="10160" h="828039">
                  <a:moveTo>
                    <a:pt x="50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10160" h="828039">
                  <a:moveTo>
                    <a:pt x="10160" y="825512"/>
                  </a:moveTo>
                  <a:lnTo>
                    <a:pt x="0" y="825512"/>
                  </a:lnTo>
                  <a:lnTo>
                    <a:pt x="0" y="826770"/>
                  </a:lnTo>
                  <a:lnTo>
                    <a:pt x="1270" y="826770"/>
                  </a:lnTo>
                  <a:lnTo>
                    <a:pt x="1270" y="828040"/>
                  </a:lnTo>
                  <a:lnTo>
                    <a:pt x="6350" y="828040"/>
                  </a:lnTo>
                  <a:lnTo>
                    <a:pt x="6350" y="826770"/>
                  </a:lnTo>
                  <a:lnTo>
                    <a:pt x="10160" y="826770"/>
                  </a:lnTo>
                  <a:lnTo>
                    <a:pt x="10160" y="825512"/>
                  </a:lnTo>
                  <a:close/>
                </a:path>
                <a:path w="10160" h="828039">
                  <a:moveTo>
                    <a:pt x="10160" y="820420"/>
                  </a:moveTo>
                  <a:lnTo>
                    <a:pt x="0" y="820420"/>
                  </a:lnTo>
                  <a:lnTo>
                    <a:pt x="0" y="824230"/>
                  </a:lnTo>
                  <a:lnTo>
                    <a:pt x="10160" y="824230"/>
                  </a:lnTo>
                  <a:lnTo>
                    <a:pt x="10160" y="820420"/>
                  </a:lnTo>
                  <a:close/>
                </a:path>
                <a:path w="10160" h="828039">
                  <a:moveTo>
                    <a:pt x="10160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60" y="819150"/>
                  </a:lnTo>
                  <a:lnTo>
                    <a:pt x="10160" y="814070"/>
                  </a:lnTo>
                  <a:close/>
                </a:path>
                <a:path w="10160" h="828039">
                  <a:moveTo>
                    <a:pt x="10160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60" y="812800"/>
                  </a:lnTo>
                  <a:lnTo>
                    <a:pt x="10160" y="807720"/>
                  </a:lnTo>
                  <a:close/>
                </a:path>
                <a:path w="10160" h="828039">
                  <a:moveTo>
                    <a:pt x="10160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60" y="806450"/>
                  </a:lnTo>
                  <a:lnTo>
                    <a:pt x="10160" y="801370"/>
                  </a:lnTo>
                  <a:close/>
                </a:path>
                <a:path w="10160" h="828039">
                  <a:moveTo>
                    <a:pt x="10160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60" y="800100"/>
                  </a:lnTo>
                  <a:lnTo>
                    <a:pt x="10160" y="795020"/>
                  </a:lnTo>
                  <a:close/>
                </a:path>
                <a:path w="10160" h="828039">
                  <a:moveTo>
                    <a:pt x="10160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60" y="793750"/>
                  </a:lnTo>
                  <a:lnTo>
                    <a:pt x="10160" y="788670"/>
                  </a:lnTo>
                  <a:close/>
                </a:path>
                <a:path w="10160" h="828039">
                  <a:moveTo>
                    <a:pt x="1016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60" y="787400"/>
                  </a:lnTo>
                  <a:lnTo>
                    <a:pt x="10160" y="782320"/>
                  </a:lnTo>
                  <a:close/>
                </a:path>
                <a:path w="10160" h="828039">
                  <a:moveTo>
                    <a:pt x="1016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60" y="781050"/>
                  </a:lnTo>
                  <a:lnTo>
                    <a:pt x="10160" y="775970"/>
                  </a:lnTo>
                  <a:close/>
                </a:path>
                <a:path w="10160" h="828039">
                  <a:moveTo>
                    <a:pt x="10160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60" y="774700"/>
                  </a:lnTo>
                  <a:lnTo>
                    <a:pt x="10160" y="769620"/>
                  </a:lnTo>
                  <a:close/>
                </a:path>
                <a:path w="10160" h="828039">
                  <a:moveTo>
                    <a:pt x="10160" y="763282"/>
                  </a:moveTo>
                  <a:lnTo>
                    <a:pt x="0" y="763282"/>
                  </a:lnTo>
                  <a:lnTo>
                    <a:pt x="0" y="768350"/>
                  </a:lnTo>
                  <a:lnTo>
                    <a:pt x="10160" y="768350"/>
                  </a:lnTo>
                  <a:lnTo>
                    <a:pt x="10160" y="763282"/>
                  </a:lnTo>
                  <a:close/>
                </a:path>
                <a:path w="10160" h="828039">
                  <a:moveTo>
                    <a:pt x="10160" y="756920"/>
                  </a:moveTo>
                  <a:lnTo>
                    <a:pt x="0" y="756920"/>
                  </a:lnTo>
                  <a:lnTo>
                    <a:pt x="0" y="762012"/>
                  </a:lnTo>
                  <a:lnTo>
                    <a:pt x="10160" y="762012"/>
                  </a:lnTo>
                  <a:lnTo>
                    <a:pt x="10160" y="756920"/>
                  </a:lnTo>
                  <a:close/>
                </a:path>
                <a:path w="10160" h="828039">
                  <a:moveTo>
                    <a:pt x="10160" y="750582"/>
                  </a:moveTo>
                  <a:lnTo>
                    <a:pt x="0" y="750582"/>
                  </a:lnTo>
                  <a:lnTo>
                    <a:pt x="0" y="755650"/>
                  </a:lnTo>
                  <a:lnTo>
                    <a:pt x="10160" y="755650"/>
                  </a:lnTo>
                  <a:lnTo>
                    <a:pt x="10160" y="750582"/>
                  </a:lnTo>
                  <a:close/>
                </a:path>
                <a:path w="10160" h="828039">
                  <a:moveTo>
                    <a:pt x="10160" y="744220"/>
                  </a:moveTo>
                  <a:lnTo>
                    <a:pt x="0" y="744220"/>
                  </a:lnTo>
                  <a:lnTo>
                    <a:pt x="0" y="749312"/>
                  </a:lnTo>
                  <a:lnTo>
                    <a:pt x="10160" y="749312"/>
                  </a:lnTo>
                  <a:lnTo>
                    <a:pt x="10160" y="744220"/>
                  </a:lnTo>
                  <a:close/>
                </a:path>
                <a:path w="10160" h="828039">
                  <a:moveTo>
                    <a:pt x="10160" y="736600"/>
                  </a:moveTo>
                  <a:lnTo>
                    <a:pt x="0" y="736600"/>
                  </a:lnTo>
                  <a:lnTo>
                    <a:pt x="0" y="742950"/>
                  </a:lnTo>
                  <a:lnTo>
                    <a:pt x="10160" y="742950"/>
                  </a:lnTo>
                  <a:lnTo>
                    <a:pt x="10160" y="736600"/>
                  </a:lnTo>
                  <a:close/>
                </a:path>
                <a:path w="10160" h="828039">
                  <a:moveTo>
                    <a:pt x="10160" y="732802"/>
                  </a:moveTo>
                  <a:lnTo>
                    <a:pt x="0" y="732802"/>
                  </a:lnTo>
                  <a:lnTo>
                    <a:pt x="0" y="735330"/>
                  </a:lnTo>
                  <a:lnTo>
                    <a:pt x="10160" y="735330"/>
                  </a:lnTo>
                  <a:lnTo>
                    <a:pt x="10160" y="732802"/>
                  </a:lnTo>
                  <a:close/>
                </a:path>
                <a:path w="10160" h="828039">
                  <a:moveTo>
                    <a:pt x="10160" y="90182"/>
                  </a:moveTo>
                  <a:lnTo>
                    <a:pt x="0" y="90182"/>
                  </a:lnTo>
                  <a:lnTo>
                    <a:pt x="0" y="731532"/>
                  </a:lnTo>
                  <a:lnTo>
                    <a:pt x="10160" y="731532"/>
                  </a:lnTo>
                  <a:lnTo>
                    <a:pt x="10160" y="90182"/>
                  </a:lnTo>
                  <a:close/>
                </a:path>
                <a:path w="10160" h="828039">
                  <a:moveTo>
                    <a:pt x="10160" y="87642"/>
                  </a:moveTo>
                  <a:lnTo>
                    <a:pt x="0" y="87642"/>
                  </a:lnTo>
                  <a:lnTo>
                    <a:pt x="0" y="90170"/>
                  </a:lnTo>
                  <a:lnTo>
                    <a:pt x="10160" y="90170"/>
                  </a:lnTo>
                  <a:lnTo>
                    <a:pt x="10160" y="87642"/>
                  </a:lnTo>
                  <a:close/>
                </a:path>
                <a:path w="10160" h="828039">
                  <a:moveTo>
                    <a:pt x="10160" y="77482"/>
                  </a:moveTo>
                  <a:lnTo>
                    <a:pt x="0" y="77482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77482"/>
                  </a:lnTo>
                  <a:close/>
                </a:path>
                <a:path w="10160" h="828039">
                  <a:moveTo>
                    <a:pt x="10160" y="74942"/>
                  </a:moveTo>
                  <a:lnTo>
                    <a:pt x="0" y="74942"/>
                  </a:lnTo>
                  <a:lnTo>
                    <a:pt x="0" y="77470"/>
                  </a:lnTo>
                  <a:lnTo>
                    <a:pt x="10160" y="77470"/>
                  </a:lnTo>
                  <a:lnTo>
                    <a:pt x="10160" y="74942"/>
                  </a:lnTo>
                  <a:close/>
                </a:path>
                <a:path w="10160" h="828039">
                  <a:moveTo>
                    <a:pt x="10160" y="71132"/>
                  </a:moveTo>
                  <a:lnTo>
                    <a:pt x="0" y="71132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1132"/>
                  </a:lnTo>
                  <a:close/>
                </a:path>
                <a:path w="10160" h="828039">
                  <a:moveTo>
                    <a:pt x="10160" y="68592"/>
                  </a:moveTo>
                  <a:lnTo>
                    <a:pt x="0" y="68592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8592"/>
                  </a:lnTo>
                  <a:close/>
                </a:path>
                <a:path w="10160" h="828039">
                  <a:moveTo>
                    <a:pt x="10160" y="64782"/>
                  </a:moveTo>
                  <a:lnTo>
                    <a:pt x="0" y="64782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4782"/>
                  </a:lnTo>
                  <a:close/>
                </a:path>
                <a:path w="10160" h="828039">
                  <a:moveTo>
                    <a:pt x="10160" y="58432"/>
                  </a:moveTo>
                  <a:lnTo>
                    <a:pt x="0" y="58432"/>
                  </a:lnTo>
                  <a:lnTo>
                    <a:pt x="0" y="64770"/>
                  </a:lnTo>
                  <a:lnTo>
                    <a:pt x="10160" y="64770"/>
                  </a:lnTo>
                  <a:lnTo>
                    <a:pt x="10160" y="58432"/>
                  </a:lnTo>
                  <a:close/>
                </a:path>
                <a:path w="10160" h="828039">
                  <a:moveTo>
                    <a:pt x="10160" y="52082"/>
                  </a:moveTo>
                  <a:lnTo>
                    <a:pt x="0" y="52082"/>
                  </a:lnTo>
                  <a:lnTo>
                    <a:pt x="0" y="58420"/>
                  </a:lnTo>
                  <a:lnTo>
                    <a:pt x="10160" y="58420"/>
                  </a:lnTo>
                  <a:lnTo>
                    <a:pt x="10160" y="52082"/>
                  </a:lnTo>
                  <a:close/>
                </a:path>
                <a:path w="10160" h="828039">
                  <a:moveTo>
                    <a:pt x="10160" y="43192"/>
                  </a:moveTo>
                  <a:lnTo>
                    <a:pt x="0" y="43192"/>
                  </a:lnTo>
                  <a:lnTo>
                    <a:pt x="0" y="52070"/>
                  </a:lnTo>
                  <a:lnTo>
                    <a:pt x="10160" y="52070"/>
                  </a:lnTo>
                  <a:lnTo>
                    <a:pt x="10160" y="43192"/>
                  </a:lnTo>
                  <a:close/>
                </a:path>
                <a:path w="10160" h="828039">
                  <a:moveTo>
                    <a:pt x="10160" y="39382"/>
                  </a:moveTo>
                  <a:lnTo>
                    <a:pt x="0" y="39382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9382"/>
                  </a:lnTo>
                  <a:close/>
                </a:path>
                <a:path w="10160" h="828039">
                  <a:moveTo>
                    <a:pt x="10160" y="30492"/>
                  </a:moveTo>
                  <a:lnTo>
                    <a:pt x="0" y="30492"/>
                  </a:lnTo>
                  <a:lnTo>
                    <a:pt x="0" y="39370"/>
                  </a:lnTo>
                  <a:lnTo>
                    <a:pt x="10160" y="39370"/>
                  </a:lnTo>
                  <a:lnTo>
                    <a:pt x="10160" y="30492"/>
                  </a:lnTo>
                  <a:close/>
                </a:path>
                <a:path w="10160" h="828039">
                  <a:moveTo>
                    <a:pt x="10160" y="26682"/>
                  </a:moveTo>
                  <a:lnTo>
                    <a:pt x="0" y="26682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6682"/>
                  </a:lnTo>
                  <a:close/>
                </a:path>
                <a:path w="10160" h="828039">
                  <a:moveTo>
                    <a:pt x="10160" y="24142"/>
                  </a:moveTo>
                  <a:lnTo>
                    <a:pt x="0" y="24142"/>
                  </a:lnTo>
                  <a:lnTo>
                    <a:pt x="0" y="26670"/>
                  </a:lnTo>
                  <a:lnTo>
                    <a:pt x="10160" y="26670"/>
                  </a:lnTo>
                  <a:lnTo>
                    <a:pt x="10160" y="24142"/>
                  </a:lnTo>
                  <a:close/>
                </a:path>
                <a:path w="10160" h="828039">
                  <a:moveTo>
                    <a:pt x="1016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0332"/>
                  </a:lnTo>
                  <a:close/>
                </a:path>
                <a:path w="10160" h="828039">
                  <a:moveTo>
                    <a:pt x="1016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7792"/>
                  </a:lnTo>
                  <a:close/>
                </a:path>
                <a:path w="10160" h="828039">
                  <a:moveTo>
                    <a:pt x="1016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3982"/>
                  </a:lnTo>
                  <a:close/>
                </a:path>
                <a:path w="10160" h="828039">
                  <a:moveTo>
                    <a:pt x="1016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10160" y="13970"/>
                  </a:lnTo>
                  <a:lnTo>
                    <a:pt x="10160" y="11442"/>
                  </a:lnTo>
                  <a:close/>
                </a:path>
                <a:path w="10160" h="828039">
                  <a:moveTo>
                    <a:pt x="10160" y="5092"/>
                  </a:moveTo>
                  <a:lnTo>
                    <a:pt x="0" y="5092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5092"/>
                  </a:lnTo>
                  <a:close/>
                </a:path>
                <a:path w="10160" h="828039">
                  <a:moveTo>
                    <a:pt x="1016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1282"/>
                  </a:lnTo>
                  <a:close/>
                </a:path>
              </a:pathLst>
            </a:custGeom>
            <a:solidFill>
              <a:srgbClr val="8383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1">
              <a:extLst>
                <a:ext uri="{FF2B5EF4-FFF2-40B4-BE49-F238E27FC236}">
                  <a16:creationId xmlns:a16="http://schemas.microsoft.com/office/drawing/2014/main" id="{EA7DB69B-571D-1229-BFE5-1CD7358622E3}"/>
                </a:ext>
              </a:extLst>
            </p:cNvPr>
            <p:cNvSpPr/>
            <p:nvPr/>
          </p:nvSpPr>
          <p:spPr>
            <a:xfrm>
              <a:off x="4885690" y="5631179"/>
              <a:ext cx="11430" cy="824230"/>
            </a:xfrm>
            <a:custGeom>
              <a:avLst/>
              <a:gdLst/>
              <a:ahLst/>
              <a:cxnLst/>
              <a:rect l="l" t="t" r="r" b="b"/>
              <a:pathLst>
                <a:path w="11429" h="824229">
                  <a:moveTo>
                    <a:pt x="50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1270"/>
                  </a:lnTo>
                  <a:lnTo>
                    <a:pt x="5079" y="1270"/>
                  </a:lnTo>
                  <a:lnTo>
                    <a:pt x="5079" y="0"/>
                  </a:lnTo>
                  <a:close/>
                </a:path>
                <a:path w="11429" h="824229">
                  <a:moveTo>
                    <a:pt x="11430" y="254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2540"/>
                  </a:lnTo>
                  <a:close/>
                </a:path>
                <a:path w="11429" h="824229">
                  <a:moveTo>
                    <a:pt x="1143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890"/>
                  </a:lnTo>
                  <a:close/>
                </a:path>
                <a:path w="11429" h="824229">
                  <a:moveTo>
                    <a:pt x="1143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30"/>
                  </a:lnTo>
                  <a:close/>
                </a:path>
                <a:path w="11429" h="824229">
                  <a:moveTo>
                    <a:pt x="1143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40"/>
                  </a:lnTo>
                  <a:close/>
                </a:path>
                <a:path w="11429" h="824229">
                  <a:moveTo>
                    <a:pt x="1143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80"/>
                  </a:lnTo>
                  <a:close/>
                </a:path>
                <a:path w="11429" h="824229">
                  <a:moveTo>
                    <a:pt x="1143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590"/>
                  </a:lnTo>
                  <a:close/>
                </a:path>
                <a:path w="11429" h="824229">
                  <a:moveTo>
                    <a:pt x="1143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30"/>
                  </a:lnTo>
                  <a:close/>
                </a:path>
                <a:path w="11429" h="824229">
                  <a:moveTo>
                    <a:pt x="11430" y="27940"/>
                  </a:moveTo>
                  <a:lnTo>
                    <a:pt x="0" y="27940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27940"/>
                  </a:lnTo>
                  <a:close/>
                </a:path>
                <a:path w="11429" h="824229">
                  <a:moveTo>
                    <a:pt x="1143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30"/>
                  </a:lnTo>
                  <a:close/>
                </a:path>
                <a:path w="11429" h="824229">
                  <a:moveTo>
                    <a:pt x="11430" y="40640"/>
                  </a:moveTo>
                  <a:lnTo>
                    <a:pt x="0" y="40640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0640"/>
                  </a:lnTo>
                  <a:close/>
                </a:path>
                <a:path w="11429" h="824229">
                  <a:moveTo>
                    <a:pt x="11430" y="49530"/>
                  </a:moveTo>
                  <a:lnTo>
                    <a:pt x="0" y="49530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49530"/>
                  </a:lnTo>
                  <a:close/>
                </a:path>
                <a:path w="11429" h="824229">
                  <a:moveTo>
                    <a:pt x="11430" y="55880"/>
                  </a:moveTo>
                  <a:lnTo>
                    <a:pt x="0" y="55880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5880"/>
                  </a:lnTo>
                  <a:close/>
                </a:path>
                <a:path w="11429" h="824229">
                  <a:moveTo>
                    <a:pt x="1143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30"/>
                  </a:lnTo>
                  <a:close/>
                </a:path>
                <a:path w="11429" h="824229">
                  <a:moveTo>
                    <a:pt x="1143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40"/>
                  </a:lnTo>
                  <a:close/>
                </a:path>
                <a:path w="11429" h="824229">
                  <a:moveTo>
                    <a:pt x="11430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1430" y="72390"/>
                  </a:lnTo>
                  <a:lnTo>
                    <a:pt x="11430" y="68580"/>
                  </a:lnTo>
                  <a:close/>
                </a:path>
                <a:path w="11429" h="824229">
                  <a:moveTo>
                    <a:pt x="1143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2390"/>
                  </a:lnTo>
                  <a:close/>
                </a:path>
                <a:path w="11429" h="824229">
                  <a:moveTo>
                    <a:pt x="11430" y="74930"/>
                  </a:moveTo>
                  <a:lnTo>
                    <a:pt x="0" y="74930"/>
                  </a:lnTo>
                  <a:lnTo>
                    <a:pt x="0" y="85090"/>
                  </a:lnTo>
                  <a:lnTo>
                    <a:pt x="11430" y="85090"/>
                  </a:lnTo>
                  <a:lnTo>
                    <a:pt x="11430" y="74930"/>
                  </a:lnTo>
                  <a:close/>
                </a:path>
                <a:path w="11429" h="824229">
                  <a:moveTo>
                    <a:pt x="1143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5090"/>
                  </a:lnTo>
                  <a:close/>
                </a:path>
                <a:path w="11429" h="824229">
                  <a:moveTo>
                    <a:pt x="11430" y="87630"/>
                  </a:moveTo>
                  <a:lnTo>
                    <a:pt x="0" y="87630"/>
                  </a:lnTo>
                  <a:lnTo>
                    <a:pt x="0" y="728980"/>
                  </a:lnTo>
                  <a:lnTo>
                    <a:pt x="11430" y="728980"/>
                  </a:lnTo>
                  <a:lnTo>
                    <a:pt x="11430" y="87630"/>
                  </a:lnTo>
                  <a:close/>
                </a:path>
                <a:path w="11429" h="824229">
                  <a:moveTo>
                    <a:pt x="1269" y="822960"/>
                  </a:moveTo>
                  <a:lnTo>
                    <a:pt x="0" y="822960"/>
                  </a:lnTo>
                  <a:lnTo>
                    <a:pt x="0" y="824230"/>
                  </a:lnTo>
                  <a:lnTo>
                    <a:pt x="1269" y="824230"/>
                  </a:lnTo>
                  <a:lnTo>
                    <a:pt x="1269" y="822960"/>
                  </a:lnTo>
                  <a:close/>
                </a:path>
                <a:path w="11429" h="824229">
                  <a:moveTo>
                    <a:pt x="6350" y="821690"/>
                  </a:moveTo>
                  <a:lnTo>
                    <a:pt x="1269" y="821690"/>
                  </a:lnTo>
                  <a:lnTo>
                    <a:pt x="1269" y="822960"/>
                  </a:lnTo>
                  <a:lnTo>
                    <a:pt x="6350" y="822960"/>
                  </a:lnTo>
                  <a:lnTo>
                    <a:pt x="6350" y="821690"/>
                  </a:lnTo>
                  <a:close/>
                </a:path>
                <a:path w="11429" h="824229">
                  <a:moveTo>
                    <a:pt x="11430" y="817880"/>
                  </a:moveTo>
                  <a:lnTo>
                    <a:pt x="0" y="817880"/>
                  </a:lnTo>
                  <a:lnTo>
                    <a:pt x="0" y="821690"/>
                  </a:lnTo>
                  <a:lnTo>
                    <a:pt x="11430" y="821690"/>
                  </a:lnTo>
                  <a:lnTo>
                    <a:pt x="11430" y="817880"/>
                  </a:lnTo>
                  <a:close/>
                </a:path>
                <a:path w="11429" h="824229">
                  <a:moveTo>
                    <a:pt x="1143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30" y="816610"/>
                  </a:lnTo>
                  <a:lnTo>
                    <a:pt x="11430" y="811530"/>
                  </a:lnTo>
                  <a:close/>
                </a:path>
                <a:path w="11429" h="824229">
                  <a:moveTo>
                    <a:pt x="1143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30" y="810260"/>
                  </a:lnTo>
                  <a:lnTo>
                    <a:pt x="11430" y="805180"/>
                  </a:lnTo>
                  <a:close/>
                </a:path>
                <a:path w="11429" h="824229">
                  <a:moveTo>
                    <a:pt x="1143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30" y="803910"/>
                  </a:lnTo>
                  <a:lnTo>
                    <a:pt x="11430" y="798830"/>
                  </a:lnTo>
                  <a:close/>
                </a:path>
                <a:path w="11429" h="824229">
                  <a:moveTo>
                    <a:pt x="1143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30" y="797560"/>
                  </a:lnTo>
                  <a:lnTo>
                    <a:pt x="11430" y="792480"/>
                  </a:lnTo>
                  <a:close/>
                </a:path>
                <a:path w="11429" h="824229">
                  <a:moveTo>
                    <a:pt x="1143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30" y="791210"/>
                  </a:lnTo>
                  <a:lnTo>
                    <a:pt x="11430" y="786130"/>
                  </a:lnTo>
                  <a:close/>
                </a:path>
                <a:path w="11429" h="824229">
                  <a:moveTo>
                    <a:pt x="1143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30" y="784860"/>
                  </a:lnTo>
                  <a:lnTo>
                    <a:pt x="11430" y="779780"/>
                  </a:lnTo>
                  <a:close/>
                </a:path>
                <a:path w="11429" h="824229">
                  <a:moveTo>
                    <a:pt x="1143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1430" y="778510"/>
                  </a:lnTo>
                  <a:lnTo>
                    <a:pt x="11430" y="773430"/>
                  </a:lnTo>
                  <a:close/>
                </a:path>
                <a:path w="11429" h="824229">
                  <a:moveTo>
                    <a:pt x="1143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1430" y="772160"/>
                  </a:lnTo>
                  <a:lnTo>
                    <a:pt x="11430" y="767080"/>
                  </a:lnTo>
                  <a:close/>
                </a:path>
                <a:path w="11429" h="824229">
                  <a:moveTo>
                    <a:pt x="1143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1430" y="765810"/>
                  </a:lnTo>
                  <a:lnTo>
                    <a:pt x="11430" y="760730"/>
                  </a:lnTo>
                  <a:close/>
                </a:path>
                <a:path w="11429" h="824229">
                  <a:moveTo>
                    <a:pt x="1143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1430" y="759460"/>
                  </a:lnTo>
                  <a:lnTo>
                    <a:pt x="11430" y="754380"/>
                  </a:lnTo>
                  <a:close/>
                </a:path>
                <a:path w="11429" h="824229">
                  <a:moveTo>
                    <a:pt x="1143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1430" y="753110"/>
                  </a:lnTo>
                  <a:lnTo>
                    <a:pt x="11430" y="748030"/>
                  </a:lnTo>
                  <a:close/>
                </a:path>
                <a:path w="11429" h="824229">
                  <a:moveTo>
                    <a:pt x="1143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741680"/>
                  </a:lnTo>
                  <a:close/>
                </a:path>
                <a:path w="11429" h="824229">
                  <a:moveTo>
                    <a:pt x="11430" y="734060"/>
                  </a:moveTo>
                  <a:lnTo>
                    <a:pt x="0" y="734060"/>
                  </a:lnTo>
                  <a:lnTo>
                    <a:pt x="0" y="740410"/>
                  </a:lnTo>
                  <a:lnTo>
                    <a:pt x="11430" y="740410"/>
                  </a:lnTo>
                  <a:lnTo>
                    <a:pt x="11430" y="734060"/>
                  </a:lnTo>
                  <a:close/>
                </a:path>
                <a:path w="11429" h="824229">
                  <a:moveTo>
                    <a:pt x="11430" y="730250"/>
                  </a:moveTo>
                  <a:lnTo>
                    <a:pt x="0" y="730250"/>
                  </a:lnTo>
                  <a:lnTo>
                    <a:pt x="0" y="732790"/>
                  </a:lnTo>
                  <a:lnTo>
                    <a:pt x="11430" y="732790"/>
                  </a:lnTo>
                  <a:lnTo>
                    <a:pt x="11430" y="730250"/>
                  </a:lnTo>
                  <a:close/>
                </a:path>
              </a:pathLst>
            </a:custGeom>
            <a:solidFill>
              <a:srgbClr val="8484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2">
              <a:extLst>
                <a:ext uri="{FF2B5EF4-FFF2-40B4-BE49-F238E27FC236}">
                  <a16:creationId xmlns:a16="http://schemas.microsoft.com/office/drawing/2014/main" id="{81BD66F6-8C09-17CD-0313-8EC7DEDD1DF5}"/>
                </a:ext>
              </a:extLst>
            </p:cNvPr>
            <p:cNvSpPr/>
            <p:nvPr/>
          </p:nvSpPr>
          <p:spPr>
            <a:xfrm>
              <a:off x="4897120" y="5633719"/>
              <a:ext cx="10160" cy="819150"/>
            </a:xfrm>
            <a:custGeom>
              <a:avLst/>
              <a:gdLst/>
              <a:ahLst/>
              <a:cxnLst/>
              <a:rect l="l" t="t" r="r" b="b"/>
              <a:pathLst>
                <a:path w="10160" h="81915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10159" y="6349"/>
                  </a:lnTo>
                  <a:lnTo>
                    <a:pt x="10159" y="2539"/>
                  </a:lnTo>
                  <a:lnTo>
                    <a:pt x="7619" y="2539"/>
                  </a:lnTo>
                  <a:lnTo>
                    <a:pt x="7619" y="1269"/>
                  </a:lnTo>
                  <a:lnTo>
                    <a:pt x="2540" y="1269"/>
                  </a:lnTo>
                  <a:lnTo>
                    <a:pt x="2539" y="0"/>
                  </a:lnTo>
                  <a:close/>
                </a:path>
                <a:path w="10160" h="819150">
                  <a:moveTo>
                    <a:pt x="1015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59" y="8889"/>
                  </a:lnTo>
                  <a:lnTo>
                    <a:pt x="10159" y="6349"/>
                  </a:lnTo>
                  <a:close/>
                </a:path>
                <a:path w="10160" h="819150">
                  <a:moveTo>
                    <a:pt x="1015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59" y="12699"/>
                  </a:lnTo>
                  <a:lnTo>
                    <a:pt x="10159" y="8889"/>
                  </a:lnTo>
                  <a:close/>
                </a:path>
                <a:path w="10160" h="819150">
                  <a:moveTo>
                    <a:pt x="1015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59" y="15239"/>
                  </a:lnTo>
                  <a:lnTo>
                    <a:pt x="10159" y="12699"/>
                  </a:lnTo>
                  <a:close/>
                </a:path>
                <a:path w="10160" h="819150">
                  <a:moveTo>
                    <a:pt x="1015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59" y="19049"/>
                  </a:lnTo>
                  <a:lnTo>
                    <a:pt x="10159" y="15239"/>
                  </a:lnTo>
                  <a:close/>
                </a:path>
                <a:path w="10160" h="819150">
                  <a:moveTo>
                    <a:pt x="1015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59" y="21589"/>
                  </a:lnTo>
                  <a:lnTo>
                    <a:pt x="10159" y="19049"/>
                  </a:lnTo>
                  <a:close/>
                </a:path>
                <a:path w="10160" h="819150">
                  <a:moveTo>
                    <a:pt x="1015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59" y="25399"/>
                  </a:lnTo>
                  <a:lnTo>
                    <a:pt x="10159" y="21589"/>
                  </a:lnTo>
                  <a:close/>
                </a:path>
                <a:path w="10160" h="819150">
                  <a:moveTo>
                    <a:pt x="1015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10159" y="34289"/>
                  </a:lnTo>
                  <a:lnTo>
                    <a:pt x="10159" y="25399"/>
                  </a:lnTo>
                  <a:close/>
                </a:path>
                <a:path w="10160" h="819150">
                  <a:moveTo>
                    <a:pt x="1015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59" y="38099"/>
                  </a:lnTo>
                  <a:lnTo>
                    <a:pt x="10159" y="34289"/>
                  </a:lnTo>
                  <a:close/>
                </a:path>
                <a:path w="10160" h="819150">
                  <a:moveTo>
                    <a:pt x="10159" y="38099"/>
                  </a:moveTo>
                  <a:lnTo>
                    <a:pt x="0" y="38099"/>
                  </a:lnTo>
                  <a:lnTo>
                    <a:pt x="0" y="46989"/>
                  </a:lnTo>
                  <a:lnTo>
                    <a:pt x="10159" y="46989"/>
                  </a:lnTo>
                  <a:lnTo>
                    <a:pt x="10159" y="38099"/>
                  </a:lnTo>
                  <a:close/>
                </a:path>
                <a:path w="10160" h="819150">
                  <a:moveTo>
                    <a:pt x="10159" y="46989"/>
                  </a:moveTo>
                  <a:lnTo>
                    <a:pt x="0" y="46989"/>
                  </a:lnTo>
                  <a:lnTo>
                    <a:pt x="0" y="53339"/>
                  </a:lnTo>
                  <a:lnTo>
                    <a:pt x="10159" y="53339"/>
                  </a:lnTo>
                  <a:lnTo>
                    <a:pt x="10159" y="46989"/>
                  </a:lnTo>
                  <a:close/>
                </a:path>
                <a:path w="10160" h="819150">
                  <a:moveTo>
                    <a:pt x="10159" y="53340"/>
                  </a:moveTo>
                  <a:lnTo>
                    <a:pt x="0" y="53340"/>
                  </a:lnTo>
                  <a:lnTo>
                    <a:pt x="0" y="59689"/>
                  </a:lnTo>
                  <a:lnTo>
                    <a:pt x="10159" y="59689"/>
                  </a:lnTo>
                  <a:lnTo>
                    <a:pt x="10159" y="53340"/>
                  </a:lnTo>
                  <a:close/>
                </a:path>
                <a:path w="10160" h="819150">
                  <a:moveTo>
                    <a:pt x="1015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59" y="63499"/>
                  </a:lnTo>
                  <a:lnTo>
                    <a:pt x="10159" y="59689"/>
                  </a:lnTo>
                  <a:close/>
                </a:path>
                <a:path w="10160" h="819150">
                  <a:moveTo>
                    <a:pt x="10159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59" y="66039"/>
                  </a:lnTo>
                  <a:lnTo>
                    <a:pt x="10159" y="63499"/>
                  </a:lnTo>
                  <a:close/>
                </a:path>
                <a:path w="10160" h="819150">
                  <a:moveTo>
                    <a:pt x="10159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59" y="69849"/>
                  </a:lnTo>
                  <a:lnTo>
                    <a:pt x="10159" y="66039"/>
                  </a:lnTo>
                  <a:close/>
                </a:path>
                <a:path w="10160" h="819150">
                  <a:moveTo>
                    <a:pt x="10159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59" y="72389"/>
                  </a:lnTo>
                  <a:lnTo>
                    <a:pt x="10159" y="69849"/>
                  </a:lnTo>
                  <a:close/>
                </a:path>
                <a:path w="10160" h="819150">
                  <a:moveTo>
                    <a:pt x="10159" y="72389"/>
                  </a:moveTo>
                  <a:lnTo>
                    <a:pt x="0" y="72389"/>
                  </a:lnTo>
                  <a:lnTo>
                    <a:pt x="0" y="82549"/>
                  </a:lnTo>
                  <a:lnTo>
                    <a:pt x="10159" y="82549"/>
                  </a:lnTo>
                  <a:lnTo>
                    <a:pt x="10159" y="72389"/>
                  </a:lnTo>
                  <a:close/>
                </a:path>
                <a:path w="10160" h="819150">
                  <a:moveTo>
                    <a:pt x="10159" y="82550"/>
                  </a:moveTo>
                  <a:lnTo>
                    <a:pt x="0" y="82550"/>
                  </a:lnTo>
                  <a:lnTo>
                    <a:pt x="0" y="85089"/>
                  </a:lnTo>
                  <a:lnTo>
                    <a:pt x="10159" y="85089"/>
                  </a:lnTo>
                  <a:lnTo>
                    <a:pt x="10159" y="82550"/>
                  </a:lnTo>
                  <a:close/>
                </a:path>
                <a:path w="10160" h="819150">
                  <a:moveTo>
                    <a:pt x="10159" y="85089"/>
                  </a:moveTo>
                  <a:lnTo>
                    <a:pt x="0" y="85089"/>
                  </a:lnTo>
                  <a:lnTo>
                    <a:pt x="0" y="726439"/>
                  </a:lnTo>
                  <a:lnTo>
                    <a:pt x="10159" y="726439"/>
                  </a:lnTo>
                  <a:lnTo>
                    <a:pt x="10159" y="85089"/>
                  </a:lnTo>
                  <a:close/>
                </a:path>
                <a:path w="10160" h="819150">
                  <a:moveTo>
                    <a:pt x="5079" y="815339"/>
                  </a:moveTo>
                  <a:lnTo>
                    <a:pt x="0" y="815339"/>
                  </a:lnTo>
                  <a:lnTo>
                    <a:pt x="0" y="819149"/>
                  </a:lnTo>
                  <a:lnTo>
                    <a:pt x="2539" y="819149"/>
                  </a:lnTo>
                  <a:lnTo>
                    <a:pt x="2539" y="816609"/>
                  </a:lnTo>
                  <a:lnTo>
                    <a:pt x="5079" y="816609"/>
                  </a:lnTo>
                  <a:lnTo>
                    <a:pt x="5079" y="815339"/>
                  </a:lnTo>
                  <a:close/>
                </a:path>
                <a:path w="10160" h="819150">
                  <a:moveTo>
                    <a:pt x="1015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8889" y="814069"/>
                  </a:lnTo>
                  <a:lnTo>
                    <a:pt x="8889" y="815339"/>
                  </a:lnTo>
                  <a:lnTo>
                    <a:pt x="10159" y="815339"/>
                  </a:lnTo>
                  <a:lnTo>
                    <a:pt x="10159" y="808989"/>
                  </a:lnTo>
                  <a:close/>
                </a:path>
                <a:path w="10160" h="819150">
                  <a:moveTo>
                    <a:pt x="1015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59" y="807719"/>
                  </a:lnTo>
                  <a:lnTo>
                    <a:pt x="10159" y="802639"/>
                  </a:lnTo>
                  <a:close/>
                </a:path>
                <a:path w="10160" h="819150">
                  <a:moveTo>
                    <a:pt x="1015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59" y="801369"/>
                  </a:lnTo>
                  <a:lnTo>
                    <a:pt x="10159" y="796289"/>
                  </a:lnTo>
                  <a:close/>
                </a:path>
                <a:path w="10160" h="819150">
                  <a:moveTo>
                    <a:pt x="1015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59" y="795019"/>
                  </a:lnTo>
                  <a:lnTo>
                    <a:pt x="10159" y="789939"/>
                  </a:lnTo>
                  <a:close/>
                </a:path>
                <a:path w="10160" h="819150">
                  <a:moveTo>
                    <a:pt x="1015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59" y="788669"/>
                  </a:lnTo>
                  <a:lnTo>
                    <a:pt x="10159" y="783589"/>
                  </a:lnTo>
                  <a:close/>
                </a:path>
                <a:path w="10160" h="819150">
                  <a:moveTo>
                    <a:pt x="1015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59" y="782319"/>
                  </a:lnTo>
                  <a:lnTo>
                    <a:pt x="10159" y="777239"/>
                  </a:lnTo>
                  <a:close/>
                </a:path>
                <a:path w="10160" h="819150">
                  <a:moveTo>
                    <a:pt x="1015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59" y="775969"/>
                  </a:lnTo>
                  <a:lnTo>
                    <a:pt x="10159" y="770889"/>
                  </a:lnTo>
                  <a:close/>
                </a:path>
                <a:path w="10160" h="819150">
                  <a:moveTo>
                    <a:pt x="1015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59" y="769619"/>
                  </a:lnTo>
                  <a:lnTo>
                    <a:pt x="10159" y="764539"/>
                  </a:lnTo>
                  <a:close/>
                </a:path>
                <a:path w="10160" h="819150">
                  <a:moveTo>
                    <a:pt x="10159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0159" y="763269"/>
                  </a:lnTo>
                  <a:lnTo>
                    <a:pt x="10159" y="758189"/>
                  </a:lnTo>
                  <a:close/>
                </a:path>
                <a:path w="10160" h="819150">
                  <a:moveTo>
                    <a:pt x="10159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0159" y="756919"/>
                  </a:lnTo>
                  <a:lnTo>
                    <a:pt x="10159" y="751839"/>
                  </a:lnTo>
                  <a:close/>
                </a:path>
                <a:path w="10160" h="819150">
                  <a:moveTo>
                    <a:pt x="10159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0159" y="750569"/>
                  </a:lnTo>
                  <a:lnTo>
                    <a:pt x="10159" y="745489"/>
                  </a:lnTo>
                  <a:close/>
                </a:path>
                <a:path w="10160" h="819150">
                  <a:moveTo>
                    <a:pt x="10159" y="739139"/>
                  </a:moveTo>
                  <a:lnTo>
                    <a:pt x="0" y="739139"/>
                  </a:lnTo>
                  <a:lnTo>
                    <a:pt x="0" y="744219"/>
                  </a:lnTo>
                  <a:lnTo>
                    <a:pt x="10159" y="744219"/>
                  </a:lnTo>
                  <a:lnTo>
                    <a:pt x="10159" y="739139"/>
                  </a:lnTo>
                  <a:close/>
                </a:path>
                <a:path w="10160" h="819150">
                  <a:moveTo>
                    <a:pt x="10159" y="731519"/>
                  </a:moveTo>
                  <a:lnTo>
                    <a:pt x="0" y="731519"/>
                  </a:lnTo>
                  <a:lnTo>
                    <a:pt x="0" y="737869"/>
                  </a:lnTo>
                  <a:lnTo>
                    <a:pt x="10159" y="737869"/>
                  </a:lnTo>
                  <a:lnTo>
                    <a:pt x="10159" y="731519"/>
                  </a:lnTo>
                  <a:close/>
                </a:path>
                <a:path w="10160" h="819150">
                  <a:moveTo>
                    <a:pt x="10159" y="727709"/>
                  </a:moveTo>
                  <a:lnTo>
                    <a:pt x="0" y="727709"/>
                  </a:lnTo>
                  <a:lnTo>
                    <a:pt x="0" y="730249"/>
                  </a:lnTo>
                  <a:lnTo>
                    <a:pt x="10159" y="730249"/>
                  </a:lnTo>
                  <a:lnTo>
                    <a:pt x="10159" y="727709"/>
                  </a:lnTo>
                  <a:close/>
                </a:path>
              </a:pathLst>
            </a:custGeom>
            <a:solidFill>
              <a:srgbClr val="8585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3">
              <a:extLst>
                <a:ext uri="{FF2B5EF4-FFF2-40B4-BE49-F238E27FC236}">
                  <a16:creationId xmlns:a16="http://schemas.microsoft.com/office/drawing/2014/main" id="{996AE89E-8A9D-461A-0E24-DCF9119B450F}"/>
                </a:ext>
              </a:extLst>
            </p:cNvPr>
            <p:cNvSpPr/>
            <p:nvPr/>
          </p:nvSpPr>
          <p:spPr>
            <a:xfrm>
              <a:off x="4907280" y="5636259"/>
              <a:ext cx="11430" cy="812800"/>
            </a:xfrm>
            <a:custGeom>
              <a:avLst/>
              <a:gdLst/>
              <a:ahLst/>
              <a:cxnLst/>
              <a:rect l="l" t="t" r="r" b="b"/>
              <a:pathLst>
                <a:path w="11429" h="81280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2540"/>
                  </a:lnTo>
                  <a:lnTo>
                    <a:pt x="6350" y="2540"/>
                  </a:lnTo>
                  <a:lnTo>
                    <a:pt x="635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11429" h="812800">
                  <a:moveTo>
                    <a:pt x="1143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3809"/>
                  </a:lnTo>
                  <a:close/>
                </a:path>
                <a:path w="11429" h="812800">
                  <a:moveTo>
                    <a:pt x="1143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6350"/>
                  </a:lnTo>
                  <a:close/>
                </a:path>
                <a:path w="11429" h="812800">
                  <a:moveTo>
                    <a:pt x="1143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10159"/>
                  </a:lnTo>
                  <a:close/>
                </a:path>
                <a:path w="11429" h="812800">
                  <a:moveTo>
                    <a:pt x="1143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2700"/>
                  </a:lnTo>
                  <a:close/>
                </a:path>
                <a:path w="11429" h="812800">
                  <a:moveTo>
                    <a:pt x="1143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6509"/>
                  </a:lnTo>
                  <a:close/>
                </a:path>
                <a:path w="11429" h="812800">
                  <a:moveTo>
                    <a:pt x="1143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30" y="22859"/>
                  </a:lnTo>
                  <a:lnTo>
                    <a:pt x="11430" y="19050"/>
                  </a:lnTo>
                  <a:close/>
                </a:path>
                <a:path w="11429" h="812800">
                  <a:moveTo>
                    <a:pt x="11430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2859"/>
                  </a:lnTo>
                  <a:close/>
                </a:path>
                <a:path w="11429" h="812800">
                  <a:moveTo>
                    <a:pt x="1143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1750"/>
                  </a:lnTo>
                  <a:close/>
                </a:path>
                <a:path w="11429" h="812800">
                  <a:moveTo>
                    <a:pt x="11430" y="35559"/>
                  </a:moveTo>
                  <a:lnTo>
                    <a:pt x="0" y="3555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35559"/>
                  </a:lnTo>
                  <a:close/>
                </a:path>
                <a:path w="11429" h="812800">
                  <a:moveTo>
                    <a:pt x="11430" y="44450"/>
                  </a:moveTo>
                  <a:lnTo>
                    <a:pt x="0" y="44450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4450"/>
                  </a:lnTo>
                  <a:close/>
                </a:path>
                <a:path w="11429" h="812800">
                  <a:moveTo>
                    <a:pt x="11430" y="50800"/>
                  </a:moveTo>
                  <a:lnTo>
                    <a:pt x="0" y="50800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50800"/>
                  </a:lnTo>
                  <a:close/>
                </a:path>
                <a:path w="11429" h="812800">
                  <a:moveTo>
                    <a:pt x="1143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30" y="60959"/>
                  </a:lnTo>
                  <a:lnTo>
                    <a:pt x="11430" y="57150"/>
                  </a:lnTo>
                  <a:close/>
                </a:path>
                <a:path w="11429" h="812800">
                  <a:moveTo>
                    <a:pt x="1143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60959"/>
                  </a:lnTo>
                  <a:close/>
                </a:path>
                <a:path w="11429" h="812800">
                  <a:moveTo>
                    <a:pt x="11430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63500"/>
                  </a:lnTo>
                  <a:close/>
                </a:path>
                <a:path w="11429" h="812800">
                  <a:moveTo>
                    <a:pt x="11430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7309"/>
                  </a:lnTo>
                  <a:close/>
                </a:path>
                <a:path w="11429" h="812800">
                  <a:moveTo>
                    <a:pt x="11430" y="69850"/>
                  </a:moveTo>
                  <a:lnTo>
                    <a:pt x="0" y="6985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69850"/>
                  </a:lnTo>
                  <a:close/>
                </a:path>
                <a:path w="11429" h="812800">
                  <a:moveTo>
                    <a:pt x="11430" y="80010"/>
                  </a:moveTo>
                  <a:lnTo>
                    <a:pt x="0" y="80010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80010"/>
                  </a:lnTo>
                  <a:close/>
                </a:path>
                <a:path w="11429" h="812800">
                  <a:moveTo>
                    <a:pt x="11430" y="82550"/>
                  </a:moveTo>
                  <a:lnTo>
                    <a:pt x="0" y="82550"/>
                  </a:lnTo>
                  <a:lnTo>
                    <a:pt x="0" y="723899"/>
                  </a:lnTo>
                  <a:lnTo>
                    <a:pt x="11430" y="723899"/>
                  </a:lnTo>
                  <a:lnTo>
                    <a:pt x="11430" y="82550"/>
                  </a:lnTo>
                  <a:close/>
                </a:path>
                <a:path w="11429" h="812800">
                  <a:moveTo>
                    <a:pt x="11430" y="806449"/>
                  </a:moveTo>
                  <a:lnTo>
                    <a:pt x="0" y="806449"/>
                  </a:lnTo>
                  <a:lnTo>
                    <a:pt x="0" y="812799"/>
                  </a:lnTo>
                  <a:lnTo>
                    <a:pt x="2539" y="812799"/>
                  </a:lnTo>
                  <a:lnTo>
                    <a:pt x="2539" y="811529"/>
                  </a:lnTo>
                  <a:lnTo>
                    <a:pt x="6350" y="811529"/>
                  </a:lnTo>
                  <a:lnTo>
                    <a:pt x="6350" y="810259"/>
                  </a:lnTo>
                  <a:lnTo>
                    <a:pt x="8889" y="810259"/>
                  </a:lnTo>
                  <a:lnTo>
                    <a:pt x="8889" y="807719"/>
                  </a:lnTo>
                  <a:lnTo>
                    <a:pt x="11430" y="807719"/>
                  </a:lnTo>
                  <a:lnTo>
                    <a:pt x="11430" y="806449"/>
                  </a:lnTo>
                  <a:close/>
                </a:path>
                <a:path w="11429" h="812800">
                  <a:moveTo>
                    <a:pt x="1143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30" y="805179"/>
                  </a:lnTo>
                  <a:lnTo>
                    <a:pt x="11430" y="800099"/>
                  </a:lnTo>
                  <a:close/>
                </a:path>
                <a:path w="11429" h="812800">
                  <a:moveTo>
                    <a:pt x="1143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30" y="798829"/>
                  </a:lnTo>
                  <a:lnTo>
                    <a:pt x="11430" y="793749"/>
                  </a:lnTo>
                  <a:close/>
                </a:path>
                <a:path w="11429" h="812800">
                  <a:moveTo>
                    <a:pt x="11430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30" y="792479"/>
                  </a:lnTo>
                  <a:lnTo>
                    <a:pt x="11430" y="787399"/>
                  </a:lnTo>
                  <a:close/>
                </a:path>
                <a:path w="11429" h="812800">
                  <a:moveTo>
                    <a:pt x="11430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30" y="786129"/>
                  </a:lnTo>
                  <a:lnTo>
                    <a:pt x="11430" y="781049"/>
                  </a:lnTo>
                  <a:close/>
                </a:path>
                <a:path w="11429" h="812800">
                  <a:moveTo>
                    <a:pt x="11430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30" y="779779"/>
                  </a:lnTo>
                  <a:lnTo>
                    <a:pt x="11430" y="774699"/>
                  </a:lnTo>
                  <a:close/>
                </a:path>
                <a:path w="11429" h="812800">
                  <a:moveTo>
                    <a:pt x="11430" y="768349"/>
                  </a:moveTo>
                  <a:lnTo>
                    <a:pt x="0" y="768349"/>
                  </a:lnTo>
                  <a:lnTo>
                    <a:pt x="0" y="773429"/>
                  </a:lnTo>
                  <a:lnTo>
                    <a:pt x="11430" y="773429"/>
                  </a:lnTo>
                  <a:lnTo>
                    <a:pt x="11430" y="768349"/>
                  </a:lnTo>
                  <a:close/>
                </a:path>
                <a:path w="11429" h="812800">
                  <a:moveTo>
                    <a:pt x="11430" y="761999"/>
                  </a:moveTo>
                  <a:lnTo>
                    <a:pt x="0" y="761999"/>
                  </a:lnTo>
                  <a:lnTo>
                    <a:pt x="0" y="767079"/>
                  </a:lnTo>
                  <a:lnTo>
                    <a:pt x="11430" y="767079"/>
                  </a:lnTo>
                  <a:lnTo>
                    <a:pt x="11430" y="761999"/>
                  </a:lnTo>
                  <a:close/>
                </a:path>
                <a:path w="11429" h="812800">
                  <a:moveTo>
                    <a:pt x="11430" y="755649"/>
                  </a:moveTo>
                  <a:lnTo>
                    <a:pt x="0" y="755649"/>
                  </a:lnTo>
                  <a:lnTo>
                    <a:pt x="0" y="760729"/>
                  </a:lnTo>
                  <a:lnTo>
                    <a:pt x="11430" y="760729"/>
                  </a:lnTo>
                  <a:lnTo>
                    <a:pt x="11430" y="755649"/>
                  </a:lnTo>
                  <a:close/>
                </a:path>
                <a:path w="11429" h="812800">
                  <a:moveTo>
                    <a:pt x="11430" y="749299"/>
                  </a:moveTo>
                  <a:lnTo>
                    <a:pt x="0" y="749299"/>
                  </a:lnTo>
                  <a:lnTo>
                    <a:pt x="0" y="754380"/>
                  </a:lnTo>
                  <a:lnTo>
                    <a:pt x="11430" y="754380"/>
                  </a:lnTo>
                  <a:lnTo>
                    <a:pt x="11430" y="749299"/>
                  </a:lnTo>
                  <a:close/>
                </a:path>
                <a:path w="11429" h="812800">
                  <a:moveTo>
                    <a:pt x="11430" y="742949"/>
                  </a:moveTo>
                  <a:lnTo>
                    <a:pt x="0" y="742949"/>
                  </a:lnTo>
                  <a:lnTo>
                    <a:pt x="0" y="748029"/>
                  </a:lnTo>
                  <a:lnTo>
                    <a:pt x="11430" y="748029"/>
                  </a:lnTo>
                  <a:lnTo>
                    <a:pt x="11430" y="742949"/>
                  </a:lnTo>
                  <a:close/>
                </a:path>
                <a:path w="11429" h="812800">
                  <a:moveTo>
                    <a:pt x="11430" y="736599"/>
                  </a:moveTo>
                  <a:lnTo>
                    <a:pt x="0" y="736599"/>
                  </a:lnTo>
                  <a:lnTo>
                    <a:pt x="0" y="741680"/>
                  </a:lnTo>
                  <a:lnTo>
                    <a:pt x="11430" y="741680"/>
                  </a:lnTo>
                  <a:lnTo>
                    <a:pt x="11430" y="736599"/>
                  </a:lnTo>
                  <a:close/>
                </a:path>
                <a:path w="11429" h="812800">
                  <a:moveTo>
                    <a:pt x="11430" y="728979"/>
                  </a:moveTo>
                  <a:lnTo>
                    <a:pt x="0" y="728979"/>
                  </a:lnTo>
                  <a:lnTo>
                    <a:pt x="0" y="735329"/>
                  </a:lnTo>
                  <a:lnTo>
                    <a:pt x="11430" y="735329"/>
                  </a:lnTo>
                  <a:lnTo>
                    <a:pt x="11430" y="728979"/>
                  </a:lnTo>
                  <a:close/>
                </a:path>
                <a:path w="11429" h="812800">
                  <a:moveTo>
                    <a:pt x="11430" y="725169"/>
                  </a:moveTo>
                  <a:lnTo>
                    <a:pt x="0" y="725169"/>
                  </a:lnTo>
                  <a:lnTo>
                    <a:pt x="0" y="727709"/>
                  </a:lnTo>
                  <a:lnTo>
                    <a:pt x="11430" y="727709"/>
                  </a:lnTo>
                  <a:lnTo>
                    <a:pt x="11430" y="725169"/>
                  </a:lnTo>
                  <a:close/>
                </a:path>
              </a:pathLst>
            </a:custGeom>
            <a:solidFill>
              <a:srgbClr val="8686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4">
              <a:extLst>
                <a:ext uri="{FF2B5EF4-FFF2-40B4-BE49-F238E27FC236}">
                  <a16:creationId xmlns:a16="http://schemas.microsoft.com/office/drawing/2014/main" id="{5DDCDB35-1589-7B03-A44B-B4AC8CB86269}"/>
                </a:ext>
              </a:extLst>
            </p:cNvPr>
            <p:cNvSpPr/>
            <p:nvPr/>
          </p:nvSpPr>
          <p:spPr>
            <a:xfrm>
              <a:off x="4918710" y="5640069"/>
              <a:ext cx="10160" cy="803910"/>
            </a:xfrm>
            <a:custGeom>
              <a:avLst/>
              <a:gdLst/>
              <a:ahLst/>
              <a:cxnLst/>
              <a:rect l="l" t="t" r="r" b="b"/>
              <a:pathLst>
                <a:path w="10160" h="80391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10160" h="80391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80391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0391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80391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80391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803910">
                  <a:moveTo>
                    <a:pt x="10160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19049"/>
                  </a:lnTo>
                  <a:close/>
                </a:path>
                <a:path w="10160" h="80391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803910">
                  <a:moveTo>
                    <a:pt x="10160" y="31749"/>
                  </a:moveTo>
                  <a:lnTo>
                    <a:pt x="0" y="3174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1749"/>
                  </a:lnTo>
                  <a:close/>
                </a:path>
                <a:path w="10160" h="803910">
                  <a:moveTo>
                    <a:pt x="10160" y="40639"/>
                  </a:moveTo>
                  <a:lnTo>
                    <a:pt x="0" y="4063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0639"/>
                  </a:lnTo>
                  <a:close/>
                </a:path>
                <a:path w="10160" h="803910">
                  <a:moveTo>
                    <a:pt x="10160" y="46990"/>
                  </a:moveTo>
                  <a:lnTo>
                    <a:pt x="0" y="46990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46990"/>
                  </a:lnTo>
                  <a:close/>
                </a:path>
                <a:path w="10160" h="80391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803910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803910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803910">
                  <a:moveTo>
                    <a:pt x="1016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63499"/>
                  </a:lnTo>
                  <a:close/>
                </a:path>
                <a:path w="10160" h="803910">
                  <a:moveTo>
                    <a:pt x="10160" y="66039"/>
                  </a:moveTo>
                  <a:lnTo>
                    <a:pt x="0" y="6603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66039"/>
                  </a:lnTo>
                  <a:close/>
                </a:path>
                <a:path w="10160" h="803910">
                  <a:moveTo>
                    <a:pt x="10160" y="76200"/>
                  </a:moveTo>
                  <a:lnTo>
                    <a:pt x="0" y="76200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200"/>
                  </a:lnTo>
                  <a:close/>
                </a:path>
                <a:path w="10160" h="803910">
                  <a:moveTo>
                    <a:pt x="10160" y="78739"/>
                  </a:moveTo>
                  <a:lnTo>
                    <a:pt x="0" y="78739"/>
                  </a:lnTo>
                  <a:lnTo>
                    <a:pt x="0" y="720089"/>
                  </a:lnTo>
                  <a:lnTo>
                    <a:pt x="10160" y="720089"/>
                  </a:lnTo>
                  <a:lnTo>
                    <a:pt x="10160" y="78739"/>
                  </a:lnTo>
                  <a:close/>
                </a:path>
                <a:path w="10160" h="803910">
                  <a:moveTo>
                    <a:pt x="1269" y="802639"/>
                  </a:moveTo>
                  <a:lnTo>
                    <a:pt x="0" y="802639"/>
                  </a:lnTo>
                  <a:lnTo>
                    <a:pt x="0" y="803909"/>
                  </a:lnTo>
                  <a:lnTo>
                    <a:pt x="1269" y="803909"/>
                  </a:lnTo>
                  <a:lnTo>
                    <a:pt x="1269" y="802639"/>
                  </a:lnTo>
                  <a:close/>
                </a:path>
                <a:path w="10160" h="803910">
                  <a:moveTo>
                    <a:pt x="8889" y="801369"/>
                  </a:moveTo>
                  <a:lnTo>
                    <a:pt x="5080" y="801369"/>
                  </a:lnTo>
                  <a:lnTo>
                    <a:pt x="5080" y="802639"/>
                  </a:lnTo>
                  <a:lnTo>
                    <a:pt x="8889" y="802639"/>
                  </a:lnTo>
                  <a:lnTo>
                    <a:pt x="8889" y="801369"/>
                  </a:lnTo>
                  <a:close/>
                </a:path>
                <a:path w="10160" h="80391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0391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0391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0391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0391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03910">
                  <a:moveTo>
                    <a:pt x="1016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64539"/>
                  </a:lnTo>
                  <a:close/>
                </a:path>
                <a:path w="10160" h="803910">
                  <a:moveTo>
                    <a:pt x="10160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0160" y="763269"/>
                  </a:lnTo>
                  <a:lnTo>
                    <a:pt x="10160" y="758189"/>
                  </a:lnTo>
                  <a:close/>
                </a:path>
                <a:path w="10160" h="803910">
                  <a:moveTo>
                    <a:pt x="10160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0160" y="756919"/>
                  </a:lnTo>
                  <a:lnTo>
                    <a:pt x="10160" y="751839"/>
                  </a:lnTo>
                  <a:close/>
                </a:path>
                <a:path w="10160" h="803910">
                  <a:moveTo>
                    <a:pt x="10160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0160" y="750569"/>
                  </a:lnTo>
                  <a:lnTo>
                    <a:pt x="10160" y="745489"/>
                  </a:lnTo>
                  <a:close/>
                </a:path>
                <a:path w="10160" h="803910">
                  <a:moveTo>
                    <a:pt x="10160" y="739139"/>
                  </a:moveTo>
                  <a:lnTo>
                    <a:pt x="0" y="739139"/>
                  </a:lnTo>
                  <a:lnTo>
                    <a:pt x="0" y="744219"/>
                  </a:lnTo>
                  <a:lnTo>
                    <a:pt x="10160" y="744219"/>
                  </a:lnTo>
                  <a:lnTo>
                    <a:pt x="10160" y="739139"/>
                  </a:lnTo>
                  <a:close/>
                </a:path>
                <a:path w="10160" h="803910">
                  <a:moveTo>
                    <a:pt x="10160" y="732789"/>
                  </a:moveTo>
                  <a:lnTo>
                    <a:pt x="0" y="732789"/>
                  </a:lnTo>
                  <a:lnTo>
                    <a:pt x="0" y="737869"/>
                  </a:lnTo>
                  <a:lnTo>
                    <a:pt x="10160" y="737869"/>
                  </a:lnTo>
                  <a:lnTo>
                    <a:pt x="10160" y="732789"/>
                  </a:lnTo>
                  <a:close/>
                </a:path>
                <a:path w="10160" h="803910">
                  <a:moveTo>
                    <a:pt x="10160" y="725169"/>
                  </a:moveTo>
                  <a:lnTo>
                    <a:pt x="0" y="725169"/>
                  </a:lnTo>
                  <a:lnTo>
                    <a:pt x="0" y="731519"/>
                  </a:lnTo>
                  <a:lnTo>
                    <a:pt x="10160" y="731519"/>
                  </a:lnTo>
                  <a:lnTo>
                    <a:pt x="10160" y="725169"/>
                  </a:lnTo>
                  <a:close/>
                </a:path>
                <a:path w="10160" h="803910">
                  <a:moveTo>
                    <a:pt x="10160" y="721359"/>
                  </a:moveTo>
                  <a:lnTo>
                    <a:pt x="0" y="721359"/>
                  </a:lnTo>
                  <a:lnTo>
                    <a:pt x="0" y="723899"/>
                  </a:lnTo>
                  <a:lnTo>
                    <a:pt x="10160" y="723899"/>
                  </a:lnTo>
                  <a:lnTo>
                    <a:pt x="10160" y="721359"/>
                  </a:lnTo>
                  <a:close/>
                </a:path>
              </a:pathLst>
            </a:custGeom>
            <a:solidFill>
              <a:srgbClr val="8686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5">
              <a:extLst>
                <a:ext uri="{FF2B5EF4-FFF2-40B4-BE49-F238E27FC236}">
                  <a16:creationId xmlns:a16="http://schemas.microsoft.com/office/drawing/2014/main" id="{7B6D958D-3CB6-D6F3-36CF-650489C078D6}"/>
                </a:ext>
              </a:extLst>
            </p:cNvPr>
            <p:cNvSpPr/>
            <p:nvPr/>
          </p:nvSpPr>
          <p:spPr>
            <a:xfrm>
              <a:off x="4928870" y="5642609"/>
              <a:ext cx="11430" cy="798830"/>
            </a:xfrm>
            <a:custGeom>
              <a:avLst/>
              <a:gdLst/>
              <a:ahLst/>
              <a:cxnLst/>
              <a:rect l="l" t="t" r="r" b="b"/>
              <a:pathLst>
                <a:path w="11429" h="798829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619" y="3809"/>
                  </a:lnTo>
                  <a:lnTo>
                    <a:pt x="7619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69" y="1269"/>
                  </a:lnTo>
                  <a:lnTo>
                    <a:pt x="1269" y="0"/>
                  </a:lnTo>
                  <a:close/>
                </a:path>
                <a:path w="11429" h="798829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798829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798829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798829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798829">
                  <a:moveTo>
                    <a:pt x="11429" y="16509"/>
                  </a:moveTo>
                  <a:lnTo>
                    <a:pt x="0" y="1650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16509"/>
                  </a:lnTo>
                  <a:close/>
                </a:path>
                <a:path w="11429" h="798829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798829">
                  <a:moveTo>
                    <a:pt x="11429" y="29209"/>
                  </a:moveTo>
                  <a:lnTo>
                    <a:pt x="0" y="2920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29209"/>
                  </a:lnTo>
                  <a:close/>
                </a:path>
                <a:path w="11429" h="798829">
                  <a:moveTo>
                    <a:pt x="11429" y="38100"/>
                  </a:moveTo>
                  <a:lnTo>
                    <a:pt x="0" y="38100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38100"/>
                  </a:lnTo>
                  <a:close/>
                </a:path>
                <a:path w="11429" h="798829">
                  <a:moveTo>
                    <a:pt x="11429" y="44450"/>
                  </a:moveTo>
                  <a:lnTo>
                    <a:pt x="0" y="44450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4450"/>
                  </a:lnTo>
                  <a:close/>
                </a:path>
                <a:path w="11429" h="798829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798829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798829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798829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798829">
                  <a:moveTo>
                    <a:pt x="11429" y="63500"/>
                  </a:moveTo>
                  <a:lnTo>
                    <a:pt x="0" y="6350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3500"/>
                  </a:lnTo>
                  <a:close/>
                </a:path>
                <a:path w="11429" h="798829">
                  <a:moveTo>
                    <a:pt x="11429" y="73660"/>
                  </a:moveTo>
                  <a:lnTo>
                    <a:pt x="0" y="73660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60"/>
                  </a:lnTo>
                  <a:close/>
                </a:path>
                <a:path w="11429" h="798829">
                  <a:moveTo>
                    <a:pt x="11429" y="76200"/>
                  </a:moveTo>
                  <a:lnTo>
                    <a:pt x="0" y="76200"/>
                  </a:lnTo>
                  <a:lnTo>
                    <a:pt x="0" y="717549"/>
                  </a:lnTo>
                  <a:lnTo>
                    <a:pt x="11429" y="717549"/>
                  </a:lnTo>
                  <a:lnTo>
                    <a:pt x="11429" y="76200"/>
                  </a:lnTo>
                  <a:close/>
                </a:path>
                <a:path w="11429" h="798829">
                  <a:moveTo>
                    <a:pt x="10159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3810" y="798829"/>
                  </a:lnTo>
                  <a:lnTo>
                    <a:pt x="3810" y="797559"/>
                  </a:lnTo>
                  <a:lnTo>
                    <a:pt x="6349" y="797559"/>
                  </a:lnTo>
                  <a:lnTo>
                    <a:pt x="6349" y="795019"/>
                  </a:lnTo>
                  <a:lnTo>
                    <a:pt x="10159" y="795019"/>
                  </a:lnTo>
                  <a:lnTo>
                    <a:pt x="10159" y="793749"/>
                  </a:lnTo>
                  <a:close/>
                </a:path>
                <a:path w="11429" h="798829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798829">
                  <a:moveTo>
                    <a:pt x="11429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29" y="786129"/>
                  </a:lnTo>
                  <a:lnTo>
                    <a:pt x="11429" y="781049"/>
                  </a:lnTo>
                  <a:close/>
                </a:path>
                <a:path w="11429" h="798829">
                  <a:moveTo>
                    <a:pt x="11429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29" y="779779"/>
                  </a:lnTo>
                  <a:lnTo>
                    <a:pt x="11429" y="774699"/>
                  </a:lnTo>
                  <a:close/>
                </a:path>
                <a:path w="11429" h="798829">
                  <a:moveTo>
                    <a:pt x="11429" y="768349"/>
                  </a:moveTo>
                  <a:lnTo>
                    <a:pt x="0" y="768349"/>
                  </a:lnTo>
                  <a:lnTo>
                    <a:pt x="0" y="773429"/>
                  </a:lnTo>
                  <a:lnTo>
                    <a:pt x="11429" y="773429"/>
                  </a:lnTo>
                  <a:lnTo>
                    <a:pt x="11429" y="768349"/>
                  </a:lnTo>
                  <a:close/>
                </a:path>
                <a:path w="11429" h="798829">
                  <a:moveTo>
                    <a:pt x="11429" y="761999"/>
                  </a:moveTo>
                  <a:lnTo>
                    <a:pt x="0" y="761999"/>
                  </a:lnTo>
                  <a:lnTo>
                    <a:pt x="0" y="767079"/>
                  </a:lnTo>
                  <a:lnTo>
                    <a:pt x="11429" y="767079"/>
                  </a:lnTo>
                  <a:lnTo>
                    <a:pt x="11429" y="761999"/>
                  </a:lnTo>
                  <a:close/>
                </a:path>
                <a:path w="11429" h="798829">
                  <a:moveTo>
                    <a:pt x="11429" y="755649"/>
                  </a:moveTo>
                  <a:lnTo>
                    <a:pt x="0" y="755649"/>
                  </a:lnTo>
                  <a:lnTo>
                    <a:pt x="0" y="760729"/>
                  </a:lnTo>
                  <a:lnTo>
                    <a:pt x="11429" y="760729"/>
                  </a:lnTo>
                  <a:lnTo>
                    <a:pt x="11429" y="755649"/>
                  </a:lnTo>
                  <a:close/>
                </a:path>
                <a:path w="11429" h="798829">
                  <a:moveTo>
                    <a:pt x="11429" y="749299"/>
                  </a:moveTo>
                  <a:lnTo>
                    <a:pt x="0" y="749299"/>
                  </a:lnTo>
                  <a:lnTo>
                    <a:pt x="0" y="754379"/>
                  </a:lnTo>
                  <a:lnTo>
                    <a:pt x="11429" y="754379"/>
                  </a:lnTo>
                  <a:lnTo>
                    <a:pt x="11429" y="749299"/>
                  </a:lnTo>
                  <a:close/>
                </a:path>
                <a:path w="11429" h="798829">
                  <a:moveTo>
                    <a:pt x="11429" y="742949"/>
                  </a:moveTo>
                  <a:lnTo>
                    <a:pt x="0" y="742949"/>
                  </a:lnTo>
                  <a:lnTo>
                    <a:pt x="0" y="748030"/>
                  </a:lnTo>
                  <a:lnTo>
                    <a:pt x="11429" y="748030"/>
                  </a:lnTo>
                  <a:lnTo>
                    <a:pt x="11429" y="742949"/>
                  </a:lnTo>
                  <a:close/>
                </a:path>
                <a:path w="11429" h="798829">
                  <a:moveTo>
                    <a:pt x="11429" y="736599"/>
                  </a:moveTo>
                  <a:lnTo>
                    <a:pt x="0" y="736599"/>
                  </a:lnTo>
                  <a:lnTo>
                    <a:pt x="0" y="741679"/>
                  </a:lnTo>
                  <a:lnTo>
                    <a:pt x="11429" y="741679"/>
                  </a:lnTo>
                  <a:lnTo>
                    <a:pt x="11429" y="736599"/>
                  </a:lnTo>
                  <a:close/>
                </a:path>
                <a:path w="11429" h="798829">
                  <a:moveTo>
                    <a:pt x="11429" y="730249"/>
                  </a:moveTo>
                  <a:lnTo>
                    <a:pt x="0" y="730249"/>
                  </a:lnTo>
                  <a:lnTo>
                    <a:pt x="0" y="735330"/>
                  </a:lnTo>
                  <a:lnTo>
                    <a:pt x="11429" y="735330"/>
                  </a:lnTo>
                  <a:lnTo>
                    <a:pt x="11429" y="730249"/>
                  </a:lnTo>
                  <a:close/>
                </a:path>
                <a:path w="11429" h="798829">
                  <a:moveTo>
                    <a:pt x="11429" y="722629"/>
                  </a:moveTo>
                  <a:lnTo>
                    <a:pt x="0" y="722629"/>
                  </a:lnTo>
                  <a:lnTo>
                    <a:pt x="0" y="728979"/>
                  </a:lnTo>
                  <a:lnTo>
                    <a:pt x="11429" y="728979"/>
                  </a:lnTo>
                  <a:lnTo>
                    <a:pt x="11429" y="722629"/>
                  </a:lnTo>
                  <a:close/>
                </a:path>
                <a:path w="11429" h="798829">
                  <a:moveTo>
                    <a:pt x="11429" y="718819"/>
                  </a:moveTo>
                  <a:lnTo>
                    <a:pt x="0" y="718819"/>
                  </a:lnTo>
                  <a:lnTo>
                    <a:pt x="0" y="721359"/>
                  </a:lnTo>
                  <a:lnTo>
                    <a:pt x="11429" y="721359"/>
                  </a:lnTo>
                  <a:lnTo>
                    <a:pt x="11429" y="718819"/>
                  </a:lnTo>
                  <a:close/>
                </a:path>
              </a:pathLst>
            </a:custGeom>
            <a:solidFill>
              <a:srgbClr val="8787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6">
              <a:extLst>
                <a:ext uri="{FF2B5EF4-FFF2-40B4-BE49-F238E27FC236}">
                  <a16:creationId xmlns:a16="http://schemas.microsoft.com/office/drawing/2014/main" id="{8C2E0327-84A4-B9F3-FF30-20945B355007}"/>
                </a:ext>
              </a:extLst>
            </p:cNvPr>
            <p:cNvSpPr/>
            <p:nvPr/>
          </p:nvSpPr>
          <p:spPr>
            <a:xfrm>
              <a:off x="4940300" y="5647689"/>
              <a:ext cx="10160" cy="788670"/>
            </a:xfrm>
            <a:custGeom>
              <a:avLst/>
              <a:gdLst/>
              <a:ahLst/>
              <a:cxnLst/>
              <a:rect l="l" t="t" r="r" b="b"/>
              <a:pathLst>
                <a:path w="10160" h="788670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10160" h="788670">
                  <a:moveTo>
                    <a:pt x="635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lnTo>
                    <a:pt x="6350" y="2540"/>
                  </a:lnTo>
                  <a:lnTo>
                    <a:pt x="6350" y="1270"/>
                  </a:lnTo>
                  <a:close/>
                </a:path>
                <a:path w="10160" h="788670">
                  <a:moveTo>
                    <a:pt x="1016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0160" y="7620"/>
                  </a:lnTo>
                  <a:lnTo>
                    <a:pt x="10160" y="5080"/>
                  </a:lnTo>
                  <a:close/>
                </a:path>
                <a:path w="10160" h="788670">
                  <a:moveTo>
                    <a:pt x="1016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7620"/>
                  </a:lnTo>
                  <a:close/>
                </a:path>
                <a:path w="10160" h="788670">
                  <a:moveTo>
                    <a:pt x="10160" y="11430"/>
                  </a:moveTo>
                  <a:lnTo>
                    <a:pt x="0" y="11430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1430"/>
                  </a:lnTo>
                  <a:close/>
                </a:path>
                <a:path w="10160" h="788670">
                  <a:moveTo>
                    <a:pt x="1016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0320"/>
                  </a:lnTo>
                  <a:close/>
                </a:path>
                <a:path w="10160" h="788670">
                  <a:moveTo>
                    <a:pt x="10160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10160" y="33020"/>
                  </a:lnTo>
                  <a:lnTo>
                    <a:pt x="10160" y="24130"/>
                  </a:lnTo>
                  <a:close/>
                </a:path>
                <a:path w="10160" h="788670">
                  <a:moveTo>
                    <a:pt x="10160" y="33020"/>
                  </a:moveTo>
                  <a:lnTo>
                    <a:pt x="0" y="33020"/>
                  </a:lnTo>
                  <a:lnTo>
                    <a:pt x="0" y="39370"/>
                  </a:lnTo>
                  <a:lnTo>
                    <a:pt x="10160" y="39370"/>
                  </a:lnTo>
                  <a:lnTo>
                    <a:pt x="10160" y="33020"/>
                  </a:lnTo>
                  <a:close/>
                </a:path>
                <a:path w="10160" h="788670">
                  <a:moveTo>
                    <a:pt x="10160" y="39370"/>
                  </a:moveTo>
                  <a:lnTo>
                    <a:pt x="0" y="39370"/>
                  </a:lnTo>
                  <a:lnTo>
                    <a:pt x="0" y="45720"/>
                  </a:lnTo>
                  <a:lnTo>
                    <a:pt x="10160" y="45720"/>
                  </a:lnTo>
                  <a:lnTo>
                    <a:pt x="10160" y="39370"/>
                  </a:lnTo>
                  <a:close/>
                </a:path>
                <a:path w="10160" h="788670">
                  <a:moveTo>
                    <a:pt x="1016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5720"/>
                  </a:lnTo>
                  <a:close/>
                </a:path>
                <a:path w="10160" h="788670">
                  <a:moveTo>
                    <a:pt x="1016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0160" y="52070"/>
                  </a:lnTo>
                  <a:lnTo>
                    <a:pt x="10160" y="49530"/>
                  </a:lnTo>
                  <a:close/>
                </a:path>
                <a:path w="10160" h="788670">
                  <a:moveTo>
                    <a:pt x="1016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2070"/>
                  </a:lnTo>
                  <a:close/>
                </a:path>
                <a:path w="10160" h="788670">
                  <a:moveTo>
                    <a:pt x="1016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10160" y="58420"/>
                  </a:lnTo>
                  <a:lnTo>
                    <a:pt x="10160" y="55880"/>
                  </a:lnTo>
                  <a:close/>
                </a:path>
                <a:path w="10160" h="788670">
                  <a:moveTo>
                    <a:pt x="10160" y="58420"/>
                  </a:moveTo>
                  <a:lnTo>
                    <a:pt x="0" y="5842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58420"/>
                  </a:lnTo>
                  <a:close/>
                </a:path>
                <a:path w="10160" h="788670">
                  <a:moveTo>
                    <a:pt x="10160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8580"/>
                  </a:lnTo>
                  <a:close/>
                </a:path>
                <a:path w="10160" h="788670">
                  <a:moveTo>
                    <a:pt x="10160" y="71120"/>
                  </a:moveTo>
                  <a:lnTo>
                    <a:pt x="0" y="71120"/>
                  </a:lnTo>
                  <a:lnTo>
                    <a:pt x="0" y="712470"/>
                  </a:lnTo>
                  <a:lnTo>
                    <a:pt x="10160" y="712470"/>
                  </a:lnTo>
                  <a:lnTo>
                    <a:pt x="10160" y="71120"/>
                  </a:lnTo>
                  <a:close/>
                </a:path>
                <a:path w="10160" h="788670">
                  <a:moveTo>
                    <a:pt x="6350" y="787400"/>
                  </a:moveTo>
                  <a:lnTo>
                    <a:pt x="2540" y="787400"/>
                  </a:lnTo>
                  <a:lnTo>
                    <a:pt x="2540" y="788670"/>
                  </a:lnTo>
                  <a:lnTo>
                    <a:pt x="6350" y="788670"/>
                  </a:lnTo>
                  <a:lnTo>
                    <a:pt x="6350" y="787400"/>
                  </a:lnTo>
                  <a:close/>
                </a:path>
                <a:path w="10160" h="788670">
                  <a:moveTo>
                    <a:pt x="1016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8890" y="787400"/>
                  </a:lnTo>
                  <a:lnTo>
                    <a:pt x="8890" y="786130"/>
                  </a:lnTo>
                  <a:lnTo>
                    <a:pt x="10160" y="786130"/>
                  </a:lnTo>
                  <a:lnTo>
                    <a:pt x="10160" y="782320"/>
                  </a:lnTo>
                  <a:close/>
                </a:path>
                <a:path w="10160" h="788670">
                  <a:moveTo>
                    <a:pt x="1016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60" y="781050"/>
                  </a:lnTo>
                  <a:lnTo>
                    <a:pt x="10160" y="775970"/>
                  </a:lnTo>
                  <a:close/>
                </a:path>
                <a:path w="10160" h="788670">
                  <a:moveTo>
                    <a:pt x="10160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60" y="774700"/>
                  </a:lnTo>
                  <a:lnTo>
                    <a:pt x="10160" y="769620"/>
                  </a:lnTo>
                  <a:close/>
                </a:path>
                <a:path w="10160" h="788670">
                  <a:moveTo>
                    <a:pt x="10160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0160" y="768350"/>
                  </a:lnTo>
                  <a:lnTo>
                    <a:pt x="10160" y="763270"/>
                  </a:lnTo>
                  <a:close/>
                </a:path>
                <a:path w="10160" h="788670">
                  <a:moveTo>
                    <a:pt x="10160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0160" y="762000"/>
                  </a:lnTo>
                  <a:lnTo>
                    <a:pt x="10160" y="756920"/>
                  </a:lnTo>
                  <a:close/>
                </a:path>
                <a:path w="10160" h="788670">
                  <a:moveTo>
                    <a:pt x="10160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0160" y="755650"/>
                  </a:lnTo>
                  <a:lnTo>
                    <a:pt x="10160" y="750570"/>
                  </a:lnTo>
                  <a:close/>
                </a:path>
                <a:path w="10160" h="788670">
                  <a:moveTo>
                    <a:pt x="10160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0160" y="749300"/>
                  </a:lnTo>
                  <a:lnTo>
                    <a:pt x="10160" y="744220"/>
                  </a:lnTo>
                  <a:close/>
                </a:path>
                <a:path w="10160" h="788670">
                  <a:moveTo>
                    <a:pt x="10160" y="737870"/>
                  </a:moveTo>
                  <a:lnTo>
                    <a:pt x="0" y="737870"/>
                  </a:lnTo>
                  <a:lnTo>
                    <a:pt x="0" y="742950"/>
                  </a:lnTo>
                  <a:lnTo>
                    <a:pt x="10160" y="742950"/>
                  </a:lnTo>
                  <a:lnTo>
                    <a:pt x="10160" y="737870"/>
                  </a:lnTo>
                  <a:close/>
                </a:path>
                <a:path w="10160" h="788670">
                  <a:moveTo>
                    <a:pt x="10160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10160" y="736600"/>
                  </a:lnTo>
                  <a:lnTo>
                    <a:pt x="10160" y="731520"/>
                  </a:lnTo>
                  <a:close/>
                </a:path>
                <a:path w="10160" h="788670">
                  <a:moveTo>
                    <a:pt x="10160" y="725170"/>
                  </a:moveTo>
                  <a:lnTo>
                    <a:pt x="0" y="725170"/>
                  </a:lnTo>
                  <a:lnTo>
                    <a:pt x="0" y="730250"/>
                  </a:lnTo>
                  <a:lnTo>
                    <a:pt x="10160" y="730250"/>
                  </a:lnTo>
                  <a:lnTo>
                    <a:pt x="10160" y="725170"/>
                  </a:lnTo>
                  <a:close/>
                </a:path>
                <a:path w="10160" h="788670">
                  <a:moveTo>
                    <a:pt x="10160" y="717550"/>
                  </a:moveTo>
                  <a:lnTo>
                    <a:pt x="0" y="717550"/>
                  </a:lnTo>
                  <a:lnTo>
                    <a:pt x="0" y="723900"/>
                  </a:lnTo>
                  <a:lnTo>
                    <a:pt x="10160" y="723900"/>
                  </a:lnTo>
                  <a:lnTo>
                    <a:pt x="10160" y="717550"/>
                  </a:lnTo>
                  <a:close/>
                </a:path>
                <a:path w="10160" h="788670">
                  <a:moveTo>
                    <a:pt x="10160" y="713740"/>
                  </a:moveTo>
                  <a:lnTo>
                    <a:pt x="0" y="713740"/>
                  </a:lnTo>
                  <a:lnTo>
                    <a:pt x="0" y="716280"/>
                  </a:lnTo>
                  <a:lnTo>
                    <a:pt x="10160" y="716280"/>
                  </a:lnTo>
                  <a:lnTo>
                    <a:pt x="10160" y="713740"/>
                  </a:lnTo>
                  <a:close/>
                </a:path>
              </a:pathLst>
            </a:custGeom>
            <a:solidFill>
              <a:srgbClr val="888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47">
              <a:extLst>
                <a:ext uri="{FF2B5EF4-FFF2-40B4-BE49-F238E27FC236}">
                  <a16:creationId xmlns:a16="http://schemas.microsoft.com/office/drawing/2014/main" id="{93440C67-B21D-684A-2EDB-3C31E258FA61}"/>
                </a:ext>
              </a:extLst>
            </p:cNvPr>
            <p:cNvSpPr/>
            <p:nvPr/>
          </p:nvSpPr>
          <p:spPr>
            <a:xfrm>
              <a:off x="4950460" y="5651499"/>
              <a:ext cx="11430" cy="782320"/>
            </a:xfrm>
            <a:custGeom>
              <a:avLst/>
              <a:gdLst/>
              <a:ahLst/>
              <a:cxnLst/>
              <a:rect l="l" t="t" r="r" b="b"/>
              <a:pathLst>
                <a:path w="11429" h="782320">
                  <a:moveTo>
                    <a:pt x="253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11429" h="782320">
                  <a:moveTo>
                    <a:pt x="634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8889" y="3809"/>
                  </a:lnTo>
                  <a:lnTo>
                    <a:pt x="8889" y="2540"/>
                  </a:lnTo>
                  <a:lnTo>
                    <a:pt x="6349" y="2540"/>
                  </a:lnTo>
                  <a:lnTo>
                    <a:pt x="6349" y="1270"/>
                  </a:lnTo>
                  <a:close/>
                </a:path>
                <a:path w="11429" h="782320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782320">
                  <a:moveTo>
                    <a:pt x="11429" y="7620"/>
                  </a:moveTo>
                  <a:lnTo>
                    <a:pt x="0" y="762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7620"/>
                  </a:lnTo>
                  <a:close/>
                </a:path>
                <a:path w="11429" h="782320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782320">
                  <a:moveTo>
                    <a:pt x="11429" y="20320"/>
                  </a:moveTo>
                  <a:lnTo>
                    <a:pt x="0" y="2032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0320"/>
                  </a:lnTo>
                  <a:close/>
                </a:path>
                <a:path w="11429" h="782320">
                  <a:moveTo>
                    <a:pt x="11429" y="29210"/>
                  </a:moveTo>
                  <a:lnTo>
                    <a:pt x="0" y="2921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29210"/>
                  </a:lnTo>
                  <a:close/>
                </a:path>
                <a:path w="11429" h="782320">
                  <a:moveTo>
                    <a:pt x="11429" y="35560"/>
                  </a:moveTo>
                  <a:lnTo>
                    <a:pt x="0" y="3556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5560"/>
                  </a:lnTo>
                  <a:close/>
                </a:path>
                <a:path w="11429" h="782320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782320">
                  <a:moveTo>
                    <a:pt x="1142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5720"/>
                  </a:lnTo>
                  <a:close/>
                </a:path>
                <a:path w="11429" h="782320">
                  <a:moveTo>
                    <a:pt x="1142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29" y="52069"/>
                  </a:lnTo>
                  <a:lnTo>
                    <a:pt x="11429" y="48260"/>
                  </a:lnTo>
                  <a:close/>
                </a:path>
                <a:path w="11429" h="782320">
                  <a:moveTo>
                    <a:pt x="1142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2070"/>
                  </a:lnTo>
                  <a:close/>
                </a:path>
                <a:path w="11429" h="782320">
                  <a:moveTo>
                    <a:pt x="11429" y="54610"/>
                  </a:moveTo>
                  <a:lnTo>
                    <a:pt x="0" y="54610"/>
                  </a:lnTo>
                  <a:lnTo>
                    <a:pt x="0" y="64769"/>
                  </a:lnTo>
                  <a:lnTo>
                    <a:pt x="11429" y="64769"/>
                  </a:lnTo>
                  <a:lnTo>
                    <a:pt x="11429" y="54610"/>
                  </a:lnTo>
                  <a:close/>
                </a:path>
                <a:path w="11429" h="782320">
                  <a:moveTo>
                    <a:pt x="11429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4770"/>
                  </a:lnTo>
                  <a:close/>
                </a:path>
                <a:path w="11429" h="782320">
                  <a:moveTo>
                    <a:pt x="11429" y="67310"/>
                  </a:moveTo>
                  <a:lnTo>
                    <a:pt x="0" y="67310"/>
                  </a:lnTo>
                  <a:lnTo>
                    <a:pt x="0" y="708660"/>
                  </a:lnTo>
                  <a:lnTo>
                    <a:pt x="11429" y="708660"/>
                  </a:lnTo>
                  <a:lnTo>
                    <a:pt x="11429" y="67310"/>
                  </a:lnTo>
                  <a:close/>
                </a:path>
                <a:path w="11429" h="782320">
                  <a:moveTo>
                    <a:pt x="6350" y="778510"/>
                  </a:moveTo>
                  <a:lnTo>
                    <a:pt x="0" y="778510"/>
                  </a:lnTo>
                  <a:lnTo>
                    <a:pt x="0" y="782320"/>
                  </a:lnTo>
                  <a:lnTo>
                    <a:pt x="2539" y="782320"/>
                  </a:lnTo>
                  <a:lnTo>
                    <a:pt x="2539" y="779780"/>
                  </a:lnTo>
                  <a:lnTo>
                    <a:pt x="6350" y="779780"/>
                  </a:lnTo>
                  <a:lnTo>
                    <a:pt x="6350" y="778510"/>
                  </a:lnTo>
                  <a:close/>
                </a:path>
                <a:path w="11429" h="782320">
                  <a:moveTo>
                    <a:pt x="11429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29" y="777240"/>
                  </a:lnTo>
                  <a:lnTo>
                    <a:pt x="11429" y="772160"/>
                  </a:lnTo>
                  <a:close/>
                </a:path>
                <a:path w="11429" h="782320">
                  <a:moveTo>
                    <a:pt x="11429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29" y="770890"/>
                  </a:lnTo>
                  <a:lnTo>
                    <a:pt x="11429" y="765810"/>
                  </a:lnTo>
                  <a:close/>
                </a:path>
                <a:path w="11429" h="782320">
                  <a:moveTo>
                    <a:pt x="11429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1429" y="764540"/>
                  </a:lnTo>
                  <a:lnTo>
                    <a:pt x="11429" y="759460"/>
                  </a:lnTo>
                  <a:close/>
                </a:path>
                <a:path w="11429" h="782320">
                  <a:moveTo>
                    <a:pt x="11429" y="753110"/>
                  </a:moveTo>
                  <a:lnTo>
                    <a:pt x="0" y="753110"/>
                  </a:lnTo>
                  <a:lnTo>
                    <a:pt x="0" y="758190"/>
                  </a:lnTo>
                  <a:lnTo>
                    <a:pt x="11429" y="758190"/>
                  </a:lnTo>
                  <a:lnTo>
                    <a:pt x="11429" y="753110"/>
                  </a:lnTo>
                  <a:close/>
                </a:path>
                <a:path w="11429" h="782320">
                  <a:moveTo>
                    <a:pt x="11429" y="746760"/>
                  </a:moveTo>
                  <a:lnTo>
                    <a:pt x="0" y="746760"/>
                  </a:lnTo>
                  <a:lnTo>
                    <a:pt x="0" y="751840"/>
                  </a:lnTo>
                  <a:lnTo>
                    <a:pt x="11429" y="751840"/>
                  </a:lnTo>
                  <a:lnTo>
                    <a:pt x="11429" y="746760"/>
                  </a:lnTo>
                  <a:close/>
                </a:path>
                <a:path w="11429" h="782320">
                  <a:moveTo>
                    <a:pt x="11429" y="740410"/>
                  </a:moveTo>
                  <a:lnTo>
                    <a:pt x="0" y="740410"/>
                  </a:lnTo>
                  <a:lnTo>
                    <a:pt x="0" y="745490"/>
                  </a:lnTo>
                  <a:lnTo>
                    <a:pt x="11429" y="745490"/>
                  </a:lnTo>
                  <a:lnTo>
                    <a:pt x="11429" y="740410"/>
                  </a:lnTo>
                  <a:close/>
                </a:path>
                <a:path w="11429" h="782320">
                  <a:moveTo>
                    <a:pt x="11429" y="734060"/>
                  </a:moveTo>
                  <a:lnTo>
                    <a:pt x="0" y="734060"/>
                  </a:lnTo>
                  <a:lnTo>
                    <a:pt x="0" y="739140"/>
                  </a:lnTo>
                  <a:lnTo>
                    <a:pt x="11429" y="739140"/>
                  </a:lnTo>
                  <a:lnTo>
                    <a:pt x="11429" y="734060"/>
                  </a:lnTo>
                  <a:close/>
                </a:path>
                <a:path w="11429" h="782320">
                  <a:moveTo>
                    <a:pt x="11429" y="727710"/>
                  </a:moveTo>
                  <a:lnTo>
                    <a:pt x="0" y="727710"/>
                  </a:lnTo>
                  <a:lnTo>
                    <a:pt x="0" y="732790"/>
                  </a:lnTo>
                  <a:lnTo>
                    <a:pt x="11429" y="732790"/>
                  </a:lnTo>
                  <a:lnTo>
                    <a:pt x="11429" y="727710"/>
                  </a:lnTo>
                  <a:close/>
                </a:path>
                <a:path w="11429" h="782320">
                  <a:moveTo>
                    <a:pt x="11429" y="721360"/>
                  </a:moveTo>
                  <a:lnTo>
                    <a:pt x="0" y="721360"/>
                  </a:lnTo>
                  <a:lnTo>
                    <a:pt x="0" y="726440"/>
                  </a:lnTo>
                  <a:lnTo>
                    <a:pt x="11429" y="726440"/>
                  </a:lnTo>
                  <a:lnTo>
                    <a:pt x="11429" y="721360"/>
                  </a:lnTo>
                  <a:close/>
                </a:path>
                <a:path w="11429" h="782320">
                  <a:moveTo>
                    <a:pt x="11429" y="713740"/>
                  </a:moveTo>
                  <a:lnTo>
                    <a:pt x="0" y="713740"/>
                  </a:lnTo>
                  <a:lnTo>
                    <a:pt x="0" y="720090"/>
                  </a:lnTo>
                  <a:lnTo>
                    <a:pt x="11429" y="720090"/>
                  </a:lnTo>
                  <a:lnTo>
                    <a:pt x="11429" y="713740"/>
                  </a:lnTo>
                  <a:close/>
                </a:path>
                <a:path w="11429" h="782320">
                  <a:moveTo>
                    <a:pt x="11429" y="709930"/>
                  </a:moveTo>
                  <a:lnTo>
                    <a:pt x="0" y="709930"/>
                  </a:lnTo>
                  <a:lnTo>
                    <a:pt x="0" y="712470"/>
                  </a:lnTo>
                  <a:lnTo>
                    <a:pt x="11429" y="712470"/>
                  </a:lnTo>
                  <a:lnTo>
                    <a:pt x="11429" y="709930"/>
                  </a:lnTo>
                  <a:close/>
                </a:path>
              </a:pathLst>
            </a:custGeom>
            <a:solidFill>
              <a:srgbClr val="898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48">
              <a:extLst>
                <a:ext uri="{FF2B5EF4-FFF2-40B4-BE49-F238E27FC236}">
                  <a16:creationId xmlns:a16="http://schemas.microsoft.com/office/drawing/2014/main" id="{D7B7C32B-E9BB-9CC1-60C6-9BA903A73B6F}"/>
                </a:ext>
              </a:extLst>
            </p:cNvPr>
            <p:cNvSpPr/>
            <p:nvPr/>
          </p:nvSpPr>
          <p:spPr>
            <a:xfrm>
              <a:off x="4961890" y="5656579"/>
              <a:ext cx="11430" cy="773430"/>
            </a:xfrm>
            <a:custGeom>
              <a:avLst/>
              <a:gdLst/>
              <a:ahLst/>
              <a:cxnLst/>
              <a:rect l="l" t="t" r="r" b="b"/>
              <a:pathLst>
                <a:path w="11429" h="7734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6350" y="254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11429" h="773429">
                  <a:moveTo>
                    <a:pt x="8889" y="2540"/>
                  </a:moveTo>
                  <a:lnTo>
                    <a:pt x="0" y="2540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3810"/>
                  </a:lnTo>
                  <a:lnTo>
                    <a:pt x="8889" y="3810"/>
                  </a:lnTo>
                  <a:lnTo>
                    <a:pt x="8889" y="2540"/>
                  </a:lnTo>
                  <a:close/>
                </a:path>
                <a:path w="11429" h="773429">
                  <a:moveTo>
                    <a:pt x="1143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30"/>
                  </a:lnTo>
                  <a:close/>
                </a:path>
                <a:path w="11429" h="773429">
                  <a:moveTo>
                    <a:pt x="1143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15240"/>
                  </a:lnTo>
                  <a:close/>
                </a:path>
                <a:path w="11429" h="773429">
                  <a:moveTo>
                    <a:pt x="1143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4130"/>
                  </a:lnTo>
                  <a:close/>
                </a:path>
                <a:path w="11429" h="773429">
                  <a:moveTo>
                    <a:pt x="11430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0480"/>
                  </a:lnTo>
                  <a:close/>
                </a:path>
                <a:path w="11429" h="773429">
                  <a:moveTo>
                    <a:pt x="1143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30"/>
                  </a:lnTo>
                  <a:close/>
                </a:path>
                <a:path w="11429" h="773429">
                  <a:moveTo>
                    <a:pt x="1143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40"/>
                  </a:lnTo>
                  <a:close/>
                </a:path>
                <a:path w="11429" h="773429">
                  <a:moveTo>
                    <a:pt x="1143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3180"/>
                  </a:lnTo>
                  <a:close/>
                </a:path>
                <a:path w="11429" h="773429">
                  <a:moveTo>
                    <a:pt x="1143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6990"/>
                  </a:lnTo>
                  <a:close/>
                </a:path>
                <a:path w="11429" h="773429">
                  <a:moveTo>
                    <a:pt x="11430" y="49530"/>
                  </a:moveTo>
                  <a:lnTo>
                    <a:pt x="0" y="49530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49530"/>
                  </a:lnTo>
                  <a:close/>
                </a:path>
                <a:path w="11429" h="773429">
                  <a:moveTo>
                    <a:pt x="1143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690"/>
                  </a:lnTo>
                  <a:close/>
                </a:path>
                <a:path w="11429" h="773429">
                  <a:moveTo>
                    <a:pt x="11430" y="62230"/>
                  </a:moveTo>
                  <a:lnTo>
                    <a:pt x="0" y="62230"/>
                  </a:lnTo>
                  <a:lnTo>
                    <a:pt x="0" y="703580"/>
                  </a:lnTo>
                  <a:lnTo>
                    <a:pt x="11430" y="703580"/>
                  </a:lnTo>
                  <a:lnTo>
                    <a:pt x="11430" y="62230"/>
                  </a:lnTo>
                  <a:close/>
                </a:path>
                <a:path w="11429" h="773429">
                  <a:moveTo>
                    <a:pt x="10160" y="767080"/>
                  </a:moveTo>
                  <a:lnTo>
                    <a:pt x="0" y="767080"/>
                  </a:lnTo>
                  <a:lnTo>
                    <a:pt x="0" y="773430"/>
                  </a:lnTo>
                  <a:lnTo>
                    <a:pt x="2539" y="773430"/>
                  </a:lnTo>
                  <a:lnTo>
                    <a:pt x="2539" y="772160"/>
                  </a:lnTo>
                  <a:lnTo>
                    <a:pt x="5080" y="772160"/>
                  </a:lnTo>
                  <a:lnTo>
                    <a:pt x="5080" y="770890"/>
                  </a:lnTo>
                  <a:lnTo>
                    <a:pt x="7620" y="770890"/>
                  </a:lnTo>
                  <a:lnTo>
                    <a:pt x="7620" y="768350"/>
                  </a:lnTo>
                  <a:lnTo>
                    <a:pt x="10160" y="768350"/>
                  </a:lnTo>
                  <a:lnTo>
                    <a:pt x="10160" y="767080"/>
                  </a:lnTo>
                  <a:close/>
                </a:path>
                <a:path w="11429" h="773429">
                  <a:moveTo>
                    <a:pt x="1143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1430" y="765810"/>
                  </a:lnTo>
                  <a:lnTo>
                    <a:pt x="11430" y="760730"/>
                  </a:lnTo>
                  <a:close/>
                </a:path>
                <a:path w="11429" h="773429">
                  <a:moveTo>
                    <a:pt x="1143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1430" y="759460"/>
                  </a:lnTo>
                  <a:lnTo>
                    <a:pt x="11430" y="754380"/>
                  </a:lnTo>
                  <a:close/>
                </a:path>
                <a:path w="11429" h="773429">
                  <a:moveTo>
                    <a:pt x="1143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1430" y="753110"/>
                  </a:lnTo>
                  <a:lnTo>
                    <a:pt x="11430" y="748030"/>
                  </a:lnTo>
                  <a:close/>
                </a:path>
                <a:path w="11429" h="773429">
                  <a:moveTo>
                    <a:pt x="1143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741680"/>
                  </a:lnTo>
                  <a:close/>
                </a:path>
                <a:path w="11429" h="773429">
                  <a:moveTo>
                    <a:pt x="11430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1430" y="740410"/>
                  </a:lnTo>
                  <a:lnTo>
                    <a:pt x="11430" y="735330"/>
                  </a:lnTo>
                  <a:close/>
                </a:path>
                <a:path w="11429" h="773429">
                  <a:moveTo>
                    <a:pt x="11430" y="728980"/>
                  </a:moveTo>
                  <a:lnTo>
                    <a:pt x="0" y="728980"/>
                  </a:lnTo>
                  <a:lnTo>
                    <a:pt x="0" y="734060"/>
                  </a:lnTo>
                  <a:lnTo>
                    <a:pt x="11430" y="734060"/>
                  </a:lnTo>
                  <a:lnTo>
                    <a:pt x="11430" y="728980"/>
                  </a:lnTo>
                  <a:close/>
                </a:path>
                <a:path w="11429" h="773429">
                  <a:moveTo>
                    <a:pt x="11430" y="722630"/>
                  </a:moveTo>
                  <a:lnTo>
                    <a:pt x="0" y="722630"/>
                  </a:lnTo>
                  <a:lnTo>
                    <a:pt x="0" y="727710"/>
                  </a:lnTo>
                  <a:lnTo>
                    <a:pt x="11430" y="727710"/>
                  </a:lnTo>
                  <a:lnTo>
                    <a:pt x="11430" y="722630"/>
                  </a:lnTo>
                  <a:close/>
                </a:path>
                <a:path w="11429" h="773429">
                  <a:moveTo>
                    <a:pt x="11430" y="716280"/>
                  </a:moveTo>
                  <a:lnTo>
                    <a:pt x="0" y="716280"/>
                  </a:lnTo>
                  <a:lnTo>
                    <a:pt x="0" y="721360"/>
                  </a:lnTo>
                  <a:lnTo>
                    <a:pt x="11430" y="721360"/>
                  </a:lnTo>
                  <a:lnTo>
                    <a:pt x="11430" y="716280"/>
                  </a:lnTo>
                  <a:close/>
                </a:path>
                <a:path w="11429" h="773429">
                  <a:moveTo>
                    <a:pt x="11430" y="708660"/>
                  </a:moveTo>
                  <a:lnTo>
                    <a:pt x="0" y="708660"/>
                  </a:lnTo>
                  <a:lnTo>
                    <a:pt x="0" y="715010"/>
                  </a:lnTo>
                  <a:lnTo>
                    <a:pt x="11430" y="715010"/>
                  </a:lnTo>
                  <a:lnTo>
                    <a:pt x="11430" y="708660"/>
                  </a:lnTo>
                  <a:close/>
                </a:path>
                <a:path w="11429" h="773429">
                  <a:moveTo>
                    <a:pt x="11430" y="704850"/>
                  </a:moveTo>
                  <a:lnTo>
                    <a:pt x="0" y="704850"/>
                  </a:lnTo>
                  <a:lnTo>
                    <a:pt x="0" y="707390"/>
                  </a:lnTo>
                  <a:lnTo>
                    <a:pt x="11430" y="707390"/>
                  </a:lnTo>
                  <a:lnTo>
                    <a:pt x="11430" y="704850"/>
                  </a:lnTo>
                  <a:close/>
                </a:path>
              </a:pathLst>
            </a:custGeom>
            <a:solidFill>
              <a:srgbClr val="898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49">
              <a:extLst>
                <a:ext uri="{FF2B5EF4-FFF2-40B4-BE49-F238E27FC236}">
                  <a16:creationId xmlns:a16="http://schemas.microsoft.com/office/drawing/2014/main" id="{4CFBC72D-31BF-F9A9-C380-2955F440DFA0}"/>
                </a:ext>
              </a:extLst>
            </p:cNvPr>
            <p:cNvSpPr/>
            <p:nvPr/>
          </p:nvSpPr>
          <p:spPr>
            <a:xfrm>
              <a:off x="4973320" y="5661659"/>
              <a:ext cx="10160" cy="762000"/>
            </a:xfrm>
            <a:custGeom>
              <a:avLst/>
              <a:gdLst/>
              <a:ahLst/>
              <a:cxnLst/>
              <a:rect l="l" t="t" r="r" b="b"/>
              <a:pathLst>
                <a:path w="10160" h="76200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10159" y="6349"/>
                  </a:lnTo>
                  <a:lnTo>
                    <a:pt x="10159" y="3809"/>
                  </a:lnTo>
                  <a:lnTo>
                    <a:pt x="7619" y="3809"/>
                  </a:lnTo>
                  <a:lnTo>
                    <a:pt x="7619" y="2539"/>
                  </a:lnTo>
                  <a:lnTo>
                    <a:pt x="5079" y="2539"/>
                  </a:lnTo>
                  <a:lnTo>
                    <a:pt x="507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10160" h="762000">
                  <a:moveTo>
                    <a:pt x="1015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59" y="10159"/>
                  </a:lnTo>
                  <a:lnTo>
                    <a:pt x="10159" y="6350"/>
                  </a:lnTo>
                  <a:close/>
                </a:path>
                <a:path w="10160" h="762000">
                  <a:moveTo>
                    <a:pt x="10159" y="10159"/>
                  </a:moveTo>
                  <a:lnTo>
                    <a:pt x="0" y="10159"/>
                  </a:lnTo>
                  <a:lnTo>
                    <a:pt x="0" y="19049"/>
                  </a:lnTo>
                  <a:lnTo>
                    <a:pt x="10159" y="19049"/>
                  </a:lnTo>
                  <a:lnTo>
                    <a:pt x="10159" y="10159"/>
                  </a:lnTo>
                  <a:close/>
                </a:path>
                <a:path w="10160" h="762000">
                  <a:moveTo>
                    <a:pt x="10159" y="19050"/>
                  </a:moveTo>
                  <a:lnTo>
                    <a:pt x="0" y="19050"/>
                  </a:lnTo>
                  <a:lnTo>
                    <a:pt x="0" y="25399"/>
                  </a:lnTo>
                  <a:lnTo>
                    <a:pt x="10159" y="25399"/>
                  </a:lnTo>
                  <a:lnTo>
                    <a:pt x="10159" y="19050"/>
                  </a:lnTo>
                  <a:close/>
                </a:path>
                <a:path w="10160" h="762000">
                  <a:moveTo>
                    <a:pt x="10159" y="25400"/>
                  </a:moveTo>
                  <a:lnTo>
                    <a:pt x="0" y="25400"/>
                  </a:lnTo>
                  <a:lnTo>
                    <a:pt x="0" y="31749"/>
                  </a:lnTo>
                  <a:lnTo>
                    <a:pt x="10159" y="31749"/>
                  </a:lnTo>
                  <a:lnTo>
                    <a:pt x="10159" y="25400"/>
                  </a:lnTo>
                  <a:close/>
                </a:path>
                <a:path w="10160" h="762000">
                  <a:moveTo>
                    <a:pt x="1015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59" y="35559"/>
                  </a:lnTo>
                  <a:lnTo>
                    <a:pt x="10159" y="31750"/>
                  </a:lnTo>
                  <a:close/>
                </a:path>
                <a:path w="10160" h="762000">
                  <a:moveTo>
                    <a:pt x="1015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59" y="38099"/>
                  </a:lnTo>
                  <a:lnTo>
                    <a:pt x="10159" y="35559"/>
                  </a:lnTo>
                  <a:close/>
                </a:path>
                <a:path w="10160" h="762000">
                  <a:moveTo>
                    <a:pt x="1015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0159" y="41909"/>
                  </a:lnTo>
                  <a:lnTo>
                    <a:pt x="10159" y="38100"/>
                  </a:lnTo>
                  <a:close/>
                </a:path>
                <a:path w="10160" h="762000">
                  <a:moveTo>
                    <a:pt x="1015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0159" y="44449"/>
                  </a:lnTo>
                  <a:lnTo>
                    <a:pt x="10159" y="41909"/>
                  </a:lnTo>
                  <a:close/>
                </a:path>
                <a:path w="10160" h="762000">
                  <a:moveTo>
                    <a:pt x="10159" y="44450"/>
                  </a:moveTo>
                  <a:lnTo>
                    <a:pt x="0" y="44450"/>
                  </a:lnTo>
                  <a:lnTo>
                    <a:pt x="0" y="54609"/>
                  </a:lnTo>
                  <a:lnTo>
                    <a:pt x="10159" y="54609"/>
                  </a:lnTo>
                  <a:lnTo>
                    <a:pt x="10159" y="44450"/>
                  </a:lnTo>
                  <a:close/>
                </a:path>
                <a:path w="10160" h="762000">
                  <a:moveTo>
                    <a:pt x="10159" y="54610"/>
                  </a:moveTo>
                  <a:lnTo>
                    <a:pt x="0" y="54610"/>
                  </a:lnTo>
                  <a:lnTo>
                    <a:pt x="0" y="57149"/>
                  </a:lnTo>
                  <a:lnTo>
                    <a:pt x="10159" y="57149"/>
                  </a:lnTo>
                  <a:lnTo>
                    <a:pt x="10159" y="54610"/>
                  </a:lnTo>
                  <a:close/>
                </a:path>
                <a:path w="10160" h="762000">
                  <a:moveTo>
                    <a:pt x="10159" y="57150"/>
                  </a:moveTo>
                  <a:lnTo>
                    <a:pt x="0" y="57150"/>
                  </a:lnTo>
                  <a:lnTo>
                    <a:pt x="0" y="698499"/>
                  </a:lnTo>
                  <a:lnTo>
                    <a:pt x="10159" y="698499"/>
                  </a:lnTo>
                  <a:lnTo>
                    <a:pt x="10159" y="57150"/>
                  </a:lnTo>
                  <a:close/>
                </a:path>
                <a:path w="10160" h="762000">
                  <a:moveTo>
                    <a:pt x="3809" y="760729"/>
                  </a:moveTo>
                  <a:lnTo>
                    <a:pt x="1269" y="760729"/>
                  </a:lnTo>
                  <a:lnTo>
                    <a:pt x="1269" y="761999"/>
                  </a:lnTo>
                  <a:lnTo>
                    <a:pt x="3809" y="761999"/>
                  </a:lnTo>
                  <a:lnTo>
                    <a:pt x="3809" y="760729"/>
                  </a:lnTo>
                  <a:close/>
                </a:path>
                <a:path w="10160" h="762000">
                  <a:moveTo>
                    <a:pt x="10159" y="755649"/>
                  </a:moveTo>
                  <a:lnTo>
                    <a:pt x="0" y="755649"/>
                  </a:lnTo>
                  <a:lnTo>
                    <a:pt x="0" y="760729"/>
                  </a:lnTo>
                  <a:lnTo>
                    <a:pt x="6350" y="760729"/>
                  </a:lnTo>
                  <a:lnTo>
                    <a:pt x="6350" y="759459"/>
                  </a:lnTo>
                  <a:lnTo>
                    <a:pt x="8889" y="759459"/>
                  </a:lnTo>
                  <a:lnTo>
                    <a:pt x="8890" y="756919"/>
                  </a:lnTo>
                  <a:lnTo>
                    <a:pt x="10159" y="756919"/>
                  </a:lnTo>
                  <a:lnTo>
                    <a:pt x="10159" y="755649"/>
                  </a:lnTo>
                  <a:close/>
                </a:path>
                <a:path w="10160" h="762000">
                  <a:moveTo>
                    <a:pt x="10159" y="749299"/>
                  </a:moveTo>
                  <a:lnTo>
                    <a:pt x="0" y="749299"/>
                  </a:lnTo>
                  <a:lnTo>
                    <a:pt x="0" y="754379"/>
                  </a:lnTo>
                  <a:lnTo>
                    <a:pt x="10159" y="754379"/>
                  </a:lnTo>
                  <a:lnTo>
                    <a:pt x="10159" y="749299"/>
                  </a:lnTo>
                  <a:close/>
                </a:path>
                <a:path w="10160" h="762000">
                  <a:moveTo>
                    <a:pt x="10159" y="742949"/>
                  </a:moveTo>
                  <a:lnTo>
                    <a:pt x="0" y="742949"/>
                  </a:lnTo>
                  <a:lnTo>
                    <a:pt x="0" y="748029"/>
                  </a:lnTo>
                  <a:lnTo>
                    <a:pt x="10159" y="748029"/>
                  </a:lnTo>
                  <a:lnTo>
                    <a:pt x="10159" y="742949"/>
                  </a:lnTo>
                  <a:close/>
                </a:path>
                <a:path w="10160" h="762000">
                  <a:moveTo>
                    <a:pt x="10159" y="736599"/>
                  </a:moveTo>
                  <a:lnTo>
                    <a:pt x="0" y="736599"/>
                  </a:lnTo>
                  <a:lnTo>
                    <a:pt x="0" y="741679"/>
                  </a:lnTo>
                  <a:lnTo>
                    <a:pt x="10159" y="741679"/>
                  </a:lnTo>
                  <a:lnTo>
                    <a:pt x="10159" y="736599"/>
                  </a:lnTo>
                  <a:close/>
                </a:path>
                <a:path w="10160" h="762000">
                  <a:moveTo>
                    <a:pt x="10159" y="730249"/>
                  </a:moveTo>
                  <a:lnTo>
                    <a:pt x="0" y="730249"/>
                  </a:lnTo>
                  <a:lnTo>
                    <a:pt x="0" y="735329"/>
                  </a:lnTo>
                  <a:lnTo>
                    <a:pt x="10159" y="735329"/>
                  </a:lnTo>
                  <a:lnTo>
                    <a:pt x="10159" y="730249"/>
                  </a:lnTo>
                  <a:close/>
                </a:path>
                <a:path w="10160" h="762000">
                  <a:moveTo>
                    <a:pt x="10159" y="723899"/>
                  </a:moveTo>
                  <a:lnTo>
                    <a:pt x="0" y="723899"/>
                  </a:lnTo>
                  <a:lnTo>
                    <a:pt x="0" y="728980"/>
                  </a:lnTo>
                  <a:lnTo>
                    <a:pt x="10159" y="728980"/>
                  </a:lnTo>
                  <a:lnTo>
                    <a:pt x="10159" y="723899"/>
                  </a:lnTo>
                  <a:close/>
                </a:path>
                <a:path w="10160" h="762000">
                  <a:moveTo>
                    <a:pt x="10159" y="717549"/>
                  </a:moveTo>
                  <a:lnTo>
                    <a:pt x="0" y="717549"/>
                  </a:lnTo>
                  <a:lnTo>
                    <a:pt x="0" y="722629"/>
                  </a:lnTo>
                  <a:lnTo>
                    <a:pt x="10159" y="722629"/>
                  </a:lnTo>
                  <a:lnTo>
                    <a:pt x="10159" y="717549"/>
                  </a:lnTo>
                  <a:close/>
                </a:path>
                <a:path w="10160" h="762000">
                  <a:moveTo>
                    <a:pt x="10159" y="711199"/>
                  </a:moveTo>
                  <a:lnTo>
                    <a:pt x="0" y="711199"/>
                  </a:lnTo>
                  <a:lnTo>
                    <a:pt x="0" y="716280"/>
                  </a:lnTo>
                  <a:lnTo>
                    <a:pt x="10159" y="716280"/>
                  </a:lnTo>
                  <a:lnTo>
                    <a:pt x="10159" y="711199"/>
                  </a:lnTo>
                  <a:close/>
                </a:path>
                <a:path w="10160" h="762000">
                  <a:moveTo>
                    <a:pt x="10159" y="703579"/>
                  </a:moveTo>
                  <a:lnTo>
                    <a:pt x="0" y="703579"/>
                  </a:lnTo>
                  <a:lnTo>
                    <a:pt x="0" y="709929"/>
                  </a:lnTo>
                  <a:lnTo>
                    <a:pt x="10159" y="709929"/>
                  </a:lnTo>
                  <a:lnTo>
                    <a:pt x="10159" y="703579"/>
                  </a:lnTo>
                  <a:close/>
                </a:path>
                <a:path w="10160" h="762000">
                  <a:moveTo>
                    <a:pt x="10159" y="699769"/>
                  </a:moveTo>
                  <a:lnTo>
                    <a:pt x="0" y="699769"/>
                  </a:lnTo>
                  <a:lnTo>
                    <a:pt x="0" y="702309"/>
                  </a:lnTo>
                  <a:lnTo>
                    <a:pt x="10159" y="702309"/>
                  </a:lnTo>
                  <a:lnTo>
                    <a:pt x="10159" y="699769"/>
                  </a:lnTo>
                  <a:close/>
                </a:path>
              </a:pathLst>
            </a:custGeom>
            <a:solidFill>
              <a:srgbClr val="8A8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0">
              <a:extLst>
                <a:ext uri="{FF2B5EF4-FFF2-40B4-BE49-F238E27FC236}">
                  <a16:creationId xmlns:a16="http://schemas.microsoft.com/office/drawing/2014/main" id="{ED95F680-687A-7EA5-516C-C76BA8DEB25F}"/>
                </a:ext>
              </a:extLst>
            </p:cNvPr>
            <p:cNvSpPr/>
            <p:nvPr/>
          </p:nvSpPr>
          <p:spPr>
            <a:xfrm>
              <a:off x="4983480" y="5666739"/>
              <a:ext cx="11430" cy="751840"/>
            </a:xfrm>
            <a:custGeom>
              <a:avLst/>
              <a:gdLst/>
              <a:ahLst/>
              <a:cxnLst/>
              <a:rect l="l" t="t" r="r" b="b"/>
              <a:pathLst>
                <a:path w="11429" h="7518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11429" h="751839">
                  <a:moveTo>
                    <a:pt x="508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3810"/>
                  </a:lnTo>
                  <a:lnTo>
                    <a:pt x="7620" y="3810"/>
                  </a:lnTo>
                  <a:lnTo>
                    <a:pt x="7620" y="2540"/>
                  </a:lnTo>
                  <a:lnTo>
                    <a:pt x="5080" y="2540"/>
                  </a:lnTo>
                  <a:lnTo>
                    <a:pt x="5080" y="1270"/>
                  </a:lnTo>
                  <a:close/>
                </a:path>
                <a:path w="11429" h="751839">
                  <a:moveTo>
                    <a:pt x="11430" y="5080"/>
                  </a:moveTo>
                  <a:lnTo>
                    <a:pt x="0" y="5080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5080"/>
                  </a:lnTo>
                  <a:close/>
                </a:path>
                <a:path w="11429" h="751839">
                  <a:moveTo>
                    <a:pt x="11430" y="13970"/>
                  </a:moveTo>
                  <a:lnTo>
                    <a:pt x="0" y="13970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3970"/>
                  </a:lnTo>
                  <a:close/>
                </a:path>
                <a:path w="11429" h="751839">
                  <a:moveTo>
                    <a:pt x="11430" y="20320"/>
                  </a:moveTo>
                  <a:lnTo>
                    <a:pt x="0" y="20320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0320"/>
                  </a:lnTo>
                  <a:close/>
                </a:path>
                <a:path w="11429" h="751839">
                  <a:moveTo>
                    <a:pt x="1143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6670"/>
                  </a:lnTo>
                  <a:close/>
                </a:path>
                <a:path w="11429" h="751839">
                  <a:moveTo>
                    <a:pt x="1143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30480"/>
                  </a:lnTo>
                  <a:close/>
                </a:path>
                <a:path w="11429" h="751839">
                  <a:moveTo>
                    <a:pt x="1143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3020"/>
                  </a:lnTo>
                  <a:close/>
                </a:path>
                <a:path w="11429" h="751839">
                  <a:moveTo>
                    <a:pt x="1143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1430" y="39370"/>
                  </a:lnTo>
                  <a:lnTo>
                    <a:pt x="11430" y="36830"/>
                  </a:lnTo>
                  <a:close/>
                </a:path>
                <a:path w="11429" h="751839">
                  <a:moveTo>
                    <a:pt x="11430" y="39370"/>
                  </a:moveTo>
                  <a:lnTo>
                    <a:pt x="0" y="39370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39370"/>
                  </a:lnTo>
                  <a:close/>
                </a:path>
                <a:path w="11429" h="751839">
                  <a:moveTo>
                    <a:pt x="1143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9530"/>
                  </a:lnTo>
                  <a:close/>
                </a:path>
                <a:path w="11429" h="751839">
                  <a:moveTo>
                    <a:pt x="11430" y="52070"/>
                  </a:moveTo>
                  <a:lnTo>
                    <a:pt x="0" y="52070"/>
                  </a:lnTo>
                  <a:lnTo>
                    <a:pt x="0" y="693420"/>
                  </a:lnTo>
                  <a:lnTo>
                    <a:pt x="11430" y="693420"/>
                  </a:lnTo>
                  <a:lnTo>
                    <a:pt x="11430" y="52070"/>
                  </a:lnTo>
                  <a:close/>
                </a:path>
                <a:path w="11429" h="751839">
                  <a:moveTo>
                    <a:pt x="1270" y="750570"/>
                  </a:moveTo>
                  <a:lnTo>
                    <a:pt x="0" y="750570"/>
                  </a:lnTo>
                  <a:lnTo>
                    <a:pt x="0" y="751840"/>
                  </a:lnTo>
                  <a:lnTo>
                    <a:pt x="1270" y="751840"/>
                  </a:lnTo>
                  <a:lnTo>
                    <a:pt x="1270" y="750570"/>
                  </a:lnTo>
                  <a:close/>
                </a:path>
                <a:path w="11429" h="751839">
                  <a:moveTo>
                    <a:pt x="6350" y="749300"/>
                  </a:moveTo>
                  <a:lnTo>
                    <a:pt x="5080" y="749300"/>
                  </a:lnTo>
                  <a:lnTo>
                    <a:pt x="5080" y="750570"/>
                  </a:lnTo>
                  <a:lnTo>
                    <a:pt x="6350" y="750570"/>
                  </a:lnTo>
                  <a:lnTo>
                    <a:pt x="6350" y="749300"/>
                  </a:lnTo>
                  <a:close/>
                </a:path>
                <a:path w="11429" h="751839">
                  <a:moveTo>
                    <a:pt x="11430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8889" y="749300"/>
                  </a:lnTo>
                  <a:lnTo>
                    <a:pt x="8889" y="748030"/>
                  </a:lnTo>
                  <a:lnTo>
                    <a:pt x="10160" y="748030"/>
                  </a:lnTo>
                  <a:lnTo>
                    <a:pt x="10160" y="745490"/>
                  </a:lnTo>
                  <a:lnTo>
                    <a:pt x="11430" y="745490"/>
                  </a:lnTo>
                  <a:lnTo>
                    <a:pt x="11430" y="744220"/>
                  </a:lnTo>
                  <a:close/>
                </a:path>
                <a:path w="11429" h="751839">
                  <a:moveTo>
                    <a:pt x="11430" y="737870"/>
                  </a:moveTo>
                  <a:lnTo>
                    <a:pt x="0" y="737870"/>
                  </a:lnTo>
                  <a:lnTo>
                    <a:pt x="0" y="742950"/>
                  </a:lnTo>
                  <a:lnTo>
                    <a:pt x="11430" y="742950"/>
                  </a:lnTo>
                  <a:lnTo>
                    <a:pt x="11430" y="737870"/>
                  </a:lnTo>
                  <a:close/>
                </a:path>
                <a:path w="11429" h="751839">
                  <a:moveTo>
                    <a:pt x="11430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11430" y="736600"/>
                  </a:lnTo>
                  <a:lnTo>
                    <a:pt x="11430" y="731520"/>
                  </a:lnTo>
                  <a:close/>
                </a:path>
                <a:path w="11429" h="751839">
                  <a:moveTo>
                    <a:pt x="11430" y="725170"/>
                  </a:moveTo>
                  <a:lnTo>
                    <a:pt x="0" y="725170"/>
                  </a:lnTo>
                  <a:lnTo>
                    <a:pt x="0" y="730250"/>
                  </a:lnTo>
                  <a:lnTo>
                    <a:pt x="11430" y="730250"/>
                  </a:lnTo>
                  <a:lnTo>
                    <a:pt x="11430" y="725170"/>
                  </a:lnTo>
                  <a:close/>
                </a:path>
                <a:path w="11429" h="751839">
                  <a:moveTo>
                    <a:pt x="11430" y="718820"/>
                  </a:moveTo>
                  <a:lnTo>
                    <a:pt x="0" y="718820"/>
                  </a:lnTo>
                  <a:lnTo>
                    <a:pt x="0" y="723900"/>
                  </a:lnTo>
                  <a:lnTo>
                    <a:pt x="11430" y="723900"/>
                  </a:lnTo>
                  <a:lnTo>
                    <a:pt x="11430" y="718820"/>
                  </a:lnTo>
                  <a:close/>
                </a:path>
                <a:path w="11429" h="751839">
                  <a:moveTo>
                    <a:pt x="11430" y="712470"/>
                  </a:moveTo>
                  <a:lnTo>
                    <a:pt x="0" y="712470"/>
                  </a:lnTo>
                  <a:lnTo>
                    <a:pt x="0" y="717550"/>
                  </a:lnTo>
                  <a:lnTo>
                    <a:pt x="11430" y="717550"/>
                  </a:lnTo>
                  <a:lnTo>
                    <a:pt x="11430" y="712470"/>
                  </a:lnTo>
                  <a:close/>
                </a:path>
                <a:path w="11429" h="751839">
                  <a:moveTo>
                    <a:pt x="11430" y="706120"/>
                  </a:moveTo>
                  <a:lnTo>
                    <a:pt x="0" y="706120"/>
                  </a:lnTo>
                  <a:lnTo>
                    <a:pt x="0" y="711200"/>
                  </a:lnTo>
                  <a:lnTo>
                    <a:pt x="11430" y="711200"/>
                  </a:lnTo>
                  <a:lnTo>
                    <a:pt x="11430" y="706120"/>
                  </a:lnTo>
                  <a:close/>
                </a:path>
                <a:path w="11429" h="751839">
                  <a:moveTo>
                    <a:pt x="11430" y="698500"/>
                  </a:moveTo>
                  <a:lnTo>
                    <a:pt x="0" y="698500"/>
                  </a:lnTo>
                  <a:lnTo>
                    <a:pt x="0" y="704850"/>
                  </a:lnTo>
                  <a:lnTo>
                    <a:pt x="11430" y="704850"/>
                  </a:lnTo>
                  <a:lnTo>
                    <a:pt x="11430" y="698500"/>
                  </a:lnTo>
                  <a:close/>
                </a:path>
                <a:path w="11429" h="751839">
                  <a:moveTo>
                    <a:pt x="11430" y="694690"/>
                  </a:moveTo>
                  <a:lnTo>
                    <a:pt x="0" y="694690"/>
                  </a:lnTo>
                  <a:lnTo>
                    <a:pt x="0" y="697230"/>
                  </a:lnTo>
                  <a:lnTo>
                    <a:pt x="11430" y="697230"/>
                  </a:lnTo>
                  <a:lnTo>
                    <a:pt x="11430" y="694690"/>
                  </a:lnTo>
                  <a:close/>
                </a:path>
              </a:pathLst>
            </a:custGeom>
            <a:solidFill>
              <a:srgbClr val="8B8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1">
              <a:extLst>
                <a:ext uri="{FF2B5EF4-FFF2-40B4-BE49-F238E27FC236}">
                  <a16:creationId xmlns:a16="http://schemas.microsoft.com/office/drawing/2014/main" id="{6C769302-DDEF-A61A-398B-7D7B0838AFFE}"/>
                </a:ext>
              </a:extLst>
            </p:cNvPr>
            <p:cNvSpPr/>
            <p:nvPr/>
          </p:nvSpPr>
          <p:spPr>
            <a:xfrm>
              <a:off x="4994910" y="5673089"/>
              <a:ext cx="11430" cy="739140"/>
            </a:xfrm>
            <a:custGeom>
              <a:avLst/>
              <a:gdLst/>
              <a:ahLst/>
              <a:cxnLst/>
              <a:rect l="l" t="t" r="r" b="b"/>
              <a:pathLst>
                <a:path w="11429" h="739139">
                  <a:moveTo>
                    <a:pt x="2539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6350"/>
                  </a:lnTo>
                  <a:lnTo>
                    <a:pt x="10160" y="6350"/>
                  </a:lnTo>
                  <a:lnTo>
                    <a:pt x="10160" y="5080"/>
                  </a:lnTo>
                  <a:lnTo>
                    <a:pt x="8889" y="5080"/>
                  </a:lnTo>
                  <a:lnTo>
                    <a:pt x="8889" y="3810"/>
                  </a:lnTo>
                  <a:lnTo>
                    <a:pt x="6350" y="3810"/>
                  </a:lnTo>
                  <a:lnTo>
                    <a:pt x="635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11429" h="739139">
                  <a:moveTo>
                    <a:pt x="11429" y="7620"/>
                  </a:moveTo>
                  <a:lnTo>
                    <a:pt x="0" y="762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7620"/>
                  </a:lnTo>
                  <a:close/>
                </a:path>
                <a:path w="11429" h="739139">
                  <a:moveTo>
                    <a:pt x="11429" y="13970"/>
                  </a:moveTo>
                  <a:lnTo>
                    <a:pt x="0" y="1397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3970"/>
                  </a:lnTo>
                  <a:close/>
                </a:path>
                <a:path w="11429" h="739139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739139">
                  <a:moveTo>
                    <a:pt x="1142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24130"/>
                  </a:lnTo>
                  <a:close/>
                </a:path>
                <a:path w="11429" h="739139">
                  <a:moveTo>
                    <a:pt x="1142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6670"/>
                  </a:lnTo>
                  <a:close/>
                </a:path>
                <a:path w="11429" h="739139">
                  <a:moveTo>
                    <a:pt x="1142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30480"/>
                  </a:lnTo>
                  <a:close/>
                </a:path>
                <a:path w="11429" h="739139">
                  <a:moveTo>
                    <a:pt x="11429" y="33020"/>
                  </a:moveTo>
                  <a:lnTo>
                    <a:pt x="0" y="3302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3020"/>
                  </a:lnTo>
                  <a:close/>
                </a:path>
                <a:path w="11429" h="739139">
                  <a:moveTo>
                    <a:pt x="1142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43180"/>
                  </a:lnTo>
                  <a:close/>
                </a:path>
                <a:path w="11429" h="739139">
                  <a:moveTo>
                    <a:pt x="11429" y="45720"/>
                  </a:moveTo>
                  <a:lnTo>
                    <a:pt x="0" y="45720"/>
                  </a:lnTo>
                  <a:lnTo>
                    <a:pt x="0" y="687070"/>
                  </a:lnTo>
                  <a:lnTo>
                    <a:pt x="11429" y="687070"/>
                  </a:lnTo>
                  <a:lnTo>
                    <a:pt x="11429" y="45720"/>
                  </a:lnTo>
                  <a:close/>
                </a:path>
                <a:path w="11429" h="739139">
                  <a:moveTo>
                    <a:pt x="1270" y="737870"/>
                  </a:moveTo>
                  <a:lnTo>
                    <a:pt x="0" y="737870"/>
                  </a:lnTo>
                  <a:lnTo>
                    <a:pt x="0" y="739140"/>
                  </a:lnTo>
                  <a:lnTo>
                    <a:pt x="1270" y="739140"/>
                  </a:lnTo>
                  <a:lnTo>
                    <a:pt x="1270" y="737870"/>
                  </a:lnTo>
                  <a:close/>
                </a:path>
                <a:path w="11429" h="739139">
                  <a:moveTo>
                    <a:pt x="5079" y="736600"/>
                  </a:moveTo>
                  <a:lnTo>
                    <a:pt x="3809" y="736600"/>
                  </a:lnTo>
                  <a:lnTo>
                    <a:pt x="3809" y="737870"/>
                  </a:lnTo>
                  <a:lnTo>
                    <a:pt x="5079" y="737870"/>
                  </a:lnTo>
                  <a:lnTo>
                    <a:pt x="5079" y="736600"/>
                  </a:lnTo>
                  <a:close/>
                </a:path>
                <a:path w="11429" h="739139">
                  <a:moveTo>
                    <a:pt x="11429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7620" y="736600"/>
                  </a:lnTo>
                  <a:lnTo>
                    <a:pt x="7620" y="735330"/>
                  </a:lnTo>
                  <a:lnTo>
                    <a:pt x="8889" y="735330"/>
                  </a:lnTo>
                  <a:lnTo>
                    <a:pt x="8889" y="732790"/>
                  </a:lnTo>
                  <a:lnTo>
                    <a:pt x="11429" y="732790"/>
                  </a:lnTo>
                  <a:lnTo>
                    <a:pt x="11429" y="731520"/>
                  </a:lnTo>
                  <a:close/>
                </a:path>
                <a:path w="11429" h="739139">
                  <a:moveTo>
                    <a:pt x="11429" y="725170"/>
                  </a:moveTo>
                  <a:lnTo>
                    <a:pt x="0" y="725170"/>
                  </a:lnTo>
                  <a:lnTo>
                    <a:pt x="0" y="730250"/>
                  </a:lnTo>
                  <a:lnTo>
                    <a:pt x="11429" y="730250"/>
                  </a:lnTo>
                  <a:lnTo>
                    <a:pt x="11429" y="725170"/>
                  </a:lnTo>
                  <a:close/>
                </a:path>
                <a:path w="11429" h="739139">
                  <a:moveTo>
                    <a:pt x="11429" y="718820"/>
                  </a:moveTo>
                  <a:lnTo>
                    <a:pt x="0" y="718820"/>
                  </a:lnTo>
                  <a:lnTo>
                    <a:pt x="0" y="723900"/>
                  </a:lnTo>
                  <a:lnTo>
                    <a:pt x="11429" y="723900"/>
                  </a:lnTo>
                  <a:lnTo>
                    <a:pt x="11429" y="718820"/>
                  </a:lnTo>
                  <a:close/>
                </a:path>
                <a:path w="11429" h="739139">
                  <a:moveTo>
                    <a:pt x="11429" y="712470"/>
                  </a:moveTo>
                  <a:lnTo>
                    <a:pt x="0" y="712470"/>
                  </a:lnTo>
                  <a:lnTo>
                    <a:pt x="0" y="717550"/>
                  </a:lnTo>
                  <a:lnTo>
                    <a:pt x="11429" y="717550"/>
                  </a:lnTo>
                  <a:lnTo>
                    <a:pt x="11429" y="712470"/>
                  </a:lnTo>
                  <a:close/>
                </a:path>
                <a:path w="11429" h="739139">
                  <a:moveTo>
                    <a:pt x="11429" y="706120"/>
                  </a:moveTo>
                  <a:lnTo>
                    <a:pt x="0" y="706120"/>
                  </a:lnTo>
                  <a:lnTo>
                    <a:pt x="0" y="711200"/>
                  </a:lnTo>
                  <a:lnTo>
                    <a:pt x="11429" y="711200"/>
                  </a:lnTo>
                  <a:lnTo>
                    <a:pt x="11429" y="706120"/>
                  </a:lnTo>
                  <a:close/>
                </a:path>
                <a:path w="11429" h="739139">
                  <a:moveTo>
                    <a:pt x="11429" y="699770"/>
                  </a:moveTo>
                  <a:lnTo>
                    <a:pt x="0" y="699770"/>
                  </a:lnTo>
                  <a:lnTo>
                    <a:pt x="0" y="704850"/>
                  </a:lnTo>
                  <a:lnTo>
                    <a:pt x="11429" y="704850"/>
                  </a:lnTo>
                  <a:lnTo>
                    <a:pt x="11429" y="699770"/>
                  </a:lnTo>
                  <a:close/>
                </a:path>
                <a:path w="11429" h="739139">
                  <a:moveTo>
                    <a:pt x="11429" y="692150"/>
                  </a:moveTo>
                  <a:lnTo>
                    <a:pt x="0" y="692150"/>
                  </a:lnTo>
                  <a:lnTo>
                    <a:pt x="0" y="698500"/>
                  </a:lnTo>
                  <a:lnTo>
                    <a:pt x="11429" y="698500"/>
                  </a:lnTo>
                  <a:lnTo>
                    <a:pt x="11429" y="692150"/>
                  </a:lnTo>
                  <a:close/>
                </a:path>
                <a:path w="11429" h="739139">
                  <a:moveTo>
                    <a:pt x="11429" y="688340"/>
                  </a:moveTo>
                  <a:lnTo>
                    <a:pt x="0" y="688340"/>
                  </a:lnTo>
                  <a:lnTo>
                    <a:pt x="0" y="690880"/>
                  </a:lnTo>
                  <a:lnTo>
                    <a:pt x="11429" y="690880"/>
                  </a:lnTo>
                  <a:lnTo>
                    <a:pt x="11429" y="688340"/>
                  </a:lnTo>
                  <a:close/>
                </a:path>
              </a:pathLst>
            </a:custGeom>
            <a:solidFill>
              <a:srgbClr val="8B8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2">
              <a:extLst>
                <a:ext uri="{FF2B5EF4-FFF2-40B4-BE49-F238E27FC236}">
                  <a16:creationId xmlns:a16="http://schemas.microsoft.com/office/drawing/2014/main" id="{D3144510-4F66-9BFA-6E52-4B4823EEC0B6}"/>
                </a:ext>
              </a:extLst>
            </p:cNvPr>
            <p:cNvSpPr/>
            <p:nvPr/>
          </p:nvSpPr>
          <p:spPr>
            <a:xfrm>
              <a:off x="5006340" y="5679439"/>
              <a:ext cx="10160" cy="725170"/>
            </a:xfrm>
            <a:custGeom>
              <a:avLst/>
              <a:gdLst/>
              <a:ahLst/>
              <a:cxnLst/>
              <a:rect l="l" t="t" r="r" b="b"/>
              <a:pathLst>
                <a:path w="10160" h="72517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0160" h="725170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10160" y="7619"/>
                  </a:lnTo>
                  <a:lnTo>
                    <a:pt x="10160" y="6349"/>
                  </a:lnTo>
                  <a:lnTo>
                    <a:pt x="7619" y="6349"/>
                  </a:lnTo>
                  <a:lnTo>
                    <a:pt x="7619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2540" y="2539"/>
                  </a:lnTo>
                  <a:lnTo>
                    <a:pt x="2540" y="1269"/>
                  </a:lnTo>
                  <a:close/>
                </a:path>
                <a:path w="10160" h="725170">
                  <a:moveTo>
                    <a:pt x="10160" y="7619"/>
                  </a:moveTo>
                  <a:lnTo>
                    <a:pt x="0" y="7619"/>
                  </a:lnTo>
                  <a:lnTo>
                    <a:pt x="0" y="13969"/>
                  </a:lnTo>
                  <a:lnTo>
                    <a:pt x="10160" y="13969"/>
                  </a:lnTo>
                  <a:lnTo>
                    <a:pt x="10160" y="7619"/>
                  </a:lnTo>
                  <a:close/>
                </a:path>
                <a:path w="10160" h="725170">
                  <a:moveTo>
                    <a:pt x="10160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10160" y="17779"/>
                  </a:lnTo>
                  <a:lnTo>
                    <a:pt x="10160" y="13969"/>
                  </a:lnTo>
                  <a:close/>
                </a:path>
                <a:path w="10160" h="725170">
                  <a:moveTo>
                    <a:pt x="1016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10160" y="20319"/>
                  </a:lnTo>
                  <a:lnTo>
                    <a:pt x="10160" y="17779"/>
                  </a:lnTo>
                  <a:close/>
                </a:path>
                <a:path w="10160" h="725170">
                  <a:moveTo>
                    <a:pt x="10160" y="20319"/>
                  </a:moveTo>
                  <a:lnTo>
                    <a:pt x="0" y="20319"/>
                  </a:lnTo>
                  <a:lnTo>
                    <a:pt x="0" y="24129"/>
                  </a:lnTo>
                  <a:lnTo>
                    <a:pt x="10160" y="24129"/>
                  </a:lnTo>
                  <a:lnTo>
                    <a:pt x="10160" y="20319"/>
                  </a:lnTo>
                  <a:close/>
                </a:path>
                <a:path w="10160" h="725170">
                  <a:moveTo>
                    <a:pt x="10160" y="24129"/>
                  </a:moveTo>
                  <a:lnTo>
                    <a:pt x="0" y="24129"/>
                  </a:lnTo>
                  <a:lnTo>
                    <a:pt x="0" y="26669"/>
                  </a:lnTo>
                  <a:lnTo>
                    <a:pt x="10160" y="26669"/>
                  </a:lnTo>
                  <a:lnTo>
                    <a:pt x="10160" y="24129"/>
                  </a:lnTo>
                  <a:close/>
                </a:path>
                <a:path w="10160" h="725170">
                  <a:moveTo>
                    <a:pt x="10160" y="26669"/>
                  </a:moveTo>
                  <a:lnTo>
                    <a:pt x="0" y="26669"/>
                  </a:lnTo>
                  <a:lnTo>
                    <a:pt x="0" y="36829"/>
                  </a:lnTo>
                  <a:lnTo>
                    <a:pt x="10160" y="36829"/>
                  </a:lnTo>
                  <a:lnTo>
                    <a:pt x="10160" y="26669"/>
                  </a:lnTo>
                  <a:close/>
                </a:path>
                <a:path w="10160" h="725170">
                  <a:moveTo>
                    <a:pt x="10160" y="36829"/>
                  </a:moveTo>
                  <a:lnTo>
                    <a:pt x="0" y="36829"/>
                  </a:lnTo>
                  <a:lnTo>
                    <a:pt x="0" y="39369"/>
                  </a:lnTo>
                  <a:lnTo>
                    <a:pt x="10160" y="39369"/>
                  </a:lnTo>
                  <a:lnTo>
                    <a:pt x="10160" y="36829"/>
                  </a:lnTo>
                  <a:close/>
                </a:path>
                <a:path w="10160" h="725170">
                  <a:moveTo>
                    <a:pt x="10160" y="39369"/>
                  </a:moveTo>
                  <a:lnTo>
                    <a:pt x="0" y="39369"/>
                  </a:lnTo>
                  <a:lnTo>
                    <a:pt x="0" y="680719"/>
                  </a:lnTo>
                  <a:lnTo>
                    <a:pt x="10160" y="680719"/>
                  </a:lnTo>
                  <a:lnTo>
                    <a:pt x="10160" y="39369"/>
                  </a:lnTo>
                  <a:close/>
                </a:path>
                <a:path w="10160" h="725170">
                  <a:moveTo>
                    <a:pt x="3810" y="723899"/>
                  </a:moveTo>
                  <a:lnTo>
                    <a:pt x="2540" y="723899"/>
                  </a:lnTo>
                  <a:lnTo>
                    <a:pt x="2540" y="725169"/>
                  </a:lnTo>
                  <a:lnTo>
                    <a:pt x="3810" y="725169"/>
                  </a:lnTo>
                  <a:lnTo>
                    <a:pt x="3810" y="723899"/>
                  </a:lnTo>
                  <a:close/>
                </a:path>
                <a:path w="10160" h="725170">
                  <a:moveTo>
                    <a:pt x="8890" y="718819"/>
                  </a:moveTo>
                  <a:lnTo>
                    <a:pt x="0" y="718819"/>
                  </a:lnTo>
                  <a:lnTo>
                    <a:pt x="0" y="723899"/>
                  </a:lnTo>
                  <a:lnTo>
                    <a:pt x="5079" y="723899"/>
                  </a:lnTo>
                  <a:lnTo>
                    <a:pt x="5079" y="722629"/>
                  </a:lnTo>
                  <a:lnTo>
                    <a:pt x="7619" y="722629"/>
                  </a:lnTo>
                  <a:lnTo>
                    <a:pt x="7619" y="720089"/>
                  </a:lnTo>
                  <a:lnTo>
                    <a:pt x="8890" y="720089"/>
                  </a:lnTo>
                  <a:lnTo>
                    <a:pt x="8890" y="718819"/>
                  </a:lnTo>
                  <a:close/>
                </a:path>
                <a:path w="10160" h="725170">
                  <a:moveTo>
                    <a:pt x="10160" y="712469"/>
                  </a:moveTo>
                  <a:lnTo>
                    <a:pt x="0" y="712469"/>
                  </a:lnTo>
                  <a:lnTo>
                    <a:pt x="0" y="717549"/>
                  </a:lnTo>
                  <a:lnTo>
                    <a:pt x="10160" y="717549"/>
                  </a:lnTo>
                  <a:lnTo>
                    <a:pt x="10160" y="712469"/>
                  </a:lnTo>
                  <a:close/>
                </a:path>
                <a:path w="10160" h="725170">
                  <a:moveTo>
                    <a:pt x="10160" y="706119"/>
                  </a:moveTo>
                  <a:lnTo>
                    <a:pt x="0" y="706119"/>
                  </a:lnTo>
                  <a:lnTo>
                    <a:pt x="0" y="711199"/>
                  </a:lnTo>
                  <a:lnTo>
                    <a:pt x="10160" y="711199"/>
                  </a:lnTo>
                  <a:lnTo>
                    <a:pt x="10160" y="706119"/>
                  </a:lnTo>
                  <a:close/>
                </a:path>
                <a:path w="10160" h="725170">
                  <a:moveTo>
                    <a:pt x="10160" y="699769"/>
                  </a:moveTo>
                  <a:lnTo>
                    <a:pt x="0" y="699769"/>
                  </a:lnTo>
                  <a:lnTo>
                    <a:pt x="0" y="704849"/>
                  </a:lnTo>
                  <a:lnTo>
                    <a:pt x="10160" y="704849"/>
                  </a:lnTo>
                  <a:lnTo>
                    <a:pt x="10160" y="699769"/>
                  </a:lnTo>
                  <a:close/>
                </a:path>
                <a:path w="10160" h="725170">
                  <a:moveTo>
                    <a:pt x="10160" y="693419"/>
                  </a:moveTo>
                  <a:lnTo>
                    <a:pt x="0" y="693419"/>
                  </a:lnTo>
                  <a:lnTo>
                    <a:pt x="0" y="698499"/>
                  </a:lnTo>
                  <a:lnTo>
                    <a:pt x="10160" y="698499"/>
                  </a:lnTo>
                  <a:lnTo>
                    <a:pt x="10160" y="693419"/>
                  </a:lnTo>
                  <a:close/>
                </a:path>
                <a:path w="10160" h="725170">
                  <a:moveTo>
                    <a:pt x="10160" y="685799"/>
                  </a:moveTo>
                  <a:lnTo>
                    <a:pt x="0" y="685799"/>
                  </a:lnTo>
                  <a:lnTo>
                    <a:pt x="0" y="692149"/>
                  </a:lnTo>
                  <a:lnTo>
                    <a:pt x="10160" y="692149"/>
                  </a:lnTo>
                  <a:lnTo>
                    <a:pt x="10160" y="685799"/>
                  </a:lnTo>
                  <a:close/>
                </a:path>
                <a:path w="10160" h="725170">
                  <a:moveTo>
                    <a:pt x="10160" y="681989"/>
                  </a:moveTo>
                  <a:lnTo>
                    <a:pt x="0" y="681989"/>
                  </a:lnTo>
                  <a:lnTo>
                    <a:pt x="0" y="684529"/>
                  </a:lnTo>
                  <a:lnTo>
                    <a:pt x="10160" y="684529"/>
                  </a:lnTo>
                  <a:lnTo>
                    <a:pt x="10160" y="681989"/>
                  </a:lnTo>
                  <a:close/>
                </a:path>
              </a:pathLst>
            </a:custGeom>
            <a:solidFill>
              <a:srgbClr val="8C8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3">
              <a:extLst>
                <a:ext uri="{FF2B5EF4-FFF2-40B4-BE49-F238E27FC236}">
                  <a16:creationId xmlns:a16="http://schemas.microsoft.com/office/drawing/2014/main" id="{BAFCB86B-AE7B-2463-3F55-618B3B3BEAF8}"/>
                </a:ext>
              </a:extLst>
            </p:cNvPr>
            <p:cNvSpPr/>
            <p:nvPr/>
          </p:nvSpPr>
          <p:spPr>
            <a:xfrm>
              <a:off x="5016500" y="5687059"/>
              <a:ext cx="11430" cy="711200"/>
            </a:xfrm>
            <a:custGeom>
              <a:avLst/>
              <a:gdLst/>
              <a:ahLst/>
              <a:cxnLst/>
              <a:rect l="l" t="t" r="r" b="b"/>
              <a:pathLst>
                <a:path w="11429" h="711200">
                  <a:moveTo>
                    <a:pt x="127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8889" y="6349"/>
                  </a:lnTo>
                  <a:lnTo>
                    <a:pt x="8889" y="5080"/>
                  </a:lnTo>
                  <a:lnTo>
                    <a:pt x="6350" y="5080"/>
                  </a:lnTo>
                  <a:lnTo>
                    <a:pt x="6350" y="3809"/>
                  </a:lnTo>
                  <a:lnTo>
                    <a:pt x="5079" y="3809"/>
                  </a:lnTo>
                  <a:lnTo>
                    <a:pt x="5079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11429" h="71120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19"/>
                  </a:lnTo>
                  <a:lnTo>
                    <a:pt x="10160" y="7619"/>
                  </a:lnTo>
                  <a:lnTo>
                    <a:pt x="10160" y="6350"/>
                  </a:lnTo>
                  <a:close/>
                </a:path>
                <a:path w="11429" h="71120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71120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71120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711200">
                  <a:moveTo>
                    <a:pt x="11429" y="19050"/>
                  </a:moveTo>
                  <a:lnTo>
                    <a:pt x="0" y="1905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19050"/>
                  </a:lnTo>
                  <a:close/>
                </a:path>
                <a:path w="11429" h="711200">
                  <a:moveTo>
                    <a:pt x="11429" y="29210"/>
                  </a:moveTo>
                  <a:lnTo>
                    <a:pt x="0" y="29210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10"/>
                  </a:lnTo>
                  <a:close/>
                </a:path>
                <a:path w="11429" h="711200">
                  <a:moveTo>
                    <a:pt x="11429" y="31750"/>
                  </a:moveTo>
                  <a:lnTo>
                    <a:pt x="0" y="31750"/>
                  </a:lnTo>
                  <a:lnTo>
                    <a:pt x="0" y="673099"/>
                  </a:lnTo>
                  <a:lnTo>
                    <a:pt x="11429" y="673099"/>
                  </a:lnTo>
                  <a:lnTo>
                    <a:pt x="11429" y="31750"/>
                  </a:lnTo>
                  <a:close/>
                </a:path>
                <a:path w="11429" h="711200">
                  <a:moveTo>
                    <a:pt x="6350" y="704849"/>
                  </a:moveTo>
                  <a:lnTo>
                    <a:pt x="0" y="704849"/>
                  </a:lnTo>
                  <a:lnTo>
                    <a:pt x="0" y="711199"/>
                  </a:lnTo>
                  <a:lnTo>
                    <a:pt x="1269" y="711199"/>
                  </a:lnTo>
                  <a:lnTo>
                    <a:pt x="1269" y="709929"/>
                  </a:lnTo>
                  <a:lnTo>
                    <a:pt x="3810" y="709929"/>
                  </a:lnTo>
                  <a:lnTo>
                    <a:pt x="3810" y="708659"/>
                  </a:lnTo>
                  <a:lnTo>
                    <a:pt x="5080" y="708659"/>
                  </a:lnTo>
                  <a:lnTo>
                    <a:pt x="5080" y="706119"/>
                  </a:lnTo>
                  <a:lnTo>
                    <a:pt x="6350" y="706119"/>
                  </a:lnTo>
                  <a:lnTo>
                    <a:pt x="6350" y="704849"/>
                  </a:lnTo>
                  <a:close/>
                </a:path>
                <a:path w="11429" h="711200">
                  <a:moveTo>
                    <a:pt x="10160" y="703580"/>
                  </a:moveTo>
                  <a:lnTo>
                    <a:pt x="8889" y="703580"/>
                  </a:lnTo>
                  <a:lnTo>
                    <a:pt x="8889" y="704849"/>
                  </a:lnTo>
                  <a:lnTo>
                    <a:pt x="10160" y="704849"/>
                  </a:lnTo>
                  <a:lnTo>
                    <a:pt x="10160" y="703580"/>
                  </a:lnTo>
                  <a:close/>
                </a:path>
                <a:path w="11429" h="711200">
                  <a:moveTo>
                    <a:pt x="11429" y="698499"/>
                  </a:moveTo>
                  <a:lnTo>
                    <a:pt x="0" y="698499"/>
                  </a:lnTo>
                  <a:lnTo>
                    <a:pt x="0" y="703580"/>
                  </a:lnTo>
                  <a:lnTo>
                    <a:pt x="11429" y="703580"/>
                  </a:lnTo>
                  <a:lnTo>
                    <a:pt x="11429" y="698499"/>
                  </a:lnTo>
                  <a:close/>
                </a:path>
                <a:path w="11429" h="711200">
                  <a:moveTo>
                    <a:pt x="11429" y="692149"/>
                  </a:moveTo>
                  <a:lnTo>
                    <a:pt x="0" y="692149"/>
                  </a:lnTo>
                  <a:lnTo>
                    <a:pt x="0" y="697229"/>
                  </a:lnTo>
                  <a:lnTo>
                    <a:pt x="11429" y="697229"/>
                  </a:lnTo>
                  <a:lnTo>
                    <a:pt x="11429" y="692149"/>
                  </a:lnTo>
                  <a:close/>
                </a:path>
                <a:path w="11429" h="711200">
                  <a:moveTo>
                    <a:pt x="11429" y="685799"/>
                  </a:moveTo>
                  <a:lnTo>
                    <a:pt x="0" y="685799"/>
                  </a:lnTo>
                  <a:lnTo>
                    <a:pt x="0" y="690880"/>
                  </a:lnTo>
                  <a:lnTo>
                    <a:pt x="11429" y="690880"/>
                  </a:lnTo>
                  <a:lnTo>
                    <a:pt x="11429" y="685799"/>
                  </a:lnTo>
                  <a:close/>
                </a:path>
                <a:path w="11429" h="711200">
                  <a:moveTo>
                    <a:pt x="11429" y="678179"/>
                  </a:moveTo>
                  <a:lnTo>
                    <a:pt x="0" y="678179"/>
                  </a:lnTo>
                  <a:lnTo>
                    <a:pt x="0" y="684529"/>
                  </a:lnTo>
                  <a:lnTo>
                    <a:pt x="11429" y="684529"/>
                  </a:lnTo>
                  <a:lnTo>
                    <a:pt x="11429" y="678179"/>
                  </a:lnTo>
                  <a:close/>
                </a:path>
                <a:path w="11429" h="711200">
                  <a:moveTo>
                    <a:pt x="11429" y="674369"/>
                  </a:moveTo>
                  <a:lnTo>
                    <a:pt x="0" y="674369"/>
                  </a:lnTo>
                  <a:lnTo>
                    <a:pt x="0" y="676909"/>
                  </a:lnTo>
                  <a:lnTo>
                    <a:pt x="11429" y="676909"/>
                  </a:lnTo>
                  <a:lnTo>
                    <a:pt x="11429" y="674369"/>
                  </a:lnTo>
                  <a:close/>
                </a:path>
              </a:pathLst>
            </a:custGeom>
            <a:solidFill>
              <a:srgbClr val="8D8D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4">
              <a:extLst>
                <a:ext uri="{FF2B5EF4-FFF2-40B4-BE49-F238E27FC236}">
                  <a16:creationId xmlns:a16="http://schemas.microsoft.com/office/drawing/2014/main" id="{071E4FA0-15A0-0218-F0E5-0B7C35B77930}"/>
                </a:ext>
              </a:extLst>
            </p:cNvPr>
            <p:cNvSpPr/>
            <p:nvPr/>
          </p:nvSpPr>
          <p:spPr>
            <a:xfrm>
              <a:off x="5027930" y="5695949"/>
              <a:ext cx="10160" cy="693420"/>
            </a:xfrm>
            <a:custGeom>
              <a:avLst/>
              <a:gdLst/>
              <a:ahLst/>
              <a:cxnLst/>
              <a:rect l="l" t="t" r="r" b="b"/>
              <a:pathLst>
                <a:path w="10160" h="69342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0160" h="693420">
                  <a:moveTo>
                    <a:pt x="127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2540"/>
                  </a:lnTo>
                  <a:lnTo>
                    <a:pt x="1270" y="2540"/>
                  </a:lnTo>
                  <a:lnTo>
                    <a:pt x="1270" y="1270"/>
                  </a:lnTo>
                  <a:close/>
                </a:path>
                <a:path w="10160" h="693420">
                  <a:moveTo>
                    <a:pt x="381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6350" y="7619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  <a:path w="10160" h="693420">
                  <a:moveTo>
                    <a:pt x="762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8890" y="10159"/>
                  </a:lnTo>
                  <a:lnTo>
                    <a:pt x="8890" y="8890"/>
                  </a:lnTo>
                  <a:lnTo>
                    <a:pt x="7620" y="8890"/>
                  </a:lnTo>
                  <a:lnTo>
                    <a:pt x="7620" y="7620"/>
                  </a:lnTo>
                  <a:close/>
                </a:path>
                <a:path w="10160" h="693420">
                  <a:moveTo>
                    <a:pt x="10160" y="10160"/>
                  </a:moveTo>
                  <a:lnTo>
                    <a:pt x="0" y="10160"/>
                  </a:lnTo>
                  <a:lnTo>
                    <a:pt x="0" y="20319"/>
                  </a:lnTo>
                  <a:lnTo>
                    <a:pt x="10160" y="20319"/>
                  </a:lnTo>
                  <a:lnTo>
                    <a:pt x="10160" y="10160"/>
                  </a:lnTo>
                  <a:close/>
                </a:path>
                <a:path w="10160" h="693420">
                  <a:moveTo>
                    <a:pt x="1016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20320"/>
                  </a:lnTo>
                  <a:close/>
                </a:path>
                <a:path w="10160" h="693420">
                  <a:moveTo>
                    <a:pt x="10160" y="22860"/>
                  </a:moveTo>
                  <a:lnTo>
                    <a:pt x="0" y="22860"/>
                  </a:lnTo>
                  <a:lnTo>
                    <a:pt x="0" y="664210"/>
                  </a:lnTo>
                  <a:lnTo>
                    <a:pt x="10160" y="664210"/>
                  </a:lnTo>
                  <a:lnTo>
                    <a:pt x="10160" y="22860"/>
                  </a:lnTo>
                  <a:close/>
                </a:path>
                <a:path w="10160" h="693420">
                  <a:moveTo>
                    <a:pt x="2539" y="689610"/>
                  </a:moveTo>
                  <a:lnTo>
                    <a:pt x="0" y="689610"/>
                  </a:lnTo>
                  <a:lnTo>
                    <a:pt x="0" y="693419"/>
                  </a:lnTo>
                  <a:lnTo>
                    <a:pt x="1270" y="693419"/>
                  </a:lnTo>
                  <a:lnTo>
                    <a:pt x="1270" y="690880"/>
                  </a:lnTo>
                  <a:lnTo>
                    <a:pt x="2539" y="690880"/>
                  </a:lnTo>
                  <a:lnTo>
                    <a:pt x="2539" y="689610"/>
                  </a:lnTo>
                  <a:close/>
                </a:path>
                <a:path w="10160" h="693420">
                  <a:moveTo>
                    <a:pt x="5079" y="688340"/>
                  </a:moveTo>
                  <a:lnTo>
                    <a:pt x="3810" y="688340"/>
                  </a:lnTo>
                  <a:lnTo>
                    <a:pt x="3810" y="689610"/>
                  </a:lnTo>
                  <a:lnTo>
                    <a:pt x="5079" y="689610"/>
                  </a:lnTo>
                  <a:lnTo>
                    <a:pt x="5079" y="688340"/>
                  </a:lnTo>
                  <a:close/>
                </a:path>
                <a:path w="10160" h="693420">
                  <a:moveTo>
                    <a:pt x="8890" y="683260"/>
                  </a:moveTo>
                  <a:lnTo>
                    <a:pt x="0" y="683260"/>
                  </a:lnTo>
                  <a:lnTo>
                    <a:pt x="0" y="688340"/>
                  </a:lnTo>
                  <a:lnTo>
                    <a:pt x="6350" y="688340"/>
                  </a:lnTo>
                  <a:lnTo>
                    <a:pt x="6350" y="687069"/>
                  </a:lnTo>
                  <a:lnTo>
                    <a:pt x="7620" y="687069"/>
                  </a:lnTo>
                  <a:lnTo>
                    <a:pt x="7620" y="684530"/>
                  </a:lnTo>
                  <a:lnTo>
                    <a:pt x="8890" y="684530"/>
                  </a:lnTo>
                  <a:lnTo>
                    <a:pt x="8890" y="683260"/>
                  </a:lnTo>
                  <a:close/>
                </a:path>
                <a:path w="10160" h="693420">
                  <a:moveTo>
                    <a:pt x="10160" y="676910"/>
                  </a:moveTo>
                  <a:lnTo>
                    <a:pt x="0" y="676910"/>
                  </a:lnTo>
                  <a:lnTo>
                    <a:pt x="0" y="681990"/>
                  </a:lnTo>
                  <a:lnTo>
                    <a:pt x="8889" y="681990"/>
                  </a:lnTo>
                  <a:lnTo>
                    <a:pt x="8889" y="683260"/>
                  </a:lnTo>
                  <a:lnTo>
                    <a:pt x="10160" y="683260"/>
                  </a:lnTo>
                  <a:lnTo>
                    <a:pt x="10160" y="676910"/>
                  </a:lnTo>
                  <a:close/>
                </a:path>
                <a:path w="10160" h="693420">
                  <a:moveTo>
                    <a:pt x="10160" y="669290"/>
                  </a:moveTo>
                  <a:lnTo>
                    <a:pt x="0" y="669290"/>
                  </a:lnTo>
                  <a:lnTo>
                    <a:pt x="0" y="675640"/>
                  </a:lnTo>
                  <a:lnTo>
                    <a:pt x="10160" y="675640"/>
                  </a:lnTo>
                  <a:lnTo>
                    <a:pt x="10160" y="669290"/>
                  </a:lnTo>
                  <a:close/>
                </a:path>
                <a:path w="10160" h="693420">
                  <a:moveTo>
                    <a:pt x="10160" y="665480"/>
                  </a:moveTo>
                  <a:lnTo>
                    <a:pt x="0" y="665480"/>
                  </a:lnTo>
                  <a:lnTo>
                    <a:pt x="0" y="668020"/>
                  </a:lnTo>
                  <a:lnTo>
                    <a:pt x="10160" y="668020"/>
                  </a:lnTo>
                  <a:lnTo>
                    <a:pt x="10160" y="665480"/>
                  </a:lnTo>
                  <a:close/>
                </a:path>
              </a:pathLst>
            </a:custGeom>
            <a:solidFill>
              <a:srgbClr val="8E8E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5">
              <a:extLst>
                <a:ext uri="{FF2B5EF4-FFF2-40B4-BE49-F238E27FC236}">
                  <a16:creationId xmlns:a16="http://schemas.microsoft.com/office/drawing/2014/main" id="{77FDE02A-3F57-C97B-AB38-F4F85103B685}"/>
                </a:ext>
              </a:extLst>
            </p:cNvPr>
            <p:cNvSpPr/>
            <p:nvPr/>
          </p:nvSpPr>
          <p:spPr>
            <a:xfrm>
              <a:off x="5038090" y="5707379"/>
              <a:ext cx="11430" cy="670560"/>
            </a:xfrm>
            <a:custGeom>
              <a:avLst/>
              <a:gdLst/>
              <a:ahLst/>
              <a:cxnLst/>
              <a:rect l="l" t="t" r="r" b="b"/>
              <a:pathLst>
                <a:path w="11429" h="670560">
                  <a:moveTo>
                    <a:pt x="1270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5079" y="8889"/>
                  </a:lnTo>
                  <a:lnTo>
                    <a:pt x="5079" y="7619"/>
                  </a:lnTo>
                  <a:lnTo>
                    <a:pt x="3810" y="7619"/>
                  </a:lnTo>
                  <a:lnTo>
                    <a:pt x="3810" y="5079"/>
                  </a:lnTo>
                  <a:lnTo>
                    <a:pt x="2540" y="5079"/>
                  </a:lnTo>
                  <a:lnTo>
                    <a:pt x="2539" y="2539"/>
                  </a:lnTo>
                  <a:lnTo>
                    <a:pt x="1269" y="2539"/>
                  </a:lnTo>
                  <a:lnTo>
                    <a:pt x="1270" y="0"/>
                  </a:lnTo>
                  <a:close/>
                </a:path>
                <a:path w="11429" h="670560">
                  <a:moveTo>
                    <a:pt x="6350" y="8889"/>
                  </a:moveTo>
                  <a:lnTo>
                    <a:pt x="0" y="8889"/>
                  </a:lnTo>
                  <a:lnTo>
                    <a:pt x="0" y="11429"/>
                  </a:lnTo>
                  <a:lnTo>
                    <a:pt x="6350" y="11429"/>
                  </a:lnTo>
                  <a:lnTo>
                    <a:pt x="6350" y="8889"/>
                  </a:lnTo>
                  <a:close/>
                </a:path>
                <a:path w="11429" h="670560">
                  <a:moveTo>
                    <a:pt x="7620" y="11429"/>
                  </a:moveTo>
                  <a:lnTo>
                    <a:pt x="0" y="11429"/>
                  </a:lnTo>
                  <a:lnTo>
                    <a:pt x="0" y="652779"/>
                  </a:lnTo>
                  <a:lnTo>
                    <a:pt x="8890" y="652779"/>
                  </a:lnTo>
                  <a:lnTo>
                    <a:pt x="8890" y="651509"/>
                  </a:lnTo>
                  <a:lnTo>
                    <a:pt x="10160" y="651509"/>
                  </a:lnTo>
                  <a:lnTo>
                    <a:pt x="10160" y="643889"/>
                  </a:lnTo>
                  <a:lnTo>
                    <a:pt x="11430" y="643889"/>
                  </a:lnTo>
                  <a:lnTo>
                    <a:pt x="11430" y="26669"/>
                  </a:lnTo>
                  <a:lnTo>
                    <a:pt x="10160" y="26669"/>
                  </a:lnTo>
                  <a:lnTo>
                    <a:pt x="10160" y="19049"/>
                  </a:lnTo>
                  <a:lnTo>
                    <a:pt x="8890" y="19049"/>
                  </a:lnTo>
                  <a:lnTo>
                    <a:pt x="8889" y="13969"/>
                  </a:lnTo>
                  <a:lnTo>
                    <a:pt x="7619" y="13969"/>
                  </a:lnTo>
                  <a:lnTo>
                    <a:pt x="7620" y="11429"/>
                  </a:lnTo>
                  <a:close/>
                </a:path>
                <a:path w="11429" h="670560">
                  <a:moveTo>
                    <a:pt x="2540" y="665479"/>
                  </a:moveTo>
                  <a:lnTo>
                    <a:pt x="0" y="665479"/>
                  </a:lnTo>
                  <a:lnTo>
                    <a:pt x="0" y="670559"/>
                  </a:lnTo>
                  <a:lnTo>
                    <a:pt x="1270" y="670559"/>
                  </a:lnTo>
                  <a:lnTo>
                    <a:pt x="1270" y="669289"/>
                  </a:lnTo>
                  <a:lnTo>
                    <a:pt x="2539" y="669289"/>
                  </a:lnTo>
                  <a:lnTo>
                    <a:pt x="2540" y="665479"/>
                  </a:lnTo>
                  <a:close/>
                </a:path>
                <a:path w="11429" h="670560">
                  <a:moveTo>
                    <a:pt x="7620" y="657859"/>
                  </a:moveTo>
                  <a:lnTo>
                    <a:pt x="0" y="657859"/>
                  </a:lnTo>
                  <a:lnTo>
                    <a:pt x="0" y="664209"/>
                  </a:lnTo>
                  <a:lnTo>
                    <a:pt x="5079" y="664209"/>
                  </a:lnTo>
                  <a:lnTo>
                    <a:pt x="5079" y="662939"/>
                  </a:lnTo>
                  <a:lnTo>
                    <a:pt x="6350" y="662939"/>
                  </a:lnTo>
                  <a:lnTo>
                    <a:pt x="6350" y="659129"/>
                  </a:lnTo>
                  <a:lnTo>
                    <a:pt x="7620" y="659129"/>
                  </a:lnTo>
                  <a:lnTo>
                    <a:pt x="7620" y="657859"/>
                  </a:lnTo>
                  <a:close/>
                </a:path>
                <a:path w="11429" h="670560">
                  <a:moveTo>
                    <a:pt x="8889" y="654049"/>
                  </a:moveTo>
                  <a:lnTo>
                    <a:pt x="0" y="654049"/>
                  </a:lnTo>
                  <a:lnTo>
                    <a:pt x="0" y="656589"/>
                  </a:lnTo>
                  <a:lnTo>
                    <a:pt x="7620" y="656589"/>
                  </a:lnTo>
                  <a:lnTo>
                    <a:pt x="7620" y="657859"/>
                  </a:lnTo>
                  <a:lnTo>
                    <a:pt x="8889" y="657859"/>
                  </a:lnTo>
                  <a:lnTo>
                    <a:pt x="8889" y="654049"/>
                  </a:lnTo>
                  <a:close/>
                </a:path>
              </a:pathLst>
            </a:custGeom>
            <a:solidFill>
              <a:srgbClr val="8E8E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6">
              <a:extLst>
                <a:ext uri="{FF2B5EF4-FFF2-40B4-BE49-F238E27FC236}">
                  <a16:creationId xmlns:a16="http://schemas.microsoft.com/office/drawing/2014/main" id="{EDA23807-47DF-CE53-930F-C6E7036FBF20}"/>
                </a:ext>
              </a:extLst>
            </p:cNvPr>
            <p:cNvSpPr/>
            <p:nvPr/>
          </p:nvSpPr>
          <p:spPr>
            <a:xfrm>
              <a:off x="5049520" y="5734049"/>
              <a:ext cx="0" cy="617220"/>
            </a:xfrm>
            <a:custGeom>
              <a:avLst/>
              <a:gdLst/>
              <a:ahLst/>
              <a:cxnLst/>
              <a:rect l="l" t="t" r="r" b="b"/>
              <a:pathLst>
                <a:path h="617220">
                  <a:moveTo>
                    <a:pt x="0" y="0"/>
                  </a:moveTo>
                  <a:lnTo>
                    <a:pt x="0" y="617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0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57">
              <a:extLst>
                <a:ext uri="{FF2B5EF4-FFF2-40B4-BE49-F238E27FC236}">
                  <a16:creationId xmlns:a16="http://schemas.microsoft.com/office/drawing/2014/main" id="{8E3367AD-C2F3-2216-F918-5B4C1F47ECA0}"/>
                </a:ext>
              </a:extLst>
            </p:cNvPr>
            <p:cNvSpPr/>
            <p:nvPr/>
          </p:nvSpPr>
          <p:spPr>
            <a:xfrm>
              <a:off x="4038600" y="5590539"/>
              <a:ext cx="1009650" cy="902969"/>
            </a:xfrm>
            <a:custGeom>
              <a:avLst/>
              <a:gdLst/>
              <a:ahLst/>
              <a:cxnLst/>
              <a:rect l="l" t="t" r="r" b="b"/>
              <a:pathLst>
                <a:path w="1009650" h="902970">
                  <a:moveTo>
                    <a:pt x="504189" y="0"/>
                  </a:moveTo>
                  <a:lnTo>
                    <a:pt x="436376" y="1345"/>
                  </a:lnTo>
                  <a:lnTo>
                    <a:pt x="371151" y="5262"/>
                  </a:lnTo>
                  <a:lnTo>
                    <a:pt x="309145" y="11568"/>
                  </a:lnTo>
                  <a:lnTo>
                    <a:pt x="250989" y="20084"/>
                  </a:lnTo>
                  <a:lnTo>
                    <a:pt x="197313" y="30629"/>
                  </a:lnTo>
                  <a:lnTo>
                    <a:pt x="148748" y="43021"/>
                  </a:lnTo>
                  <a:lnTo>
                    <a:pt x="105925" y="57080"/>
                  </a:lnTo>
                  <a:lnTo>
                    <a:pt x="69473" y="72625"/>
                  </a:lnTo>
                  <a:lnTo>
                    <a:pt x="18209" y="107450"/>
                  </a:lnTo>
                  <a:lnTo>
                    <a:pt x="0" y="146050"/>
                  </a:lnTo>
                  <a:lnTo>
                    <a:pt x="0" y="755650"/>
                  </a:lnTo>
                  <a:lnTo>
                    <a:pt x="18209" y="794343"/>
                  </a:lnTo>
                  <a:lnTo>
                    <a:pt x="69473" y="829404"/>
                  </a:lnTo>
                  <a:lnTo>
                    <a:pt x="105925" y="845097"/>
                  </a:lnTo>
                  <a:lnTo>
                    <a:pt x="148748" y="859313"/>
                  </a:lnTo>
                  <a:lnTo>
                    <a:pt x="197313" y="871863"/>
                  </a:lnTo>
                  <a:lnTo>
                    <a:pt x="250989" y="882555"/>
                  </a:lnTo>
                  <a:lnTo>
                    <a:pt x="309145" y="891202"/>
                  </a:lnTo>
                  <a:lnTo>
                    <a:pt x="371151" y="897613"/>
                  </a:lnTo>
                  <a:lnTo>
                    <a:pt x="436376" y="901599"/>
                  </a:lnTo>
                  <a:lnTo>
                    <a:pt x="504189" y="902970"/>
                  </a:lnTo>
                  <a:lnTo>
                    <a:pt x="572028" y="901599"/>
                  </a:lnTo>
                  <a:lnTo>
                    <a:pt x="637322" y="897613"/>
                  </a:lnTo>
                  <a:lnTo>
                    <a:pt x="699432" y="891202"/>
                  </a:lnTo>
                  <a:lnTo>
                    <a:pt x="757719" y="882555"/>
                  </a:lnTo>
                  <a:lnTo>
                    <a:pt x="811543" y="871863"/>
                  </a:lnTo>
                  <a:lnTo>
                    <a:pt x="860266" y="859313"/>
                  </a:lnTo>
                  <a:lnTo>
                    <a:pt x="903247" y="845097"/>
                  </a:lnTo>
                  <a:lnTo>
                    <a:pt x="939847" y="829404"/>
                  </a:lnTo>
                  <a:lnTo>
                    <a:pt x="991346" y="794343"/>
                  </a:lnTo>
                  <a:lnTo>
                    <a:pt x="1009650" y="755650"/>
                  </a:lnTo>
                  <a:lnTo>
                    <a:pt x="1009650" y="146050"/>
                  </a:lnTo>
                  <a:lnTo>
                    <a:pt x="991346" y="107450"/>
                  </a:lnTo>
                  <a:lnTo>
                    <a:pt x="939847" y="72625"/>
                  </a:lnTo>
                  <a:lnTo>
                    <a:pt x="903247" y="57080"/>
                  </a:lnTo>
                  <a:lnTo>
                    <a:pt x="860266" y="43021"/>
                  </a:lnTo>
                  <a:lnTo>
                    <a:pt x="811543" y="30629"/>
                  </a:lnTo>
                  <a:lnTo>
                    <a:pt x="757719" y="20084"/>
                  </a:lnTo>
                  <a:lnTo>
                    <a:pt x="699432" y="11568"/>
                  </a:lnTo>
                  <a:lnTo>
                    <a:pt x="637322" y="5262"/>
                  </a:lnTo>
                  <a:lnTo>
                    <a:pt x="572028" y="1345"/>
                  </a:lnTo>
                  <a:lnTo>
                    <a:pt x="504189" y="0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1" name="object 958">
              <a:extLst>
                <a:ext uri="{FF2B5EF4-FFF2-40B4-BE49-F238E27FC236}">
                  <a16:creationId xmlns:a16="http://schemas.microsoft.com/office/drawing/2014/main" id="{281E7AFD-93BB-7135-F0DB-0BFCE29DC491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38600" y="5609589"/>
              <a:ext cx="270510" cy="256540"/>
            </a:xfrm>
            <a:prstGeom prst="rect">
              <a:avLst/>
            </a:prstGeom>
          </p:spPr>
        </p:pic>
        <p:sp>
          <p:nvSpPr>
            <p:cNvPr id="962" name="object 959">
              <a:extLst>
                <a:ext uri="{FF2B5EF4-FFF2-40B4-BE49-F238E27FC236}">
                  <a16:creationId xmlns:a16="http://schemas.microsoft.com/office/drawing/2014/main" id="{8F6A8C13-0644-A816-894E-C7DF8ECBAADF}"/>
                </a:ext>
              </a:extLst>
            </p:cNvPr>
            <p:cNvSpPr/>
            <p:nvPr/>
          </p:nvSpPr>
          <p:spPr>
            <a:xfrm>
              <a:off x="4309110" y="5608319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29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1429" y="2539"/>
                  </a:lnTo>
                  <a:lnTo>
                    <a:pt x="11429" y="0"/>
                  </a:lnTo>
                  <a:close/>
                </a:path>
                <a:path w="11429" h="259079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259079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259079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259079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259079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259079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259079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259079">
                  <a:moveTo>
                    <a:pt x="1142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29" y="27939"/>
                  </a:lnTo>
                  <a:lnTo>
                    <a:pt x="11429" y="25399"/>
                  </a:lnTo>
                  <a:close/>
                </a:path>
                <a:path w="11429" h="259079">
                  <a:moveTo>
                    <a:pt x="1142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7939"/>
                  </a:lnTo>
                  <a:close/>
                </a:path>
                <a:path w="11429" h="259079">
                  <a:moveTo>
                    <a:pt x="1142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31749"/>
                  </a:lnTo>
                  <a:close/>
                </a:path>
                <a:path w="11429" h="259079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259079">
                  <a:moveTo>
                    <a:pt x="1142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29" y="40639"/>
                  </a:lnTo>
                  <a:lnTo>
                    <a:pt x="11429" y="38099"/>
                  </a:lnTo>
                  <a:close/>
                </a:path>
                <a:path w="11429" h="259079">
                  <a:moveTo>
                    <a:pt x="1142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0639"/>
                  </a:lnTo>
                  <a:close/>
                </a:path>
                <a:path w="11429" h="259079">
                  <a:moveTo>
                    <a:pt x="1142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44449"/>
                  </a:lnTo>
                  <a:close/>
                </a:path>
                <a:path w="11429" h="259079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259079">
                  <a:moveTo>
                    <a:pt x="1142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29" y="53339"/>
                  </a:lnTo>
                  <a:lnTo>
                    <a:pt x="11429" y="50799"/>
                  </a:lnTo>
                  <a:close/>
                </a:path>
                <a:path w="11429" h="259079">
                  <a:moveTo>
                    <a:pt x="1142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3339"/>
                  </a:lnTo>
                  <a:close/>
                </a:path>
                <a:path w="11429" h="259079">
                  <a:moveTo>
                    <a:pt x="1142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7149"/>
                  </a:lnTo>
                  <a:close/>
                </a:path>
                <a:path w="11429" h="259079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259079">
                  <a:moveTo>
                    <a:pt x="11429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63499"/>
                  </a:lnTo>
                  <a:close/>
                </a:path>
                <a:path w="11429" h="259079">
                  <a:moveTo>
                    <a:pt x="11429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6039"/>
                  </a:lnTo>
                  <a:close/>
                </a:path>
                <a:path w="11429" h="259079">
                  <a:moveTo>
                    <a:pt x="11429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9849"/>
                  </a:lnTo>
                  <a:close/>
                </a:path>
                <a:path w="11429" h="259079">
                  <a:moveTo>
                    <a:pt x="11429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2389"/>
                  </a:lnTo>
                  <a:close/>
                </a:path>
                <a:path w="11429" h="259079">
                  <a:moveTo>
                    <a:pt x="11429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1429" y="78739"/>
                  </a:lnTo>
                  <a:lnTo>
                    <a:pt x="11429" y="76199"/>
                  </a:lnTo>
                  <a:close/>
                </a:path>
                <a:path w="11429" h="259079">
                  <a:moveTo>
                    <a:pt x="11429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8739"/>
                  </a:lnTo>
                  <a:close/>
                </a:path>
                <a:path w="11429" h="259079">
                  <a:moveTo>
                    <a:pt x="11429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82549"/>
                  </a:lnTo>
                  <a:close/>
                </a:path>
                <a:path w="11429" h="259079">
                  <a:moveTo>
                    <a:pt x="11429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5089"/>
                  </a:lnTo>
                  <a:close/>
                </a:path>
                <a:path w="11429" h="259079">
                  <a:moveTo>
                    <a:pt x="11429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29" y="91439"/>
                  </a:lnTo>
                  <a:lnTo>
                    <a:pt x="11429" y="88899"/>
                  </a:lnTo>
                  <a:close/>
                </a:path>
                <a:path w="11429" h="259079">
                  <a:moveTo>
                    <a:pt x="11429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1439"/>
                  </a:lnTo>
                  <a:close/>
                </a:path>
                <a:path w="11429" h="259079">
                  <a:moveTo>
                    <a:pt x="11429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29" y="97789"/>
                  </a:lnTo>
                  <a:lnTo>
                    <a:pt x="11429" y="95249"/>
                  </a:lnTo>
                  <a:close/>
                </a:path>
                <a:path w="11429" h="259079">
                  <a:moveTo>
                    <a:pt x="11429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7789"/>
                  </a:lnTo>
                  <a:close/>
                </a:path>
                <a:path w="11429" h="259079">
                  <a:moveTo>
                    <a:pt x="11429" y="101599"/>
                  </a:moveTo>
                  <a:lnTo>
                    <a:pt x="0" y="10159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1599"/>
                  </a:lnTo>
                  <a:close/>
                </a:path>
                <a:path w="11429" h="259079">
                  <a:moveTo>
                    <a:pt x="11429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11429" y="110489"/>
                  </a:lnTo>
                  <a:lnTo>
                    <a:pt x="11429" y="107949"/>
                  </a:lnTo>
                  <a:close/>
                </a:path>
                <a:path w="11429" h="259079">
                  <a:moveTo>
                    <a:pt x="11429" y="110489"/>
                  </a:moveTo>
                  <a:lnTo>
                    <a:pt x="0" y="110489"/>
                  </a:lnTo>
                  <a:lnTo>
                    <a:pt x="0" y="146049"/>
                  </a:lnTo>
                  <a:lnTo>
                    <a:pt x="11429" y="146049"/>
                  </a:lnTo>
                  <a:lnTo>
                    <a:pt x="11429" y="110489"/>
                  </a:lnTo>
                  <a:close/>
                </a:path>
                <a:path w="11429" h="259079">
                  <a:moveTo>
                    <a:pt x="11429" y="146049"/>
                  </a:moveTo>
                  <a:lnTo>
                    <a:pt x="0" y="146049"/>
                  </a:lnTo>
                  <a:lnTo>
                    <a:pt x="0" y="148589"/>
                  </a:lnTo>
                  <a:lnTo>
                    <a:pt x="11429" y="148589"/>
                  </a:lnTo>
                  <a:lnTo>
                    <a:pt x="11429" y="146049"/>
                  </a:lnTo>
                  <a:close/>
                </a:path>
                <a:path w="11429" h="259079">
                  <a:moveTo>
                    <a:pt x="11429" y="148589"/>
                  </a:moveTo>
                  <a:lnTo>
                    <a:pt x="0" y="148589"/>
                  </a:lnTo>
                  <a:lnTo>
                    <a:pt x="0" y="152399"/>
                  </a:lnTo>
                  <a:lnTo>
                    <a:pt x="11429" y="152399"/>
                  </a:lnTo>
                  <a:lnTo>
                    <a:pt x="11429" y="148589"/>
                  </a:lnTo>
                  <a:close/>
                </a:path>
                <a:path w="11429" h="259079">
                  <a:moveTo>
                    <a:pt x="11429" y="152399"/>
                  </a:moveTo>
                  <a:lnTo>
                    <a:pt x="0" y="152399"/>
                  </a:lnTo>
                  <a:lnTo>
                    <a:pt x="0" y="158749"/>
                  </a:lnTo>
                  <a:lnTo>
                    <a:pt x="11429" y="158749"/>
                  </a:lnTo>
                  <a:lnTo>
                    <a:pt x="11429" y="152399"/>
                  </a:lnTo>
                  <a:close/>
                </a:path>
                <a:path w="11429" h="259079">
                  <a:moveTo>
                    <a:pt x="11429" y="158749"/>
                  </a:moveTo>
                  <a:lnTo>
                    <a:pt x="0" y="158749"/>
                  </a:lnTo>
                  <a:lnTo>
                    <a:pt x="0" y="161289"/>
                  </a:lnTo>
                  <a:lnTo>
                    <a:pt x="11429" y="161289"/>
                  </a:lnTo>
                  <a:lnTo>
                    <a:pt x="11429" y="158749"/>
                  </a:lnTo>
                  <a:close/>
                </a:path>
                <a:path w="11429" h="259079">
                  <a:moveTo>
                    <a:pt x="11429" y="161289"/>
                  </a:moveTo>
                  <a:lnTo>
                    <a:pt x="0" y="161289"/>
                  </a:lnTo>
                  <a:lnTo>
                    <a:pt x="0" y="165099"/>
                  </a:lnTo>
                  <a:lnTo>
                    <a:pt x="11429" y="165099"/>
                  </a:lnTo>
                  <a:lnTo>
                    <a:pt x="11429" y="161289"/>
                  </a:lnTo>
                  <a:close/>
                </a:path>
                <a:path w="11429" h="259079">
                  <a:moveTo>
                    <a:pt x="11429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1429" y="167639"/>
                  </a:lnTo>
                  <a:lnTo>
                    <a:pt x="11429" y="165099"/>
                  </a:lnTo>
                  <a:close/>
                </a:path>
                <a:path w="11429" h="259079">
                  <a:moveTo>
                    <a:pt x="11429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1429" y="171449"/>
                  </a:lnTo>
                  <a:lnTo>
                    <a:pt x="11429" y="167639"/>
                  </a:lnTo>
                  <a:close/>
                </a:path>
                <a:path w="11429" h="259079">
                  <a:moveTo>
                    <a:pt x="11429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1429" y="173989"/>
                  </a:lnTo>
                  <a:lnTo>
                    <a:pt x="11429" y="171449"/>
                  </a:lnTo>
                  <a:close/>
                </a:path>
                <a:path w="11429" h="259079">
                  <a:moveTo>
                    <a:pt x="11429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3989"/>
                  </a:lnTo>
                  <a:close/>
                </a:path>
                <a:path w="11429" h="259079">
                  <a:moveTo>
                    <a:pt x="11429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1429" y="180339"/>
                  </a:lnTo>
                  <a:lnTo>
                    <a:pt x="11429" y="177799"/>
                  </a:lnTo>
                  <a:close/>
                </a:path>
                <a:path w="11429" h="259079">
                  <a:moveTo>
                    <a:pt x="11429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0339"/>
                  </a:lnTo>
                  <a:close/>
                </a:path>
                <a:path w="11429" h="259079">
                  <a:moveTo>
                    <a:pt x="11429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1429" y="186689"/>
                  </a:lnTo>
                  <a:lnTo>
                    <a:pt x="11429" y="184149"/>
                  </a:lnTo>
                  <a:close/>
                </a:path>
                <a:path w="11429" h="259079">
                  <a:moveTo>
                    <a:pt x="11429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6689"/>
                  </a:lnTo>
                  <a:close/>
                </a:path>
                <a:path w="11429" h="259079">
                  <a:moveTo>
                    <a:pt x="11429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1429" y="193039"/>
                  </a:lnTo>
                  <a:lnTo>
                    <a:pt x="11429" y="190499"/>
                  </a:lnTo>
                  <a:close/>
                </a:path>
                <a:path w="11429" h="259079">
                  <a:moveTo>
                    <a:pt x="11429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3039"/>
                  </a:lnTo>
                  <a:close/>
                </a:path>
                <a:path w="11429" h="259079">
                  <a:moveTo>
                    <a:pt x="11429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1429" y="199389"/>
                  </a:lnTo>
                  <a:lnTo>
                    <a:pt x="11429" y="196849"/>
                  </a:lnTo>
                  <a:close/>
                </a:path>
                <a:path w="11429" h="259079">
                  <a:moveTo>
                    <a:pt x="11429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199389"/>
                  </a:lnTo>
                  <a:close/>
                </a:path>
                <a:path w="11429" h="259079">
                  <a:moveTo>
                    <a:pt x="11429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1429" y="205739"/>
                  </a:lnTo>
                  <a:lnTo>
                    <a:pt x="11429" y="203199"/>
                  </a:lnTo>
                  <a:close/>
                </a:path>
                <a:path w="11429" h="259079">
                  <a:moveTo>
                    <a:pt x="11429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5739"/>
                  </a:lnTo>
                  <a:close/>
                </a:path>
                <a:path w="11429" h="259079">
                  <a:moveTo>
                    <a:pt x="1142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1429" y="212089"/>
                  </a:lnTo>
                  <a:lnTo>
                    <a:pt x="11429" y="209549"/>
                  </a:lnTo>
                  <a:close/>
                </a:path>
                <a:path w="11429" h="259079">
                  <a:moveTo>
                    <a:pt x="1142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2089"/>
                  </a:lnTo>
                  <a:close/>
                </a:path>
                <a:path w="11429" h="259079">
                  <a:moveTo>
                    <a:pt x="1142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1429" y="218439"/>
                  </a:lnTo>
                  <a:lnTo>
                    <a:pt x="11429" y="215899"/>
                  </a:lnTo>
                  <a:close/>
                </a:path>
                <a:path w="11429" h="259079">
                  <a:moveTo>
                    <a:pt x="1142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8439"/>
                  </a:lnTo>
                  <a:close/>
                </a:path>
                <a:path w="11429" h="259079">
                  <a:moveTo>
                    <a:pt x="1142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1429" y="224789"/>
                  </a:lnTo>
                  <a:lnTo>
                    <a:pt x="11429" y="222249"/>
                  </a:lnTo>
                  <a:close/>
                </a:path>
                <a:path w="11429" h="259079">
                  <a:moveTo>
                    <a:pt x="1142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4789"/>
                  </a:lnTo>
                  <a:close/>
                </a:path>
                <a:path w="11429" h="259079">
                  <a:moveTo>
                    <a:pt x="1142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1429" y="231139"/>
                  </a:lnTo>
                  <a:lnTo>
                    <a:pt x="11429" y="228599"/>
                  </a:lnTo>
                  <a:close/>
                </a:path>
                <a:path w="11429" h="259079">
                  <a:moveTo>
                    <a:pt x="1142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1139"/>
                  </a:lnTo>
                  <a:close/>
                </a:path>
                <a:path w="11429" h="259079">
                  <a:moveTo>
                    <a:pt x="1142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1429" y="237489"/>
                  </a:lnTo>
                  <a:lnTo>
                    <a:pt x="11429" y="234949"/>
                  </a:lnTo>
                  <a:close/>
                </a:path>
                <a:path w="11429" h="259079">
                  <a:moveTo>
                    <a:pt x="1142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7489"/>
                  </a:lnTo>
                  <a:close/>
                </a:path>
                <a:path w="11429" h="259079">
                  <a:moveTo>
                    <a:pt x="1142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1429" y="243839"/>
                  </a:lnTo>
                  <a:lnTo>
                    <a:pt x="11429" y="241299"/>
                  </a:lnTo>
                  <a:close/>
                </a:path>
                <a:path w="11429" h="259079">
                  <a:moveTo>
                    <a:pt x="1142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3839"/>
                  </a:lnTo>
                  <a:close/>
                </a:path>
                <a:path w="11429" h="259079">
                  <a:moveTo>
                    <a:pt x="1142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1429" y="250189"/>
                  </a:lnTo>
                  <a:lnTo>
                    <a:pt x="11429" y="247649"/>
                  </a:lnTo>
                  <a:close/>
                </a:path>
                <a:path w="11429" h="259079">
                  <a:moveTo>
                    <a:pt x="11429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0189"/>
                  </a:lnTo>
                  <a:close/>
                </a:path>
                <a:path w="11429" h="259079">
                  <a:moveTo>
                    <a:pt x="11429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1429" y="256539"/>
                  </a:lnTo>
                  <a:lnTo>
                    <a:pt x="11429" y="253999"/>
                  </a:lnTo>
                  <a:close/>
                </a:path>
                <a:path w="11429" h="259079">
                  <a:moveTo>
                    <a:pt x="11429" y="256539"/>
                  </a:moveTo>
                  <a:lnTo>
                    <a:pt x="0" y="256539"/>
                  </a:lnTo>
                  <a:lnTo>
                    <a:pt x="0" y="257809"/>
                  </a:lnTo>
                  <a:lnTo>
                    <a:pt x="5079" y="257809"/>
                  </a:lnTo>
                  <a:lnTo>
                    <a:pt x="5079" y="259079"/>
                  </a:lnTo>
                  <a:lnTo>
                    <a:pt x="11429" y="259079"/>
                  </a:lnTo>
                  <a:lnTo>
                    <a:pt x="11429" y="256539"/>
                  </a:lnTo>
                  <a:close/>
                </a:path>
              </a:pathLst>
            </a:custGeom>
            <a:solidFill>
              <a:srgbClr val="7E7E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0">
              <a:extLst>
                <a:ext uri="{FF2B5EF4-FFF2-40B4-BE49-F238E27FC236}">
                  <a16:creationId xmlns:a16="http://schemas.microsoft.com/office/drawing/2014/main" id="{1CD01089-57AB-A5C2-CDC9-1EADBF82A612}"/>
                </a:ext>
              </a:extLst>
            </p:cNvPr>
            <p:cNvSpPr/>
            <p:nvPr/>
          </p:nvSpPr>
          <p:spPr>
            <a:xfrm>
              <a:off x="4320540" y="5605779"/>
              <a:ext cx="10160" cy="264160"/>
            </a:xfrm>
            <a:custGeom>
              <a:avLst/>
              <a:gdLst/>
              <a:ahLst/>
              <a:cxnLst/>
              <a:rect l="l" t="t" r="r" b="b"/>
              <a:pathLst>
                <a:path w="10160" h="264160">
                  <a:moveTo>
                    <a:pt x="1016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264160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2641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2641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2641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264160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264160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264160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264160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264160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264160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264160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264160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264160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264160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264160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264160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264160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264160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264160">
                  <a:moveTo>
                    <a:pt x="1016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690"/>
                  </a:lnTo>
                  <a:close/>
                </a:path>
                <a:path w="10160" h="264160">
                  <a:moveTo>
                    <a:pt x="1016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30"/>
                  </a:lnTo>
                  <a:close/>
                </a:path>
                <a:path w="10160" h="264160">
                  <a:moveTo>
                    <a:pt x="1016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40"/>
                  </a:lnTo>
                  <a:close/>
                </a:path>
                <a:path w="10160" h="264160">
                  <a:moveTo>
                    <a:pt x="10160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80"/>
                  </a:lnTo>
                  <a:close/>
                </a:path>
                <a:path w="10160" h="264160">
                  <a:moveTo>
                    <a:pt x="1016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390"/>
                  </a:lnTo>
                  <a:close/>
                </a:path>
                <a:path w="10160" h="264160">
                  <a:moveTo>
                    <a:pt x="1016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30"/>
                  </a:lnTo>
                  <a:close/>
                </a:path>
                <a:path w="10160" h="264160">
                  <a:moveTo>
                    <a:pt x="1016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40"/>
                  </a:lnTo>
                  <a:close/>
                </a:path>
                <a:path w="10160" h="264160">
                  <a:moveTo>
                    <a:pt x="10160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80"/>
                  </a:lnTo>
                  <a:close/>
                </a:path>
                <a:path w="10160" h="264160">
                  <a:moveTo>
                    <a:pt x="1016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090"/>
                  </a:lnTo>
                  <a:close/>
                </a:path>
                <a:path w="10160" h="264160">
                  <a:moveTo>
                    <a:pt x="1016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30"/>
                  </a:lnTo>
                  <a:close/>
                </a:path>
                <a:path w="10160" h="264160">
                  <a:moveTo>
                    <a:pt x="1016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40"/>
                  </a:lnTo>
                  <a:close/>
                </a:path>
                <a:path w="10160" h="264160">
                  <a:moveTo>
                    <a:pt x="10160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80"/>
                  </a:lnTo>
                  <a:close/>
                </a:path>
                <a:path w="10160" h="264160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264160">
                  <a:moveTo>
                    <a:pt x="10160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30"/>
                  </a:lnTo>
                  <a:close/>
                </a:path>
                <a:path w="10160" h="264160">
                  <a:moveTo>
                    <a:pt x="10160" y="104140"/>
                  </a:moveTo>
                  <a:lnTo>
                    <a:pt x="0" y="104140"/>
                  </a:lnTo>
                  <a:lnTo>
                    <a:pt x="0" y="110490"/>
                  </a:lnTo>
                  <a:lnTo>
                    <a:pt x="10160" y="110490"/>
                  </a:lnTo>
                  <a:lnTo>
                    <a:pt x="10160" y="104140"/>
                  </a:lnTo>
                  <a:close/>
                </a:path>
                <a:path w="10160" h="264160">
                  <a:moveTo>
                    <a:pt x="10160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10490"/>
                  </a:lnTo>
                  <a:close/>
                </a:path>
                <a:path w="10160" h="264160">
                  <a:moveTo>
                    <a:pt x="10160" y="113030"/>
                  </a:moveTo>
                  <a:lnTo>
                    <a:pt x="0" y="113030"/>
                  </a:lnTo>
                  <a:lnTo>
                    <a:pt x="0" y="148590"/>
                  </a:lnTo>
                  <a:lnTo>
                    <a:pt x="10160" y="148590"/>
                  </a:lnTo>
                  <a:lnTo>
                    <a:pt x="10160" y="113030"/>
                  </a:lnTo>
                  <a:close/>
                </a:path>
                <a:path w="10160" h="264160">
                  <a:moveTo>
                    <a:pt x="10160" y="148590"/>
                  </a:moveTo>
                  <a:lnTo>
                    <a:pt x="0" y="148590"/>
                  </a:lnTo>
                  <a:lnTo>
                    <a:pt x="0" y="151130"/>
                  </a:lnTo>
                  <a:lnTo>
                    <a:pt x="10160" y="151130"/>
                  </a:lnTo>
                  <a:lnTo>
                    <a:pt x="10160" y="148590"/>
                  </a:lnTo>
                  <a:close/>
                </a:path>
                <a:path w="10160" h="264160">
                  <a:moveTo>
                    <a:pt x="10160" y="151130"/>
                  </a:moveTo>
                  <a:lnTo>
                    <a:pt x="0" y="151130"/>
                  </a:lnTo>
                  <a:lnTo>
                    <a:pt x="0" y="154940"/>
                  </a:lnTo>
                  <a:lnTo>
                    <a:pt x="10160" y="154940"/>
                  </a:lnTo>
                  <a:lnTo>
                    <a:pt x="10160" y="151130"/>
                  </a:lnTo>
                  <a:close/>
                </a:path>
                <a:path w="10160" h="264160">
                  <a:moveTo>
                    <a:pt x="10160" y="154940"/>
                  </a:moveTo>
                  <a:lnTo>
                    <a:pt x="0" y="154940"/>
                  </a:lnTo>
                  <a:lnTo>
                    <a:pt x="0" y="161290"/>
                  </a:lnTo>
                  <a:lnTo>
                    <a:pt x="10160" y="161290"/>
                  </a:lnTo>
                  <a:lnTo>
                    <a:pt x="10160" y="154940"/>
                  </a:lnTo>
                  <a:close/>
                </a:path>
                <a:path w="10160" h="264160">
                  <a:moveTo>
                    <a:pt x="10160" y="161290"/>
                  </a:moveTo>
                  <a:lnTo>
                    <a:pt x="0" y="161290"/>
                  </a:lnTo>
                  <a:lnTo>
                    <a:pt x="0" y="163830"/>
                  </a:lnTo>
                  <a:lnTo>
                    <a:pt x="10160" y="163830"/>
                  </a:lnTo>
                  <a:lnTo>
                    <a:pt x="10160" y="161290"/>
                  </a:lnTo>
                  <a:close/>
                </a:path>
                <a:path w="10160" h="264160">
                  <a:moveTo>
                    <a:pt x="10160" y="163830"/>
                  </a:moveTo>
                  <a:lnTo>
                    <a:pt x="0" y="163830"/>
                  </a:lnTo>
                  <a:lnTo>
                    <a:pt x="0" y="167640"/>
                  </a:lnTo>
                  <a:lnTo>
                    <a:pt x="10160" y="167640"/>
                  </a:lnTo>
                  <a:lnTo>
                    <a:pt x="10160" y="163830"/>
                  </a:lnTo>
                  <a:close/>
                </a:path>
                <a:path w="10160" h="264160">
                  <a:moveTo>
                    <a:pt x="10160" y="167640"/>
                  </a:moveTo>
                  <a:lnTo>
                    <a:pt x="0" y="167640"/>
                  </a:lnTo>
                  <a:lnTo>
                    <a:pt x="0" y="170180"/>
                  </a:lnTo>
                  <a:lnTo>
                    <a:pt x="10160" y="170180"/>
                  </a:lnTo>
                  <a:lnTo>
                    <a:pt x="10160" y="167640"/>
                  </a:lnTo>
                  <a:close/>
                </a:path>
                <a:path w="10160" h="264160">
                  <a:moveTo>
                    <a:pt x="10160" y="170180"/>
                  </a:moveTo>
                  <a:lnTo>
                    <a:pt x="0" y="170180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70180"/>
                  </a:lnTo>
                  <a:close/>
                </a:path>
                <a:path w="10160" h="264160">
                  <a:moveTo>
                    <a:pt x="10160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3990"/>
                  </a:lnTo>
                  <a:close/>
                </a:path>
                <a:path w="10160" h="264160">
                  <a:moveTo>
                    <a:pt x="10160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30"/>
                  </a:lnTo>
                  <a:close/>
                </a:path>
                <a:path w="10160" h="264160">
                  <a:moveTo>
                    <a:pt x="10160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40"/>
                  </a:lnTo>
                  <a:close/>
                </a:path>
                <a:path w="10160" h="264160">
                  <a:moveTo>
                    <a:pt x="10160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80"/>
                  </a:lnTo>
                  <a:close/>
                </a:path>
                <a:path w="10160" h="264160">
                  <a:moveTo>
                    <a:pt x="10160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690"/>
                  </a:lnTo>
                  <a:close/>
                </a:path>
                <a:path w="10160" h="264160">
                  <a:moveTo>
                    <a:pt x="10160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30"/>
                  </a:lnTo>
                  <a:close/>
                </a:path>
                <a:path w="10160" h="264160">
                  <a:moveTo>
                    <a:pt x="10160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40"/>
                  </a:lnTo>
                  <a:close/>
                </a:path>
                <a:path w="10160" h="264160">
                  <a:moveTo>
                    <a:pt x="10160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80"/>
                  </a:lnTo>
                  <a:close/>
                </a:path>
                <a:path w="10160" h="264160">
                  <a:moveTo>
                    <a:pt x="10160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390"/>
                  </a:lnTo>
                  <a:close/>
                </a:path>
                <a:path w="10160" h="264160">
                  <a:moveTo>
                    <a:pt x="10160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30"/>
                  </a:lnTo>
                  <a:close/>
                </a:path>
                <a:path w="10160" h="264160">
                  <a:moveTo>
                    <a:pt x="1016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40"/>
                  </a:lnTo>
                  <a:close/>
                </a:path>
                <a:path w="10160" h="264160">
                  <a:moveTo>
                    <a:pt x="1016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80"/>
                  </a:lnTo>
                  <a:close/>
                </a:path>
                <a:path w="10160" h="264160">
                  <a:moveTo>
                    <a:pt x="1016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090"/>
                  </a:lnTo>
                  <a:close/>
                </a:path>
                <a:path w="10160" h="264160">
                  <a:moveTo>
                    <a:pt x="1016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30"/>
                  </a:lnTo>
                  <a:close/>
                </a:path>
                <a:path w="10160" h="264160">
                  <a:moveTo>
                    <a:pt x="1016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40"/>
                  </a:lnTo>
                  <a:close/>
                </a:path>
                <a:path w="10160" h="264160">
                  <a:moveTo>
                    <a:pt x="1016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80"/>
                  </a:lnTo>
                  <a:close/>
                </a:path>
                <a:path w="10160" h="264160">
                  <a:moveTo>
                    <a:pt x="1016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790"/>
                  </a:lnTo>
                  <a:close/>
                </a:path>
                <a:path w="10160" h="264160">
                  <a:moveTo>
                    <a:pt x="1016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30"/>
                  </a:lnTo>
                  <a:close/>
                </a:path>
                <a:path w="10160" h="264160">
                  <a:moveTo>
                    <a:pt x="1016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40"/>
                  </a:lnTo>
                  <a:close/>
                </a:path>
                <a:path w="10160" h="264160">
                  <a:moveTo>
                    <a:pt x="1016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80"/>
                  </a:lnTo>
                  <a:close/>
                </a:path>
                <a:path w="10160" h="264160">
                  <a:moveTo>
                    <a:pt x="1016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490"/>
                  </a:lnTo>
                  <a:close/>
                </a:path>
                <a:path w="10160" h="264160">
                  <a:moveTo>
                    <a:pt x="1016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30"/>
                  </a:lnTo>
                  <a:close/>
                </a:path>
                <a:path w="10160" h="264160">
                  <a:moveTo>
                    <a:pt x="1016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40"/>
                  </a:lnTo>
                  <a:close/>
                </a:path>
                <a:path w="10160" h="264160">
                  <a:moveTo>
                    <a:pt x="1016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80"/>
                  </a:lnTo>
                  <a:close/>
                </a:path>
                <a:path w="10160" h="264160">
                  <a:moveTo>
                    <a:pt x="10160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190"/>
                  </a:lnTo>
                  <a:close/>
                </a:path>
                <a:path w="10160" h="264160">
                  <a:moveTo>
                    <a:pt x="10160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30"/>
                  </a:lnTo>
                  <a:close/>
                </a:path>
                <a:path w="10160" h="264160">
                  <a:moveTo>
                    <a:pt x="10160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40"/>
                  </a:lnTo>
                  <a:close/>
                </a:path>
                <a:path w="10160" h="264160">
                  <a:moveTo>
                    <a:pt x="10160" y="259080"/>
                  </a:moveTo>
                  <a:lnTo>
                    <a:pt x="0" y="259080"/>
                  </a:lnTo>
                  <a:lnTo>
                    <a:pt x="0" y="261620"/>
                  </a:lnTo>
                  <a:lnTo>
                    <a:pt x="1270" y="261620"/>
                  </a:lnTo>
                  <a:lnTo>
                    <a:pt x="1270" y="262890"/>
                  </a:lnTo>
                  <a:lnTo>
                    <a:pt x="10160" y="262890"/>
                  </a:lnTo>
                  <a:lnTo>
                    <a:pt x="10160" y="259080"/>
                  </a:lnTo>
                  <a:close/>
                </a:path>
                <a:path w="10160" h="264160">
                  <a:moveTo>
                    <a:pt x="10160" y="262890"/>
                  </a:moveTo>
                  <a:lnTo>
                    <a:pt x="8889" y="262890"/>
                  </a:lnTo>
                  <a:lnTo>
                    <a:pt x="8889" y="264160"/>
                  </a:lnTo>
                  <a:lnTo>
                    <a:pt x="10160" y="264160"/>
                  </a:lnTo>
                  <a:lnTo>
                    <a:pt x="10160" y="262890"/>
                  </a:lnTo>
                  <a:close/>
                </a:path>
              </a:pathLst>
            </a:custGeom>
            <a:solidFill>
              <a:srgbClr val="7D7D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1">
              <a:extLst>
                <a:ext uri="{FF2B5EF4-FFF2-40B4-BE49-F238E27FC236}">
                  <a16:creationId xmlns:a16="http://schemas.microsoft.com/office/drawing/2014/main" id="{FE785042-57EC-7A3E-CE6C-9B62C581ADB9}"/>
                </a:ext>
              </a:extLst>
            </p:cNvPr>
            <p:cNvSpPr/>
            <p:nvPr/>
          </p:nvSpPr>
          <p:spPr>
            <a:xfrm>
              <a:off x="4330700" y="5604509"/>
              <a:ext cx="11430" cy="266700"/>
            </a:xfrm>
            <a:custGeom>
              <a:avLst/>
              <a:gdLst/>
              <a:ahLst/>
              <a:cxnLst/>
              <a:rect l="l" t="t" r="r" b="b"/>
              <a:pathLst>
                <a:path w="11429" h="266700">
                  <a:moveTo>
                    <a:pt x="11429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26670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26670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26670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26670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26670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26670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26670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26670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26670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26670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26670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26670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26670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26670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26670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26670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26670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26670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266700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26670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266700">
                  <a:moveTo>
                    <a:pt x="1142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7309"/>
                  </a:lnTo>
                  <a:close/>
                </a:path>
                <a:path w="11429" h="266700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266700">
                  <a:moveTo>
                    <a:pt x="11429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59"/>
                  </a:lnTo>
                  <a:close/>
                </a:path>
                <a:path w="11429" h="26670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266700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26670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26670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26670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26670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26670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26670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266700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266700">
                  <a:moveTo>
                    <a:pt x="11429" y="105409"/>
                  </a:moveTo>
                  <a:lnTo>
                    <a:pt x="0" y="105409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5409"/>
                  </a:lnTo>
                  <a:close/>
                </a:path>
                <a:path w="11429" h="266700">
                  <a:moveTo>
                    <a:pt x="11429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11759"/>
                  </a:lnTo>
                  <a:close/>
                </a:path>
                <a:path w="11429" h="266700">
                  <a:moveTo>
                    <a:pt x="11429" y="114300"/>
                  </a:moveTo>
                  <a:lnTo>
                    <a:pt x="0" y="114300"/>
                  </a:lnTo>
                  <a:lnTo>
                    <a:pt x="0" y="149859"/>
                  </a:lnTo>
                  <a:lnTo>
                    <a:pt x="11429" y="149859"/>
                  </a:lnTo>
                  <a:lnTo>
                    <a:pt x="11429" y="114300"/>
                  </a:lnTo>
                  <a:close/>
                </a:path>
                <a:path w="11429" h="266700">
                  <a:moveTo>
                    <a:pt x="11429" y="149859"/>
                  </a:moveTo>
                  <a:lnTo>
                    <a:pt x="0" y="149859"/>
                  </a:lnTo>
                  <a:lnTo>
                    <a:pt x="0" y="152399"/>
                  </a:lnTo>
                  <a:lnTo>
                    <a:pt x="11429" y="152399"/>
                  </a:lnTo>
                  <a:lnTo>
                    <a:pt x="11429" y="149859"/>
                  </a:lnTo>
                  <a:close/>
                </a:path>
                <a:path w="11429" h="266700">
                  <a:moveTo>
                    <a:pt x="11429" y="152400"/>
                  </a:moveTo>
                  <a:lnTo>
                    <a:pt x="0" y="152400"/>
                  </a:lnTo>
                  <a:lnTo>
                    <a:pt x="0" y="156209"/>
                  </a:lnTo>
                  <a:lnTo>
                    <a:pt x="11429" y="156209"/>
                  </a:lnTo>
                  <a:lnTo>
                    <a:pt x="11429" y="152400"/>
                  </a:lnTo>
                  <a:close/>
                </a:path>
                <a:path w="11429" h="266700">
                  <a:moveTo>
                    <a:pt x="11429" y="156209"/>
                  </a:moveTo>
                  <a:lnTo>
                    <a:pt x="0" y="156209"/>
                  </a:lnTo>
                  <a:lnTo>
                    <a:pt x="0" y="162559"/>
                  </a:lnTo>
                  <a:lnTo>
                    <a:pt x="11429" y="162559"/>
                  </a:lnTo>
                  <a:lnTo>
                    <a:pt x="11429" y="156209"/>
                  </a:lnTo>
                  <a:close/>
                </a:path>
                <a:path w="11429" h="266700">
                  <a:moveTo>
                    <a:pt x="11429" y="162559"/>
                  </a:moveTo>
                  <a:lnTo>
                    <a:pt x="0" y="162559"/>
                  </a:lnTo>
                  <a:lnTo>
                    <a:pt x="0" y="165099"/>
                  </a:lnTo>
                  <a:lnTo>
                    <a:pt x="11429" y="165099"/>
                  </a:lnTo>
                  <a:lnTo>
                    <a:pt x="11429" y="162559"/>
                  </a:lnTo>
                  <a:close/>
                </a:path>
                <a:path w="11429" h="266700">
                  <a:moveTo>
                    <a:pt x="11429" y="165100"/>
                  </a:moveTo>
                  <a:lnTo>
                    <a:pt x="0" y="16510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5100"/>
                  </a:lnTo>
                  <a:close/>
                </a:path>
                <a:path w="11429" h="266700">
                  <a:moveTo>
                    <a:pt x="11429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1429" y="171449"/>
                  </a:lnTo>
                  <a:lnTo>
                    <a:pt x="11429" y="168909"/>
                  </a:lnTo>
                  <a:close/>
                </a:path>
                <a:path w="11429" h="266700">
                  <a:moveTo>
                    <a:pt x="11429" y="171450"/>
                  </a:moveTo>
                  <a:lnTo>
                    <a:pt x="0" y="17145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71450"/>
                  </a:lnTo>
                  <a:close/>
                </a:path>
                <a:path w="11429" h="266700">
                  <a:moveTo>
                    <a:pt x="11429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5259"/>
                  </a:lnTo>
                  <a:close/>
                </a:path>
                <a:path w="11429" h="266700">
                  <a:moveTo>
                    <a:pt x="11429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7800"/>
                  </a:lnTo>
                  <a:close/>
                </a:path>
                <a:path w="11429" h="266700">
                  <a:moveTo>
                    <a:pt x="11429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1609"/>
                  </a:lnTo>
                  <a:close/>
                </a:path>
                <a:path w="11429" h="266700">
                  <a:moveTo>
                    <a:pt x="11429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4150"/>
                  </a:lnTo>
                  <a:close/>
                </a:path>
                <a:path w="11429" h="266700">
                  <a:moveTo>
                    <a:pt x="1142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7959"/>
                  </a:lnTo>
                  <a:close/>
                </a:path>
                <a:path w="11429" h="266700">
                  <a:moveTo>
                    <a:pt x="1142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0500"/>
                  </a:lnTo>
                  <a:close/>
                </a:path>
                <a:path w="11429" h="266700">
                  <a:moveTo>
                    <a:pt x="11429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4309"/>
                  </a:lnTo>
                  <a:close/>
                </a:path>
                <a:path w="11429" h="266700">
                  <a:moveTo>
                    <a:pt x="11429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6850"/>
                  </a:lnTo>
                  <a:close/>
                </a:path>
                <a:path w="11429" h="266700">
                  <a:moveTo>
                    <a:pt x="1142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200659"/>
                  </a:lnTo>
                  <a:close/>
                </a:path>
                <a:path w="11429" h="266700">
                  <a:moveTo>
                    <a:pt x="1142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3200"/>
                  </a:lnTo>
                  <a:close/>
                </a:path>
                <a:path w="11429" h="266700">
                  <a:moveTo>
                    <a:pt x="1142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7009"/>
                  </a:lnTo>
                  <a:close/>
                </a:path>
                <a:path w="11429" h="266700">
                  <a:moveTo>
                    <a:pt x="1142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09550"/>
                  </a:lnTo>
                  <a:close/>
                </a:path>
                <a:path w="11429" h="266700">
                  <a:moveTo>
                    <a:pt x="1142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3359"/>
                  </a:lnTo>
                  <a:close/>
                </a:path>
                <a:path w="11429" h="266700">
                  <a:moveTo>
                    <a:pt x="1142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5900"/>
                  </a:lnTo>
                  <a:close/>
                </a:path>
                <a:path w="11429" h="266700">
                  <a:moveTo>
                    <a:pt x="1142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9709"/>
                  </a:lnTo>
                  <a:close/>
                </a:path>
                <a:path w="11429" h="266700">
                  <a:moveTo>
                    <a:pt x="1142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2250"/>
                  </a:lnTo>
                  <a:close/>
                </a:path>
                <a:path w="11429" h="266700">
                  <a:moveTo>
                    <a:pt x="1142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6059"/>
                  </a:lnTo>
                  <a:close/>
                </a:path>
                <a:path w="11429" h="266700">
                  <a:moveTo>
                    <a:pt x="1142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8600"/>
                  </a:lnTo>
                  <a:close/>
                </a:path>
                <a:path w="11429" h="266700">
                  <a:moveTo>
                    <a:pt x="1142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2409"/>
                  </a:lnTo>
                  <a:close/>
                </a:path>
                <a:path w="11429" h="266700">
                  <a:moveTo>
                    <a:pt x="1142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4950"/>
                  </a:lnTo>
                  <a:close/>
                </a:path>
                <a:path w="11429" h="266700">
                  <a:moveTo>
                    <a:pt x="1142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8759"/>
                  </a:lnTo>
                  <a:close/>
                </a:path>
                <a:path w="11429" h="266700">
                  <a:moveTo>
                    <a:pt x="1142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1300"/>
                  </a:lnTo>
                  <a:close/>
                </a:path>
                <a:path w="11429" h="266700">
                  <a:moveTo>
                    <a:pt x="1142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5109"/>
                  </a:lnTo>
                  <a:close/>
                </a:path>
                <a:path w="11429" h="266700">
                  <a:moveTo>
                    <a:pt x="1142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7650"/>
                  </a:lnTo>
                  <a:close/>
                </a:path>
                <a:path w="11429" h="266700">
                  <a:moveTo>
                    <a:pt x="11429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1459"/>
                  </a:lnTo>
                  <a:close/>
                </a:path>
                <a:path w="11429" h="266700">
                  <a:moveTo>
                    <a:pt x="1142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4000"/>
                  </a:lnTo>
                  <a:close/>
                </a:path>
                <a:path w="11429" h="266700">
                  <a:moveTo>
                    <a:pt x="1142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7809"/>
                  </a:lnTo>
                  <a:close/>
                </a:path>
                <a:path w="11429" h="266700">
                  <a:moveTo>
                    <a:pt x="11429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0350"/>
                  </a:lnTo>
                  <a:close/>
                </a:path>
                <a:path w="11429" h="266700">
                  <a:moveTo>
                    <a:pt x="11429" y="264159"/>
                  </a:moveTo>
                  <a:lnTo>
                    <a:pt x="0" y="264159"/>
                  </a:lnTo>
                  <a:lnTo>
                    <a:pt x="0" y="265429"/>
                  </a:lnTo>
                  <a:lnTo>
                    <a:pt x="6350" y="265429"/>
                  </a:lnTo>
                  <a:lnTo>
                    <a:pt x="6350" y="266699"/>
                  </a:lnTo>
                  <a:lnTo>
                    <a:pt x="11429" y="266699"/>
                  </a:lnTo>
                  <a:lnTo>
                    <a:pt x="11429" y="264159"/>
                  </a:lnTo>
                  <a:close/>
                </a:path>
              </a:pathLst>
            </a:custGeom>
            <a:solidFill>
              <a:srgbClr val="7D7D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2">
              <a:extLst>
                <a:ext uri="{FF2B5EF4-FFF2-40B4-BE49-F238E27FC236}">
                  <a16:creationId xmlns:a16="http://schemas.microsoft.com/office/drawing/2014/main" id="{2686A6B8-C50D-A83C-0FCC-3F96476288F3}"/>
                </a:ext>
              </a:extLst>
            </p:cNvPr>
            <p:cNvSpPr/>
            <p:nvPr/>
          </p:nvSpPr>
          <p:spPr>
            <a:xfrm>
              <a:off x="4342130" y="5601969"/>
              <a:ext cx="10160" cy="270510"/>
            </a:xfrm>
            <a:custGeom>
              <a:avLst/>
              <a:gdLst/>
              <a:ahLst/>
              <a:cxnLst/>
              <a:rect l="l" t="t" r="r" b="b"/>
              <a:pathLst>
                <a:path w="10160" h="270510">
                  <a:moveTo>
                    <a:pt x="1016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10160" y="2539"/>
                  </a:lnTo>
                  <a:lnTo>
                    <a:pt x="10160" y="0"/>
                  </a:lnTo>
                  <a:close/>
                </a:path>
                <a:path w="10160" h="27051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27051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27051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27051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27051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27051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27051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27051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27051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27051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27051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27051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27051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27051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27051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270510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27051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270510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270510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270510">
                  <a:moveTo>
                    <a:pt x="1016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63499"/>
                  </a:lnTo>
                  <a:close/>
                </a:path>
                <a:path w="10160" h="270510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270510">
                  <a:moveTo>
                    <a:pt x="1016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9849"/>
                  </a:lnTo>
                  <a:close/>
                </a:path>
                <a:path w="10160" h="270510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270510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270510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270510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270510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270510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270510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270510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270510">
                  <a:moveTo>
                    <a:pt x="1016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7789"/>
                  </a:lnTo>
                  <a:close/>
                </a:path>
                <a:path w="10160" h="270510">
                  <a:moveTo>
                    <a:pt x="1016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101599"/>
                  </a:lnTo>
                  <a:close/>
                </a:path>
                <a:path w="10160" h="270510">
                  <a:moveTo>
                    <a:pt x="10160" y="104139"/>
                  </a:moveTo>
                  <a:lnTo>
                    <a:pt x="0" y="104139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104139"/>
                  </a:lnTo>
                  <a:close/>
                </a:path>
                <a:path w="10160" h="270510">
                  <a:moveTo>
                    <a:pt x="10160" y="107949"/>
                  </a:moveTo>
                  <a:lnTo>
                    <a:pt x="0" y="107949"/>
                  </a:lnTo>
                  <a:lnTo>
                    <a:pt x="0" y="114299"/>
                  </a:lnTo>
                  <a:lnTo>
                    <a:pt x="10160" y="114299"/>
                  </a:lnTo>
                  <a:lnTo>
                    <a:pt x="10160" y="107949"/>
                  </a:lnTo>
                  <a:close/>
                </a:path>
                <a:path w="10160" h="270510">
                  <a:moveTo>
                    <a:pt x="10160" y="114299"/>
                  </a:moveTo>
                  <a:lnTo>
                    <a:pt x="0" y="114299"/>
                  </a:lnTo>
                  <a:lnTo>
                    <a:pt x="0" y="116839"/>
                  </a:lnTo>
                  <a:lnTo>
                    <a:pt x="10160" y="116839"/>
                  </a:lnTo>
                  <a:lnTo>
                    <a:pt x="10160" y="114299"/>
                  </a:lnTo>
                  <a:close/>
                </a:path>
                <a:path w="10160" h="270510">
                  <a:moveTo>
                    <a:pt x="10160" y="116839"/>
                  </a:moveTo>
                  <a:lnTo>
                    <a:pt x="0" y="116839"/>
                  </a:lnTo>
                  <a:lnTo>
                    <a:pt x="0" y="152399"/>
                  </a:lnTo>
                  <a:lnTo>
                    <a:pt x="10160" y="152399"/>
                  </a:lnTo>
                  <a:lnTo>
                    <a:pt x="10160" y="116839"/>
                  </a:lnTo>
                  <a:close/>
                </a:path>
                <a:path w="10160" h="270510">
                  <a:moveTo>
                    <a:pt x="10160" y="152399"/>
                  </a:moveTo>
                  <a:lnTo>
                    <a:pt x="0" y="152399"/>
                  </a:lnTo>
                  <a:lnTo>
                    <a:pt x="0" y="154939"/>
                  </a:lnTo>
                  <a:lnTo>
                    <a:pt x="10160" y="154939"/>
                  </a:lnTo>
                  <a:lnTo>
                    <a:pt x="10160" y="152399"/>
                  </a:lnTo>
                  <a:close/>
                </a:path>
                <a:path w="10160" h="270510">
                  <a:moveTo>
                    <a:pt x="10160" y="154939"/>
                  </a:moveTo>
                  <a:lnTo>
                    <a:pt x="0" y="154939"/>
                  </a:lnTo>
                  <a:lnTo>
                    <a:pt x="0" y="158749"/>
                  </a:lnTo>
                  <a:lnTo>
                    <a:pt x="10160" y="158749"/>
                  </a:lnTo>
                  <a:lnTo>
                    <a:pt x="10160" y="154939"/>
                  </a:lnTo>
                  <a:close/>
                </a:path>
                <a:path w="10160" h="270510">
                  <a:moveTo>
                    <a:pt x="10160" y="158749"/>
                  </a:moveTo>
                  <a:lnTo>
                    <a:pt x="0" y="15874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58749"/>
                  </a:lnTo>
                  <a:close/>
                </a:path>
                <a:path w="10160" h="270510">
                  <a:moveTo>
                    <a:pt x="10160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0160" y="167639"/>
                  </a:lnTo>
                  <a:lnTo>
                    <a:pt x="10160" y="165099"/>
                  </a:lnTo>
                  <a:close/>
                </a:path>
                <a:path w="10160" h="270510">
                  <a:moveTo>
                    <a:pt x="10160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7639"/>
                  </a:lnTo>
                  <a:close/>
                </a:path>
                <a:path w="10160" h="270510">
                  <a:moveTo>
                    <a:pt x="1016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0160" y="173989"/>
                  </a:lnTo>
                  <a:lnTo>
                    <a:pt x="10160" y="171449"/>
                  </a:lnTo>
                  <a:close/>
                </a:path>
                <a:path w="10160" h="270510">
                  <a:moveTo>
                    <a:pt x="1016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3989"/>
                  </a:lnTo>
                  <a:close/>
                </a:path>
                <a:path w="10160" h="270510">
                  <a:moveTo>
                    <a:pt x="1016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0160" y="180339"/>
                  </a:lnTo>
                  <a:lnTo>
                    <a:pt x="10160" y="177799"/>
                  </a:lnTo>
                  <a:close/>
                </a:path>
                <a:path w="10160" h="270510">
                  <a:moveTo>
                    <a:pt x="1016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0339"/>
                  </a:lnTo>
                  <a:close/>
                </a:path>
                <a:path w="10160" h="270510">
                  <a:moveTo>
                    <a:pt x="1016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0160" y="186689"/>
                  </a:lnTo>
                  <a:lnTo>
                    <a:pt x="10160" y="184149"/>
                  </a:lnTo>
                  <a:close/>
                </a:path>
                <a:path w="10160" h="270510">
                  <a:moveTo>
                    <a:pt x="1016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6689"/>
                  </a:lnTo>
                  <a:close/>
                </a:path>
                <a:path w="10160" h="270510">
                  <a:moveTo>
                    <a:pt x="1016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0160" y="193039"/>
                  </a:lnTo>
                  <a:lnTo>
                    <a:pt x="10160" y="190499"/>
                  </a:lnTo>
                  <a:close/>
                </a:path>
                <a:path w="10160" h="270510">
                  <a:moveTo>
                    <a:pt x="1016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3039"/>
                  </a:lnTo>
                  <a:close/>
                </a:path>
                <a:path w="10160" h="270510">
                  <a:moveTo>
                    <a:pt x="1016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0160" y="199389"/>
                  </a:lnTo>
                  <a:lnTo>
                    <a:pt x="10160" y="196849"/>
                  </a:lnTo>
                  <a:close/>
                </a:path>
                <a:path w="10160" h="270510">
                  <a:moveTo>
                    <a:pt x="1016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199389"/>
                  </a:lnTo>
                  <a:close/>
                </a:path>
                <a:path w="10160" h="270510">
                  <a:moveTo>
                    <a:pt x="1016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0160" y="205739"/>
                  </a:lnTo>
                  <a:lnTo>
                    <a:pt x="10160" y="203199"/>
                  </a:lnTo>
                  <a:close/>
                </a:path>
                <a:path w="10160" h="270510">
                  <a:moveTo>
                    <a:pt x="1016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5739"/>
                  </a:lnTo>
                  <a:close/>
                </a:path>
                <a:path w="10160" h="270510">
                  <a:moveTo>
                    <a:pt x="1016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0160" y="212089"/>
                  </a:lnTo>
                  <a:lnTo>
                    <a:pt x="10160" y="209549"/>
                  </a:lnTo>
                  <a:close/>
                </a:path>
                <a:path w="10160" h="270510">
                  <a:moveTo>
                    <a:pt x="1016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2089"/>
                  </a:lnTo>
                  <a:close/>
                </a:path>
                <a:path w="10160" h="270510">
                  <a:moveTo>
                    <a:pt x="1016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0160" y="218439"/>
                  </a:lnTo>
                  <a:lnTo>
                    <a:pt x="10160" y="215899"/>
                  </a:lnTo>
                  <a:close/>
                </a:path>
                <a:path w="10160" h="270510">
                  <a:moveTo>
                    <a:pt x="1016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8439"/>
                  </a:lnTo>
                  <a:close/>
                </a:path>
                <a:path w="10160" h="270510">
                  <a:moveTo>
                    <a:pt x="1016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0160" y="224789"/>
                  </a:lnTo>
                  <a:lnTo>
                    <a:pt x="10160" y="222249"/>
                  </a:lnTo>
                  <a:close/>
                </a:path>
                <a:path w="10160" h="270510">
                  <a:moveTo>
                    <a:pt x="1016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4789"/>
                  </a:lnTo>
                  <a:close/>
                </a:path>
                <a:path w="10160" h="270510">
                  <a:moveTo>
                    <a:pt x="1016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0160" y="231139"/>
                  </a:lnTo>
                  <a:lnTo>
                    <a:pt x="10160" y="228599"/>
                  </a:lnTo>
                  <a:close/>
                </a:path>
                <a:path w="10160" h="270510">
                  <a:moveTo>
                    <a:pt x="1016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1139"/>
                  </a:lnTo>
                  <a:close/>
                </a:path>
                <a:path w="10160" h="270510">
                  <a:moveTo>
                    <a:pt x="1016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0160" y="237489"/>
                  </a:lnTo>
                  <a:lnTo>
                    <a:pt x="10160" y="234949"/>
                  </a:lnTo>
                  <a:close/>
                </a:path>
                <a:path w="10160" h="270510">
                  <a:moveTo>
                    <a:pt x="1016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7489"/>
                  </a:lnTo>
                  <a:close/>
                </a:path>
                <a:path w="10160" h="270510">
                  <a:moveTo>
                    <a:pt x="1016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0160" y="243839"/>
                  </a:lnTo>
                  <a:lnTo>
                    <a:pt x="10160" y="241299"/>
                  </a:lnTo>
                  <a:close/>
                </a:path>
                <a:path w="10160" h="270510">
                  <a:moveTo>
                    <a:pt x="1016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3839"/>
                  </a:lnTo>
                  <a:close/>
                </a:path>
                <a:path w="10160" h="270510">
                  <a:moveTo>
                    <a:pt x="1016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0160" y="250189"/>
                  </a:lnTo>
                  <a:lnTo>
                    <a:pt x="10160" y="247649"/>
                  </a:lnTo>
                  <a:close/>
                </a:path>
                <a:path w="10160" h="270510">
                  <a:moveTo>
                    <a:pt x="1016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0189"/>
                  </a:lnTo>
                  <a:close/>
                </a:path>
                <a:path w="10160" h="270510">
                  <a:moveTo>
                    <a:pt x="1016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0160" y="256539"/>
                  </a:lnTo>
                  <a:lnTo>
                    <a:pt x="10160" y="253999"/>
                  </a:lnTo>
                  <a:close/>
                </a:path>
                <a:path w="10160" h="270510">
                  <a:moveTo>
                    <a:pt x="10160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6539"/>
                  </a:lnTo>
                  <a:close/>
                </a:path>
                <a:path w="10160" h="270510">
                  <a:moveTo>
                    <a:pt x="10160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0160" y="262889"/>
                  </a:lnTo>
                  <a:lnTo>
                    <a:pt x="10160" y="260349"/>
                  </a:lnTo>
                  <a:close/>
                </a:path>
                <a:path w="10160" h="270510">
                  <a:moveTo>
                    <a:pt x="10160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0160" y="266699"/>
                  </a:lnTo>
                  <a:lnTo>
                    <a:pt x="10160" y="262889"/>
                  </a:lnTo>
                  <a:close/>
                </a:path>
                <a:path w="10160" h="270510">
                  <a:moveTo>
                    <a:pt x="10160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0160" y="269239"/>
                  </a:lnTo>
                  <a:lnTo>
                    <a:pt x="10160" y="266699"/>
                  </a:lnTo>
                  <a:close/>
                </a:path>
                <a:path w="10160" h="270510">
                  <a:moveTo>
                    <a:pt x="10160" y="269239"/>
                  </a:moveTo>
                  <a:lnTo>
                    <a:pt x="6350" y="269239"/>
                  </a:lnTo>
                  <a:lnTo>
                    <a:pt x="6350" y="270509"/>
                  </a:lnTo>
                  <a:lnTo>
                    <a:pt x="10160" y="270509"/>
                  </a:lnTo>
                  <a:lnTo>
                    <a:pt x="10160" y="269239"/>
                  </a:lnTo>
                  <a:close/>
                </a:path>
              </a:pathLst>
            </a:custGeom>
            <a:solidFill>
              <a:srgbClr val="7C7C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3">
              <a:extLst>
                <a:ext uri="{FF2B5EF4-FFF2-40B4-BE49-F238E27FC236}">
                  <a16:creationId xmlns:a16="http://schemas.microsoft.com/office/drawing/2014/main" id="{9B060801-F0EC-172B-7AD7-00718BE5B20E}"/>
                </a:ext>
              </a:extLst>
            </p:cNvPr>
            <p:cNvSpPr/>
            <p:nvPr/>
          </p:nvSpPr>
          <p:spPr>
            <a:xfrm>
              <a:off x="4352290" y="5601969"/>
              <a:ext cx="11430" cy="271780"/>
            </a:xfrm>
            <a:custGeom>
              <a:avLst/>
              <a:gdLst/>
              <a:ahLst/>
              <a:cxnLst/>
              <a:rect l="l" t="t" r="r" b="b"/>
              <a:pathLst>
                <a:path w="11429" h="271779">
                  <a:moveTo>
                    <a:pt x="1143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430" y="2539"/>
                  </a:lnTo>
                  <a:lnTo>
                    <a:pt x="11430" y="0"/>
                  </a:lnTo>
                  <a:close/>
                </a:path>
                <a:path w="11429" h="271779">
                  <a:moveTo>
                    <a:pt x="1143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271779">
                  <a:moveTo>
                    <a:pt x="1143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30" y="8889"/>
                  </a:lnTo>
                  <a:lnTo>
                    <a:pt x="11430" y="6349"/>
                  </a:lnTo>
                  <a:close/>
                </a:path>
                <a:path w="11429" h="271779">
                  <a:moveTo>
                    <a:pt x="1143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8889"/>
                  </a:lnTo>
                  <a:close/>
                </a:path>
                <a:path w="11429" h="271779">
                  <a:moveTo>
                    <a:pt x="1143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12699"/>
                  </a:lnTo>
                  <a:close/>
                </a:path>
                <a:path w="11429" h="271779">
                  <a:moveTo>
                    <a:pt x="1143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39"/>
                  </a:lnTo>
                  <a:close/>
                </a:path>
                <a:path w="11429" h="271779">
                  <a:moveTo>
                    <a:pt x="1143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30" y="21589"/>
                  </a:lnTo>
                  <a:lnTo>
                    <a:pt x="11430" y="19049"/>
                  </a:lnTo>
                  <a:close/>
                </a:path>
                <a:path w="11429" h="271779">
                  <a:moveTo>
                    <a:pt x="1143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1589"/>
                  </a:lnTo>
                  <a:close/>
                </a:path>
                <a:path w="11429" h="271779">
                  <a:moveTo>
                    <a:pt x="1143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25399"/>
                  </a:lnTo>
                  <a:close/>
                </a:path>
                <a:path w="11429" h="271779">
                  <a:moveTo>
                    <a:pt x="1143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7939"/>
                  </a:lnTo>
                  <a:close/>
                </a:path>
                <a:path w="11429" h="271779">
                  <a:moveTo>
                    <a:pt x="1143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30" y="34289"/>
                  </a:lnTo>
                  <a:lnTo>
                    <a:pt x="11430" y="31749"/>
                  </a:lnTo>
                  <a:close/>
                </a:path>
                <a:path w="11429" h="271779">
                  <a:moveTo>
                    <a:pt x="1143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4289"/>
                  </a:lnTo>
                  <a:close/>
                </a:path>
                <a:path w="11429" h="271779">
                  <a:moveTo>
                    <a:pt x="1143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30" y="40639"/>
                  </a:lnTo>
                  <a:lnTo>
                    <a:pt x="11430" y="38099"/>
                  </a:lnTo>
                  <a:close/>
                </a:path>
                <a:path w="11429" h="271779">
                  <a:moveTo>
                    <a:pt x="1143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0639"/>
                  </a:lnTo>
                  <a:close/>
                </a:path>
                <a:path w="11429" h="271779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271779">
                  <a:moveTo>
                    <a:pt x="1143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6989"/>
                  </a:lnTo>
                  <a:close/>
                </a:path>
                <a:path w="11429" h="271779">
                  <a:moveTo>
                    <a:pt x="1143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50799"/>
                  </a:lnTo>
                  <a:close/>
                </a:path>
                <a:path w="11429" h="271779">
                  <a:moveTo>
                    <a:pt x="1143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53339"/>
                  </a:lnTo>
                  <a:close/>
                </a:path>
                <a:path w="11429" h="271779">
                  <a:moveTo>
                    <a:pt x="1143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30" y="59689"/>
                  </a:lnTo>
                  <a:lnTo>
                    <a:pt x="11430" y="57149"/>
                  </a:lnTo>
                  <a:close/>
                </a:path>
                <a:path w="11429" h="271779">
                  <a:moveTo>
                    <a:pt x="1143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9689"/>
                  </a:lnTo>
                  <a:close/>
                </a:path>
                <a:path w="11429" h="271779">
                  <a:moveTo>
                    <a:pt x="1143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30" y="66039"/>
                  </a:lnTo>
                  <a:lnTo>
                    <a:pt x="11430" y="63499"/>
                  </a:lnTo>
                  <a:close/>
                </a:path>
                <a:path w="11429" h="271779">
                  <a:moveTo>
                    <a:pt x="1143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6039"/>
                  </a:lnTo>
                  <a:close/>
                </a:path>
                <a:path w="11429" h="271779">
                  <a:moveTo>
                    <a:pt x="1143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1430" y="72389"/>
                  </a:lnTo>
                  <a:lnTo>
                    <a:pt x="11430" y="69849"/>
                  </a:lnTo>
                  <a:close/>
                </a:path>
                <a:path w="11429" h="271779">
                  <a:moveTo>
                    <a:pt x="1143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72389"/>
                  </a:lnTo>
                  <a:close/>
                </a:path>
                <a:path w="11429" h="271779">
                  <a:moveTo>
                    <a:pt x="1143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1430" y="78739"/>
                  </a:lnTo>
                  <a:lnTo>
                    <a:pt x="11430" y="76199"/>
                  </a:lnTo>
                  <a:close/>
                </a:path>
                <a:path w="11429" h="271779">
                  <a:moveTo>
                    <a:pt x="1143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78739"/>
                  </a:lnTo>
                  <a:close/>
                </a:path>
                <a:path w="11429" h="271779">
                  <a:moveTo>
                    <a:pt x="1143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1430" y="85089"/>
                  </a:lnTo>
                  <a:lnTo>
                    <a:pt x="11430" y="82549"/>
                  </a:lnTo>
                  <a:close/>
                </a:path>
                <a:path w="11429" h="271779">
                  <a:moveTo>
                    <a:pt x="1143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5089"/>
                  </a:lnTo>
                  <a:close/>
                </a:path>
                <a:path w="11429" h="271779">
                  <a:moveTo>
                    <a:pt x="1143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30" y="91439"/>
                  </a:lnTo>
                  <a:lnTo>
                    <a:pt x="11430" y="88899"/>
                  </a:lnTo>
                  <a:close/>
                </a:path>
                <a:path w="11429" h="271779">
                  <a:moveTo>
                    <a:pt x="1143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1439"/>
                  </a:lnTo>
                  <a:close/>
                </a:path>
                <a:path w="11429" h="271779">
                  <a:moveTo>
                    <a:pt x="1143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30" y="97789"/>
                  </a:lnTo>
                  <a:lnTo>
                    <a:pt x="11430" y="95249"/>
                  </a:lnTo>
                  <a:close/>
                </a:path>
                <a:path w="11429" h="271779">
                  <a:moveTo>
                    <a:pt x="1143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1430" y="101599"/>
                  </a:lnTo>
                  <a:lnTo>
                    <a:pt x="11430" y="97789"/>
                  </a:lnTo>
                  <a:close/>
                </a:path>
                <a:path w="11429" h="271779">
                  <a:moveTo>
                    <a:pt x="1143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1430" y="104139"/>
                  </a:lnTo>
                  <a:lnTo>
                    <a:pt x="11430" y="101599"/>
                  </a:lnTo>
                  <a:close/>
                </a:path>
                <a:path w="11429" h="271779">
                  <a:moveTo>
                    <a:pt x="11430" y="104139"/>
                  </a:moveTo>
                  <a:lnTo>
                    <a:pt x="0" y="104139"/>
                  </a:lnTo>
                  <a:lnTo>
                    <a:pt x="0" y="107949"/>
                  </a:lnTo>
                  <a:lnTo>
                    <a:pt x="11430" y="107949"/>
                  </a:lnTo>
                  <a:lnTo>
                    <a:pt x="11430" y="104139"/>
                  </a:lnTo>
                  <a:close/>
                </a:path>
                <a:path w="11429" h="271779">
                  <a:moveTo>
                    <a:pt x="11430" y="107949"/>
                  </a:moveTo>
                  <a:lnTo>
                    <a:pt x="0" y="107949"/>
                  </a:lnTo>
                  <a:lnTo>
                    <a:pt x="0" y="114299"/>
                  </a:lnTo>
                  <a:lnTo>
                    <a:pt x="11430" y="114299"/>
                  </a:lnTo>
                  <a:lnTo>
                    <a:pt x="11430" y="107949"/>
                  </a:lnTo>
                  <a:close/>
                </a:path>
                <a:path w="11429" h="271779">
                  <a:moveTo>
                    <a:pt x="11430" y="114299"/>
                  </a:moveTo>
                  <a:lnTo>
                    <a:pt x="0" y="114299"/>
                  </a:lnTo>
                  <a:lnTo>
                    <a:pt x="0" y="116839"/>
                  </a:lnTo>
                  <a:lnTo>
                    <a:pt x="11430" y="116839"/>
                  </a:lnTo>
                  <a:lnTo>
                    <a:pt x="11430" y="114299"/>
                  </a:lnTo>
                  <a:close/>
                </a:path>
                <a:path w="11429" h="271779">
                  <a:moveTo>
                    <a:pt x="11430" y="116839"/>
                  </a:moveTo>
                  <a:lnTo>
                    <a:pt x="0" y="116839"/>
                  </a:lnTo>
                  <a:lnTo>
                    <a:pt x="0" y="152399"/>
                  </a:lnTo>
                  <a:lnTo>
                    <a:pt x="11430" y="152399"/>
                  </a:lnTo>
                  <a:lnTo>
                    <a:pt x="11430" y="116839"/>
                  </a:lnTo>
                  <a:close/>
                </a:path>
                <a:path w="11429" h="271779">
                  <a:moveTo>
                    <a:pt x="11430" y="152399"/>
                  </a:moveTo>
                  <a:lnTo>
                    <a:pt x="0" y="152399"/>
                  </a:lnTo>
                  <a:lnTo>
                    <a:pt x="0" y="154939"/>
                  </a:lnTo>
                  <a:lnTo>
                    <a:pt x="11430" y="154939"/>
                  </a:lnTo>
                  <a:lnTo>
                    <a:pt x="11430" y="152399"/>
                  </a:lnTo>
                  <a:close/>
                </a:path>
                <a:path w="11429" h="271779">
                  <a:moveTo>
                    <a:pt x="11430" y="154939"/>
                  </a:moveTo>
                  <a:lnTo>
                    <a:pt x="0" y="154939"/>
                  </a:lnTo>
                  <a:lnTo>
                    <a:pt x="0" y="158749"/>
                  </a:lnTo>
                  <a:lnTo>
                    <a:pt x="11430" y="158749"/>
                  </a:lnTo>
                  <a:lnTo>
                    <a:pt x="11430" y="154939"/>
                  </a:lnTo>
                  <a:close/>
                </a:path>
                <a:path w="11429" h="271779">
                  <a:moveTo>
                    <a:pt x="11430" y="158749"/>
                  </a:moveTo>
                  <a:lnTo>
                    <a:pt x="0" y="158749"/>
                  </a:lnTo>
                  <a:lnTo>
                    <a:pt x="0" y="165099"/>
                  </a:lnTo>
                  <a:lnTo>
                    <a:pt x="11430" y="165099"/>
                  </a:lnTo>
                  <a:lnTo>
                    <a:pt x="11430" y="158749"/>
                  </a:lnTo>
                  <a:close/>
                </a:path>
                <a:path w="11429" h="271779">
                  <a:moveTo>
                    <a:pt x="11430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1430" y="167639"/>
                  </a:lnTo>
                  <a:lnTo>
                    <a:pt x="11430" y="165099"/>
                  </a:lnTo>
                  <a:close/>
                </a:path>
                <a:path w="11429" h="271779">
                  <a:moveTo>
                    <a:pt x="11430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1430" y="171449"/>
                  </a:lnTo>
                  <a:lnTo>
                    <a:pt x="11430" y="167639"/>
                  </a:lnTo>
                  <a:close/>
                </a:path>
                <a:path w="11429" h="271779">
                  <a:moveTo>
                    <a:pt x="1143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1430" y="173989"/>
                  </a:lnTo>
                  <a:lnTo>
                    <a:pt x="11430" y="171449"/>
                  </a:lnTo>
                  <a:close/>
                </a:path>
                <a:path w="11429" h="271779">
                  <a:moveTo>
                    <a:pt x="1143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1430" y="177799"/>
                  </a:lnTo>
                  <a:lnTo>
                    <a:pt x="11430" y="173989"/>
                  </a:lnTo>
                  <a:close/>
                </a:path>
                <a:path w="11429" h="271779">
                  <a:moveTo>
                    <a:pt x="1143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1430" y="180339"/>
                  </a:lnTo>
                  <a:lnTo>
                    <a:pt x="11430" y="177799"/>
                  </a:lnTo>
                  <a:close/>
                </a:path>
                <a:path w="11429" h="271779">
                  <a:moveTo>
                    <a:pt x="1143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1430" y="184149"/>
                  </a:lnTo>
                  <a:lnTo>
                    <a:pt x="11430" y="180339"/>
                  </a:lnTo>
                  <a:close/>
                </a:path>
                <a:path w="11429" h="271779">
                  <a:moveTo>
                    <a:pt x="1143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1430" y="186689"/>
                  </a:lnTo>
                  <a:lnTo>
                    <a:pt x="11430" y="184149"/>
                  </a:lnTo>
                  <a:close/>
                </a:path>
                <a:path w="11429" h="271779">
                  <a:moveTo>
                    <a:pt x="1143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1430" y="190499"/>
                  </a:lnTo>
                  <a:lnTo>
                    <a:pt x="11430" y="186689"/>
                  </a:lnTo>
                  <a:close/>
                </a:path>
                <a:path w="11429" h="271779">
                  <a:moveTo>
                    <a:pt x="1143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1430" y="193039"/>
                  </a:lnTo>
                  <a:lnTo>
                    <a:pt x="11430" y="190499"/>
                  </a:lnTo>
                  <a:close/>
                </a:path>
                <a:path w="11429" h="271779">
                  <a:moveTo>
                    <a:pt x="1143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1430" y="196849"/>
                  </a:lnTo>
                  <a:lnTo>
                    <a:pt x="11430" y="193039"/>
                  </a:lnTo>
                  <a:close/>
                </a:path>
                <a:path w="11429" h="271779">
                  <a:moveTo>
                    <a:pt x="1143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1430" y="199389"/>
                  </a:lnTo>
                  <a:lnTo>
                    <a:pt x="11430" y="196849"/>
                  </a:lnTo>
                  <a:close/>
                </a:path>
                <a:path w="11429" h="271779">
                  <a:moveTo>
                    <a:pt x="1143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1430" y="203199"/>
                  </a:lnTo>
                  <a:lnTo>
                    <a:pt x="11430" y="199389"/>
                  </a:lnTo>
                  <a:close/>
                </a:path>
                <a:path w="11429" h="271779">
                  <a:moveTo>
                    <a:pt x="1143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1430" y="205739"/>
                  </a:lnTo>
                  <a:lnTo>
                    <a:pt x="11430" y="203199"/>
                  </a:lnTo>
                  <a:close/>
                </a:path>
                <a:path w="11429" h="271779">
                  <a:moveTo>
                    <a:pt x="1143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1430" y="209549"/>
                  </a:lnTo>
                  <a:lnTo>
                    <a:pt x="11430" y="205739"/>
                  </a:lnTo>
                  <a:close/>
                </a:path>
                <a:path w="11429" h="271779">
                  <a:moveTo>
                    <a:pt x="1143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1430" y="212089"/>
                  </a:lnTo>
                  <a:lnTo>
                    <a:pt x="11430" y="209549"/>
                  </a:lnTo>
                  <a:close/>
                </a:path>
                <a:path w="11429" h="271779">
                  <a:moveTo>
                    <a:pt x="1143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1430" y="215899"/>
                  </a:lnTo>
                  <a:lnTo>
                    <a:pt x="11430" y="212089"/>
                  </a:lnTo>
                  <a:close/>
                </a:path>
                <a:path w="11429" h="271779">
                  <a:moveTo>
                    <a:pt x="1143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1430" y="218439"/>
                  </a:lnTo>
                  <a:lnTo>
                    <a:pt x="11430" y="215899"/>
                  </a:lnTo>
                  <a:close/>
                </a:path>
                <a:path w="11429" h="271779">
                  <a:moveTo>
                    <a:pt x="1143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1430" y="222249"/>
                  </a:lnTo>
                  <a:lnTo>
                    <a:pt x="11430" y="218439"/>
                  </a:lnTo>
                  <a:close/>
                </a:path>
                <a:path w="11429" h="271779">
                  <a:moveTo>
                    <a:pt x="1143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1430" y="224789"/>
                  </a:lnTo>
                  <a:lnTo>
                    <a:pt x="11430" y="222249"/>
                  </a:lnTo>
                  <a:close/>
                </a:path>
                <a:path w="11429" h="271779">
                  <a:moveTo>
                    <a:pt x="1143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1430" y="228599"/>
                  </a:lnTo>
                  <a:lnTo>
                    <a:pt x="11430" y="224789"/>
                  </a:lnTo>
                  <a:close/>
                </a:path>
                <a:path w="11429" h="271779">
                  <a:moveTo>
                    <a:pt x="1143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1430" y="231139"/>
                  </a:lnTo>
                  <a:lnTo>
                    <a:pt x="11430" y="228599"/>
                  </a:lnTo>
                  <a:close/>
                </a:path>
                <a:path w="11429" h="271779">
                  <a:moveTo>
                    <a:pt x="1143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1430" y="234949"/>
                  </a:lnTo>
                  <a:lnTo>
                    <a:pt x="11430" y="231139"/>
                  </a:lnTo>
                  <a:close/>
                </a:path>
                <a:path w="11429" h="271779">
                  <a:moveTo>
                    <a:pt x="1143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1430" y="237489"/>
                  </a:lnTo>
                  <a:lnTo>
                    <a:pt x="11430" y="234949"/>
                  </a:lnTo>
                  <a:close/>
                </a:path>
                <a:path w="11429" h="271779">
                  <a:moveTo>
                    <a:pt x="1143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1430" y="241299"/>
                  </a:lnTo>
                  <a:lnTo>
                    <a:pt x="11430" y="237489"/>
                  </a:lnTo>
                  <a:close/>
                </a:path>
                <a:path w="11429" h="271779">
                  <a:moveTo>
                    <a:pt x="1143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1430" y="243839"/>
                  </a:lnTo>
                  <a:lnTo>
                    <a:pt x="11430" y="241299"/>
                  </a:lnTo>
                  <a:close/>
                </a:path>
                <a:path w="11429" h="271779">
                  <a:moveTo>
                    <a:pt x="1143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1430" y="247649"/>
                  </a:lnTo>
                  <a:lnTo>
                    <a:pt x="11430" y="243839"/>
                  </a:lnTo>
                  <a:close/>
                </a:path>
                <a:path w="11429" h="271779">
                  <a:moveTo>
                    <a:pt x="1143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1430" y="250189"/>
                  </a:lnTo>
                  <a:lnTo>
                    <a:pt x="11430" y="247649"/>
                  </a:lnTo>
                  <a:close/>
                </a:path>
                <a:path w="11429" h="271779">
                  <a:moveTo>
                    <a:pt x="1143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1430" y="253999"/>
                  </a:lnTo>
                  <a:lnTo>
                    <a:pt x="11430" y="250189"/>
                  </a:lnTo>
                  <a:close/>
                </a:path>
                <a:path w="11429" h="271779">
                  <a:moveTo>
                    <a:pt x="1143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1430" y="256539"/>
                  </a:lnTo>
                  <a:lnTo>
                    <a:pt x="11430" y="253999"/>
                  </a:lnTo>
                  <a:close/>
                </a:path>
                <a:path w="11429" h="271779">
                  <a:moveTo>
                    <a:pt x="11430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1430" y="260349"/>
                  </a:lnTo>
                  <a:lnTo>
                    <a:pt x="11430" y="256539"/>
                  </a:lnTo>
                  <a:close/>
                </a:path>
                <a:path w="11429" h="271779">
                  <a:moveTo>
                    <a:pt x="11430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1430" y="262889"/>
                  </a:lnTo>
                  <a:lnTo>
                    <a:pt x="11430" y="260349"/>
                  </a:lnTo>
                  <a:close/>
                </a:path>
                <a:path w="11429" h="271779">
                  <a:moveTo>
                    <a:pt x="11430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1430" y="266699"/>
                  </a:lnTo>
                  <a:lnTo>
                    <a:pt x="11430" y="262889"/>
                  </a:lnTo>
                  <a:close/>
                </a:path>
                <a:path w="11429" h="271779">
                  <a:moveTo>
                    <a:pt x="11430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1430" y="269239"/>
                  </a:lnTo>
                  <a:lnTo>
                    <a:pt x="11430" y="266699"/>
                  </a:lnTo>
                  <a:close/>
                </a:path>
                <a:path w="11429" h="271779">
                  <a:moveTo>
                    <a:pt x="11430" y="269239"/>
                  </a:moveTo>
                  <a:lnTo>
                    <a:pt x="0" y="269239"/>
                  </a:lnTo>
                  <a:lnTo>
                    <a:pt x="0" y="270509"/>
                  </a:lnTo>
                  <a:lnTo>
                    <a:pt x="3810" y="270509"/>
                  </a:lnTo>
                  <a:lnTo>
                    <a:pt x="3810" y="271779"/>
                  </a:lnTo>
                  <a:lnTo>
                    <a:pt x="11430" y="271779"/>
                  </a:lnTo>
                  <a:lnTo>
                    <a:pt x="11430" y="269239"/>
                  </a:lnTo>
                  <a:close/>
                </a:path>
              </a:pathLst>
            </a:custGeom>
            <a:solidFill>
              <a:srgbClr val="7B7B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4">
              <a:extLst>
                <a:ext uri="{FF2B5EF4-FFF2-40B4-BE49-F238E27FC236}">
                  <a16:creationId xmlns:a16="http://schemas.microsoft.com/office/drawing/2014/main" id="{36EF91EB-ACD1-2ED9-F6A9-6EF0FFBC7479}"/>
                </a:ext>
              </a:extLst>
            </p:cNvPr>
            <p:cNvSpPr/>
            <p:nvPr/>
          </p:nvSpPr>
          <p:spPr>
            <a:xfrm>
              <a:off x="4363720" y="5600699"/>
              <a:ext cx="11430" cy="274320"/>
            </a:xfrm>
            <a:custGeom>
              <a:avLst/>
              <a:gdLst/>
              <a:ahLst/>
              <a:cxnLst/>
              <a:rect l="l" t="t" r="r" b="b"/>
              <a:pathLst>
                <a:path w="11429" h="274320">
                  <a:moveTo>
                    <a:pt x="11429" y="0"/>
                  </a:moveTo>
                  <a:lnTo>
                    <a:pt x="3809" y="0"/>
                  </a:lnTo>
                  <a:lnTo>
                    <a:pt x="3809" y="1269"/>
                  </a:lnTo>
                  <a:lnTo>
                    <a:pt x="11429" y="1269"/>
                  </a:lnTo>
                  <a:lnTo>
                    <a:pt x="11429" y="0"/>
                  </a:lnTo>
                  <a:close/>
                </a:path>
                <a:path w="11429" h="274320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274320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274320">
                  <a:moveTo>
                    <a:pt x="1142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20"/>
                  </a:lnTo>
                  <a:close/>
                </a:path>
                <a:path w="11429" h="274320">
                  <a:moveTo>
                    <a:pt x="1142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10160"/>
                  </a:lnTo>
                  <a:close/>
                </a:path>
                <a:path w="11429" h="274320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274320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274320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274320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274320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274320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274320">
                  <a:moveTo>
                    <a:pt x="1142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3020"/>
                  </a:lnTo>
                  <a:close/>
                </a:path>
                <a:path w="11429" h="274320">
                  <a:moveTo>
                    <a:pt x="1142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29" y="39369"/>
                  </a:lnTo>
                  <a:lnTo>
                    <a:pt x="11429" y="35560"/>
                  </a:lnTo>
                  <a:close/>
                </a:path>
                <a:path w="11429" h="274320">
                  <a:moveTo>
                    <a:pt x="1142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9370"/>
                  </a:lnTo>
                  <a:close/>
                </a:path>
                <a:path w="11429" h="274320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274320">
                  <a:moveTo>
                    <a:pt x="1142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5720"/>
                  </a:lnTo>
                  <a:close/>
                </a:path>
                <a:path w="11429" h="274320">
                  <a:moveTo>
                    <a:pt x="1142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29" y="52069"/>
                  </a:lnTo>
                  <a:lnTo>
                    <a:pt x="11429" y="48260"/>
                  </a:lnTo>
                  <a:close/>
                </a:path>
                <a:path w="11429" h="274320">
                  <a:moveTo>
                    <a:pt x="1142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2070"/>
                  </a:lnTo>
                  <a:close/>
                </a:path>
                <a:path w="11429" h="274320">
                  <a:moveTo>
                    <a:pt x="1142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29" y="58419"/>
                  </a:lnTo>
                  <a:lnTo>
                    <a:pt x="11429" y="54610"/>
                  </a:lnTo>
                  <a:close/>
                </a:path>
                <a:path w="11429" h="274320">
                  <a:moveTo>
                    <a:pt x="11429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8420"/>
                  </a:lnTo>
                  <a:close/>
                </a:path>
                <a:path w="11429" h="274320">
                  <a:moveTo>
                    <a:pt x="11429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29" y="64769"/>
                  </a:lnTo>
                  <a:lnTo>
                    <a:pt x="11429" y="60960"/>
                  </a:lnTo>
                  <a:close/>
                </a:path>
                <a:path w="11429" h="274320">
                  <a:moveTo>
                    <a:pt x="11429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4770"/>
                  </a:lnTo>
                  <a:close/>
                </a:path>
                <a:path w="11429" h="274320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274320">
                  <a:moveTo>
                    <a:pt x="11429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71120"/>
                  </a:lnTo>
                  <a:close/>
                </a:path>
                <a:path w="11429" h="274320">
                  <a:moveTo>
                    <a:pt x="11429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29" y="77469"/>
                  </a:lnTo>
                  <a:lnTo>
                    <a:pt x="11429" y="73660"/>
                  </a:lnTo>
                  <a:close/>
                </a:path>
                <a:path w="11429" h="274320">
                  <a:moveTo>
                    <a:pt x="11429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7470"/>
                  </a:lnTo>
                  <a:close/>
                </a:path>
                <a:path w="11429" h="274320">
                  <a:moveTo>
                    <a:pt x="11429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29" y="83819"/>
                  </a:lnTo>
                  <a:lnTo>
                    <a:pt x="11429" y="80010"/>
                  </a:lnTo>
                  <a:close/>
                </a:path>
                <a:path w="11429" h="274320">
                  <a:moveTo>
                    <a:pt x="11429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3820"/>
                  </a:lnTo>
                  <a:close/>
                </a:path>
                <a:path w="11429" h="274320">
                  <a:moveTo>
                    <a:pt x="11429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29" y="90169"/>
                  </a:lnTo>
                  <a:lnTo>
                    <a:pt x="11429" y="86360"/>
                  </a:lnTo>
                  <a:close/>
                </a:path>
                <a:path w="11429" h="274320">
                  <a:moveTo>
                    <a:pt x="11429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90170"/>
                  </a:lnTo>
                  <a:close/>
                </a:path>
                <a:path w="11429" h="274320">
                  <a:moveTo>
                    <a:pt x="11429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1429" y="96519"/>
                  </a:lnTo>
                  <a:lnTo>
                    <a:pt x="11429" y="92710"/>
                  </a:lnTo>
                  <a:close/>
                </a:path>
                <a:path w="11429" h="274320">
                  <a:moveTo>
                    <a:pt x="11429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6520"/>
                  </a:lnTo>
                  <a:close/>
                </a:path>
                <a:path w="11429" h="274320">
                  <a:moveTo>
                    <a:pt x="11429" y="99060"/>
                  </a:moveTo>
                  <a:lnTo>
                    <a:pt x="0" y="99060"/>
                  </a:lnTo>
                  <a:lnTo>
                    <a:pt x="0" y="102869"/>
                  </a:lnTo>
                  <a:lnTo>
                    <a:pt x="11429" y="102869"/>
                  </a:lnTo>
                  <a:lnTo>
                    <a:pt x="11429" y="99060"/>
                  </a:lnTo>
                  <a:close/>
                </a:path>
                <a:path w="11429" h="274320">
                  <a:moveTo>
                    <a:pt x="11429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2870"/>
                  </a:lnTo>
                  <a:close/>
                </a:path>
                <a:path w="11429" h="274320">
                  <a:moveTo>
                    <a:pt x="11429" y="105410"/>
                  </a:moveTo>
                  <a:lnTo>
                    <a:pt x="0" y="105410"/>
                  </a:lnTo>
                  <a:lnTo>
                    <a:pt x="0" y="109219"/>
                  </a:lnTo>
                  <a:lnTo>
                    <a:pt x="11429" y="109219"/>
                  </a:lnTo>
                  <a:lnTo>
                    <a:pt x="11429" y="105410"/>
                  </a:lnTo>
                  <a:close/>
                </a:path>
                <a:path w="11429" h="274320">
                  <a:moveTo>
                    <a:pt x="11429" y="109220"/>
                  </a:moveTo>
                  <a:lnTo>
                    <a:pt x="0" y="109220"/>
                  </a:lnTo>
                  <a:lnTo>
                    <a:pt x="0" y="115569"/>
                  </a:lnTo>
                  <a:lnTo>
                    <a:pt x="11429" y="115569"/>
                  </a:lnTo>
                  <a:lnTo>
                    <a:pt x="11429" y="109220"/>
                  </a:lnTo>
                  <a:close/>
                </a:path>
                <a:path w="11429" h="274320">
                  <a:moveTo>
                    <a:pt x="11429" y="115570"/>
                  </a:moveTo>
                  <a:lnTo>
                    <a:pt x="0" y="115570"/>
                  </a:lnTo>
                  <a:lnTo>
                    <a:pt x="0" y="118109"/>
                  </a:lnTo>
                  <a:lnTo>
                    <a:pt x="11429" y="118109"/>
                  </a:lnTo>
                  <a:lnTo>
                    <a:pt x="11429" y="115570"/>
                  </a:lnTo>
                  <a:close/>
                </a:path>
                <a:path w="11429" h="274320">
                  <a:moveTo>
                    <a:pt x="11429" y="118110"/>
                  </a:moveTo>
                  <a:lnTo>
                    <a:pt x="0" y="118110"/>
                  </a:lnTo>
                  <a:lnTo>
                    <a:pt x="0" y="153669"/>
                  </a:lnTo>
                  <a:lnTo>
                    <a:pt x="11429" y="153669"/>
                  </a:lnTo>
                  <a:lnTo>
                    <a:pt x="11429" y="118110"/>
                  </a:lnTo>
                  <a:close/>
                </a:path>
                <a:path w="11429" h="274320">
                  <a:moveTo>
                    <a:pt x="11429" y="153670"/>
                  </a:moveTo>
                  <a:lnTo>
                    <a:pt x="0" y="153670"/>
                  </a:lnTo>
                  <a:lnTo>
                    <a:pt x="0" y="156209"/>
                  </a:lnTo>
                  <a:lnTo>
                    <a:pt x="11429" y="156209"/>
                  </a:lnTo>
                  <a:lnTo>
                    <a:pt x="11429" y="153670"/>
                  </a:lnTo>
                  <a:close/>
                </a:path>
                <a:path w="11429" h="274320">
                  <a:moveTo>
                    <a:pt x="11429" y="156210"/>
                  </a:moveTo>
                  <a:lnTo>
                    <a:pt x="0" y="156210"/>
                  </a:lnTo>
                  <a:lnTo>
                    <a:pt x="0" y="160019"/>
                  </a:lnTo>
                  <a:lnTo>
                    <a:pt x="11429" y="160019"/>
                  </a:lnTo>
                  <a:lnTo>
                    <a:pt x="11429" y="156210"/>
                  </a:lnTo>
                  <a:close/>
                </a:path>
                <a:path w="11429" h="274320">
                  <a:moveTo>
                    <a:pt x="11429" y="160020"/>
                  </a:moveTo>
                  <a:lnTo>
                    <a:pt x="0" y="160020"/>
                  </a:lnTo>
                  <a:lnTo>
                    <a:pt x="0" y="166369"/>
                  </a:lnTo>
                  <a:lnTo>
                    <a:pt x="11429" y="166369"/>
                  </a:lnTo>
                  <a:lnTo>
                    <a:pt x="11429" y="160020"/>
                  </a:lnTo>
                  <a:close/>
                </a:path>
                <a:path w="11429" h="274320">
                  <a:moveTo>
                    <a:pt x="11429" y="166370"/>
                  </a:moveTo>
                  <a:lnTo>
                    <a:pt x="0" y="16637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6370"/>
                  </a:lnTo>
                  <a:close/>
                </a:path>
                <a:path w="11429" h="274320">
                  <a:moveTo>
                    <a:pt x="11429" y="168910"/>
                  </a:moveTo>
                  <a:lnTo>
                    <a:pt x="0" y="168910"/>
                  </a:lnTo>
                  <a:lnTo>
                    <a:pt x="0" y="172719"/>
                  </a:lnTo>
                  <a:lnTo>
                    <a:pt x="11429" y="172719"/>
                  </a:lnTo>
                  <a:lnTo>
                    <a:pt x="11429" y="168910"/>
                  </a:lnTo>
                  <a:close/>
                </a:path>
                <a:path w="11429" h="274320">
                  <a:moveTo>
                    <a:pt x="11429" y="172720"/>
                  </a:moveTo>
                  <a:lnTo>
                    <a:pt x="0" y="17272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72720"/>
                  </a:lnTo>
                  <a:close/>
                </a:path>
                <a:path w="11429" h="274320">
                  <a:moveTo>
                    <a:pt x="11429" y="175260"/>
                  </a:moveTo>
                  <a:lnTo>
                    <a:pt x="0" y="175260"/>
                  </a:lnTo>
                  <a:lnTo>
                    <a:pt x="0" y="179069"/>
                  </a:lnTo>
                  <a:lnTo>
                    <a:pt x="11429" y="179069"/>
                  </a:lnTo>
                  <a:lnTo>
                    <a:pt x="11429" y="175260"/>
                  </a:lnTo>
                  <a:close/>
                </a:path>
                <a:path w="11429" h="274320">
                  <a:moveTo>
                    <a:pt x="11429" y="179070"/>
                  </a:moveTo>
                  <a:lnTo>
                    <a:pt x="0" y="17907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9070"/>
                  </a:lnTo>
                  <a:close/>
                </a:path>
                <a:path w="11429" h="274320">
                  <a:moveTo>
                    <a:pt x="11429" y="181610"/>
                  </a:moveTo>
                  <a:lnTo>
                    <a:pt x="0" y="181610"/>
                  </a:lnTo>
                  <a:lnTo>
                    <a:pt x="0" y="185419"/>
                  </a:lnTo>
                  <a:lnTo>
                    <a:pt x="11429" y="185419"/>
                  </a:lnTo>
                  <a:lnTo>
                    <a:pt x="11429" y="181610"/>
                  </a:lnTo>
                  <a:close/>
                </a:path>
                <a:path w="11429" h="274320">
                  <a:moveTo>
                    <a:pt x="11429" y="185420"/>
                  </a:moveTo>
                  <a:lnTo>
                    <a:pt x="0" y="18542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5420"/>
                  </a:lnTo>
                  <a:close/>
                </a:path>
                <a:path w="11429" h="274320">
                  <a:moveTo>
                    <a:pt x="11429" y="187960"/>
                  </a:moveTo>
                  <a:lnTo>
                    <a:pt x="0" y="187960"/>
                  </a:lnTo>
                  <a:lnTo>
                    <a:pt x="0" y="191769"/>
                  </a:lnTo>
                  <a:lnTo>
                    <a:pt x="11429" y="191769"/>
                  </a:lnTo>
                  <a:lnTo>
                    <a:pt x="11429" y="187960"/>
                  </a:lnTo>
                  <a:close/>
                </a:path>
                <a:path w="11429" h="274320">
                  <a:moveTo>
                    <a:pt x="11429" y="191770"/>
                  </a:moveTo>
                  <a:lnTo>
                    <a:pt x="0" y="19177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1770"/>
                  </a:lnTo>
                  <a:close/>
                </a:path>
                <a:path w="11429" h="274320">
                  <a:moveTo>
                    <a:pt x="11429" y="194310"/>
                  </a:moveTo>
                  <a:lnTo>
                    <a:pt x="0" y="194310"/>
                  </a:lnTo>
                  <a:lnTo>
                    <a:pt x="0" y="198119"/>
                  </a:lnTo>
                  <a:lnTo>
                    <a:pt x="11429" y="198119"/>
                  </a:lnTo>
                  <a:lnTo>
                    <a:pt x="11429" y="194310"/>
                  </a:lnTo>
                  <a:close/>
                </a:path>
                <a:path w="11429" h="274320">
                  <a:moveTo>
                    <a:pt x="11429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8120"/>
                  </a:lnTo>
                  <a:close/>
                </a:path>
                <a:path w="11429" h="274320">
                  <a:moveTo>
                    <a:pt x="11429" y="200660"/>
                  </a:moveTo>
                  <a:lnTo>
                    <a:pt x="0" y="200660"/>
                  </a:lnTo>
                  <a:lnTo>
                    <a:pt x="0" y="204469"/>
                  </a:lnTo>
                  <a:lnTo>
                    <a:pt x="11429" y="204469"/>
                  </a:lnTo>
                  <a:lnTo>
                    <a:pt x="11429" y="200660"/>
                  </a:lnTo>
                  <a:close/>
                </a:path>
                <a:path w="11429" h="274320">
                  <a:moveTo>
                    <a:pt x="1142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4470"/>
                  </a:lnTo>
                  <a:close/>
                </a:path>
                <a:path w="11429" h="274320">
                  <a:moveTo>
                    <a:pt x="11429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11429" y="210819"/>
                  </a:lnTo>
                  <a:lnTo>
                    <a:pt x="11429" y="207010"/>
                  </a:lnTo>
                  <a:close/>
                </a:path>
                <a:path w="11429" h="274320">
                  <a:moveTo>
                    <a:pt x="1142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10820"/>
                  </a:lnTo>
                  <a:close/>
                </a:path>
                <a:path w="11429" h="274320">
                  <a:moveTo>
                    <a:pt x="1142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11429" y="217169"/>
                  </a:lnTo>
                  <a:lnTo>
                    <a:pt x="11429" y="213360"/>
                  </a:lnTo>
                  <a:close/>
                </a:path>
                <a:path w="11429" h="274320">
                  <a:moveTo>
                    <a:pt x="1142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7170"/>
                  </a:lnTo>
                  <a:close/>
                </a:path>
                <a:path w="11429" h="274320">
                  <a:moveTo>
                    <a:pt x="1142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11429" y="223519"/>
                  </a:lnTo>
                  <a:lnTo>
                    <a:pt x="11429" y="219710"/>
                  </a:lnTo>
                  <a:close/>
                </a:path>
                <a:path w="11429" h="274320">
                  <a:moveTo>
                    <a:pt x="1142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3520"/>
                  </a:lnTo>
                  <a:close/>
                </a:path>
                <a:path w="11429" h="274320">
                  <a:moveTo>
                    <a:pt x="1142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11429" y="229869"/>
                  </a:lnTo>
                  <a:lnTo>
                    <a:pt x="11429" y="226060"/>
                  </a:lnTo>
                  <a:close/>
                </a:path>
                <a:path w="11429" h="274320">
                  <a:moveTo>
                    <a:pt x="1142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9870"/>
                  </a:lnTo>
                  <a:close/>
                </a:path>
                <a:path w="11429" h="274320">
                  <a:moveTo>
                    <a:pt x="1142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11429" y="236219"/>
                  </a:lnTo>
                  <a:lnTo>
                    <a:pt x="11429" y="232410"/>
                  </a:lnTo>
                  <a:close/>
                </a:path>
                <a:path w="11429" h="274320">
                  <a:moveTo>
                    <a:pt x="1142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6220"/>
                  </a:lnTo>
                  <a:close/>
                </a:path>
                <a:path w="11429" h="274320">
                  <a:moveTo>
                    <a:pt x="11429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11429" y="242569"/>
                  </a:lnTo>
                  <a:lnTo>
                    <a:pt x="11429" y="238760"/>
                  </a:lnTo>
                  <a:close/>
                </a:path>
                <a:path w="11429" h="274320">
                  <a:moveTo>
                    <a:pt x="11429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2570"/>
                  </a:lnTo>
                  <a:close/>
                </a:path>
                <a:path w="11429" h="274320">
                  <a:moveTo>
                    <a:pt x="11429" y="245110"/>
                  </a:moveTo>
                  <a:lnTo>
                    <a:pt x="0" y="245110"/>
                  </a:lnTo>
                  <a:lnTo>
                    <a:pt x="0" y="248919"/>
                  </a:lnTo>
                  <a:lnTo>
                    <a:pt x="11429" y="248919"/>
                  </a:lnTo>
                  <a:lnTo>
                    <a:pt x="11429" y="245110"/>
                  </a:lnTo>
                  <a:close/>
                </a:path>
                <a:path w="11429" h="274320">
                  <a:moveTo>
                    <a:pt x="11429" y="248920"/>
                  </a:moveTo>
                  <a:lnTo>
                    <a:pt x="0" y="24892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8920"/>
                  </a:lnTo>
                  <a:close/>
                </a:path>
                <a:path w="11429" h="274320">
                  <a:moveTo>
                    <a:pt x="11429" y="251460"/>
                  </a:moveTo>
                  <a:lnTo>
                    <a:pt x="0" y="251460"/>
                  </a:lnTo>
                  <a:lnTo>
                    <a:pt x="0" y="255269"/>
                  </a:lnTo>
                  <a:lnTo>
                    <a:pt x="11429" y="255269"/>
                  </a:lnTo>
                  <a:lnTo>
                    <a:pt x="11429" y="251460"/>
                  </a:lnTo>
                  <a:close/>
                </a:path>
                <a:path w="11429" h="274320">
                  <a:moveTo>
                    <a:pt x="11429" y="255270"/>
                  </a:moveTo>
                  <a:lnTo>
                    <a:pt x="0" y="25527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5270"/>
                  </a:lnTo>
                  <a:close/>
                </a:path>
                <a:path w="11429" h="274320">
                  <a:moveTo>
                    <a:pt x="11429" y="257810"/>
                  </a:moveTo>
                  <a:lnTo>
                    <a:pt x="0" y="257810"/>
                  </a:lnTo>
                  <a:lnTo>
                    <a:pt x="0" y="261619"/>
                  </a:lnTo>
                  <a:lnTo>
                    <a:pt x="11429" y="261619"/>
                  </a:lnTo>
                  <a:lnTo>
                    <a:pt x="11429" y="257810"/>
                  </a:lnTo>
                  <a:close/>
                </a:path>
                <a:path w="11429" h="274320">
                  <a:moveTo>
                    <a:pt x="11429" y="261620"/>
                  </a:moveTo>
                  <a:lnTo>
                    <a:pt x="0" y="26162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1620"/>
                  </a:lnTo>
                  <a:close/>
                </a:path>
                <a:path w="11429" h="274320">
                  <a:moveTo>
                    <a:pt x="11429" y="264160"/>
                  </a:moveTo>
                  <a:lnTo>
                    <a:pt x="0" y="264160"/>
                  </a:lnTo>
                  <a:lnTo>
                    <a:pt x="0" y="267969"/>
                  </a:lnTo>
                  <a:lnTo>
                    <a:pt x="11429" y="267969"/>
                  </a:lnTo>
                  <a:lnTo>
                    <a:pt x="11429" y="264160"/>
                  </a:lnTo>
                  <a:close/>
                </a:path>
                <a:path w="11429" h="274320">
                  <a:moveTo>
                    <a:pt x="11429" y="267970"/>
                  </a:moveTo>
                  <a:lnTo>
                    <a:pt x="0" y="267970"/>
                  </a:lnTo>
                  <a:lnTo>
                    <a:pt x="0" y="270509"/>
                  </a:lnTo>
                  <a:lnTo>
                    <a:pt x="11429" y="270509"/>
                  </a:lnTo>
                  <a:lnTo>
                    <a:pt x="11429" y="267970"/>
                  </a:lnTo>
                  <a:close/>
                </a:path>
                <a:path w="11429" h="274320">
                  <a:moveTo>
                    <a:pt x="11429" y="270510"/>
                  </a:moveTo>
                  <a:lnTo>
                    <a:pt x="0" y="270510"/>
                  </a:lnTo>
                  <a:lnTo>
                    <a:pt x="0" y="273050"/>
                  </a:lnTo>
                  <a:lnTo>
                    <a:pt x="5079" y="273050"/>
                  </a:lnTo>
                  <a:lnTo>
                    <a:pt x="5079" y="274319"/>
                  </a:lnTo>
                  <a:lnTo>
                    <a:pt x="11429" y="274319"/>
                  </a:lnTo>
                  <a:lnTo>
                    <a:pt x="11429" y="270510"/>
                  </a:lnTo>
                  <a:close/>
                </a:path>
              </a:pathLst>
            </a:custGeom>
            <a:solidFill>
              <a:srgbClr val="7A7A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5">
              <a:extLst>
                <a:ext uri="{FF2B5EF4-FFF2-40B4-BE49-F238E27FC236}">
                  <a16:creationId xmlns:a16="http://schemas.microsoft.com/office/drawing/2014/main" id="{C8E2028C-8DB6-1D9A-BA5D-2FA22FCE0D47}"/>
                </a:ext>
              </a:extLst>
            </p:cNvPr>
            <p:cNvSpPr/>
            <p:nvPr/>
          </p:nvSpPr>
          <p:spPr>
            <a:xfrm>
              <a:off x="4375150" y="5599429"/>
              <a:ext cx="10160" cy="276860"/>
            </a:xfrm>
            <a:custGeom>
              <a:avLst/>
              <a:gdLst/>
              <a:ahLst/>
              <a:cxnLst/>
              <a:rect l="l" t="t" r="r" b="b"/>
              <a:pathLst>
                <a:path w="10160" h="276860">
                  <a:moveTo>
                    <a:pt x="1016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276860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2768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2768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2768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276860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276860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276860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276860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276860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276860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276860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276860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276860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276860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276860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276860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276860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276860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276860">
                  <a:moveTo>
                    <a:pt x="1016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690"/>
                  </a:lnTo>
                  <a:close/>
                </a:path>
                <a:path w="10160" h="276860">
                  <a:moveTo>
                    <a:pt x="1016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30"/>
                  </a:lnTo>
                  <a:close/>
                </a:path>
                <a:path w="10160" h="276860">
                  <a:moveTo>
                    <a:pt x="1016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40"/>
                  </a:lnTo>
                  <a:close/>
                </a:path>
                <a:path w="10160" h="276860">
                  <a:moveTo>
                    <a:pt x="10160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80"/>
                  </a:lnTo>
                  <a:close/>
                </a:path>
                <a:path w="10160" h="276860">
                  <a:moveTo>
                    <a:pt x="1016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390"/>
                  </a:lnTo>
                  <a:close/>
                </a:path>
                <a:path w="10160" h="276860">
                  <a:moveTo>
                    <a:pt x="1016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30"/>
                  </a:lnTo>
                  <a:close/>
                </a:path>
                <a:path w="10160" h="276860">
                  <a:moveTo>
                    <a:pt x="1016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40"/>
                  </a:lnTo>
                  <a:close/>
                </a:path>
                <a:path w="10160" h="276860">
                  <a:moveTo>
                    <a:pt x="10160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80"/>
                  </a:lnTo>
                  <a:close/>
                </a:path>
                <a:path w="10160" h="276860">
                  <a:moveTo>
                    <a:pt x="1016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090"/>
                  </a:lnTo>
                  <a:close/>
                </a:path>
                <a:path w="10160" h="276860">
                  <a:moveTo>
                    <a:pt x="1016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30"/>
                  </a:lnTo>
                  <a:close/>
                </a:path>
                <a:path w="10160" h="276860">
                  <a:moveTo>
                    <a:pt x="1016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40"/>
                  </a:lnTo>
                  <a:close/>
                </a:path>
                <a:path w="10160" h="276860">
                  <a:moveTo>
                    <a:pt x="10160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80"/>
                  </a:lnTo>
                  <a:close/>
                </a:path>
                <a:path w="10160" h="276860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276860">
                  <a:moveTo>
                    <a:pt x="10160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30"/>
                  </a:lnTo>
                  <a:close/>
                </a:path>
                <a:path w="10160" h="276860">
                  <a:moveTo>
                    <a:pt x="10160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40"/>
                  </a:lnTo>
                  <a:close/>
                </a:path>
                <a:path w="10160" h="276860">
                  <a:moveTo>
                    <a:pt x="10160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0160" y="110490"/>
                  </a:lnTo>
                  <a:lnTo>
                    <a:pt x="10160" y="106680"/>
                  </a:lnTo>
                  <a:close/>
                </a:path>
                <a:path w="10160" h="276860">
                  <a:moveTo>
                    <a:pt x="10160" y="110490"/>
                  </a:moveTo>
                  <a:lnTo>
                    <a:pt x="0" y="110490"/>
                  </a:lnTo>
                  <a:lnTo>
                    <a:pt x="0" y="116840"/>
                  </a:lnTo>
                  <a:lnTo>
                    <a:pt x="10160" y="116840"/>
                  </a:lnTo>
                  <a:lnTo>
                    <a:pt x="10160" y="110490"/>
                  </a:lnTo>
                  <a:close/>
                </a:path>
                <a:path w="10160" h="276860">
                  <a:moveTo>
                    <a:pt x="10160" y="116840"/>
                  </a:moveTo>
                  <a:lnTo>
                    <a:pt x="0" y="116840"/>
                  </a:lnTo>
                  <a:lnTo>
                    <a:pt x="0" y="119380"/>
                  </a:lnTo>
                  <a:lnTo>
                    <a:pt x="10160" y="119380"/>
                  </a:lnTo>
                  <a:lnTo>
                    <a:pt x="10160" y="116840"/>
                  </a:lnTo>
                  <a:close/>
                </a:path>
                <a:path w="10160" h="276860">
                  <a:moveTo>
                    <a:pt x="10160" y="119380"/>
                  </a:moveTo>
                  <a:lnTo>
                    <a:pt x="0" y="119380"/>
                  </a:lnTo>
                  <a:lnTo>
                    <a:pt x="0" y="154940"/>
                  </a:lnTo>
                  <a:lnTo>
                    <a:pt x="10160" y="154940"/>
                  </a:lnTo>
                  <a:lnTo>
                    <a:pt x="10160" y="119380"/>
                  </a:lnTo>
                  <a:close/>
                </a:path>
                <a:path w="10160" h="276860">
                  <a:moveTo>
                    <a:pt x="10160" y="154940"/>
                  </a:moveTo>
                  <a:lnTo>
                    <a:pt x="0" y="154940"/>
                  </a:lnTo>
                  <a:lnTo>
                    <a:pt x="0" y="157480"/>
                  </a:lnTo>
                  <a:lnTo>
                    <a:pt x="10160" y="157480"/>
                  </a:lnTo>
                  <a:lnTo>
                    <a:pt x="10160" y="154940"/>
                  </a:lnTo>
                  <a:close/>
                </a:path>
                <a:path w="10160" h="276860">
                  <a:moveTo>
                    <a:pt x="10160" y="157480"/>
                  </a:moveTo>
                  <a:lnTo>
                    <a:pt x="0" y="157480"/>
                  </a:lnTo>
                  <a:lnTo>
                    <a:pt x="0" y="161290"/>
                  </a:lnTo>
                  <a:lnTo>
                    <a:pt x="10160" y="161290"/>
                  </a:lnTo>
                  <a:lnTo>
                    <a:pt x="10160" y="157480"/>
                  </a:lnTo>
                  <a:close/>
                </a:path>
                <a:path w="10160" h="276860">
                  <a:moveTo>
                    <a:pt x="10160" y="161290"/>
                  </a:moveTo>
                  <a:lnTo>
                    <a:pt x="0" y="161290"/>
                  </a:lnTo>
                  <a:lnTo>
                    <a:pt x="0" y="167640"/>
                  </a:lnTo>
                  <a:lnTo>
                    <a:pt x="10160" y="167640"/>
                  </a:lnTo>
                  <a:lnTo>
                    <a:pt x="10160" y="161290"/>
                  </a:lnTo>
                  <a:close/>
                </a:path>
                <a:path w="10160" h="276860">
                  <a:moveTo>
                    <a:pt x="10160" y="167640"/>
                  </a:moveTo>
                  <a:lnTo>
                    <a:pt x="0" y="167640"/>
                  </a:lnTo>
                  <a:lnTo>
                    <a:pt x="0" y="170180"/>
                  </a:lnTo>
                  <a:lnTo>
                    <a:pt x="10160" y="170180"/>
                  </a:lnTo>
                  <a:lnTo>
                    <a:pt x="10160" y="167640"/>
                  </a:lnTo>
                  <a:close/>
                </a:path>
                <a:path w="10160" h="276860">
                  <a:moveTo>
                    <a:pt x="10160" y="170180"/>
                  </a:moveTo>
                  <a:lnTo>
                    <a:pt x="0" y="170180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70180"/>
                  </a:lnTo>
                  <a:close/>
                </a:path>
                <a:path w="10160" h="276860">
                  <a:moveTo>
                    <a:pt x="10160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3990"/>
                  </a:lnTo>
                  <a:close/>
                </a:path>
                <a:path w="10160" h="276860">
                  <a:moveTo>
                    <a:pt x="10160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30"/>
                  </a:lnTo>
                  <a:close/>
                </a:path>
                <a:path w="10160" h="276860">
                  <a:moveTo>
                    <a:pt x="10160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40"/>
                  </a:lnTo>
                  <a:close/>
                </a:path>
                <a:path w="10160" h="276860">
                  <a:moveTo>
                    <a:pt x="10160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80"/>
                  </a:lnTo>
                  <a:close/>
                </a:path>
                <a:path w="10160" h="276860">
                  <a:moveTo>
                    <a:pt x="10160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690"/>
                  </a:lnTo>
                  <a:close/>
                </a:path>
                <a:path w="10160" h="276860">
                  <a:moveTo>
                    <a:pt x="10160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30"/>
                  </a:lnTo>
                  <a:close/>
                </a:path>
                <a:path w="10160" h="276860">
                  <a:moveTo>
                    <a:pt x="10160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40"/>
                  </a:lnTo>
                  <a:close/>
                </a:path>
                <a:path w="10160" h="276860">
                  <a:moveTo>
                    <a:pt x="10160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80"/>
                  </a:lnTo>
                  <a:close/>
                </a:path>
                <a:path w="10160" h="276860">
                  <a:moveTo>
                    <a:pt x="10160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390"/>
                  </a:lnTo>
                  <a:close/>
                </a:path>
                <a:path w="10160" h="276860">
                  <a:moveTo>
                    <a:pt x="10160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30"/>
                  </a:lnTo>
                  <a:close/>
                </a:path>
                <a:path w="10160" h="276860">
                  <a:moveTo>
                    <a:pt x="1016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40"/>
                  </a:lnTo>
                  <a:close/>
                </a:path>
                <a:path w="10160" h="276860">
                  <a:moveTo>
                    <a:pt x="1016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80"/>
                  </a:lnTo>
                  <a:close/>
                </a:path>
                <a:path w="10160" h="276860">
                  <a:moveTo>
                    <a:pt x="1016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090"/>
                  </a:lnTo>
                  <a:close/>
                </a:path>
                <a:path w="10160" h="276860">
                  <a:moveTo>
                    <a:pt x="1016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30"/>
                  </a:lnTo>
                  <a:close/>
                </a:path>
                <a:path w="10160" h="276860">
                  <a:moveTo>
                    <a:pt x="1016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40"/>
                  </a:lnTo>
                  <a:close/>
                </a:path>
                <a:path w="10160" h="276860">
                  <a:moveTo>
                    <a:pt x="1016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80"/>
                  </a:lnTo>
                  <a:close/>
                </a:path>
                <a:path w="10160" h="276860">
                  <a:moveTo>
                    <a:pt x="1016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790"/>
                  </a:lnTo>
                  <a:close/>
                </a:path>
                <a:path w="10160" h="276860">
                  <a:moveTo>
                    <a:pt x="1016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30"/>
                  </a:lnTo>
                  <a:close/>
                </a:path>
                <a:path w="10160" h="276860">
                  <a:moveTo>
                    <a:pt x="1016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40"/>
                  </a:lnTo>
                  <a:close/>
                </a:path>
                <a:path w="10160" h="276860">
                  <a:moveTo>
                    <a:pt x="1016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80"/>
                  </a:lnTo>
                  <a:close/>
                </a:path>
                <a:path w="10160" h="276860">
                  <a:moveTo>
                    <a:pt x="1016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490"/>
                  </a:lnTo>
                  <a:close/>
                </a:path>
                <a:path w="10160" h="276860">
                  <a:moveTo>
                    <a:pt x="1016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30"/>
                  </a:lnTo>
                  <a:close/>
                </a:path>
                <a:path w="10160" h="276860">
                  <a:moveTo>
                    <a:pt x="1016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40"/>
                  </a:lnTo>
                  <a:close/>
                </a:path>
                <a:path w="10160" h="276860">
                  <a:moveTo>
                    <a:pt x="1016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80"/>
                  </a:lnTo>
                  <a:close/>
                </a:path>
                <a:path w="10160" h="276860">
                  <a:moveTo>
                    <a:pt x="10160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190"/>
                  </a:lnTo>
                  <a:close/>
                </a:path>
                <a:path w="10160" h="276860">
                  <a:moveTo>
                    <a:pt x="10160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30"/>
                  </a:lnTo>
                  <a:close/>
                </a:path>
                <a:path w="10160" h="276860">
                  <a:moveTo>
                    <a:pt x="10160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40"/>
                  </a:lnTo>
                  <a:close/>
                </a:path>
                <a:path w="10160" h="276860">
                  <a:moveTo>
                    <a:pt x="10160" y="259080"/>
                  </a:moveTo>
                  <a:lnTo>
                    <a:pt x="0" y="259080"/>
                  </a:lnTo>
                  <a:lnTo>
                    <a:pt x="0" y="262890"/>
                  </a:lnTo>
                  <a:lnTo>
                    <a:pt x="10160" y="262890"/>
                  </a:lnTo>
                  <a:lnTo>
                    <a:pt x="10160" y="259080"/>
                  </a:lnTo>
                  <a:close/>
                </a:path>
                <a:path w="10160" h="276860">
                  <a:moveTo>
                    <a:pt x="10160" y="262890"/>
                  </a:moveTo>
                  <a:lnTo>
                    <a:pt x="0" y="262890"/>
                  </a:lnTo>
                  <a:lnTo>
                    <a:pt x="0" y="265430"/>
                  </a:lnTo>
                  <a:lnTo>
                    <a:pt x="10160" y="265430"/>
                  </a:lnTo>
                  <a:lnTo>
                    <a:pt x="10160" y="262890"/>
                  </a:lnTo>
                  <a:close/>
                </a:path>
                <a:path w="10160" h="276860">
                  <a:moveTo>
                    <a:pt x="10160" y="265430"/>
                  </a:moveTo>
                  <a:lnTo>
                    <a:pt x="0" y="265430"/>
                  </a:lnTo>
                  <a:lnTo>
                    <a:pt x="0" y="269240"/>
                  </a:lnTo>
                  <a:lnTo>
                    <a:pt x="10160" y="269240"/>
                  </a:lnTo>
                  <a:lnTo>
                    <a:pt x="10160" y="265430"/>
                  </a:lnTo>
                  <a:close/>
                </a:path>
                <a:path w="10160" h="276860">
                  <a:moveTo>
                    <a:pt x="10160" y="269240"/>
                  </a:moveTo>
                  <a:lnTo>
                    <a:pt x="0" y="269240"/>
                  </a:lnTo>
                  <a:lnTo>
                    <a:pt x="0" y="271780"/>
                  </a:lnTo>
                  <a:lnTo>
                    <a:pt x="10160" y="271780"/>
                  </a:lnTo>
                  <a:lnTo>
                    <a:pt x="10160" y="269240"/>
                  </a:lnTo>
                  <a:close/>
                </a:path>
                <a:path w="10160" h="276860">
                  <a:moveTo>
                    <a:pt x="10160" y="271780"/>
                  </a:moveTo>
                  <a:lnTo>
                    <a:pt x="0" y="271780"/>
                  </a:lnTo>
                  <a:lnTo>
                    <a:pt x="0" y="275590"/>
                  </a:lnTo>
                  <a:lnTo>
                    <a:pt x="10160" y="275590"/>
                  </a:lnTo>
                  <a:lnTo>
                    <a:pt x="10160" y="271780"/>
                  </a:lnTo>
                  <a:close/>
                </a:path>
                <a:path w="10160" h="276860">
                  <a:moveTo>
                    <a:pt x="10160" y="275590"/>
                  </a:moveTo>
                  <a:lnTo>
                    <a:pt x="7620" y="275590"/>
                  </a:lnTo>
                  <a:lnTo>
                    <a:pt x="7620" y="276860"/>
                  </a:lnTo>
                  <a:lnTo>
                    <a:pt x="10160" y="276860"/>
                  </a:lnTo>
                  <a:lnTo>
                    <a:pt x="10160" y="275590"/>
                  </a:lnTo>
                  <a:close/>
                </a:path>
              </a:pathLst>
            </a:custGeom>
            <a:solidFill>
              <a:srgbClr val="7A7A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6">
              <a:extLst>
                <a:ext uri="{FF2B5EF4-FFF2-40B4-BE49-F238E27FC236}">
                  <a16:creationId xmlns:a16="http://schemas.microsoft.com/office/drawing/2014/main" id="{C4DCC298-819A-C724-14D5-6ABDE5FD4389}"/>
                </a:ext>
              </a:extLst>
            </p:cNvPr>
            <p:cNvSpPr/>
            <p:nvPr/>
          </p:nvSpPr>
          <p:spPr>
            <a:xfrm>
              <a:off x="4385310" y="5598159"/>
              <a:ext cx="11430" cy="279400"/>
            </a:xfrm>
            <a:custGeom>
              <a:avLst/>
              <a:gdLst/>
              <a:ahLst/>
              <a:cxnLst/>
              <a:rect l="l" t="t" r="r" b="b"/>
              <a:pathLst>
                <a:path w="11429" h="279400">
                  <a:moveTo>
                    <a:pt x="11429" y="0"/>
                  </a:moveTo>
                  <a:lnTo>
                    <a:pt x="10160" y="0"/>
                  </a:lnTo>
                  <a:lnTo>
                    <a:pt x="1016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27940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27940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27940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27940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27940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27940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27940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27940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27940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27940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27940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27940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27940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27940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27940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27940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27940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27940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279400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27940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279400">
                  <a:moveTo>
                    <a:pt x="1142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7309"/>
                  </a:lnTo>
                  <a:close/>
                </a:path>
                <a:path w="11429" h="279400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279400">
                  <a:moveTo>
                    <a:pt x="11429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59"/>
                  </a:lnTo>
                  <a:close/>
                </a:path>
                <a:path w="11429" h="27940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279400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27940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27940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27940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27940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27940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27940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279400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279400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279400">
                  <a:moveTo>
                    <a:pt x="11429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7950"/>
                  </a:lnTo>
                  <a:close/>
                </a:path>
                <a:path w="11429" h="279400">
                  <a:moveTo>
                    <a:pt x="11429" y="111759"/>
                  </a:moveTo>
                  <a:lnTo>
                    <a:pt x="0" y="111759"/>
                  </a:lnTo>
                  <a:lnTo>
                    <a:pt x="0" y="118109"/>
                  </a:lnTo>
                  <a:lnTo>
                    <a:pt x="11429" y="118109"/>
                  </a:lnTo>
                  <a:lnTo>
                    <a:pt x="11429" y="111759"/>
                  </a:lnTo>
                  <a:close/>
                </a:path>
                <a:path w="11429" h="279400">
                  <a:moveTo>
                    <a:pt x="11429" y="118109"/>
                  </a:moveTo>
                  <a:lnTo>
                    <a:pt x="0" y="118109"/>
                  </a:lnTo>
                  <a:lnTo>
                    <a:pt x="0" y="120649"/>
                  </a:lnTo>
                  <a:lnTo>
                    <a:pt x="11429" y="120649"/>
                  </a:lnTo>
                  <a:lnTo>
                    <a:pt x="11429" y="118109"/>
                  </a:lnTo>
                  <a:close/>
                </a:path>
                <a:path w="11429" h="279400">
                  <a:moveTo>
                    <a:pt x="11429" y="120650"/>
                  </a:moveTo>
                  <a:lnTo>
                    <a:pt x="0" y="120650"/>
                  </a:lnTo>
                  <a:lnTo>
                    <a:pt x="0" y="156209"/>
                  </a:lnTo>
                  <a:lnTo>
                    <a:pt x="11429" y="156209"/>
                  </a:lnTo>
                  <a:lnTo>
                    <a:pt x="11429" y="120650"/>
                  </a:lnTo>
                  <a:close/>
                </a:path>
                <a:path w="11429" h="279400">
                  <a:moveTo>
                    <a:pt x="11429" y="156209"/>
                  </a:moveTo>
                  <a:lnTo>
                    <a:pt x="0" y="156209"/>
                  </a:lnTo>
                  <a:lnTo>
                    <a:pt x="0" y="158749"/>
                  </a:lnTo>
                  <a:lnTo>
                    <a:pt x="11429" y="158749"/>
                  </a:lnTo>
                  <a:lnTo>
                    <a:pt x="11429" y="156209"/>
                  </a:lnTo>
                  <a:close/>
                </a:path>
                <a:path w="11429" h="279400">
                  <a:moveTo>
                    <a:pt x="11429" y="158750"/>
                  </a:moveTo>
                  <a:lnTo>
                    <a:pt x="0" y="158750"/>
                  </a:lnTo>
                  <a:lnTo>
                    <a:pt x="0" y="162559"/>
                  </a:lnTo>
                  <a:lnTo>
                    <a:pt x="11429" y="162559"/>
                  </a:lnTo>
                  <a:lnTo>
                    <a:pt x="11429" y="158750"/>
                  </a:lnTo>
                  <a:close/>
                </a:path>
                <a:path w="11429" h="279400">
                  <a:moveTo>
                    <a:pt x="11429" y="162559"/>
                  </a:moveTo>
                  <a:lnTo>
                    <a:pt x="0" y="162559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2559"/>
                  </a:lnTo>
                  <a:close/>
                </a:path>
                <a:path w="11429" h="279400">
                  <a:moveTo>
                    <a:pt x="11429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1429" y="171449"/>
                  </a:lnTo>
                  <a:lnTo>
                    <a:pt x="11429" y="168909"/>
                  </a:lnTo>
                  <a:close/>
                </a:path>
                <a:path w="11429" h="279400">
                  <a:moveTo>
                    <a:pt x="11429" y="171450"/>
                  </a:moveTo>
                  <a:lnTo>
                    <a:pt x="0" y="17145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71450"/>
                  </a:lnTo>
                  <a:close/>
                </a:path>
                <a:path w="11429" h="279400">
                  <a:moveTo>
                    <a:pt x="11429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5259"/>
                  </a:lnTo>
                  <a:close/>
                </a:path>
                <a:path w="11429" h="279400">
                  <a:moveTo>
                    <a:pt x="11429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7800"/>
                  </a:lnTo>
                  <a:close/>
                </a:path>
                <a:path w="11429" h="279400">
                  <a:moveTo>
                    <a:pt x="11429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1609"/>
                  </a:lnTo>
                  <a:close/>
                </a:path>
                <a:path w="11429" h="279400">
                  <a:moveTo>
                    <a:pt x="11429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4150"/>
                  </a:lnTo>
                  <a:close/>
                </a:path>
                <a:path w="11429" h="279400">
                  <a:moveTo>
                    <a:pt x="1142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7959"/>
                  </a:lnTo>
                  <a:close/>
                </a:path>
                <a:path w="11429" h="279400">
                  <a:moveTo>
                    <a:pt x="1142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0500"/>
                  </a:lnTo>
                  <a:close/>
                </a:path>
                <a:path w="11429" h="279400">
                  <a:moveTo>
                    <a:pt x="11429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4309"/>
                  </a:lnTo>
                  <a:close/>
                </a:path>
                <a:path w="11429" h="279400">
                  <a:moveTo>
                    <a:pt x="11429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6850"/>
                  </a:lnTo>
                  <a:close/>
                </a:path>
                <a:path w="11429" h="279400">
                  <a:moveTo>
                    <a:pt x="1142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200659"/>
                  </a:lnTo>
                  <a:close/>
                </a:path>
                <a:path w="11429" h="279400">
                  <a:moveTo>
                    <a:pt x="1142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3200"/>
                  </a:lnTo>
                  <a:close/>
                </a:path>
                <a:path w="11429" h="279400">
                  <a:moveTo>
                    <a:pt x="1142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7009"/>
                  </a:lnTo>
                  <a:close/>
                </a:path>
                <a:path w="11429" h="279400">
                  <a:moveTo>
                    <a:pt x="1142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09550"/>
                  </a:lnTo>
                  <a:close/>
                </a:path>
                <a:path w="11429" h="279400">
                  <a:moveTo>
                    <a:pt x="1142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3359"/>
                  </a:lnTo>
                  <a:close/>
                </a:path>
                <a:path w="11429" h="279400">
                  <a:moveTo>
                    <a:pt x="1142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5900"/>
                  </a:lnTo>
                  <a:close/>
                </a:path>
                <a:path w="11429" h="279400">
                  <a:moveTo>
                    <a:pt x="1142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9709"/>
                  </a:lnTo>
                  <a:close/>
                </a:path>
                <a:path w="11429" h="279400">
                  <a:moveTo>
                    <a:pt x="1142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2250"/>
                  </a:lnTo>
                  <a:close/>
                </a:path>
                <a:path w="11429" h="279400">
                  <a:moveTo>
                    <a:pt x="1142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6059"/>
                  </a:lnTo>
                  <a:close/>
                </a:path>
                <a:path w="11429" h="279400">
                  <a:moveTo>
                    <a:pt x="1142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8600"/>
                  </a:lnTo>
                  <a:close/>
                </a:path>
                <a:path w="11429" h="279400">
                  <a:moveTo>
                    <a:pt x="1142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2409"/>
                  </a:lnTo>
                  <a:close/>
                </a:path>
                <a:path w="11429" h="279400">
                  <a:moveTo>
                    <a:pt x="1142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4950"/>
                  </a:lnTo>
                  <a:close/>
                </a:path>
                <a:path w="11429" h="279400">
                  <a:moveTo>
                    <a:pt x="1142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8759"/>
                  </a:lnTo>
                  <a:close/>
                </a:path>
                <a:path w="11429" h="279400">
                  <a:moveTo>
                    <a:pt x="1142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1300"/>
                  </a:lnTo>
                  <a:close/>
                </a:path>
                <a:path w="11429" h="279400">
                  <a:moveTo>
                    <a:pt x="1142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5109"/>
                  </a:lnTo>
                  <a:close/>
                </a:path>
                <a:path w="11429" h="279400">
                  <a:moveTo>
                    <a:pt x="1142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7650"/>
                  </a:lnTo>
                  <a:close/>
                </a:path>
                <a:path w="11429" h="279400">
                  <a:moveTo>
                    <a:pt x="11429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1459"/>
                  </a:lnTo>
                  <a:close/>
                </a:path>
                <a:path w="11429" h="279400">
                  <a:moveTo>
                    <a:pt x="1142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4000"/>
                  </a:lnTo>
                  <a:close/>
                </a:path>
                <a:path w="11429" h="279400">
                  <a:moveTo>
                    <a:pt x="1142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7809"/>
                  </a:lnTo>
                  <a:close/>
                </a:path>
                <a:path w="11429" h="279400">
                  <a:moveTo>
                    <a:pt x="11429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0350"/>
                  </a:lnTo>
                  <a:close/>
                </a:path>
                <a:path w="11429" h="279400">
                  <a:moveTo>
                    <a:pt x="11429" y="264159"/>
                  </a:moveTo>
                  <a:lnTo>
                    <a:pt x="0" y="264159"/>
                  </a:lnTo>
                  <a:lnTo>
                    <a:pt x="0" y="266699"/>
                  </a:lnTo>
                  <a:lnTo>
                    <a:pt x="11429" y="266699"/>
                  </a:lnTo>
                  <a:lnTo>
                    <a:pt x="11429" y="264159"/>
                  </a:lnTo>
                  <a:close/>
                </a:path>
                <a:path w="11429" h="279400">
                  <a:moveTo>
                    <a:pt x="11429" y="266700"/>
                  </a:moveTo>
                  <a:lnTo>
                    <a:pt x="0" y="266700"/>
                  </a:lnTo>
                  <a:lnTo>
                    <a:pt x="0" y="270509"/>
                  </a:lnTo>
                  <a:lnTo>
                    <a:pt x="11429" y="270509"/>
                  </a:lnTo>
                  <a:lnTo>
                    <a:pt x="11429" y="266700"/>
                  </a:lnTo>
                  <a:close/>
                </a:path>
                <a:path w="11429" h="279400">
                  <a:moveTo>
                    <a:pt x="11429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1429" y="273049"/>
                  </a:lnTo>
                  <a:lnTo>
                    <a:pt x="11429" y="270509"/>
                  </a:lnTo>
                  <a:close/>
                </a:path>
                <a:path w="11429" h="279400">
                  <a:moveTo>
                    <a:pt x="11429" y="273050"/>
                  </a:moveTo>
                  <a:lnTo>
                    <a:pt x="0" y="273050"/>
                  </a:lnTo>
                  <a:lnTo>
                    <a:pt x="0" y="276859"/>
                  </a:lnTo>
                  <a:lnTo>
                    <a:pt x="11429" y="276859"/>
                  </a:lnTo>
                  <a:lnTo>
                    <a:pt x="11429" y="273050"/>
                  </a:lnTo>
                  <a:close/>
                </a:path>
                <a:path w="11429" h="279400">
                  <a:moveTo>
                    <a:pt x="11429" y="276859"/>
                  </a:moveTo>
                  <a:lnTo>
                    <a:pt x="0" y="276859"/>
                  </a:lnTo>
                  <a:lnTo>
                    <a:pt x="0" y="278129"/>
                  </a:lnTo>
                  <a:lnTo>
                    <a:pt x="10160" y="278129"/>
                  </a:lnTo>
                  <a:lnTo>
                    <a:pt x="10160" y="279399"/>
                  </a:lnTo>
                  <a:lnTo>
                    <a:pt x="11429" y="279399"/>
                  </a:lnTo>
                  <a:lnTo>
                    <a:pt x="11429" y="276859"/>
                  </a:lnTo>
                  <a:close/>
                </a:path>
              </a:pathLst>
            </a:custGeom>
            <a:solidFill>
              <a:srgbClr val="7979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67">
              <a:extLst>
                <a:ext uri="{FF2B5EF4-FFF2-40B4-BE49-F238E27FC236}">
                  <a16:creationId xmlns:a16="http://schemas.microsoft.com/office/drawing/2014/main" id="{FC5D048E-ED30-7329-843B-74FC72C8CB8E}"/>
                </a:ext>
              </a:extLst>
            </p:cNvPr>
            <p:cNvSpPr/>
            <p:nvPr/>
          </p:nvSpPr>
          <p:spPr>
            <a:xfrm>
              <a:off x="4407535" y="5596889"/>
              <a:ext cx="0" cy="281940"/>
            </a:xfrm>
            <a:custGeom>
              <a:avLst/>
              <a:gdLst/>
              <a:ahLst/>
              <a:cxnLst/>
              <a:rect l="l" t="t" r="r" b="b"/>
              <a:pathLst>
                <a:path h="281939">
                  <a:moveTo>
                    <a:pt x="0" y="0"/>
                  </a:moveTo>
                  <a:lnTo>
                    <a:pt x="0" y="281940"/>
                  </a:lnTo>
                </a:path>
              </a:pathLst>
            </a:custGeom>
            <a:ln w="11429">
              <a:solidFill>
                <a:srgbClr val="78789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68">
              <a:extLst>
                <a:ext uri="{FF2B5EF4-FFF2-40B4-BE49-F238E27FC236}">
                  <a16:creationId xmlns:a16="http://schemas.microsoft.com/office/drawing/2014/main" id="{D112974C-C412-18DB-6BF3-27BBDE27323E}"/>
                </a:ext>
              </a:extLst>
            </p:cNvPr>
            <p:cNvSpPr/>
            <p:nvPr/>
          </p:nvSpPr>
          <p:spPr>
            <a:xfrm>
              <a:off x="4418330" y="5595619"/>
              <a:ext cx="10160" cy="284480"/>
            </a:xfrm>
            <a:custGeom>
              <a:avLst/>
              <a:gdLst/>
              <a:ahLst/>
              <a:cxnLst/>
              <a:rect l="l" t="t" r="r" b="b"/>
              <a:pathLst>
                <a:path w="10160" h="284479">
                  <a:moveTo>
                    <a:pt x="10160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0"/>
                  </a:lnTo>
                  <a:close/>
                </a:path>
                <a:path w="10160" h="284479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284479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284479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284479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284479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284479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284479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284479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284479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284479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284479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284479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284479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284479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284479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284479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284479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284479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284479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284479">
                  <a:moveTo>
                    <a:pt x="1016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63499"/>
                  </a:lnTo>
                  <a:close/>
                </a:path>
                <a:path w="10160" h="284479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284479">
                  <a:moveTo>
                    <a:pt x="1016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9849"/>
                  </a:lnTo>
                  <a:close/>
                </a:path>
                <a:path w="10160" h="284479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284479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284479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284479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284479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284479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284479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284479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284479">
                  <a:moveTo>
                    <a:pt x="1016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7789"/>
                  </a:lnTo>
                  <a:close/>
                </a:path>
                <a:path w="10160" h="284479">
                  <a:moveTo>
                    <a:pt x="1016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101599"/>
                  </a:lnTo>
                  <a:close/>
                </a:path>
                <a:path w="10160" h="284479">
                  <a:moveTo>
                    <a:pt x="10160" y="104139"/>
                  </a:moveTo>
                  <a:lnTo>
                    <a:pt x="0" y="104139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104139"/>
                  </a:lnTo>
                  <a:close/>
                </a:path>
                <a:path w="10160" h="284479">
                  <a:moveTo>
                    <a:pt x="10160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10160" y="110489"/>
                  </a:lnTo>
                  <a:lnTo>
                    <a:pt x="10160" y="107949"/>
                  </a:lnTo>
                  <a:close/>
                </a:path>
                <a:path w="10160" h="284479">
                  <a:moveTo>
                    <a:pt x="10160" y="110489"/>
                  </a:moveTo>
                  <a:lnTo>
                    <a:pt x="0" y="110489"/>
                  </a:lnTo>
                  <a:lnTo>
                    <a:pt x="0" y="114299"/>
                  </a:lnTo>
                  <a:lnTo>
                    <a:pt x="10160" y="114299"/>
                  </a:lnTo>
                  <a:lnTo>
                    <a:pt x="10160" y="110489"/>
                  </a:lnTo>
                  <a:close/>
                </a:path>
                <a:path w="10160" h="284479">
                  <a:moveTo>
                    <a:pt x="10160" y="114299"/>
                  </a:moveTo>
                  <a:lnTo>
                    <a:pt x="0" y="114299"/>
                  </a:lnTo>
                  <a:lnTo>
                    <a:pt x="0" y="120649"/>
                  </a:lnTo>
                  <a:lnTo>
                    <a:pt x="10160" y="120649"/>
                  </a:lnTo>
                  <a:lnTo>
                    <a:pt x="10160" y="114299"/>
                  </a:lnTo>
                  <a:close/>
                </a:path>
                <a:path w="10160" h="284479">
                  <a:moveTo>
                    <a:pt x="10160" y="120649"/>
                  </a:moveTo>
                  <a:lnTo>
                    <a:pt x="0" y="120649"/>
                  </a:lnTo>
                  <a:lnTo>
                    <a:pt x="0" y="123189"/>
                  </a:lnTo>
                  <a:lnTo>
                    <a:pt x="10160" y="123189"/>
                  </a:lnTo>
                  <a:lnTo>
                    <a:pt x="10160" y="120649"/>
                  </a:lnTo>
                  <a:close/>
                </a:path>
                <a:path w="10160" h="284479">
                  <a:moveTo>
                    <a:pt x="10160" y="123189"/>
                  </a:moveTo>
                  <a:lnTo>
                    <a:pt x="0" y="123189"/>
                  </a:lnTo>
                  <a:lnTo>
                    <a:pt x="0" y="158749"/>
                  </a:lnTo>
                  <a:lnTo>
                    <a:pt x="10160" y="158749"/>
                  </a:lnTo>
                  <a:lnTo>
                    <a:pt x="10160" y="123189"/>
                  </a:lnTo>
                  <a:close/>
                </a:path>
                <a:path w="10160" h="284479">
                  <a:moveTo>
                    <a:pt x="10160" y="158749"/>
                  </a:moveTo>
                  <a:lnTo>
                    <a:pt x="0" y="158749"/>
                  </a:lnTo>
                  <a:lnTo>
                    <a:pt x="0" y="161289"/>
                  </a:lnTo>
                  <a:lnTo>
                    <a:pt x="10160" y="161289"/>
                  </a:lnTo>
                  <a:lnTo>
                    <a:pt x="10160" y="158749"/>
                  </a:lnTo>
                  <a:close/>
                </a:path>
                <a:path w="10160" h="284479">
                  <a:moveTo>
                    <a:pt x="10160" y="161289"/>
                  </a:moveTo>
                  <a:lnTo>
                    <a:pt x="0" y="16128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61289"/>
                  </a:lnTo>
                  <a:close/>
                </a:path>
                <a:path w="10160" h="284479">
                  <a:moveTo>
                    <a:pt x="10160" y="165099"/>
                  </a:moveTo>
                  <a:lnTo>
                    <a:pt x="0" y="16509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5099"/>
                  </a:lnTo>
                  <a:close/>
                </a:path>
                <a:path w="10160" h="284479">
                  <a:moveTo>
                    <a:pt x="1016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0160" y="173989"/>
                  </a:lnTo>
                  <a:lnTo>
                    <a:pt x="10160" y="171449"/>
                  </a:lnTo>
                  <a:close/>
                </a:path>
                <a:path w="10160" h="284479">
                  <a:moveTo>
                    <a:pt x="1016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3989"/>
                  </a:lnTo>
                  <a:close/>
                </a:path>
                <a:path w="10160" h="284479">
                  <a:moveTo>
                    <a:pt x="1016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0160" y="180339"/>
                  </a:lnTo>
                  <a:lnTo>
                    <a:pt x="10160" y="177799"/>
                  </a:lnTo>
                  <a:close/>
                </a:path>
                <a:path w="10160" h="284479">
                  <a:moveTo>
                    <a:pt x="1016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0339"/>
                  </a:lnTo>
                  <a:close/>
                </a:path>
                <a:path w="10160" h="284479">
                  <a:moveTo>
                    <a:pt x="1016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0160" y="186689"/>
                  </a:lnTo>
                  <a:lnTo>
                    <a:pt x="10160" y="184149"/>
                  </a:lnTo>
                  <a:close/>
                </a:path>
                <a:path w="10160" h="284479">
                  <a:moveTo>
                    <a:pt x="1016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6689"/>
                  </a:lnTo>
                  <a:close/>
                </a:path>
                <a:path w="10160" h="284479">
                  <a:moveTo>
                    <a:pt x="1016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0160" y="193039"/>
                  </a:lnTo>
                  <a:lnTo>
                    <a:pt x="10160" y="190499"/>
                  </a:lnTo>
                  <a:close/>
                </a:path>
                <a:path w="10160" h="284479">
                  <a:moveTo>
                    <a:pt x="1016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3039"/>
                  </a:lnTo>
                  <a:close/>
                </a:path>
                <a:path w="10160" h="284479">
                  <a:moveTo>
                    <a:pt x="1016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0160" y="199389"/>
                  </a:lnTo>
                  <a:lnTo>
                    <a:pt x="10160" y="196849"/>
                  </a:lnTo>
                  <a:close/>
                </a:path>
                <a:path w="10160" h="284479">
                  <a:moveTo>
                    <a:pt x="1016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199389"/>
                  </a:lnTo>
                  <a:close/>
                </a:path>
                <a:path w="10160" h="284479">
                  <a:moveTo>
                    <a:pt x="1016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0160" y="205739"/>
                  </a:lnTo>
                  <a:lnTo>
                    <a:pt x="10160" y="203199"/>
                  </a:lnTo>
                  <a:close/>
                </a:path>
                <a:path w="10160" h="284479">
                  <a:moveTo>
                    <a:pt x="1016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5739"/>
                  </a:lnTo>
                  <a:close/>
                </a:path>
                <a:path w="10160" h="284479">
                  <a:moveTo>
                    <a:pt x="1016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0160" y="212089"/>
                  </a:lnTo>
                  <a:lnTo>
                    <a:pt x="10160" y="209549"/>
                  </a:lnTo>
                  <a:close/>
                </a:path>
                <a:path w="10160" h="284479">
                  <a:moveTo>
                    <a:pt x="1016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2089"/>
                  </a:lnTo>
                  <a:close/>
                </a:path>
                <a:path w="10160" h="284479">
                  <a:moveTo>
                    <a:pt x="1016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0160" y="218439"/>
                  </a:lnTo>
                  <a:lnTo>
                    <a:pt x="10160" y="215899"/>
                  </a:lnTo>
                  <a:close/>
                </a:path>
                <a:path w="10160" h="284479">
                  <a:moveTo>
                    <a:pt x="1016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8439"/>
                  </a:lnTo>
                  <a:close/>
                </a:path>
                <a:path w="10160" h="284479">
                  <a:moveTo>
                    <a:pt x="1016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0160" y="224789"/>
                  </a:lnTo>
                  <a:lnTo>
                    <a:pt x="10160" y="222249"/>
                  </a:lnTo>
                  <a:close/>
                </a:path>
                <a:path w="10160" h="284479">
                  <a:moveTo>
                    <a:pt x="1016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4789"/>
                  </a:lnTo>
                  <a:close/>
                </a:path>
                <a:path w="10160" h="284479">
                  <a:moveTo>
                    <a:pt x="1016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0160" y="231139"/>
                  </a:lnTo>
                  <a:lnTo>
                    <a:pt x="10160" y="228599"/>
                  </a:lnTo>
                  <a:close/>
                </a:path>
                <a:path w="10160" h="284479">
                  <a:moveTo>
                    <a:pt x="1016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1139"/>
                  </a:lnTo>
                  <a:close/>
                </a:path>
                <a:path w="10160" h="284479">
                  <a:moveTo>
                    <a:pt x="1016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0160" y="237489"/>
                  </a:lnTo>
                  <a:lnTo>
                    <a:pt x="10160" y="234949"/>
                  </a:lnTo>
                  <a:close/>
                </a:path>
                <a:path w="10160" h="284479">
                  <a:moveTo>
                    <a:pt x="1016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7489"/>
                  </a:lnTo>
                  <a:close/>
                </a:path>
                <a:path w="10160" h="284479">
                  <a:moveTo>
                    <a:pt x="1016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0160" y="243839"/>
                  </a:lnTo>
                  <a:lnTo>
                    <a:pt x="10160" y="241299"/>
                  </a:lnTo>
                  <a:close/>
                </a:path>
                <a:path w="10160" h="284479">
                  <a:moveTo>
                    <a:pt x="1016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3839"/>
                  </a:lnTo>
                  <a:close/>
                </a:path>
                <a:path w="10160" h="284479">
                  <a:moveTo>
                    <a:pt x="1016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0160" y="250189"/>
                  </a:lnTo>
                  <a:lnTo>
                    <a:pt x="10160" y="247649"/>
                  </a:lnTo>
                  <a:close/>
                </a:path>
                <a:path w="10160" h="284479">
                  <a:moveTo>
                    <a:pt x="1016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0189"/>
                  </a:lnTo>
                  <a:close/>
                </a:path>
                <a:path w="10160" h="284479">
                  <a:moveTo>
                    <a:pt x="1016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0160" y="256539"/>
                  </a:lnTo>
                  <a:lnTo>
                    <a:pt x="10160" y="253999"/>
                  </a:lnTo>
                  <a:close/>
                </a:path>
                <a:path w="10160" h="284479">
                  <a:moveTo>
                    <a:pt x="10160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6539"/>
                  </a:lnTo>
                  <a:close/>
                </a:path>
                <a:path w="10160" h="284479">
                  <a:moveTo>
                    <a:pt x="10160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0160" y="262889"/>
                  </a:lnTo>
                  <a:lnTo>
                    <a:pt x="10160" y="260349"/>
                  </a:lnTo>
                  <a:close/>
                </a:path>
                <a:path w="10160" h="284479">
                  <a:moveTo>
                    <a:pt x="10160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0160" y="266699"/>
                  </a:lnTo>
                  <a:lnTo>
                    <a:pt x="10160" y="262889"/>
                  </a:lnTo>
                  <a:close/>
                </a:path>
                <a:path w="10160" h="284479">
                  <a:moveTo>
                    <a:pt x="10160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0160" y="269239"/>
                  </a:lnTo>
                  <a:lnTo>
                    <a:pt x="10160" y="266699"/>
                  </a:lnTo>
                  <a:close/>
                </a:path>
                <a:path w="10160" h="284479">
                  <a:moveTo>
                    <a:pt x="10160" y="269239"/>
                  </a:moveTo>
                  <a:lnTo>
                    <a:pt x="0" y="269239"/>
                  </a:lnTo>
                  <a:lnTo>
                    <a:pt x="0" y="273049"/>
                  </a:lnTo>
                  <a:lnTo>
                    <a:pt x="10160" y="273049"/>
                  </a:lnTo>
                  <a:lnTo>
                    <a:pt x="10160" y="269239"/>
                  </a:lnTo>
                  <a:close/>
                </a:path>
                <a:path w="10160" h="284479">
                  <a:moveTo>
                    <a:pt x="10160" y="273049"/>
                  </a:moveTo>
                  <a:lnTo>
                    <a:pt x="0" y="273049"/>
                  </a:lnTo>
                  <a:lnTo>
                    <a:pt x="0" y="275589"/>
                  </a:lnTo>
                  <a:lnTo>
                    <a:pt x="10160" y="275589"/>
                  </a:lnTo>
                  <a:lnTo>
                    <a:pt x="10160" y="273049"/>
                  </a:lnTo>
                  <a:close/>
                </a:path>
                <a:path w="10160" h="284479">
                  <a:moveTo>
                    <a:pt x="10160" y="275589"/>
                  </a:moveTo>
                  <a:lnTo>
                    <a:pt x="0" y="275589"/>
                  </a:lnTo>
                  <a:lnTo>
                    <a:pt x="0" y="279399"/>
                  </a:lnTo>
                  <a:lnTo>
                    <a:pt x="10160" y="279399"/>
                  </a:lnTo>
                  <a:lnTo>
                    <a:pt x="10160" y="275589"/>
                  </a:lnTo>
                  <a:close/>
                </a:path>
                <a:path w="10160" h="284479">
                  <a:moveTo>
                    <a:pt x="10160" y="279399"/>
                  </a:moveTo>
                  <a:lnTo>
                    <a:pt x="0" y="279399"/>
                  </a:lnTo>
                  <a:lnTo>
                    <a:pt x="0" y="281939"/>
                  </a:lnTo>
                  <a:lnTo>
                    <a:pt x="10160" y="281939"/>
                  </a:lnTo>
                  <a:lnTo>
                    <a:pt x="10160" y="279399"/>
                  </a:lnTo>
                  <a:close/>
                </a:path>
                <a:path w="10160" h="284479">
                  <a:moveTo>
                    <a:pt x="10160" y="281939"/>
                  </a:moveTo>
                  <a:lnTo>
                    <a:pt x="0" y="281939"/>
                  </a:lnTo>
                  <a:lnTo>
                    <a:pt x="0" y="283209"/>
                  </a:lnTo>
                  <a:lnTo>
                    <a:pt x="5080" y="283209"/>
                  </a:lnTo>
                  <a:lnTo>
                    <a:pt x="5080" y="284479"/>
                  </a:lnTo>
                  <a:lnTo>
                    <a:pt x="10160" y="284479"/>
                  </a:lnTo>
                  <a:lnTo>
                    <a:pt x="10160" y="281939"/>
                  </a:lnTo>
                  <a:close/>
                </a:path>
              </a:pathLst>
            </a:custGeom>
            <a:solidFill>
              <a:srgbClr val="7777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69">
              <a:extLst>
                <a:ext uri="{FF2B5EF4-FFF2-40B4-BE49-F238E27FC236}">
                  <a16:creationId xmlns:a16="http://schemas.microsoft.com/office/drawing/2014/main" id="{D326CD86-48AE-6EC5-7B31-6FF7B4E42516}"/>
                </a:ext>
              </a:extLst>
            </p:cNvPr>
            <p:cNvSpPr/>
            <p:nvPr/>
          </p:nvSpPr>
          <p:spPr>
            <a:xfrm>
              <a:off x="4434205" y="5594349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11430">
              <a:solidFill>
                <a:srgbClr val="76769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0">
              <a:extLst>
                <a:ext uri="{FF2B5EF4-FFF2-40B4-BE49-F238E27FC236}">
                  <a16:creationId xmlns:a16="http://schemas.microsoft.com/office/drawing/2014/main" id="{14BEF438-0D80-5D05-BF99-F8E43989348F}"/>
                </a:ext>
              </a:extLst>
            </p:cNvPr>
            <p:cNvSpPr/>
            <p:nvPr/>
          </p:nvSpPr>
          <p:spPr>
            <a:xfrm>
              <a:off x="4439920" y="5593079"/>
              <a:ext cx="10160" cy="288290"/>
            </a:xfrm>
            <a:custGeom>
              <a:avLst/>
              <a:gdLst/>
              <a:ahLst/>
              <a:cxnLst/>
              <a:rect l="l" t="t" r="r" b="b"/>
              <a:pathLst>
                <a:path w="10160" h="288289">
                  <a:moveTo>
                    <a:pt x="1015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59" y="2540"/>
                  </a:lnTo>
                  <a:lnTo>
                    <a:pt x="10159" y="0"/>
                  </a:lnTo>
                  <a:close/>
                </a:path>
                <a:path w="10160" h="288289">
                  <a:moveTo>
                    <a:pt x="1015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59" y="5080"/>
                  </a:lnTo>
                  <a:lnTo>
                    <a:pt x="10159" y="2540"/>
                  </a:lnTo>
                  <a:close/>
                </a:path>
                <a:path w="10160" h="288289">
                  <a:moveTo>
                    <a:pt x="1015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59" y="8890"/>
                  </a:lnTo>
                  <a:lnTo>
                    <a:pt x="10159" y="5080"/>
                  </a:lnTo>
                  <a:close/>
                </a:path>
                <a:path w="10160" h="288289">
                  <a:moveTo>
                    <a:pt x="1015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59" y="11430"/>
                  </a:lnTo>
                  <a:lnTo>
                    <a:pt x="10159" y="8890"/>
                  </a:lnTo>
                  <a:close/>
                </a:path>
                <a:path w="10160" h="288289">
                  <a:moveTo>
                    <a:pt x="1015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59" y="15240"/>
                  </a:lnTo>
                  <a:lnTo>
                    <a:pt x="10159" y="11430"/>
                  </a:lnTo>
                  <a:close/>
                </a:path>
                <a:path w="10160" h="288289">
                  <a:moveTo>
                    <a:pt x="1015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59" y="17780"/>
                  </a:lnTo>
                  <a:lnTo>
                    <a:pt x="10159" y="15240"/>
                  </a:lnTo>
                  <a:close/>
                </a:path>
                <a:path w="10160" h="288289">
                  <a:moveTo>
                    <a:pt x="1015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59" y="21590"/>
                  </a:lnTo>
                  <a:lnTo>
                    <a:pt x="10159" y="17780"/>
                  </a:lnTo>
                  <a:close/>
                </a:path>
                <a:path w="10160" h="288289">
                  <a:moveTo>
                    <a:pt x="1015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59" y="24130"/>
                  </a:lnTo>
                  <a:lnTo>
                    <a:pt x="10159" y="21590"/>
                  </a:lnTo>
                  <a:close/>
                </a:path>
                <a:path w="10160" h="288289">
                  <a:moveTo>
                    <a:pt x="1015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59" y="27940"/>
                  </a:lnTo>
                  <a:lnTo>
                    <a:pt x="10159" y="24130"/>
                  </a:lnTo>
                  <a:close/>
                </a:path>
                <a:path w="10160" h="288289">
                  <a:moveTo>
                    <a:pt x="1015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59" y="30480"/>
                  </a:lnTo>
                  <a:lnTo>
                    <a:pt x="10159" y="27940"/>
                  </a:lnTo>
                  <a:close/>
                </a:path>
                <a:path w="10160" h="288289">
                  <a:moveTo>
                    <a:pt x="1015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59" y="34290"/>
                  </a:lnTo>
                  <a:lnTo>
                    <a:pt x="10159" y="30480"/>
                  </a:lnTo>
                  <a:close/>
                </a:path>
                <a:path w="10160" h="288289">
                  <a:moveTo>
                    <a:pt x="1015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59" y="36830"/>
                  </a:lnTo>
                  <a:lnTo>
                    <a:pt x="10159" y="34290"/>
                  </a:lnTo>
                  <a:close/>
                </a:path>
                <a:path w="10160" h="288289">
                  <a:moveTo>
                    <a:pt x="1015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59" y="40640"/>
                  </a:lnTo>
                  <a:lnTo>
                    <a:pt x="10159" y="36830"/>
                  </a:lnTo>
                  <a:close/>
                </a:path>
                <a:path w="10160" h="288289">
                  <a:moveTo>
                    <a:pt x="1015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59" y="43180"/>
                  </a:lnTo>
                  <a:lnTo>
                    <a:pt x="10159" y="40640"/>
                  </a:lnTo>
                  <a:close/>
                </a:path>
                <a:path w="10160" h="288289">
                  <a:moveTo>
                    <a:pt x="1015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59" y="46990"/>
                  </a:lnTo>
                  <a:lnTo>
                    <a:pt x="10159" y="43180"/>
                  </a:lnTo>
                  <a:close/>
                </a:path>
                <a:path w="10160" h="288289">
                  <a:moveTo>
                    <a:pt x="1015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59" y="49530"/>
                  </a:lnTo>
                  <a:lnTo>
                    <a:pt x="10159" y="46990"/>
                  </a:lnTo>
                  <a:close/>
                </a:path>
                <a:path w="10160" h="288289">
                  <a:moveTo>
                    <a:pt x="1015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59" y="53340"/>
                  </a:lnTo>
                  <a:lnTo>
                    <a:pt x="10159" y="49530"/>
                  </a:lnTo>
                  <a:close/>
                </a:path>
                <a:path w="10160" h="288289">
                  <a:moveTo>
                    <a:pt x="1015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59" y="55880"/>
                  </a:lnTo>
                  <a:lnTo>
                    <a:pt x="10159" y="53340"/>
                  </a:lnTo>
                  <a:close/>
                </a:path>
                <a:path w="10160" h="288289">
                  <a:moveTo>
                    <a:pt x="1015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59" y="59690"/>
                  </a:lnTo>
                  <a:lnTo>
                    <a:pt x="10159" y="55880"/>
                  </a:lnTo>
                  <a:close/>
                </a:path>
                <a:path w="10160" h="288289">
                  <a:moveTo>
                    <a:pt x="1015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59" y="62230"/>
                  </a:lnTo>
                  <a:lnTo>
                    <a:pt x="10159" y="59690"/>
                  </a:lnTo>
                  <a:close/>
                </a:path>
                <a:path w="10160" h="288289">
                  <a:moveTo>
                    <a:pt x="1015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59" y="66040"/>
                  </a:lnTo>
                  <a:lnTo>
                    <a:pt x="10159" y="62230"/>
                  </a:lnTo>
                  <a:close/>
                </a:path>
                <a:path w="10160" h="288289">
                  <a:moveTo>
                    <a:pt x="10159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0159" y="68580"/>
                  </a:lnTo>
                  <a:lnTo>
                    <a:pt x="10159" y="66040"/>
                  </a:lnTo>
                  <a:close/>
                </a:path>
                <a:path w="10160" h="288289">
                  <a:moveTo>
                    <a:pt x="10159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59" y="72390"/>
                  </a:lnTo>
                  <a:lnTo>
                    <a:pt x="10159" y="68580"/>
                  </a:lnTo>
                  <a:close/>
                </a:path>
                <a:path w="10160" h="288289">
                  <a:moveTo>
                    <a:pt x="10159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0159" y="74930"/>
                  </a:lnTo>
                  <a:lnTo>
                    <a:pt x="10159" y="72390"/>
                  </a:lnTo>
                  <a:close/>
                </a:path>
                <a:path w="10160" h="288289">
                  <a:moveTo>
                    <a:pt x="1015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59" y="78740"/>
                  </a:lnTo>
                  <a:lnTo>
                    <a:pt x="10159" y="74930"/>
                  </a:lnTo>
                  <a:close/>
                </a:path>
                <a:path w="10160" h="288289">
                  <a:moveTo>
                    <a:pt x="10159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59" y="81280"/>
                  </a:lnTo>
                  <a:lnTo>
                    <a:pt x="10159" y="78740"/>
                  </a:lnTo>
                  <a:close/>
                </a:path>
                <a:path w="10160" h="288289">
                  <a:moveTo>
                    <a:pt x="10159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59" y="85090"/>
                  </a:lnTo>
                  <a:lnTo>
                    <a:pt x="10159" y="81280"/>
                  </a:lnTo>
                  <a:close/>
                </a:path>
                <a:path w="10160" h="288289">
                  <a:moveTo>
                    <a:pt x="10159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59" y="87630"/>
                  </a:lnTo>
                  <a:lnTo>
                    <a:pt x="10159" y="85090"/>
                  </a:lnTo>
                  <a:close/>
                </a:path>
                <a:path w="10160" h="288289">
                  <a:moveTo>
                    <a:pt x="10159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59" y="91440"/>
                  </a:lnTo>
                  <a:lnTo>
                    <a:pt x="10159" y="87630"/>
                  </a:lnTo>
                  <a:close/>
                </a:path>
                <a:path w="10160" h="288289">
                  <a:moveTo>
                    <a:pt x="10159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59" y="93980"/>
                  </a:lnTo>
                  <a:lnTo>
                    <a:pt x="10159" y="91440"/>
                  </a:lnTo>
                  <a:close/>
                </a:path>
                <a:path w="10160" h="288289">
                  <a:moveTo>
                    <a:pt x="1015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59" y="97790"/>
                  </a:lnTo>
                  <a:lnTo>
                    <a:pt x="10159" y="93980"/>
                  </a:lnTo>
                  <a:close/>
                </a:path>
                <a:path w="10160" h="288289">
                  <a:moveTo>
                    <a:pt x="1015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59" y="100330"/>
                  </a:lnTo>
                  <a:lnTo>
                    <a:pt x="10159" y="97790"/>
                  </a:lnTo>
                  <a:close/>
                </a:path>
                <a:path w="10160" h="288289">
                  <a:moveTo>
                    <a:pt x="1015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0159" y="104140"/>
                  </a:lnTo>
                  <a:lnTo>
                    <a:pt x="10159" y="100330"/>
                  </a:lnTo>
                  <a:close/>
                </a:path>
                <a:path w="10160" h="288289">
                  <a:moveTo>
                    <a:pt x="1015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0159" y="106680"/>
                  </a:lnTo>
                  <a:lnTo>
                    <a:pt x="10159" y="104140"/>
                  </a:lnTo>
                  <a:close/>
                </a:path>
                <a:path w="10160" h="288289">
                  <a:moveTo>
                    <a:pt x="10159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0159" y="110490"/>
                  </a:lnTo>
                  <a:lnTo>
                    <a:pt x="10159" y="106680"/>
                  </a:lnTo>
                  <a:close/>
                </a:path>
                <a:path w="10160" h="288289">
                  <a:moveTo>
                    <a:pt x="10159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0159" y="113030"/>
                  </a:lnTo>
                  <a:lnTo>
                    <a:pt x="10159" y="110490"/>
                  </a:lnTo>
                  <a:close/>
                </a:path>
                <a:path w="10160" h="288289">
                  <a:moveTo>
                    <a:pt x="10159" y="113030"/>
                  </a:moveTo>
                  <a:lnTo>
                    <a:pt x="0" y="113030"/>
                  </a:lnTo>
                  <a:lnTo>
                    <a:pt x="0" y="116840"/>
                  </a:lnTo>
                  <a:lnTo>
                    <a:pt x="10159" y="116840"/>
                  </a:lnTo>
                  <a:lnTo>
                    <a:pt x="10159" y="113030"/>
                  </a:lnTo>
                  <a:close/>
                </a:path>
                <a:path w="10160" h="288289">
                  <a:moveTo>
                    <a:pt x="10159" y="116840"/>
                  </a:moveTo>
                  <a:lnTo>
                    <a:pt x="0" y="116840"/>
                  </a:lnTo>
                  <a:lnTo>
                    <a:pt x="0" y="123190"/>
                  </a:lnTo>
                  <a:lnTo>
                    <a:pt x="10159" y="123190"/>
                  </a:lnTo>
                  <a:lnTo>
                    <a:pt x="10159" y="116840"/>
                  </a:lnTo>
                  <a:close/>
                </a:path>
                <a:path w="10160" h="288289">
                  <a:moveTo>
                    <a:pt x="10159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10159" y="125730"/>
                  </a:lnTo>
                  <a:lnTo>
                    <a:pt x="10159" y="123190"/>
                  </a:lnTo>
                  <a:close/>
                </a:path>
                <a:path w="10160" h="288289">
                  <a:moveTo>
                    <a:pt x="10159" y="125730"/>
                  </a:moveTo>
                  <a:lnTo>
                    <a:pt x="0" y="125730"/>
                  </a:lnTo>
                  <a:lnTo>
                    <a:pt x="0" y="161290"/>
                  </a:lnTo>
                  <a:lnTo>
                    <a:pt x="10159" y="161290"/>
                  </a:lnTo>
                  <a:lnTo>
                    <a:pt x="10159" y="125730"/>
                  </a:lnTo>
                  <a:close/>
                </a:path>
                <a:path w="10160" h="288289">
                  <a:moveTo>
                    <a:pt x="10159" y="161290"/>
                  </a:moveTo>
                  <a:lnTo>
                    <a:pt x="0" y="161290"/>
                  </a:lnTo>
                  <a:lnTo>
                    <a:pt x="0" y="163830"/>
                  </a:lnTo>
                  <a:lnTo>
                    <a:pt x="10159" y="163830"/>
                  </a:lnTo>
                  <a:lnTo>
                    <a:pt x="10159" y="161290"/>
                  </a:lnTo>
                  <a:close/>
                </a:path>
                <a:path w="10160" h="288289">
                  <a:moveTo>
                    <a:pt x="10159" y="163830"/>
                  </a:moveTo>
                  <a:lnTo>
                    <a:pt x="0" y="163830"/>
                  </a:lnTo>
                  <a:lnTo>
                    <a:pt x="0" y="167640"/>
                  </a:lnTo>
                  <a:lnTo>
                    <a:pt x="10159" y="167640"/>
                  </a:lnTo>
                  <a:lnTo>
                    <a:pt x="10159" y="163830"/>
                  </a:lnTo>
                  <a:close/>
                </a:path>
                <a:path w="10160" h="288289">
                  <a:moveTo>
                    <a:pt x="10159" y="167640"/>
                  </a:moveTo>
                  <a:lnTo>
                    <a:pt x="0" y="167640"/>
                  </a:lnTo>
                  <a:lnTo>
                    <a:pt x="0" y="173990"/>
                  </a:lnTo>
                  <a:lnTo>
                    <a:pt x="10159" y="173990"/>
                  </a:lnTo>
                  <a:lnTo>
                    <a:pt x="10159" y="167640"/>
                  </a:lnTo>
                  <a:close/>
                </a:path>
                <a:path w="10160" h="288289">
                  <a:moveTo>
                    <a:pt x="10159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0159" y="176530"/>
                  </a:lnTo>
                  <a:lnTo>
                    <a:pt x="10159" y="173990"/>
                  </a:lnTo>
                  <a:close/>
                </a:path>
                <a:path w="10160" h="288289">
                  <a:moveTo>
                    <a:pt x="10159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0159" y="180340"/>
                  </a:lnTo>
                  <a:lnTo>
                    <a:pt x="10159" y="176530"/>
                  </a:lnTo>
                  <a:close/>
                </a:path>
                <a:path w="10160" h="288289">
                  <a:moveTo>
                    <a:pt x="10159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0159" y="182880"/>
                  </a:lnTo>
                  <a:lnTo>
                    <a:pt x="10159" y="180340"/>
                  </a:lnTo>
                  <a:close/>
                </a:path>
                <a:path w="10160" h="288289">
                  <a:moveTo>
                    <a:pt x="10159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0159" y="186690"/>
                  </a:lnTo>
                  <a:lnTo>
                    <a:pt x="10159" y="182880"/>
                  </a:lnTo>
                  <a:close/>
                </a:path>
                <a:path w="10160" h="288289">
                  <a:moveTo>
                    <a:pt x="10159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0159" y="189230"/>
                  </a:lnTo>
                  <a:lnTo>
                    <a:pt x="10159" y="186690"/>
                  </a:lnTo>
                  <a:close/>
                </a:path>
                <a:path w="10160" h="288289">
                  <a:moveTo>
                    <a:pt x="10159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0159" y="193040"/>
                  </a:lnTo>
                  <a:lnTo>
                    <a:pt x="10159" y="189230"/>
                  </a:lnTo>
                  <a:close/>
                </a:path>
                <a:path w="10160" h="288289">
                  <a:moveTo>
                    <a:pt x="10159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0159" y="195580"/>
                  </a:lnTo>
                  <a:lnTo>
                    <a:pt x="10159" y="193040"/>
                  </a:lnTo>
                  <a:close/>
                </a:path>
                <a:path w="10160" h="288289">
                  <a:moveTo>
                    <a:pt x="10159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0159" y="199390"/>
                  </a:lnTo>
                  <a:lnTo>
                    <a:pt x="10159" y="195580"/>
                  </a:lnTo>
                  <a:close/>
                </a:path>
                <a:path w="10160" h="288289">
                  <a:moveTo>
                    <a:pt x="10159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0159" y="201930"/>
                  </a:lnTo>
                  <a:lnTo>
                    <a:pt x="10159" y="199390"/>
                  </a:lnTo>
                  <a:close/>
                </a:path>
                <a:path w="10160" h="288289">
                  <a:moveTo>
                    <a:pt x="10159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0159" y="205740"/>
                  </a:lnTo>
                  <a:lnTo>
                    <a:pt x="10159" y="201930"/>
                  </a:lnTo>
                  <a:close/>
                </a:path>
                <a:path w="10160" h="288289">
                  <a:moveTo>
                    <a:pt x="1015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0159" y="208280"/>
                  </a:lnTo>
                  <a:lnTo>
                    <a:pt x="10159" y="205740"/>
                  </a:lnTo>
                  <a:close/>
                </a:path>
                <a:path w="10160" h="288289">
                  <a:moveTo>
                    <a:pt x="1015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0159" y="212090"/>
                  </a:lnTo>
                  <a:lnTo>
                    <a:pt x="10159" y="208280"/>
                  </a:lnTo>
                  <a:close/>
                </a:path>
                <a:path w="10160" h="288289">
                  <a:moveTo>
                    <a:pt x="1015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0159" y="214630"/>
                  </a:lnTo>
                  <a:lnTo>
                    <a:pt x="10159" y="212090"/>
                  </a:lnTo>
                  <a:close/>
                </a:path>
                <a:path w="10160" h="288289">
                  <a:moveTo>
                    <a:pt x="1015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0159" y="218440"/>
                  </a:lnTo>
                  <a:lnTo>
                    <a:pt x="10159" y="214630"/>
                  </a:lnTo>
                  <a:close/>
                </a:path>
                <a:path w="10160" h="288289">
                  <a:moveTo>
                    <a:pt x="1015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0159" y="220980"/>
                  </a:lnTo>
                  <a:lnTo>
                    <a:pt x="10159" y="218440"/>
                  </a:lnTo>
                  <a:close/>
                </a:path>
                <a:path w="10160" h="288289">
                  <a:moveTo>
                    <a:pt x="1015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0159" y="224790"/>
                  </a:lnTo>
                  <a:lnTo>
                    <a:pt x="10159" y="220980"/>
                  </a:lnTo>
                  <a:close/>
                </a:path>
                <a:path w="10160" h="288289">
                  <a:moveTo>
                    <a:pt x="1015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0159" y="227330"/>
                  </a:lnTo>
                  <a:lnTo>
                    <a:pt x="10159" y="224790"/>
                  </a:lnTo>
                  <a:close/>
                </a:path>
                <a:path w="10160" h="288289">
                  <a:moveTo>
                    <a:pt x="1015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0159" y="231140"/>
                  </a:lnTo>
                  <a:lnTo>
                    <a:pt x="10159" y="227330"/>
                  </a:lnTo>
                  <a:close/>
                </a:path>
                <a:path w="10160" h="288289">
                  <a:moveTo>
                    <a:pt x="1015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0159" y="233680"/>
                  </a:lnTo>
                  <a:lnTo>
                    <a:pt x="10159" y="231140"/>
                  </a:lnTo>
                  <a:close/>
                </a:path>
                <a:path w="10160" h="288289">
                  <a:moveTo>
                    <a:pt x="1015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0159" y="237490"/>
                  </a:lnTo>
                  <a:lnTo>
                    <a:pt x="10159" y="233680"/>
                  </a:lnTo>
                  <a:close/>
                </a:path>
                <a:path w="10160" h="288289">
                  <a:moveTo>
                    <a:pt x="1015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0159" y="240030"/>
                  </a:lnTo>
                  <a:lnTo>
                    <a:pt x="10159" y="237490"/>
                  </a:lnTo>
                  <a:close/>
                </a:path>
                <a:path w="10160" h="288289">
                  <a:moveTo>
                    <a:pt x="1015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0159" y="243840"/>
                  </a:lnTo>
                  <a:lnTo>
                    <a:pt x="10159" y="240030"/>
                  </a:lnTo>
                  <a:close/>
                </a:path>
                <a:path w="10160" h="288289">
                  <a:moveTo>
                    <a:pt x="1015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0159" y="246380"/>
                  </a:lnTo>
                  <a:lnTo>
                    <a:pt x="10159" y="243840"/>
                  </a:lnTo>
                  <a:close/>
                </a:path>
                <a:path w="10160" h="288289">
                  <a:moveTo>
                    <a:pt x="1015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0159" y="250190"/>
                  </a:lnTo>
                  <a:lnTo>
                    <a:pt x="10159" y="246380"/>
                  </a:lnTo>
                  <a:close/>
                </a:path>
                <a:path w="10160" h="288289">
                  <a:moveTo>
                    <a:pt x="10159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0159" y="252730"/>
                  </a:lnTo>
                  <a:lnTo>
                    <a:pt x="10159" y="250190"/>
                  </a:lnTo>
                  <a:close/>
                </a:path>
                <a:path w="10160" h="288289">
                  <a:moveTo>
                    <a:pt x="10159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0159" y="256540"/>
                  </a:lnTo>
                  <a:lnTo>
                    <a:pt x="10159" y="252730"/>
                  </a:lnTo>
                  <a:close/>
                </a:path>
                <a:path w="10160" h="288289">
                  <a:moveTo>
                    <a:pt x="10159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0159" y="259080"/>
                  </a:lnTo>
                  <a:lnTo>
                    <a:pt x="10159" y="256540"/>
                  </a:lnTo>
                  <a:close/>
                </a:path>
                <a:path w="10160" h="288289">
                  <a:moveTo>
                    <a:pt x="10159" y="259080"/>
                  </a:moveTo>
                  <a:lnTo>
                    <a:pt x="0" y="259080"/>
                  </a:lnTo>
                  <a:lnTo>
                    <a:pt x="0" y="262890"/>
                  </a:lnTo>
                  <a:lnTo>
                    <a:pt x="10159" y="262890"/>
                  </a:lnTo>
                  <a:lnTo>
                    <a:pt x="10159" y="259080"/>
                  </a:lnTo>
                  <a:close/>
                </a:path>
                <a:path w="10160" h="288289">
                  <a:moveTo>
                    <a:pt x="10159" y="262890"/>
                  </a:moveTo>
                  <a:lnTo>
                    <a:pt x="0" y="262890"/>
                  </a:lnTo>
                  <a:lnTo>
                    <a:pt x="0" y="265430"/>
                  </a:lnTo>
                  <a:lnTo>
                    <a:pt x="10159" y="265430"/>
                  </a:lnTo>
                  <a:lnTo>
                    <a:pt x="10159" y="262890"/>
                  </a:lnTo>
                  <a:close/>
                </a:path>
                <a:path w="10160" h="288289">
                  <a:moveTo>
                    <a:pt x="10159" y="265430"/>
                  </a:moveTo>
                  <a:lnTo>
                    <a:pt x="0" y="265430"/>
                  </a:lnTo>
                  <a:lnTo>
                    <a:pt x="0" y="269240"/>
                  </a:lnTo>
                  <a:lnTo>
                    <a:pt x="10159" y="269240"/>
                  </a:lnTo>
                  <a:lnTo>
                    <a:pt x="10159" y="265430"/>
                  </a:lnTo>
                  <a:close/>
                </a:path>
                <a:path w="10160" h="288289">
                  <a:moveTo>
                    <a:pt x="10159" y="269240"/>
                  </a:moveTo>
                  <a:lnTo>
                    <a:pt x="0" y="269240"/>
                  </a:lnTo>
                  <a:lnTo>
                    <a:pt x="0" y="271780"/>
                  </a:lnTo>
                  <a:lnTo>
                    <a:pt x="10159" y="271780"/>
                  </a:lnTo>
                  <a:lnTo>
                    <a:pt x="10159" y="269240"/>
                  </a:lnTo>
                  <a:close/>
                </a:path>
                <a:path w="10160" h="288289">
                  <a:moveTo>
                    <a:pt x="10159" y="271780"/>
                  </a:moveTo>
                  <a:lnTo>
                    <a:pt x="0" y="271780"/>
                  </a:lnTo>
                  <a:lnTo>
                    <a:pt x="0" y="275590"/>
                  </a:lnTo>
                  <a:lnTo>
                    <a:pt x="10159" y="275590"/>
                  </a:lnTo>
                  <a:lnTo>
                    <a:pt x="10159" y="271780"/>
                  </a:lnTo>
                  <a:close/>
                </a:path>
                <a:path w="10160" h="288289">
                  <a:moveTo>
                    <a:pt x="10159" y="275590"/>
                  </a:moveTo>
                  <a:lnTo>
                    <a:pt x="0" y="275590"/>
                  </a:lnTo>
                  <a:lnTo>
                    <a:pt x="0" y="278130"/>
                  </a:lnTo>
                  <a:lnTo>
                    <a:pt x="10159" y="278130"/>
                  </a:lnTo>
                  <a:lnTo>
                    <a:pt x="10159" y="275590"/>
                  </a:lnTo>
                  <a:close/>
                </a:path>
                <a:path w="10160" h="288289">
                  <a:moveTo>
                    <a:pt x="10159" y="278130"/>
                  </a:moveTo>
                  <a:lnTo>
                    <a:pt x="0" y="278130"/>
                  </a:lnTo>
                  <a:lnTo>
                    <a:pt x="0" y="281940"/>
                  </a:lnTo>
                  <a:lnTo>
                    <a:pt x="10159" y="281940"/>
                  </a:lnTo>
                  <a:lnTo>
                    <a:pt x="10159" y="278130"/>
                  </a:lnTo>
                  <a:close/>
                </a:path>
                <a:path w="10160" h="288289">
                  <a:moveTo>
                    <a:pt x="10159" y="281940"/>
                  </a:moveTo>
                  <a:lnTo>
                    <a:pt x="0" y="281940"/>
                  </a:lnTo>
                  <a:lnTo>
                    <a:pt x="0" y="284480"/>
                  </a:lnTo>
                  <a:lnTo>
                    <a:pt x="10159" y="284480"/>
                  </a:lnTo>
                  <a:lnTo>
                    <a:pt x="10159" y="281940"/>
                  </a:lnTo>
                  <a:close/>
                </a:path>
                <a:path w="10160" h="288289">
                  <a:moveTo>
                    <a:pt x="10159" y="284480"/>
                  </a:moveTo>
                  <a:lnTo>
                    <a:pt x="0" y="284480"/>
                  </a:lnTo>
                  <a:lnTo>
                    <a:pt x="0" y="287020"/>
                  </a:lnTo>
                  <a:lnTo>
                    <a:pt x="2539" y="287020"/>
                  </a:lnTo>
                  <a:lnTo>
                    <a:pt x="2539" y="288290"/>
                  </a:lnTo>
                  <a:lnTo>
                    <a:pt x="10159" y="288290"/>
                  </a:lnTo>
                  <a:lnTo>
                    <a:pt x="10159" y="284480"/>
                  </a:lnTo>
                  <a:close/>
                </a:path>
              </a:pathLst>
            </a:custGeom>
            <a:solidFill>
              <a:srgbClr val="7575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1">
              <a:extLst>
                <a:ext uri="{FF2B5EF4-FFF2-40B4-BE49-F238E27FC236}">
                  <a16:creationId xmlns:a16="http://schemas.microsoft.com/office/drawing/2014/main" id="{8EE6A8F1-395D-6967-29C8-4C7EE2A25B7F}"/>
                </a:ext>
              </a:extLst>
            </p:cNvPr>
            <p:cNvSpPr/>
            <p:nvPr/>
          </p:nvSpPr>
          <p:spPr>
            <a:xfrm>
              <a:off x="4450080" y="5593079"/>
              <a:ext cx="11430" cy="262890"/>
            </a:xfrm>
            <a:custGeom>
              <a:avLst/>
              <a:gdLst/>
              <a:ahLst/>
              <a:cxnLst/>
              <a:rect l="l" t="t" r="r" b="b"/>
              <a:pathLst>
                <a:path w="11429" h="262889">
                  <a:moveTo>
                    <a:pt x="1143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1430" y="262890"/>
                  </a:lnTo>
                  <a:lnTo>
                    <a:pt x="11430" y="259092"/>
                  </a:lnTo>
                  <a:close/>
                </a:path>
                <a:path w="11429" h="262889">
                  <a:moveTo>
                    <a:pt x="1143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6552"/>
                  </a:lnTo>
                  <a:close/>
                </a:path>
                <a:path w="11429" h="262889">
                  <a:moveTo>
                    <a:pt x="1143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1430" y="256540"/>
                  </a:lnTo>
                  <a:lnTo>
                    <a:pt x="11430" y="252742"/>
                  </a:lnTo>
                  <a:close/>
                </a:path>
                <a:path w="11429" h="262889">
                  <a:moveTo>
                    <a:pt x="1143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50202"/>
                  </a:lnTo>
                  <a:close/>
                </a:path>
                <a:path w="11429" h="262889">
                  <a:moveTo>
                    <a:pt x="1143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1430" y="250190"/>
                  </a:lnTo>
                  <a:lnTo>
                    <a:pt x="11430" y="246392"/>
                  </a:lnTo>
                  <a:close/>
                </a:path>
                <a:path w="11429" h="262889">
                  <a:moveTo>
                    <a:pt x="1143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3852"/>
                  </a:lnTo>
                  <a:close/>
                </a:path>
                <a:path w="11429" h="262889">
                  <a:moveTo>
                    <a:pt x="1143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1430" y="243840"/>
                  </a:lnTo>
                  <a:lnTo>
                    <a:pt x="11430" y="240042"/>
                  </a:lnTo>
                  <a:close/>
                </a:path>
                <a:path w="11429" h="262889">
                  <a:moveTo>
                    <a:pt x="1143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7502"/>
                  </a:lnTo>
                  <a:close/>
                </a:path>
                <a:path w="11429" h="262889">
                  <a:moveTo>
                    <a:pt x="1143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1430" y="237490"/>
                  </a:lnTo>
                  <a:lnTo>
                    <a:pt x="11430" y="233692"/>
                  </a:lnTo>
                  <a:close/>
                </a:path>
                <a:path w="11429" h="262889">
                  <a:moveTo>
                    <a:pt x="1143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31152"/>
                  </a:lnTo>
                  <a:close/>
                </a:path>
                <a:path w="11429" h="262889">
                  <a:moveTo>
                    <a:pt x="1143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1430" y="231140"/>
                  </a:lnTo>
                  <a:lnTo>
                    <a:pt x="11430" y="227342"/>
                  </a:lnTo>
                  <a:close/>
                </a:path>
                <a:path w="11429" h="262889">
                  <a:moveTo>
                    <a:pt x="1143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4802"/>
                  </a:lnTo>
                  <a:close/>
                </a:path>
                <a:path w="11429" h="262889">
                  <a:moveTo>
                    <a:pt x="1143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1430" y="224790"/>
                  </a:lnTo>
                  <a:lnTo>
                    <a:pt x="11430" y="220992"/>
                  </a:lnTo>
                  <a:close/>
                </a:path>
                <a:path w="11429" h="262889">
                  <a:moveTo>
                    <a:pt x="1143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8452"/>
                  </a:lnTo>
                  <a:close/>
                </a:path>
                <a:path w="11429" h="262889">
                  <a:moveTo>
                    <a:pt x="1143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1430" y="218440"/>
                  </a:lnTo>
                  <a:lnTo>
                    <a:pt x="11430" y="214642"/>
                  </a:lnTo>
                  <a:close/>
                </a:path>
                <a:path w="11429" h="262889">
                  <a:moveTo>
                    <a:pt x="1143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2102"/>
                  </a:lnTo>
                  <a:close/>
                </a:path>
                <a:path w="11429" h="262889">
                  <a:moveTo>
                    <a:pt x="1143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1430" y="212090"/>
                  </a:lnTo>
                  <a:lnTo>
                    <a:pt x="11430" y="208292"/>
                  </a:lnTo>
                  <a:close/>
                </a:path>
                <a:path w="11429" h="262889">
                  <a:moveTo>
                    <a:pt x="1143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5752"/>
                  </a:lnTo>
                  <a:close/>
                </a:path>
                <a:path w="11429" h="262889">
                  <a:moveTo>
                    <a:pt x="1143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1430" y="205740"/>
                  </a:lnTo>
                  <a:lnTo>
                    <a:pt x="11430" y="201942"/>
                  </a:lnTo>
                  <a:close/>
                </a:path>
                <a:path w="11429" h="262889">
                  <a:moveTo>
                    <a:pt x="1143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9402"/>
                  </a:lnTo>
                  <a:close/>
                </a:path>
                <a:path w="11429" h="262889">
                  <a:moveTo>
                    <a:pt x="1143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1430" y="199390"/>
                  </a:lnTo>
                  <a:lnTo>
                    <a:pt x="11430" y="195592"/>
                  </a:lnTo>
                  <a:close/>
                </a:path>
                <a:path w="11429" h="262889">
                  <a:moveTo>
                    <a:pt x="1143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3052"/>
                  </a:lnTo>
                  <a:close/>
                </a:path>
                <a:path w="11429" h="262889">
                  <a:moveTo>
                    <a:pt x="1143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1430" y="193040"/>
                  </a:lnTo>
                  <a:lnTo>
                    <a:pt x="11430" y="189242"/>
                  </a:lnTo>
                  <a:close/>
                </a:path>
                <a:path w="11429" h="262889">
                  <a:moveTo>
                    <a:pt x="1143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6702"/>
                  </a:lnTo>
                  <a:close/>
                </a:path>
                <a:path w="11429" h="262889">
                  <a:moveTo>
                    <a:pt x="1143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1430" y="186690"/>
                  </a:lnTo>
                  <a:lnTo>
                    <a:pt x="11430" y="182892"/>
                  </a:lnTo>
                  <a:close/>
                </a:path>
                <a:path w="11429" h="262889">
                  <a:moveTo>
                    <a:pt x="1143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80352"/>
                  </a:lnTo>
                  <a:close/>
                </a:path>
                <a:path w="11429" h="262889">
                  <a:moveTo>
                    <a:pt x="1143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1430" y="180340"/>
                  </a:lnTo>
                  <a:lnTo>
                    <a:pt x="11430" y="176542"/>
                  </a:lnTo>
                  <a:close/>
                </a:path>
                <a:path w="11429" h="262889">
                  <a:moveTo>
                    <a:pt x="1143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4002"/>
                  </a:lnTo>
                  <a:close/>
                </a:path>
                <a:path w="11429" h="262889">
                  <a:moveTo>
                    <a:pt x="1143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11430" y="173990"/>
                  </a:lnTo>
                  <a:lnTo>
                    <a:pt x="11430" y="167652"/>
                  </a:lnTo>
                  <a:close/>
                </a:path>
                <a:path w="11429" h="262889">
                  <a:moveTo>
                    <a:pt x="11430" y="163842"/>
                  </a:moveTo>
                  <a:lnTo>
                    <a:pt x="0" y="163842"/>
                  </a:lnTo>
                  <a:lnTo>
                    <a:pt x="0" y="167640"/>
                  </a:lnTo>
                  <a:lnTo>
                    <a:pt x="11430" y="167640"/>
                  </a:lnTo>
                  <a:lnTo>
                    <a:pt x="11430" y="163842"/>
                  </a:lnTo>
                  <a:close/>
                </a:path>
                <a:path w="11429" h="262889">
                  <a:moveTo>
                    <a:pt x="11430" y="161302"/>
                  </a:moveTo>
                  <a:lnTo>
                    <a:pt x="0" y="161302"/>
                  </a:lnTo>
                  <a:lnTo>
                    <a:pt x="0" y="163830"/>
                  </a:lnTo>
                  <a:lnTo>
                    <a:pt x="11430" y="163830"/>
                  </a:lnTo>
                  <a:lnTo>
                    <a:pt x="11430" y="161302"/>
                  </a:lnTo>
                  <a:close/>
                </a:path>
                <a:path w="11429" h="262889">
                  <a:moveTo>
                    <a:pt x="11430" y="125742"/>
                  </a:moveTo>
                  <a:lnTo>
                    <a:pt x="0" y="125742"/>
                  </a:lnTo>
                  <a:lnTo>
                    <a:pt x="0" y="161290"/>
                  </a:lnTo>
                  <a:lnTo>
                    <a:pt x="11430" y="161290"/>
                  </a:lnTo>
                  <a:lnTo>
                    <a:pt x="11430" y="125742"/>
                  </a:lnTo>
                  <a:close/>
                </a:path>
                <a:path w="11429" h="262889">
                  <a:moveTo>
                    <a:pt x="1143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11430" y="125730"/>
                  </a:lnTo>
                  <a:lnTo>
                    <a:pt x="11430" y="123202"/>
                  </a:lnTo>
                  <a:close/>
                </a:path>
                <a:path w="11429" h="262889">
                  <a:moveTo>
                    <a:pt x="1143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11430" y="123190"/>
                  </a:lnTo>
                  <a:lnTo>
                    <a:pt x="11430" y="116852"/>
                  </a:lnTo>
                  <a:close/>
                </a:path>
                <a:path w="11429" h="262889">
                  <a:moveTo>
                    <a:pt x="11430" y="113042"/>
                  </a:moveTo>
                  <a:lnTo>
                    <a:pt x="0" y="113042"/>
                  </a:lnTo>
                  <a:lnTo>
                    <a:pt x="0" y="116840"/>
                  </a:lnTo>
                  <a:lnTo>
                    <a:pt x="11430" y="116840"/>
                  </a:lnTo>
                  <a:lnTo>
                    <a:pt x="11430" y="113042"/>
                  </a:lnTo>
                  <a:close/>
                </a:path>
                <a:path w="11429" h="262889">
                  <a:moveTo>
                    <a:pt x="1143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10502"/>
                  </a:lnTo>
                  <a:close/>
                </a:path>
                <a:path w="11429" h="262889">
                  <a:moveTo>
                    <a:pt x="1143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1430" y="110490"/>
                  </a:lnTo>
                  <a:lnTo>
                    <a:pt x="11430" y="106692"/>
                  </a:lnTo>
                  <a:close/>
                </a:path>
                <a:path w="11429" h="262889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262889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262889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262889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262889">
                  <a:moveTo>
                    <a:pt x="1143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1452"/>
                  </a:lnTo>
                  <a:close/>
                </a:path>
                <a:path w="11429" h="262889">
                  <a:moveTo>
                    <a:pt x="1143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1430" y="91440"/>
                  </a:lnTo>
                  <a:lnTo>
                    <a:pt x="11430" y="87642"/>
                  </a:lnTo>
                  <a:close/>
                </a:path>
                <a:path w="11429" h="262889">
                  <a:moveTo>
                    <a:pt x="1143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5102"/>
                  </a:lnTo>
                  <a:close/>
                </a:path>
                <a:path w="11429" h="262889">
                  <a:moveTo>
                    <a:pt x="1143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1430" y="85090"/>
                  </a:lnTo>
                  <a:lnTo>
                    <a:pt x="11430" y="81292"/>
                  </a:lnTo>
                  <a:close/>
                </a:path>
                <a:path w="11429" h="262889">
                  <a:moveTo>
                    <a:pt x="1143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8752"/>
                  </a:lnTo>
                  <a:close/>
                </a:path>
                <a:path w="11429" h="262889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262889">
                  <a:moveTo>
                    <a:pt x="1143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2402"/>
                  </a:lnTo>
                  <a:close/>
                </a:path>
                <a:path w="11429" h="262889">
                  <a:moveTo>
                    <a:pt x="1143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1430" y="72390"/>
                  </a:lnTo>
                  <a:lnTo>
                    <a:pt x="11430" y="68592"/>
                  </a:lnTo>
                  <a:close/>
                </a:path>
                <a:path w="11429" h="262889">
                  <a:moveTo>
                    <a:pt x="1143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52"/>
                  </a:lnTo>
                  <a:close/>
                </a:path>
                <a:path w="11429" h="262889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262889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262889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262889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262889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262889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262889">
                  <a:moveTo>
                    <a:pt x="1143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3192"/>
                  </a:lnTo>
                  <a:close/>
                </a:path>
                <a:path w="11429" h="262889">
                  <a:moveTo>
                    <a:pt x="1143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52"/>
                  </a:lnTo>
                  <a:close/>
                </a:path>
                <a:path w="11429" h="262889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262889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262889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262889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262889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262889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262889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262889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262889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262889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262889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262889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262889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47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2">
              <a:extLst>
                <a:ext uri="{FF2B5EF4-FFF2-40B4-BE49-F238E27FC236}">
                  <a16:creationId xmlns:a16="http://schemas.microsoft.com/office/drawing/2014/main" id="{EBE92930-9CE0-084C-BE38-9A255C8F1338}"/>
                </a:ext>
              </a:extLst>
            </p:cNvPr>
            <p:cNvSpPr/>
            <p:nvPr/>
          </p:nvSpPr>
          <p:spPr>
            <a:xfrm>
              <a:off x="4450080" y="5852172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29" h="2921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921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921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921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921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921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921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921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921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47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3">
              <a:extLst>
                <a:ext uri="{FF2B5EF4-FFF2-40B4-BE49-F238E27FC236}">
                  <a16:creationId xmlns:a16="http://schemas.microsoft.com/office/drawing/2014/main" id="{FA183FBB-5A22-3C3F-671D-037F6BBE6B87}"/>
                </a:ext>
              </a:extLst>
            </p:cNvPr>
            <p:cNvSpPr/>
            <p:nvPr/>
          </p:nvSpPr>
          <p:spPr>
            <a:xfrm>
              <a:off x="4461510" y="5593079"/>
              <a:ext cx="11430" cy="262890"/>
            </a:xfrm>
            <a:custGeom>
              <a:avLst/>
              <a:gdLst/>
              <a:ahLst/>
              <a:cxnLst/>
              <a:rect l="l" t="t" r="r" b="b"/>
              <a:pathLst>
                <a:path w="11429" h="262889">
                  <a:moveTo>
                    <a:pt x="1143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1430" y="262890"/>
                  </a:lnTo>
                  <a:lnTo>
                    <a:pt x="11430" y="259092"/>
                  </a:lnTo>
                  <a:close/>
                </a:path>
                <a:path w="11429" h="262889">
                  <a:moveTo>
                    <a:pt x="1143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6552"/>
                  </a:lnTo>
                  <a:close/>
                </a:path>
                <a:path w="11429" h="262889">
                  <a:moveTo>
                    <a:pt x="1143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1430" y="256540"/>
                  </a:lnTo>
                  <a:lnTo>
                    <a:pt x="11430" y="252742"/>
                  </a:lnTo>
                  <a:close/>
                </a:path>
                <a:path w="11429" h="262889">
                  <a:moveTo>
                    <a:pt x="1143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50202"/>
                  </a:lnTo>
                  <a:close/>
                </a:path>
                <a:path w="11429" h="262889">
                  <a:moveTo>
                    <a:pt x="1143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1430" y="250190"/>
                  </a:lnTo>
                  <a:lnTo>
                    <a:pt x="11430" y="246392"/>
                  </a:lnTo>
                  <a:close/>
                </a:path>
                <a:path w="11429" h="262889">
                  <a:moveTo>
                    <a:pt x="1143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3852"/>
                  </a:lnTo>
                  <a:close/>
                </a:path>
                <a:path w="11429" h="262889">
                  <a:moveTo>
                    <a:pt x="1143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1430" y="243840"/>
                  </a:lnTo>
                  <a:lnTo>
                    <a:pt x="11430" y="240042"/>
                  </a:lnTo>
                  <a:close/>
                </a:path>
                <a:path w="11429" h="262889">
                  <a:moveTo>
                    <a:pt x="1143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7502"/>
                  </a:lnTo>
                  <a:close/>
                </a:path>
                <a:path w="11429" h="262889">
                  <a:moveTo>
                    <a:pt x="1143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1430" y="237490"/>
                  </a:lnTo>
                  <a:lnTo>
                    <a:pt x="11430" y="233692"/>
                  </a:lnTo>
                  <a:close/>
                </a:path>
                <a:path w="11429" h="262889">
                  <a:moveTo>
                    <a:pt x="1143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31152"/>
                  </a:lnTo>
                  <a:close/>
                </a:path>
                <a:path w="11429" h="262889">
                  <a:moveTo>
                    <a:pt x="1143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1430" y="231140"/>
                  </a:lnTo>
                  <a:lnTo>
                    <a:pt x="11430" y="227342"/>
                  </a:lnTo>
                  <a:close/>
                </a:path>
                <a:path w="11429" h="262889">
                  <a:moveTo>
                    <a:pt x="1143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4802"/>
                  </a:lnTo>
                  <a:close/>
                </a:path>
                <a:path w="11429" h="262889">
                  <a:moveTo>
                    <a:pt x="1143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1430" y="224790"/>
                  </a:lnTo>
                  <a:lnTo>
                    <a:pt x="11430" y="220992"/>
                  </a:lnTo>
                  <a:close/>
                </a:path>
                <a:path w="11429" h="262889">
                  <a:moveTo>
                    <a:pt x="1143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8452"/>
                  </a:lnTo>
                  <a:close/>
                </a:path>
                <a:path w="11429" h="262889">
                  <a:moveTo>
                    <a:pt x="1143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1430" y="218440"/>
                  </a:lnTo>
                  <a:lnTo>
                    <a:pt x="11430" y="214642"/>
                  </a:lnTo>
                  <a:close/>
                </a:path>
                <a:path w="11429" h="262889">
                  <a:moveTo>
                    <a:pt x="1143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2102"/>
                  </a:lnTo>
                  <a:close/>
                </a:path>
                <a:path w="11429" h="262889">
                  <a:moveTo>
                    <a:pt x="1143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1430" y="212090"/>
                  </a:lnTo>
                  <a:lnTo>
                    <a:pt x="11430" y="208292"/>
                  </a:lnTo>
                  <a:close/>
                </a:path>
                <a:path w="11429" h="262889">
                  <a:moveTo>
                    <a:pt x="1143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5752"/>
                  </a:lnTo>
                  <a:close/>
                </a:path>
                <a:path w="11429" h="262889">
                  <a:moveTo>
                    <a:pt x="1143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1430" y="205740"/>
                  </a:lnTo>
                  <a:lnTo>
                    <a:pt x="11430" y="201942"/>
                  </a:lnTo>
                  <a:close/>
                </a:path>
                <a:path w="11429" h="262889">
                  <a:moveTo>
                    <a:pt x="1143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9402"/>
                  </a:lnTo>
                  <a:close/>
                </a:path>
                <a:path w="11429" h="262889">
                  <a:moveTo>
                    <a:pt x="1143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1430" y="199390"/>
                  </a:lnTo>
                  <a:lnTo>
                    <a:pt x="11430" y="195592"/>
                  </a:lnTo>
                  <a:close/>
                </a:path>
                <a:path w="11429" h="262889">
                  <a:moveTo>
                    <a:pt x="1143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3052"/>
                  </a:lnTo>
                  <a:close/>
                </a:path>
                <a:path w="11429" h="262889">
                  <a:moveTo>
                    <a:pt x="1143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1430" y="193040"/>
                  </a:lnTo>
                  <a:lnTo>
                    <a:pt x="11430" y="189242"/>
                  </a:lnTo>
                  <a:close/>
                </a:path>
                <a:path w="11429" h="262889">
                  <a:moveTo>
                    <a:pt x="1143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6702"/>
                  </a:lnTo>
                  <a:close/>
                </a:path>
                <a:path w="11429" h="262889">
                  <a:moveTo>
                    <a:pt x="1143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1430" y="186690"/>
                  </a:lnTo>
                  <a:lnTo>
                    <a:pt x="11430" y="182892"/>
                  </a:lnTo>
                  <a:close/>
                </a:path>
                <a:path w="11429" h="262889">
                  <a:moveTo>
                    <a:pt x="1143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80352"/>
                  </a:lnTo>
                  <a:close/>
                </a:path>
                <a:path w="11429" h="262889">
                  <a:moveTo>
                    <a:pt x="1143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1430" y="180340"/>
                  </a:lnTo>
                  <a:lnTo>
                    <a:pt x="11430" y="176542"/>
                  </a:lnTo>
                  <a:close/>
                </a:path>
                <a:path w="11429" h="262889">
                  <a:moveTo>
                    <a:pt x="1143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4002"/>
                  </a:lnTo>
                  <a:close/>
                </a:path>
                <a:path w="11429" h="262889">
                  <a:moveTo>
                    <a:pt x="1143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11430" y="173990"/>
                  </a:lnTo>
                  <a:lnTo>
                    <a:pt x="11430" y="167652"/>
                  </a:lnTo>
                  <a:close/>
                </a:path>
                <a:path w="11429" h="262889">
                  <a:moveTo>
                    <a:pt x="11430" y="163842"/>
                  </a:moveTo>
                  <a:lnTo>
                    <a:pt x="0" y="163842"/>
                  </a:lnTo>
                  <a:lnTo>
                    <a:pt x="0" y="167640"/>
                  </a:lnTo>
                  <a:lnTo>
                    <a:pt x="11430" y="167640"/>
                  </a:lnTo>
                  <a:lnTo>
                    <a:pt x="11430" y="163842"/>
                  </a:lnTo>
                  <a:close/>
                </a:path>
                <a:path w="11429" h="262889">
                  <a:moveTo>
                    <a:pt x="11430" y="161302"/>
                  </a:moveTo>
                  <a:lnTo>
                    <a:pt x="0" y="161302"/>
                  </a:lnTo>
                  <a:lnTo>
                    <a:pt x="0" y="163830"/>
                  </a:lnTo>
                  <a:lnTo>
                    <a:pt x="11430" y="163830"/>
                  </a:lnTo>
                  <a:lnTo>
                    <a:pt x="11430" y="161302"/>
                  </a:lnTo>
                  <a:close/>
                </a:path>
                <a:path w="11429" h="262889">
                  <a:moveTo>
                    <a:pt x="11430" y="125742"/>
                  </a:moveTo>
                  <a:lnTo>
                    <a:pt x="0" y="125742"/>
                  </a:lnTo>
                  <a:lnTo>
                    <a:pt x="0" y="161290"/>
                  </a:lnTo>
                  <a:lnTo>
                    <a:pt x="11430" y="161290"/>
                  </a:lnTo>
                  <a:lnTo>
                    <a:pt x="11430" y="125742"/>
                  </a:lnTo>
                  <a:close/>
                </a:path>
                <a:path w="11429" h="262889">
                  <a:moveTo>
                    <a:pt x="1143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11430" y="125730"/>
                  </a:lnTo>
                  <a:lnTo>
                    <a:pt x="11430" y="123202"/>
                  </a:lnTo>
                  <a:close/>
                </a:path>
                <a:path w="11429" h="262889">
                  <a:moveTo>
                    <a:pt x="1143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11430" y="123190"/>
                  </a:lnTo>
                  <a:lnTo>
                    <a:pt x="11430" y="116852"/>
                  </a:lnTo>
                  <a:close/>
                </a:path>
                <a:path w="11429" h="262889">
                  <a:moveTo>
                    <a:pt x="11430" y="113042"/>
                  </a:moveTo>
                  <a:lnTo>
                    <a:pt x="0" y="113042"/>
                  </a:lnTo>
                  <a:lnTo>
                    <a:pt x="0" y="116840"/>
                  </a:lnTo>
                  <a:lnTo>
                    <a:pt x="11430" y="116840"/>
                  </a:lnTo>
                  <a:lnTo>
                    <a:pt x="11430" y="113042"/>
                  </a:lnTo>
                  <a:close/>
                </a:path>
                <a:path w="11429" h="262889">
                  <a:moveTo>
                    <a:pt x="1143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10502"/>
                  </a:lnTo>
                  <a:close/>
                </a:path>
                <a:path w="11429" h="262889">
                  <a:moveTo>
                    <a:pt x="1143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1430" y="110490"/>
                  </a:lnTo>
                  <a:lnTo>
                    <a:pt x="11430" y="106692"/>
                  </a:lnTo>
                  <a:close/>
                </a:path>
                <a:path w="11429" h="262889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262889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262889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262889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262889">
                  <a:moveTo>
                    <a:pt x="1143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1452"/>
                  </a:lnTo>
                  <a:close/>
                </a:path>
                <a:path w="11429" h="262889">
                  <a:moveTo>
                    <a:pt x="1143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1430" y="91440"/>
                  </a:lnTo>
                  <a:lnTo>
                    <a:pt x="11430" y="87642"/>
                  </a:lnTo>
                  <a:close/>
                </a:path>
                <a:path w="11429" h="262889">
                  <a:moveTo>
                    <a:pt x="1143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5102"/>
                  </a:lnTo>
                  <a:close/>
                </a:path>
                <a:path w="11429" h="262889">
                  <a:moveTo>
                    <a:pt x="1143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1430" y="85090"/>
                  </a:lnTo>
                  <a:lnTo>
                    <a:pt x="11430" y="81292"/>
                  </a:lnTo>
                  <a:close/>
                </a:path>
                <a:path w="11429" h="262889">
                  <a:moveTo>
                    <a:pt x="1143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8752"/>
                  </a:lnTo>
                  <a:close/>
                </a:path>
                <a:path w="11429" h="262889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262889">
                  <a:moveTo>
                    <a:pt x="1143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2402"/>
                  </a:lnTo>
                  <a:close/>
                </a:path>
                <a:path w="11429" h="262889">
                  <a:moveTo>
                    <a:pt x="1143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1430" y="72390"/>
                  </a:lnTo>
                  <a:lnTo>
                    <a:pt x="11430" y="68592"/>
                  </a:lnTo>
                  <a:close/>
                </a:path>
                <a:path w="11429" h="262889">
                  <a:moveTo>
                    <a:pt x="1143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52"/>
                  </a:lnTo>
                  <a:close/>
                </a:path>
                <a:path w="11429" h="262889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262889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262889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262889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262889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262889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262889">
                  <a:moveTo>
                    <a:pt x="1143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3192"/>
                  </a:lnTo>
                  <a:close/>
                </a:path>
                <a:path w="11429" h="262889">
                  <a:moveTo>
                    <a:pt x="1143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52"/>
                  </a:lnTo>
                  <a:close/>
                </a:path>
                <a:path w="11429" h="262889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262889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262889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262889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262889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262889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262889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262889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262889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262889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262889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262889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262889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4">
              <a:extLst>
                <a:ext uri="{FF2B5EF4-FFF2-40B4-BE49-F238E27FC236}">
                  <a16:creationId xmlns:a16="http://schemas.microsoft.com/office/drawing/2014/main" id="{FC2D8E74-D356-8877-5FDD-71E26E78D988}"/>
                </a:ext>
              </a:extLst>
            </p:cNvPr>
            <p:cNvSpPr/>
            <p:nvPr/>
          </p:nvSpPr>
          <p:spPr>
            <a:xfrm>
              <a:off x="4461510" y="5852172"/>
              <a:ext cx="11430" cy="30480"/>
            </a:xfrm>
            <a:custGeom>
              <a:avLst/>
              <a:gdLst/>
              <a:ahLst/>
              <a:cxnLst/>
              <a:rect l="l" t="t" r="r" b="b"/>
              <a:pathLst>
                <a:path w="11429" h="30479">
                  <a:moveTo>
                    <a:pt x="11430" y="29210"/>
                  </a:moveTo>
                  <a:lnTo>
                    <a:pt x="6350" y="29210"/>
                  </a:lnTo>
                  <a:lnTo>
                    <a:pt x="6350" y="30467"/>
                  </a:lnTo>
                  <a:lnTo>
                    <a:pt x="11430" y="30467"/>
                  </a:lnTo>
                  <a:lnTo>
                    <a:pt x="11430" y="29210"/>
                  </a:lnTo>
                  <a:close/>
                </a:path>
                <a:path w="11429" h="30479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30479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30479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30479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30479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30479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30479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30479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30479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5">
              <a:extLst>
                <a:ext uri="{FF2B5EF4-FFF2-40B4-BE49-F238E27FC236}">
                  <a16:creationId xmlns:a16="http://schemas.microsoft.com/office/drawing/2014/main" id="{322DE488-1433-6428-F7F5-F579D0E3ACEF}"/>
                </a:ext>
              </a:extLst>
            </p:cNvPr>
            <p:cNvSpPr/>
            <p:nvPr/>
          </p:nvSpPr>
          <p:spPr>
            <a:xfrm>
              <a:off x="4472940" y="5593079"/>
              <a:ext cx="10160" cy="262890"/>
            </a:xfrm>
            <a:custGeom>
              <a:avLst/>
              <a:gdLst/>
              <a:ahLst/>
              <a:cxnLst/>
              <a:rect l="l" t="t" r="r" b="b"/>
              <a:pathLst>
                <a:path w="10160" h="262889">
                  <a:moveTo>
                    <a:pt x="1016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0160" y="262890"/>
                  </a:lnTo>
                  <a:lnTo>
                    <a:pt x="10160" y="259092"/>
                  </a:lnTo>
                  <a:close/>
                </a:path>
                <a:path w="10160" h="262889">
                  <a:moveTo>
                    <a:pt x="1016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52"/>
                  </a:lnTo>
                  <a:close/>
                </a:path>
                <a:path w="10160" h="262889">
                  <a:moveTo>
                    <a:pt x="1016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42"/>
                  </a:lnTo>
                  <a:close/>
                </a:path>
                <a:path w="10160" h="262889">
                  <a:moveTo>
                    <a:pt x="1016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202"/>
                  </a:lnTo>
                  <a:close/>
                </a:path>
                <a:path w="10160" h="262889">
                  <a:moveTo>
                    <a:pt x="1016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92"/>
                  </a:lnTo>
                  <a:close/>
                </a:path>
                <a:path w="10160" h="262889">
                  <a:moveTo>
                    <a:pt x="1016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52"/>
                  </a:lnTo>
                  <a:close/>
                </a:path>
                <a:path w="10160" h="262889">
                  <a:moveTo>
                    <a:pt x="1016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42"/>
                  </a:lnTo>
                  <a:close/>
                </a:path>
                <a:path w="10160" h="262889">
                  <a:moveTo>
                    <a:pt x="1016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502"/>
                  </a:lnTo>
                  <a:close/>
                </a:path>
                <a:path w="10160" h="262889">
                  <a:moveTo>
                    <a:pt x="1016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92"/>
                  </a:lnTo>
                  <a:close/>
                </a:path>
                <a:path w="10160" h="262889">
                  <a:moveTo>
                    <a:pt x="1016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52"/>
                  </a:lnTo>
                  <a:close/>
                </a:path>
                <a:path w="10160" h="262889">
                  <a:moveTo>
                    <a:pt x="1016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42"/>
                  </a:lnTo>
                  <a:close/>
                </a:path>
                <a:path w="10160" h="262889">
                  <a:moveTo>
                    <a:pt x="1016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802"/>
                  </a:lnTo>
                  <a:close/>
                </a:path>
                <a:path w="10160" h="262889">
                  <a:moveTo>
                    <a:pt x="1016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92"/>
                  </a:lnTo>
                  <a:close/>
                </a:path>
                <a:path w="10160" h="262889">
                  <a:moveTo>
                    <a:pt x="1016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52"/>
                  </a:lnTo>
                  <a:close/>
                </a:path>
                <a:path w="10160" h="262889">
                  <a:moveTo>
                    <a:pt x="1016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42"/>
                  </a:lnTo>
                  <a:close/>
                </a:path>
                <a:path w="10160" h="262889">
                  <a:moveTo>
                    <a:pt x="1016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102"/>
                  </a:lnTo>
                  <a:close/>
                </a:path>
                <a:path w="10160" h="262889">
                  <a:moveTo>
                    <a:pt x="1016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92"/>
                  </a:lnTo>
                  <a:close/>
                </a:path>
                <a:path w="10160" h="262889">
                  <a:moveTo>
                    <a:pt x="1016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52"/>
                  </a:lnTo>
                  <a:close/>
                </a:path>
                <a:path w="10160" h="262889">
                  <a:moveTo>
                    <a:pt x="1016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42"/>
                  </a:lnTo>
                  <a:close/>
                </a:path>
                <a:path w="10160" h="262889">
                  <a:moveTo>
                    <a:pt x="1016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402"/>
                  </a:lnTo>
                  <a:close/>
                </a:path>
                <a:path w="10160" h="262889">
                  <a:moveTo>
                    <a:pt x="1016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92"/>
                  </a:lnTo>
                  <a:close/>
                </a:path>
                <a:path w="10160" h="262889">
                  <a:moveTo>
                    <a:pt x="1016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52"/>
                  </a:lnTo>
                  <a:close/>
                </a:path>
                <a:path w="10160" h="262889">
                  <a:moveTo>
                    <a:pt x="1016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42"/>
                  </a:lnTo>
                  <a:close/>
                </a:path>
                <a:path w="10160" h="262889">
                  <a:moveTo>
                    <a:pt x="1016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702"/>
                  </a:lnTo>
                  <a:close/>
                </a:path>
                <a:path w="10160" h="262889">
                  <a:moveTo>
                    <a:pt x="1016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92"/>
                  </a:lnTo>
                  <a:close/>
                </a:path>
                <a:path w="10160" h="262889">
                  <a:moveTo>
                    <a:pt x="1016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52"/>
                  </a:lnTo>
                  <a:close/>
                </a:path>
                <a:path w="10160" h="262889">
                  <a:moveTo>
                    <a:pt x="1016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42"/>
                  </a:lnTo>
                  <a:close/>
                </a:path>
                <a:path w="10160" h="262889">
                  <a:moveTo>
                    <a:pt x="1016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4002"/>
                  </a:lnTo>
                  <a:close/>
                </a:path>
                <a:path w="10160" h="262889">
                  <a:moveTo>
                    <a:pt x="1016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67652"/>
                  </a:lnTo>
                  <a:close/>
                </a:path>
                <a:path w="10160" h="262889">
                  <a:moveTo>
                    <a:pt x="10160" y="163842"/>
                  </a:moveTo>
                  <a:lnTo>
                    <a:pt x="0" y="163842"/>
                  </a:lnTo>
                  <a:lnTo>
                    <a:pt x="0" y="167640"/>
                  </a:lnTo>
                  <a:lnTo>
                    <a:pt x="10160" y="167640"/>
                  </a:lnTo>
                  <a:lnTo>
                    <a:pt x="10160" y="163842"/>
                  </a:lnTo>
                  <a:close/>
                </a:path>
                <a:path w="10160" h="262889">
                  <a:moveTo>
                    <a:pt x="10160" y="161302"/>
                  </a:moveTo>
                  <a:lnTo>
                    <a:pt x="0" y="161302"/>
                  </a:lnTo>
                  <a:lnTo>
                    <a:pt x="0" y="163830"/>
                  </a:lnTo>
                  <a:lnTo>
                    <a:pt x="10160" y="163830"/>
                  </a:lnTo>
                  <a:lnTo>
                    <a:pt x="10160" y="161302"/>
                  </a:lnTo>
                  <a:close/>
                </a:path>
                <a:path w="10160" h="262889">
                  <a:moveTo>
                    <a:pt x="10160" y="125742"/>
                  </a:moveTo>
                  <a:lnTo>
                    <a:pt x="0" y="125742"/>
                  </a:lnTo>
                  <a:lnTo>
                    <a:pt x="0" y="161290"/>
                  </a:lnTo>
                  <a:lnTo>
                    <a:pt x="10160" y="161290"/>
                  </a:lnTo>
                  <a:lnTo>
                    <a:pt x="10160" y="125742"/>
                  </a:lnTo>
                  <a:close/>
                </a:path>
                <a:path w="10160" h="262889">
                  <a:moveTo>
                    <a:pt x="1016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10160" y="125730"/>
                  </a:lnTo>
                  <a:lnTo>
                    <a:pt x="10160" y="123202"/>
                  </a:lnTo>
                  <a:close/>
                </a:path>
                <a:path w="10160" h="262889">
                  <a:moveTo>
                    <a:pt x="1016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10160" y="123190"/>
                  </a:lnTo>
                  <a:lnTo>
                    <a:pt x="10160" y="116852"/>
                  </a:lnTo>
                  <a:close/>
                </a:path>
                <a:path w="10160" h="262889">
                  <a:moveTo>
                    <a:pt x="10160" y="113042"/>
                  </a:moveTo>
                  <a:lnTo>
                    <a:pt x="0" y="113042"/>
                  </a:lnTo>
                  <a:lnTo>
                    <a:pt x="0" y="116840"/>
                  </a:lnTo>
                  <a:lnTo>
                    <a:pt x="10160" y="116840"/>
                  </a:lnTo>
                  <a:lnTo>
                    <a:pt x="10160" y="113042"/>
                  </a:lnTo>
                  <a:close/>
                </a:path>
                <a:path w="10160" h="262889">
                  <a:moveTo>
                    <a:pt x="1016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10502"/>
                  </a:lnTo>
                  <a:close/>
                </a:path>
                <a:path w="10160" h="262889">
                  <a:moveTo>
                    <a:pt x="1016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0160" y="110490"/>
                  </a:lnTo>
                  <a:lnTo>
                    <a:pt x="10160" y="106692"/>
                  </a:lnTo>
                  <a:close/>
                </a:path>
                <a:path w="10160" h="262889">
                  <a:moveTo>
                    <a:pt x="1016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52"/>
                  </a:lnTo>
                  <a:close/>
                </a:path>
                <a:path w="10160" h="262889">
                  <a:moveTo>
                    <a:pt x="1016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42"/>
                  </a:lnTo>
                  <a:close/>
                </a:path>
                <a:path w="10160" h="262889">
                  <a:moveTo>
                    <a:pt x="1016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802"/>
                  </a:lnTo>
                  <a:close/>
                </a:path>
                <a:path w="10160" h="262889">
                  <a:moveTo>
                    <a:pt x="1016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92"/>
                  </a:lnTo>
                  <a:close/>
                </a:path>
                <a:path w="10160" h="262889">
                  <a:moveTo>
                    <a:pt x="1016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52"/>
                  </a:lnTo>
                  <a:close/>
                </a:path>
                <a:path w="10160" h="262889">
                  <a:moveTo>
                    <a:pt x="1016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42"/>
                  </a:lnTo>
                  <a:close/>
                </a:path>
                <a:path w="10160" h="262889">
                  <a:moveTo>
                    <a:pt x="1016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102"/>
                  </a:lnTo>
                  <a:close/>
                </a:path>
                <a:path w="10160" h="262889">
                  <a:moveTo>
                    <a:pt x="1016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92"/>
                  </a:lnTo>
                  <a:close/>
                </a:path>
                <a:path w="10160" h="262889">
                  <a:moveTo>
                    <a:pt x="1016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52"/>
                  </a:lnTo>
                  <a:close/>
                </a:path>
                <a:path w="10160" h="262889">
                  <a:moveTo>
                    <a:pt x="1016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42"/>
                  </a:lnTo>
                  <a:close/>
                </a:path>
                <a:path w="10160" h="262889">
                  <a:moveTo>
                    <a:pt x="1016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402"/>
                  </a:lnTo>
                  <a:close/>
                </a:path>
                <a:path w="10160" h="262889">
                  <a:moveTo>
                    <a:pt x="1016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92"/>
                  </a:lnTo>
                  <a:close/>
                </a:path>
                <a:path w="10160" h="262889">
                  <a:moveTo>
                    <a:pt x="1016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52"/>
                  </a:lnTo>
                  <a:close/>
                </a:path>
                <a:path w="10160" h="262889">
                  <a:moveTo>
                    <a:pt x="1016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42"/>
                  </a:lnTo>
                  <a:close/>
                </a:path>
                <a:path w="10160" h="262889">
                  <a:moveTo>
                    <a:pt x="1016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702"/>
                  </a:lnTo>
                  <a:close/>
                </a:path>
                <a:path w="10160" h="262889">
                  <a:moveTo>
                    <a:pt x="1016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92"/>
                  </a:lnTo>
                  <a:close/>
                </a:path>
                <a:path w="10160" h="262889">
                  <a:moveTo>
                    <a:pt x="1016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52"/>
                  </a:lnTo>
                  <a:close/>
                </a:path>
                <a:path w="10160" h="262889">
                  <a:moveTo>
                    <a:pt x="1016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42"/>
                  </a:lnTo>
                  <a:close/>
                </a:path>
                <a:path w="10160" h="262889">
                  <a:moveTo>
                    <a:pt x="1016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7002"/>
                  </a:lnTo>
                  <a:close/>
                </a:path>
                <a:path w="10160" h="262889">
                  <a:moveTo>
                    <a:pt x="1016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92"/>
                  </a:lnTo>
                  <a:close/>
                </a:path>
                <a:path w="10160" h="262889">
                  <a:moveTo>
                    <a:pt x="1016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52"/>
                  </a:lnTo>
                  <a:close/>
                </a:path>
                <a:path w="10160" h="262889">
                  <a:moveTo>
                    <a:pt x="1016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42"/>
                  </a:lnTo>
                  <a:close/>
                </a:path>
                <a:path w="10160" h="262889">
                  <a:moveTo>
                    <a:pt x="1016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302"/>
                  </a:lnTo>
                  <a:close/>
                </a:path>
                <a:path w="10160" h="262889">
                  <a:moveTo>
                    <a:pt x="1016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92"/>
                  </a:lnTo>
                  <a:close/>
                </a:path>
                <a:path w="10160" h="262889">
                  <a:moveTo>
                    <a:pt x="1016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52"/>
                  </a:lnTo>
                  <a:close/>
                </a:path>
                <a:path w="10160" h="262889">
                  <a:moveTo>
                    <a:pt x="1016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42"/>
                  </a:lnTo>
                  <a:close/>
                </a:path>
                <a:path w="10160" h="262889">
                  <a:moveTo>
                    <a:pt x="1016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602"/>
                  </a:lnTo>
                  <a:close/>
                </a:path>
                <a:path w="10160" h="262889">
                  <a:moveTo>
                    <a:pt x="1016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92"/>
                  </a:lnTo>
                  <a:close/>
                </a:path>
                <a:path w="10160" h="262889">
                  <a:moveTo>
                    <a:pt x="1016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52"/>
                  </a:lnTo>
                  <a:close/>
                </a:path>
                <a:path w="10160" h="262889">
                  <a:moveTo>
                    <a:pt x="1016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42"/>
                  </a:lnTo>
                  <a:close/>
                </a:path>
                <a:path w="10160" h="262889">
                  <a:moveTo>
                    <a:pt x="1016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902"/>
                  </a:lnTo>
                  <a:close/>
                </a:path>
                <a:path w="10160" h="262889">
                  <a:moveTo>
                    <a:pt x="1016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92"/>
                  </a:lnTo>
                  <a:close/>
                </a:path>
                <a:path w="10160" h="262889">
                  <a:moveTo>
                    <a:pt x="1016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52"/>
                  </a:lnTo>
                  <a:close/>
                </a:path>
                <a:path w="10160" h="262889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6">
              <a:extLst>
                <a:ext uri="{FF2B5EF4-FFF2-40B4-BE49-F238E27FC236}">
                  <a16:creationId xmlns:a16="http://schemas.microsoft.com/office/drawing/2014/main" id="{13964169-5359-3846-0356-F68872990078}"/>
                </a:ext>
              </a:extLst>
            </p:cNvPr>
            <p:cNvSpPr/>
            <p:nvPr/>
          </p:nvSpPr>
          <p:spPr>
            <a:xfrm>
              <a:off x="4472940" y="5852172"/>
              <a:ext cx="10160" cy="30480"/>
            </a:xfrm>
            <a:custGeom>
              <a:avLst/>
              <a:gdLst/>
              <a:ahLst/>
              <a:cxnLst/>
              <a:rect l="l" t="t" r="r" b="b"/>
              <a:pathLst>
                <a:path w="10160" h="30479">
                  <a:moveTo>
                    <a:pt x="10160" y="29210"/>
                  </a:moveTo>
                  <a:lnTo>
                    <a:pt x="0" y="29210"/>
                  </a:lnTo>
                  <a:lnTo>
                    <a:pt x="0" y="30467"/>
                  </a:lnTo>
                  <a:lnTo>
                    <a:pt x="10160" y="30467"/>
                  </a:lnTo>
                  <a:lnTo>
                    <a:pt x="10160" y="29210"/>
                  </a:lnTo>
                  <a:close/>
                </a:path>
                <a:path w="10160" h="30479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30479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30479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30479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30479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30479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30479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30479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30479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77">
              <a:extLst>
                <a:ext uri="{FF2B5EF4-FFF2-40B4-BE49-F238E27FC236}">
                  <a16:creationId xmlns:a16="http://schemas.microsoft.com/office/drawing/2014/main" id="{8475429F-9EAA-CBB5-C5ED-833739159625}"/>
                </a:ext>
              </a:extLst>
            </p:cNvPr>
            <p:cNvSpPr/>
            <p:nvPr/>
          </p:nvSpPr>
          <p:spPr>
            <a:xfrm>
              <a:off x="4483100" y="5593079"/>
              <a:ext cx="11430" cy="262890"/>
            </a:xfrm>
            <a:custGeom>
              <a:avLst/>
              <a:gdLst/>
              <a:ahLst/>
              <a:cxnLst/>
              <a:rect l="l" t="t" r="r" b="b"/>
              <a:pathLst>
                <a:path w="11429" h="262889">
                  <a:moveTo>
                    <a:pt x="1143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1430" y="262890"/>
                  </a:lnTo>
                  <a:lnTo>
                    <a:pt x="11430" y="259092"/>
                  </a:lnTo>
                  <a:close/>
                </a:path>
                <a:path w="11429" h="262889">
                  <a:moveTo>
                    <a:pt x="1143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6552"/>
                  </a:lnTo>
                  <a:close/>
                </a:path>
                <a:path w="11429" h="262889">
                  <a:moveTo>
                    <a:pt x="1143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1430" y="256540"/>
                  </a:lnTo>
                  <a:lnTo>
                    <a:pt x="11430" y="252742"/>
                  </a:lnTo>
                  <a:close/>
                </a:path>
                <a:path w="11429" h="262889">
                  <a:moveTo>
                    <a:pt x="1143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50202"/>
                  </a:lnTo>
                  <a:close/>
                </a:path>
                <a:path w="11429" h="262889">
                  <a:moveTo>
                    <a:pt x="1143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1430" y="250190"/>
                  </a:lnTo>
                  <a:lnTo>
                    <a:pt x="11430" y="246392"/>
                  </a:lnTo>
                  <a:close/>
                </a:path>
                <a:path w="11429" h="262889">
                  <a:moveTo>
                    <a:pt x="1143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3852"/>
                  </a:lnTo>
                  <a:close/>
                </a:path>
                <a:path w="11429" h="262889">
                  <a:moveTo>
                    <a:pt x="1143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1430" y="243840"/>
                  </a:lnTo>
                  <a:lnTo>
                    <a:pt x="11430" y="240042"/>
                  </a:lnTo>
                  <a:close/>
                </a:path>
                <a:path w="11429" h="262889">
                  <a:moveTo>
                    <a:pt x="1143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7502"/>
                  </a:lnTo>
                  <a:close/>
                </a:path>
                <a:path w="11429" h="262889">
                  <a:moveTo>
                    <a:pt x="1143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1430" y="237490"/>
                  </a:lnTo>
                  <a:lnTo>
                    <a:pt x="11430" y="233692"/>
                  </a:lnTo>
                  <a:close/>
                </a:path>
                <a:path w="11429" h="262889">
                  <a:moveTo>
                    <a:pt x="1143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31152"/>
                  </a:lnTo>
                  <a:close/>
                </a:path>
                <a:path w="11429" h="262889">
                  <a:moveTo>
                    <a:pt x="1143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1430" y="231140"/>
                  </a:lnTo>
                  <a:lnTo>
                    <a:pt x="11430" y="227342"/>
                  </a:lnTo>
                  <a:close/>
                </a:path>
                <a:path w="11429" h="262889">
                  <a:moveTo>
                    <a:pt x="1143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4802"/>
                  </a:lnTo>
                  <a:close/>
                </a:path>
                <a:path w="11429" h="262889">
                  <a:moveTo>
                    <a:pt x="1143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1430" y="224790"/>
                  </a:lnTo>
                  <a:lnTo>
                    <a:pt x="11430" y="220992"/>
                  </a:lnTo>
                  <a:close/>
                </a:path>
                <a:path w="11429" h="262889">
                  <a:moveTo>
                    <a:pt x="1143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8452"/>
                  </a:lnTo>
                  <a:close/>
                </a:path>
                <a:path w="11429" h="262889">
                  <a:moveTo>
                    <a:pt x="1143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1430" y="218440"/>
                  </a:lnTo>
                  <a:lnTo>
                    <a:pt x="11430" y="214642"/>
                  </a:lnTo>
                  <a:close/>
                </a:path>
                <a:path w="11429" h="262889">
                  <a:moveTo>
                    <a:pt x="1143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2102"/>
                  </a:lnTo>
                  <a:close/>
                </a:path>
                <a:path w="11429" h="262889">
                  <a:moveTo>
                    <a:pt x="1143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1430" y="212090"/>
                  </a:lnTo>
                  <a:lnTo>
                    <a:pt x="11430" y="208292"/>
                  </a:lnTo>
                  <a:close/>
                </a:path>
                <a:path w="11429" h="262889">
                  <a:moveTo>
                    <a:pt x="1143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5752"/>
                  </a:lnTo>
                  <a:close/>
                </a:path>
                <a:path w="11429" h="262889">
                  <a:moveTo>
                    <a:pt x="1143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1430" y="205740"/>
                  </a:lnTo>
                  <a:lnTo>
                    <a:pt x="11430" y="201942"/>
                  </a:lnTo>
                  <a:close/>
                </a:path>
                <a:path w="11429" h="262889">
                  <a:moveTo>
                    <a:pt x="1143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9402"/>
                  </a:lnTo>
                  <a:close/>
                </a:path>
                <a:path w="11429" h="262889">
                  <a:moveTo>
                    <a:pt x="1143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1430" y="199390"/>
                  </a:lnTo>
                  <a:lnTo>
                    <a:pt x="11430" y="195592"/>
                  </a:lnTo>
                  <a:close/>
                </a:path>
                <a:path w="11429" h="262889">
                  <a:moveTo>
                    <a:pt x="1143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3052"/>
                  </a:lnTo>
                  <a:close/>
                </a:path>
                <a:path w="11429" h="262889">
                  <a:moveTo>
                    <a:pt x="1143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1430" y="193040"/>
                  </a:lnTo>
                  <a:lnTo>
                    <a:pt x="11430" y="189242"/>
                  </a:lnTo>
                  <a:close/>
                </a:path>
                <a:path w="11429" h="262889">
                  <a:moveTo>
                    <a:pt x="1143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6702"/>
                  </a:lnTo>
                  <a:close/>
                </a:path>
                <a:path w="11429" h="262889">
                  <a:moveTo>
                    <a:pt x="1143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1430" y="186690"/>
                  </a:lnTo>
                  <a:lnTo>
                    <a:pt x="11430" y="182892"/>
                  </a:lnTo>
                  <a:close/>
                </a:path>
                <a:path w="11429" h="262889">
                  <a:moveTo>
                    <a:pt x="1143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80352"/>
                  </a:lnTo>
                  <a:close/>
                </a:path>
                <a:path w="11429" h="262889">
                  <a:moveTo>
                    <a:pt x="1143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1430" y="180340"/>
                  </a:lnTo>
                  <a:lnTo>
                    <a:pt x="11430" y="176542"/>
                  </a:lnTo>
                  <a:close/>
                </a:path>
                <a:path w="11429" h="262889">
                  <a:moveTo>
                    <a:pt x="1143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4002"/>
                  </a:lnTo>
                  <a:close/>
                </a:path>
                <a:path w="11429" h="262889">
                  <a:moveTo>
                    <a:pt x="1143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11430" y="173990"/>
                  </a:lnTo>
                  <a:lnTo>
                    <a:pt x="11430" y="167652"/>
                  </a:lnTo>
                  <a:close/>
                </a:path>
                <a:path w="11429" h="262889">
                  <a:moveTo>
                    <a:pt x="11430" y="163842"/>
                  </a:moveTo>
                  <a:lnTo>
                    <a:pt x="0" y="163842"/>
                  </a:lnTo>
                  <a:lnTo>
                    <a:pt x="0" y="167640"/>
                  </a:lnTo>
                  <a:lnTo>
                    <a:pt x="11430" y="167640"/>
                  </a:lnTo>
                  <a:lnTo>
                    <a:pt x="11430" y="163842"/>
                  </a:lnTo>
                  <a:close/>
                </a:path>
                <a:path w="11429" h="262889">
                  <a:moveTo>
                    <a:pt x="11430" y="161302"/>
                  </a:moveTo>
                  <a:lnTo>
                    <a:pt x="0" y="161302"/>
                  </a:lnTo>
                  <a:lnTo>
                    <a:pt x="0" y="163830"/>
                  </a:lnTo>
                  <a:lnTo>
                    <a:pt x="11430" y="163830"/>
                  </a:lnTo>
                  <a:lnTo>
                    <a:pt x="11430" y="161302"/>
                  </a:lnTo>
                  <a:close/>
                </a:path>
                <a:path w="11429" h="262889">
                  <a:moveTo>
                    <a:pt x="11430" y="125742"/>
                  </a:moveTo>
                  <a:lnTo>
                    <a:pt x="0" y="125742"/>
                  </a:lnTo>
                  <a:lnTo>
                    <a:pt x="0" y="161290"/>
                  </a:lnTo>
                  <a:lnTo>
                    <a:pt x="11430" y="161290"/>
                  </a:lnTo>
                  <a:lnTo>
                    <a:pt x="11430" y="125742"/>
                  </a:lnTo>
                  <a:close/>
                </a:path>
                <a:path w="11429" h="262889">
                  <a:moveTo>
                    <a:pt x="1143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11430" y="125730"/>
                  </a:lnTo>
                  <a:lnTo>
                    <a:pt x="11430" y="123202"/>
                  </a:lnTo>
                  <a:close/>
                </a:path>
                <a:path w="11429" h="262889">
                  <a:moveTo>
                    <a:pt x="1143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11430" y="123190"/>
                  </a:lnTo>
                  <a:lnTo>
                    <a:pt x="11430" y="116852"/>
                  </a:lnTo>
                  <a:close/>
                </a:path>
                <a:path w="11429" h="262889">
                  <a:moveTo>
                    <a:pt x="11430" y="113042"/>
                  </a:moveTo>
                  <a:lnTo>
                    <a:pt x="0" y="113042"/>
                  </a:lnTo>
                  <a:lnTo>
                    <a:pt x="0" y="116840"/>
                  </a:lnTo>
                  <a:lnTo>
                    <a:pt x="11430" y="116840"/>
                  </a:lnTo>
                  <a:lnTo>
                    <a:pt x="11430" y="113042"/>
                  </a:lnTo>
                  <a:close/>
                </a:path>
                <a:path w="11429" h="262889">
                  <a:moveTo>
                    <a:pt x="1143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10502"/>
                  </a:lnTo>
                  <a:close/>
                </a:path>
                <a:path w="11429" h="262889">
                  <a:moveTo>
                    <a:pt x="1143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1430" y="110490"/>
                  </a:lnTo>
                  <a:lnTo>
                    <a:pt x="11430" y="106692"/>
                  </a:lnTo>
                  <a:close/>
                </a:path>
                <a:path w="11429" h="262889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262889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262889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262889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262889">
                  <a:moveTo>
                    <a:pt x="1143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1452"/>
                  </a:lnTo>
                  <a:close/>
                </a:path>
                <a:path w="11429" h="262889">
                  <a:moveTo>
                    <a:pt x="1143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1430" y="91440"/>
                  </a:lnTo>
                  <a:lnTo>
                    <a:pt x="11430" y="87642"/>
                  </a:lnTo>
                  <a:close/>
                </a:path>
                <a:path w="11429" h="262889">
                  <a:moveTo>
                    <a:pt x="1143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5102"/>
                  </a:lnTo>
                  <a:close/>
                </a:path>
                <a:path w="11429" h="262889">
                  <a:moveTo>
                    <a:pt x="1143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1430" y="85090"/>
                  </a:lnTo>
                  <a:lnTo>
                    <a:pt x="11430" y="81292"/>
                  </a:lnTo>
                  <a:close/>
                </a:path>
                <a:path w="11429" h="262889">
                  <a:moveTo>
                    <a:pt x="1143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8752"/>
                  </a:lnTo>
                  <a:close/>
                </a:path>
                <a:path w="11429" h="262889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262889">
                  <a:moveTo>
                    <a:pt x="1143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2402"/>
                  </a:lnTo>
                  <a:close/>
                </a:path>
                <a:path w="11429" h="262889">
                  <a:moveTo>
                    <a:pt x="1143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1430" y="72390"/>
                  </a:lnTo>
                  <a:lnTo>
                    <a:pt x="11430" y="68592"/>
                  </a:lnTo>
                  <a:close/>
                </a:path>
                <a:path w="11429" h="262889">
                  <a:moveTo>
                    <a:pt x="1143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52"/>
                  </a:lnTo>
                  <a:close/>
                </a:path>
                <a:path w="11429" h="262889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262889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262889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262889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262889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262889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262889">
                  <a:moveTo>
                    <a:pt x="1143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3192"/>
                  </a:lnTo>
                  <a:close/>
                </a:path>
                <a:path w="11429" h="262889">
                  <a:moveTo>
                    <a:pt x="1143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52"/>
                  </a:lnTo>
                  <a:close/>
                </a:path>
                <a:path w="11429" h="262889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262889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262889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262889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262889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262889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262889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262889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262889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262889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262889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262889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262889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27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78">
              <a:extLst>
                <a:ext uri="{FF2B5EF4-FFF2-40B4-BE49-F238E27FC236}">
                  <a16:creationId xmlns:a16="http://schemas.microsoft.com/office/drawing/2014/main" id="{085B4AEA-9E07-7F59-46D2-F7EFD6BAF0B5}"/>
                </a:ext>
              </a:extLst>
            </p:cNvPr>
            <p:cNvSpPr/>
            <p:nvPr/>
          </p:nvSpPr>
          <p:spPr>
            <a:xfrm>
              <a:off x="4483100" y="5852172"/>
              <a:ext cx="11430" cy="30480"/>
            </a:xfrm>
            <a:custGeom>
              <a:avLst/>
              <a:gdLst/>
              <a:ahLst/>
              <a:cxnLst/>
              <a:rect l="l" t="t" r="r" b="b"/>
              <a:pathLst>
                <a:path w="11429" h="30479">
                  <a:moveTo>
                    <a:pt x="11430" y="29210"/>
                  </a:moveTo>
                  <a:lnTo>
                    <a:pt x="0" y="29210"/>
                  </a:lnTo>
                  <a:lnTo>
                    <a:pt x="0" y="30467"/>
                  </a:lnTo>
                  <a:lnTo>
                    <a:pt x="11430" y="30467"/>
                  </a:lnTo>
                  <a:lnTo>
                    <a:pt x="11430" y="29210"/>
                  </a:lnTo>
                  <a:close/>
                </a:path>
                <a:path w="11429" h="30479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30479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30479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30479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30479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30479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30479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30479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30479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27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79">
              <a:extLst>
                <a:ext uri="{FF2B5EF4-FFF2-40B4-BE49-F238E27FC236}">
                  <a16:creationId xmlns:a16="http://schemas.microsoft.com/office/drawing/2014/main" id="{D9837E02-405F-09D4-9243-B638B272DE67}"/>
                </a:ext>
              </a:extLst>
            </p:cNvPr>
            <p:cNvSpPr/>
            <p:nvPr/>
          </p:nvSpPr>
          <p:spPr>
            <a:xfrm>
              <a:off x="4494530" y="5593079"/>
              <a:ext cx="11430" cy="262890"/>
            </a:xfrm>
            <a:custGeom>
              <a:avLst/>
              <a:gdLst/>
              <a:ahLst/>
              <a:cxnLst/>
              <a:rect l="l" t="t" r="r" b="b"/>
              <a:pathLst>
                <a:path w="11429" h="262889">
                  <a:moveTo>
                    <a:pt x="1143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1430" y="262890"/>
                  </a:lnTo>
                  <a:lnTo>
                    <a:pt x="11430" y="259092"/>
                  </a:lnTo>
                  <a:close/>
                </a:path>
                <a:path w="11429" h="262889">
                  <a:moveTo>
                    <a:pt x="1143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6552"/>
                  </a:lnTo>
                  <a:close/>
                </a:path>
                <a:path w="11429" h="262889">
                  <a:moveTo>
                    <a:pt x="1143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1430" y="256540"/>
                  </a:lnTo>
                  <a:lnTo>
                    <a:pt x="11430" y="252742"/>
                  </a:lnTo>
                  <a:close/>
                </a:path>
                <a:path w="11429" h="262889">
                  <a:moveTo>
                    <a:pt x="1143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50202"/>
                  </a:lnTo>
                  <a:close/>
                </a:path>
                <a:path w="11429" h="262889">
                  <a:moveTo>
                    <a:pt x="1143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1430" y="250190"/>
                  </a:lnTo>
                  <a:lnTo>
                    <a:pt x="11430" y="246392"/>
                  </a:lnTo>
                  <a:close/>
                </a:path>
                <a:path w="11429" h="262889">
                  <a:moveTo>
                    <a:pt x="1143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3852"/>
                  </a:lnTo>
                  <a:close/>
                </a:path>
                <a:path w="11429" h="262889">
                  <a:moveTo>
                    <a:pt x="1143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1430" y="243840"/>
                  </a:lnTo>
                  <a:lnTo>
                    <a:pt x="11430" y="240042"/>
                  </a:lnTo>
                  <a:close/>
                </a:path>
                <a:path w="11429" h="262889">
                  <a:moveTo>
                    <a:pt x="1143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7502"/>
                  </a:lnTo>
                  <a:close/>
                </a:path>
                <a:path w="11429" h="262889">
                  <a:moveTo>
                    <a:pt x="1143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1430" y="237490"/>
                  </a:lnTo>
                  <a:lnTo>
                    <a:pt x="11430" y="233692"/>
                  </a:lnTo>
                  <a:close/>
                </a:path>
                <a:path w="11429" h="262889">
                  <a:moveTo>
                    <a:pt x="1143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31152"/>
                  </a:lnTo>
                  <a:close/>
                </a:path>
                <a:path w="11429" h="262889">
                  <a:moveTo>
                    <a:pt x="1143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1430" y="231140"/>
                  </a:lnTo>
                  <a:lnTo>
                    <a:pt x="11430" y="227342"/>
                  </a:lnTo>
                  <a:close/>
                </a:path>
                <a:path w="11429" h="262889">
                  <a:moveTo>
                    <a:pt x="1143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4802"/>
                  </a:lnTo>
                  <a:close/>
                </a:path>
                <a:path w="11429" h="262889">
                  <a:moveTo>
                    <a:pt x="1143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1430" y="224790"/>
                  </a:lnTo>
                  <a:lnTo>
                    <a:pt x="11430" y="220992"/>
                  </a:lnTo>
                  <a:close/>
                </a:path>
                <a:path w="11429" h="262889">
                  <a:moveTo>
                    <a:pt x="1143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8452"/>
                  </a:lnTo>
                  <a:close/>
                </a:path>
                <a:path w="11429" h="262889">
                  <a:moveTo>
                    <a:pt x="1143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1430" y="218440"/>
                  </a:lnTo>
                  <a:lnTo>
                    <a:pt x="11430" y="214642"/>
                  </a:lnTo>
                  <a:close/>
                </a:path>
                <a:path w="11429" h="262889">
                  <a:moveTo>
                    <a:pt x="1143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2102"/>
                  </a:lnTo>
                  <a:close/>
                </a:path>
                <a:path w="11429" h="262889">
                  <a:moveTo>
                    <a:pt x="1143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1430" y="212090"/>
                  </a:lnTo>
                  <a:lnTo>
                    <a:pt x="11430" y="208292"/>
                  </a:lnTo>
                  <a:close/>
                </a:path>
                <a:path w="11429" h="262889">
                  <a:moveTo>
                    <a:pt x="1143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5752"/>
                  </a:lnTo>
                  <a:close/>
                </a:path>
                <a:path w="11429" h="262889">
                  <a:moveTo>
                    <a:pt x="1143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1430" y="205740"/>
                  </a:lnTo>
                  <a:lnTo>
                    <a:pt x="11430" y="201942"/>
                  </a:lnTo>
                  <a:close/>
                </a:path>
                <a:path w="11429" h="262889">
                  <a:moveTo>
                    <a:pt x="1143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9402"/>
                  </a:lnTo>
                  <a:close/>
                </a:path>
                <a:path w="11429" h="262889">
                  <a:moveTo>
                    <a:pt x="1143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1430" y="199390"/>
                  </a:lnTo>
                  <a:lnTo>
                    <a:pt x="11430" y="195592"/>
                  </a:lnTo>
                  <a:close/>
                </a:path>
                <a:path w="11429" h="262889">
                  <a:moveTo>
                    <a:pt x="1143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3052"/>
                  </a:lnTo>
                  <a:close/>
                </a:path>
                <a:path w="11429" h="262889">
                  <a:moveTo>
                    <a:pt x="1143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1430" y="193040"/>
                  </a:lnTo>
                  <a:lnTo>
                    <a:pt x="11430" y="189242"/>
                  </a:lnTo>
                  <a:close/>
                </a:path>
                <a:path w="11429" h="262889">
                  <a:moveTo>
                    <a:pt x="1143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6702"/>
                  </a:lnTo>
                  <a:close/>
                </a:path>
                <a:path w="11429" h="262889">
                  <a:moveTo>
                    <a:pt x="1143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1430" y="186690"/>
                  </a:lnTo>
                  <a:lnTo>
                    <a:pt x="11430" y="182892"/>
                  </a:lnTo>
                  <a:close/>
                </a:path>
                <a:path w="11429" h="262889">
                  <a:moveTo>
                    <a:pt x="1143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80352"/>
                  </a:lnTo>
                  <a:close/>
                </a:path>
                <a:path w="11429" h="262889">
                  <a:moveTo>
                    <a:pt x="1143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1430" y="180340"/>
                  </a:lnTo>
                  <a:lnTo>
                    <a:pt x="11430" y="176542"/>
                  </a:lnTo>
                  <a:close/>
                </a:path>
                <a:path w="11429" h="262889">
                  <a:moveTo>
                    <a:pt x="1143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4002"/>
                  </a:lnTo>
                  <a:close/>
                </a:path>
                <a:path w="11429" h="262889">
                  <a:moveTo>
                    <a:pt x="1143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11430" y="173990"/>
                  </a:lnTo>
                  <a:lnTo>
                    <a:pt x="11430" y="167652"/>
                  </a:lnTo>
                  <a:close/>
                </a:path>
                <a:path w="11429" h="262889">
                  <a:moveTo>
                    <a:pt x="11430" y="163842"/>
                  </a:moveTo>
                  <a:lnTo>
                    <a:pt x="0" y="163842"/>
                  </a:lnTo>
                  <a:lnTo>
                    <a:pt x="0" y="167640"/>
                  </a:lnTo>
                  <a:lnTo>
                    <a:pt x="11430" y="167640"/>
                  </a:lnTo>
                  <a:lnTo>
                    <a:pt x="11430" y="163842"/>
                  </a:lnTo>
                  <a:close/>
                </a:path>
                <a:path w="11429" h="262889">
                  <a:moveTo>
                    <a:pt x="11430" y="161302"/>
                  </a:moveTo>
                  <a:lnTo>
                    <a:pt x="0" y="161302"/>
                  </a:lnTo>
                  <a:lnTo>
                    <a:pt x="0" y="163830"/>
                  </a:lnTo>
                  <a:lnTo>
                    <a:pt x="11430" y="163830"/>
                  </a:lnTo>
                  <a:lnTo>
                    <a:pt x="11430" y="161302"/>
                  </a:lnTo>
                  <a:close/>
                </a:path>
                <a:path w="11429" h="262889">
                  <a:moveTo>
                    <a:pt x="11430" y="125742"/>
                  </a:moveTo>
                  <a:lnTo>
                    <a:pt x="0" y="125742"/>
                  </a:lnTo>
                  <a:lnTo>
                    <a:pt x="0" y="161290"/>
                  </a:lnTo>
                  <a:lnTo>
                    <a:pt x="11430" y="161290"/>
                  </a:lnTo>
                  <a:lnTo>
                    <a:pt x="11430" y="125742"/>
                  </a:lnTo>
                  <a:close/>
                </a:path>
                <a:path w="11429" h="262889">
                  <a:moveTo>
                    <a:pt x="1143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11430" y="125730"/>
                  </a:lnTo>
                  <a:lnTo>
                    <a:pt x="11430" y="123202"/>
                  </a:lnTo>
                  <a:close/>
                </a:path>
                <a:path w="11429" h="262889">
                  <a:moveTo>
                    <a:pt x="1143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11430" y="123190"/>
                  </a:lnTo>
                  <a:lnTo>
                    <a:pt x="11430" y="116852"/>
                  </a:lnTo>
                  <a:close/>
                </a:path>
                <a:path w="11429" h="262889">
                  <a:moveTo>
                    <a:pt x="11430" y="113042"/>
                  </a:moveTo>
                  <a:lnTo>
                    <a:pt x="0" y="113042"/>
                  </a:lnTo>
                  <a:lnTo>
                    <a:pt x="0" y="116840"/>
                  </a:lnTo>
                  <a:lnTo>
                    <a:pt x="11430" y="116840"/>
                  </a:lnTo>
                  <a:lnTo>
                    <a:pt x="11430" y="113042"/>
                  </a:lnTo>
                  <a:close/>
                </a:path>
                <a:path w="11429" h="262889">
                  <a:moveTo>
                    <a:pt x="1143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10502"/>
                  </a:lnTo>
                  <a:close/>
                </a:path>
                <a:path w="11429" h="262889">
                  <a:moveTo>
                    <a:pt x="1143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1430" y="110490"/>
                  </a:lnTo>
                  <a:lnTo>
                    <a:pt x="11430" y="106692"/>
                  </a:lnTo>
                  <a:close/>
                </a:path>
                <a:path w="11429" h="262889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262889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262889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262889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262889">
                  <a:moveTo>
                    <a:pt x="1143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1452"/>
                  </a:lnTo>
                  <a:close/>
                </a:path>
                <a:path w="11429" h="262889">
                  <a:moveTo>
                    <a:pt x="1143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1430" y="91440"/>
                  </a:lnTo>
                  <a:lnTo>
                    <a:pt x="11430" y="87642"/>
                  </a:lnTo>
                  <a:close/>
                </a:path>
                <a:path w="11429" h="262889">
                  <a:moveTo>
                    <a:pt x="1143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5102"/>
                  </a:lnTo>
                  <a:close/>
                </a:path>
                <a:path w="11429" h="262889">
                  <a:moveTo>
                    <a:pt x="1143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1430" y="85090"/>
                  </a:lnTo>
                  <a:lnTo>
                    <a:pt x="11430" y="81292"/>
                  </a:lnTo>
                  <a:close/>
                </a:path>
                <a:path w="11429" h="262889">
                  <a:moveTo>
                    <a:pt x="1143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8752"/>
                  </a:lnTo>
                  <a:close/>
                </a:path>
                <a:path w="11429" h="262889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262889">
                  <a:moveTo>
                    <a:pt x="1143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2402"/>
                  </a:lnTo>
                  <a:close/>
                </a:path>
                <a:path w="11429" h="262889">
                  <a:moveTo>
                    <a:pt x="1143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1430" y="72390"/>
                  </a:lnTo>
                  <a:lnTo>
                    <a:pt x="11430" y="68592"/>
                  </a:lnTo>
                  <a:close/>
                </a:path>
                <a:path w="11429" h="262889">
                  <a:moveTo>
                    <a:pt x="1143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52"/>
                  </a:lnTo>
                  <a:close/>
                </a:path>
                <a:path w="11429" h="262889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262889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262889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262889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262889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262889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262889">
                  <a:moveTo>
                    <a:pt x="1143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3192"/>
                  </a:lnTo>
                  <a:close/>
                </a:path>
                <a:path w="11429" h="262889">
                  <a:moveTo>
                    <a:pt x="1143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52"/>
                  </a:lnTo>
                  <a:close/>
                </a:path>
                <a:path w="11429" h="262889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262889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262889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262889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262889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262889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262889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262889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262889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262889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262889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262889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262889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0">
              <a:extLst>
                <a:ext uri="{FF2B5EF4-FFF2-40B4-BE49-F238E27FC236}">
                  <a16:creationId xmlns:a16="http://schemas.microsoft.com/office/drawing/2014/main" id="{D4D68905-C164-A4E5-DDBD-BACC500AE09F}"/>
                </a:ext>
              </a:extLst>
            </p:cNvPr>
            <p:cNvSpPr/>
            <p:nvPr/>
          </p:nvSpPr>
          <p:spPr>
            <a:xfrm>
              <a:off x="4494530" y="5852172"/>
              <a:ext cx="11430" cy="30480"/>
            </a:xfrm>
            <a:custGeom>
              <a:avLst/>
              <a:gdLst/>
              <a:ahLst/>
              <a:cxnLst/>
              <a:rect l="l" t="t" r="r" b="b"/>
              <a:pathLst>
                <a:path w="11429" h="30479">
                  <a:moveTo>
                    <a:pt x="11430" y="29210"/>
                  </a:moveTo>
                  <a:lnTo>
                    <a:pt x="0" y="29210"/>
                  </a:lnTo>
                  <a:lnTo>
                    <a:pt x="0" y="30467"/>
                  </a:lnTo>
                  <a:lnTo>
                    <a:pt x="11430" y="30467"/>
                  </a:lnTo>
                  <a:lnTo>
                    <a:pt x="11430" y="29210"/>
                  </a:lnTo>
                  <a:close/>
                </a:path>
                <a:path w="11429" h="30479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30479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30479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30479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30479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30479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30479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30479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30479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1">
              <a:extLst>
                <a:ext uri="{FF2B5EF4-FFF2-40B4-BE49-F238E27FC236}">
                  <a16:creationId xmlns:a16="http://schemas.microsoft.com/office/drawing/2014/main" id="{37834C88-C761-2FDF-9590-88AC126F93D9}"/>
                </a:ext>
              </a:extLst>
            </p:cNvPr>
            <p:cNvSpPr/>
            <p:nvPr/>
          </p:nvSpPr>
          <p:spPr>
            <a:xfrm>
              <a:off x="4505960" y="5593079"/>
              <a:ext cx="10160" cy="262890"/>
            </a:xfrm>
            <a:custGeom>
              <a:avLst/>
              <a:gdLst/>
              <a:ahLst/>
              <a:cxnLst/>
              <a:rect l="l" t="t" r="r" b="b"/>
              <a:pathLst>
                <a:path w="10160" h="262889">
                  <a:moveTo>
                    <a:pt x="1016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0160" y="262890"/>
                  </a:lnTo>
                  <a:lnTo>
                    <a:pt x="10160" y="259092"/>
                  </a:lnTo>
                  <a:close/>
                </a:path>
                <a:path w="10160" h="262889">
                  <a:moveTo>
                    <a:pt x="1016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52"/>
                  </a:lnTo>
                  <a:close/>
                </a:path>
                <a:path w="10160" h="262889">
                  <a:moveTo>
                    <a:pt x="1016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42"/>
                  </a:lnTo>
                  <a:close/>
                </a:path>
                <a:path w="10160" h="262889">
                  <a:moveTo>
                    <a:pt x="1016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202"/>
                  </a:lnTo>
                  <a:close/>
                </a:path>
                <a:path w="10160" h="262889">
                  <a:moveTo>
                    <a:pt x="1016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92"/>
                  </a:lnTo>
                  <a:close/>
                </a:path>
                <a:path w="10160" h="262889">
                  <a:moveTo>
                    <a:pt x="1016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52"/>
                  </a:lnTo>
                  <a:close/>
                </a:path>
                <a:path w="10160" h="262889">
                  <a:moveTo>
                    <a:pt x="1016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42"/>
                  </a:lnTo>
                  <a:close/>
                </a:path>
                <a:path w="10160" h="262889">
                  <a:moveTo>
                    <a:pt x="1016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502"/>
                  </a:lnTo>
                  <a:close/>
                </a:path>
                <a:path w="10160" h="262889">
                  <a:moveTo>
                    <a:pt x="1016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92"/>
                  </a:lnTo>
                  <a:close/>
                </a:path>
                <a:path w="10160" h="262889">
                  <a:moveTo>
                    <a:pt x="1016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52"/>
                  </a:lnTo>
                  <a:close/>
                </a:path>
                <a:path w="10160" h="262889">
                  <a:moveTo>
                    <a:pt x="1016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42"/>
                  </a:lnTo>
                  <a:close/>
                </a:path>
                <a:path w="10160" h="262889">
                  <a:moveTo>
                    <a:pt x="1016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802"/>
                  </a:lnTo>
                  <a:close/>
                </a:path>
                <a:path w="10160" h="262889">
                  <a:moveTo>
                    <a:pt x="1016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92"/>
                  </a:lnTo>
                  <a:close/>
                </a:path>
                <a:path w="10160" h="262889">
                  <a:moveTo>
                    <a:pt x="1016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52"/>
                  </a:lnTo>
                  <a:close/>
                </a:path>
                <a:path w="10160" h="262889">
                  <a:moveTo>
                    <a:pt x="1016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42"/>
                  </a:lnTo>
                  <a:close/>
                </a:path>
                <a:path w="10160" h="262889">
                  <a:moveTo>
                    <a:pt x="1016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102"/>
                  </a:lnTo>
                  <a:close/>
                </a:path>
                <a:path w="10160" h="262889">
                  <a:moveTo>
                    <a:pt x="1016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92"/>
                  </a:lnTo>
                  <a:close/>
                </a:path>
                <a:path w="10160" h="262889">
                  <a:moveTo>
                    <a:pt x="1016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52"/>
                  </a:lnTo>
                  <a:close/>
                </a:path>
                <a:path w="10160" h="262889">
                  <a:moveTo>
                    <a:pt x="1016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42"/>
                  </a:lnTo>
                  <a:close/>
                </a:path>
                <a:path w="10160" h="262889">
                  <a:moveTo>
                    <a:pt x="1016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402"/>
                  </a:lnTo>
                  <a:close/>
                </a:path>
                <a:path w="10160" h="262889">
                  <a:moveTo>
                    <a:pt x="1016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92"/>
                  </a:lnTo>
                  <a:close/>
                </a:path>
                <a:path w="10160" h="262889">
                  <a:moveTo>
                    <a:pt x="1016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52"/>
                  </a:lnTo>
                  <a:close/>
                </a:path>
                <a:path w="10160" h="262889">
                  <a:moveTo>
                    <a:pt x="1016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42"/>
                  </a:lnTo>
                  <a:close/>
                </a:path>
                <a:path w="10160" h="262889">
                  <a:moveTo>
                    <a:pt x="1016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702"/>
                  </a:lnTo>
                  <a:close/>
                </a:path>
                <a:path w="10160" h="262889">
                  <a:moveTo>
                    <a:pt x="1016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92"/>
                  </a:lnTo>
                  <a:close/>
                </a:path>
                <a:path w="10160" h="262889">
                  <a:moveTo>
                    <a:pt x="1016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52"/>
                  </a:lnTo>
                  <a:close/>
                </a:path>
                <a:path w="10160" h="262889">
                  <a:moveTo>
                    <a:pt x="1016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42"/>
                  </a:lnTo>
                  <a:close/>
                </a:path>
                <a:path w="10160" h="262889">
                  <a:moveTo>
                    <a:pt x="1016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4002"/>
                  </a:lnTo>
                  <a:close/>
                </a:path>
                <a:path w="10160" h="262889">
                  <a:moveTo>
                    <a:pt x="10160" y="167652"/>
                  </a:moveTo>
                  <a:lnTo>
                    <a:pt x="0" y="167652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67652"/>
                  </a:lnTo>
                  <a:close/>
                </a:path>
                <a:path w="10160" h="262889">
                  <a:moveTo>
                    <a:pt x="10160" y="163842"/>
                  </a:moveTo>
                  <a:lnTo>
                    <a:pt x="0" y="163842"/>
                  </a:lnTo>
                  <a:lnTo>
                    <a:pt x="0" y="167640"/>
                  </a:lnTo>
                  <a:lnTo>
                    <a:pt x="10160" y="167640"/>
                  </a:lnTo>
                  <a:lnTo>
                    <a:pt x="10160" y="163842"/>
                  </a:lnTo>
                  <a:close/>
                </a:path>
                <a:path w="10160" h="262889">
                  <a:moveTo>
                    <a:pt x="10160" y="161302"/>
                  </a:moveTo>
                  <a:lnTo>
                    <a:pt x="0" y="161302"/>
                  </a:lnTo>
                  <a:lnTo>
                    <a:pt x="0" y="163830"/>
                  </a:lnTo>
                  <a:lnTo>
                    <a:pt x="10160" y="163830"/>
                  </a:lnTo>
                  <a:lnTo>
                    <a:pt x="10160" y="161302"/>
                  </a:lnTo>
                  <a:close/>
                </a:path>
                <a:path w="10160" h="262889">
                  <a:moveTo>
                    <a:pt x="10160" y="125742"/>
                  </a:moveTo>
                  <a:lnTo>
                    <a:pt x="0" y="125742"/>
                  </a:lnTo>
                  <a:lnTo>
                    <a:pt x="0" y="161290"/>
                  </a:lnTo>
                  <a:lnTo>
                    <a:pt x="10160" y="161290"/>
                  </a:lnTo>
                  <a:lnTo>
                    <a:pt x="10160" y="125742"/>
                  </a:lnTo>
                  <a:close/>
                </a:path>
                <a:path w="10160" h="262889">
                  <a:moveTo>
                    <a:pt x="10160" y="123202"/>
                  </a:moveTo>
                  <a:lnTo>
                    <a:pt x="0" y="123202"/>
                  </a:lnTo>
                  <a:lnTo>
                    <a:pt x="0" y="125730"/>
                  </a:lnTo>
                  <a:lnTo>
                    <a:pt x="10160" y="125730"/>
                  </a:lnTo>
                  <a:lnTo>
                    <a:pt x="10160" y="123202"/>
                  </a:lnTo>
                  <a:close/>
                </a:path>
                <a:path w="10160" h="262889">
                  <a:moveTo>
                    <a:pt x="10160" y="116852"/>
                  </a:moveTo>
                  <a:lnTo>
                    <a:pt x="0" y="116852"/>
                  </a:lnTo>
                  <a:lnTo>
                    <a:pt x="0" y="123190"/>
                  </a:lnTo>
                  <a:lnTo>
                    <a:pt x="10160" y="123190"/>
                  </a:lnTo>
                  <a:lnTo>
                    <a:pt x="10160" y="116852"/>
                  </a:lnTo>
                  <a:close/>
                </a:path>
                <a:path w="10160" h="262889">
                  <a:moveTo>
                    <a:pt x="10160" y="113042"/>
                  </a:moveTo>
                  <a:lnTo>
                    <a:pt x="0" y="113042"/>
                  </a:lnTo>
                  <a:lnTo>
                    <a:pt x="0" y="116840"/>
                  </a:lnTo>
                  <a:lnTo>
                    <a:pt x="10160" y="116840"/>
                  </a:lnTo>
                  <a:lnTo>
                    <a:pt x="10160" y="113042"/>
                  </a:lnTo>
                  <a:close/>
                </a:path>
                <a:path w="10160" h="262889">
                  <a:moveTo>
                    <a:pt x="1016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10502"/>
                  </a:lnTo>
                  <a:close/>
                </a:path>
                <a:path w="10160" h="262889">
                  <a:moveTo>
                    <a:pt x="1016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0160" y="110490"/>
                  </a:lnTo>
                  <a:lnTo>
                    <a:pt x="10160" y="106692"/>
                  </a:lnTo>
                  <a:close/>
                </a:path>
                <a:path w="10160" h="262889">
                  <a:moveTo>
                    <a:pt x="1016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52"/>
                  </a:lnTo>
                  <a:close/>
                </a:path>
                <a:path w="10160" h="262889">
                  <a:moveTo>
                    <a:pt x="1016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42"/>
                  </a:lnTo>
                  <a:close/>
                </a:path>
                <a:path w="10160" h="262889">
                  <a:moveTo>
                    <a:pt x="1016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802"/>
                  </a:lnTo>
                  <a:close/>
                </a:path>
                <a:path w="10160" h="262889">
                  <a:moveTo>
                    <a:pt x="1016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92"/>
                  </a:lnTo>
                  <a:close/>
                </a:path>
                <a:path w="10160" h="262889">
                  <a:moveTo>
                    <a:pt x="1016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52"/>
                  </a:lnTo>
                  <a:close/>
                </a:path>
                <a:path w="10160" h="262889">
                  <a:moveTo>
                    <a:pt x="1016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42"/>
                  </a:lnTo>
                  <a:close/>
                </a:path>
                <a:path w="10160" h="262889">
                  <a:moveTo>
                    <a:pt x="1016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102"/>
                  </a:lnTo>
                  <a:close/>
                </a:path>
                <a:path w="10160" h="262889">
                  <a:moveTo>
                    <a:pt x="1016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92"/>
                  </a:lnTo>
                  <a:close/>
                </a:path>
                <a:path w="10160" h="262889">
                  <a:moveTo>
                    <a:pt x="1016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52"/>
                  </a:lnTo>
                  <a:close/>
                </a:path>
                <a:path w="10160" h="262889">
                  <a:moveTo>
                    <a:pt x="1016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42"/>
                  </a:lnTo>
                  <a:close/>
                </a:path>
                <a:path w="10160" h="262889">
                  <a:moveTo>
                    <a:pt x="1016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402"/>
                  </a:lnTo>
                  <a:close/>
                </a:path>
                <a:path w="10160" h="262889">
                  <a:moveTo>
                    <a:pt x="1016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92"/>
                  </a:lnTo>
                  <a:close/>
                </a:path>
                <a:path w="10160" h="262889">
                  <a:moveTo>
                    <a:pt x="1016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52"/>
                  </a:lnTo>
                  <a:close/>
                </a:path>
                <a:path w="10160" h="262889">
                  <a:moveTo>
                    <a:pt x="1016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42"/>
                  </a:lnTo>
                  <a:close/>
                </a:path>
                <a:path w="10160" h="262889">
                  <a:moveTo>
                    <a:pt x="1016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702"/>
                  </a:lnTo>
                  <a:close/>
                </a:path>
                <a:path w="10160" h="262889">
                  <a:moveTo>
                    <a:pt x="1016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92"/>
                  </a:lnTo>
                  <a:close/>
                </a:path>
                <a:path w="10160" h="262889">
                  <a:moveTo>
                    <a:pt x="1016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52"/>
                  </a:lnTo>
                  <a:close/>
                </a:path>
                <a:path w="10160" h="262889">
                  <a:moveTo>
                    <a:pt x="1016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42"/>
                  </a:lnTo>
                  <a:close/>
                </a:path>
                <a:path w="10160" h="262889">
                  <a:moveTo>
                    <a:pt x="1016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7002"/>
                  </a:lnTo>
                  <a:close/>
                </a:path>
                <a:path w="10160" h="262889">
                  <a:moveTo>
                    <a:pt x="1016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92"/>
                  </a:lnTo>
                  <a:close/>
                </a:path>
                <a:path w="10160" h="262889">
                  <a:moveTo>
                    <a:pt x="1016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52"/>
                  </a:lnTo>
                  <a:close/>
                </a:path>
                <a:path w="10160" h="262889">
                  <a:moveTo>
                    <a:pt x="1016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42"/>
                  </a:lnTo>
                  <a:close/>
                </a:path>
                <a:path w="10160" h="262889">
                  <a:moveTo>
                    <a:pt x="1016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302"/>
                  </a:lnTo>
                  <a:close/>
                </a:path>
                <a:path w="10160" h="262889">
                  <a:moveTo>
                    <a:pt x="1016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92"/>
                  </a:lnTo>
                  <a:close/>
                </a:path>
                <a:path w="10160" h="262889">
                  <a:moveTo>
                    <a:pt x="1016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52"/>
                  </a:lnTo>
                  <a:close/>
                </a:path>
                <a:path w="10160" h="262889">
                  <a:moveTo>
                    <a:pt x="1016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42"/>
                  </a:lnTo>
                  <a:close/>
                </a:path>
                <a:path w="10160" h="262889">
                  <a:moveTo>
                    <a:pt x="1016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602"/>
                  </a:lnTo>
                  <a:close/>
                </a:path>
                <a:path w="10160" h="262889">
                  <a:moveTo>
                    <a:pt x="1016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92"/>
                  </a:lnTo>
                  <a:close/>
                </a:path>
                <a:path w="10160" h="262889">
                  <a:moveTo>
                    <a:pt x="1016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52"/>
                  </a:lnTo>
                  <a:close/>
                </a:path>
                <a:path w="10160" h="262889">
                  <a:moveTo>
                    <a:pt x="1016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42"/>
                  </a:lnTo>
                  <a:close/>
                </a:path>
                <a:path w="10160" h="262889">
                  <a:moveTo>
                    <a:pt x="1016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902"/>
                  </a:lnTo>
                  <a:close/>
                </a:path>
                <a:path w="10160" h="262889">
                  <a:moveTo>
                    <a:pt x="1016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92"/>
                  </a:lnTo>
                  <a:close/>
                </a:path>
                <a:path w="10160" h="262889">
                  <a:moveTo>
                    <a:pt x="1016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52"/>
                  </a:lnTo>
                  <a:close/>
                </a:path>
                <a:path w="10160" h="262889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2">
              <a:extLst>
                <a:ext uri="{FF2B5EF4-FFF2-40B4-BE49-F238E27FC236}">
                  <a16:creationId xmlns:a16="http://schemas.microsoft.com/office/drawing/2014/main" id="{F6E499C2-710D-ECF1-A288-F0A93F9672A2}"/>
                </a:ext>
              </a:extLst>
            </p:cNvPr>
            <p:cNvSpPr/>
            <p:nvPr/>
          </p:nvSpPr>
          <p:spPr>
            <a:xfrm>
              <a:off x="4505960" y="5852172"/>
              <a:ext cx="10160" cy="30480"/>
            </a:xfrm>
            <a:custGeom>
              <a:avLst/>
              <a:gdLst/>
              <a:ahLst/>
              <a:cxnLst/>
              <a:rect l="l" t="t" r="r" b="b"/>
              <a:pathLst>
                <a:path w="10160" h="30479">
                  <a:moveTo>
                    <a:pt x="10160" y="29210"/>
                  </a:moveTo>
                  <a:lnTo>
                    <a:pt x="0" y="29210"/>
                  </a:lnTo>
                  <a:lnTo>
                    <a:pt x="0" y="30467"/>
                  </a:lnTo>
                  <a:lnTo>
                    <a:pt x="10160" y="30467"/>
                  </a:lnTo>
                  <a:lnTo>
                    <a:pt x="10160" y="29210"/>
                  </a:lnTo>
                  <a:close/>
                </a:path>
                <a:path w="10160" h="30479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30479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30479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30479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30479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30479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30479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30479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30479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3">
              <a:extLst>
                <a:ext uri="{FF2B5EF4-FFF2-40B4-BE49-F238E27FC236}">
                  <a16:creationId xmlns:a16="http://schemas.microsoft.com/office/drawing/2014/main" id="{B6EE5591-793C-741C-508D-2165C9B3C49B}"/>
                </a:ext>
              </a:extLst>
            </p:cNvPr>
            <p:cNvSpPr/>
            <p:nvPr/>
          </p:nvSpPr>
          <p:spPr>
            <a:xfrm>
              <a:off x="4516120" y="5591809"/>
              <a:ext cx="11430" cy="290830"/>
            </a:xfrm>
            <a:custGeom>
              <a:avLst/>
              <a:gdLst/>
              <a:ahLst/>
              <a:cxnLst/>
              <a:rect l="l" t="t" r="r" b="b"/>
              <a:pathLst>
                <a:path w="11429" h="290829">
                  <a:moveTo>
                    <a:pt x="1142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290829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290829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290829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290829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290829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290829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290829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290829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290829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290829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290829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290829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290829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290829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290829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290829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290829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290829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290829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290829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290829">
                  <a:moveTo>
                    <a:pt x="1142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7309"/>
                  </a:lnTo>
                  <a:close/>
                </a:path>
                <a:path w="11429" h="290829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290829">
                  <a:moveTo>
                    <a:pt x="11429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59"/>
                  </a:lnTo>
                  <a:close/>
                </a:path>
                <a:path w="11429" h="290829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290829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290829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290829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290829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290829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290829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290829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290829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290829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290829">
                  <a:moveTo>
                    <a:pt x="11429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7950"/>
                  </a:lnTo>
                  <a:close/>
                </a:path>
                <a:path w="11429" h="290829">
                  <a:moveTo>
                    <a:pt x="11429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11759"/>
                  </a:lnTo>
                  <a:close/>
                </a:path>
                <a:path w="11429" h="290829">
                  <a:moveTo>
                    <a:pt x="11429" y="114300"/>
                  </a:moveTo>
                  <a:lnTo>
                    <a:pt x="0" y="114300"/>
                  </a:lnTo>
                  <a:lnTo>
                    <a:pt x="0" y="118109"/>
                  </a:lnTo>
                  <a:lnTo>
                    <a:pt x="11429" y="118109"/>
                  </a:lnTo>
                  <a:lnTo>
                    <a:pt x="11429" y="114300"/>
                  </a:lnTo>
                  <a:close/>
                </a:path>
                <a:path w="11429" h="290829">
                  <a:moveTo>
                    <a:pt x="11429" y="118109"/>
                  </a:moveTo>
                  <a:lnTo>
                    <a:pt x="0" y="118109"/>
                  </a:lnTo>
                  <a:lnTo>
                    <a:pt x="0" y="124459"/>
                  </a:lnTo>
                  <a:lnTo>
                    <a:pt x="11429" y="124459"/>
                  </a:lnTo>
                  <a:lnTo>
                    <a:pt x="11429" y="118109"/>
                  </a:lnTo>
                  <a:close/>
                </a:path>
                <a:path w="11429" h="290829">
                  <a:moveTo>
                    <a:pt x="11429" y="124459"/>
                  </a:moveTo>
                  <a:lnTo>
                    <a:pt x="0" y="124459"/>
                  </a:lnTo>
                  <a:lnTo>
                    <a:pt x="0" y="126999"/>
                  </a:lnTo>
                  <a:lnTo>
                    <a:pt x="11429" y="126999"/>
                  </a:lnTo>
                  <a:lnTo>
                    <a:pt x="11429" y="124459"/>
                  </a:lnTo>
                  <a:close/>
                </a:path>
                <a:path w="11429" h="290829">
                  <a:moveTo>
                    <a:pt x="11429" y="127000"/>
                  </a:moveTo>
                  <a:lnTo>
                    <a:pt x="0" y="127000"/>
                  </a:lnTo>
                  <a:lnTo>
                    <a:pt x="0" y="162559"/>
                  </a:lnTo>
                  <a:lnTo>
                    <a:pt x="11429" y="162559"/>
                  </a:lnTo>
                  <a:lnTo>
                    <a:pt x="11429" y="127000"/>
                  </a:lnTo>
                  <a:close/>
                </a:path>
                <a:path w="11429" h="290829">
                  <a:moveTo>
                    <a:pt x="11429" y="162559"/>
                  </a:moveTo>
                  <a:lnTo>
                    <a:pt x="0" y="162559"/>
                  </a:lnTo>
                  <a:lnTo>
                    <a:pt x="0" y="165099"/>
                  </a:lnTo>
                  <a:lnTo>
                    <a:pt x="11429" y="165099"/>
                  </a:lnTo>
                  <a:lnTo>
                    <a:pt x="11429" y="162559"/>
                  </a:lnTo>
                  <a:close/>
                </a:path>
                <a:path w="11429" h="290829">
                  <a:moveTo>
                    <a:pt x="11429" y="165100"/>
                  </a:moveTo>
                  <a:lnTo>
                    <a:pt x="0" y="16510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5100"/>
                  </a:lnTo>
                  <a:close/>
                </a:path>
                <a:path w="11429" h="290829">
                  <a:moveTo>
                    <a:pt x="11429" y="168909"/>
                  </a:moveTo>
                  <a:lnTo>
                    <a:pt x="0" y="168909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68909"/>
                  </a:lnTo>
                  <a:close/>
                </a:path>
                <a:path w="11429" h="290829">
                  <a:moveTo>
                    <a:pt x="11429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5259"/>
                  </a:lnTo>
                  <a:close/>
                </a:path>
                <a:path w="11429" h="290829">
                  <a:moveTo>
                    <a:pt x="11429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7800"/>
                  </a:lnTo>
                  <a:close/>
                </a:path>
                <a:path w="11429" h="290829">
                  <a:moveTo>
                    <a:pt x="11429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1609"/>
                  </a:lnTo>
                  <a:close/>
                </a:path>
                <a:path w="11429" h="290829">
                  <a:moveTo>
                    <a:pt x="11429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4150"/>
                  </a:lnTo>
                  <a:close/>
                </a:path>
                <a:path w="11429" h="290829">
                  <a:moveTo>
                    <a:pt x="1142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7959"/>
                  </a:lnTo>
                  <a:close/>
                </a:path>
                <a:path w="11429" h="290829">
                  <a:moveTo>
                    <a:pt x="1142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0500"/>
                  </a:lnTo>
                  <a:close/>
                </a:path>
                <a:path w="11429" h="290829">
                  <a:moveTo>
                    <a:pt x="11429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4309"/>
                  </a:lnTo>
                  <a:close/>
                </a:path>
                <a:path w="11429" h="290829">
                  <a:moveTo>
                    <a:pt x="11429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6850"/>
                  </a:lnTo>
                  <a:close/>
                </a:path>
                <a:path w="11429" h="290829">
                  <a:moveTo>
                    <a:pt x="1142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200659"/>
                  </a:lnTo>
                  <a:close/>
                </a:path>
                <a:path w="11429" h="290829">
                  <a:moveTo>
                    <a:pt x="1142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3200"/>
                  </a:lnTo>
                  <a:close/>
                </a:path>
                <a:path w="11429" h="290829">
                  <a:moveTo>
                    <a:pt x="1142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7009"/>
                  </a:lnTo>
                  <a:close/>
                </a:path>
                <a:path w="11429" h="290829">
                  <a:moveTo>
                    <a:pt x="1142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09550"/>
                  </a:lnTo>
                  <a:close/>
                </a:path>
                <a:path w="11429" h="290829">
                  <a:moveTo>
                    <a:pt x="1142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3359"/>
                  </a:lnTo>
                  <a:close/>
                </a:path>
                <a:path w="11429" h="290829">
                  <a:moveTo>
                    <a:pt x="1142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5900"/>
                  </a:lnTo>
                  <a:close/>
                </a:path>
                <a:path w="11429" h="290829">
                  <a:moveTo>
                    <a:pt x="1142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9709"/>
                  </a:lnTo>
                  <a:close/>
                </a:path>
                <a:path w="11429" h="290829">
                  <a:moveTo>
                    <a:pt x="1142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2250"/>
                  </a:lnTo>
                  <a:close/>
                </a:path>
                <a:path w="11429" h="290829">
                  <a:moveTo>
                    <a:pt x="1142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6059"/>
                  </a:lnTo>
                  <a:close/>
                </a:path>
                <a:path w="11429" h="290829">
                  <a:moveTo>
                    <a:pt x="1142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8600"/>
                  </a:lnTo>
                  <a:close/>
                </a:path>
                <a:path w="11429" h="290829">
                  <a:moveTo>
                    <a:pt x="1142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2409"/>
                  </a:lnTo>
                  <a:close/>
                </a:path>
                <a:path w="11429" h="290829">
                  <a:moveTo>
                    <a:pt x="1142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4950"/>
                  </a:lnTo>
                  <a:close/>
                </a:path>
                <a:path w="11429" h="290829">
                  <a:moveTo>
                    <a:pt x="1142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8759"/>
                  </a:lnTo>
                  <a:close/>
                </a:path>
                <a:path w="11429" h="290829">
                  <a:moveTo>
                    <a:pt x="1142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1300"/>
                  </a:lnTo>
                  <a:close/>
                </a:path>
                <a:path w="11429" h="290829">
                  <a:moveTo>
                    <a:pt x="1142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5109"/>
                  </a:lnTo>
                  <a:close/>
                </a:path>
                <a:path w="11429" h="290829">
                  <a:moveTo>
                    <a:pt x="1142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7650"/>
                  </a:lnTo>
                  <a:close/>
                </a:path>
                <a:path w="11429" h="290829">
                  <a:moveTo>
                    <a:pt x="11429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1459"/>
                  </a:lnTo>
                  <a:close/>
                </a:path>
                <a:path w="11429" h="290829">
                  <a:moveTo>
                    <a:pt x="1142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4000"/>
                  </a:lnTo>
                  <a:close/>
                </a:path>
                <a:path w="11429" h="290829">
                  <a:moveTo>
                    <a:pt x="1142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7809"/>
                  </a:lnTo>
                  <a:close/>
                </a:path>
                <a:path w="11429" h="290829">
                  <a:moveTo>
                    <a:pt x="11429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0350"/>
                  </a:lnTo>
                  <a:close/>
                </a:path>
                <a:path w="11429" h="290829">
                  <a:moveTo>
                    <a:pt x="11429" y="264159"/>
                  </a:moveTo>
                  <a:lnTo>
                    <a:pt x="0" y="264159"/>
                  </a:lnTo>
                  <a:lnTo>
                    <a:pt x="0" y="266699"/>
                  </a:lnTo>
                  <a:lnTo>
                    <a:pt x="11429" y="266699"/>
                  </a:lnTo>
                  <a:lnTo>
                    <a:pt x="11429" y="264159"/>
                  </a:lnTo>
                  <a:close/>
                </a:path>
                <a:path w="11429" h="290829">
                  <a:moveTo>
                    <a:pt x="11429" y="266700"/>
                  </a:moveTo>
                  <a:lnTo>
                    <a:pt x="0" y="266700"/>
                  </a:lnTo>
                  <a:lnTo>
                    <a:pt x="0" y="270509"/>
                  </a:lnTo>
                  <a:lnTo>
                    <a:pt x="11429" y="270509"/>
                  </a:lnTo>
                  <a:lnTo>
                    <a:pt x="11429" y="266700"/>
                  </a:lnTo>
                  <a:close/>
                </a:path>
                <a:path w="11429" h="290829">
                  <a:moveTo>
                    <a:pt x="11429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1429" y="273049"/>
                  </a:lnTo>
                  <a:lnTo>
                    <a:pt x="11429" y="270509"/>
                  </a:lnTo>
                  <a:close/>
                </a:path>
                <a:path w="11429" h="290829">
                  <a:moveTo>
                    <a:pt x="11429" y="273050"/>
                  </a:moveTo>
                  <a:lnTo>
                    <a:pt x="0" y="273050"/>
                  </a:lnTo>
                  <a:lnTo>
                    <a:pt x="0" y="276859"/>
                  </a:lnTo>
                  <a:lnTo>
                    <a:pt x="11429" y="276859"/>
                  </a:lnTo>
                  <a:lnTo>
                    <a:pt x="11429" y="273050"/>
                  </a:lnTo>
                  <a:close/>
                </a:path>
                <a:path w="11429" h="290829">
                  <a:moveTo>
                    <a:pt x="11429" y="276859"/>
                  </a:moveTo>
                  <a:lnTo>
                    <a:pt x="0" y="276859"/>
                  </a:lnTo>
                  <a:lnTo>
                    <a:pt x="0" y="279399"/>
                  </a:lnTo>
                  <a:lnTo>
                    <a:pt x="11429" y="279399"/>
                  </a:lnTo>
                  <a:lnTo>
                    <a:pt x="11429" y="276859"/>
                  </a:lnTo>
                  <a:close/>
                </a:path>
                <a:path w="11429" h="290829">
                  <a:moveTo>
                    <a:pt x="11429" y="279400"/>
                  </a:moveTo>
                  <a:lnTo>
                    <a:pt x="0" y="279400"/>
                  </a:lnTo>
                  <a:lnTo>
                    <a:pt x="0" y="283209"/>
                  </a:lnTo>
                  <a:lnTo>
                    <a:pt x="11429" y="283209"/>
                  </a:lnTo>
                  <a:lnTo>
                    <a:pt x="11429" y="279400"/>
                  </a:lnTo>
                  <a:close/>
                </a:path>
                <a:path w="11429" h="290829">
                  <a:moveTo>
                    <a:pt x="11429" y="283209"/>
                  </a:moveTo>
                  <a:lnTo>
                    <a:pt x="0" y="283209"/>
                  </a:lnTo>
                  <a:lnTo>
                    <a:pt x="0" y="285749"/>
                  </a:lnTo>
                  <a:lnTo>
                    <a:pt x="11429" y="285749"/>
                  </a:lnTo>
                  <a:lnTo>
                    <a:pt x="11429" y="283209"/>
                  </a:lnTo>
                  <a:close/>
                </a:path>
                <a:path w="11429" h="290829">
                  <a:moveTo>
                    <a:pt x="11429" y="285750"/>
                  </a:moveTo>
                  <a:lnTo>
                    <a:pt x="0" y="285750"/>
                  </a:lnTo>
                  <a:lnTo>
                    <a:pt x="0" y="289559"/>
                  </a:lnTo>
                  <a:lnTo>
                    <a:pt x="11429" y="289559"/>
                  </a:lnTo>
                  <a:lnTo>
                    <a:pt x="11429" y="285750"/>
                  </a:lnTo>
                  <a:close/>
                </a:path>
                <a:path w="11429" h="290829">
                  <a:moveTo>
                    <a:pt x="11429" y="289559"/>
                  </a:moveTo>
                  <a:lnTo>
                    <a:pt x="0" y="289559"/>
                  </a:lnTo>
                  <a:lnTo>
                    <a:pt x="0" y="290829"/>
                  </a:lnTo>
                  <a:lnTo>
                    <a:pt x="11429" y="290829"/>
                  </a:lnTo>
                  <a:lnTo>
                    <a:pt x="11429" y="289559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4">
              <a:extLst>
                <a:ext uri="{FF2B5EF4-FFF2-40B4-BE49-F238E27FC236}">
                  <a16:creationId xmlns:a16="http://schemas.microsoft.com/office/drawing/2014/main" id="{371AFF3B-BFAE-717A-37B9-962470326FF7}"/>
                </a:ext>
              </a:extLst>
            </p:cNvPr>
            <p:cNvSpPr/>
            <p:nvPr/>
          </p:nvSpPr>
          <p:spPr>
            <a:xfrm>
              <a:off x="4527550" y="5591822"/>
              <a:ext cx="10160" cy="264160"/>
            </a:xfrm>
            <a:custGeom>
              <a:avLst/>
              <a:gdLst/>
              <a:ahLst/>
              <a:cxnLst/>
              <a:rect l="l" t="t" r="r" b="b"/>
              <a:pathLst>
                <a:path w="10160" h="264160">
                  <a:moveTo>
                    <a:pt x="1016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0160" y="264147"/>
                  </a:lnTo>
                  <a:lnTo>
                    <a:pt x="10160" y="260350"/>
                  </a:lnTo>
                  <a:close/>
                </a:path>
                <a:path w="10160" h="264160">
                  <a:moveTo>
                    <a:pt x="1016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0160" y="260337"/>
                  </a:lnTo>
                  <a:lnTo>
                    <a:pt x="10160" y="257810"/>
                  </a:lnTo>
                  <a:close/>
                </a:path>
                <a:path w="10160" h="264160">
                  <a:moveTo>
                    <a:pt x="1016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0160" y="257797"/>
                  </a:lnTo>
                  <a:lnTo>
                    <a:pt x="10160" y="254000"/>
                  </a:lnTo>
                  <a:close/>
                </a:path>
                <a:path w="10160" h="264160">
                  <a:moveTo>
                    <a:pt x="1016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0160" y="253987"/>
                  </a:lnTo>
                  <a:lnTo>
                    <a:pt x="10160" y="251460"/>
                  </a:lnTo>
                  <a:close/>
                </a:path>
                <a:path w="10160" h="264160">
                  <a:moveTo>
                    <a:pt x="1016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0160" y="251447"/>
                  </a:lnTo>
                  <a:lnTo>
                    <a:pt x="10160" y="247650"/>
                  </a:lnTo>
                  <a:close/>
                </a:path>
                <a:path w="10160" h="264160">
                  <a:moveTo>
                    <a:pt x="1016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0160" y="247637"/>
                  </a:lnTo>
                  <a:lnTo>
                    <a:pt x="10160" y="245110"/>
                  </a:lnTo>
                  <a:close/>
                </a:path>
                <a:path w="10160" h="264160">
                  <a:moveTo>
                    <a:pt x="1016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0160" y="245097"/>
                  </a:lnTo>
                  <a:lnTo>
                    <a:pt x="10160" y="241300"/>
                  </a:lnTo>
                  <a:close/>
                </a:path>
                <a:path w="10160" h="264160">
                  <a:moveTo>
                    <a:pt x="1016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0160" y="241287"/>
                  </a:lnTo>
                  <a:lnTo>
                    <a:pt x="10160" y="238760"/>
                  </a:lnTo>
                  <a:close/>
                </a:path>
                <a:path w="10160" h="264160">
                  <a:moveTo>
                    <a:pt x="1016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0160" y="238747"/>
                  </a:lnTo>
                  <a:lnTo>
                    <a:pt x="10160" y="234950"/>
                  </a:lnTo>
                  <a:close/>
                </a:path>
                <a:path w="10160" h="264160">
                  <a:moveTo>
                    <a:pt x="1016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0160" y="234937"/>
                  </a:lnTo>
                  <a:lnTo>
                    <a:pt x="10160" y="232410"/>
                  </a:lnTo>
                  <a:close/>
                </a:path>
                <a:path w="10160" h="264160">
                  <a:moveTo>
                    <a:pt x="1016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0160" y="232397"/>
                  </a:lnTo>
                  <a:lnTo>
                    <a:pt x="10160" y="228600"/>
                  </a:lnTo>
                  <a:close/>
                </a:path>
                <a:path w="10160" h="264160">
                  <a:moveTo>
                    <a:pt x="1016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0160" y="228587"/>
                  </a:lnTo>
                  <a:lnTo>
                    <a:pt x="10160" y="226060"/>
                  </a:lnTo>
                  <a:close/>
                </a:path>
                <a:path w="10160" h="264160">
                  <a:moveTo>
                    <a:pt x="1016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0160" y="226047"/>
                  </a:lnTo>
                  <a:lnTo>
                    <a:pt x="10160" y="222250"/>
                  </a:lnTo>
                  <a:close/>
                </a:path>
                <a:path w="10160" h="264160">
                  <a:moveTo>
                    <a:pt x="1016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0160" y="222237"/>
                  </a:lnTo>
                  <a:lnTo>
                    <a:pt x="10160" y="219710"/>
                  </a:lnTo>
                  <a:close/>
                </a:path>
                <a:path w="10160" h="264160">
                  <a:moveTo>
                    <a:pt x="1016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0160" y="219697"/>
                  </a:lnTo>
                  <a:lnTo>
                    <a:pt x="10160" y="215900"/>
                  </a:lnTo>
                  <a:close/>
                </a:path>
                <a:path w="10160" h="264160">
                  <a:moveTo>
                    <a:pt x="1016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0160" y="215887"/>
                  </a:lnTo>
                  <a:lnTo>
                    <a:pt x="10160" y="213360"/>
                  </a:lnTo>
                  <a:close/>
                </a:path>
                <a:path w="10160" h="264160">
                  <a:moveTo>
                    <a:pt x="1016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0160" y="213347"/>
                  </a:lnTo>
                  <a:lnTo>
                    <a:pt x="10160" y="209550"/>
                  </a:lnTo>
                  <a:close/>
                </a:path>
                <a:path w="10160" h="264160">
                  <a:moveTo>
                    <a:pt x="1016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0160" y="209537"/>
                  </a:lnTo>
                  <a:lnTo>
                    <a:pt x="10160" y="207010"/>
                  </a:lnTo>
                  <a:close/>
                </a:path>
                <a:path w="10160" h="264160">
                  <a:moveTo>
                    <a:pt x="1016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0160" y="206997"/>
                  </a:lnTo>
                  <a:lnTo>
                    <a:pt x="10160" y="203200"/>
                  </a:lnTo>
                  <a:close/>
                </a:path>
                <a:path w="10160" h="264160">
                  <a:moveTo>
                    <a:pt x="1016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0160" y="203187"/>
                  </a:lnTo>
                  <a:lnTo>
                    <a:pt x="10160" y="200660"/>
                  </a:lnTo>
                  <a:close/>
                </a:path>
                <a:path w="10160" h="264160">
                  <a:moveTo>
                    <a:pt x="1016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0160" y="200647"/>
                  </a:lnTo>
                  <a:lnTo>
                    <a:pt x="10160" y="196850"/>
                  </a:lnTo>
                  <a:close/>
                </a:path>
                <a:path w="10160" h="264160">
                  <a:moveTo>
                    <a:pt x="1016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0160" y="196837"/>
                  </a:lnTo>
                  <a:lnTo>
                    <a:pt x="10160" y="194310"/>
                  </a:lnTo>
                  <a:close/>
                </a:path>
                <a:path w="10160" h="264160">
                  <a:moveTo>
                    <a:pt x="1016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0160" y="194297"/>
                  </a:lnTo>
                  <a:lnTo>
                    <a:pt x="10160" y="190500"/>
                  </a:lnTo>
                  <a:close/>
                </a:path>
                <a:path w="10160" h="264160">
                  <a:moveTo>
                    <a:pt x="1016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0160" y="190487"/>
                  </a:lnTo>
                  <a:lnTo>
                    <a:pt x="10160" y="187960"/>
                  </a:lnTo>
                  <a:close/>
                </a:path>
                <a:path w="10160" h="264160">
                  <a:moveTo>
                    <a:pt x="1016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0160" y="187947"/>
                  </a:lnTo>
                  <a:lnTo>
                    <a:pt x="10160" y="184150"/>
                  </a:lnTo>
                  <a:close/>
                </a:path>
                <a:path w="10160" h="264160">
                  <a:moveTo>
                    <a:pt x="1016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0160" y="184137"/>
                  </a:lnTo>
                  <a:lnTo>
                    <a:pt x="10160" y="181610"/>
                  </a:lnTo>
                  <a:close/>
                </a:path>
                <a:path w="10160" h="264160">
                  <a:moveTo>
                    <a:pt x="1016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0160" y="181597"/>
                  </a:lnTo>
                  <a:lnTo>
                    <a:pt x="10160" y="177800"/>
                  </a:lnTo>
                  <a:close/>
                </a:path>
                <a:path w="10160" h="264160">
                  <a:moveTo>
                    <a:pt x="1016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0160" y="177787"/>
                  </a:lnTo>
                  <a:lnTo>
                    <a:pt x="10160" y="175260"/>
                  </a:lnTo>
                  <a:close/>
                </a:path>
                <a:path w="10160" h="264160">
                  <a:moveTo>
                    <a:pt x="10160" y="168910"/>
                  </a:moveTo>
                  <a:lnTo>
                    <a:pt x="0" y="168910"/>
                  </a:lnTo>
                  <a:lnTo>
                    <a:pt x="0" y="175247"/>
                  </a:lnTo>
                  <a:lnTo>
                    <a:pt x="10160" y="175247"/>
                  </a:lnTo>
                  <a:lnTo>
                    <a:pt x="10160" y="168910"/>
                  </a:lnTo>
                  <a:close/>
                </a:path>
                <a:path w="10160" h="264160">
                  <a:moveTo>
                    <a:pt x="10160" y="165100"/>
                  </a:moveTo>
                  <a:lnTo>
                    <a:pt x="0" y="165100"/>
                  </a:lnTo>
                  <a:lnTo>
                    <a:pt x="0" y="168897"/>
                  </a:lnTo>
                  <a:lnTo>
                    <a:pt x="10160" y="168897"/>
                  </a:lnTo>
                  <a:lnTo>
                    <a:pt x="10160" y="165100"/>
                  </a:lnTo>
                  <a:close/>
                </a:path>
                <a:path w="10160" h="264160">
                  <a:moveTo>
                    <a:pt x="10160" y="162560"/>
                  </a:moveTo>
                  <a:lnTo>
                    <a:pt x="0" y="162560"/>
                  </a:lnTo>
                  <a:lnTo>
                    <a:pt x="0" y="165087"/>
                  </a:lnTo>
                  <a:lnTo>
                    <a:pt x="10160" y="165087"/>
                  </a:lnTo>
                  <a:lnTo>
                    <a:pt x="10160" y="162560"/>
                  </a:lnTo>
                  <a:close/>
                </a:path>
                <a:path w="10160" h="264160">
                  <a:moveTo>
                    <a:pt x="10160" y="127000"/>
                  </a:moveTo>
                  <a:lnTo>
                    <a:pt x="0" y="127000"/>
                  </a:lnTo>
                  <a:lnTo>
                    <a:pt x="0" y="162547"/>
                  </a:lnTo>
                  <a:lnTo>
                    <a:pt x="10160" y="162547"/>
                  </a:lnTo>
                  <a:lnTo>
                    <a:pt x="10160" y="127000"/>
                  </a:lnTo>
                  <a:close/>
                </a:path>
                <a:path w="10160" h="264160">
                  <a:moveTo>
                    <a:pt x="10160" y="124460"/>
                  </a:moveTo>
                  <a:lnTo>
                    <a:pt x="0" y="124460"/>
                  </a:lnTo>
                  <a:lnTo>
                    <a:pt x="0" y="126987"/>
                  </a:lnTo>
                  <a:lnTo>
                    <a:pt x="10160" y="126987"/>
                  </a:lnTo>
                  <a:lnTo>
                    <a:pt x="10160" y="124460"/>
                  </a:lnTo>
                  <a:close/>
                </a:path>
                <a:path w="10160" h="264160">
                  <a:moveTo>
                    <a:pt x="10160" y="118110"/>
                  </a:moveTo>
                  <a:lnTo>
                    <a:pt x="0" y="118110"/>
                  </a:lnTo>
                  <a:lnTo>
                    <a:pt x="0" y="124447"/>
                  </a:lnTo>
                  <a:lnTo>
                    <a:pt x="10160" y="124447"/>
                  </a:lnTo>
                  <a:lnTo>
                    <a:pt x="10160" y="118110"/>
                  </a:lnTo>
                  <a:close/>
                </a:path>
                <a:path w="10160" h="264160">
                  <a:moveTo>
                    <a:pt x="10160" y="114300"/>
                  </a:moveTo>
                  <a:lnTo>
                    <a:pt x="0" y="114300"/>
                  </a:lnTo>
                  <a:lnTo>
                    <a:pt x="0" y="118097"/>
                  </a:lnTo>
                  <a:lnTo>
                    <a:pt x="10160" y="118097"/>
                  </a:lnTo>
                  <a:lnTo>
                    <a:pt x="10160" y="114300"/>
                  </a:lnTo>
                  <a:close/>
                </a:path>
                <a:path w="10160" h="264160">
                  <a:moveTo>
                    <a:pt x="1016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0160" y="114287"/>
                  </a:lnTo>
                  <a:lnTo>
                    <a:pt x="10160" y="111760"/>
                  </a:lnTo>
                  <a:close/>
                </a:path>
                <a:path w="10160" h="264160">
                  <a:moveTo>
                    <a:pt x="1016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0160" y="111747"/>
                  </a:lnTo>
                  <a:lnTo>
                    <a:pt x="10160" y="107950"/>
                  </a:lnTo>
                  <a:close/>
                </a:path>
                <a:path w="10160" h="264160">
                  <a:moveTo>
                    <a:pt x="1016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0160" y="107937"/>
                  </a:lnTo>
                  <a:lnTo>
                    <a:pt x="10160" y="105410"/>
                  </a:lnTo>
                  <a:close/>
                </a:path>
                <a:path w="10160" h="264160">
                  <a:moveTo>
                    <a:pt x="1016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0160" y="105397"/>
                  </a:lnTo>
                  <a:lnTo>
                    <a:pt x="10160" y="101600"/>
                  </a:lnTo>
                  <a:close/>
                </a:path>
                <a:path w="10160" h="264160">
                  <a:moveTo>
                    <a:pt x="1016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0160" y="101587"/>
                  </a:lnTo>
                  <a:lnTo>
                    <a:pt x="10160" y="99060"/>
                  </a:lnTo>
                  <a:close/>
                </a:path>
                <a:path w="10160" h="264160">
                  <a:moveTo>
                    <a:pt x="1016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0160" y="99047"/>
                  </a:lnTo>
                  <a:lnTo>
                    <a:pt x="10160" y="95250"/>
                  </a:lnTo>
                  <a:close/>
                </a:path>
                <a:path w="10160" h="264160">
                  <a:moveTo>
                    <a:pt x="1016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0160" y="95237"/>
                  </a:lnTo>
                  <a:lnTo>
                    <a:pt x="10160" y="92710"/>
                  </a:lnTo>
                  <a:close/>
                </a:path>
                <a:path w="10160" h="264160">
                  <a:moveTo>
                    <a:pt x="1016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0160" y="92697"/>
                  </a:lnTo>
                  <a:lnTo>
                    <a:pt x="10160" y="88900"/>
                  </a:lnTo>
                  <a:close/>
                </a:path>
                <a:path w="10160" h="264160">
                  <a:moveTo>
                    <a:pt x="1016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0160" y="88887"/>
                  </a:lnTo>
                  <a:lnTo>
                    <a:pt x="10160" y="86360"/>
                  </a:lnTo>
                  <a:close/>
                </a:path>
                <a:path w="10160" h="264160">
                  <a:moveTo>
                    <a:pt x="1016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0160" y="86347"/>
                  </a:lnTo>
                  <a:lnTo>
                    <a:pt x="10160" y="82550"/>
                  </a:lnTo>
                  <a:close/>
                </a:path>
                <a:path w="10160" h="264160">
                  <a:moveTo>
                    <a:pt x="1016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0160" y="82537"/>
                  </a:lnTo>
                  <a:lnTo>
                    <a:pt x="10160" y="80010"/>
                  </a:lnTo>
                  <a:close/>
                </a:path>
                <a:path w="10160" h="264160">
                  <a:moveTo>
                    <a:pt x="1016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0160" y="79997"/>
                  </a:lnTo>
                  <a:lnTo>
                    <a:pt x="10160" y="76200"/>
                  </a:lnTo>
                  <a:close/>
                </a:path>
                <a:path w="10160" h="264160">
                  <a:moveTo>
                    <a:pt x="1016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0160" y="76187"/>
                  </a:lnTo>
                  <a:lnTo>
                    <a:pt x="10160" y="73660"/>
                  </a:lnTo>
                  <a:close/>
                </a:path>
                <a:path w="10160" h="264160">
                  <a:moveTo>
                    <a:pt x="1016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0160" y="73647"/>
                  </a:lnTo>
                  <a:lnTo>
                    <a:pt x="10160" y="69850"/>
                  </a:lnTo>
                  <a:close/>
                </a:path>
                <a:path w="10160" h="264160">
                  <a:moveTo>
                    <a:pt x="1016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0160" y="69837"/>
                  </a:lnTo>
                  <a:lnTo>
                    <a:pt x="10160" y="67310"/>
                  </a:lnTo>
                  <a:close/>
                </a:path>
                <a:path w="10160" h="264160">
                  <a:moveTo>
                    <a:pt x="1016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0160" y="67297"/>
                  </a:lnTo>
                  <a:lnTo>
                    <a:pt x="10160" y="63500"/>
                  </a:lnTo>
                  <a:close/>
                </a:path>
                <a:path w="10160" h="264160">
                  <a:moveTo>
                    <a:pt x="1016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0160" y="63487"/>
                  </a:lnTo>
                  <a:lnTo>
                    <a:pt x="10160" y="60960"/>
                  </a:lnTo>
                  <a:close/>
                </a:path>
                <a:path w="10160" h="264160">
                  <a:moveTo>
                    <a:pt x="1016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0160" y="60947"/>
                  </a:lnTo>
                  <a:lnTo>
                    <a:pt x="10160" y="57150"/>
                  </a:lnTo>
                  <a:close/>
                </a:path>
                <a:path w="10160" h="264160">
                  <a:moveTo>
                    <a:pt x="1016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0160" y="57137"/>
                  </a:lnTo>
                  <a:lnTo>
                    <a:pt x="10160" y="54610"/>
                  </a:lnTo>
                  <a:close/>
                </a:path>
                <a:path w="10160" h="264160">
                  <a:moveTo>
                    <a:pt x="1016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0160" y="54597"/>
                  </a:lnTo>
                  <a:lnTo>
                    <a:pt x="10160" y="50800"/>
                  </a:lnTo>
                  <a:close/>
                </a:path>
                <a:path w="10160" h="264160">
                  <a:moveTo>
                    <a:pt x="1016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0160" y="50787"/>
                  </a:lnTo>
                  <a:lnTo>
                    <a:pt x="10160" y="48260"/>
                  </a:lnTo>
                  <a:close/>
                </a:path>
                <a:path w="10160" h="264160">
                  <a:moveTo>
                    <a:pt x="1016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0160" y="48247"/>
                  </a:lnTo>
                  <a:lnTo>
                    <a:pt x="10160" y="44450"/>
                  </a:lnTo>
                  <a:close/>
                </a:path>
                <a:path w="10160" h="264160">
                  <a:moveTo>
                    <a:pt x="1016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0160" y="44437"/>
                  </a:lnTo>
                  <a:lnTo>
                    <a:pt x="10160" y="41910"/>
                  </a:lnTo>
                  <a:close/>
                </a:path>
                <a:path w="10160" h="264160">
                  <a:moveTo>
                    <a:pt x="1016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0160" y="41897"/>
                  </a:lnTo>
                  <a:lnTo>
                    <a:pt x="10160" y="38100"/>
                  </a:lnTo>
                  <a:close/>
                </a:path>
                <a:path w="10160" h="264160">
                  <a:moveTo>
                    <a:pt x="1016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0160" y="38087"/>
                  </a:lnTo>
                  <a:lnTo>
                    <a:pt x="10160" y="35560"/>
                  </a:lnTo>
                  <a:close/>
                </a:path>
                <a:path w="10160" h="264160">
                  <a:moveTo>
                    <a:pt x="1016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0160" y="35547"/>
                  </a:lnTo>
                  <a:lnTo>
                    <a:pt x="10160" y="31750"/>
                  </a:lnTo>
                  <a:close/>
                </a:path>
                <a:path w="10160" h="264160">
                  <a:moveTo>
                    <a:pt x="1016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0160" y="31737"/>
                  </a:lnTo>
                  <a:lnTo>
                    <a:pt x="10160" y="29210"/>
                  </a:lnTo>
                  <a:close/>
                </a:path>
                <a:path w="10160" h="26416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6416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6416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6416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6416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6416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6416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6416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6416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5">
              <a:extLst>
                <a:ext uri="{FF2B5EF4-FFF2-40B4-BE49-F238E27FC236}">
                  <a16:creationId xmlns:a16="http://schemas.microsoft.com/office/drawing/2014/main" id="{4A40F15B-5EDC-338B-8477-C22862BD7D53}"/>
                </a:ext>
              </a:extLst>
            </p:cNvPr>
            <p:cNvSpPr/>
            <p:nvPr/>
          </p:nvSpPr>
          <p:spPr>
            <a:xfrm>
              <a:off x="4527550" y="5852172"/>
              <a:ext cx="10160" cy="30480"/>
            </a:xfrm>
            <a:custGeom>
              <a:avLst/>
              <a:gdLst/>
              <a:ahLst/>
              <a:cxnLst/>
              <a:rect l="l" t="t" r="r" b="b"/>
              <a:pathLst>
                <a:path w="10160" h="30479">
                  <a:moveTo>
                    <a:pt x="10160" y="29210"/>
                  </a:moveTo>
                  <a:lnTo>
                    <a:pt x="0" y="29210"/>
                  </a:lnTo>
                  <a:lnTo>
                    <a:pt x="0" y="30467"/>
                  </a:lnTo>
                  <a:lnTo>
                    <a:pt x="10160" y="30467"/>
                  </a:lnTo>
                  <a:lnTo>
                    <a:pt x="10160" y="29210"/>
                  </a:lnTo>
                  <a:close/>
                </a:path>
                <a:path w="10160" h="30479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30479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30479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30479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30479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30479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30479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30479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30479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6">
              <a:extLst>
                <a:ext uri="{FF2B5EF4-FFF2-40B4-BE49-F238E27FC236}">
                  <a16:creationId xmlns:a16="http://schemas.microsoft.com/office/drawing/2014/main" id="{8AB5D239-72AD-893E-CC84-D1B4C3791C17}"/>
                </a:ext>
              </a:extLst>
            </p:cNvPr>
            <p:cNvSpPr/>
            <p:nvPr/>
          </p:nvSpPr>
          <p:spPr>
            <a:xfrm>
              <a:off x="4537710" y="5590539"/>
              <a:ext cx="11430" cy="261620"/>
            </a:xfrm>
            <a:custGeom>
              <a:avLst/>
              <a:gdLst/>
              <a:ahLst/>
              <a:cxnLst/>
              <a:rect l="l" t="t" r="r" b="b"/>
              <a:pathLst>
                <a:path w="11429" h="261620">
                  <a:moveTo>
                    <a:pt x="6350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11429" h="261620">
                  <a:moveTo>
                    <a:pt x="11430" y="259092"/>
                  </a:moveTo>
                  <a:lnTo>
                    <a:pt x="0" y="259092"/>
                  </a:lnTo>
                  <a:lnTo>
                    <a:pt x="0" y="261620"/>
                  </a:lnTo>
                  <a:lnTo>
                    <a:pt x="11430" y="261620"/>
                  </a:lnTo>
                  <a:lnTo>
                    <a:pt x="11430" y="259092"/>
                  </a:lnTo>
                  <a:close/>
                </a:path>
                <a:path w="11429" h="261620">
                  <a:moveTo>
                    <a:pt x="11430" y="255282"/>
                  </a:moveTo>
                  <a:lnTo>
                    <a:pt x="0" y="25528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5282"/>
                  </a:lnTo>
                  <a:close/>
                </a:path>
                <a:path w="11429" h="261620">
                  <a:moveTo>
                    <a:pt x="11430" y="252742"/>
                  </a:moveTo>
                  <a:lnTo>
                    <a:pt x="0" y="252742"/>
                  </a:lnTo>
                  <a:lnTo>
                    <a:pt x="0" y="255270"/>
                  </a:lnTo>
                  <a:lnTo>
                    <a:pt x="11430" y="255270"/>
                  </a:lnTo>
                  <a:lnTo>
                    <a:pt x="11430" y="252742"/>
                  </a:lnTo>
                  <a:close/>
                </a:path>
                <a:path w="11429" h="261620">
                  <a:moveTo>
                    <a:pt x="11430" y="248932"/>
                  </a:moveTo>
                  <a:lnTo>
                    <a:pt x="0" y="24893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48932"/>
                  </a:lnTo>
                  <a:close/>
                </a:path>
                <a:path w="11429" h="261620">
                  <a:moveTo>
                    <a:pt x="1143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11430" y="248920"/>
                  </a:lnTo>
                  <a:lnTo>
                    <a:pt x="11430" y="246392"/>
                  </a:lnTo>
                  <a:close/>
                </a:path>
                <a:path w="11429" h="261620">
                  <a:moveTo>
                    <a:pt x="1143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2582"/>
                  </a:lnTo>
                  <a:close/>
                </a:path>
                <a:path w="11429" h="261620">
                  <a:moveTo>
                    <a:pt x="1143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11430" y="242570"/>
                  </a:lnTo>
                  <a:lnTo>
                    <a:pt x="11430" y="240042"/>
                  </a:lnTo>
                  <a:close/>
                </a:path>
                <a:path w="11429" h="261620">
                  <a:moveTo>
                    <a:pt x="1143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6232"/>
                  </a:lnTo>
                  <a:close/>
                </a:path>
                <a:path w="11429" h="261620">
                  <a:moveTo>
                    <a:pt x="1143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11430" y="236220"/>
                  </a:lnTo>
                  <a:lnTo>
                    <a:pt x="11430" y="233692"/>
                  </a:lnTo>
                  <a:close/>
                </a:path>
                <a:path w="11429" h="261620">
                  <a:moveTo>
                    <a:pt x="1143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29882"/>
                  </a:lnTo>
                  <a:close/>
                </a:path>
                <a:path w="11429" h="261620">
                  <a:moveTo>
                    <a:pt x="1143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11430" y="229870"/>
                  </a:lnTo>
                  <a:lnTo>
                    <a:pt x="11430" y="227342"/>
                  </a:lnTo>
                  <a:close/>
                </a:path>
                <a:path w="11429" h="261620">
                  <a:moveTo>
                    <a:pt x="1143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3532"/>
                  </a:lnTo>
                  <a:close/>
                </a:path>
                <a:path w="11429" h="261620">
                  <a:moveTo>
                    <a:pt x="1143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11430" y="223520"/>
                  </a:lnTo>
                  <a:lnTo>
                    <a:pt x="11430" y="220992"/>
                  </a:lnTo>
                  <a:close/>
                </a:path>
                <a:path w="11429" h="261620">
                  <a:moveTo>
                    <a:pt x="1143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7182"/>
                  </a:lnTo>
                  <a:close/>
                </a:path>
                <a:path w="11429" h="261620">
                  <a:moveTo>
                    <a:pt x="1143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11430" y="217170"/>
                  </a:lnTo>
                  <a:lnTo>
                    <a:pt x="11430" y="214642"/>
                  </a:lnTo>
                  <a:close/>
                </a:path>
                <a:path w="11429" h="261620">
                  <a:moveTo>
                    <a:pt x="1143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0832"/>
                  </a:lnTo>
                  <a:close/>
                </a:path>
                <a:path w="11429" h="261620">
                  <a:moveTo>
                    <a:pt x="1143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11430" y="210820"/>
                  </a:lnTo>
                  <a:lnTo>
                    <a:pt x="11430" y="208292"/>
                  </a:lnTo>
                  <a:close/>
                </a:path>
                <a:path w="11429" h="261620">
                  <a:moveTo>
                    <a:pt x="11430" y="204482"/>
                  </a:moveTo>
                  <a:lnTo>
                    <a:pt x="0" y="20448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4482"/>
                  </a:lnTo>
                  <a:close/>
                </a:path>
                <a:path w="11429" h="261620">
                  <a:moveTo>
                    <a:pt x="11430" y="201942"/>
                  </a:moveTo>
                  <a:lnTo>
                    <a:pt x="0" y="201942"/>
                  </a:lnTo>
                  <a:lnTo>
                    <a:pt x="0" y="204470"/>
                  </a:lnTo>
                  <a:lnTo>
                    <a:pt x="11430" y="204470"/>
                  </a:lnTo>
                  <a:lnTo>
                    <a:pt x="11430" y="201942"/>
                  </a:lnTo>
                  <a:close/>
                </a:path>
                <a:path w="11429" h="261620">
                  <a:moveTo>
                    <a:pt x="11430" y="198132"/>
                  </a:moveTo>
                  <a:lnTo>
                    <a:pt x="0" y="19813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8132"/>
                  </a:lnTo>
                  <a:close/>
                </a:path>
                <a:path w="11429" h="261620">
                  <a:moveTo>
                    <a:pt x="11430" y="195592"/>
                  </a:moveTo>
                  <a:lnTo>
                    <a:pt x="0" y="195592"/>
                  </a:lnTo>
                  <a:lnTo>
                    <a:pt x="0" y="198120"/>
                  </a:lnTo>
                  <a:lnTo>
                    <a:pt x="11430" y="198120"/>
                  </a:lnTo>
                  <a:lnTo>
                    <a:pt x="11430" y="195592"/>
                  </a:lnTo>
                  <a:close/>
                </a:path>
                <a:path w="11429" h="261620">
                  <a:moveTo>
                    <a:pt x="11430" y="191782"/>
                  </a:moveTo>
                  <a:lnTo>
                    <a:pt x="0" y="19178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1782"/>
                  </a:lnTo>
                  <a:close/>
                </a:path>
                <a:path w="11429" h="261620">
                  <a:moveTo>
                    <a:pt x="11430" y="189242"/>
                  </a:moveTo>
                  <a:lnTo>
                    <a:pt x="0" y="189242"/>
                  </a:lnTo>
                  <a:lnTo>
                    <a:pt x="0" y="191770"/>
                  </a:lnTo>
                  <a:lnTo>
                    <a:pt x="11430" y="191770"/>
                  </a:lnTo>
                  <a:lnTo>
                    <a:pt x="11430" y="189242"/>
                  </a:lnTo>
                  <a:close/>
                </a:path>
                <a:path w="11429" h="261620">
                  <a:moveTo>
                    <a:pt x="11430" y="185432"/>
                  </a:moveTo>
                  <a:lnTo>
                    <a:pt x="0" y="18543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5432"/>
                  </a:lnTo>
                  <a:close/>
                </a:path>
                <a:path w="11429" h="261620">
                  <a:moveTo>
                    <a:pt x="11430" y="182892"/>
                  </a:moveTo>
                  <a:lnTo>
                    <a:pt x="0" y="182892"/>
                  </a:lnTo>
                  <a:lnTo>
                    <a:pt x="0" y="185420"/>
                  </a:lnTo>
                  <a:lnTo>
                    <a:pt x="11430" y="185420"/>
                  </a:lnTo>
                  <a:lnTo>
                    <a:pt x="11430" y="182892"/>
                  </a:lnTo>
                  <a:close/>
                </a:path>
                <a:path w="11429" h="261620">
                  <a:moveTo>
                    <a:pt x="11430" y="179082"/>
                  </a:moveTo>
                  <a:lnTo>
                    <a:pt x="0" y="17908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79082"/>
                  </a:lnTo>
                  <a:close/>
                </a:path>
                <a:path w="11429" h="261620">
                  <a:moveTo>
                    <a:pt x="11430" y="176542"/>
                  </a:moveTo>
                  <a:lnTo>
                    <a:pt x="0" y="176542"/>
                  </a:lnTo>
                  <a:lnTo>
                    <a:pt x="0" y="179070"/>
                  </a:lnTo>
                  <a:lnTo>
                    <a:pt x="11430" y="179070"/>
                  </a:lnTo>
                  <a:lnTo>
                    <a:pt x="11430" y="176542"/>
                  </a:lnTo>
                  <a:close/>
                </a:path>
                <a:path w="11429" h="261620">
                  <a:moveTo>
                    <a:pt x="11430" y="170192"/>
                  </a:moveTo>
                  <a:lnTo>
                    <a:pt x="0" y="17019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0192"/>
                  </a:lnTo>
                  <a:close/>
                </a:path>
                <a:path w="11429" h="261620">
                  <a:moveTo>
                    <a:pt x="11430" y="166382"/>
                  </a:moveTo>
                  <a:lnTo>
                    <a:pt x="0" y="166382"/>
                  </a:lnTo>
                  <a:lnTo>
                    <a:pt x="0" y="170180"/>
                  </a:lnTo>
                  <a:lnTo>
                    <a:pt x="11430" y="170180"/>
                  </a:lnTo>
                  <a:lnTo>
                    <a:pt x="11430" y="166382"/>
                  </a:lnTo>
                  <a:close/>
                </a:path>
                <a:path w="11429" h="261620">
                  <a:moveTo>
                    <a:pt x="11430" y="163842"/>
                  </a:moveTo>
                  <a:lnTo>
                    <a:pt x="0" y="163842"/>
                  </a:lnTo>
                  <a:lnTo>
                    <a:pt x="0" y="166370"/>
                  </a:lnTo>
                  <a:lnTo>
                    <a:pt x="11430" y="166370"/>
                  </a:lnTo>
                  <a:lnTo>
                    <a:pt x="11430" y="163842"/>
                  </a:lnTo>
                  <a:close/>
                </a:path>
                <a:path w="11429" h="261620">
                  <a:moveTo>
                    <a:pt x="11430" y="128282"/>
                  </a:moveTo>
                  <a:lnTo>
                    <a:pt x="0" y="128282"/>
                  </a:lnTo>
                  <a:lnTo>
                    <a:pt x="0" y="163830"/>
                  </a:lnTo>
                  <a:lnTo>
                    <a:pt x="11430" y="163830"/>
                  </a:lnTo>
                  <a:lnTo>
                    <a:pt x="11430" y="128282"/>
                  </a:lnTo>
                  <a:close/>
                </a:path>
                <a:path w="11429" h="261620">
                  <a:moveTo>
                    <a:pt x="11430" y="125742"/>
                  </a:moveTo>
                  <a:lnTo>
                    <a:pt x="0" y="125742"/>
                  </a:lnTo>
                  <a:lnTo>
                    <a:pt x="0" y="128270"/>
                  </a:lnTo>
                  <a:lnTo>
                    <a:pt x="11430" y="128270"/>
                  </a:lnTo>
                  <a:lnTo>
                    <a:pt x="11430" y="125742"/>
                  </a:lnTo>
                  <a:close/>
                </a:path>
                <a:path w="11429" h="261620">
                  <a:moveTo>
                    <a:pt x="11430" y="119392"/>
                  </a:moveTo>
                  <a:lnTo>
                    <a:pt x="0" y="119392"/>
                  </a:lnTo>
                  <a:lnTo>
                    <a:pt x="0" y="125730"/>
                  </a:lnTo>
                  <a:lnTo>
                    <a:pt x="11430" y="125730"/>
                  </a:lnTo>
                  <a:lnTo>
                    <a:pt x="11430" y="119392"/>
                  </a:lnTo>
                  <a:close/>
                </a:path>
                <a:path w="11429" h="261620">
                  <a:moveTo>
                    <a:pt x="11430" y="115582"/>
                  </a:moveTo>
                  <a:lnTo>
                    <a:pt x="0" y="115582"/>
                  </a:lnTo>
                  <a:lnTo>
                    <a:pt x="0" y="119380"/>
                  </a:lnTo>
                  <a:lnTo>
                    <a:pt x="11430" y="119380"/>
                  </a:lnTo>
                  <a:lnTo>
                    <a:pt x="11430" y="115582"/>
                  </a:lnTo>
                  <a:close/>
                </a:path>
                <a:path w="11429" h="261620">
                  <a:moveTo>
                    <a:pt x="11430" y="113042"/>
                  </a:moveTo>
                  <a:lnTo>
                    <a:pt x="0" y="113042"/>
                  </a:lnTo>
                  <a:lnTo>
                    <a:pt x="0" y="115570"/>
                  </a:lnTo>
                  <a:lnTo>
                    <a:pt x="11430" y="115570"/>
                  </a:lnTo>
                  <a:lnTo>
                    <a:pt x="11430" y="113042"/>
                  </a:lnTo>
                  <a:close/>
                </a:path>
                <a:path w="11429" h="261620">
                  <a:moveTo>
                    <a:pt x="11430" y="109232"/>
                  </a:moveTo>
                  <a:lnTo>
                    <a:pt x="0" y="10923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09232"/>
                  </a:lnTo>
                  <a:close/>
                </a:path>
                <a:path w="11429" h="261620">
                  <a:moveTo>
                    <a:pt x="11430" y="106692"/>
                  </a:moveTo>
                  <a:lnTo>
                    <a:pt x="0" y="106692"/>
                  </a:lnTo>
                  <a:lnTo>
                    <a:pt x="0" y="109220"/>
                  </a:lnTo>
                  <a:lnTo>
                    <a:pt x="11430" y="109220"/>
                  </a:lnTo>
                  <a:lnTo>
                    <a:pt x="11430" y="106692"/>
                  </a:lnTo>
                  <a:close/>
                </a:path>
                <a:path w="11429" h="261620">
                  <a:moveTo>
                    <a:pt x="11430" y="102882"/>
                  </a:moveTo>
                  <a:lnTo>
                    <a:pt x="0" y="10288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2882"/>
                  </a:lnTo>
                  <a:close/>
                </a:path>
                <a:path w="11429" h="261620">
                  <a:moveTo>
                    <a:pt x="11430" y="100342"/>
                  </a:moveTo>
                  <a:lnTo>
                    <a:pt x="0" y="100342"/>
                  </a:lnTo>
                  <a:lnTo>
                    <a:pt x="0" y="102870"/>
                  </a:lnTo>
                  <a:lnTo>
                    <a:pt x="11430" y="102870"/>
                  </a:lnTo>
                  <a:lnTo>
                    <a:pt x="11430" y="100342"/>
                  </a:lnTo>
                  <a:close/>
                </a:path>
                <a:path w="11429" h="261620">
                  <a:moveTo>
                    <a:pt x="11430" y="96532"/>
                  </a:moveTo>
                  <a:lnTo>
                    <a:pt x="0" y="9653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6532"/>
                  </a:lnTo>
                  <a:close/>
                </a:path>
                <a:path w="11429" h="261620">
                  <a:moveTo>
                    <a:pt x="11430" y="93992"/>
                  </a:moveTo>
                  <a:lnTo>
                    <a:pt x="0" y="93992"/>
                  </a:lnTo>
                  <a:lnTo>
                    <a:pt x="0" y="96520"/>
                  </a:lnTo>
                  <a:lnTo>
                    <a:pt x="11430" y="96520"/>
                  </a:lnTo>
                  <a:lnTo>
                    <a:pt x="11430" y="93992"/>
                  </a:lnTo>
                  <a:close/>
                </a:path>
                <a:path w="11429" h="261620">
                  <a:moveTo>
                    <a:pt x="11430" y="90182"/>
                  </a:moveTo>
                  <a:lnTo>
                    <a:pt x="0" y="9018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0182"/>
                  </a:lnTo>
                  <a:close/>
                </a:path>
                <a:path w="11429" h="261620">
                  <a:moveTo>
                    <a:pt x="11430" y="87642"/>
                  </a:moveTo>
                  <a:lnTo>
                    <a:pt x="0" y="87642"/>
                  </a:lnTo>
                  <a:lnTo>
                    <a:pt x="0" y="90170"/>
                  </a:lnTo>
                  <a:lnTo>
                    <a:pt x="11430" y="90170"/>
                  </a:lnTo>
                  <a:lnTo>
                    <a:pt x="11430" y="87642"/>
                  </a:lnTo>
                  <a:close/>
                </a:path>
                <a:path w="11429" h="261620">
                  <a:moveTo>
                    <a:pt x="11430" y="83832"/>
                  </a:moveTo>
                  <a:lnTo>
                    <a:pt x="0" y="8383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3832"/>
                  </a:lnTo>
                  <a:close/>
                </a:path>
                <a:path w="11429" h="261620">
                  <a:moveTo>
                    <a:pt x="11430" y="81292"/>
                  </a:moveTo>
                  <a:lnTo>
                    <a:pt x="0" y="81292"/>
                  </a:lnTo>
                  <a:lnTo>
                    <a:pt x="0" y="83820"/>
                  </a:lnTo>
                  <a:lnTo>
                    <a:pt x="11430" y="83820"/>
                  </a:lnTo>
                  <a:lnTo>
                    <a:pt x="11430" y="81292"/>
                  </a:lnTo>
                  <a:close/>
                </a:path>
                <a:path w="11429" h="261620">
                  <a:moveTo>
                    <a:pt x="11430" y="77482"/>
                  </a:moveTo>
                  <a:lnTo>
                    <a:pt x="0" y="7748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7482"/>
                  </a:lnTo>
                  <a:close/>
                </a:path>
                <a:path w="11429" h="261620">
                  <a:moveTo>
                    <a:pt x="11430" y="74942"/>
                  </a:moveTo>
                  <a:lnTo>
                    <a:pt x="0" y="74942"/>
                  </a:lnTo>
                  <a:lnTo>
                    <a:pt x="0" y="77470"/>
                  </a:lnTo>
                  <a:lnTo>
                    <a:pt x="11430" y="77470"/>
                  </a:lnTo>
                  <a:lnTo>
                    <a:pt x="11430" y="74942"/>
                  </a:lnTo>
                  <a:close/>
                </a:path>
                <a:path w="11429" h="261620">
                  <a:moveTo>
                    <a:pt x="11430" y="71132"/>
                  </a:moveTo>
                  <a:lnTo>
                    <a:pt x="0" y="7113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1132"/>
                  </a:lnTo>
                  <a:close/>
                </a:path>
                <a:path w="11429" h="261620">
                  <a:moveTo>
                    <a:pt x="11430" y="68592"/>
                  </a:moveTo>
                  <a:lnTo>
                    <a:pt x="0" y="68592"/>
                  </a:lnTo>
                  <a:lnTo>
                    <a:pt x="0" y="71120"/>
                  </a:lnTo>
                  <a:lnTo>
                    <a:pt x="11430" y="71120"/>
                  </a:lnTo>
                  <a:lnTo>
                    <a:pt x="11430" y="68592"/>
                  </a:lnTo>
                  <a:close/>
                </a:path>
                <a:path w="11429" h="261620">
                  <a:moveTo>
                    <a:pt x="11430" y="64782"/>
                  </a:moveTo>
                  <a:lnTo>
                    <a:pt x="0" y="6478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4782"/>
                  </a:lnTo>
                  <a:close/>
                </a:path>
                <a:path w="11429" h="261620">
                  <a:moveTo>
                    <a:pt x="11430" y="62242"/>
                  </a:moveTo>
                  <a:lnTo>
                    <a:pt x="0" y="62242"/>
                  </a:lnTo>
                  <a:lnTo>
                    <a:pt x="0" y="64770"/>
                  </a:lnTo>
                  <a:lnTo>
                    <a:pt x="11430" y="64770"/>
                  </a:lnTo>
                  <a:lnTo>
                    <a:pt x="11430" y="62242"/>
                  </a:lnTo>
                  <a:close/>
                </a:path>
                <a:path w="11429" h="261620">
                  <a:moveTo>
                    <a:pt x="11430" y="58432"/>
                  </a:moveTo>
                  <a:lnTo>
                    <a:pt x="0" y="5843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8432"/>
                  </a:lnTo>
                  <a:close/>
                </a:path>
                <a:path w="11429" h="261620">
                  <a:moveTo>
                    <a:pt x="11430" y="55892"/>
                  </a:moveTo>
                  <a:lnTo>
                    <a:pt x="0" y="55892"/>
                  </a:lnTo>
                  <a:lnTo>
                    <a:pt x="0" y="58420"/>
                  </a:lnTo>
                  <a:lnTo>
                    <a:pt x="11430" y="58420"/>
                  </a:lnTo>
                  <a:lnTo>
                    <a:pt x="11430" y="55892"/>
                  </a:lnTo>
                  <a:close/>
                </a:path>
                <a:path w="11429" h="261620">
                  <a:moveTo>
                    <a:pt x="11430" y="52082"/>
                  </a:moveTo>
                  <a:lnTo>
                    <a:pt x="0" y="5208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2082"/>
                  </a:lnTo>
                  <a:close/>
                </a:path>
                <a:path w="11429" h="261620">
                  <a:moveTo>
                    <a:pt x="11430" y="49542"/>
                  </a:moveTo>
                  <a:lnTo>
                    <a:pt x="0" y="49542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9542"/>
                  </a:lnTo>
                  <a:close/>
                </a:path>
                <a:path w="11429" h="261620">
                  <a:moveTo>
                    <a:pt x="11430" y="45732"/>
                  </a:moveTo>
                  <a:lnTo>
                    <a:pt x="0" y="4573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5732"/>
                  </a:lnTo>
                  <a:close/>
                </a:path>
                <a:path w="11429" h="261620">
                  <a:moveTo>
                    <a:pt x="11430" y="43192"/>
                  </a:moveTo>
                  <a:lnTo>
                    <a:pt x="0" y="43192"/>
                  </a:lnTo>
                  <a:lnTo>
                    <a:pt x="0" y="45720"/>
                  </a:lnTo>
                  <a:lnTo>
                    <a:pt x="11430" y="45720"/>
                  </a:lnTo>
                  <a:lnTo>
                    <a:pt x="11430" y="43192"/>
                  </a:lnTo>
                  <a:close/>
                </a:path>
                <a:path w="11429" h="261620">
                  <a:moveTo>
                    <a:pt x="11430" y="39382"/>
                  </a:moveTo>
                  <a:lnTo>
                    <a:pt x="0" y="3938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39382"/>
                  </a:lnTo>
                  <a:close/>
                </a:path>
                <a:path w="11429" h="261620">
                  <a:moveTo>
                    <a:pt x="11430" y="36842"/>
                  </a:moveTo>
                  <a:lnTo>
                    <a:pt x="0" y="36842"/>
                  </a:lnTo>
                  <a:lnTo>
                    <a:pt x="0" y="39370"/>
                  </a:lnTo>
                  <a:lnTo>
                    <a:pt x="11430" y="39370"/>
                  </a:lnTo>
                  <a:lnTo>
                    <a:pt x="11430" y="36842"/>
                  </a:lnTo>
                  <a:close/>
                </a:path>
                <a:path w="11429" h="261620">
                  <a:moveTo>
                    <a:pt x="11430" y="33032"/>
                  </a:moveTo>
                  <a:lnTo>
                    <a:pt x="0" y="3303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3032"/>
                  </a:lnTo>
                  <a:close/>
                </a:path>
                <a:path w="11429" h="261620">
                  <a:moveTo>
                    <a:pt x="11430" y="30492"/>
                  </a:moveTo>
                  <a:lnTo>
                    <a:pt x="0" y="30492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30492"/>
                  </a:lnTo>
                  <a:close/>
                </a:path>
                <a:path w="11429" h="261620">
                  <a:moveTo>
                    <a:pt x="11430" y="26682"/>
                  </a:moveTo>
                  <a:lnTo>
                    <a:pt x="0" y="2668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6682"/>
                  </a:lnTo>
                  <a:close/>
                </a:path>
                <a:path w="11429" h="261620">
                  <a:moveTo>
                    <a:pt x="11430" y="24142"/>
                  </a:moveTo>
                  <a:lnTo>
                    <a:pt x="0" y="24142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4142"/>
                  </a:lnTo>
                  <a:close/>
                </a:path>
                <a:path w="11429" h="261620">
                  <a:moveTo>
                    <a:pt x="1143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0332"/>
                  </a:lnTo>
                  <a:close/>
                </a:path>
                <a:path w="11429" h="261620">
                  <a:moveTo>
                    <a:pt x="1143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7792"/>
                  </a:lnTo>
                  <a:close/>
                </a:path>
                <a:path w="11429" h="261620">
                  <a:moveTo>
                    <a:pt x="1143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3982"/>
                  </a:lnTo>
                  <a:close/>
                </a:path>
                <a:path w="11429" h="261620">
                  <a:moveTo>
                    <a:pt x="1143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11442"/>
                  </a:lnTo>
                  <a:close/>
                </a:path>
                <a:path w="11429" h="261620">
                  <a:moveTo>
                    <a:pt x="1143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7632"/>
                  </a:lnTo>
                  <a:close/>
                </a:path>
                <a:path w="11429" h="261620">
                  <a:moveTo>
                    <a:pt x="1143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11430" y="7620"/>
                  </a:lnTo>
                  <a:lnTo>
                    <a:pt x="11430" y="5092"/>
                  </a:lnTo>
                  <a:close/>
                </a:path>
                <a:path w="11429" h="261620">
                  <a:moveTo>
                    <a:pt x="1143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1282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87">
              <a:extLst>
                <a:ext uri="{FF2B5EF4-FFF2-40B4-BE49-F238E27FC236}">
                  <a16:creationId xmlns:a16="http://schemas.microsoft.com/office/drawing/2014/main" id="{451A8F9D-3D00-119B-60B7-C381C0CC13E7}"/>
                </a:ext>
              </a:extLst>
            </p:cNvPr>
            <p:cNvSpPr/>
            <p:nvPr/>
          </p:nvSpPr>
          <p:spPr>
            <a:xfrm>
              <a:off x="4537710" y="5849632"/>
              <a:ext cx="11430" cy="34290"/>
            </a:xfrm>
            <a:custGeom>
              <a:avLst/>
              <a:gdLst/>
              <a:ahLst/>
              <a:cxnLst/>
              <a:rect l="l" t="t" r="r" b="b"/>
              <a:pathLst>
                <a:path w="11429" h="34289">
                  <a:moveTo>
                    <a:pt x="11430" y="31750"/>
                  </a:moveTo>
                  <a:lnTo>
                    <a:pt x="0" y="31750"/>
                  </a:lnTo>
                  <a:lnTo>
                    <a:pt x="0" y="33007"/>
                  </a:lnTo>
                  <a:lnTo>
                    <a:pt x="5080" y="33007"/>
                  </a:lnTo>
                  <a:lnTo>
                    <a:pt x="5080" y="34277"/>
                  </a:lnTo>
                  <a:lnTo>
                    <a:pt x="6350" y="34277"/>
                  </a:lnTo>
                  <a:lnTo>
                    <a:pt x="6350" y="33007"/>
                  </a:lnTo>
                  <a:lnTo>
                    <a:pt x="11430" y="33007"/>
                  </a:lnTo>
                  <a:lnTo>
                    <a:pt x="11430" y="31750"/>
                  </a:lnTo>
                  <a:close/>
                </a:path>
                <a:path w="11429" h="34289">
                  <a:moveTo>
                    <a:pt x="11430" y="27940"/>
                  </a:moveTo>
                  <a:lnTo>
                    <a:pt x="0" y="2794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7940"/>
                  </a:lnTo>
                  <a:close/>
                </a:path>
                <a:path w="11429" h="34289">
                  <a:moveTo>
                    <a:pt x="11430" y="25400"/>
                  </a:moveTo>
                  <a:lnTo>
                    <a:pt x="0" y="25400"/>
                  </a:lnTo>
                  <a:lnTo>
                    <a:pt x="0" y="27927"/>
                  </a:lnTo>
                  <a:lnTo>
                    <a:pt x="11430" y="27927"/>
                  </a:lnTo>
                  <a:lnTo>
                    <a:pt x="11430" y="25400"/>
                  </a:lnTo>
                  <a:close/>
                </a:path>
                <a:path w="11429" h="34289">
                  <a:moveTo>
                    <a:pt x="11430" y="21590"/>
                  </a:moveTo>
                  <a:lnTo>
                    <a:pt x="0" y="2159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1590"/>
                  </a:lnTo>
                  <a:close/>
                </a:path>
                <a:path w="11429" h="34289">
                  <a:moveTo>
                    <a:pt x="11430" y="19050"/>
                  </a:moveTo>
                  <a:lnTo>
                    <a:pt x="0" y="19050"/>
                  </a:lnTo>
                  <a:lnTo>
                    <a:pt x="0" y="21577"/>
                  </a:lnTo>
                  <a:lnTo>
                    <a:pt x="11430" y="21577"/>
                  </a:lnTo>
                  <a:lnTo>
                    <a:pt x="11430" y="19050"/>
                  </a:lnTo>
                  <a:close/>
                </a:path>
                <a:path w="11429" h="34289">
                  <a:moveTo>
                    <a:pt x="11430" y="15240"/>
                  </a:moveTo>
                  <a:lnTo>
                    <a:pt x="0" y="1524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5240"/>
                  </a:lnTo>
                  <a:close/>
                </a:path>
                <a:path w="11429" h="34289">
                  <a:moveTo>
                    <a:pt x="11430" y="12700"/>
                  </a:moveTo>
                  <a:lnTo>
                    <a:pt x="0" y="12700"/>
                  </a:lnTo>
                  <a:lnTo>
                    <a:pt x="0" y="15227"/>
                  </a:lnTo>
                  <a:lnTo>
                    <a:pt x="11430" y="15227"/>
                  </a:lnTo>
                  <a:lnTo>
                    <a:pt x="11430" y="12700"/>
                  </a:lnTo>
                  <a:close/>
                </a:path>
                <a:path w="11429" h="34289">
                  <a:moveTo>
                    <a:pt x="1143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8890"/>
                  </a:lnTo>
                  <a:close/>
                </a:path>
                <a:path w="11429" h="34289">
                  <a:moveTo>
                    <a:pt x="1143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11430" y="8877"/>
                  </a:lnTo>
                  <a:lnTo>
                    <a:pt x="11430" y="6350"/>
                  </a:lnTo>
                  <a:close/>
                </a:path>
                <a:path w="11429" h="34289">
                  <a:moveTo>
                    <a:pt x="1143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2540"/>
                  </a:lnTo>
                  <a:close/>
                </a:path>
                <a:path w="11429" h="34289">
                  <a:moveTo>
                    <a:pt x="1143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1430" y="252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88">
              <a:extLst>
                <a:ext uri="{FF2B5EF4-FFF2-40B4-BE49-F238E27FC236}">
                  <a16:creationId xmlns:a16="http://schemas.microsoft.com/office/drawing/2014/main" id="{6326A7DF-FCC5-98FF-A0EE-7EA1182FC151}"/>
                </a:ext>
              </a:extLst>
            </p:cNvPr>
            <p:cNvSpPr/>
            <p:nvPr/>
          </p:nvSpPr>
          <p:spPr>
            <a:xfrm>
              <a:off x="4549140" y="5591822"/>
              <a:ext cx="10160" cy="264160"/>
            </a:xfrm>
            <a:custGeom>
              <a:avLst/>
              <a:gdLst/>
              <a:ahLst/>
              <a:cxnLst/>
              <a:rect l="l" t="t" r="r" b="b"/>
              <a:pathLst>
                <a:path w="10160" h="264160">
                  <a:moveTo>
                    <a:pt x="1016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0160" y="264147"/>
                  </a:lnTo>
                  <a:lnTo>
                    <a:pt x="10160" y="260350"/>
                  </a:lnTo>
                  <a:close/>
                </a:path>
                <a:path w="10160" h="264160">
                  <a:moveTo>
                    <a:pt x="1016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0160" y="260337"/>
                  </a:lnTo>
                  <a:lnTo>
                    <a:pt x="10160" y="257810"/>
                  </a:lnTo>
                  <a:close/>
                </a:path>
                <a:path w="10160" h="264160">
                  <a:moveTo>
                    <a:pt x="1016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0160" y="257797"/>
                  </a:lnTo>
                  <a:lnTo>
                    <a:pt x="10160" y="254000"/>
                  </a:lnTo>
                  <a:close/>
                </a:path>
                <a:path w="10160" h="264160">
                  <a:moveTo>
                    <a:pt x="1016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0160" y="253987"/>
                  </a:lnTo>
                  <a:lnTo>
                    <a:pt x="10160" y="251460"/>
                  </a:lnTo>
                  <a:close/>
                </a:path>
                <a:path w="10160" h="264160">
                  <a:moveTo>
                    <a:pt x="1016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0160" y="251447"/>
                  </a:lnTo>
                  <a:lnTo>
                    <a:pt x="10160" y="247650"/>
                  </a:lnTo>
                  <a:close/>
                </a:path>
                <a:path w="10160" h="264160">
                  <a:moveTo>
                    <a:pt x="1016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0160" y="247637"/>
                  </a:lnTo>
                  <a:lnTo>
                    <a:pt x="10160" y="245110"/>
                  </a:lnTo>
                  <a:close/>
                </a:path>
                <a:path w="10160" h="264160">
                  <a:moveTo>
                    <a:pt x="1016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0160" y="245097"/>
                  </a:lnTo>
                  <a:lnTo>
                    <a:pt x="10160" y="241300"/>
                  </a:lnTo>
                  <a:close/>
                </a:path>
                <a:path w="10160" h="264160">
                  <a:moveTo>
                    <a:pt x="1016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0160" y="241287"/>
                  </a:lnTo>
                  <a:lnTo>
                    <a:pt x="10160" y="238760"/>
                  </a:lnTo>
                  <a:close/>
                </a:path>
                <a:path w="10160" h="264160">
                  <a:moveTo>
                    <a:pt x="1016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0160" y="238747"/>
                  </a:lnTo>
                  <a:lnTo>
                    <a:pt x="10160" y="234950"/>
                  </a:lnTo>
                  <a:close/>
                </a:path>
                <a:path w="10160" h="264160">
                  <a:moveTo>
                    <a:pt x="1016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0160" y="234937"/>
                  </a:lnTo>
                  <a:lnTo>
                    <a:pt x="10160" y="232410"/>
                  </a:lnTo>
                  <a:close/>
                </a:path>
                <a:path w="10160" h="264160">
                  <a:moveTo>
                    <a:pt x="1016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0160" y="232397"/>
                  </a:lnTo>
                  <a:lnTo>
                    <a:pt x="10160" y="228600"/>
                  </a:lnTo>
                  <a:close/>
                </a:path>
                <a:path w="10160" h="264160">
                  <a:moveTo>
                    <a:pt x="1016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0160" y="228587"/>
                  </a:lnTo>
                  <a:lnTo>
                    <a:pt x="10160" y="226060"/>
                  </a:lnTo>
                  <a:close/>
                </a:path>
                <a:path w="10160" h="264160">
                  <a:moveTo>
                    <a:pt x="1016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0160" y="226047"/>
                  </a:lnTo>
                  <a:lnTo>
                    <a:pt x="10160" y="222250"/>
                  </a:lnTo>
                  <a:close/>
                </a:path>
                <a:path w="10160" h="264160">
                  <a:moveTo>
                    <a:pt x="1016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0160" y="222237"/>
                  </a:lnTo>
                  <a:lnTo>
                    <a:pt x="10160" y="219710"/>
                  </a:lnTo>
                  <a:close/>
                </a:path>
                <a:path w="10160" h="264160">
                  <a:moveTo>
                    <a:pt x="1016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0160" y="219697"/>
                  </a:lnTo>
                  <a:lnTo>
                    <a:pt x="10160" y="215900"/>
                  </a:lnTo>
                  <a:close/>
                </a:path>
                <a:path w="10160" h="264160">
                  <a:moveTo>
                    <a:pt x="1016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0160" y="215887"/>
                  </a:lnTo>
                  <a:lnTo>
                    <a:pt x="10160" y="213360"/>
                  </a:lnTo>
                  <a:close/>
                </a:path>
                <a:path w="10160" h="264160">
                  <a:moveTo>
                    <a:pt x="1016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0160" y="213347"/>
                  </a:lnTo>
                  <a:lnTo>
                    <a:pt x="10160" y="209550"/>
                  </a:lnTo>
                  <a:close/>
                </a:path>
                <a:path w="10160" h="264160">
                  <a:moveTo>
                    <a:pt x="1016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0160" y="209537"/>
                  </a:lnTo>
                  <a:lnTo>
                    <a:pt x="10160" y="207010"/>
                  </a:lnTo>
                  <a:close/>
                </a:path>
                <a:path w="10160" h="264160">
                  <a:moveTo>
                    <a:pt x="1016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0160" y="206997"/>
                  </a:lnTo>
                  <a:lnTo>
                    <a:pt x="10160" y="203200"/>
                  </a:lnTo>
                  <a:close/>
                </a:path>
                <a:path w="10160" h="264160">
                  <a:moveTo>
                    <a:pt x="1016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0160" y="203187"/>
                  </a:lnTo>
                  <a:lnTo>
                    <a:pt x="10160" y="200660"/>
                  </a:lnTo>
                  <a:close/>
                </a:path>
                <a:path w="10160" h="264160">
                  <a:moveTo>
                    <a:pt x="1016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0160" y="200647"/>
                  </a:lnTo>
                  <a:lnTo>
                    <a:pt x="10160" y="196850"/>
                  </a:lnTo>
                  <a:close/>
                </a:path>
                <a:path w="10160" h="264160">
                  <a:moveTo>
                    <a:pt x="1016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0160" y="196837"/>
                  </a:lnTo>
                  <a:lnTo>
                    <a:pt x="10160" y="194310"/>
                  </a:lnTo>
                  <a:close/>
                </a:path>
                <a:path w="10160" h="264160">
                  <a:moveTo>
                    <a:pt x="1016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0160" y="194297"/>
                  </a:lnTo>
                  <a:lnTo>
                    <a:pt x="10160" y="190500"/>
                  </a:lnTo>
                  <a:close/>
                </a:path>
                <a:path w="10160" h="264160">
                  <a:moveTo>
                    <a:pt x="1016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0160" y="190487"/>
                  </a:lnTo>
                  <a:lnTo>
                    <a:pt x="10160" y="187960"/>
                  </a:lnTo>
                  <a:close/>
                </a:path>
                <a:path w="10160" h="264160">
                  <a:moveTo>
                    <a:pt x="1016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0160" y="187947"/>
                  </a:lnTo>
                  <a:lnTo>
                    <a:pt x="10160" y="184150"/>
                  </a:lnTo>
                  <a:close/>
                </a:path>
                <a:path w="10160" h="264160">
                  <a:moveTo>
                    <a:pt x="1016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0160" y="184137"/>
                  </a:lnTo>
                  <a:lnTo>
                    <a:pt x="10160" y="181610"/>
                  </a:lnTo>
                  <a:close/>
                </a:path>
                <a:path w="10160" h="264160">
                  <a:moveTo>
                    <a:pt x="1016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0160" y="181597"/>
                  </a:lnTo>
                  <a:lnTo>
                    <a:pt x="10160" y="177800"/>
                  </a:lnTo>
                  <a:close/>
                </a:path>
                <a:path w="10160" h="264160">
                  <a:moveTo>
                    <a:pt x="1016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0160" y="177787"/>
                  </a:lnTo>
                  <a:lnTo>
                    <a:pt x="10160" y="175260"/>
                  </a:lnTo>
                  <a:close/>
                </a:path>
                <a:path w="10160" h="264160">
                  <a:moveTo>
                    <a:pt x="10160" y="168910"/>
                  </a:moveTo>
                  <a:lnTo>
                    <a:pt x="0" y="168910"/>
                  </a:lnTo>
                  <a:lnTo>
                    <a:pt x="0" y="175247"/>
                  </a:lnTo>
                  <a:lnTo>
                    <a:pt x="10160" y="175247"/>
                  </a:lnTo>
                  <a:lnTo>
                    <a:pt x="10160" y="168910"/>
                  </a:lnTo>
                  <a:close/>
                </a:path>
                <a:path w="10160" h="264160">
                  <a:moveTo>
                    <a:pt x="10160" y="165100"/>
                  </a:moveTo>
                  <a:lnTo>
                    <a:pt x="0" y="165100"/>
                  </a:lnTo>
                  <a:lnTo>
                    <a:pt x="0" y="168897"/>
                  </a:lnTo>
                  <a:lnTo>
                    <a:pt x="10160" y="168897"/>
                  </a:lnTo>
                  <a:lnTo>
                    <a:pt x="10160" y="165100"/>
                  </a:lnTo>
                  <a:close/>
                </a:path>
                <a:path w="10160" h="264160">
                  <a:moveTo>
                    <a:pt x="10160" y="162560"/>
                  </a:moveTo>
                  <a:lnTo>
                    <a:pt x="0" y="162560"/>
                  </a:lnTo>
                  <a:lnTo>
                    <a:pt x="0" y="165087"/>
                  </a:lnTo>
                  <a:lnTo>
                    <a:pt x="10160" y="165087"/>
                  </a:lnTo>
                  <a:lnTo>
                    <a:pt x="10160" y="162560"/>
                  </a:lnTo>
                  <a:close/>
                </a:path>
                <a:path w="10160" h="264160">
                  <a:moveTo>
                    <a:pt x="10160" y="127000"/>
                  </a:moveTo>
                  <a:lnTo>
                    <a:pt x="0" y="127000"/>
                  </a:lnTo>
                  <a:lnTo>
                    <a:pt x="0" y="162547"/>
                  </a:lnTo>
                  <a:lnTo>
                    <a:pt x="10160" y="162547"/>
                  </a:lnTo>
                  <a:lnTo>
                    <a:pt x="10160" y="127000"/>
                  </a:lnTo>
                  <a:close/>
                </a:path>
                <a:path w="10160" h="264160">
                  <a:moveTo>
                    <a:pt x="10160" y="124460"/>
                  </a:moveTo>
                  <a:lnTo>
                    <a:pt x="0" y="124460"/>
                  </a:lnTo>
                  <a:lnTo>
                    <a:pt x="0" y="126987"/>
                  </a:lnTo>
                  <a:lnTo>
                    <a:pt x="10160" y="126987"/>
                  </a:lnTo>
                  <a:lnTo>
                    <a:pt x="10160" y="124460"/>
                  </a:lnTo>
                  <a:close/>
                </a:path>
                <a:path w="10160" h="264160">
                  <a:moveTo>
                    <a:pt x="10160" y="118110"/>
                  </a:moveTo>
                  <a:lnTo>
                    <a:pt x="0" y="118110"/>
                  </a:lnTo>
                  <a:lnTo>
                    <a:pt x="0" y="124447"/>
                  </a:lnTo>
                  <a:lnTo>
                    <a:pt x="10160" y="124447"/>
                  </a:lnTo>
                  <a:lnTo>
                    <a:pt x="10160" y="118110"/>
                  </a:lnTo>
                  <a:close/>
                </a:path>
                <a:path w="10160" h="264160">
                  <a:moveTo>
                    <a:pt x="10160" y="114300"/>
                  </a:moveTo>
                  <a:lnTo>
                    <a:pt x="0" y="114300"/>
                  </a:lnTo>
                  <a:lnTo>
                    <a:pt x="0" y="118097"/>
                  </a:lnTo>
                  <a:lnTo>
                    <a:pt x="10160" y="118097"/>
                  </a:lnTo>
                  <a:lnTo>
                    <a:pt x="10160" y="114300"/>
                  </a:lnTo>
                  <a:close/>
                </a:path>
                <a:path w="10160" h="264160">
                  <a:moveTo>
                    <a:pt x="1016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0160" y="114287"/>
                  </a:lnTo>
                  <a:lnTo>
                    <a:pt x="10160" y="111760"/>
                  </a:lnTo>
                  <a:close/>
                </a:path>
                <a:path w="10160" h="264160">
                  <a:moveTo>
                    <a:pt x="1016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0160" y="111747"/>
                  </a:lnTo>
                  <a:lnTo>
                    <a:pt x="10160" y="107950"/>
                  </a:lnTo>
                  <a:close/>
                </a:path>
                <a:path w="10160" h="264160">
                  <a:moveTo>
                    <a:pt x="1016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0160" y="107937"/>
                  </a:lnTo>
                  <a:lnTo>
                    <a:pt x="10160" y="105410"/>
                  </a:lnTo>
                  <a:close/>
                </a:path>
                <a:path w="10160" h="264160">
                  <a:moveTo>
                    <a:pt x="1016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0160" y="105397"/>
                  </a:lnTo>
                  <a:lnTo>
                    <a:pt x="10160" y="101600"/>
                  </a:lnTo>
                  <a:close/>
                </a:path>
                <a:path w="10160" h="264160">
                  <a:moveTo>
                    <a:pt x="1016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0160" y="101587"/>
                  </a:lnTo>
                  <a:lnTo>
                    <a:pt x="10160" y="99060"/>
                  </a:lnTo>
                  <a:close/>
                </a:path>
                <a:path w="10160" h="264160">
                  <a:moveTo>
                    <a:pt x="1016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0160" y="99047"/>
                  </a:lnTo>
                  <a:lnTo>
                    <a:pt x="10160" y="95250"/>
                  </a:lnTo>
                  <a:close/>
                </a:path>
                <a:path w="10160" h="264160">
                  <a:moveTo>
                    <a:pt x="1016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0160" y="95237"/>
                  </a:lnTo>
                  <a:lnTo>
                    <a:pt x="10160" y="92710"/>
                  </a:lnTo>
                  <a:close/>
                </a:path>
                <a:path w="10160" h="264160">
                  <a:moveTo>
                    <a:pt x="1016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0160" y="92697"/>
                  </a:lnTo>
                  <a:lnTo>
                    <a:pt x="10160" y="88900"/>
                  </a:lnTo>
                  <a:close/>
                </a:path>
                <a:path w="10160" h="264160">
                  <a:moveTo>
                    <a:pt x="1016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0160" y="88887"/>
                  </a:lnTo>
                  <a:lnTo>
                    <a:pt x="10160" y="86360"/>
                  </a:lnTo>
                  <a:close/>
                </a:path>
                <a:path w="10160" h="264160">
                  <a:moveTo>
                    <a:pt x="1016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0160" y="86347"/>
                  </a:lnTo>
                  <a:lnTo>
                    <a:pt x="10160" y="82550"/>
                  </a:lnTo>
                  <a:close/>
                </a:path>
                <a:path w="10160" h="264160">
                  <a:moveTo>
                    <a:pt x="1016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0160" y="82537"/>
                  </a:lnTo>
                  <a:lnTo>
                    <a:pt x="10160" y="80010"/>
                  </a:lnTo>
                  <a:close/>
                </a:path>
                <a:path w="10160" h="264160">
                  <a:moveTo>
                    <a:pt x="1016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0160" y="79997"/>
                  </a:lnTo>
                  <a:lnTo>
                    <a:pt x="10160" y="76200"/>
                  </a:lnTo>
                  <a:close/>
                </a:path>
                <a:path w="10160" h="264160">
                  <a:moveTo>
                    <a:pt x="1016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0160" y="76187"/>
                  </a:lnTo>
                  <a:lnTo>
                    <a:pt x="10160" y="73660"/>
                  </a:lnTo>
                  <a:close/>
                </a:path>
                <a:path w="10160" h="264160">
                  <a:moveTo>
                    <a:pt x="1016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0160" y="73647"/>
                  </a:lnTo>
                  <a:lnTo>
                    <a:pt x="10160" y="69850"/>
                  </a:lnTo>
                  <a:close/>
                </a:path>
                <a:path w="10160" h="264160">
                  <a:moveTo>
                    <a:pt x="1016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0160" y="69837"/>
                  </a:lnTo>
                  <a:lnTo>
                    <a:pt x="10160" y="67310"/>
                  </a:lnTo>
                  <a:close/>
                </a:path>
                <a:path w="10160" h="264160">
                  <a:moveTo>
                    <a:pt x="1016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0160" y="67297"/>
                  </a:lnTo>
                  <a:lnTo>
                    <a:pt x="10160" y="63500"/>
                  </a:lnTo>
                  <a:close/>
                </a:path>
                <a:path w="10160" h="264160">
                  <a:moveTo>
                    <a:pt x="1016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0160" y="63487"/>
                  </a:lnTo>
                  <a:lnTo>
                    <a:pt x="10160" y="60960"/>
                  </a:lnTo>
                  <a:close/>
                </a:path>
                <a:path w="10160" h="264160">
                  <a:moveTo>
                    <a:pt x="1016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0160" y="60947"/>
                  </a:lnTo>
                  <a:lnTo>
                    <a:pt x="10160" y="57150"/>
                  </a:lnTo>
                  <a:close/>
                </a:path>
                <a:path w="10160" h="264160">
                  <a:moveTo>
                    <a:pt x="1016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0160" y="57137"/>
                  </a:lnTo>
                  <a:lnTo>
                    <a:pt x="10160" y="54610"/>
                  </a:lnTo>
                  <a:close/>
                </a:path>
                <a:path w="10160" h="264160">
                  <a:moveTo>
                    <a:pt x="1016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0160" y="54597"/>
                  </a:lnTo>
                  <a:lnTo>
                    <a:pt x="10160" y="50800"/>
                  </a:lnTo>
                  <a:close/>
                </a:path>
                <a:path w="10160" h="264160">
                  <a:moveTo>
                    <a:pt x="1016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0160" y="50787"/>
                  </a:lnTo>
                  <a:lnTo>
                    <a:pt x="10160" y="48260"/>
                  </a:lnTo>
                  <a:close/>
                </a:path>
                <a:path w="10160" h="264160">
                  <a:moveTo>
                    <a:pt x="1016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0160" y="48247"/>
                  </a:lnTo>
                  <a:lnTo>
                    <a:pt x="10160" y="44450"/>
                  </a:lnTo>
                  <a:close/>
                </a:path>
                <a:path w="10160" h="264160">
                  <a:moveTo>
                    <a:pt x="1016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0160" y="44437"/>
                  </a:lnTo>
                  <a:lnTo>
                    <a:pt x="10160" y="41910"/>
                  </a:lnTo>
                  <a:close/>
                </a:path>
                <a:path w="10160" h="264160">
                  <a:moveTo>
                    <a:pt x="1016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0160" y="41897"/>
                  </a:lnTo>
                  <a:lnTo>
                    <a:pt x="10160" y="38100"/>
                  </a:lnTo>
                  <a:close/>
                </a:path>
                <a:path w="10160" h="264160">
                  <a:moveTo>
                    <a:pt x="1016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0160" y="38087"/>
                  </a:lnTo>
                  <a:lnTo>
                    <a:pt x="10160" y="35560"/>
                  </a:lnTo>
                  <a:close/>
                </a:path>
                <a:path w="10160" h="264160">
                  <a:moveTo>
                    <a:pt x="1016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0160" y="35547"/>
                  </a:lnTo>
                  <a:lnTo>
                    <a:pt x="10160" y="31750"/>
                  </a:lnTo>
                  <a:close/>
                </a:path>
                <a:path w="10160" h="264160">
                  <a:moveTo>
                    <a:pt x="1016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0160" y="31737"/>
                  </a:lnTo>
                  <a:lnTo>
                    <a:pt x="10160" y="29210"/>
                  </a:lnTo>
                  <a:close/>
                </a:path>
                <a:path w="10160" h="26416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6416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6416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6416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6416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6416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6416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6416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6416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D6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89">
              <a:extLst>
                <a:ext uri="{FF2B5EF4-FFF2-40B4-BE49-F238E27FC236}">
                  <a16:creationId xmlns:a16="http://schemas.microsoft.com/office/drawing/2014/main" id="{141EF769-7AAD-840D-126B-C36FD22F99C3}"/>
                </a:ext>
              </a:extLst>
            </p:cNvPr>
            <p:cNvSpPr/>
            <p:nvPr/>
          </p:nvSpPr>
          <p:spPr>
            <a:xfrm>
              <a:off x="4549140" y="5852172"/>
              <a:ext cx="10160" cy="30480"/>
            </a:xfrm>
            <a:custGeom>
              <a:avLst/>
              <a:gdLst/>
              <a:ahLst/>
              <a:cxnLst/>
              <a:rect l="l" t="t" r="r" b="b"/>
              <a:pathLst>
                <a:path w="10160" h="30479">
                  <a:moveTo>
                    <a:pt x="10160" y="29210"/>
                  </a:moveTo>
                  <a:lnTo>
                    <a:pt x="0" y="29210"/>
                  </a:lnTo>
                  <a:lnTo>
                    <a:pt x="0" y="30467"/>
                  </a:lnTo>
                  <a:lnTo>
                    <a:pt x="10160" y="30467"/>
                  </a:lnTo>
                  <a:lnTo>
                    <a:pt x="10160" y="29210"/>
                  </a:lnTo>
                  <a:close/>
                </a:path>
                <a:path w="10160" h="30479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30479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30479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30479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30479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30479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30479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30479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30479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D6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0">
              <a:extLst>
                <a:ext uri="{FF2B5EF4-FFF2-40B4-BE49-F238E27FC236}">
                  <a16:creationId xmlns:a16="http://schemas.microsoft.com/office/drawing/2014/main" id="{56B5F5C7-851C-33D2-C7C6-672C02BA05DD}"/>
                </a:ext>
              </a:extLst>
            </p:cNvPr>
            <p:cNvSpPr/>
            <p:nvPr/>
          </p:nvSpPr>
          <p:spPr>
            <a:xfrm>
              <a:off x="4559300" y="5591822"/>
              <a:ext cx="11430" cy="264160"/>
            </a:xfrm>
            <a:custGeom>
              <a:avLst/>
              <a:gdLst/>
              <a:ahLst/>
              <a:cxnLst/>
              <a:rect l="l" t="t" r="r" b="b"/>
              <a:pathLst>
                <a:path w="11429" h="264160">
                  <a:moveTo>
                    <a:pt x="1143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1430" y="264147"/>
                  </a:lnTo>
                  <a:lnTo>
                    <a:pt x="11430" y="260350"/>
                  </a:lnTo>
                  <a:close/>
                </a:path>
                <a:path w="11429" h="264160">
                  <a:moveTo>
                    <a:pt x="1143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1430" y="260337"/>
                  </a:lnTo>
                  <a:lnTo>
                    <a:pt x="11430" y="257810"/>
                  </a:lnTo>
                  <a:close/>
                </a:path>
                <a:path w="11429" h="264160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64160">
                  <a:moveTo>
                    <a:pt x="1143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51460"/>
                  </a:lnTo>
                  <a:close/>
                </a:path>
                <a:path w="11429" h="264160">
                  <a:moveTo>
                    <a:pt x="1143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1430" y="251447"/>
                  </a:lnTo>
                  <a:lnTo>
                    <a:pt x="11430" y="247650"/>
                  </a:lnTo>
                  <a:close/>
                </a:path>
                <a:path w="11429" h="264160">
                  <a:moveTo>
                    <a:pt x="1143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5110"/>
                  </a:lnTo>
                  <a:close/>
                </a:path>
                <a:path w="11429" h="264160">
                  <a:moveTo>
                    <a:pt x="1143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1430" y="245097"/>
                  </a:lnTo>
                  <a:lnTo>
                    <a:pt x="11430" y="241300"/>
                  </a:lnTo>
                  <a:close/>
                </a:path>
                <a:path w="11429" h="264160">
                  <a:moveTo>
                    <a:pt x="1143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8760"/>
                  </a:lnTo>
                  <a:close/>
                </a:path>
                <a:path w="11429" h="264160">
                  <a:moveTo>
                    <a:pt x="1143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1430" y="238747"/>
                  </a:lnTo>
                  <a:lnTo>
                    <a:pt x="11430" y="234950"/>
                  </a:lnTo>
                  <a:close/>
                </a:path>
                <a:path w="11429" h="264160">
                  <a:moveTo>
                    <a:pt x="1143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1430" y="234937"/>
                  </a:lnTo>
                  <a:lnTo>
                    <a:pt x="11430" y="232410"/>
                  </a:lnTo>
                  <a:close/>
                </a:path>
                <a:path w="11429" h="264160">
                  <a:moveTo>
                    <a:pt x="1143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8600"/>
                  </a:lnTo>
                  <a:close/>
                </a:path>
                <a:path w="11429" h="264160">
                  <a:moveTo>
                    <a:pt x="1143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1430" y="228587"/>
                  </a:lnTo>
                  <a:lnTo>
                    <a:pt x="11430" y="226060"/>
                  </a:lnTo>
                  <a:close/>
                </a:path>
                <a:path w="11429" h="264160">
                  <a:moveTo>
                    <a:pt x="1143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1430" y="226047"/>
                  </a:lnTo>
                  <a:lnTo>
                    <a:pt x="11430" y="222250"/>
                  </a:lnTo>
                  <a:close/>
                </a:path>
                <a:path w="11429" h="264160">
                  <a:moveTo>
                    <a:pt x="1143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9710"/>
                  </a:lnTo>
                  <a:close/>
                </a:path>
                <a:path w="11429" h="264160">
                  <a:moveTo>
                    <a:pt x="1143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1430" y="219697"/>
                  </a:lnTo>
                  <a:lnTo>
                    <a:pt x="11430" y="215900"/>
                  </a:lnTo>
                  <a:close/>
                </a:path>
                <a:path w="11429" h="264160">
                  <a:moveTo>
                    <a:pt x="1143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13360"/>
                  </a:lnTo>
                  <a:close/>
                </a:path>
                <a:path w="11429" h="264160">
                  <a:moveTo>
                    <a:pt x="1143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1430" y="213347"/>
                  </a:lnTo>
                  <a:lnTo>
                    <a:pt x="11430" y="209550"/>
                  </a:lnTo>
                  <a:close/>
                </a:path>
                <a:path w="11429" h="264160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64160">
                  <a:moveTo>
                    <a:pt x="1143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3200"/>
                  </a:lnTo>
                  <a:close/>
                </a:path>
                <a:path w="11429" h="264160">
                  <a:moveTo>
                    <a:pt x="1143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1430" y="203187"/>
                  </a:lnTo>
                  <a:lnTo>
                    <a:pt x="11430" y="200660"/>
                  </a:lnTo>
                  <a:close/>
                </a:path>
                <a:path w="11429" h="264160">
                  <a:moveTo>
                    <a:pt x="1143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6850"/>
                  </a:lnTo>
                  <a:close/>
                </a:path>
                <a:path w="11429" h="264160">
                  <a:moveTo>
                    <a:pt x="1143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1430" y="196837"/>
                  </a:lnTo>
                  <a:lnTo>
                    <a:pt x="11430" y="194310"/>
                  </a:lnTo>
                  <a:close/>
                </a:path>
                <a:path w="11429" h="264160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64160">
                  <a:moveTo>
                    <a:pt x="1143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7960"/>
                  </a:lnTo>
                  <a:close/>
                </a:path>
                <a:path w="11429" h="264160">
                  <a:moveTo>
                    <a:pt x="1143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1430" y="187947"/>
                  </a:lnTo>
                  <a:lnTo>
                    <a:pt x="11430" y="184150"/>
                  </a:lnTo>
                  <a:close/>
                </a:path>
                <a:path w="11429" h="264160">
                  <a:moveTo>
                    <a:pt x="1143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81610"/>
                  </a:lnTo>
                  <a:close/>
                </a:path>
                <a:path w="11429" h="264160">
                  <a:moveTo>
                    <a:pt x="1143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1430" y="181597"/>
                  </a:lnTo>
                  <a:lnTo>
                    <a:pt x="11430" y="177800"/>
                  </a:lnTo>
                  <a:close/>
                </a:path>
                <a:path w="11429" h="264160">
                  <a:moveTo>
                    <a:pt x="1143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1430" y="177787"/>
                  </a:lnTo>
                  <a:lnTo>
                    <a:pt x="11430" y="175260"/>
                  </a:lnTo>
                  <a:close/>
                </a:path>
                <a:path w="11429" h="264160">
                  <a:moveTo>
                    <a:pt x="11430" y="168910"/>
                  </a:moveTo>
                  <a:lnTo>
                    <a:pt x="0" y="168910"/>
                  </a:lnTo>
                  <a:lnTo>
                    <a:pt x="0" y="175247"/>
                  </a:lnTo>
                  <a:lnTo>
                    <a:pt x="11430" y="175247"/>
                  </a:lnTo>
                  <a:lnTo>
                    <a:pt x="11430" y="168910"/>
                  </a:lnTo>
                  <a:close/>
                </a:path>
                <a:path w="11429" h="264160">
                  <a:moveTo>
                    <a:pt x="11430" y="165100"/>
                  </a:moveTo>
                  <a:lnTo>
                    <a:pt x="0" y="16510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5100"/>
                  </a:lnTo>
                  <a:close/>
                </a:path>
                <a:path w="11429" h="264160">
                  <a:moveTo>
                    <a:pt x="11430" y="162560"/>
                  </a:moveTo>
                  <a:lnTo>
                    <a:pt x="0" y="162560"/>
                  </a:lnTo>
                  <a:lnTo>
                    <a:pt x="0" y="165087"/>
                  </a:lnTo>
                  <a:lnTo>
                    <a:pt x="11430" y="165087"/>
                  </a:lnTo>
                  <a:lnTo>
                    <a:pt x="11430" y="162560"/>
                  </a:lnTo>
                  <a:close/>
                </a:path>
                <a:path w="11429" h="264160">
                  <a:moveTo>
                    <a:pt x="11430" y="127000"/>
                  </a:moveTo>
                  <a:lnTo>
                    <a:pt x="0" y="12700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27000"/>
                  </a:lnTo>
                  <a:close/>
                </a:path>
                <a:path w="11429" h="264160">
                  <a:moveTo>
                    <a:pt x="11430" y="124460"/>
                  </a:moveTo>
                  <a:lnTo>
                    <a:pt x="0" y="124460"/>
                  </a:lnTo>
                  <a:lnTo>
                    <a:pt x="0" y="126987"/>
                  </a:lnTo>
                  <a:lnTo>
                    <a:pt x="11430" y="126987"/>
                  </a:lnTo>
                  <a:lnTo>
                    <a:pt x="11430" y="124460"/>
                  </a:lnTo>
                  <a:close/>
                </a:path>
                <a:path w="11429" h="264160">
                  <a:moveTo>
                    <a:pt x="11430" y="118110"/>
                  </a:moveTo>
                  <a:lnTo>
                    <a:pt x="0" y="118110"/>
                  </a:lnTo>
                  <a:lnTo>
                    <a:pt x="0" y="124447"/>
                  </a:lnTo>
                  <a:lnTo>
                    <a:pt x="11430" y="124447"/>
                  </a:lnTo>
                  <a:lnTo>
                    <a:pt x="11430" y="118110"/>
                  </a:lnTo>
                  <a:close/>
                </a:path>
                <a:path w="11429" h="264160">
                  <a:moveTo>
                    <a:pt x="11430" y="114300"/>
                  </a:moveTo>
                  <a:lnTo>
                    <a:pt x="0" y="114300"/>
                  </a:lnTo>
                  <a:lnTo>
                    <a:pt x="0" y="118097"/>
                  </a:lnTo>
                  <a:lnTo>
                    <a:pt x="11430" y="118097"/>
                  </a:lnTo>
                  <a:lnTo>
                    <a:pt x="11430" y="114300"/>
                  </a:lnTo>
                  <a:close/>
                </a:path>
                <a:path w="11429" h="264160">
                  <a:moveTo>
                    <a:pt x="1143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11760"/>
                  </a:lnTo>
                  <a:close/>
                </a:path>
                <a:path w="11429" h="264160">
                  <a:moveTo>
                    <a:pt x="1143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1430" y="111747"/>
                  </a:lnTo>
                  <a:lnTo>
                    <a:pt x="11430" y="107950"/>
                  </a:lnTo>
                  <a:close/>
                </a:path>
                <a:path w="11429" h="264160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64160">
                  <a:moveTo>
                    <a:pt x="1143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101600"/>
                  </a:lnTo>
                  <a:close/>
                </a:path>
                <a:path w="11429" h="264160">
                  <a:moveTo>
                    <a:pt x="1143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1430" y="101587"/>
                  </a:lnTo>
                  <a:lnTo>
                    <a:pt x="11430" y="99060"/>
                  </a:lnTo>
                  <a:close/>
                </a:path>
                <a:path w="11429" h="264160">
                  <a:moveTo>
                    <a:pt x="1143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5250"/>
                  </a:lnTo>
                  <a:close/>
                </a:path>
                <a:path w="11429" h="264160">
                  <a:moveTo>
                    <a:pt x="1143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1430" y="95237"/>
                  </a:lnTo>
                  <a:lnTo>
                    <a:pt x="11430" y="92710"/>
                  </a:lnTo>
                  <a:close/>
                </a:path>
                <a:path w="11429" h="264160">
                  <a:moveTo>
                    <a:pt x="1143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8900"/>
                  </a:lnTo>
                  <a:close/>
                </a:path>
                <a:path w="11429" h="264160">
                  <a:moveTo>
                    <a:pt x="1143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1430" y="88887"/>
                  </a:lnTo>
                  <a:lnTo>
                    <a:pt x="11430" y="86360"/>
                  </a:lnTo>
                  <a:close/>
                </a:path>
                <a:path w="11429" h="264160">
                  <a:moveTo>
                    <a:pt x="1143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1430" y="86347"/>
                  </a:lnTo>
                  <a:lnTo>
                    <a:pt x="11430" y="82550"/>
                  </a:lnTo>
                  <a:close/>
                </a:path>
                <a:path w="11429" h="264160">
                  <a:moveTo>
                    <a:pt x="1143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80010"/>
                  </a:lnTo>
                  <a:close/>
                </a:path>
                <a:path w="11429" h="264160">
                  <a:moveTo>
                    <a:pt x="1143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1430" y="79997"/>
                  </a:lnTo>
                  <a:lnTo>
                    <a:pt x="11430" y="76200"/>
                  </a:lnTo>
                  <a:close/>
                </a:path>
                <a:path w="11429" h="264160">
                  <a:moveTo>
                    <a:pt x="1143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73660"/>
                  </a:lnTo>
                  <a:close/>
                </a:path>
                <a:path w="11429" h="264160">
                  <a:moveTo>
                    <a:pt x="1143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1430" y="73647"/>
                  </a:lnTo>
                  <a:lnTo>
                    <a:pt x="11430" y="69850"/>
                  </a:lnTo>
                  <a:close/>
                </a:path>
                <a:path w="11429" h="264160">
                  <a:moveTo>
                    <a:pt x="1143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7310"/>
                  </a:lnTo>
                  <a:close/>
                </a:path>
                <a:path w="11429" h="264160">
                  <a:moveTo>
                    <a:pt x="1143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1430" y="67297"/>
                  </a:lnTo>
                  <a:lnTo>
                    <a:pt x="11430" y="63500"/>
                  </a:lnTo>
                  <a:close/>
                </a:path>
                <a:path w="11429" h="264160">
                  <a:moveTo>
                    <a:pt x="1143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1430" y="63487"/>
                  </a:lnTo>
                  <a:lnTo>
                    <a:pt x="11430" y="60960"/>
                  </a:lnTo>
                  <a:close/>
                </a:path>
                <a:path w="11429" h="264160">
                  <a:moveTo>
                    <a:pt x="1143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7150"/>
                  </a:lnTo>
                  <a:close/>
                </a:path>
                <a:path w="11429" h="264160">
                  <a:moveTo>
                    <a:pt x="1143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1430" y="57137"/>
                  </a:lnTo>
                  <a:lnTo>
                    <a:pt x="11430" y="54610"/>
                  </a:lnTo>
                  <a:close/>
                </a:path>
                <a:path w="11429" h="264160">
                  <a:moveTo>
                    <a:pt x="1143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50800"/>
                  </a:lnTo>
                  <a:close/>
                </a:path>
                <a:path w="11429" h="264160">
                  <a:moveTo>
                    <a:pt x="1143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1430" y="50787"/>
                  </a:lnTo>
                  <a:lnTo>
                    <a:pt x="11430" y="48260"/>
                  </a:lnTo>
                  <a:close/>
                </a:path>
                <a:path w="11429" h="264160">
                  <a:moveTo>
                    <a:pt x="1143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1430" y="48247"/>
                  </a:lnTo>
                  <a:lnTo>
                    <a:pt x="11430" y="44450"/>
                  </a:lnTo>
                  <a:close/>
                </a:path>
                <a:path w="11429" h="264160">
                  <a:moveTo>
                    <a:pt x="1143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41910"/>
                  </a:lnTo>
                  <a:close/>
                </a:path>
                <a:path w="11429" h="264160">
                  <a:moveTo>
                    <a:pt x="1143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1430" y="41897"/>
                  </a:lnTo>
                  <a:lnTo>
                    <a:pt x="11430" y="38100"/>
                  </a:lnTo>
                  <a:close/>
                </a:path>
                <a:path w="11429" h="264160">
                  <a:moveTo>
                    <a:pt x="1143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5560"/>
                  </a:lnTo>
                  <a:close/>
                </a:path>
                <a:path w="11429" h="264160">
                  <a:moveTo>
                    <a:pt x="1143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1430" y="35547"/>
                  </a:lnTo>
                  <a:lnTo>
                    <a:pt x="11430" y="31750"/>
                  </a:lnTo>
                  <a:close/>
                </a:path>
                <a:path w="11429" h="264160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6416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6416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6416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6416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6416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6416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6416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6416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6416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E6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1">
              <a:extLst>
                <a:ext uri="{FF2B5EF4-FFF2-40B4-BE49-F238E27FC236}">
                  <a16:creationId xmlns:a16="http://schemas.microsoft.com/office/drawing/2014/main" id="{DE80CFED-396C-D40A-8C22-D0F72D87FB83}"/>
                </a:ext>
              </a:extLst>
            </p:cNvPr>
            <p:cNvSpPr/>
            <p:nvPr/>
          </p:nvSpPr>
          <p:spPr>
            <a:xfrm>
              <a:off x="4559300" y="5852172"/>
              <a:ext cx="11430" cy="30480"/>
            </a:xfrm>
            <a:custGeom>
              <a:avLst/>
              <a:gdLst/>
              <a:ahLst/>
              <a:cxnLst/>
              <a:rect l="l" t="t" r="r" b="b"/>
              <a:pathLst>
                <a:path w="11429" h="30479">
                  <a:moveTo>
                    <a:pt x="10160" y="29210"/>
                  </a:moveTo>
                  <a:lnTo>
                    <a:pt x="0" y="29210"/>
                  </a:lnTo>
                  <a:lnTo>
                    <a:pt x="0" y="30467"/>
                  </a:lnTo>
                  <a:lnTo>
                    <a:pt x="10160" y="30467"/>
                  </a:lnTo>
                  <a:lnTo>
                    <a:pt x="10160" y="29210"/>
                  </a:lnTo>
                  <a:close/>
                </a:path>
                <a:path w="11429" h="30479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30479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30479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30479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30479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30479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30479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30479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30479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E6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2">
              <a:extLst>
                <a:ext uri="{FF2B5EF4-FFF2-40B4-BE49-F238E27FC236}">
                  <a16:creationId xmlns:a16="http://schemas.microsoft.com/office/drawing/2014/main" id="{082C11FF-54A0-E1BF-A016-5E640FB69101}"/>
                </a:ext>
              </a:extLst>
            </p:cNvPr>
            <p:cNvSpPr/>
            <p:nvPr/>
          </p:nvSpPr>
          <p:spPr>
            <a:xfrm>
              <a:off x="4570730" y="5591822"/>
              <a:ext cx="10160" cy="264160"/>
            </a:xfrm>
            <a:custGeom>
              <a:avLst/>
              <a:gdLst/>
              <a:ahLst/>
              <a:cxnLst/>
              <a:rect l="l" t="t" r="r" b="b"/>
              <a:pathLst>
                <a:path w="10160" h="264160">
                  <a:moveTo>
                    <a:pt x="1016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0160" y="264147"/>
                  </a:lnTo>
                  <a:lnTo>
                    <a:pt x="10160" y="260350"/>
                  </a:lnTo>
                  <a:close/>
                </a:path>
                <a:path w="10160" h="264160">
                  <a:moveTo>
                    <a:pt x="1016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0160" y="260337"/>
                  </a:lnTo>
                  <a:lnTo>
                    <a:pt x="10160" y="257810"/>
                  </a:lnTo>
                  <a:close/>
                </a:path>
                <a:path w="10160" h="264160">
                  <a:moveTo>
                    <a:pt x="1016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0160" y="257797"/>
                  </a:lnTo>
                  <a:lnTo>
                    <a:pt x="10160" y="254000"/>
                  </a:lnTo>
                  <a:close/>
                </a:path>
                <a:path w="10160" h="264160">
                  <a:moveTo>
                    <a:pt x="1016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0160" y="253987"/>
                  </a:lnTo>
                  <a:lnTo>
                    <a:pt x="10160" y="251460"/>
                  </a:lnTo>
                  <a:close/>
                </a:path>
                <a:path w="10160" h="264160">
                  <a:moveTo>
                    <a:pt x="1016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0160" y="251447"/>
                  </a:lnTo>
                  <a:lnTo>
                    <a:pt x="10160" y="247650"/>
                  </a:lnTo>
                  <a:close/>
                </a:path>
                <a:path w="10160" h="264160">
                  <a:moveTo>
                    <a:pt x="1016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0160" y="247637"/>
                  </a:lnTo>
                  <a:lnTo>
                    <a:pt x="10160" y="245110"/>
                  </a:lnTo>
                  <a:close/>
                </a:path>
                <a:path w="10160" h="264160">
                  <a:moveTo>
                    <a:pt x="1016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0160" y="245097"/>
                  </a:lnTo>
                  <a:lnTo>
                    <a:pt x="10160" y="241300"/>
                  </a:lnTo>
                  <a:close/>
                </a:path>
                <a:path w="10160" h="264160">
                  <a:moveTo>
                    <a:pt x="1016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0160" y="241287"/>
                  </a:lnTo>
                  <a:lnTo>
                    <a:pt x="10160" y="238760"/>
                  </a:lnTo>
                  <a:close/>
                </a:path>
                <a:path w="10160" h="264160">
                  <a:moveTo>
                    <a:pt x="1016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0160" y="238747"/>
                  </a:lnTo>
                  <a:lnTo>
                    <a:pt x="10160" y="234950"/>
                  </a:lnTo>
                  <a:close/>
                </a:path>
                <a:path w="10160" h="264160">
                  <a:moveTo>
                    <a:pt x="1016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0160" y="234937"/>
                  </a:lnTo>
                  <a:lnTo>
                    <a:pt x="10160" y="232410"/>
                  </a:lnTo>
                  <a:close/>
                </a:path>
                <a:path w="10160" h="264160">
                  <a:moveTo>
                    <a:pt x="1016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0160" y="232397"/>
                  </a:lnTo>
                  <a:lnTo>
                    <a:pt x="10160" y="228600"/>
                  </a:lnTo>
                  <a:close/>
                </a:path>
                <a:path w="10160" h="264160">
                  <a:moveTo>
                    <a:pt x="1016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0160" y="228587"/>
                  </a:lnTo>
                  <a:lnTo>
                    <a:pt x="10160" y="226060"/>
                  </a:lnTo>
                  <a:close/>
                </a:path>
                <a:path w="10160" h="264160">
                  <a:moveTo>
                    <a:pt x="1016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0160" y="226047"/>
                  </a:lnTo>
                  <a:lnTo>
                    <a:pt x="10160" y="222250"/>
                  </a:lnTo>
                  <a:close/>
                </a:path>
                <a:path w="10160" h="264160">
                  <a:moveTo>
                    <a:pt x="1016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0160" y="222237"/>
                  </a:lnTo>
                  <a:lnTo>
                    <a:pt x="10160" y="219710"/>
                  </a:lnTo>
                  <a:close/>
                </a:path>
                <a:path w="10160" h="264160">
                  <a:moveTo>
                    <a:pt x="1016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0160" y="219697"/>
                  </a:lnTo>
                  <a:lnTo>
                    <a:pt x="10160" y="215900"/>
                  </a:lnTo>
                  <a:close/>
                </a:path>
                <a:path w="10160" h="264160">
                  <a:moveTo>
                    <a:pt x="1016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0160" y="215887"/>
                  </a:lnTo>
                  <a:lnTo>
                    <a:pt x="10160" y="213360"/>
                  </a:lnTo>
                  <a:close/>
                </a:path>
                <a:path w="10160" h="264160">
                  <a:moveTo>
                    <a:pt x="1016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0160" y="213347"/>
                  </a:lnTo>
                  <a:lnTo>
                    <a:pt x="10160" y="209550"/>
                  </a:lnTo>
                  <a:close/>
                </a:path>
                <a:path w="10160" h="264160">
                  <a:moveTo>
                    <a:pt x="1016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0160" y="209537"/>
                  </a:lnTo>
                  <a:lnTo>
                    <a:pt x="10160" y="207010"/>
                  </a:lnTo>
                  <a:close/>
                </a:path>
                <a:path w="10160" h="264160">
                  <a:moveTo>
                    <a:pt x="1016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0160" y="206997"/>
                  </a:lnTo>
                  <a:lnTo>
                    <a:pt x="10160" y="203200"/>
                  </a:lnTo>
                  <a:close/>
                </a:path>
                <a:path w="10160" h="264160">
                  <a:moveTo>
                    <a:pt x="1016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0160" y="203187"/>
                  </a:lnTo>
                  <a:lnTo>
                    <a:pt x="10160" y="200660"/>
                  </a:lnTo>
                  <a:close/>
                </a:path>
                <a:path w="10160" h="264160">
                  <a:moveTo>
                    <a:pt x="1016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0160" y="200647"/>
                  </a:lnTo>
                  <a:lnTo>
                    <a:pt x="10160" y="196850"/>
                  </a:lnTo>
                  <a:close/>
                </a:path>
                <a:path w="10160" h="264160">
                  <a:moveTo>
                    <a:pt x="1016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0160" y="196837"/>
                  </a:lnTo>
                  <a:lnTo>
                    <a:pt x="10160" y="194310"/>
                  </a:lnTo>
                  <a:close/>
                </a:path>
                <a:path w="10160" h="264160">
                  <a:moveTo>
                    <a:pt x="1016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0160" y="194297"/>
                  </a:lnTo>
                  <a:lnTo>
                    <a:pt x="10160" y="190500"/>
                  </a:lnTo>
                  <a:close/>
                </a:path>
                <a:path w="10160" h="264160">
                  <a:moveTo>
                    <a:pt x="1016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0160" y="190487"/>
                  </a:lnTo>
                  <a:lnTo>
                    <a:pt x="10160" y="187960"/>
                  </a:lnTo>
                  <a:close/>
                </a:path>
                <a:path w="10160" h="264160">
                  <a:moveTo>
                    <a:pt x="1016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0160" y="187947"/>
                  </a:lnTo>
                  <a:lnTo>
                    <a:pt x="10160" y="184150"/>
                  </a:lnTo>
                  <a:close/>
                </a:path>
                <a:path w="10160" h="264160">
                  <a:moveTo>
                    <a:pt x="1016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0160" y="184137"/>
                  </a:lnTo>
                  <a:lnTo>
                    <a:pt x="10160" y="181610"/>
                  </a:lnTo>
                  <a:close/>
                </a:path>
                <a:path w="10160" h="264160">
                  <a:moveTo>
                    <a:pt x="1016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0160" y="181597"/>
                  </a:lnTo>
                  <a:lnTo>
                    <a:pt x="10160" y="177800"/>
                  </a:lnTo>
                  <a:close/>
                </a:path>
                <a:path w="10160" h="264160">
                  <a:moveTo>
                    <a:pt x="1016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0160" y="177787"/>
                  </a:lnTo>
                  <a:lnTo>
                    <a:pt x="10160" y="175260"/>
                  </a:lnTo>
                  <a:close/>
                </a:path>
                <a:path w="10160" h="264160">
                  <a:moveTo>
                    <a:pt x="10160" y="168910"/>
                  </a:moveTo>
                  <a:lnTo>
                    <a:pt x="0" y="168910"/>
                  </a:lnTo>
                  <a:lnTo>
                    <a:pt x="0" y="175247"/>
                  </a:lnTo>
                  <a:lnTo>
                    <a:pt x="10160" y="175247"/>
                  </a:lnTo>
                  <a:lnTo>
                    <a:pt x="10160" y="168910"/>
                  </a:lnTo>
                  <a:close/>
                </a:path>
                <a:path w="10160" h="264160">
                  <a:moveTo>
                    <a:pt x="10160" y="165100"/>
                  </a:moveTo>
                  <a:lnTo>
                    <a:pt x="0" y="165100"/>
                  </a:lnTo>
                  <a:lnTo>
                    <a:pt x="0" y="168897"/>
                  </a:lnTo>
                  <a:lnTo>
                    <a:pt x="10160" y="168897"/>
                  </a:lnTo>
                  <a:lnTo>
                    <a:pt x="10160" y="165100"/>
                  </a:lnTo>
                  <a:close/>
                </a:path>
                <a:path w="10160" h="264160">
                  <a:moveTo>
                    <a:pt x="10160" y="162560"/>
                  </a:moveTo>
                  <a:lnTo>
                    <a:pt x="0" y="162560"/>
                  </a:lnTo>
                  <a:lnTo>
                    <a:pt x="0" y="165087"/>
                  </a:lnTo>
                  <a:lnTo>
                    <a:pt x="10160" y="165087"/>
                  </a:lnTo>
                  <a:lnTo>
                    <a:pt x="10160" y="162560"/>
                  </a:lnTo>
                  <a:close/>
                </a:path>
                <a:path w="10160" h="264160">
                  <a:moveTo>
                    <a:pt x="10160" y="127000"/>
                  </a:moveTo>
                  <a:lnTo>
                    <a:pt x="0" y="127000"/>
                  </a:lnTo>
                  <a:lnTo>
                    <a:pt x="0" y="162547"/>
                  </a:lnTo>
                  <a:lnTo>
                    <a:pt x="10160" y="162547"/>
                  </a:lnTo>
                  <a:lnTo>
                    <a:pt x="10160" y="127000"/>
                  </a:lnTo>
                  <a:close/>
                </a:path>
                <a:path w="10160" h="264160">
                  <a:moveTo>
                    <a:pt x="10160" y="124460"/>
                  </a:moveTo>
                  <a:lnTo>
                    <a:pt x="0" y="124460"/>
                  </a:lnTo>
                  <a:lnTo>
                    <a:pt x="0" y="126987"/>
                  </a:lnTo>
                  <a:lnTo>
                    <a:pt x="10160" y="126987"/>
                  </a:lnTo>
                  <a:lnTo>
                    <a:pt x="10160" y="124460"/>
                  </a:lnTo>
                  <a:close/>
                </a:path>
                <a:path w="10160" h="264160">
                  <a:moveTo>
                    <a:pt x="10160" y="118110"/>
                  </a:moveTo>
                  <a:lnTo>
                    <a:pt x="0" y="118110"/>
                  </a:lnTo>
                  <a:lnTo>
                    <a:pt x="0" y="124447"/>
                  </a:lnTo>
                  <a:lnTo>
                    <a:pt x="10160" y="124447"/>
                  </a:lnTo>
                  <a:lnTo>
                    <a:pt x="10160" y="118110"/>
                  </a:lnTo>
                  <a:close/>
                </a:path>
                <a:path w="10160" h="264160">
                  <a:moveTo>
                    <a:pt x="10160" y="114300"/>
                  </a:moveTo>
                  <a:lnTo>
                    <a:pt x="0" y="114300"/>
                  </a:lnTo>
                  <a:lnTo>
                    <a:pt x="0" y="118097"/>
                  </a:lnTo>
                  <a:lnTo>
                    <a:pt x="10160" y="118097"/>
                  </a:lnTo>
                  <a:lnTo>
                    <a:pt x="10160" y="114300"/>
                  </a:lnTo>
                  <a:close/>
                </a:path>
                <a:path w="10160" h="264160">
                  <a:moveTo>
                    <a:pt x="1016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0160" y="114287"/>
                  </a:lnTo>
                  <a:lnTo>
                    <a:pt x="10160" y="111760"/>
                  </a:lnTo>
                  <a:close/>
                </a:path>
                <a:path w="10160" h="264160">
                  <a:moveTo>
                    <a:pt x="1016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0160" y="111747"/>
                  </a:lnTo>
                  <a:lnTo>
                    <a:pt x="10160" y="107950"/>
                  </a:lnTo>
                  <a:close/>
                </a:path>
                <a:path w="10160" h="264160">
                  <a:moveTo>
                    <a:pt x="1016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0160" y="107937"/>
                  </a:lnTo>
                  <a:lnTo>
                    <a:pt x="10160" y="105410"/>
                  </a:lnTo>
                  <a:close/>
                </a:path>
                <a:path w="10160" h="264160">
                  <a:moveTo>
                    <a:pt x="1016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0160" y="105397"/>
                  </a:lnTo>
                  <a:lnTo>
                    <a:pt x="10160" y="101600"/>
                  </a:lnTo>
                  <a:close/>
                </a:path>
                <a:path w="10160" h="264160">
                  <a:moveTo>
                    <a:pt x="1016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0160" y="101587"/>
                  </a:lnTo>
                  <a:lnTo>
                    <a:pt x="10160" y="99060"/>
                  </a:lnTo>
                  <a:close/>
                </a:path>
                <a:path w="10160" h="264160">
                  <a:moveTo>
                    <a:pt x="1016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0160" y="99047"/>
                  </a:lnTo>
                  <a:lnTo>
                    <a:pt x="10160" y="95250"/>
                  </a:lnTo>
                  <a:close/>
                </a:path>
                <a:path w="10160" h="264160">
                  <a:moveTo>
                    <a:pt x="1016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0160" y="95237"/>
                  </a:lnTo>
                  <a:lnTo>
                    <a:pt x="10160" y="92710"/>
                  </a:lnTo>
                  <a:close/>
                </a:path>
                <a:path w="10160" h="264160">
                  <a:moveTo>
                    <a:pt x="1016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0160" y="92697"/>
                  </a:lnTo>
                  <a:lnTo>
                    <a:pt x="10160" y="88900"/>
                  </a:lnTo>
                  <a:close/>
                </a:path>
                <a:path w="10160" h="264160">
                  <a:moveTo>
                    <a:pt x="1016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0160" y="88887"/>
                  </a:lnTo>
                  <a:lnTo>
                    <a:pt x="10160" y="86360"/>
                  </a:lnTo>
                  <a:close/>
                </a:path>
                <a:path w="10160" h="264160">
                  <a:moveTo>
                    <a:pt x="1016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0160" y="86347"/>
                  </a:lnTo>
                  <a:lnTo>
                    <a:pt x="10160" y="82550"/>
                  </a:lnTo>
                  <a:close/>
                </a:path>
                <a:path w="10160" h="264160">
                  <a:moveTo>
                    <a:pt x="1016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0160" y="82537"/>
                  </a:lnTo>
                  <a:lnTo>
                    <a:pt x="10160" y="80010"/>
                  </a:lnTo>
                  <a:close/>
                </a:path>
                <a:path w="10160" h="264160">
                  <a:moveTo>
                    <a:pt x="1016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0160" y="79997"/>
                  </a:lnTo>
                  <a:lnTo>
                    <a:pt x="10160" y="76200"/>
                  </a:lnTo>
                  <a:close/>
                </a:path>
                <a:path w="10160" h="264160">
                  <a:moveTo>
                    <a:pt x="1016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0160" y="76187"/>
                  </a:lnTo>
                  <a:lnTo>
                    <a:pt x="10160" y="73660"/>
                  </a:lnTo>
                  <a:close/>
                </a:path>
                <a:path w="10160" h="264160">
                  <a:moveTo>
                    <a:pt x="1016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0160" y="73647"/>
                  </a:lnTo>
                  <a:lnTo>
                    <a:pt x="10160" y="69850"/>
                  </a:lnTo>
                  <a:close/>
                </a:path>
                <a:path w="10160" h="264160">
                  <a:moveTo>
                    <a:pt x="1016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0160" y="69837"/>
                  </a:lnTo>
                  <a:lnTo>
                    <a:pt x="10160" y="67310"/>
                  </a:lnTo>
                  <a:close/>
                </a:path>
                <a:path w="10160" h="264160">
                  <a:moveTo>
                    <a:pt x="1016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0160" y="67297"/>
                  </a:lnTo>
                  <a:lnTo>
                    <a:pt x="10160" y="63500"/>
                  </a:lnTo>
                  <a:close/>
                </a:path>
                <a:path w="10160" h="264160">
                  <a:moveTo>
                    <a:pt x="1016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0160" y="63487"/>
                  </a:lnTo>
                  <a:lnTo>
                    <a:pt x="10160" y="60960"/>
                  </a:lnTo>
                  <a:close/>
                </a:path>
                <a:path w="10160" h="264160">
                  <a:moveTo>
                    <a:pt x="1016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0160" y="60947"/>
                  </a:lnTo>
                  <a:lnTo>
                    <a:pt x="10160" y="57150"/>
                  </a:lnTo>
                  <a:close/>
                </a:path>
                <a:path w="10160" h="264160">
                  <a:moveTo>
                    <a:pt x="1016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0160" y="57137"/>
                  </a:lnTo>
                  <a:lnTo>
                    <a:pt x="10160" y="54610"/>
                  </a:lnTo>
                  <a:close/>
                </a:path>
                <a:path w="10160" h="264160">
                  <a:moveTo>
                    <a:pt x="1016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0160" y="54597"/>
                  </a:lnTo>
                  <a:lnTo>
                    <a:pt x="10160" y="50800"/>
                  </a:lnTo>
                  <a:close/>
                </a:path>
                <a:path w="10160" h="264160">
                  <a:moveTo>
                    <a:pt x="1016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0160" y="50787"/>
                  </a:lnTo>
                  <a:lnTo>
                    <a:pt x="10160" y="48260"/>
                  </a:lnTo>
                  <a:close/>
                </a:path>
                <a:path w="10160" h="264160">
                  <a:moveTo>
                    <a:pt x="1016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0160" y="48247"/>
                  </a:lnTo>
                  <a:lnTo>
                    <a:pt x="10160" y="44450"/>
                  </a:lnTo>
                  <a:close/>
                </a:path>
                <a:path w="10160" h="264160">
                  <a:moveTo>
                    <a:pt x="1016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0160" y="44437"/>
                  </a:lnTo>
                  <a:lnTo>
                    <a:pt x="10160" y="41910"/>
                  </a:lnTo>
                  <a:close/>
                </a:path>
                <a:path w="10160" h="264160">
                  <a:moveTo>
                    <a:pt x="1016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0160" y="41897"/>
                  </a:lnTo>
                  <a:lnTo>
                    <a:pt x="10160" y="38100"/>
                  </a:lnTo>
                  <a:close/>
                </a:path>
                <a:path w="10160" h="264160">
                  <a:moveTo>
                    <a:pt x="1016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0160" y="38087"/>
                  </a:lnTo>
                  <a:lnTo>
                    <a:pt x="10160" y="35560"/>
                  </a:lnTo>
                  <a:close/>
                </a:path>
                <a:path w="10160" h="264160">
                  <a:moveTo>
                    <a:pt x="1016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0160" y="35547"/>
                  </a:lnTo>
                  <a:lnTo>
                    <a:pt x="10160" y="31750"/>
                  </a:lnTo>
                  <a:close/>
                </a:path>
                <a:path w="10160" h="264160">
                  <a:moveTo>
                    <a:pt x="1016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0160" y="31737"/>
                  </a:lnTo>
                  <a:lnTo>
                    <a:pt x="10160" y="29210"/>
                  </a:lnTo>
                  <a:close/>
                </a:path>
                <a:path w="10160" h="26416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6416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6416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6416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6416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6416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6416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6416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6416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3">
              <a:extLst>
                <a:ext uri="{FF2B5EF4-FFF2-40B4-BE49-F238E27FC236}">
                  <a16:creationId xmlns:a16="http://schemas.microsoft.com/office/drawing/2014/main" id="{60E2C1C1-ECCF-5371-C9D3-82C2B9B7C2F2}"/>
                </a:ext>
              </a:extLst>
            </p:cNvPr>
            <p:cNvSpPr/>
            <p:nvPr/>
          </p:nvSpPr>
          <p:spPr>
            <a:xfrm>
              <a:off x="4570730" y="5852172"/>
              <a:ext cx="10160" cy="29209"/>
            </a:xfrm>
            <a:custGeom>
              <a:avLst/>
              <a:gdLst/>
              <a:ahLst/>
              <a:cxnLst/>
              <a:rect l="l" t="t" r="r" b="b"/>
              <a:pathLst>
                <a:path w="10160" h="2921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921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921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921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921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921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921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921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921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4">
              <a:extLst>
                <a:ext uri="{FF2B5EF4-FFF2-40B4-BE49-F238E27FC236}">
                  <a16:creationId xmlns:a16="http://schemas.microsoft.com/office/drawing/2014/main" id="{7BFD7933-3156-E798-5945-34E6079458EA}"/>
                </a:ext>
              </a:extLst>
            </p:cNvPr>
            <p:cNvSpPr/>
            <p:nvPr/>
          </p:nvSpPr>
          <p:spPr>
            <a:xfrm>
              <a:off x="4580890" y="5591822"/>
              <a:ext cx="11430" cy="264160"/>
            </a:xfrm>
            <a:custGeom>
              <a:avLst/>
              <a:gdLst/>
              <a:ahLst/>
              <a:cxnLst/>
              <a:rect l="l" t="t" r="r" b="b"/>
              <a:pathLst>
                <a:path w="11429" h="264160">
                  <a:moveTo>
                    <a:pt x="1143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1430" y="264147"/>
                  </a:lnTo>
                  <a:lnTo>
                    <a:pt x="11430" y="260350"/>
                  </a:lnTo>
                  <a:close/>
                </a:path>
                <a:path w="11429" h="264160">
                  <a:moveTo>
                    <a:pt x="1143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1430" y="260337"/>
                  </a:lnTo>
                  <a:lnTo>
                    <a:pt x="11430" y="257810"/>
                  </a:lnTo>
                  <a:close/>
                </a:path>
                <a:path w="11429" h="264160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64160">
                  <a:moveTo>
                    <a:pt x="1143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51460"/>
                  </a:lnTo>
                  <a:close/>
                </a:path>
                <a:path w="11429" h="264160">
                  <a:moveTo>
                    <a:pt x="1143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1430" y="251447"/>
                  </a:lnTo>
                  <a:lnTo>
                    <a:pt x="11430" y="247650"/>
                  </a:lnTo>
                  <a:close/>
                </a:path>
                <a:path w="11429" h="264160">
                  <a:moveTo>
                    <a:pt x="1143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5110"/>
                  </a:lnTo>
                  <a:close/>
                </a:path>
                <a:path w="11429" h="264160">
                  <a:moveTo>
                    <a:pt x="1143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1430" y="245097"/>
                  </a:lnTo>
                  <a:lnTo>
                    <a:pt x="11430" y="241300"/>
                  </a:lnTo>
                  <a:close/>
                </a:path>
                <a:path w="11429" h="264160">
                  <a:moveTo>
                    <a:pt x="1143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8760"/>
                  </a:lnTo>
                  <a:close/>
                </a:path>
                <a:path w="11429" h="264160">
                  <a:moveTo>
                    <a:pt x="1143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1430" y="238747"/>
                  </a:lnTo>
                  <a:lnTo>
                    <a:pt x="11430" y="234950"/>
                  </a:lnTo>
                  <a:close/>
                </a:path>
                <a:path w="11429" h="264160">
                  <a:moveTo>
                    <a:pt x="1143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1430" y="234937"/>
                  </a:lnTo>
                  <a:lnTo>
                    <a:pt x="11430" y="232410"/>
                  </a:lnTo>
                  <a:close/>
                </a:path>
                <a:path w="11429" h="264160">
                  <a:moveTo>
                    <a:pt x="1143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8600"/>
                  </a:lnTo>
                  <a:close/>
                </a:path>
                <a:path w="11429" h="264160">
                  <a:moveTo>
                    <a:pt x="1143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1430" y="228587"/>
                  </a:lnTo>
                  <a:lnTo>
                    <a:pt x="11430" y="226060"/>
                  </a:lnTo>
                  <a:close/>
                </a:path>
                <a:path w="11429" h="264160">
                  <a:moveTo>
                    <a:pt x="1143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1430" y="226047"/>
                  </a:lnTo>
                  <a:lnTo>
                    <a:pt x="11430" y="222250"/>
                  </a:lnTo>
                  <a:close/>
                </a:path>
                <a:path w="11429" h="264160">
                  <a:moveTo>
                    <a:pt x="1143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9710"/>
                  </a:lnTo>
                  <a:close/>
                </a:path>
                <a:path w="11429" h="264160">
                  <a:moveTo>
                    <a:pt x="1143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1430" y="219697"/>
                  </a:lnTo>
                  <a:lnTo>
                    <a:pt x="11430" y="215900"/>
                  </a:lnTo>
                  <a:close/>
                </a:path>
                <a:path w="11429" h="264160">
                  <a:moveTo>
                    <a:pt x="1143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13360"/>
                  </a:lnTo>
                  <a:close/>
                </a:path>
                <a:path w="11429" h="264160">
                  <a:moveTo>
                    <a:pt x="1143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1430" y="213347"/>
                  </a:lnTo>
                  <a:lnTo>
                    <a:pt x="11430" y="209550"/>
                  </a:lnTo>
                  <a:close/>
                </a:path>
                <a:path w="11429" h="264160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64160">
                  <a:moveTo>
                    <a:pt x="1143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3200"/>
                  </a:lnTo>
                  <a:close/>
                </a:path>
                <a:path w="11429" h="264160">
                  <a:moveTo>
                    <a:pt x="1143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1430" y="203187"/>
                  </a:lnTo>
                  <a:lnTo>
                    <a:pt x="11430" y="200660"/>
                  </a:lnTo>
                  <a:close/>
                </a:path>
                <a:path w="11429" h="264160">
                  <a:moveTo>
                    <a:pt x="1143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6850"/>
                  </a:lnTo>
                  <a:close/>
                </a:path>
                <a:path w="11429" h="264160">
                  <a:moveTo>
                    <a:pt x="1143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1430" y="196837"/>
                  </a:lnTo>
                  <a:lnTo>
                    <a:pt x="11430" y="194310"/>
                  </a:lnTo>
                  <a:close/>
                </a:path>
                <a:path w="11429" h="264160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64160">
                  <a:moveTo>
                    <a:pt x="1143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7960"/>
                  </a:lnTo>
                  <a:close/>
                </a:path>
                <a:path w="11429" h="264160">
                  <a:moveTo>
                    <a:pt x="1143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1430" y="187947"/>
                  </a:lnTo>
                  <a:lnTo>
                    <a:pt x="11430" y="184150"/>
                  </a:lnTo>
                  <a:close/>
                </a:path>
                <a:path w="11429" h="264160">
                  <a:moveTo>
                    <a:pt x="1143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81610"/>
                  </a:lnTo>
                  <a:close/>
                </a:path>
                <a:path w="11429" h="264160">
                  <a:moveTo>
                    <a:pt x="1143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1430" y="181597"/>
                  </a:lnTo>
                  <a:lnTo>
                    <a:pt x="11430" y="177800"/>
                  </a:lnTo>
                  <a:close/>
                </a:path>
                <a:path w="11429" h="264160">
                  <a:moveTo>
                    <a:pt x="1143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1430" y="177787"/>
                  </a:lnTo>
                  <a:lnTo>
                    <a:pt x="11430" y="175260"/>
                  </a:lnTo>
                  <a:close/>
                </a:path>
                <a:path w="11429" h="264160">
                  <a:moveTo>
                    <a:pt x="11430" y="168910"/>
                  </a:moveTo>
                  <a:lnTo>
                    <a:pt x="0" y="168910"/>
                  </a:lnTo>
                  <a:lnTo>
                    <a:pt x="0" y="175247"/>
                  </a:lnTo>
                  <a:lnTo>
                    <a:pt x="11430" y="175247"/>
                  </a:lnTo>
                  <a:lnTo>
                    <a:pt x="11430" y="168910"/>
                  </a:lnTo>
                  <a:close/>
                </a:path>
                <a:path w="11429" h="264160">
                  <a:moveTo>
                    <a:pt x="11430" y="165100"/>
                  </a:moveTo>
                  <a:lnTo>
                    <a:pt x="0" y="16510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5100"/>
                  </a:lnTo>
                  <a:close/>
                </a:path>
                <a:path w="11429" h="264160">
                  <a:moveTo>
                    <a:pt x="11430" y="162560"/>
                  </a:moveTo>
                  <a:lnTo>
                    <a:pt x="0" y="162560"/>
                  </a:lnTo>
                  <a:lnTo>
                    <a:pt x="0" y="165087"/>
                  </a:lnTo>
                  <a:lnTo>
                    <a:pt x="11430" y="165087"/>
                  </a:lnTo>
                  <a:lnTo>
                    <a:pt x="11430" y="162560"/>
                  </a:lnTo>
                  <a:close/>
                </a:path>
                <a:path w="11429" h="264160">
                  <a:moveTo>
                    <a:pt x="11430" y="127000"/>
                  </a:moveTo>
                  <a:lnTo>
                    <a:pt x="0" y="12700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27000"/>
                  </a:lnTo>
                  <a:close/>
                </a:path>
                <a:path w="11429" h="264160">
                  <a:moveTo>
                    <a:pt x="11430" y="124460"/>
                  </a:moveTo>
                  <a:lnTo>
                    <a:pt x="0" y="124460"/>
                  </a:lnTo>
                  <a:lnTo>
                    <a:pt x="0" y="126987"/>
                  </a:lnTo>
                  <a:lnTo>
                    <a:pt x="11430" y="126987"/>
                  </a:lnTo>
                  <a:lnTo>
                    <a:pt x="11430" y="124460"/>
                  </a:lnTo>
                  <a:close/>
                </a:path>
                <a:path w="11429" h="264160">
                  <a:moveTo>
                    <a:pt x="11430" y="118110"/>
                  </a:moveTo>
                  <a:lnTo>
                    <a:pt x="0" y="118110"/>
                  </a:lnTo>
                  <a:lnTo>
                    <a:pt x="0" y="124447"/>
                  </a:lnTo>
                  <a:lnTo>
                    <a:pt x="11430" y="124447"/>
                  </a:lnTo>
                  <a:lnTo>
                    <a:pt x="11430" y="118110"/>
                  </a:lnTo>
                  <a:close/>
                </a:path>
                <a:path w="11429" h="264160">
                  <a:moveTo>
                    <a:pt x="11430" y="114300"/>
                  </a:moveTo>
                  <a:lnTo>
                    <a:pt x="0" y="114300"/>
                  </a:lnTo>
                  <a:lnTo>
                    <a:pt x="0" y="118097"/>
                  </a:lnTo>
                  <a:lnTo>
                    <a:pt x="11430" y="118097"/>
                  </a:lnTo>
                  <a:lnTo>
                    <a:pt x="11430" y="114300"/>
                  </a:lnTo>
                  <a:close/>
                </a:path>
                <a:path w="11429" h="264160">
                  <a:moveTo>
                    <a:pt x="1143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11760"/>
                  </a:lnTo>
                  <a:close/>
                </a:path>
                <a:path w="11429" h="264160">
                  <a:moveTo>
                    <a:pt x="1143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1430" y="111747"/>
                  </a:lnTo>
                  <a:lnTo>
                    <a:pt x="11430" y="107950"/>
                  </a:lnTo>
                  <a:close/>
                </a:path>
                <a:path w="11429" h="264160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64160">
                  <a:moveTo>
                    <a:pt x="1143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101600"/>
                  </a:lnTo>
                  <a:close/>
                </a:path>
                <a:path w="11429" h="264160">
                  <a:moveTo>
                    <a:pt x="1143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1430" y="101587"/>
                  </a:lnTo>
                  <a:lnTo>
                    <a:pt x="11430" y="99060"/>
                  </a:lnTo>
                  <a:close/>
                </a:path>
                <a:path w="11429" h="264160">
                  <a:moveTo>
                    <a:pt x="1143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5250"/>
                  </a:lnTo>
                  <a:close/>
                </a:path>
                <a:path w="11429" h="264160">
                  <a:moveTo>
                    <a:pt x="1143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1430" y="95237"/>
                  </a:lnTo>
                  <a:lnTo>
                    <a:pt x="11430" y="92710"/>
                  </a:lnTo>
                  <a:close/>
                </a:path>
                <a:path w="11429" h="264160">
                  <a:moveTo>
                    <a:pt x="1143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8900"/>
                  </a:lnTo>
                  <a:close/>
                </a:path>
                <a:path w="11429" h="264160">
                  <a:moveTo>
                    <a:pt x="1143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1430" y="88887"/>
                  </a:lnTo>
                  <a:lnTo>
                    <a:pt x="11430" y="86360"/>
                  </a:lnTo>
                  <a:close/>
                </a:path>
                <a:path w="11429" h="264160">
                  <a:moveTo>
                    <a:pt x="1143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1430" y="86347"/>
                  </a:lnTo>
                  <a:lnTo>
                    <a:pt x="11430" y="82550"/>
                  </a:lnTo>
                  <a:close/>
                </a:path>
                <a:path w="11429" h="264160">
                  <a:moveTo>
                    <a:pt x="1143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80010"/>
                  </a:lnTo>
                  <a:close/>
                </a:path>
                <a:path w="11429" h="264160">
                  <a:moveTo>
                    <a:pt x="1143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1430" y="79997"/>
                  </a:lnTo>
                  <a:lnTo>
                    <a:pt x="11430" y="76200"/>
                  </a:lnTo>
                  <a:close/>
                </a:path>
                <a:path w="11429" h="264160">
                  <a:moveTo>
                    <a:pt x="1143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73660"/>
                  </a:lnTo>
                  <a:close/>
                </a:path>
                <a:path w="11429" h="264160">
                  <a:moveTo>
                    <a:pt x="1143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1430" y="73647"/>
                  </a:lnTo>
                  <a:lnTo>
                    <a:pt x="11430" y="69850"/>
                  </a:lnTo>
                  <a:close/>
                </a:path>
                <a:path w="11429" h="264160">
                  <a:moveTo>
                    <a:pt x="1143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7310"/>
                  </a:lnTo>
                  <a:close/>
                </a:path>
                <a:path w="11429" h="264160">
                  <a:moveTo>
                    <a:pt x="1143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1430" y="67297"/>
                  </a:lnTo>
                  <a:lnTo>
                    <a:pt x="11430" y="63500"/>
                  </a:lnTo>
                  <a:close/>
                </a:path>
                <a:path w="11429" h="264160">
                  <a:moveTo>
                    <a:pt x="1143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1430" y="63487"/>
                  </a:lnTo>
                  <a:lnTo>
                    <a:pt x="11430" y="60960"/>
                  </a:lnTo>
                  <a:close/>
                </a:path>
                <a:path w="11429" h="264160">
                  <a:moveTo>
                    <a:pt x="1143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7150"/>
                  </a:lnTo>
                  <a:close/>
                </a:path>
                <a:path w="11429" h="264160">
                  <a:moveTo>
                    <a:pt x="1143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1430" y="57137"/>
                  </a:lnTo>
                  <a:lnTo>
                    <a:pt x="11430" y="54610"/>
                  </a:lnTo>
                  <a:close/>
                </a:path>
                <a:path w="11429" h="264160">
                  <a:moveTo>
                    <a:pt x="1143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50800"/>
                  </a:lnTo>
                  <a:close/>
                </a:path>
                <a:path w="11429" h="264160">
                  <a:moveTo>
                    <a:pt x="1143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1430" y="50787"/>
                  </a:lnTo>
                  <a:lnTo>
                    <a:pt x="11430" y="48260"/>
                  </a:lnTo>
                  <a:close/>
                </a:path>
                <a:path w="11429" h="264160">
                  <a:moveTo>
                    <a:pt x="1143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1430" y="48247"/>
                  </a:lnTo>
                  <a:lnTo>
                    <a:pt x="11430" y="44450"/>
                  </a:lnTo>
                  <a:close/>
                </a:path>
                <a:path w="11429" h="264160">
                  <a:moveTo>
                    <a:pt x="1143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41910"/>
                  </a:lnTo>
                  <a:close/>
                </a:path>
                <a:path w="11429" h="264160">
                  <a:moveTo>
                    <a:pt x="1143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1430" y="41897"/>
                  </a:lnTo>
                  <a:lnTo>
                    <a:pt x="11430" y="38100"/>
                  </a:lnTo>
                  <a:close/>
                </a:path>
                <a:path w="11429" h="264160">
                  <a:moveTo>
                    <a:pt x="1143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5560"/>
                  </a:lnTo>
                  <a:close/>
                </a:path>
                <a:path w="11429" h="264160">
                  <a:moveTo>
                    <a:pt x="1143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1430" y="35547"/>
                  </a:lnTo>
                  <a:lnTo>
                    <a:pt x="11430" y="31750"/>
                  </a:lnTo>
                  <a:close/>
                </a:path>
                <a:path w="11429" h="264160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6416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6416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6416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6416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6416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6416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6416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6416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6416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5">
              <a:extLst>
                <a:ext uri="{FF2B5EF4-FFF2-40B4-BE49-F238E27FC236}">
                  <a16:creationId xmlns:a16="http://schemas.microsoft.com/office/drawing/2014/main" id="{A68BB171-45F0-1FAF-C0A9-24420BDFF444}"/>
                </a:ext>
              </a:extLst>
            </p:cNvPr>
            <p:cNvSpPr/>
            <p:nvPr/>
          </p:nvSpPr>
          <p:spPr>
            <a:xfrm>
              <a:off x="4580890" y="5852172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29" h="2921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921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921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921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921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921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921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921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921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6">
              <a:extLst>
                <a:ext uri="{FF2B5EF4-FFF2-40B4-BE49-F238E27FC236}">
                  <a16:creationId xmlns:a16="http://schemas.microsoft.com/office/drawing/2014/main" id="{7EAED636-3203-D83D-4FC4-4B18D94C68BF}"/>
                </a:ext>
              </a:extLst>
            </p:cNvPr>
            <p:cNvSpPr/>
            <p:nvPr/>
          </p:nvSpPr>
          <p:spPr>
            <a:xfrm>
              <a:off x="4592320" y="5591822"/>
              <a:ext cx="11430" cy="264160"/>
            </a:xfrm>
            <a:custGeom>
              <a:avLst/>
              <a:gdLst/>
              <a:ahLst/>
              <a:cxnLst/>
              <a:rect l="l" t="t" r="r" b="b"/>
              <a:pathLst>
                <a:path w="11429" h="264160">
                  <a:moveTo>
                    <a:pt x="1143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1430" y="264147"/>
                  </a:lnTo>
                  <a:lnTo>
                    <a:pt x="11430" y="260350"/>
                  </a:lnTo>
                  <a:close/>
                </a:path>
                <a:path w="11429" h="264160">
                  <a:moveTo>
                    <a:pt x="1143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1430" y="260337"/>
                  </a:lnTo>
                  <a:lnTo>
                    <a:pt x="11430" y="257810"/>
                  </a:lnTo>
                  <a:close/>
                </a:path>
                <a:path w="11429" h="264160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64160">
                  <a:moveTo>
                    <a:pt x="1143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51460"/>
                  </a:lnTo>
                  <a:close/>
                </a:path>
                <a:path w="11429" h="264160">
                  <a:moveTo>
                    <a:pt x="1143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1430" y="251447"/>
                  </a:lnTo>
                  <a:lnTo>
                    <a:pt x="11430" y="247650"/>
                  </a:lnTo>
                  <a:close/>
                </a:path>
                <a:path w="11429" h="264160">
                  <a:moveTo>
                    <a:pt x="1143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5110"/>
                  </a:lnTo>
                  <a:close/>
                </a:path>
                <a:path w="11429" h="264160">
                  <a:moveTo>
                    <a:pt x="1143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1430" y="245097"/>
                  </a:lnTo>
                  <a:lnTo>
                    <a:pt x="11430" y="241300"/>
                  </a:lnTo>
                  <a:close/>
                </a:path>
                <a:path w="11429" h="264160">
                  <a:moveTo>
                    <a:pt x="1143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8760"/>
                  </a:lnTo>
                  <a:close/>
                </a:path>
                <a:path w="11429" h="264160">
                  <a:moveTo>
                    <a:pt x="1143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1430" y="238747"/>
                  </a:lnTo>
                  <a:lnTo>
                    <a:pt x="11430" y="234950"/>
                  </a:lnTo>
                  <a:close/>
                </a:path>
                <a:path w="11429" h="264160">
                  <a:moveTo>
                    <a:pt x="1143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1430" y="234937"/>
                  </a:lnTo>
                  <a:lnTo>
                    <a:pt x="11430" y="232410"/>
                  </a:lnTo>
                  <a:close/>
                </a:path>
                <a:path w="11429" h="264160">
                  <a:moveTo>
                    <a:pt x="1143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8600"/>
                  </a:lnTo>
                  <a:close/>
                </a:path>
                <a:path w="11429" h="264160">
                  <a:moveTo>
                    <a:pt x="1143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1430" y="228587"/>
                  </a:lnTo>
                  <a:lnTo>
                    <a:pt x="11430" y="226060"/>
                  </a:lnTo>
                  <a:close/>
                </a:path>
                <a:path w="11429" h="264160">
                  <a:moveTo>
                    <a:pt x="1143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1430" y="226047"/>
                  </a:lnTo>
                  <a:lnTo>
                    <a:pt x="11430" y="222250"/>
                  </a:lnTo>
                  <a:close/>
                </a:path>
                <a:path w="11429" h="264160">
                  <a:moveTo>
                    <a:pt x="1143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9710"/>
                  </a:lnTo>
                  <a:close/>
                </a:path>
                <a:path w="11429" h="264160">
                  <a:moveTo>
                    <a:pt x="1143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1430" y="219697"/>
                  </a:lnTo>
                  <a:lnTo>
                    <a:pt x="11430" y="215900"/>
                  </a:lnTo>
                  <a:close/>
                </a:path>
                <a:path w="11429" h="264160">
                  <a:moveTo>
                    <a:pt x="1143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13360"/>
                  </a:lnTo>
                  <a:close/>
                </a:path>
                <a:path w="11429" h="264160">
                  <a:moveTo>
                    <a:pt x="1143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1430" y="213347"/>
                  </a:lnTo>
                  <a:lnTo>
                    <a:pt x="11430" y="209550"/>
                  </a:lnTo>
                  <a:close/>
                </a:path>
                <a:path w="11429" h="264160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64160">
                  <a:moveTo>
                    <a:pt x="1143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3200"/>
                  </a:lnTo>
                  <a:close/>
                </a:path>
                <a:path w="11429" h="264160">
                  <a:moveTo>
                    <a:pt x="1143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1430" y="203187"/>
                  </a:lnTo>
                  <a:lnTo>
                    <a:pt x="11430" y="200660"/>
                  </a:lnTo>
                  <a:close/>
                </a:path>
                <a:path w="11429" h="264160">
                  <a:moveTo>
                    <a:pt x="1143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6850"/>
                  </a:lnTo>
                  <a:close/>
                </a:path>
                <a:path w="11429" h="264160">
                  <a:moveTo>
                    <a:pt x="1143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1430" y="196837"/>
                  </a:lnTo>
                  <a:lnTo>
                    <a:pt x="11430" y="194310"/>
                  </a:lnTo>
                  <a:close/>
                </a:path>
                <a:path w="11429" h="264160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64160">
                  <a:moveTo>
                    <a:pt x="1143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7960"/>
                  </a:lnTo>
                  <a:close/>
                </a:path>
                <a:path w="11429" h="264160">
                  <a:moveTo>
                    <a:pt x="1143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1430" y="187947"/>
                  </a:lnTo>
                  <a:lnTo>
                    <a:pt x="11430" y="184150"/>
                  </a:lnTo>
                  <a:close/>
                </a:path>
                <a:path w="11429" h="264160">
                  <a:moveTo>
                    <a:pt x="1143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81610"/>
                  </a:lnTo>
                  <a:close/>
                </a:path>
                <a:path w="11429" h="264160">
                  <a:moveTo>
                    <a:pt x="1143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1430" y="181597"/>
                  </a:lnTo>
                  <a:lnTo>
                    <a:pt x="11430" y="177800"/>
                  </a:lnTo>
                  <a:close/>
                </a:path>
                <a:path w="11429" h="264160">
                  <a:moveTo>
                    <a:pt x="1143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1430" y="177787"/>
                  </a:lnTo>
                  <a:lnTo>
                    <a:pt x="11430" y="175260"/>
                  </a:lnTo>
                  <a:close/>
                </a:path>
                <a:path w="11429" h="264160">
                  <a:moveTo>
                    <a:pt x="11430" y="168910"/>
                  </a:moveTo>
                  <a:lnTo>
                    <a:pt x="0" y="168910"/>
                  </a:lnTo>
                  <a:lnTo>
                    <a:pt x="0" y="175247"/>
                  </a:lnTo>
                  <a:lnTo>
                    <a:pt x="11430" y="175247"/>
                  </a:lnTo>
                  <a:lnTo>
                    <a:pt x="11430" y="168910"/>
                  </a:lnTo>
                  <a:close/>
                </a:path>
                <a:path w="11429" h="264160">
                  <a:moveTo>
                    <a:pt x="11430" y="165100"/>
                  </a:moveTo>
                  <a:lnTo>
                    <a:pt x="0" y="165100"/>
                  </a:lnTo>
                  <a:lnTo>
                    <a:pt x="0" y="168897"/>
                  </a:lnTo>
                  <a:lnTo>
                    <a:pt x="11430" y="168897"/>
                  </a:lnTo>
                  <a:lnTo>
                    <a:pt x="11430" y="165100"/>
                  </a:lnTo>
                  <a:close/>
                </a:path>
                <a:path w="11429" h="264160">
                  <a:moveTo>
                    <a:pt x="11430" y="162560"/>
                  </a:moveTo>
                  <a:lnTo>
                    <a:pt x="0" y="162560"/>
                  </a:lnTo>
                  <a:lnTo>
                    <a:pt x="0" y="165087"/>
                  </a:lnTo>
                  <a:lnTo>
                    <a:pt x="11430" y="165087"/>
                  </a:lnTo>
                  <a:lnTo>
                    <a:pt x="11430" y="162560"/>
                  </a:lnTo>
                  <a:close/>
                </a:path>
                <a:path w="11429" h="264160">
                  <a:moveTo>
                    <a:pt x="11430" y="127000"/>
                  </a:moveTo>
                  <a:lnTo>
                    <a:pt x="0" y="127000"/>
                  </a:lnTo>
                  <a:lnTo>
                    <a:pt x="0" y="162547"/>
                  </a:lnTo>
                  <a:lnTo>
                    <a:pt x="11430" y="162547"/>
                  </a:lnTo>
                  <a:lnTo>
                    <a:pt x="11430" y="127000"/>
                  </a:lnTo>
                  <a:close/>
                </a:path>
                <a:path w="11429" h="264160">
                  <a:moveTo>
                    <a:pt x="11430" y="124460"/>
                  </a:moveTo>
                  <a:lnTo>
                    <a:pt x="0" y="124460"/>
                  </a:lnTo>
                  <a:lnTo>
                    <a:pt x="0" y="126987"/>
                  </a:lnTo>
                  <a:lnTo>
                    <a:pt x="11430" y="126987"/>
                  </a:lnTo>
                  <a:lnTo>
                    <a:pt x="11430" y="124460"/>
                  </a:lnTo>
                  <a:close/>
                </a:path>
                <a:path w="11429" h="264160">
                  <a:moveTo>
                    <a:pt x="11430" y="118110"/>
                  </a:moveTo>
                  <a:lnTo>
                    <a:pt x="0" y="118110"/>
                  </a:lnTo>
                  <a:lnTo>
                    <a:pt x="0" y="124447"/>
                  </a:lnTo>
                  <a:lnTo>
                    <a:pt x="11430" y="124447"/>
                  </a:lnTo>
                  <a:lnTo>
                    <a:pt x="11430" y="118110"/>
                  </a:lnTo>
                  <a:close/>
                </a:path>
                <a:path w="11429" h="264160">
                  <a:moveTo>
                    <a:pt x="11430" y="114300"/>
                  </a:moveTo>
                  <a:lnTo>
                    <a:pt x="0" y="114300"/>
                  </a:lnTo>
                  <a:lnTo>
                    <a:pt x="0" y="118097"/>
                  </a:lnTo>
                  <a:lnTo>
                    <a:pt x="11430" y="118097"/>
                  </a:lnTo>
                  <a:lnTo>
                    <a:pt x="11430" y="114300"/>
                  </a:lnTo>
                  <a:close/>
                </a:path>
                <a:path w="11429" h="264160">
                  <a:moveTo>
                    <a:pt x="1143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11760"/>
                  </a:lnTo>
                  <a:close/>
                </a:path>
                <a:path w="11429" h="264160">
                  <a:moveTo>
                    <a:pt x="1143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1430" y="111747"/>
                  </a:lnTo>
                  <a:lnTo>
                    <a:pt x="11430" y="107950"/>
                  </a:lnTo>
                  <a:close/>
                </a:path>
                <a:path w="11429" h="264160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64160">
                  <a:moveTo>
                    <a:pt x="1143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101600"/>
                  </a:lnTo>
                  <a:close/>
                </a:path>
                <a:path w="11429" h="264160">
                  <a:moveTo>
                    <a:pt x="1143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1430" y="101587"/>
                  </a:lnTo>
                  <a:lnTo>
                    <a:pt x="11430" y="99060"/>
                  </a:lnTo>
                  <a:close/>
                </a:path>
                <a:path w="11429" h="264160">
                  <a:moveTo>
                    <a:pt x="1143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5250"/>
                  </a:lnTo>
                  <a:close/>
                </a:path>
                <a:path w="11429" h="264160">
                  <a:moveTo>
                    <a:pt x="1143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1430" y="95237"/>
                  </a:lnTo>
                  <a:lnTo>
                    <a:pt x="11430" y="92710"/>
                  </a:lnTo>
                  <a:close/>
                </a:path>
                <a:path w="11429" h="264160">
                  <a:moveTo>
                    <a:pt x="1143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8900"/>
                  </a:lnTo>
                  <a:close/>
                </a:path>
                <a:path w="11429" h="264160">
                  <a:moveTo>
                    <a:pt x="1143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1430" y="88887"/>
                  </a:lnTo>
                  <a:lnTo>
                    <a:pt x="11430" y="86360"/>
                  </a:lnTo>
                  <a:close/>
                </a:path>
                <a:path w="11429" h="264160">
                  <a:moveTo>
                    <a:pt x="1143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1430" y="86347"/>
                  </a:lnTo>
                  <a:lnTo>
                    <a:pt x="11430" y="82550"/>
                  </a:lnTo>
                  <a:close/>
                </a:path>
                <a:path w="11429" h="264160">
                  <a:moveTo>
                    <a:pt x="1143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80010"/>
                  </a:lnTo>
                  <a:close/>
                </a:path>
                <a:path w="11429" h="264160">
                  <a:moveTo>
                    <a:pt x="1143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1430" y="79997"/>
                  </a:lnTo>
                  <a:lnTo>
                    <a:pt x="11430" y="76200"/>
                  </a:lnTo>
                  <a:close/>
                </a:path>
                <a:path w="11429" h="264160">
                  <a:moveTo>
                    <a:pt x="1143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73660"/>
                  </a:lnTo>
                  <a:close/>
                </a:path>
                <a:path w="11429" h="264160">
                  <a:moveTo>
                    <a:pt x="1143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1430" y="73647"/>
                  </a:lnTo>
                  <a:lnTo>
                    <a:pt x="11430" y="69850"/>
                  </a:lnTo>
                  <a:close/>
                </a:path>
                <a:path w="11429" h="264160">
                  <a:moveTo>
                    <a:pt x="1143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7310"/>
                  </a:lnTo>
                  <a:close/>
                </a:path>
                <a:path w="11429" h="264160">
                  <a:moveTo>
                    <a:pt x="1143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1430" y="67297"/>
                  </a:lnTo>
                  <a:lnTo>
                    <a:pt x="11430" y="63500"/>
                  </a:lnTo>
                  <a:close/>
                </a:path>
                <a:path w="11429" h="264160">
                  <a:moveTo>
                    <a:pt x="1143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1430" y="63487"/>
                  </a:lnTo>
                  <a:lnTo>
                    <a:pt x="11430" y="60960"/>
                  </a:lnTo>
                  <a:close/>
                </a:path>
                <a:path w="11429" h="264160">
                  <a:moveTo>
                    <a:pt x="1143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7150"/>
                  </a:lnTo>
                  <a:close/>
                </a:path>
                <a:path w="11429" h="264160">
                  <a:moveTo>
                    <a:pt x="1143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1430" y="57137"/>
                  </a:lnTo>
                  <a:lnTo>
                    <a:pt x="11430" y="54610"/>
                  </a:lnTo>
                  <a:close/>
                </a:path>
                <a:path w="11429" h="264160">
                  <a:moveTo>
                    <a:pt x="1143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50800"/>
                  </a:lnTo>
                  <a:close/>
                </a:path>
                <a:path w="11429" h="264160">
                  <a:moveTo>
                    <a:pt x="1143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1430" y="50787"/>
                  </a:lnTo>
                  <a:lnTo>
                    <a:pt x="11430" y="48260"/>
                  </a:lnTo>
                  <a:close/>
                </a:path>
                <a:path w="11429" h="264160">
                  <a:moveTo>
                    <a:pt x="1143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1430" y="48247"/>
                  </a:lnTo>
                  <a:lnTo>
                    <a:pt x="11430" y="44450"/>
                  </a:lnTo>
                  <a:close/>
                </a:path>
                <a:path w="11429" h="264160">
                  <a:moveTo>
                    <a:pt x="1143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41910"/>
                  </a:lnTo>
                  <a:close/>
                </a:path>
                <a:path w="11429" h="264160">
                  <a:moveTo>
                    <a:pt x="1143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1430" y="41897"/>
                  </a:lnTo>
                  <a:lnTo>
                    <a:pt x="11430" y="38100"/>
                  </a:lnTo>
                  <a:close/>
                </a:path>
                <a:path w="11429" h="264160">
                  <a:moveTo>
                    <a:pt x="1143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5560"/>
                  </a:lnTo>
                  <a:close/>
                </a:path>
                <a:path w="11429" h="264160">
                  <a:moveTo>
                    <a:pt x="1143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1430" y="35547"/>
                  </a:lnTo>
                  <a:lnTo>
                    <a:pt x="11430" y="31750"/>
                  </a:lnTo>
                  <a:close/>
                </a:path>
                <a:path w="11429" h="264160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6416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6416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6416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6416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6416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6416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6416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6416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6416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997">
              <a:extLst>
                <a:ext uri="{FF2B5EF4-FFF2-40B4-BE49-F238E27FC236}">
                  <a16:creationId xmlns:a16="http://schemas.microsoft.com/office/drawing/2014/main" id="{F22C55AA-A10F-B71D-4EDC-DEF80DE1C2EA}"/>
                </a:ext>
              </a:extLst>
            </p:cNvPr>
            <p:cNvSpPr/>
            <p:nvPr/>
          </p:nvSpPr>
          <p:spPr>
            <a:xfrm>
              <a:off x="4592320" y="5852172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29" h="2921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921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921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921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921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921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921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921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921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998">
              <a:extLst>
                <a:ext uri="{FF2B5EF4-FFF2-40B4-BE49-F238E27FC236}">
                  <a16:creationId xmlns:a16="http://schemas.microsoft.com/office/drawing/2014/main" id="{1D92B99A-5631-ABCA-4F8C-52555865CA79}"/>
                </a:ext>
              </a:extLst>
            </p:cNvPr>
            <p:cNvSpPr/>
            <p:nvPr/>
          </p:nvSpPr>
          <p:spPr>
            <a:xfrm>
              <a:off x="4603750" y="5591822"/>
              <a:ext cx="10160" cy="264160"/>
            </a:xfrm>
            <a:custGeom>
              <a:avLst/>
              <a:gdLst/>
              <a:ahLst/>
              <a:cxnLst/>
              <a:rect l="l" t="t" r="r" b="b"/>
              <a:pathLst>
                <a:path w="10160" h="264160">
                  <a:moveTo>
                    <a:pt x="1016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0160" y="264147"/>
                  </a:lnTo>
                  <a:lnTo>
                    <a:pt x="10160" y="260350"/>
                  </a:lnTo>
                  <a:close/>
                </a:path>
                <a:path w="10160" h="264160">
                  <a:moveTo>
                    <a:pt x="1016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0160" y="260337"/>
                  </a:lnTo>
                  <a:lnTo>
                    <a:pt x="10160" y="257810"/>
                  </a:lnTo>
                  <a:close/>
                </a:path>
                <a:path w="10160" h="264160">
                  <a:moveTo>
                    <a:pt x="1016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0160" y="257797"/>
                  </a:lnTo>
                  <a:lnTo>
                    <a:pt x="10160" y="254000"/>
                  </a:lnTo>
                  <a:close/>
                </a:path>
                <a:path w="10160" h="264160">
                  <a:moveTo>
                    <a:pt x="1016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0160" y="253987"/>
                  </a:lnTo>
                  <a:lnTo>
                    <a:pt x="10160" y="251460"/>
                  </a:lnTo>
                  <a:close/>
                </a:path>
                <a:path w="10160" h="264160">
                  <a:moveTo>
                    <a:pt x="1016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0160" y="251447"/>
                  </a:lnTo>
                  <a:lnTo>
                    <a:pt x="10160" y="247650"/>
                  </a:lnTo>
                  <a:close/>
                </a:path>
                <a:path w="10160" h="264160">
                  <a:moveTo>
                    <a:pt x="1016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0160" y="247637"/>
                  </a:lnTo>
                  <a:lnTo>
                    <a:pt x="10160" y="245110"/>
                  </a:lnTo>
                  <a:close/>
                </a:path>
                <a:path w="10160" h="264160">
                  <a:moveTo>
                    <a:pt x="1016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0160" y="245097"/>
                  </a:lnTo>
                  <a:lnTo>
                    <a:pt x="10160" y="241300"/>
                  </a:lnTo>
                  <a:close/>
                </a:path>
                <a:path w="10160" h="264160">
                  <a:moveTo>
                    <a:pt x="1016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0160" y="241287"/>
                  </a:lnTo>
                  <a:lnTo>
                    <a:pt x="10160" y="238760"/>
                  </a:lnTo>
                  <a:close/>
                </a:path>
                <a:path w="10160" h="264160">
                  <a:moveTo>
                    <a:pt x="1016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0160" y="238747"/>
                  </a:lnTo>
                  <a:lnTo>
                    <a:pt x="10160" y="234950"/>
                  </a:lnTo>
                  <a:close/>
                </a:path>
                <a:path w="10160" h="264160">
                  <a:moveTo>
                    <a:pt x="1016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0160" y="234937"/>
                  </a:lnTo>
                  <a:lnTo>
                    <a:pt x="10160" y="232410"/>
                  </a:lnTo>
                  <a:close/>
                </a:path>
                <a:path w="10160" h="264160">
                  <a:moveTo>
                    <a:pt x="1016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0160" y="232397"/>
                  </a:lnTo>
                  <a:lnTo>
                    <a:pt x="10160" y="228600"/>
                  </a:lnTo>
                  <a:close/>
                </a:path>
                <a:path w="10160" h="264160">
                  <a:moveTo>
                    <a:pt x="1016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0160" y="228587"/>
                  </a:lnTo>
                  <a:lnTo>
                    <a:pt x="10160" y="226060"/>
                  </a:lnTo>
                  <a:close/>
                </a:path>
                <a:path w="10160" h="264160">
                  <a:moveTo>
                    <a:pt x="1016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0160" y="226047"/>
                  </a:lnTo>
                  <a:lnTo>
                    <a:pt x="10160" y="222250"/>
                  </a:lnTo>
                  <a:close/>
                </a:path>
                <a:path w="10160" h="264160">
                  <a:moveTo>
                    <a:pt x="1016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0160" y="222237"/>
                  </a:lnTo>
                  <a:lnTo>
                    <a:pt x="10160" y="219710"/>
                  </a:lnTo>
                  <a:close/>
                </a:path>
                <a:path w="10160" h="264160">
                  <a:moveTo>
                    <a:pt x="1016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0160" y="219697"/>
                  </a:lnTo>
                  <a:lnTo>
                    <a:pt x="10160" y="215900"/>
                  </a:lnTo>
                  <a:close/>
                </a:path>
                <a:path w="10160" h="264160">
                  <a:moveTo>
                    <a:pt x="1016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0160" y="215887"/>
                  </a:lnTo>
                  <a:lnTo>
                    <a:pt x="10160" y="213360"/>
                  </a:lnTo>
                  <a:close/>
                </a:path>
                <a:path w="10160" h="264160">
                  <a:moveTo>
                    <a:pt x="1016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0160" y="213347"/>
                  </a:lnTo>
                  <a:lnTo>
                    <a:pt x="10160" y="209550"/>
                  </a:lnTo>
                  <a:close/>
                </a:path>
                <a:path w="10160" h="264160">
                  <a:moveTo>
                    <a:pt x="1016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0160" y="209537"/>
                  </a:lnTo>
                  <a:lnTo>
                    <a:pt x="10160" y="207010"/>
                  </a:lnTo>
                  <a:close/>
                </a:path>
                <a:path w="10160" h="264160">
                  <a:moveTo>
                    <a:pt x="1016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0160" y="206997"/>
                  </a:lnTo>
                  <a:lnTo>
                    <a:pt x="10160" y="203200"/>
                  </a:lnTo>
                  <a:close/>
                </a:path>
                <a:path w="10160" h="264160">
                  <a:moveTo>
                    <a:pt x="1016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0160" y="203187"/>
                  </a:lnTo>
                  <a:lnTo>
                    <a:pt x="10160" y="200660"/>
                  </a:lnTo>
                  <a:close/>
                </a:path>
                <a:path w="10160" h="264160">
                  <a:moveTo>
                    <a:pt x="1016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0160" y="200647"/>
                  </a:lnTo>
                  <a:lnTo>
                    <a:pt x="10160" y="196850"/>
                  </a:lnTo>
                  <a:close/>
                </a:path>
                <a:path w="10160" h="264160">
                  <a:moveTo>
                    <a:pt x="1016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0160" y="196837"/>
                  </a:lnTo>
                  <a:lnTo>
                    <a:pt x="10160" y="194310"/>
                  </a:lnTo>
                  <a:close/>
                </a:path>
                <a:path w="10160" h="264160">
                  <a:moveTo>
                    <a:pt x="1016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0160" y="194297"/>
                  </a:lnTo>
                  <a:lnTo>
                    <a:pt x="10160" y="190500"/>
                  </a:lnTo>
                  <a:close/>
                </a:path>
                <a:path w="10160" h="264160">
                  <a:moveTo>
                    <a:pt x="1016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0160" y="190487"/>
                  </a:lnTo>
                  <a:lnTo>
                    <a:pt x="10160" y="187960"/>
                  </a:lnTo>
                  <a:close/>
                </a:path>
                <a:path w="10160" h="264160">
                  <a:moveTo>
                    <a:pt x="1016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0160" y="187947"/>
                  </a:lnTo>
                  <a:lnTo>
                    <a:pt x="10160" y="184150"/>
                  </a:lnTo>
                  <a:close/>
                </a:path>
                <a:path w="10160" h="264160">
                  <a:moveTo>
                    <a:pt x="1016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0160" y="184137"/>
                  </a:lnTo>
                  <a:lnTo>
                    <a:pt x="10160" y="181610"/>
                  </a:lnTo>
                  <a:close/>
                </a:path>
                <a:path w="10160" h="264160">
                  <a:moveTo>
                    <a:pt x="1016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0160" y="181597"/>
                  </a:lnTo>
                  <a:lnTo>
                    <a:pt x="10160" y="177800"/>
                  </a:lnTo>
                  <a:close/>
                </a:path>
                <a:path w="10160" h="264160">
                  <a:moveTo>
                    <a:pt x="1016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0160" y="177787"/>
                  </a:lnTo>
                  <a:lnTo>
                    <a:pt x="10160" y="175260"/>
                  </a:lnTo>
                  <a:close/>
                </a:path>
                <a:path w="10160" h="264160">
                  <a:moveTo>
                    <a:pt x="10160" y="168910"/>
                  </a:moveTo>
                  <a:lnTo>
                    <a:pt x="0" y="168910"/>
                  </a:lnTo>
                  <a:lnTo>
                    <a:pt x="0" y="175247"/>
                  </a:lnTo>
                  <a:lnTo>
                    <a:pt x="10160" y="175247"/>
                  </a:lnTo>
                  <a:lnTo>
                    <a:pt x="10160" y="168910"/>
                  </a:lnTo>
                  <a:close/>
                </a:path>
                <a:path w="10160" h="264160">
                  <a:moveTo>
                    <a:pt x="10160" y="165100"/>
                  </a:moveTo>
                  <a:lnTo>
                    <a:pt x="0" y="165100"/>
                  </a:lnTo>
                  <a:lnTo>
                    <a:pt x="0" y="168897"/>
                  </a:lnTo>
                  <a:lnTo>
                    <a:pt x="10160" y="168897"/>
                  </a:lnTo>
                  <a:lnTo>
                    <a:pt x="10160" y="165100"/>
                  </a:lnTo>
                  <a:close/>
                </a:path>
                <a:path w="10160" h="264160">
                  <a:moveTo>
                    <a:pt x="10160" y="162560"/>
                  </a:moveTo>
                  <a:lnTo>
                    <a:pt x="0" y="162560"/>
                  </a:lnTo>
                  <a:lnTo>
                    <a:pt x="0" y="165087"/>
                  </a:lnTo>
                  <a:lnTo>
                    <a:pt x="10160" y="165087"/>
                  </a:lnTo>
                  <a:lnTo>
                    <a:pt x="10160" y="162560"/>
                  </a:lnTo>
                  <a:close/>
                </a:path>
                <a:path w="10160" h="264160">
                  <a:moveTo>
                    <a:pt x="10160" y="127000"/>
                  </a:moveTo>
                  <a:lnTo>
                    <a:pt x="0" y="127000"/>
                  </a:lnTo>
                  <a:lnTo>
                    <a:pt x="0" y="162547"/>
                  </a:lnTo>
                  <a:lnTo>
                    <a:pt x="10160" y="162547"/>
                  </a:lnTo>
                  <a:lnTo>
                    <a:pt x="10160" y="127000"/>
                  </a:lnTo>
                  <a:close/>
                </a:path>
                <a:path w="10160" h="264160">
                  <a:moveTo>
                    <a:pt x="10160" y="124460"/>
                  </a:moveTo>
                  <a:lnTo>
                    <a:pt x="0" y="124460"/>
                  </a:lnTo>
                  <a:lnTo>
                    <a:pt x="0" y="126987"/>
                  </a:lnTo>
                  <a:lnTo>
                    <a:pt x="10160" y="126987"/>
                  </a:lnTo>
                  <a:lnTo>
                    <a:pt x="10160" y="124460"/>
                  </a:lnTo>
                  <a:close/>
                </a:path>
                <a:path w="10160" h="264160">
                  <a:moveTo>
                    <a:pt x="10160" y="118110"/>
                  </a:moveTo>
                  <a:lnTo>
                    <a:pt x="0" y="118110"/>
                  </a:lnTo>
                  <a:lnTo>
                    <a:pt x="0" y="124447"/>
                  </a:lnTo>
                  <a:lnTo>
                    <a:pt x="10160" y="124447"/>
                  </a:lnTo>
                  <a:lnTo>
                    <a:pt x="10160" y="118110"/>
                  </a:lnTo>
                  <a:close/>
                </a:path>
                <a:path w="10160" h="264160">
                  <a:moveTo>
                    <a:pt x="10160" y="114300"/>
                  </a:moveTo>
                  <a:lnTo>
                    <a:pt x="0" y="114300"/>
                  </a:lnTo>
                  <a:lnTo>
                    <a:pt x="0" y="118097"/>
                  </a:lnTo>
                  <a:lnTo>
                    <a:pt x="10160" y="118097"/>
                  </a:lnTo>
                  <a:lnTo>
                    <a:pt x="10160" y="114300"/>
                  </a:lnTo>
                  <a:close/>
                </a:path>
                <a:path w="10160" h="264160">
                  <a:moveTo>
                    <a:pt x="1016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0160" y="114287"/>
                  </a:lnTo>
                  <a:lnTo>
                    <a:pt x="10160" y="111760"/>
                  </a:lnTo>
                  <a:close/>
                </a:path>
                <a:path w="10160" h="264160">
                  <a:moveTo>
                    <a:pt x="1016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0160" y="111747"/>
                  </a:lnTo>
                  <a:lnTo>
                    <a:pt x="10160" y="107950"/>
                  </a:lnTo>
                  <a:close/>
                </a:path>
                <a:path w="10160" h="264160">
                  <a:moveTo>
                    <a:pt x="1016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0160" y="107937"/>
                  </a:lnTo>
                  <a:lnTo>
                    <a:pt x="10160" y="105410"/>
                  </a:lnTo>
                  <a:close/>
                </a:path>
                <a:path w="10160" h="264160">
                  <a:moveTo>
                    <a:pt x="1016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0160" y="105397"/>
                  </a:lnTo>
                  <a:lnTo>
                    <a:pt x="10160" y="101600"/>
                  </a:lnTo>
                  <a:close/>
                </a:path>
                <a:path w="10160" h="264160">
                  <a:moveTo>
                    <a:pt x="1016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0160" y="101587"/>
                  </a:lnTo>
                  <a:lnTo>
                    <a:pt x="10160" y="99060"/>
                  </a:lnTo>
                  <a:close/>
                </a:path>
                <a:path w="10160" h="264160">
                  <a:moveTo>
                    <a:pt x="1016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0160" y="99047"/>
                  </a:lnTo>
                  <a:lnTo>
                    <a:pt x="10160" y="95250"/>
                  </a:lnTo>
                  <a:close/>
                </a:path>
                <a:path w="10160" h="264160">
                  <a:moveTo>
                    <a:pt x="1016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0160" y="95237"/>
                  </a:lnTo>
                  <a:lnTo>
                    <a:pt x="10160" y="92710"/>
                  </a:lnTo>
                  <a:close/>
                </a:path>
                <a:path w="10160" h="264160">
                  <a:moveTo>
                    <a:pt x="1016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0160" y="92697"/>
                  </a:lnTo>
                  <a:lnTo>
                    <a:pt x="10160" y="88900"/>
                  </a:lnTo>
                  <a:close/>
                </a:path>
                <a:path w="10160" h="264160">
                  <a:moveTo>
                    <a:pt x="1016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0160" y="88887"/>
                  </a:lnTo>
                  <a:lnTo>
                    <a:pt x="10160" y="86360"/>
                  </a:lnTo>
                  <a:close/>
                </a:path>
                <a:path w="10160" h="264160">
                  <a:moveTo>
                    <a:pt x="1016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0160" y="86347"/>
                  </a:lnTo>
                  <a:lnTo>
                    <a:pt x="10160" y="82550"/>
                  </a:lnTo>
                  <a:close/>
                </a:path>
                <a:path w="10160" h="264160">
                  <a:moveTo>
                    <a:pt x="1016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0160" y="82537"/>
                  </a:lnTo>
                  <a:lnTo>
                    <a:pt x="10160" y="80010"/>
                  </a:lnTo>
                  <a:close/>
                </a:path>
                <a:path w="10160" h="264160">
                  <a:moveTo>
                    <a:pt x="1016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0160" y="79997"/>
                  </a:lnTo>
                  <a:lnTo>
                    <a:pt x="10160" y="76200"/>
                  </a:lnTo>
                  <a:close/>
                </a:path>
                <a:path w="10160" h="264160">
                  <a:moveTo>
                    <a:pt x="1016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0160" y="76187"/>
                  </a:lnTo>
                  <a:lnTo>
                    <a:pt x="10160" y="73660"/>
                  </a:lnTo>
                  <a:close/>
                </a:path>
                <a:path w="10160" h="264160">
                  <a:moveTo>
                    <a:pt x="1016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0160" y="73647"/>
                  </a:lnTo>
                  <a:lnTo>
                    <a:pt x="10160" y="69850"/>
                  </a:lnTo>
                  <a:close/>
                </a:path>
                <a:path w="10160" h="264160">
                  <a:moveTo>
                    <a:pt x="1016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0160" y="69837"/>
                  </a:lnTo>
                  <a:lnTo>
                    <a:pt x="10160" y="67310"/>
                  </a:lnTo>
                  <a:close/>
                </a:path>
                <a:path w="10160" h="264160">
                  <a:moveTo>
                    <a:pt x="1016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0160" y="67297"/>
                  </a:lnTo>
                  <a:lnTo>
                    <a:pt x="10160" y="63500"/>
                  </a:lnTo>
                  <a:close/>
                </a:path>
                <a:path w="10160" h="264160">
                  <a:moveTo>
                    <a:pt x="1016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0160" y="63487"/>
                  </a:lnTo>
                  <a:lnTo>
                    <a:pt x="10160" y="60960"/>
                  </a:lnTo>
                  <a:close/>
                </a:path>
                <a:path w="10160" h="264160">
                  <a:moveTo>
                    <a:pt x="1016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0160" y="60947"/>
                  </a:lnTo>
                  <a:lnTo>
                    <a:pt x="10160" y="57150"/>
                  </a:lnTo>
                  <a:close/>
                </a:path>
                <a:path w="10160" h="264160">
                  <a:moveTo>
                    <a:pt x="1016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0160" y="57137"/>
                  </a:lnTo>
                  <a:lnTo>
                    <a:pt x="10160" y="54610"/>
                  </a:lnTo>
                  <a:close/>
                </a:path>
                <a:path w="10160" h="264160">
                  <a:moveTo>
                    <a:pt x="1016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0160" y="54597"/>
                  </a:lnTo>
                  <a:lnTo>
                    <a:pt x="10160" y="50800"/>
                  </a:lnTo>
                  <a:close/>
                </a:path>
                <a:path w="10160" h="264160">
                  <a:moveTo>
                    <a:pt x="1016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0160" y="50787"/>
                  </a:lnTo>
                  <a:lnTo>
                    <a:pt x="10160" y="48260"/>
                  </a:lnTo>
                  <a:close/>
                </a:path>
                <a:path w="10160" h="264160">
                  <a:moveTo>
                    <a:pt x="1016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0160" y="48247"/>
                  </a:lnTo>
                  <a:lnTo>
                    <a:pt x="10160" y="44450"/>
                  </a:lnTo>
                  <a:close/>
                </a:path>
                <a:path w="10160" h="264160">
                  <a:moveTo>
                    <a:pt x="1016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0160" y="44437"/>
                  </a:lnTo>
                  <a:lnTo>
                    <a:pt x="10160" y="41910"/>
                  </a:lnTo>
                  <a:close/>
                </a:path>
                <a:path w="10160" h="264160">
                  <a:moveTo>
                    <a:pt x="1016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0160" y="41897"/>
                  </a:lnTo>
                  <a:lnTo>
                    <a:pt x="10160" y="38100"/>
                  </a:lnTo>
                  <a:close/>
                </a:path>
                <a:path w="10160" h="264160">
                  <a:moveTo>
                    <a:pt x="1016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0160" y="38087"/>
                  </a:lnTo>
                  <a:lnTo>
                    <a:pt x="10160" y="35560"/>
                  </a:lnTo>
                  <a:close/>
                </a:path>
                <a:path w="10160" h="264160">
                  <a:moveTo>
                    <a:pt x="1016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0160" y="35547"/>
                  </a:lnTo>
                  <a:lnTo>
                    <a:pt x="10160" y="31750"/>
                  </a:lnTo>
                  <a:close/>
                </a:path>
                <a:path w="10160" h="264160">
                  <a:moveTo>
                    <a:pt x="1016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0160" y="31737"/>
                  </a:lnTo>
                  <a:lnTo>
                    <a:pt x="10160" y="29210"/>
                  </a:lnTo>
                  <a:close/>
                </a:path>
                <a:path w="10160" h="26416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6416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6416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6416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6416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6416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6416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6416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6416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999">
              <a:extLst>
                <a:ext uri="{FF2B5EF4-FFF2-40B4-BE49-F238E27FC236}">
                  <a16:creationId xmlns:a16="http://schemas.microsoft.com/office/drawing/2014/main" id="{7BB129D7-6646-F123-5F03-41E92582DEF2}"/>
                </a:ext>
              </a:extLst>
            </p:cNvPr>
            <p:cNvSpPr/>
            <p:nvPr/>
          </p:nvSpPr>
          <p:spPr>
            <a:xfrm>
              <a:off x="4603750" y="5852172"/>
              <a:ext cx="10160" cy="29209"/>
            </a:xfrm>
            <a:custGeom>
              <a:avLst/>
              <a:gdLst/>
              <a:ahLst/>
              <a:cxnLst/>
              <a:rect l="l" t="t" r="r" b="b"/>
              <a:pathLst>
                <a:path w="10160" h="2921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921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921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921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921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921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921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921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921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0">
              <a:extLst>
                <a:ext uri="{FF2B5EF4-FFF2-40B4-BE49-F238E27FC236}">
                  <a16:creationId xmlns:a16="http://schemas.microsoft.com/office/drawing/2014/main" id="{52D57832-E1F0-5716-400B-AE6B723CC0CC}"/>
                </a:ext>
              </a:extLst>
            </p:cNvPr>
            <p:cNvSpPr/>
            <p:nvPr/>
          </p:nvSpPr>
          <p:spPr>
            <a:xfrm>
              <a:off x="4613910" y="5591809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29" h="289560">
                  <a:moveTo>
                    <a:pt x="635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11429" h="28956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28956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28956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28956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28956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28956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28956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28956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28956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28956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28956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28956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28956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28956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28956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28956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28956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28956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289560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28956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289560">
                  <a:moveTo>
                    <a:pt x="1142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7309"/>
                  </a:lnTo>
                  <a:close/>
                </a:path>
                <a:path w="11429" h="289560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289560">
                  <a:moveTo>
                    <a:pt x="11429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59"/>
                  </a:lnTo>
                  <a:close/>
                </a:path>
                <a:path w="11429" h="28956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289560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28956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28956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28956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28956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28956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28956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289560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289560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289560">
                  <a:moveTo>
                    <a:pt x="11429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7950"/>
                  </a:lnTo>
                  <a:close/>
                </a:path>
                <a:path w="11429" h="289560">
                  <a:moveTo>
                    <a:pt x="11429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11759"/>
                  </a:lnTo>
                  <a:close/>
                </a:path>
                <a:path w="11429" h="289560">
                  <a:moveTo>
                    <a:pt x="11429" y="114300"/>
                  </a:moveTo>
                  <a:lnTo>
                    <a:pt x="0" y="114300"/>
                  </a:lnTo>
                  <a:lnTo>
                    <a:pt x="0" y="118109"/>
                  </a:lnTo>
                  <a:lnTo>
                    <a:pt x="11429" y="118109"/>
                  </a:lnTo>
                  <a:lnTo>
                    <a:pt x="11429" y="114300"/>
                  </a:lnTo>
                  <a:close/>
                </a:path>
                <a:path w="11429" h="289560">
                  <a:moveTo>
                    <a:pt x="11429" y="118109"/>
                  </a:moveTo>
                  <a:lnTo>
                    <a:pt x="0" y="118109"/>
                  </a:lnTo>
                  <a:lnTo>
                    <a:pt x="0" y="124459"/>
                  </a:lnTo>
                  <a:lnTo>
                    <a:pt x="11429" y="124459"/>
                  </a:lnTo>
                  <a:lnTo>
                    <a:pt x="11429" y="118109"/>
                  </a:lnTo>
                  <a:close/>
                </a:path>
                <a:path w="11429" h="289560">
                  <a:moveTo>
                    <a:pt x="11429" y="124459"/>
                  </a:moveTo>
                  <a:lnTo>
                    <a:pt x="0" y="124459"/>
                  </a:lnTo>
                  <a:lnTo>
                    <a:pt x="0" y="126999"/>
                  </a:lnTo>
                  <a:lnTo>
                    <a:pt x="11429" y="126999"/>
                  </a:lnTo>
                  <a:lnTo>
                    <a:pt x="11429" y="124459"/>
                  </a:lnTo>
                  <a:close/>
                </a:path>
                <a:path w="11429" h="289560">
                  <a:moveTo>
                    <a:pt x="11429" y="127000"/>
                  </a:moveTo>
                  <a:lnTo>
                    <a:pt x="0" y="127000"/>
                  </a:lnTo>
                  <a:lnTo>
                    <a:pt x="0" y="162559"/>
                  </a:lnTo>
                  <a:lnTo>
                    <a:pt x="11429" y="162559"/>
                  </a:lnTo>
                  <a:lnTo>
                    <a:pt x="11429" y="127000"/>
                  </a:lnTo>
                  <a:close/>
                </a:path>
                <a:path w="11429" h="289560">
                  <a:moveTo>
                    <a:pt x="11429" y="162559"/>
                  </a:moveTo>
                  <a:lnTo>
                    <a:pt x="0" y="162559"/>
                  </a:lnTo>
                  <a:lnTo>
                    <a:pt x="0" y="165099"/>
                  </a:lnTo>
                  <a:lnTo>
                    <a:pt x="11429" y="165099"/>
                  </a:lnTo>
                  <a:lnTo>
                    <a:pt x="11429" y="162559"/>
                  </a:lnTo>
                  <a:close/>
                </a:path>
                <a:path w="11429" h="289560">
                  <a:moveTo>
                    <a:pt x="11429" y="165100"/>
                  </a:moveTo>
                  <a:lnTo>
                    <a:pt x="0" y="16510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5100"/>
                  </a:lnTo>
                  <a:close/>
                </a:path>
                <a:path w="11429" h="289560">
                  <a:moveTo>
                    <a:pt x="11429" y="168909"/>
                  </a:moveTo>
                  <a:lnTo>
                    <a:pt x="0" y="168909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68909"/>
                  </a:lnTo>
                  <a:close/>
                </a:path>
                <a:path w="11429" h="289560">
                  <a:moveTo>
                    <a:pt x="11429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5259"/>
                  </a:lnTo>
                  <a:close/>
                </a:path>
                <a:path w="11429" h="289560">
                  <a:moveTo>
                    <a:pt x="11429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7800"/>
                  </a:lnTo>
                  <a:close/>
                </a:path>
                <a:path w="11429" h="289560">
                  <a:moveTo>
                    <a:pt x="11429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1609"/>
                  </a:lnTo>
                  <a:close/>
                </a:path>
                <a:path w="11429" h="289560">
                  <a:moveTo>
                    <a:pt x="11429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4150"/>
                  </a:lnTo>
                  <a:close/>
                </a:path>
                <a:path w="11429" h="289560">
                  <a:moveTo>
                    <a:pt x="1142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7959"/>
                  </a:lnTo>
                  <a:close/>
                </a:path>
                <a:path w="11429" h="289560">
                  <a:moveTo>
                    <a:pt x="1142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0500"/>
                  </a:lnTo>
                  <a:close/>
                </a:path>
                <a:path w="11429" h="289560">
                  <a:moveTo>
                    <a:pt x="11429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4309"/>
                  </a:lnTo>
                  <a:close/>
                </a:path>
                <a:path w="11429" h="289560">
                  <a:moveTo>
                    <a:pt x="11429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6850"/>
                  </a:lnTo>
                  <a:close/>
                </a:path>
                <a:path w="11429" h="289560">
                  <a:moveTo>
                    <a:pt x="1142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200659"/>
                  </a:lnTo>
                  <a:close/>
                </a:path>
                <a:path w="11429" h="289560">
                  <a:moveTo>
                    <a:pt x="1142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3200"/>
                  </a:lnTo>
                  <a:close/>
                </a:path>
                <a:path w="11429" h="289560">
                  <a:moveTo>
                    <a:pt x="1142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7009"/>
                  </a:lnTo>
                  <a:close/>
                </a:path>
                <a:path w="11429" h="289560">
                  <a:moveTo>
                    <a:pt x="1142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09550"/>
                  </a:lnTo>
                  <a:close/>
                </a:path>
                <a:path w="11429" h="289560">
                  <a:moveTo>
                    <a:pt x="1142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3359"/>
                  </a:lnTo>
                  <a:close/>
                </a:path>
                <a:path w="11429" h="289560">
                  <a:moveTo>
                    <a:pt x="1142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5900"/>
                  </a:lnTo>
                  <a:close/>
                </a:path>
                <a:path w="11429" h="289560">
                  <a:moveTo>
                    <a:pt x="1142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9709"/>
                  </a:lnTo>
                  <a:close/>
                </a:path>
                <a:path w="11429" h="289560">
                  <a:moveTo>
                    <a:pt x="1142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2250"/>
                  </a:lnTo>
                  <a:close/>
                </a:path>
                <a:path w="11429" h="289560">
                  <a:moveTo>
                    <a:pt x="1142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6059"/>
                  </a:lnTo>
                  <a:close/>
                </a:path>
                <a:path w="11429" h="289560">
                  <a:moveTo>
                    <a:pt x="1142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8600"/>
                  </a:lnTo>
                  <a:close/>
                </a:path>
                <a:path w="11429" h="289560">
                  <a:moveTo>
                    <a:pt x="1142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2409"/>
                  </a:lnTo>
                  <a:close/>
                </a:path>
                <a:path w="11429" h="289560">
                  <a:moveTo>
                    <a:pt x="1142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4950"/>
                  </a:lnTo>
                  <a:close/>
                </a:path>
                <a:path w="11429" h="289560">
                  <a:moveTo>
                    <a:pt x="1142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8759"/>
                  </a:lnTo>
                  <a:close/>
                </a:path>
                <a:path w="11429" h="289560">
                  <a:moveTo>
                    <a:pt x="1142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1300"/>
                  </a:lnTo>
                  <a:close/>
                </a:path>
                <a:path w="11429" h="289560">
                  <a:moveTo>
                    <a:pt x="1142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5109"/>
                  </a:lnTo>
                  <a:close/>
                </a:path>
                <a:path w="11429" h="289560">
                  <a:moveTo>
                    <a:pt x="1142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7650"/>
                  </a:lnTo>
                  <a:close/>
                </a:path>
                <a:path w="11429" h="289560">
                  <a:moveTo>
                    <a:pt x="11429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1459"/>
                  </a:lnTo>
                  <a:close/>
                </a:path>
                <a:path w="11429" h="289560">
                  <a:moveTo>
                    <a:pt x="1142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4000"/>
                  </a:lnTo>
                  <a:close/>
                </a:path>
                <a:path w="11429" h="289560">
                  <a:moveTo>
                    <a:pt x="1142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7809"/>
                  </a:lnTo>
                  <a:close/>
                </a:path>
                <a:path w="11429" h="289560">
                  <a:moveTo>
                    <a:pt x="11429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0350"/>
                  </a:lnTo>
                  <a:close/>
                </a:path>
                <a:path w="11429" h="289560">
                  <a:moveTo>
                    <a:pt x="11429" y="264159"/>
                  </a:moveTo>
                  <a:lnTo>
                    <a:pt x="0" y="264159"/>
                  </a:lnTo>
                  <a:lnTo>
                    <a:pt x="0" y="266699"/>
                  </a:lnTo>
                  <a:lnTo>
                    <a:pt x="11429" y="266699"/>
                  </a:lnTo>
                  <a:lnTo>
                    <a:pt x="11429" y="264159"/>
                  </a:lnTo>
                  <a:close/>
                </a:path>
                <a:path w="11429" h="289560">
                  <a:moveTo>
                    <a:pt x="11429" y="266700"/>
                  </a:moveTo>
                  <a:lnTo>
                    <a:pt x="0" y="266700"/>
                  </a:lnTo>
                  <a:lnTo>
                    <a:pt x="0" y="270509"/>
                  </a:lnTo>
                  <a:lnTo>
                    <a:pt x="11429" y="270509"/>
                  </a:lnTo>
                  <a:lnTo>
                    <a:pt x="11429" y="266700"/>
                  </a:lnTo>
                  <a:close/>
                </a:path>
                <a:path w="11429" h="289560">
                  <a:moveTo>
                    <a:pt x="11429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1429" y="273049"/>
                  </a:lnTo>
                  <a:lnTo>
                    <a:pt x="11429" y="270509"/>
                  </a:lnTo>
                  <a:close/>
                </a:path>
                <a:path w="11429" h="289560">
                  <a:moveTo>
                    <a:pt x="11429" y="273050"/>
                  </a:moveTo>
                  <a:lnTo>
                    <a:pt x="0" y="273050"/>
                  </a:lnTo>
                  <a:lnTo>
                    <a:pt x="0" y="276859"/>
                  </a:lnTo>
                  <a:lnTo>
                    <a:pt x="11429" y="276859"/>
                  </a:lnTo>
                  <a:lnTo>
                    <a:pt x="11429" y="273050"/>
                  </a:lnTo>
                  <a:close/>
                </a:path>
                <a:path w="11429" h="289560">
                  <a:moveTo>
                    <a:pt x="11429" y="276859"/>
                  </a:moveTo>
                  <a:lnTo>
                    <a:pt x="0" y="276859"/>
                  </a:lnTo>
                  <a:lnTo>
                    <a:pt x="0" y="279399"/>
                  </a:lnTo>
                  <a:lnTo>
                    <a:pt x="11429" y="279399"/>
                  </a:lnTo>
                  <a:lnTo>
                    <a:pt x="11429" y="276859"/>
                  </a:lnTo>
                  <a:close/>
                </a:path>
                <a:path w="11429" h="289560">
                  <a:moveTo>
                    <a:pt x="11429" y="279400"/>
                  </a:moveTo>
                  <a:lnTo>
                    <a:pt x="0" y="279400"/>
                  </a:lnTo>
                  <a:lnTo>
                    <a:pt x="0" y="283209"/>
                  </a:lnTo>
                  <a:lnTo>
                    <a:pt x="11429" y="283209"/>
                  </a:lnTo>
                  <a:lnTo>
                    <a:pt x="11429" y="279400"/>
                  </a:lnTo>
                  <a:close/>
                </a:path>
                <a:path w="11429" h="289560">
                  <a:moveTo>
                    <a:pt x="11429" y="283209"/>
                  </a:moveTo>
                  <a:lnTo>
                    <a:pt x="0" y="283209"/>
                  </a:lnTo>
                  <a:lnTo>
                    <a:pt x="0" y="285749"/>
                  </a:lnTo>
                  <a:lnTo>
                    <a:pt x="11429" y="285749"/>
                  </a:lnTo>
                  <a:lnTo>
                    <a:pt x="11429" y="283209"/>
                  </a:lnTo>
                  <a:close/>
                </a:path>
                <a:path w="11429" h="289560">
                  <a:moveTo>
                    <a:pt x="11429" y="285750"/>
                  </a:moveTo>
                  <a:lnTo>
                    <a:pt x="0" y="285750"/>
                  </a:lnTo>
                  <a:lnTo>
                    <a:pt x="0" y="289559"/>
                  </a:lnTo>
                  <a:lnTo>
                    <a:pt x="11429" y="289559"/>
                  </a:lnTo>
                  <a:lnTo>
                    <a:pt x="11429" y="285750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1">
              <a:extLst>
                <a:ext uri="{FF2B5EF4-FFF2-40B4-BE49-F238E27FC236}">
                  <a16:creationId xmlns:a16="http://schemas.microsoft.com/office/drawing/2014/main" id="{1DC7D0A2-7008-3A6D-EB94-65A9199124C5}"/>
                </a:ext>
              </a:extLst>
            </p:cNvPr>
            <p:cNvSpPr/>
            <p:nvPr/>
          </p:nvSpPr>
          <p:spPr>
            <a:xfrm>
              <a:off x="4630420" y="5593079"/>
              <a:ext cx="0" cy="288290"/>
            </a:xfrm>
            <a:custGeom>
              <a:avLst/>
              <a:gdLst/>
              <a:ahLst/>
              <a:cxnLst/>
              <a:rect l="l" t="t" r="r" b="b"/>
              <a:pathLst>
                <a:path h="288289">
                  <a:moveTo>
                    <a:pt x="0" y="0"/>
                  </a:moveTo>
                  <a:lnTo>
                    <a:pt x="0" y="288290"/>
                  </a:lnTo>
                </a:path>
              </a:pathLst>
            </a:custGeom>
            <a:ln w="10160">
              <a:solidFill>
                <a:srgbClr val="72729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2">
              <a:extLst>
                <a:ext uri="{FF2B5EF4-FFF2-40B4-BE49-F238E27FC236}">
                  <a16:creationId xmlns:a16="http://schemas.microsoft.com/office/drawing/2014/main" id="{7DBEC151-7E8E-AA84-C736-7EC30E9BC2E8}"/>
                </a:ext>
              </a:extLst>
            </p:cNvPr>
            <p:cNvSpPr/>
            <p:nvPr/>
          </p:nvSpPr>
          <p:spPr>
            <a:xfrm>
              <a:off x="4635500" y="5593079"/>
              <a:ext cx="11430" cy="288290"/>
            </a:xfrm>
            <a:custGeom>
              <a:avLst/>
              <a:gdLst/>
              <a:ahLst/>
              <a:cxnLst/>
              <a:rect l="l" t="t" r="r" b="b"/>
              <a:pathLst>
                <a:path w="11429" h="288289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  <a:path w="11429" h="288289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288289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288289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288289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288289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288289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288289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288289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288289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288289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288289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288289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288289">
                  <a:moveTo>
                    <a:pt x="1142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40640"/>
                  </a:lnTo>
                  <a:close/>
                </a:path>
                <a:path w="11429" h="288289">
                  <a:moveTo>
                    <a:pt x="1142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3180"/>
                  </a:lnTo>
                  <a:close/>
                </a:path>
                <a:path w="11429" h="288289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288289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288289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288289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288289">
                  <a:moveTo>
                    <a:pt x="1142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9690"/>
                  </a:lnTo>
                  <a:close/>
                </a:path>
                <a:path w="11429" h="288289">
                  <a:moveTo>
                    <a:pt x="1142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29" y="66040"/>
                  </a:lnTo>
                  <a:lnTo>
                    <a:pt x="11429" y="62230"/>
                  </a:lnTo>
                  <a:close/>
                </a:path>
                <a:path w="11429" h="288289">
                  <a:moveTo>
                    <a:pt x="11429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1429" y="68580"/>
                  </a:lnTo>
                  <a:lnTo>
                    <a:pt x="11429" y="66040"/>
                  </a:lnTo>
                  <a:close/>
                </a:path>
                <a:path w="11429" h="288289">
                  <a:moveTo>
                    <a:pt x="11429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1429" y="72390"/>
                  </a:lnTo>
                  <a:lnTo>
                    <a:pt x="11429" y="68580"/>
                  </a:lnTo>
                  <a:close/>
                </a:path>
                <a:path w="11429" h="288289">
                  <a:moveTo>
                    <a:pt x="11429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72390"/>
                  </a:lnTo>
                  <a:close/>
                </a:path>
                <a:path w="11429" h="288289">
                  <a:moveTo>
                    <a:pt x="1142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29" y="78740"/>
                  </a:lnTo>
                  <a:lnTo>
                    <a:pt x="11429" y="74930"/>
                  </a:lnTo>
                  <a:close/>
                </a:path>
                <a:path w="11429" h="288289">
                  <a:moveTo>
                    <a:pt x="11429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8740"/>
                  </a:lnTo>
                  <a:close/>
                </a:path>
                <a:path w="11429" h="288289">
                  <a:moveTo>
                    <a:pt x="11429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1429" y="85090"/>
                  </a:lnTo>
                  <a:lnTo>
                    <a:pt x="11429" y="81280"/>
                  </a:lnTo>
                  <a:close/>
                </a:path>
                <a:path w="11429" h="288289">
                  <a:moveTo>
                    <a:pt x="11429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5090"/>
                  </a:lnTo>
                  <a:close/>
                </a:path>
                <a:path w="11429" h="288289">
                  <a:moveTo>
                    <a:pt x="11429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1429" y="91440"/>
                  </a:lnTo>
                  <a:lnTo>
                    <a:pt x="11429" y="87630"/>
                  </a:lnTo>
                  <a:close/>
                </a:path>
                <a:path w="11429" h="288289">
                  <a:moveTo>
                    <a:pt x="11429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91440"/>
                  </a:lnTo>
                  <a:close/>
                </a:path>
                <a:path w="11429" h="288289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288289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288289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288289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288289">
                  <a:moveTo>
                    <a:pt x="11429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1429" y="110490"/>
                  </a:lnTo>
                  <a:lnTo>
                    <a:pt x="11429" y="106680"/>
                  </a:lnTo>
                  <a:close/>
                </a:path>
                <a:path w="11429" h="288289">
                  <a:moveTo>
                    <a:pt x="11429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1429" y="113030"/>
                  </a:lnTo>
                  <a:lnTo>
                    <a:pt x="11429" y="110490"/>
                  </a:lnTo>
                  <a:close/>
                </a:path>
                <a:path w="11429" h="288289">
                  <a:moveTo>
                    <a:pt x="11429" y="113030"/>
                  </a:moveTo>
                  <a:lnTo>
                    <a:pt x="0" y="113030"/>
                  </a:lnTo>
                  <a:lnTo>
                    <a:pt x="0" y="116840"/>
                  </a:lnTo>
                  <a:lnTo>
                    <a:pt x="11429" y="116840"/>
                  </a:lnTo>
                  <a:lnTo>
                    <a:pt x="11429" y="113030"/>
                  </a:lnTo>
                  <a:close/>
                </a:path>
                <a:path w="11429" h="288289">
                  <a:moveTo>
                    <a:pt x="11429" y="116840"/>
                  </a:moveTo>
                  <a:lnTo>
                    <a:pt x="0" y="116840"/>
                  </a:lnTo>
                  <a:lnTo>
                    <a:pt x="0" y="123190"/>
                  </a:lnTo>
                  <a:lnTo>
                    <a:pt x="11429" y="123190"/>
                  </a:lnTo>
                  <a:lnTo>
                    <a:pt x="11429" y="116840"/>
                  </a:lnTo>
                  <a:close/>
                </a:path>
                <a:path w="11429" h="288289">
                  <a:moveTo>
                    <a:pt x="11429" y="123190"/>
                  </a:moveTo>
                  <a:lnTo>
                    <a:pt x="0" y="123190"/>
                  </a:lnTo>
                  <a:lnTo>
                    <a:pt x="0" y="125730"/>
                  </a:lnTo>
                  <a:lnTo>
                    <a:pt x="11429" y="125730"/>
                  </a:lnTo>
                  <a:lnTo>
                    <a:pt x="11429" y="123190"/>
                  </a:lnTo>
                  <a:close/>
                </a:path>
                <a:path w="11429" h="288289">
                  <a:moveTo>
                    <a:pt x="11429" y="125730"/>
                  </a:moveTo>
                  <a:lnTo>
                    <a:pt x="0" y="125730"/>
                  </a:lnTo>
                  <a:lnTo>
                    <a:pt x="0" y="161290"/>
                  </a:lnTo>
                  <a:lnTo>
                    <a:pt x="11429" y="161290"/>
                  </a:lnTo>
                  <a:lnTo>
                    <a:pt x="11429" y="125730"/>
                  </a:lnTo>
                  <a:close/>
                </a:path>
                <a:path w="11429" h="288289">
                  <a:moveTo>
                    <a:pt x="11429" y="161290"/>
                  </a:moveTo>
                  <a:lnTo>
                    <a:pt x="0" y="161290"/>
                  </a:lnTo>
                  <a:lnTo>
                    <a:pt x="0" y="163830"/>
                  </a:lnTo>
                  <a:lnTo>
                    <a:pt x="11429" y="163830"/>
                  </a:lnTo>
                  <a:lnTo>
                    <a:pt x="11429" y="161290"/>
                  </a:lnTo>
                  <a:close/>
                </a:path>
                <a:path w="11429" h="288289">
                  <a:moveTo>
                    <a:pt x="11429" y="163830"/>
                  </a:moveTo>
                  <a:lnTo>
                    <a:pt x="0" y="163830"/>
                  </a:lnTo>
                  <a:lnTo>
                    <a:pt x="0" y="167640"/>
                  </a:lnTo>
                  <a:lnTo>
                    <a:pt x="11429" y="167640"/>
                  </a:lnTo>
                  <a:lnTo>
                    <a:pt x="11429" y="163830"/>
                  </a:lnTo>
                  <a:close/>
                </a:path>
                <a:path w="11429" h="288289">
                  <a:moveTo>
                    <a:pt x="11429" y="167640"/>
                  </a:moveTo>
                  <a:lnTo>
                    <a:pt x="0" y="167640"/>
                  </a:lnTo>
                  <a:lnTo>
                    <a:pt x="0" y="173990"/>
                  </a:lnTo>
                  <a:lnTo>
                    <a:pt x="11429" y="173990"/>
                  </a:lnTo>
                  <a:lnTo>
                    <a:pt x="11429" y="167640"/>
                  </a:lnTo>
                  <a:close/>
                </a:path>
                <a:path w="11429" h="288289">
                  <a:moveTo>
                    <a:pt x="11429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1429" y="176530"/>
                  </a:lnTo>
                  <a:lnTo>
                    <a:pt x="11429" y="173990"/>
                  </a:lnTo>
                  <a:close/>
                </a:path>
                <a:path w="11429" h="288289">
                  <a:moveTo>
                    <a:pt x="11429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1429" y="180340"/>
                  </a:lnTo>
                  <a:lnTo>
                    <a:pt x="11429" y="176530"/>
                  </a:lnTo>
                  <a:close/>
                </a:path>
                <a:path w="11429" h="288289">
                  <a:moveTo>
                    <a:pt x="11429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1429" y="182880"/>
                  </a:lnTo>
                  <a:lnTo>
                    <a:pt x="11429" y="180340"/>
                  </a:lnTo>
                  <a:close/>
                </a:path>
                <a:path w="11429" h="288289">
                  <a:moveTo>
                    <a:pt x="11429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1429" y="186690"/>
                  </a:lnTo>
                  <a:lnTo>
                    <a:pt x="11429" y="182880"/>
                  </a:lnTo>
                  <a:close/>
                </a:path>
                <a:path w="11429" h="288289">
                  <a:moveTo>
                    <a:pt x="11429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1429" y="189230"/>
                  </a:lnTo>
                  <a:lnTo>
                    <a:pt x="11429" y="186690"/>
                  </a:lnTo>
                  <a:close/>
                </a:path>
                <a:path w="11429" h="288289">
                  <a:moveTo>
                    <a:pt x="11429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1429" y="193040"/>
                  </a:lnTo>
                  <a:lnTo>
                    <a:pt x="11429" y="189230"/>
                  </a:lnTo>
                  <a:close/>
                </a:path>
                <a:path w="11429" h="288289">
                  <a:moveTo>
                    <a:pt x="11429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1429" y="195580"/>
                  </a:lnTo>
                  <a:lnTo>
                    <a:pt x="11429" y="193040"/>
                  </a:lnTo>
                  <a:close/>
                </a:path>
                <a:path w="11429" h="288289">
                  <a:moveTo>
                    <a:pt x="11429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1429" y="199390"/>
                  </a:lnTo>
                  <a:lnTo>
                    <a:pt x="11429" y="195580"/>
                  </a:lnTo>
                  <a:close/>
                </a:path>
                <a:path w="11429" h="288289">
                  <a:moveTo>
                    <a:pt x="11429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1429" y="201930"/>
                  </a:lnTo>
                  <a:lnTo>
                    <a:pt x="11429" y="199390"/>
                  </a:lnTo>
                  <a:close/>
                </a:path>
                <a:path w="11429" h="288289">
                  <a:moveTo>
                    <a:pt x="11429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1429" y="205740"/>
                  </a:lnTo>
                  <a:lnTo>
                    <a:pt x="11429" y="201930"/>
                  </a:lnTo>
                  <a:close/>
                </a:path>
                <a:path w="11429" h="288289">
                  <a:moveTo>
                    <a:pt x="1142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1429" y="208280"/>
                  </a:lnTo>
                  <a:lnTo>
                    <a:pt x="11429" y="205740"/>
                  </a:lnTo>
                  <a:close/>
                </a:path>
                <a:path w="11429" h="288289">
                  <a:moveTo>
                    <a:pt x="1142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1429" y="212090"/>
                  </a:lnTo>
                  <a:lnTo>
                    <a:pt x="11429" y="208280"/>
                  </a:lnTo>
                  <a:close/>
                </a:path>
                <a:path w="11429" h="288289">
                  <a:moveTo>
                    <a:pt x="1142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1429" y="214630"/>
                  </a:lnTo>
                  <a:lnTo>
                    <a:pt x="11429" y="212090"/>
                  </a:lnTo>
                  <a:close/>
                </a:path>
                <a:path w="11429" h="288289">
                  <a:moveTo>
                    <a:pt x="1142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1429" y="218440"/>
                  </a:lnTo>
                  <a:lnTo>
                    <a:pt x="11429" y="214630"/>
                  </a:lnTo>
                  <a:close/>
                </a:path>
                <a:path w="11429" h="288289">
                  <a:moveTo>
                    <a:pt x="1142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1429" y="220980"/>
                  </a:lnTo>
                  <a:lnTo>
                    <a:pt x="11429" y="218440"/>
                  </a:lnTo>
                  <a:close/>
                </a:path>
                <a:path w="11429" h="288289">
                  <a:moveTo>
                    <a:pt x="1142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1429" y="224790"/>
                  </a:lnTo>
                  <a:lnTo>
                    <a:pt x="11429" y="220980"/>
                  </a:lnTo>
                  <a:close/>
                </a:path>
                <a:path w="11429" h="288289">
                  <a:moveTo>
                    <a:pt x="1142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1429" y="227330"/>
                  </a:lnTo>
                  <a:lnTo>
                    <a:pt x="11429" y="224790"/>
                  </a:lnTo>
                  <a:close/>
                </a:path>
                <a:path w="11429" h="288289">
                  <a:moveTo>
                    <a:pt x="1142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1429" y="231140"/>
                  </a:lnTo>
                  <a:lnTo>
                    <a:pt x="11429" y="227330"/>
                  </a:lnTo>
                  <a:close/>
                </a:path>
                <a:path w="11429" h="288289">
                  <a:moveTo>
                    <a:pt x="1142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1429" y="233680"/>
                  </a:lnTo>
                  <a:lnTo>
                    <a:pt x="11429" y="231140"/>
                  </a:lnTo>
                  <a:close/>
                </a:path>
                <a:path w="11429" h="288289">
                  <a:moveTo>
                    <a:pt x="1142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1429" y="237490"/>
                  </a:lnTo>
                  <a:lnTo>
                    <a:pt x="11429" y="233680"/>
                  </a:lnTo>
                  <a:close/>
                </a:path>
                <a:path w="11429" h="288289">
                  <a:moveTo>
                    <a:pt x="1142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1429" y="240030"/>
                  </a:lnTo>
                  <a:lnTo>
                    <a:pt x="11429" y="237490"/>
                  </a:lnTo>
                  <a:close/>
                </a:path>
                <a:path w="11429" h="288289">
                  <a:moveTo>
                    <a:pt x="1142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1429" y="243840"/>
                  </a:lnTo>
                  <a:lnTo>
                    <a:pt x="11429" y="240030"/>
                  </a:lnTo>
                  <a:close/>
                </a:path>
                <a:path w="11429" h="288289">
                  <a:moveTo>
                    <a:pt x="1142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1429" y="246380"/>
                  </a:lnTo>
                  <a:lnTo>
                    <a:pt x="11429" y="243840"/>
                  </a:lnTo>
                  <a:close/>
                </a:path>
                <a:path w="11429" h="288289">
                  <a:moveTo>
                    <a:pt x="1142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1429" y="250190"/>
                  </a:lnTo>
                  <a:lnTo>
                    <a:pt x="11429" y="246380"/>
                  </a:lnTo>
                  <a:close/>
                </a:path>
                <a:path w="11429" h="288289">
                  <a:moveTo>
                    <a:pt x="11429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1429" y="252730"/>
                  </a:lnTo>
                  <a:lnTo>
                    <a:pt x="11429" y="250190"/>
                  </a:lnTo>
                  <a:close/>
                </a:path>
                <a:path w="11429" h="288289">
                  <a:moveTo>
                    <a:pt x="11429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1429" y="256540"/>
                  </a:lnTo>
                  <a:lnTo>
                    <a:pt x="11429" y="252730"/>
                  </a:lnTo>
                  <a:close/>
                </a:path>
                <a:path w="11429" h="288289">
                  <a:moveTo>
                    <a:pt x="11429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1429" y="259080"/>
                  </a:lnTo>
                  <a:lnTo>
                    <a:pt x="11429" y="256540"/>
                  </a:lnTo>
                  <a:close/>
                </a:path>
                <a:path w="11429" h="288289">
                  <a:moveTo>
                    <a:pt x="11429" y="259080"/>
                  </a:moveTo>
                  <a:lnTo>
                    <a:pt x="0" y="259080"/>
                  </a:lnTo>
                  <a:lnTo>
                    <a:pt x="0" y="262890"/>
                  </a:lnTo>
                  <a:lnTo>
                    <a:pt x="11429" y="262890"/>
                  </a:lnTo>
                  <a:lnTo>
                    <a:pt x="11429" y="259080"/>
                  </a:lnTo>
                  <a:close/>
                </a:path>
                <a:path w="11429" h="288289">
                  <a:moveTo>
                    <a:pt x="11429" y="262890"/>
                  </a:moveTo>
                  <a:lnTo>
                    <a:pt x="0" y="262890"/>
                  </a:lnTo>
                  <a:lnTo>
                    <a:pt x="0" y="265430"/>
                  </a:lnTo>
                  <a:lnTo>
                    <a:pt x="11429" y="265430"/>
                  </a:lnTo>
                  <a:lnTo>
                    <a:pt x="11429" y="262890"/>
                  </a:lnTo>
                  <a:close/>
                </a:path>
                <a:path w="11429" h="288289">
                  <a:moveTo>
                    <a:pt x="11429" y="265430"/>
                  </a:moveTo>
                  <a:lnTo>
                    <a:pt x="0" y="265430"/>
                  </a:lnTo>
                  <a:lnTo>
                    <a:pt x="0" y="269240"/>
                  </a:lnTo>
                  <a:lnTo>
                    <a:pt x="11429" y="269240"/>
                  </a:lnTo>
                  <a:lnTo>
                    <a:pt x="11429" y="265430"/>
                  </a:lnTo>
                  <a:close/>
                </a:path>
                <a:path w="11429" h="288289">
                  <a:moveTo>
                    <a:pt x="11429" y="269240"/>
                  </a:moveTo>
                  <a:lnTo>
                    <a:pt x="0" y="269240"/>
                  </a:lnTo>
                  <a:lnTo>
                    <a:pt x="0" y="271780"/>
                  </a:lnTo>
                  <a:lnTo>
                    <a:pt x="11429" y="271780"/>
                  </a:lnTo>
                  <a:lnTo>
                    <a:pt x="11429" y="269240"/>
                  </a:lnTo>
                  <a:close/>
                </a:path>
                <a:path w="11429" h="288289">
                  <a:moveTo>
                    <a:pt x="11429" y="271780"/>
                  </a:moveTo>
                  <a:lnTo>
                    <a:pt x="0" y="271780"/>
                  </a:lnTo>
                  <a:lnTo>
                    <a:pt x="0" y="275590"/>
                  </a:lnTo>
                  <a:lnTo>
                    <a:pt x="11429" y="275590"/>
                  </a:lnTo>
                  <a:lnTo>
                    <a:pt x="11429" y="271780"/>
                  </a:lnTo>
                  <a:close/>
                </a:path>
                <a:path w="11429" h="288289">
                  <a:moveTo>
                    <a:pt x="11429" y="275590"/>
                  </a:moveTo>
                  <a:lnTo>
                    <a:pt x="0" y="275590"/>
                  </a:lnTo>
                  <a:lnTo>
                    <a:pt x="0" y="278130"/>
                  </a:lnTo>
                  <a:lnTo>
                    <a:pt x="11429" y="278130"/>
                  </a:lnTo>
                  <a:lnTo>
                    <a:pt x="11429" y="275590"/>
                  </a:lnTo>
                  <a:close/>
                </a:path>
                <a:path w="11429" h="288289">
                  <a:moveTo>
                    <a:pt x="11429" y="278130"/>
                  </a:moveTo>
                  <a:lnTo>
                    <a:pt x="0" y="278130"/>
                  </a:lnTo>
                  <a:lnTo>
                    <a:pt x="0" y="281940"/>
                  </a:lnTo>
                  <a:lnTo>
                    <a:pt x="11429" y="281940"/>
                  </a:lnTo>
                  <a:lnTo>
                    <a:pt x="11429" y="278130"/>
                  </a:lnTo>
                  <a:close/>
                </a:path>
                <a:path w="11429" h="288289">
                  <a:moveTo>
                    <a:pt x="11429" y="281940"/>
                  </a:moveTo>
                  <a:lnTo>
                    <a:pt x="0" y="281940"/>
                  </a:lnTo>
                  <a:lnTo>
                    <a:pt x="0" y="284480"/>
                  </a:lnTo>
                  <a:lnTo>
                    <a:pt x="11429" y="284480"/>
                  </a:lnTo>
                  <a:lnTo>
                    <a:pt x="11429" y="281940"/>
                  </a:lnTo>
                  <a:close/>
                </a:path>
                <a:path w="11429" h="288289">
                  <a:moveTo>
                    <a:pt x="11429" y="284480"/>
                  </a:moveTo>
                  <a:lnTo>
                    <a:pt x="0" y="284480"/>
                  </a:lnTo>
                  <a:lnTo>
                    <a:pt x="0" y="288290"/>
                  </a:lnTo>
                  <a:lnTo>
                    <a:pt x="10160" y="288290"/>
                  </a:lnTo>
                  <a:lnTo>
                    <a:pt x="10160" y="287020"/>
                  </a:lnTo>
                  <a:lnTo>
                    <a:pt x="11429" y="287020"/>
                  </a:lnTo>
                  <a:lnTo>
                    <a:pt x="11429" y="28448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3">
              <a:extLst>
                <a:ext uri="{FF2B5EF4-FFF2-40B4-BE49-F238E27FC236}">
                  <a16:creationId xmlns:a16="http://schemas.microsoft.com/office/drawing/2014/main" id="{1BD817FA-7BB7-B810-4AB2-3BD65427D46C}"/>
                </a:ext>
              </a:extLst>
            </p:cNvPr>
            <p:cNvSpPr/>
            <p:nvPr/>
          </p:nvSpPr>
          <p:spPr>
            <a:xfrm>
              <a:off x="4646930" y="5594349"/>
              <a:ext cx="10160" cy="285750"/>
            </a:xfrm>
            <a:custGeom>
              <a:avLst/>
              <a:gdLst/>
              <a:ahLst/>
              <a:cxnLst/>
              <a:rect l="l" t="t" r="r" b="b"/>
              <a:pathLst>
                <a:path w="10160" h="285750">
                  <a:moveTo>
                    <a:pt x="1016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0160" y="1269"/>
                  </a:lnTo>
                  <a:lnTo>
                    <a:pt x="10160" y="0"/>
                  </a:lnTo>
                  <a:close/>
                </a:path>
                <a:path w="10160" h="285750">
                  <a:moveTo>
                    <a:pt x="1016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1270"/>
                  </a:lnTo>
                  <a:close/>
                </a:path>
                <a:path w="10160" h="285750">
                  <a:moveTo>
                    <a:pt x="1016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0160" y="7619"/>
                  </a:lnTo>
                  <a:lnTo>
                    <a:pt x="10160" y="3810"/>
                  </a:lnTo>
                  <a:close/>
                </a:path>
                <a:path w="10160" h="285750">
                  <a:moveTo>
                    <a:pt x="1016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7620"/>
                  </a:lnTo>
                  <a:close/>
                </a:path>
                <a:path w="10160" h="285750">
                  <a:moveTo>
                    <a:pt x="1016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0160" y="13969"/>
                  </a:lnTo>
                  <a:lnTo>
                    <a:pt x="10160" y="10160"/>
                  </a:lnTo>
                  <a:close/>
                </a:path>
                <a:path w="10160" h="285750">
                  <a:moveTo>
                    <a:pt x="1016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3970"/>
                  </a:lnTo>
                  <a:close/>
                </a:path>
                <a:path w="10160" h="285750">
                  <a:moveTo>
                    <a:pt x="1016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0160" y="20319"/>
                  </a:lnTo>
                  <a:lnTo>
                    <a:pt x="10160" y="16510"/>
                  </a:lnTo>
                  <a:close/>
                </a:path>
                <a:path w="10160" h="285750">
                  <a:moveTo>
                    <a:pt x="1016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20320"/>
                  </a:lnTo>
                  <a:close/>
                </a:path>
                <a:path w="10160" h="285750">
                  <a:moveTo>
                    <a:pt x="1016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0160" y="26669"/>
                  </a:lnTo>
                  <a:lnTo>
                    <a:pt x="10160" y="22860"/>
                  </a:lnTo>
                  <a:close/>
                </a:path>
                <a:path w="10160" h="285750">
                  <a:moveTo>
                    <a:pt x="1016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6670"/>
                  </a:lnTo>
                  <a:close/>
                </a:path>
                <a:path w="10160" h="285750">
                  <a:moveTo>
                    <a:pt x="1016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0160" y="33019"/>
                  </a:lnTo>
                  <a:lnTo>
                    <a:pt x="10160" y="29210"/>
                  </a:lnTo>
                  <a:close/>
                </a:path>
                <a:path w="10160" h="285750">
                  <a:moveTo>
                    <a:pt x="1016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3020"/>
                  </a:lnTo>
                  <a:close/>
                </a:path>
                <a:path w="10160" h="285750">
                  <a:moveTo>
                    <a:pt x="1016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0160" y="39369"/>
                  </a:lnTo>
                  <a:lnTo>
                    <a:pt x="10160" y="35560"/>
                  </a:lnTo>
                  <a:close/>
                </a:path>
                <a:path w="10160" h="285750">
                  <a:moveTo>
                    <a:pt x="1016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9370"/>
                  </a:lnTo>
                  <a:close/>
                </a:path>
                <a:path w="10160" h="285750">
                  <a:moveTo>
                    <a:pt x="1016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0160" y="45719"/>
                  </a:lnTo>
                  <a:lnTo>
                    <a:pt x="10160" y="41910"/>
                  </a:lnTo>
                  <a:close/>
                </a:path>
                <a:path w="10160" h="285750">
                  <a:moveTo>
                    <a:pt x="1016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5720"/>
                  </a:lnTo>
                  <a:close/>
                </a:path>
                <a:path w="10160" h="285750">
                  <a:moveTo>
                    <a:pt x="1016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0160" y="52069"/>
                  </a:lnTo>
                  <a:lnTo>
                    <a:pt x="10160" y="48260"/>
                  </a:lnTo>
                  <a:close/>
                </a:path>
                <a:path w="10160" h="285750">
                  <a:moveTo>
                    <a:pt x="1016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52070"/>
                  </a:lnTo>
                  <a:close/>
                </a:path>
                <a:path w="10160" h="285750">
                  <a:moveTo>
                    <a:pt x="1016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0160" y="58419"/>
                  </a:lnTo>
                  <a:lnTo>
                    <a:pt x="10160" y="54610"/>
                  </a:lnTo>
                  <a:close/>
                </a:path>
                <a:path w="10160" h="285750">
                  <a:moveTo>
                    <a:pt x="10160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8420"/>
                  </a:lnTo>
                  <a:close/>
                </a:path>
                <a:path w="10160" h="285750">
                  <a:moveTo>
                    <a:pt x="10160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0160" y="64769"/>
                  </a:lnTo>
                  <a:lnTo>
                    <a:pt x="10160" y="60960"/>
                  </a:lnTo>
                  <a:close/>
                </a:path>
                <a:path w="10160" h="285750">
                  <a:moveTo>
                    <a:pt x="10160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0160" y="67309"/>
                  </a:lnTo>
                  <a:lnTo>
                    <a:pt x="10160" y="64770"/>
                  </a:lnTo>
                  <a:close/>
                </a:path>
                <a:path w="10160" h="285750">
                  <a:moveTo>
                    <a:pt x="10160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0160" y="71119"/>
                  </a:lnTo>
                  <a:lnTo>
                    <a:pt x="10160" y="67310"/>
                  </a:lnTo>
                  <a:close/>
                </a:path>
                <a:path w="10160" h="285750">
                  <a:moveTo>
                    <a:pt x="10160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0160" y="73659"/>
                  </a:lnTo>
                  <a:lnTo>
                    <a:pt x="10160" y="71120"/>
                  </a:lnTo>
                  <a:close/>
                </a:path>
                <a:path w="10160" h="285750">
                  <a:moveTo>
                    <a:pt x="10160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0160" y="77469"/>
                  </a:lnTo>
                  <a:lnTo>
                    <a:pt x="10160" y="73660"/>
                  </a:lnTo>
                  <a:close/>
                </a:path>
                <a:path w="10160" h="285750">
                  <a:moveTo>
                    <a:pt x="10160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0160" y="80009"/>
                  </a:lnTo>
                  <a:lnTo>
                    <a:pt x="10160" y="77470"/>
                  </a:lnTo>
                  <a:close/>
                </a:path>
                <a:path w="10160" h="285750">
                  <a:moveTo>
                    <a:pt x="10160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0160" y="83819"/>
                  </a:lnTo>
                  <a:lnTo>
                    <a:pt x="10160" y="80010"/>
                  </a:lnTo>
                  <a:close/>
                </a:path>
                <a:path w="10160" h="285750">
                  <a:moveTo>
                    <a:pt x="10160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0160" y="86359"/>
                  </a:lnTo>
                  <a:lnTo>
                    <a:pt x="10160" y="83820"/>
                  </a:lnTo>
                  <a:close/>
                </a:path>
                <a:path w="10160" h="285750">
                  <a:moveTo>
                    <a:pt x="10160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0160" y="90169"/>
                  </a:lnTo>
                  <a:lnTo>
                    <a:pt x="10160" y="86360"/>
                  </a:lnTo>
                  <a:close/>
                </a:path>
                <a:path w="10160" h="285750">
                  <a:moveTo>
                    <a:pt x="10160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0160" y="92709"/>
                  </a:lnTo>
                  <a:lnTo>
                    <a:pt x="10160" y="90170"/>
                  </a:lnTo>
                  <a:close/>
                </a:path>
                <a:path w="10160" h="285750">
                  <a:moveTo>
                    <a:pt x="10160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0160" y="96519"/>
                  </a:lnTo>
                  <a:lnTo>
                    <a:pt x="10160" y="92710"/>
                  </a:lnTo>
                  <a:close/>
                </a:path>
                <a:path w="10160" h="285750">
                  <a:moveTo>
                    <a:pt x="10160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0160" y="99059"/>
                  </a:lnTo>
                  <a:lnTo>
                    <a:pt x="10160" y="96520"/>
                  </a:lnTo>
                  <a:close/>
                </a:path>
                <a:path w="10160" h="285750">
                  <a:moveTo>
                    <a:pt x="10160" y="99060"/>
                  </a:moveTo>
                  <a:lnTo>
                    <a:pt x="0" y="99060"/>
                  </a:lnTo>
                  <a:lnTo>
                    <a:pt x="0" y="102869"/>
                  </a:lnTo>
                  <a:lnTo>
                    <a:pt x="10160" y="102869"/>
                  </a:lnTo>
                  <a:lnTo>
                    <a:pt x="10160" y="99060"/>
                  </a:lnTo>
                  <a:close/>
                </a:path>
                <a:path w="10160" h="285750">
                  <a:moveTo>
                    <a:pt x="10160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0160" y="105409"/>
                  </a:lnTo>
                  <a:lnTo>
                    <a:pt x="10160" y="102870"/>
                  </a:lnTo>
                  <a:close/>
                </a:path>
                <a:path w="10160" h="285750">
                  <a:moveTo>
                    <a:pt x="10160" y="105410"/>
                  </a:moveTo>
                  <a:lnTo>
                    <a:pt x="0" y="105410"/>
                  </a:lnTo>
                  <a:lnTo>
                    <a:pt x="0" y="109219"/>
                  </a:lnTo>
                  <a:lnTo>
                    <a:pt x="10160" y="109219"/>
                  </a:lnTo>
                  <a:lnTo>
                    <a:pt x="10160" y="105410"/>
                  </a:lnTo>
                  <a:close/>
                </a:path>
                <a:path w="10160" h="285750">
                  <a:moveTo>
                    <a:pt x="10160" y="109220"/>
                  </a:moveTo>
                  <a:lnTo>
                    <a:pt x="0" y="109220"/>
                  </a:lnTo>
                  <a:lnTo>
                    <a:pt x="0" y="111759"/>
                  </a:lnTo>
                  <a:lnTo>
                    <a:pt x="10160" y="111759"/>
                  </a:lnTo>
                  <a:lnTo>
                    <a:pt x="10160" y="109220"/>
                  </a:lnTo>
                  <a:close/>
                </a:path>
                <a:path w="10160" h="285750">
                  <a:moveTo>
                    <a:pt x="10160" y="111760"/>
                  </a:moveTo>
                  <a:lnTo>
                    <a:pt x="0" y="111760"/>
                  </a:lnTo>
                  <a:lnTo>
                    <a:pt x="0" y="115569"/>
                  </a:lnTo>
                  <a:lnTo>
                    <a:pt x="10160" y="115569"/>
                  </a:lnTo>
                  <a:lnTo>
                    <a:pt x="10160" y="111760"/>
                  </a:lnTo>
                  <a:close/>
                </a:path>
                <a:path w="10160" h="285750">
                  <a:moveTo>
                    <a:pt x="10160" y="115570"/>
                  </a:moveTo>
                  <a:lnTo>
                    <a:pt x="0" y="115570"/>
                  </a:lnTo>
                  <a:lnTo>
                    <a:pt x="0" y="121919"/>
                  </a:lnTo>
                  <a:lnTo>
                    <a:pt x="10160" y="121919"/>
                  </a:lnTo>
                  <a:lnTo>
                    <a:pt x="10160" y="115570"/>
                  </a:lnTo>
                  <a:close/>
                </a:path>
                <a:path w="10160" h="285750">
                  <a:moveTo>
                    <a:pt x="10160" y="121920"/>
                  </a:moveTo>
                  <a:lnTo>
                    <a:pt x="0" y="121920"/>
                  </a:lnTo>
                  <a:lnTo>
                    <a:pt x="0" y="124459"/>
                  </a:lnTo>
                  <a:lnTo>
                    <a:pt x="10160" y="124459"/>
                  </a:lnTo>
                  <a:lnTo>
                    <a:pt x="10160" y="121920"/>
                  </a:lnTo>
                  <a:close/>
                </a:path>
                <a:path w="10160" h="285750">
                  <a:moveTo>
                    <a:pt x="10160" y="124460"/>
                  </a:moveTo>
                  <a:lnTo>
                    <a:pt x="0" y="124460"/>
                  </a:lnTo>
                  <a:lnTo>
                    <a:pt x="0" y="160019"/>
                  </a:lnTo>
                  <a:lnTo>
                    <a:pt x="10160" y="160019"/>
                  </a:lnTo>
                  <a:lnTo>
                    <a:pt x="10160" y="124460"/>
                  </a:lnTo>
                  <a:close/>
                </a:path>
                <a:path w="10160" h="285750">
                  <a:moveTo>
                    <a:pt x="10160" y="160020"/>
                  </a:moveTo>
                  <a:lnTo>
                    <a:pt x="0" y="160020"/>
                  </a:lnTo>
                  <a:lnTo>
                    <a:pt x="0" y="162559"/>
                  </a:lnTo>
                  <a:lnTo>
                    <a:pt x="10160" y="162559"/>
                  </a:lnTo>
                  <a:lnTo>
                    <a:pt x="10160" y="160020"/>
                  </a:lnTo>
                  <a:close/>
                </a:path>
                <a:path w="10160" h="285750">
                  <a:moveTo>
                    <a:pt x="10160" y="162560"/>
                  </a:moveTo>
                  <a:lnTo>
                    <a:pt x="0" y="162560"/>
                  </a:lnTo>
                  <a:lnTo>
                    <a:pt x="0" y="166369"/>
                  </a:lnTo>
                  <a:lnTo>
                    <a:pt x="10160" y="166369"/>
                  </a:lnTo>
                  <a:lnTo>
                    <a:pt x="10160" y="162560"/>
                  </a:lnTo>
                  <a:close/>
                </a:path>
                <a:path w="10160" h="285750">
                  <a:moveTo>
                    <a:pt x="10160" y="166370"/>
                  </a:moveTo>
                  <a:lnTo>
                    <a:pt x="0" y="166370"/>
                  </a:lnTo>
                  <a:lnTo>
                    <a:pt x="0" y="172719"/>
                  </a:lnTo>
                  <a:lnTo>
                    <a:pt x="10160" y="172719"/>
                  </a:lnTo>
                  <a:lnTo>
                    <a:pt x="10160" y="166370"/>
                  </a:lnTo>
                  <a:close/>
                </a:path>
                <a:path w="10160" h="285750">
                  <a:moveTo>
                    <a:pt x="10160" y="172720"/>
                  </a:moveTo>
                  <a:lnTo>
                    <a:pt x="0" y="172720"/>
                  </a:lnTo>
                  <a:lnTo>
                    <a:pt x="0" y="175259"/>
                  </a:lnTo>
                  <a:lnTo>
                    <a:pt x="10160" y="175259"/>
                  </a:lnTo>
                  <a:lnTo>
                    <a:pt x="10160" y="172720"/>
                  </a:lnTo>
                  <a:close/>
                </a:path>
                <a:path w="10160" h="285750">
                  <a:moveTo>
                    <a:pt x="10160" y="175260"/>
                  </a:moveTo>
                  <a:lnTo>
                    <a:pt x="0" y="175260"/>
                  </a:lnTo>
                  <a:lnTo>
                    <a:pt x="0" y="179069"/>
                  </a:lnTo>
                  <a:lnTo>
                    <a:pt x="10160" y="179069"/>
                  </a:lnTo>
                  <a:lnTo>
                    <a:pt x="10160" y="175260"/>
                  </a:lnTo>
                  <a:close/>
                </a:path>
                <a:path w="10160" h="285750">
                  <a:moveTo>
                    <a:pt x="10160" y="179070"/>
                  </a:moveTo>
                  <a:lnTo>
                    <a:pt x="0" y="179070"/>
                  </a:lnTo>
                  <a:lnTo>
                    <a:pt x="0" y="181609"/>
                  </a:lnTo>
                  <a:lnTo>
                    <a:pt x="10160" y="181609"/>
                  </a:lnTo>
                  <a:lnTo>
                    <a:pt x="10160" y="179070"/>
                  </a:lnTo>
                  <a:close/>
                </a:path>
                <a:path w="10160" h="285750">
                  <a:moveTo>
                    <a:pt x="10160" y="181610"/>
                  </a:moveTo>
                  <a:lnTo>
                    <a:pt x="0" y="181610"/>
                  </a:lnTo>
                  <a:lnTo>
                    <a:pt x="0" y="185419"/>
                  </a:lnTo>
                  <a:lnTo>
                    <a:pt x="10160" y="185419"/>
                  </a:lnTo>
                  <a:lnTo>
                    <a:pt x="10160" y="181610"/>
                  </a:lnTo>
                  <a:close/>
                </a:path>
                <a:path w="10160" h="285750">
                  <a:moveTo>
                    <a:pt x="10160" y="185420"/>
                  </a:moveTo>
                  <a:lnTo>
                    <a:pt x="0" y="185420"/>
                  </a:lnTo>
                  <a:lnTo>
                    <a:pt x="0" y="187959"/>
                  </a:lnTo>
                  <a:lnTo>
                    <a:pt x="10160" y="187959"/>
                  </a:lnTo>
                  <a:lnTo>
                    <a:pt x="10160" y="185420"/>
                  </a:lnTo>
                  <a:close/>
                </a:path>
                <a:path w="10160" h="285750">
                  <a:moveTo>
                    <a:pt x="10160" y="187960"/>
                  </a:moveTo>
                  <a:lnTo>
                    <a:pt x="0" y="187960"/>
                  </a:lnTo>
                  <a:lnTo>
                    <a:pt x="0" y="191769"/>
                  </a:lnTo>
                  <a:lnTo>
                    <a:pt x="10160" y="191769"/>
                  </a:lnTo>
                  <a:lnTo>
                    <a:pt x="10160" y="187960"/>
                  </a:lnTo>
                  <a:close/>
                </a:path>
                <a:path w="10160" h="285750">
                  <a:moveTo>
                    <a:pt x="10160" y="191770"/>
                  </a:moveTo>
                  <a:lnTo>
                    <a:pt x="0" y="191770"/>
                  </a:lnTo>
                  <a:lnTo>
                    <a:pt x="0" y="194309"/>
                  </a:lnTo>
                  <a:lnTo>
                    <a:pt x="10160" y="194309"/>
                  </a:lnTo>
                  <a:lnTo>
                    <a:pt x="10160" y="191770"/>
                  </a:lnTo>
                  <a:close/>
                </a:path>
                <a:path w="10160" h="285750">
                  <a:moveTo>
                    <a:pt x="10160" y="194310"/>
                  </a:moveTo>
                  <a:lnTo>
                    <a:pt x="0" y="194310"/>
                  </a:lnTo>
                  <a:lnTo>
                    <a:pt x="0" y="198119"/>
                  </a:lnTo>
                  <a:lnTo>
                    <a:pt x="10160" y="198119"/>
                  </a:lnTo>
                  <a:lnTo>
                    <a:pt x="10160" y="194310"/>
                  </a:lnTo>
                  <a:close/>
                </a:path>
                <a:path w="10160" h="285750">
                  <a:moveTo>
                    <a:pt x="10160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10160" y="200659"/>
                  </a:lnTo>
                  <a:lnTo>
                    <a:pt x="10160" y="198120"/>
                  </a:lnTo>
                  <a:close/>
                </a:path>
                <a:path w="10160" h="285750">
                  <a:moveTo>
                    <a:pt x="10160" y="200660"/>
                  </a:moveTo>
                  <a:lnTo>
                    <a:pt x="0" y="200660"/>
                  </a:lnTo>
                  <a:lnTo>
                    <a:pt x="0" y="204469"/>
                  </a:lnTo>
                  <a:lnTo>
                    <a:pt x="10160" y="204469"/>
                  </a:lnTo>
                  <a:lnTo>
                    <a:pt x="10160" y="200660"/>
                  </a:lnTo>
                  <a:close/>
                </a:path>
                <a:path w="10160" h="285750">
                  <a:moveTo>
                    <a:pt x="10160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10160" y="207009"/>
                  </a:lnTo>
                  <a:lnTo>
                    <a:pt x="10160" y="204470"/>
                  </a:lnTo>
                  <a:close/>
                </a:path>
                <a:path w="10160" h="285750">
                  <a:moveTo>
                    <a:pt x="10160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10160" y="210819"/>
                  </a:lnTo>
                  <a:lnTo>
                    <a:pt x="10160" y="207010"/>
                  </a:lnTo>
                  <a:close/>
                </a:path>
                <a:path w="10160" h="285750">
                  <a:moveTo>
                    <a:pt x="1016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10160" y="213359"/>
                  </a:lnTo>
                  <a:lnTo>
                    <a:pt x="10160" y="210820"/>
                  </a:lnTo>
                  <a:close/>
                </a:path>
                <a:path w="10160" h="285750">
                  <a:moveTo>
                    <a:pt x="1016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10160" y="217169"/>
                  </a:lnTo>
                  <a:lnTo>
                    <a:pt x="10160" y="213360"/>
                  </a:lnTo>
                  <a:close/>
                </a:path>
                <a:path w="10160" h="285750">
                  <a:moveTo>
                    <a:pt x="1016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10160" y="219709"/>
                  </a:lnTo>
                  <a:lnTo>
                    <a:pt x="10160" y="217170"/>
                  </a:lnTo>
                  <a:close/>
                </a:path>
                <a:path w="10160" h="285750">
                  <a:moveTo>
                    <a:pt x="1016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10160" y="223519"/>
                  </a:lnTo>
                  <a:lnTo>
                    <a:pt x="10160" y="219710"/>
                  </a:lnTo>
                  <a:close/>
                </a:path>
                <a:path w="10160" h="285750">
                  <a:moveTo>
                    <a:pt x="1016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10160" y="226059"/>
                  </a:lnTo>
                  <a:lnTo>
                    <a:pt x="10160" y="223520"/>
                  </a:lnTo>
                  <a:close/>
                </a:path>
                <a:path w="10160" h="285750">
                  <a:moveTo>
                    <a:pt x="1016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10160" y="229869"/>
                  </a:lnTo>
                  <a:lnTo>
                    <a:pt x="10160" y="226060"/>
                  </a:lnTo>
                  <a:close/>
                </a:path>
                <a:path w="10160" h="285750">
                  <a:moveTo>
                    <a:pt x="1016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10160" y="232409"/>
                  </a:lnTo>
                  <a:lnTo>
                    <a:pt x="10160" y="229870"/>
                  </a:lnTo>
                  <a:close/>
                </a:path>
                <a:path w="10160" h="285750">
                  <a:moveTo>
                    <a:pt x="1016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10160" y="236219"/>
                  </a:lnTo>
                  <a:lnTo>
                    <a:pt x="10160" y="232410"/>
                  </a:lnTo>
                  <a:close/>
                </a:path>
                <a:path w="10160" h="285750">
                  <a:moveTo>
                    <a:pt x="1016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10160" y="238759"/>
                  </a:lnTo>
                  <a:lnTo>
                    <a:pt x="10160" y="236220"/>
                  </a:lnTo>
                  <a:close/>
                </a:path>
                <a:path w="10160" h="285750">
                  <a:moveTo>
                    <a:pt x="1016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10160" y="242569"/>
                  </a:lnTo>
                  <a:lnTo>
                    <a:pt x="10160" y="238760"/>
                  </a:lnTo>
                  <a:close/>
                </a:path>
                <a:path w="10160" h="285750">
                  <a:moveTo>
                    <a:pt x="1016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10160" y="245109"/>
                  </a:lnTo>
                  <a:lnTo>
                    <a:pt x="10160" y="242570"/>
                  </a:lnTo>
                  <a:close/>
                </a:path>
                <a:path w="10160" h="285750">
                  <a:moveTo>
                    <a:pt x="10160" y="245110"/>
                  </a:moveTo>
                  <a:lnTo>
                    <a:pt x="0" y="245110"/>
                  </a:lnTo>
                  <a:lnTo>
                    <a:pt x="0" y="248919"/>
                  </a:lnTo>
                  <a:lnTo>
                    <a:pt x="10160" y="248919"/>
                  </a:lnTo>
                  <a:lnTo>
                    <a:pt x="10160" y="245110"/>
                  </a:lnTo>
                  <a:close/>
                </a:path>
                <a:path w="10160" h="285750">
                  <a:moveTo>
                    <a:pt x="10160" y="248920"/>
                  </a:moveTo>
                  <a:lnTo>
                    <a:pt x="0" y="248920"/>
                  </a:lnTo>
                  <a:lnTo>
                    <a:pt x="0" y="251459"/>
                  </a:lnTo>
                  <a:lnTo>
                    <a:pt x="10160" y="251459"/>
                  </a:lnTo>
                  <a:lnTo>
                    <a:pt x="10160" y="248920"/>
                  </a:lnTo>
                  <a:close/>
                </a:path>
                <a:path w="10160" h="285750">
                  <a:moveTo>
                    <a:pt x="10160" y="251460"/>
                  </a:moveTo>
                  <a:lnTo>
                    <a:pt x="0" y="251460"/>
                  </a:lnTo>
                  <a:lnTo>
                    <a:pt x="0" y="255269"/>
                  </a:lnTo>
                  <a:lnTo>
                    <a:pt x="10160" y="255269"/>
                  </a:lnTo>
                  <a:lnTo>
                    <a:pt x="10160" y="251460"/>
                  </a:lnTo>
                  <a:close/>
                </a:path>
                <a:path w="10160" h="285750">
                  <a:moveTo>
                    <a:pt x="10160" y="255270"/>
                  </a:moveTo>
                  <a:lnTo>
                    <a:pt x="0" y="255270"/>
                  </a:lnTo>
                  <a:lnTo>
                    <a:pt x="0" y="257809"/>
                  </a:lnTo>
                  <a:lnTo>
                    <a:pt x="10160" y="257809"/>
                  </a:lnTo>
                  <a:lnTo>
                    <a:pt x="10160" y="255270"/>
                  </a:lnTo>
                  <a:close/>
                </a:path>
                <a:path w="10160" h="285750">
                  <a:moveTo>
                    <a:pt x="10160" y="257810"/>
                  </a:moveTo>
                  <a:lnTo>
                    <a:pt x="0" y="257810"/>
                  </a:lnTo>
                  <a:lnTo>
                    <a:pt x="0" y="261619"/>
                  </a:lnTo>
                  <a:lnTo>
                    <a:pt x="10160" y="261619"/>
                  </a:lnTo>
                  <a:lnTo>
                    <a:pt x="10160" y="257810"/>
                  </a:lnTo>
                  <a:close/>
                </a:path>
                <a:path w="10160" h="285750">
                  <a:moveTo>
                    <a:pt x="10160" y="261620"/>
                  </a:moveTo>
                  <a:lnTo>
                    <a:pt x="0" y="261620"/>
                  </a:lnTo>
                  <a:lnTo>
                    <a:pt x="0" y="264159"/>
                  </a:lnTo>
                  <a:lnTo>
                    <a:pt x="10160" y="264159"/>
                  </a:lnTo>
                  <a:lnTo>
                    <a:pt x="10160" y="261620"/>
                  </a:lnTo>
                  <a:close/>
                </a:path>
                <a:path w="10160" h="285750">
                  <a:moveTo>
                    <a:pt x="10160" y="264160"/>
                  </a:moveTo>
                  <a:lnTo>
                    <a:pt x="0" y="264160"/>
                  </a:lnTo>
                  <a:lnTo>
                    <a:pt x="0" y="267969"/>
                  </a:lnTo>
                  <a:lnTo>
                    <a:pt x="10160" y="267969"/>
                  </a:lnTo>
                  <a:lnTo>
                    <a:pt x="10160" y="264160"/>
                  </a:lnTo>
                  <a:close/>
                </a:path>
                <a:path w="10160" h="285750">
                  <a:moveTo>
                    <a:pt x="10160" y="267970"/>
                  </a:moveTo>
                  <a:lnTo>
                    <a:pt x="0" y="267970"/>
                  </a:lnTo>
                  <a:lnTo>
                    <a:pt x="0" y="270509"/>
                  </a:lnTo>
                  <a:lnTo>
                    <a:pt x="10160" y="270509"/>
                  </a:lnTo>
                  <a:lnTo>
                    <a:pt x="10160" y="267970"/>
                  </a:lnTo>
                  <a:close/>
                </a:path>
                <a:path w="10160" h="285750">
                  <a:moveTo>
                    <a:pt x="10160" y="270510"/>
                  </a:moveTo>
                  <a:lnTo>
                    <a:pt x="0" y="270510"/>
                  </a:lnTo>
                  <a:lnTo>
                    <a:pt x="0" y="274319"/>
                  </a:lnTo>
                  <a:lnTo>
                    <a:pt x="10160" y="274319"/>
                  </a:lnTo>
                  <a:lnTo>
                    <a:pt x="10160" y="270510"/>
                  </a:lnTo>
                  <a:close/>
                </a:path>
                <a:path w="10160" h="285750">
                  <a:moveTo>
                    <a:pt x="10160" y="274320"/>
                  </a:moveTo>
                  <a:lnTo>
                    <a:pt x="0" y="274320"/>
                  </a:lnTo>
                  <a:lnTo>
                    <a:pt x="0" y="276859"/>
                  </a:lnTo>
                  <a:lnTo>
                    <a:pt x="10160" y="276859"/>
                  </a:lnTo>
                  <a:lnTo>
                    <a:pt x="10160" y="274320"/>
                  </a:lnTo>
                  <a:close/>
                </a:path>
                <a:path w="10160" h="285750">
                  <a:moveTo>
                    <a:pt x="10160" y="276860"/>
                  </a:moveTo>
                  <a:lnTo>
                    <a:pt x="0" y="276860"/>
                  </a:lnTo>
                  <a:lnTo>
                    <a:pt x="0" y="280669"/>
                  </a:lnTo>
                  <a:lnTo>
                    <a:pt x="10160" y="280669"/>
                  </a:lnTo>
                  <a:lnTo>
                    <a:pt x="10160" y="276860"/>
                  </a:lnTo>
                  <a:close/>
                </a:path>
                <a:path w="10160" h="285750">
                  <a:moveTo>
                    <a:pt x="10160" y="280670"/>
                  </a:moveTo>
                  <a:lnTo>
                    <a:pt x="0" y="280670"/>
                  </a:lnTo>
                  <a:lnTo>
                    <a:pt x="0" y="283209"/>
                  </a:lnTo>
                  <a:lnTo>
                    <a:pt x="10160" y="283209"/>
                  </a:lnTo>
                  <a:lnTo>
                    <a:pt x="10160" y="280670"/>
                  </a:lnTo>
                  <a:close/>
                </a:path>
                <a:path w="10160" h="285750">
                  <a:moveTo>
                    <a:pt x="10160" y="283210"/>
                  </a:moveTo>
                  <a:lnTo>
                    <a:pt x="0" y="283210"/>
                  </a:lnTo>
                  <a:lnTo>
                    <a:pt x="0" y="285750"/>
                  </a:lnTo>
                  <a:lnTo>
                    <a:pt x="6350" y="285750"/>
                  </a:lnTo>
                  <a:lnTo>
                    <a:pt x="6350" y="284480"/>
                  </a:lnTo>
                  <a:lnTo>
                    <a:pt x="10160" y="284480"/>
                  </a:lnTo>
                  <a:lnTo>
                    <a:pt x="10160" y="28321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4">
              <a:extLst>
                <a:ext uri="{FF2B5EF4-FFF2-40B4-BE49-F238E27FC236}">
                  <a16:creationId xmlns:a16="http://schemas.microsoft.com/office/drawing/2014/main" id="{0539B4EF-ACF7-C113-8D41-BABADF91881A}"/>
                </a:ext>
              </a:extLst>
            </p:cNvPr>
            <p:cNvSpPr/>
            <p:nvPr/>
          </p:nvSpPr>
          <p:spPr>
            <a:xfrm>
              <a:off x="4667885" y="5594349"/>
              <a:ext cx="0" cy="284480"/>
            </a:xfrm>
            <a:custGeom>
              <a:avLst/>
              <a:gdLst/>
              <a:ahLst/>
              <a:cxnLst/>
              <a:rect l="l" t="t" r="r" b="b"/>
              <a:pathLst>
                <a:path h="284479">
                  <a:moveTo>
                    <a:pt x="0" y="0"/>
                  </a:moveTo>
                  <a:lnTo>
                    <a:pt x="0" y="284480"/>
                  </a:lnTo>
                </a:path>
              </a:pathLst>
            </a:custGeom>
            <a:ln w="10159">
              <a:solidFill>
                <a:srgbClr val="7575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5">
              <a:extLst>
                <a:ext uri="{FF2B5EF4-FFF2-40B4-BE49-F238E27FC236}">
                  <a16:creationId xmlns:a16="http://schemas.microsoft.com/office/drawing/2014/main" id="{682C8D32-4E75-C804-D2C4-62EB470D7662}"/>
                </a:ext>
              </a:extLst>
            </p:cNvPr>
            <p:cNvSpPr/>
            <p:nvPr/>
          </p:nvSpPr>
          <p:spPr>
            <a:xfrm>
              <a:off x="4678680" y="5596889"/>
              <a:ext cx="11430" cy="280670"/>
            </a:xfrm>
            <a:custGeom>
              <a:avLst/>
              <a:gdLst/>
              <a:ahLst/>
              <a:cxnLst/>
              <a:rect l="l" t="t" r="r" b="b"/>
              <a:pathLst>
                <a:path w="11429" h="280670">
                  <a:moveTo>
                    <a:pt x="114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1430" y="1270"/>
                  </a:lnTo>
                  <a:lnTo>
                    <a:pt x="11430" y="0"/>
                  </a:lnTo>
                  <a:close/>
                </a:path>
                <a:path w="11429" h="280670">
                  <a:moveTo>
                    <a:pt x="1143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1270"/>
                  </a:lnTo>
                  <a:close/>
                </a:path>
                <a:path w="11429" h="280670">
                  <a:moveTo>
                    <a:pt x="1143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30" y="7620"/>
                  </a:lnTo>
                  <a:lnTo>
                    <a:pt x="11430" y="5080"/>
                  </a:lnTo>
                  <a:close/>
                </a:path>
                <a:path w="11429" h="280670">
                  <a:moveTo>
                    <a:pt x="1143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7620"/>
                  </a:lnTo>
                  <a:close/>
                </a:path>
                <a:path w="11429" h="280670">
                  <a:moveTo>
                    <a:pt x="1143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11430"/>
                  </a:lnTo>
                  <a:close/>
                </a:path>
                <a:path w="11429" h="280670">
                  <a:moveTo>
                    <a:pt x="1143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3970"/>
                  </a:lnTo>
                  <a:close/>
                </a:path>
                <a:path w="11429" h="280670">
                  <a:moveTo>
                    <a:pt x="1143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7780"/>
                  </a:lnTo>
                  <a:close/>
                </a:path>
                <a:path w="11429" h="280670">
                  <a:moveTo>
                    <a:pt x="1143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0320"/>
                  </a:lnTo>
                  <a:close/>
                </a:path>
                <a:path w="11429" h="280670">
                  <a:moveTo>
                    <a:pt x="1143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4130"/>
                  </a:lnTo>
                  <a:close/>
                </a:path>
                <a:path w="11429" h="280670">
                  <a:moveTo>
                    <a:pt x="1143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6670"/>
                  </a:lnTo>
                  <a:close/>
                </a:path>
                <a:path w="11429" h="280670">
                  <a:moveTo>
                    <a:pt x="1143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30480"/>
                  </a:lnTo>
                  <a:close/>
                </a:path>
                <a:path w="11429" h="280670">
                  <a:moveTo>
                    <a:pt x="1143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3020"/>
                  </a:lnTo>
                  <a:close/>
                </a:path>
                <a:path w="11429" h="280670">
                  <a:moveTo>
                    <a:pt x="1143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1430" y="39370"/>
                  </a:lnTo>
                  <a:lnTo>
                    <a:pt x="11430" y="36830"/>
                  </a:lnTo>
                  <a:close/>
                </a:path>
                <a:path w="11429" h="280670">
                  <a:moveTo>
                    <a:pt x="1143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39370"/>
                  </a:lnTo>
                  <a:close/>
                </a:path>
                <a:path w="11429" h="280670">
                  <a:moveTo>
                    <a:pt x="1143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1430" y="45720"/>
                  </a:lnTo>
                  <a:lnTo>
                    <a:pt x="11430" y="43180"/>
                  </a:lnTo>
                  <a:close/>
                </a:path>
                <a:path w="11429" h="280670">
                  <a:moveTo>
                    <a:pt x="1143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5720"/>
                  </a:lnTo>
                  <a:close/>
                </a:path>
                <a:path w="11429" h="280670">
                  <a:moveTo>
                    <a:pt x="1143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9530"/>
                  </a:lnTo>
                  <a:close/>
                </a:path>
                <a:path w="11429" h="280670">
                  <a:moveTo>
                    <a:pt x="1143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2070"/>
                  </a:lnTo>
                  <a:close/>
                </a:path>
                <a:path w="11429" h="280670">
                  <a:moveTo>
                    <a:pt x="1143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11430" y="58420"/>
                  </a:lnTo>
                  <a:lnTo>
                    <a:pt x="11430" y="55880"/>
                  </a:lnTo>
                  <a:close/>
                </a:path>
                <a:path w="11429" h="280670">
                  <a:moveTo>
                    <a:pt x="11430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8420"/>
                  </a:lnTo>
                  <a:close/>
                </a:path>
                <a:path w="11429" h="280670">
                  <a:moveTo>
                    <a:pt x="11430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11430" y="64770"/>
                  </a:lnTo>
                  <a:lnTo>
                    <a:pt x="11430" y="62230"/>
                  </a:lnTo>
                  <a:close/>
                </a:path>
                <a:path w="11429" h="280670">
                  <a:moveTo>
                    <a:pt x="11430" y="64770"/>
                  </a:moveTo>
                  <a:lnTo>
                    <a:pt x="0" y="64770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4770"/>
                  </a:lnTo>
                  <a:close/>
                </a:path>
                <a:path w="11429" h="280670">
                  <a:moveTo>
                    <a:pt x="11430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11430" y="71120"/>
                  </a:lnTo>
                  <a:lnTo>
                    <a:pt x="11430" y="68580"/>
                  </a:lnTo>
                  <a:close/>
                </a:path>
                <a:path w="11429" h="280670">
                  <a:moveTo>
                    <a:pt x="11430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1120"/>
                  </a:lnTo>
                  <a:close/>
                </a:path>
                <a:path w="11429" h="280670">
                  <a:moveTo>
                    <a:pt x="11430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1430" y="77470"/>
                  </a:lnTo>
                  <a:lnTo>
                    <a:pt x="11430" y="74930"/>
                  </a:lnTo>
                  <a:close/>
                </a:path>
                <a:path w="11429" h="280670">
                  <a:moveTo>
                    <a:pt x="11430" y="77470"/>
                  </a:moveTo>
                  <a:lnTo>
                    <a:pt x="0" y="77470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7470"/>
                  </a:lnTo>
                  <a:close/>
                </a:path>
                <a:path w="11429" h="280670">
                  <a:moveTo>
                    <a:pt x="11430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11430" y="83820"/>
                  </a:lnTo>
                  <a:lnTo>
                    <a:pt x="11430" y="81280"/>
                  </a:lnTo>
                  <a:close/>
                </a:path>
                <a:path w="11429" h="280670">
                  <a:moveTo>
                    <a:pt x="11430" y="83820"/>
                  </a:moveTo>
                  <a:lnTo>
                    <a:pt x="0" y="83820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3820"/>
                  </a:lnTo>
                  <a:close/>
                </a:path>
                <a:path w="11429" h="280670">
                  <a:moveTo>
                    <a:pt x="11430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11430" y="90170"/>
                  </a:lnTo>
                  <a:lnTo>
                    <a:pt x="11430" y="87630"/>
                  </a:lnTo>
                  <a:close/>
                </a:path>
                <a:path w="11429" h="280670">
                  <a:moveTo>
                    <a:pt x="11430" y="90170"/>
                  </a:moveTo>
                  <a:lnTo>
                    <a:pt x="0" y="90170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0170"/>
                  </a:lnTo>
                  <a:close/>
                </a:path>
                <a:path w="11429" h="280670">
                  <a:moveTo>
                    <a:pt x="11430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11430" y="96520"/>
                  </a:lnTo>
                  <a:lnTo>
                    <a:pt x="11430" y="93980"/>
                  </a:lnTo>
                  <a:close/>
                </a:path>
                <a:path w="11429" h="280670">
                  <a:moveTo>
                    <a:pt x="11430" y="96520"/>
                  </a:moveTo>
                  <a:lnTo>
                    <a:pt x="0" y="96520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6520"/>
                  </a:lnTo>
                  <a:close/>
                </a:path>
                <a:path w="11429" h="280670">
                  <a:moveTo>
                    <a:pt x="11430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11430" y="102870"/>
                  </a:lnTo>
                  <a:lnTo>
                    <a:pt x="11430" y="100330"/>
                  </a:lnTo>
                  <a:close/>
                </a:path>
                <a:path w="11429" h="280670">
                  <a:moveTo>
                    <a:pt x="11430" y="102870"/>
                  </a:moveTo>
                  <a:lnTo>
                    <a:pt x="0" y="102870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2870"/>
                  </a:lnTo>
                  <a:close/>
                </a:path>
                <a:path w="11429" h="280670">
                  <a:moveTo>
                    <a:pt x="11430" y="106680"/>
                  </a:moveTo>
                  <a:lnTo>
                    <a:pt x="0" y="106680"/>
                  </a:lnTo>
                  <a:lnTo>
                    <a:pt x="0" y="109220"/>
                  </a:lnTo>
                  <a:lnTo>
                    <a:pt x="11430" y="109220"/>
                  </a:lnTo>
                  <a:lnTo>
                    <a:pt x="11430" y="106680"/>
                  </a:lnTo>
                  <a:close/>
                </a:path>
                <a:path w="11429" h="280670">
                  <a:moveTo>
                    <a:pt x="11430" y="109220"/>
                  </a:moveTo>
                  <a:lnTo>
                    <a:pt x="0" y="109220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09220"/>
                  </a:lnTo>
                  <a:close/>
                </a:path>
                <a:path w="11429" h="280670">
                  <a:moveTo>
                    <a:pt x="11430" y="113030"/>
                  </a:moveTo>
                  <a:lnTo>
                    <a:pt x="0" y="113030"/>
                  </a:lnTo>
                  <a:lnTo>
                    <a:pt x="0" y="119380"/>
                  </a:lnTo>
                  <a:lnTo>
                    <a:pt x="11430" y="119380"/>
                  </a:lnTo>
                  <a:lnTo>
                    <a:pt x="11430" y="113030"/>
                  </a:lnTo>
                  <a:close/>
                </a:path>
                <a:path w="11429" h="280670">
                  <a:moveTo>
                    <a:pt x="11430" y="119380"/>
                  </a:moveTo>
                  <a:lnTo>
                    <a:pt x="0" y="119380"/>
                  </a:lnTo>
                  <a:lnTo>
                    <a:pt x="0" y="121920"/>
                  </a:lnTo>
                  <a:lnTo>
                    <a:pt x="11430" y="121920"/>
                  </a:lnTo>
                  <a:lnTo>
                    <a:pt x="11430" y="119380"/>
                  </a:lnTo>
                  <a:close/>
                </a:path>
                <a:path w="11429" h="280670">
                  <a:moveTo>
                    <a:pt x="11430" y="121920"/>
                  </a:moveTo>
                  <a:lnTo>
                    <a:pt x="0" y="121920"/>
                  </a:lnTo>
                  <a:lnTo>
                    <a:pt x="0" y="157480"/>
                  </a:lnTo>
                  <a:lnTo>
                    <a:pt x="11430" y="157480"/>
                  </a:lnTo>
                  <a:lnTo>
                    <a:pt x="11430" y="121920"/>
                  </a:lnTo>
                  <a:close/>
                </a:path>
                <a:path w="11429" h="280670">
                  <a:moveTo>
                    <a:pt x="11430" y="157480"/>
                  </a:moveTo>
                  <a:lnTo>
                    <a:pt x="0" y="157480"/>
                  </a:lnTo>
                  <a:lnTo>
                    <a:pt x="0" y="160020"/>
                  </a:lnTo>
                  <a:lnTo>
                    <a:pt x="11430" y="160020"/>
                  </a:lnTo>
                  <a:lnTo>
                    <a:pt x="11430" y="157480"/>
                  </a:lnTo>
                  <a:close/>
                </a:path>
                <a:path w="11429" h="280670">
                  <a:moveTo>
                    <a:pt x="11430" y="160020"/>
                  </a:moveTo>
                  <a:lnTo>
                    <a:pt x="0" y="160020"/>
                  </a:lnTo>
                  <a:lnTo>
                    <a:pt x="0" y="163830"/>
                  </a:lnTo>
                  <a:lnTo>
                    <a:pt x="11430" y="163830"/>
                  </a:lnTo>
                  <a:lnTo>
                    <a:pt x="11430" y="160020"/>
                  </a:lnTo>
                  <a:close/>
                </a:path>
                <a:path w="11429" h="280670">
                  <a:moveTo>
                    <a:pt x="11430" y="163830"/>
                  </a:moveTo>
                  <a:lnTo>
                    <a:pt x="0" y="163830"/>
                  </a:lnTo>
                  <a:lnTo>
                    <a:pt x="0" y="170180"/>
                  </a:lnTo>
                  <a:lnTo>
                    <a:pt x="11430" y="170180"/>
                  </a:lnTo>
                  <a:lnTo>
                    <a:pt x="11430" y="163830"/>
                  </a:lnTo>
                  <a:close/>
                </a:path>
                <a:path w="11429" h="280670">
                  <a:moveTo>
                    <a:pt x="11430" y="170180"/>
                  </a:moveTo>
                  <a:lnTo>
                    <a:pt x="0" y="170180"/>
                  </a:lnTo>
                  <a:lnTo>
                    <a:pt x="0" y="172720"/>
                  </a:lnTo>
                  <a:lnTo>
                    <a:pt x="11430" y="172720"/>
                  </a:lnTo>
                  <a:lnTo>
                    <a:pt x="11430" y="170180"/>
                  </a:lnTo>
                  <a:close/>
                </a:path>
                <a:path w="11429" h="280670">
                  <a:moveTo>
                    <a:pt x="11430" y="172720"/>
                  </a:moveTo>
                  <a:lnTo>
                    <a:pt x="0" y="172720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2720"/>
                  </a:lnTo>
                  <a:close/>
                </a:path>
                <a:path w="11429" h="280670">
                  <a:moveTo>
                    <a:pt x="11430" y="176530"/>
                  </a:moveTo>
                  <a:lnTo>
                    <a:pt x="0" y="176530"/>
                  </a:lnTo>
                  <a:lnTo>
                    <a:pt x="0" y="179070"/>
                  </a:lnTo>
                  <a:lnTo>
                    <a:pt x="11430" y="179070"/>
                  </a:lnTo>
                  <a:lnTo>
                    <a:pt x="11430" y="176530"/>
                  </a:lnTo>
                  <a:close/>
                </a:path>
                <a:path w="11429" h="280670">
                  <a:moveTo>
                    <a:pt x="11430" y="179070"/>
                  </a:moveTo>
                  <a:lnTo>
                    <a:pt x="0" y="179070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79070"/>
                  </a:lnTo>
                  <a:close/>
                </a:path>
                <a:path w="11429" h="280670">
                  <a:moveTo>
                    <a:pt x="11430" y="182880"/>
                  </a:moveTo>
                  <a:lnTo>
                    <a:pt x="0" y="182880"/>
                  </a:lnTo>
                  <a:lnTo>
                    <a:pt x="0" y="185420"/>
                  </a:lnTo>
                  <a:lnTo>
                    <a:pt x="11430" y="185420"/>
                  </a:lnTo>
                  <a:lnTo>
                    <a:pt x="11430" y="182880"/>
                  </a:lnTo>
                  <a:close/>
                </a:path>
                <a:path w="11429" h="280670">
                  <a:moveTo>
                    <a:pt x="11430" y="185420"/>
                  </a:moveTo>
                  <a:lnTo>
                    <a:pt x="0" y="185420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5420"/>
                  </a:lnTo>
                  <a:close/>
                </a:path>
                <a:path w="11429" h="280670">
                  <a:moveTo>
                    <a:pt x="11430" y="189230"/>
                  </a:moveTo>
                  <a:lnTo>
                    <a:pt x="0" y="189230"/>
                  </a:lnTo>
                  <a:lnTo>
                    <a:pt x="0" y="191770"/>
                  </a:lnTo>
                  <a:lnTo>
                    <a:pt x="11430" y="191770"/>
                  </a:lnTo>
                  <a:lnTo>
                    <a:pt x="11430" y="189230"/>
                  </a:lnTo>
                  <a:close/>
                </a:path>
                <a:path w="11429" h="280670">
                  <a:moveTo>
                    <a:pt x="11430" y="191770"/>
                  </a:moveTo>
                  <a:lnTo>
                    <a:pt x="0" y="191770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1770"/>
                  </a:lnTo>
                  <a:close/>
                </a:path>
                <a:path w="11429" h="280670">
                  <a:moveTo>
                    <a:pt x="11430" y="195580"/>
                  </a:moveTo>
                  <a:lnTo>
                    <a:pt x="0" y="195580"/>
                  </a:lnTo>
                  <a:lnTo>
                    <a:pt x="0" y="198120"/>
                  </a:lnTo>
                  <a:lnTo>
                    <a:pt x="11430" y="198120"/>
                  </a:lnTo>
                  <a:lnTo>
                    <a:pt x="11430" y="195580"/>
                  </a:lnTo>
                  <a:close/>
                </a:path>
                <a:path w="11429" h="280670">
                  <a:moveTo>
                    <a:pt x="11430" y="198120"/>
                  </a:moveTo>
                  <a:lnTo>
                    <a:pt x="0" y="198120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8120"/>
                  </a:lnTo>
                  <a:close/>
                </a:path>
                <a:path w="11429" h="280670">
                  <a:moveTo>
                    <a:pt x="11430" y="201930"/>
                  </a:moveTo>
                  <a:lnTo>
                    <a:pt x="0" y="201930"/>
                  </a:lnTo>
                  <a:lnTo>
                    <a:pt x="0" y="204470"/>
                  </a:lnTo>
                  <a:lnTo>
                    <a:pt x="11430" y="204470"/>
                  </a:lnTo>
                  <a:lnTo>
                    <a:pt x="11430" y="201930"/>
                  </a:lnTo>
                  <a:close/>
                </a:path>
                <a:path w="11429" h="280670">
                  <a:moveTo>
                    <a:pt x="11430" y="204470"/>
                  </a:moveTo>
                  <a:lnTo>
                    <a:pt x="0" y="204470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4470"/>
                  </a:lnTo>
                  <a:close/>
                </a:path>
                <a:path w="11429" h="280670">
                  <a:moveTo>
                    <a:pt x="11430" y="208280"/>
                  </a:moveTo>
                  <a:lnTo>
                    <a:pt x="0" y="208280"/>
                  </a:lnTo>
                  <a:lnTo>
                    <a:pt x="0" y="210820"/>
                  </a:lnTo>
                  <a:lnTo>
                    <a:pt x="11430" y="210820"/>
                  </a:lnTo>
                  <a:lnTo>
                    <a:pt x="11430" y="208280"/>
                  </a:lnTo>
                  <a:close/>
                </a:path>
                <a:path w="11429" h="280670">
                  <a:moveTo>
                    <a:pt x="11430" y="210820"/>
                  </a:moveTo>
                  <a:lnTo>
                    <a:pt x="0" y="210820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0820"/>
                  </a:lnTo>
                  <a:close/>
                </a:path>
                <a:path w="11429" h="280670">
                  <a:moveTo>
                    <a:pt x="11430" y="214630"/>
                  </a:moveTo>
                  <a:lnTo>
                    <a:pt x="0" y="214630"/>
                  </a:lnTo>
                  <a:lnTo>
                    <a:pt x="0" y="217170"/>
                  </a:lnTo>
                  <a:lnTo>
                    <a:pt x="11430" y="217170"/>
                  </a:lnTo>
                  <a:lnTo>
                    <a:pt x="11430" y="214630"/>
                  </a:lnTo>
                  <a:close/>
                </a:path>
                <a:path w="11429" h="280670">
                  <a:moveTo>
                    <a:pt x="11430" y="217170"/>
                  </a:moveTo>
                  <a:lnTo>
                    <a:pt x="0" y="217170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7170"/>
                  </a:lnTo>
                  <a:close/>
                </a:path>
                <a:path w="11429" h="280670">
                  <a:moveTo>
                    <a:pt x="11430" y="220980"/>
                  </a:moveTo>
                  <a:lnTo>
                    <a:pt x="0" y="220980"/>
                  </a:lnTo>
                  <a:lnTo>
                    <a:pt x="0" y="223520"/>
                  </a:lnTo>
                  <a:lnTo>
                    <a:pt x="11430" y="223520"/>
                  </a:lnTo>
                  <a:lnTo>
                    <a:pt x="11430" y="220980"/>
                  </a:lnTo>
                  <a:close/>
                </a:path>
                <a:path w="11429" h="280670">
                  <a:moveTo>
                    <a:pt x="11430" y="223520"/>
                  </a:moveTo>
                  <a:lnTo>
                    <a:pt x="0" y="223520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3520"/>
                  </a:lnTo>
                  <a:close/>
                </a:path>
                <a:path w="11429" h="280670">
                  <a:moveTo>
                    <a:pt x="11430" y="227330"/>
                  </a:moveTo>
                  <a:lnTo>
                    <a:pt x="0" y="227330"/>
                  </a:lnTo>
                  <a:lnTo>
                    <a:pt x="0" y="229870"/>
                  </a:lnTo>
                  <a:lnTo>
                    <a:pt x="11430" y="229870"/>
                  </a:lnTo>
                  <a:lnTo>
                    <a:pt x="11430" y="227330"/>
                  </a:lnTo>
                  <a:close/>
                </a:path>
                <a:path w="11429" h="280670">
                  <a:moveTo>
                    <a:pt x="11430" y="229870"/>
                  </a:moveTo>
                  <a:lnTo>
                    <a:pt x="0" y="229870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29870"/>
                  </a:lnTo>
                  <a:close/>
                </a:path>
                <a:path w="11429" h="280670">
                  <a:moveTo>
                    <a:pt x="11430" y="233680"/>
                  </a:moveTo>
                  <a:lnTo>
                    <a:pt x="0" y="233680"/>
                  </a:lnTo>
                  <a:lnTo>
                    <a:pt x="0" y="236220"/>
                  </a:lnTo>
                  <a:lnTo>
                    <a:pt x="11430" y="236220"/>
                  </a:lnTo>
                  <a:lnTo>
                    <a:pt x="11430" y="233680"/>
                  </a:lnTo>
                  <a:close/>
                </a:path>
                <a:path w="11429" h="280670">
                  <a:moveTo>
                    <a:pt x="11430" y="236220"/>
                  </a:moveTo>
                  <a:lnTo>
                    <a:pt x="0" y="236220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6220"/>
                  </a:lnTo>
                  <a:close/>
                </a:path>
                <a:path w="11429" h="280670">
                  <a:moveTo>
                    <a:pt x="11430" y="240030"/>
                  </a:moveTo>
                  <a:lnTo>
                    <a:pt x="0" y="240030"/>
                  </a:lnTo>
                  <a:lnTo>
                    <a:pt x="0" y="242570"/>
                  </a:lnTo>
                  <a:lnTo>
                    <a:pt x="11430" y="242570"/>
                  </a:lnTo>
                  <a:lnTo>
                    <a:pt x="11430" y="240030"/>
                  </a:lnTo>
                  <a:close/>
                </a:path>
                <a:path w="11429" h="280670">
                  <a:moveTo>
                    <a:pt x="11430" y="242570"/>
                  </a:moveTo>
                  <a:lnTo>
                    <a:pt x="0" y="242570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2570"/>
                  </a:lnTo>
                  <a:close/>
                </a:path>
                <a:path w="11429" h="280670">
                  <a:moveTo>
                    <a:pt x="11430" y="246380"/>
                  </a:moveTo>
                  <a:lnTo>
                    <a:pt x="0" y="246380"/>
                  </a:lnTo>
                  <a:lnTo>
                    <a:pt x="0" y="248920"/>
                  </a:lnTo>
                  <a:lnTo>
                    <a:pt x="11430" y="248920"/>
                  </a:lnTo>
                  <a:lnTo>
                    <a:pt x="11430" y="246380"/>
                  </a:lnTo>
                  <a:close/>
                </a:path>
                <a:path w="11429" h="280670">
                  <a:moveTo>
                    <a:pt x="11430" y="248920"/>
                  </a:moveTo>
                  <a:lnTo>
                    <a:pt x="0" y="248920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48920"/>
                  </a:lnTo>
                  <a:close/>
                </a:path>
                <a:path w="11429" h="280670">
                  <a:moveTo>
                    <a:pt x="11430" y="252730"/>
                  </a:moveTo>
                  <a:lnTo>
                    <a:pt x="0" y="252730"/>
                  </a:lnTo>
                  <a:lnTo>
                    <a:pt x="0" y="255270"/>
                  </a:lnTo>
                  <a:lnTo>
                    <a:pt x="11430" y="255270"/>
                  </a:lnTo>
                  <a:lnTo>
                    <a:pt x="11430" y="252730"/>
                  </a:lnTo>
                  <a:close/>
                </a:path>
                <a:path w="11429" h="280670">
                  <a:moveTo>
                    <a:pt x="11430" y="255270"/>
                  </a:moveTo>
                  <a:lnTo>
                    <a:pt x="0" y="255270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5270"/>
                  </a:lnTo>
                  <a:close/>
                </a:path>
                <a:path w="11429" h="280670">
                  <a:moveTo>
                    <a:pt x="11430" y="259080"/>
                  </a:moveTo>
                  <a:lnTo>
                    <a:pt x="0" y="259080"/>
                  </a:lnTo>
                  <a:lnTo>
                    <a:pt x="0" y="261620"/>
                  </a:lnTo>
                  <a:lnTo>
                    <a:pt x="11430" y="261620"/>
                  </a:lnTo>
                  <a:lnTo>
                    <a:pt x="11430" y="259080"/>
                  </a:lnTo>
                  <a:close/>
                </a:path>
                <a:path w="11429" h="280670">
                  <a:moveTo>
                    <a:pt x="11430" y="261620"/>
                  </a:moveTo>
                  <a:lnTo>
                    <a:pt x="0" y="261620"/>
                  </a:lnTo>
                  <a:lnTo>
                    <a:pt x="0" y="265430"/>
                  </a:lnTo>
                  <a:lnTo>
                    <a:pt x="11430" y="265430"/>
                  </a:lnTo>
                  <a:lnTo>
                    <a:pt x="11430" y="261620"/>
                  </a:lnTo>
                  <a:close/>
                </a:path>
                <a:path w="11429" h="280670">
                  <a:moveTo>
                    <a:pt x="11430" y="265430"/>
                  </a:moveTo>
                  <a:lnTo>
                    <a:pt x="0" y="265430"/>
                  </a:lnTo>
                  <a:lnTo>
                    <a:pt x="0" y="267970"/>
                  </a:lnTo>
                  <a:lnTo>
                    <a:pt x="11430" y="267970"/>
                  </a:lnTo>
                  <a:lnTo>
                    <a:pt x="11430" y="265430"/>
                  </a:lnTo>
                  <a:close/>
                </a:path>
                <a:path w="11429" h="280670">
                  <a:moveTo>
                    <a:pt x="11430" y="267970"/>
                  </a:moveTo>
                  <a:lnTo>
                    <a:pt x="0" y="267970"/>
                  </a:lnTo>
                  <a:lnTo>
                    <a:pt x="0" y="271780"/>
                  </a:lnTo>
                  <a:lnTo>
                    <a:pt x="11430" y="271780"/>
                  </a:lnTo>
                  <a:lnTo>
                    <a:pt x="11430" y="267970"/>
                  </a:lnTo>
                  <a:close/>
                </a:path>
                <a:path w="11429" h="280670">
                  <a:moveTo>
                    <a:pt x="11430" y="271780"/>
                  </a:moveTo>
                  <a:lnTo>
                    <a:pt x="0" y="271780"/>
                  </a:lnTo>
                  <a:lnTo>
                    <a:pt x="0" y="274320"/>
                  </a:lnTo>
                  <a:lnTo>
                    <a:pt x="11430" y="274320"/>
                  </a:lnTo>
                  <a:lnTo>
                    <a:pt x="11430" y="271780"/>
                  </a:lnTo>
                  <a:close/>
                </a:path>
                <a:path w="11429" h="280670">
                  <a:moveTo>
                    <a:pt x="11430" y="274320"/>
                  </a:moveTo>
                  <a:lnTo>
                    <a:pt x="0" y="274320"/>
                  </a:lnTo>
                  <a:lnTo>
                    <a:pt x="0" y="278130"/>
                  </a:lnTo>
                  <a:lnTo>
                    <a:pt x="11430" y="278130"/>
                  </a:lnTo>
                  <a:lnTo>
                    <a:pt x="11430" y="274320"/>
                  </a:lnTo>
                  <a:close/>
                </a:path>
                <a:path w="11429" h="280670">
                  <a:moveTo>
                    <a:pt x="11430" y="278130"/>
                  </a:moveTo>
                  <a:lnTo>
                    <a:pt x="0" y="278130"/>
                  </a:lnTo>
                  <a:lnTo>
                    <a:pt x="0" y="280670"/>
                  </a:lnTo>
                  <a:lnTo>
                    <a:pt x="1270" y="280670"/>
                  </a:lnTo>
                  <a:lnTo>
                    <a:pt x="1270" y="279400"/>
                  </a:lnTo>
                  <a:lnTo>
                    <a:pt x="11430" y="279400"/>
                  </a:lnTo>
                  <a:lnTo>
                    <a:pt x="11430" y="278130"/>
                  </a:lnTo>
                  <a:close/>
                </a:path>
              </a:pathLst>
            </a:custGeom>
            <a:solidFill>
              <a:srgbClr val="7676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6">
              <a:extLst>
                <a:ext uri="{FF2B5EF4-FFF2-40B4-BE49-F238E27FC236}">
                  <a16:creationId xmlns:a16="http://schemas.microsoft.com/office/drawing/2014/main" id="{3855579C-504B-2C20-7865-4CE10A7FCE03}"/>
                </a:ext>
              </a:extLst>
            </p:cNvPr>
            <p:cNvSpPr/>
            <p:nvPr/>
          </p:nvSpPr>
          <p:spPr>
            <a:xfrm>
              <a:off x="4695825" y="5596889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h="279400">
                  <a:moveTo>
                    <a:pt x="0" y="0"/>
                  </a:moveTo>
                  <a:lnTo>
                    <a:pt x="0" y="279400"/>
                  </a:lnTo>
                </a:path>
              </a:pathLst>
            </a:custGeom>
            <a:ln w="11429">
              <a:solidFill>
                <a:srgbClr val="77779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07">
              <a:extLst>
                <a:ext uri="{FF2B5EF4-FFF2-40B4-BE49-F238E27FC236}">
                  <a16:creationId xmlns:a16="http://schemas.microsoft.com/office/drawing/2014/main" id="{DA5797AA-CAFB-B134-59E6-9BAA5FB8BE80}"/>
                </a:ext>
              </a:extLst>
            </p:cNvPr>
            <p:cNvSpPr/>
            <p:nvPr/>
          </p:nvSpPr>
          <p:spPr>
            <a:xfrm>
              <a:off x="4701540" y="5598159"/>
              <a:ext cx="10160" cy="276860"/>
            </a:xfrm>
            <a:custGeom>
              <a:avLst/>
              <a:gdLst/>
              <a:ahLst/>
              <a:cxnLst/>
              <a:rect l="l" t="t" r="r" b="b"/>
              <a:pathLst>
                <a:path w="10160" h="27686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0160" h="276860">
                  <a:moveTo>
                    <a:pt x="1016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3809"/>
                  </a:lnTo>
                  <a:close/>
                </a:path>
                <a:path w="10160" h="27686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6350"/>
                  </a:lnTo>
                  <a:close/>
                </a:path>
                <a:path w="10160" h="276860">
                  <a:moveTo>
                    <a:pt x="1016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10159"/>
                  </a:lnTo>
                  <a:close/>
                </a:path>
                <a:path w="10160" h="276860">
                  <a:moveTo>
                    <a:pt x="1016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2700"/>
                  </a:lnTo>
                  <a:close/>
                </a:path>
                <a:path w="10160" h="276860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276860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276860">
                  <a:moveTo>
                    <a:pt x="1016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2859"/>
                  </a:lnTo>
                  <a:close/>
                </a:path>
                <a:path w="10160" h="276860">
                  <a:moveTo>
                    <a:pt x="1016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5400"/>
                  </a:lnTo>
                  <a:close/>
                </a:path>
                <a:path w="10160" h="276860">
                  <a:moveTo>
                    <a:pt x="1016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9209"/>
                  </a:lnTo>
                  <a:close/>
                </a:path>
                <a:path w="10160" h="276860">
                  <a:moveTo>
                    <a:pt x="1016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1750"/>
                  </a:lnTo>
                  <a:close/>
                </a:path>
                <a:path w="10160" h="276860">
                  <a:moveTo>
                    <a:pt x="1016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5559"/>
                  </a:lnTo>
                  <a:close/>
                </a:path>
                <a:path w="10160" h="276860">
                  <a:moveTo>
                    <a:pt x="1016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8100"/>
                  </a:lnTo>
                  <a:close/>
                </a:path>
                <a:path w="10160" h="276860">
                  <a:moveTo>
                    <a:pt x="1016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1909"/>
                  </a:lnTo>
                  <a:close/>
                </a:path>
                <a:path w="10160" h="276860">
                  <a:moveTo>
                    <a:pt x="1016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4450"/>
                  </a:lnTo>
                  <a:close/>
                </a:path>
                <a:path w="10160" h="276860">
                  <a:moveTo>
                    <a:pt x="1016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8259"/>
                  </a:lnTo>
                  <a:close/>
                </a:path>
                <a:path w="10160" h="276860">
                  <a:moveTo>
                    <a:pt x="1016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50800"/>
                  </a:lnTo>
                  <a:close/>
                </a:path>
                <a:path w="10160" h="276860">
                  <a:moveTo>
                    <a:pt x="1016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4609"/>
                  </a:lnTo>
                  <a:close/>
                </a:path>
                <a:path w="10160" h="276860">
                  <a:moveTo>
                    <a:pt x="1016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7150"/>
                  </a:lnTo>
                  <a:close/>
                </a:path>
                <a:path w="10160" h="276860">
                  <a:moveTo>
                    <a:pt x="1016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60959"/>
                  </a:lnTo>
                  <a:close/>
                </a:path>
                <a:path w="10160" h="276860">
                  <a:moveTo>
                    <a:pt x="10160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0160" y="67309"/>
                  </a:lnTo>
                  <a:lnTo>
                    <a:pt x="10160" y="63500"/>
                  </a:lnTo>
                  <a:close/>
                </a:path>
                <a:path w="10160" h="276860">
                  <a:moveTo>
                    <a:pt x="10160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7309"/>
                  </a:lnTo>
                  <a:close/>
                </a:path>
                <a:path w="10160" h="276860">
                  <a:moveTo>
                    <a:pt x="10160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0160" y="73659"/>
                  </a:lnTo>
                  <a:lnTo>
                    <a:pt x="10160" y="69850"/>
                  </a:lnTo>
                  <a:close/>
                </a:path>
                <a:path w="10160" h="276860">
                  <a:moveTo>
                    <a:pt x="10160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3659"/>
                  </a:lnTo>
                  <a:close/>
                </a:path>
                <a:path w="10160" h="276860">
                  <a:moveTo>
                    <a:pt x="10160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0160" y="80009"/>
                  </a:lnTo>
                  <a:lnTo>
                    <a:pt x="10160" y="76200"/>
                  </a:lnTo>
                  <a:close/>
                </a:path>
                <a:path w="10160" h="276860">
                  <a:moveTo>
                    <a:pt x="10160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80009"/>
                  </a:lnTo>
                  <a:close/>
                </a:path>
                <a:path w="10160" h="276860">
                  <a:moveTo>
                    <a:pt x="10160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0160" y="86359"/>
                  </a:lnTo>
                  <a:lnTo>
                    <a:pt x="10160" y="82550"/>
                  </a:lnTo>
                  <a:close/>
                </a:path>
                <a:path w="10160" h="276860">
                  <a:moveTo>
                    <a:pt x="10160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6359"/>
                  </a:lnTo>
                  <a:close/>
                </a:path>
                <a:path w="10160" h="276860">
                  <a:moveTo>
                    <a:pt x="10160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0160" y="92709"/>
                  </a:lnTo>
                  <a:lnTo>
                    <a:pt x="10160" y="88900"/>
                  </a:lnTo>
                  <a:close/>
                </a:path>
                <a:path w="10160" h="276860">
                  <a:moveTo>
                    <a:pt x="10160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2709"/>
                  </a:lnTo>
                  <a:close/>
                </a:path>
                <a:path w="10160" h="276860">
                  <a:moveTo>
                    <a:pt x="10160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0160" y="99059"/>
                  </a:lnTo>
                  <a:lnTo>
                    <a:pt x="10160" y="95250"/>
                  </a:lnTo>
                  <a:close/>
                </a:path>
                <a:path w="10160" h="276860">
                  <a:moveTo>
                    <a:pt x="10160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9059"/>
                  </a:lnTo>
                  <a:close/>
                </a:path>
                <a:path w="10160" h="276860">
                  <a:moveTo>
                    <a:pt x="10160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0160" y="105409"/>
                  </a:lnTo>
                  <a:lnTo>
                    <a:pt x="10160" y="101600"/>
                  </a:lnTo>
                  <a:close/>
                </a:path>
                <a:path w="10160" h="276860">
                  <a:moveTo>
                    <a:pt x="10160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105409"/>
                  </a:lnTo>
                  <a:close/>
                </a:path>
                <a:path w="10160" h="276860">
                  <a:moveTo>
                    <a:pt x="10160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0160" y="111759"/>
                  </a:lnTo>
                  <a:lnTo>
                    <a:pt x="10160" y="107950"/>
                  </a:lnTo>
                  <a:close/>
                </a:path>
                <a:path w="10160" h="276860">
                  <a:moveTo>
                    <a:pt x="10160" y="111759"/>
                  </a:moveTo>
                  <a:lnTo>
                    <a:pt x="0" y="111759"/>
                  </a:lnTo>
                  <a:lnTo>
                    <a:pt x="0" y="118109"/>
                  </a:lnTo>
                  <a:lnTo>
                    <a:pt x="10160" y="118109"/>
                  </a:lnTo>
                  <a:lnTo>
                    <a:pt x="10160" y="111759"/>
                  </a:lnTo>
                  <a:close/>
                </a:path>
                <a:path w="10160" h="276860">
                  <a:moveTo>
                    <a:pt x="10160" y="118109"/>
                  </a:moveTo>
                  <a:lnTo>
                    <a:pt x="0" y="118109"/>
                  </a:lnTo>
                  <a:lnTo>
                    <a:pt x="0" y="120649"/>
                  </a:lnTo>
                  <a:lnTo>
                    <a:pt x="10160" y="120649"/>
                  </a:lnTo>
                  <a:lnTo>
                    <a:pt x="10160" y="118109"/>
                  </a:lnTo>
                  <a:close/>
                </a:path>
                <a:path w="10160" h="276860">
                  <a:moveTo>
                    <a:pt x="10160" y="120650"/>
                  </a:moveTo>
                  <a:lnTo>
                    <a:pt x="0" y="120650"/>
                  </a:lnTo>
                  <a:lnTo>
                    <a:pt x="0" y="156209"/>
                  </a:lnTo>
                  <a:lnTo>
                    <a:pt x="10160" y="156209"/>
                  </a:lnTo>
                  <a:lnTo>
                    <a:pt x="10160" y="120650"/>
                  </a:lnTo>
                  <a:close/>
                </a:path>
                <a:path w="10160" h="276860">
                  <a:moveTo>
                    <a:pt x="10160" y="156209"/>
                  </a:moveTo>
                  <a:lnTo>
                    <a:pt x="0" y="156209"/>
                  </a:lnTo>
                  <a:lnTo>
                    <a:pt x="0" y="158749"/>
                  </a:lnTo>
                  <a:lnTo>
                    <a:pt x="10160" y="158749"/>
                  </a:lnTo>
                  <a:lnTo>
                    <a:pt x="10160" y="156209"/>
                  </a:lnTo>
                  <a:close/>
                </a:path>
                <a:path w="10160" h="276860">
                  <a:moveTo>
                    <a:pt x="10160" y="158750"/>
                  </a:moveTo>
                  <a:lnTo>
                    <a:pt x="0" y="158750"/>
                  </a:lnTo>
                  <a:lnTo>
                    <a:pt x="0" y="162559"/>
                  </a:lnTo>
                  <a:lnTo>
                    <a:pt x="10160" y="162559"/>
                  </a:lnTo>
                  <a:lnTo>
                    <a:pt x="10160" y="158750"/>
                  </a:lnTo>
                  <a:close/>
                </a:path>
                <a:path w="10160" h="276860">
                  <a:moveTo>
                    <a:pt x="10160" y="162559"/>
                  </a:moveTo>
                  <a:lnTo>
                    <a:pt x="0" y="162559"/>
                  </a:lnTo>
                  <a:lnTo>
                    <a:pt x="0" y="168909"/>
                  </a:lnTo>
                  <a:lnTo>
                    <a:pt x="10160" y="168909"/>
                  </a:lnTo>
                  <a:lnTo>
                    <a:pt x="10160" y="162559"/>
                  </a:lnTo>
                  <a:close/>
                </a:path>
                <a:path w="10160" h="276860">
                  <a:moveTo>
                    <a:pt x="10160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8909"/>
                  </a:lnTo>
                  <a:close/>
                </a:path>
                <a:path w="10160" h="276860">
                  <a:moveTo>
                    <a:pt x="10160" y="171450"/>
                  </a:moveTo>
                  <a:lnTo>
                    <a:pt x="0" y="171450"/>
                  </a:lnTo>
                  <a:lnTo>
                    <a:pt x="0" y="175259"/>
                  </a:lnTo>
                  <a:lnTo>
                    <a:pt x="10160" y="175259"/>
                  </a:lnTo>
                  <a:lnTo>
                    <a:pt x="10160" y="171450"/>
                  </a:lnTo>
                  <a:close/>
                </a:path>
                <a:path w="10160" h="276860">
                  <a:moveTo>
                    <a:pt x="10160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5259"/>
                  </a:lnTo>
                  <a:close/>
                </a:path>
                <a:path w="10160" h="276860">
                  <a:moveTo>
                    <a:pt x="10160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0160" y="181609"/>
                  </a:lnTo>
                  <a:lnTo>
                    <a:pt x="10160" y="177800"/>
                  </a:lnTo>
                  <a:close/>
                </a:path>
                <a:path w="10160" h="276860">
                  <a:moveTo>
                    <a:pt x="10160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1609"/>
                  </a:lnTo>
                  <a:close/>
                </a:path>
                <a:path w="10160" h="276860">
                  <a:moveTo>
                    <a:pt x="10160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0160" y="187959"/>
                  </a:lnTo>
                  <a:lnTo>
                    <a:pt x="10160" y="184150"/>
                  </a:lnTo>
                  <a:close/>
                </a:path>
                <a:path w="10160" h="276860">
                  <a:moveTo>
                    <a:pt x="10160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7959"/>
                  </a:lnTo>
                  <a:close/>
                </a:path>
                <a:path w="10160" h="276860">
                  <a:moveTo>
                    <a:pt x="10160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0160" y="194309"/>
                  </a:lnTo>
                  <a:lnTo>
                    <a:pt x="10160" y="190500"/>
                  </a:lnTo>
                  <a:close/>
                </a:path>
                <a:path w="10160" h="276860">
                  <a:moveTo>
                    <a:pt x="10160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4309"/>
                  </a:lnTo>
                  <a:close/>
                </a:path>
                <a:path w="10160" h="276860">
                  <a:moveTo>
                    <a:pt x="10160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0160" y="200659"/>
                  </a:lnTo>
                  <a:lnTo>
                    <a:pt x="10160" y="196850"/>
                  </a:lnTo>
                  <a:close/>
                </a:path>
                <a:path w="10160" h="276860">
                  <a:moveTo>
                    <a:pt x="10160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200659"/>
                  </a:lnTo>
                  <a:close/>
                </a:path>
                <a:path w="10160" h="276860">
                  <a:moveTo>
                    <a:pt x="10160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0160" y="207009"/>
                  </a:lnTo>
                  <a:lnTo>
                    <a:pt x="10160" y="203200"/>
                  </a:lnTo>
                  <a:close/>
                </a:path>
                <a:path w="10160" h="276860">
                  <a:moveTo>
                    <a:pt x="10160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7009"/>
                  </a:lnTo>
                  <a:close/>
                </a:path>
                <a:path w="10160" h="276860">
                  <a:moveTo>
                    <a:pt x="1016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0160" y="213359"/>
                  </a:lnTo>
                  <a:lnTo>
                    <a:pt x="10160" y="209550"/>
                  </a:lnTo>
                  <a:close/>
                </a:path>
                <a:path w="10160" h="276860">
                  <a:moveTo>
                    <a:pt x="1016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3359"/>
                  </a:lnTo>
                  <a:close/>
                </a:path>
                <a:path w="10160" h="276860">
                  <a:moveTo>
                    <a:pt x="1016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0160" y="219709"/>
                  </a:lnTo>
                  <a:lnTo>
                    <a:pt x="10160" y="215900"/>
                  </a:lnTo>
                  <a:close/>
                </a:path>
                <a:path w="10160" h="276860">
                  <a:moveTo>
                    <a:pt x="1016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9709"/>
                  </a:lnTo>
                  <a:close/>
                </a:path>
                <a:path w="10160" h="276860">
                  <a:moveTo>
                    <a:pt x="1016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0160" y="226059"/>
                  </a:lnTo>
                  <a:lnTo>
                    <a:pt x="10160" y="222250"/>
                  </a:lnTo>
                  <a:close/>
                </a:path>
                <a:path w="10160" h="276860">
                  <a:moveTo>
                    <a:pt x="1016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6059"/>
                  </a:lnTo>
                  <a:close/>
                </a:path>
                <a:path w="10160" h="276860">
                  <a:moveTo>
                    <a:pt x="1016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0160" y="232409"/>
                  </a:lnTo>
                  <a:lnTo>
                    <a:pt x="10160" y="228600"/>
                  </a:lnTo>
                  <a:close/>
                </a:path>
                <a:path w="10160" h="276860">
                  <a:moveTo>
                    <a:pt x="1016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2409"/>
                  </a:lnTo>
                  <a:close/>
                </a:path>
                <a:path w="10160" h="276860">
                  <a:moveTo>
                    <a:pt x="1016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0160" y="238759"/>
                  </a:lnTo>
                  <a:lnTo>
                    <a:pt x="10160" y="234950"/>
                  </a:lnTo>
                  <a:close/>
                </a:path>
                <a:path w="10160" h="276860">
                  <a:moveTo>
                    <a:pt x="1016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8759"/>
                  </a:lnTo>
                  <a:close/>
                </a:path>
                <a:path w="10160" h="276860">
                  <a:moveTo>
                    <a:pt x="1016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0160" y="245109"/>
                  </a:lnTo>
                  <a:lnTo>
                    <a:pt x="10160" y="241300"/>
                  </a:lnTo>
                  <a:close/>
                </a:path>
                <a:path w="10160" h="276860">
                  <a:moveTo>
                    <a:pt x="1016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5109"/>
                  </a:lnTo>
                  <a:close/>
                </a:path>
                <a:path w="10160" h="276860">
                  <a:moveTo>
                    <a:pt x="1016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0160" y="251459"/>
                  </a:lnTo>
                  <a:lnTo>
                    <a:pt x="10160" y="247650"/>
                  </a:lnTo>
                  <a:close/>
                </a:path>
                <a:path w="10160" h="276860">
                  <a:moveTo>
                    <a:pt x="10160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1459"/>
                  </a:lnTo>
                  <a:close/>
                </a:path>
                <a:path w="10160" h="276860">
                  <a:moveTo>
                    <a:pt x="10160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0160" y="257809"/>
                  </a:lnTo>
                  <a:lnTo>
                    <a:pt x="10160" y="254000"/>
                  </a:lnTo>
                  <a:close/>
                </a:path>
                <a:path w="10160" h="276860">
                  <a:moveTo>
                    <a:pt x="10160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7809"/>
                  </a:lnTo>
                  <a:close/>
                </a:path>
                <a:path w="10160" h="276860">
                  <a:moveTo>
                    <a:pt x="10160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0160" y="264159"/>
                  </a:lnTo>
                  <a:lnTo>
                    <a:pt x="10160" y="260350"/>
                  </a:lnTo>
                  <a:close/>
                </a:path>
                <a:path w="10160" h="276860">
                  <a:moveTo>
                    <a:pt x="10160" y="264159"/>
                  </a:moveTo>
                  <a:lnTo>
                    <a:pt x="0" y="264159"/>
                  </a:lnTo>
                  <a:lnTo>
                    <a:pt x="0" y="266699"/>
                  </a:lnTo>
                  <a:lnTo>
                    <a:pt x="10160" y="266699"/>
                  </a:lnTo>
                  <a:lnTo>
                    <a:pt x="10160" y="264159"/>
                  </a:lnTo>
                  <a:close/>
                </a:path>
                <a:path w="10160" h="276860">
                  <a:moveTo>
                    <a:pt x="10160" y="266700"/>
                  </a:moveTo>
                  <a:lnTo>
                    <a:pt x="0" y="266700"/>
                  </a:lnTo>
                  <a:lnTo>
                    <a:pt x="0" y="270509"/>
                  </a:lnTo>
                  <a:lnTo>
                    <a:pt x="10160" y="270509"/>
                  </a:lnTo>
                  <a:lnTo>
                    <a:pt x="10160" y="266700"/>
                  </a:lnTo>
                  <a:close/>
                </a:path>
                <a:path w="10160" h="276860">
                  <a:moveTo>
                    <a:pt x="10160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0160" y="273049"/>
                  </a:lnTo>
                  <a:lnTo>
                    <a:pt x="10160" y="270509"/>
                  </a:lnTo>
                  <a:close/>
                </a:path>
                <a:path w="10160" h="276860">
                  <a:moveTo>
                    <a:pt x="10160" y="273050"/>
                  </a:moveTo>
                  <a:lnTo>
                    <a:pt x="0" y="273050"/>
                  </a:lnTo>
                  <a:lnTo>
                    <a:pt x="0" y="276859"/>
                  </a:lnTo>
                  <a:lnTo>
                    <a:pt x="5080" y="276859"/>
                  </a:lnTo>
                  <a:lnTo>
                    <a:pt x="5080" y="275589"/>
                  </a:lnTo>
                  <a:lnTo>
                    <a:pt x="10160" y="275589"/>
                  </a:lnTo>
                  <a:lnTo>
                    <a:pt x="10160" y="273050"/>
                  </a:lnTo>
                  <a:close/>
                </a:path>
              </a:pathLst>
            </a:custGeom>
            <a:solidFill>
              <a:srgbClr val="7878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08">
              <a:extLst>
                <a:ext uri="{FF2B5EF4-FFF2-40B4-BE49-F238E27FC236}">
                  <a16:creationId xmlns:a16="http://schemas.microsoft.com/office/drawing/2014/main" id="{098ED9BA-A8A5-6C5B-84CD-414DD0D02207}"/>
                </a:ext>
              </a:extLst>
            </p:cNvPr>
            <p:cNvSpPr/>
            <p:nvPr/>
          </p:nvSpPr>
          <p:spPr>
            <a:xfrm>
              <a:off x="4711700" y="5599429"/>
              <a:ext cx="11430" cy="274320"/>
            </a:xfrm>
            <a:custGeom>
              <a:avLst/>
              <a:gdLst/>
              <a:ahLst/>
              <a:cxnLst/>
              <a:rect l="l" t="t" r="r" b="b"/>
              <a:pathLst>
                <a:path w="11429" h="274320">
                  <a:moveTo>
                    <a:pt x="76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127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  <a:path w="11429" h="274320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274320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274320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274320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274320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274320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274320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274320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274320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274320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274320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274320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274320">
                  <a:moveTo>
                    <a:pt x="1142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40640"/>
                  </a:lnTo>
                  <a:close/>
                </a:path>
                <a:path w="11429" h="274320">
                  <a:moveTo>
                    <a:pt x="1142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3180"/>
                  </a:lnTo>
                  <a:close/>
                </a:path>
                <a:path w="11429" h="274320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274320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274320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274320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274320">
                  <a:moveTo>
                    <a:pt x="1142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9690"/>
                  </a:lnTo>
                  <a:close/>
                </a:path>
                <a:path w="11429" h="274320">
                  <a:moveTo>
                    <a:pt x="1142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29" y="66040"/>
                  </a:lnTo>
                  <a:lnTo>
                    <a:pt x="11429" y="62230"/>
                  </a:lnTo>
                  <a:close/>
                </a:path>
                <a:path w="11429" h="274320">
                  <a:moveTo>
                    <a:pt x="11429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1429" y="68580"/>
                  </a:lnTo>
                  <a:lnTo>
                    <a:pt x="11429" y="66040"/>
                  </a:lnTo>
                  <a:close/>
                </a:path>
                <a:path w="11429" h="274320">
                  <a:moveTo>
                    <a:pt x="11429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1429" y="72390"/>
                  </a:lnTo>
                  <a:lnTo>
                    <a:pt x="11429" y="68580"/>
                  </a:lnTo>
                  <a:close/>
                </a:path>
                <a:path w="11429" h="274320">
                  <a:moveTo>
                    <a:pt x="11429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72390"/>
                  </a:lnTo>
                  <a:close/>
                </a:path>
                <a:path w="11429" h="274320">
                  <a:moveTo>
                    <a:pt x="1142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29" y="78740"/>
                  </a:lnTo>
                  <a:lnTo>
                    <a:pt x="11429" y="74930"/>
                  </a:lnTo>
                  <a:close/>
                </a:path>
                <a:path w="11429" h="274320">
                  <a:moveTo>
                    <a:pt x="11429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8740"/>
                  </a:lnTo>
                  <a:close/>
                </a:path>
                <a:path w="11429" h="274320">
                  <a:moveTo>
                    <a:pt x="11429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1429" y="85090"/>
                  </a:lnTo>
                  <a:lnTo>
                    <a:pt x="11429" y="81280"/>
                  </a:lnTo>
                  <a:close/>
                </a:path>
                <a:path w="11429" h="274320">
                  <a:moveTo>
                    <a:pt x="11429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5090"/>
                  </a:lnTo>
                  <a:close/>
                </a:path>
                <a:path w="11429" h="274320">
                  <a:moveTo>
                    <a:pt x="11429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1429" y="91440"/>
                  </a:lnTo>
                  <a:lnTo>
                    <a:pt x="11429" y="87630"/>
                  </a:lnTo>
                  <a:close/>
                </a:path>
                <a:path w="11429" h="274320">
                  <a:moveTo>
                    <a:pt x="11429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91440"/>
                  </a:lnTo>
                  <a:close/>
                </a:path>
                <a:path w="11429" h="274320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274320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274320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274320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274320">
                  <a:moveTo>
                    <a:pt x="11429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1429" y="110490"/>
                  </a:lnTo>
                  <a:lnTo>
                    <a:pt x="11429" y="106680"/>
                  </a:lnTo>
                  <a:close/>
                </a:path>
                <a:path w="11429" h="274320">
                  <a:moveTo>
                    <a:pt x="11429" y="110490"/>
                  </a:moveTo>
                  <a:lnTo>
                    <a:pt x="0" y="110490"/>
                  </a:lnTo>
                  <a:lnTo>
                    <a:pt x="0" y="116840"/>
                  </a:lnTo>
                  <a:lnTo>
                    <a:pt x="11429" y="116840"/>
                  </a:lnTo>
                  <a:lnTo>
                    <a:pt x="11429" y="110490"/>
                  </a:lnTo>
                  <a:close/>
                </a:path>
                <a:path w="11429" h="274320">
                  <a:moveTo>
                    <a:pt x="11429" y="116840"/>
                  </a:moveTo>
                  <a:lnTo>
                    <a:pt x="0" y="116840"/>
                  </a:lnTo>
                  <a:lnTo>
                    <a:pt x="0" y="119380"/>
                  </a:lnTo>
                  <a:lnTo>
                    <a:pt x="11429" y="119380"/>
                  </a:lnTo>
                  <a:lnTo>
                    <a:pt x="11429" y="116840"/>
                  </a:lnTo>
                  <a:close/>
                </a:path>
                <a:path w="11429" h="274320">
                  <a:moveTo>
                    <a:pt x="11429" y="119380"/>
                  </a:moveTo>
                  <a:lnTo>
                    <a:pt x="0" y="119380"/>
                  </a:lnTo>
                  <a:lnTo>
                    <a:pt x="0" y="154940"/>
                  </a:lnTo>
                  <a:lnTo>
                    <a:pt x="11429" y="154940"/>
                  </a:lnTo>
                  <a:lnTo>
                    <a:pt x="11429" y="119380"/>
                  </a:lnTo>
                  <a:close/>
                </a:path>
                <a:path w="11429" h="274320">
                  <a:moveTo>
                    <a:pt x="11429" y="154940"/>
                  </a:moveTo>
                  <a:lnTo>
                    <a:pt x="0" y="154940"/>
                  </a:lnTo>
                  <a:lnTo>
                    <a:pt x="0" y="157480"/>
                  </a:lnTo>
                  <a:lnTo>
                    <a:pt x="11429" y="157480"/>
                  </a:lnTo>
                  <a:lnTo>
                    <a:pt x="11429" y="154940"/>
                  </a:lnTo>
                  <a:close/>
                </a:path>
                <a:path w="11429" h="274320">
                  <a:moveTo>
                    <a:pt x="11429" y="157480"/>
                  </a:moveTo>
                  <a:lnTo>
                    <a:pt x="0" y="157480"/>
                  </a:lnTo>
                  <a:lnTo>
                    <a:pt x="0" y="161290"/>
                  </a:lnTo>
                  <a:lnTo>
                    <a:pt x="11429" y="161290"/>
                  </a:lnTo>
                  <a:lnTo>
                    <a:pt x="11429" y="157480"/>
                  </a:lnTo>
                  <a:close/>
                </a:path>
                <a:path w="11429" h="274320">
                  <a:moveTo>
                    <a:pt x="11429" y="161290"/>
                  </a:moveTo>
                  <a:lnTo>
                    <a:pt x="0" y="161290"/>
                  </a:lnTo>
                  <a:lnTo>
                    <a:pt x="0" y="167640"/>
                  </a:lnTo>
                  <a:lnTo>
                    <a:pt x="11429" y="167640"/>
                  </a:lnTo>
                  <a:lnTo>
                    <a:pt x="11429" y="161290"/>
                  </a:lnTo>
                  <a:close/>
                </a:path>
                <a:path w="11429" h="274320">
                  <a:moveTo>
                    <a:pt x="11429" y="167640"/>
                  </a:moveTo>
                  <a:lnTo>
                    <a:pt x="0" y="167640"/>
                  </a:lnTo>
                  <a:lnTo>
                    <a:pt x="0" y="170180"/>
                  </a:lnTo>
                  <a:lnTo>
                    <a:pt x="11429" y="170180"/>
                  </a:lnTo>
                  <a:lnTo>
                    <a:pt x="11429" y="167640"/>
                  </a:lnTo>
                  <a:close/>
                </a:path>
                <a:path w="11429" h="274320">
                  <a:moveTo>
                    <a:pt x="11429" y="170180"/>
                  </a:moveTo>
                  <a:lnTo>
                    <a:pt x="0" y="170180"/>
                  </a:lnTo>
                  <a:lnTo>
                    <a:pt x="0" y="173990"/>
                  </a:lnTo>
                  <a:lnTo>
                    <a:pt x="11429" y="173990"/>
                  </a:lnTo>
                  <a:lnTo>
                    <a:pt x="11429" y="170180"/>
                  </a:lnTo>
                  <a:close/>
                </a:path>
                <a:path w="11429" h="274320">
                  <a:moveTo>
                    <a:pt x="11429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1429" y="176530"/>
                  </a:lnTo>
                  <a:lnTo>
                    <a:pt x="11429" y="173990"/>
                  </a:lnTo>
                  <a:close/>
                </a:path>
                <a:path w="11429" h="274320">
                  <a:moveTo>
                    <a:pt x="11429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1429" y="180340"/>
                  </a:lnTo>
                  <a:lnTo>
                    <a:pt x="11429" y="176530"/>
                  </a:lnTo>
                  <a:close/>
                </a:path>
                <a:path w="11429" h="274320">
                  <a:moveTo>
                    <a:pt x="11429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1429" y="182880"/>
                  </a:lnTo>
                  <a:lnTo>
                    <a:pt x="11429" y="180340"/>
                  </a:lnTo>
                  <a:close/>
                </a:path>
                <a:path w="11429" h="274320">
                  <a:moveTo>
                    <a:pt x="11429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1429" y="186690"/>
                  </a:lnTo>
                  <a:lnTo>
                    <a:pt x="11429" y="182880"/>
                  </a:lnTo>
                  <a:close/>
                </a:path>
                <a:path w="11429" h="274320">
                  <a:moveTo>
                    <a:pt x="11429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1429" y="189230"/>
                  </a:lnTo>
                  <a:lnTo>
                    <a:pt x="11429" y="186690"/>
                  </a:lnTo>
                  <a:close/>
                </a:path>
                <a:path w="11429" h="274320">
                  <a:moveTo>
                    <a:pt x="11429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1429" y="193040"/>
                  </a:lnTo>
                  <a:lnTo>
                    <a:pt x="11429" y="189230"/>
                  </a:lnTo>
                  <a:close/>
                </a:path>
                <a:path w="11429" h="274320">
                  <a:moveTo>
                    <a:pt x="11429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1429" y="195580"/>
                  </a:lnTo>
                  <a:lnTo>
                    <a:pt x="11429" y="193040"/>
                  </a:lnTo>
                  <a:close/>
                </a:path>
                <a:path w="11429" h="274320">
                  <a:moveTo>
                    <a:pt x="11429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1429" y="199390"/>
                  </a:lnTo>
                  <a:lnTo>
                    <a:pt x="11429" y="195580"/>
                  </a:lnTo>
                  <a:close/>
                </a:path>
                <a:path w="11429" h="274320">
                  <a:moveTo>
                    <a:pt x="11429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1429" y="201930"/>
                  </a:lnTo>
                  <a:lnTo>
                    <a:pt x="11429" y="199390"/>
                  </a:lnTo>
                  <a:close/>
                </a:path>
                <a:path w="11429" h="274320">
                  <a:moveTo>
                    <a:pt x="11429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1429" y="205740"/>
                  </a:lnTo>
                  <a:lnTo>
                    <a:pt x="11429" y="201930"/>
                  </a:lnTo>
                  <a:close/>
                </a:path>
                <a:path w="11429" h="274320">
                  <a:moveTo>
                    <a:pt x="1142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1429" y="208280"/>
                  </a:lnTo>
                  <a:lnTo>
                    <a:pt x="11429" y="205740"/>
                  </a:lnTo>
                  <a:close/>
                </a:path>
                <a:path w="11429" h="274320">
                  <a:moveTo>
                    <a:pt x="1142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1429" y="212090"/>
                  </a:lnTo>
                  <a:lnTo>
                    <a:pt x="11429" y="208280"/>
                  </a:lnTo>
                  <a:close/>
                </a:path>
                <a:path w="11429" h="274320">
                  <a:moveTo>
                    <a:pt x="1142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1429" y="214630"/>
                  </a:lnTo>
                  <a:lnTo>
                    <a:pt x="11429" y="212090"/>
                  </a:lnTo>
                  <a:close/>
                </a:path>
                <a:path w="11429" h="274320">
                  <a:moveTo>
                    <a:pt x="1142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1429" y="218440"/>
                  </a:lnTo>
                  <a:lnTo>
                    <a:pt x="11429" y="214630"/>
                  </a:lnTo>
                  <a:close/>
                </a:path>
                <a:path w="11429" h="274320">
                  <a:moveTo>
                    <a:pt x="1142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1429" y="220980"/>
                  </a:lnTo>
                  <a:lnTo>
                    <a:pt x="11429" y="218440"/>
                  </a:lnTo>
                  <a:close/>
                </a:path>
                <a:path w="11429" h="274320">
                  <a:moveTo>
                    <a:pt x="1142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1429" y="224790"/>
                  </a:lnTo>
                  <a:lnTo>
                    <a:pt x="11429" y="220980"/>
                  </a:lnTo>
                  <a:close/>
                </a:path>
                <a:path w="11429" h="274320">
                  <a:moveTo>
                    <a:pt x="1142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1429" y="227330"/>
                  </a:lnTo>
                  <a:lnTo>
                    <a:pt x="11429" y="224790"/>
                  </a:lnTo>
                  <a:close/>
                </a:path>
                <a:path w="11429" h="274320">
                  <a:moveTo>
                    <a:pt x="1142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1429" y="231140"/>
                  </a:lnTo>
                  <a:lnTo>
                    <a:pt x="11429" y="227330"/>
                  </a:lnTo>
                  <a:close/>
                </a:path>
                <a:path w="11429" h="274320">
                  <a:moveTo>
                    <a:pt x="1142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1429" y="233680"/>
                  </a:lnTo>
                  <a:lnTo>
                    <a:pt x="11429" y="231140"/>
                  </a:lnTo>
                  <a:close/>
                </a:path>
                <a:path w="11429" h="274320">
                  <a:moveTo>
                    <a:pt x="1142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1429" y="237490"/>
                  </a:lnTo>
                  <a:lnTo>
                    <a:pt x="11429" y="233680"/>
                  </a:lnTo>
                  <a:close/>
                </a:path>
                <a:path w="11429" h="274320">
                  <a:moveTo>
                    <a:pt x="1142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1429" y="240030"/>
                  </a:lnTo>
                  <a:lnTo>
                    <a:pt x="11429" y="237490"/>
                  </a:lnTo>
                  <a:close/>
                </a:path>
                <a:path w="11429" h="274320">
                  <a:moveTo>
                    <a:pt x="1142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1429" y="243840"/>
                  </a:lnTo>
                  <a:lnTo>
                    <a:pt x="11429" y="240030"/>
                  </a:lnTo>
                  <a:close/>
                </a:path>
                <a:path w="11429" h="274320">
                  <a:moveTo>
                    <a:pt x="1142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1429" y="246380"/>
                  </a:lnTo>
                  <a:lnTo>
                    <a:pt x="11429" y="243840"/>
                  </a:lnTo>
                  <a:close/>
                </a:path>
                <a:path w="11429" h="274320">
                  <a:moveTo>
                    <a:pt x="1142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1429" y="250190"/>
                  </a:lnTo>
                  <a:lnTo>
                    <a:pt x="11429" y="246380"/>
                  </a:lnTo>
                  <a:close/>
                </a:path>
                <a:path w="11429" h="274320">
                  <a:moveTo>
                    <a:pt x="11429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1429" y="252730"/>
                  </a:lnTo>
                  <a:lnTo>
                    <a:pt x="11429" y="250190"/>
                  </a:lnTo>
                  <a:close/>
                </a:path>
                <a:path w="11429" h="274320">
                  <a:moveTo>
                    <a:pt x="11429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1429" y="256540"/>
                  </a:lnTo>
                  <a:lnTo>
                    <a:pt x="11429" y="252730"/>
                  </a:lnTo>
                  <a:close/>
                </a:path>
                <a:path w="11429" h="274320">
                  <a:moveTo>
                    <a:pt x="11429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1429" y="259080"/>
                  </a:lnTo>
                  <a:lnTo>
                    <a:pt x="11429" y="256540"/>
                  </a:lnTo>
                  <a:close/>
                </a:path>
                <a:path w="11429" h="274320">
                  <a:moveTo>
                    <a:pt x="11429" y="259080"/>
                  </a:moveTo>
                  <a:lnTo>
                    <a:pt x="0" y="259080"/>
                  </a:lnTo>
                  <a:lnTo>
                    <a:pt x="0" y="262890"/>
                  </a:lnTo>
                  <a:lnTo>
                    <a:pt x="11429" y="262890"/>
                  </a:lnTo>
                  <a:lnTo>
                    <a:pt x="11429" y="259080"/>
                  </a:lnTo>
                  <a:close/>
                </a:path>
                <a:path w="11429" h="274320">
                  <a:moveTo>
                    <a:pt x="11429" y="262890"/>
                  </a:moveTo>
                  <a:lnTo>
                    <a:pt x="0" y="262890"/>
                  </a:lnTo>
                  <a:lnTo>
                    <a:pt x="0" y="265430"/>
                  </a:lnTo>
                  <a:lnTo>
                    <a:pt x="11429" y="265430"/>
                  </a:lnTo>
                  <a:lnTo>
                    <a:pt x="11429" y="262890"/>
                  </a:lnTo>
                  <a:close/>
                </a:path>
                <a:path w="11429" h="274320">
                  <a:moveTo>
                    <a:pt x="11429" y="265430"/>
                  </a:moveTo>
                  <a:lnTo>
                    <a:pt x="0" y="265430"/>
                  </a:lnTo>
                  <a:lnTo>
                    <a:pt x="0" y="269240"/>
                  </a:lnTo>
                  <a:lnTo>
                    <a:pt x="11429" y="269240"/>
                  </a:lnTo>
                  <a:lnTo>
                    <a:pt x="11429" y="265430"/>
                  </a:lnTo>
                  <a:close/>
                </a:path>
                <a:path w="11429" h="274320">
                  <a:moveTo>
                    <a:pt x="11429" y="269240"/>
                  </a:moveTo>
                  <a:lnTo>
                    <a:pt x="0" y="269240"/>
                  </a:lnTo>
                  <a:lnTo>
                    <a:pt x="0" y="271780"/>
                  </a:lnTo>
                  <a:lnTo>
                    <a:pt x="11429" y="271780"/>
                  </a:lnTo>
                  <a:lnTo>
                    <a:pt x="11429" y="269240"/>
                  </a:lnTo>
                  <a:close/>
                </a:path>
                <a:path w="11429" h="274320">
                  <a:moveTo>
                    <a:pt x="11429" y="271780"/>
                  </a:moveTo>
                  <a:lnTo>
                    <a:pt x="0" y="271780"/>
                  </a:lnTo>
                  <a:lnTo>
                    <a:pt x="0" y="274320"/>
                  </a:lnTo>
                  <a:lnTo>
                    <a:pt x="8889" y="274320"/>
                  </a:lnTo>
                  <a:lnTo>
                    <a:pt x="8889" y="273050"/>
                  </a:lnTo>
                  <a:lnTo>
                    <a:pt x="11429" y="273050"/>
                  </a:lnTo>
                  <a:lnTo>
                    <a:pt x="11429" y="271780"/>
                  </a:lnTo>
                  <a:close/>
                </a:path>
              </a:pathLst>
            </a:custGeom>
            <a:solidFill>
              <a:srgbClr val="7878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09">
              <a:extLst>
                <a:ext uri="{FF2B5EF4-FFF2-40B4-BE49-F238E27FC236}">
                  <a16:creationId xmlns:a16="http://schemas.microsoft.com/office/drawing/2014/main" id="{84114AAE-E1FD-8DC5-6674-8A6577950EC4}"/>
                </a:ext>
              </a:extLst>
            </p:cNvPr>
            <p:cNvSpPr/>
            <p:nvPr/>
          </p:nvSpPr>
          <p:spPr>
            <a:xfrm>
              <a:off x="4728845" y="5600699"/>
              <a:ext cx="0" cy="271780"/>
            </a:xfrm>
            <a:custGeom>
              <a:avLst/>
              <a:gdLst/>
              <a:ahLst/>
              <a:cxnLst/>
              <a:rect l="l" t="t" r="r" b="b"/>
              <a:pathLst>
                <a:path h="271779">
                  <a:moveTo>
                    <a:pt x="0" y="0"/>
                  </a:moveTo>
                  <a:lnTo>
                    <a:pt x="0" y="271780"/>
                  </a:lnTo>
                </a:path>
              </a:pathLst>
            </a:custGeom>
            <a:ln w="11430">
              <a:solidFill>
                <a:srgbClr val="79799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0">
              <a:extLst>
                <a:ext uri="{FF2B5EF4-FFF2-40B4-BE49-F238E27FC236}">
                  <a16:creationId xmlns:a16="http://schemas.microsoft.com/office/drawing/2014/main" id="{41CCCA72-EE0B-30B8-8B56-26064EC25BA7}"/>
                </a:ext>
              </a:extLst>
            </p:cNvPr>
            <p:cNvSpPr/>
            <p:nvPr/>
          </p:nvSpPr>
          <p:spPr>
            <a:xfrm>
              <a:off x="4734560" y="5601969"/>
              <a:ext cx="10160" cy="270510"/>
            </a:xfrm>
            <a:custGeom>
              <a:avLst/>
              <a:gdLst/>
              <a:ahLst/>
              <a:cxnLst/>
              <a:rect l="l" t="t" r="r" b="b"/>
              <a:pathLst>
                <a:path w="10160" h="270510">
                  <a:moveTo>
                    <a:pt x="50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10160" h="27051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27051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27051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27051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27051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27051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27051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27051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27051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27051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27051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27051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27051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27051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27051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270510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27051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270510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270510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270510">
                  <a:moveTo>
                    <a:pt x="1016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63499"/>
                  </a:lnTo>
                  <a:close/>
                </a:path>
                <a:path w="10160" h="270510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270510">
                  <a:moveTo>
                    <a:pt x="1016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9849"/>
                  </a:lnTo>
                  <a:close/>
                </a:path>
                <a:path w="10160" h="270510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270510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270510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270510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270510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270510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270510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270510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270510">
                  <a:moveTo>
                    <a:pt x="1016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7789"/>
                  </a:lnTo>
                  <a:close/>
                </a:path>
                <a:path w="10160" h="270510">
                  <a:moveTo>
                    <a:pt x="1016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101599"/>
                  </a:lnTo>
                  <a:close/>
                </a:path>
                <a:path w="10160" h="270510">
                  <a:moveTo>
                    <a:pt x="10160" y="104139"/>
                  </a:moveTo>
                  <a:lnTo>
                    <a:pt x="0" y="104139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104139"/>
                  </a:lnTo>
                  <a:close/>
                </a:path>
                <a:path w="10160" h="270510">
                  <a:moveTo>
                    <a:pt x="10160" y="107949"/>
                  </a:moveTo>
                  <a:lnTo>
                    <a:pt x="0" y="107949"/>
                  </a:lnTo>
                  <a:lnTo>
                    <a:pt x="0" y="114299"/>
                  </a:lnTo>
                  <a:lnTo>
                    <a:pt x="10160" y="114299"/>
                  </a:lnTo>
                  <a:lnTo>
                    <a:pt x="10160" y="107949"/>
                  </a:lnTo>
                  <a:close/>
                </a:path>
                <a:path w="10160" h="270510">
                  <a:moveTo>
                    <a:pt x="10160" y="114299"/>
                  </a:moveTo>
                  <a:lnTo>
                    <a:pt x="0" y="114299"/>
                  </a:lnTo>
                  <a:lnTo>
                    <a:pt x="0" y="116839"/>
                  </a:lnTo>
                  <a:lnTo>
                    <a:pt x="10160" y="116839"/>
                  </a:lnTo>
                  <a:lnTo>
                    <a:pt x="10160" y="114299"/>
                  </a:lnTo>
                  <a:close/>
                </a:path>
                <a:path w="10160" h="270510">
                  <a:moveTo>
                    <a:pt x="10160" y="116839"/>
                  </a:moveTo>
                  <a:lnTo>
                    <a:pt x="0" y="116839"/>
                  </a:lnTo>
                  <a:lnTo>
                    <a:pt x="0" y="152399"/>
                  </a:lnTo>
                  <a:lnTo>
                    <a:pt x="10160" y="152399"/>
                  </a:lnTo>
                  <a:lnTo>
                    <a:pt x="10160" y="116839"/>
                  </a:lnTo>
                  <a:close/>
                </a:path>
                <a:path w="10160" h="270510">
                  <a:moveTo>
                    <a:pt x="10160" y="152399"/>
                  </a:moveTo>
                  <a:lnTo>
                    <a:pt x="0" y="152399"/>
                  </a:lnTo>
                  <a:lnTo>
                    <a:pt x="0" y="154939"/>
                  </a:lnTo>
                  <a:lnTo>
                    <a:pt x="10160" y="154939"/>
                  </a:lnTo>
                  <a:lnTo>
                    <a:pt x="10160" y="152399"/>
                  </a:lnTo>
                  <a:close/>
                </a:path>
                <a:path w="10160" h="270510">
                  <a:moveTo>
                    <a:pt x="10160" y="154939"/>
                  </a:moveTo>
                  <a:lnTo>
                    <a:pt x="0" y="154939"/>
                  </a:lnTo>
                  <a:lnTo>
                    <a:pt x="0" y="158749"/>
                  </a:lnTo>
                  <a:lnTo>
                    <a:pt x="10160" y="158749"/>
                  </a:lnTo>
                  <a:lnTo>
                    <a:pt x="10160" y="154939"/>
                  </a:lnTo>
                  <a:close/>
                </a:path>
                <a:path w="10160" h="270510">
                  <a:moveTo>
                    <a:pt x="10160" y="158749"/>
                  </a:moveTo>
                  <a:lnTo>
                    <a:pt x="0" y="15874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58749"/>
                  </a:lnTo>
                  <a:close/>
                </a:path>
                <a:path w="10160" h="270510">
                  <a:moveTo>
                    <a:pt x="10160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0160" y="167639"/>
                  </a:lnTo>
                  <a:lnTo>
                    <a:pt x="10160" y="165099"/>
                  </a:lnTo>
                  <a:close/>
                </a:path>
                <a:path w="10160" h="270510">
                  <a:moveTo>
                    <a:pt x="10160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7639"/>
                  </a:lnTo>
                  <a:close/>
                </a:path>
                <a:path w="10160" h="270510">
                  <a:moveTo>
                    <a:pt x="1016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0160" y="173989"/>
                  </a:lnTo>
                  <a:lnTo>
                    <a:pt x="10160" y="171449"/>
                  </a:lnTo>
                  <a:close/>
                </a:path>
                <a:path w="10160" h="270510">
                  <a:moveTo>
                    <a:pt x="1016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3989"/>
                  </a:lnTo>
                  <a:close/>
                </a:path>
                <a:path w="10160" h="270510">
                  <a:moveTo>
                    <a:pt x="1016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0160" y="180339"/>
                  </a:lnTo>
                  <a:lnTo>
                    <a:pt x="10160" y="177799"/>
                  </a:lnTo>
                  <a:close/>
                </a:path>
                <a:path w="10160" h="270510">
                  <a:moveTo>
                    <a:pt x="1016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0339"/>
                  </a:lnTo>
                  <a:close/>
                </a:path>
                <a:path w="10160" h="270510">
                  <a:moveTo>
                    <a:pt x="1016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0160" y="186689"/>
                  </a:lnTo>
                  <a:lnTo>
                    <a:pt x="10160" y="184149"/>
                  </a:lnTo>
                  <a:close/>
                </a:path>
                <a:path w="10160" h="270510">
                  <a:moveTo>
                    <a:pt x="1016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6689"/>
                  </a:lnTo>
                  <a:close/>
                </a:path>
                <a:path w="10160" h="270510">
                  <a:moveTo>
                    <a:pt x="1016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0160" y="193039"/>
                  </a:lnTo>
                  <a:lnTo>
                    <a:pt x="10160" y="190499"/>
                  </a:lnTo>
                  <a:close/>
                </a:path>
                <a:path w="10160" h="270510">
                  <a:moveTo>
                    <a:pt x="1016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3039"/>
                  </a:lnTo>
                  <a:close/>
                </a:path>
                <a:path w="10160" h="270510">
                  <a:moveTo>
                    <a:pt x="1016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0160" y="199389"/>
                  </a:lnTo>
                  <a:lnTo>
                    <a:pt x="10160" y="196849"/>
                  </a:lnTo>
                  <a:close/>
                </a:path>
                <a:path w="10160" h="270510">
                  <a:moveTo>
                    <a:pt x="1016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199389"/>
                  </a:lnTo>
                  <a:close/>
                </a:path>
                <a:path w="10160" h="270510">
                  <a:moveTo>
                    <a:pt x="1016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0160" y="205739"/>
                  </a:lnTo>
                  <a:lnTo>
                    <a:pt x="10160" y="203199"/>
                  </a:lnTo>
                  <a:close/>
                </a:path>
                <a:path w="10160" h="270510">
                  <a:moveTo>
                    <a:pt x="1016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5739"/>
                  </a:lnTo>
                  <a:close/>
                </a:path>
                <a:path w="10160" h="270510">
                  <a:moveTo>
                    <a:pt x="1016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0160" y="212089"/>
                  </a:lnTo>
                  <a:lnTo>
                    <a:pt x="10160" y="209549"/>
                  </a:lnTo>
                  <a:close/>
                </a:path>
                <a:path w="10160" h="270510">
                  <a:moveTo>
                    <a:pt x="1016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2089"/>
                  </a:lnTo>
                  <a:close/>
                </a:path>
                <a:path w="10160" h="270510">
                  <a:moveTo>
                    <a:pt x="1016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0160" y="218439"/>
                  </a:lnTo>
                  <a:lnTo>
                    <a:pt x="10160" y="215899"/>
                  </a:lnTo>
                  <a:close/>
                </a:path>
                <a:path w="10160" h="270510">
                  <a:moveTo>
                    <a:pt x="1016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8439"/>
                  </a:lnTo>
                  <a:close/>
                </a:path>
                <a:path w="10160" h="270510">
                  <a:moveTo>
                    <a:pt x="1016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0160" y="224789"/>
                  </a:lnTo>
                  <a:lnTo>
                    <a:pt x="10160" y="222249"/>
                  </a:lnTo>
                  <a:close/>
                </a:path>
                <a:path w="10160" h="270510">
                  <a:moveTo>
                    <a:pt x="1016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4789"/>
                  </a:lnTo>
                  <a:close/>
                </a:path>
                <a:path w="10160" h="270510">
                  <a:moveTo>
                    <a:pt x="1016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0160" y="231139"/>
                  </a:lnTo>
                  <a:lnTo>
                    <a:pt x="10160" y="228599"/>
                  </a:lnTo>
                  <a:close/>
                </a:path>
                <a:path w="10160" h="270510">
                  <a:moveTo>
                    <a:pt x="1016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1139"/>
                  </a:lnTo>
                  <a:close/>
                </a:path>
                <a:path w="10160" h="270510">
                  <a:moveTo>
                    <a:pt x="1016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0160" y="237489"/>
                  </a:lnTo>
                  <a:lnTo>
                    <a:pt x="10160" y="234949"/>
                  </a:lnTo>
                  <a:close/>
                </a:path>
                <a:path w="10160" h="270510">
                  <a:moveTo>
                    <a:pt x="1016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7489"/>
                  </a:lnTo>
                  <a:close/>
                </a:path>
                <a:path w="10160" h="270510">
                  <a:moveTo>
                    <a:pt x="1016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0160" y="243839"/>
                  </a:lnTo>
                  <a:lnTo>
                    <a:pt x="10160" y="241299"/>
                  </a:lnTo>
                  <a:close/>
                </a:path>
                <a:path w="10160" h="270510">
                  <a:moveTo>
                    <a:pt x="1016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3839"/>
                  </a:lnTo>
                  <a:close/>
                </a:path>
                <a:path w="10160" h="270510">
                  <a:moveTo>
                    <a:pt x="1016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0160" y="250189"/>
                  </a:lnTo>
                  <a:lnTo>
                    <a:pt x="10160" y="247649"/>
                  </a:lnTo>
                  <a:close/>
                </a:path>
                <a:path w="10160" h="270510">
                  <a:moveTo>
                    <a:pt x="1016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0189"/>
                  </a:lnTo>
                  <a:close/>
                </a:path>
                <a:path w="10160" h="270510">
                  <a:moveTo>
                    <a:pt x="1016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0160" y="256539"/>
                  </a:lnTo>
                  <a:lnTo>
                    <a:pt x="10160" y="253999"/>
                  </a:lnTo>
                  <a:close/>
                </a:path>
                <a:path w="10160" h="270510">
                  <a:moveTo>
                    <a:pt x="10160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6539"/>
                  </a:lnTo>
                  <a:close/>
                </a:path>
                <a:path w="10160" h="270510">
                  <a:moveTo>
                    <a:pt x="10160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0160" y="262889"/>
                  </a:lnTo>
                  <a:lnTo>
                    <a:pt x="10160" y="260349"/>
                  </a:lnTo>
                  <a:close/>
                </a:path>
                <a:path w="10160" h="270510">
                  <a:moveTo>
                    <a:pt x="10160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0160" y="266699"/>
                  </a:lnTo>
                  <a:lnTo>
                    <a:pt x="10160" y="262889"/>
                  </a:lnTo>
                  <a:close/>
                </a:path>
                <a:path w="10160" h="270510">
                  <a:moveTo>
                    <a:pt x="10160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0160" y="269239"/>
                  </a:lnTo>
                  <a:lnTo>
                    <a:pt x="10160" y="266699"/>
                  </a:lnTo>
                  <a:close/>
                </a:path>
                <a:path w="10160" h="270510">
                  <a:moveTo>
                    <a:pt x="5079" y="269239"/>
                  </a:moveTo>
                  <a:lnTo>
                    <a:pt x="0" y="269239"/>
                  </a:lnTo>
                  <a:lnTo>
                    <a:pt x="0" y="270509"/>
                  </a:lnTo>
                  <a:lnTo>
                    <a:pt x="5079" y="270509"/>
                  </a:lnTo>
                  <a:lnTo>
                    <a:pt x="5079" y="269239"/>
                  </a:lnTo>
                  <a:close/>
                </a:path>
              </a:pathLst>
            </a:custGeom>
            <a:solidFill>
              <a:srgbClr val="7A7A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1">
              <a:extLst>
                <a:ext uri="{FF2B5EF4-FFF2-40B4-BE49-F238E27FC236}">
                  <a16:creationId xmlns:a16="http://schemas.microsoft.com/office/drawing/2014/main" id="{03BDEFAB-D1F5-DBD2-FA4D-7DBA9884EE93}"/>
                </a:ext>
              </a:extLst>
            </p:cNvPr>
            <p:cNvSpPr/>
            <p:nvPr/>
          </p:nvSpPr>
          <p:spPr>
            <a:xfrm>
              <a:off x="4750435" y="5603239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h="266700">
                  <a:moveTo>
                    <a:pt x="0" y="0"/>
                  </a:moveTo>
                  <a:lnTo>
                    <a:pt x="0" y="266700"/>
                  </a:lnTo>
                </a:path>
              </a:pathLst>
            </a:custGeom>
            <a:ln w="11429">
              <a:solidFill>
                <a:srgbClr val="7B7B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2">
              <a:extLst>
                <a:ext uri="{FF2B5EF4-FFF2-40B4-BE49-F238E27FC236}">
                  <a16:creationId xmlns:a16="http://schemas.microsoft.com/office/drawing/2014/main" id="{E80378BA-EB8C-A7EE-FF4E-2BC97BE3B2A9}"/>
                </a:ext>
              </a:extLst>
            </p:cNvPr>
            <p:cNvSpPr/>
            <p:nvPr/>
          </p:nvSpPr>
          <p:spPr>
            <a:xfrm>
              <a:off x="4756150" y="5604509"/>
              <a:ext cx="10160" cy="264160"/>
            </a:xfrm>
            <a:custGeom>
              <a:avLst/>
              <a:gdLst/>
              <a:ahLst/>
              <a:cxnLst/>
              <a:rect l="l" t="t" r="r" b="b"/>
              <a:pathLst>
                <a:path w="10160" h="26416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10160" h="264160">
                  <a:moveTo>
                    <a:pt x="1016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3809"/>
                  </a:lnTo>
                  <a:close/>
                </a:path>
                <a:path w="10160" h="26416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6350"/>
                  </a:lnTo>
                  <a:close/>
                </a:path>
                <a:path w="10160" h="264160">
                  <a:moveTo>
                    <a:pt x="1016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10159"/>
                  </a:lnTo>
                  <a:close/>
                </a:path>
                <a:path w="10160" h="264160">
                  <a:moveTo>
                    <a:pt x="1016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2700"/>
                  </a:lnTo>
                  <a:close/>
                </a:path>
                <a:path w="10160" h="264160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264160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264160">
                  <a:moveTo>
                    <a:pt x="1016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2859"/>
                  </a:lnTo>
                  <a:close/>
                </a:path>
                <a:path w="10160" h="264160">
                  <a:moveTo>
                    <a:pt x="1016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5400"/>
                  </a:lnTo>
                  <a:close/>
                </a:path>
                <a:path w="10160" h="264160">
                  <a:moveTo>
                    <a:pt x="1016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9209"/>
                  </a:lnTo>
                  <a:close/>
                </a:path>
                <a:path w="10160" h="264160">
                  <a:moveTo>
                    <a:pt x="1016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1750"/>
                  </a:lnTo>
                  <a:close/>
                </a:path>
                <a:path w="10160" h="264160">
                  <a:moveTo>
                    <a:pt x="1016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5559"/>
                  </a:lnTo>
                  <a:close/>
                </a:path>
                <a:path w="10160" h="264160">
                  <a:moveTo>
                    <a:pt x="1016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8100"/>
                  </a:lnTo>
                  <a:close/>
                </a:path>
                <a:path w="10160" h="264160">
                  <a:moveTo>
                    <a:pt x="1016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1909"/>
                  </a:lnTo>
                  <a:close/>
                </a:path>
                <a:path w="10160" h="264160">
                  <a:moveTo>
                    <a:pt x="1016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4450"/>
                  </a:lnTo>
                  <a:close/>
                </a:path>
                <a:path w="10160" h="264160">
                  <a:moveTo>
                    <a:pt x="1016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8259"/>
                  </a:lnTo>
                  <a:close/>
                </a:path>
                <a:path w="10160" h="264160">
                  <a:moveTo>
                    <a:pt x="1016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50800"/>
                  </a:lnTo>
                  <a:close/>
                </a:path>
                <a:path w="10160" h="264160">
                  <a:moveTo>
                    <a:pt x="1016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4609"/>
                  </a:lnTo>
                  <a:close/>
                </a:path>
                <a:path w="10160" h="264160">
                  <a:moveTo>
                    <a:pt x="1016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7150"/>
                  </a:lnTo>
                  <a:close/>
                </a:path>
                <a:path w="10160" h="264160">
                  <a:moveTo>
                    <a:pt x="1016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60959"/>
                  </a:lnTo>
                  <a:close/>
                </a:path>
                <a:path w="10160" h="264160">
                  <a:moveTo>
                    <a:pt x="10160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0160" y="67309"/>
                  </a:lnTo>
                  <a:lnTo>
                    <a:pt x="10160" y="63500"/>
                  </a:lnTo>
                  <a:close/>
                </a:path>
                <a:path w="10160" h="264160">
                  <a:moveTo>
                    <a:pt x="10160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7309"/>
                  </a:lnTo>
                  <a:close/>
                </a:path>
                <a:path w="10160" h="264160">
                  <a:moveTo>
                    <a:pt x="10160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0160" y="73659"/>
                  </a:lnTo>
                  <a:lnTo>
                    <a:pt x="10160" y="69850"/>
                  </a:lnTo>
                  <a:close/>
                </a:path>
                <a:path w="10160" h="264160">
                  <a:moveTo>
                    <a:pt x="10160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3659"/>
                  </a:lnTo>
                  <a:close/>
                </a:path>
                <a:path w="10160" h="264160">
                  <a:moveTo>
                    <a:pt x="10160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0160" y="80009"/>
                  </a:lnTo>
                  <a:lnTo>
                    <a:pt x="10160" y="76200"/>
                  </a:lnTo>
                  <a:close/>
                </a:path>
                <a:path w="10160" h="264160">
                  <a:moveTo>
                    <a:pt x="10160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80009"/>
                  </a:lnTo>
                  <a:close/>
                </a:path>
                <a:path w="10160" h="264160">
                  <a:moveTo>
                    <a:pt x="10160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0160" y="86359"/>
                  </a:lnTo>
                  <a:lnTo>
                    <a:pt x="10160" y="82550"/>
                  </a:lnTo>
                  <a:close/>
                </a:path>
                <a:path w="10160" h="264160">
                  <a:moveTo>
                    <a:pt x="10160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6359"/>
                  </a:lnTo>
                  <a:close/>
                </a:path>
                <a:path w="10160" h="264160">
                  <a:moveTo>
                    <a:pt x="10160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0160" y="92709"/>
                  </a:lnTo>
                  <a:lnTo>
                    <a:pt x="10160" y="88900"/>
                  </a:lnTo>
                  <a:close/>
                </a:path>
                <a:path w="10160" h="264160">
                  <a:moveTo>
                    <a:pt x="10160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2709"/>
                  </a:lnTo>
                  <a:close/>
                </a:path>
                <a:path w="10160" h="264160">
                  <a:moveTo>
                    <a:pt x="10160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0160" y="99059"/>
                  </a:lnTo>
                  <a:lnTo>
                    <a:pt x="10160" y="95250"/>
                  </a:lnTo>
                  <a:close/>
                </a:path>
                <a:path w="10160" h="264160">
                  <a:moveTo>
                    <a:pt x="10160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9059"/>
                  </a:lnTo>
                  <a:close/>
                </a:path>
                <a:path w="10160" h="264160">
                  <a:moveTo>
                    <a:pt x="10160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0160" y="105409"/>
                  </a:lnTo>
                  <a:lnTo>
                    <a:pt x="10160" y="101600"/>
                  </a:lnTo>
                  <a:close/>
                </a:path>
                <a:path w="10160" h="264160">
                  <a:moveTo>
                    <a:pt x="10160" y="105409"/>
                  </a:moveTo>
                  <a:lnTo>
                    <a:pt x="0" y="105409"/>
                  </a:lnTo>
                  <a:lnTo>
                    <a:pt x="0" y="111759"/>
                  </a:lnTo>
                  <a:lnTo>
                    <a:pt x="10160" y="111759"/>
                  </a:lnTo>
                  <a:lnTo>
                    <a:pt x="10160" y="105409"/>
                  </a:lnTo>
                  <a:close/>
                </a:path>
                <a:path w="10160" h="264160">
                  <a:moveTo>
                    <a:pt x="10160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0160" y="114299"/>
                  </a:lnTo>
                  <a:lnTo>
                    <a:pt x="10160" y="111759"/>
                  </a:lnTo>
                  <a:close/>
                </a:path>
                <a:path w="10160" h="264160">
                  <a:moveTo>
                    <a:pt x="10160" y="114300"/>
                  </a:moveTo>
                  <a:lnTo>
                    <a:pt x="0" y="114300"/>
                  </a:lnTo>
                  <a:lnTo>
                    <a:pt x="0" y="149859"/>
                  </a:lnTo>
                  <a:lnTo>
                    <a:pt x="10160" y="149859"/>
                  </a:lnTo>
                  <a:lnTo>
                    <a:pt x="10160" y="114300"/>
                  </a:lnTo>
                  <a:close/>
                </a:path>
                <a:path w="10160" h="264160">
                  <a:moveTo>
                    <a:pt x="10160" y="149859"/>
                  </a:moveTo>
                  <a:lnTo>
                    <a:pt x="0" y="149859"/>
                  </a:lnTo>
                  <a:lnTo>
                    <a:pt x="0" y="152399"/>
                  </a:lnTo>
                  <a:lnTo>
                    <a:pt x="10160" y="152399"/>
                  </a:lnTo>
                  <a:lnTo>
                    <a:pt x="10160" y="149859"/>
                  </a:lnTo>
                  <a:close/>
                </a:path>
                <a:path w="10160" h="264160">
                  <a:moveTo>
                    <a:pt x="10160" y="152400"/>
                  </a:moveTo>
                  <a:lnTo>
                    <a:pt x="0" y="152400"/>
                  </a:lnTo>
                  <a:lnTo>
                    <a:pt x="0" y="156209"/>
                  </a:lnTo>
                  <a:lnTo>
                    <a:pt x="10160" y="156209"/>
                  </a:lnTo>
                  <a:lnTo>
                    <a:pt x="10160" y="152400"/>
                  </a:lnTo>
                  <a:close/>
                </a:path>
                <a:path w="10160" h="264160">
                  <a:moveTo>
                    <a:pt x="10160" y="156209"/>
                  </a:moveTo>
                  <a:lnTo>
                    <a:pt x="0" y="156209"/>
                  </a:lnTo>
                  <a:lnTo>
                    <a:pt x="0" y="162559"/>
                  </a:lnTo>
                  <a:lnTo>
                    <a:pt x="10160" y="162559"/>
                  </a:lnTo>
                  <a:lnTo>
                    <a:pt x="10160" y="156209"/>
                  </a:lnTo>
                  <a:close/>
                </a:path>
                <a:path w="10160" h="264160">
                  <a:moveTo>
                    <a:pt x="10160" y="162559"/>
                  </a:moveTo>
                  <a:lnTo>
                    <a:pt x="0" y="16255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62559"/>
                  </a:lnTo>
                  <a:close/>
                </a:path>
                <a:path w="10160" h="264160">
                  <a:moveTo>
                    <a:pt x="10160" y="165100"/>
                  </a:moveTo>
                  <a:lnTo>
                    <a:pt x="0" y="165100"/>
                  </a:lnTo>
                  <a:lnTo>
                    <a:pt x="0" y="168909"/>
                  </a:lnTo>
                  <a:lnTo>
                    <a:pt x="10160" y="168909"/>
                  </a:lnTo>
                  <a:lnTo>
                    <a:pt x="10160" y="165100"/>
                  </a:lnTo>
                  <a:close/>
                </a:path>
                <a:path w="10160" h="264160">
                  <a:moveTo>
                    <a:pt x="10160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8909"/>
                  </a:lnTo>
                  <a:close/>
                </a:path>
                <a:path w="10160" h="264160">
                  <a:moveTo>
                    <a:pt x="10160" y="171450"/>
                  </a:moveTo>
                  <a:lnTo>
                    <a:pt x="0" y="171450"/>
                  </a:lnTo>
                  <a:lnTo>
                    <a:pt x="0" y="175259"/>
                  </a:lnTo>
                  <a:lnTo>
                    <a:pt x="10160" y="175259"/>
                  </a:lnTo>
                  <a:lnTo>
                    <a:pt x="10160" y="171450"/>
                  </a:lnTo>
                  <a:close/>
                </a:path>
                <a:path w="10160" h="264160">
                  <a:moveTo>
                    <a:pt x="10160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5259"/>
                  </a:lnTo>
                  <a:close/>
                </a:path>
                <a:path w="10160" h="264160">
                  <a:moveTo>
                    <a:pt x="10160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0160" y="181609"/>
                  </a:lnTo>
                  <a:lnTo>
                    <a:pt x="10160" y="177800"/>
                  </a:lnTo>
                  <a:close/>
                </a:path>
                <a:path w="10160" h="264160">
                  <a:moveTo>
                    <a:pt x="10160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1609"/>
                  </a:lnTo>
                  <a:close/>
                </a:path>
                <a:path w="10160" h="264160">
                  <a:moveTo>
                    <a:pt x="10160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0160" y="187959"/>
                  </a:lnTo>
                  <a:lnTo>
                    <a:pt x="10160" y="184150"/>
                  </a:lnTo>
                  <a:close/>
                </a:path>
                <a:path w="10160" h="264160">
                  <a:moveTo>
                    <a:pt x="10160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7959"/>
                  </a:lnTo>
                  <a:close/>
                </a:path>
                <a:path w="10160" h="264160">
                  <a:moveTo>
                    <a:pt x="10160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0160" y="194309"/>
                  </a:lnTo>
                  <a:lnTo>
                    <a:pt x="10160" y="190500"/>
                  </a:lnTo>
                  <a:close/>
                </a:path>
                <a:path w="10160" h="264160">
                  <a:moveTo>
                    <a:pt x="10160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4309"/>
                  </a:lnTo>
                  <a:close/>
                </a:path>
                <a:path w="10160" h="264160">
                  <a:moveTo>
                    <a:pt x="10160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0160" y="200659"/>
                  </a:lnTo>
                  <a:lnTo>
                    <a:pt x="10160" y="196850"/>
                  </a:lnTo>
                  <a:close/>
                </a:path>
                <a:path w="10160" h="264160">
                  <a:moveTo>
                    <a:pt x="10160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200659"/>
                  </a:lnTo>
                  <a:close/>
                </a:path>
                <a:path w="10160" h="264160">
                  <a:moveTo>
                    <a:pt x="10160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0160" y="207009"/>
                  </a:lnTo>
                  <a:lnTo>
                    <a:pt x="10160" y="203200"/>
                  </a:lnTo>
                  <a:close/>
                </a:path>
                <a:path w="10160" h="264160">
                  <a:moveTo>
                    <a:pt x="10160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7009"/>
                  </a:lnTo>
                  <a:close/>
                </a:path>
                <a:path w="10160" h="264160">
                  <a:moveTo>
                    <a:pt x="1016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0160" y="213359"/>
                  </a:lnTo>
                  <a:lnTo>
                    <a:pt x="10160" y="209550"/>
                  </a:lnTo>
                  <a:close/>
                </a:path>
                <a:path w="10160" h="264160">
                  <a:moveTo>
                    <a:pt x="1016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3359"/>
                  </a:lnTo>
                  <a:close/>
                </a:path>
                <a:path w="10160" h="264160">
                  <a:moveTo>
                    <a:pt x="1016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0160" y="219709"/>
                  </a:lnTo>
                  <a:lnTo>
                    <a:pt x="10160" y="215900"/>
                  </a:lnTo>
                  <a:close/>
                </a:path>
                <a:path w="10160" h="264160">
                  <a:moveTo>
                    <a:pt x="1016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9709"/>
                  </a:lnTo>
                  <a:close/>
                </a:path>
                <a:path w="10160" h="264160">
                  <a:moveTo>
                    <a:pt x="1016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0160" y="226059"/>
                  </a:lnTo>
                  <a:lnTo>
                    <a:pt x="10160" y="222250"/>
                  </a:lnTo>
                  <a:close/>
                </a:path>
                <a:path w="10160" h="264160">
                  <a:moveTo>
                    <a:pt x="1016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6059"/>
                  </a:lnTo>
                  <a:close/>
                </a:path>
                <a:path w="10160" h="264160">
                  <a:moveTo>
                    <a:pt x="1016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0160" y="232409"/>
                  </a:lnTo>
                  <a:lnTo>
                    <a:pt x="10160" y="228600"/>
                  </a:lnTo>
                  <a:close/>
                </a:path>
                <a:path w="10160" h="264160">
                  <a:moveTo>
                    <a:pt x="1016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2409"/>
                  </a:lnTo>
                  <a:close/>
                </a:path>
                <a:path w="10160" h="264160">
                  <a:moveTo>
                    <a:pt x="1016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0160" y="238759"/>
                  </a:lnTo>
                  <a:lnTo>
                    <a:pt x="10160" y="234950"/>
                  </a:lnTo>
                  <a:close/>
                </a:path>
                <a:path w="10160" h="264160">
                  <a:moveTo>
                    <a:pt x="1016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8759"/>
                  </a:lnTo>
                  <a:close/>
                </a:path>
                <a:path w="10160" h="264160">
                  <a:moveTo>
                    <a:pt x="1016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0160" y="245109"/>
                  </a:lnTo>
                  <a:lnTo>
                    <a:pt x="10160" y="241300"/>
                  </a:lnTo>
                  <a:close/>
                </a:path>
                <a:path w="10160" h="264160">
                  <a:moveTo>
                    <a:pt x="1016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5109"/>
                  </a:lnTo>
                  <a:close/>
                </a:path>
                <a:path w="10160" h="264160">
                  <a:moveTo>
                    <a:pt x="1016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0160" y="251459"/>
                  </a:lnTo>
                  <a:lnTo>
                    <a:pt x="10160" y="247650"/>
                  </a:lnTo>
                  <a:close/>
                </a:path>
                <a:path w="10160" h="264160">
                  <a:moveTo>
                    <a:pt x="10160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1459"/>
                  </a:lnTo>
                  <a:close/>
                </a:path>
                <a:path w="10160" h="264160">
                  <a:moveTo>
                    <a:pt x="10160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0160" y="257809"/>
                  </a:lnTo>
                  <a:lnTo>
                    <a:pt x="10160" y="254000"/>
                  </a:lnTo>
                  <a:close/>
                </a:path>
                <a:path w="10160" h="264160">
                  <a:moveTo>
                    <a:pt x="10160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7809"/>
                  </a:lnTo>
                  <a:close/>
                </a:path>
                <a:path w="10160" h="264160">
                  <a:moveTo>
                    <a:pt x="10160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3810" y="264159"/>
                  </a:lnTo>
                  <a:lnTo>
                    <a:pt x="3810" y="262889"/>
                  </a:lnTo>
                  <a:lnTo>
                    <a:pt x="10160" y="262889"/>
                  </a:lnTo>
                  <a:lnTo>
                    <a:pt x="10160" y="260350"/>
                  </a:lnTo>
                  <a:close/>
                </a:path>
              </a:pathLst>
            </a:custGeom>
            <a:solidFill>
              <a:srgbClr val="7B7B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3">
              <a:extLst>
                <a:ext uri="{FF2B5EF4-FFF2-40B4-BE49-F238E27FC236}">
                  <a16:creationId xmlns:a16="http://schemas.microsoft.com/office/drawing/2014/main" id="{3B9438AF-6940-6248-7CDA-F68E86D5ADEB}"/>
                </a:ext>
              </a:extLst>
            </p:cNvPr>
            <p:cNvSpPr/>
            <p:nvPr/>
          </p:nvSpPr>
          <p:spPr>
            <a:xfrm>
              <a:off x="4766310" y="5607049"/>
              <a:ext cx="11430" cy="260350"/>
            </a:xfrm>
            <a:custGeom>
              <a:avLst/>
              <a:gdLst/>
              <a:ahLst/>
              <a:cxnLst/>
              <a:rect l="l" t="t" r="r" b="b"/>
              <a:pathLst>
                <a:path w="11429" h="260350">
                  <a:moveTo>
                    <a:pt x="761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7619" y="1269"/>
                  </a:lnTo>
                  <a:lnTo>
                    <a:pt x="7619" y="0"/>
                  </a:lnTo>
                  <a:close/>
                </a:path>
                <a:path w="11429" h="260350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260350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260350">
                  <a:moveTo>
                    <a:pt x="1142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20"/>
                  </a:lnTo>
                  <a:close/>
                </a:path>
                <a:path w="11429" h="260350">
                  <a:moveTo>
                    <a:pt x="1142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10160"/>
                  </a:lnTo>
                  <a:close/>
                </a:path>
                <a:path w="11429" h="260350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260350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260350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260350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260350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260350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260350">
                  <a:moveTo>
                    <a:pt x="1142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3020"/>
                  </a:lnTo>
                  <a:close/>
                </a:path>
                <a:path w="11429" h="260350">
                  <a:moveTo>
                    <a:pt x="1142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29" y="39369"/>
                  </a:lnTo>
                  <a:lnTo>
                    <a:pt x="11429" y="35560"/>
                  </a:lnTo>
                  <a:close/>
                </a:path>
                <a:path w="11429" h="260350">
                  <a:moveTo>
                    <a:pt x="1142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9370"/>
                  </a:lnTo>
                  <a:close/>
                </a:path>
                <a:path w="11429" h="260350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260350">
                  <a:moveTo>
                    <a:pt x="1142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5720"/>
                  </a:lnTo>
                  <a:close/>
                </a:path>
                <a:path w="11429" h="260350">
                  <a:moveTo>
                    <a:pt x="1142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29" y="52069"/>
                  </a:lnTo>
                  <a:lnTo>
                    <a:pt x="11429" y="48260"/>
                  </a:lnTo>
                  <a:close/>
                </a:path>
                <a:path w="11429" h="260350">
                  <a:moveTo>
                    <a:pt x="1142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2070"/>
                  </a:lnTo>
                  <a:close/>
                </a:path>
                <a:path w="11429" h="260350">
                  <a:moveTo>
                    <a:pt x="1142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29" y="58419"/>
                  </a:lnTo>
                  <a:lnTo>
                    <a:pt x="11429" y="54610"/>
                  </a:lnTo>
                  <a:close/>
                </a:path>
                <a:path w="11429" h="260350">
                  <a:moveTo>
                    <a:pt x="11429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8420"/>
                  </a:lnTo>
                  <a:close/>
                </a:path>
                <a:path w="11429" h="260350">
                  <a:moveTo>
                    <a:pt x="11429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29" y="64769"/>
                  </a:lnTo>
                  <a:lnTo>
                    <a:pt x="11429" y="60960"/>
                  </a:lnTo>
                  <a:close/>
                </a:path>
                <a:path w="11429" h="260350">
                  <a:moveTo>
                    <a:pt x="11429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4770"/>
                  </a:lnTo>
                  <a:close/>
                </a:path>
                <a:path w="11429" h="260350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260350">
                  <a:moveTo>
                    <a:pt x="11429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71120"/>
                  </a:lnTo>
                  <a:close/>
                </a:path>
                <a:path w="11429" h="260350">
                  <a:moveTo>
                    <a:pt x="11429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29" y="77469"/>
                  </a:lnTo>
                  <a:lnTo>
                    <a:pt x="11429" y="73660"/>
                  </a:lnTo>
                  <a:close/>
                </a:path>
                <a:path w="11429" h="260350">
                  <a:moveTo>
                    <a:pt x="11429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7470"/>
                  </a:lnTo>
                  <a:close/>
                </a:path>
                <a:path w="11429" h="260350">
                  <a:moveTo>
                    <a:pt x="11429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29" y="83819"/>
                  </a:lnTo>
                  <a:lnTo>
                    <a:pt x="11429" y="80010"/>
                  </a:lnTo>
                  <a:close/>
                </a:path>
                <a:path w="11429" h="260350">
                  <a:moveTo>
                    <a:pt x="11429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3820"/>
                  </a:lnTo>
                  <a:close/>
                </a:path>
                <a:path w="11429" h="260350">
                  <a:moveTo>
                    <a:pt x="11429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29" y="90169"/>
                  </a:lnTo>
                  <a:lnTo>
                    <a:pt x="11429" y="86360"/>
                  </a:lnTo>
                  <a:close/>
                </a:path>
                <a:path w="11429" h="260350">
                  <a:moveTo>
                    <a:pt x="11429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90170"/>
                  </a:lnTo>
                  <a:close/>
                </a:path>
                <a:path w="11429" h="260350">
                  <a:moveTo>
                    <a:pt x="11429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1429" y="96519"/>
                  </a:lnTo>
                  <a:lnTo>
                    <a:pt x="11429" y="92710"/>
                  </a:lnTo>
                  <a:close/>
                </a:path>
                <a:path w="11429" h="260350">
                  <a:moveTo>
                    <a:pt x="11429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6520"/>
                  </a:lnTo>
                  <a:close/>
                </a:path>
                <a:path w="11429" h="260350">
                  <a:moveTo>
                    <a:pt x="11429" y="99060"/>
                  </a:moveTo>
                  <a:lnTo>
                    <a:pt x="0" y="99060"/>
                  </a:lnTo>
                  <a:lnTo>
                    <a:pt x="0" y="102869"/>
                  </a:lnTo>
                  <a:lnTo>
                    <a:pt x="11429" y="102869"/>
                  </a:lnTo>
                  <a:lnTo>
                    <a:pt x="11429" y="99060"/>
                  </a:lnTo>
                  <a:close/>
                </a:path>
                <a:path w="11429" h="260350">
                  <a:moveTo>
                    <a:pt x="11429" y="102870"/>
                  </a:moveTo>
                  <a:lnTo>
                    <a:pt x="0" y="102870"/>
                  </a:lnTo>
                  <a:lnTo>
                    <a:pt x="0" y="109219"/>
                  </a:lnTo>
                  <a:lnTo>
                    <a:pt x="11429" y="109219"/>
                  </a:lnTo>
                  <a:lnTo>
                    <a:pt x="11429" y="102870"/>
                  </a:lnTo>
                  <a:close/>
                </a:path>
                <a:path w="11429" h="260350">
                  <a:moveTo>
                    <a:pt x="11429" y="109220"/>
                  </a:moveTo>
                  <a:lnTo>
                    <a:pt x="0" y="10922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9220"/>
                  </a:lnTo>
                  <a:close/>
                </a:path>
                <a:path w="11429" h="260350">
                  <a:moveTo>
                    <a:pt x="11429" y="111760"/>
                  </a:moveTo>
                  <a:lnTo>
                    <a:pt x="0" y="111760"/>
                  </a:lnTo>
                  <a:lnTo>
                    <a:pt x="0" y="147319"/>
                  </a:lnTo>
                  <a:lnTo>
                    <a:pt x="11429" y="147319"/>
                  </a:lnTo>
                  <a:lnTo>
                    <a:pt x="11429" y="111760"/>
                  </a:lnTo>
                  <a:close/>
                </a:path>
                <a:path w="11429" h="260350">
                  <a:moveTo>
                    <a:pt x="11429" y="147320"/>
                  </a:moveTo>
                  <a:lnTo>
                    <a:pt x="0" y="147320"/>
                  </a:lnTo>
                  <a:lnTo>
                    <a:pt x="0" y="149859"/>
                  </a:lnTo>
                  <a:lnTo>
                    <a:pt x="11429" y="149859"/>
                  </a:lnTo>
                  <a:lnTo>
                    <a:pt x="11429" y="147320"/>
                  </a:lnTo>
                  <a:close/>
                </a:path>
                <a:path w="11429" h="260350">
                  <a:moveTo>
                    <a:pt x="11429" y="149860"/>
                  </a:moveTo>
                  <a:lnTo>
                    <a:pt x="0" y="149860"/>
                  </a:lnTo>
                  <a:lnTo>
                    <a:pt x="0" y="153669"/>
                  </a:lnTo>
                  <a:lnTo>
                    <a:pt x="11429" y="153669"/>
                  </a:lnTo>
                  <a:lnTo>
                    <a:pt x="11429" y="149860"/>
                  </a:lnTo>
                  <a:close/>
                </a:path>
                <a:path w="11429" h="260350">
                  <a:moveTo>
                    <a:pt x="11429" y="153670"/>
                  </a:moveTo>
                  <a:lnTo>
                    <a:pt x="0" y="153670"/>
                  </a:lnTo>
                  <a:lnTo>
                    <a:pt x="0" y="160019"/>
                  </a:lnTo>
                  <a:lnTo>
                    <a:pt x="11429" y="160019"/>
                  </a:lnTo>
                  <a:lnTo>
                    <a:pt x="11429" y="153670"/>
                  </a:lnTo>
                  <a:close/>
                </a:path>
                <a:path w="11429" h="260350">
                  <a:moveTo>
                    <a:pt x="11429" y="160020"/>
                  </a:moveTo>
                  <a:lnTo>
                    <a:pt x="0" y="160020"/>
                  </a:lnTo>
                  <a:lnTo>
                    <a:pt x="0" y="162559"/>
                  </a:lnTo>
                  <a:lnTo>
                    <a:pt x="11429" y="162559"/>
                  </a:lnTo>
                  <a:lnTo>
                    <a:pt x="11429" y="160020"/>
                  </a:lnTo>
                  <a:close/>
                </a:path>
                <a:path w="11429" h="260350">
                  <a:moveTo>
                    <a:pt x="11429" y="162560"/>
                  </a:moveTo>
                  <a:lnTo>
                    <a:pt x="0" y="162560"/>
                  </a:lnTo>
                  <a:lnTo>
                    <a:pt x="0" y="166369"/>
                  </a:lnTo>
                  <a:lnTo>
                    <a:pt x="11429" y="166369"/>
                  </a:lnTo>
                  <a:lnTo>
                    <a:pt x="11429" y="162560"/>
                  </a:lnTo>
                  <a:close/>
                </a:path>
                <a:path w="11429" h="260350">
                  <a:moveTo>
                    <a:pt x="11429" y="166370"/>
                  </a:moveTo>
                  <a:lnTo>
                    <a:pt x="0" y="16637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6370"/>
                  </a:lnTo>
                  <a:close/>
                </a:path>
                <a:path w="11429" h="260350">
                  <a:moveTo>
                    <a:pt x="11429" y="168910"/>
                  </a:moveTo>
                  <a:lnTo>
                    <a:pt x="0" y="168910"/>
                  </a:lnTo>
                  <a:lnTo>
                    <a:pt x="0" y="172719"/>
                  </a:lnTo>
                  <a:lnTo>
                    <a:pt x="11429" y="172719"/>
                  </a:lnTo>
                  <a:lnTo>
                    <a:pt x="11429" y="168910"/>
                  </a:lnTo>
                  <a:close/>
                </a:path>
                <a:path w="11429" h="260350">
                  <a:moveTo>
                    <a:pt x="11429" y="172720"/>
                  </a:moveTo>
                  <a:lnTo>
                    <a:pt x="0" y="17272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72720"/>
                  </a:lnTo>
                  <a:close/>
                </a:path>
                <a:path w="11429" h="260350">
                  <a:moveTo>
                    <a:pt x="11429" y="175260"/>
                  </a:moveTo>
                  <a:lnTo>
                    <a:pt x="0" y="175260"/>
                  </a:lnTo>
                  <a:lnTo>
                    <a:pt x="0" y="179069"/>
                  </a:lnTo>
                  <a:lnTo>
                    <a:pt x="11429" y="179069"/>
                  </a:lnTo>
                  <a:lnTo>
                    <a:pt x="11429" y="175260"/>
                  </a:lnTo>
                  <a:close/>
                </a:path>
                <a:path w="11429" h="260350">
                  <a:moveTo>
                    <a:pt x="11429" y="179070"/>
                  </a:moveTo>
                  <a:lnTo>
                    <a:pt x="0" y="17907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9070"/>
                  </a:lnTo>
                  <a:close/>
                </a:path>
                <a:path w="11429" h="260350">
                  <a:moveTo>
                    <a:pt x="11429" y="181610"/>
                  </a:moveTo>
                  <a:lnTo>
                    <a:pt x="0" y="181610"/>
                  </a:lnTo>
                  <a:lnTo>
                    <a:pt x="0" y="185419"/>
                  </a:lnTo>
                  <a:lnTo>
                    <a:pt x="11429" y="185419"/>
                  </a:lnTo>
                  <a:lnTo>
                    <a:pt x="11429" y="181610"/>
                  </a:lnTo>
                  <a:close/>
                </a:path>
                <a:path w="11429" h="260350">
                  <a:moveTo>
                    <a:pt x="11429" y="185420"/>
                  </a:moveTo>
                  <a:lnTo>
                    <a:pt x="0" y="18542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5420"/>
                  </a:lnTo>
                  <a:close/>
                </a:path>
                <a:path w="11429" h="260350">
                  <a:moveTo>
                    <a:pt x="11429" y="187960"/>
                  </a:moveTo>
                  <a:lnTo>
                    <a:pt x="0" y="187960"/>
                  </a:lnTo>
                  <a:lnTo>
                    <a:pt x="0" y="191769"/>
                  </a:lnTo>
                  <a:lnTo>
                    <a:pt x="11429" y="191769"/>
                  </a:lnTo>
                  <a:lnTo>
                    <a:pt x="11429" y="187960"/>
                  </a:lnTo>
                  <a:close/>
                </a:path>
                <a:path w="11429" h="260350">
                  <a:moveTo>
                    <a:pt x="11429" y="191770"/>
                  </a:moveTo>
                  <a:lnTo>
                    <a:pt x="0" y="19177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1770"/>
                  </a:lnTo>
                  <a:close/>
                </a:path>
                <a:path w="11429" h="260350">
                  <a:moveTo>
                    <a:pt x="11429" y="194310"/>
                  </a:moveTo>
                  <a:lnTo>
                    <a:pt x="0" y="194310"/>
                  </a:lnTo>
                  <a:lnTo>
                    <a:pt x="0" y="198119"/>
                  </a:lnTo>
                  <a:lnTo>
                    <a:pt x="11429" y="198119"/>
                  </a:lnTo>
                  <a:lnTo>
                    <a:pt x="11429" y="194310"/>
                  </a:lnTo>
                  <a:close/>
                </a:path>
                <a:path w="11429" h="260350">
                  <a:moveTo>
                    <a:pt x="11429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8120"/>
                  </a:lnTo>
                  <a:close/>
                </a:path>
                <a:path w="11429" h="260350">
                  <a:moveTo>
                    <a:pt x="11429" y="200660"/>
                  </a:moveTo>
                  <a:lnTo>
                    <a:pt x="0" y="200660"/>
                  </a:lnTo>
                  <a:lnTo>
                    <a:pt x="0" y="204469"/>
                  </a:lnTo>
                  <a:lnTo>
                    <a:pt x="11429" y="204469"/>
                  </a:lnTo>
                  <a:lnTo>
                    <a:pt x="11429" y="200660"/>
                  </a:lnTo>
                  <a:close/>
                </a:path>
                <a:path w="11429" h="260350">
                  <a:moveTo>
                    <a:pt x="1142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4470"/>
                  </a:lnTo>
                  <a:close/>
                </a:path>
                <a:path w="11429" h="260350">
                  <a:moveTo>
                    <a:pt x="11429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11429" y="210819"/>
                  </a:lnTo>
                  <a:lnTo>
                    <a:pt x="11429" y="207010"/>
                  </a:lnTo>
                  <a:close/>
                </a:path>
                <a:path w="11429" h="260350">
                  <a:moveTo>
                    <a:pt x="1142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10820"/>
                  </a:lnTo>
                  <a:close/>
                </a:path>
                <a:path w="11429" h="260350">
                  <a:moveTo>
                    <a:pt x="1142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11429" y="217169"/>
                  </a:lnTo>
                  <a:lnTo>
                    <a:pt x="11429" y="213360"/>
                  </a:lnTo>
                  <a:close/>
                </a:path>
                <a:path w="11429" h="260350">
                  <a:moveTo>
                    <a:pt x="1142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7170"/>
                  </a:lnTo>
                  <a:close/>
                </a:path>
                <a:path w="11429" h="260350">
                  <a:moveTo>
                    <a:pt x="1142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11429" y="223519"/>
                  </a:lnTo>
                  <a:lnTo>
                    <a:pt x="11429" y="219710"/>
                  </a:lnTo>
                  <a:close/>
                </a:path>
                <a:path w="11429" h="260350">
                  <a:moveTo>
                    <a:pt x="1142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3520"/>
                  </a:lnTo>
                  <a:close/>
                </a:path>
                <a:path w="11429" h="260350">
                  <a:moveTo>
                    <a:pt x="1142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11429" y="229869"/>
                  </a:lnTo>
                  <a:lnTo>
                    <a:pt x="11429" y="226060"/>
                  </a:lnTo>
                  <a:close/>
                </a:path>
                <a:path w="11429" h="260350">
                  <a:moveTo>
                    <a:pt x="1142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9870"/>
                  </a:lnTo>
                  <a:close/>
                </a:path>
                <a:path w="11429" h="260350">
                  <a:moveTo>
                    <a:pt x="1142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11429" y="236219"/>
                  </a:lnTo>
                  <a:lnTo>
                    <a:pt x="11429" y="232410"/>
                  </a:lnTo>
                  <a:close/>
                </a:path>
                <a:path w="11429" h="260350">
                  <a:moveTo>
                    <a:pt x="1142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6220"/>
                  </a:lnTo>
                  <a:close/>
                </a:path>
                <a:path w="11429" h="260350">
                  <a:moveTo>
                    <a:pt x="11429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11429" y="242569"/>
                  </a:lnTo>
                  <a:lnTo>
                    <a:pt x="11429" y="238760"/>
                  </a:lnTo>
                  <a:close/>
                </a:path>
                <a:path w="11429" h="260350">
                  <a:moveTo>
                    <a:pt x="11429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2570"/>
                  </a:lnTo>
                  <a:close/>
                </a:path>
                <a:path w="11429" h="260350">
                  <a:moveTo>
                    <a:pt x="11429" y="245110"/>
                  </a:moveTo>
                  <a:lnTo>
                    <a:pt x="0" y="245110"/>
                  </a:lnTo>
                  <a:lnTo>
                    <a:pt x="0" y="248919"/>
                  </a:lnTo>
                  <a:lnTo>
                    <a:pt x="11429" y="248919"/>
                  </a:lnTo>
                  <a:lnTo>
                    <a:pt x="11429" y="245110"/>
                  </a:lnTo>
                  <a:close/>
                </a:path>
                <a:path w="11429" h="260350">
                  <a:moveTo>
                    <a:pt x="11429" y="248920"/>
                  </a:moveTo>
                  <a:lnTo>
                    <a:pt x="0" y="24892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8920"/>
                  </a:lnTo>
                  <a:close/>
                </a:path>
                <a:path w="11429" h="260350">
                  <a:moveTo>
                    <a:pt x="11429" y="251460"/>
                  </a:moveTo>
                  <a:lnTo>
                    <a:pt x="0" y="251460"/>
                  </a:lnTo>
                  <a:lnTo>
                    <a:pt x="0" y="255269"/>
                  </a:lnTo>
                  <a:lnTo>
                    <a:pt x="11429" y="255269"/>
                  </a:lnTo>
                  <a:lnTo>
                    <a:pt x="11429" y="251460"/>
                  </a:lnTo>
                  <a:close/>
                </a:path>
                <a:path w="11429" h="260350">
                  <a:moveTo>
                    <a:pt x="11429" y="255270"/>
                  </a:moveTo>
                  <a:lnTo>
                    <a:pt x="0" y="25527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5270"/>
                  </a:lnTo>
                  <a:close/>
                </a:path>
                <a:path w="11429" h="260350">
                  <a:moveTo>
                    <a:pt x="8889" y="257810"/>
                  </a:moveTo>
                  <a:lnTo>
                    <a:pt x="0" y="257810"/>
                  </a:lnTo>
                  <a:lnTo>
                    <a:pt x="0" y="260350"/>
                  </a:lnTo>
                  <a:lnTo>
                    <a:pt x="1269" y="260350"/>
                  </a:lnTo>
                  <a:lnTo>
                    <a:pt x="1269" y="259080"/>
                  </a:lnTo>
                  <a:lnTo>
                    <a:pt x="8889" y="259080"/>
                  </a:lnTo>
                  <a:lnTo>
                    <a:pt x="8889" y="257810"/>
                  </a:lnTo>
                  <a:close/>
                </a:path>
              </a:pathLst>
            </a:custGeom>
            <a:solidFill>
              <a:srgbClr val="7C7C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4">
              <a:extLst>
                <a:ext uri="{FF2B5EF4-FFF2-40B4-BE49-F238E27FC236}">
                  <a16:creationId xmlns:a16="http://schemas.microsoft.com/office/drawing/2014/main" id="{AE0F0D95-45B5-A8BF-45F2-2882CE968F74}"/>
                </a:ext>
              </a:extLst>
            </p:cNvPr>
            <p:cNvSpPr/>
            <p:nvPr/>
          </p:nvSpPr>
          <p:spPr>
            <a:xfrm>
              <a:off x="4777740" y="5608319"/>
              <a:ext cx="10160" cy="256540"/>
            </a:xfrm>
            <a:custGeom>
              <a:avLst/>
              <a:gdLst/>
              <a:ahLst/>
              <a:cxnLst/>
              <a:rect l="l" t="t" r="r" b="b"/>
              <a:pathLst>
                <a:path w="10160" h="25653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0160" h="256539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256539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256539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256539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256539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256539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256539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256539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256539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256539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256539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256539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256539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256539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256539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256539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256539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256539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256539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256539">
                  <a:moveTo>
                    <a:pt x="1016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63499"/>
                  </a:lnTo>
                  <a:close/>
                </a:path>
                <a:path w="10160" h="256539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256539">
                  <a:moveTo>
                    <a:pt x="1016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9849"/>
                  </a:lnTo>
                  <a:close/>
                </a:path>
                <a:path w="10160" h="256539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256539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256539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256539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256539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256539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256539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256539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256539">
                  <a:moveTo>
                    <a:pt x="1016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7789"/>
                  </a:lnTo>
                  <a:close/>
                </a:path>
                <a:path w="10160" h="256539">
                  <a:moveTo>
                    <a:pt x="10160" y="101599"/>
                  </a:moveTo>
                  <a:lnTo>
                    <a:pt x="0" y="101599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101599"/>
                  </a:lnTo>
                  <a:close/>
                </a:path>
                <a:path w="10160" h="256539">
                  <a:moveTo>
                    <a:pt x="10160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10160" y="110489"/>
                  </a:lnTo>
                  <a:lnTo>
                    <a:pt x="10160" y="107949"/>
                  </a:lnTo>
                  <a:close/>
                </a:path>
                <a:path w="10160" h="256539">
                  <a:moveTo>
                    <a:pt x="10160" y="110489"/>
                  </a:moveTo>
                  <a:lnTo>
                    <a:pt x="0" y="110489"/>
                  </a:lnTo>
                  <a:lnTo>
                    <a:pt x="0" y="146049"/>
                  </a:lnTo>
                  <a:lnTo>
                    <a:pt x="10160" y="146049"/>
                  </a:lnTo>
                  <a:lnTo>
                    <a:pt x="10160" y="110489"/>
                  </a:lnTo>
                  <a:close/>
                </a:path>
                <a:path w="10160" h="256539">
                  <a:moveTo>
                    <a:pt x="10160" y="146049"/>
                  </a:moveTo>
                  <a:lnTo>
                    <a:pt x="0" y="146049"/>
                  </a:lnTo>
                  <a:lnTo>
                    <a:pt x="0" y="148589"/>
                  </a:lnTo>
                  <a:lnTo>
                    <a:pt x="10160" y="148589"/>
                  </a:lnTo>
                  <a:lnTo>
                    <a:pt x="10160" y="146049"/>
                  </a:lnTo>
                  <a:close/>
                </a:path>
                <a:path w="10160" h="256539">
                  <a:moveTo>
                    <a:pt x="10160" y="148589"/>
                  </a:moveTo>
                  <a:lnTo>
                    <a:pt x="0" y="148589"/>
                  </a:lnTo>
                  <a:lnTo>
                    <a:pt x="0" y="152399"/>
                  </a:lnTo>
                  <a:lnTo>
                    <a:pt x="10160" y="152399"/>
                  </a:lnTo>
                  <a:lnTo>
                    <a:pt x="10160" y="148589"/>
                  </a:lnTo>
                  <a:close/>
                </a:path>
                <a:path w="10160" h="256539">
                  <a:moveTo>
                    <a:pt x="10160" y="152399"/>
                  </a:moveTo>
                  <a:lnTo>
                    <a:pt x="0" y="152399"/>
                  </a:lnTo>
                  <a:lnTo>
                    <a:pt x="0" y="158749"/>
                  </a:lnTo>
                  <a:lnTo>
                    <a:pt x="10160" y="158749"/>
                  </a:lnTo>
                  <a:lnTo>
                    <a:pt x="10160" y="152399"/>
                  </a:lnTo>
                  <a:close/>
                </a:path>
                <a:path w="10160" h="256539">
                  <a:moveTo>
                    <a:pt x="10160" y="158749"/>
                  </a:moveTo>
                  <a:lnTo>
                    <a:pt x="0" y="158749"/>
                  </a:lnTo>
                  <a:lnTo>
                    <a:pt x="0" y="161289"/>
                  </a:lnTo>
                  <a:lnTo>
                    <a:pt x="10160" y="161289"/>
                  </a:lnTo>
                  <a:lnTo>
                    <a:pt x="10160" y="158749"/>
                  </a:lnTo>
                  <a:close/>
                </a:path>
                <a:path w="10160" h="256539">
                  <a:moveTo>
                    <a:pt x="10160" y="161289"/>
                  </a:moveTo>
                  <a:lnTo>
                    <a:pt x="0" y="16128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61289"/>
                  </a:lnTo>
                  <a:close/>
                </a:path>
                <a:path w="10160" h="256539">
                  <a:moveTo>
                    <a:pt x="10160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0160" y="167639"/>
                  </a:lnTo>
                  <a:lnTo>
                    <a:pt x="10160" y="165099"/>
                  </a:lnTo>
                  <a:close/>
                </a:path>
                <a:path w="10160" h="256539">
                  <a:moveTo>
                    <a:pt x="10160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7639"/>
                  </a:lnTo>
                  <a:close/>
                </a:path>
                <a:path w="10160" h="256539">
                  <a:moveTo>
                    <a:pt x="1016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0160" y="173989"/>
                  </a:lnTo>
                  <a:lnTo>
                    <a:pt x="10160" y="171449"/>
                  </a:lnTo>
                  <a:close/>
                </a:path>
                <a:path w="10160" h="256539">
                  <a:moveTo>
                    <a:pt x="1016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3989"/>
                  </a:lnTo>
                  <a:close/>
                </a:path>
                <a:path w="10160" h="256539">
                  <a:moveTo>
                    <a:pt x="1016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0160" y="180339"/>
                  </a:lnTo>
                  <a:lnTo>
                    <a:pt x="10160" y="177799"/>
                  </a:lnTo>
                  <a:close/>
                </a:path>
                <a:path w="10160" h="256539">
                  <a:moveTo>
                    <a:pt x="1016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0339"/>
                  </a:lnTo>
                  <a:close/>
                </a:path>
                <a:path w="10160" h="256539">
                  <a:moveTo>
                    <a:pt x="1016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0160" y="186689"/>
                  </a:lnTo>
                  <a:lnTo>
                    <a:pt x="10160" y="184149"/>
                  </a:lnTo>
                  <a:close/>
                </a:path>
                <a:path w="10160" h="256539">
                  <a:moveTo>
                    <a:pt x="1016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6689"/>
                  </a:lnTo>
                  <a:close/>
                </a:path>
                <a:path w="10160" h="256539">
                  <a:moveTo>
                    <a:pt x="1016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0160" y="193039"/>
                  </a:lnTo>
                  <a:lnTo>
                    <a:pt x="10160" y="190499"/>
                  </a:lnTo>
                  <a:close/>
                </a:path>
                <a:path w="10160" h="256539">
                  <a:moveTo>
                    <a:pt x="1016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3039"/>
                  </a:lnTo>
                  <a:close/>
                </a:path>
                <a:path w="10160" h="256539">
                  <a:moveTo>
                    <a:pt x="1016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0160" y="199389"/>
                  </a:lnTo>
                  <a:lnTo>
                    <a:pt x="10160" y="196849"/>
                  </a:lnTo>
                  <a:close/>
                </a:path>
                <a:path w="10160" h="256539">
                  <a:moveTo>
                    <a:pt x="1016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199389"/>
                  </a:lnTo>
                  <a:close/>
                </a:path>
                <a:path w="10160" h="256539">
                  <a:moveTo>
                    <a:pt x="1016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0160" y="205739"/>
                  </a:lnTo>
                  <a:lnTo>
                    <a:pt x="10160" y="203199"/>
                  </a:lnTo>
                  <a:close/>
                </a:path>
                <a:path w="10160" h="256539">
                  <a:moveTo>
                    <a:pt x="1016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5739"/>
                  </a:lnTo>
                  <a:close/>
                </a:path>
                <a:path w="10160" h="256539">
                  <a:moveTo>
                    <a:pt x="1016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0160" y="212089"/>
                  </a:lnTo>
                  <a:lnTo>
                    <a:pt x="10160" y="209549"/>
                  </a:lnTo>
                  <a:close/>
                </a:path>
                <a:path w="10160" h="256539">
                  <a:moveTo>
                    <a:pt x="1016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2089"/>
                  </a:lnTo>
                  <a:close/>
                </a:path>
                <a:path w="10160" h="256539">
                  <a:moveTo>
                    <a:pt x="1016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0160" y="218439"/>
                  </a:lnTo>
                  <a:lnTo>
                    <a:pt x="10160" y="215899"/>
                  </a:lnTo>
                  <a:close/>
                </a:path>
                <a:path w="10160" h="256539">
                  <a:moveTo>
                    <a:pt x="1016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8439"/>
                  </a:lnTo>
                  <a:close/>
                </a:path>
                <a:path w="10160" h="256539">
                  <a:moveTo>
                    <a:pt x="1016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0160" y="224789"/>
                  </a:lnTo>
                  <a:lnTo>
                    <a:pt x="10160" y="222249"/>
                  </a:lnTo>
                  <a:close/>
                </a:path>
                <a:path w="10160" h="256539">
                  <a:moveTo>
                    <a:pt x="1016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4789"/>
                  </a:lnTo>
                  <a:close/>
                </a:path>
                <a:path w="10160" h="256539">
                  <a:moveTo>
                    <a:pt x="1016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0160" y="231139"/>
                  </a:lnTo>
                  <a:lnTo>
                    <a:pt x="10160" y="228599"/>
                  </a:lnTo>
                  <a:close/>
                </a:path>
                <a:path w="10160" h="256539">
                  <a:moveTo>
                    <a:pt x="1016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1139"/>
                  </a:lnTo>
                  <a:close/>
                </a:path>
                <a:path w="10160" h="256539">
                  <a:moveTo>
                    <a:pt x="1016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0160" y="237489"/>
                  </a:lnTo>
                  <a:lnTo>
                    <a:pt x="10160" y="234949"/>
                  </a:lnTo>
                  <a:close/>
                </a:path>
                <a:path w="10160" h="256539">
                  <a:moveTo>
                    <a:pt x="1016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7489"/>
                  </a:lnTo>
                  <a:close/>
                </a:path>
                <a:path w="10160" h="256539">
                  <a:moveTo>
                    <a:pt x="1016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0160" y="243839"/>
                  </a:lnTo>
                  <a:lnTo>
                    <a:pt x="10160" y="241299"/>
                  </a:lnTo>
                  <a:close/>
                </a:path>
                <a:path w="10160" h="256539">
                  <a:moveTo>
                    <a:pt x="1016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3839"/>
                  </a:lnTo>
                  <a:close/>
                </a:path>
                <a:path w="10160" h="256539">
                  <a:moveTo>
                    <a:pt x="1016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0160" y="250189"/>
                  </a:lnTo>
                  <a:lnTo>
                    <a:pt x="10160" y="247649"/>
                  </a:lnTo>
                  <a:close/>
                </a:path>
                <a:path w="10160" h="256539">
                  <a:moveTo>
                    <a:pt x="1016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0189"/>
                  </a:lnTo>
                  <a:close/>
                </a:path>
                <a:path w="10160" h="256539">
                  <a:moveTo>
                    <a:pt x="1016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5079" y="256539"/>
                  </a:lnTo>
                  <a:lnTo>
                    <a:pt x="5079" y="255269"/>
                  </a:lnTo>
                  <a:lnTo>
                    <a:pt x="10160" y="255269"/>
                  </a:lnTo>
                  <a:lnTo>
                    <a:pt x="10160" y="253999"/>
                  </a:lnTo>
                  <a:close/>
                </a:path>
              </a:pathLst>
            </a:custGeom>
            <a:solidFill>
              <a:srgbClr val="7D7D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8" name="object 1015">
              <a:extLst>
                <a:ext uri="{FF2B5EF4-FFF2-40B4-BE49-F238E27FC236}">
                  <a16:creationId xmlns:a16="http://schemas.microsoft.com/office/drawing/2014/main" id="{F47F4F40-FE56-291B-5C88-B2358B35F7E7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87900" y="5609589"/>
              <a:ext cx="261620" cy="254000"/>
            </a:xfrm>
            <a:prstGeom prst="rect">
              <a:avLst/>
            </a:prstGeom>
          </p:spPr>
        </p:pic>
        <p:sp>
          <p:nvSpPr>
            <p:cNvPr id="1019" name="object 1016">
              <a:extLst>
                <a:ext uri="{FF2B5EF4-FFF2-40B4-BE49-F238E27FC236}">
                  <a16:creationId xmlns:a16="http://schemas.microsoft.com/office/drawing/2014/main" id="{4D346285-D9A3-57D9-A12C-DE6808C26FD7}"/>
                </a:ext>
              </a:extLst>
            </p:cNvPr>
            <p:cNvSpPr/>
            <p:nvPr/>
          </p:nvSpPr>
          <p:spPr>
            <a:xfrm>
              <a:off x="4038600" y="5590539"/>
              <a:ext cx="1009650" cy="292100"/>
            </a:xfrm>
            <a:custGeom>
              <a:avLst/>
              <a:gdLst/>
              <a:ahLst/>
              <a:cxnLst/>
              <a:rect l="l" t="t" r="r" b="b"/>
              <a:pathLst>
                <a:path w="1009650" h="292100">
                  <a:moveTo>
                    <a:pt x="504189" y="0"/>
                  </a:moveTo>
                  <a:lnTo>
                    <a:pt x="436376" y="1345"/>
                  </a:lnTo>
                  <a:lnTo>
                    <a:pt x="371151" y="5262"/>
                  </a:lnTo>
                  <a:lnTo>
                    <a:pt x="309145" y="11568"/>
                  </a:lnTo>
                  <a:lnTo>
                    <a:pt x="250989" y="20084"/>
                  </a:lnTo>
                  <a:lnTo>
                    <a:pt x="197313" y="30629"/>
                  </a:lnTo>
                  <a:lnTo>
                    <a:pt x="148748" y="43021"/>
                  </a:lnTo>
                  <a:lnTo>
                    <a:pt x="105925" y="57080"/>
                  </a:lnTo>
                  <a:lnTo>
                    <a:pt x="69473" y="72625"/>
                  </a:lnTo>
                  <a:lnTo>
                    <a:pt x="18209" y="107450"/>
                  </a:lnTo>
                  <a:lnTo>
                    <a:pt x="0" y="146050"/>
                  </a:lnTo>
                  <a:lnTo>
                    <a:pt x="4657" y="165731"/>
                  </a:lnTo>
                  <a:lnTo>
                    <a:pt x="40024" y="202624"/>
                  </a:lnTo>
                  <a:lnTo>
                    <a:pt x="105925" y="235019"/>
                  </a:lnTo>
                  <a:lnTo>
                    <a:pt x="148748" y="249078"/>
                  </a:lnTo>
                  <a:lnTo>
                    <a:pt x="197313" y="261470"/>
                  </a:lnTo>
                  <a:lnTo>
                    <a:pt x="250989" y="272015"/>
                  </a:lnTo>
                  <a:lnTo>
                    <a:pt x="309145" y="280531"/>
                  </a:lnTo>
                  <a:lnTo>
                    <a:pt x="371151" y="286837"/>
                  </a:lnTo>
                  <a:lnTo>
                    <a:pt x="436376" y="290754"/>
                  </a:lnTo>
                  <a:lnTo>
                    <a:pt x="504189" y="292100"/>
                  </a:lnTo>
                  <a:lnTo>
                    <a:pt x="572028" y="290754"/>
                  </a:lnTo>
                  <a:lnTo>
                    <a:pt x="637322" y="286837"/>
                  </a:lnTo>
                  <a:lnTo>
                    <a:pt x="699432" y="280531"/>
                  </a:lnTo>
                  <a:lnTo>
                    <a:pt x="757719" y="272015"/>
                  </a:lnTo>
                  <a:lnTo>
                    <a:pt x="811543" y="261470"/>
                  </a:lnTo>
                  <a:lnTo>
                    <a:pt x="860266" y="249078"/>
                  </a:lnTo>
                  <a:lnTo>
                    <a:pt x="903247" y="235019"/>
                  </a:lnTo>
                  <a:lnTo>
                    <a:pt x="939847" y="219474"/>
                  </a:lnTo>
                  <a:lnTo>
                    <a:pt x="991346" y="184649"/>
                  </a:lnTo>
                  <a:lnTo>
                    <a:pt x="1009650" y="146050"/>
                  </a:lnTo>
                  <a:lnTo>
                    <a:pt x="1004967" y="126368"/>
                  </a:lnTo>
                  <a:lnTo>
                    <a:pt x="969426" y="89475"/>
                  </a:lnTo>
                  <a:lnTo>
                    <a:pt x="903247" y="57080"/>
                  </a:lnTo>
                  <a:lnTo>
                    <a:pt x="860266" y="43021"/>
                  </a:lnTo>
                  <a:lnTo>
                    <a:pt x="811543" y="30629"/>
                  </a:lnTo>
                  <a:lnTo>
                    <a:pt x="757719" y="20084"/>
                  </a:lnTo>
                  <a:lnTo>
                    <a:pt x="699432" y="11568"/>
                  </a:lnTo>
                  <a:lnTo>
                    <a:pt x="637322" y="5262"/>
                  </a:lnTo>
                  <a:lnTo>
                    <a:pt x="572028" y="1345"/>
                  </a:lnTo>
                  <a:lnTo>
                    <a:pt x="504189" y="0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0" name="object 1017">
            <a:extLst>
              <a:ext uri="{FF2B5EF4-FFF2-40B4-BE49-F238E27FC236}">
                <a16:creationId xmlns:a16="http://schemas.microsoft.com/office/drawing/2014/main" id="{F0323C7D-23AC-C078-1A5E-CC7EB0C092F0}"/>
              </a:ext>
            </a:extLst>
          </p:cNvPr>
          <p:cNvSpPr txBox="1"/>
          <p:nvPr/>
        </p:nvSpPr>
        <p:spPr>
          <a:xfrm>
            <a:off x="4701540" y="4381500"/>
            <a:ext cx="27241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5" dirty="0">
                <a:solidFill>
                  <a:srgbClr val="1B1B1B"/>
                </a:solidFill>
                <a:latin typeface="Arial MT"/>
                <a:cs typeface="Arial MT"/>
              </a:rPr>
              <a:t>A</a:t>
            </a:r>
            <a:r>
              <a:rPr sz="1200" dirty="0">
                <a:solidFill>
                  <a:srgbClr val="1B1B1B"/>
                </a:solidFill>
                <a:latin typeface="Arial MT"/>
                <a:cs typeface="Arial MT"/>
              </a:rPr>
              <a:t>PI</a:t>
            </a:r>
            <a:endParaRPr sz="1200">
              <a:latin typeface="Arial MT"/>
              <a:cs typeface="Arial MT"/>
            </a:endParaRPr>
          </a:p>
        </p:txBody>
      </p:sp>
      <p:grpSp>
        <p:nvGrpSpPr>
          <p:cNvPr id="1021" name="object 1018">
            <a:extLst>
              <a:ext uri="{FF2B5EF4-FFF2-40B4-BE49-F238E27FC236}">
                <a16:creationId xmlns:a16="http://schemas.microsoft.com/office/drawing/2014/main" id="{D41A4EC4-350A-F822-9DB8-1715DEE67EB9}"/>
              </a:ext>
            </a:extLst>
          </p:cNvPr>
          <p:cNvGrpSpPr/>
          <p:nvPr/>
        </p:nvGrpSpPr>
        <p:grpSpPr>
          <a:xfrm>
            <a:off x="217170" y="4629150"/>
            <a:ext cx="8120380" cy="1380490"/>
            <a:chOff x="217170" y="4629150"/>
            <a:chExt cx="8120380" cy="1380490"/>
          </a:xfrm>
        </p:grpSpPr>
        <p:pic>
          <p:nvPicPr>
            <p:cNvPr id="1022" name="object 1019">
              <a:extLst>
                <a:ext uri="{FF2B5EF4-FFF2-40B4-BE49-F238E27FC236}">
                  <a16:creationId xmlns:a16="http://schemas.microsoft.com/office/drawing/2014/main" id="{00030DE2-4448-BEA2-2FF7-BB42E9EF56D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17170" y="5038090"/>
              <a:ext cx="1162050" cy="971550"/>
            </a:xfrm>
            <a:prstGeom prst="rect">
              <a:avLst/>
            </a:prstGeom>
          </p:spPr>
        </p:pic>
        <p:pic>
          <p:nvPicPr>
            <p:cNvPr id="1023" name="object 1020">
              <a:extLst>
                <a:ext uri="{FF2B5EF4-FFF2-40B4-BE49-F238E27FC236}">
                  <a16:creationId xmlns:a16="http://schemas.microsoft.com/office/drawing/2014/main" id="{F9CEB29C-8D68-DEFB-D850-DAD4ED3D589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4480" y="4630420"/>
              <a:ext cx="952500" cy="715009"/>
            </a:xfrm>
            <a:prstGeom prst="rect">
              <a:avLst/>
            </a:prstGeom>
          </p:spPr>
        </p:pic>
        <p:sp>
          <p:nvSpPr>
            <p:cNvPr id="1024" name="object 1021">
              <a:extLst>
                <a:ext uri="{FF2B5EF4-FFF2-40B4-BE49-F238E27FC236}">
                  <a16:creationId xmlns:a16="http://schemas.microsoft.com/office/drawing/2014/main" id="{84060405-29A6-37BC-C36C-BC0A55A8C93E}"/>
                </a:ext>
              </a:extLst>
            </p:cNvPr>
            <p:cNvSpPr/>
            <p:nvPr/>
          </p:nvSpPr>
          <p:spPr>
            <a:xfrm>
              <a:off x="7655560" y="4664709"/>
              <a:ext cx="5080" cy="173990"/>
            </a:xfrm>
            <a:custGeom>
              <a:avLst/>
              <a:gdLst/>
              <a:ahLst/>
              <a:cxnLst/>
              <a:rect l="l" t="t" r="r" b="b"/>
              <a:pathLst>
                <a:path w="5079" h="173989">
                  <a:moveTo>
                    <a:pt x="5080" y="0"/>
                  </a:moveTo>
                  <a:lnTo>
                    <a:pt x="0" y="0"/>
                  </a:lnTo>
                  <a:lnTo>
                    <a:pt x="0" y="173989"/>
                  </a:lnTo>
                  <a:lnTo>
                    <a:pt x="5080" y="173989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EDD1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2">
              <a:extLst>
                <a:ext uri="{FF2B5EF4-FFF2-40B4-BE49-F238E27FC236}">
                  <a16:creationId xmlns:a16="http://schemas.microsoft.com/office/drawing/2014/main" id="{BAE66351-C0DB-7DEA-4F58-1514DFFF410E}"/>
                </a:ext>
              </a:extLst>
            </p:cNvPr>
            <p:cNvSpPr/>
            <p:nvPr/>
          </p:nvSpPr>
          <p:spPr>
            <a:xfrm>
              <a:off x="7660639" y="4664709"/>
              <a:ext cx="7620" cy="173990"/>
            </a:xfrm>
            <a:custGeom>
              <a:avLst/>
              <a:gdLst/>
              <a:ahLst/>
              <a:cxnLst/>
              <a:rect l="l" t="t" r="r" b="b"/>
              <a:pathLst>
                <a:path w="7620" h="173989">
                  <a:moveTo>
                    <a:pt x="7619" y="173989"/>
                  </a:moveTo>
                  <a:lnTo>
                    <a:pt x="0" y="173989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73989"/>
                  </a:lnTo>
                  <a:close/>
                </a:path>
              </a:pathLst>
            </a:custGeom>
            <a:solidFill>
              <a:srgbClr val="EDD1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3">
              <a:extLst>
                <a:ext uri="{FF2B5EF4-FFF2-40B4-BE49-F238E27FC236}">
                  <a16:creationId xmlns:a16="http://schemas.microsoft.com/office/drawing/2014/main" id="{FD153015-6A9F-49F5-76E0-F4E35E6EFFDF}"/>
                </a:ext>
              </a:extLst>
            </p:cNvPr>
            <p:cNvSpPr/>
            <p:nvPr/>
          </p:nvSpPr>
          <p:spPr>
            <a:xfrm>
              <a:off x="7668260" y="4664709"/>
              <a:ext cx="7620" cy="173990"/>
            </a:xfrm>
            <a:custGeom>
              <a:avLst/>
              <a:gdLst/>
              <a:ahLst/>
              <a:cxnLst/>
              <a:rect l="l" t="t" r="r" b="b"/>
              <a:pathLst>
                <a:path w="7620" h="173989">
                  <a:moveTo>
                    <a:pt x="7620" y="173989"/>
                  </a:moveTo>
                  <a:lnTo>
                    <a:pt x="0" y="173989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73989"/>
                  </a:lnTo>
                  <a:close/>
                </a:path>
              </a:pathLst>
            </a:custGeom>
            <a:solidFill>
              <a:srgbClr val="EDD0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4">
              <a:extLst>
                <a:ext uri="{FF2B5EF4-FFF2-40B4-BE49-F238E27FC236}">
                  <a16:creationId xmlns:a16="http://schemas.microsoft.com/office/drawing/2014/main" id="{6B617F1C-75E6-C261-34FF-9D92C7214C91}"/>
                </a:ext>
              </a:extLst>
            </p:cNvPr>
            <p:cNvSpPr/>
            <p:nvPr/>
          </p:nvSpPr>
          <p:spPr>
            <a:xfrm>
              <a:off x="7675879" y="4664709"/>
              <a:ext cx="6350" cy="173990"/>
            </a:xfrm>
            <a:custGeom>
              <a:avLst/>
              <a:gdLst/>
              <a:ahLst/>
              <a:cxnLst/>
              <a:rect l="l" t="t" r="r" b="b"/>
              <a:pathLst>
                <a:path w="6350" h="173989">
                  <a:moveTo>
                    <a:pt x="6350" y="173989"/>
                  </a:moveTo>
                  <a:lnTo>
                    <a:pt x="0" y="173989"/>
                  </a:lnTo>
                  <a:lnTo>
                    <a:pt x="0" y="0"/>
                  </a:lnTo>
                  <a:lnTo>
                    <a:pt x="6350" y="0"/>
                  </a:lnTo>
                  <a:lnTo>
                    <a:pt x="6350" y="173989"/>
                  </a:lnTo>
                  <a:close/>
                </a:path>
              </a:pathLst>
            </a:custGeom>
            <a:solidFill>
              <a:srgbClr val="EDCF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5">
              <a:extLst>
                <a:ext uri="{FF2B5EF4-FFF2-40B4-BE49-F238E27FC236}">
                  <a16:creationId xmlns:a16="http://schemas.microsoft.com/office/drawing/2014/main" id="{5E9AFF7C-4551-5860-EFB4-C247FE6D2E90}"/>
                </a:ext>
              </a:extLst>
            </p:cNvPr>
            <p:cNvSpPr/>
            <p:nvPr/>
          </p:nvSpPr>
          <p:spPr>
            <a:xfrm>
              <a:off x="7682230" y="4635499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7620" y="0"/>
                  </a:moveTo>
                  <a:lnTo>
                    <a:pt x="2540" y="0"/>
                  </a:lnTo>
                  <a:lnTo>
                    <a:pt x="2540" y="29210"/>
                  </a:lnTo>
                  <a:lnTo>
                    <a:pt x="0" y="29210"/>
                  </a:lnTo>
                  <a:lnTo>
                    <a:pt x="0" y="203200"/>
                  </a:lnTo>
                  <a:lnTo>
                    <a:pt x="2540" y="203200"/>
                  </a:lnTo>
                  <a:lnTo>
                    <a:pt x="2540" y="232410"/>
                  </a:lnTo>
                  <a:lnTo>
                    <a:pt x="7620" y="232410"/>
                  </a:lnTo>
                  <a:lnTo>
                    <a:pt x="7620" y="203200"/>
                  </a:lnTo>
                  <a:lnTo>
                    <a:pt x="7620" y="2921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ECCE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6">
              <a:extLst>
                <a:ext uri="{FF2B5EF4-FFF2-40B4-BE49-F238E27FC236}">
                  <a16:creationId xmlns:a16="http://schemas.microsoft.com/office/drawing/2014/main" id="{FCE1B04A-641D-0C4F-7C26-0149C23F4B34}"/>
                </a:ext>
              </a:extLst>
            </p:cNvPr>
            <p:cNvSpPr/>
            <p:nvPr/>
          </p:nvSpPr>
          <p:spPr>
            <a:xfrm>
              <a:off x="768985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CC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27">
              <a:extLst>
                <a:ext uri="{FF2B5EF4-FFF2-40B4-BE49-F238E27FC236}">
                  <a16:creationId xmlns:a16="http://schemas.microsoft.com/office/drawing/2014/main" id="{19DE6290-7597-45D3-7EDE-4E9624B7F20D}"/>
                </a:ext>
              </a:extLst>
            </p:cNvPr>
            <p:cNvSpPr/>
            <p:nvPr/>
          </p:nvSpPr>
          <p:spPr>
            <a:xfrm>
              <a:off x="769620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CC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28">
              <a:extLst>
                <a:ext uri="{FF2B5EF4-FFF2-40B4-BE49-F238E27FC236}">
                  <a16:creationId xmlns:a16="http://schemas.microsoft.com/office/drawing/2014/main" id="{3D0E17F1-2EC7-C8F7-CBCF-F10F8145EF47}"/>
                </a:ext>
              </a:extLst>
            </p:cNvPr>
            <p:cNvSpPr/>
            <p:nvPr/>
          </p:nvSpPr>
          <p:spPr>
            <a:xfrm>
              <a:off x="770382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BCC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29">
              <a:extLst>
                <a:ext uri="{FF2B5EF4-FFF2-40B4-BE49-F238E27FC236}">
                  <a16:creationId xmlns:a16="http://schemas.microsoft.com/office/drawing/2014/main" id="{025385ED-80FA-EF4B-F875-3164A4112A24}"/>
                </a:ext>
              </a:extLst>
            </p:cNvPr>
            <p:cNvSpPr/>
            <p:nvPr/>
          </p:nvSpPr>
          <p:spPr>
            <a:xfrm>
              <a:off x="771143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BCC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0">
              <a:extLst>
                <a:ext uri="{FF2B5EF4-FFF2-40B4-BE49-F238E27FC236}">
                  <a16:creationId xmlns:a16="http://schemas.microsoft.com/office/drawing/2014/main" id="{88A980CD-7050-2C9F-4A4F-7C0CF3120212}"/>
                </a:ext>
              </a:extLst>
            </p:cNvPr>
            <p:cNvSpPr/>
            <p:nvPr/>
          </p:nvSpPr>
          <p:spPr>
            <a:xfrm>
              <a:off x="771778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BCC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1">
              <a:extLst>
                <a:ext uri="{FF2B5EF4-FFF2-40B4-BE49-F238E27FC236}">
                  <a16:creationId xmlns:a16="http://schemas.microsoft.com/office/drawing/2014/main" id="{38214606-3792-0869-4787-F5810E2FA699}"/>
                </a:ext>
              </a:extLst>
            </p:cNvPr>
            <p:cNvSpPr/>
            <p:nvPr/>
          </p:nvSpPr>
          <p:spPr>
            <a:xfrm>
              <a:off x="772541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BCA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2">
              <a:extLst>
                <a:ext uri="{FF2B5EF4-FFF2-40B4-BE49-F238E27FC236}">
                  <a16:creationId xmlns:a16="http://schemas.microsoft.com/office/drawing/2014/main" id="{04AEF297-8A34-2416-080A-EE60BB9B0DE1}"/>
                </a:ext>
              </a:extLst>
            </p:cNvPr>
            <p:cNvSpPr/>
            <p:nvPr/>
          </p:nvSpPr>
          <p:spPr>
            <a:xfrm>
              <a:off x="773302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AC9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3">
              <a:extLst>
                <a:ext uri="{FF2B5EF4-FFF2-40B4-BE49-F238E27FC236}">
                  <a16:creationId xmlns:a16="http://schemas.microsoft.com/office/drawing/2014/main" id="{9196826C-53E5-07C1-4B03-DF52A1DF265D}"/>
                </a:ext>
              </a:extLst>
            </p:cNvPr>
            <p:cNvSpPr/>
            <p:nvPr/>
          </p:nvSpPr>
          <p:spPr>
            <a:xfrm>
              <a:off x="773937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AC8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4">
              <a:extLst>
                <a:ext uri="{FF2B5EF4-FFF2-40B4-BE49-F238E27FC236}">
                  <a16:creationId xmlns:a16="http://schemas.microsoft.com/office/drawing/2014/main" id="{DECAD0AB-6443-D6ED-96EF-DE8D5ED04DA1}"/>
                </a:ext>
              </a:extLst>
            </p:cNvPr>
            <p:cNvSpPr/>
            <p:nvPr/>
          </p:nvSpPr>
          <p:spPr>
            <a:xfrm>
              <a:off x="774700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AC8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5">
              <a:extLst>
                <a:ext uri="{FF2B5EF4-FFF2-40B4-BE49-F238E27FC236}">
                  <a16:creationId xmlns:a16="http://schemas.microsoft.com/office/drawing/2014/main" id="{B93EE8AE-D11B-0581-060D-6ECE5F099712}"/>
                </a:ext>
              </a:extLst>
            </p:cNvPr>
            <p:cNvSpPr/>
            <p:nvPr/>
          </p:nvSpPr>
          <p:spPr>
            <a:xfrm>
              <a:off x="775462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9C7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6">
              <a:extLst>
                <a:ext uri="{FF2B5EF4-FFF2-40B4-BE49-F238E27FC236}">
                  <a16:creationId xmlns:a16="http://schemas.microsoft.com/office/drawing/2014/main" id="{87DF1229-2C88-8CFB-B55B-4A879ECF3540}"/>
                </a:ext>
              </a:extLst>
            </p:cNvPr>
            <p:cNvSpPr/>
            <p:nvPr/>
          </p:nvSpPr>
          <p:spPr>
            <a:xfrm>
              <a:off x="776097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9C6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37">
              <a:extLst>
                <a:ext uri="{FF2B5EF4-FFF2-40B4-BE49-F238E27FC236}">
                  <a16:creationId xmlns:a16="http://schemas.microsoft.com/office/drawing/2014/main" id="{02A3C52E-143F-918F-C41D-B52B92507EC1}"/>
                </a:ext>
              </a:extLst>
            </p:cNvPr>
            <p:cNvSpPr/>
            <p:nvPr/>
          </p:nvSpPr>
          <p:spPr>
            <a:xfrm>
              <a:off x="776858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9C5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38">
              <a:extLst>
                <a:ext uri="{FF2B5EF4-FFF2-40B4-BE49-F238E27FC236}">
                  <a16:creationId xmlns:a16="http://schemas.microsoft.com/office/drawing/2014/main" id="{8F34857A-99F2-F556-9DC3-F43291EDA502}"/>
                </a:ext>
              </a:extLst>
            </p:cNvPr>
            <p:cNvSpPr/>
            <p:nvPr/>
          </p:nvSpPr>
          <p:spPr>
            <a:xfrm>
              <a:off x="777621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9C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39">
              <a:extLst>
                <a:ext uri="{FF2B5EF4-FFF2-40B4-BE49-F238E27FC236}">
                  <a16:creationId xmlns:a16="http://schemas.microsoft.com/office/drawing/2014/main" id="{51450DA3-378F-261A-E581-F1BBDD28AFE9}"/>
                </a:ext>
              </a:extLst>
            </p:cNvPr>
            <p:cNvSpPr/>
            <p:nvPr/>
          </p:nvSpPr>
          <p:spPr>
            <a:xfrm>
              <a:off x="778256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8C4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0">
              <a:extLst>
                <a:ext uri="{FF2B5EF4-FFF2-40B4-BE49-F238E27FC236}">
                  <a16:creationId xmlns:a16="http://schemas.microsoft.com/office/drawing/2014/main" id="{A0174A5D-20C4-D817-F7D0-B3DCFB5488CA}"/>
                </a:ext>
              </a:extLst>
            </p:cNvPr>
            <p:cNvSpPr/>
            <p:nvPr/>
          </p:nvSpPr>
          <p:spPr>
            <a:xfrm>
              <a:off x="779017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8C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1">
              <a:extLst>
                <a:ext uri="{FF2B5EF4-FFF2-40B4-BE49-F238E27FC236}">
                  <a16:creationId xmlns:a16="http://schemas.microsoft.com/office/drawing/2014/main" id="{FB3F6CBE-35D9-B000-EEA3-BF978847DA6B}"/>
                </a:ext>
              </a:extLst>
            </p:cNvPr>
            <p:cNvSpPr/>
            <p:nvPr/>
          </p:nvSpPr>
          <p:spPr>
            <a:xfrm>
              <a:off x="779652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8C2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2">
              <a:extLst>
                <a:ext uri="{FF2B5EF4-FFF2-40B4-BE49-F238E27FC236}">
                  <a16:creationId xmlns:a16="http://schemas.microsoft.com/office/drawing/2014/main" id="{2DFDAB4D-3B81-E205-E976-D4F0DBA40481}"/>
                </a:ext>
              </a:extLst>
            </p:cNvPr>
            <p:cNvSpPr/>
            <p:nvPr/>
          </p:nvSpPr>
          <p:spPr>
            <a:xfrm>
              <a:off x="780415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7C1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3">
              <a:extLst>
                <a:ext uri="{FF2B5EF4-FFF2-40B4-BE49-F238E27FC236}">
                  <a16:creationId xmlns:a16="http://schemas.microsoft.com/office/drawing/2014/main" id="{8DFD198D-6DFE-E8FA-F0DE-B3018D3121FE}"/>
                </a:ext>
              </a:extLst>
            </p:cNvPr>
            <p:cNvSpPr/>
            <p:nvPr/>
          </p:nvSpPr>
          <p:spPr>
            <a:xfrm>
              <a:off x="781177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7C1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4">
              <a:extLst>
                <a:ext uri="{FF2B5EF4-FFF2-40B4-BE49-F238E27FC236}">
                  <a16:creationId xmlns:a16="http://schemas.microsoft.com/office/drawing/2014/main" id="{400D23D5-D55D-FCD8-33EE-D44CB21EEEF0}"/>
                </a:ext>
              </a:extLst>
            </p:cNvPr>
            <p:cNvSpPr/>
            <p:nvPr/>
          </p:nvSpPr>
          <p:spPr>
            <a:xfrm>
              <a:off x="781812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7C0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5">
              <a:extLst>
                <a:ext uri="{FF2B5EF4-FFF2-40B4-BE49-F238E27FC236}">
                  <a16:creationId xmlns:a16="http://schemas.microsoft.com/office/drawing/2014/main" id="{6359AD72-73E3-C060-9D3C-0CB2F775AE54}"/>
                </a:ext>
              </a:extLst>
            </p:cNvPr>
            <p:cNvSpPr/>
            <p:nvPr/>
          </p:nvSpPr>
          <p:spPr>
            <a:xfrm>
              <a:off x="782573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7BF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6">
              <a:extLst>
                <a:ext uri="{FF2B5EF4-FFF2-40B4-BE49-F238E27FC236}">
                  <a16:creationId xmlns:a16="http://schemas.microsoft.com/office/drawing/2014/main" id="{8C57F58C-B7EF-D388-E8C0-69474FA7F3B2}"/>
                </a:ext>
              </a:extLst>
            </p:cNvPr>
            <p:cNvSpPr/>
            <p:nvPr/>
          </p:nvSpPr>
          <p:spPr>
            <a:xfrm>
              <a:off x="783208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6BE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47">
              <a:extLst>
                <a:ext uri="{FF2B5EF4-FFF2-40B4-BE49-F238E27FC236}">
                  <a16:creationId xmlns:a16="http://schemas.microsoft.com/office/drawing/2014/main" id="{C09F7E4B-20A4-351A-2D47-9E3D64DC5676}"/>
                </a:ext>
              </a:extLst>
            </p:cNvPr>
            <p:cNvSpPr/>
            <p:nvPr/>
          </p:nvSpPr>
          <p:spPr>
            <a:xfrm>
              <a:off x="783971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6BE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48">
              <a:extLst>
                <a:ext uri="{FF2B5EF4-FFF2-40B4-BE49-F238E27FC236}">
                  <a16:creationId xmlns:a16="http://schemas.microsoft.com/office/drawing/2014/main" id="{78BD7E80-742C-D826-AFEE-F4E70BFD250B}"/>
                </a:ext>
              </a:extLst>
            </p:cNvPr>
            <p:cNvSpPr/>
            <p:nvPr/>
          </p:nvSpPr>
          <p:spPr>
            <a:xfrm>
              <a:off x="784732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6BD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49">
              <a:extLst>
                <a:ext uri="{FF2B5EF4-FFF2-40B4-BE49-F238E27FC236}">
                  <a16:creationId xmlns:a16="http://schemas.microsoft.com/office/drawing/2014/main" id="{F4EDF078-8CE7-6770-FB2A-CDBD1B980A16}"/>
                </a:ext>
              </a:extLst>
            </p:cNvPr>
            <p:cNvSpPr/>
            <p:nvPr/>
          </p:nvSpPr>
          <p:spPr>
            <a:xfrm>
              <a:off x="785367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5B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0">
              <a:extLst>
                <a:ext uri="{FF2B5EF4-FFF2-40B4-BE49-F238E27FC236}">
                  <a16:creationId xmlns:a16="http://schemas.microsoft.com/office/drawing/2014/main" id="{B6018F42-A448-B815-C8F7-51FEC9C73CF5}"/>
                </a:ext>
              </a:extLst>
            </p:cNvPr>
            <p:cNvSpPr/>
            <p:nvPr/>
          </p:nvSpPr>
          <p:spPr>
            <a:xfrm>
              <a:off x="786130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5B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1">
              <a:extLst>
                <a:ext uri="{FF2B5EF4-FFF2-40B4-BE49-F238E27FC236}">
                  <a16:creationId xmlns:a16="http://schemas.microsoft.com/office/drawing/2014/main" id="{59CF4EC0-5471-4DFC-9BE6-8C0E906373B4}"/>
                </a:ext>
              </a:extLst>
            </p:cNvPr>
            <p:cNvSpPr/>
            <p:nvPr/>
          </p:nvSpPr>
          <p:spPr>
            <a:xfrm>
              <a:off x="786765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5B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2">
              <a:extLst>
                <a:ext uri="{FF2B5EF4-FFF2-40B4-BE49-F238E27FC236}">
                  <a16:creationId xmlns:a16="http://schemas.microsoft.com/office/drawing/2014/main" id="{9E88FC3F-F33D-8F66-37B6-2DA5E267C16A}"/>
                </a:ext>
              </a:extLst>
            </p:cNvPr>
            <p:cNvSpPr/>
            <p:nvPr/>
          </p:nvSpPr>
          <p:spPr>
            <a:xfrm>
              <a:off x="787527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5BA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3">
              <a:extLst>
                <a:ext uri="{FF2B5EF4-FFF2-40B4-BE49-F238E27FC236}">
                  <a16:creationId xmlns:a16="http://schemas.microsoft.com/office/drawing/2014/main" id="{923E40DC-B0DA-0598-D739-2765235A6468}"/>
                </a:ext>
              </a:extLst>
            </p:cNvPr>
            <p:cNvSpPr/>
            <p:nvPr/>
          </p:nvSpPr>
          <p:spPr>
            <a:xfrm>
              <a:off x="788288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4B9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4">
              <a:extLst>
                <a:ext uri="{FF2B5EF4-FFF2-40B4-BE49-F238E27FC236}">
                  <a16:creationId xmlns:a16="http://schemas.microsoft.com/office/drawing/2014/main" id="{EFB60C4C-FA55-DE5F-E4BE-D5E955B91BEE}"/>
                </a:ext>
              </a:extLst>
            </p:cNvPr>
            <p:cNvSpPr/>
            <p:nvPr/>
          </p:nvSpPr>
          <p:spPr>
            <a:xfrm>
              <a:off x="788923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4B8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5">
              <a:extLst>
                <a:ext uri="{FF2B5EF4-FFF2-40B4-BE49-F238E27FC236}">
                  <a16:creationId xmlns:a16="http://schemas.microsoft.com/office/drawing/2014/main" id="{DCDDC3BD-08E1-9B3D-0A1E-66A1B7B504B8}"/>
                </a:ext>
              </a:extLst>
            </p:cNvPr>
            <p:cNvSpPr/>
            <p:nvPr/>
          </p:nvSpPr>
          <p:spPr>
            <a:xfrm>
              <a:off x="789686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4B8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6">
              <a:extLst>
                <a:ext uri="{FF2B5EF4-FFF2-40B4-BE49-F238E27FC236}">
                  <a16:creationId xmlns:a16="http://schemas.microsoft.com/office/drawing/2014/main" id="{2A700ADB-1847-0305-7FAC-694BC44F4DB0}"/>
                </a:ext>
              </a:extLst>
            </p:cNvPr>
            <p:cNvSpPr/>
            <p:nvPr/>
          </p:nvSpPr>
          <p:spPr>
            <a:xfrm>
              <a:off x="790447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3B7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57">
              <a:extLst>
                <a:ext uri="{FF2B5EF4-FFF2-40B4-BE49-F238E27FC236}">
                  <a16:creationId xmlns:a16="http://schemas.microsoft.com/office/drawing/2014/main" id="{01E27E9E-45FB-7FF3-389E-10C0CF384EAA}"/>
                </a:ext>
              </a:extLst>
            </p:cNvPr>
            <p:cNvSpPr/>
            <p:nvPr/>
          </p:nvSpPr>
          <p:spPr>
            <a:xfrm>
              <a:off x="791082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3B6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58">
              <a:extLst>
                <a:ext uri="{FF2B5EF4-FFF2-40B4-BE49-F238E27FC236}">
                  <a16:creationId xmlns:a16="http://schemas.microsoft.com/office/drawing/2014/main" id="{0C40477F-32B3-BDFA-365C-488666005342}"/>
                </a:ext>
              </a:extLst>
            </p:cNvPr>
            <p:cNvSpPr/>
            <p:nvPr/>
          </p:nvSpPr>
          <p:spPr>
            <a:xfrm>
              <a:off x="791845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3B5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59">
              <a:extLst>
                <a:ext uri="{FF2B5EF4-FFF2-40B4-BE49-F238E27FC236}">
                  <a16:creationId xmlns:a16="http://schemas.microsoft.com/office/drawing/2014/main" id="{EF0FB7DF-CEB8-B422-A4A7-18123FA1B2B8}"/>
                </a:ext>
              </a:extLst>
            </p:cNvPr>
            <p:cNvSpPr/>
            <p:nvPr/>
          </p:nvSpPr>
          <p:spPr>
            <a:xfrm>
              <a:off x="792480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3B5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0">
              <a:extLst>
                <a:ext uri="{FF2B5EF4-FFF2-40B4-BE49-F238E27FC236}">
                  <a16:creationId xmlns:a16="http://schemas.microsoft.com/office/drawing/2014/main" id="{72A96B21-3B45-7C7F-92BE-641A0F9356D7}"/>
                </a:ext>
              </a:extLst>
            </p:cNvPr>
            <p:cNvSpPr/>
            <p:nvPr/>
          </p:nvSpPr>
          <p:spPr>
            <a:xfrm>
              <a:off x="793242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2B4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1">
              <a:extLst>
                <a:ext uri="{FF2B5EF4-FFF2-40B4-BE49-F238E27FC236}">
                  <a16:creationId xmlns:a16="http://schemas.microsoft.com/office/drawing/2014/main" id="{38942A98-FE81-0F79-BC6F-BF74DBB92CAA}"/>
                </a:ext>
              </a:extLst>
            </p:cNvPr>
            <p:cNvSpPr/>
            <p:nvPr/>
          </p:nvSpPr>
          <p:spPr>
            <a:xfrm>
              <a:off x="794003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2B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2">
              <a:extLst>
                <a:ext uri="{FF2B5EF4-FFF2-40B4-BE49-F238E27FC236}">
                  <a16:creationId xmlns:a16="http://schemas.microsoft.com/office/drawing/2014/main" id="{1C091A21-0CE0-961A-E4FE-EAF6C892F245}"/>
                </a:ext>
              </a:extLst>
            </p:cNvPr>
            <p:cNvSpPr/>
            <p:nvPr/>
          </p:nvSpPr>
          <p:spPr>
            <a:xfrm>
              <a:off x="794638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2B2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3">
              <a:extLst>
                <a:ext uri="{FF2B5EF4-FFF2-40B4-BE49-F238E27FC236}">
                  <a16:creationId xmlns:a16="http://schemas.microsoft.com/office/drawing/2014/main" id="{72B38675-67FC-B50F-7CC6-CF3F102851DB}"/>
                </a:ext>
              </a:extLst>
            </p:cNvPr>
            <p:cNvSpPr/>
            <p:nvPr/>
          </p:nvSpPr>
          <p:spPr>
            <a:xfrm>
              <a:off x="795401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1B1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4">
              <a:extLst>
                <a:ext uri="{FF2B5EF4-FFF2-40B4-BE49-F238E27FC236}">
                  <a16:creationId xmlns:a16="http://schemas.microsoft.com/office/drawing/2014/main" id="{9BD201F1-3CA1-F625-B261-4DE6928BD005}"/>
                </a:ext>
              </a:extLst>
            </p:cNvPr>
            <p:cNvSpPr/>
            <p:nvPr/>
          </p:nvSpPr>
          <p:spPr>
            <a:xfrm>
              <a:off x="796162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1B1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5">
              <a:extLst>
                <a:ext uri="{FF2B5EF4-FFF2-40B4-BE49-F238E27FC236}">
                  <a16:creationId xmlns:a16="http://schemas.microsoft.com/office/drawing/2014/main" id="{EEE34AC8-CE63-6A56-FC34-9DA2BB2905C2}"/>
                </a:ext>
              </a:extLst>
            </p:cNvPr>
            <p:cNvSpPr/>
            <p:nvPr/>
          </p:nvSpPr>
          <p:spPr>
            <a:xfrm>
              <a:off x="796797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1B01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6">
              <a:extLst>
                <a:ext uri="{FF2B5EF4-FFF2-40B4-BE49-F238E27FC236}">
                  <a16:creationId xmlns:a16="http://schemas.microsoft.com/office/drawing/2014/main" id="{CA88CE70-4EF7-4403-60CE-84383047A2A7}"/>
                </a:ext>
              </a:extLst>
            </p:cNvPr>
            <p:cNvSpPr/>
            <p:nvPr/>
          </p:nvSpPr>
          <p:spPr>
            <a:xfrm>
              <a:off x="797560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1AF1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67">
              <a:extLst>
                <a:ext uri="{FF2B5EF4-FFF2-40B4-BE49-F238E27FC236}">
                  <a16:creationId xmlns:a16="http://schemas.microsoft.com/office/drawing/2014/main" id="{7C5F7682-8E8D-20CD-264D-8DFF0109521D}"/>
                </a:ext>
              </a:extLst>
            </p:cNvPr>
            <p:cNvSpPr/>
            <p:nvPr/>
          </p:nvSpPr>
          <p:spPr>
            <a:xfrm>
              <a:off x="798322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0AE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68">
              <a:extLst>
                <a:ext uri="{FF2B5EF4-FFF2-40B4-BE49-F238E27FC236}">
                  <a16:creationId xmlns:a16="http://schemas.microsoft.com/office/drawing/2014/main" id="{DEF03A4E-F785-3E51-2235-ECA4C4EA7A7F}"/>
                </a:ext>
              </a:extLst>
            </p:cNvPr>
            <p:cNvSpPr/>
            <p:nvPr/>
          </p:nvSpPr>
          <p:spPr>
            <a:xfrm>
              <a:off x="798957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0AE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69">
              <a:extLst>
                <a:ext uri="{FF2B5EF4-FFF2-40B4-BE49-F238E27FC236}">
                  <a16:creationId xmlns:a16="http://schemas.microsoft.com/office/drawing/2014/main" id="{204FFD9F-8377-5577-9A62-83E55F2128F1}"/>
                </a:ext>
              </a:extLst>
            </p:cNvPr>
            <p:cNvSpPr/>
            <p:nvPr/>
          </p:nvSpPr>
          <p:spPr>
            <a:xfrm>
              <a:off x="799718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DFAC1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0">
              <a:extLst>
                <a:ext uri="{FF2B5EF4-FFF2-40B4-BE49-F238E27FC236}">
                  <a16:creationId xmlns:a16="http://schemas.microsoft.com/office/drawing/2014/main" id="{0F05927F-D78E-B111-A350-06A2AA1EF529}"/>
                </a:ext>
              </a:extLst>
            </p:cNvPr>
            <p:cNvSpPr/>
            <p:nvPr/>
          </p:nvSpPr>
          <p:spPr>
            <a:xfrm>
              <a:off x="800353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DFAD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1">
              <a:extLst>
                <a:ext uri="{FF2B5EF4-FFF2-40B4-BE49-F238E27FC236}">
                  <a16:creationId xmlns:a16="http://schemas.microsoft.com/office/drawing/2014/main" id="{D4A1B037-2FF3-1933-CC27-13766A4017C1}"/>
                </a:ext>
              </a:extLst>
            </p:cNvPr>
            <p:cNvSpPr/>
            <p:nvPr/>
          </p:nvSpPr>
          <p:spPr>
            <a:xfrm>
              <a:off x="801116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DFAE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2">
              <a:extLst>
                <a:ext uri="{FF2B5EF4-FFF2-40B4-BE49-F238E27FC236}">
                  <a16:creationId xmlns:a16="http://schemas.microsoft.com/office/drawing/2014/main" id="{292B426E-0275-A168-A7B8-B2FF6EEF4FD3}"/>
                </a:ext>
              </a:extLst>
            </p:cNvPr>
            <p:cNvSpPr/>
            <p:nvPr/>
          </p:nvSpPr>
          <p:spPr>
            <a:xfrm>
              <a:off x="801877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0AF1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3">
              <a:extLst>
                <a:ext uri="{FF2B5EF4-FFF2-40B4-BE49-F238E27FC236}">
                  <a16:creationId xmlns:a16="http://schemas.microsoft.com/office/drawing/2014/main" id="{E2ACDB22-E8CD-443E-A2F1-8CA120510748}"/>
                </a:ext>
              </a:extLst>
            </p:cNvPr>
            <p:cNvSpPr/>
            <p:nvPr/>
          </p:nvSpPr>
          <p:spPr>
            <a:xfrm>
              <a:off x="802512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0AF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4">
              <a:extLst>
                <a:ext uri="{FF2B5EF4-FFF2-40B4-BE49-F238E27FC236}">
                  <a16:creationId xmlns:a16="http://schemas.microsoft.com/office/drawing/2014/main" id="{48888FA5-7F13-C315-A250-D50FFC36FE3C}"/>
                </a:ext>
              </a:extLst>
            </p:cNvPr>
            <p:cNvSpPr/>
            <p:nvPr/>
          </p:nvSpPr>
          <p:spPr>
            <a:xfrm>
              <a:off x="803275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0B0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5">
              <a:extLst>
                <a:ext uri="{FF2B5EF4-FFF2-40B4-BE49-F238E27FC236}">
                  <a16:creationId xmlns:a16="http://schemas.microsoft.com/office/drawing/2014/main" id="{44326EF5-308E-456F-8EC5-CF81A996B260}"/>
                </a:ext>
              </a:extLst>
            </p:cNvPr>
            <p:cNvSpPr/>
            <p:nvPr/>
          </p:nvSpPr>
          <p:spPr>
            <a:xfrm>
              <a:off x="803910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1B1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6">
              <a:extLst>
                <a:ext uri="{FF2B5EF4-FFF2-40B4-BE49-F238E27FC236}">
                  <a16:creationId xmlns:a16="http://schemas.microsoft.com/office/drawing/2014/main" id="{02A8ACA6-34AA-B6EE-F6F4-8A53ECA3879D}"/>
                </a:ext>
              </a:extLst>
            </p:cNvPr>
            <p:cNvSpPr/>
            <p:nvPr/>
          </p:nvSpPr>
          <p:spPr>
            <a:xfrm>
              <a:off x="804672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1B2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77">
              <a:extLst>
                <a:ext uri="{FF2B5EF4-FFF2-40B4-BE49-F238E27FC236}">
                  <a16:creationId xmlns:a16="http://schemas.microsoft.com/office/drawing/2014/main" id="{EC4E7A85-2BEB-0A64-517E-A62DF0CA7957}"/>
                </a:ext>
              </a:extLst>
            </p:cNvPr>
            <p:cNvSpPr/>
            <p:nvPr/>
          </p:nvSpPr>
          <p:spPr>
            <a:xfrm>
              <a:off x="805433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1B2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78">
              <a:extLst>
                <a:ext uri="{FF2B5EF4-FFF2-40B4-BE49-F238E27FC236}">
                  <a16:creationId xmlns:a16="http://schemas.microsoft.com/office/drawing/2014/main" id="{8ECA214E-2F18-ACC3-6D41-36CC9943ABB6}"/>
                </a:ext>
              </a:extLst>
            </p:cNvPr>
            <p:cNvSpPr/>
            <p:nvPr/>
          </p:nvSpPr>
          <p:spPr>
            <a:xfrm>
              <a:off x="806068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1B3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79">
              <a:extLst>
                <a:ext uri="{FF2B5EF4-FFF2-40B4-BE49-F238E27FC236}">
                  <a16:creationId xmlns:a16="http://schemas.microsoft.com/office/drawing/2014/main" id="{D6BD3F5B-DBB9-9A79-E0E3-EBFB6681D71E}"/>
                </a:ext>
              </a:extLst>
            </p:cNvPr>
            <p:cNvSpPr/>
            <p:nvPr/>
          </p:nvSpPr>
          <p:spPr>
            <a:xfrm>
              <a:off x="806831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2B4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0">
              <a:extLst>
                <a:ext uri="{FF2B5EF4-FFF2-40B4-BE49-F238E27FC236}">
                  <a16:creationId xmlns:a16="http://schemas.microsoft.com/office/drawing/2014/main" id="{6098324E-CAFE-54BA-C3AD-EE48855A3D71}"/>
                </a:ext>
              </a:extLst>
            </p:cNvPr>
            <p:cNvSpPr/>
            <p:nvPr/>
          </p:nvSpPr>
          <p:spPr>
            <a:xfrm>
              <a:off x="807592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2B5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1">
              <a:extLst>
                <a:ext uri="{FF2B5EF4-FFF2-40B4-BE49-F238E27FC236}">
                  <a16:creationId xmlns:a16="http://schemas.microsoft.com/office/drawing/2014/main" id="{42B264D2-39D8-F462-A242-F7245FCC602D}"/>
                </a:ext>
              </a:extLst>
            </p:cNvPr>
            <p:cNvSpPr/>
            <p:nvPr/>
          </p:nvSpPr>
          <p:spPr>
            <a:xfrm>
              <a:off x="808227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2B5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2">
              <a:extLst>
                <a:ext uri="{FF2B5EF4-FFF2-40B4-BE49-F238E27FC236}">
                  <a16:creationId xmlns:a16="http://schemas.microsoft.com/office/drawing/2014/main" id="{C6437E92-94BF-BC20-8893-192C1D99BC65}"/>
                </a:ext>
              </a:extLst>
            </p:cNvPr>
            <p:cNvSpPr/>
            <p:nvPr/>
          </p:nvSpPr>
          <p:spPr>
            <a:xfrm>
              <a:off x="808990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3B6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3">
              <a:extLst>
                <a:ext uri="{FF2B5EF4-FFF2-40B4-BE49-F238E27FC236}">
                  <a16:creationId xmlns:a16="http://schemas.microsoft.com/office/drawing/2014/main" id="{39B91E6D-283C-C8B1-6A9E-E7E7E6A4038D}"/>
                </a:ext>
              </a:extLst>
            </p:cNvPr>
            <p:cNvSpPr/>
            <p:nvPr/>
          </p:nvSpPr>
          <p:spPr>
            <a:xfrm>
              <a:off x="809625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3B7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4">
              <a:extLst>
                <a:ext uri="{FF2B5EF4-FFF2-40B4-BE49-F238E27FC236}">
                  <a16:creationId xmlns:a16="http://schemas.microsoft.com/office/drawing/2014/main" id="{4E4C1B88-A250-B281-04C3-22D0B15E4329}"/>
                </a:ext>
              </a:extLst>
            </p:cNvPr>
            <p:cNvSpPr/>
            <p:nvPr/>
          </p:nvSpPr>
          <p:spPr>
            <a:xfrm>
              <a:off x="810387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3B8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5">
              <a:extLst>
                <a:ext uri="{FF2B5EF4-FFF2-40B4-BE49-F238E27FC236}">
                  <a16:creationId xmlns:a16="http://schemas.microsoft.com/office/drawing/2014/main" id="{55F77680-5B3B-C597-E339-998017B3719F}"/>
                </a:ext>
              </a:extLst>
            </p:cNvPr>
            <p:cNvSpPr/>
            <p:nvPr/>
          </p:nvSpPr>
          <p:spPr>
            <a:xfrm>
              <a:off x="811148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3B8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6">
              <a:extLst>
                <a:ext uri="{FF2B5EF4-FFF2-40B4-BE49-F238E27FC236}">
                  <a16:creationId xmlns:a16="http://schemas.microsoft.com/office/drawing/2014/main" id="{BCA6D6AA-616B-543D-DB10-381D93CEDAC9}"/>
                </a:ext>
              </a:extLst>
            </p:cNvPr>
            <p:cNvSpPr/>
            <p:nvPr/>
          </p:nvSpPr>
          <p:spPr>
            <a:xfrm>
              <a:off x="811783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4B9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87">
              <a:extLst>
                <a:ext uri="{FF2B5EF4-FFF2-40B4-BE49-F238E27FC236}">
                  <a16:creationId xmlns:a16="http://schemas.microsoft.com/office/drawing/2014/main" id="{4F137E7F-B1D2-600A-D1E3-76052EF9DE91}"/>
                </a:ext>
              </a:extLst>
            </p:cNvPr>
            <p:cNvSpPr/>
            <p:nvPr/>
          </p:nvSpPr>
          <p:spPr>
            <a:xfrm>
              <a:off x="812546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4BA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88">
              <a:extLst>
                <a:ext uri="{FF2B5EF4-FFF2-40B4-BE49-F238E27FC236}">
                  <a16:creationId xmlns:a16="http://schemas.microsoft.com/office/drawing/2014/main" id="{DB86BD93-579E-4162-0BBD-B2AF3C99966B}"/>
                </a:ext>
              </a:extLst>
            </p:cNvPr>
            <p:cNvSpPr/>
            <p:nvPr/>
          </p:nvSpPr>
          <p:spPr>
            <a:xfrm>
              <a:off x="813181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4B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89">
              <a:extLst>
                <a:ext uri="{FF2B5EF4-FFF2-40B4-BE49-F238E27FC236}">
                  <a16:creationId xmlns:a16="http://schemas.microsoft.com/office/drawing/2014/main" id="{065A4DD3-F52B-1FF5-D869-7FCEF5F4F2C6}"/>
                </a:ext>
              </a:extLst>
            </p:cNvPr>
            <p:cNvSpPr/>
            <p:nvPr/>
          </p:nvSpPr>
          <p:spPr>
            <a:xfrm>
              <a:off x="813942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5B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0">
              <a:extLst>
                <a:ext uri="{FF2B5EF4-FFF2-40B4-BE49-F238E27FC236}">
                  <a16:creationId xmlns:a16="http://schemas.microsoft.com/office/drawing/2014/main" id="{F068F04A-00A3-315B-EC7F-8737FEF7A2A6}"/>
                </a:ext>
              </a:extLst>
            </p:cNvPr>
            <p:cNvSpPr/>
            <p:nvPr/>
          </p:nvSpPr>
          <p:spPr>
            <a:xfrm>
              <a:off x="814705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5BC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1">
              <a:extLst>
                <a:ext uri="{FF2B5EF4-FFF2-40B4-BE49-F238E27FC236}">
                  <a16:creationId xmlns:a16="http://schemas.microsoft.com/office/drawing/2014/main" id="{E99DF69E-FBCD-986E-0607-C088B181D540}"/>
                </a:ext>
              </a:extLst>
            </p:cNvPr>
            <p:cNvSpPr/>
            <p:nvPr/>
          </p:nvSpPr>
          <p:spPr>
            <a:xfrm>
              <a:off x="815340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5BD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2">
              <a:extLst>
                <a:ext uri="{FF2B5EF4-FFF2-40B4-BE49-F238E27FC236}">
                  <a16:creationId xmlns:a16="http://schemas.microsoft.com/office/drawing/2014/main" id="{1B5E4691-A5F3-F9B4-E8C2-4A091D4E5BB3}"/>
                </a:ext>
              </a:extLst>
            </p:cNvPr>
            <p:cNvSpPr/>
            <p:nvPr/>
          </p:nvSpPr>
          <p:spPr>
            <a:xfrm>
              <a:off x="816102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5BE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3">
              <a:extLst>
                <a:ext uri="{FF2B5EF4-FFF2-40B4-BE49-F238E27FC236}">
                  <a16:creationId xmlns:a16="http://schemas.microsoft.com/office/drawing/2014/main" id="{DF52C121-4F28-C72D-A829-8EF0EA9DB993}"/>
                </a:ext>
              </a:extLst>
            </p:cNvPr>
            <p:cNvSpPr/>
            <p:nvPr/>
          </p:nvSpPr>
          <p:spPr>
            <a:xfrm>
              <a:off x="816863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6BF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4">
              <a:extLst>
                <a:ext uri="{FF2B5EF4-FFF2-40B4-BE49-F238E27FC236}">
                  <a16:creationId xmlns:a16="http://schemas.microsoft.com/office/drawing/2014/main" id="{6F0CF33D-BF47-C12C-7461-F3BE8BCC174B}"/>
                </a:ext>
              </a:extLst>
            </p:cNvPr>
            <p:cNvSpPr/>
            <p:nvPr/>
          </p:nvSpPr>
          <p:spPr>
            <a:xfrm>
              <a:off x="817498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6BF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5">
              <a:extLst>
                <a:ext uri="{FF2B5EF4-FFF2-40B4-BE49-F238E27FC236}">
                  <a16:creationId xmlns:a16="http://schemas.microsoft.com/office/drawing/2014/main" id="{683D82B6-259F-E744-8176-2C2F1DDDB9B1}"/>
                </a:ext>
              </a:extLst>
            </p:cNvPr>
            <p:cNvSpPr/>
            <p:nvPr/>
          </p:nvSpPr>
          <p:spPr>
            <a:xfrm>
              <a:off x="818261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6C0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6">
              <a:extLst>
                <a:ext uri="{FF2B5EF4-FFF2-40B4-BE49-F238E27FC236}">
                  <a16:creationId xmlns:a16="http://schemas.microsoft.com/office/drawing/2014/main" id="{AC6FC46D-0523-ACA8-A8FC-BC4323F7E70D}"/>
                </a:ext>
              </a:extLst>
            </p:cNvPr>
            <p:cNvSpPr/>
            <p:nvPr/>
          </p:nvSpPr>
          <p:spPr>
            <a:xfrm>
              <a:off x="819022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7C1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097">
              <a:extLst>
                <a:ext uri="{FF2B5EF4-FFF2-40B4-BE49-F238E27FC236}">
                  <a16:creationId xmlns:a16="http://schemas.microsoft.com/office/drawing/2014/main" id="{E2A08DF0-15DA-025E-B266-22C60FE31EBF}"/>
                </a:ext>
              </a:extLst>
            </p:cNvPr>
            <p:cNvSpPr/>
            <p:nvPr/>
          </p:nvSpPr>
          <p:spPr>
            <a:xfrm>
              <a:off x="819657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7C2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098">
              <a:extLst>
                <a:ext uri="{FF2B5EF4-FFF2-40B4-BE49-F238E27FC236}">
                  <a16:creationId xmlns:a16="http://schemas.microsoft.com/office/drawing/2014/main" id="{979F21DA-47E7-820B-553B-4AAD1F1846D9}"/>
                </a:ext>
              </a:extLst>
            </p:cNvPr>
            <p:cNvSpPr/>
            <p:nvPr/>
          </p:nvSpPr>
          <p:spPr>
            <a:xfrm>
              <a:off x="820420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7C2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099">
              <a:extLst>
                <a:ext uri="{FF2B5EF4-FFF2-40B4-BE49-F238E27FC236}">
                  <a16:creationId xmlns:a16="http://schemas.microsoft.com/office/drawing/2014/main" id="{F3952B30-3400-286C-E75E-FAB245EA2166}"/>
                </a:ext>
              </a:extLst>
            </p:cNvPr>
            <p:cNvSpPr/>
            <p:nvPr/>
          </p:nvSpPr>
          <p:spPr>
            <a:xfrm>
              <a:off x="821055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7C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0">
              <a:extLst>
                <a:ext uri="{FF2B5EF4-FFF2-40B4-BE49-F238E27FC236}">
                  <a16:creationId xmlns:a16="http://schemas.microsoft.com/office/drawing/2014/main" id="{86182C45-701E-9E64-9C74-F5CFFC04B8D8}"/>
                </a:ext>
              </a:extLst>
            </p:cNvPr>
            <p:cNvSpPr/>
            <p:nvPr/>
          </p:nvSpPr>
          <p:spPr>
            <a:xfrm>
              <a:off x="821817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8C4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1">
              <a:extLst>
                <a:ext uri="{FF2B5EF4-FFF2-40B4-BE49-F238E27FC236}">
                  <a16:creationId xmlns:a16="http://schemas.microsoft.com/office/drawing/2014/main" id="{74E4D6C9-8866-AC03-3FBF-06E5D7EFFF75}"/>
                </a:ext>
              </a:extLst>
            </p:cNvPr>
            <p:cNvSpPr/>
            <p:nvPr/>
          </p:nvSpPr>
          <p:spPr>
            <a:xfrm>
              <a:off x="822578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8C5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2">
              <a:extLst>
                <a:ext uri="{FF2B5EF4-FFF2-40B4-BE49-F238E27FC236}">
                  <a16:creationId xmlns:a16="http://schemas.microsoft.com/office/drawing/2014/main" id="{0CF1800B-DF11-58F3-022A-DD5BD01FAE6E}"/>
                </a:ext>
              </a:extLst>
            </p:cNvPr>
            <p:cNvSpPr/>
            <p:nvPr/>
          </p:nvSpPr>
          <p:spPr>
            <a:xfrm>
              <a:off x="823213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8C5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3">
              <a:extLst>
                <a:ext uri="{FF2B5EF4-FFF2-40B4-BE49-F238E27FC236}">
                  <a16:creationId xmlns:a16="http://schemas.microsoft.com/office/drawing/2014/main" id="{DFF29EC9-2145-A093-6F8C-ED98800F4F94}"/>
                </a:ext>
              </a:extLst>
            </p:cNvPr>
            <p:cNvSpPr/>
            <p:nvPr/>
          </p:nvSpPr>
          <p:spPr>
            <a:xfrm>
              <a:off x="823976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9C6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4">
              <a:extLst>
                <a:ext uri="{FF2B5EF4-FFF2-40B4-BE49-F238E27FC236}">
                  <a16:creationId xmlns:a16="http://schemas.microsoft.com/office/drawing/2014/main" id="{C5D2805B-F46E-ED3D-5585-2EAB24738DC6}"/>
                </a:ext>
              </a:extLst>
            </p:cNvPr>
            <p:cNvSpPr/>
            <p:nvPr/>
          </p:nvSpPr>
          <p:spPr>
            <a:xfrm>
              <a:off x="824737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9C7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5">
              <a:extLst>
                <a:ext uri="{FF2B5EF4-FFF2-40B4-BE49-F238E27FC236}">
                  <a16:creationId xmlns:a16="http://schemas.microsoft.com/office/drawing/2014/main" id="{6C5AE0C2-4A3C-E275-3EC5-2E4CEB09F29A}"/>
                </a:ext>
              </a:extLst>
            </p:cNvPr>
            <p:cNvSpPr/>
            <p:nvPr/>
          </p:nvSpPr>
          <p:spPr>
            <a:xfrm>
              <a:off x="825372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9C8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6">
              <a:extLst>
                <a:ext uri="{FF2B5EF4-FFF2-40B4-BE49-F238E27FC236}">
                  <a16:creationId xmlns:a16="http://schemas.microsoft.com/office/drawing/2014/main" id="{E48195B7-CB4C-F95D-3A67-F853555E3E28}"/>
                </a:ext>
              </a:extLst>
            </p:cNvPr>
            <p:cNvSpPr/>
            <p:nvPr/>
          </p:nvSpPr>
          <p:spPr>
            <a:xfrm>
              <a:off x="8261350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9C8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07">
              <a:extLst>
                <a:ext uri="{FF2B5EF4-FFF2-40B4-BE49-F238E27FC236}">
                  <a16:creationId xmlns:a16="http://schemas.microsoft.com/office/drawing/2014/main" id="{2063D038-EC9B-7E84-CF89-C5391371A255}"/>
                </a:ext>
              </a:extLst>
            </p:cNvPr>
            <p:cNvSpPr/>
            <p:nvPr/>
          </p:nvSpPr>
          <p:spPr>
            <a:xfrm>
              <a:off x="826770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AC9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08">
              <a:extLst>
                <a:ext uri="{FF2B5EF4-FFF2-40B4-BE49-F238E27FC236}">
                  <a16:creationId xmlns:a16="http://schemas.microsoft.com/office/drawing/2014/main" id="{B11ECFB3-5088-B1CA-0B35-246C5854D80A}"/>
                </a:ext>
              </a:extLst>
            </p:cNvPr>
            <p:cNvSpPr/>
            <p:nvPr/>
          </p:nvSpPr>
          <p:spPr>
            <a:xfrm>
              <a:off x="8275320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ACA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09">
              <a:extLst>
                <a:ext uri="{FF2B5EF4-FFF2-40B4-BE49-F238E27FC236}">
                  <a16:creationId xmlns:a16="http://schemas.microsoft.com/office/drawing/2014/main" id="{9DAA2E3B-9553-2A15-E080-E2E33272D0DA}"/>
                </a:ext>
              </a:extLst>
            </p:cNvPr>
            <p:cNvSpPr/>
            <p:nvPr/>
          </p:nvSpPr>
          <p:spPr>
            <a:xfrm>
              <a:off x="8282939" y="4635500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0" y="232410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ACC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0">
              <a:extLst>
                <a:ext uri="{FF2B5EF4-FFF2-40B4-BE49-F238E27FC236}">
                  <a16:creationId xmlns:a16="http://schemas.microsoft.com/office/drawing/2014/main" id="{3E705BB7-74BA-9323-796B-AF7C0DF02430}"/>
                </a:ext>
              </a:extLst>
            </p:cNvPr>
            <p:cNvSpPr/>
            <p:nvPr/>
          </p:nvSpPr>
          <p:spPr>
            <a:xfrm>
              <a:off x="8289289" y="4635500"/>
              <a:ext cx="7620" cy="232410"/>
            </a:xfrm>
            <a:custGeom>
              <a:avLst/>
              <a:gdLst/>
              <a:ahLst/>
              <a:cxnLst/>
              <a:rect l="l" t="t" r="r" b="b"/>
              <a:pathLst>
                <a:path w="7620" h="232410">
                  <a:moveTo>
                    <a:pt x="0" y="232410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2410"/>
                  </a:lnTo>
                  <a:lnTo>
                    <a:pt x="0" y="232410"/>
                  </a:lnTo>
                  <a:close/>
                </a:path>
              </a:pathLst>
            </a:custGeom>
            <a:solidFill>
              <a:srgbClr val="EBCC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1">
              <a:extLst>
                <a:ext uri="{FF2B5EF4-FFF2-40B4-BE49-F238E27FC236}">
                  <a16:creationId xmlns:a16="http://schemas.microsoft.com/office/drawing/2014/main" id="{21C185A5-3CBB-1C27-A16F-BA9A52EAB217}"/>
                </a:ext>
              </a:extLst>
            </p:cNvPr>
            <p:cNvSpPr/>
            <p:nvPr/>
          </p:nvSpPr>
          <p:spPr>
            <a:xfrm>
              <a:off x="8296910" y="4635499"/>
              <a:ext cx="6350" cy="232410"/>
            </a:xfrm>
            <a:custGeom>
              <a:avLst/>
              <a:gdLst/>
              <a:ahLst/>
              <a:cxnLst/>
              <a:rect l="l" t="t" r="r" b="b"/>
              <a:pathLst>
                <a:path w="6350" h="232410">
                  <a:moveTo>
                    <a:pt x="6350" y="30480"/>
                  </a:moveTo>
                  <a:lnTo>
                    <a:pt x="5080" y="3048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30480"/>
                  </a:lnTo>
                  <a:lnTo>
                    <a:pt x="0" y="201930"/>
                  </a:lnTo>
                  <a:lnTo>
                    <a:pt x="0" y="232410"/>
                  </a:lnTo>
                  <a:lnTo>
                    <a:pt x="5067" y="232410"/>
                  </a:lnTo>
                  <a:lnTo>
                    <a:pt x="5067" y="201930"/>
                  </a:lnTo>
                  <a:lnTo>
                    <a:pt x="6350" y="201930"/>
                  </a:lnTo>
                  <a:lnTo>
                    <a:pt x="6350" y="30480"/>
                  </a:lnTo>
                  <a:close/>
                </a:path>
              </a:pathLst>
            </a:custGeom>
            <a:solidFill>
              <a:srgbClr val="EBC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2">
              <a:extLst>
                <a:ext uri="{FF2B5EF4-FFF2-40B4-BE49-F238E27FC236}">
                  <a16:creationId xmlns:a16="http://schemas.microsoft.com/office/drawing/2014/main" id="{F266D8D6-286A-ABB1-DD29-DB44CD2F6139}"/>
                </a:ext>
              </a:extLst>
            </p:cNvPr>
            <p:cNvSpPr/>
            <p:nvPr/>
          </p:nvSpPr>
          <p:spPr>
            <a:xfrm>
              <a:off x="8303260" y="4665980"/>
              <a:ext cx="7620" cy="171450"/>
            </a:xfrm>
            <a:custGeom>
              <a:avLst/>
              <a:gdLst/>
              <a:ahLst/>
              <a:cxnLst/>
              <a:rect l="l" t="t" r="r" b="b"/>
              <a:pathLst>
                <a:path w="7620" h="171450">
                  <a:moveTo>
                    <a:pt x="7620" y="171450"/>
                  </a:moveTo>
                  <a:lnTo>
                    <a:pt x="0" y="171450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71450"/>
                  </a:lnTo>
                  <a:close/>
                </a:path>
              </a:pathLst>
            </a:custGeom>
            <a:solidFill>
              <a:srgbClr val="EBCD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3">
              <a:extLst>
                <a:ext uri="{FF2B5EF4-FFF2-40B4-BE49-F238E27FC236}">
                  <a16:creationId xmlns:a16="http://schemas.microsoft.com/office/drawing/2014/main" id="{C07C81B4-7E56-9F9D-D14C-9933E11EC8F6}"/>
                </a:ext>
              </a:extLst>
            </p:cNvPr>
            <p:cNvSpPr/>
            <p:nvPr/>
          </p:nvSpPr>
          <p:spPr>
            <a:xfrm>
              <a:off x="8310879" y="4665980"/>
              <a:ext cx="7620" cy="171450"/>
            </a:xfrm>
            <a:custGeom>
              <a:avLst/>
              <a:gdLst/>
              <a:ahLst/>
              <a:cxnLst/>
              <a:rect l="l" t="t" r="r" b="b"/>
              <a:pathLst>
                <a:path w="7620" h="171450">
                  <a:moveTo>
                    <a:pt x="7620" y="171450"/>
                  </a:moveTo>
                  <a:lnTo>
                    <a:pt x="0" y="171450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71450"/>
                  </a:lnTo>
                  <a:close/>
                </a:path>
              </a:pathLst>
            </a:custGeom>
            <a:solidFill>
              <a:srgbClr val="EBCE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4">
              <a:extLst>
                <a:ext uri="{FF2B5EF4-FFF2-40B4-BE49-F238E27FC236}">
                  <a16:creationId xmlns:a16="http://schemas.microsoft.com/office/drawing/2014/main" id="{90649BF0-9A5E-4F39-98AE-A0BF6BFD985F}"/>
                </a:ext>
              </a:extLst>
            </p:cNvPr>
            <p:cNvSpPr/>
            <p:nvPr/>
          </p:nvSpPr>
          <p:spPr>
            <a:xfrm>
              <a:off x="8318500" y="4665980"/>
              <a:ext cx="6350" cy="171450"/>
            </a:xfrm>
            <a:custGeom>
              <a:avLst/>
              <a:gdLst/>
              <a:ahLst/>
              <a:cxnLst/>
              <a:rect l="l" t="t" r="r" b="b"/>
              <a:pathLst>
                <a:path w="6350" h="171450">
                  <a:moveTo>
                    <a:pt x="6350" y="171450"/>
                  </a:moveTo>
                  <a:lnTo>
                    <a:pt x="0" y="171450"/>
                  </a:lnTo>
                  <a:lnTo>
                    <a:pt x="0" y="0"/>
                  </a:lnTo>
                  <a:lnTo>
                    <a:pt x="6350" y="0"/>
                  </a:lnTo>
                  <a:lnTo>
                    <a:pt x="6350" y="171450"/>
                  </a:lnTo>
                  <a:close/>
                </a:path>
              </a:pathLst>
            </a:custGeom>
            <a:solidFill>
              <a:srgbClr val="ECCF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5">
              <a:extLst>
                <a:ext uri="{FF2B5EF4-FFF2-40B4-BE49-F238E27FC236}">
                  <a16:creationId xmlns:a16="http://schemas.microsoft.com/office/drawing/2014/main" id="{2DAD97D0-BE89-0FFF-A585-80B1B7128A3A}"/>
                </a:ext>
              </a:extLst>
            </p:cNvPr>
            <p:cNvSpPr/>
            <p:nvPr/>
          </p:nvSpPr>
          <p:spPr>
            <a:xfrm>
              <a:off x="8324850" y="4665980"/>
              <a:ext cx="7620" cy="171450"/>
            </a:xfrm>
            <a:custGeom>
              <a:avLst/>
              <a:gdLst/>
              <a:ahLst/>
              <a:cxnLst/>
              <a:rect l="l" t="t" r="r" b="b"/>
              <a:pathLst>
                <a:path w="7620" h="171450">
                  <a:moveTo>
                    <a:pt x="7620" y="171450"/>
                  </a:moveTo>
                  <a:lnTo>
                    <a:pt x="0" y="171450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71450"/>
                  </a:lnTo>
                  <a:close/>
                </a:path>
              </a:pathLst>
            </a:custGeom>
            <a:solidFill>
              <a:srgbClr val="ECC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6">
              <a:extLst>
                <a:ext uri="{FF2B5EF4-FFF2-40B4-BE49-F238E27FC236}">
                  <a16:creationId xmlns:a16="http://schemas.microsoft.com/office/drawing/2014/main" id="{1B3DA421-872B-D87D-45EB-9C88FBC602EC}"/>
                </a:ext>
              </a:extLst>
            </p:cNvPr>
            <p:cNvSpPr/>
            <p:nvPr/>
          </p:nvSpPr>
          <p:spPr>
            <a:xfrm>
              <a:off x="8332470" y="4665980"/>
              <a:ext cx="0" cy="171450"/>
            </a:xfrm>
            <a:custGeom>
              <a:avLst/>
              <a:gdLst/>
              <a:ahLst/>
              <a:cxnLst/>
              <a:rect l="l" t="t" r="r" b="b"/>
              <a:pathLst>
                <a:path h="171450">
                  <a:moveTo>
                    <a:pt x="0" y="0"/>
                  </a:moveTo>
                  <a:lnTo>
                    <a:pt x="0" y="17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D1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17">
              <a:extLst>
                <a:ext uri="{FF2B5EF4-FFF2-40B4-BE49-F238E27FC236}">
                  <a16:creationId xmlns:a16="http://schemas.microsoft.com/office/drawing/2014/main" id="{8C34E996-A86E-48DB-A66E-61DF4440CAE0}"/>
                </a:ext>
              </a:extLst>
            </p:cNvPr>
            <p:cNvSpPr/>
            <p:nvPr/>
          </p:nvSpPr>
          <p:spPr>
            <a:xfrm>
              <a:off x="7655560" y="4635500"/>
              <a:ext cx="675640" cy="232410"/>
            </a:xfrm>
            <a:custGeom>
              <a:avLst/>
              <a:gdLst/>
              <a:ahLst/>
              <a:cxnLst/>
              <a:rect l="l" t="t" r="r" b="b"/>
              <a:pathLst>
                <a:path w="675640" h="232410">
                  <a:moveTo>
                    <a:pt x="29210" y="0"/>
                  </a:moveTo>
                  <a:lnTo>
                    <a:pt x="645160" y="0"/>
                  </a:lnTo>
                  <a:lnTo>
                    <a:pt x="645160" y="29210"/>
                  </a:lnTo>
                  <a:lnTo>
                    <a:pt x="675640" y="29210"/>
                  </a:lnTo>
                  <a:lnTo>
                    <a:pt x="675640" y="201930"/>
                  </a:lnTo>
                  <a:lnTo>
                    <a:pt x="645160" y="201930"/>
                  </a:lnTo>
                  <a:lnTo>
                    <a:pt x="645160" y="232410"/>
                  </a:lnTo>
                  <a:lnTo>
                    <a:pt x="29210" y="232410"/>
                  </a:lnTo>
                  <a:lnTo>
                    <a:pt x="29210" y="201930"/>
                  </a:lnTo>
                  <a:lnTo>
                    <a:pt x="0" y="201930"/>
                  </a:lnTo>
                  <a:lnTo>
                    <a:pt x="0" y="29210"/>
                  </a:lnTo>
                  <a:lnTo>
                    <a:pt x="29210" y="29210"/>
                  </a:lnTo>
                  <a:lnTo>
                    <a:pt x="29210" y="0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1" name="object 1118">
            <a:extLst>
              <a:ext uri="{FF2B5EF4-FFF2-40B4-BE49-F238E27FC236}">
                <a16:creationId xmlns:a16="http://schemas.microsoft.com/office/drawing/2014/main" id="{15D1F576-3911-5BD7-3B7C-5EDE9A732E65}"/>
              </a:ext>
            </a:extLst>
          </p:cNvPr>
          <p:cNvSpPr txBox="1"/>
          <p:nvPr/>
        </p:nvSpPr>
        <p:spPr>
          <a:xfrm>
            <a:off x="873760" y="3990340"/>
            <a:ext cx="54546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FFFF"/>
                </a:solidFill>
                <a:latin typeface="Arial MT"/>
                <a:cs typeface="Arial MT"/>
              </a:rPr>
              <a:t>C</a:t>
            </a:r>
            <a:r>
              <a:rPr sz="1600" dirty="0">
                <a:solidFill>
                  <a:srgbClr val="FFFFFF"/>
                </a:solidFill>
                <a:latin typeface="Arial MT"/>
                <a:cs typeface="Arial MT"/>
              </a:rPr>
              <a:t>li</a:t>
            </a:r>
            <a:r>
              <a:rPr sz="1600" spc="-5" dirty="0">
                <a:solidFill>
                  <a:srgbClr val="FFFFFF"/>
                </a:solidFill>
                <a:latin typeface="Arial MT"/>
                <a:cs typeface="Arial MT"/>
              </a:rPr>
              <a:t>ent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122" name="object 1119">
            <a:extLst>
              <a:ext uri="{FF2B5EF4-FFF2-40B4-BE49-F238E27FC236}">
                <a16:creationId xmlns:a16="http://schemas.microsoft.com/office/drawing/2014/main" id="{EC4258F2-FE58-24A4-8DCC-9901BA68253E}"/>
              </a:ext>
            </a:extLst>
          </p:cNvPr>
          <p:cNvSpPr txBox="1"/>
          <p:nvPr/>
        </p:nvSpPr>
        <p:spPr>
          <a:xfrm>
            <a:off x="7781290" y="2326640"/>
            <a:ext cx="44323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FFFF"/>
                </a:solidFill>
                <a:latin typeface="Arial MT"/>
                <a:cs typeface="Arial MT"/>
              </a:rPr>
              <a:t>C</a:t>
            </a:r>
            <a:r>
              <a:rPr sz="1600" dirty="0">
                <a:solidFill>
                  <a:srgbClr val="FFFFFF"/>
                </a:solidFill>
                <a:latin typeface="Arial MT"/>
                <a:cs typeface="Arial MT"/>
              </a:rPr>
              <a:t>AS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123" name="object 1120">
            <a:extLst>
              <a:ext uri="{FF2B5EF4-FFF2-40B4-BE49-F238E27FC236}">
                <a16:creationId xmlns:a16="http://schemas.microsoft.com/office/drawing/2014/main" id="{44E0856E-B083-B72C-3BE7-91FCA46F183A}"/>
              </a:ext>
            </a:extLst>
          </p:cNvPr>
          <p:cNvSpPr txBox="1"/>
          <p:nvPr/>
        </p:nvSpPr>
        <p:spPr>
          <a:xfrm>
            <a:off x="7690454" y="4636770"/>
            <a:ext cx="60896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0005">
              <a:lnSpc>
                <a:spcPct val="100000"/>
              </a:lnSpc>
              <a:spcBef>
                <a:spcPts val="100"/>
              </a:spcBef>
            </a:pPr>
            <a:r>
              <a:rPr sz="1200" spc="-170" dirty="0">
                <a:solidFill>
                  <a:srgbClr val="000207"/>
                </a:solidFill>
                <a:latin typeface="Arial MT"/>
                <a:cs typeface="Arial MT"/>
              </a:rPr>
              <a:t>O</a:t>
            </a:r>
            <a:r>
              <a:rPr sz="1200" spc="-125" dirty="0">
                <a:solidFill>
                  <a:srgbClr val="000207"/>
                </a:solidFill>
                <a:latin typeface="Arial MT"/>
                <a:cs typeface="Arial MT"/>
              </a:rPr>
              <a:t>b</a:t>
            </a:r>
            <a:r>
              <a:rPr sz="1200" spc="-50" dirty="0">
                <a:solidFill>
                  <a:srgbClr val="000207"/>
                </a:solidFill>
                <a:latin typeface="Arial MT"/>
                <a:cs typeface="Arial MT"/>
              </a:rPr>
              <a:t>j</a:t>
            </a:r>
            <a:r>
              <a:rPr sz="1200" spc="-125" dirty="0">
                <a:solidFill>
                  <a:srgbClr val="000207"/>
                </a:solidFill>
                <a:latin typeface="Arial MT"/>
                <a:cs typeface="Arial MT"/>
              </a:rPr>
              <a:t>e</a:t>
            </a:r>
            <a:r>
              <a:rPr sz="1200" spc="-114" dirty="0">
                <a:solidFill>
                  <a:srgbClr val="000207"/>
                </a:solidFill>
                <a:latin typeface="Arial MT"/>
                <a:cs typeface="Arial MT"/>
              </a:rPr>
              <a:t>c</a:t>
            </a:r>
            <a:r>
              <a:rPr sz="1200" spc="-60" dirty="0">
                <a:solidFill>
                  <a:srgbClr val="000207"/>
                </a:solidFill>
                <a:latin typeface="Arial MT"/>
                <a:cs typeface="Arial MT"/>
              </a:rPr>
              <a:t>t</a:t>
            </a:r>
            <a:r>
              <a:rPr sz="1200" spc="-5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200" spc="-65" dirty="0">
                <a:solidFill>
                  <a:srgbClr val="000207"/>
                </a:solidFill>
                <a:latin typeface="Arial MT"/>
                <a:cs typeface="Arial MT"/>
              </a:rPr>
              <a:t>I</a:t>
            </a:r>
            <a:r>
              <a:rPr sz="1200" spc="-160" dirty="0">
                <a:solidFill>
                  <a:srgbClr val="000207"/>
                </a:solidFill>
                <a:latin typeface="Arial MT"/>
                <a:cs typeface="Arial MT"/>
              </a:rPr>
              <a:t>D</a:t>
            </a:r>
            <a:endParaRPr sz="1200">
              <a:latin typeface="Arial MT"/>
              <a:cs typeface="Arial MT"/>
            </a:endParaRPr>
          </a:p>
        </p:txBody>
      </p:sp>
      <p:grpSp>
        <p:nvGrpSpPr>
          <p:cNvPr id="1124" name="object 1121">
            <a:extLst>
              <a:ext uri="{FF2B5EF4-FFF2-40B4-BE49-F238E27FC236}">
                <a16:creationId xmlns:a16="http://schemas.microsoft.com/office/drawing/2014/main" id="{53AF9A3B-AE6B-FABB-8760-5D6BBF31A0FB}"/>
              </a:ext>
            </a:extLst>
          </p:cNvPr>
          <p:cNvGrpSpPr/>
          <p:nvPr/>
        </p:nvGrpSpPr>
        <p:grpSpPr>
          <a:xfrm>
            <a:off x="183832" y="2434589"/>
            <a:ext cx="2375535" cy="1005205"/>
            <a:chOff x="183832" y="2434589"/>
            <a:chExt cx="2375535" cy="1005205"/>
          </a:xfrm>
        </p:grpSpPr>
        <p:sp>
          <p:nvSpPr>
            <p:cNvPr id="1125" name="object 1122">
              <a:extLst>
                <a:ext uri="{FF2B5EF4-FFF2-40B4-BE49-F238E27FC236}">
                  <a16:creationId xmlns:a16="http://schemas.microsoft.com/office/drawing/2014/main" id="{B8440520-BC80-0E12-FBDC-D50297C80B7D}"/>
                </a:ext>
              </a:extLst>
            </p:cNvPr>
            <p:cNvSpPr/>
            <p:nvPr/>
          </p:nvSpPr>
          <p:spPr>
            <a:xfrm>
              <a:off x="198120" y="2727959"/>
              <a:ext cx="2346960" cy="697230"/>
            </a:xfrm>
            <a:custGeom>
              <a:avLst/>
              <a:gdLst/>
              <a:ahLst/>
              <a:cxnLst/>
              <a:rect l="l" t="t" r="r" b="b"/>
              <a:pathLst>
                <a:path w="2346960" h="697229">
                  <a:moveTo>
                    <a:pt x="2231390" y="0"/>
                  </a:moveTo>
                  <a:lnTo>
                    <a:pt x="115570" y="0"/>
                  </a:lnTo>
                  <a:lnTo>
                    <a:pt x="73402" y="9842"/>
                  </a:lnTo>
                  <a:lnTo>
                    <a:pt x="36353" y="35877"/>
                  </a:lnTo>
                  <a:lnTo>
                    <a:pt x="10021" y="72866"/>
                  </a:lnTo>
                  <a:lnTo>
                    <a:pt x="0" y="115569"/>
                  </a:lnTo>
                  <a:lnTo>
                    <a:pt x="0" y="580389"/>
                  </a:lnTo>
                  <a:lnTo>
                    <a:pt x="10021" y="623292"/>
                  </a:lnTo>
                  <a:lnTo>
                    <a:pt x="36353" y="660717"/>
                  </a:lnTo>
                  <a:lnTo>
                    <a:pt x="73402" y="687189"/>
                  </a:lnTo>
                  <a:lnTo>
                    <a:pt x="115570" y="697229"/>
                  </a:lnTo>
                  <a:lnTo>
                    <a:pt x="2231390" y="697229"/>
                  </a:lnTo>
                  <a:lnTo>
                    <a:pt x="2273557" y="687189"/>
                  </a:lnTo>
                  <a:lnTo>
                    <a:pt x="2310606" y="660717"/>
                  </a:lnTo>
                  <a:lnTo>
                    <a:pt x="2336938" y="623292"/>
                  </a:lnTo>
                  <a:lnTo>
                    <a:pt x="2346960" y="580389"/>
                  </a:lnTo>
                  <a:lnTo>
                    <a:pt x="2346960" y="115569"/>
                  </a:lnTo>
                  <a:lnTo>
                    <a:pt x="2336938" y="72866"/>
                  </a:lnTo>
                  <a:lnTo>
                    <a:pt x="2310606" y="35877"/>
                  </a:lnTo>
                  <a:lnTo>
                    <a:pt x="2273557" y="9842"/>
                  </a:lnTo>
                  <a:lnTo>
                    <a:pt x="223139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3">
              <a:extLst>
                <a:ext uri="{FF2B5EF4-FFF2-40B4-BE49-F238E27FC236}">
                  <a16:creationId xmlns:a16="http://schemas.microsoft.com/office/drawing/2014/main" id="{77084A0A-922B-1DFA-209C-27C00E41783E}"/>
                </a:ext>
              </a:extLst>
            </p:cNvPr>
            <p:cNvSpPr/>
            <p:nvPr/>
          </p:nvSpPr>
          <p:spPr>
            <a:xfrm>
              <a:off x="198120" y="2727959"/>
              <a:ext cx="2346960" cy="697230"/>
            </a:xfrm>
            <a:custGeom>
              <a:avLst/>
              <a:gdLst/>
              <a:ahLst/>
              <a:cxnLst/>
              <a:rect l="l" t="t" r="r" b="b"/>
              <a:pathLst>
                <a:path w="2346960" h="697229">
                  <a:moveTo>
                    <a:pt x="115570" y="0"/>
                  </a:moveTo>
                  <a:lnTo>
                    <a:pt x="73402" y="9842"/>
                  </a:lnTo>
                  <a:lnTo>
                    <a:pt x="36353" y="35877"/>
                  </a:lnTo>
                  <a:lnTo>
                    <a:pt x="10021" y="72866"/>
                  </a:lnTo>
                  <a:lnTo>
                    <a:pt x="0" y="115569"/>
                  </a:lnTo>
                  <a:lnTo>
                    <a:pt x="0" y="580389"/>
                  </a:lnTo>
                  <a:lnTo>
                    <a:pt x="10021" y="623292"/>
                  </a:lnTo>
                  <a:lnTo>
                    <a:pt x="36353" y="660717"/>
                  </a:lnTo>
                  <a:lnTo>
                    <a:pt x="73402" y="687189"/>
                  </a:lnTo>
                  <a:lnTo>
                    <a:pt x="115570" y="697229"/>
                  </a:lnTo>
                  <a:lnTo>
                    <a:pt x="2231390" y="697229"/>
                  </a:lnTo>
                  <a:lnTo>
                    <a:pt x="2273557" y="687189"/>
                  </a:lnTo>
                  <a:lnTo>
                    <a:pt x="2310606" y="660717"/>
                  </a:lnTo>
                  <a:lnTo>
                    <a:pt x="2336938" y="623292"/>
                  </a:lnTo>
                  <a:lnTo>
                    <a:pt x="2346960" y="580389"/>
                  </a:lnTo>
                  <a:lnTo>
                    <a:pt x="2346960" y="115569"/>
                  </a:lnTo>
                  <a:lnTo>
                    <a:pt x="2336938" y="72866"/>
                  </a:lnTo>
                  <a:lnTo>
                    <a:pt x="2310606" y="35877"/>
                  </a:lnTo>
                  <a:lnTo>
                    <a:pt x="2273557" y="9842"/>
                  </a:lnTo>
                  <a:lnTo>
                    <a:pt x="2231390" y="0"/>
                  </a:lnTo>
                  <a:lnTo>
                    <a:pt x="115570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4">
              <a:extLst>
                <a:ext uri="{FF2B5EF4-FFF2-40B4-BE49-F238E27FC236}">
                  <a16:creationId xmlns:a16="http://schemas.microsoft.com/office/drawing/2014/main" id="{516D3F3E-9223-35CD-B9E8-0798FB12BA47}"/>
                </a:ext>
              </a:extLst>
            </p:cNvPr>
            <p:cNvSpPr/>
            <p:nvPr/>
          </p:nvSpPr>
          <p:spPr>
            <a:xfrm>
              <a:off x="1182370" y="2434589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59" h="378460">
                  <a:moveTo>
                    <a:pt x="189230" y="0"/>
                  </a:moveTo>
                  <a:lnTo>
                    <a:pt x="139053" y="6785"/>
                  </a:lnTo>
                  <a:lnTo>
                    <a:pt x="93885" y="25917"/>
                  </a:lnTo>
                  <a:lnTo>
                    <a:pt x="55562" y="55562"/>
                  </a:lnTo>
                  <a:lnTo>
                    <a:pt x="25917" y="93885"/>
                  </a:lnTo>
                  <a:lnTo>
                    <a:pt x="6785" y="139053"/>
                  </a:lnTo>
                  <a:lnTo>
                    <a:pt x="0" y="189230"/>
                  </a:lnTo>
                  <a:lnTo>
                    <a:pt x="6785" y="239406"/>
                  </a:lnTo>
                  <a:lnTo>
                    <a:pt x="25917" y="284574"/>
                  </a:lnTo>
                  <a:lnTo>
                    <a:pt x="55562" y="322897"/>
                  </a:lnTo>
                  <a:lnTo>
                    <a:pt x="93885" y="352542"/>
                  </a:lnTo>
                  <a:lnTo>
                    <a:pt x="139053" y="371674"/>
                  </a:lnTo>
                  <a:lnTo>
                    <a:pt x="189230" y="378460"/>
                  </a:lnTo>
                  <a:lnTo>
                    <a:pt x="239406" y="371674"/>
                  </a:lnTo>
                  <a:lnTo>
                    <a:pt x="284574" y="352542"/>
                  </a:lnTo>
                  <a:lnTo>
                    <a:pt x="322897" y="322897"/>
                  </a:lnTo>
                  <a:lnTo>
                    <a:pt x="352542" y="284574"/>
                  </a:lnTo>
                  <a:lnTo>
                    <a:pt x="371674" y="239406"/>
                  </a:lnTo>
                  <a:lnTo>
                    <a:pt x="378460" y="189230"/>
                  </a:lnTo>
                  <a:lnTo>
                    <a:pt x="371674" y="139053"/>
                  </a:lnTo>
                  <a:lnTo>
                    <a:pt x="352542" y="93885"/>
                  </a:lnTo>
                  <a:lnTo>
                    <a:pt x="322897" y="55562"/>
                  </a:lnTo>
                  <a:lnTo>
                    <a:pt x="284574" y="25917"/>
                  </a:lnTo>
                  <a:lnTo>
                    <a:pt x="239406" y="6785"/>
                  </a:lnTo>
                  <a:lnTo>
                    <a:pt x="189230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8" name="object 1125">
            <a:extLst>
              <a:ext uri="{FF2B5EF4-FFF2-40B4-BE49-F238E27FC236}">
                <a16:creationId xmlns:a16="http://schemas.microsoft.com/office/drawing/2014/main" id="{9AE3D554-CD76-8A7F-5441-9437D731987E}"/>
              </a:ext>
            </a:extLst>
          </p:cNvPr>
          <p:cNvSpPr txBox="1"/>
          <p:nvPr/>
        </p:nvSpPr>
        <p:spPr>
          <a:xfrm>
            <a:off x="293370" y="2395502"/>
            <a:ext cx="2146935" cy="942340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10795" algn="ctr">
              <a:lnSpc>
                <a:spcPct val="100000"/>
              </a:lnSpc>
              <a:spcBef>
                <a:spcPts val="47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1</a:t>
            </a:r>
            <a:endParaRPr sz="2000">
              <a:latin typeface="Arial MT"/>
              <a:cs typeface="Arial MT"/>
            </a:endParaRPr>
          </a:p>
          <a:p>
            <a:pPr marL="12065" marR="5080" algn="ctr">
              <a:lnSpc>
                <a:spcPts val="1939"/>
              </a:lnSpc>
              <a:spcBef>
                <a:spcPts val="590"/>
              </a:spcBef>
            </a:pP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Client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presents data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 to</a:t>
            </a:r>
            <a:r>
              <a:rPr sz="1800" spc="-2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API</a:t>
            </a:r>
            <a:r>
              <a:rPr sz="1800" spc="-1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to</a:t>
            </a:r>
            <a:r>
              <a:rPr sz="1800" spc="-2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be</a:t>
            </a:r>
            <a:r>
              <a:rPr sz="1800" spc="-2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archived</a:t>
            </a:r>
            <a:endParaRPr sz="1800">
              <a:latin typeface="Arial MT"/>
              <a:cs typeface="Arial MT"/>
            </a:endParaRPr>
          </a:p>
        </p:txBody>
      </p:sp>
      <p:grpSp>
        <p:nvGrpSpPr>
          <p:cNvPr id="1129" name="object 1126">
            <a:extLst>
              <a:ext uri="{FF2B5EF4-FFF2-40B4-BE49-F238E27FC236}">
                <a16:creationId xmlns:a16="http://schemas.microsoft.com/office/drawing/2014/main" id="{EF8FB61F-A34B-3BE2-2800-A97D54FC1ED3}"/>
              </a:ext>
            </a:extLst>
          </p:cNvPr>
          <p:cNvGrpSpPr/>
          <p:nvPr/>
        </p:nvGrpSpPr>
        <p:grpSpPr>
          <a:xfrm>
            <a:off x="3022282" y="1700529"/>
            <a:ext cx="2375535" cy="1003935"/>
            <a:chOff x="3022282" y="1700529"/>
            <a:chExt cx="2375535" cy="1003935"/>
          </a:xfrm>
        </p:grpSpPr>
        <p:sp>
          <p:nvSpPr>
            <p:cNvPr id="1130" name="object 1127">
              <a:extLst>
                <a:ext uri="{FF2B5EF4-FFF2-40B4-BE49-F238E27FC236}">
                  <a16:creationId xmlns:a16="http://schemas.microsoft.com/office/drawing/2014/main" id="{B0F5F017-CEC0-8C3B-F600-7BF4ABC168F4}"/>
                </a:ext>
              </a:extLst>
            </p:cNvPr>
            <p:cNvSpPr/>
            <p:nvPr/>
          </p:nvSpPr>
          <p:spPr>
            <a:xfrm>
              <a:off x="3036570" y="1992629"/>
              <a:ext cx="2346960" cy="697230"/>
            </a:xfrm>
            <a:custGeom>
              <a:avLst/>
              <a:gdLst/>
              <a:ahLst/>
              <a:cxnLst/>
              <a:rect l="l" t="t" r="r" b="b"/>
              <a:pathLst>
                <a:path w="2346960" h="697230">
                  <a:moveTo>
                    <a:pt x="2230120" y="0"/>
                  </a:moveTo>
                  <a:lnTo>
                    <a:pt x="115569" y="0"/>
                  </a:lnTo>
                  <a:lnTo>
                    <a:pt x="73402" y="9842"/>
                  </a:lnTo>
                  <a:lnTo>
                    <a:pt x="36353" y="35877"/>
                  </a:lnTo>
                  <a:lnTo>
                    <a:pt x="10021" y="72866"/>
                  </a:lnTo>
                  <a:lnTo>
                    <a:pt x="0" y="115570"/>
                  </a:lnTo>
                  <a:lnTo>
                    <a:pt x="0" y="580390"/>
                  </a:lnTo>
                  <a:lnTo>
                    <a:pt x="10021" y="623292"/>
                  </a:lnTo>
                  <a:lnTo>
                    <a:pt x="36353" y="660717"/>
                  </a:lnTo>
                  <a:lnTo>
                    <a:pt x="73402" y="687189"/>
                  </a:lnTo>
                  <a:lnTo>
                    <a:pt x="115569" y="697230"/>
                  </a:lnTo>
                  <a:lnTo>
                    <a:pt x="2230120" y="697230"/>
                  </a:lnTo>
                  <a:lnTo>
                    <a:pt x="2273022" y="687189"/>
                  </a:lnTo>
                  <a:lnTo>
                    <a:pt x="2310447" y="660717"/>
                  </a:lnTo>
                  <a:lnTo>
                    <a:pt x="2336919" y="623292"/>
                  </a:lnTo>
                  <a:lnTo>
                    <a:pt x="2346960" y="580390"/>
                  </a:lnTo>
                  <a:lnTo>
                    <a:pt x="2346960" y="115570"/>
                  </a:lnTo>
                  <a:lnTo>
                    <a:pt x="2336919" y="72866"/>
                  </a:lnTo>
                  <a:lnTo>
                    <a:pt x="2310447" y="35877"/>
                  </a:lnTo>
                  <a:lnTo>
                    <a:pt x="2273022" y="9842"/>
                  </a:lnTo>
                  <a:lnTo>
                    <a:pt x="223012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28">
              <a:extLst>
                <a:ext uri="{FF2B5EF4-FFF2-40B4-BE49-F238E27FC236}">
                  <a16:creationId xmlns:a16="http://schemas.microsoft.com/office/drawing/2014/main" id="{88940F7F-C9E7-FB56-6D38-19B42B24161A}"/>
                </a:ext>
              </a:extLst>
            </p:cNvPr>
            <p:cNvSpPr/>
            <p:nvPr/>
          </p:nvSpPr>
          <p:spPr>
            <a:xfrm>
              <a:off x="3036570" y="1992629"/>
              <a:ext cx="2346960" cy="697230"/>
            </a:xfrm>
            <a:custGeom>
              <a:avLst/>
              <a:gdLst/>
              <a:ahLst/>
              <a:cxnLst/>
              <a:rect l="l" t="t" r="r" b="b"/>
              <a:pathLst>
                <a:path w="2346960" h="697230">
                  <a:moveTo>
                    <a:pt x="115569" y="0"/>
                  </a:moveTo>
                  <a:lnTo>
                    <a:pt x="73402" y="9842"/>
                  </a:lnTo>
                  <a:lnTo>
                    <a:pt x="36353" y="35877"/>
                  </a:lnTo>
                  <a:lnTo>
                    <a:pt x="10021" y="72866"/>
                  </a:lnTo>
                  <a:lnTo>
                    <a:pt x="0" y="115570"/>
                  </a:lnTo>
                  <a:lnTo>
                    <a:pt x="0" y="580390"/>
                  </a:lnTo>
                  <a:lnTo>
                    <a:pt x="10021" y="623292"/>
                  </a:lnTo>
                  <a:lnTo>
                    <a:pt x="36353" y="660717"/>
                  </a:lnTo>
                  <a:lnTo>
                    <a:pt x="73402" y="687189"/>
                  </a:lnTo>
                  <a:lnTo>
                    <a:pt x="115569" y="697230"/>
                  </a:lnTo>
                  <a:lnTo>
                    <a:pt x="2230120" y="697230"/>
                  </a:lnTo>
                  <a:lnTo>
                    <a:pt x="2273022" y="687189"/>
                  </a:lnTo>
                  <a:lnTo>
                    <a:pt x="2310447" y="660717"/>
                  </a:lnTo>
                  <a:lnTo>
                    <a:pt x="2336919" y="623292"/>
                  </a:lnTo>
                  <a:lnTo>
                    <a:pt x="2346960" y="580390"/>
                  </a:lnTo>
                  <a:lnTo>
                    <a:pt x="2346960" y="115570"/>
                  </a:lnTo>
                  <a:lnTo>
                    <a:pt x="2336919" y="72866"/>
                  </a:lnTo>
                  <a:lnTo>
                    <a:pt x="2310447" y="35877"/>
                  </a:lnTo>
                  <a:lnTo>
                    <a:pt x="2273022" y="9842"/>
                  </a:lnTo>
                  <a:lnTo>
                    <a:pt x="2230120" y="0"/>
                  </a:lnTo>
                  <a:lnTo>
                    <a:pt x="115569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29">
              <a:extLst>
                <a:ext uri="{FF2B5EF4-FFF2-40B4-BE49-F238E27FC236}">
                  <a16:creationId xmlns:a16="http://schemas.microsoft.com/office/drawing/2014/main" id="{2510A738-28F6-174B-5BD5-9B4863D4A821}"/>
                </a:ext>
              </a:extLst>
            </p:cNvPr>
            <p:cNvSpPr/>
            <p:nvPr/>
          </p:nvSpPr>
          <p:spPr>
            <a:xfrm>
              <a:off x="4020820" y="1700529"/>
              <a:ext cx="377190" cy="377190"/>
            </a:xfrm>
            <a:custGeom>
              <a:avLst/>
              <a:gdLst/>
              <a:ahLst/>
              <a:cxnLst/>
              <a:rect l="l" t="t" r="r" b="b"/>
              <a:pathLst>
                <a:path w="377189" h="377189">
                  <a:moveTo>
                    <a:pt x="189229" y="0"/>
                  </a:moveTo>
                  <a:lnTo>
                    <a:pt x="138612" y="6691"/>
                  </a:lnTo>
                  <a:lnTo>
                    <a:pt x="93321" y="25588"/>
                  </a:lnTo>
                  <a:lnTo>
                    <a:pt x="55086" y="54927"/>
                  </a:lnTo>
                  <a:lnTo>
                    <a:pt x="25635" y="92945"/>
                  </a:lnTo>
                  <a:lnTo>
                    <a:pt x="6696" y="137877"/>
                  </a:lnTo>
                  <a:lnTo>
                    <a:pt x="0" y="187960"/>
                  </a:lnTo>
                  <a:lnTo>
                    <a:pt x="6696" y="238136"/>
                  </a:lnTo>
                  <a:lnTo>
                    <a:pt x="25635" y="283304"/>
                  </a:lnTo>
                  <a:lnTo>
                    <a:pt x="55086" y="321627"/>
                  </a:lnTo>
                  <a:lnTo>
                    <a:pt x="93321" y="351272"/>
                  </a:lnTo>
                  <a:lnTo>
                    <a:pt x="138612" y="370404"/>
                  </a:lnTo>
                  <a:lnTo>
                    <a:pt x="189229" y="377190"/>
                  </a:lnTo>
                  <a:lnTo>
                    <a:pt x="238871" y="370404"/>
                  </a:lnTo>
                  <a:lnTo>
                    <a:pt x="283680" y="351272"/>
                  </a:lnTo>
                  <a:lnTo>
                    <a:pt x="321786" y="321627"/>
                  </a:lnTo>
                  <a:lnTo>
                    <a:pt x="351319" y="283304"/>
                  </a:lnTo>
                  <a:lnTo>
                    <a:pt x="370410" y="238136"/>
                  </a:lnTo>
                  <a:lnTo>
                    <a:pt x="377189" y="187960"/>
                  </a:lnTo>
                  <a:lnTo>
                    <a:pt x="370410" y="137877"/>
                  </a:lnTo>
                  <a:lnTo>
                    <a:pt x="351319" y="92945"/>
                  </a:lnTo>
                  <a:lnTo>
                    <a:pt x="321786" y="54927"/>
                  </a:lnTo>
                  <a:lnTo>
                    <a:pt x="283680" y="25588"/>
                  </a:lnTo>
                  <a:lnTo>
                    <a:pt x="238871" y="6691"/>
                  </a:lnTo>
                  <a:lnTo>
                    <a:pt x="189229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3" name="object 1130">
            <a:extLst>
              <a:ext uri="{FF2B5EF4-FFF2-40B4-BE49-F238E27FC236}">
                <a16:creationId xmlns:a16="http://schemas.microsoft.com/office/drawing/2014/main" id="{1E1CA252-EC4C-EE63-64D3-09043131510F}"/>
              </a:ext>
            </a:extLst>
          </p:cNvPr>
          <p:cNvSpPr txBox="1"/>
          <p:nvPr/>
        </p:nvSpPr>
        <p:spPr>
          <a:xfrm>
            <a:off x="3119120" y="1662853"/>
            <a:ext cx="2182495" cy="93980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2</a:t>
            </a:r>
            <a:endParaRPr sz="2000">
              <a:latin typeface="Arial MT"/>
              <a:cs typeface="Arial MT"/>
            </a:endParaRPr>
          </a:p>
          <a:p>
            <a:pPr marL="12065" marR="5080" indent="-1905" algn="ctr">
              <a:lnSpc>
                <a:spcPts val="1939"/>
              </a:lnSpc>
              <a:spcBef>
                <a:spcPts val="580"/>
              </a:spcBef>
            </a:pP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Unique Content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 Address</a:t>
            </a:r>
            <a:r>
              <a:rPr sz="1800" spc="-2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is</a:t>
            </a:r>
            <a:r>
              <a:rPr sz="1800" spc="-2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calculated</a:t>
            </a:r>
            <a:endParaRPr sz="1800">
              <a:latin typeface="Arial MT"/>
              <a:cs typeface="Arial MT"/>
            </a:endParaRPr>
          </a:p>
        </p:txBody>
      </p:sp>
      <p:grpSp>
        <p:nvGrpSpPr>
          <p:cNvPr id="1134" name="object 1131">
            <a:extLst>
              <a:ext uri="{FF2B5EF4-FFF2-40B4-BE49-F238E27FC236}">
                <a16:creationId xmlns:a16="http://schemas.microsoft.com/office/drawing/2014/main" id="{4E6A6A19-0B31-7F90-6B67-A5D0CC606832}"/>
              </a:ext>
            </a:extLst>
          </p:cNvPr>
          <p:cNvGrpSpPr/>
          <p:nvPr/>
        </p:nvGrpSpPr>
        <p:grpSpPr>
          <a:xfrm>
            <a:off x="4804092" y="2642870"/>
            <a:ext cx="2374265" cy="1003935"/>
            <a:chOff x="4804092" y="2642870"/>
            <a:chExt cx="2374265" cy="1003935"/>
          </a:xfrm>
        </p:grpSpPr>
        <p:sp>
          <p:nvSpPr>
            <p:cNvPr id="1135" name="object 1132">
              <a:extLst>
                <a:ext uri="{FF2B5EF4-FFF2-40B4-BE49-F238E27FC236}">
                  <a16:creationId xmlns:a16="http://schemas.microsoft.com/office/drawing/2014/main" id="{50FA204D-A818-B6EA-01CD-F54135BC8C1E}"/>
                </a:ext>
              </a:extLst>
            </p:cNvPr>
            <p:cNvSpPr/>
            <p:nvPr/>
          </p:nvSpPr>
          <p:spPr>
            <a:xfrm>
              <a:off x="4818379" y="2934970"/>
              <a:ext cx="2345690" cy="697230"/>
            </a:xfrm>
            <a:custGeom>
              <a:avLst/>
              <a:gdLst/>
              <a:ahLst/>
              <a:cxnLst/>
              <a:rect l="l" t="t" r="r" b="b"/>
              <a:pathLst>
                <a:path w="2345690" h="697229">
                  <a:moveTo>
                    <a:pt x="2230120" y="0"/>
                  </a:moveTo>
                  <a:lnTo>
                    <a:pt x="115570" y="0"/>
                  </a:lnTo>
                  <a:lnTo>
                    <a:pt x="72866" y="10021"/>
                  </a:lnTo>
                  <a:lnTo>
                    <a:pt x="35877" y="36353"/>
                  </a:lnTo>
                  <a:lnTo>
                    <a:pt x="9842" y="73402"/>
                  </a:lnTo>
                  <a:lnTo>
                    <a:pt x="0" y="115569"/>
                  </a:lnTo>
                  <a:lnTo>
                    <a:pt x="0" y="580389"/>
                  </a:lnTo>
                  <a:lnTo>
                    <a:pt x="9842" y="623292"/>
                  </a:lnTo>
                  <a:lnTo>
                    <a:pt x="35877" y="660717"/>
                  </a:lnTo>
                  <a:lnTo>
                    <a:pt x="72866" y="687189"/>
                  </a:lnTo>
                  <a:lnTo>
                    <a:pt x="115570" y="697229"/>
                  </a:lnTo>
                  <a:lnTo>
                    <a:pt x="2230120" y="697229"/>
                  </a:lnTo>
                  <a:lnTo>
                    <a:pt x="2272287" y="687189"/>
                  </a:lnTo>
                  <a:lnTo>
                    <a:pt x="2309336" y="660717"/>
                  </a:lnTo>
                  <a:lnTo>
                    <a:pt x="2335668" y="623292"/>
                  </a:lnTo>
                  <a:lnTo>
                    <a:pt x="2345690" y="580389"/>
                  </a:lnTo>
                  <a:lnTo>
                    <a:pt x="2345690" y="115569"/>
                  </a:lnTo>
                  <a:lnTo>
                    <a:pt x="2335668" y="73402"/>
                  </a:lnTo>
                  <a:lnTo>
                    <a:pt x="2309336" y="36353"/>
                  </a:lnTo>
                  <a:lnTo>
                    <a:pt x="2272287" y="10021"/>
                  </a:lnTo>
                  <a:lnTo>
                    <a:pt x="223012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3">
              <a:extLst>
                <a:ext uri="{FF2B5EF4-FFF2-40B4-BE49-F238E27FC236}">
                  <a16:creationId xmlns:a16="http://schemas.microsoft.com/office/drawing/2014/main" id="{45118B09-AE02-F8B0-E6AA-4B74947D270D}"/>
                </a:ext>
              </a:extLst>
            </p:cNvPr>
            <p:cNvSpPr/>
            <p:nvPr/>
          </p:nvSpPr>
          <p:spPr>
            <a:xfrm>
              <a:off x="4818379" y="2934970"/>
              <a:ext cx="2345690" cy="697230"/>
            </a:xfrm>
            <a:custGeom>
              <a:avLst/>
              <a:gdLst/>
              <a:ahLst/>
              <a:cxnLst/>
              <a:rect l="l" t="t" r="r" b="b"/>
              <a:pathLst>
                <a:path w="2345690" h="697229">
                  <a:moveTo>
                    <a:pt x="115570" y="0"/>
                  </a:moveTo>
                  <a:lnTo>
                    <a:pt x="72866" y="10021"/>
                  </a:lnTo>
                  <a:lnTo>
                    <a:pt x="35877" y="36353"/>
                  </a:lnTo>
                  <a:lnTo>
                    <a:pt x="9842" y="73402"/>
                  </a:lnTo>
                  <a:lnTo>
                    <a:pt x="0" y="115569"/>
                  </a:lnTo>
                  <a:lnTo>
                    <a:pt x="0" y="580389"/>
                  </a:lnTo>
                  <a:lnTo>
                    <a:pt x="9842" y="623292"/>
                  </a:lnTo>
                  <a:lnTo>
                    <a:pt x="35877" y="660717"/>
                  </a:lnTo>
                  <a:lnTo>
                    <a:pt x="72866" y="687189"/>
                  </a:lnTo>
                  <a:lnTo>
                    <a:pt x="115570" y="697229"/>
                  </a:lnTo>
                  <a:lnTo>
                    <a:pt x="2230120" y="697229"/>
                  </a:lnTo>
                  <a:lnTo>
                    <a:pt x="2272287" y="687189"/>
                  </a:lnTo>
                  <a:lnTo>
                    <a:pt x="2309336" y="660717"/>
                  </a:lnTo>
                  <a:lnTo>
                    <a:pt x="2335668" y="623292"/>
                  </a:lnTo>
                  <a:lnTo>
                    <a:pt x="2345690" y="580389"/>
                  </a:lnTo>
                  <a:lnTo>
                    <a:pt x="2345690" y="115569"/>
                  </a:lnTo>
                  <a:lnTo>
                    <a:pt x="2335668" y="73402"/>
                  </a:lnTo>
                  <a:lnTo>
                    <a:pt x="2309336" y="36353"/>
                  </a:lnTo>
                  <a:lnTo>
                    <a:pt x="2272287" y="10021"/>
                  </a:lnTo>
                  <a:lnTo>
                    <a:pt x="2230120" y="0"/>
                  </a:lnTo>
                  <a:lnTo>
                    <a:pt x="115570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4">
              <a:extLst>
                <a:ext uri="{FF2B5EF4-FFF2-40B4-BE49-F238E27FC236}">
                  <a16:creationId xmlns:a16="http://schemas.microsoft.com/office/drawing/2014/main" id="{9B3B0929-AFAB-825E-26D2-8B018462C259}"/>
                </a:ext>
              </a:extLst>
            </p:cNvPr>
            <p:cNvSpPr/>
            <p:nvPr/>
          </p:nvSpPr>
          <p:spPr>
            <a:xfrm>
              <a:off x="5802629" y="2642870"/>
              <a:ext cx="377190" cy="378460"/>
            </a:xfrm>
            <a:custGeom>
              <a:avLst/>
              <a:gdLst/>
              <a:ahLst/>
              <a:cxnLst/>
              <a:rect l="l" t="t" r="r" b="b"/>
              <a:pathLst>
                <a:path w="377189" h="378460">
                  <a:moveTo>
                    <a:pt x="187960" y="0"/>
                  </a:moveTo>
                  <a:lnTo>
                    <a:pt x="137877" y="6785"/>
                  </a:lnTo>
                  <a:lnTo>
                    <a:pt x="92945" y="25917"/>
                  </a:lnTo>
                  <a:lnTo>
                    <a:pt x="54927" y="55562"/>
                  </a:lnTo>
                  <a:lnTo>
                    <a:pt x="25588" y="93885"/>
                  </a:lnTo>
                  <a:lnTo>
                    <a:pt x="6691" y="139053"/>
                  </a:lnTo>
                  <a:lnTo>
                    <a:pt x="0" y="189229"/>
                  </a:lnTo>
                  <a:lnTo>
                    <a:pt x="6691" y="239406"/>
                  </a:lnTo>
                  <a:lnTo>
                    <a:pt x="25588" y="284574"/>
                  </a:lnTo>
                  <a:lnTo>
                    <a:pt x="54927" y="322897"/>
                  </a:lnTo>
                  <a:lnTo>
                    <a:pt x="92945" y="352542"/>
                  </a:lnTo>
                  <a:lnTo>
                    <a:pt x="137877" y="371674"/>
                  </a:lnTo>
                  <a:lnTo>
                    <a:pt x="187960" y="378459"/>
                  </a:lnTo>
                  <a:lnTo>
                    <a:pt x="238136" y="371674"/>
                  </a:lnTo>
                  <a:lnTo>
                    <a:pt x="283304" y="352542"/>
                  </a:lnTo>
                  <a:lnTo>
                    <a:pt x="321627" y="322897"/>
                  </a:lnTo>
                  <a:lnTo>
                    <a:pt x="351272" y="284574"/>
                  </a:lnTo>
                  <a:lnTo>
                    <a:pt x="370404" y="239406"/>
                  </a:lnTo>
                  <a:lnTo>
                    <a:pt x="377190" y="189229"/>
                  </a:lnTo>
                  <a:lnTo>
                    <a:pt x="370404" y="139053"/>
                  </a:lnTo>
                  <a:lnTo>
                    <a:pt x="351272" y="93885"/>
                  </a:lnTo>
                  <a:lnTo>
                    <a:pt x="321627" y="55562"/>
                  </a:lnTo>
                  <a:lnTo>
                    <a:pt x="283304" y="25917"/>
                  </a:lnTo>
                  <a:lnTo>
                    <a:pt x="238136" y="6785"/>
                  </a:lnTo>
                  <a:lnTo>
                    <a:pt x="187960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8" name="object 1135">
            <a:extLst>
              <a:ext uri="{FF2B5EF4-FFF2-40B4-BE49-F238E27FC236}">
                <a16:creationId xmlns:a16="http://schemas.microsoft.com/office/drawing/2014/main" id="{EB10C40F-96BD-6494-AD06-B9F9783C5AF6}"/>
              </a:ext>
            </a:extLst>
          </p:cNvPr>
          <p:cNvSpPr txBox="1"/>
          <p:nvPr/>
        </p:nvSpPr>
        <p:spPr>
          <a:xfrm>
            <a:off x="3747770" y="2603781"/>
            <a:ext cx="3336290" cy="1344930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1150620" algn="ctr">
              <a:lnSpc>
                <a:spcPct val="100000"/>
              </a:lnSpc>
              <a:spcBef>
                <a:spcPts val="47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3</a:t>
            </a:r>
            <a:endParaRPr sz="2000">
              <a:latin typeface="Arial MT"/>
              <a:cs typeface="Arial MT"/>
            </a:endParaRPr>
          </a:p>
          <a:p>
            <a:pPr marL="1151890" marR="5080" algn="ctr">
              <a:lnSpc>
                <a:spcPts val="1939"/>
              </a:lnSpc>
              <a:spcBef>
                <a:spcPts val="590"/>
              </a:spcBef>
            </a:pP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Object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is sent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to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CAS </a:t>
            </a:r>
            <a:r>
              <a:rPr sz="1800" spc="-49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via</a:t>
            </a:r>
            <a:r>
              <a:rPr sz="1800" spc="-2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CAS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API</a:t>
            </a:r>
            <a:r>
              <a:rPr sz="1800" spc="-1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over</a:t>
            </a:r>
            <a:r>
              <a:rPr sz="1800" spc="-2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IP</a:t>
            </a:r>
            <a:endParaRPr sz="1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1220"/>
              </a:spcBef>
            </a:pPr>
            <a:r>
              <a:rPr sz="1600" spc="-5" dirty="0">
                <a:solidFill>
                  <a:srgbClr val="FFFFFF"/>
                </a:solidFill>
                <a:latin typeface="Arial MT"/>
                <a:cs typeface="Arial MT"/>
              </a:rPr>
              <a:t>Application</a:t>
            </a:r>
            <a:r>
              <a:rPr sz="1600" spc="-30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600" spc="-5" dirty="0">
                <a:solidFill>
                  <a:srgbClr val="FFFFFF"/>
                </a:solidFill>
                <a:latin typeface="Arial MT"/>
                <a:cs typeface="Arial MT"/>
              </a:rPr>
              <a:t>Server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1139" name="object 1136">
            <a:extLst>
              <a:ext uri="{FF2B5EF4-FFF2-40B4-BE49-F238E27FC236}">
                <a16:creationId xmlns:a16="http://schemas.microsoft.com/office/drawing/2014/main" id="{D1DDF66B-59E0-86C7-F5B1-8198ED754AD5}"/>
              </a:ext>
            </a:extLst>
          </p:cNvPr>
          <p:cNvGrpSpPr/>
          <p:nvPr/>
        </p:nvGrpSpPr>
        <p:grpSpPr>
          <a:xfrm>
            <a:off x="6594792" y="975360"/>
            <a:ext cx="2466975" cy="1231265"/>
            <a:chOff x="6594792" y="975360"/>
            <a:chExt cx="2466975" cy="1231265"/>
          </a:xfrm>
        </p:grpSpPr>
        <p:sp>
          <p:nvSpPr>
            <p:cNvPr id="1140" name="object 1137">
              <a:extLst>
                <a:ext uri="{FF2B5EF4-FFF2-40B4-BE49-F238E27FC236}">
                  <a16:creationId xmlns:a16="http://schemas.microsoft.com/office/drawing/2014/main" id="{1974B8D1-39DA-871D-31C9-BD3CE6C7AEB5}"/>
                </a:ext>
              </a:extLst>
            </p:cNvPr>
            <p:cNvSpPr/>
            <p:nvPr/>
          </p:nvSpPr>
          <p:spPr>
            <a:xfrm>
              <a:off x="6609080" y="1267460"/>
              <a:ext cx="2438400" cy="924560"/>
            </a:xfrm>
            <a:custGeom>
              <a:avLst/>
              <a:gdLst/>
              <a:ahLst/>
              <a:cxnLst/>
              <a:rect l="l" t="t" r="r" b="b"/>
              <a:pathLst>
                <a:path w="2438400" h="924560">
                  <a:moveTo>
                    <a:pt x="2283460" y="0"/>
                  </a:moveTo>
                  <a:lnTo>
                    <a:pt x="153670" y="0"/>
                  </a:lnTo>
                  <a:lnTo>
                    <a:pt x="107939" y="8676"/>
                  </a:lnTo>
                  <a:lnTo>
                    <a:pt x="66111" y="32227"/>
                  </a:lnTo>
                  <a:lnTo>
                    <a:pt x="31780" y="66934"/>
                  </a:lnTo>
                  <a:lnTo>
                    <a:pt x="8544" y="109077"/>
                  </a:lnTo>
                  <a:lnTo>
                    <a:pt x="0" y="154939"/>
                  </a:lnTo>
                  <a:lnTo>
                    <a:pt x="0" y="770889"/>
                  </a:lnTo>
                  <a:lnTo>
                    <a:pt x="8544" y="816620"/>
                  </a:lnTo>
                  <a:lnTo>
                    <a:pt x="31780" y="858448"/>
                  </a:lnTo>
                  <a:lnTo>
                    <a:pt x="66111" y="892779"/>
                  </a:lnTo>
                  <a:lnTo>
                    <a:pt x="107939" y="916015"/>
                  </a:lnTo>
                  <a:lnTo>
                    <a:pt x="153670" y="924560"/>
                  </a:lnTo>
                  <a:lnTo>
                    <a:pt x="2283460" y="924560"/>
                  </a:lnTo>
                  <a:lnTo>
                    <a:pt x="2329322" y="916015"/>
                  </a:lnTo>
                  <a:lnTo>
                    <a:pt x="2371465" y="892779"/>
                  </a:lnTo>
                  <a:lnTo>
                    <a:pt x="2406172" y="858448"/>
                  </a:lnTo>
                  <a:lnTo>
                    <a:pt x="2429723" y="816620"/>
                  </a:lnTo>
                  <a:lnTo>
                    <a:pt x="2438400" y="770889"/>
                  </a:lnTo>
                  <a:lnTo>
                    <a:pt x="2438400" y="154939"/>
                  </a:lnTo>
                  <a:lnTo>
                    <a:pt x="2429723" y="109077"/>
                  </a:lnTo>
                  <a:lnTo>
                    <a:pt x="2406172" y="66934"/>
                  </a:lnTo>
                  <a:lnTo>
                    <a:pt x="2371465" y="32227"/>
                  </a:lnTo>
                  <a:lnTo>
                    <a:pt x="2329322" y="8676"/>
                  </a:lnTo>
                  <a:lnTo>
                    <a:pt x="228346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38">
              <a:extLst>
                <a:ext uri="{FF2B5EF4-FFF2-40B4-BE49-F238E27FC236}">
                  <a16:creationId xmlns:a16="http://schemas.microsoft.com/office/drawing/2014/main" id="{E0EF2DF2-60A9-0954-6A19-90E0AA570C6C}"/>
                </a:ext>
              </a:extLst>
            </p:cNvPr>
            <p:cNvSpPr/>
            <p:nvPr/>
          </p:nvSpPr>
          <p:spPr>
            <a:xfrm>
              <a:off x="6609080" y="1267460"/>
              <a:ext cx="2438400" cy="924560"/>
            </a:xfrm>
            <a:custGeom>
              <a:avLst/>
              <a:gdLst/>
              <a:ahLst/>
              <a:cxnLst/>
              <a:rect l="l" t="t" r="r" b="b"/>
              <a:pathLst>
                <a:path w="2438400" h="924560">
                  <a:moveTo>
                    <a:pt x="153670" y="0"/>
                  </a:moveTo>
                  <a:lnTo>
                    <a:pt x="107939" y="8676"/>
                  </a:lnTo>
                  <a:lnTo>
                    <a:pt x="66111" y="32227"/>
                  </a:lnTo>
                  <a:lnTo>
                    <a:pt x="31780" y="66934"/>
                  </a:lnTo>
                  <a:lnTo>
                    <a:pt x="8544" y="109077"/>
                  </a:lnTo>
                  <a:lnTo>
                    <a:pt x="0" y="154939"/>
                  </a:lnTo>
                  <a:lnTo>
                    <a:pt x="0" y="770889"/>
                  </a:lnTo>
                  <a:lnTo>
                    <a:pt x="8544" y="816620"/>
                  </a:lnTo>
                  <a:lnTo>
                    <a:pt x="31780" y="858448"/>
                  </a:lnTo>
                  <a:lnTo>
                    <a:pt x="66111" y="892779"/>
                  </a:lnTo>
                  <a:lnTo>
                    <a:pt x="107939" y="916015"/>
                  </a:lnTo>
                  <a:lnTo>
                    <a:pt x="153670" y="924560"/>
                  </a:lnTo>
                  <a:lnTo>
                    <a:pt x="2283460" y="924560"/>
                  </a:lnTo>
                  <a:lnTo>
                    <a:pt x="2329322" y="916015"/>
                  </a:lnTo>
                  <a:lnTo>
                    <a:pt x="2371465" y="892779"/>
                  </a:lnTo>
                  <a:lnTo>
                    <a:pt x="2406172" y="858448"/>
                  </a:lnTo>
                  <a:lnTo>
                    <a:pt x="2429723" y="816620"/>
                  </a:lnTo>
                  <a:lnTo>
                    <a:pt x="2438400" y="770889"/>
                  </a:lnTo>
                  <a:lnTo>
                    <a:pt x="2438400" y="154939"/>
                  </a:lnTo>
                  <a:lnTo>
                    <a:pt x="2429723" y="109077"/>
                  </a:lnTo>
                  <a:lnTo>
                    <a:pt x="2406172" y="66934"/>
                  </a:lnTo>
                  <a:lnTo>
                    <a:pt x="2371465" y="32227"/>
                  </a:lnTo>
                  <a:lnTo>
                    <a:pt x="2329322" y="8676"/>
                  </a:lnTo>
                  <a:lnTo>
                    <a:pt x="2283460" y="0"/>
                  </a:lnTo>
                  <a:lnTo>
                    <a:pt x="153670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39">
              <a:extLst>
                <a:ext uri="{FF2B5EF4-FFF2-40B4-BE49-F238E27FC236}">
                  <a16:creationId xmlns:a16="http://schemas.microsoft.com/office/drawing/2014/main" id="{9F5904C0-C58A-675B-3669-824478ECDDB5}"/>
                </a:ext>
              </a:extLst>
            </p:cNvPr>
            <p:cNvSpPr/>
            <p:nvPr/>
          </p:nvSpPr>
          <p:spPr>
            <a:xfrm>
              <a:off x="7639050" y="975360"/>
              <a:ext cx="377190" cy="378460"/>
            </a:xfrm>
            <a:custGeom>
              <a:avLst/>
              <a:gdLst/>
              <a:ahLst/>
              <a:cxnLst/>
              <a:rect l="l" t="t" r="r" b="b"/>
              <a:pathLst>
                <a:path w="377190" h="378459">
                  <a:moveTo>
                    <a:pt x="189229" y="0"/>
                  </a:moveTo>
                  <a:lnTo>
                    <a:pt x="138612" y="6785"/>
                  </a:lnTo>
                  <a:lnTo>
                    <a:pt x="93321" y="25917"/>
                  </a:lnTo>
                  <a:lnTo>
                    <a:pt x="55086" y="55562"/>
                  </a:lnTo>
                  <a:lnTo>
                    <a:pt x="25635" y="93885"/>
                  </a:lnTo>
                  <a:lnTo>
                    <a:pt x="6696" y="139053"/>
                  </a:lnTo>
                  <a:lnTo>
                    <a:pt x="0" y="189229"/>
                  </a:lnTo>
                  <a:lnTo>
                    <a:pt x="6696" y="239406"/>
                  </a:lnTo>
                  <a:lnTo>
                    <a:pt x="25635" y="284574"/>
                  </a:lnTo>
                  <a:lnTo>
                    <a:pt x="55086" y="322897"/>
                  </a:lnTo>
                  <a:lnTo>
                    <a:pt x="93321" y="352542"/>
                  </a:lnTo>
                  <a:lnTo>
                    <a:pt x="138612" y="371674"/>
                  </a:lnTo>
                  <a:lnTo>
                    <a:pt x="189229" y="378460"/>
                  </a:lnTo>
                  <a:lnTo>
                    <a:pt x="239312" y="371674"/>
                  </a:lnTo>
                  <a:lnTo>
                    <a:pt x="284244" y="352542"/>
                  </a:lnTo>
                  <a:lnTo>
                    <a:pt x="322262" y="322897"/>
                  </a:lnTo>
                  <a:lnTo>
                    <a:pt x="351601" y="284574"/>
                  </a:lnTo>
                  <a:lnTo>
                    <a:pt x="370498" y="239406"/>
                  </a:lnTo>
                  <a:lnTo>
                    <a:pt x="377190" y="189229"/>
                  </a:lnTo>
                  <a:lnTo>
                    <a:pt x="370498" y="139053"/>
                  </a:lnTo>
                  <a:lnTo>
                    <a:pt x="351601" y="93885"/>
                  </a:lnTo>
                  <a:lnTo>
                    <a:pt x="322262" y="55562"/>
                  </a:lnTo>
                  <a:lnTo>
                    <a:pt x="284244" y="25917"/>
                  </a:lnTo>
                  <a:lnTo>
                    <a:pt x="239312" y="6785"/>
                  </a:lnTo>
                  <a:lnTo>
                    <a:pt x="189229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3" name="object 1140">
            <a:extLst>
              <a:ext uri="{FF2B5EF4-FFF2-40B4-BE49-F238E27FC236}">
                <a16:creationId xmlns:a16="http://schemas.microsoft.com/office/drawing/2014/main" id="{C3824133-D01C-367F-4B13-2878E98F7D00}"/>
              </a:ext>
            </a:extLst>
          </p:cNvPr>
          <p:cNvSpPr txBox="1"/>
          <p:nvPr/>
        </p:nvSpPr>
        <p:spPr>
          <a:xfrm>
            <a:off x="6675119" y="938953"/>
            <a:ext cx="2298700" cy="118745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6985" algn="ctr">
              <a:lnSpc>
                <a:spcPct val="100000"/>
              </a:lnSpc>
              <a:spcBef>
                <a:spcPts val="46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4</a:t>
            </a:r>
            <a:endParaRPr sz="2000">
              <a:latin typeface="Arial MT"/>
              <a:cs typeface="Arial MT"/>
            </a:endParaRPr>
          </a:p>
          <a:p>
            <a:pPr marL="12700" marR="5080" algn="ctr">
              <a:lnSpc>
                <a:spcPct val="90000"/>
              </a:lnSpc>
              <a:spcBef>
                <a:spcPts val="545"/>
              </a:spcBef>
            </a:pP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CAS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authenticates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the </a:t>
            </a:r>
            <a:r>
              <a:rPr sz="1800" spc="-49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Content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 Address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 and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 stores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the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 object</a:t>
            </a:r>
            <a:endParaRPr sz="1800">
              <a:latin typeface="Arial MT"/>
              <a:cs typeface="Arial MT"/>
            </a:endParaRPr>
          </a:p>
        </p:txBody>
      </p:sp>
      <p:grpSp>
        <p:nvGrpSpPr>
          <p:cNvPr id="1144" name="object 1141">
            <a:extLst>
              <a:ext uri="{FF2B5EF4-FFF2-40B4-BE49-F238E27FC236}">
                <a16:creationId xmlns:a16="http://schemas.microsoft.com/office/drawing/2014/main" id="{F0ADF90B-EF96-952D-A80E-006ABC303C20}"/>
              </a:ext>
            </a:extLst>
          </p:cNvPr>
          <p:cNvGrpSpPr/>
          <p:nvPr/>
        </p:nvGrpSpPr>
        <p:grpSpPr>
          <a:xfrm>
            <a:off x="5254942" y="5360352"/>
            <a:ext cx="2470785" cy="725805"/>
            <a:chOff x="5254942" y="5360352"/>
            <a:chExt cx="2470785" cy="725805"/>
          </a:xfrm>
        </p:grpSpPr>
        <p:sp>
          <p:nvSpPr>
            <p:cNvPr id="1145" name="object 1142">
              <a:extLst>
                <a:ext uri="{FF2B5EF4-FFF2-40B4-BE49-F238E27FC236}">
                  <a16:creationId xmlns:a16="http://schemas.microsoft.com/office/drawing/2014/main" id="{B7139091-F59B-C7A0-A4F6-5ABB6C39AC27}"/>
                </a:ext>
              </a:extLst>
            </p:cNvPr>
            <p:cNvSpPr/>
            <p:nvPr/>
          </p:nvSpPr>
          <p:spPr>
            <a:xfrm>
              <a:off x="5269229" y="5374640"/>
              <a:ext cx="2442210" cy="697230"/>
            </a:xfrm>
            <a:custGeom>
              <a:avLst/>
              <a:gdLst/>
              <a:ahLst/>
              <a:cxnLst/>
              <a:rect l="l" t="t" r="r" b="b"/>
              <a:pathLst>
                <a:path w="2442209" h="697229">
                  <a:moveTo>
                    <a:pt x="2325370" y="0"/>
                  </a:moveTo>
                  <a:lnTo>
                    <a:pt x="115570" y="0"/>
                  </a:lnTo>
                  <a:lnTo>
                    <a:pt x="72866" y="10040"/>
                  </a:lnTo>
                  <a:lnTo>
                    <a:pt x="35877" y="36512"/>
                  </a:lnTo>
                  <a:lnTo>
                    <a:pt x="9842" y="73937"/>
                  </a:lnTo>
                  <a:lnTo>
                    <a:pt x="0" y="116840"/>
                  </a:lnTo>
                  <a:lnTo>
                    <a:pt x="0" y="581660"/>
                  </a:lnTo>
                  <a:lnTo>
                    <a:pt x="9842" y="624363"/>
                  </a:lnTo>
                  <a:lnTo>
                    <a:pt x="35877" y="661352"/>
                  </a:lnTo>
                  <a:lnTo>
                    <a:pt x="72866" y="687387"/>
                  </a:lnTo>
                  <a:lnTo>
                    <a:pt x="115570" y="697230"/>
                  </a:lnTo>
                  <a:lnTo>
                    <a:pt x="2325370" y="697230"/>
                  </a:lnTo>
                  <a:lnTo>
                    <a:pt x="2368272" y="687387"/>
                  </a:lnTo>
                  <a:lnTo>
                    <a:pt x="2405697" y="661352"/>
                  </a:lnTo>
                  <a:lnTo>
                    <a:pt x="2432169" y="624363"/>
                  </a:lnTo>
                  <a:lnTo>
                    <a:pt x="2442210" y="581660"/>
                  </a:lnTo>
                  <a:lnTo>
                    <a:pt x="2442210" y="116840"/>
                  </a:lnTo>
                  <a:lnTo>
                    <a:pt x="2432169" y="73937"/>
                  </a:lnTo>
                  <a:lnTo>
                    <a:pt x="2405697" y="36512"/>
                  </a:lnTo>
                  <a:lnTo>
                    <a:pt x="2368272" y="10040"/>
                  </a:lnTo>
                  <a:lnTo>
                    <a:pt x="232537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3">
              <a:extLst>
                <a:ext uri="{FF2B5EF4-FFF2-40B4-BE49-F238E27FC236}">
                  <a16:creationId xmlns:a16="http://schemas.microsoft.com/office/drawing/2014/main" id="{2C638977-72C2-9F7B-4FDB-5EB1AD342E92}"/>
                </a:ext>
              </a:extLst>
            </p:cNvPr>
            <p:cNvSpPr/>
            <p:nvPr/>
          </p:nvSpPr>
          <p:spPr>
            <a:xfrm>
              <a:off x="5269229" y="5374640"/>
              <a:ext cx="2442210" cy="697230"/>
            </a:xfrm>
            <a:custGeom>
              <a:avLst/>
              <a:gdLst/>
              <a:ahLst/>
              <a:cxnLst/>
              <a:rect l="l" t="t" r="r" b="b"/>
              <a:pathLst>
                <a:path w="2442209" h="697229">
                  <a:moveTo>
                    <a:pt x="115570" y="0"/>
                  </a:moveTo>
                  <a:lnTo>
                    <a:pt x="72866" y="10040"/>
                  </a:lnTo>
                  <a:lnTo>
                    <a:pt x="35877" y="36512"/>
                  </a:lnTo>
                  <a:lnTo>
                    <a:pt x="9842" y="73937"/>
                  </a:lnTo>
                  <a:lnTo>
                    <a:pt x="0" y="116840"/>
                  </a:lnTo>
                  <a:lnTo>
                    <a:pt x="0" y="581660"/>
                  </a:lnTo>
                  <a:lnTo>
                    <a:pt x="9842" y="624363"/>
                  </a:lnTo>
                  <a:lnTo>
                    <a:pt x="35877" y="661352"/>
                  </a:lnTo>
                  <a:lnTo>
                    <a:pt x="72866" y="687387"/>
                  </a:lnTo>
                  <a:lnTo>
                    <a:pt x="115570" y="697230"/>
                  </a:lnTo>
                  <a:lnTo>
                    <a:pt x="2325370" y="697230"/>
                  </a:lnTo>
                  <a:lnTo>
                    <a:pt x="2368272" y="687387"/>
                  </a:lnTo>
                  <a:lnTo>
                    <a:pt x="2405697" y="661352"/>
                  </a:lnTo>
                  <a:lnTo>
                    <a:pt x="2432169" y="624363"/>
                  </a:lnTo>
                  <a:lnTo>
                    <a:pt x="2442210" y="581660"/>
                  </a:lnTo>
                  <a:lnTo>
                    <a:pt x="2442210" y="116840"/>
                  </a:lnTo>
                  <a:lnTo>
                    <a:pt x="2432169" y="73937"/>
                  </a:lnTo>
                  <a:lnTo>
                    <a:pt x="2405697" y="36512"/>
                  </a:lnTo>
                  <a:lnTo>
                    <a:pt x="2368272" y="10040"/>
                  </a:lnTo>
                  <a:lnTo>
                    <a:pt x="2325370" y="0"/>
                  </a:lnTo>
                  <a:lnTo>
                    <a:pt x="115570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7" name="object 1144">
            <a:extLst>
              <a:ext uri="{FF2B5EF4-FFF2-40B4-BE49-F238E27FC236}">
                <a16:creationId xmlns:a16="http://schemas.microsoft.com/office/drawing/2014/main" id="{AF6E17F2-E0DE-D27A-1DA8-53CFC91C3C7B}"/>
              </a:ext>
            </a:extLst>
          </p:cNvPr>
          <p:cNvSpPr txBox="1"/>
          <p:nvPr/>
        </p:nvSpPr>
        <p:spPr>
          <a:xfrm>
            <a:off x="5344159" y="5685790"/>
            <a:ext cx="228346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returned</a:t>
            </a:r>
            <a:r>
              <a:rPr sz="1800" spc="-2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to</a:t>
            </a:r>
            <a:r>
              <a:rPr sz="1800" spc="-2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application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1148" name="object 1145">
            <a:extLst>
              <a:ext uri="{FF2B5EF4-FFF2-40B4-BE49-F238E27FC236}">
                <a16:creationId xmlns:a16="http://schemas.microsoft.com/office/drawing/2014/main" id="{31E12A82-5505-31AA-7969-4907D675CC24}"/>
              </a:ext>
            </a:extLst>
          </p:cNvPr>
          <p:cNvSpPr/>
          <p:nvPr/>
        </p:nvSpPr>
        <p:spPr>
          <a:xfrm>
            <a:off x="6300470" y="5082540"/>
            <a:ext cx="378460" cy="378460"/>
          </a:xfrm>
          <a:custGeom>
            <a:avLst/>
            <a:gdLst/>
            <a:ahLst/>
            <a:cxnLst/>
            <a:rect l="l" t="t" r="r" b="b"/>
            <a:pathLst>
              <a:path w="378459" h="378460">
                <a:moveTo>
                  <a:pt x="189229" y="0"/>
                </a:moveTo>
                <a:lnTo>
                  <a:pt x="139053" y="6785"/>
                </a:lnTo>
                <a:lnTo>
                  <a:pt x="93885" y="25917"/>
                </a:lnTo>
                <a:lnTo>
                  <a:pt x="55562" y="55562"/>
                </a:lnTo>
                <a:lnTo>
                  <a:pt x="25917" y="93885"/>
                </a:lnTo>
                <a:lnTo>
                  <a:pt x="6785" y="139053"/>
                </a:lnTo>
                <a:lnTo>
                  <a:pt x="0" y="189230"/>
                </a:lnTo>
                <a:lnTo>
                  <a:pt x="6785" y="239406"/>
                </a:lnTo>
                <a:lnTo>
                  <a:pt x="25917" y="284574"/>
                </a:lnTo>
                <a:lnTo>
                  <a:pt x="55562" y="322897"/>
                </a:lnTo>
                <a:lnTo>
                  <a:pt x="93885" y="352542"/>
                </a:lnTo>
                <a:lnTo>
                  <a:pt x="139053" y="371674"/>
                </a:lnTo>
                <a:lnTo>
                  <a:pt x="189229" y="378460"/>
                </a:lnTo>
                <a:lnTo>
                  <a:pt x="239406" y="371674"/>
                </a:lnTo>
                <a:lnTo>
                  <a:pt x="284574" y="352542"/>
                </a:lnTo>
                <a:lnTo>
                  <a:pt x="322897" y="322897"/>
                </a:lnTo>
                <a:lnTo>
                  <a:pt x="352542" y="284574"/>
                </a:lnTo>
                <a:lnTo>
                  <a:pt x="371674" y="239406"/>
                </a:lnTo>
                <a:lnTo>
                  <a:pt x="378459" y="189230"/>
                </a:lnTo>
                <a:lnTo>
                  <a:pt x="371674" y="139053"/>
                </a:lnTo>
                <a:lnTo>
                  <a:pt x="352542" y="93885"/>
                </a:lnTo>
                <a:lnTo>
                  <a:pt x="322897" y="55562"/>
                </a:lnTo>
                <a:lnTo>
                  <a:pt x="284574" y="25917"/>
                </a:lnTo>
                <a:lnTo>
                  <a:pt x="239406" y="6785"/>
                </a:lnTo>
                <a:lnTo>
                  <a:pt x="189229" y="0"/>
                </a:lnTo>
                <a:close/>
              </a:path>
            </a:pathLst>
          </a:custGeom>
          <a:solidFill>
            <a:srgbClr val="0034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6">
            <a:extLst>
              <a:ext uri="{FF2B5EF4-FFF2-40B4-BE49-F238E27FC236}">
                <a16:creationId xmlns:a16="http://schemas.microsoft.com/office/drawing/2014/main" id="{C7D7583A-E26A-EC6B-AEDE-8B0BAC13F5BD}"/>
              </a:ext>
            </a:extLst>
          </p:cNvPr>
          <p:cNvSpPr txBox="1"/>
          <p:nvPr/>
        </p:nvSpPr>
        <p:spPr>
          <a:xfrm>
            <a:off x="5541009" y="5043452"/>
            <a:ext cx="1887855" cy="695960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10795" algn="ctr">
              <a:lnSpc>
                <a:spcPct val="100000"/>
              </a:lnSpc>
              <a:spcBef>
                <a:spcPts val="47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5</a:t>
            </a:r>
            <a:endParaRPr sz="2000">
              <a:latin typeface="Arial MT"/>
              <a:cs typeface="Arial MT"/>
            </a:endParaRPr>
          </a:p>
          <a:p>
            <a:pPr algn="ctr">
              <a:lnSpc>
                <a:spcPct val="100000"/>
              </a:lnSpc>
              <a:spcBef>
                <a:spcPts val="340"/>
              </a:spcBef>
            </a:pP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Acknowledgement</a:t>
            </a:r>
            <a:endParaRPr sz="1800">
              <a:latin typeface="Arial MT"/>
              <a:cs typeface="Arial MT"/>
            </a:endParaRPr>
          </a:p>
        </p:txBody>
      </p:sp>
      <p:grpSp>
        <p:nvGrpSpPr>
          <p:cNvPr id="1150" name="object 1147">
            <a:extLst>
              <a:ext uri="{FF2B5EF4-FFF2-40B4-BE49-F238E27FC236}">
                <a16:creationId xmlns:a16="http://schemas.microsoft.com/office/drawing/2014/main" id="{F21F3087-F38C-7CA8-0B27-81A9FCC0BDFD}"/>
              </a:ext>
            </a:extLst>
          </p:cNvPr>
          <p:cNvGrpSpPr/>
          <p:nvPr/>
        </p:nvGrpSpPr>
        <p:grpSpPr>
          <a:xfrm>
            <a:off x="1287553" y="5688329"/>
            <a:ext cx="2676525" cy="1003935"/>
            <a:chOff x="1287553" y="5688329"/>
            <a:chExt cx="2676525" cy="1003935"/>
          </a:xfrm>
        </p:grpSpPr>
        <p:sp>
          <p:nvSpPr>
            <p:cNvPr id="1151" name="object 1148">
              <a:extLst>
                <a:ext uri="{FF2B5EF4-FFF2-40B4-BE49-F238E27FC236}">
                  <a16:creationId xmlns:a16="http://schemas.microsoft.com/office/drawing/2014/main" id="{C7F908FC-E44C-268E-C02B-8F79712C7E7A}"/>
                </a:ext>
              </a:extLst>
            </p:cNvPr>
            <p:cNvSpPr/>
            <p:nvPr/>
          </p:nvSpPr>
          <p:spPr>
            <a:xfrm>
              <a:off x="1301749" y="5980429"/>
              <a:ext cx="2647950" cy="697230"/>
            </a:xfrm>
            <a:custGeom>
              <a:avLst/>
              <a:gdLst/>
              <a:ahLst/>
              <a:cxnLst/>
              <a:rect l="l" t="t" r="r" b="b"/>
              <a:pathLst>
                <a:path w="2647950" h="697229">
                  <a:moveTo>
                    <a:pt x="2531110" y="0"/>
                  </a:moveTo>
                  <a:lnTo>
                    <a:pt x="115569" y="0"/>
                  </a:lnTo>
                  <a:lnTo>
                    <a:pt x="72866" y="9842"/>
                  </a:lnTo>
                  <a:lnTo>
                    <a:pt x="35877" y="35877"/>
                  </a:lnTo>
                  <a:lnTo>
                    <a:pt x="9842" y="72866"/>
                  </a:lnTo>
                  <a:lnTo>
                    <a:pt x="0" y="115570"/>
                  </a:lnTo>
                  <a:lnTo>
                    <a:pt x="0" y="580390"/>
                  </a:lnTo>
                  <a:lnTo>
                    <a:pt x="9842" y="623292"/>
                  </a:lnTo>
                  <a:lnTo>
                    <a:pt x="35877" y="660717"/>
                  </a:lnTo>
                  <a:lnTo>
                    <a:pt x="72866" y="687189"/>
                  </a:lnTo>
                  <a:lnTo>
                    <a:pt x="115569" y="697230"/>
                  </a:lnTo>
                  <a:lnTo>
                    <a:pt x="2531110" y="697230"/>
                  </a:lnTo>
                  <a:lnTo>
                    <a:pt x="2574012" y="687189"/>
                  </a:lnTo>
                  <a:lnTo>
                    <a:pt x="2611437" y="660717"/>
                  </a:lnTo>
                  <a:lnTo>
                    <a:pt x="2637909" y="623292"/>
                  </a:lnTo>
                  <a:lnTo>
                    <a:pt x="2647950" y="580390"/>
                  </a:lnTo>
                  <a:lnTo>
                    <a:pt x="2647950" y="115570"/>
                  </a:lnTo>
                  <a:lnTo>
                    <a:pt x="2637909" y="72866"/>
                  </a:lnTo>
                  <a:lnTo>
                    <a:pt x="2611437" y="35877"/>
                  </a:lnTo>
                  <a:lnTo>
                    <a:pt x="2574012" y="9842"/>
                  </a:lnTo>
                  <a:lnTo>
                    <a:pt x="253111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49">
              <a:extLst>
                <a:ext uri="{FF2B5EF4-FFF2-40B4-BE49-F238E27FC236}">
                  <a16:creationId xmlns:a16="http://schemas.microsoft.com/office/drawing/2014/main" id="{50317199-940E-7058-8FFF-4F015F2388D0}"/>
                </a:ext>
              </a:extLst>
            </p:cNvPr>
            <p:cNvSpPr/>
            <p:nvPr/>
          </p:nvSpPr>
          <p:spPr>
            <a:xfrm>
              <a:off x="1301749" y="5980429"/>
              <a:ext cx="2647950" cy="697230"/>
            </a:xfrm>
            <a:custGeom>
              <a:avLst/>
              <a:gdLst/>
              <a:ahLst/>
              <a:cxnLst/>
              <a:rect l="l" t="t" r="r" b="b"/>
              <a:pathLst>
                <a:path w="2647950" h="697229">
                  <a:moveTo>
                    <a:pt x="115569" y="0"/>
                  </a:moveTo>
                  <a:lnTo>
                    <a:pt x="72866" y="9842"/>
                  </a:lnTo>
                  <a:lnTo>
                    <a:pt x="35877" y="35877"/>
                  </a:lnTo>
                  <a:lnTo>
                    <a:pt x="9842" y="72866"/>
                  </a:lnTo>
                  <a:lnTo>
                    <a:pt x="0" y="115570"/>
                  </a:lnTo>
                  <a:lnTo>
                    <a:pt x="0" y="580390"/>
                  </a:lnTo>
                  <a:lnTo>
                    <a:pt x="9842" y="623292"/>
                  </a:lnTo>
                  <a:lnTo>
                    <a:pt x="35877" y="660717"/>
                  </a:lnTo>
                  <a:lnTo>
                    <a:pt x="72866" y="687189"/>
                  </a:lnTo>
                  <a:lnTo>
                    <a:pt x="115569" y="697230"/>
                  </a:lnTo>
                  <a:lnTo>
                    <a:pt x="2531110" y="697230"/>
                  </a:lnTo>
                  <a:lnTo>
                    <a:pt x="2574012" y="687189"/>
                  </a:lnTo>
                  <a:lnTo>
                    <a:pt x="2611437" y="660717"/>
                  </a:lnTo>
                  <a:lnTo>
                    <a:pt x="2637909" y="623292"/>
                  </a:lnTo>
                  <a:lnTo>
                    <a:pt x="2647950" y="580390"/>
                  </a:lnTo>
                  <a:lnTo>
                    <a:pt x="2647950" y="115570"/>
                  </a:lnTo>
                  <a:lnTo>
                    <a:pt x="2637909" y="72866"/>
                  </a:lnTo>
                  <a:lnTo>
                    <a:pt x="2611437" y="35877"/>
                  </a:lnTo>
                  <a:lnTo>
                    <a:pt x="2574012" y="9842"/>
                  </a:lnTo>
                  <a:lnTo>
                    <a:pt x="2531110" y="0"/>
                  </a:lnTo>
                  <a:lnTo>
                    <a:pt x="115569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0">
              <a:extLst>
                <a:ext uri="{FF2B5EF4-FFF2-40B4-BE49-F238E27FC236}">
                  <a16:creationId xmlns:a16="http://schemas.microsoft.com/office/drawing/2014/main" id="{C74B0755-B3E0-D22A-30DE-99D5269F5156}"/>
                </a:ext>
              </a:extLst>
            </p:cNvPr>
            <p:cNvSpPr/>
            <p:nvPr/>
          </p:nvSpPr>
          <p:spPr>
            <a:xfrm>
              <a:off x="2435859" y="5688329"/>
              <a:ext cx="378460" cy="377190"/>
            </a:xfrm>
            <a:custGeom>
              <a:avLst/>
              <a:gdLst/>
              <a:ahLst/>
              <a:cxnLst/>
              <a:rect l="l" t="t" r="r" b="b"/>
              <a:pathLst>
                <a:path w="378460" h="377189">
                  <a:moveTo>
                    <a:pt x="189229" y="0"/>
                  </a:moveTo>
                  <a:lnTo>
                    <a:pt x="139053" y="6696"/>
                  </a:lnTo>
                  <a:lnTo>
                    <a:pt x="93885" y="25635"/>
                  </a:lnTo>
                  <a:lnTo>
                    <a:pt x="55562" y="55086"/>
                  </a:lnTo>
                  <a:lnTo>
                    <a:pt x="25917" y="93321"/>
                  </a:lnTo>
                  <a:lnTo>
                    <a:pt x="6785" y="138612"/>
                  </a:lnTo>
                  <a:lnTo>
                    <a:pt x="0" y="189230"/>
                  </a:lnTo>
                  <a:lnTo>
                    <a:pt x="6785" y="239312"/>
                  </a:lnTo>
                  <a:lnTo>
                    <a:pt x="25917" y="284244"/>
                  </a:lnTo>
                  <a:lnTo>
                    <a:pt x="55562" y="322262"/>
                  </a:lnTo>
                  <a:lnTo>
                    <a:pt x="93885" y="351601"/>
                  </a:lnTo>
                  <a:lnTo>
                    <a:pt x="139053" y="370498"/>
                  </a:lnTo>
                  <a:lnTo>
                    <a:pt x="189229" y="377190"/>
                  </a:lnTo>
                  <a:lnTo>
                    <a:pt x="239406" y="370498"/>
                  </a:lnTo>
                  <a:lnTo>
                    <a:pt x="284574" y="351601"/>
                  </a:lnTo>
                  <a:lnTo>
                    <a:pt x="322897" y="322262"/>
                  </a:lnTo>
                  <a:lnTo>
                    <a:pt x="352542" y="284244"/>
                  </a:lnTo>
                  <a:lnTo>
                    <a:pt x="371674" y="239312"/>
                  </a:lnTo>
                  <a:lnTo>
                    <a:pt x="378459" y="189230"/>
                  </a:lnTo>
                  <a:lnTo>
                    <a:pt x="371674" y="138612"/>
                  </a:lnTo>
                  <a:lnTo>
                    <a:pt x="352542" y="93321"/>
                  </a:lnTo>
                  <a:lnTo>
                    <a:pt x="322897" y="55086"/>
                  </a:lnTo>
                  <a:lnTo>
                    <a:pt x="284574" y="25635"/>
                  </a:lnTo>
                  <a:lnTo>
                    <a:pt x="239406" y="6696"/>
                  </a:lnTo>
                  <a:lnTo>
                    <a:pt x="189229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4" name="object 1151">
            <a:extLst>
              <a:ext uri="{FF2B5EF4-FFF2-40B4-BE49-F238E27FC236}">
                <a16:creationId xmlns:a16="http://schemas.microsoft.com/office/drawing/2014/main" id="{94A71271-B0C7-ECE2-A40D-F67091803D4C}"/>
              </a:ext>
            </a:extLst>
          </p:cNvPr>
          <p:cNvSpPr txBox="1"/>
          <p:nvPr/>
        </p:nvSpPr>
        <p:spPr>
          <a:xfrm>
            <a:off x="1362710" y="5650653"/>
            <a:ext cx="2513965" cy="93980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065" algn="ctr">
              <a:lnSpc>
                <a:spcPct val="100000"/>
              </a:lnSpc>
              <a:spcBef>
                <a:spcPts val="46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6</a:t>
            </a:r>
            <a:endParaRPr sz="2000">
              <a:latin typeface="Arial MT"/>
              <a:cs typeface="Arial MT"/>
            </a:endParaRPr>
          </a:p>
          <a:p>
            <a:pPr marL="12700" marR="5080" indent="1270" algn="ctr">
              <a:lnSpc>
                <a:spcPts val="1939"/>
              </a:lnSpc>
              <a:spcBef>
                <a:spcPts val="580"/>
              </a:spcBef>
            </a:pP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Object-ID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is</a:t>
            </a:r>
            <a:r>
              <a:rPr sz="1800" spc="49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retained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 and</a:t>
            </a:r>
            <a:r>
              <a:rPr sz="1800" spc="-2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stored</a:t>
            </a:r>
            <a:r>
              <a:rPr sz="1800" spc="-1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for</a:t>
            </a:r>
            <a:r>
              <a:rPr sz="1800" spc="-1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future use</a:t>
            </a:r>
            <a:endParaRPr sz="1800">
              <a:latin typeface="Arial MT"/>
              <a:cs typeface="Arial MT"/>
            </a:endParaRPr>
          </a:p>
        </p:txBody>
      </p:sp>
    </p:spTree>
    <p:extLst>
      <p:ext uri="{BB962C8B-B14F-4D97-AF65-F5344CB8AC3E}">
        <p14:creationId xmlns:p14="http://schemas.microsoft.com/office/powerpoint/2010/main" val="423734961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altLang="zh-CN" dirty="0"/>
              <a:t>How CAS Retrieves a Data Object</a:t>
            </a:r>
            <a:endParaRPr lang="zh-CN" altLang="en-US" dirty="0"/>
          </a:p>
        </p:txBody>
      </p:sp>
      <p:sp>
        <p:nvSpPr>
          <p:cNvPr id="2324" name="内容占位符 2323">
            <a:extLst>
              <a:ext uri="{FF2B5EF4-FFF2-40B4-BE49-F238E27FC236}">
                <a16:creationId xmlns:a16="http://schemas.microsoft.com/office/drawing/2014/main" id="{FFD839E0-1EBE-BC5E-A75F-F5FDF40098D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A2CEEC0C-CB40-BB17-66A8-E8920E3535EA}"/>
              </a:ext>
            </a:extLst>
          </p:cNvPr>
          <p:cNvSpPr/>
          <p:nvPr/>
        </p:nvSpPr>
        <p:spPr>
          <a:xfrm>
            <a:off x="4599940" y="5372100"/>
            <a:ext cx="0" cy="397510"/>
          </a:xfrm>
          <a:custGeom>
            <a:avLst/>
            <a:gdLst/>
            <a:ahLst/>
            <a:cxnLst/>
            <a:rect l="l" t="t" r="r" b="b"/>
            <a:pathLst>
              <a:path h="397510">
                <a:moveTo>
                  <a:pt x="0" y="0"/>
                </a:moveTo>
                <a:lnTo>
                  <a:pt x="0" y="397509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3">
            <a:extLst>
              <a:ext uri="{FF2B5EF4-FFF2-40B4-BE49-F238E27FC236}">
                <a16:creationId xmlns:a16="http://schemas.microsoft.com/office/drawing/2014/main" id="{E95CFD91-F3DD-A4F8-28E9-DA0481B2AF73}"/>
              </a:ext>
            </a:extLst>
          </p:cNvPr>
          <p:cNvSpPr/>
          <p:nvPr/>
        </p:nvSpPr>
        <p:spPr>
          <a:xfrm>
            <a:off x="4599940" y="5219700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4">
            <a:extLst>
              <a:ext uri="{FF2B5EF4-FFF2-40B4-BE49-F238E27FC236}">
                <a16:creationId xmlns:a16="http://schemas.microsoft.com/office/drawing/2014/main" id="{EF41B887-5646-A718-C915-75900C0B2C29}"/>
              </a:ext>
            </a:extLst>
          </p:cNvPr>
          <p:cNvSpPr/>
          <p:nvPr/>
        </p:nvSpPr>
        <p:spPr>
          <a:xfrm>
            <a:off x="4599940" y="5067300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5">
            <a:extLst>
              <a:ext uri="{FF2B5EF4-FFF2-40B4-BE49-F238E27FC236}">
                <a16:creationId xmlns:a16="http://schemas.microsoft.com/office/drawing/2014/main" id="{FDCE4A98-392A-0BA5-9608-A89273AB5656}"/>
              </a:ext>
            </a:extLst>
          </p:cNvPr>
          <p:cNvSpPr/>
          <p:nvPr/>
        </p:nvSpPr>
        <p:spPr>
          <a:xfrm>
            <a:off x="4599940" y="4916170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199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6">
            <a:extLst>
              <a:ext uri="{FF2B5EF4-FFF2-40B4-BE49-F238E27FC236}">
                <a16:creationId xmlns:a16="http://schemas.microsoft.com/office/drawing/2014/main" id="{DE694435-F67E-CE7C-7A98-D90DCC6378B0}"/>
              </a:ext>
            </a:extLst>
          </p:cNvPr>
          <p:cNvSpPr/>
          <p:nvPr/>
        </p:nvSpPr>
        <p:spPr>
          <a:xfrm>
            <a:off x="4599940" y="4763770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199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7">
            <a:extLst>
              <a:ext uri="{FF2B5EF4-FFF2-40B4-BE49-F238E27FC236}">
                <a16:creationId xmlns:a16="http://schemas.microsoft.com/office/drawing/2014/main" id="{5DE1065F-063C-9897-5012-BF188956CF03}"/>
              </a:ext>
            </a:extLst>
          </p:cNvPr>
          <p:cNvSpPr/>
          <p:nvPr/>
        </p:nvSpPr>
        <p:spPr>
          <a:xfrm>
            <a:off x="4599940" y="4535170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399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8">
            <a:extLst>
              <a:ext uri="{FF2B5EF4-FFF2-40B4-BE49-F238E27FC236}">
                <a16:creationId xmlns:a16="http://schemas.microsoft.com/office/drawing/2014/main" id="{86B7F6D4-0B4A-288A-CCDE-AAA511183251}"/>
              </a:ext>
            </a:extLst>
          </p:cNvPr>
          <p:cNvSpPr/>
          <p:nvPr/>
        </p:nvSpPr>
        <p:spPr>
          <a:xfrm>
            <a:off x="1981200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9">
            <a:extLst>
              <a:ext uri="{FF2B5EF4-FFF2-40B4-BE49-F238E27FC236}">
                <a16:creationId xmlns:a16="http://schemas.microsoft.com/office/drawing/2014/main" id="{4B43195C-80B1-FB1B-4321-1D90E29F314F}"/>
              </a:ext>
            </a:extLst>
          </p:cNvPr>
          <p:cNvSpPr/>
          <p:nvPr/>
        </p:nvSpPr>
        <p:spPr>
          <a:xfrm>
            <a:off x="2133600" y="4249420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7493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0">
            <a:extLst>
              <a:ext uri="{FF2B5EF4-FFF2-40B4-BE49-F238E27FC236}">
                <a16:creationId xmlns:a16="http://schemas.microsoft.com/office/drawing/2014/main" id="{3B4D625E-9FD0-2D29-AAF6-DD7B57FCB752}"/>
              </a:ext>
            </a:extLst>
          </p:cNvPr>
          <p:cNvSpPr/>
          <p:nvPr/>
        </p:nvSpPr>
        <p:spPr>
          <a:xfrm>
            <a:off x="2284729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">
            <a:extLst>
              <a:ext uri="{FF2B5EF4-FFF2-40B4-BE49-F238E27FC236}">
                <a16:creationId xmlns:a16="http://schemas.microsoft.com/office/drawing/2014/main" id="{9DD2C704-D1E2-6E57-9DF3-86AF9929962C}"/>
              </a:ext>
            </a:extLst>
          </p:cNvPr>
          <p:cNvSpPr/>
          <p:nvPr/>
        </p:nvSpPr>
        <p:spPr>
          <a:xfrm>
            <a:off x="2437129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2">
            <a:extLst>
              <a:ext uri="{FF2B5EF4-FFF2-40B4-BE49-F238E27FC236}">
                <a16:creationId xmlns:a16="http://schemas.microsoft.com/office/drawing/2014/main" id="{1F58D305-B3A6-3C6E-1DBE-55F833C0FD19}"/>
              </a:ext>
            </a:extLst>
          </p:cNvPr>
          <p:cNvSpPr/>
          <p:nvPr/>
        </p:nvSpPr>
        <p:spPr>
          <a:xfrm>
            <a:off x="2588260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3">
            <a:extLst>
              <a:ext uri="{FF2B5EF4-FFF2-40B4-BE49-F238E27FC236}">
                <a16:creationId xmlns:a16="http://schemas.microsoft.com/office/drawing/2014/main" id="{3E4787C1-735C-DA86-6D72-63B918778F80}"/>
              </a:ext>
            </a:extLst>
          </p:cNvPr>
          <p:cNvSpPr/>
          <p:nvPr/>
        </p:nvSpPr>
        <p:spPr>
          <a:xfrm>
            <a:off x="2740660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4">
            <a:extLst>
              <a:ext uri="{FF2B5EF4-FFF2-40B4-BE49-F238E27FC236}">
                <a16:creationId xmlns:a16="http://schemas.microsoft.com/office/drawing/2014/main" id="{4BCA0DD2-6364-D19F-03A4-2C2418A03BFE}"/>
              </a:ext>
            </a:extLst>
          </p:cNvPr>
          <p:cNvSpPr/>
          <p:nvPr/>
        </p:nvSpPr>
        <p:spPr>
          <a:xfrm>
            <a:off x="2893060" y="4249420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74929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5">
            <a:extLst>
              <a:ext uri="{FF2B5EF4-FFF2-40B4-BE49-F238E27FC236}">
                <a16:creationId xmlns:a16="http://schemas.microsoft.com/office/drawing/2014/main" id="{D917585D-5901-F1C7-813E-BDAE57750E96}"/>
              </a:ext>
            </a:extLst>
          </p:cNvPr>
          <p:cNvSpPr/>
          <p:nvPr/>
        </p:nvSpPr>
        <p:spPr>
          <a:xfrm>
            <a:off x="3044189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6">
            <a:extLst>
              <a:ext uri="{FF2B5EF4-FFF2-40B4-BE49-F238E27FC236}">
                <a16:creationId xmlns:a16="http://schemas.microsoft.com/office/drawing/2014/main" id="{0BDD0060-425F-1256-CA17-18E5DB1940C7}"/>
              </a:ext>
            </a:extLst>
          </p:cNvPr>
          <p:cNvSpPr/>
          <p:nvPr/>
        </p:nvSpPr>
        <p:spPr>
          <a:xfrm>
            <a:off x="3196589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7">
            <a:extLst>
              <a:ext uri="{FF2B5EF4-FFF2-40B4-BE49-F238E27FC236}">
                <a16:creationId xmlns:a16="http://schemas.microsoft.com/office/drawing/2014/main" id="{D33BCA52-9851-B039-7684-71FEC55D724A}"/>
              </a:ext>
            </a:extLst>
          </p:cNvPr>
          <p:cNvSpPr/>
          <p:nvPr/>
        </p:nvSpPr>
        <p:spPr>
          <a:xfrm>
            <a:off x="3348990" y="4249420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93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8">
            <a:extLst>
              <a:ext uri="{FF2B5EF4-FFF2-40B4-BE49-F238E27FC236}">
                <a16:creationId xmlns:a16="http://schemas.microsoft.com/office/drawing/2014/main" id="{6434A00D-9789-CB5A-5FC7-D581122306E3}"/>
              </a:ext>
            </a:extLst>
          </p:cNvPr>
          <p:cNvSpPr/>
          <p:nvPr/>
        </p:nvSpPr>
        <p:spPr>
          <a:xfrm>
            <a:off x="3500120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9">
            <a:extLst>
              <a:ext uri="{FF2B5EF4-FFF2-40B4-BE49-F238E27FC236}">
                <a16:creationId xmlns:a16="http://schemas.microsoft.com/office/drawing/2014/main" id="{7C2D0F0A-6FFF-2768-800F-76D29F1E6E4D}"/>
              </a:ext>
            </a:extLst>
          </p:cNvPr>
          <p:cNvSpPr/>
          <p:nvPr/>
        </p:nvSpPr>
        <p:spPr>
          <a:xfrm>
            <a:off x="3652520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20">
            <a:extLst>
              <a:ext uri="{FF2B5EF4-FFF2-40B4-BE49-F238E27FC236}">
                <a16:creationId xmlns:a16="http://schemas.microsoft.com/office/drawing/2014/main" id="{1DC111C8-D986-5578-1FF0-1628E317206A}"/>
              </a:ext>
            </a:extLst>
          </p:cNvPr>
          <p:cNvSpPr/>
          <p:nvPr/>
        </p:nvSpPr>
        <p:spPr>
          <a:xfrm>
            <a:off x="3803650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21">
            <a:extLst>
              <a:ext uri="{FF2B5EF4-FFF2-40B4-BE49-F238E27FC236}">
                <a16:creationId xmlns:a16="http://schemas.microsoft.com/office/drawing/2014/main" id="{16BA0B59-D965-269C-703D-B3313863180A}"/>
              </a:ext>
            </a:extLst>
          </p:cNvPr>
          <p:cNvSpPr/>
          <p:nvPr/>
        </p:nvSpPr>
        <p:spPr>
          <a:xfrm>
            <a:off x="3956050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22">
            <a:extLst>
              <a:ext uri="{FF2B5EF4-FFF2-40B4-BE49-F238E27FC236}">
                <a16:creationId xmlns:a16="http://schemas.microsoft.com/office/drawing/2014/main" id="{50AB2757-F75B-712A-3207-B6F4B3FE611C}"/>
              </a:ext>
            </a:extLst>
          </p:cNvPr>
          <p:cNvSpPr/>
          <p:nvPr/>
        </p:nvSpPr>
        <p:spPr>
          <a:xfrm>
            <a:off x="4108450" y="4249420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929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23">
            <a:extLst>
              <a:ext uri="{FF2B5EF4-FFF2-40B4-BE49-F238E27FC236}">
                <a16:creationId xmlns:a16="http://schemas.microsoft.com/office/drawing/2014/main" id="{65A21FC8-445D-9ECE-46BA-43F950B93480}"/>
              </a:ext>
            </a:extLst>
          </p:cNvPr>
          <p:cNvSpPr/>
          <p:nvPr/>
        </p:nvSpPr>
        <p:spPr>
          <a:xfrm>
            <a:off x="4259579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24">
            <a:extLst>
              <a:ext uri="{FF2B5EF4-FFF2-40B4-BE49-F238E27FC236}">
                <a16:creationId xmlns:a16="http://schemas.microsoft.com/office/drawing/2014/main" id="{8F989281-CB12-B58C-BCF0-E9353E0E0CBD}"/>
              </a:ext>
            </a:extLst>
          </p:cNvPr>
          <p:cNvSpPr/>
          <p:nvPr/>
        </p:nvSpPr>
        <p:spPr>
          <a:xfrm>
            <a:off x="4411979" y="4249420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283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76" name="object 25">
            <a:extLst>
              <a:ext uri="{FF2B5EF4-FFF2-40B4-BE49-F238E27FC236}">
                <a16:creationId xmlns:a16="http://schemas.microsoft.com/office/drawing/2014/main" id="{E6BEA456-FBDC-2130-50BB-CBFE5338A1F4}"/>
              </a:ext>
            </a:extLst>
          </p:cNvPr>
          <p:cNvGrpSpPr/>
          <p:nvPr/>
        </p:nvGrpSpPr>
        <p:grpSpPr>
          <a:xfrm>
            <a:off x="4548822" y="2404110"/>
            <a:ext cx="4210685" cy="2876550"/>
            <a:chOff x="4548822" y="2404110"/>
            <a:chExt cx="4210685" cy="2876550"/>
          </a:xfrm>
        </p:grpSpPr>
        <p:sp>
          <p:nvSpPr>
            <p:cNvPr id="1177" name="object 26">
              <a:extLst>
                <a:ext uri="{FF2B5EF4-FFF2-40B4-BE49-F238E27FC236}">
                  <a16:creationId xmlns:a16="http://schemas.microsoft.com/office/drawing/2014/main" id="{BD17164E-0173-CCB7-9DDD-84E6AECB8060}"/>
                </a:ext>
              </a:extLst>
            </p:cNvPr>
            <p:cNvSpPr/>
            <p:nvPr/>
          </p:nvSpPr>
          <p:spPr>
            <a:xfrm>
              <a:off x="4563109" y="4249420"/>
              <a:ext cx="3205480" cy="0"/>
            </a:xfrm>
            <a:custGeom>
              <a:avLst/>
              <a:gdLst/>
              <a:ahLst/>
              <a:cxnLst/>
              <a:rect l="l" t="t" r="r" b="b"/>
              <a:pathLst>
                <a:path w="3205479">
                  <a:moveTo>
                    <a:pt x="0" y="0"/>
                  </a:moveTo>
                  <a:lnTo>
                    <a:pt x="3205480" y="0"/>
                  </a:lnTo>
                </a:path>
              </a:pathLst>
            </a:custGeom>
            <a:ln w="283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8" name="object 27">
              <a:extLst>
                <a:ext uri="{FF2B5EF4-FFF2-40B4-BE49-F238E27FC236}">
                  <a16:creationId xmlns:a16="http://schemas.microsoft.com/office/drawing/2014/main" id="{79DCDB31-B43B-17A0-4DA1-9A168DC7BA0C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362189" y="2565400"/>
              <a:ext cx="224789" cy="224789"/>
            </a:xfrm>
            <a:prstGeom prst="rect">
              <a:avLst/>
            </a:prstGeom>
          </p:spPr>
        </p:pic>
        <p:sp>
          <p:nvSpPr>
            <p:cNvPr id="1179" name="object 28">
              <a:extLst>
                <a:ext uri="{FF2B5EF4-FFF2-40B4-BE49-F238E27FC236}">
                  <a16:creationId xmlns:a16="http://schemas.microsoft.com/office/drawing/2014/main" id="{EF6A6CEA-20D9-CD89-7AF4-CBF58B64CBC0}"/>
                </a:ext>
              </a:extLst>
            </p:cNvPr>
            <p:cNvSpPr/>
            <p:nvPr/>
          </p:nvSpPr>
          <p:spPr>
            <a:xfrm>
              <a:off x="7362190" y="2565399"/>
              <a:ext cx="300990" cy="300990"/>
            </a:xfrm>
            <a:custGeom>
              <a:avLst/>
              <a:gdLst/>
              <a:ahLst/>
              <a:cxnLst/>
              <a:rect l="l" t="t" r="r" b="b"/>
              <a:pathLst>
                <a:path w="300990" h="300989">
                  <a:moveTo>
                    <a:pt x="300647" y="0"/>
                  </a:moveTo>
                  <a:lnTo>
                    <a:pt x="262534" y="0"/>
                  </a:lnTo>
                  <a:lnTo>
                    <a:pt x="224790" y="0"/>
                  </a:lnTo>
                  <a:lnTo>
                    <a:pt x="0" y="224790"/>
                  </a:lnTo>
                  <a:lnTo>
                    <a:pt x="0" y="262382"/>
                  </a:lnTo>
                  <a:lnTo>
                    <a:pt x="0" y="300469"/>
                  </a:lnTo>
                  <a:lnTo>
                    <a:pt x="300647" y="0"/>
                  </a:lnTo>
                  <a:close/>
                </a:path>
              </a:pathLst>
            </a:custGeom>
            <a:solidFill>
              <a:srgbClr val="3394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29">
              <a:extLst>
                <a:ext uri="{FF2B5EF4-FFF2-40B4-BE49-F238E27FC236}">
                  <a16:creationId xmlns:a16="http://schemas.microsoft.com/office/drawing/2014/main" id="{0DF38BB8-750D-8FAA-871D-4A27C0C1B45D}"/>
                </a:ext>
              </a:extLst>
            </p:cNvPr>
            <p:cNvSpPr/>
            <p:nvPr/>
          </p:nvSpPr>
          <p:spPr>
            <a:xfrm>
              <a:off x="7362189" y="2565400"/>
              <a:ext cx="339090" cy="339090"/>
            </a:xfrm>
            <a:custGeom>
              <a:avLst/>
              <a:gdLst/>
              <a:ahLst/>
              <a:cxnLst/>
              <a:rect l="l" t="t" r="r" b="b"/>
              <a:pathLst>
                <a:path w="339090" h="339089">
                  <a:moveTo>
                    <a:pt x="338762" y="0"/>
                  </a:moveTo>
                  <a:lnTo>
                    <a:pt x="300651" y="0"/>
                  </a:lnTo>
                  <a:lnTo>
                    <a:pt x="0" y="300465"/>
                  </a:lnTo>
                  <a:lnTo>
                    <a:pt x="0" y="338553"/>
                  </a:lnTo>
                  <a:lnTo>
                    <a:pt x="338762" y="0"/>
                  </a:lnTo>
                  <a:close/>
                </a:path>
              </a:pathLst>
            </a:custGeom>
            <a:solidFill>
              <a:srgbClr val="3495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30">
              <a:extLst>
                <a:ext uri="{FF2B5EF4-FFF2-40B4-BE49-F238E27FC236}">
                  <a16:creationId xmlns:a16="http://schemas.microsoft.com/office/drawing/2014/main" id="{D4F489CA-DB9B-EC87-6B63-F195502E529F}"/>
                </a:ext>
              </a:extLst>
            </p:cNvPr>
            <p:cNvSpPr/>
            <p:nvPr/>
          </p:nvSpPr>
          <p:spPr>
            <a:xfrm>
              <a:off x="7362189" y="2565400"/>
              <a:ext cx="375920" cy="375920"/>
            </a:xfrm>
            <a:custGeom>
              <a:avLst/>
              <a:gdLst/>
              <a:ahLst/>
              <a:cxnLst/>
              <a:rect l="l" t="t" r="r" b="b"/>
              <a:pathLst>
                <a:path w="375920" h="375919">
                  <a:moveTo>
                    <a:pt x="375920" y="0"/>
                  </a:moveTo>
                  <a:lnTo>
                    <a:pt x="338762" y="0"/>
                  </a:lnTo>
                  <a:lnTo>
                    <a:pt x="0" y="338553"/>
                  </a:lnTo>
                  <a:lnTo>
                    <a:pt x="0" y="375919"/>
                  </a:lnTo>
                  <a:lnTo>
                    <a:pt x="375920" y="0"/>
                  </a:lnTo>
                  <a:close/>
                </a:path>
              </a:pathLst>
            </a:custGeom>
            <a:solidFill>
              <a:srgbClr val="3595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31">
              <a:extLst>
                <a:ext uri="{FF2B5EF4-FFF2-40B4-BE49-F238E27FC236}">
                  <a16:creationId xmlns:a16="http://schemas.microsoft.com/office/drawing/2014/main" id="{264CAA8B-0502-68FB-44B0-E729F9AB14A0}"/>
                </a:ext>
              </a:extLst>
            </p:cNvPr>
            <p:cNvSpPr/>
            <p:nvPr/>
          </p:nvSpPr>
          <p:spPr>
            <a:xfrm>
              <a:off x="7362189" y="2565400"/>
              <a:ext cx="413384" cy="413384"/>
            </a:xfrm>
            <a:custGeom>
              <a:avLst/>
              <a:gdLst/>
              <a:ahLst/>
              <a:cxnLst/>
              <a:rect l="l" t="t" r="r" b="b"/>
              <a:pathLst>
                <a:path w="413384" h="413385">
                  <a:moveTo>
                    <a:pt x="413054" y="0"/>
                  </a:moveTo>
                  <a:lnTo>
                    <a:pt x="375919" y="0"/>
                  </a:lnTo>
                  <a:lnTo>
                    <a:pt x="0" y="375919"/>
                  </a:lnTo>
                  <a:lnTo>
                    <a:pt x="0" y="413309"/>
                  </a:lnTo>
                  <a:lnTo>
                    <a:pt x="413054" y="0"/>
                  </a:lnTo>
                  <a:close/>
                </a:path>
              </a:pathLst>
            </a:custGeom>
            <a:solidFill>
              <a:srgbClr val="3696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32">
              <a:extLst>
                <a:ext uri="{FF2B5EF4-FFF2-40B4-BE49-F238E27FC236}">
                  <a16:creationId xmlns:a16="http://schemas.microsoft.com/office/drawing/2014/main" id="{F8FECAB7-598C-D433-88A1-43CC74A2A177}"/>
                </a:ext>
              </a:extLst>
            </p:cNvPr>
            <p:cNvSpPr/>
            <p:nvPr/>
          </p:nvSpPr>
          <p:spPr>
            <a:xfrm>
              <a:off x="7362189" y="2565400"/>
              <a:ext cx="451484" cy="451484"/>
            </a:xfrm>
            <a:custGeom>
              <a:avLst/>
              <a:gdLst/>
              <a:ahLst/>
              <a:cxnLst/>
              <a:rect l="l" t="t" r="r" b="b"/>
              <a:pathLst>
                <a:path w="451484" h="451485">
                  <a:moveTo>
                    <a:pt x="451142" y="0"/>
                  </a:moveTo>
                  <a:lnTo>
                    <a:pt x="413054" y="0"/>
                  </a:lnTo>
                  <a:lnTo>
                    <a:pt x="0" y="413309"/>
                  </a:lnTo>
                  <a:lnTo>
                    <a:pt x="0" y="451421"/>
                  </a:lnTo>
                  <a:lnTo>
                    <a:pt x="451142" y="0"/>
                  </a:lnTo>
                  <a:close/>
                </a:path>
              </a:pathLst>
            </a:custGeom>
            <a:solidFill>
              <a:srgbClr val="379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33">
              <a:extLst>
                <a:ext uri="{FF2B5EF4-FFF2-40B4-BE49-F238E27FC236}">
                  <a16:creationId xmlns:a16="http://schemas.microsoft.com/office/drawing/2014/main" id="{3EA1D73D-274B-1767-CB12-938423518DF9}"/>
                </a:ext>
              </a:extLst>
            </p:cNvPr>
            <p:cNvSpPr/>
            <p:nvPr/>
          </p:nvSpPr>
          <p:spPr>
            <a:xfrm>
              <a:off x="7362189" y="2565400"/>
              <a:ext cx="488950" cy="488950"/>
            </a:xfrm>
            <a:custGeom>
              <a:avLst/>
              <a:gdLst/>
              <a:ahLst/>
              <a:cxnLst/>
              <a:rect l="l" t="t" r="r" b="b"/>
              <a:pathLst>
                <a:path w="488950" h="488950">
                  <a:moveTo>
                    <a:pt x="488950" y="0"/>
                  </a:moveTo>
                  <a:lnTo>
                    <a:pt x="451142" y="0"/>
                  </a:lnTo>
                  <a:lnTo>
                    <a:pt x="0" y="451421"/>
                  </a:lnTo>
                  <a:lnTo>
                    <a:pt x="0" y="488949"/>
                  </a:lnTo>
                  <a:lnTo>
                    <a:pt x="488950" y="0"/>
                  </a:lnTo>
                  <a:close/>
                </a:path>
              </a:pathLst>
            </a:custGeom>
            <a:solidFill>
              <a:srgbClr val="3897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34">
              <a:extLst>
                <a:ext uri="{FF2B5EF4-FFF2-40B4-BE49-F238E27FC236}">
                  <a16:creationId xmlns:a16="http://schemas.microsoft.com/office/drawing/2014/main" id="{02FA973B-3FD0-0296-6D5C-A9B09AA5FFD9}"/>
                </a:ext>
              </a:extLst>
            </p:cNvPr>
            <p:cNvSpPr/>
            <p:nvPr/>
          </p:nvSpPr>
          <p:spPr>
            <a:xfrm>
              <a:off x="7362189" y="2565400"/>
              <a:ext cx="527050" cy="527050"/>
            </a:xfrm>
            <a:custGeom>
              <a:avLst/>
              <a:gdLst/>
              <a:ahLst/>
              <a:cxnLst/>
              <a:rect l="l" t="t" r="r" b="b"/>
              <a:pathLst>
                <a:path w="527050" h="527050">
                  <a:moveTo>
                    <a:pt x="526780" y="0"/>
                  </a:moveTo>
                  <a:lnTo>
                    <a:pt x="488949" y="0"/>
                  </a:lnTo>
                  <a:lnTo>
                    <a:pt x="0" y="488949"/>
                  </a:lnTo>
                  <a:lnTo>
                    <a:pt x="0" y="526455"/>
                  </a:lnTo>
                  <a:lnTo>
                    <a:pt x="526780" y="0"/>
                  </a:lnTo>
                  <a:close/>
                </a:path>
              </a:pathLst>
            </a:custGeom>
            <a:solidFill>
              <a:srgbClr val="3997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35">
              <a:extLst>
                <a:ext uri="{FF2B5EF4-FFF2-40B4-BE49-F238E27FC236}">
                  <a16:creationId xmlns:a16="http://schemas.microsoft.com/office/drawing/2014/main" id="{6E865A05-1B2F-502C-B1A4-65B54270D260}"/>
                </a:ext>
              </a:extLst>
            </p:cNvPr>
            <p:cNvSpPr/>
            <p:nvPr/>
          </p:nvSpPr>
          <p:spPr>
            <a:xfrm>
              <a:off x="7362189" y="2565400"/>
              <a:ext cx="565150" cy="565150"/>
            </a:xfrm>
            <a:custGeom>
              <a:avLst/>
              <a:gdLst/>
              <a:ahLst/>
              <a:cxnLst/>
              <a:rect l="l" t="t" r="r" b="b"/>
              <a:pathLst>
                <a:path w="565150" h="565150">
                  <a:moveTo>
                    <a:pt x="564892" y="0"/>
                  </a:moveTo>
                  <a:lnTo>
                    <a:pt x="526780" y="0"/>
                  </a:lnTo>
                  <a:lnTo>
                    <a:pt x="0" y="526455"/>
                  </a:lnTo>
                  <a:lnTo>
                    <a:pt x="0" y="564544"/>
                  </a:lnTo>
                  <a:lnTo>
                    <a:pt x="564892" y="0"/>
                  </a:lnTo>
                  <a:close/>
                </a:path>
              </a:pathLst>
            </a:custGeom>
            <a:solidFill>
              <a:srgbClr val="3A98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36">
              <a:extLst>
                <a:ext uri="{FF2B5EF4-FFF2-40B4-BE49-F238E27FC236}">
                  <a16:creationId xmlns:a16="http://schemas.microsoft.com/office/drawing/2014/main" id="{8E7C0C8C-7831-8DD7-965E-56147FC9CF7C}"/>
                </a:ext>
              </a:extLst>
            </p:cNvPr>
            <p:cNvSpPr/>
            <p:nvPr/>
          </p:nvSpPr>
          <p:spPr>
            <a:xfrm>
              <a:off x="7362189" y="2565400"/>
              <a:ext cx="603250" cy="603250"/>
            </a:xfrm>
            <a:custGeom>
              <a:avLst/>
              <a:gdLst/>
              <a:ahLst/>
              <a:cxnLst/>
              <a:rect l="l" t="t" r="r" b="b"/>
              <a:pathLst>
                <a:path w="603250" h="603250">
                  <a:moveTo>
                    <a:pt x="603004" y="0"/>
                  </a:moveTo>
                  <a:lnTo>
                    <a:pt x="564892" y="0"/>
                  </a:lnTo>
                  <a:lnTo>
                    <a:pt x="0" y="564544"/>
                  </a:lnTo>
                  <a:lnTo>
                    <a:pt x="0" y="602632"/>
                  </a:lnTo>
                  <a:lnTo>
                    <a:pt x="603004" y="0"/>
                  </a:lnTo>
                  <a:close/>
                </a:path>
              </a:pathLst>
            </a:custGeom>
            <a:solidFill>
              <a:srgbClr val="3B98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37">
              <a:extLst>
                <a:ext uri="{FF2B5EF4-FFF2-40B4-BE49-F238E27FC236}">
                  <a16:creationId xmlns:a16="http://schemas.microsoft.com/office/drawing/2014/main" id="{A0861FBE-A0AF-F35C-C054-2AC0F75D671A}"/>
                </a:ext>
              </a:extLst>
            </p:cNvPr>
            <p:cNvSpPr/>
            <p:nvPr/>
          </p:nvSpPr>
          <p:spPr>
            <a:xfrm>
              <a:off x="7362189" y="2565400"/>
              <a:ext cx="640080" cy="640080"/>
            </a:xfrm>
            <a:custGeom>
              <a:avLst/>
              <a:gdLst/>
              <a:ahLst/>
              <a:cxnLst/>
              <a:rect l="l" t="t" r="r" b="b"/>
              <a:pathLst>
                <a:path w="640079" h="640080">
                  <a:moveTo>
                    <a:pt x="640079" y="0"/>
                  </a:moveTo>
                  <a:lnTo>
                    <a:pt x="603004" y="0"/>
                  </a:lnTo>
                  <a:lnTo>
                    <a:pt x="0" y="602632"/>
                  </a:lnTo>
                  <a:lnTo>
                    <a:pt x="0" y="640079"/>
                  </a:lnTo>
                  <a:lnTo>
                    <a:pt x="640079" y="0"/>
                  </a:lnTo>
                  <a:close/>
                </a:path>
              </a:pathLst>
            </a:custGeom>
            <a:solidFill>
              <a:srgbClr val="3C99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38">
              <a:extLst>
                <a:ext uri="{FF2B5EF4-FFF2-40B4-BE49-F238E27FC236}">
                  <a16:creationId xmlns:a16="http://schemas.microsoft.com/office/drawing/2014/main" id="{02A1FC22-7DD4-D3F6-B111-D9C4C3C8C5FB}"/>
                </a:ext>
              </a:extLst>
            </p:cNvPr>
            <p:cNvSpPr/>
            <p:nvPr/>
          </p:nvSpPr>
          <p:spPr>
            <a:xfrm>
              <a:off x="7362189" y="2565400"/>
              <a:ext cx="678180" cy="678180"/>
            </a:xfrm>
            <a:custGeom>
              <a:avLst/>
              <a:gdLst/>
              <a:ahLst/>
              <a:cxnLst/>
              <a:rect l="l" t="t" r="r" b="b"/>
              <a:pathLst>
                <a:path w="678179" h="678180">
                  <a:moveTo>
                    <a:pt x="678179" y="0"/>
                  </a:moveTo>
                  <a:lnTo>
                    <a:pt x="640079" y="0"/>
                  </a:lnTo>
                  <a:lnTo>
                    <a:pt x="0" y="640079"/>
                  </a:lnTo>
                  <a:lnTo>
                    <a:pt x="0" y="678179"/>
                  </a:lnTo>
                  <a:lnTo>
                    <a:pt x="678179" y="0"/>
                  </a:lnTo>
                  <a:close/>
                </a:path>
              </a:pathLst>
            </a:custGeom>
            <a:solidFill>
              <a:srgbClr val="3D99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39">
              <a:extLst>
                <a:ext uri="{FF2B5EF4-FFF2-40B4-BE49-F238E27FC236}">
                  <a16:creationId xmlns:a16="http://schemas.microsoft.com/office/drawing/2014/main" id="{310CE390-2CA0-8C0E-2D22-1180E90E4549}"/>
                </a:ext>
              </a:extLst>
            </p:cNvPr>
            <p:cNvSpPr/>
            <p:nvPr/>
          </p:nvSpPr>
          <p:spPr>
            <a:xfrm>
              <a:off x="7362189" y="2565400"/>
              <a:ext cx="715645" cy="716280"/>
            </a:xfrm>
            <a:custGeom>
              <a:avLst/>
              <a:gdLst/>
              <a:ahLst/>
              <a:cxnLst/>
              <a:rect l="l" t="t" r="r" b="b"/>
              <a:pathLst>
                <a:path w="715645" h="716279">
                  <a:moveTo>
                    <a:pt x="715220" y="0"/>
                  </a:moveTo>
                  <a:lnTo>
                    <a:pt x="678179" y="0"/>
                  </a:lnTo>
                  <a:lnTo>
                    <a:pt x="0" y="678179"/>
                  </a:lnTo>
                  <a:lnTo>
                    <a:pt x="0" y="715662"/>
                  </a:lnTo>
                  <a:lnTo>
                    <a:pt x="715220" y="0"/>
                  </a:lnTo>
                  <a:close/>
                </a:path>
              </a:pathLst>
            </a:custGeom>
            <a:solidFill>
              <a:srgbClr val="3E9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40">
              <a:extLst>
                <a:ext uri="{FF2B5EF4-FFF2-40B4-BE49-F238E27FC236}">
                  <a16:creationId xmlns:a16="http://schemas.microsoft.com/office/drawing/2014/main" id="{34D229BA-F6A3-7DA3-F593-64321E8997DD}"/>
                </a:ext>
              </a:extLst>
            </p:cNvPr>
            <p:cNvSpPr/>
            <p:nvPr/>
          </p:nvSpPr>
          <p:spPr>
            <a:xfrm>
              <a:off x="7362189" y="2565400"/>
              <a:ext cx="753110" cy="753110"/>
            </a:xfrm>
            <a:custGeom>
              <a:avLst/>
              <a:gdLst/>
              <a:ahLst/>
              <a:cxnLst/>
              <a:rect l="l" t="t" r="r" b="b"/>
              <a:pathLst>
                <a:path w="753109" h="753110">
                  <a:moveTo>
                    <a:pt x="753109" y="0"/>
                  </a:moveTo>
                  <a:lnTo>
                    <a:pt x="715220" y="0"/>
                  </a:lnTo>
                  <a:lnTo>
                    <a:pt x="0" y="715662"/>
                  </a:lnTo>
                  <a:lnTo>
                    <a:pt x="0" y="753109"/>
                  </a:lnTo>
                  <a:lnTo>
                    <a:pt x="753109" y="0"/>
                  </a:lnTo>
                  <a:close/>
                </a:path>
              </a:pathLst>
            </a:custGeom>
            <a:solidFill>
              <a:srgbClr val="3F9A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41">
              <a:extLst>
                <a:ext uri="{FF2B5EF4-FFF2-40B4-BE49-F238E27FC236}">
                  <a16:creationId xmlns:a16="http://schemas.microsoft.com/office/drawing/2014/main" id="{670D7E57-CEB6-2CB0-4C92-6EF2E859F8A6}"/>
                </a:ext>
              </a:extLst>
            </p:cNvPr>
            <p:cNvSpPr/>
            <p:nvPr/>
          </p:nvSpPr>
          <p:spPr>
            <a:xfrm>
              <a:off x="7362189" y="2565400"/>
              <a:ext cx="791210" cy="790575"/>
            </a:xfrm>
            <a:custGeom>
              <a:avLst/>
              <a:gdLst/>
              <a:ahLst/>
              <a:cxnLst/>
              <a:rect l="l" t="t" r="r" b="b"/>
              <a:pathLst>
                <a:path w="791209" h="790575">
                  <a:moveTo>
                    <a:pt x="791022" y="0"/>
                  </a:moveTo>
                  <a:lnTo>
                    <a:pt x="753109" y="0"/>
                  </a:lnTo>
                  <a:lnTo>
                    <a:pt x="0" y="753109"/>
                  </a:lnTo>
                  <a:lnTo>
                    <a:pt x="0" y="790534"/>
                  </a:lnTo>
                  <a:lnTo>
                    <a:pt x="791022" y="0"/>
                  </a:lnTo>
                  <a:close/>
                </a:path>
              </a:pathLst>
            </a:custGeom>
            <a:solidFill>
              <a:srgbClr val="409B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42">
              <a:extLst>
                <a:ext uri="{FF2B5EF4-FFF2-40B4-BE49-F238E27FC236}">
                  <a16:creationId xmlns:a16="http://schemas.microsoft.com/office/drawing/2014/main" id="{1540BA42-D178-CD34-A01F-043FE6D0549B}"/>
                </a:ext>
              </a:extLst>
            </p:cNvPr>
            <p:cNvSpPr/>
            <p:nvPr/>
          </p:nvSpPr>
          <p:spPr>
            <a:xfrm>
              <a:off x="7362189" y="2565400"/>
              <a:ext cx="829310" cy="828675"/>
            </a:xfrm>
            <a:custGeom>
              <a:avLst/>
              <a:gdLst/>
              <a:ahLst/>
              <a:cxnLst/>
              <a:rect l="l" t="t" r="r" b="b"/>
              <a:pathLst>
                <a:path w="829309" h="828675">
                  <a:moveTo>
                    <a:pt x="829134" y="0"/>
                  </a:moveTo>
                  <a:lnTo>
                    <a:pt x="791022" y="0"/>
                  </a:lnTo>
                  <a:lnTo>
                    <a:pt x="0" y="790534"/>
                  </a:lnTo>
                  <a:lnTo>
                    <a:pt x="0" y="828622"/>
                  </a:lnTo>
                  <a:lnTo>
                    <a:pt x="829134" y="0"/>
                  </a:lnTo>
                  <a:close/>
                </a:path>
              </a:pathLst>
            </a:custGeom>
            <a:solidFill>
              <a:srgbClr val="419B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43">
              <a:extLst>
                <a:ext uri="{FF2B5EF4-FFF2-40B4-BE49-F238E27FC236}">
                  <a16:creationId xmlns:a16="http://schemas.microsoft.com/office/drawing/2014/main" id="{75D20355-A418-4629-0790-BC636A18F3D9}"/>
                </a:ext>
              </a:extLst>
            </p:cNvPr>
            <p:cNvSpPr/>
            <p:nvPr/>
          </p:nvSpPr>
          <p:spPr>
            <a:xfrm>
              <a:off x="7362189" y="2565400"/>
              <a:ext cx="866140" cy="866140"/>
            </a:xfrm>
            <a:custGeom>
              <a:avLst/>
              <a:gdLst/>
              <a:ahLst/>
              <a:cxnLst/>
              <a:rect l="l" t="t" r="r" b="b"/>
              <a:pathLst>
                <a:path w="866140" h="866139">
                  <a:moveTo>
                    <a:pt x="866139" y="0"/>
                  </a:moveTo>
                  <a:lnTo>
                    <a:pt x="829134" y="0"/>
                  </a:lnTo>
                  <a:lnTo>
                    <a:pt x="0" y="828622"/>
                  </a:lnTo>
                  <a:lnTo>
                    <a:pt x="0" y="866139"/>
                  </a:lnTo>
                  <a:lnTo>
                    <a:pt x="866139" y="0"/>
                  </a:lnTo>
                  <a:close/>
                </a:path>
              </a:pathLst>
            </a:custGeom>
            <a:solidFill>
              <a:srgbClr val="429C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44">
              <a:extLst>
                <a:ext uri="{FF2B5EF4-FFF2-40B4-BE49-F238E27FC236}">
                  <a16:creationId xmlns:a16="http://schemas.microsoft.com/office/drawing/2014/main" id="{E87356EE-D210-0654-ED55-502DBD1ACF0F}"/>
                </a:ext>
              </a:extLst>
            </p:cNvPr>
            <p:cNvSpPr/>
            <p:nvPr/>
          </p:nvSpPr>
          <p:spPr>
            <a:xfrm>
              <a:off x="7362189" y="2565400"/>
              <a:ext cx="905510" cy="904875"/>
            </a:xfrm>
            <a:custGeom>
              <a:avLst/>
              <a:gdLst/>
              <a:ahLst/>
              <a:cxnLst/>
              <a:rect l="l" t="t" r="r" b="b"/>
              <a:pathLst>
                <a:path w="905509" h="904875">
                  <a:moveTo>
                    <a:pt x="905357" y="0"/>
                  </a:moveTo>
                  <a:lnTo>
                    <a:pt x="866139" y="0"/>
                  </a:lnTo>
                  <a:lnTo>
                    <a:pt x="0" y="866139"/>
                  </a:lnTo>
                  <a:lnTo>
                    <a:pt x="0" y="904798"/>
                  </a:lnTo>
                  <a:lnTo>
                    <a:pt x="905357" y="0"/>
                  </a:lnTo>
                  <a:close/>
                </a:path>
              </a:pathLst>
            </a:custGeom>
            <a:solidFill>
              <a:srgbClr val="439C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45">
              <a:extLst>
                <a:ext uri="{FF2B5EF4-FFF2-40B4-BE49-F238E27FC236}">
                  <a16:creationId xmlns:a16="http://schemas.microsoft.com/office/drawing/2014/main" id="{FC10899E-7001-9495-011D-4C4D74A98293}"/>
                </a:ext>
              </a:extLst>
            </p:cNvPr>
            <p:cNvSpPr/>
            <p:nvPr/>
          </p:nvSpPr>
          <p:spPr>
            <a:xfrm>
              <a:off x="7362189" y="2565400"/>
              <a:ext cx="942340" cy="942340"/>
            </a:xfrm>
            <a:custGeom>
              <a:avLst/>
              <a:gdLst/>
              <a:ahLst/>
              <a:cxnLst/>
              <a:rect l="l" t="t" r="r" b="b"/>
              <a:pathLst>
                <a:path w="942340" h="942339">
                  <a:moveTo>
                    <a:pt x="942339" y="0"/>
                  </a:moveTo>
                  <a:lnTo>
                    <a:pt x="905357" y="0"/>
                  </a:lnTo>
                  <a:lnTo>
                    <a:pt x="0" y="904798"/>
                  </a:lnTo>
                  <a:lnTo>
                    <a:pt x="0" y="942339"/>
                  </a:lnTo>
                  <a:lnTo>
                    <a:pt x="942339" y="0"/>
                  </a:lnTo>
                  <a:close/>
                </a:path>
              </a:pathLst>
            </a:custGeom>
            <a:solidFill>
              <a:srgbClr val="449D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46">
              <a:extLst>
                <a:ext uri="{FF2B5EF4-FFF2-40B4-BE49-F238E27FC236}">
                  <a16:creationId xmlns:a16="http://schemas.microsoft.com/office/drawing/2014/main" id="{0DBF931E-4B4A-CF73-FAAF-70494A1B6432}"/>
                </a:ext>
              </a:extLst>
            </p:cNvPr>
            <p:cNvSpPr/>
            <p:nvPr/>
          </p:nvSpPr>
          <p:spPr>
            <a:xfrm>
              <a:off x="7362189" y="2565400"/>
              <a:ext cx="979805" cy="980440"/>
            </a:xfrm>
            <a:custGeom>
              <a:avLst/>
              <a:gdLst/>
              <a:ahLst/>
              <a:cxnLst/>
              <a:rect l="l" t="t" r="r" b="b"/>
              <a:pathLst>
                <a:path w="979804" h="980439">
                  <a:moveTo>
                    <a:pt x="979299" y="0"/>
                  </a:moveTo>
                  <a:lnTo>
                    <a:pt x="942339" y="0"/>
                  </a:lnTo>
                  <a:lnTo>
                    <a:pt x="0" y="942339"/>
                  </a:lnTo>
                  <a:lnTo>
                    <a:pt x="0" y="979904"/>
                  </a:lnTo>
                  <a:lnTo>
                    <a:pt x="979299" y="0"/>
                  </a:lnTo>
                  <a:close/>
                </a:path>
              </a:pathLst>
            </a:custGeom>
            <a:solidFill>
              <a:srgbClr val="459D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47">
              <a:extLst>
                <a:ext uri="{FF2B5EF4-FFF2-40B4-BE49-F238E27FC236}">
                  <a16:creationId xmlns:a16="http://schemas.microsoft.com/office/drawing/2014/main" id="{2E9103B0-986D-986D-7974-0D59DC052031}"/>
                </a:ext>
              </a:extLst>
            </p:cNvPr>
            <p:cNvSpPr/>
            <p:nvPr/>
          </p:nvSpPr>
          <p:spPr>
            <a:xfrm>
              <a:off x="7362189" y="2565400"/>
              <a:ext cx="1017269" cy="1017269"/>
            </a:xfrm>
            <a:custGeom>
              <a:avLst/>
              <a:gdLst/>
              <a:ahLst/>
              <a:cxnLst/>
              <a:rect l="l" t="t" r="r" b="b"/>
              <a:pathLst>
                <a:path w="1017270" h="1017270">
                  <a:moveTo>
                    <a:pt x="1017269" y="0"/>
                  </a:moveTo>
                  <a:lnTo>
                    <a:pt x="979299" y="0"/>
                  </a:lnTo>
                  <a:lnTo>
                    <a:pt x="0" y="979904"/>
                  </a:lnTo>
                  <a:lnTo>
                    <a:pt x="0" y="1017269"/>
                  </a:lnTo>
                  <a:lnTo>
                    <a:pt x="1017269" y="0"/>
                  </a:lnTo>
                  <a:close/>
                </a:path>
              </a:pathLst>
            </a:custGeom>
            <a:solidFill>
              <a:srgbClr val="469E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48">
              <a:extLst>
                <a:ext uri="{FF2B5EF4-FFF2-40B4-BE49-F238E27FC236}">
                  <a16:creationId xmlns:a16="http://schemas.microsoft.com/office/drawing/2014/main" id="{A960FE36-78FE-7B9E-2B3C-751B110FAB65}"/>
                </a:ext>
              </a:extLst>
            </p:cNvPr>
            <p:cNvSpPr/>
            <p:nvPr/>
          </p:nvSpPr>
          <p:spPr>
            <a:xfrm>
              <a:off x="7362189" y="2565400"/>
              <a:ext cx="1055370" cy="1054735"/>
            </a:xfrm>
            <a:custGeom>
              <a:avLst/>
              <a:gdLst/>
              <a:ahLst/>
              <a:cxnLst/>
              <a:rect l="l" t="t" r="r" b="b"/>
              <a:pathLst>
                <a:path w="1055370" h="1054735">
                  <a:moveTo>
                    <a:pt x="1055264" y="0"/>
                  </a:moveTo>
                  <a:lnTo>
                    <a:pt x="1017269" y="0"/>
                  </a:lnTo>
                  <a:lnTo>
                    <a:pt x="0" y="1017269"/>
                  </a:lnTo>
                  <a:lnTo>
                    <a:pt x="0" y="1054612"/>
                  </a:lnTo>
                  <a:lnTo>
                    <a:pt x="1055264" y="0"/>
                  </a:lnTo>
                  <a:close/>
                </a:path>
              </a:pathLst>
            </a:custGeom>
            <a:solidFill>
              <a:srgbClr val="479E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49">
              <a:extLst>
                <a:ext uri="{FF2B5EF4-FFF2-40B4-BE49-F238E27FC236}">
                  <a16:creationId xmlns:a16="http://schemas.microsoft.com/office/drawing/2014/main" id="{25060279-40AE-14D9-703D-70C41FD01158}"/>
                </a:ext>
              </a:extLst>
            </p:cNvPr>
            <p:cNvSpPr/>
            <p:nvPr/>
          </p:nvSpPr>
          <p:spPr>
            <a:xfrm>
              <a:off x="7362189" y="2565400"/>
              <a:ext cx="1093470" cy="1092835"/>
            </a:xfrm>
            <a:custGeom>
              <a:avLst/>
              <a:gdLst/>
              <a:ahLst/>
              <a:cxnLst/>
              <a:rect l="l" t="t" r="r" b="b"/>
              <a:pathLst>
                <a:path w="1093470" h="1092835">
                  <a:moveTo>
                    <a:pt x="1093375" y="0"/>
                  </a:moveTo>
                  <a:lnTo>
                    <a:pt x="1055264" y="0"/>
                  </a:lnTo>
                  <a:lnTo>
                    <a:pt x="0" y="1054612"/>
                  </a:lnTo>
                  <a:lnTo>
                    <a:pt x="0" y="1092700"/>
                  </a:lnTo>
                  <a:lnTo>
                    <a:pt x="1093375" y="0"/>
                  </a:lnTo>
                  <a:close/>
                </a:path>
              </a:pathLst>
            </a:custGeom>
            <a:solidFill>
              <a:srgbClr val="489F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50">
              <a:extLst>
                <a:ext uri="{FF2B5EF4-FFF2-40B4-BE49-F238E27FC236}">
                  <a16:creationId xmlns:a16="http://schemas.microsoft.com/office/drawing/2014/main" id="{3447D027-1060-788C-4258-C00EB765C244}"/>
                </a:ext>
              </a:extLst>
            </p:cNvPr>
            <p:cNvSpPr/>
            <p:nvPr/>
          </p:nvSpPr>
          <p:spPr>
            <a:xfrm>
              <a:off x="7362189" y="2565400"/>
              <a:ext cx="1131570" cy="1130935"/>
            </a:xfrm>
            <a:custGeom>
              <a:avLst/>
              <a:gdLst/>
              <a:ahLst/>
              <a:cxnLst/>
              <a:rect l="l" t="t" r="r" b="b"/>
              <a:pathLst>
                <a:path w="1131570" h="1130935">
                  <a:moveTo>
                    <a:pt x="1131487" y="0"/>
                  </a:moveTo>
                  <a:lnTo>
                    <a:pt x="1093375" y="0"/>
                  </a:lnTo>
                  <a:lnTo>
                    <a:pt x="0" y="1092700"/>
                  </a:lnTo>
                  <a:lnTo>
                    <a:pt x="0" y="1130789"/>
                  </a:lnTo>
                  <a:lnTo>
                    <a:pt x="1131487" y="0"/>
                  </a:lnTo>
                  <a:close/>
                </a:path>
              </a:pathLst>
            </a:custGeom>
            <a:solidFill>
              <a:srgbClr val="49A0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51">
              <a:extLst>
                <a:ext uri="{FF2B5EF4-FFF2-40B4-BE49-F238E27FC236}">
                  <a16:creationId xmlns:a16="http://schemas.microsoft.com/office/drawing/2014/main" id="{E2059ADD-D7BF-0F28-F70F-B4339B0AD9AA}"/>
                </a:ext>
              </a:extLst>
            </p:cNvPr>
            <p:cNvSpPr/>
            <p:nvPr/>
          </p:nvSpPr>
          <p:spPr>
            <a:xfrm>
              <a:off x="7362189" y="2565400"/>
              <a:ext cx="1168400" cy="1168400"/>
            </a:xfrm>
            <a:custGeom>
              <a:avLst/>
              <a:gdLst/>
              <a:ahLst/>
              <a:cxnLst/>
              <a:rect l="l" t="t" r="r" b="b"/>
              <a:pathLst>
                <a:path w="1168400" h="1168400">
                  <a:moveTo>
                    <a:pt x="1168400" y="0"/>
                  </a:moveTo>
                  <a:lnTo>
                    <a:pt x="1131487" y="0"/>
                  </a:lnTo>
                  <a:lnTo>
                    <a:pt x="0" y="1130789"/>
                  </a:lnTo>
                  <a:lnTo>
                    <a:pt x="0" y="1168399"/>
                  </a:lnTo>
                  <a:lnTo>
                    <a:pt x="1168400" y="0"/>
                  </a:lnTo>
                  <a:close/>
                </a:path>
              </a:pathLst>
            </a:custGeom>
            <a:solidFill>
              <a:srgbClr val="4AA0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52">
              <a:extLst>
                <a:ext uri="{FF2B5EF4-FFF2-40B4-BE49-F238E27FC236}">
                  <a16:creationId xmlns:a16="http://schemas.microsoft.com/office/drawing/2014/main" id="{F7FF8817-57E7-2DB9-7D87-7E6EC6C33C77}"/>
                </a:ext>
              </a:extLst>
            </p:cNvPr>
            <p:cNvSpPr/>
            <p:nvPr/>
          </p:nvSpPr>
          <p:spPr>
            <a:xfrm>
              <a:off x="7362189" y="2565400"/>
              <a:ext cx="1206500" cy="1206500"/>
            </a:xfrm>
            <a:custGeom>
              <a:avLst/>
              <a:gdLst/>
              <a:ahLst/>
              <a:cxnLst/>
              <a:rect l="l" t="t" r="r" b="b"/>
              <a:pathLst>
                <a:path w="1206500" h="1206500">
                  <a:moveTo>
                    <a:pt x="1206500" y="0"/>
                  </a:moveTo>
                  <a:lnTo>
                    <a:pt x="1168400" y="0"/>
                  </a:lnTo>
                  <a:lnTo>
                    <a:pt x="0" y="1168399"/>
                  </a:lnTo>
                  <a:lnTo>
                    <a:pt x="0" y="1206499"/>
                  </a:lnTo>
                  <a:lnTo>
                    <a:pt x="1206500" y="0"/>
                  </a:lnTo>
                  <a:close/>
                </a:path>
              </a:pathLst>
            </a:custGeom>
            <a:solidFill>
              <a:srgbClr val="4BA1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53">
              <a:extLst>
                <a:ext uri="{FF2B5EF4-FFF2-40B4-BE49-F238E27FC236}">
                  <a16:creationId xmlns:a16="http://schemas.microsoft.com/office/drawing/2014/main" id="{C9D0F9A0-49E6-92E5-73FE-16182680EDE4}"/>
                </a:ext>
              </a:extLst>
            </p:cNvPr>
            <p:cNvSpPr/>
            <p:nvPr/>
          </p:nvSpPr>
          <p:spPr>
            <a:xfrm>
              <a:off x="7362189" y="2565400"/>
              <a:ext cx="1243965" cy="1244600"/>
            </a:xfrm>
            <a:custGeom>
              <a:avLst/>
              <a:gdLst/>
              <a:ahLst/>
              <a:cxnLst/>
              <a:rect l="l" t="t" r="r" b="b"/>
              <a:pathLst>
                <a:path w="1243965" h="1244600">
                  <a:moveTo>
                    <a:pt x="1243377" y="0"/>
                  </a:moveTo>
                  <a:lnTo>
                    <a:pt x="1206500" y="0"/>
                  </a:lnTo>
                  <a:lnTo>
                    <a:pt x="0" y="1206499"/>
                  </a:lnTo>
                  <a:lnTo>
                    <a:pt x="0" y="1244145"/>
                  </a:lnTo>
                  <a:lnTo>
                    <a:pt x="1243377" y="0"/>
                  </a:lnTo>
                  <a:close/>
                </a:path>
              </a:pathLst>
            </a:custGeom>
            <a:solidFill>
              <a:srgbClr val="4CA1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54">
              <a:extLst>
                <a:ext uri="{FF2B5EF4-FFF2-40B4-BE49-F238E27FC236}">
                  <a16:creationId xmlns:a16="http://schemas.microsoft.com/office/drawing/2014/main" id="{9856820A-08E3-71A7-96D1-DD7074471A0A}"/>
                </a:ext>
              </a:extLst>
            </p:cNvPr>
            <p:cNvSpPr/>
            <p:nvPr/>
          </p:nvSpPr>
          <p:spPr>
            <a:xfrm>
              <a:off x="7362189" y="2565400"/>
              <a:ext cx="1281430" cy="1281430"/>
            </a:xfrm>
            <a:custGeom>
              <a:avLst/>
              <a:gdLst/>
              <a:ahLst/>
              <a:cxnLst/>
              <a:rect l="l" t="t" r="r" b="b"/>
              <a:pathLst>
                <a:path w="1281429" h="1281429">
                  <a:moveTo>
                    <a:pt x="1281429" y="0"/>
                  </a:moveTo>
                  <a:lnTo>
                    <a:pt x="1243377" y="0"/>
                  </a:lnTo>
                  <a:lnTo>
                    <a:pt x="0" y="1244145"/>
                  </a:lnTo>
                  <a:lnTo>
                    <a:pt x="0" y="1281430"/>
                  </a:lnTo>
                  <a:lnTo>
                    <a:pt x="1281429" y="0"/>
                  </a:lnTo>
                  <a:close/>
                </a:path>
              </a:pathLst>
            </a:custGeom>
            <a:solidFill>
              <a:srgbClr val="4DA2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55">
              <a:extLst>
                <a:ext uri="{FF2B5EF4-FFF2-40B4-BE49-F238E27FC236}">
                  <a16:creationId xmlns:a16="http://schemas.microsoft.com/office/drawing/2014/main" id="{BA7F85C5-0985-480C-7CE3-703D65866A6E}"/>
                </a:ext>
              </a:extLst>
            </p:cNvPr>
            <p:cNvSpPr/>
            <p:nvPr/>
          </p:nvSpPr>
          <p:spPr>
            <a:xfrm>
              <a:off x="7362189" y="2565400"/>
              <a:ext cx="1319530" cy="1319530"/>
            </a:xfrm>
            <a:custGeom>
              <a:avLst/>
              <a:gdLst/>
              <a:ahLst/>
              <a:cxnLst/>
              <a:rect l="l" t="t" r="r" b="b"/>
              <a:pathLst>
                <a:path w="1319529" h="1319529">
                  <a:moveTo>
                    <a:pt x="1319529" y="0"/>
                  </a:moveTo>
                  <a:lnTo>
                    <a:pt x="1281429" y="0"/>
                  </a:lnTo>
                  <a:lnTo>
                    <a:pt x="0" y="1281429"/>
                  </a:lnTo>
                  <a:lnTo>
                    <a:pt x="0" y="1319530"/>
                  </a:lnTo>
                  <a:lnTo>
                    <a:pt x="1319529" y="0"/>
                  </a:lnTo>
                  <a:close/>
                </a:path>
              </a:pathLst>
            </a:custGeom>
            <a:solidFill>
              <a:srgbClr val="4EA2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56">
              <a:extLst>
                <a:ext uri="{FF2B5EF4-FFF2-40B4-BE49-F238E27FC236}">
                  <a16:creationId xmlns:a16="http://schemas.microsoft.com/office/drawing/2014/main" id="{25DA91BC-5346-BAC7-109F-E9E8312319B7}"/>
                </a:ext>
              </a:extLst>
            </p:cNvPr>
            <p:cNvSpPr/>
            <p:nvPr/>
          </p:nvSpPr>
          <p:spPr>
            <a:xfrm>
              <a:off x="7362189" y="2565400"/>
              <a:ext cx="1357630" cy="1356995"/>
            </a:xfrm>
            <a:custGeom>
              <a:avLst/>
              <a:gdLst/>
              <a:ahLst/>
              <a:cxnLst/>
              <a:rect l="l" t="t" r="r" b="b"/>
              <a:pathLst>
                <a:path w="1357629" h="1356995">
                  <a:moveTo>
                    <a:pt x="1357617" y="0"/>
                  </a:moveTo>
                  <a:lnTo>
                    <a:pt x="1319529" y="0"/>
                  </a:lnTo>
                  <a:lnTo>
                    <a:pt x="0" y="1319529"/>
                  </a:lnTo>
                  <a:lnTo>
                    <a:pt x="0" y="1356779"/>
                  </a:lnTo>
                  <a:lnTo>
                    <a:pt x="1357617" y="0"/>
                  </a:lnTo>
                  <a:close/>
                </a:path>
              </a:pathLst>
            </a:custGeom>
            <a:solidFill>
              <a:srgbClr val="4FA3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57">
              <a:extLst>
                <a:ext uri="{FF2B5EF4-FFF2-40B4-BE49-F238E27FC236}">
                  <a16:creationId xmlns:a16="http://schemas.microsoft.com/office/drawing/2014/main" id="{A4CBF395-7D3A-9106-E721-D413B2FB5EF6}"/>
                </a:ext>
              </a:extLst>
            </p:cNvPr>
            <p:cNvSpPr/>
            <p:nvPr/>
          </p:nvSpPr>
          <p:spPr>
            <a:xfrm>
              <a:off x="7362189" y="2565400"/>
              <a:ext cx="1395730" cy="1395095"/>
            </a:xfrm>
            <a:custGeom>
              <a:avLst/>
              <a:gdLst/>
              <a:ahLst/>
              <a:cxnLst/>
              <a:rect l="l" t="t" r="r" b="b"/>
              <a:pathLst>
                <a:path w="1395729" h="1395095">
                  <a:moveTo>
                    <a:pt x="1395729" y="0"/>
                  </a:moveTo>
                  <a:lnTo>
                    <a:pt x="1357617" y="0"/>
                  </a:lnTo>
                  <a:lnTo>
                    <a:pt x="0" y="1356779"/>
                  </a:lnTo>
                  <a:lnTo>
                    <a:pt x="0" y="1394867"/>
                  </a:lnTo>
                  <a:lnTo>
                    <a:pt x="1395729" y="0"/>
                  </a:lnTo>
                  <a:close/>
                </a:path>
              </a:pathLst>
            </a:custGeom>
            <a:solidFill>
              <a:srgbClr val="50A3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58">
              <a:extLst>
                <a:ext uri="{FF2B5EF4-FFF2-40B4-BE49-F238E27FC236}">
                  <a16:creationId xmlns:a16="http://schemas.microsoft.com/office/drawing/2014/main" id="{60941B7B-49A0-F3E5-B294-72AD8FA300F8}"/>
                </a:ext>
              </a:extLst>
            </p:cNvPr>
            <p:cNvSpPr/>
            <p:nvPr/>
          </p:nvSpPr>
          <p:spPr>
            <a:xfrm>
              <a:off x="7362189" y="2565400"/>
              <a:ext cx="1397000" cy="1432560"/>
            </a:xfrm>
            <a:custGeom>
              <a:avLst/>
              <a:gdLst/>
              <a:ahLst/>
              <a:cxnLst/>
              <a:rect l="l" t="t" r="r" b="b"/>
              <a:pathLst>
                <a:path w="1397000" h="1432560">
                  <a:moveTo>
                    <a:pt x="1397000" y="0"/>
                  </a:moveTo>
                  <a:lnTo>
                    <a:pt x="1395729" y="0"/>
                  </a:lnTo>
                  <a:lnTo>
                    <a:pt x="0" y="1394867"/>
                  </a:lnTo>
                  <a:lnTo>
                    <a:pt x="0" y="1432163"/>
                  </a:lnTo>
                  <a:lnTo>
                    <a:pt x="1397000" y="34300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1A4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59">
              <a:extLst>
                <a:ext uri="{FF2B5EF4-FFF2-40B4-BE49-F238E27FC236}">
                  <a16:creationId xmlns:a16="http://schemas.microsoft.com/office/drawing/2014/main" id="{59C2FF63-C4C9-B983-47FE-5D670A14C6E1}"/>
                </a:ext>
              </a:extLst>
            </p:cNvPr>
            <p:cNvSpPr/>
            <p:nvPr/>
          </p:nvSpPr>
          <p:spPr>
            <a:xfrm>
              <a:off x="7362189" y="2599701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6359"/>
                  </a:lnTo>
                  <a:lnTo>
                    <a:pt x="1397000" y="39359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2A4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60">
              <a:extLst>
                <a:ext uri="{FF2B5EF4-FFF2-40B4-BE49-F238E27FC236}">
                  <a16:creationId xmlns:a16="http://schemas.microsoft.com/office/drawing/2014/main" id="{8BB23765-169E-790B-DE78-30079FD19D6D}"/>
                </a:ext>
              </a:extLst>
            </p:cNvPr>
            <p:cNvSpPr/>
            <p:nvPr/>
          </p:nvSpPr>
          <p:spPr>
            <a:xfrm>
              <a:off x="7362189" y="2639060"/>
              <a:ext cx="1397000" cy="1435100"/>
            </a:xfrm>
            <a:custGeom>
              <a:avLst/>
              <a:gdLst/>
              <a:ahLst/>
              <a:cxnLst/>
              <a:rect l="l" t="t" r="r" b="b"/>
              <a:pathLst>
                <a:path w="1397000" h="1435100">
                  <a:moveTo>
                    <a:pt x="1397000" y="0"/>
                  </a:moveTo>
                  <a:lnTo>
                    <a:pt x="0" y="1397000"/>
                  </a:lnTo>
                  <a:lnTo>
                    <a:pt x="0" y="1434727"/>
                  </a:lnTo>
                  <a:lnTo>
                    <a:pt x="1397000" y="36864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3A5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61">
              <a:extLst>
                <a:ext uri="{FF2B5EF4-FFF2-40B4-BE49-F238E27FC236}">
                  <a16:creationId xmlns:a16="http://schemas.microsoft.com/office/drawing/2014/main" id="{30E6F548-15F5-C121-16C7-F0ED938606A8}"/>
                </a:ext>
              </a:extLst>
            </p:cNvPr>
            <p:cNvSpPr/>
            <p:nvPr/>
          </p:nvSpPr>
          <p:spPr>
            <a:xfrm>
              <a:off x="7362189" y="2675924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4A5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62">
              <a:extLst>
                <a:ext uri="{FF2B5EF4-FFF2-40B4-BE49-F238E27FC236}">
                  <a16:creationId xmlns:a16="http://schemas.microsoft.com/office/drawing/2014/main" id="{064036F5-5272-46DE-1BDF-7A99DD222B18}"/>
                </a:ext>
              </a:extLst>
            </p:cNvPr>
            <p:cNvSpPr/>
            <p:nvPr/>
          </p:nvSpPr>
          <p:spPr>
            <a:xfrm>
              <a:off x="7362189" y="2714036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5A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63">
              <a:extLst>
                <a:ext uri="{FF2B5EF4-FFF2-40B4-BE49-F238E27FC236}">
                  <a16:creationId xmlns:a16="http://schemas.microsoft.com/office/drawing/2014/main" id="{4AE72254-41E8-A2C8-9817-630D549BB25E}"/>
                </a:ext>
              </a:extLst>
            </p:cNvPr>
            <p:cNvSpPr/>
            <p:nvPr/>
          </p:nvSpPr>
          <p:spPr>
            <a:xfrm>
              <a:off x="7362189" y="2752148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7862"/>
                  </a:lnTo>
                  <a:lnTo>
                    <a:pt x="0" y="1434109"/>
                  </a:lnTo>
                  <a:lnTo>
                    <a:pt x="1397000" y="37972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6A6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64">
              <a:extLst>
                <a:ext uri="{FF2B5EF4-FFF2-40B4-BE49-F238E27FC236}">
                  <a16:creationId xmlns:a16="http://schemas.microsoft.com/office/drawing/2014/main" id="{5B1E8788-AC4C-3147-1220-454B3CD68705}"/>
                </a:ext>
              </a:extLst>
            </p:cNvPr>
            <p:cNvSpPr/>
            <p:nvPr/>
          </p:nvSpPr>
          <p:spPr>
            <a:xfrm>
              <a:off x="7362189" y="2790120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137"/>
                  </a:lnTo>
                  <a:lnTo>
                    <a:pt x="0" y="1434225"/>
                  </a:lnTo>
                  <a:lnTo>
                    <a:pt x="1397000" y="38088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7A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65">
              <a:extLst>
                <a:ext uri="{FF2B5EF4-FFF2-40B4-BE49-F238E27FC236}">
                  <a16:creationId xmlns:a16="http://schemas.microsoft.com/office/drawing/2014/main" id="{B6B4A7BF-F95F-2804-7966-42218757D9F1}"/>
                </a:ext>
              </a:extLst>
            </p:cNvPr>
            <p:cNvSpPr/>
            <p:nvPr/>
          </p:nvSpPr>
          <p:spPr>
            <a:xfrm>
              <a:off x="7362189" y="2828208"/>
              <a:ext cx="1397000" cy="1433830"/>
            </a:xfrm>
            <a:custGeom>
              <a:avLst/>
              <a:gdLst/>
              <a:ahLst/>
              <a:cxnLst/>
              <a:rect l="l" t="t" r="r" b="b"/>
              <a:pathLst>
                <a:path w="1397000" h="1433829">
                  <a:moveTo>
                    <a:pt x="1397000" y="0"/>
                  </a:moveTo>
                  <a:lnTo>
                    <a:pt x="0" y="1396137"/>
                  </a:lnTo>
                  <a:lnTo>
                    <a:pt x="0" y="1433596"/>
                  </a:lnTo>
                  <a:lnTo>
                    <a:pt x="1397000" y="35734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8A7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66">
              <a:extLst>
                <a:ext uri="{FF2B5EF4-FFF2-40B4-BE49-F238E27FC236}">
                  <a16:creationId xmlns:a16="http://schemas.microsoft.com/office/drawing/2014/main" id="{D05A090F-170C-6167-F065-D4B9E4732B6E}"/>
                </a:ext>
              </a:extLst>
            </p:cNvPr>
            <p:cNvSpPr/>
            <p:nvPr/>
          </p:nvSpPr>
          <p:spPr>
            <a:xfrm>
              <a:off x="7362189" y="2863942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9A8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67">
              <a:extLst>
                <a:ext uri="{FF2B5EF4-FFF2-40B4-BE49-F238E27FC236}">
                  <a16:creationId xmlns:a16="http://schemas.microsoft.com/office/drawing/2014/main" id="{23F7DEFE-56DC-2142-BF82-3250CDDB9F25}"/>
                </a:ext>
              </a:extLst>
            </p:cNvPr>
            <p:cNvSpPr/>
            <p:nvPr/>
          </p:nvSpPr>
          <p:spPr>
            <a:xfrm>
              <a:off x="7362189" y="2902054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AA8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68">
              <a:extLst>
                <a:ext uri="{FF2B5EF4-FFF2-40B4-BE49-F238E27FC236}">
                  <a16:creationId xmlns:a16="http://schemas.microsoft.com/office/drawing/2014/main" id="{E5783AD7-8900-1155-1D1A-884ABC5F7B12}"/>
                </a:ext>
              </a:extLst>
            </p:cNvPr>
            <p:cNvSpPr/>
            <p:nvPr/>
          </p:nvSpPr>
          <p:spPr>
            <a:xfrm>
              <a:off x="7362189" y="2940166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BA9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69">
              <a:extLst>
                <a:ext uri="{FF2B5EF4-FFF2-40B4-BE49-F238E27FC236}">
                  <a16:creationId xmlns:a16="http://schemas.microsoft.com/office/drawing/2014/main" id="{DDD23788-EF92-2E10-5BCF-4DA98C53E99F}"/>
                </a:ext>
              </a:extLst>
            </p:cNvPr>
            <p:cNvSpPr/>
            <p:nvPr/>
          </p:nvSpPr>
          <p:spPr>
            <a:xfrm>
              <a:off x="7362189" y="2978277"/>
              <a:ext cx="1397000" cy="1435100"/>
            </a:xfrm>
            <a:custGeom>
              <a:avLst/>
              <a:gdLst/>
              <a:ahLst/>
              <a:cxnLst/>
              <a:rect l="l" t="t" r="r" b="b"/>
              <a:pathLst>
                <a:path w="1397000" h="1435100">
                  <a:moveTo>
                    <a:pt x="1397000" y="0"/>
                  </a:moveTo>
                  <a:lnTo>
                    <a:pt x="0" y="1397862"/>
                  </a:lnTo>
                  <a:lnTo>
                    <a:pt x="0" y="1434972"/>
                  </a:lnTo>
                  <a:lnTo>
                    <a:pt x="1397000" y="37972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CA9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70">
              <a:extLst>
                <a:ext uri="{FF2B5EF4-FFF2-40B4-BE49-F238E27FC236}">
                  <a16:creationId xmlns:a16="http://schemas.microsoft.com/office/drawing/2014/main" id="{116701D6-228D-EAD6-BE98-FFB2C49136A7}"/>
                </a:ext>
              </a:extLst>
            </p:cNvPr>
            <p:cNvSpPr/>
            <p:nvPr/>
          </p:nvSpPr>
          <p:spPr>
            <a:xfrm>
              <a:off x="7362189" y="3016250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7000"/>
                  </a:lnTo>
                  <a:lnTo>
                    <a:pt x="0" y="1434086"/>
                  </a:lnTo>
                  <a:lnTo>
                    <a:pt x="1397000" y="37948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DAA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71">
              <a:extLst>
                <a:ext uri="{FF2B5EF4-FFF2-40B4-BE49-F238E27FC236}">
                  <a16:creationId xmlns:a16="http://schemas.microsoft.com/office/drawing/2014/main" id="{07226D6F-EA43-4B6B-4657-7843D62F20F7}"/>
                </a:ext>
              </a:extLst>
            </p:cNvPr>
            <p:cNvSpPr/>
            <p:nvPr/>
          </p:nvSpPr>
          <p:spPr>
            <a:xfrm>
              <a:off x="7362189" y="3054198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137"/>
                  </a:lnTo>
                  <a:lnTo>
                    <a:pt x="0" y="1434225"/>
                  </a:lnTo>
                  <a:lnTo>
                    <a:pt x="1397000" y="38088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EAA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72">
              <a:extLst>
                <a:ext uri="{FF2B5EF4-FFF2-40B4-BE49-F238E27FC236}">
                  <a16:creationId xmlns:a16="http://schemas.microsoft.com/office/drawing/2014/main" id="{9C26DF4E-BD42-1808-2286-899EEF5DD5B8}"/>
                </a:ext>
              </a:extLst>
            </p:cNvPr>
            <p:cNvSpPr/>
            <p:nvPr/>
          </p:nvSpPr>
          <p:spPr>
            <a:xfrm>
              <a:off x="7362189" y="3092286"/>
              <a:ext cx="1397000" cy="1433830"/>
            </a:xfrm>
            <a:custGeom>
              <a:avLst/>
              <a:gdLst/>
              <a:ahLst/>
              <a:cxnLst/>
              <a:rect l="l" t="t" r="r" b="b"/>
              <a:pathLst>
                <a:path w="1397000" h="1433829">
                  <a:moveTo>
                    <a:pt x="1397000" y="0"/>
                  </a:moveTo>
                  <a:lnTo>
                    <a:pt x="0" y="1396137"/>
                  </a:lnTo>
                  <a:lnTo>
                    <a:pt x="0" y="1433760"/>
                  </a:lnTo>
                  <a:lnTo>
                    <a:pt x="1397000" y="35897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5FAB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73">
              <a:extLst>
                <a:ext uri="{FF2B5EF4-FFF2-40B4-BE49-F238E27FC236}">
                  <a16:creationId xmlns:a16="http://schemas.microsoft.com/office/drawing/2014/main" id="{7B59D166-6A8D-6DE6-9853-674188EAF94B}"/>
                </a:ext>
              </a:extLst>
            </p:cNvPr>
            <p:cNvSpPr/>
            <p:nvPr/>
          </p:nvSpPr>
          <p:spPr>
            <a:xfrm>
              <a:off x="7362189" y="3128184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0AB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74">
              <a:extLst>
                <a:ext uri="{FF2B5EF4-FFF2-40B4-BE49-F238E27FC236}">
                  <a16:creationId xmlns:a16="http://schemas.microsoft.com/office/drawing/2014/main" id="{42F2337A-31DE-F605-56FA-AB47D06A2DBD}"/>
                </a:ext>
              </a:extLst>
            </p:cNvPr>
            <p:cNvSpPr/>
            <p:nvPr/>
          </p:nvSpPr>
          <p:spPr>
            <a:xfrm>
              <a:off x="7362189" y="3166295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1AC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75">
              <a:extLst>
                <a:ext uri="{FF2B5EF4-FFF2-40B4-BE49-F238E27FC236}">
                  <a16:creationId xmlns:a16="http://schemas.microsoft.com/office/drawing/2014/main" id="{0101E124-713D-8DFD-06DB-8F25D50F1B81}"/>
                </a:ext>
              </a:extLst>
            </p:cNvPr>
            <p:cNvSpPr/>
            <p:nvPr/>
          </p:nvSpPr>
          <p:spPr>
            <a:xfrm>
              <a:off x="7362189" y="3204407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2AC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76">
              <a:extLst>
                <a:ext uri="{FF2B5EF4-FFF2-40B4-BE49-F238E27FC236}">
                  <a16:creationId xmlns:a16="http://schemas.microsoft.com/office/drawing/2014/main" id="{3566CC8B-45F7-B219-5097-083FADCC1DDD}"/>
                </a:ext>
              </a:extLst>
            </p:cNvPr>
            <p:cNvSpPr/>
            <p:nvPr/>
          </p:nvSpPr>
          <p:spPr>
            <a:xfrm>
              <a:off x="7362189" y="3242519"/>
              <a:ext cx="1397000" cy="1435100"/>
            </a:xfrm>
            <a:custGeom>
              <a:avLst/>
              <a:gdLst/>
              <a:ahLst/>
              <a:cxnLst/>
              <a:rect l="l" t="t" r="r" b="b"/>
              <a:pathLst>
                <a:path w="1397000" h="1435100">
                  <a:moveTo>
                    <a:pt x="1397000" y="0"/>
                  </a:moveTo>
                  <a:lnTo>
                    <a:pt x="0" y="1397862"/>
                  </a:lnTo>
                  <a:lnTo>
                    <a:pt x="0" y="1434890"/>
                  </a:lnTo>
                  <a:lnTo>
                    <a:pt x="1397000" y="37890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3AD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77">
              <a:extLst>
                <a:ext uri="{FF2B5EF4-FFF2-40B4-BE49-F238E27FC236}">
                  <a16:creationId xmlns:a16="http://schemas.microsoft.com/office/drawing/2014/main" id="{35B00851-D938-56DA-753F-8A32190F0E1D}"/>
                </a:ext>
              </a:extLst>
            </p:cNvPr>
            <p:cNvSpPr/>
            <p:nvPr/>
          </p:nvSpPr>
          <p:spPr>
            <a:xfrm>
              <a:off x="7362189" y="3280410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999"/>
                  </a:lnTo>
                  <a:lnTo>
                    <a:pt x="0" y="1434004"/>
                  </a:lnTo>
                  <a:lnTo>
                    <a:pt x="1397000" y="37867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4AE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78">
              <a:extLst>
                <a:ext uri="{FF2B5EF4-FFF2-40B4-BE49-F238E27FC236}">
                  <a16:creationId xmlns:a16="http://schemas.microsoft.com/office/drawing/2014/main" id="{A7C93C34-3160-31FB-C385-4D9E679AA120}"/>
                </a:ext>
              </a:extLst>
            </p:cNvPr>
            <p:cNvSpPr/>
            <p:nvPr/>
          </p:nvSpPr>
          <p:spPr>
            <a:xfrm>
              <a:off x="7362189" y="3318277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137"/>
                  </a:lnTo>
                  <a:lnTo>
                    <a:pt x="0" y="1434225"/>
                  </a:lnTo>
                  <a:lnTo>
                    <a:pt x="1397000" y="38088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6AE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79">
              <a:extLst>
                <a:ext uri="{FF2B5EF4-FFF2-40B4-BE49-F238E27FC236}">
                  <a16:creationId xmlns:a16="http://schemas.microsoft.com/office/drawing/2014/main" id="{845746A7-3820-250D-6617-DC30E9F23AB0}"/>
                </a:ext>
              </a:extLst>
            </p:cNvPr>
            <p:cNvSpPr/>
            <p:nvPr/>
          </p:nvSpPr>
          <p:spPr>
            <a:xfrm>
              <a:off x="7362189" y="3356365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137"/>
                  </a:lnTo>
                  <a:lnTo>
                    <a:pt x="0" y="1434074"/>
                  </a:lnTo>
                  <a:lnTo>
                    <a:pt x="1397000" y="37074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6AF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80">
              <a:extLst>
                <a:ext uri="{FF2B5EF4-FFF2-40B4-BE49-F238E27FC236}">
                  <a16:creationId xmlns:a16="http://schemas.microsoft.com/office/drawing/2014/main" id="{E9262F35-D1DE-370F-B807-31F617A76092}"/>
                </a:ext>
              </a:extLst>
            </p:cNvPr>
            <p:cNvSpPr/>
            <p:nvPr/>
          </p:nvSpPr>
          <p:spPr>
            <a:xfrm>
              <a:off x="7362189" y="3393440"/>
              <a:ext cx="1397000" cy="1435100"/>
            </a:xfrm>
            <a:custGeom>
              <a:avLst/>
              <a:gdLst/>
              <a:ahLst/>
              <a:cxnLst/>
              <a:rect l="l" t="t" r="r" b="b"/>
              <a:pathLst>
                <a:path w="1397000" h="1435100">
                  <a:moveTo>
                    <a:pt x="1397000" y="0"/>
                  </a:moveTo>
                  <a:lnTo>
                    <a:pt x="0" y="1397000"/>
                  </a:lnTo>
                  <a:lnTo>
                    <a:pt x="0" y="1434960"/>
                  </a:lnTo>
                  <a:lnTo>
                    <a:pt x="1397000" y="37097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7AF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81">
              <a:extLst>
                <a:ext uri="{FF2B5EF4-FFF2-40B4-BE49-F238E27FC236}">
                  <a16:creationId xmlns:a16="http://schemas.microsoft.com/office/drawing/2014/main" id="{B9F4FA42-EC49-7BCA-E195-6ACD24BB33AE}"/>
                </a:ext>
              </a:extLst>
            </p:cNvPr>
            <p:cNvSpPr/>
            <p:nvPr/>
          </p:nvSpPr>
          <p:spPr>
            <a:xfrm>
              <a:off x="7362189" y="3430537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8B0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82">
              <a:extLst>
                <a:ext uri="{FF2B5EF4-FFF2-40B4-BE49-F238E27FC236}">
                  <a16:creationId xmlns:a16="http://schemas.microsoft.com/office/drawing/2014/main" id="{C12A2629-6373-94AF-27F7-6196935EDFE7}"/>
                </a:ext>
              </a:extLst>
            </p:cNvPr>
            <p:cNvSpPr/>
            <p:nvPr/>
          </p:nvSpPr>
          <p:spPr>
            <a:xfrm>
              <a:off x="7362189" y="3468649"/>
              <a:ext cx="1397000" cy="1435100"/>
            </a:xfrm>
            <a:custGeom>
              <a:avLst/>
              <a:gdLst/>
              <a:ahLst/>
              <a:cxnLst/>
              <a:rect l="l" t="t" r="r" b="b"/>
              <a:pathLst>
                <a:path w="1397000" h="1435100">
                  <a:moveTo>
                    <a:pt x="1397000" y="0"/>
                  </a:moveTo>
                  <a:lnTo>
                    <a:pt x="0" y="1397862"/>
                  </a:lnTo>
                  <a:lnTo>
                    <a:pt x="0" y="1434820"/>
                  </a:lnTo>
                  <a:lnTo>
                    <a:pt x="1397000" y="37820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9B0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83">
              <a:extLst>
                <a:ext uri="{FF2B5EF4-FFF2-40B4-BE49-F238E27FC236}">
                  <a16:creationId xmlns:a16="http://schemas.microsoft.com/office/drawing/2014/main" id="{2192F9D3-0AAA-86EF-55CF-E8ABED3E1B56}"/>
                </a:ext>
              </a:extLst>
            </p:cNvPr>
            <p:cNvSpPr/>
            <p:nvPr/>
          </p:nvSpPr>
          <p:spPr>
            <a:xfrm>
              <a:off x="7362189" y="3506470"/>
              <a:ext cx="1397000" cy="1435100"/>
            </a:xfrm>
            <a:custGeom>
              <a:avLst/>
              <a:gdLst/>
              <a:ahLst/>
              <a:cxnLst/>
              <a:rect l="l" t="t" r="r" b="b"/>
              <a:pathLst>
                <a:path w="1397000" h="1435100">
                  <a:moveTo>
                    <a:pt x="1397000" y="0"/>
                  </a:moveTo>
                  <a:lnTo>
                    <a:pt x="0" y="1397000"/>
                  </a:lnTo>
                  <a:lnTo>
                    <a:pt x="0" y="1435100"/>
                  </a:lnTo>
                  <a:lnTo>
                    <a:pt x="1397000" y="38100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AB1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84">
              <a:extLst>
                <a:ext uri="{FF2B5EF4-FFF2-40B4-BE49-F238E27FC236}">
                  <a16:creationId xmlns:a16="http://schemas.microsoft.com/office/drawing/2014/main" id="{1BF18CC5-2E9C-C0F4-107C-F89ECA3F9E12}"/>
                </a:ext>
              </a:extLst>
            </p:cNvPr>
            <p:cNvSpPr/>
            <p:nvPr/>
          </p:nvSpPr>
          <p:spPr>
            <a:xfrm>
              <a:off x="7362189" y="3544570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7000"/>
                  </a:lnTo>
                  <a:lnTo>
                    <a:pt x="0" y="1433923"/>
                  </a:lnTo>
                  <a:lnTo>
                    <a:pt x="1397000" y="37785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BB1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85">
              <a:extLst>
                <a:ext uri="{FF2B5EF4-FFF2-40B4-BE49-F238E27FC236}">
                  <a16:creationId xmlns:a16="http://schemas.microsoft.com/office/drawing/2014/main" id="{BEE95344-F663-01C5-62E0-DC7AA4DB5AF9}"/>
                </a:ext>
              </a:extLst>
            </p:cNvPr>
            <p:cNvSpPr/>
            <p:nvPr/>
          </p:nvSpPr>
          <p:spPr>
            <a:xfrm>
              <a:off x="7362189" y="3582355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137"/>
                  </a:lnTo>
                  <a:lnTo>
                    <a:pt x="0" y="1434225"/>
                  </a:lnTo>
                  <a:lnTo>
                    <a:pt x="1397000" y="38088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CB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86">
              <a:extLst>
                <a:ext uri="{FF2B5EF4-FFF2-40B4-BE49-F238E27FC236}">
                  <a16:creationId xmlns:a16="http://schemas.microsoft.com/office/drawing/2014/main" id="{A3CAD7AE-756A-03F0-94CE-365E2CB25EAB}"/>
                </a:ext>
              </a:extLst>
            </p:cNvPr>
            <p:cNvSpPr/>
            <p:nvPr/>
          </p:nvSpPr>
          <p:spPr>
            <a:xfrm>
              <a:off x="7362189" y="3620443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137"/>
                  </a:lnTo>
                  <a:lnTo>
                    <a:pt x="0" y="1434156"/>
                  </a:lnTo>
                  <a:lnTo>
                    <a:pt x="1397000" y="37156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DB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87">
              <a:extLst>
                <a:ext uri="{FF2B5EF4-FFF2-40B4-BE49-F238E27FC236}">
                  <a16:creationId xmlns:a16="http://schemas.microsoft.com/office/drawing/2014/main" id="{95AB32F5-8279-CE8E-25E3-33384B64879A}"/>
                </a:ext>
              </a:extLst>
            </p:cNvPr>
            <p:cNvSpPr/>
            <p:nvPr/>
          </p:nvSpPr>
          <p:spPr>
            <a:xfrm>
              <a:off x="7362189" y="3657600"/>
              <a:ext cx="1397000" cy="1435100"/>
            </a:xfrm>
            <a:custGeom>
              <a:avLst/>
              <a:gdLst/>
              <a:ahLst/>
              <a:cxnLst/>
              <a:rect l="l" t="t" r="r" b="b"/>
              <a:pathLst>
                <a:path w="1397000" h="1435100">
                  <a:moveTo>
                    <a:pt x="1397000" y="0"/>
                  </a:moveTo>
                  <a:lnTo>
                    <a:pt x="0" y="1397000"/>
                  </a:lnTo>
                  <a:lnTo>
                    <a:pt x="0" y="1435041"/>
                  </a:lnTo>
                  <a:lnTo>
                    <a:pt x="1397000" y="37179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EB3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88">
              <a:extLst>
                <a:ext uri="{FF2B5EF4-FFF2-40B4-BE49-F238E27FC236}">
                  <a16:creationId xmlns:a16="http://schemas.microsoft.com/office/drawing/2014/main" id="{DA447F17-C15F-C513-1D2D-5F2A4648C14E}"/>
                </a:ext>
              </a:extLst>
            </p:cNvPr>
            <p:cNvSpPr/>
            <p:nvPr/>
          </p:nvSpPr>
          <p:spPr>
            <a:xfrm>
              <a:off x="7362189" y="3694779"/>
              <a:ext cx="1397000" cy="1436370"/>
            </a:xfrm>
            <a:custGeom>
              <a:avLst/>
              <a:gdLst/>
              <a:ahLst/>
              <a:cxnLst/>
              <a:rect l="l" t="t" r="r" b="b"/>
              <a:pathLst>
                <a:path w="1397000" h="1436370">
                  <a:moveTo>
                    <a:pt x="1397000" y="0"/>
                  </a:moveTo>
                  <a:lnTo>
                    <a:pt x="0" y="1397862"/>
                  </a:lnTo>
                  <a:lnTo>
                    <a:pt x="0" y="1435974"/>
                  </a:lnTo>
                  <a:lnTo>
                    <a:pt x="1397000" y="38111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6FB3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89">
              <a:extLst>
                <a:ext uri="{FF2B5EF4-FFF2-40B4-BE49-F238E27FC236}">
                  <a16:creationId xmlns:a16="http://schemas.microsoft.com/office/drawing/2014/main" id="{494B243B-F254-AEAB-B38D-1582DCA9A1CD}"/>
                </a:ext>
              </a:extLst>
            </p:cNvPr>
            <p:cNvSpPr/>
            <p:nvPr/>
          </p:nvSpPr>
          <p:spPr>
            <a:xfrm>
              <a:off x="7362189" y="3732890"/>
              <a:ext cx="1397000" cy="1435100"/>
            </a:xfrm>
            <a:custGeom>
              <a:avLst/>
              <a:gdLst/>
              <a:ahLst/>
              <a:cxnLst/>
              <a:rect l="l" t="t" r="r" b="b"/>
              <a:pathLst>
                <a:path w="1397000" h="1435100">
                  <a:moveTo>
                    <a:pt x="1397000" y="0"/>
                  </a:moveTo>
                  <a:lnTo>
                    <a:pt x="0" y="1397862"/>
                  </a:lnTo>
                  <a:lnTo>
                    <a:pt x="0" y="1434739"/>
                  </a:lnTo>
                  <a:lnTo>
                    <a:pt x="1397000" y="37739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70B4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90">
              <a:extLst>
                <a:ext uri="{FF2B5EF4-FFF2-40B4-BE49-F238E27FC236}">
                  <a16:creationId xmlns:a16="http://schemas.microsoft.com/office/drawing/2014/main" id="{903AD12E-6D1F-22B6-4960-AF842A4ED800}"/>
                </a:ext>
              </a:extLst>
            </p:cNvPr>
            <p:cNvSpPr/>
            <p:nvPr/>
          </p:nvSpPr>
          <p:spPr>
            <a:xfrm>
              <a:off x="7362189" y="3770630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7000"/>
                  </a:lnTo>
                  <a:lnTo>
                    <a:pt x="0" y="1433853"/>
                  </a:lnTo>
                  <a:lnTo>
                    <a:pt x="1397000" y="37715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71B4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91">
              <a:extLst>
                <a:ext uri="{FF2B5EF4-FFF2-40B4-BE49-F238E27FC236}">
                  <a16:creationId xmlns:a16="http://schemas.microsoft.com/office/drawing/2014/main" id="{9725602D-2B0A-BE9D-B60D-2ADFC84B2CB2}"/>
                </a:ext>
              </a:extLst>
            </p:cNvPr>
            <p:cNvSpPr/>
            <p:nvPr/>
          </p:nvSpPr>
          <p:spPr>
            <a:xfrm>
              <a:off x="7362189" y="3808345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137"/>
                  </a:lnTo>
                  <a:lnTo>
                    <a:pt x="0" y="1434225"/>
                  </a:lnTo>
                  <a:lnTo>
                    <a:pt x="1397000" y="38088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72B5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92">
              <a:extLst>
                <a:ext uri="{FF2B5EF4-FFF2-40B4-BE49-F238E27FC236}">
                  <a16:creationId xmlns:a16="http://schemas.microsoft.com/office/drawing/2014/main" id="{AF7CE1A8-EACA-A156-9710-EDF2487C21E1}"/>
                </a:ext>
              </a:extLst>
            </p:cNvPr>
            <p:cNvSpPr/>
            <p:nvPr/>
          </p:nvSpPr>
          <p:spPr>
            <a:xfrm>
              <a:off x="7362189" y="3846434"/>
              <a:ext cx="1397000" cy="1434465"/>
            </a:xfrm>
            <a:custGeom>
              <a:avLst/>
              <a:gdLst/>
              <a:ahLst/>
              <a:cxnLst/>
              <a:rect l="l" t="t" r="r" b="b"/>
              <a:pathLst>
                <a:path w="1397000" h="1434464">
                  <a:moveTo>
                    <a:pt x="1397000" y="0"/>
                  </a:moveTo>
                  <a:lnTo>
                    <a:pt x="0" y="1396137"/>
                  </a:lnTo>
                  <a:lnTo>
                    <a:pt x="0" y="1434225"/>
                  </a:lnTo>
                  <a:lnTo>
                    <a:pt x="1397000" y="38088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73B5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93">
              <a:extLst>
                <a:ext uri="{FF2B5EF4-FFF2-40B4-BE49-F238E27FC236}">
                  <a16:creationId xmlns:a16="http://schemas.microsoft.com/office/drawing/2014/main" id="{CFA6348C-89FB-5B30-37B9-405F0702BEC8}"/>
                </a:ext>
              </a:extLst>
            </p:cNvPr>
            <p:cNvSpPr/>
            <p:nvPr/>
          </p:nvSpPr>
          <p:spPr>
            <a:xfrm>
              <a:off x="7362189" y="3884522"/>
              <a:ext cx="1397000" cy="1396365"/>
            </a:xfrm>
            <a:custGeom>
              <a:avLst/>
              <a:gdLst/>
              <a:ahLst/>
              <a:cxnLst/>
              <a:rect l="l" t="t" r="r" b="b"/>
              <a:pathLst>
                <a:path w="1397000" h="1396364">
                  <a:moveTo>
                    <a:pt x="1397000" y="0"/>
                  </a:moveTo>
                  <a:lnTo>
                    <a:pt x="0" y="1396137"/>
                  </a:lnTo>
                  <a:lnTo>
                    <a:pt x="38100" y="1396137"/>
                  </a:lnTo>
                  <a:lnTo>
                    <a:pt x="1397000" y="37237"/>
                  </a:lnTo>
                  <a:lnTo>
                    <a:pt x="1397000" y="0"/>
                  </a:lnTo>
                  <a:close/>
                </a:path>
              </a:pathLst>
            </a:custGeom>
            <a:solidFill>
              <a:srgbClr val="74B6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94">
              <a:extLst>
                <a:ext uri="{FF2B5EF4-FFF2-40B4-BE49-F238E27FC236}">
                  <a16:creationId xmlns:a16="http://schemas.microsoft.com/office/drawing/2014/main" id="{C50C8841-0D28-439B-B60B-016ED71AA799}"/>
                </a:ext>
              </a:extLst>
            </p:cNvPr>
            <p:cNvSpPr/>
            <p:nvPr/>
          </p:nvSpPr>
          <p:spPr>
            <a:xfrm>
              <a:off x="7400289" y="3921760"/>
              <a:ext cx="1358900" cy="1358900"/>
            </a:xfrm>
            <a:custGeom>
              <a:avLst/>
              <a:gdLst/>
              <a:ahLst/>
              <a:cxnLst/>
              <a:rect l="l" t="t" r="r" b="b"/>
              <a:pathLst>
                <a:path w="1358900" h="1358900">
                  <a:moveTo>
                    <a:pt x="1358900" y="0"/>
                  </a:moveTo>
                  <a:lnTo>
                    <a:pt x="0" y="1358900"/>
                  </a:lnTo>
                  <a:lnTo>
                    <a:pt x="38076" y="1358900"/>
                  </a:lnTo>
                  <a:lnTo>
                    <a:pt x="1358900" y="37260"/>
                  </a:lnTo>
                  <a:lnTo>
                    <a:pt x="1358900" y="0"/>
                  </a:lnTo>
                  <a:close/>
                </a:path>
              </a:pathLst>
            </a:custGeom>
            <a:solidFill>
              <a:srgbClr val="75B6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95">
              <a:extLst>
                <a:ext uri="{FF2B5EF4-FFF2-40B4-BE49-F238E27FC236}">
                  <a16:creationId xmlns:a16="http://schemas.microsoft.com/office/drawing/2014/main" id="{734AC96E-AD6E-5250-2FDA-63FEE4D922D2}"/>
                </a:ext>
              </a:extLst>
            </p:cNvPr>
            <p:cNvSpPr/>
            <p:nvPr/>
          </p:nvSpPr>
          <p:spPr>
            <a:xfrm>
              <a:off x="7438366" y="3959020"/>
              <a:ext cx="1321435" cy="1322070"/>
            </a:xfrm>
            <a:custGeom>
              <a:avLst/>
              <a:gdLst/>
              <a:ahLst/>
              <a:cxnLst/>
              <a:rect l="l" t="t" r="r" b="b"/>
              <a:pathLst>
                <a:path w="1321434" h="1322070">
                  <a:moveTo>
                    <a:pt x="1320823" y="0"/>
                  </a:moveTo>
                  <a:lnTo>
                    <a:pt x="0" y="1321639"/>
                  </a:lnTo>
                  <a:lnTo>
                    <a:pt x="38088" y="1321639"/>
                  </a:lnTo>
                  <a:lnTo>
                    <a:pt x="1320823" y="38111"/>
                  </a:lnTo>
                  <a:lnTo>
                    <a:pt x="1320823" y="0"/>
                  </a:lnTo>
                  <a:close/>
                </a:path>
              </a:pathLst>
            </a:custGeom>
            <a:solidFill>
              <a:srgbClr val="76B7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96">
              <a:extLst>
                <a:ext uri="{FF2B5EF4-FFF2-40B4-BE49-F238E27FC236}">
                  <a16:creationId xmlns:a16="http://schemas.microsoft.com/office/drawing/2014/main" id="{E9318631-1E9B-3352-74C1-32CBC4A1E914}"/>
                </a:ext>
              </a:extLst>
            </p:cNvPr>
            <p:cNvSpPr/>
            <p:nvPr/>
          </p:nvSpPr>
          <p:spPr>
            <a:xfrm>
              <a:off x="7476454" y="3997132"/>
              <a:ext cx="1283335" cy="1283970"/>
            </a:xfrm>
            <a:custGeom>
              <a:avLst/>
              <a:gdLst/>
              <a:ahLst/>
              <a:cxnLst/>
              <a:rect l="l" t="t" r="r" b="b"/>
              <a:pathLst>
                <a:path w="1283334" h="1283970">
                  <a:moveTo>
                    <a:pt x="1282735" y="0"/>
                  </a:moveTo>
                  <a:lnTo>
                    <a:pt x="0" y="1283527"/>
                  </a:lnTo>
                  <a:lnTo>
                    <a:pt x="36865" y="1283527"/>
                  </a:lnTo>
                  <a:lnTo>
                    <a:pt x="1282735" y="37657"/>
                  </a:lnTo>
                  <a:lnTo>
                    <a:pt x="1282735" y="0"/>
                  </a:lnTo>
                  <a:close/>
                </a:path>
              </a:pathLst>
            </a:custGeom>
            <a:solidFill>
              <a:srgbClr val="77B7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97">
              <a:extLst>
                <a:ext uri="{FF2B5EF4-FFF2-40B4-BE49-F238E27FC236}">
                  <a16:creationId xmlns:a16="http://schemas.microsoft.com/office/drawing/2014/main" id="{DAF01165-3EC1-3AE5-C2B3-129999331456}"/>
                </a:ext>
              </a:extLst>
            </p:cNvPr>
            <p:cNvSpPr/>
            <p:nvPr/>
          </p:nvSpPr>
          <p:spPr>
            <a:xfrm>
              <a:off x="7513319" y="4034789"/>
              <a:ext cx="1245870" cy="1245870"/>
            </a:xfrm>
            <a:custGeom>
              <a:avLst/>
              <a:gdLst/>
              <a:ahLst/>
              <a:cxnLst/>
              <a:rect l="l" t="t" r="r" b="b"/>
              <a:pathLst>
                <a:path w="1245870" h="1245870">
                  <a:moveTo>
                    <a:pt x="1245870" y="0"/>
                  </a:moveTo>
                  <a:lnTo>
                    <a:pt x="0" y="1245870"/>
                  </a:lnTo>
                  <a:lnTo>
                    <a:pt x="36888" y="1245870"/>
                  </a:lnTo>
                  <a:lnTo>
                    <a:pt x="1245870" y="37634"/>
                  </a:lnTo>
                  <a:lnTo>
                    <a:pt x="1245870" y="0"/>
                  </a:lnTo>
                  <a:close/>
                </a:path>
              </a:pathLst>
            </a:custGeom>
            <a:solidFill>
              <a:srgbClr val="78B8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98">
              <a:extLst>
                <a:ext uri="{FF2B5EF4-FFF2-40B4-BE49-F238E27FC236}">
                  <a16:creationId xmlns:a16="http://schemas.microsoft.com/office/drawing/2014/main" id="{522956A6-C05A-BC56-7A20-6F86BECB2771}"/>
                </a:ext>
              </a:extLst>
            </p:cNvPr>
            <p:cNvSpPr/>
            <p:nvPr/>
          </p:nvSpPr>
          <p:spPr>
            <a:xfrm>
              <a:off x="7550207" y="4072424"/>
              <a:ext cx="1209040" cy="1208405"/>
            </a:xfrm>
            <a:custGeom>
              <a:avLst/>
              <a:gdLst/>
              <a:ahLst/>
              <a:cxnLst/>
              <a:rect l="l" t="t" r="r" b="b"/>
              <a:pathLst>
                <a:path w="1209040" h="1208404">
                  <a:moveTo>
                    <a:pt x="1208981" y="0"/>
                  </a:moveTo>
                  <a:lnTo>
                    <a:pt x="0" y="1208235"/>
                  </a:lnTo>
                  <a:lnTo>
                    <a:pt x="38111" y="1208235"/>
                  </a:lnTo>
                  <a:lnTo>
                    <a:pt x="1208981" y="38088"/>
                  </a:lnTo>
                  <a:lnTo>
                    <a:pt x="1208981" y="0"/>
                  </a:lnTo>
                  <a:close/>
                </a:path>
              </a:pathLst>
            </a:custGeom>
            <a:solidFill>
              <a:srgbClr val="79B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99">
              <a:extLst>
                <a:ext uri="{FF2B5EF4-FFF2-40B4-BE49-F238E27FC236}">
                  <a16:creationId xmlns:a16="http://schemas.microsoft.com/office/drawing/2014/main" id="{7AA8DE40-738E-4944-3099-C9EE59297BDE}"/>
                </a:ext>
              </a:extLst>
            </p:cNvPr>
            <p:cNvSpPr/>
            <p:nvPr/>
          </p:nvSpPr>
          <p:spPr>
            <a:xfrm>
              <a:off x="7588319" y="4110512"/>
              <a:ext cx="1170940" cy="1170305"/>
            </a:xfrm>
            <a:custGeom>
              <a:avLst/>
              <a:gdLst/>
              <a:ahLst/>
              <a:cxnLst/>
              <a:rect l="l" t="t" r="r" b="b"/>
              <a:pathLst>
                <a:path w="1170940" h="1170304">
                  <a:moveTo>
                    <a:pt x="1170870" y="0"/>
                  </a:moveTo>
                  <a:lnTo>
                    <a:pt x="0" y="1170147"/>
                  </a:lnTo>
                  <a:lnTo>
                    <a:pt x="38111" y="1170147"/>
                  </a:lnTo>
                  <a:lnTo>
                    <a:pt x="1170870" y="38088"/>
                  </a:lnTo>
                  <a:lnTo>
                    <a:pt x="1170870" y="0"/>
                  </a:lnTo>
                  <a:close/>
                </a:path>
              </a:pathLst>
            </a:custGeom>
            <a:solidFill>
              <a:srgbClr val="7AB9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00">
              <a:extLst>
                <a:ext uri="{FF2B5EF4-FFF2-40B4-BE49-F238E27FC236}">
                  <a16:creationId xmlns:a16="http://schemas.microsoft.com/office/drawing/2014/main" id="{B696ED95-EA1E-1104-9F06-4F9E94051FEB}"/>
                </a:ext>
              </a:extLst>
            </p:cNvPr>
            <p:cNvSpPr/>
            <p:nvPr/>
          </p:nvSpPr>
          <p:spPr>
            <a:xfrm>
              <a:off x="7626431" y="4148600"/>
              <a:ext cx="1132840" cy="1132205"/>
            </a:xfrm>
            <a:custGeom>
              <a:avLst/>
              <a:gdLst/>
              <a:ahLst/>
              <a:cxnLst/>
              <a:rect l="l" t="t" r="r" b="b"/>
              <a:pathLst>
                <a:path w="1132840" h="1132204">
                  <a:moveTo>
                    <a:pt x="1132758" y="0"/>
                  </a:moveTo>
                  <a:lnTo>
                    <a:pt x="0" y="1132059"/>
                  </a:lnTo>
                  <a:lnTo>
                    <a:pt x="38018" y="1132059"/>
                  </a:lnTo>
                  <a:lnTo>
                    <a:pt x="1132758" y="37319"/>
                  </a:lnTo>
                  <a:lnTo>
                    <a:pt x="1132758" y="0"/>
                  </a:lnTo>
                  <a:close/>
                </a:path>
              </a:pathLst>
            </a:custGeom>
            <a:solidFill>
              <a:srgbClr val="7BB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01">
              <a:extLst>
                <a:ext uri="{FF2B5EF4-FFF2-40B4-BE49-F238E27FC236}">
                  <a16:creationId xmlns:a16="http://schemas.microsoft.com/office/drawing/2014/main" id="{1AEB0D01-61FB-4231-A4E1-A70C9AEFC6F4}"/>
                </a:ext>
              </a:extLst>
            </p:cNvPr>
            <p:cNvSpPr/>
            <p:nvPr/>
          </p:nvSpPr>
          <p:spPr>
            <a:xfrm>
              <a:off x="7664449" y="4185920"/>
              <a:ext cx="1094740" cy="1094740"/>
            </a:xfrm>
            <a:custGeom>
              <a:avLst/>
              <a:gdLst/>
              <a:ahLst/>
              <a:cxnLst/>
              <a:rect l="l" t="t" r="r" b="b"/>
              <a:pathLst>
                <a:path w="1094740" h="1094739">
                  <a:moveTo>
                    <a:pt x="1094740" y="0"/>
                  </a:moveTo>
                  <a:lnTo>
                    <a:pt x="0" y="1094740"/>
                  </a:lnTo>
                  <a:lnTo>
                    <a:pt x="38100" y="1094740"/>
                  </a:lnTo>
                  <a:lnTo>
                    <a:pt x="1094740" y="38100"/>
                  </a:lnTo>
                  <a:lnTo>
                    <a:pt x="1094740" y="0"/>
                  </a:lnTo>
                  <a:close/>
                </a:path>
              </a:pathLst>
            </a:custGeom>
            <a:solidFill>
              <a:srgbClr val="7CB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02">
              <a:extLst>
                <a:ext uri="{FF2B5EF4-FFF2-40B4-BE49-F238E27FC236}">
                  <a16:creationId xmlns:a16="http://schemas.microsoft.com/office/drawing/2014/main" id="{F2F66D3E-F84E-62EB-8D84-590C8B953511}"/>
                </a:ext>
              </a:extLst>
            </p:cNvPr>
            <p:cNvSpPr/>
            <p:nvPr/>
          </p:nvSpPr>
          <p:spPr>
            <a:xfrm>
              <a:off x="7702549" y="4224020"/>
              <a:ext cx="1056640" cy="1056640"/>
            </a:xfrm>
            <a:custGeom>
              <a:avLst/>
              <a:gdLst/>
              <a:ahLst/>
              <a:cxnLst/>
              <a:rect l="l" t="t" r="r" b="b"/>
              <a:pathLst>
                <a:path w="1056640" h="1056639">
                  <a:moveTo>
                    <a:pt x="1056640" y="0"/>
                  </a:moveTo>
                  <a:lnTo>
                    <a:pt x="0" y="1056640"/>
                  </a:lnTo>
                  <a:lnTo>
                    <a:pt x="37983" y="1056640"/>
                  </a:lnTo>
                  <a:lnTo>
                    <a:pt x="1056640" y="37354"/>
                  </a:lnTo>
                  <a:lnTo>
                    <a:pt x="1056640" y="0"/>
                  </a:lnTo>
                  <a:close/>
                </a:path>
              </a:pathLst>
            </a:custGeom>
            <a:solidFill>
              <a:srgbClr val="7DBA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03">
              <a:extLst>
                <a:ext uri="{FF2B5EF4-FFF2-40B4-BE49-F238E27FC236}">
                  <a16:creationId xmlns:a16="http://schemas.microsoft.com/office/drawing/2014/main" id="{EFE9ECE7-C7E1-4E34-F0A5-0EA72A27A67F}"/>
                </a:ext>
              </a:extLst>
            </p:cNvPr>
            <p:cNvSpPr/>
            <p:nvPr/>
          </p:nvSpPr>
          <p:spPr>
            <a:xfrm>
              <a:off x="7740532" y="4261373"/>
              <a:ext cx="1019175" cy="1019810"/>
            </a:xfrm>
            <a:custGeom>
              <a:avLst/>
              <a:gdLst/>
              <a:ahLst/>
              <a:cxnLst/>
              <a:rect l="l" t="t" r="r" b="b"/>
              <a:pathLst>
                <a:path w="1019175" h="1019810">
                  <a:moveTo>
                    <a:pt x="1018656" y="0"/>
                  </a:moveTo>
                  <a:lnTo>
                    <a:pt x="0" y="1019285"/>
                  </a:lnTo>
                  <a:lnTo>
                    <a:pt x="36946" y="1019285"/>
                  </a:lnTo>
                  <a:lnTo>
                    <a:pt x="1018656" y="37575"/>
                  </a:lnTo>
                  <a:lnTo>
                    <a:pt x="1018656" y="0"/>
                  </a:lnTo>
                  <a:close/>
                </a:path>
              </a:pathLst>
            </a:custGeom>
            <a:solidFill>
              <a:srgbClr val="7EBB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04">
              <a:extLst>
                <a:ext uri="{FF2B5EF4-FFF2-40B4-BE49-F238E27FC236}">
                  <a16:creationId xmlns:a16="http://schemas.microsoft.com/office/drawing/2014/main" id="{08A30389-685D-BDF9-780B-1B2D5E20940C}"/>
                </a:ext>
              </a:extLst>
            </p:cNvPr>
            <p:cNvSpPr/>
            <p:nvPr/>
          </p:nvSpPr>
          <p:spPr>
            <a:xfrm>
              <a:off x="7777479" y="4298950"/>
              <a:ext cx="981710" cy="981710"/>
            </a:xfrm>
            <a:custGeom>
              <a:avLst/>
              <a:gdLst/>
              <a:ahLst/>
              <a:cxnLst/>
              <a:rect l="l" t="t" r="r" b="b"/>
              <a:pathLst>
                <a:path w="981709" h="981710">
                  <a:moveTo>
                    <a:pt x="981710" y="0"/>
                  </a:moveTo>
                  <a:lnTo>
                    <a:pt x="0" y="981710"/>
                  </a:lnTo>
                  <a:lnTo>
                    <a:pt x="36969" y="981710"/>
                  </a:lnTo>
                  <a:lnTo>
                    <a:pt x="981710" y="37552"/>
                  </a:lnTo>
                  <a:lnTo>
                    <a:pt x="981710" y="0"/>
                  </a:lnTo>
                  <a:close/>
                </a:path>
              </a:pathLst>
            </a:custGeom>
            <a:solidFill>
              <a:srgbClr val="7FBC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05">
              <a:extLst>
                <a:ext uri="{FF2B5EF4-FFF2-40B4-BE49-F238E27FC236}">
                  <a16:creationId xmlns:a16="http://schemas.microsoft.com/office/drawing/2014/main" id="{B1CD7901-8588-83B0-F6CA-DEC1220153D7}"/>
                </a:ext>
              </a:extLst>
            </p:cNvPr>
            <p:cNvSpPr/>
            <p:nvPr/>
          </p:nvSpPr>
          <p:spPr>
            <a:xfrm>
              <a:off x="7814449" y="4336502"/>
              <a:ext cx="944880" cy="944244"/>
            </a:xfrm>
            <a:custGeom>
              <a:avLst/>
              <a:gdLst/>
              <a:ahLst/>
              <a:cxnLst/>
              <a:rect l="l" t="t" r="r" b="b"/>
              <a:pathLst>
                <a:path w="944879" h="944245">
                  <a:moveTo>
                    <a:pt x="944740" y="0"/>
                  </a:moveTo>
                  <a:lnTo>
                    <a:pt x="0" y="944157"/>
                  </a:lnTo>
                  <a:lnTo>
                    <a:pt x="38111" y="944157"/>
                  </a:lnTo>
                  <a:lnTo>
                    <a:pt x="944740" y="38088"/>
                  </a:lnTo>
                  <a:lnTo>
                    <a:pt x="944740" y="0"/>
                  </a:lnTo>
                  <a:close/>
                </a:path>
              </a:pathLst>
            </a:custGeom>
            <a:solidFill>
              <a:srgbClr val="80BC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06">
              <a:extLst>
                <a:ext uri="{FF2B5EF4-FFF2-40B4-BE49-F238E27FC236}">
                  <a16:creationId xmlns:a16="http://schemas.microsoft.com/office/drawing/2014/main" id="{E5441988-1252-193E-6FB3-ED96F213493D}"/>
                </a:ext>
              </a:extLst>
            </p:cNvPr>
            <p:cNvSpPr/>
            <p:nvPr/>
          </p:nvSpPr>
          <p:spPr>
            <a:xfrm>
              <a:off x="7852561" y="4374591"/>
              <a:ext cx="906780" cy="906144"/>
            </a:xfrm>
            <a:custGeom>
              <a:avLst/>
              <a:gdLst/>
              <a:ahLst/>
              <a:cxnLst/>
              <a:rect l="l" t="t" r="r" b="b"/>
              <a:pathLst>
                <a:path w="906779" h="906145">
                  <a:moveTo>
                    <a:pt x="906628" y="0"/>
                  </a:moveTo>
                  <a:lnTo>
                    <a:pt x="0" y="906068"/>
                  </a:lnTo>
                  <a:lnTo>
                    <a:pt x="38111" y="906068"/>
                  </a:lnTo>
                  <a:lnTo>
                    <a:pt x="906628" y="38088"/>
                  </a:lnTo>
                  <a:lnTo>
                    <a:pt x="906628" y="0"/>
                  </a:lnTo>
                  <a:close/>
                </a:path>
              </a:pathLst>
            </a:custGeom>
            <a:solidFill>
              <a:srgbClr val="81BD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07">
              <a:extLst>
                <a:ext uri="{FF2B5EF4-FFF2-40B4-BE49-F238E27FC236}">
                  <a16:creationId xmlns:a16="http://schemas.microsoft.com/office/drawing/2014/main" id="{D9690E3D-6B77-BB0D-8EBE-5F0A6FBE70D1}"/>
                </a:ext>
              </a:extLst>
            </p:cNvPr>
            <p:cNvSpPr/>
            <p:nvPr/>
          </p:nvSpPr>
          <p:spPr>
            <a:xfrm>
              <a:off x="7890673" y="4412679"/>
              <a:ext cx="868680" cy="868044"/>
            </a:xfrm>
            <a:custGeom>
              <a:avLst/>
              <a:gdLst/>
              <a:ahLst/>
              <a:cxnLst/>
              <a:rect l="l" t="t" r="r" b="b"/>
              <a:pathLst>
                <a:path w="868679" h="868045">
                  <a:moveTo>
                    <a:pt x="868516" y="0"/>
                  </a:moveTo>
                  <a:lnTo>
                    <a:pt x="0" y="867980"/>
                  </a:lnTo>
                  <a:lnTo>
                    <a:pt x="38111" y="867980"/>
                  </a:lnTo>
                  <a:lnTo>
                    <a:pt x="868516" y="38088"/>
                  </a:lnTo>
                  <a:lnTo>
                    <a:pt x="868516" y="0"/>
                  </a:lnTo>
                  <a:close/>
                </a:path>
              </a:pathLst>
            </a:custGeom>
            <a:solidFill>
              <a:srgbClr val="82BD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08">
              <a:extLst>
                <a:ext uri="{FF2B5EF4-FFF2-40B4-BE49-F238E27FC236}">
                  <a16:creationId xmlns:a16="http://schemas.microsoft.com/office/drawing/2014/main" id="{9A585DA7-DCD1-901C-6C04-E7C707EA4CE0}"/>
                </a:ext>
              </a:extLst>
            </p:cNvPr>
            <p:cNvSpPr/>
            <p:nvPr/>
          </p:nvSpPr>
          <p:spPr>
            <a:xfrm>
              <a:off x="7928784" y="4450767"/>
              <a:ext cx="830580" cy="829944"/>
            </a:xfrm>
            <a:custGeom>
              <a:avLst/>
              <a:gdLst/>
              <a:ahLst/>
              <a:cxnLst/>
              <a:rect l="l" t="t" r="r" b="b"/>
              <a:pathLst>
                <a:path w="830579" h="829945">
                  <a:moveTo>
                    <a:pt x="830405" y="0"/>
                  </a:moveTo>
                  <a:lnTo>
                    <a:pt x="0" y="829892"/>
                  </a:lnTo>
                  <a:lnTo>
                    <a:pt x="37925" y="829892"/>
                  </a:lnTo>
                  <a:lnTo>
                    <a:pt x="830405" y="37412"/>
                  </a:lnTo>
                  <a:lnTo>
                    <a:pt x="830405" y="0"/>
                  </a:lnTo>
                  <a:close/>
                </a:path>
              </a:pathLst>
            </a:custGeom>
            <a:solidFill>
              <a:srgbClr val="83BE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09">
              <a:extLst>
                <a:ext uri="{FF2B5EF4-FFF2-40B4-BE49-F238E27FC236}">
                  <a16:creationId xmlns:a16="http://schemas.microsoft.com/office/drawing/2014/main" id="{D0BAE565-348F-F685-3AE1-60F80DB0122C}"/>
                </a:ext>
              </a:extLst>
            </p:cNvPr>
            <p:cNvSpPr/>
            <p:nvPr/>
          </p:nvSpPr>
          <p:spPr>
            <a:xfrm>
              <a:off x="7966709" y="4488180"/>
              <a:ext cx="792480" cy="792480"/>
            </a:xfrm>
            <a:custGeom>
              <a:avLst/>
              <a:gdLst/>
              <a:ahLst/>
              <a:cxnLst/>
              <a:rect l="l" t="t" r="r" b="b"/>
              <a:pathLst>
                <a:path w="792479" h="792479">
                  <a:moveTo>
                    <a:pt x="792480" y="0"/>
                  </a:moveTo>
                  <a:lnTo>
                    <a:pt x="0" y="792480"/>
                  </a:lnTo>
                  <a:lnTo>
                    <a:pt x="37901" y="792480"/>
                  </a:lnTo>
                  <a:lnTo>
                    <a:pt x="792480" y="37435"/>
                  </a:lnTo>
                  <a:lnTo>
                    <a:pt x="792480" y="0"/>
                  </a:lnTo>
                  <a:close/>
                </a:path>
              </a:pathLst>
            </a:custGeom>
            <a:solidFill>
              <a:srgbClr val="84BE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10">
              <a:extLst>
                <a:ext uri="{FF2B5EF4-FFF2-40B4-BE49-F238E27FC236}">
                  <a16:creationId xmlns:a16="http://schemas.microsoft.com/office/drawing/2014/main" id="{1864A5A9-9989-E8A9-43A4-45C5A67FC9E1}"/>
                </a:ext>
              </a:extLst>
            </p:cNvPr>
            <p:cNvSpPr/>
            <p:nvPr/>
          </p:nvSpPr>
          <p:spPr>
            <a:xfrm>
              <a:off x="8004611" y="4525615"/>
              <a:ext cx="755015" cy="755650"/>
            </a:xfrm>
            <a:custGeom>
              <a:avLst/>
              <a:gdLst/>
              <a:ahLst/>
              <a:cxnLst/>
              <a:rect l="l" t="t" r="r" b="b"/>
              <a:pathLst>
                <a:path w="755015" h="755650">
                  <a:moveTo>
                    <a:pt x="754578" y="0"/>
                  </a:moveTo>
                  <a:lnTo>
                    <a:pt x="0" y="755044"/>
                  </a:lnTo>
                  <a:lnTo>
                    <a:pt x="37028" y="755044"/>
                  </a:lnTo>
                  <a:lnTo>
                    <a:pt x="754578" y="37494"/>
                  </a:lnTo>
                  <a:lnTo>
                    <a:pt x="754578" y="0"/>
                  </a:lnTo>
                  <a:close/>
                </a:path>
              </a:pathLst>
            </a:custGeom>
            <a:solidFill>
              <a:srgbClr val="85BF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11">
              <a:extLst>
                <a:ext uri="{FF2B5EF4-FFF2-40B4-BE49-F238E27FC236}">
                  <a16:creationId xmlns:a16="http://schemas.microsoft.com/office/drawing/2014/main" id="{632F9ACA-4C16-3B4D-AE8F-931ABAEDEF55}"/>
                </a:ext>
              </a:extLst>
            </p:cNvPr>
            <p:cNvSpPr/>
            <p:nvPr/>
          </p:nvSpPr>
          <p:spPr>
            <a:xfrm>
              <a:off x="8041639" y="4563110"/>
              <a:ext cx="717550" cy="717550"/>
            </a:xfrm>
            <a:custGeom>
              <a:avLst/>
              <a:gdLst/>
              <a:ahLst/>
              <a:cxnLst/>
              <a:rect l="l" t="t" r="r" b="b"/>
              <a:pathLst>
                <a:path w="717550" h="717550">
                  <a:moveTo>
                    <a:pt x="717550" y="0"/>
                  </a:moveTo>
                  <a:lnTo>
                    <a:pt x="0" y="717550"/>
                  </a:lnTo>
                  <a:lnTo>
                    <a:pt x="37051" y="717550"/>
                  </a:lnTo>
                  <a:lnTo>
                    <a:pt x="717550" y="37471"/>
                  </a:lnTo>
                  <a:lnTo>
                    <a:pt x="717550" y="0"/>
                  </a:lnTo>
                  <a:close/>
                </a:path>
              </a:pathLst>
            </a:custGeom>
            <a:solidFill>
              <a:srgbClr val="86BF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12">
              <a:extLst>
                <a:ext uri="{FF2B5EF4-FFF2-40B4-BE49-F238E27FC236}">
                  <a16:creationId xmlns:a16="http://schemas.microsoft.com/office/drawing/2014/main" id="{46DB7FCF-2F88-E615-3332-B61B37EA51AD}"/>
                </a:ext>
              </a:extLst>
            </p:cNvPr>
            <p:cNvSpPr/>
            <p:nvPr/>
          </p:nvSpPr>
          <p:spPr>
            <a:xfrm>
              <a:off x="8078690" y="4600581"/>
              <a:ext cx="680720" cy="680085"/>
            </a:xfrm>
            <a:custGeom>
              <a:avLst/>
              <a:gdLst/>
              <a:ahLst/>
              <a:cxnLst/>
              <a:rect l="l" t="t" r="r" b="b"/>
              <a:pathLst>
                <a:path w="680720" h="680085">
                  <a:moveTo>
                    <a:pt x="680498" y="0"/>
                  </a:moveTo>
                  <a:lnTo>
                    <a:pt x="0" y="680078"/>
                  </a:lnTo>
                  <a:lnTo>
                    <a:pt x="38111" y="680078"/>
                  </a:lnTo>
                  <a:lnTo>
                    <a:pt x="680498" y="38088"/>
                  </a:lnTo>
                  <a:lnTo>
                    <a:pt x="680498" y="0"/>
                  </a:lnTo>
                  <a:close/>
                </a:path>
              </a:pathLst>
            </a:custGeom>
            <a:solidFill>
              <a:srgbClr val="87C0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13">
              <a:extLst>
                <a:ext uri="{FF2B5EF4-FFF2-40B4-BE49-F238E27FC236}">
                  <a16:creationId xmlns:a16="http://schemas.microsoft.com/office/drawing/2014/main" id="{502B9EE5-0473-80ED-5919-DBDF787C2643}"/>
                </a:ext>
              </a:extLst>
            </p:cNvPr>
            <p:cNvSpPr/>
            <p:nvPr/>
          </p:nvSpPr>
          <p:spPr>
            <a:xfrm>
              <a:off x="8116803" y="4638669"/>
              <a:ext cx="642620" cy="641985"/>
            </a:xfrm>
            <a:custGeom>
              <a:avLst/>
              <a:gdLst/>
              <a:ahLst/>
              <a:cxnLst/>
              <a:rect l="l" t="t" r="r" b="b"/>
              <a:pathLst>
                <a:path w="642620" h="641985">
                  <a:moveTo>
                    <a:pt x="642387" y="0"/>
                  </a:moveTo>
                  <a:lnTo>
                    <a:pt x="0" y="641990"/>
                  </a:lnTo>
                  <a:lnTo>
                    <a:pt x="38111" y="641990"/>
                  </a:lnTo>
                  <a:lnTo>
                    <a:pt x="642387" y="38088"/>
                  </a:lnTo>
                  <a:lnTo>
                    <a:pt x="642387" y="0"/>
                  </a:lnTo>
                  <a:close/>
                </a:path>
              </a:pathLst>
            </a:custGeom>
            <a:solidFill>
              <a:srgbClr val="88C0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14">
              <a:extLst>
                <a:ext uri="{FF2B5EF4-FFF2-40B4-BE49-F238E27FC236}">
                  <a16:creationId xmlns:a16="http://schemas.microsoft.com/office/drawing/2014/main" id="{F3853CC4-FE5E-6C7B-E944-70EE522D86B7}"/>
                </a:ext>
              </a:extLst>
            </p:cNvPr>
            <p:cNvSpPr/>
            <p:nvPr/>
          </p:nvSpPr>
          <p:spPr>
            <a:xfrm>
              <a:off x="8154914" y="4676757"/>
              <a:ext cx="604520" cy="604520"/>
            </a:xfrm>
            <a:custGeom>
              <a:avLst/>
              <a:gdLst/>
              <a:ahLst/>
              <a:cxnLst/>
              <a:rect l="l" t="t" r="r" b="b"/>
              <a:pathLst>
                <a:path w="604520" h="604520">
                  <a:moveTo>
                    <a:pt x="604275" y="0"/>
                  </a:moveTo>
                  <a:lnTo>
                    <a:pt x="0" y="603902"/>
                  </a:lnTo>
                  <a:lnTo>
                    <a:pt x="38111" y="603902"/>
                  </a:lnTo>
                  <a:lnTo>
                    <a:pt x="604275" y="38088"/>
                  </a:lnTo>
                  <a:lnTo>
                    <a:pt x="604275" y="0"/>
                  </a:lnTo>
                  <a:close/>
                </a:path>
              </a:pathLst>
            </a:custGeom>
            <a:solidFill>
              <a:srgbClr val="89C1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15">
              <a:extLst>
                <a:ext uri="{FF2B5EF4-FFF2-40B4-BE49-F238E27FC236}">
                  <a16:creationId xmlns:a16="http://schemas.microsoft.com/office/drawing/2014/main" id="{0BF87865-BE6D-71F5-9D55-20392426C286}"/>
                </a:ext>
              </a:extLst>
            </p:cNvPr>
            <p:cNvSpPr/>
            <p:nvPr/>
          </p:nvSpPr>
          <p:spPr>
            <a:xfrm>
              <a:off x="8193026" y="4714846"/>
              <a:ext cx="566420" cy="566420"/>
            </a:xfrm>
            <a:custGeom>
              <a:avLst/>
              <a:gdLst/>
              <a:ahLst/>
              <a:cxnLst/>
              <a:rect l="l" t="t" r="r" b="b"/>
              <a:pathLst>
                <a:path w="566420" h="566420">
                  <a:moveTo>
                    <a:pt x="566163" y="0"/>
                  </a:moveTo>
                  <a:lnTo>
                    <a:pt x="0" y="565814"/>
                  </a:lnTo>
                  <a:lnTo>
                    <a:pt x="37843" y="565814"/>
                  </a:lnTo>
                  <a:lnTo>
                    <a:pt x="566163" y="37494"/>
                  </a:lnTo>
                  <a:lnTo>
                    <a:pt x="566163" y="0"/>
                  </a:lnTo>
                  <a:close/>
                </a:path>
              </a:pathLst>
            </a:custGeom>
            <a:solidFill>
              <a:srgbClr val="8AC1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16">
              <a:extLst>
                <a:ext uri="{FF2B5EF4-FFF2-40B4-BE49-F238E27FC236}">
                  <a16:creationId xmlns:a16="http://schemas.microsoft.com/office/drawing/2014/main" id="{693691FB-7C6A-4E9E-BEB5-4DE31139F2A8}"/>
                </a:ext>
              </a:extLst>
            </p:cNvPr>
            <p:cNvSpPr/>
            <p:nvPr/>
          </p:nvSpPr>
          <p:spPr>
            <a:xfrm>
              <a:off x="8230869" y="4752339"/>
              <a:ext cx="528320" cy="528320"/>
            </a:xfrm>
            <a:custGeom>
              <a:avLst/>
              <a:gdLst/>
              <a:ahLst/>
              <a:cxnLst/>
              <a:rect l="l" t="t" r="r" b="b"/>
              <a:pathLst>
                <a:path w="528320" h="528320">
                  <a:moveTo>
                    <a:pt x="528320" y="0"/>
                  </a:moveTo>
                  <a:lnTo>
                    <a:pt x="0" y="528320"/>
                  </a:lnTo>
                  <a:lnTo>
                    <a:pt x="37820" y="528320"/>
                  </a:lnTo>
                  <a:lnTo>
                    <a:pt x="528320" y="37517"/>
                  </a:lnTo>
                  <a:lnTo>
                    <a:pt x="528320" y="0"/>
                  </a:lnTo>
                  <a:close/>
                </a:path>
              </a:pathLst>
            </a:custGeom>
            <a:solidFill>
              <a:srgbClr val="8BC2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17">
              <a:extLst>
                <a:ext uri="{FF2B5EF4-FFF2-40B4-BE49-F238E27FC236}">
                  <a16:creationId xmlns:a16="http://schemas.microsoft.com/office/drawing/2014/main" id="{8B8EBB7A-0204-DF6D-785F-CD069A3981E1}"/>
                </a:ext>
              </a:extLst>
            </p:cNvPr>
            <p:cNvSpPr/>
            <p:nvPr/>
          </p:nvSpPr>
          <p:spPr>
            <a:xfrm>
              <a:off x="8268689" y="4789857"/>
              <a:ext cx="490855" cy="490855"/>
            </a:xfrm>
            <a:custGeom>
              <a:avLst/>
              <a:gdLst/>
              <a:ahLst/>
              <a:cxnLst/>
              <a:rect l="l" t="t" r="r" b="b"/>
              <a:pathLst>
                <a:path w="490854" h="490854">
                  <a:moveTo>
                    <a:pt x="490499" y="0"/>
                  </a:moveTo>
                  <a:lnTo>
                    <a:pt x="0" y="490802"/>
                  </a:lnTo>
                  <a:lnTo>
                    <a:pt x="37109" y="490802"/>
                  </a:lnTo>
                  <a:lnTo>
                    <a:pt x="490499" y="37412"/>
                  </a:lnTo>
                  <a:lnTo>
                    <a:pt x="490499" y="0"/>
                  </a:lnTo>
                  <a:close/>
                </a:path>
              </a:pathLst>
            </a:custGeom>
            <a:solidFill>
              <a:srgbClr val="8CC2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18">
              <a:extLst>
                <a:ext uri="{FF2B5EF4-FFF2-40B4-BE49-F238E27FC236}">
                  <a16:creationId xmlns:a16="http://schemas.microsoft.com/office/drawing/2014/main" id="{A203F7E4-C990-2DCC-AFB9-0C58536E614A}"/>
                </a:ext>
              </a:extLst>
            </p:cNvPr>
            <p:cNvSpPr/>
            <p:nvPr/>
          </p:nvSpPr>
          <p:spPr>
            <a:xfrm>
              <a:off x="8305800" y="4827270"/>
              <a:ext cx="453390" cy="453390"/>
            </a:xfrm>
            <a:custGeom>
              <a:avLst/>
              <a:gdLst/>
              <a:ahLst/>
              <a:cxnLst/>
              <a:rect l="l" t="t" r="r" b="b"/>
              <a:pathLst>
                <a:path w="453390" h="453389">
                  <a:moveTo>
                    <a:pt x="453390" y="0"/>
                  </a:moveTo>
                  <a:lnTo>
                    <a:pt x="0" y="453390"/>
                  </a:lnTo>
                  <a:lnTo>
                    <a:pt x="38100" y="453390"/>
                  </a:lnTo>
                  <a:lnTo>
                    <a:pt x="453390" y="38100"/>
                  </a:lnTo>
                  <a:lnTo>
                    <a:pt x="453390" y="0"/>
                  </a:lnTo>
                  <a:close/>
                </a:path>
              </a:pathLst>
            </a:custGeom>
            <a:solidFill>
              <a:srgbClr val="8DC3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19">
              <a:extLst>
                <a:ext uri="{FF2B5EF4-FFF2-40B4-BE49-F238E27FC236}">
                  <a16:creationId xmlns:a16="http://schemas.microsoft.com/office/drawing/2014/main" id="{6592C251-E3AF-98BD-BEF6-86458FBBFF2B}"/>
                </a:ext>
              </a:extLst>
            </p:cNvPr>
            <p:cNvSpPr/>
            <p:nvPr/>
          </p:nvSpPr>
          <p:spPr>
            <a:xfrm>
              <a:off x="8343900" y="4865370"/>
              <a:ext cx="415290" cy="415290"/>
            </a:xfrm>
            <a:custGeom>
              <a:avLst/>
              <a:gdLst/>
              <a:ahLst/>
              <a:cxnLst/>
              <a:rect l="l" t="t" r="r" b="b"/>
              <a:pathLst>
                <a:path w="415290" h="415289">
                  <a:moveTo>
                    <a:pt x="415290" y="0"/>
                  </a:moveTo>
                  <a:lnTo>
                    <a:pt x="0" y="415290"/>
                  </a:lnTo>
                  <a:lnTo>
                    <a:pt x="37144" y="415290"/>
                  </a:lnTo>
                  <a:lnTo>
                    <a:pt x="415290" y="37377"/>
                  </a:lnTo>
                  <a:lnTo>
                    <a:pt x="415290" y="0"/>
                  </a:lnTo>
                  <a:close/>
                </a:path>
              </a:pathLst>
            </a:custGeom>
            <a:solidFill>
              <a:srgbClr val="8EC3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0">
              <a:extLst>
                <a:ext uri="{FF2B5EF4-FFF2-40B4-BE49-F238E27FC236}">
                  <a16:creationId xmlns:a16="http://schemas.microsoft.com/office/drawing/2014/main" id="{585FF982-2177-4272-A49E-0767061C9C34}"/>
                </a:ext>
              </a:extLst>
            </p:cNvPr>
            <p:cNvSpPr/>
            <p:nvPr/>
          </p:nvSpPr>
          <p:spPr>
            <a:xfrm>
              <a:off x="8381044" y="4902748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59" h="378460">
                  <a:moveTo>
                    <a:pt x="378145" y="0"/>
                  </a:moveTo>
                  <a:lnTo>
                    <a:pt x="0" y="377912"/>
                  </a:lnTo>
                  <a:lnTo>
                    <a:pt x="38111" y="377912"/>
                  </a:lnTo>
                  <a:lnTo>
                    <a:pt x="378145" y="38088"/>
                  </a:lnTo>
                  <a:lnTo>
                    <a:pt x="378145" y="0"/>
                  </a:lnTo>
                  <a:close/>
                </a:path>
              </a:pathLst>
            </a:custGeom>
            <a:solidFill>
              <a:srgbClr val="8FC4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1">
              <a:extLst>
                <a:ext uri="{FF2B5EF4-FFF2-40B4-BE49-F238E27FC236}">
                  <a16:creationId xmlns:a16="http://schemas.microsoft.com/office/drawing/2014/main" id="{8555EE12-1A08-4BF7-9D6E-00F410F22D0A}"/>
                </a:ext>
              </a:extLst>
            </p:cNvPr>
            <p:cNvSpPr/>
            <p:nvPr/>
          </p:nvSpPr>
          <p:spPr>
            <a:xfrm>
              <a:off x="8419156" y="4940836"/>
              <a:ext cx="340360" cy="340360"/>
            </a:xfrm>
            <a:custGeom>
              <a:avLst/>
              <a:gdLst/>
              <a:ahLst/>
              <a:cxnLst/>
              <a:rect l="l" t="t" r="r" b="b"/>
              <a:pathLst>
                <a:path w="340359" h="340360">
                  <a:moveTo>
                    <a:pt x="340033" y="0"/>
                  </a:moveTo>
                  <a:lnTo>
                    <a:pt x="0" y="339823"/>
                  </a:lnTo>
                  <a:lnTo>
                    <a:pt x="37773" y="339823"/>
                  </a:lnTo>
                  <a:lnTo>
                    <a:pt x="340033" y="37563"/>
                  </a:lnTo>
                  <a:lnTo>
                    <a:pt x="340033" y="0"/>
                  </a:lnTo>
                  <a:close/>
                </a:path>
              </a:pathLst>
            </a:custGeom>
            <a:solidFill>
              <a:srgbClr val="90C4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2">
              <a:extLst>
                <a:ext uri="{FF2B5EF4-FFF2-40B4-BE49-F238E27FC236}">
                  <a16:creationId xmlns:a16="http://schemas.microsoft.com/office/drawing/2014/main" id="{248F76D6-A328-3044-66E1-C4733F48DD92}"/>
                </a:ext>
              </a:extLst>
            </p:cNvPr>
            <p:cNvSpPr/>
            <p:nvPr/>
          </p:nvSpPr>
          <p:spPr>
            <a:xfrm>
              <a:off x="8456929" y="4978400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59" h="302260">
                  <a:moveTo>
                    <a:pt x="302260" y="0"/>
                  </a:moveTo>
                  <a:lnTo>
                    <a:pt x="0" y="302260"/>
                  </a:lnTo>
                  <a:lnTo>
                    <a:pt x="38100" y="302260"/>
                  </a:lnTo>
                  <a:lnTo>
                    <a:pt x="302260" y="38100"/>
                  </a:lnTo>
                  <a:lnTo>
                    <a:pt x="302260" y="0"/>
                  </a:lnTo>
                  <a:close/>
                </a:path>
              </a:pathLst>
            </a:custGeom>
            <a:solidFill>
              <a:srgbClr val="91C5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3">
              <a:extLst>
                <a:ext uri="{FF2B5EF4-FFF2-40B4-BE49-F238E27FC236}">
                  <a16:creationId xmlns:a16="http://schemas.microsoft.com/office/drawing/2014/main" id="{CBED4A18-506E-B83E-F904-87481D783625}"/>
                </a:ext>
              </a:extLst>
            </p:cNvPr>
            <p:cNvSpPr/>
            <p:nvPr/>
          </p:nvSpPr>
          <p:spPr>
            <a:xfrm>
              <a:off x="8495029" y="5016500"/>
              <a:ext cx="264160" cy="264160"/>
            </a:xfrm>
            <a:custGeom>
              <a:avLst/>
              <a:gdLst/>
              <a:ahLst/>
              <a:cxnLst/>
              <a:rect l="l" t="t" r="r" b="b"/>
              <a:pathLst>
                <a:path w="264159" h="264160">
                  <a:moveTo>
                    <a:pt x="264160" y="0"/>
                  </a:moveTo>
                  <a:lnTo>
                    <a:pt x="0" y="264160"/>
                  </a:lnTo>
                  <a:lnTo>
                    <a:pt x="37738" y="264160"/>
                  </a:lnTo>
                  <a:lnTo>
                    <a:pt x="264160" y="37598"/>
                  </a:lnTo>
                  <a:lnTo>
                    <a:pt x="264160" y="0"/>
                  </a:lnTo>
                  <a:close/>
                </a:path>
              </a:pathLst>
            </a:custGeom>
            <a:solidFill>
              <a:srgbClr val="92C5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5" name="object 124">
              <a:extLst>
                <a:ext uri="{FF2B5EF4-FFF2-40B4-BE49-F238E27FC236}">
                  <a16:creationId xmlns:a16="http://schemas.microsoft.com/office/drawing/2014/main" id="{743B8839-3F4D-80DA-4C35-D3AF61674660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532768" y="5054098"/>
              <a:ext cx="226421" cy="226561"/>
            </a:xfrm>
            <a:prstGeom prst="rect">
              <a:avLst/>
            </a:prstGeom>
          </p:spPr>
        </p:pic>
        <p:sp>
          <p:nvSpPr>
            <p:cNvPr id="1276" name="object 125">
              <a:extLst>
                <a:ext uri="{FF2B5EF4-FFF2-40B4-BE49-F238E27FC236}">
                  <a16:creationId xmlns:a16="http://schemas.microsoft.com/office/drawing/2014/main" id="{F1E70242-65C3-9128-00F8-2AC2C700F56D}"/>
                </a:ext>
              </a:extLst>
            </p:cNvPr>
            <p:cNvSpPr/>
            <p:nvPr/>
          </p:nvSpPr>
          <p:spPr>
            <a:xfrm>
              <a:off x="7438390" y="496061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60" y="254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6">
              <a:extLst>
                <a:ext uri="{FF2B5EF4-FFF2-40B4-BE49-F238E27FC236}">
                  <a16:creationId xmlns:a16="http://schemas.microsoft.com/office/drawing/2014/main" id="{2F1FF04F-D205-5755-4B7A-2364DED913BC}"/>
                </a:ext>
              </a:extLst>
            </p:cNvPr>
            <p:cNvSpPr/>
            <p:nvPr/>
          </p:nvSpPr>
          <p:spPr>
            <a:xfrm>
              <a:off x="7438389" y="4963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">
              <a:extLst>
                <a:ext uri="{FF2B5EF4-FFF2-40B4-BE49-F238E27FC236}">
                  <a16:creationId xmlns:a16="http://schemas.microsoft.com/office/drawing/2014/main" id="{EE79EADA-D2E2-0E08-AA50-AC40E69F8102}"/>
                </a:ext>
              </a:extLst>
            </p:cNvPr>
            <p:cNvSpPr/>
            <p:nvPr/>
          </p:nvSpPr>
          <p:spPr>
            <a:xfrm>
              <a:off x="7438389" y="4966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8">
              <a:extLst>
                <a:ext uri="{FF2B5EF4-FFF2-40B4-BE49-F238E27FC236}">
                  <a16:creationId xmlns:a16="http://schemas.microsoft.com/office/drawing/2014/main" id="{8F8B4F9A-419A-367F-5CC9-49FF69EE5292}"/>
                </a:ext>
              </a:extLst>
            </p:cNvPr>
            <p:cNvSpPr/>
            <p:nvPr/>
          </p:nvSpPr>
          <p:spPr>
            <a:xfrm>
              <a:off x="7438389" y="4970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9">
              <a:extLst>
                <a:ext uri="{FF2B5EF4-FFF2-40B4-BE49-F238E27FC236}">
                  <a16:creationId xmlns:a16="http://schemas.microsoft.com/office/drawing/2014/main" id="{7063D37F-7079-FE95-182E-F19B5CBF746A}"/>
                </a:ext>
              </a:extLst>
            </p:cNvPr>
            <p:cNvSpPr/>
            <p:nvPr/>
          </p:nvSpPr>
          <p:spPr>
            <a:xfrm>
              <a:off x="7438389" y="49745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30">
              <a:extLst>
                <a:ext uri="{FF2B5EF4-FFF2-40B4-BE49-F238E27FC236}">
                  <a16:creationId xmlns:a16="http://schemas.microsoft.com/office/drawing/2014/main" id="{DA275F81-1F53-B066-1E2C-9B922501D731}"/>
                </a:ext>
              </a:extLst>
            </p:cNvPr>
            <p:cNvSpPr/>
            <p:nvPr/>
          </p:nvSpPr>
          <p:spPr>
            <a:xfrm>
              <a:off x="7438389" y="49784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31">
              <a:extLst>
                <a:ext uri="{FF2B5EF4-FFF2-40B4-BE49-F238E27FC236}">
                  <a16:creationId xmlns:a16="http://schemas.microsoft.com/office/drawing/2014/main" id="{C97DE3A5-DD36-D71B-C2D8-FEA5BA434703}"/>
                </a:ext>
              </a:extLst>
            </p:cNvPr>
            <p:cNvSpPr/>
            <p:nvPr/>
          </p:nvSpPr>
          <p:spPr>
            <a:xfrm>
              <a:off x="7438389" y="49822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32">
              <a:extLst>
                <a:ext uri="{FF2B5EF4-FFF2-40B4-BE49-F238E27FC236}">
                  <a16:creationId xmlns:a16="http://schemas.microsoft.com/office/drawing/2014/main" id="{2DD529F1-B269-F811-6285-950EA7DE8EE6}"/>
                </a:ext>
              </a:extLst>
            </p:cNvPr>
            <p:cNvSpPr/>
            <p:nvPr/>
          </p:nvSpPr>
          <p:spPr>
            <a:xfrm>
              <a:off x="7438389" y="49860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33">
              <a:extLst>
                <a:ext uri="{FF2B5EF4-FFF2-40B4-BE49-F238E27FC236}">
                  <a16:creationId xmlns:a16="http://schemas.microsoft.com/office/drawing/2014/main" id="{13988283-1B6D-F785-A529-B157C4C35F42}"/>
                </a:ext>
              </a:extLst>
            </p:cNvPr>
            <p:cNvSpPr/>
            <p:nvPr/>
          </p:nvSpPr>
          <p:spPr>
            <a:xfrm>
              <a:off x="7438389" y="49898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34">
              <a:extLst>
                <a:ext uri="{FF2B5EF4-FFF2-40B4-BE49-F238E27FC236}">
                  <a16:creationId xmlns:a16="http://schemas.microsoft.com/office/drawing/2014/main" id="{52E8EABA-7AB5-251D-B3FE-76EBED94D864}"/>
                </a:ext>
              </a:extLst>
            </p:cNvPr>
            <p:cNvSpPr/>
            <p:nvPr/>
          </p:nvSpPr>
          <p:spPr>
            <a:xfrm>
              <a:off x="7438389" y="4992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35">
              <a:extLst>
                <a:ext uri="{FF2B5EF4-FFF2-40B4-BE49-F238E27FC236}">
                  <a16:creationId xmlns:a16="http://schemas.microsoft.com/office/drawing/2014/main" id="{97C0090E-D507-A8ED-405C-5A6DFF09D6BA}"/>
                </a:ext>
              </a:extLst>
            </p:cNvPr>
            <p:cNvSpPr/>
            <p:nvPr/>
          </p:nvSpPr>
          <p:spPr>
            <a:xfrm>
              <a:off x="7438389" y="4996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36">
              <a:extLst>
                <a:ext uri="{FF2B5EF4-FFF2-40B4-BE49-F238E27FC236}">
                  <a16:creationId xmlns:a16="http://schemas.microsoft.com/office/drawing/2014/main" id="{4C14FFB2-0AA1-8F8A-A884-BD79FCAF95CD}"/>
                </a:ext>
              </a:extLst>
            </p:cNvPr>
            <p:cNvSpPr/>
            <p:nvPr/>
          </p:nvSpPr>
          <p:spPr>
            <a:xfrm>
              <a:off x="7438389" y="4999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37">
              <a:extLst>
                <a:ext uri="{FF2B5EF4-FFF2-40B4-BE49-F238E27FC236}">
                  <a16:creationId xmlns:a16="http://schemas.microsoft.com/office/drawing/2014/main" id="{F9B00598-8E89-46A9-82C6-7E880F8E7D12}"/>
                </a:ext>
              </a:extLst>
            </p:cNvPr>
            <p:cNvSpPr/>
            <p:nvPr/>
          </p:nvSpPr>
          <p:spPr>
            <a:xfrm>
              <a:off x="7438389" y="5003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38">
              <a:extLst>
                <a:ext uri="{FF2B5EF4-FFF2-40B4-BE49-F238E27FC236}">
                  <a16:creationId xmlns:a16="http://schemas.microsoft.com/office/drawing/2014/main" id="{4FC96BC6-8871-312F-6E04-E7D405172BAC}"/>
                </a:ext>
              </a:extLst>
            </p:cNvPr>
            <p:cNvSpPr/>
            <p:nvPr/>
          </p:nvSpPr>
          <p:spPr>
            <a:xfrm>
              <a:off x="7438389" y="5007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39">
              <a:extLst>
                <a:ext uri="{FF2B5EF4-FFF2-40B4-BE49-F238E27FC236}">
                  <a16:creationId xmlns:a16="http://schemas.microsoft.com/office/drawing/2014/main" id="{CEE4C8EB-2EFF-8694-A03C-B6D16AD0F72A}"/>
                </a:ext>
              </a:extLst>
            </p:cNvPr>
            <p:cNvSpPr/>
            <p:nvPr/>
          </p:nvSpPr>
          <p:spPr>
            <a:xfrm>
              <a:off x="7438389" y="5011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40">
              <a:extLst>
                <a:ext uri="{FF2B5EF4-FFF2-40B4-BE49-F238E27FC236}">
                  <a16:creationId xmlns:a16="http://schemas.microsoft.com/office/drawing/2014/main" id="{E29E09CB-694C-C0E0-977A-D8E101E47EC7}"/>
                </a:ext>
              </a:extLst>
            </p:cNvPr>
            <p:cNvSpPr/>
            <p:nvPr/>
          </p:nvSpPr>
          <p:spPr>
            <a:xfrm>
              <a:off x="7438389" y="50152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41">
              <a:extLst>
                <a:ext uri="{FF2B5EF4-FFF2-40B4-BE49-F238E27FC236}">
                  <a16:creationId xmlns:a16="http://schemas.microsoft.com/office/drawing/2014/main" id="{E386316B-EBD3-CB8E-FB28-B45465672F3C}"/>
                </a:ext>
              </a:extLst>
            </p:cNvPr>
            <p:cNvSpPr/>
            <p:nvPr/>
          </p:nvSpPr>
          <p:spPr>
            <a:xfrm>
              <a:off x="7438389" y="50190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42">
              <a:extLst>
                <a:ext uri="{FF2B5EF4-FFF2-40B4-BE49-F238E27FC236}">
                  <a16:creationId xmlns:a16="http://schemas.microsoft.com/office/drawing/2014/main" id="{44F2C9E9-3A84-C924-43B1-3156BE10B2EB}"/>
                </a:ext>
              </a:extLst>
            </p:cNvPr>
            <p:cNvSpPr/>
            <p:nvPr/>
          </p:nvSpPr>
          <p:spPr>
            <a:xfrm>
              <a:off x="7438389" y="50228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43">
              <a:extLst>
                <a:ext uri="{FF2B5EF4-FFF2-40B4-BE49-F238E27FC236}">
                  <a16:creationId xmlns:a16="http://schemas.microsoft.com/office/drawing/2014/main" id="{9C696B2D-15F6-9F1C-745B-108A6CE4235B}"/>
                </a:ext>
              </a:extLst>
            </p:cNvPr>
            <p:cNvSpPr/>
            <p:nvPr/>
          </p:nvSpPr>
          <p:spPr>
            <a:xfrm>
              <a:off x="7438389" y="50253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44">
              <a:extLst>
                <a:ext uri="{FF2B5EF4-FFF2-40B4-BE49-F238E27FC236}">
                  <a16:creationId xmlns:a16="http://schemas.microsoft.com/office/drawing/2014/main" id="{24C0836B-8BD7-4D95-D84C-16639EAD8374}"/>
                </a:ext>
              </a:extLst>
            </p:cNvPr>
            <p:cNvSpPr/>
            <p:nvPr/>
          </p:nvSpPr>
          <p:spPr>
            <a:xfrm>
              <a:off x="7438389" y="5029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45">
              <a:extLst>
                <a:ext uri="{FF2B5EF4-FFF2-40B4-BE49-F238E27FC236}">
                  <a16:creationId xmlns:a16="http://schemas.microsoft.com/office/drawing/2014/main" id="{7ADF1BD4-3282-C94D-55FE-2FB57584A2E0}"/>
                </a:ext>
              </a:extLst>
            </p:cNvPr>
            <p:cNvSpPr/>
            <p:nvPr/>
          </p:nvSpPr>
          <p:spPr>
            <a:xfrm>
              <a:off x="7438389" y="5033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46">
              <a:extLst>
                <a:ext uri="{FF2B5EF4-FFF2-40B4-BE49-F238E27FC236}">
                  <a16:creationId xmlns:a16="http://schemas.microsoft.com/office/drawing/2014/main" id="{770DAD5B-497D-BF39-429D-A30672618FD7}"/>
                </a:ext>
              </a:extLst>
            </p:cNvPr>
            <p:cNvSpPr/>
            <p:nvPr/>
          </p:nvSpPr>
          <p:spPr>
            <a:xfrm>
              <a:off x="7438389" y="5036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47">
              <a:extLst>
                <a:ext uri="{FF2B5EF4-FFF2-40B4-BE49-F238E27FC236}">
                  <a16:creationId xmlns:a16="http://schemas.microsoft.com/office/drawing/2014/main" id="{A4D6BA8D-1566-8C46-900C-67F9F69C5F16}"/>
                </a:ext>
              </a:extLst>
            </p:cNvPr>
            <p:cNvSpPr/>
            <p:nvPr/>
          </p:nvSpPr>
          <p:spPr>
            <a:xfrm>
              <a:off x="7438389" y="5040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48">
              <a:extLst>
                <a:ext uri="{FF2B5EF4-FFF2-40B4-BE49-F238E27FC236}">
                  <a16:creationId xmlns:a16="http://schemas.microsoft.com/office/drawing/2014/main" id="{549B6786-3946-24E0-246D-04BC56284C4C}"/>
                </a:ext>
              </a:extLst>
            </p:cNvPr>
            <p:cNvSpPr/>
            <p:nvPr/>
          </p:nvSpPr>
          <p:spPr>
            <a:xfrm>
              <a:off x="7438389" y="5044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49">
              <a:extLst>
                <a:ext uri="{FF2B5EF4-FFF2-40B4-BE49-F238E27FC236}">
                  <a16:creationId xmlns:a16="http://schemas.microsoft.com/office/drawing/2014/main" id="{7AF17650-9BE9-45EA-9169-962AF3C7E36E}"/>
                </a:ext>
              </a:extLst>
            </p:cNvPr>
            <p:cNvSpPr/>
            <p:nvPr/>
          </p:nvSpPr>
          <p:spPr>
            <a:xfrm>
              <a:off x="7438389" y="5048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50">
              <a:extLst>
                <a:ext uri="{FF2B5EF4-FFF2-40B4-BE49-F238E27FC236}">
                  <a16:creationId xmlns:a16="http://schemas.microsoft.com/office/drawing/2014/main" id="{98784EF5-6B5B-D644-A5C0-05A1D4143114}"/>
                </a:ext>
              </a:extLst>
            </p:cNvPr>
            <p:cNvSpPr/>
            <p:nvPr/>
          </p:nvSpPr>
          <p:spPr>
            <a:xfrm>
              <a:off x="7438389" y="5052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51">
              <a:extLst>
                <a:ext uri="{FF2B5EF4-FFF2-40B4-BE49-F238E27FC236}">
                  <a16:creationId xmlns:a16="http://schemas.microsoft.com/office/drawing/2014/main" id="{BD8E538B-4131-6D6F-1029-07ABEC91EA43}"/>
                </a:ext>
              </a:extLst>
            </p:cNvPr>
            <p:cNvSpPr/>
            <p:nvPr/>
          </p:nvSpPr>
          <p:spPr>
            <a:xfrm>
              <a:off x="7438389" y="5055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52">
              <a:extLst>
                <a:ext uri="{FF2B5EF4-FFF2-40B4-BE49-F238E27FC236}">
                  <a16:creationId xmlns:a16="http://schemas.microsoft.com/office/drawing/2014/main" id="{EEE4DE28-8423-8983-403F-1110866D1618}"/>
                </a:ext>
              </a:extLst>
            </p:cNvPr>
            <p:cNvSpPr/>
            <p:nvPr/>
          </p:nvSpPr>
          <p:spPr>
            <a:xfrm>
              <a:off x="7438389" y="50596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53">
              <a:extLst>
                <a:ext uri="{FF2B5EF4-FFF2-40B4-BE49-F238E27FC236}">
                  <a16:creationId xmlns:a16="http://schemas.microsoft.com/office/drawing/2014/main" id="{AF931952-5F7C-EBBC-BBBB-2ED37704A7B6}"/>
                </a:ext>
              </a:extLst>
            </p:cNvPr>
            <p:cNvSpPr/>
            <p:nvPr/>
          </p:nvSpPr>
          <p:spPr>
            <a:xfrm>
              <a:off x="7438389" y="5062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54">
              <a:extLst>
                <a:ext uri="{FF2B5EF4-FFF2-40B4-BE49-F238E27FC236}">
                  <a16:creationId xmlns:a16="http://schemas.microsoft.com/office/drawing/2014/main" id="{4EE78133-EC8F-8D11-36F2-6A6466D37A0A}"/>
                </a:ext>
              </a:extLst>
            </p:cNvPr>
            <p:cNvSpPr/>
            <p:nvPr/>
          </p:nvSpPr>
          <p:spPr>
            <a:xfrm>
              <a:off x="7438390" y="485647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55">
              <a:extLst>
                <a:ext uri="{FF2B5EF4-FFF2-40B4-BE49-F238E27FC236}">
                  <a16:creationId xmlns:a16="http://schemas.microsoft.com/office/drawing/2014/main" id="{B98D55D3-DFF7-FA17-7B13-3CB93C510C92}"/>
                </a:ext>
              </a:extLst>
            </p:cNvPr>
            <p:cNvSpPr/>
            <p:nvPr/>
          </p:nvSpPr>
          <p:spPr>
            <a:xfrm>
              <a:off x="7438389" y="48602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56">
              <a:extLst>
                <a:ext uri="{FF2B5EF4-FFF2-40B4-BE49-F238E27FC236}">
                  <a16:creationId xmlns:a16="http://schemas.microsoft.com/office/drawing/2014/main" id="{F6000FDB-359E-4FFB-B7C4-032DB441D109}"/>
                </a:ext>
              </a:extLst>
            </p:cNvPr>
            <p:cNvSpPr/>
            <p:nvPr/>
          </p:nvSpPr>
          <p:spPr>
            <a:xfrm>
              <a:off x="7438389" y="48641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57">
              <a:extLst>
                <a:ext uri="{FF2B5EF4-FFF2-40B4-BE49-F238E27FC236}">
                  <a16:creationId xmlns:a16="http://schemas.microsoft.com/office/drawing/2014/main" id="{AF2F83DF-EB5C-DE7A-B3E2-0E0E95B9255E}"/>
                </a:ext>
              </a:extLst>
            </p:cNvPr>
            <p:cNvSpPr/>
            <p:nvPr/>
          </p:nvSpPr>
          <p:spPr>
            <a:xfrm>
              <a:off x="7438389" y="48679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58">
              <a:extLst>
                <a:ext uri="{FF2B5EF4-FFF2-40B4-BE49-F238E27FC236}">
                  <a16:creationId xmlns:a16="http://schemas.microsoft.com/office/drawing/2014/main" id="{A8115615-7ED1-4BFA-6071-79FC75E6FA55}"/>
                </a:ext>
              </a:extLst>
            </p:cNvPr>
            <p:cNvSpPr/>
            <p:nvPr/>
          </p:nvSpPr>
          <p:spPr>
            <a:xfrm>
              <a:off x="7438389" y="48717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59">
              <a:extLst>
                <a:ext uri="{FF2B5EF4-FFF2-40B4-BE49-F238E27FC236}">
                  <a16:creationId xmlns:a16="http://schemas.microsoft.com/office/drawing/2014/main" id="{7EE09828-913E-E37A-ED67-B3BAFE0106AF}"/>
                </a:ext>
              </a:extLst>
            </p:cNvPr>
            <p:cNvSpPr/>
            <p:nvPr/>
          </p:nvSpPr>
          <p:spPr>
            <a:xfrm>
              <a:off x="7438389" y="4875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60">
              <a:extLst>
                <a:ext uri="{FF2B5EF4-FFF2-40B4-BE49-F238E27FC236}">
                  <a16:creationId xmlns:a16="http://schemas.microsoft.com/office/drawing/2014/main" id="{B5B04344-03D0-7C12-7A4B-4EF5507307BA}"/>
                </a:ext>
              </a:extLst>
            </p:cNvPr>
            <p:cNvSpPr/>
            <p:nvPr/>
          </p:nvSpPr>
          <p:spPr>
            <a:xfrm>
              <a:off x="7438389" y="487933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61">
              <a:extLst>
                <a:ext uri="{FF2B5EF4-FFF2-40B4-BE49-F238E27FC236}">
                  <a16:creationId xmlns:a16="http://schemas.microsoft.com/office/drawing/2014/main" id="{965D809A-A10F-0E1A-54F8-6094D2BD9F52}"/>
                </a:ext>
              </a:extLst>
            </p:cNvPr>
            <p:cNvSpPr/>
            <p:nvPr/>
          </p:nvSpPr>
          <p:spPr>
            <a:xfrm>
              <a:off x="7438389" y="48818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62">
              <a:extLst>
                <a:ext uri="{FF2B5EF4-FFF2-40B4-BE49-F238E27FC236}">
                  <a16:creationId xmlns:a16="http://schemas.microsoft.com/office/drawing/2014/main" id="{291135D5-3127-5F2B-960B-0B3FB53A31D4}"/>
                </a:ext>
              </a:extLst>
            </p:cNvPr>
            <p:cNvSpPr/>
            <p:nvPr/>
          </p:nvSpPr>
          <p:spPr>
            <a:xfrm>
              <a:off x="7438389" y="48856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63">
              <a:extLst>
                <a:ext uri="{FF2B5EF4-FFF2-40B4-BE49-F238E27FC236}">
                  <a16:creationId xmlns:a16="http://schemas.microsoft.com/office/drawing/2014/main" id="{5CD61371-B590-808B-14B8-1340CD44A1CF}"/>
                </a:ext>
              </a:extLst>
            </p:cNvPr>
            <p:cNvSpPr/>
            <p:nvPr/>
          </p:nvSpPr>
          <p:spPr>
            <a:xfrm>
              <a:off x="7438389" y="4889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64">
              <a:extLst>
                <a:ext uri="{FF2B5EF4-FFF2-40B4-BE49-F238E27FC236}">
                  <a16:creationId xmlns:a16="http://schemas.microsoft.com/office/drawing/2014/main" id="{988880AC-DF61-4B1D-3EA0-F7987D18B367}"/>
                </a:ext>
              </a:extLst>
            </p:cNvPr>
            <p:cNvSpPr/>
            <p:nvPr/>
          </p:nvSpPr>
          <p:spPr>
            <a:xfrm>
              <a:off x="7438389" y="48933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65">
              <a:extLst>
                <a:ext uri="{FF2B5EF4-FFF2-40B4-BE49-F238E27FC236}">
                  <a16:creationId xmlns:a16="http://schemas.microsoft.com/office/drawing/2014/main" id="{32703512-40C9-D0D0-47AB-23A188C097E2}"/>
                </a:ext>
              </a:extLst>
            </p:cNvPr>
            <p:cNvSpPr/>
            <p:nvPr/>
          </p:nvSpPr>
          <p:spPr>
            <a:xfrm>
              <a:off x="7438389" y="48971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66">
              <a:extLst>
                <a:ext uri="{FF2B5EF4-FFF2-40B4-BE49-F238E27FC236}">
                  <a16:creationId xmlns:a16="http://schemas.microsoft.com/office/drawing/2014/main" id="{6DD2A451-5C83-2A31-52DF-4DC0F0B51330}"/>
                </a:ext>
              </a:extLst>
            </p:cNvPr>
            <p:cNvSpPr/>
            <p:nvPr/>
          </p:nvSpPr>
          <p:spPr>
            <a:xfrm>
              <a:off x="7438389" y="49009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67">
              <a:extLst>
                <a:ext uri="{FF2B5EF4-FFF2-40B4-BE49-F238E27FC236}">
                  <a16:creationId xmlns:a16="http://schemas.microsoft.com/office/drawing/2014/main" id="{A183945B-FF54-CD7F-EB21-963515E55986}"/>
                </a:ext>
              </a:extLst>
            </p:cNvPr>
            <p:cNvSpPr/>
            <p:nvPr/>
          </p:nvSpPr>
          <p:spPr>
            <a:xfrm>
              <a:off x="7438389" y="490473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68">
              <a:extLst>
                <a:ext uri="{FF2B5EF4-FFF2-40B4-BE49-F238E27FC236}">
                  <a16:creationId xmlns:a16="http://schemas.microsoft.com/office/drawing/2014/main" id="{6BAB1514-5BA1-557B-0F65-D5DF4BDD010C}"/>
                </a:ext>
              </a:extLst>
            </p:cNvPr>
            <p:cNvSpPr/>
            <p:nvPr/>
          </p:nvSpPr>
          <p:spPr>
            <a:xfrm>
              <a:off x="7438389" y="490728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69">
              <a:extLst>
                <a:ext uri="{FF2B5EF4-FFF2-40B4-BE49-F238E27FC236}">
                  <a16:creationId xmlns:a16="http://schemas.microsoft.com/office/drawing/2014/main" id="{106DB6D5-93C7-2D2B-F588-F3BA4559E027}"/>
                </a:ext>
              </a:extLst>
            </p:cNvPr>
            <p:cNvSpPr/>
            <p:nvPr/>
          </p:nvSpPr>
          <p:spPr>
            <a:xfrm>
              <a:off x="7438389" y="49123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70">
              <a:extLst>
                <a:ext uri="{FF2B5EF4-FFF2-40B4-BE49-F238E27FC236}">
                  <a16:creationId xmlns:a16="http://schemas.microsoft.com/office/drawing/2014/main" id="{312CCA25-947E-A299-19CE-62EF0F40F9AC}"/>
                </a:ext>
              </a:extLst>
            </p:cNvPr>
            <p:cNvSpPr/>
            <p:nvPr/>
          </p:nvSpPr>
          <p:spPr>
            <a:xfrm>
              <a:off x="7438389" y="4914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71">
              <a:extLst>
                <a:ext uri="{FF2B5EF4-FFF2-40B4-BE49-F238E27FC236}">
                  <a16:creationId xmlns:a16="http://schemas.microsoft.com/office/drawing/2014/main" id="{27FDC917-BB5A-6B75-D01C-8590B95C3A08}"/>
                </a:ext>
              </a:extLst>
            </p:cNvPr>
            <p:cNvSpPr/>
            <p:nvPr/>
          </p:nvSpPr>
          <p:spPr>
            <a:xfrm>
              <a:off x="7438389" y="4918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72">
              <a:extLst>
                <a:ext uri="{FF2B5EF4-FFF2-40B4-BE49-F238E27FC236}">
                  <a16:creationId xmlns:a16="http://schemas.microsoft.com/office/drawing/2014/main" id="{20CEB8F6-A69C-7981-A85B-4322AE3434BE}"/>
                </a:ext>
              </a:extLst>
            </p:cNvPr>
            <p:cNvSpPr/>
            <p:nvPr/>
          </p:nvSpPr>
          <p:spPr>
            <a:xfrm>
              <a:off x="7438389" y="4922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73">
              <a:extLst>
                <a:ext uri="{FF2B5EF4-FFF2-40B4-BE49-F238E27FC236}">
                  <a16:creationId xmlns:a16="http://schemas.microsoft.com/office/drawing/2014/main" id="{8681C0B4-E649-AB29-28A7-7B634BE4F245}"/>
                </a:ext>
              </a:extLst>
            </p:cNvPr>
            <p:cNvSpPr/>
            <p:nvPr/>
          </p:nvSpPr>
          <p:spPr>
            <a:xfrm>
              <a:off x="7438389" y="49263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74">
              <a:extLst>
                <a:ext uri="{FF2B5EF4-FFF2-40B4-BE49-F238E27FC236}">
                  <a16:creationId xmlns:a16="http://schemas.microsoft.com/office/drawing/2014/main" id="{247FAD49-9575-EE9B-473E-D3E22DE36BC3}"/>
                </a:ext>
              </a:extLst>
            </p:cNvPr>
            <p:cNvSpPr/>
            <p:nvPr/>
          </p:nvSpPr>
          <p:spPr>
            <a:xfrm>
              <a:off x="7438389" y="49301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75">
              <a:extLst>
                <a:ext uri="{FF2B5EF4-FFF2-40B4-BE49-F238E27FC236}">
                  <a16:creationId xmlns:a16="http://schemas.microsoft.com/office/drawing/2014/main" id="{50D9BC21-4507-AF18-E64B-E7F7D162FEAC}"/>
                </a:ext>
              </a:extLst>
            </p:cNvPr>
            <p:cNvSpPr/>
            <p:nvPr/>
          </p:nvSpPr>
          <p:spPr>
            <a:xfrm>
              <a:off x="7438389" y="4933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76">
              <a:extLst>
                <a:ext uri="{FF2B5EF4-FFF2-40B4-BE49-F238E27FC236}">
                  <a16:creationId xmlns:a16="http://schemas.microsoft.com/office/drawing/2014/main" id="{73CE341F-3D56-EFFF-D696-430FB9761C64}"/>
                </a:ext>
              </a:extLst>
            </p:cNvPr>
            <p:cNvSpPr/>
            <p:nvPr/>
          </p:nvSpPr>
          <p:spPr>
            <a:xfrm>
              <a:off x="7438389" y="49377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77">
              <a:extLst>
                <a:ext uri="{FF2B5EF4-FFF2-40B4-BE49-F238E27FC236}">
                  <a16:creationId xmlns:a16="http://schemas.microsoft.com/office/drawing/2014/main" id="{CFDC42BB-3794-0D29-989B-2233D4730764}"/>
                </a:ext>
              </a:extLst>
            </p:cNvPr>
            <p:cNvSpPr/>
            <p:nvPr/>
          </p:nvSpPr>
          <p:spPr>
            <a:xfrm>
              <a:off x="7438389" y="49415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78">
              <a:extLst>
                <a:ext uri="{FF2B5EF4-FFF2-40B4-BE49-F238E27FC236}">
                  <a16:creationId xmlns:a16="http://schemas.microsoft.com/office/drawing/2014/main" id="{57799BD3-F90B-6EDE-262B-278DE6C6FFF2}"/>
                </a:ext>
              </a:extLst>
            </p:cNvPr>
            <p:cNvSpPr/>
            <p:nvPr/>
          </p:nvSpPr>
          <p:spPr>
            <a:xfrm>
              <a:off x="7438389" y="494411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79">
              <a:extLst>
                <a:ext uri="{FF2B5EF4-FFF2-40B4-BE49-F238E27FC236}">
                  <a16:creationId xmlns:a16="http://schemas.microsoft.com/office/drawing/2014/main" id="{24D24296-6CB9-EF02-2119-A9D4ED2FFE8A}"/>
                </a:ext>
              </a:extLst>
            </p:cNvPr>
            <p:cNvSpPr/>
            <p:nvPr/>
          </p:nvSpPr>
          <p:spPr>
            <a:xfrm>
              <a:off x="7438389" y="49491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80">
              <a:extLst>
                <a:ext uri="{FF2B5EF4-FFF2-40B4-BE49-F238E27FC236}">
                  <a16:creationId xmlns:a16="http://schemas.microsoft.com/office/drawing/2014/main" id="{91A7EDFE-6A27-B7FD-6E5D-C47B43390BA9}"/>
                </a:ext>
              </a:extLst>
            </p:cNvPr>
            <p:cNvSpPr/>
            <p:nvPr/>
          </p:nvSpPr>
          <p:spPr>
            <a:xfrm>
              <a:off x="7438389" y="4951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81">
              <a:extLst>
                <a:ext uri="{FF2B5EF4-FFF2-40B4-BE49-F238E27FC236}">
                  <a16:creationId xmlns:a16="http://schemas.microsoft.com/office/drawing/2014/main" id="{0D73B5DC-38AE-DE87-6C2F-AABBB8D2B20E}"/>
                </a:ext>
              </a:extLst>
            </p:cNvPr>
            <p:cNvSpPr/>
            <p:nvPr/>
          </p:nvSpPr>
          <p:spPr>
            <a:xfrm>
              <a:off x="7438389" y="4955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82">
              <a:extLst>
                <a:ext uri="{FF2B5EF4-FFF2-40B4-BE49-F238E27FC236}">
                  <a16:creationId xmlns:a16="http://schemas.microsoft.com/office/drawing/2014/main" id="{184D889B-2178-21D5-6B28-239E52DFE0BF}"/>
                </a:ext>
              </a:extLst>
            </p:cNvPr>
            <p:cNvSpPr/>
            <p:nvPr/>
          </p:nvSpPr>
          <p:spPr>
            <a:xfrm>
              <a:off x="7438389" y="4959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83">
              <a:extLst>
                <a:ext uri="{FF2B5EF4-FFF2-40B4-BE49-F238E27FC236}">
                  <a16:creationId xmlns:a16="http://schemas.microsoft.com/office/drawing/2014/main" id="{23BCB7E9-EBC9-8A81-E965-CDEF5729DE0C}"/>
                </a:ext>
              </a:extLst>
            </p:cNvPr>
            <p:cNvSpPr/>
            <p:nvPr/>
          </p:nvSpPr>
          <p:spPr>
            <a:xfrm>
              <a:off x="7438390" y="475360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84">
              <a:extLst>
                <a:ext uri="{FF2B5EF4-FFF2-40B4-BE49-F238E27FC236}">
                  <a16:creationId xmlns:a16="http://schemas.microsoft.com/office/drawing/2014/main" id="{F251064F-0362-313A-F6BA-7D8F4A976238}"/>
                </a:ext>
              </a:extLst>
            </p:cNvPr>
            <p:cNvSpPr/>
            <p:nvPr/>
          </p:nvSpPr>
          <p:spPr>
            <a:xfrm>
              <a:off x="7438389" y="4757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85">
              <a:extLst>
                <a:ext uri="{FF2B5EF4-FFF2-40B4-BE49-F238E27FC236}">
                  <a16:creationId xmlns:a16="http://schemas.microsoft.com/office/drawing/2014/main" id="{2626E9D5-D861-1A87-0A61-E11AD4BF1796}"/>
                </a:ext>
              </a:extLst>
            </p:cNvPr>
            <p:cNvSpPr/>
            <p:nvPr/>
          </p:nvSpPr>
          <p:spPr>
            <a:xfrm>
              <a:off x="7438389" y="47612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86">
              <a:extLst>
                <a:ext uri="{FF2B5EF4-FFF2-40B4-BE49-F238E27FC236}">
                  <a16:creationId xmlns:a16="http://schemas.microsoft.com/office/drawing/2014/main" id="{0C2F3F40-C9CB-0E52-2BDE-B74D66A50253}"/>
                </a:ext>
              </a:extLst>
            </p:cNvPr>
            <p:cNvSpPr/>
            <p:nvPr/>
          </p:nvSpPr>
          <p:spPr>
            <a:xfrm>
              <a:off x="7438389" y="476503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87">
              <a:extLst>
                <a:ext uri="{FF2B5EF4-FFF2-40B4-BE49-F238E27FC236}">
                  <a16:creationId xmlns:a16="http://schemas.microsoft.com/office/drawing/2014/main" id="{E6E13674-283F-4638-A81D-CA6D149C6827}"/>
                </a:ext>
              </a:extLst>
            </p:cNvPr>
            <p:cNvSpPr/>
            <p:nvPr/>
          </p:nvSpPr>
          <p:spPr>
            <a:xfrm>
              <a:off x="7438389" y="476758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88">
              <a:extLst>
                <a:ext uri="{FF2B5EF4-FFF2-40B4-BE49-F238E27FC236}">
                  <a16:creationId xmlns:a16="http://schemas.microsoft.com/office/drawing/2014/main" id="{307C7BC6-9099-4380-794C-B38A86F489F9}"/>
                </a:ext>
              </a:extLst>
            </p:cNvPr>
            <p:cNvSpPr/>
            <p:nvPr/>
          </p:nvSpPr>
          <p:spPr>
            <a:xfrm>
              <a:off x="7438389" y="47726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89">
              <a:extLst>
                <a:ext uri="{FF2B5EF4-FFF2-40B4-BE49-F238E27FC236}">
                  <a16:creationId xmlns:a16="http://schemas.microsoft.com/office/drawing/2014/main" id="{A28B8450-2222-2832-F876-FE57AEB5E9BF}"/>
                </a:ext>
              </a:extLst>
            </p:cNvPr>
            <p:cNvSpPr/>
            <p:nvPr/>
          </p:nvSpPr>
          <p:spPr>
            <a:xfrm>
              <a:off x="7438389" y="4775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90">
              <a:extLst>
                <a:ext uri="{FF2B5EF4-FFF2-40B4-BE49-F238E27FC236}">
                  <a16:creationId xmlns:a16="http://schemas.microsoft.com/office/drawing/2014/main" id="{E4871522-14E1-CC3E-D506-B23C30E50402}"/>
                </a:ext>
              </a:extLst>
            </p:cNvPr>
            <p:cNvSpPr/>
            <p:nvPr/>
          </p:nvSpPr>
          <p:spPr>
            <a:xfrm>
              <a:off x="7438389" y="4779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91">
              <a:extLst>
                <a:ext uri="{FF2B5EF4-FFF2-40B4-BE49-F238E27FC236}">
                  <a16:creationId xmlns:a16="http://schemas.microsoft.com/office/drawing/2014/main" id="{3B5FFA13-BF7B-1D75-18E6-B799F1852541}"/>
                </a:ext>
              </a:extLst>
            </p:cNvPr>
            <p:cNvSpPr/>
            <p:nvPr/>
          </p:nvSpPr>
          <p:spPr>
            <a:xfrm>
              <a:off x="7438389" y="4782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92">
              <a:extLst>
                <a:ext uri="{FF2B5EF4-FFF2-40B4-BE49-F238E27FC236}">
                  <a16:creationId xmlns:a16="http://schemas.microsoft.com/office/drawing/2014/main" id="{51B5D322-2EC4-BF77-E6BD-C81136E49906}"/>
                </a:ext>
              </a:extLst>
            </p:cNvPr>
            <p:cNvSpPr/>
            <p:nvPr/>
          </p:nvSpPr>
          <p:spPr>
            <a:xfrm>
              <a:off x="7438389" y="4786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93">
              <a:extLst>
                <a:ext uri="{FF2B5EF4-FFF2-40B4-BE49-F238E27FC236}">
                  <a16:creationId xmlns:a16="http://schemas.microsoft.com/office/drawing/2014/main" id="{48FB191A-1EE8-77B3-C8B6-F09F0C0EE5B5}"/>
                </a:ext>
              </a:extLst>
            </p:cNvPr>
            <p:cNvSpPr/>
            <p:nvPr/>
          </p:nvSpPr>
          <p:spPr>
            <a:xfrm>
              <a:off x="7438389" y="4790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94">
              <a:extLst>
                <a:ext uri="{FF2B5EF4-FFF2-40B4-BE49-F238E27FC236}">
                  <a16:creationId xmlns:a16="http://schemas.microsoft.com/office/drawing/2014/main" id="{24F84769-2356-FAD0-EDED-E985D99E419C}"/>
                </a:ext>
              </a:extLst>
            </p:cNvPr>
            <p:cNvSpPr/>
            <p:nvPr/>
          </p:nvSpPr>
          <p:spPr>
            <a:xfrm>
              <a:off x="7438389" y="4794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95">
              <a:extLst>
                <a:ext uri="{FF2B5EF4-FFF2-40B4-BE49-F238E27FC236}">
                  <a16:creationId xmlns:a16="http://schemas.microsoft.com/office/drawing/2014/main" id="{82A8FCE6-AB88-525D-8229-CF3F10DC93D1}"/>
                </a:ext>
              </a:extLst>
            </p:cNvPr>
            <p:cNvSpPr/>
            <p:nvPr/>
          </p:nvSpPr>
          <p:spPr>
            <a:xfrm>
              <a:off x="7438389" y="4798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96">
              <a:extLst>
                <a:ext uri="{FF2B5EF4-FFF2-40B4-BE49-F238E27FC236}">
                  <a16:creationId xmlns:a16="http://schemas.microsoft.com/office/drawing/2014/main" id="{4275E753-89AC-81D3-3B4E-921A4047965B}"/>
                </a:ext>
              </a:extLst>
            </p:cNvPr>
            <p:cNvSpPr/>
            <p:nvPr/>
          </p:nvSpPr>
          <p:spPr>
            <a:xfrm>
              <a:off x="7438389" y="4801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97">
              <a:extLst>
                <a:ext uri="{FF2B5EF4-FFF2-40B4-BE49-F238E27FC236}">
                  <a16:creationId xmlns:a16="http://schemas.microsoft.com/office/drawing/2014/main" id="{E841E0F7-AEC8-D758-1AA4-215DD1874DE6}"/>
                </a:ext>
              </a:extLst>
            </p:cNvPr>
            <p:cNvSpPr/>
            <p:nvPr/>
          </p:nvSpPr>
          <p:spPr>
            <a:xfrm>
              <a:off x="7438389" y="48056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98">
              <a:extLst>
                <a:ext uri="{FF2B5EF4-FFF2-40B4-BE49-F238E27FC236}">
                  <a16:creationId xmlns:a16="http://schemas.microsoft.com/office/drawing/2014/main" id="{8E1D8144-A3E5-2FB0-A474-30F722C4EC57}"/>
                </a:ext>
              </a:extLst>
            </p:cNvPr>
            <p:cNvSpPr/>
            <p:nvPr/>
          </p:nvSpPr>
          <p:spPr>
            <a:xfrm>
              <a:off x="7438389" y="48094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99">
              <a:extLst>
                <a:ext uri="{FF2B5EF4-FFF2-40B4-BE49-F238E27FC236}">
                  <a16:creationId xmlns:a16="http://schemas.microsoft.com/office/drawing/2014/main" id="{CDDB00B1-25A8-1C26-C5CE-D4D4C7900F2E}"/>
                </a:ext>
              </a:extLst>
            </p:cNvPr>
            <p:cNvSpPr/>
            <p:nvPr/>
          </p:nvSpPr>
          <p:spPr>
            <a:xfrm>
              <a:off x="7438389" y="4812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200">
              <a:extLst>
                <a:ext uri="{FF2B5EF4-FFF2-40B4-BE49-F238E27FC236}">
                  <a16:creationId xmlns:a16="http://schemas.microsoft.com/office/drawing/2014/main" id="{B5B855B9-0A65-5748-AF9C-819BF6CCA061}"/>
                </a:ext>
              </a:extLst>
            </p:cNvPr>
            <p:cNvSpPr/>
            <p:nvPr/>
          </p:nvSpPr>
          <p:spPr>
            <a:xfrm>
              <a:off x="7438389" y="48158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201">
              <a:extLst>
                <a:ext uri="{FF2B5EF4-FFF2-40B4-BE49-F238E27FC236}">
                  <a16:creationId xmlns:a16="http://schemas.microsoft.com/office/drawing/2014/main" id="{EE889EC9-407F-264C-EE0A-4DEA12717D5D}"/>
                </a:ext>
              </a:extLst>
            </p:cNvPr>
            <p:cNvSpPr/>
            <p:nvPr/>
          </p:nvSpPr>
          <p:spPr>
            <a:xfrm>
              <a:off x="7438389" y="4819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202">
              <a:extLst>
                <a:ext uri="{FF2B5EF4-FFF2-40B4-BE49-F238E27FC236}">
                  <a16:creationId xmlns:a16="http://schemas.microsoft.com/office/drawing/2014/main" id="{A9445507-88C8-E374-FBE6-2AFBC28AB74E}"/>
                </a:ext>
              </a:extLst>
            </p:cNvPr>
            <p:cNvSpPr/>
            <p:nvPr/>
          </p:nvSpPr>
          <p:spPr>
            <a:xfrm>
              <a:off x="7438389" y="4823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203">
              <a:extLst>
                <a:ext uri="{FF2B5EF4-FFF2-40B4-BE49-F238E27FC236}">
                  <a16:creationId xmlns:a16="http://schemas.microsoft.com/office/drawing/2014/main" id="{C810471A-8AC7-1A53-D640-4AE0E6A4F9B0}"/>
                </a:ext>
              </a:extLst>
            </p:cNvPr>
            <p:cNvSpPr/>
            <p:nvPr/>
          </p:nvSpPr>
          <p:spPr>
            <a:xfrm>
              <a:off x="7438389" y="48272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204">
              <a:extLst>
                <a:ext uri="{FF2B5EF4-FFF2-40B4-BE49-F238E27FC236}">
                  <a16:creationId xmlns:a16="http://schemas.microsoft.com/office/drawing/2014/main" id="{D27C889E-2AA8-D755-7C1A-3A80B12C41CB}"/>
                </a:ext>
              </a:extLst>
            </p:cNvPr>
            <p:cNvSpPr/>
            <p:nvPr/>
          </p:nvSpPr>
          <p:spPr>
            <a:xfrm>
              <a:off x="7438389" y="48310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205">
              <a:extLst>
                <a:ext uri="{FF2B5EF4-FFF2-40B4-BE49-F238E27FC236}">
                  <a16:creationId xmlns:a16="http://schemas.microsoft.com/office/drawing/2014/main" id="{ADE4D5F4-1750-9CEF-D324-C6EF8049536F}"/>
                </a:ext>
              </a:extLst>
            </p:cNvPr>
            <p:cNvSpPr/>
            <p:nvPr/>
          </p:nvSpPr>
          <p:spPr>
            <a:xfrm>
              <a:off x="7438389" y="48348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206">
              <a:extLst>
                <a:ext uri="{FF2B5EF4-FFF2-40B4-BE49-F238E27FC236}">
                  <a16:creationId xmlns:a16="http://schemas.microsoft.com/office/drawing/2014/main" id="{EC3E66BF-4627-2C12-3376-30D181FBDCA6}"/>
                </a:ext>
              </a:extLst>
            </p:cNvPr>
            <p:cNvSpPr/>
            <p:nvPr/>
          </p:nvSpPr>
          <p:spPr>
            <a:xfrm>
              <a:off x="7438389" y="4838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207">
              <a:extLst>
                <a:ext uri="{FF2B5EF4-FFF2-40B4-BE49-F238E27FC236}">
                  <a16:creationId xmlns:a16="http://schemas.microsoft.com/office/drawing/2014/main" id="{949697E9-D0AC-015D-77C8-0287D1D70CE3}"/>
                </a:ext>
              </a:extLst>
            </p:cNvPr>
            <p:cNvSpPr/>
            <p:nvPr/>
          </p:nvSpPr>
          <p:spPr>
            <a:xfrm>
              <a:off x="7438389" y="4842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208">
              <a:extLst>
                <a:ext uri="{FF2B5EF4-FFF2-40B4-BE49-F238E27FC236}">
                  <a16:creationId xmlns:a16="http://schemas.microsoft.com/office/drawing/2014/main" id="{474B919E-0B61-64D8-FEE0-41B00A866AF2}"/>
                </a:ext>
              </a:extLst>
            </p:cNvPr>
            <p:cNvSpPr/>
            <p:nvPr/>
          </p:nvSpPr>
          <p:spPr>
            <a:xfrm>
              <a:off x="7438389" y="4846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209">
              <a:extLst>
                <a:ext uri="{FF2B5EF4-FFF2-40B4-BE49-F238E27FC236}">
                  <a16:creationId xmlns:a16="http://schemas.microsoft.com/office/drawing/2014/main" id="{B26EA4B6-3686-E4EC-2731-18C75C2E0247}"/>
                </a:ext>
              </a:extLst>
            </p:cNvPr>
            <p:cNvSpPr/>
            <p:nvPr/>
          </p:nvSpPr>
          <p:spPr>
            <a:xfrm>
              <a:off x="7438389" y="48501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210">
              <a:extLst>
                <a:ext uri="{FF2B5EF4-FFF2-40B4-BE49-F238E27FC236}">
                  <a16:creationId xmlns:a16="http://schemas.microsoft.com/office/drawing/2014/main" id="{E4B890C7-D30C-DF3B-9025-1834568C0F48}"/>
                </a:ext>
              </a:extLst>
            </p:cNvPr>
            <p:cNvSpPr/>
            <p:nvPr/>
          </p:nvSpPr>
          <p:spPr>
            <a:xfrm>
              <a:off x="7438389" y="48526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211">
              <a:extLst>
                <a:ext uri="{FF2B5EF4-FFF2-40B4-BE49-F238E27FC236}">
                  <a16:creationId xmlns:a16="http://schemas.microsoft.com/office/drawing/2014/main" id="{393ECA6C-7F68-29A1-9C64-A97573931D3A}"/>
                </a:ext>
              </a:extLst>
            </p:cNvPr>
            <p:cNvSpPr/>
            <p:nvPr/>
          </p:nvSpPr>
          <p:spPr>
            <a:xfrm>
              <a:off x="7438389" y="48564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212">
              <a:extLst>
                <a:ext uri="{FF2B5EF4-FFF2-40B4-BE49-F238E27FC236}">
                  <a16:creationId xmlns:a16="http://schemas.microsoft.com/office/drawing/2014/main" id="{44EA3188-46C9-C335-1D87-2A4CE18B59D4}"/>
                </a:ext>
              </a:extLst>
            </p:cNvPr>
            <p:cNvSpPr/>
            <p:nvPr/>
          </p:nvSpPr>
          <p:spPr>
            <a:xfrm>
              <a:off x="7438390" y="4648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213">
              <a:extLst>
                <a:ext uri="{FF2B5EF4-FFF2-40B4-BE49-F238E27FC236}">
                  <a16:creationId xmlns:a16="http://schemas.microsoft.com/office/drawing/2014/main" id="{8A9DDC13-F4A4-BD47-01BA-C3A489E33DCB}"/>
                </a:ext>
              </a:extLst>
            </p:cNvPr>
            <p:cNvSpPr/>
            <p:nvPr/>
          </p:nvSpPr>
          <p:spPr>
            <a:xfrm>
              <a:off x="7438389" y="4652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214">
              <a:extLst>
                <a:ext uri="{FF2B5EF4-FFF2-40B4-BE49-F238E27FC236}">
                  <a16:creationId xmlns:a16="http://schemas.microsoft.com/office/drawing/2014/main" id="{8515DDA1-80B6-94C3-7235-61866004827D}"/>
                </a:ext>
              </a:extLst>
            </p:cNvPr>
            <p:cNvSpPr/>
            <p:nvPr/>
          </p:nvSpPr>
          <p:spPr>
            <a:xfrm>
              <a:off x="7438389" y="4655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215">
              <a:extLst>
                <a:ext uri="{FF2B5EF4-FFF2-40B4-BE49-F238E27FC236}">
                  <a16:creationId xmlns:a16="http://schemas.microsoft.com/office/drawing/2014/main" id="{709F19DC-02BA-EA56-6244-7365F20E97D8}"/>
                </a:ext>
              </a:extLst>
            </p:cNvPr>
            <p:cNvSpPr/>
            <p:nvPr/>
          </p:nvSpPr>
          <p:spPr>
            <a:xfrm>
              <a:off x="7438389" y="4659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216">
              <a:extLst>
                <a:ext uri="{FF2B5EF4-FFF2-40B4-BE49-F238E27FC236}">
                  <a16:creationId xmlns:a16="http://schemas.microsoft.com/office/drawing/2014/main" id="{8CAF7EC1-CF40-EDD8-41F7-438F08C93319}"/>
                </a:ext>
              </a:extLst>
            </p:cNvPr>
            <p:cNvSpPr/>
            <p:nvPr/>
          </p:nvSpPr>
          <p:spPr>
            <a:xfrm>
              <a:off x="7438389" y="4663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217">
              <a:extLst>
                <a:ext uri="{FF2B5EF4-FFF2-40B4-BE49-F238E27FC236}">
                  <a16:creationId xmlns:a16="http://schemas.microsoft.com/office/drawing/2014/main" id="{B975B7E7-022A-5D0E-078B-95F705D1CF49}"/>
                </a:ext>
              </a:extLst>
            </p:cNvPr>
            <p:cNvSpPr/>
            <p:nvPr/>
          </p:nvSpPr>
          <p:spPr>
            <a:xfrm>
              <a:off x="7438389" y="4667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218">
              <a:extLst>
                <a:ext uri="{FF2B5EF4-FFF2-40B4-BE49-F238E27FC236}">
                  <a16:creationId xmlns:a16="http://schemas.microsoft.com/office/drawing/2014/main" id="{EADEF983-69A8-FBAA-9486-EE378F1F1FC5}"/>
                </a:ext>
              </a:extLst>
            </p:cNvPr>
            <p:cNvSpPr/>
            <p:nvPr/>
          </p:nvSpPr>
          <p:spPr>
            <a:xfrm>
              <a:off x="7438389" y="4671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219">
              <a:extLst>
                <a:ext uri="{FF2B5EF4-FFF2-40B4-BE49-F238E27FC236}">
                  <a16:creationId xmlns:a16="http://schemas.microsoft.com/office/drawing/2014/main" id="{40179C62-1329-5618-48ED-5961092B54A8}"/>
                </a:ext>
              </a:extLst>
            </p:cNvPr>
            <p:cNvSpPr/>
            <p:nvPr/>
          </p:nvSpPr>
          <p:spPr>
            <a:xfrm>
              <a:off x="7438389" y="46748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220">
              <a:extLst>
                <a:ext uri="{FF2B5EF4-FFF2-40B4-BE49-F238E27FC236}">
                  <a16:creationId xmlns:a16="http://schemas.microsoft.com/office/drawing/2014/main" id="{6564550F-EA97-A1E4-73E6-722FF9ED62F0}"/>
                </a:ext>
              </a:extLst>
            </p:cNvPr>
            <p:cNvSpPr/>
            <p:nvPr/>
          </p:nvSpPr>
          <p:spPr>
            <a:xfrm>
              <a:off x="7438389" y="4677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221">
              <a:extLst>
                <a:ext uri="{FF2B5EF4-FFF2-40B4-BE49-F238E27FC236}">
                  <a16:creationId xmlns:a16="http://schemas.microsoft.com/office/drawing/2014/main" id="{F178087C-BDDD-7905-30D2-1160387A1DC1}"/>
                </a:ext>
              </a:extLst>
            </p:cNvPr>
            <p:cNvSpPr/>
            <p:nvPr/>
          </p:nvSpPr>
          <p:spPr>
            <a:xfrm>
              <a:off x="7438389" y="4681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222">
              <a:extLst>
                <a:ext uri="{FF2B5EF4-FFF2-40B4-BE49-F238E27FC236}">
                  <a16:creationId xmlns:a16="http://schemas.microsoft.com/office/drawing/2014/main" id="{656F1F5B-721F-8DA7-AC3B-F3F0BEAB29C1}"/>
                </a:ext>
              </a:extLst>
            </p:cNvPr>
            <p:cNvSpPr/>
            <p:nvPr/>
          </p:nvSpPr>
          <p:spPr>
            <a:xfrm>
              <a:off x="7438389" y="4685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223">
              <a:extLst>
                <a:ext uri="{FF2B5EF4-FFF2-40B4-BE49-F238E27FC236}">
                  <a16:creationId xmlns:a16="http://schemas.microsoft.com/office/drawing/2014/main" id="{1979593A-EED6-ED17-4F2F-49C590E0EE62}"/>
                </a:ext>
              </a:extLst>
            </p:cNvPr>
            <p:cNvSpPr/>
            <p:nvPr/>
          </p:nvSpPr>
          <p:spPr>
            <a:xfrm>
              <a:off x="7438389" y="46888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224">
              <a:extLst>
                <a:ext uri="{FF2B5EF4-FFF2-40B4-BE49-F238E27FC236}">
                  <a16:creationId xmlns:a16="http://schemas.microsoft.com/office/drawing/2014/main" id="{D48EEA36-66D1-A674-D079-5D6BCE0E68E6}"/>
                </a:ext>
              </a:extLst>
            </p:cNvPr>
            <p:cNvSpPr/>
            <p:nvPr/>
          </p:nvSpPr>
          <p:spPr>
            <a:xfrm>
              <a:off x="7438389" y="4692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225">
              <a:extLst>
                <a:ext uri="{FF2B5EF4-FFF2-40B4-BE49-F238E27FC236}">
                  <a16:creationId xmlns:a16="http://schemas.microsoft.com/office/drawing/2014/main" id="{E6276467-7DC0-494A-8261-39E2C5DB53FB}"/>
                </a:ext>
              </a:extLst>
            </p:cNvPr>
            <p:cNvSpPr/>
            <p:nvPr/>
          </p:nvSpPr>
          <p:spPr>
            <a:xfrm>
              <a:off x="7438389" y="4696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226">
              <a:extLst>
                <a:ext uri="{FF2B5EF4-FFF2-40B4-BE49-F238E27FC236}">
                  <a16:creationId xmlns:a16="http://schemas.microsoft.com/office/drawing/2014/main" id="{01CF326E-7D02-76F2-A756-78D1433D0B1E}"/>
                </a:ext>
              </a:extLst>
            </p:cNvPr>
            <p:cNvSpPr/>
            <p:nvPr/>
          </p:nvSpPr>
          <p:spPr>
            <a:xfrm>
              <a:off x="7438389" y="47002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227">
              <a:extLst>
                <a:ext uri="{FF2B5EF4-FFF2-40B4-BE49-F238E27FC236}">
                  <a16:creationId xmlns:a16="http://schemas.microsoft.com/office/drawing/2014/main" id="{4A58F63A-6305-A0C6-54A2-F8D4E9216CA9}"/>
                </a:ext>
              </a:extLst>
            </p:cNvPr>
            <p:cNvSpPr/>
            <p:nvPr/>
          </p:nvSpPr>
          <p:spPr>
            <a:xfrm>
              <a:off x="7438389" y="47040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228">
              <a:extLst>
                <a:ext uri="{FF2B5EF4-FFF2-40B4-BE49-F238E27FC236}">
                  <a16:creationId xmlns:a16="http://schemas.microsoft.com/office/drawing/2014/main" id="{24FD8980-CE74-2F16-0A3D-2529FB03401A}"/>
                </a:ext>
              </a:extLst>
            </p:cNvPr>
            <p:cNvSpPr/>
            <p:nvPr/>
          </p:nvSpPr>
          <p:spPr>
            <a:xfrm>
              <a:off x="7438389" y="47078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229">
              <a:extLst>
                <a:ext uri="{FF2B5EF4-FFF2-40B4-BE49-F238E27FC236}">
                  <a16:creationId xmlns:a16="http://schemas.microsoft.com/office/drawing/2014/main" id="{BC81A9DB-99A1-30CA-7FB1-C35829B7DED2}"/>
                </a:ext>
              </a:extLst>
            </p:cNvPr>
            <p:cNvSpPr/>
            <p:nvPr/>
          </p:nvSpPr>
          <p:spPr>
            <a:xfrm>
              <a:off x="7438389" y="4710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230">
              <a:extLst>
                <a:ext uri="{FF2B5EF4-FFF2-40B4-BE49-F238E27FC236}">
                  <a16:creationId xmlns:a16="http://schemas.microsoft.com/office/drawing/2014/main" id="{E43E1154-B133-517D-ABB1-133C1F13D816}"/>
                </a:ext>
              </a:extLst>
            </p:cNvPr>
            <p:cNvSpPr/>
            <p:nvPr/>
          </p:nvSpPr>
          <p:spPr>
            <a:xfrm>
              <a:off x="7438389" y="47142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231">
              <a:extLst>
                <a:ext uri="{FF2B5EF4-FFF2-40B4-BE49-F238E27FC236}">
                  <a16:creationId xmlns:a16="http://schemas.microsoft.com/office/drawing/2014/main" id="{2236A5AD-F199-8E8A-16F7-1C7108B0C15B}"/>
                </a:ext>
              </a:extLst>
            </p:cNvPr>
            <p:cNvSpPr/>
            <p:nvPr/>
          </p:nvSpPr>
          <p:spPr>
            <a:xfrm>
              <a:off x="7438389" y="4718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232">
              <a:extLst>
                <a:ext uri="{FF2B5EF4-FFF2-40B4-BE49-F238E27FC236}">
                  <a16:creationId xmlns:a16="http://schemas.microsoft.com/office/drawing/2014/main" id="{28B22229-B77A-C893-0EBF-639A098D03BD}"/>
                </a:ext>
              </a:extLst>
            </p:cNvPr>
            <p:cNvSpPr/>
            <p:nvPr/>
          </p:nvSpPr>
          <p:spPr>
            <a:xfrm>
              <a:off x="7438389" y="47218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233">
              <a:extLst>
                <a:ext uri="{FF2B5EF4-FFF2-40B4-BE49-F238E27FC236}">
                  <a16:creationId xmlns:a16="http://schemas.microsoft.com/office/drawing/2014/main" id="{5A410D51-D983-6A24-E977-34FB814F4ADD}"/>
                </a:ext>
              </a:extLst>
            </p:cNvPr>
            <p:cNvSpPr/>
            <p:nvPr/>
          </p:nvSpPr>
          <p:spPr>
            <a:xfrm>
              <a:off x="7438389" y="47256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234">
              <a:extLst>
                <a:ext uri="{FF2B5EF4-FFF2-40B4-BE49-F238E27FC236}">
                  <a16:creationId xmlns:a16="http://schemas.microsoft.com/office/drawing/2014/main" id="{6DAB8716-1DC2-FA74-93BC-7B5B16AEFB43}"/>
                </a:ext>
              </a:extLst>
            </p:cNvPr>
            <p:cNvSpPr/>
            <p:nvPr/>
          </p:nvSpPr>
          <p:spPr>
            <a:xfrm>
              <a:off x="7438389" y="47294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235">
              <a:extLst>
                <a:ext uri="{FF2B5EF4-FFF2-40B4-BE49-F238E27FC236}">
                  <a16:creationId xmlns:a16="http://schemas.microsoft.com/office/drawing/2014/main" id="{D972AD76-E3F6-0550-82EA-9CFBA2F9A048}"/>
                </a:ext>
              </a:extLst>
            </p:cNvPr>
            <p:cNvSpPr/>
            <p:nvPr/>
          </p:nvSpPr>
          <p:spPr>
            <a:xfrm>
              <a:off x="7438389" y="47332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236">
              <a:extLst>
                <a:ext uri="{FF2B5EF4-FFF2-40B4-BE49-F238E27FC236}">
                  <a16:creationId xmlns:a16="http://schemas.microsoft.com/office/drawing/2014/main" id="{0E3A7A6E-CDF2-F37D-4E12-71ACAADC67C1}"/>
                </a:ext>
              </a:extLst>
            </p:cNvPr>
            <p:cNvSpPr/>
            <p:nvPr/>
          </p:nvSpPr>
          <p:spPr>
            <a:xfrm>
              <a:off x="7438389" y="47371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237">
              <a:extLst>
                <a:ext uri="{FF2B5EF4-FFF2-40B4-BE49-F238E27FC236}">
                  <a16:creationId xmlns:a16="http://schemas.microsoft.com/office/drawing/2014/main" id="{18E30B8D-EBB1-6950-A557-73F0E4E65892}"/>
                </a:ext>
              </a:extLst>
            </p:cNvPr>
            <p:cNvSpPr/>
            <p:nvPr/>
          </p:nvSpPr>
          <p:spPr>
            <a:xfrm>
              <a:off x="7438389" y="47409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238">
              <a:extLst>
                <a:ext uri="{FF2B5EF4-FFF2-40B4-BE49-F238E27FC236}">
                  <a16:creationId xmlns:a16="http://schemas.microsoft.com/office/drawing/2014/main" id="{B45A402E-7297-7BDB-ACD8-D2D785A28A46}"/>
                </a:ext>
              </a:extLst>
            </p:cNvPr>
            <p:cNvSpPr/>
            <p:nvPr/>
          </p:nvSpPr>
          <p:spPr>
            <a:xfrm>
              <a:off x="7438389" y="4743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239">
              <a:extLst>
                <a:ext uri="{FF2B5EF4-FFF2-40B4-BE49-F238E27FC236}">
                  <a16:creationId xmlns:a16="http://schemas.microsoft.com/office/drawing/2014/main" id="{818D928F-7935-9EE9-CF0B-3BC74D63BAA3}"/>
                </a:ext>
              </a:extLst>
            </p:cNvPr>
            <p:cNvSpPr/>
            <p:nvPr/>
          </p:nvSpPr>
          <p:spPr>
            <a:xfrm>
              <a:off x="7438389" y="4747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240">
              <a:extLst>
                <a:ext uri="{FF2B5EF4-FFF2-40B4-BE49-F238E27FC236}">
                  <a16:creationId xmlns:a16="http://schemas.microsoft.com/office/drawing/2014/main" id="{BF0D8790-10C1-3B52-ED9F-851196E10EE2}"/>
                </a:ext>
              </a:extLst>
            </p:cNvPr>
            <p:cNvSpPr/>
            <p:nvPr/>
          </p:nvSpPr>
          <p:spPr>
            <a:xfrm>
              <a:off x="7438389" y="4751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241">
              <a:extLst>
                <a:ext uri="{FF2B5EF4-FFF2-40B4-BE49-F238E27FC236}">
                  <a16:creationId xmlns:a16="http://schemas.microsoft.com/office/drawing/2014/main" id="{8E794557-411A-9383-14F0-5250AF8195E3}"/>
                </a:ext>
              </a:extLst>
            </p:cNvPr>
            <p:cNvSpPr/>
            <p:nvPr/>
          </p:nvSpPr>
          <p:spPr>
            <a:xfrm>
              <a:off x="7438390" y="454532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242">
              <a:extLst>
                <a:ext uri="{FF2B5EF4-FFF2-40B4-BE49-F238E27FC236}">
                  <a16:creationId xmlns:a16="http://schemas.microsoft.com/office/drawing/2014/main" id="{03401522-F7C4-5E20-FE20-0AF7A0D1B0DA}"/>
                </a:ext>
              </a:extLst>
            </p:cNvPr>
            <p:cNvSpPr/>
            <p:nvPr/>
          </p:nvSpPr>
          <p:spPr>
            <a:xfrm>
              <a:off x="7438389" y="45491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243">
              <a:extLst>
                <a:ext uri="{FF2B5EF4-FFF2-40B4-BE49-F238E27FC236}">
                  <a16:creationId xmlns:a16="http://schemas.microsoft.com/office/drawing/2014/main" id="{170F4832-D609-847B-D7D5-18949C38B9D4}"/>
                </a:ext>
              </a:extLst>
            </p:cNvPr>
            <p:cNvSpPr/>
            <p:nvPr/>
          </p:nvSpPr>
          <p:spPr>
            <a:xfrm>
              <a:off x="7438389" y="4552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244">
              <a:extLst>
                <a:ext uri="{FF2B5EF4-FFF2-40B4-BE49-F238E27FC236}">
                  <a16:creationId xmlns:a16="http://schemas.microsoft.com/office/drawing/2014/main" id="{AF31574E-2106-0711-A916-4E5BE5CDBE71}"/>
                </a:ext>
              </a:extLst>
            </p:cNvPr>
            <p:cNvSpPr/>
            <p:nvPr/>
          </p:nvSpPr>
          <p:spPr>
            <a:xfrm>
              <a:off x="7438389" y="45567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245">
              <a:extLst>
                <a:ext uri="{FF2B5EF4-FFF2-40B4-BE49-F238E27FC236}">
                  <a16:creationId xmlns:a16="http://schemas.microsoft.com/office/drawing/2014/main" id="{60F98271-69D5-1988-8592-369CB621A41F}"/>
                </a:ext>
              </a:extLst>
            </p:cNvPr>
            <p:cNvSpPr/>
            <p:nvPr/>
          </p:nvSpPr>
          <p:spPr>
            <a:xfrm>
              <a:off x="7438389" y="45605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246">
              <a:extLst>
                <a:ext uri="{FF2B5EF4-FFF2-40B4-BE49-F238E27FC236}">
                  <a16:creationId xmlns:a16="http://schemas.microsoft.com/office/drawing/2014/main" id="{8B6AB0C4-414A-E6A1-0664-700193EBF926}"/>
                </a:ext>
              </a:extLst>
            </p:cNvPr>
            <p:cNvSpPr/>
            <p:nvPr/>
          </p:nvSpPr>
          <p:spPr>
            <a:xfrm>
              <a:off x="7438389" y="45643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247">
              <a:extLst>
                <a:ext uri="{FF2B5EF4-FFF2-40B4-BE49-F238E27FC236}">
                  <a16:creationId xmlns:a16="http://schemas.microsoft.com/office/drawing/2014/main" id="{32906E2F-52EF-3BBE-62EF-DBA4A5511862}"/>
                </a:ext>
              </a:extLst>
            </p:cNvPr>
            <p:cNvSpPr/>
            <p:nvPr/>
          </p:nvSpPr>
          <p:spPr>
            <a:xfrm>
              <a:off x="7438389" y="45681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248">
              <a:extLst>
                <a:ext uri="{FF2B5EF4-FFF2-40B4-BE49-F238E27FC236}">
                  <a16:creationId xmlns:a16="http://schemas.microsoft.com/office/drawing/2014/main" id="{9494BCF0-4F2B-7FFC-BE37-E08C0F48DB8A}"/>
                </a:ext>
              </a:extLst>
            </p:cNvPr>
            <p:cNvSpPr/>
            <p:nvPr/>
          </p:nvSpPr>
          <p:spPr>
            <a:xfrm>
              <a:off x="7438389" y="4570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249">
              <a:extLst>
                <a:ext uri="{FF2B5EF4-FFF2-40B4-BE49-F238E27FC236}">
                  <a16:creationId xmlns:a16="http://schemas.microsoft.com/office/drawing/2014/main" id="{0B450014-127C-F0DE-3CE3-E4014505412E}"/>
                </a:ext>
              </a:extLst>
            </p:cNvPr>
            <p:cNvSpPr/>
            <p:nvPr/>
          </p:nvSpPr>
          <p:spPr>
            <a:xfrm>
              <a:off x="7438389" y="4574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250">
              <a:extLst>
                <a:ext uri="{FF2B5EF4-FFF2-40B4-BE49-F238E27FC236}">
                  <a16:creationId xmlns:a16="http://schemas.microsoft.com/office/drawing/2014/main" id="{D095428B-9464-FFF0-FA40-60AE4DDDDB4C}"/>
                </a:ext>
              </a:extLst>
            </p:cNvPr>
            <p:cNvSpPr/>
            <p:nvPr/>
          </p:nvSpPr>
          <p:spPr>
            <a:xfrm>
              <a:off x="7438389" y="4578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251">
              <a:extLst>
                <a:ext uri="{FF2B5EF4-FFF2-40B4-BE49-F238E27FC236}">
                  <a16:creationId xmlns:a16="http://schemas.microsoft.com/office/drawing/2014/main" id="{94A260CC-73AF-05FF-DC0B-8C0EDD78CCE4}"/>
                </a:ext>
              </a:extLst>
            </p:cNvPr>
            <p:cNvSpPr/>
            <p:nvPr/>
          </p:nvSpPr>
          <p:spPr>
            <a:xfrm>
              <a:off x="7438389" y="4582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252">
              <a:extLst>
                <a:ext uri="{FF2B5EF4-FFF2-40B4-BE49-F238E27FC236}">
                  <a16:creationId xmlns:a16="http://schemas.microsoft.com/office/drawing/2014/main" id="{C123B641-BC9D-6C97-D247-7680531C5022}"/>
                </a:ext>
              </a:extLst>
            </p:cNvPr>
            <p:cNvSpPr/>
            <p:nvPr/>
          </p:nvSpPr>
          <p:spPr>
            <a:xfrm>
              <a:off x="7438389" y="4585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253">
              <a:extLst>
                <a:ext uri="{FF2B5EF4-FFF2-40B4-BE49-F238E27FC236}">
                  <a16:creationId xmlns:a16="http://schemas.microsoft.com/office/drawing/2014/main" id="{A7E22BD2-F2E2-39BB-B209-8344547B57FD}"/>
                </a:ext>
              </a:extLst>
            </p:cNvPr>
            <p:cNvSpPr/>
            <p:nvPr/>
          </p:nvSpPr>
          <p:spPr>
            <a:xfrm>
              <a:off x="7438389" y="4589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254">
              <a:extLst>
                <a:ext uri="{FF2B5EF4-FFF2-40B4-BE49-F238E27FC236}">
                  <a16:creationId xmlns:a16="http://schemas.microsoft.com/office/drawing/2014/main" id="{08144FF2-76E0-BBE4-BACB-606407B83820}"/>
                </a:ext>
              </a:extLst>
            </p:cNvPr>
            <p:cNvSpPr/>
            <p:nvPr/>
          </p:nvSpPr>
          <p:spPr>
            <a:xfrm>
              <a:off x="7438389" y="45935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255">
              <a:extLst>
                <a:ext uri="{FF2B5EF4-FFF2-40B4-BE49-F238E27FC236}">
                  <a16:creationId xmlns:a16="http://schemas.microsoft.com/office/drawing/2014/main" id="{C2DA326C-558C-C282-9377-4BA29EA28259}"/>
                </a:ext>
              </a:extLst>
            </p:cNvPr>
            <p:cNvSpPr/>
            <p:nvPr/>
          </p:nvSpPr>
          <p:spPr>
            <a:xfrm>
              <a:off x="7438389" y="45974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256">
              <a:extLst>
                <a:ext uri="{FF2B5EF4-FFF2-40B4-BE49-F238E27FC236}">
                  <a16:creationId xmlns:a16="http://schemas.microsoft.com/office/drawing/2014/main" id="{D3B54426-768F-606C-653F-6FF3D30BFC7D}"/>
                </a:ext>
              </a:extLst>
            </p:cNvPr>
            <p:cNvSpPr/>
            <p:nvPr/>
          </p:nvSpPr>
          <p:spPr>
            <a:xfrm>
              <a:off x="7438389" y="46012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257">
              <a:extLst>
                <a:ext uri="{FF2B5EF4-FFF2-40B4-BE49-F238E27FC236}">
                  <a16:creationId xmlns:a16="http://schemas.microsoft.com/office/drawing/2014/main" id="{D6A58AC2-0650-00E8-E703-20A1A87854CC}"/>
                </a:ext>
              </a:extLst>
            </p:cNvPr>
            <p:cNvSpPr/>
            <p:nvPr/>
          </p:nvSpPr>
          <p:spPr>
            <a:xfrm>
              <a:off x="7438389" y="46050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258">
              <a:extLst>
                <a:ext uri="{FF2B5EF4-FFF2-40B4-BE49-F238E27FC236}">
                  <a16:creationId xmlns:a16="http://schemas.microsoft.com/office/drawing/2014/main" id="{4C3BD523-1316-A6E4-6069-0A039E447556}"/>
                </a:ext>
              </a:extLst>
            </p:cNvPr>
            <p:cNvSpPr/>
            <p:nvPr/>
          </p:nvSpPr>
          <p:spPr>
            <a:xfrm>
              <a:off x="7438389" y="4607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259">
              <a:extLst>
                <a:ext uri="{FF2B5EF4-FFF2-40B4-BE49-F238E27FC236}">
                  <a16:creationId xmlns:a16="http://schemas.microsoft.com/office/drawing/2014/main" id="{84ED7AC1-9614-0852-2C56-19124E4B3A92}"/>
                </a:ext>
              </a:extLst>
            </p:cNvPr>
            <p:cNvSpPr/>
            <p:nvPr/>
          </p:nvSpPr>
          <p:spPr>
            <a:xfrm>
              <a:off x="7438389" y="4611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260">
              <a:extLst>
                <a:ext uri="{FF2B5EF4-FFF2-40B4-BE49-F238E27FC236}">
                  <a16:creationId xmlns:a16="http://schemas.microsoft.com/office/drawing/2014/main" id="{83BC6E7D-4F8A-5400-B881-5E3664B26A2F}"/>
                </a:ext>
              </a:extLst>
            </p:cNvPr>
            <p:cNvSpPr/>
            <p:nvPr/>
          </p:nvSpPr>
          <p:spPr>
            <a:xfrm>
              <a:off x="7438389" y="4615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261">
              <a:extLst>
                <a:ext uri="{FF2B5EF4-FFF2-40B4-BE49-F238E27FC236}">
                  <a16:creationId xmlns:a16="http://schemas.microsoft.com/office/drawing/2014/main" id="{3EE6269D-D39B-76C7-1C12-A23F87BFDA62}"/>
                </a:ext>
              </a:extLst>
            </p:cNvPr>
            <p:cNvSpPr/>
            <p:nvPr/>
          </p:nvSpPr>
          <p:spPr>
            <a:xfrm>
              <a:off x="7438389" y="4618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262">
              <a:extLst>
                <a:ext uri="{FF2B5EF4-FFF2-40B4-BE49-F238E27FC236}">
                  <a16:creationId xmlns:a16="http://schemas.microsoft.com/office/drawing/2014/main" id="{8DEEBC5B-3832-0385-56A5-27AF886D04B8}"/>
                </a:ext>
              </a:extLst>
            </p:cNvPr>
            <p:cNvSpPr/>
            <p:nvPr/>
          </p:nvSpPr>
          <p:spPr>
            <a:xfrm>
              <a:off x="7438389" y="4622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263">
              <a:extLst>
                <a:ext uri="{FF2B5EF4-FFF2-40B4-BE49-F238E27FC236}">
                  <a16:creationId xmlns:a16="http://schemas.microsoft.com/office/drawing/2014/main" id="{0DFCBBDB-2AAC-F3F1-8AAE-E189888EBEB7}"/>
                </a:ext>
              </a:extLst>
            </p:cNvPr>
            <p:cNvSpPr/>
            <p:nvPr/>
          </p:nvSpPr>
          <p:spPr>
            <a:xfrm>
              <a:off x="7438389" y="4626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264">
              <a:extLst>
                <a:ext uri="{FF2B5EF4-FFF2-40B4-BE49-F238E27FC236}">
                  <a16:creationId xmlns:a16="http://schemas.microsoft.com/office/drawing/2014/main" id="{58CC5FA6-2A95-D717-65D6-CF4F814C2AAB}"/>
                </a:ext>
              </a:extLst>
            </p:cNvPr>
            <p:cNvSpPr/>
            <p:nvPr/>
          </p:nvSpPr>
          <p:spPr>
            <a:xfrm>
              <a:off x="7438389" y="46304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265">
              <a:extLst>
                <a:ext uri="{FF2B5EF4-FFF2-40B4-BE49-F238E27FC236}">
                  <a16:creationId xmlns:a16="http://schemas.microsoft.com/office/drawing/2014/main" id="{E9321A98-B5CE-91FC-7A43-3E45F138FAF9}"/>
                </a:ext>
              </a:extLst>
            </p:cNvPr>
            <p:cNvSpPr/>
            <p:nvPr/>
          </p:nvSpPr>
          <p:spPr>
            <a:xfrm>
              <a:off x="7438389" y="463296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266">
              <a:extLst>
                <a:ext uri="{FF2B5EF4-FFF2-40B4-BE49-F238E27FC236}">
                  <a16:creationId xmlns:a16="http://schemas.microsoft.com/office/drawing/2014/main" id="{23FD6398-5895-817B-43E1-EF9CC309F164}"/>
                </a:ext>
              </a:extLst>
            </p:cNvPr>
            <p:cNvSpPr/>
            <p:nvPr/>
          </p:nvSpPr>
          <p:spPr>
            <a:xfrm>
              <a:off x="7438389" y="463803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267">
              <a:extLst>
                <a:ext uri="{FF2B5EF4-FFF2-40B4-BE49-F238E27FC236}">
                  <a16:creationId xmlns:a16="http://schemas.microsoft.com/office/drawing/2014/main" id="{78901254-1E2C-2DE8-1140-3E3A1B3E0B9D}"/>
                </a:ext>
              </a:extLst>
            </p:cNvPr>
            <p:cNvSpPr/>
            <p:nvPr/>
          </p:nvSpPr>
          <p:spPr>
            <a:xfrm>
              <a:off x="7438389" y="4640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268">
              <a:extLst>
                <a:ext uri="{FF2B5EF4-FFF2-40B4-BE49-F238E27FC236}">
                  <a16:creationId xmlns:a16="http://schemas.microsoft.com/office/drawing/2014/main" id="{F41AED6B-358C-25E8-23FA-7A47AB0612C3}"/>
                </a:ext>
              </a:extLst>
            </p:cNvPr>
            <p:cNvSpPr/>
            <p:nvPr/>
          </p:nvSpPr>
          <p:spPr>
            <a:xfrm>
              <a:off x="7438389" y="46443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269">
              <a:extLst>
                <a:ext uri="{FF2B5EF4-FFF2-40B4-BE49-F238E27FC236}">
                  <a16:creationId xmlns:a16="http://schemas.microsoft.com/office/drawing/2014/main" id="{7659A7F0-C55F-B299-6A36-1B1A5D8811C3}"/>
                </a:ext>
              </a:extLst>
            </p:cNvPr>
            <p:cNvSpPr/>
            <p:nvPr/>
          </p:nvSpPr>
          <p:spPr>
            <a:xfrm>
              <a:off x="7438389" y="4648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270">
              <a:extLst>
                <a:ext uri="{FF2B5EF4-FFF2-40B4-BE49-F238E27FC236}">
                  <a16:creationId xmlns:a16="http://schemas.microsoft.com/office/drawing/2014/main" id="{1219F4CE-A7A3-08DF-FDAE-C0668ABD1259}"/>
                </a:ext>
              </a:extLst>
            </p:cNvPr>
            <p:cNvSpPr/>
            <p:nvPr/>
          </p:nvSpPr>
          <p:spPr>
            <a:xfrm>
              <a:off x="7438390" y="44411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271">
              <a:extLst>
                <a:ext uri="{FF2B5EF4-FFF2-40B4-BE49-F238E27FC236}">
                  <a16:creationId xmlns:a16="http://schemas.microsoft.com/office/drawing/2014/main" id="{1B3A4B7E-B6EE-F97A-517B-93E1F236EE77}"/>
                </a:ext>
              </a:extLst>
            </p:cNvPr>
            <p:cNvSpPr/>
            <p:nvPr/>
          </p:nvSpPr>
          <p:spPr>
            <a:xfrm>
              <a:off x="7438389" y="44450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272">
              <a:extLst>
                <a:ext uri="{FF2B5EF4-FFF2-40B4-BE49-F238E27FC236}">
                  <a16:creationId xmlns:a16="http://schemas.microsoft.com/office/drawing/2014/main" id="{754975D4-4E3B-7775-99A3-EA60AD89A8A1}"/>
                </a:ext>
              </a:extLst>
            </p:cNvPr>
            <p:cNvSpPr/>
            <p:nvPr/>
          </p:nvSpPr>
          <p:spPr>
            <a:xfrm>
              <a:off x="7438389" y="4447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273">
              <a:extLst>
                <a:ext uri="{FF2B5EF4-FFF2-40B4-BE49-F238E27FC236}">
                  <a16:creationId xmlns:a16="http://schemas.microsoft.com/office/drawing/2014/main" id="{80741006-8266-47CB-8BCB-15A48B386401}"/>
                </a:ext>
              </a:extLst>
            </p:cNvPr>
            <p:cNvSpPr/>
            <p:nvPr/>
          </p:nvSpPr>
          <p:spPr>
            <a:xfrm>
              <a:off x="7438389" y="4451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274">
              <a:extLst>
                <a:ext uri="{FF2B5EF4-FFF2-40B4-BE49-F238E27FC236}">
                  <a16:creationId xmlns:a16="http://schemas.microsoft.com/office/drawing/2014/main" id="{56864C3D-41FE-08E1-89C9-4005F8A1323A}"/>
                </a:ext>
              </a:extLst>
            </p:cNvPr>
            <p:cNvSpPr/>
            <p:nvPr/>
          </p:nvSpPr>
          <p:spPr>
            <a:xfrm>
              <a:off x="7438389" y="4455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275">
              <a:extLst>
                <a:ext uri="{FF2B5EF4-FFF2-40B4-BE49-F238E27FC236}">
                  <a16:creationId xmlns:a16="http://schemas.microsoft.com/office/drawing/2014/main" id="{4173963A-73E2-E39E-317B-F452E1D9AA50}"/>
                </a:ext>
              </a:extLst>
            </p:cNvPr>
            <p:cNvSpPr/>
            <p:nvPr/>
          </p:nvSpPr>
          <p:spPr>
            <a:xfrm>
              <a:off x="7438389" y="4458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276">
              <a:extLst>
                <a:ext uri="{FF2B5EF4-FFF2-40B4-BE49-F238E27FC236}">
                  <a16:creationId xmlns:a16="http://schemas.microsoft.com/office/drawing/2014/main" id="{BBC3A857-9930-7883-4D30-6116A10D0B3A}"/>
                </a:ext>
              </a:extLst>
            </p:cNvPr>
            <p:cNvSpPr/>
            <p:nvPr/>
          </p:nvSpPr>
          <p:spPr>
            <a:xfrm>
              <a:off x="7438389" y="4462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277">
              <a:extLst>
                <a:ext uri="{FF2B5EF4-FFF2-40B4-BE49-F238E27FC236}">
                  <a16:creationId xmlns:a16="http://schemas.microsoft.com/office/drawing/2014/main" id="{4A917134-F018-F39F-21A9-E88D99ACB2BC}"/>
                </a:ext>
              </a:extLst>
            </p:cNvPr>
            <p:cNvSpPr/>
            <p:nvPr/>
          </p:nvSpPr>
          <p:spPr>
            <a:xfrm>
              <a:off x="7438389" y="44665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278">
              <a:extLst>
                <a:ext uri="{FF2B5EF4-FFF2-40B4-BE49-F238E27FC236}">
                  <a16:creationId xmlns:a16="http://schemas.microsoft.com/office/drawing/2014/main" id="{1C3D0F41-F6BC-3F1A-AB4C-739AF747FEC8}"/>
                </a:ext>
              </a:extLst>
            </p:cNvPr>
            <p:cNvSpPr/>
            <p:nvPr/>
          </p:nvSpPr>
          <p:spPr>
            <a:xfrm>
              <a:off x="7438389" y="44704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279">
              <a:extLst>
                <a:ext uri="{FF2B5EF4-FFF2-40B4-BE49-F238E27FC236}">
                  <a16:creationId xmlns:a16="http://schemas.microsoft.com/office/drawing/2014/main" id="{D2EA5BF1-22F2-ED12-CC75-3621DEE5D217}"/>
                </a:ext>
              </a:extLst>
            </p:cNvPr>
            <p:cNvSpPr/>
            <p:nvPr/>
          </p:nvSpPr>
          <p:spPr>
            <a:xfrm>
              <a:off x="7438389" y="44742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280">
              <a:extLst>
                <a:ext uri="{FF2B5EF4-FFF2-40B4-BE49-F238E27FC236}">
                  <a16:creationId xmlns:a16="http://schemas.microsoft.com/office/drawing/2014/main" id="{43EFEA4F-BA09-8F47-DC75-A77A644CD1C8}"/>
                </a:ext>
              </a:extLst>
            </p:cNvPr>
            <p:cNvSpPr/>
            <p:nvPr/>
          </p:nvSpPr>
          <p:spPr>
            <a:xfrm>
              <a:off x="7438389" y="44780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281">
              <a:extLst>
                <a:ext uri="{FF2B5EF4-FFF2-40B4-BE49-F238E27FC236}">
                  <a16:creationId xmlns:a16="http://schemas.microsoft.com/office/drawing/2014/main" id="{BD81BC1E-ED4C-00F0-5B5D-797A577F1C62}"/>
                </a:ext>
              </a:extLst>
            </p:cNvPr>
            <p:cNvSpPr/>
            <p:nvPr/>
          </p:nvSpPr>
          <p:spPr>
            <a:xfrm>
              <a:off x="7438389" y="44818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282">
              <a:extLst>
                <a:ext uri="{FF2B5EF4-FFF2-40B4-BE49-F238E27FC236}">
                  <a16:creationId xmlns:a16="http://schemas.microsoft.com/office/drawing/2014/main" id="{D3C8898D-06B5-076A-042F-C5974FF45603}"/>
                </a:ext>
              </a:extLst>
            </p:cNvPr>
            <p:cNvSpPr/>
            <p:nvPr/>
          </p:nvSpPr>
          <p:spPr>
            <a:xfrm>
              <a:off x="7438389" y="4484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283">
              <a:extLst>
                <a:ext uri="{FF2B5EF4-FFF2-40B4-BE49-F238E27FC236}">
                  <a16:creationId xmlns:a16="http://schemas.microsoft.com/office/drawing/2014/main" id="{9CEFD287-7252-72AB-9837-D3606129F8B1}"/>
                </a:ext>
              </a:extLst>
            </p:cNvPr>
            <p:cNvSpPr/>
            <p:nvPr/>
          </p:nvSpPr>
          <p:spPr>
            <a:xfrm>
              <a:off x="7438389" y="4488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284">
              <a:extLst>
                <a:ext uri="{FF2B5EF4-FFF2-40B4-BE49-F238E27FC236}">
                  <a16:creationId xmlns:a16="http://schemas.microsoft.com/office/drawing/2014/main" id="{45E7980B-110F-D0B9-A560-1906BE35B88F}"/>
                </a:ext>
              </a:extLst>
            </p:cNvPr>
            <p:cNvSpPr/>
            <p:nvPr/>
          </p:nvSpPr>
          <p:spPr>
            <a:xfrm>
              <a:off x="7438389" y="4491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285">
              <a:extLst>
                <a:ext uri="{FF2B5EF4-FFF2-40B4-BE49-F238E27FC236}">
                  <a16:creationId xmlns:a16="http://schemas.microsoft.com/office/drawing/2014/main" id="{9BA9C3F2-5680-1494-FD87-894FEDD45B32}"/>
                </a:ext>
              </a:extLst>
            </p:cNvPr>
            <p:cNvSpPr/>
            <p:nvPr/>
          </p:nvSpPr>
          <p:spPr>
            <a:xfrm>
              <a:off x="7438389" y="4495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286">
              <a:extLst>
                <a:ext uri="{FF2B5EF4-FFF2-40B4-BE49-F238E27FC236}">
                  <a16:creationId xmlns:a16="http://schemas.microsoft.com/office/drawing/2014/main" id="{68E196D9-67A3-A401-10B2-17E443CF9C2C}"/>
                </a:ext>
              </a:extLst>
            </p:cNvPr>
            <p:cNvSpPr/>
            <p:nvPr/>
          </p:nvSpPr>
          <p:spPr>
            <a:xfrm>
              <a:off x="7438389" y="4499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287">
              <a:extLst>
                <a:ext uri="{FF2B5EF4-FFF2-40B4-BE49-F238E27FC236}">
                  <a16:creationId xmlns:a16="http://schemas.microsoft.com/office/drawing/2014/main" id="{0BF1D396-905C-037A-3C61-97314416A987}"/>
                </a:ext>
              </a:extLst>
            </p:cNvPr>
            <p:cNvSpPr/>
            <p:nvPr/>
          </p:nvSpPr>
          <p:spPr>
            <a:xfrm>
              <a:off x="7438389" y="4503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288">
              <a:extLst>
                <a:ext uri="{FF2B5EF4-FFF2-40B4-BE49-F238E27FC236}">
                  <a16:creationId xmlns:a16="http://schemas.microsoft.com/office/drawing/2014/main" id="{1D42DC1F-401D-D41B-6545-1F6771D5F9A1}"/>
                </a:ext>
              </a:extLst>
            </p:cNvPr>
            <p:cNvSpPr/>
            <p:nvPr/>
          </p:nvSpPr>
          <p:spPr>
            <a:xfrm>
              <a:off x="7438389" y="45072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289">
              <a:extLst>
                <a:ext uri="{FF2B5EF4-FFF2-40B4-BE49-F238E27FC236}">
                  <a16:creationId xmlns:a16="http://schemas.microsoft.com/office/drawing/2014/main" id="{A0D6B6A8-1B25-8DCB-AE88-FDFFE49448FB}"/>
                </a:ext>
              </a:extLst>
            </p:cNvPr>
            <p:cNvSpPr/>
            <p:nvPr/>
          </p:nvSpPr>
          <p:spPr>
            <a:xfrm>
              <a:off x="7438389" y="45110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290">
              <a:extLst>
                <a:ext uri="{FF2B5EF4-FFF2-40B4-BE49-F238E27FC236}">
                  <a16:creationId xmlns:a16="http://schemas.microsoft.com/office/drawing/2014/main" id="{E4FDD456-F265-9E5D-9B67-07D35FC44DC2}"/>
                </a:ext>
              </a:extLst>
            </p:cNvPr>
            <p:cNvSpPr/>
            <p:nvPr/>
          </p:nvSpPr>
          <p:spPr>
            <a:xfrm>
              <a:off x="7438389" y="45148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291">
              <a:extLst>
                <a:ext uri="{FF2B5EF4-FFF2-40B4-BE49-F238E27FC236}">
                  <a16:creationId xmlns:a16="http://schemas.microsoft.com/office/drawing/2014/main" id="{C6EEFDF4-7BA2-CFC6-C1E9-02BA3E9EED19}"/>
                </a:ext>
              </a:extLst>
            </p:cNvPr>
            <p:cNvSpPr/>
            <p:nvPr/>
          </p:nvSpPr>
          <p:spPr>
            <a:xfrm>
              <a:off x="7438389" y="45173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292">
              <a:extLst>
                <a:ext uri="{FF2B5EF4-FFF2-40B4-BE49-F238E27FC236}">
                  <a16:creationId xmlns:a16="http://schemas.microsoft.com/office/drawing/2014/main" id="{6EBCAE5F-DB73-4126-360A-948BE007885F}"/>
                </a:ext>
              </a:extLst>
            </p:cNvPr>
            <p:cNvSpPr/>
            <p:nvPr/>
          </p:nvSpPr>
          <p:spPr>
            <a:xfrm>
              <a:off x="7438389" y="4521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293">
              <a:extLst>
                <a:ext uri="{FF2B5EF4-FFF2-40B4-BE49-F238E27FC236}">
                  <a16:creationId xmlns:a16="http://schemas.microsoft.com/office/drawing/2014/main" id="{50908E8A-E541-C295-42B2-EBCFF99A9B71}"/>
                </a:ext>
              </a:extLst>
            </p:cNvPr>
            <p:cNvSpPr/>
            <p:nvPr/>
          </p:nvSpPr>
          <p:spPr>
            <a:xfrm>
              <a:off x="7438389" y="4525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294">
              <a:extLst>
                <a:ext uri="{FF2B5EF4-FFF2-40B4-BE49-F238E27FC236}">
                  <a16:creationId xmlns:a16="http://schemas.microsoft.com/office/drawing/2014/main" id="{7BC705EA-FAE1-C0AA-C5C1-B01FBEF53BA0}"/>
                </a:ext>
              </a:extLst>
            </p:cNvPr>
            <p:cNvSpPr/>
            <p:nvPr/>
          </p:nvSpPr>
          <p:spPr>
            <a:xfrm>
              <a:off x="7438389" y="4528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295">
              <a:extLst>
                <a:ext uri="{FF2B5EF4-FFF2-40B4-BE49-F238E27FC236}">
                  <a16:creationId xmlns:a16="http://schemas.microsoft.com/office/drawing/2014/main" id="{FBF427E6-1EC3-EED2-FC07-767CF07338E8}"/>
                </a:ext>
              </a:extLst>
            </p:cNvPr>
            <p:cNvSpPr/>
            <p:nvPr/>
          </p:nvSpPr>
          <p:spPr>
            <a:xfrm>
              <a:off x="7438389" y="4532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296">
              <a:extLst>
                <a:ext uri="{FF2B5EF4-FFF2-40B4-BE49-F238E27FC236}">
                  <a16:creationId xmlns:a16="http://schemas.microsoft.com/office/drawing/2014/main" id="{BE8FF7F5-183F-9708-AA50-138362E2D40A}"/>
                </a:ext>
              </a:extLst>
            </p:cNvPr>
            <p:cNvSpPr/>
            <p:nvPr/>
          </p:nvSpPr>
          <p:spPr>
            <a:xfrm>
              <a:off x="7438389" y="4536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297">
              <a:extLst>
                <a:ext uri="{FF2B5EF4-FFF2-40B4-BE49-F238E27FC236}">
                  <a16:creationId xmlns:a16="http://schemas.microsoft.com/office/drawing/2014/main" id="{667FA52E-E832-D1E4-8374-BA6EE81F0BB9}"/>
                </a:ext>
              </a:extLst>
            </p:cNvPr>
            <p:cNvSpPr/>
            <p:nvPr/>
          </p:nvSpPr>
          <p:spPr>
            <a:xfrm>
              <a:off x="7438389" y="4540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298">
              <a:extLst>
                <a:ext uri="{FF2B5EF4-FFF2-40B4-BE49-F238E27FC236}">
                  <a16:creationId xmlns:a16="http://schemas.microsoft.com/office/drawing/2014/main" id="{90C4C1C6-661A-0B94-5275-292EBF011BFE}"/>
                </a:ext>
              </a:extLst>
            </p:cNvPr>
            <p:cNvSpPr/>
            <p:nvPr/>
          </p:nvSpPr>
          <p:spPr>
            <a:xfrm>
              <a:off x="7438389" y="4544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299">
              <a:extLst>
                <a:ext uri="{FF2B5EF4-FFF2-40B4-BE49-F238E27FC236}">
                  <a16:creationId xmlns:a16="http://schemas.microsoft.com/office/drawing/2014/main" id="{16AB018E-D00D-2169-4186-0199A54925F0}"/>
                </a:ext>
              </a:extLst>
            </p:cNvPr>
            <p:cNvSpPr/>
            <p:nvPr/>
          </p:nvSpPr>
          <p:spPr>
            <a:xfrm>
              <a:off x="7438390" y="4337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300">
              <a:extLst>
                <a:ext uri="{FF2B5EF4-FFF2-40B4-BE49-F238E27FC236}">
                  <a16:creationId xmlns:a16="http://schemas.microsoft.com/office/drawing/2014/main" id="{5BE3764B-09EF-C153-F88C-7FA1759D0D6F}"/>
                </a:ext>
              </a:extLst>
            </p:cNvPr>
            <p:cNvSpPr/>
            <p:nvPr/>
          </p:nvSpPr>
          <p:spPr>
            <a:xfrm>
              <a:off x="7438389" y="43408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301">
              <a:extLst>
                <a:ext uri="{FF2B5EF4-FFF2-40B4-BE49-F238E27FC236}">
                  <a16:creationId xmlns:a16="http://schemas.microsoft.com/office/drawing/2014/main" id="{042213F0-26BF-B5CC-DF76-F91526690D6B}"/>
                </a:ext>
              </a:extLst>
            </p:cNvPr>
            <p:cNvSpPr/>
            <p:nvPr/>
          </p:nvSpPr>
          <p:spPr>
            <a:xfrm>
              <a:off x="7438389" y="43446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302">
              <a:extLst>
                <a:ext uri="{FF2B5EF4-FFF2-40B4-BE49-F238E27FC236}">
                  <a16:creationId xmlns:a16="http://schemas.microsoft.com/office/drawing/2014/main" id="{3E1F52E5-6817-F83D-6AF6-3C4D4ABF457C}"/>
                </a:ext>
              </a:extLst>
            </p:cNvPr>
            <p:cNvSpPr/>
            <p:nvPr/>
          </p:nvSpPr>
          <p:spPr>
            <a:xfrm>
              <a:off x="7438389" y="43484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303">
              <a:extLst>
                <a:ext uri="{FF2B5EF4-FFF2-40B4-BE49-F238E27FC236}">
                  <a16:creationId xmlns:a16="http://schemas.microsoft.com/office/drawing/2014/main" id="{52B47C78-26DF-FD4B-DFC9-4229EB48ABEA}"/>
                </a:ext>
              </a:extLst>
            </p:cNvPr>
            <p:cNvSpPr/>
            <p:nvPr/>
          </p:nvSpPr>
          <p:spPr>
            <a:xfrm>
              <a:off x="7438389" y="43522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304">
              <a:extLst>
                <a:ext uri="{FF2B5EF4-FFF2-40B4-BE49-F238E27FC236}">
                  <a16:creationId xmlns:a16="http://schemas.microsoft.com/office/drawing/2014/main" id="{21C8DF0A-9B01-F8A4-6CEB-1212E8CC5A09}"/>
                </a:ext>
              </a:extLst>
            </p:cNvPr>
            <p:cNvSpPr/>
            <p:nvPr/>
          </p:nvSpPr>
          <p:spPr>
            <a:xfrm>
              <a:off x="7438389" y="43561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305">
              <a:extLst>
                <a:ext uri="{FF2B5EF4-FFF2-40B4-BE49-F238E27FC236}">
                  <a16:creationId xmlns:a16="http://schemas.microsoft.com/office/drawing/2014/main" id="{698EDE67-DA61-8AEB-0116-AF895C42C620}"/>
                </a:ext>
              </a:extLst>
            </p:cNvPr>
            <p:cNvSpPr/>
            <p:nvPr/>
          </p:nvSpPr>
          <p:spPr>
            <a:xfrm>
              <a:off x="7438389" y="43599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306">
              <a:extLst>
                <a:ext uri="{FF2B5EF4-FFF2-40B4-BE49-F238E27FC236}">
                  <a16:creationId xmlns:a16="http://schemas.microsoft.com/office/drawing/2014/main" id="{7FCFEF44-A944-FC91-C6BA-D0E4E3C95C95}"/>
                </a:ext>
              </a:extLst>
            </p:cNvPr>
            <p:cNvSpPr/>
            <p:nvPr/>
          </p:nvSpPr>
          <p:spPr>
            <a:xfrm>
              <a:off x="7438389" y="43637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307">
              <a:extLst>
                <a:ext uri="{FF2B5EF4-FFF2-40B4-BE49-F238E27FC236}">
                  <a16:creationId xmlns:a16="http://schemas.microsoft.com/office/drawing/2014/main" id="{33CD90AB-E1C2-BE58-8FFD-E08BE5B071B0}"/>
                </a:ext>
              </a:extLst>
            </p:cNvPr>
            <p:cNvSpPr/>
            <p:nvPr/>
          </p:nvSpPr>
          <p:spPr>
            <a:xfrm>
              <a:off x="7438389" y="4366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308">
              <a:extLst>
                <a:ext uri="{FF2B5EF4-FFF2-40B4-BE49-F238E27FC236}">
                  <a16:creationId xmlns:a16="http://schemas.microsoft.com/office/drawing/2014/main" id="{ABF90FED-4FC2-0C63-0E3D-9C8ECD9C3334}"/>
                </a:ext>
              </a:extLst>
            </p:cNvPr>
            <p:cNvSpPr/>
            <p:nvPr/>
          </p:nvSpPr>
          <p:spPr>
            <a:xfrm>
              <a:off x="7438389" y="4370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309">
              <a:extLst>
                <a:ext uri="{FF2B5EF4-FFF2-40B4-BE49-F238E27FC236}">
                  <a16:creationId xmlns:a16="http://schemas.microsoft.com/office/drawing/2014/main" id="{CFFABE21-A688-5958-6E4A-0BB1E2E131D7}"/>
                </a:ext>
              </a:extLst>
            </p:cNvPr>
            <p:cNvSpPr/>
            <p:nvPr/>
          </p:nvSpPr>
          <p:spPr>
            <a:xfrm>
              <a:off x="7438389" y="43738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310">
              <a:extLst>
                <a:ext uri="{FF2B5EF4-FFF2-40B4-BE49-F238E27FC236}">
                  <a16:creationId xmlns:a16="http://schemas.microsoft.com/office/drawing/2014/main" id="{A6EEA9F1-F620-EF23-2B68-0B4051D959A2}"/>
                </a:ext>
              </a:extLst>
            </p:cNvPr>
            <p:cNvSpPr/>
            <p:nvPr/>
          </p:nvSpPr>
          <p:spPr>
            <a:xfrm>
              <a:off x="7438389" y="43776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311">
              <a:extLst>
                <a:ext uri="{FF2B5EF4-FFF2-40B4-BE49-F238E27FC236}">
                  <a16:creationId xmlns:a16="http://schemas.microsoft.com/office/drawing/2014/main" id="{B5F05101-00E2-8DE6-DE90-95BCE2461EE5}"/>
                </a:ext>
              </a:extLst>
            </p:cNvPr>
            <p:cNvSpPr/>
            <p:nvPr/>
          </p:nvSpPr>
          <p:spPr>
            <a:xfrm>
              <a:off x="7438389" y="4381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312">
              <a:extLst>
                <a:ext uri="{FF2B5EF4-FFF2-40B4-BE49-F238E27FC236}">
                  <a16:creationId xmlns:a16="http://schemas.microsoft.com/office/drawing/2014/main" id="{B180AB56-1AA7-487B-0585-AABD6C268790}"/>
                </a:ext>
              </a:extLst>
            </p:cNvPr>
            <p:cNvSpPr/>
            <p:nvPr/>
          </p:nvSpPr>
          <p:spPr>
            <a:xfrm>
              <a:off x="7438389" y="43853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313">
              <a:extLst>
                <a:ext uri="{FF2B5EF4-FFF2-40B4-BE49-F238E27FC236}">
                  <a16:creationId xmlns:a16="http://schemas.microsoft.com/office/drawing/2014/main" id="{707B1211-9D4C-97F3-B21A-9B2A44DE35FB}"/>
                </a:ext>
              </a:extLst>
            </p:cNvPr>
            <p:cNvSpPr/>
            <p:nvPr/>
          </p:nvSpPr>
          <p:spPr>
            <a:xfrm>
              <a:off x="7438389" y="43891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314">
              <a:extLst>
                <a:ext uri="{FF2B5EF4-FFF2-40B4-BE49-F238E27FC236}">
                  <a16:creationId xmlns:a16="http://schemas.microsoft.com/office/drawing/2014/main" id="{BD7C5337-8843-5C3A-871C-8EF856FB358F}"/>
                </a:ext>
              </a:extLst>
            </p:cNvPr>
            <p:cNvSpPr/>
            <p:nvPr/>
          </p:nvSpPr>
          <p:spPr>
            <a:xfrm>
              <a:off x="7438389" y="43929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315">
              <a:extLst>
                <a:ext uri="{FF2B5EF4-FFF2-40B4-BE49-F238E27FC236}">
                  <a16:creationId xmlns:a16="http://schemas.microsoft.com/office/drawing/2014/main" id="{512D3A24-968B-12BF-92C1-E9425AB1B9EF}"/>
                </a:ext>
              </a:extLst>
            </p:cNvPr>
            <p:cNvSpPr/>
            <p:nvPr/>
          </p:nvSpPr>
          <p:spPr>
            <a:xfrm>
              <a:off x="7438389" y="43967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316">
              <a:extLst>
                <a:ext uri="{FF2B5EF4-FFF2-40B4-BE49-F238E27FC236}">
                  <a16:creationId xmlns:a16="http://schemas.microsoft.com/office/drawing/2014/main" id="{359E5F93-1A61-8677-9EF5-BDB82898D586}"/>
                </a:ext>
              </a:extLst>
            </p:cNvPr>
            <p:cNvSpPr/>
            <p:nvPr/>
          </p:nvSpPr>
          <p:spPr>
            <a:xfrm>
              <a:off x="7438389" y="44005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317">
              <a:extLst>
                <a:ext uri="{FF2B5EF4-FFF2-40B4-BE49-F238E27FC236}">
                  <a16:creationId xmlns:a16="http://schemas.microsoft.com/office/drawing/2014/main" id="{5CF381D9-A9CB-7EA2-6F51-F705EEB4E28C}"/>
                </a:ext>
              </a:extLst>
            </p:cNvPr>
            <p:cNvSpPr/>
            <p:nvPr/>
          </p:nvSpPr>
          <p:spPr>
            <a:xfrm>
              <a:off x="7438389" y="44030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318">
              <a:extLst>
                <a:ext uri="{FF2B5EF4-FFF2-40B4-BE49-F238E27FC236}">
                  <a16:creationId xmlns:a16="http://schemas.microsoft.com/office/drawing/2014/main" id="{5DAB4E7D-0CF9-138E-F22B-7D359246B73F}"/>
                </a:ext>
              </a:extLst>
            </p:cNvPr>
            <p:cNvSpPr/>
            <p:nvPr/>
          </p:nvSpPr>
          <p:spPr>
            <a:xfrm>
              <a:off x="7438389" y="4406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319">
              <a:extLst>
                <a:ext uri="{FF2B5EF4-FFF2-40B4-BE49-F238E27FC236}">
                  <a16:creationId xmlns:a16="http://schemas.microsoft.com/office/drawing/2014/main" id="{90312E6C-9E24-C093-CE02-F87F095C683D}"/>
                </a:ext>
              </a:extLst>
            </p:cNvPr>
            <p:cNvSpPr/>
            <p:nvPr/>
          </p:nvSpPr>
          <p:spPr>
            <a:xfrm>
              <a:off x="7438389" y="4410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320">
              <a:extLst>
                <a:ext uri="{FF2B5EF4-FFF2-40B4-BE49-F238E27FC236}">
                  <a16:creationId xmlns:a16="http://schemas.microsoft.com/office/drawing/2014/main" id="{BE217906-1898-3D87-5B6D-9345615BAD30}"/>
                </a:ext>
              </a:extLst>
            </p:cNvPr>
            <p:cNvSpPr/>
            <p:nvPr/>
          </p:nvSpPr>
          <p:spPr>
            <a:xfrm>
              <a:off x="7438389" y="4414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321">
              <a:extLst>
                <a:ext uri="{FF2B5EF4-FFF2-40B4-BE49-F238E27FC236}">
                  <a16:creationId xmlns:a16="http://schemas.microsoft.com/office/drawing/2014/main" id="{9DAA7180-0050-8281-B923-DD632738C31C}"/>
                </a:ext>
              </a:extLst>
            </p:cNvPr>
            <p:cNvSpPr/>
            <p:nvPr/>
          </p:nvSpPr>
          <p:spPr>
            <a:xfrm>
              <a:off x="7438389" y="44183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322">
              <a:extLst>
                <a:ext uri="{FF2B5EF4-FFF2-40B4-BE49-F238E27FC236}">
                  <a16:creationId xmlns:a16="http://schemas.microsoft.com/office/drawing/2014/main" id="{F87A4359-4612-4025-370B-31EA3A1A24E7}"/>
                </a:ext>
              </a:extLst>
            </p:cNvPr>
            <p:cNvSpPr/>
            <p:nvPr/>
          </p:nvSpPr>
          <p:spPr>
            <a:xfrm>
              <a:off x="7438389" y="44221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323">
              <a:extLst>
                <a:ext uri="{FF2B5EF4-FFF2-40B4-BE49-F238E27FC236}">
                  <a16:creationId xmlns:a16="http://schemas.microsoft.com/office/drawing/2014/main" id="{28CB051A-D22E-4931-C651-C5A68F729287}"/>
                </a:ext>
              </a:extLst>
            </p:cNvPr>
            <p:cNvSpPr/>
            <p:nvPr/>
          </p:nvSpPr>
          <p:spPr>
            <a:xfrm>
              <a:off x="7438389" y="4425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324">
              <a:extLst>
                <a:ext uri="{FF2B5EF4-FFF2-40B4-BE49-F238E27FC236}">
                  <a16:creationId xmlns:a16="http://schemas.microsoft.com/office/drawing/2014/main" id="{60458DBD-2215-69DA-DCB4-8192A584B3F3}"/>
                </a:ext>
              </a:extLst>
            </p:cNvPr>
            <p:cNvSpPr/>
            <p:nvPr/>
          </p:nvSpPr>
          <p:spPr>
            <a:xfrm>
              <a:off x="7438389" y="44297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325">
              <a:extLst>
                <a:ext uri="{FF2B5EF4-FFF2-40B4-BE49-F238E27FC236}">
                  <a16:creationId xmlns:a16="http://schemas.microsoft.com/office/drawing/2014/main" id="{848446FC-13AA-494B-D131-71046F9BDF05}"/>
                </a:ext>
              </a:extLst>
            </p:cNvPr>
            <p:cNvSpPr/>
            <p:nvPr/>
          </p:nvSpPr>
          <p:spPr>
            <a:xfrm>
              <a:off x="7438389" y="44335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326">
              <a:extLst>
                <a:ext uri="{FF2B5EF4-FFF2-40B4-BE49-F238E27FC236}">
                  <a16:creationId xmlns:a16="http://schemas.microsoft.com/office/drawing/2014/main" id="{320A3549-4483-4D47-C6AD-DFFD28318A54}"/>
                </a:ext>
              </a:extLst>
            </p:cNvPr>
            <p:cNvSpPr/>
            <p:nvPr/>
          </p:nvSpPr>
          <p:spPr>
            <a:xfrm>
              <a:off x="7438389" y="4436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327">
              <a:extLst>
                <a:ext uri="{FF2B5EF4-FFF2-40B4-BE49-F238E27FC236}">
                  <a16:creationId xmlns:a16="http://schemas.microsoft.com/office/drawing/2014/main" id="{C46EDE13-206F-3587-4EA9-6CFDD8B7033D}"/>
                </a:ext>
              </a:extLst>
            </p:cNvPr>
            <p:cNvSpPr/>
            <p:nvPr/>
          </p:nvSpPr>
          <p:spPr>
            <a:xfrm>
              <a:off x="7438389" y="4439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328">
              <a:extLst>
                <a:ext uri="{FF2B5EF4-FFF2-40B4-BE49-F238E27FC236}">
                  <a16:creationId xmlns:a16="http://schemas.microsoft.com/office/drawing/2014/main" id="{9FB7724A-A1E4-B3E5-8CF9-BD1B48A36BC6}"/>
                </a:ext>
              </a:extLst>
            </p:cNvPr>
            <p:cNvSpPr/>
            <p:nvPr/>
          </p:nvSpPr>
          <p:spPr>
            <a:xfrm>
              <a:off x="7438390" y="423417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329">
              <a:extLst>
                <a:ext uri="{FF2B5EF4-FFF2-40B4-BE49-F238E27FC236}">
                  <a16:creationId xmlns:a16="http://schemas.microsoft.com/office/drawing/2014/main" id="{6E27D103-3D6A-4A16-CB53-1B5B0E19ECD3}"/>
                </a:ext>
              </a:extLst>
            </p:cNvPr>
            <p:cNvSpPr/>
            <p:nvPr/>
          </p:nvSpPr>
          <p:spPr>
            <a:xfrm>
              <a:off x="7438389" y="4237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330">
              <a:extLst>
                <a:ext uri="{FF2B5EF4-FFF2-40B4-BE49-F238E27FC236}">
                  <a16:creationId xmlns:a16="http://schemas.microsoft.com/office/drawing/2014/main" id="{0C40999E-3402-0193-2211-59C4A9F8FFC2}"/>
                </a:ext>
              </a:extLst>
            </p:cNvPr>
            <p:cNvSpPr/>
            <p:nvPr/>
          </p:nvSpPr>
          <p:spPr>
            <a:xfrm>
              <a:off x="7438389" y="4241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331">
              <a:extLst>
                <a:ext uri="{FF2B5EF4-FFF2-40B4-BE49-F238E27FC236}">
                  <a16:creationId xmlns:a16="http://schemas.microsoft.com/office/drawing/2014/main" id="{E69353FF-1110-D1A1-60A1-F51C5142B9D7}"/>
                </a:ext>
              </a:extLst>
            </p:cNvPr>
            <p:cNvSpPr/>
            <p:nvPr/>
          </p:nvSpPr>
          <p:spPr>
            <a:xfrm>
              <a:off x="7438389" y="4245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332">
              <a:extLst>
                <a:ext uri="{FF2B5EF4-FFF2-40B4-BE49-F238E27FC236}">
                  <a16:creationId xmlns:a16="http://schemas.microsoft.com/office/drawing/2014/main" id="{62CF6FCF-7C1C-0A02-9A90-827B28F50B6F}"/>
                </a:ext>
              </a:extLst>
            </p:cNvPr>
            <p:cNvSpPr/>
            <p:nvPr/>
          </p:nvSpPr>
          <p:spPr>
            <a:xfrm>
              <a:off x="7438389" y="4249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333">
              <a:extLst>
                <a:ext uri="{FF2B5EF4-FFF2-40B4-BE49-F238E27FC236}">
                  <a16:creationId xmlns:a16="http://schemas.microsoft.com/office/drawing/2014/main" id="{1D05A6A3-9775-AA3C-40E1-3E3826A641C5}"/>
                </a:ext>
              </a:extLst>
            </p:cNvPr>
            <p:cNvSpPr/>
            <p:nvPr/>
          </p:nvSpPr>
          <p:spPr>
            <a:xfrm>
              <a:off x="7438389" y="42532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334">
              <a:extLst>
                <a:ext uri="{FF2B5EF4-FFF2-40B4-BE49-F238E27FC236}">
                  <a16:creationId xmlns:a16="http://schemas.microsoft.com/office/drawing/2014/main" id="{59E27B9A-BB56-68E3-A587-AF20C1784BD7}"/>
                </a:ext>
              </a:extLst>
            </p:cNvPr>
            <p:cNvSpPr/>
            <p:nvPr/>
          </p:nvSpPr>
          <p:spPr>
            <a:xfrm>
              <a:off x="7438389" y="42570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335">
              <a:extLst>
                <a:ext uri="{FF2B5EF4-FFF2-40B4-BE49-F238E27FC236}">
                  <a16:creationId xmlns:a16="http://schemas.microsoft.com/office/drawing/2014/main" id="{C6ADA24E-0724-AA73-8404-EA3A0EE70596}"/>
                </a:ext>
              </a:extLst>
            </p:cNvPr>
            <p:cNvSpPr/>
            <p:nvPr/>
          </p:nvSpPr>
          <p:spPr>
            <a:xfrm>
              <a:off x="7438389" y="42608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336">
              <a:extLst>
                <a:ext uri="{FF2B5EF4-FFF2-40B4-BE49-F238E27FC236}">
                  <a16:creationId xmlns:a16="http://schemas.microsoft.com/office/drawing/2014/main" id="{F2B8A4DD-DD12-0C98-86F5-54B90EF14098}"/>
                </a:ext>
              </a:extLst>
            </p:cNvPr>
            <p:cNvSpPr/>
            <p:nvPr/>
          </p:nvSpPr>
          <p:spPr>
            <a:xfrm>
              <a:off x="7438389" y="42633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337">
              <a:extLst>
                <a:ext uri="{FF2B5EF4-FFF2-40B4-BE49-F238E27FC236}">
                  <a16:creationId xmlns:a16="http://schemas.microsoft.com/office/drawing/2014/main" id="{1B4F82D2-B63E-F25D-BE58-955BBA33349C}"/>
                </a:ext>
              </a:extLst>
            </p:cNvPr>
            <p:cNvSpPr/>
            <p:nvPr/>
          </p:nvSpPr>
          <p:spPr>
            <a:xfrm>
              <a:off x="7438389" y="4267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338">
              <a:extLst>
                <a:ext uri="{FF2B5EF4-FFF2-40B4-BE49-F238E27FC236}">
                  <a16:creationId xmlns:a16="http://schemas.microsoft.com/office/drawing/2014/main" id="{270A6E48-47FF-8017-8594-CF2FF3596D1D}"/>
                </a:ext>
              </a:extLst>
            </p:cNvPr>
            <p:cNvSpPr/>
            <p:nvPr/>
          </p:nvSpPr>
          <p:spPr>
            <a:xfrm>
              <a:off x="7438389" y="4271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339">
              <a:extLst>
                <a:ext uri="{FF2B5EF4-FFF2-40B4-BE49-F238E27FC236}">
                  <a16:creationId xmlns:a16="http://schemas.microsoft.com/office/drawing/2014/main" id="{3806B127-4A25-F1EB-8C98-8139E5569DC1}"/>
                </a:ext>
              </a:extLst>
            </p:cNvPr>
            <p:cNvSpPr/>
            <p:nvPr/>
          </p:nvSpPr>
          <p:spPr>
            <a:xfrm>
              <a:off x="7438389" y="4274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340">
              <a:extLst>
                <a:ext uri="{FF2B5EF4-FFF2-40B4-BE49-F238E27FC236}">
                  <a16:creationId xmlns:a16="http://schemas.microsoft.com/office/drawing/2014/main" id="{903AE513-EED9-8421-60CC-25AC3110B396}"/>
                </a:ext>
              </a:extLst>
            </p:cNvPr>
            <p:cNvSpPr/>
            <p:nvPr/>
          </p:nvSpPr>
          <p:spPr>
            <a:xfrm>
              <a:off x="7438389" y="4278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341">
              <a:extLst>
                <a:ext uri="{FF2B5EF4-FFF2-40B4-BE49-F238E27FC236}">
                  <a16:creationId xmlns:a16="http://schemas.microsoft.com/office/drawing/2014/main" id="{49A100AA-0773-F070-4E3E-70540F1948EB}"/>
                </a:ext>
              </a:extLst>
            </p:cNvPr>
            <p:cNvSpPr/>
            <p:nvPr/>
          </p:nvSpPr>
          <p:spPr>
            <a:xfrm>
              <a:off x="7438389" y="4282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342">
              <a:extLst>
                <a:ext uri="{FF2B5EF4-FFF2-40B4-BE49-F238E27FC236}">
                  <a16:creationId xmlns:a16="http://schemas.microsoft.com/office/drawing/2014/main" id="{1B193315-077D-6A4E-8473-8037BC679F57}"/>
                </a:ext>
              </a:extLst>
            </p:cNvPr>
            <p:cNvSpPr/>
            <p:nvPr/>
          </p:nvSpPr>
          <p:spPr>
            <a:xfrm>
              <a:off x="7438389" y="4286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343">
              <a:extLst>
                <a:ext uri="{FF2B5EF4-FFF2-40B4-BE49-F238E27FC236}">
                  <a16:creationId xmlns:a16="http://schemas.microsoft.com/office/drawing/2014/main" id="{28518093-F68E-8268-2421-70A81FF4FE1C}"/>
                </a:ext>
              </a:extLst>
            </p:cNvPr>
            <p:cNvSpPr/>
            <p:nvPr/>
          </p:nvSpPr>
          <p:spPr>
            <a:xfrm>
              <a:off x="7438389" y="4290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344">
              <a:extLst>
                <a:ext uri="{FF2B5EF4-FFF2-40B4-BE49-F238E27FC236}">
                  <a16:creationId xmlns:a16="http://schemas.microsoft.com/office/drawing/2014/main" id="{9A0FDBB8-FC7D-771E-89A2-1E4ACABF5202}"/>
                </a:ext>
              </a:extLst>
            </p:cNvPr>
            <p:cNvSpPr/>
            <p:nvPr/>
          </p:nvSpPr>
          <p:spPr>
            <a:xfrm>
              <a:off x="7438389" y="42938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345">
              <a:extLst>
                <a:ext uri="{FF2B5EF4-FFF2-40B4-BE49-F238E27FC236}">
                  <a16:creationId xmlns:a16="http://schemas.microsoft.com/office/drawing/2014/main" id="{8745EE64-73B6-2D54-C451-DCCA62B1FBE6}"/>
                </a:ext>
              </a:extLst>
            </p:cNvPr>
            <p:cNvSpPr/>
            <p:nvPr/>
          </p:nvSpPr>
          <p:spPr>
            <a:xfrm>
              <a:off x="7438389" y="4296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346">
              <a:extLst>
                <a:ext uri="{FF2B5EF4-FFF2-40B4-BE49-F238E27FC236}">
                  <a16:creationId xmlns:a16="http://schemas.microsoft.com/office/drawing/2014/main" id="{A845CEA2-83B2-E4A1-0692-C59F5759D71A}"/>
                </a:ext>
              </a:extLst>
            </p:cNvPr>
            <p:cNvSpPr/>
            <p:nvPr/>
          </p:nvSpPr>
          <p:spPr>
            <a:xfrm>
              <a:off x="7438389" y="4300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347">
              <a:extLst>
                <a:ext uri="{FF2B5EF4-FFF2-40B4-BE49-F238E27FC236}">
                  <a16:creationId xmlns:a16="http://schemas.microsoft.com/office/drawing/2014/main" id="{A8AC9FF0-146F-6DF4-44A4-57C04333D7C8}"/>
                </a:ext>
              </a:extLst>
            </p:cNvPr>
            <p:cNvSpPr/>
            <p:nvPr/>
          </p:nvSpPr>
          <p:spPr>
            <a:xfrm>
              <a:off x="7438389" y="4304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348">
              <a:extLst>
                <a:ext uri="{FF2B5EF4-FFF2-40B4-BE49-F238E27FC236}">
                  <a16:creationId xmlns:a16="http://schemas.microsoft.com/office/drawing/2014/main" id="{B94E3068-85D8-E3CE-B1EE-AC1AC6B4CC50}"/>
                </a:ext>
              </a:extLst>
            </p:cNvPr>
            <p:cNvSpPr/>
            <p:nvPr/>
          </p:nvSpPr>
          <p:spPr>
            <a:xfrm>
              <a:off x="7438389" y="43078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349">
              <a:extLst>
                <a:ext uri="{FF2B5EF4-FFF2-40B4-BE49-F238E27FC236}">
                  <a16:creationId xmlns:a16="http://schemas.microsoft.com/office/drawing/2014/main" id="{6B0E8A42-4C49-9EE5-A53D-A51AFB740087}"/>
                </a:ext>
              </a:extLst>
            </p:cNvPr>
            <p:cNvSpPr/>
            <p:nvPr/>
          </p:nvSpPr>
          <p:spPr>
            <a:xfrm>
              <a:off x="7438389" y="4311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350">
              <a:extLst>
                <a:ext uri="{FF2B5EF4-FFF2-40B4-BE49-F238E27FC236}">
                  <a16:creationId xmlns:a16="http://schemas.microsoft.com/office/drawing/2014/main" id="{A97AE811-F803-FF59-275D-9DDD882914B9}"/>
                </a:ext>
              </a:extLst>
            </p:cNvPr>
            <p:cNvSpPr/>
            <p:nvPr/>
          </p:nvSpPr>
          <p:spPr>
            <a:xfrm>
              <a:off x="7438389" y="4315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351">
              <a:extLst>
                <a:ext uri="{FF2B5EF4-FFF2-40B4-BE49-F238E27FC236}">
                  <a16:creationId xmlns:a16="http://schemas.microsoft.com/office/drawing/2014/main" id="{2FB7B417-6CA5-FA7E-2196-8786DC9B7785}"/>
                </a:ext>
              </a:extLst>
            </p:cNvPr>
            <p:cNvSpPr/>
            <p:nvPr/>
          </p:nvSpPr>
          <p:spPr>
            <a:xfrm>
              <a:off x="7438389" y="43192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352">
              <a:extLst>
                <a:ext uri="{FF2B5EF4-FFF2-40B4-BE49-F238E27FC236}">
                  <a16:creationId xmlns:a16="http://schemas.microsoft.com/office/drawing/2014/main" id="{51812B49-DBDD-566C-E08B-2018809D8E49}"/>
                </a:ext>
              </a:extLst>
            </p:cNvPr>
            <p:cNvSpPr/>
            <p:nvPr/>
          </p:nvSpPr>
          <p:spPr>
            <a:xfrm>
              <a:off x="7438389" y="43230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353">
              <a:extLst>
                <a:ext uri="{FF2B5EF4-FFF2-40B4-BE49-F238E27FC236}">
                  <a16:creationId xmlns:a16="http://schemas.microsoft.com/office/drawing/2014/main" id="{4B2257AF-2226-4A25-5E3D-6ABCDDB11CFA}"/>
                </a:ext>
              </a:extLst>
            </p:cNvPr>
            <p:cNvSpPr/>
            <p:nvPr/>
          </p:nvSpPr>
          <p:spPr>
            <a:xfrm>
              <a:off x="7438389" y="43268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354">
              <a:extLst>
                <a:ext uri="{FF2B5EF4-FFF2-40B4-BE49-F238E27FC236}">
                  <a16:creationId xmlns:a16="http://schemas.microsoft.com/office/drawing/2014/main" id="{1B398BB3-6863-5593-98EA-8D95FACD5AFD}"/>
                </a:ext>
              </a:extLst>
            </p:cNvPr>
            <p:cNvSpPr/>
            <p:nvPr/>
          </p:nvSpPr>
          <p:spPr>
            <a:xfrm>
              <a:off x="7438389" y="43307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355">
              <a:extLst>
                <a:ext uri="{FF2B5EF4-FFF2-40B4-BE49-F238E27FC236}">
                  <a16:creationId xmlns:a16="http://schemas.microsoft.com/office/drawing/2014/main" id="{B15EF9C9-BD7D-FC2E-7A08-69CC4E0DA0A8}"/>
                </a:ext>
              </a:extLst>
            </p:cNvPr>
            <p:cNvSpPr/>
            <p:nvPr/>
          </p:nvSpPr>
          <p:spPr>
            <a:xfrm>
              <a:off x="7438389" y="43332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356">
              <a:extLst>
                <a:ext uri="{FF2B5EF4-FFF2-40B4-BE49-F238E27FC236}">
                  <a16:creationId xmlns:a16="http://schemas.microsoft.com/office/drawing/2014/main" id="{E62CF7D3-B445-8A0D-CD50-C76188750449}"/>
                </a:ext>
              </a:extLst>
            </p:cNvPr>
            <p:cNvSpPr/>
            <p:nvPr/>
          </p:nvSpPr>
          <p:spPr>
            <a:xfrm>
              <a:off x="7438389" y="4337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357">
              <a:extLst>
                <a:ext uri="{FF2B5EF4-FFF2-40B4-BE49-F238E27FC236}">
                  <a16:creationId xmlns:a16="http://schemas.microsoft.com/office/drawing/2014/main" id="{BF71FB26-1DC1-91D9-0515-55E844A65446}"/>
                </a:ext>
              </a:extLst>
            </p:cNvPr>
            <p:cNvSpPr/>
            <p:nvPr/>
          </p:nvSpPr>
          <p:spPr>
            <a:xfrm>
              <a:off x="7438390" y="41300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358">
              <a:extLst>
                <a:ext uri="{FF2B5EF4-FFF2-40B4-BE49-F238E27FC236}">
                  <a16:creationId xmlns:a16="http://schemas.microsoft.com/office/drawing/2014/main" id="{0D489803-0CBA-0B80-08A3-9F12E7B655B5}"/>
                </a:ext>
              </a:extLst>
            </p:cNvPr>
            <p:cNvSpPr/>
            <p:nvPr/>
          </p:nvSpPr>
          <p:spPr>
            <a:xfrm>
              <a:off x="7438389" y="41338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359">
              <a:extLst>
                <a:ext uri="{FF2B5EF4-FFF2-40B4-BE49-F238E27FC236}">
                  <a16:creationId xmlns:a16="http://schemas.microsoft.com/office/drawing/2014/main" id="{EC74CB76-9ECB-D1C5-8B76-535B269F4444}"/>
                </a:ext>
              </a:extLst>
            </p:cNvPr>
            <p:cNvSpPr/>
            <p:nvPr/>
          </p:nvSpPr>
          <p:spPr>
            <a:xfrm>
              <a:off x="7438389" y="41376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360">
              <a:extLst>
                <a:ext uri="{FF2B5EF4-FFF2-40B4-BE49-F238E27FC236}">
                  <a16:creationId xmlns:a16="http://schemas.microsoft.com/office/drawing/2014/main" id="{B86B2C5E-6ED1-0FEF-2262-81A2F4AB8A75}"/>
                </a:ext>
              </a:extLst>
            </p:cNvPr>
            <p:cNvSpPr/>
            <p:nvPr/>
          </p:nvSpPr>
          <p:spPr>
            <a:xfrm>
              <a:off x="7438389" y="4140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361">
              <a:extLst>
                <a:ext uri="{FF2B5EF4-FFF2-40B4-BE49-F238E27FC236}">
                  <a16:creationId xmlns:a16="http://schemas.microsoft.com/office/drawing/2014/main" id="{88554059-5680-D949-2736-5A1EFAED9724}"/>
                </a:ext>
              </a:extLst>
            </p:cNvPr>
            <p:cNvSpPr/>
            <p:nvPr/>
          </p:nvSpPr>
          <p:spPr>
            <a:xfrm>
              <a:off x="7438389" y="4144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362">
              <a:extLst>
                <a:ext uri="{FF2B5EF4-FFF2-40B4-BE49-F238E27FC236}">
                  <a16:creationId xmlns:a16="http://schemas.microsoft.com/office/drawing/2014/main" id="{CCA29EF6-112A-2739-234F-340CAB580025}"/>
                </a:ext>
              </a:extLst>
            </p:cNvPr>
            <p:cNvSpPr/>
            <p:nvPr/>
          </p:nvSpPr>
          <p:spPr>
            <a:xfrm>
              <a:off x="7438389" y="4147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363">
              <a:extLst>
                <a:ext uri="{FF2B5EF4-FFF2-40B4-BE49-F238E27FC236}">
                  <a16:creationId xmlns:a16="http://schemas.microsoft.com/office/drawing/2014/main" id="{4873E7DB-5482-FBAE-B762-49FBB5EE6487}"/>
                </a:ext>
              </a:extLst>
            </p:cNvPr>
            <p:cNvSpPr/>
            <p:nvPr/>
          </p:nvSpPr>
          <p:spPr>
            <a:xfrm>
              <a:off x="7438389" y="4151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364">
              <a:extLst>
                <a:ext uri="{FF2B5EF4-FFF2-40B4-BE49-F238E27FC236}">
                  <a16:creationId xmlns:a16="http://schemas.microsoft.com/office/drawing/2014/main" id="{4E94925C-1326-9420-D1A5-AAE016AE7559}"/>
                </a:ext>
              </a:extLst>
            </p:cNvPr>
            <p:cNvSpPr/>
            <p:nvPr/>
          </p:nvSpPr>
          <p:spPr>
            <a:xfrm>
              <a:off x="7438389" y="4155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365">
              <a:extLst>
                <a:ext uri="{FF2B5EF4-FFF2-40B4-BE49-F238E27FC236}">
                  <a16:creationId xmlns:a16="http://schemas.microsoft.com/office/drawing/2014/main" id="{BD8496C4-1512-2B02-1837-366F8B4A14E8}"/>
                </a:ext>
              </a:extLst>
            </p:cNvPr>
            <p:cNvSpPr/>
            <p:nvPr/>
          </p:nvSpPr>
          <p:spPr>
            <a:xfrm>
              <a:off x="7438389" y="41592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366">
              <a:extLst>
                <a:ext uri="{FF2B5EF4-FFF2-40B4-BE49-F238E27FC236}">
                  <a16:creationId xmlns:a16="http://schemas.microsoft.com/office/drawing/2014/main" id="{FEE5171A-3D72-5CF9-0939-60F001F0F1B7}"/>
                </a:ext>
              </a:extLst>
            </p:cNvPr>
            <p:cNvSpPr/>
            <p:nvPr/>
          </p:nvSpPr>
          <p:spPr>
            <a:xfrm>
              <a:off x="7438389" y="41630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367">
              <a:extLst>
                <a:ext uri="{FF2B5EF4-FFF2-40B4-BE49-F238E27FC236}">
                  <a16:creationId xmlns:a16="http://schemas.microsoft.com/office/drawing/2014/main" id="{188F9912-E718-7DF1-4F86-0BF0E4DB9050}"/>
                </a:ext>
              </a:extLst>
            </p:cNvPr>
            <p:cNvSpPr/>
            <p:nvPr/>
          </p:nvSpPr>
          <p:spPr>
            <a:xfrm>
              <a:off x="7438389" y="4166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368">
              <a:extLst>
                <a:ext uri="{FF2B5EF4-FFF2-40B4-BE49-F238E27FC236}">
                  <a16:creationId xmlns:a16="http://schemas.microsoft.com/office/drawing/2014/main" id="{6BB7352A-AF29-EF82-C159-2F591C893DB2}"/>
                </a:ext>
              </a:extLst>
            </p:cNvPr>
            <p:cNvSpPr/>
            <p:nvPr/>
          </p:nvSpPr>
          <p:spPr>
            <a:xfrm>
              <a:off x="7438389" y="41706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369">
              <a:extLst>
                <a:ext uri="{FF2B5EF4-FFF2-40B4-BE49-F238E27FC236}">
                  <a16:creationId xmlns:a16="http://schemas.microsoft.com/office/drawing/2014/main" id="{397782E2-F1B4-71F2-EB6D-75204A2D426F}"/>
                </a:ext>
              </a:extLst>
            </p:cNvPr>
            <p:cNvSpPr/>
            <p:nvPr/>
          </p:nvSpPr>
          <p:spPr>
            <a:xfrm>
              <a:off x="7438389" y="417322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370">
              <a:extLst>
                <a:ext uri="{FF2B5EF4-FFF2-40B4-BE49-F238E27FC236}">
                  <a16:creationId xmlns:a16="http://schemas.microsoft.com/office/drawing/2014/main" id="{2FD4EF51-1A6C-22E1-B8ED-7DD8878363DB}"/>
                </a:ext>
              </a:extLst>
            </p:cNvPr>
            <p:cNvSpPr/>
            <p:nvPr/>
          </p:nvSpPr>
          <p:spPr>
            <a:xfrm>
              <a:off x="7438389" y="41783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371">
              <a:extLst>
                <a:ext uri="{FF2B5EF4-FFF2-40B4-BE49-F238E27FC236}">
                  <a16:creationId xmlns:a16="http://schemas.microsoft.com/office/drawing/2014/main" id="{1596E6C3-E561-306F-415B-10E6D40F88E3}"/>
                </a:ext>
              </a:extLst>
            </p:cNvPr>
            <p:cNvSpPr/>
            <p:nvPr/>
          </p:nvSpPr>
          <p:spPr>
            <a:xfrm>
              <a:off x="7438389" y="41808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372">
              <a:extLst>
                <a:ext uri="{FF2B5EF4-FFF2-40B4-BE49-F238E27FC236}">
                  <a16:creationId xmlns:a16="http://schemas.microsoft.com/office/drawing/2014/main" id="{F6693DDE-CD2F-96F1-4F32-1763DC08B982}"/>
                </a:ext>
              </a:extLst>
            </p:cNvPr>
            <p:cNvSpPr/>
            <p:nvPr/>
          </p:nvSpPr>
          <p:spPr>
            <a:xfrm>
              <a:off x="7438389" y="4184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373">
              <a:extLst>
                <a:ext uri="{FF2B5EF4-FFF2-40B4-BE49-F238E27FC236}">
                  <a16:creationId xmlns:a16="http://schemas.microsoft.com/office/drawing/2014/main" id="{53814020-CFED-5B5E-81AE-FBC2BA51CC58}"/>
                </a:ext>
              </a:extLst>
            </p:cNvPr>
            <p:cNvSpPr/>
            <p:nvPr/>
          </p:nvSpPr>
          <p:spPr>
            <a:xfrm>
              <a:off x="7438389" y="4188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374">
              <a:extLst>
                <a:ext uri="{FF2B5EF4-FFF2-40B4-BE49-F238E27FC236}">
                  <a16:creationId xmlns:a16="http://schemas.microsoft.com/office/drawing/2014/main" id="{746DFC4A-F85F-13F2-35F6-2D1DC01D138E}"/>
                </a:ext>
              </a:extLst>
            </p:cNvPr>
            <p:cNvSpPr/>
            <p:nvPr/>
          </p:nvSpPr>
          <p:spPr>
            <a:xfrm>
              <a:off x="7438389" y="41922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375">
              <a:extLst>
                <a:ext uri="{FF2B5EF4-FFF2-40B4-BE49-F238E27FC236}">
                  <a16:creationId xmlns:a16="http://schemas.microsoft.com/office/drawing/2014/main" id="{ECC982B9-48AE-D8CE-2005-864C4037EE3B}"/>
                </a:ext>
              </a:extLst>
            </p:cNvPr>
            <p:cNvSpPr/>
            <p:nvPr/>
          </p:nvSpPr>
          <p:spPr>
            <a:xfrm>
              <a:off x="7438389" y="41960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376">
              <a:extLst>
                <a:ext uri="{FF2B5EF4-FFF2-40B4-BE49-F238E27FC236}">
                  <a16:creationId xmlns:a16="http://schemas.microsoft.com/office/drawing/2014/main" id="{95049C54-6381-FBD8-DC61-626BA20EF376}"/>
                </a:ext>
              </a:extLst>
            </p:cNvPr>
            <p:cNvSpPr/>
            <p:nvPr/>
          </p:nvSpPr>
          <p:spPr>
            <a:xfrm>
              <a:off x="7438389" y="41998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377">
              <a:extLst>
                <a:ext uri="{FF2B5EF4-FFF2-40B4-BE49-F238E27FC236}">
                  <a16:creationId xmlns:a16="http://schemas.microsoft.com/office/drawing/2014/main" id="{FB4C38B0-9697-9E37-F2BD-E5F2ED12DAA7}"/>
                </a:ext>
              </a:extLst>
            </p:cNvPr>
            <p:cNvSpPr/>
            <p:nvPr/>
          </p:nvSpPr>
          <p:spPr>
            <a:xfrm>
              <a:off x="7438389" y="4203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378">
              <a:extLst>
                <a:ext uri="{FF2B5EF4-FFF2-40B4-BE49-F238E27FC236}">
                  <a16:creationId xmlns:a16="http://schemas.microsoft.com/office/drawing/2014/main" id="{C332AFE1-29D3-58CE-5A0D-D1F904AC5808}"/>
                </a:ext>
              </a:extLst>
            </p:cNvPr>
            <p:cNvSpPr/>
            <p:nvPr/>
          </p:nvSpPr>
          <p:spPr>
            <a:xfrm>
              <a:off x="7438389" y="4207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379">
              <a:extLst>
                <a:ext uri="{FF2B5EF4-FFF2-40B4-BE49-F238E27FC236}">
                  <a16:creationId xmlns:a16="http://schemas.microsoft.com/office/drawing/2014/main" id="{75D57F3E-B39D-166E-E7BB-F74B3168353E}"/>
                </a:ext>
              </a:extLst>
            </p:cNvPr>
            <p:cNvSpPr/>
            <p:nvPr/>
          </p:nvSpPr>
          <p:spPr>
            <a:xfrm>
              <a:off x="7438389" y="4211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380">
              <a:extLst>
                <a:ext uri="{FF2B5EF4-FFF2-40B4-BE49-F238E27FC236}">
                  <a16:creationId xmlns:a16="http://schemas.microsoft.com/office/drawing/2014/main" id="{CA1EF651-48D4-19CD-C70F-62A81008C58C}"/>
                </a:ext>
              </a:extLst>
            </p:cNvPr>
            <p:cNvSpPr/>
            <p:nvPr/>
          </p:nvSpPr>
          <p:spPr>
            <a:xfrm>
              <a:off x="7438389" y="42151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381">
              <a:extLst>
                <a:ext uri="{FF2B5EF4-FFF2-40B4-BE49-F238E27FC236}">
                  <a16:creationId xmlns:a16="http://schemas.microsoft.com/office/drawing/2014/main" id="{9EC0CA46-F7E2-5B2C-5BA5-E03FE9B0A796}"/>
                </a:ext>
              </a:extLst>
            </p:cNvPr>
            <p:cNvSpPr/>
            <p:nvPr/>
          </p:nvSpPr>
          <p:spPr>
            <a:xfrm>
              <a:off x="7438389" y="42176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382">
              <a:extLst>
                <a:ext uri="{FF2B5EF4-FFF2-40B4-BE49-F238E27FC236}">
                  <a16:creationId xmlns:a16="http://schemas.microsoft.com/office/drawing/2014/main" id="{DE8194EB-D0D1-77EA-70A7-265A62B70007}"/>
                </a:ext>
              </a:extLst>
            </p:cNvPr>
            <p:cNvSpPr/>
            <p:nvPr/>
          </p:nvSpPr>
          <p:spPr>
            <a:xfrm>
              <a:off x="7438389" y="42214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383">
              <a:extLst>
                <a:ext uri="{FF2B5EF4-FFF2-40B4-BE49-F238E27FC236}">
                  <a16:creationId xmlns:a16="http://schemas.microsoft.com/office/drawing/2014/main" id="{7A20DD3F-EE1C-0802-509A-D57C14798B63}"/>
                </a:ext>
              </a:extLst>
            </p:cNvPr>
            <p:cNvSpPr/>
            <p:nvPr/>
          </p:nvSpPr>
          <p:spPr>
            <a:xfrm>
              <a:off x="7438389" y="42252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384">
              <a:extLst>
                <a:ext uri="{FF2B5EF4-FFF2-40B4-BE49-F238E27FC236}">
                  <a16:creationId xmlns:a16="http://schemas.microsoft.com/office/drawing/2014/main" id="{C4B7D26A-0AFD-E353-D050-35F45563027D}"/>
                </a:ext>
              </a:extLst>
            </p:cNvPr>
            <p:cNvSpPr/>
            <p:nvPr/>
          </p:nvSpPr>
          <p:spPr>
            <a:xfrm>
              <a:off x="7438389" y="42291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385">
              <a:extLst>
                <a:ext uri="{FF2B5EF4-FFF2-40B4-BE49-F238E27FC236}">
                  <a16:creationId xmlns:a16="http://schemas.microsoft.com/office/drawing/2014/main" id="{26FD004F-5838-2132-9B10-032AF673DA74}"/>
                </a:ext>
              </a:extLst>
            </p:cNvPr>
            <p:cNvSpPr/>
            <p:nvPr/>
          </p:nvSpPr>
          <p:spPr>
            <a:xfrm>
              <a:off x="7438389" y="42329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386">
              <a:extLst>
                <a:ext uri="{FF2B5EF4-FFF2-40B4-BE49-F238E27FC236}">
                  <a16:creationId xmlns:a16="http://schemas.microsoft.com/office/drawing/2014/main" id="{2604886D-F74C-65D7-AC45-8792F334B018}"/>
                </a:ext>
              </a:extLst>
            </p:cNvPr>
            <p:cNvSpPr/>
            <p:nvPr/>
          </p:nvSpPr>
          <p:spPr>
            <a:xfrm>
              <a:off x="7438390" y="402716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60" y="254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387">
              <a:extLst>
                <a:ext uri="{FF2B5EF4-FFF2-40B4-BE49-F238E27FC236}">
                  <a16:creationId xmlns:a16="http://schemas.microsoft.com/office/drawing/2014/main" id="{10E02C5C-1AE2-EE41-B051-1A380307E397}"/>
                </a:ext>
              </a:extLst>
            </p:cNvPr>
            <p:cNvSpPr/>
            <p:nvPr/>
          </p:nvSpPr>
          <p:spPr>
            <a:xfrm>
              <a:off x="7438389" y="4029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388">
              <a:extLst>
                <a:ext uri="{FF2B5EF4-FFF2-40B4-BE49-F238E27FC236}">
                  <a16:creationId xmlns:a16="http://schemas.microsoft.com/office/drawing/2014/main" id="{B8746DD6-6EB2-3411-C2B9-CEB48F7F84CD}"/>
                </a:ext>
              </a:extLst>
            </p:cNvPr>
            <p:cNvSpPr/>
            <p:nvPr/>
          </p:nvSpPr>
          <p:spPr>
            <a:xfrm>
              <a:off x="7438389" y="4033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389">
              <a:extLst>
                <a:ext uri="{FF2B5EF4-FFF2-40B4-BE49-F238E27FC236}">
                  <a16:creationId xmlns:a16="http://schemas.microsoft.com/office/drawing/2014/main" id="{A48A90C9-DC7E-BD9D-ED5D-AB582DE22B7D}"/>
                </a:ext>
              </a:extLst>
            </p:cNvPr>
            <p:cNvSpPr/>
            <p:nvPr/>
          </p:nvSpPr>
          <p:spPr>
            <a:xfrm>
              <a:off x="7438389" y="40373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390">
              <a:extLst>
                <a:ext uri="{FF2B5EF4-FFF2-40B4-BE49-F238E27FC236}">
                  <a16:creationId xmlns:a16="http://schemas.microsoft.com/office/drawing/2014/main" id="{0FF8484D-0618-4F93-A263-91AFAAB98469}"/>
                </a:ext>
              </a:extLst>
            </p:cNvPr>
            <p:cNvSpPr/>
            <p:nvPr/>
          </p:nvSpPr>
          <p:spPr>
            <a:xfrm>
              <a:off x="7438389" y="40411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391">
              <a:extLst>
                <a:ext uri="{FF2B5EF4-FFF2-40B4-BE49-F238E27FC236}">
                  <a16:creationId xmlns:a16="http://schemas.microsoft.com/office/drawing/2014/main" id="{321C8217-2128-39A8-8DB6-0AB2C6765E49}"/>
                </a:ext>
              </a:extLst>
            </p:cNvPr>
            <p:cNvSpPr/>
            <p:nvPr/>
          </p:nvSpPr>
          <p:spPr>
            <a:xfrm>
              <a:off x="7438389" y="40449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392">
              <a:extLst>
                <a:ext uri="{FF2B5EF4-FFF2-40B4-BE49-F238E27FC236}">
                  <a16:creationId xmlns:a16="http://schemas.microsoft.com/office/drawing/2014/main" id="{BEEBB320-2061-268F-452B-B27E07D23240}"/>
                </a:ext>
              </a:extLst>
            </p:cNvPr>
            <p:cNvSpPr/>
            <p:nvPr/>
          </p:nvSpPr>
          <p:spPr>
            <a:xfrm>
              <a:off x="7438389" y="40487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393">
              <a:extLst>
                <a:ext uri="{FF2B5EF4-FFF2-40B4-BE49-F238E27FC236}">
                  <a16:creationId xmlns:a16="http://schemas.microsoft.com/office/drawing/2014/main" id="{013F1DFE-5262-0FC6-2080-C52A8777BC21}"/>
                </a:ext>
              </a:extLst>
            </p:cNvPr>
            <p:cNvSpPr/>
            <p:nvPr/>
          </p:nvSpPr>
          <p:spPr>
            <a:xfrm>
              <a:off x="7438389" y="40525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394">
              <a:extLst>
                <a:ext uri="{FF2B5EF4-FFF2-40B4-BE49-F238E27FC236}">
                  <a16:creationId xmlns:a16="http://schemas.microsoft.com/office/drawing/2014/main" id="{E3C4960C-1306-F881-94CC-80F82AA15635}"/>
                </a:ext>
              </a:extLst>
            </p:cNvPr>
            <p:cNvSpPr/>
            <p:nvPr/>
          </p:nvSpPr>
          <p:spPr>
            <a:xfrm>
              <a:off x="7438389" y="40563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395">
              <a:extLst>
                <a:ext uri="{FF2B5EF4-FFF2-40B4-BE49-F238E27FC236}">
                  <a16:creationId xmlns:a16="http://schemas.microsoft.com/office/drawing/2014/main" id="{CC793F0D-BC58-CF88-0C13-39167E1C2AA7}"/>
                </a:ext>
              </a:extLst>
            </p:cNvPr>
            <p:cNvSpPr/>
            <p:nvPr/>
          </p:nvSpPr>
          <p:spPr>
            <a:xfrm>
              <a:off x="7438389" y="4058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396">
              <a:extLst>
                <a:ext uri="{FF2B5EF4-FFF2-40B4-BE49-F238E27FC236}">
                  <a16:creationId xmlns:a16="http://schemas.microsoft.com/office/drawing/2014/main" id="{A9485646-6B10-4A01-A05A-79211086A73C}"/>
                </a:ext>
              </a:extLst>
            </p:cNvPr>
            <p:cNvSpPr/>
            <p:nvPr/>
          </p:nvSpPr>
          <p:spPr>
            <a:xfrm>
              <a:off x="7438389" y="4062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397">
              <a:extLst>
                <a:ext uri="{FF2B5EF4-FFF2-40B4-BE49-F238E27FC236}">
                  <a16:creationId xmlns:a16="http://schemas.microsoft.com/office/drawing/2014/main" id="{4892A298-4965-BCF7-7EA7-6A6EBAB5C184}"/>
                </a:ext>
              </a:extLst>
            </p:cNvPr>
            <p:cNvSpPr/>
            <p:nvPr/>
          </p:nvSpPr>
          <p:spPr>
            <a:xfrm>
              <a:off x="7438389" y="40665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398">
              <a:extLst>
                <a:ext uri="{FF2B5EF4-FFF2-40B4-BE49-F238E27FC236}">
                  <a16:creationId xmlns:a16="http://schemas.microsoft.com/office/drawing/2014/main" id="{E2E7034C-AFB4-53BB-428F-4F9D5F1F64DA}"/>
                </a:ext>
              </a:extLst>
            </p:cNvPr>
            <p:cNvSpPr/>
            <p:nvPr/>
          </p:nvSpPr>
          <p:spPr>
            <a:xfrm>
              <a:off x="7438389" y="4070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399">
              <a:extLst>
                <a:ext uri="{FF2B5EF4-FFF2-40B4-BE49-F238E27FC236}">
                  <a16:creationId xmlns:a16="http://schemas.microsoft.com/office/drawing/2014/main" id="{ACA93890-E92F-98C9-1913-DB7C2C403070}"/>
                </a:ext>
              </a:extLst>
            </p:cNvPr>
            <p:cNvSpPr/>
            <p:nvPr/>
          </p:nvSpPr>
          <p:spPr>
            <a:xfrm>
              <a:off x="7438389" y="4074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400">
              <a:extLst>
                <a:ext uri="{FF2B5EF4-FFF2-40B4-BE49-F238E27FC236}">
                  <a16:creationId xmlns:a16="http://schemas.microsoft.com/office/drawing/2014/main" id="{64188DFA-DACC-98DE-BE37-7782CC95DBBE}"/>
                </a:ext>
              </a:extLst>
            </p:cNvPr>
            <p:cNvSpPr/>
            <p:nvPr/>
          </p:nvSpPr>
          <p:spPr>
            <a:xfrm>
              <a:off x="7438389" y="4077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401">
              <a:extLst>
                <a:ext uri="{FF2B5EF4-FFF2-40B4-BE49-F238E27FC236}">
                  <a16:creationId xmlns:a16="http://schemas.microsoft.com/office/drawing/2014/main" id="{94163CD9-BC70-2E3E-72A5-31585F0FC650}"/>
                </a:ext>
              </a:extLst>
            </p:cNvPr>
            <p:cNvSpPr/>
            <p:nvPr/>
          </p:nvSpPr>
          <p:spPr>
            <a:xfrm>
              <a:off x="7438389" y="4081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402">
              <a:extLst>
                <a:ext uri="{FF2B5EF4-FFF2-40B4-BE49-F238E27FC236}">
                  <a16:creationId xmlns:a16="http://schemas.microsoft.com/office/drawing/2014/main" id="{541758EA-8289-4913-1A71-ACD62BB67750}"/>
                </a:ext>
              </a:extLst>
            </p:cNvPr>
            <p:cNvSpPr/>
            <p:nvPr/>
          </p:nvSpPr>
          <p:spPr>
            <a:xfrm>
              <a:off x="7438389" y="40855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403">
              <a:extLst>
                <a:ext uri="{FF2B5EF4-FFF2-40B4-BE49-F238E27FC236}">
                  <a16:creationId xmlns:a16="http://schemas.microsoft.com/office/drawing/2014/main" id="{43881BBC-B906-98EA-8FC8-3CF629E386BC}"/>
                </a:ext>
              </a:extLst>
            </p:cNvPr>
            <p:cNvSpPr/>
            <p:nvPr/>
          </p:nvSpPr>
          <p:spPr>
            <a:xfrm>
              <a:off x="7438389" y="40894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404">
              <a:extLst>
                <a:ext uri="{FF2B5EF4-FFF2-40B4-BE49-F238E27FC236}">
                  <a16:creationId xmlns:a16="http://schemas.microsoft.com/office/drawing/2014/main" id="{199BF9FF-9353-C9DC-E332-CA4E35898DB3}"/>
                </a:ext>
              </a:extLst>
            </p:cNvPr>
            <p:cNvSpPr/>
            <p:nvPr/>
          </p:nvSpPr>
          <p:spPr>
            <a:xfrm>
              <a:off x="7438389" y="40919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405">
              <a:extLst>
                <a:ext uri="{FF2B5EF4-FFF2-40B4-BE49-F238E27FC236}">
                  <a16:creationId xmlns:a16="http://schemas.microsoft.com/office/drawing/2014/main" id="{451AEA37-B3A1-ED40-6842-B66E7A1C887B}"/>
                </a:ext>
              </a:extLst>
            </p:cNvPr>
            <p:cNvSpPr/>
            <p:nvPr/>
          </p:nvSpPr>
          <p:spPr>
            <a:xfrm>
              <a:off x="7438389" y="4095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406">
              <a:extLst>
                <a:ext uri="{FF2B5EF4-FFF2-40B4-BE49-F238E27FC236}">
                  <a16:creationId xmlns:a16="http://schemas.microsoft.com/office/drawing/2014/main" id="{E33C990C-0E6A-A3E8-CFC4-871ECFC3DF6E}"/>
                </a:ext>
              </a:extLst>
            </p:cNvPr>
            <p:cNvSpPr/>
            <p:nvPr/>
          </p:nvSpPr>
          <p:spPr>
            <a:xfrm>
              <a:off x="7438389" y="4099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407">
              <a:extLst>
                <a:ext uri="{FF2B5EF4-FFF2-40B4-BE49-F238E27FC236}">
                  <a16:creationId xmlns:a16="http://schemas.microsoft.com/office/drawing/2014/main" id="{7BFA58C4-C6C1-1DB1-E884-911FDDE31571}"/>
                </a:ext>
              </a:extLst>
            </p:cNvPr>
            <p:cNvSpPr/>
            <p:nvPr/>
          </p:nvSpPr>
          <p:spPr>
            <a:xfrm>
              <a:off x="7438389" y="4103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408">
              <a:extLst>
                <a:ext uri="{FF2B5EF4-FFF2-40B4-BE49-F238E27FC236}">
                  <a16:creationId xmlns:a16="http://schemas.microsoft.com/office/drawing/2014/main" id="{F5D827FA-6278-BE89-4309-62532A42B170}"/>
                </a:ext>
              </a:extLst>
            </p:cNvPr>
            <p:cNvSpPr/>
            <p:nvPr/>
          </p:nvSpPr>
          <p:spPr>
            <a:xfrm>
              <a:off x="7438389" y="4107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409">
              <a:extLst>
                <a:ext uri="{FF2B5EF4-FFF2-40B4-BE49-F238E27FC236}">
                  <a16:creationId xmlns:a16="http://schemas.microsoft.com/office/drawing/2014/main" id="{8455B079-F20F-AE41-BA77-C14C7D27AA9A}"/>
                </a:ext>
              </a:extLst>
            </p:cNvPr>
            <p:cNvSpPr/>
            <p:nvPr/>
          </p:nvSpPr>
          <p:spPr>
            <a:xfrm>
              <a:off x="7438389" y="411098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410">
              <a:extLst>
                <a:ext uri="{FF2B5EF4-FFF2-40B4-BE49-F238E27FC236}">
                  <a16:creationId xmlns:a16="http://schemas.microsoft.com/office/drawing/2014/main" id="{48EAB009-91E2-F2ED-E243-C2DE88A583F1}"/>
                </a:ext>
              </a:extLst>
            </p:cNvPr>
            <p:cNvSpPr/>
            <p:nvPr/>
          </p:nvSpPr>
          <p:spPr>
            <a:xfrm>
              <a:off x="7438389" y="4114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411">
              <a:extLst>
                <a:ext uri="{FF2B5EF4-FFF2-40B4-BE49-F238E27FC236}">
                  <a16:creationId xmlns:a16="http://schemas.microsoft.com/office/drawing/2014/main" id="{F80F16A0-3B10-CD71-63C9-97C2A42C4D04}"/>
                </a:ext>
              </a:extLst>
            </p:cNvPr>
            <p:cNvSpPr/>
            <p:nvPr/>
          </p:nvSpPr>
          <p:spPr>
            <a:xfrm>
              <a:off x="7438389" y="4118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412">
              <a:extLst>
                <a:ext uri="{FF2B5EF4-FFF2-40B4-BE49-F238E27FC236}">
                  <a16:creationId xmlns:a16="http://schemas.microsoft.com/office/drawing/2014/main" id="{126FB7C4-0868-C994-D680-05A16532216C}"/>
                </a:ext>
              </a:extLst>
            </p:cNvPr>
            <p:cNvSpPr/>
            <p:nvPr/>
          </p:nvSpPr>
          <p:spPr>
            <a:xfrm>
              <a:off x="7438389" y="4122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413">
              <a:extLst>
                <a:ext uri="{FF2B5EF4-FFF2-40B4-BE49-F238E27FC236}">
                  <a16:creationId xmlns:a16="http://schemas.microsoft.com/office/drawing/2014/main" id="{13000DE5-A728-9E37-37F3-3A7A03A372E9}"/>
                </a:ext>
              </a:extLst>
            </p:cNvPr>
            <p:cNvSpPr/>
            <p:nvPr/>
          </p:nvSpPr>
          <p:spPr>
            <a:xfrm>
              <a:off x="7438389" y="41262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414">
              <a:extLst>
                <a:ext uri="{FF2B5EF4-FFF2-40B4-BE49-F238E27FC236}">
                  <a16:creationId xmlns:a16="http://schemas.microsoft.com/office/drawing/2014/main" id="{3F2918B9-7B03-3CCC-E8DD-A558F563C716}"/>
                </a:ext>
              </a:extLst>
            </p:cNvPr>
            <p:cNvSpPr/>
            <p:nvPr/>
          </p:nvSpPr>
          <p:spPr>
            <a:xfrm>
              <a:off x="7438389" y="4128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415">
              <a:extLst>
                <a:ext uri="{FF2B5EF4-FFF2-40B4-BE49-F238E27FC236}">
                  <a16:creationId xmlns:a16="http://schemas.microsoft.com/office/drawing/2014/main" id="{6E5831A4-3C4E-86BA-2B2C-056DE1749C54}"/>
                </a:ext>
              </a:extLst>
            </p:cNvPr>
            <p:cNvSpPr/>
            <p:nvPr/>
          </p:nvSpPr>
          <p:spPr>
            <a:xfrm>
              <a:off x="7438390" y="392175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416">
              <a:extLst>
                <a:ext uri="{FF2B5EF4-FFF2-40B4-BE49-F238E27FC236}">
                  <a16:creationId xmlns:a16="http://schemas.microsoft.com/office/drawing/2014/main" id="{61C5AB3C-DAAE-281C-A0D6-11EC9E5F5079}"/>
                </a:ext>
              </a:extLst>
            </p:cNvPr>
            <p:cNvSpPr/>
            <p:nvPr/>
          </p:nvSpPr>
          <p:spPr>
            <a:xfrm>
              <a:off x="7438389" y="39255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417">
              <a:extLst>
                <a:ext uri="{FF2B5EF4-FFF2-40B4-BE49-F238E27FC236}">
                  <a16:creationId xmlns:a16="http://schemas.microsoft.com/office/drawing/2014/main" id="{1C659416-CB42-E92C-31D7-A94BF196FD8B}"/>
                </a:ext>
              </a:extLst>
            </p:cNvPr>
            <p:cNvSpPr/>
            <p:nvPr/>
          </p:nvSpPr>
          <p:spPr>
            <a:xfrm>
              <a:off x="7438389" y="39293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418">
              <a:extLst>
                <a:ext uri="{FF2B5EF4-FFF2-40B4-BE49-F238E27FC236}">
                  <a16:creationId xmlns:a16="http://schemas.microsoft.com/office/drawing/2014/main" id="{BCDF00A0-1240-20CD-A571-1AD27B8B6C80}"/>
                </a:ext>
              </a:extLst>
            </p:cNvPr>
            <p:cNvSpPr/>
            <p:nvPr/>
          </p:nvSpPr>
          <p:spPr>
            <a:xfrm>
              <a:off x="7438389" y="39331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419">
              <a:extLst>
                <a:ext uri="{FF2B5EF4-FFF2-40B4-BE49-F238E27FC236}">
                  <a16:creationId xmlns:a16="http://schemas.microsoft.com/office/drawing/2014/main" id="{EA9B888A-8EB8-6B1E-81E2-6FFE7A8E5C7B}"/>
                </a:ext>
              </a:extLst>
            </p:cNvPr>
            <p:cNvSpPr/>
            <p:nvPr/>
          </p:nvSpPr>
          <p:spPr>
            <a:xfrm>
              <a:off x="7438389" y="393573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420">
              <a:extLst>
                <a:ext uri="{FF2B5EF4-FFF2-40B4-BE49-F238E27FC236}">
                  <a16:creationId xmlns:a16="http://schemas.microsoft.com/office/drawing/2014/main" id="{72362C1E-7D63-516B-4F97-9F15750B2200}"/>
                </a:ext>
              </a:extLst>
            </p:cNvPr>
            <p:cNvSpPr/>
            <p:nvPr/>
          </p:nvSpPr>
          <p:spPr>
            <a:xfrm>
              <a:off x="7438389" y="39408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421">
              <a:extLst>
                <a:ext uri="{FF2B5EF4-FFF2-40B4-BE49-F238E27FC236}">
                  <a16:creationId xmlns:a16="http://schemas.microsoft.com/office/drawing/2014/main" id="{42C0CDD1-1D4B-D6E0-23FE-3D7C7D2F81D7}"/>
                </a:ext>
              </a:extLst>
            </p:cNvPr>
            <p:cNvSpPr/>
            <p:nvPr/>
          </p:nvSpPr>
          <p:spPr>
            <a:xfrm>
              <a:off x="7438389" y="3943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422">
              <a:extLst>
                <a:ext uri="{FF2B5EF4-FFF2-40B4-BE49-F238E27FC236}">
                  <a16:creationId xmlns:a16="http://schemas.microsoft.com/office/drawing/2014/main" id="{DE2B0D55-1C5D-67D0-52DC-5F2C3D26EC9B}"/>
                </a:ext>
              </a:extLst>
            </p:cNvPr>
            <p:cNvSpPr/>
            <p:nvPr/>
          </p:nvSpPr>
          <p:spPr>
            <a:xfrm>
              <a:off x="7438389" y="39471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423">
              <a:extLst>
                <a:ext uri="{FF2B5EF4-FFF2-40B4-BE49-F238E27FC236}">
                  <a16:creationId xmlns:a16="http://schemas.microsoft.com/office/drawing/2014/main" id="{1DF65B79-FC16-FD44-858E-CA7528F7435C}"/>
                </a:ext>
              </a:extLst>
            </p:cNvPr>
            <p:cNvSpPr/>
            <p:nvPr/>
          </p:nvSpPr>
          <p:spPr>
            <a:xfrm>
              <a:off x="7438389" y="3950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424">
              <a:extLst>
                <a:ext uri="{FF2B5EF4-FFF2-40B4-BE49-F238E27FC236}">
                  <a16:creationId xmlns:a16="http://schemas.microsoft.com/office/drawing/2014/main" id="{A3A82E92-0A2E-C727-5EC2-7AAC21805831}"/>
                </a:ext>
              </a:extLst>
            </p:cNvPr>
            <p:cNvSpPr/>
            <p:nvPr/>
          </p:nvSpPr>
          <p:spPr>
            <a:xfrm>
              <a:off x="7438389" y="39547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425">
              <a:extLst>
                <a:ext uri="{FF2B5EF4-FFF2-40B4-BE49-F238E27FC236}">
                  <a16:creationId xmlns:a16="http://schemas.microsoft.com/office/drawing/2014/main" id="{1EC20A73-8CC5-772D-A4CF-2796419E91F6}"/>
                </a:ext>
              </a:extLst>
            </p:cNvPr>
            <p:cNvSpPr/>
            <p:nvPr/>
          </p:nvSpPr>
          <p:spPr>
            <a:xfrm>
              <a:off x="7438389" y="39585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426">
              <a:extLst>
                <a:ext uri="{FF2B5EF4-FFF2-40B4-BE49-F238E27FC236}">
                  <a16:creationId xmlns:a16="http://schemas.microsoft.com/office/drawing/2014/main" id="{D9ABE739-24C7-6F0A-E1A6-74B0E7BBEDDB}"/>
                </a:ext>
              </a:extLst>
            </p:cNvPr>
            <p:cNvSpPr/>
            <p:nvPr/>
          </p:nvSpPr>
          <p:spPr>
            <a:xfrm>
              <a:off x="7438389" y="39624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427">
              <a:extLst>
                <a:ext uri="{FF2B5EF4-FFF2-40B4-BE49-F238E27FC236}">
                  <a16:creationId xmlns:a16="http://schemas.microsoft.com/office/drawing/2014/main" id="{041A2300-A4CA-DE05-D648-93492DEB3619}"/>
                </a:ext>
              </a:extLst>
            </p:cNvPr>
            <p:cNvSpPr/>
            <p:nvPr/>
          </p:nvSpPr>
          <p:spPr>
            <a:xfrm>
              <a:off x="7438389" y="39662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428">
              <a:extLst>
                <a:ext uri="{FF2B5EF4-FFF2-40B4-BE49-F238E27FC236}">
                  <a16:creationId xmlns:a16="http://schemas.microsoft.com/office/drawing/2014/main" id="{84C9F5ED-1442-8AB3-1AA4-205D5835D2FA}"/>
                </a:ext>
              </a:extLst>
            </p:cNvPr>
            <p:cNvSpPr/>
            <p:nvPr/>
          </p:nvSpPr>
          <p:spPr>
            <a:xfrm>
              <a:off x="7438389" y="3968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429">
              <a:extLst>
                <a:ext uri="{FF2B5EF4-FFF2-40B4-BE49-F238E27FC236}">
                  <a16:creationId xmlns:a16="http://schemas.microsoft.com/office/drawing/2014/main" id="{3FEF74C6-51B0-5D4C-F528-B3CC4C9917ED}"/>
                </a:ext>
              </a:extLst>
            </p:cNvPr>
            <p:cNvSpPr/>
            <p:nvPr/>
          </p:nvSpPr>
          <p:spPr>
            <a:xfrm>
              <a:off x="7438389" y="3972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430">
              <a:extLst>
                <a:ext uri="{FF2B5EF4-FFF2-40B4-BE49-F238E27FC236}">
                  <a16:creationId xmlns:a16="http://schemas.microsoft.com/office/drawing/2014/main" id="{5B0DE0AB-0F19-6193-F7C5-44B0688400F6}"/>
                </a:ext>
              </a:extLst>
            </p:cNvPr>
            <p:cNvSpPr/>
            <p:nvPr/>
          </p:nvSpPr>
          <p:spPr>
            <a:xfrm>
              <a:off x="7438389" y="3976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431">
              <a:extLst>
                <a:ext uri="{FF2B5EF4-FFF2-40B4-BE49-F238E27FC236}">
                  <a16:creationId xmlns:a16="http://schemas.microsoft.com/office/drawing/2014/main" id="{5F0482AE-E334-B5D2-125E-EAE33166CE08}"/>
                </a:ext>
              </a:extLst>
            </p:cNvPr>
            <p:cNvSpPr/>
            <p:nvPr/>
          </p:nvSpPr>
          <p:spPr>
            <a:xfrm>
              <a:off x="7438389" y="3980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432">
              <a:extLst>
                <a:ext uri="{FF2B5EF4-FFF2-40B4-BE49-F238E27FC236}">
                  <a16:creationId xmlns:a16="http://schemas.microsoft.com/office/drawing/2014/main" id="{2DB2151D-F84E-4117-D2AD-C8BDEDDE0AB5}"/>
                </a:ext>
              </a:extLst>
            </p:cNvPr>
            <p:cNvSpPr/>
            <p:nvPr/>
          </p:nvSpPr>
          <p:spPr>
            <a:xfrm>
              <a:off x="7438389" y="39839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433">
              <a:extLst>
                <a:ext uri="{FF2B5EF4-FFF2-40B4-BE49-F238E27FC236}">
                  <a16:creationId xmlns:a16="http://schemas.microsoft.com/office/drawing/2014/main" id="{21C690CF-1A30-C639-D6A3-2261D21F48D3}"/>
                </a:ext>
              </a:extLst>
            </p:cNvPr>
            <p:cNvSpPr/>
            <p:nvPr/>
          </p:nvSpPr>
          <p:spPr>
            <a:xfrm>
              <a:off x="7438389" y="3987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434">
              <a:extLst>
                <a:ext uri="{FF2B5EF4-FFF2-40B4-BE49-F238E27FC236}">
                  <a16:creationId xmlns:a16="http://schemas.microsoft.com/office/drawing/2014/main" id="{FC2EB6F3-F2DA-88C2-50D4-C83EFDFBDFD0}"/>
                </a:ext>
              </a:extLst>
            </p:cNvPr>
            <p:cNvSpPr/>
            <p:nvPr/>
          </p:nvSpPr>
          <p:spPr>
            <a:xfrm>
              <a:off x="7438389" y="39916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435">
              <a:extLst>
                <a:ext uri="{FF2B5EF4-FFF2-40B4-BE49-F238E27FC236}">
                  <a16:creationId xmlns:a16="http://schemas.microsoft.com/office/drawing/2014/main" id="{6E4C2634-E78E-AA42-6C49-4766E34ED5F3}"/>
                </a:ext>
              </a:extLst>
            </p:cNvPr>
            <p:cNvSpPr/>
            <p:nvPr/>
          </p:nvSpPr>
          <p:spPr>
            <a:xfrm>
              <a:off x="7438389" y="3995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436">
              <a:extLst>
                <a:ext uri="{FF2B5EF4-FFF2-40B4-BE49-F238E27FC236}">
                  <a16:creationId xmlns:a16="http://schemas.microsoft.com/office/drawing/2014/main" id="{84C226FD-E860-6D32-D86D-D97F909AF465}"/>
                </a:ext>
              </a:extLst>
            </p:cNvPr>
            <p:cNvSpPr/>
            <p:nvPr/>
          </p:nvSpPr>
          <p:spPr>
            <a:xfrm>
              <a:off x="7438389" y="39992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437">
              <a:extLst>
                <a:ext uri="{FF2B5EF4-FFF2-40B4-BE49-F238E27FC236}">
                  <a16:creationId xmlns:a16="http://schemas.microsoft.com/office/drawing/2014/main" id="{3CDA37E2-6898-E20B-863F-EE27A3358C28}"/>
                </a:ext>
              </a:extLst>
            </p:cNvPr>
            <p:cNvSpPr/>
            <p:nvPr/>
          </p:nvSpPr>
          <p:spPr>
            <a:xfrm>
              <a:off x="7438389" y="400304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438">
              <a:extLst>
                <a:ext uri="{FF2B5EF4-FFF2-40B4-BE49-F238E27FC236}">
                  <a16:creationId xmlns:a16="http://schemas.microsoft.com/office/drawing/2014/main" id="{9D2FF8B4-5B89-8988-18FE-C8B57EE747F7}"/>
                </a:ext>
              </a:extLst>
            </p:cNvPr>
            <p:cNvSpPr/>
            <p:nvPr/>
          </p:nvSpPr>
          <p:spPr>
            <a:xfrm>
              <a:off x="7438389" y="4005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439">
              <a:extLst>
                <a:ext uri="{FF2B5EF4-FFF2-40B4-BE49-F238E27FC236}">
                  <a16:creationId xmlns:a16="http://schemas.microsoft.com/office/drawing/2014/main" id="{81503052-FB33-DC14-DD8E-03472B50CCD8}"/>
                </a:ext>
              </a:extLst>
            </p:cNvPr>
            <p:cNvSpPr/>
            <p:nvPr/>
          </p:nvSpPr>
          <p:spPr>
            <a:xfrm>
              <a:off x="7438389" y="4009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440">
              <a:extLst>
                <a:ext uri="{FF2B5EF4-FFF2-40B4-BE49-F238E27FC236}">
                  <a16:creationId xmlns:a16="http://schemas.microsoft.com/office/drawing/2014/main" id="{03D1679E-ECB1-3373-198C-AA678F9D4817}"/>
                </a:ext>
              </a:extLst>
            </p:cNvPr>
            <p:cNvSpPr/>
            <p:nvPr/>
          </p:nvSpPr>
          <p:spPr>
            <a:xfrm>
              <a:off x="7438389" y="4013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441">
              <a:extLst>
                <a:ext uri="{FF2B5EF4-FFF2-40B4-BE49-F238E27FC236}">
                  <a16:creationId xmlns:a16="http://schemas.microsoft.com/office/drawing/2014/main" id="{90E67735-9E7D-20A7-DA7E-F9CCF9218630}"/>
                </a:ext>
              </a:extLst>
            </p:cNvPr>
            <p:cNvSpPr/>
            <p:nvPr/>
          </p:nvSpPr>
          <p:spPr>
            <a:xfrm>
              <a:off x="7438389" y="4017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442">
              <a:extLst>
                <a:ext uri="{FF2B5EF4-FFF2-40B4-BE49-F238E27FC236}">
                  <a16:creationId xmlns:a16="http://schemas.microsoft.com/office/drawing/2014/main" id="{265BF44E-7F11-40FC-9FBC-AEED6B8BBDF2}"/>
                </a:ext>
              </a:extLst>
            </p:cNvPr>
            <p:cNvSpPr/>
            <p:nvPr/>
          </p:nvSpPr>
          <p:spPr>
            <a:xfrm>
              <a:off x="7438389" y="4020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443">
              <a:extLst>
                <a:ext uri="{FF2B5EF4-FFF2-40B4-BE49-F238E27FC236}">
                  <a16:creationId xmlns:a16="http://schemas.microsoft.com/office/drawing/2014/main" id="{BE150DEB-FB8C-45BE-087B-D49BC8E1C696}"/>
                </a:ext>
              </a:extLst>
            </p:cNvPr>
            <p:cNvSpPr/>
            <p:nvPr/>
          </p:nvSpPr>
          <p:spPr>
            <a:xfrm>
              <a:off x="7438389" y="4024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444">
              <a:extLst>
                <a:ext uri="{FF2B5EF4-FFF2-40B4-BE49-F238E27FC236}">
                  <a16:creationId xmlns:a16="http://schemas.microsoft.com/office/drawing/2014/main" id="{E56718CA-8A1B-3FFB-A698-1EFB3AB8883F}"/>
                </a:ext>
              </a:extLst>
            </p:cNvPr>
            <p:cNvSpPr/>
            <p:nvPr/>
          </p:nvSpPr>
          <p:spPr>
            <a:xfrm>
              <a:off x="7438390" y="371474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445">
              <a:extLst>
                <a:ext uri="{FF2B5EF4-FFF2-40B4-BE49-F238E27FC236}">
                  <a16:creationId xmlns:a16="http://schemas.microsoft.com/office/drawing/2014/main" id="{7065C33C-E4E0-38E4-E315-0726A91B7CD7}"/>
                </a:ext>
              </a:extLst>
            </p:cNvPr>
            <p:cNvSpPr/>
            <p:nvPr/>
          </p:nvSpPr>
          <p:spPr>
            <a:xfrm>
              <a:off x="7438389" y="3718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446">
              <a:extLst>
                <a:ext uri="{FF2B5EF4-FFF2-40B4-BE49-F238E27FC236}">
                  <a16:creationId xmlns:a16="http://schemas.microsoft.com/office/drawing/2014/main" id="{63D8366D-1A54-9CC3-C317-862B338945E3}"/>
                </a:ext>
              </a:extLst>
            </p:cNvPr>
            <p:cNvSpPr/>
            <p:nvPr/>
          </p:nvSpPr>
          <p:spPr>
            <a:xfrm>
              <a:off x="7438389" y="3722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447">
              <a:extLst>
                <a:ext uri="{FF2B5EF4-FFF2-40B4-BE49-F238E27FC236}">
                  <a16:creationId xmlns:a16="http://schemas.microsoft.com/office/drawing/2014/main" id="{ADE13080-2F20-830F-C4A0-C8FEDC90C521}"/>
                </a:ext>
              </a:extLst>
            </p:cNvPr>
            <p:cNvSpPr/>
            <p:nvPr/>
          </p:nvSpPr>
          <p:spPr>
            <a:xfrm>
              <a:off x="7438389" y="3726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448">
              <a:extLst>
                <a:ext uri="{FF2B5EF4-FFF2-40B4-BE49-F238E27FC236}">
                  <a16:creationId xmlns:a16="http://schemas.microsoft.com/office/drawing/2014/main" id="{5F7EE448-2B11-9F68-81EF-8021C0E52996}"/>
                </a:ext>
              </a:extLst>
            </p:cNvPr>
            <p:cNvSpPr/>
            <p:nvPr/>
          </p:nvSpPr>
          <p:spPr>
            <a:xfrm>
              <a:off x="7438389" y="37299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449">
              <a:extLst>
                <a:ext uri="{FF2B5EF4-FFF2-40B4-BE49-F238E27FC236}">
                  <a16:creationId xmlns:a16="http://schemas.microsoft.com/office/drawing/2014/main" id="{6FE4A816-C1A3-86AC-27FE-7526F6B9A782}"/>
                </a:ext>
              </a:extLst>
            </p:cNvPr>
            <p:cNvSpPr/>
            <p:nvPr/>
          </p:nvSpPr>
          <p:spPr>
            <a:xfrm>
              <a:off x="7438389" y="37338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450">
              <a:extLst>
                <a:ext uri="{FF2B5EF4-FFF2-40B4-BE49-F238E27FC236}">
                  <a16:creationId xmlns:a16="http://schemas.microsoft.com/office/drawing/2014/main" id="{E77EC5B8-3E1A-3902-5717-498E9E20B17A}"/>
                </a:ext>
              </a:extLst>
            </p:cNvPr>
            <p:cNvSpPr/>
            <p:nvPr/>
          </p:nvSpPr>
          <p:spPr>
            <a:xfrm>
              <a:off x="7438389" y="37376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451">
              <a:extLst>
                <a:ext uri="{FF2B5EF4-FFF2-40B4-BE49-F238E27FC236}">
                  <a16:creationId xmlns:a16="http://schemas.microsoft.com/office/drawing/2014/main" id="{541220DD-E307-D990-9773-B96CFA265713}"/>
                </a:ext>
              </a:extLst>
            </p:cNvPr>
            <p:cNvSpPr/>
            <p:nvPr/>
          </p:nvSpPr>
          <p:spPr>
            <a:xfrm>
              <a:off x="7438389" y="3740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452">
              <a:extLst>
                <a:ext uri="{FF2B5EF4-FFF2-40B4-BE49-F238E27FC236}">
                  <a16:creationId xmlns:a16="http://schemas.microsoft.com/office/drawing/2014/main" id="{FB75104C-6097-1B32-1EFF-D7184A8422D9}"/>
                </a:ext>
              </a:extLst>
            </p:cNvPr>
            <p:cNvSpPr/>
            <p:nvPr/>
          </p:nvSpPr>
          <p:spPr>
            <a:xfrm>
              <a:off x="7438389" y="3743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453">
              <a:extLst>
                <a:ext uri="{FF2B5EF4-FFF2-40B4-BE49-F238E27FC236}">
                  <a16:creationId xmlns:a16="http://schemas.microsoft.com/office/drawing/2014/main" id="{8851993A-5D1F-5A8A-1F44-76BE53139D47}"/>
                </a:ext>
              </a:extLst>
            </p:cNvPr>
            <p:cNvSpPr/>
            <p:nvPr/>
          </p:nvSpPr>
          <p:spPr>
            <a:xfrm>
              <a:off x="7438389" y="3747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454">
              <a:extLst>
                <a:ext uri="{FF2B5EF4-FFF2-40B4-BE49-F238E27FC236}">
                  <a16:creationId xmlns:a16="http://schemas.microsoft.com/office/drawing/2014/main" id="{B9AF601D-FE81-35AB-63B6-C58E30E2CFEA}"/>
                </a:ext>
              </a:extLst>
            </p:cNvPr>
            <p:cNvSpPr/>
            <p:nvPr/>
          </p:nvSpPr>
          <p:spPr>
            <a:xfrm>
              <a:off x="7438389" y="3751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455">
              <a:extLst>
                <a:ext uri="{FF2B5EF4-FFF2-40B4-BE49-F238E27FC236}">
                  <a16:creationId xmlns:a16="http://schemas.microsoft.com/office/drawing/2014/main" id="{CE7A1398-B525-C1E1-45D2-C3D5B59B1BC6}"/>
                </a:ext>
              </a:extLst>
            </p:cNvPr>
            <p:cNvSpPr/>
            <p:nvPr/>
          </p:nvSpPr>
          <p:spPr>
            <a:xfrm>
              <a:off x="7438389" y="3755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456">
              <a:extLst>
                <a:ext uri="{FF2B5EF4-FFF2-40B4-BE49-F238E27FC236}">
                  <a16:creationId xmlns:a16="http://schemas.microsoft.com/office/drawing/2014/main" id="{0AE71EED-4954-4E97-63FB-40E336232C77}"/>
                </a:ext>
              </a:extLst>
            </p:cNvPr>
            <p:cNvSpPr/>
            <p:nvPr/>
          </p:nvSpPr>
          <p:spPr>
            <a:xfrm>
              <a:off x="7438389" y="3759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457">
              <a:extLst>
                <a:ext uri="{FF2B5EF4-FFF2-40B4-BE49-F238E27FC236}">
                  <a16:creationId xmlns:a16="http://schemas.microsoft.com/office/drawing/2014/main" id="{06D04803-5F13-0EDC-7BBF-651CCA035D9A}"/>
                </a:ext>
              </a:extLst>
            </p:cNvPr>
            <p:cNvSpPr/>
            <p:nvPr/>
          </p:nvSpPr>
          <p:spPr>
            <a:xfrm>
              <a:off x="7438389" y="3763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458">
              <a:extLst>
                <a:ext uri="{FF2B5EF4-FFF2-40B4-BE49-F238E27FC236}">
                  <a16:creationId xmlns:a16="http://schemas.microsoft.com/office/drawing/2014/main" id="{8B08BBBA-04CB-806F-C596-FFF4B1178640}"/>
                </a:ext>
              </a:extLst>
            </p:cNvPr>
            <p:cNvSpPr/>
            <p:nvPr/>
          </p:nvSpPr>
          <p:spPr>
            <a:xfrm>
              <a:off x="7438389" y="3766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459">
              <a:extLst>
                <a:ext uri="{FF2B5EF4-FFF2-40B4-BE49-F238E27FC236}">
                  <a16:creationId xmlns:a16="http://schemas.microsoft.com/office/drawing/2014/main" id="{24698F82-AF36-334D-BA77-3A5CBE205E1A}"/>
                </a:ext>
              </a:extLst>
            </p:cNvPr>
            <p:cNvSpPr/>
            <p:nvPr/>
          </p:nvSpPr>
          <p:spPr>
            <a:xfrm>
              <a:off x="7438389" y="37706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460">
              <a:extLst>
                <a:ext uri="{FF2B5EF4-FFF2-40B4-BE49-F238E27FC236}">
                  <a16:creationId xmlns:a16="http://schemas.microsoft.com/office/drawing/2014/main" id="{C0BBBF05-CCFE-2A1A-5373-D190763B70B4}"/>
                </a:ext>
              </a:extLst>
            </p:cNvPr>
            <p:cNvSpPr/>
            <p:nvPr/>
          </p:nvSpPr>
          <p:spPr>
            <a:xfrm>
              <a:off x="7438389" y="377444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461">
              <a:extLst>
                <a:ext uri="{FF2B5EF4-FFF2-40B4-BE49-F238E27FC236}">
                  <a16:creationId xmlns:a16="http://schemas.microsoft.com/office/drawing/2014/main" id="{6AF017F0-2ED8-D3BE-4860-C747A33E3DF7}"/>
                </a:ext>
              </a:extLst>
            </p:cNvPr>
            <p:cNvSpPr/>
            <p:nvPr/>
          </p:nvSpPr>
          <p:spPr>
            <a:xfrm>
              <a:off x="7438389" y="3776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462">
              <a:extLst>
                <a:ext uri="{FF2B5EF4-FFF2-40B4-BE49-F238E27FC236}">
                  <a16:creationId xmlns:a16="http://schemas.microsoft.com/office/drawing/2014/main" id="{D6FA9F37-7AAE-54AD-C5F8-3C0C7D4FB356}"/>
                </a:ext>
              </a:extLst>
            </p:cNvPr>
            <p:cNvSpPr/>
            <p:nvPr/>
          </p:nvSpPr>
          <p:spPr>
            <a:xfrm>
              <a:off x="7438389" y="3780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463">
              <a:extLst>
                <a:ext uri="{FF2B5EF4-FFF2-40B4-BE49-F238E27FC236}">
                  <a16:creationId xmlns:a16="http://schemas.microsoft.com/office/drawing/2014/main" id="{D49F9F19-7AA4-2297-5CE0-2B026A0B4B91}"/>
                </a:ext>
              </a:extLst>
            </p:cNvPr>
            <p:cNvSpPr/>
            <p:nvPr/>
          </p:nvSpPr>
          <p:spPr>
            <a:xfrm>
              <a:off x="7438389" y="3784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464">
              <a:extLst>
                <a:ext uri="{FF2B5EF4-FFF2-40B4-BE49-F238E27FC236}">
                  <a16:creationId xmlns:a16="http://schemas.microsoft.com/office/drawing/2014/main" id="{5D1D1CE6-9885-81CE-7C25-F3E224C04125}"/>
                </a:ext>
              </a:extLst>
            </p:cNvPr>
            <p:cNvSpPr/>
            <p:nvPr/>
          </p:nvSpPr>
          <p:spPr>
            <a:xfrm>
              <a:off x="7438389" y="3788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465">
              <a:extLst>
                <a:ext uri="{FF2B5EF4-FFF2-40B4-BE49-F238E27FC236}">
                  <a16:creationId xmlns:a16="http://schemas.microsoft.com/office/drawing/2014/main" id="{0570CB68-19C8-3178-118F-27310CFE77DE}"/>
                </a:ext>
              </a:extLst>
            </p:cNvPr>
            <p:cNvSpPr/>
            <p:nvPr/>
          </p:nvSpPr>
          <p:spPr>
            <a:xfrm>
              <a:off x="7438389" y="3792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466">
              <a:extLst>
                <a:ext uri="{FF2B5EF4-FFF2-40B4-BE49-F238E27FC236}">
                  <a16:creationId xmlns:a16="http://schemas.microsoft.com/office/drawing/2014/main" id="{E6B4F59F-6CE2-0960-21CA-7AA8107119C3}"/>
                </a:ext>
              </a:extLst>
            </p:cNvPr>
            <p:cNvSpPr/>
            <p:nvPr/>
          </p:nvSpPr>
          <p:spPr>
            <a:xfrm>
              <a:off x="7438389" y="3796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467">
              <a:extLst>
                <a:ext uri="{FF2B5EF4-FFF2-40B4-BE49-F238E27FC236}">
                  <a16:creationId xmlns:a16="http://schemas.microsoft.com/office/drawing/2014/main" id="{BC8879DA-05A9-0FFB-7C17-CBB5D6A55B11}"/>
                </a:ext>
              </a:extLst>
            </p:cNvPr>
            <p:cNvSpPr/>
            <p:nvPr/>
          </p:nvSpPr>
          <p:spPr>
            <a:xfrm>
              <a:off x="7438389" y="37998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468">
              <a:extLst>
                <a:ext uri="{FF2B5EF4-FFF2-40B4-BE49-F238E27FC236}">
                  <a16:creationId xmlns:a16="http://schemas.microsoft.com/office/drawing/2014/main" id="{DB5E472E-669B-8BE9-E362-2862531306B5}"/>
                </a:ext>
              </a:extLst>
            </p:cNvPr>
            <p:cNvSpPr/>
            <p:nvPr/>
          </p:nvSpPr>
          <p:spPr>
            <a:xfrm>
              <a:off x="7438389" y="3803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469">
              <a:extLst>
                <a:ext uri="{FF2B5EF4-FFF2-40B4-BE49-F238E27FC236}">
                  <a16:creationId xmlns:a16="http://schemas.microsoft.com/office/drawing/2014/main" id="{6CDF9249-185E-7656-2F78-460E0B9DF6F0}"/>
                </a:ext>
              </a:extLst>
            </p:cNvPr>
            <p:cNvSpPr/>
            <p:nvPr/>
          </p:nvSpPr>
          <p:spPr>
            <a:xfrm>
              <a:off x="7438389" y="38074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470">
              <a:extLst>
                <a:ext uri="{FF2B5EF4-FFF2-40B4-BE49-F238E27FC236}">
                  <a16:creationId xmlns:a16="http://schemas.microsoft.com/office/drawing/2014/main" id="{96902288-E59C-893C-EA92-83B488E10F2E}"/>
                </a:ext>
              </a:extLst>
            </p:cNvPr>
            <p:cNvSpPr/>
            <p:nvPr/>
          </p:nvSpPr>
          <p:spPr>
            <a:xfrm>
              <a:off x="7438389" y="38100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471">
              <a:extLst>
                <a:ext uri="{FF2B5EF4-FFF2-40B4-BE49-F238E27FC236}">
                  <a16:creationId xmlns:a16="http://schemas.microsoft.com/office/drawing/2014/main" id="{2B2ADC68-C6C1-09D7-36D7-89504F4FEF5F}"/>
                </a:ext>
              </a:extLst>
            </p:cNvPr>
            <p:cNvSpPr/>
            <p:nvPr/>
          </p:nvSpPr>
          <p:spPr>
            <a:xfrm>
              <a:off x="7438389" y="3813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472">
              <a:extLst>
                <a:ext uri="{FF2B5EF4-FFF2-40B4-BE49-F238E27FC236}">
                  <a16:creationId xmlns:a16="http://schemas.microsoft.com/office/drawing/2014/main" id="{32C58A11-0950-58C1-92A3-14E3BA7E92E2}"/>
                </a:ext>
              </a:extLst>
            </p:cNvPr>
            <p:cNvSpPr/>
            <p:nvPr/>
          </p:nvSpPr>
          <p:spPr>
            <a:xfrm>
              <a:off x="7438389" y="3817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473">
              <a:extLst>
                <a:ext uri="{FF2B5EF4-FFF2-40B4-BE49-F238E27FC236}">
                  <a16:creationId xmlns:a16="http://schemas.microsoft.com/office/drawing/2014/main" id="{17143A33-FB65-E410-3A1B-A607944D298F}"/>
                </a:ext>
              </a:extLst>
            </p:cNvPr>
            <p:cNvSpPr/>
            <p:nvPr/>
          </p:nvSpPr>
          <p:spPr>
            <a:xfrm>
              <a:off x="7438390" y="361187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474">
              <a:extLst>
                <a:ext uri="{FF2B5EF4-FFF2-40B4-BE49-F238E27FC236}">
                  <a16:creationId xmlns:a16="http://schemas.microsoft.com/office/drawing/2014/main" id="{C2ED7D1D-55B3-5909-7D8C-2CE0D95CE1E6}"/>
                </a:ext>
              </a:extLst>
            </p:cNvPr>
            <p:cNvSpPr/>
            <p:nvPr/>
          </p:nvSpPr>
          <p:spPr>
            <a:xfrm>
              <a:off x="7438389" y="36156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475">
              <a:extLst>
                <a:ext uri="{FF2B5EF4-FFF2-40B4-BE49-F238E27FC236}">
                  <a16:creationId xmlns:a16="http://schemas.microsoft.com/office/drawing/2014/main" id="{7AA145A8-C51C-D19F-BA6C-2A5918A2E0FC}"/>
                </a:ext>
              </a:extLst>
            </p:cNvPr>
            <p:cNvSpPr/>
            <p:nvPr/>
          </p:nvSpPr>
          <p:spPr>
            <a:xfrm>
              <a:off x="7438389" y="3619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476">
              <a:extLst>
                <a:ext uri="{FF2B5EF4-FFF2-40B4-BE49-F238E27FC236}">
                  <a16:creationId xmlns:a16="http://schemas.microsoft.com/office/drawing/2014/main" id="{7EE6A423-7F03-99E5-B4E9-372A1DE7F132}"/>
                </a:ext>
              </a:extLst>
            </p:cNvPr>
            <p:cNvSpPr/>
            <p:nvPr/>
          </p:nvSpPr>
          <p:spPr>
            <a:xfrm>
              <a:off x="7438389" y="36233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477">
              <a:extLst>
                <a:ext uri="{FF2B5EF4-FFF2-40B4-BE49-F238E27FC236}">
                  <a16:creationId xmlns:a16="http://schemas.microsoft.com/office/drawing/2014/main" id="{2E5B6955-013B-2CA1-C297-C32489F878BB}"/>
                </a:ext>
              </a:extLst>
            </p:cNvPr>
            <p:cNvSpPr/>
            <p:nvPr/>
          </p:nvSpPr>
          <p:spPr>
            <a:xfrm>
              <a:off x="7438389" y="36258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478">
              <a:extLst>
                <a:ext uri="{FF2B5EF4-FFF2-40B4-BE49-F238E27FC236}">
                  <a16:creationId xmlns:a16="http://schemas.microsoft.com/office/drawing/2014/main" id="{C68CAD86-E59D-7CDB-96B9-7A9BD46A14EF}"/>
                </a:ext>
              </a:extLst>
            </p:cNvPr>
            <p:cNvSpPr/>
            <p:nvPr/>
          </p:nvSpPr>
          <p:spPr>
            <a:xfrm>
              <a:off x="7438389" y="3629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479">
              <a:extLst>
                <a:ext uri="{FF2B5EF4-FFF2-40B4-BE49-F238E27FC236}">
                  <a16:creationId xmlns:a16="http://schemas.microsoft.com/office/drawing/2014/main" id="{C7ABCFC6-A3BE-333A-5919-F8C613C8994F}"/>
                </a:ext>
              </a:extLst>
            </p:cNvPr>
            <p:cNvSpPr/>
            <p:nvPr/>
          </p:nvSpPr>
          <p:spPr>
            <a:xfrm>
              <a:off x="7438389" y="3633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480">
              <a:extLst>
                <a:ext uri="{FF2B5EF4-FFF2-40B4-BE49-F238E27FC236}">
                  <a16:creationId xmlns:a16="http://schemas.microsoft.com/office/drawing/2014/main" id="{16028FD7-A874-91BB-B589-4B1B3D35DA3D}"/>
                </a:ext>
              </a:extLst>
            </p:cNvPr>
            <p:cNvSpPr/>
            <p:nvPr/>
          </p:nvSpPr>
          <p:spPr>
            <a:xfrm>
              <a:off x="7438389" y="3637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481">
              <a:extLst>
                <a:ext uri="{FF2B5EF4-FFF2-40B4-BE49-F238E27FC236}">
                  <a16:creationId xmlns:a16="http://schemas.microsoft.com/office/drawing/2014/main" id="{CD74B4D7-7F5F-1FB6-8372-92AC8B27D2BA}"/>
                </a:ext>
              </a:extLst>
            </p:cNvPr>
            <p:cNvSpPr/>
            <p:nvPr/>
          </p:nvSpPr>
          <p:spPr>
            <a:xfrm>
              <a:off x="7438389" y="36410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482">
              <a:extLst>
                <a:ext uri="{FF2B5EF4-FFF2-40B4-BE49-F238E27FC236}">
                  <a16:creationId xmlns:a16="http://schemas.microsoft.com/office/drawing/2014/main" id="{30D3DBC7-15AE-6F04-59EB-3752A93C17D5}"/>
                </a:ext>
              </a:extLst>
            </p:cNvPr>
            <p:cNvSpPr/>
            <p:nvPr/>
          </p:nvSpPr>
          <p:spPr>
            <a:xfrm>
              <a:off x="7438389" y="3644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483">
              <a:extLst>
                <a:ext uri="{FF2B5EF4-FFF2-40B4-BE49-F238E27FC236}">
                  <a16:creationId xmlns:a16="http://schemas.microsoft.com/office/drawing/2014/main" id="{D2B328C9-7920-C873-EB5F-293F82035692}"/>
                </a:ext>
              </a:extLst>
            </p:cNvPr>
            <p:cNvSpPr/>
            <p:nvPr/>
          </p:nvSpPr>
          <p:spPr>
            <a:xfrm>
              <a:off x="7438389" y="36487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484">
              <a:extLst>
                <a:ext uri="{FF2B5EF4-FFF2-40B4-BE49-F238E27FC236}">
                  <a16:creationId xmlns:a16="http://schemas.microsoft.com/office/drawing/2014/main" id="{92EA7E92-BA56-BFDF-C80C-36EE17868C8C}"/>
                </a:ext>
              </a:extLst>
            </p:cNvPr>
            <p:cNvSpPr/>
            <p:nvPr/>
          </p:nvSpPr>
          <p:spPr>
            <a:xfrm>
              <a:off x="7438389" y="36525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485">
              <a:extLst>
                <a:ext uri="{FF2B5EF4-FFF2-40B4-BE49-F238E27FC236}">
                  <a16:creationId xmlns:a16="http://schemas.microsoft.com/office/drawing/2014/main" id="{333FD037-D8AA-D15D-5934-D772D8A98A5F}"/>
                </a:ext>
              </a:extLst>
            </p:cNvPr>
            <p:cNvSpPr/>
            <p:nvPr/>
          </p:nvSpPr>
          <p:spPr>
            <a:xfrm>
              <a:off x="7438389" y="36563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486">
              <a:extLst>
                <a:ext uri="{FF2B5EF4-FFF2-40B4-BE49-F238E27FC236}">
                  <a16:creationId xmlns:a16="http://schemas.microsoft.com/office/drawing/2014/main" id="{3EF296A7-71D7-6493-0D8E-50AC5085B8D0}"/>
                </a:ext>
              </a:extLst>
            </p:cNvPr>
            <p:cNvSpPr/>
            <p:nvPr/>
          </p:nvSpPr>
          <p:spPr>
            <a:xfrm>
              <a:off x="7438389" y="3658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487">
              <a:extLst>
                <a:ext uri="{FF2B5EF4-FFF2-40B4-BE49-F238E27FC236}">
                  <a16:creationId xmlns:a16="http://schemas.microsoft.com/office/drawing/2014/main" id="{D71E7B8B-C488-5B52-420E-076FCD5A87CF}"/>
                </a:ext>
              </a:extLst>
            </p:cNvPr>
            <p:cNvSpPr/>
            <p:nvPr/>
          </p:nvSpPr>
          <p:spPr>
            <a:xfrm>
              <a:off x="7438389" y="36626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488">
              <a:extLst>
                <a:ext uri="{FF2B5EF4-FFF2-40B4-BE49-F238E27FC236}">
                  <a16:creationId xmlns:a16="http://schemas.microsoft.com/office/drawing/2014/main" id="{F99C6591-94CE-EE78-A0E0-6221A9FD7C3A}"/>
                </a:ext>
              </a:extLst>
            </p:cNvPr>
            <p:cNvSpPr/>
            <p:nvPr/>
          </p:nvSpPr>
          <p:spPr>
            <a:xfrm>
              <a:off x="7438389" y="36664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489">
              <a:extLst>
                <a:ext uri="{FF2B5EF4-FFF2-40B4-BE49-F238E27FC236}">
                  <a16:creationId xmlns:a16="http://schemas.microsoft.com/office/drawing/2014/main" id="{A79C8EEC-B15C-7E0C-0102-14D1B3087420}"/>
                </a:ext>
              </a:extLst>
            </p:cNvPr>
            <p:cNvSpPr/>
            <p:nvPr/>
          </p:nvSpPr>
          <p:spPr>
            <a:xfrm>
              <a:off x="7438389" y="3670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490">
              <a:extLst>
                <a:ext uri="{FF2B5EF4-FFF2-40B4-BE49-F238E27FC236}">
                  <a16:creationId xmlns:a16="http://schemas.microsoft.com/office/drawing/2014/main" id="{6D4638A0-E50B-060E-2043-7B4018CC7902}"/>
                </a:ext>
              </a:extLst>
            </p:cNvPr>
            <p:cNvSpPr/>
            <p:nvPr/>
          </p:nvSpPr>
          <p:spPr>
            <a:xfrm>
              <a:off x="7438389" y="3674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491">
              <a:extLst>
                <a:ext uri="{FF2B5EF4-FFF2-40B4-BE49-F238E27FC236}">
                  <a16:creationId xmlns:a16="http://schemas.microsoft.com/office/drawing/2014/main" id="{AC78FFED-E261-F667-9D0D-7B0DB25E0CB1}"/>
                </a:ext>
              </a:extLst>
            </p:cNvPr>
            <p:cNvSpPr/>
            <p:nvPr/>
          </p:nvSpPr>
          <p:spPr>
            <a:xfrm>
              <a:off x="7438389" y="3677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492">
              <a:extLst>
                <a:ext uri="{FF2B5EF4-FFF2-40B4-BE49-F238E27FC236}">
                  <a16:creationId xmlns:a16="http://schemas.microsoft.com/office/drawing/2014/main" id="{9848BC13-8314-9AF9-648A-00E06BDA76B2}"/>
                </a:ext>
              </a:extLst>
            </p:cNvPr>
            <p:cNvSpPr/>
            <p:nvPr/>
          </p:nvSpPr>
          <p:spPr>
            <a:xfrm>
              <a:off x="7438389" y="3681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493">
              <a:extLst>
                <a:ext uri="{FF2B5EF4-FFF2-40B4-BE49-F238E27FC236}">
                  <a16:creationId xmlns:a16="http://schemas.microsoft.com/office/drawing/2014/main" id="{073FADFE-01D9-F743-21F1-3A4E776C7491}"/>
                </a:ext>
              </a:extLst>
            </p:cNvPr>
            <p:cNvSpPr/>
            <p:nvPr/>
          </p:nvSpPr>
          <p:spPr>
            <a:xfrm>
              <a:off x="7438389" y="36855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494">
              <a:extLst>
                <a:ext uri="{FF2B5EF4-FFF2-40B4-BE49-F238E27FC236}">
                  <a16:creationId xmlns:a16="http://schemas.microsoft.com/office/drawing/2014/main" id="{0BBCC2B0-FD8B-51CE-23FA-54F085A2D779}"/>
                </a:ext>
              </a:extLst>
            </p:cNvPr>
            <p:cNvSpPr/>
            <p:nvPr/>
          </p:nvSpPr>
          <p:spPr>
            <a:xfrm>
              <a:off x="7438389" y="36893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495">
              <a:extLst>
                <a:ext uri="{FF2B5EF4-FFF2-40B4-BE49-F238E27FC236}">
                  <a16:creationId xmlns:a16="http://schemas.microsoft.com/office/drawing/2014/main" id="{C1293E7D-A8EB-C7CC-1CB1-870264A6105E}"/>
                </a:ext>
              </a:extLst>
            </p:cNvPr>
            <p:cNvSpPr/>
            <p:nvPr/>
          </p:nvSpPr>
          <p:spPr>
            <a:xfrm>
              <a:off x="7438389" y="36918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496">
              <a:extLst>
                <a:ext uri="{FF2B5EF4-FFF2-40B4-BE49-F238E27FC236}">
                  <a16:creationId xmlns:a16="http://schemas.microsoft.com/office/drawing/2014/main" id="{3A04934E-D51A-7FE0-2E6F-60988262AB4E}"/>
                </a:ext>
              </a:extLst>
            </p:cNvPr>
            <p:cNvSpPr/>
            <p:nvPr/>
          </p:nvSpPr>
          <p:spPr>
            <a:xfrm>
              <a:off x="7438389" y="3695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497">
              <a:extLst>
                <a:ext uri="{FF2B5EF4-FFF2-40B4-BE49-F238E27FC236}">
                  <a16:creationId xmlns:a16="http://schemas.microsoft.com/office/drawing/2014/main" id="{EEF6C9D9-A68A-80FD-12E4-143757224034}"/>
                </a:ext>
              </a:extLst>
            </p:cNvPr>
            <p:cNvSpPr/>
            <p:nvPr/>
          </p:nvSpPr>
          <p:spPr>
            <a:xfrm>
              <a:off x="7438389" y="3699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498">
              <a:extLst>
                <a:ext uri="{FF2B5EF4-FFF2-40B4-BE49-F238E27FC236}">
                  <a16:creationId xmlns:a16="http://schemas.microsoft.com/office/drawing/2014/main" id="{18589DF4-5FE3-A791-AAE1-94A05E3E5CA3}"/>
                </a:ext>
              </a:extLst>
            </p:cNvPr>
            <p:cNvSpPr/>
            <p:nvPr/>
          </p:nvSpPr>
          <p:spPr>
            <a:xfrm>
              <a:off x="7438389" y="3703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499">
              <a:extLst>
                <a:ext uri="{FF2B5EF4-FFF2-40B4-BE49-F238E27FC236}">
                  <a16:creationId xmlns:a16="http://schemas.microsoft.com/office/drawing/2014/main" id="{2785080C-1B9D-BF5F-8EE7-1D875FAD52C8}"/>
                </a:ext>
              </a:extLst>
            </p:cNvPr>
            <p:cNvSpPr/>
            <p:nvPr/>
          </p:nvSpPr>
          <p:spPr>
            <a:xfrm>
              <a:off x="7438389" y="3707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500">
              <a:extLst>
                <a:ext uri="{FF2B5EF4-FFF2-40B4-BE49-F238E27FC236}">
                  <a16:creationId xmlns:a16="http://schemas.microsoft.com/office/drawing/2014/main" id="{65D9FE0C-9794-01BF-1A9B-FFDC22520DA5}"/>
                </a:ext>
              </a:extLst>
            </p:cNvPr>
            <p:cNvSpPr/>
            <p:nvPr/>
          </p:nvSpPr>
          <p:spPr>
            <a:xfrm>
              <a:off x="7438389" y="3710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501">
              <a:extLst>
                <a:ext uri="{FF2B5EF4-FFF2-40B4-BE49-F238E27FC236}">
                  <a16:creationId xmlns:a16="http://schemas.microsoft.com/office/drawing/2014/main" id="{64E98E9F-E5F2-E3F9-B017-4BACA495B554}"/>
                </a:ext>
              </a:extLst>
            </p:cNvPr>
            <p:cNvSpPr/>
            <p:nvPr/>
          </p:nvSpPr>
          <p:spPr>
            <a:xfrm>
              <a:off x="7438389" y="3714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502">
              <a:extLst>
                <a:ext uri="{FF2B5EF4-FFF2-40B4-BE49-F238E27FC236}">
                  <a16:creationId xmlns:a16="http://schemas.microsoft.com/office/drawing/2014/main" id="{0FA8976C-DB08-BE26-78FB-E8D3515992C5}"/>
                </a:ext>
              </a:extLst>
            </p:cNvPr>
            <p:cNvSpPr/>
            <p:nvPr/>
          </p:nvSpPr>
          <p:spPr>
            <a:xfrm>
              <a:off x="7438390" y="350900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503">
              <a:extLst>
                <a:ext uri="{FF2B5EF4-FFF2-40B4-BE49-F238E27FC236}">
                  <a16:creationId xmlns:a16="http://schemas.microsoft.com/office/drawing/2014/main" id="{7FC15AF5-776B-2177-298C-EBD6E088FD02}"/>
                </a:ext>
              </a:extLst>
            </p:cNvPr>
            <p:cNvSpPr/>
            <p:nvPr/>
          </p:nvSpPr>
          <p:spPr>
            <a:xfrm>
              <a:off x="7438389" y="3512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504">
              <a:extLst>
                <a:ext uri="{FF2B5EF4-FFF2-40B4-BE49-F238E27FC236}">
                  <a16:creationId xmlns:a16="http://schemas.microsoft.com/office/drawing/2014/main" id="{25551B42-7C20-5C58-44C2-E2F26BB98D34}"/>
                </a:ext>
              </a:extLst>
            </p:cNvPr>
            <p:cNvSpPr/>
            <p:nvPr/>
          </p:nvSpPr>
          <p:spPr>
            <a:xfrm>
              <a:off x="7438389" y="35166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505">
              <a:extLst>
                <a:ext uri="{FF2B5EF4-FFF2-40B4-BE49-F238E27FC236}">
                  <a16:creationId xmlns:a16="http://schemas.microsoft.com/office/drawing/2014/main" id="{17F248A8-7FB9-7F9F-4633-1183FD0DC4B1}"/>
                </a:ext>
              </a:extLst>
            </p:cNvPr>
            <p:cNvSpPr/>
            <p:nvPr/>
          </p:nvSpPr>
          <p:spPr>
            <a:xfrm>
              <a:off x="7438389" y="3519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506">
              <a:extLst>
                <a:ext uri="{FF2B5EF4-FFF2-40B4-BE49-F238E27FC236}">
                  <a16:creationId xmlns:a16="http://schemas.microsoft.com/office/drawing/2014/main" id="{6D3089CE-44AA-711F-0554-CF264F6553A8}"/>
                </a:ext>
              </a:extLst>
            </p:cNvPr>
            <p:cNvSpPr/>
            <p:nvPr/>
          </p:nvSpPr>
          <p:spPr>
            <a:xfrm>
              <a:off x="7438389" y="3522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507">
              <a:extLst>
                <a:ext uri="{FF2B5EF4-FFF2-40B4-BE49-F238E27FC236}">
                  <a16:creationId xmlns:a16="http://schemas.microsoft.com/office/drawing/2014/main" id="{CE1A3E13-9D60-02A8-916C-B505A9EDA0D2}"/>
                </a:ext>
              </a:extLst>
            </p:cNvPr>
            <p:cNvSpPr/>
            <p:nvPr/>
          </p:nvSpPr>
          <p:spPr>
            <a:xfrm>
              <a:off x="7438389" y="3526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508">
              <a:extLst>
                <a:ext uri="{FF2B5EF4-FFF2-40B4-BE49-F238E27FC236}">
                  <a16:creationId xmlns:a16="http://schemas.microsoft.com/office/drawing/2014/main" id="{EC84E190-5658-5B5A-278B-26B2872D06E5}"/>
                </a:ext>
              </a:extLst>
            </p:cNvPr>
            <p:cNvSpPr/>
            <p:nvPr/>
          </p:nvSpPr>
          <p:spPr>
            <a:xfrm>
              <a:off x="7438389" y="3530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509">
              <a:extLst>
                <a:ext uri="{FF2B5EF4-FFF2-40B4-BE49-F238E27FC236}">
                  <a16:creationId xmlns:a16="http://schemas.microsoft.com/office/drawing/2014/main" id="{5E25A2E1-1242-F471-10B4-C0E03BB8A7A6}"/>
                </a:ext>
              </a:extLst>
            </p:cNvPr>
            <p:cNvSpPr/>
            <p:nvPr/>
          </p:nvSpPr>
          <p:spPr>
            <a:xfrm>
              <a:off x="7438389" y="3534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510">
              <a:extLst>
                <a:ext uri="{FF2B5EF4-FFF2-40B4-BE49-F238E27FC236}">
                  <a16:creationId xmlns:a16="http://schemas.microsoft.com/office/drawing/2014/main" id="{7ABF4BEE-5CBA-FC72-5051-FFD99C780763}"/>
                </a:ext>
              </a:extLst>
            </p:cNvPr>
            <p:cNvSpPr/>
            <p:nvPr/>
          </p:nvSpPr>
          <p:spPr>
            <a:xfrm>
              <a:off x="7438389" y="3538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511">
              <a:extLst>
                <a:ext uri="{FF2B5EF4-FFF2-40B4-BE49-F238E27FC236}">
                  <a16:creationId xmlns:a16="http://schemas.microsoft.com/office/drawing/2014/main" id="{20B23751-99FD-23A4-4299-CCCDEFC9C18E}"/>
                </a:ext>
              </a:extLst>
            </p:cNvPr>
            <p:cNvSpPr/>
            <p:nvPr/>
          </p:nvSpPr>
          <p:spPr>
            <a:xfrm>
              <a:off x="7438389" y="3542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512">
              <a:extLst>
                <a:ext uri="{FF2B5EF4-FFF2-40B4-BE49-F238E27FC236}">
                  <a16:creationId xmlns:a16="http://schemas.microsoft.com/office/drawing/2014/main" id="{2D6388BD-71E8-19A1-4ED4-DA38CF2020E9}"/>
                </a:ext>
              </a:extLst>
            </p:cNvPr>
            <p:cNvSpPr/>
            <p:nvPr/>
          </p:nvSpPr>
          <p:spPr>
            <a:xfrm>
              <a:off x="7438389" y="35458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513">
              <a:extLst>
                <a:ext uri="{FF2B5EF4-FFF2-40B4-BE49-F238E27FC236}">
                  <a16:creationId xmlns:a16="http://schemas.microsoft.com/office/drawing/2014/main" id="{1512469A-8CF0-EC1D-7A21-0E05FA2EA567}"/>
                </a:ext>
              </a:extLst>
            </p:cNvPr>
            <p:cNvSpPr/>
            <p:nvPr/>
          </p:nvSpPr>
          <p:spPr>
            <a:xfrm>
              <a:off x="7438389" y="3549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514">
              <a:extLst>
                <a:ext uri="{FF2B5EF4-FFF2-40B4-BE49-F238E27FC236}">
                  <a16:creationId xmlns:a16="http://schemas.microsoft.com/office/drawing/2014/main" id="{7FCFD296-D3D8-3A0F-4299-ED714C38862D}"/>
                </a:ext>
              </a:extLst>
            </p:cNvPr>
            <p:cNvSpPr/>
            <p:nvPr/>
          </p:nvSpPr>
          <p:spPr>
            <a:xfrm>
              <a:off x="7438389" y="3553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515">
              <a:extLst>
                <a:ext uri="{FF2B5EF4-FFF2-40B4-BE49-F238E27FC236}">
                  <a16:creationId xmlns:a16="http://schemas.microsoft.com/office/drawing/2014/main" id="{CDA0151C-5E0D-9764-A2F7-FB20FA844873}"/>
                </a:ext>
              </a:extLst>
            </p:cNvPr>
            <p:cNvSpPr/>
            <p:nvPr/>
          </p:nvSpPr>
          <p:spPr>
            <a:xfrm>
              <a:off x="7438389" y="35572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516">
              <a:extLst>
                <a:ext uri="{FF2B5EF4-FFF2-40B4-BE49-F238E27FC236}">
                  <a16:creationId xmlns:a16="http://schemas.microsoft.com/office/drawing/2014/main" id="{560FFE1A-12DB-354F-ABEA-911D9849B4AB}"/>
                </a:ext>
              </a:extLst>
            </p:cNvPr>
            <p:cNvSpPr/>
            <p:nvPr/>
          </p:nvSpPr>
          <p:spPr>
            <a:xfrm>
              <a:off x="7438389" y="3559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517">
              <a:extLst>
                <a:ext uri="{FF2B5EF4-FFF2-40B4-BE49-F238E27FC236}">
                  <a16:creationId xmlns:a16="http://schemas.microsoft.com/office/drawing/2014/main" id="{EABF5708-F7B0-86A6-884C-19CF21D5E2E2}"/>
                </a:ext>
              </a:extLst>
            </p:cNvPr>
            <p:cNvSpPr/>
            <p:nvPr/>
          </p:nvSpPr>
          <p:spPr>
            <a:xfrm>
              <a:off x="7438389" y="3563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518">
              <a:extLst>
                <a:ext uri="{FF2B5EF4-FFF2-40B4-BE49-F238E27FC236}">
                  <a16:creationId xmlns:a16="http://schemas.microsoft.com/office/drawing/2014/main" id="{6B3149E2-5C0B-5D91-EDA9-5EAA830008EC}"/>
                </a:ext>
              </a:extLst>
            </p:cNvPr>
            <p:cNvSpPr/>
            <p:nvPr/>
          </p:nvSpPr>
          <p:spPr>
            <a:xfrm>
              <a:off x="7438389" y="3567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519">
              <a:extLst>
                <a:ext uri="{FF2B5EF4-FFF2-40B4-BE49-F238E27FC236}">
                  <a16:creationId xmlns:a16="http://schemas.microsoft.com/office/drawing/2014/main" id="{94AABD26-2ED0-4A2A-2B1E-9D40461286BF}"/>
                </a:ext>
              </a:extLst>
            </p:cNvPr>
            <p:cNvSpPr/>
            <p:nvPr/>
          </p:nvSpPr>
          <p:spPr>
            <a:xfrm>
              <a:off x="7438389" y="35712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520">
              <a:extLst>
                <a:ext uri="{FF2B5EF4-FFF2-40B4-BE49-F238E27FC236}">
                  <a16:creationId xmlns:a16="http://schemas.microsoft.com/office/drawing/2014/main" id="{814D1824-6AA2-1E6F-0707-D53E23AD6B6A}"/>
                </a:ext>
              </a:extLst>
            </p:cNvPr>
            <p:cNvSpPr/>
            <p:nvPr/>
          </p:nvSpPr>
          <p:spPr>
            <a:xfrm>
              <a:off x="7438389" y="3575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521">
              <a:extLst>
                <a:ext uri="{FF2B5EF4-FFF2-40B4-BE49-F238E27FC236}">
                  <a16:creationId xmlns:a16="http://schemas.microsoft.com/office/drawing/2014/main" id="{6917A9FD-AC69-3483-5E59-81851E015B53}"/>
                </a:ext>
              </a:extLst>
            </p:cNvPr>
            <p:cNvSpPr/>
            <p:nvPr/>
          </p:nvSpPr>
          <p:spPr>
            <a:xfrm>
              <a:off x="7438389" y="35788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522">
              <a:extLst>
                <a:ext uri="{FF2B5EF4-FFF2-40B4-BE49-F238E27FC236}">
                  <a16:creationId xmlns:a16="http://schemas.microsoft.com/office/drawing/2014/main" id="{0D3FF96F-5F92-FBAC-4D35-9D92E932C010}"/>
                </a:ext>
              </a:extLst>
            </p:cNvPr>
            <p:cNvSpPr/>
            <p:nvPr/>
          </p:nvSpPr>
          <p:spPr>
            <a:xfrm>
              <a:off x="7438389" y="35826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523">
              <a:extLst>
                <a:ext uri="{FF2B5EF4-FFF2-40B4-BE49-F238E27FC236}">
                  <a16:creationId xmlns:a16="http://schemas.microsoft.com/office/drawing/2014/main" id="{7CAA2991-BF8E-CDC0-F761-5C22A95306C1}"/>
                </a:ext>
              </a:extLst>
            </p:cNvPr>
            <p:cNvSpPr/>
            <p:nvPr/>
          </p:nvSpPr>
          <p:spPr>
            <a:xfrm>
              <a:off x="7438389" y="35864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524">
              <a:extLst>
                <a:ext uri="{FF2B5EF4-FFF2-40B4-BE49-F238E27FC236}">
                  <a16:creationId xmlns:a16="http://schemas.microsoft.com/office/drawing/2014/main" id="{B6725285-966A-FD56-9F3C-EA79350BE397}"/>
                </a:ext>
              </a:extLst>
            </p:cNvPr>
            <p:cNvSpPr/>
            <p:nvPr/>
          </p:nvSpPr>
          <p:spPr>
            <a:xfrm>
              <a:off x="7438389" y="35902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525">
              <a:extLst>
                <a:ext uri="{FF2B5EF4-FFF2-40B4-BE49-F238E27FC236}">
                  <a16:creationId xmlns:a16="http://schemas.microsoft.com/office/drawing/2014/main" id="{EEF38D24-19F0-C067-23BC-329F16F55366}"/>
                </a:ext>
              </a:extLst>
            </p:cNvPr>
            <p:cNvSpPr/>
            <p:nvPr/>
          </p:nvSpPr>
          <p:spPr>
            <a:xfrm>
              <a:off x="7438389" y="35941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526">
              <a:extLst>
                <a:ext uri="{FF2B5EF4-FFF2-40B4-BE49-F238E27FC236}">
                  <a16:creationId xmlns:a16="http://schemas.microsoft.com/office/drawing/2014/main" id="{F506A54D-D54D-5008-9088-0F3CBF488FD2}"/>
                </a:ext>
              </a:extLst>
            </p:cNvPr>
            <p:cNvSpPr/>
            <p:nvPr/>
          </p:nvSpPr>
          <p:spPr>
            <a:xfrm>
              <a:off x="7438389" y="35966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527">
              <a:extLst>
                <a:ext uri="{FF2B5EF4-FFF2-40B4-BE49-F238E27FC236}">
                  <a16:creationId xmlns:a16="http://schemas.microsoft.com/office/drawing/2014/main" id="{CD542153-FF49-1F2C-C07C-532C13BBD283}"/>
                </a:ext>
              </a:extLst>
            </p:cNvPr>
            <p:cNvSpPr/>
            <p:nvPr/>
          </p:nvSpPr>
          <p:spPr>
            <a:xfrm>
              <a:off x="7438389" y="3600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528">
              <a:extLst>
                <a:ext uri="{FF2B5EF4-FFF2-40B4-BE49-F238E27FC236}">
                  <a16:creationId xmlns:a16="http://schemas.microsoft.com/office/drawing/2014/main" id="{98D3DD54-8E00-56EA-9500-C0AEBED36A78}"/>
                </a:ext>
              </a:extLst>
            </p:cNvPr>
            <p:cNvSpPr/>
            <p:nvPr/>
          </p:nvSpPr>
          <p:spPr>
            <a:xfrm>
              <a:off x="7438389" y="3604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529">
              <a:extLst>
                <a:ext uri="{FF2B5EF4-FFF2-40B4-BE49-F238E27FC236}">
                  <a16:creationId xmlns:a16="http://schemas.microsoft.com/office/drawing/2014/main" id="{F380D740-4410-DE74-A219-3F9FD4BE5D27}"/>
                </a:ext>
              </a:extLst>
            </p:cNvPr>
            <p:cNvSpPr/>
            <p:nvPr/>
          </p:nvSpPr>
          <p:spPr>
            <a:xfrm>
              <a:off x="7438389" y="3608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530">
              <a:extLst>
                <a:ext uri="{FF2B5EF4-FFF2-40B4-BE49-F238E27FC236}">
                  <a16:creationId xmlns:a16="http://schemas.microsoft.com/office/drawing/2014/main" id="{208A90D4-66EB-9F6A-1035-4DF4B4CC6182}"/>
                </a:ext>
              </a:extLst>
            </p:cNvPr>
            <p:cNvSpPr/>
            <p:nvPr/>
          </p:nvSpPr>
          <p:spPr>
            <a:xfrm>
              <a:off x="7438389" y="36118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531">
              <a:extLst>
                <a:ext uri="{FF2B5EF4-FFF2-40B4-BE49-F238E27FC236}">
                  <a16:creationId xmlns:a16="http://schemas.microsoft.com/office/drawing/2014/main" id="{176D67F6-057B-E6E5-DEAE-3BD71C9B55AD}"/>
                </a:ext>
              </a:extLst>
            </p:cNvPr>
            <p:cNvSpPr/>
            <p:nvPr/>
          </p:nvSpPr>
          <p:spPr>
            <a:xfrm>
              <a:off x="7438390" y="340359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532">
              <a:extLst>
                <a:ext uri="{FF2B5EF4-FFF2-40B4-BE49-F238E27FC236}">
                  <a16:creationId xmlns:a16="http://schemas.microsoft.com/office/drawing/2014/main" id="{21424F79-2C8A-9B2F-54EF-7B4F224436F1}"/>
                </a:ext>
              </a:extLst>
            </p:cNvPr>
            <p:cNvSpPr/>
            <p:nvPr/>
          </p:nvSpPr>
          <p:spPr>
            <a:xfrm>
              <a:off x="7438389" y="3407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533">
              <a:extLst>
                <a:ext uri="{FF2B5EF4-FFF2-40B4-BE49-F238E27FC236}">
                  <a16:creationId xmlns:a16="http://schemas.microsoft.com/office/drawing/2014/main" id="{8F34DD70-B994-6E1D-F243-90C4BB061DC2}"/>
                </a:ext>
              </a:extLst>
            </p:cNvPr>
            <p:cNvSpPr/>
            <p:nvPr/>
          </p:nvSpPr>
          <p:spPr>
            <a:xfrm>
              <a:off x="7438389" y="3411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534">
              <a:extLst>
                <a:ext uri="{FF2B5EF4-FFF2-40B4-BE49-F238E27FC236}">
                  <a16:creationId xmlns:a16="http://schemas.microsoft.com/office/drawing/2014/main" id="{8D6AB41C-FDA6-A865-4666-D8111D009FB4}"/>
                </a:ext>
              </a:extLst>
            </p:cNvPr>
            <p:cNvSpPr/>
            <p:nvPr/>
          </p:nvSpPr>
          <p:spPr>
            <a:xfrm>
              <a:off x="7438389" y="34150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535">
              <a:extLst>
                <a:ext uri="{FF2B5EF4-FFF2-40B4-BE49-F238E27FC236}">
                  <a16:creationId xmlns:a16="http://schemas.microsoft.com/office/drawing/2014/main" id="{E6C4A5EE-9417-D8D9-25A4-03FBC515BFCB}"/>
                </a:ext>
              </a:extLst>
            </p:cNvPr>
            <p:cNvSpPr/>
            <p:nvPr/>
          </p:nvSpPr>
          <p:spPr>
            <a:xfrm>
              <a:off x="7438389" y="341757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536">
              <a:extLst>
                <a:ext uri="{FF2B5EF4-FFF2-40B4-BE49-F238E27FC236}">
                  <a16:creationId xmlns:a16="http://schemas.microsoft.com/office/drawing/2014/main" id="{235086DD-FC3F-3973-F275-21CC435ECB7D}"/>
                </a:ext>
              </a:extLst>
            </p:cNvPr>
            <p:cNvSpPr/>
            <p:nvPr/>
          </p:nvSpPr>
          <p:spPr>
            <a:xfrm>
              <a:off x="7438389" y="34226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537">
              <a:extLst>
                <a:ext uri="{FF2B5EF4-FFF2-40B4-BE49-F238E27FC236}">
                  <a16:creationId xmlns:a16="http://schemas.microsoft.com/office/drawing/2014/main" id="{97997A81-5343-D37A-06ED-67D01B7FF8E9}"/>
                </a:ext>
              </a:extLst>
            </p:cNvPr>
            <p:cNvSpPr/>
            <p:nvPr/>
          </p:nvSpPr>
          <p:spPr>
            <a:xfrm>
              <a:off x="7438389" y="34251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538">
              <a:extLst>
                <a:ext uri="{FF2B5EF4-FFF2-40B4-BE49-F238E27FC236}">
                  <a16:creationId xmlns:a16="http://schemas.microsoft.com/office/drawing/2014/main" id="{0AB59755-3B89-73A5-90AA-F6272A66D803}"/>
                </a:ext>
              </a:extLst>
            </p:cNvPr>
            <p:cNvSpPr/>
            <p:nvPr/>
          </p:nvSpPr>
          <p:spPr>
            <a:xfrm>
              <a:off x="7438389" y="34290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539">
              <a:extLst>
                <a:ext uri="{FF2B5EF4-FFF2-40B4-BE49-F238E27FC236}">
                  <a16:creationId xmlns:a16="http://schemas.microsoft.com/office/drawing/2014/main" id="{7CEE3321-5DF4-9454-C006-5323450B2F40}"/>
                </a:ext>
              </a:extLst>
            </p:cNvPr>
            <p:cNvSpPr/>
            <p:nvPr/>
          </p:nvSpPr>
          <p:spPr>
            <a:xfrm>
              <a:off x="7438389" y="3432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540">
              <a:extLst>
                <a:ext uri="{FF2B5EF4-FFF2-40B4-BE49-F238E27FC236}">
                  <a16:creationId xmlns:a16="http://schemas.microsoft.com/office/drawing/2014/main" id="{4ABBDF8B-E4DD-DD03-47EB-5A684C08F0E7}"/>
                </a:ext>
              </a:extLst>
            </p:cNvPr>
            <p:cNvSpPr/>
            <p:nvPr/>
          </p:nvSpPr>
          <p:spPr>
            <a:xfrm>
              <a:off x="7438389" y="3436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541">
              <a:extLst>
                <a:ext uri="{FF2B5EF4-FFF2-40B4-BE49-F238E27FC236}">
                  <a16:creationId xmlns:a16="http://schemas.microsoft.com/office/drawing/2014/main" id="{DDB0A246-681E-98F1-195D-FF3AED6BCBD0}"/>
                </a:ext>
              </a:extLst>
            </p:cNvPr>
            <p:cNvSpPr/>
            <p:nvPr/>
          </p:nvSpPr>
          <p:spPr>
            <a:xfrm>
              <a:off x="7438389" y="3440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542">
              <a:extLst>
                <a:ext uri="{FF2B5EF4-FFF2-40B4-BE49-F238E27FC236}">
                  <a16:creationId xmlns:a16="http://schemas.microsoft.com/office/drawing/2014/main" id="{7CB2146B-2381-C3D3-C9A2-BFB57D75BEC3}"/>
                </a:ext>
              </a:extLst>
            </p:cNvPr>
            <p:cNvSpPr/>
            <p:nvPr/>
          </p:nvSpPr>
          <p:spPr>
            <a:xfrm>
              <a:off x="7438389" y="34442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543">
              <a:extLst>
                <a:ext uri="{FF2B5EF4-FFF2-40B4-BE49-F238E27FC236}">
                  <a16:creationId xmlns:a16="http://schemas.microsoft.com/office/drawing/2014/main" id="{F5DE83F8-56D0-6DE7-AB5E-0F2FCB73D2F7}"/>
                </a:ext>
              </a:extLst>
            </p:cNvPr>
            <p:cNvSpPr/>
            <p:nvPr/>
          </p:nvSpPr>
          <p:spPr>
            <a:xfrm>
              <a:off x="7438389" y="3448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544">
              <a:extLst>
                <a:ext uri="{FF2B5EF4-FFF2-40B4-BE49-F238E27FC236}">
                  <a16:creationId xmlns:a16="http://schemas.microsoft.com/office/drawing/2014/main" id="{0C09640C-5ABB-09F7-18A5-F7B8E2117324}"/>
                </a:ext>
              </a:extLst>
            </p:cNvPr>
            <p:cNvSpPr/>
            <p:nvPr/>
          </p:nvSpPr>
          <p:spPr>
            <a:xfrm>
              <a:off x="7438389" y="34518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545">
              <a:extLst>
                <a:ext uri="{FF2B5EF4-FFF2-40B4-BE49-F238E27FC236}">
                  <a16:creationId xmlns:a16="http://schemas.microsoft.com/office/drawing/2014/main" id="{7923AB93-96FB-6E0A-D105-E3831DF5CD24}"/>
                </a:ext>
              </a:extLst>
            </p:cNvPr>
            <p:cNvSpPr/>
            <p:nvPr/>
          </p:nvSpPr>
          <p:spPr>
            <a:xfrm>
              <a:off x="7438389" y="345440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546">
              <a:extLst>
                <a:ext uri="{FF2B5EF4-FFF2-40B4-BE49-F238E27FC236}">
                  <a16:creationId xmlns:a16="http://schemas.microsoft.com/office/drawing/2014/main" id="{C7669723-A191-64A4-A6C8-43C1EC41C575}"/>
                </a:ext>
              </a:extLst>
            </p:cNvPr>
            <p:cNvSpPr/>
            <p:nvPr/>
          </p:nvSpPr>
          <p:spPr>
            <a:xfrm>
              <a:off x="7438389" y="34594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547">
              <a:extLst>
                <a:ext uri="{FF2B5EF4-FFF2-40B4-BE49-F238E27FC236}">
                  <a16:creationId xmlns:a16="http://schemas.microsoft.com/office/drawing/2014/main" id="{7CCC9804-8946-0487-14D9-A191CE139336}"/>
                </a:ext>
              </a:extLst>
            </p:cNvPr>
            <p:cNvSpPr/>
            <p:nvPr/>
          </p:nvSpPr>
          <p:spPr>
            <a:xfrm>
              <a:off x="7438389" y="34620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548">
              <a:extLst>
                <a:ext uri="{FF2B5EF4-FFF2-40B4-BE49-F238E27FC236}">
                  <a16:creationId xmlns:a16="http://schemas.microsoft.com/office/drawing/2014/main" id="{A9C488E7-16C7-0E4C-A760-A19585BC9000}"/>
                </a:ext>
              </a:extLst>
            </p:cNvPr>
            <p:cNvSpPr/>
            <p:nvPr/>
          </p:nvSpPr>
          <p:spPr>
            <a:xfrm>
              <a:off x="7438389" y="34658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549">
              <a:extLst>
                <a:ext uri="{FF2B5EF4-FFF2-40B4-BE49-F238E27FC236}">
                  <a16:creationId xmlns:a16="http://schemas.microsoft.com/office/drawing/2014/main" id="{392D593A-475E-EA8E-02A4-1BF738A65561}"/>
                </a:ext>
              </a:extLst>
            </p:cNvPr>
            <p:cNvSpPr/>
            <p:nvPr/>
          </p:nvSpPr>
          <p:spPr>
            <a:xfrm>
              <a:off x="7438389" y="34696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550">
              <a:extLst>
                <a:ext uri="{FF2B5EF4-FFF2-40B4-BE49-F238E27FC236}">
                  <a16:creationId xmlns:a16="http://schemas.microsoft.com/office/drawing/2014/main" id="{3DC8E5D6-B18B-5DEE-9FB4-2B527CFB786C}"/>
                </a:ext>
              </a:extLst>
            </p:cNvPr>
            <p:cNvSpPr/>
            <p:nvPr/>
          </p:nvSpPr>
          <p:spPr>
            <a:xfrm>
              <a:off x="7438389" y="3473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551">
              <a:extLst>
                <a:ext uri="{FF2B5EF4-FFF2-40B4-BE49-F238E27FC236}">
                  <a16:creationId xmlns:a16="http://schemas.microsoft.com/office/drawing/2014/main" id="{D9EA3A7B-1F51-7F2D-FE50-FC6D0EFDB0E1}"/>
                </a:ext>
              </a:extLst>
            </p:cNvPr>
            <p:cNvSpPr/>
            <p:nvPr/>
          </p:nvSpPr>
          <p:spPr>
            <a:xfrm>
              <a:off x="7438389" y="3477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552">
              <a:extLst>
                <a:ext uri="{FF2B5EF4-FFF2-40B4-BE49-F238E27FC236}">
                  <a16:creationId xmlns:a16="http://schemas.microsoft.com/office/drawing/2014/main" id="{CCF7119B-3008-8A31-4B57-33F78B7F1440}"/>
                </a:ext>
              </a:extLst>
            </p:cNvPr>
            <p:cNvSpPr/>
            <p:nvPr/>
          </p:nvSpPr>
          <p:spPr>
            <a:xfrm>
              <a:off x="7438389" y="3481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553">
              <a:extLst>
                <a:ext uri="{FF2B5EF4-FFF2-40B4-BE49-F238E27FC236}">
                  <a16:creationId xmlns:a16="http://schemas.microsoft.com/office/drawing/2014/main" id="{C5A9996C-DEDC-9DFB-90D3-1A59BE58E65D}"/>
                </a:ext>
              </a:extLst>
            </p:cNvPr>
            <p:cNvSpPr/>
            <p:nvPr/>
          </p:nvSpPr>
          <p:spPr>
            <a:xfrm>
              <a:off x="7438389" y="34848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554">
              <a:extLst>
                <a:ext uri="{FF2B5EF4-FFF2-40B4-BE49-F238E27FC236}">
                  <a16:creationId xmlns:a16="http://schemas.microsoft.com/office/drawing/2014/main" id="{38D1B247-F954-FBFA-EAEF-429FF3DBB804}"/>
                </a:ext>
              </a:extLst>
            </p:cNvPr>
            <p:cNvSpPr/>
            <p:nvPr/>
          </p:nvSpPr>
          <p:spPr>
            <a:xfrm>
              <a:off x="7438389" y="34874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555">
              <a:extLst>
                <a:ext uri="{FF2B5EF4-FFF2-40B4-BE49-F238E27FC236}">
                  <a16:creationId xmlns:a16="http://schemas.microsoft.com/office/drawing/2014/main" id="{E1B456AF-F83D-2889-CDEC-3315F1CA9021}"/>
                </a:ext>
              </a:extLst>
            </p:cNvPr>
            <p:cNvSpPr/>
            <p:nvPr/>
          </p:nvSpPr>
          <p:spPr>
            <a:xfrm>
              <a:off x="7438389" y="34912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556">
              <a:extLst>
                <a:ext uri="{FF2B5EF4-FFF2-40B4-BE49-F238E27FC236}">
                  <a16:creationId xmlns:a16="http://schemas.microsoft.com/office/drawing/2014/main" id="{E466085B-B3A1-809E-5372-E84B5127474D}"/>
                </a:ext>
              </a:extLst>
            </p:cNvPr>
            <p:cNvSpPr/>
            <p:nvPr/>
          </p:nvSpPr>
          <p:spPr>
            <a:xfrm>
              <a:off x="7438389" y="34950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557">
              <a:extLst>
                <a:ext uri="{FF2B5EF4-FFF2-40B4-BE49-F238E27FC236}">
                  <a16:creationId xmlns:a16="http://schemas.microsoft.com/office/drawing/2014/main" id="{79E44A2B-4C09-9A2F-8956-67C2FEFF48A2}"/>
                </a:ext>
              </a:extLst>
            </p:cNvPr>
            <p:cNvSpPr/>
            <p:nvPr/>
          </p:nvSpPr>
          <p:spPr>
            <a:xfrm>
              <a:off x="7438389" y="34988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558">
              <a:extLst>
                <a:ext uri="{FF2B5EF4-FFF2-40B4-BE49-F238E27FC236}">
                  <a16:creationId xmlns:a16="http://schemas.microsoft.com/office/drawing/2014/main" id="{19F8C2CF-C976-E8FD-B629-500B1DAFF093}"/>
                </a:ext>
              </a:extLst>
            </p:cNvPr>
            <p:cNvSpPr/>
            <p:nvPr/>
          </p:nvSpPr>
          <p:spPr>
            <a:xfrm>
              <a:off x="7438389" y="3502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559">
              <a:extLst>
                <a:ext uri="{FF2B5EF4-FFF2-40B4-BE49-F238E27FC236}">
                  <a16:creationId xmlns:a16="http://schemas.microsoft.com/office/drawing/2014/main" id="{02B00E57-0398-A344-E65D-BBD0275A5360}"/>
                </a:ext>
              </a:extLst>
            </p:cNvPr>
            <p:cNvSpPr/>
            <p:nvPr/>
          </p:nvSpPr>
          <p:spPr>
            <a:xfrm>
              <a:off x="7438389" y="3506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560">
              <a:extLst>
                <a:ext uri="{FF2B5EF4-FFF2-40B4-BE49-F238E27FC236}">
                  <a16:creationId xmlns:a16="http://schemas.microsoft.com/office/drawing/2014/main" id="{CCFF4627-EF32-F074-D745-AB12D2E924FA}"/>
                </a:ext>
              </a:extLst>
            </p:cNvPr>
            <p:cNvSpPr/>
            <p:nvPr/>
          </p:nvSpPr>
          <p:spPr>
            <a:xfrm>
              <a:off x="7438390" y="330072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561">
              <a:extLst>
                <a:ext uri="{FF2B5EF4-FFF2-40B4-BE49-F238E27FC236}">
                  <a16:creationId xmlns:a16="http://schemas.microsoft.com/office/drawing/2014/main" id="{4FDD3AF2-E88E-E6D7-647E-2B54D4D1A300}"/>
                </a:ext>
              </a:extLst>
            </p:cNvPr>
            <p:cNvSpPr/>
            <p:nvPr/>
          </p:nvSpPr>
          <p:spPr>
            <a:xfrm>
              <a:off x="7438389" y="33045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562">
              <a:extLst>
                <a:ext uri="{FF2B5EF4-FFF2-40B4-BE49-F238E27FC236}">
                  <a16:creationId xmlns:a16="http://schemas.microsoft.com/office/drawing/2014/main" id="{81AB9FE7-96E1-8D7A-1C95-5A325BBCF91D}"/>
                </a:ext>
              </a:extLst>
            </p:cNvPr>
            <p:cNvSpPr/>
            <p:nvPr/>
          </p:nvSpPr>
          <p:spPr>
            <a:xfrm>
              <a:off x="7438389" y="3308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563">
              <a:extLst>
                <a:ext uri="{FF2B5EF4-FFF2-40B4-BE49-F238E27FC236}">
                  <a16:creationId xmlns:a16="http://schemas.microsoft.com/office/drawing/2014/main" id="{9A1FB81C-0684-3FB3-1171-F18F6EC9602E}"/>
                </a:ext>
              </a:extLst>
            </p:cNvPr>
            <p:cNvSpPr/>
            <p:nvPr/>
          </p:nvSpPr>
          <p:spPr>
            <a:xfrm>
              <a:off x="7438389" y="33121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564">
              <a:extLst>
                <a:ext uri="{FF2B5EF4-FFF2-40B4-BE49-F238E27FC236}">
                  <a16:creationId xmlns:a16="http://schemas.microsoft.com/office/drawing/2014/main" id="{04948CEF-FC4E-4D47-D9A8-60C14BA0146A}"/>
                </a:ext>
              </a:extLst>
            </p:cNvPr>
            <p:cNvSpPr/>
            <p:nvPr/>
          </p:nvSpPr>
          <p:spPr>
            <a:xfrm>
              <a:off x="7438389" y="331470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565">
              <a:extLst>
                <a:ext uri="{FF2B5EF4-FFF2-40B4-BE49-F238E27FC236}">
                  <a16:creationId xmlns:a16="http://schemas.microsoft.com/office/drawing/2014/main" id="{328F9844-F8AD-1BAB-78C0-41B6AE304F43}"/>
                </a:ext>
              </a:extLst>
            </p:cNvPr>
            <p:cNvSpPr/>
            <p:nvPr/>
          </p:nvSpPr>
          <p:spPr>
            <a:xfrm>
              <a:off x="7438389" y="33197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566">
              <a:extLst>
                <a:ext uri="{FF2B5EF4-FFF2-40B4-BE49-F238E27FC236}">
                  <a16:creationId xmlns:a16="http://schemas.microsoft.com/office/drawing/2014/main" id="{BCFCEF86-81C0-FD3A-62CC-3F93944D933F}"/>
                </a:ext>
              </a:extLst>
            </p:cNvPr>
            <p:cNvSpPr/>
            <p:nvPr/>
          </p:nvSpPr>
          <p:spPr>
            <a:xfrm>
              <a:off x="7438389" y="3322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567">
              <a:extLst>
                <a:ext uri="{FF2B5EF4-FFF2-40B4-BE49-F238E27FC236}">
                  <a16:creationId xmlns:a16="http://schemas.microsoft.com/office/drawing/2014/main" id="{6371E8D9-D49F-004F-4BC8-7BFD9AE31FD7}"/>
                </a:ext>
              </a:extLst>
            </p:cNvPr>
            <p:cNvSpPr/>
            <p:nvPr/>
          </p:nvSpPr>
          <p:spPr>
            <a:xfrm>
              <a:off x="7438389" y="3326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568">
              <a:extLst>
                <a:ext uri="{FF2B5EF4-FFF2-40B4-BE49-F238E27FC236}">
                  <a16:creationId xmlns:a16="http://schemas.microsoft.com/office/drawing/2014/main" id="{5A0A2664-F6E6-D90F-E8DD-DE202BD8473D}"/>
                </a:ext>
              </a:extLst>
            </p:cNvPr>
            <p:cNvSpPr/>
            <p:nvPr/>
          </p:nvSpPr>
          <p:spPr>
            <a:xfrm>
              <a:off x="7438389" y="3329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569">
              <a:extLst>
                <a:ext uri="{FF2B5EF4-FFF2-40B4-BE49-F238E27FC236}">
                  <a16:creationId xmlns:a16="http://schemas.microsoft.com/office/drawing/2014/main" id="{DD069BE5-A04A-8808-F381-B7D20BAEF33E}"/>
                </a:ext>
              </a:extLst>
            </p:cNvPr>
            <p:cNvSpPr/>
            <p:nvPr/>
          </p:nvSpPr>
          <p:spPr>
            <a:xfrm>
              <a:off x="7438389" y="3333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570">
              <a:extLst>
                <a:ext uri="{FF2B5EF4-FFF2-40B4-BE49-F238E27FC236}">
                  <a16:creationId xmlns:a16="http://schemas.microsoft.com/office/drawing/2014/main" id="{025B2B32-893B-8A03-ECBA-F5168C3A02ED}"/>
                </a:ext>
              </a:extLst>
            </p:cNvPr>
            <p:cNvSpPr/>
            <p:nvPr/>
          </p:nvSpPr>
          <p:spPr>
            <a:xfrm>
              <a:off x="7438389" y="3337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571">
              <a:extLst>
                <a:ext uri="{FF2B5EF4-FFF2-40B4-BE49-F238E27FC236}">
                  <a16:creationId xmlns:a16="http://schemas.microsoft.com/office/drawing/2014/main" id="{CEE73704-1DED-FE98-03A8-007FAE8F1D87}"/>
                </a:ext>
              </a:extLst>
            </p:cNvPr>
            <p:cNvSpPr/>
            <p:nvPr/>
          </p:nvSpPr>
          <p:spPr>
            <a:xfrm>
              <a:off x="7438389" y="3341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572">
              <a:extLst>
                <a:ext uri="{FF2B5EF4-FFF2-40B4-BE49-F238E27FC236}">
                  <a16:creationId xmlns:a16="http://schemas.microsoft.com/office/drawing/2014/main" id="{CE22F851-616D-364A-3523-FAA04C1642D0}"/>
                </a:ext>
              </a:extLst>
            </p:cNvPr>
            <p:cNvSpPr/>
            <p:nvPr/>
          </p:nvSpPr>
          <p:spPr>
            <a:xfrm>
              <a:off x="7438389" y="3345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573">
              <a:extLst>
                <a:ext uri="{FF2B5EF4-FFF2-40B4-BE49-F238E27FC236}">
                  <a16:creationId xmlns:a16="http://schemas.microsoft.com/office/drawing/2014/main" id="{2AD0844B-D510-6E94-8B3D-50D5DFE30DB5}"/>
                </a:ext>
              </a:extLst>
            </p:cNvPr>
            <p:cNvSpPr/>
            <p:nvPr/>
          </p:nvSpPr>
          <p:spPr>
            <a:xfrm>
              <a:off x="7438389" y="33489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574">
              <a:extLst>
                <a:ext uri="{FF2B5EF4-FFF2-40B4-BE49-F238E27FC236}">
                  <a16:creationId xmlns:a16="http://schemas.microsoft.com/office/drawing/2014/main" id="{5915F915-31DC-02DA-4716-B4CC2326530B}"/>
                </a:ext>
              </a:extLst>
            </p:cNvPr>
            <p:cNvSpPr/>
            <p:nvPr/>
          </p:nvSpPr>
          <p:spPr>
            <a:xfrm>
              <a:off x="7438389" y="3351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575">
              <a:extLst>
                <a:ext uri="{FF2B5EF4-FFF2-40B4-BE49-F238E27FC236}">
                  <a16:creationId xmlns:a16="http://schemas.microsoft.com/office/drawing/2014/main" id="{3F71F175-8187-69C9-D4E1-C70C3DC6B94E}"/>
                </a:ext>
              </a:extLst>
            </p:cNvPr>
            <p:cNvSpPr/>
            <p:nvPr/>
          </p:nvSpPr>
          <p:spPr>
            <a:xfrm>
              <a:off x="7438389" y="3355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576">
              <a:extLst>
                <a:ext uri="{FF2B5EF4-FFF2-40B4-BE49-F238E27FC236}">
                  <a16:creationId xmlns:a16="http://schemas.microsoft.com/office/drawing/2014/main" id="{66B6BC99-AFB9-064F-CBF5-9CEC4E35696F}"/>
                </a:ext>
              </a:extLst>
            </p:cNvPr>
            <p:cNvSpPr/>
            <p:nvPr/>
          </p:nvSpPr>
          <p:spPr>
            <a:xfrm>
              <a:off x="7438389" y="3359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577">
              <a:extLst>
                <a:ext uri="{FF2B5EF4-FFF2-40B4-BE49-F238E27FC236}">
                  <a16:creationId xmlns:a16="http://schemas.microsoft.com/office/drawing/2014/main" id="{F5769B9D-8E2D-C18D-973B-BA41ED654E15}"/>
                </a:ext>
              </a:extLst>
            </p:cNvPr>
            <p:cNvSpPr/>
            <p:nvPr/>
          </p:nvSpPr>
          <p:spPr>
            <a:xfrm>
              <a:off x="7438389" y="3362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578">
              <a:extLst>
                <a:ext uri="{FF2B5EF4-FFF2-40B4-BE49-F238E27FC236}">
                  <a16:creationId xmlns:a16="http://schemas.microsoft.com/office/drawing/2014/main" id="{2EEADF46-8085-E7A7-C275-1961AE534EC4}"/>
                </a:ext>
              </a:extLst>
            </p:cNvPr>
            <p:cNvSpPr/>
            <p:nvPr/>
          </p:nvSpPr>
          <p:spPr>
            <a:xfrm>
              <a:off x="7438389" y="3366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579">
              <a:extLst>
                <a:ext uri="{FF2B5EF4-FFF2-40B4-BE49-F238E27FC236}">
                  <a16:creationId xmlns:a16="http://schemas.microsoft.com/office/drawing/2014/main" id="{8E4017DE-CB42-59C4-CC93-21F948B6C162}"/>
                </a:ext>
              </a:extLst>
            </p:cNvPr>
            <p:cNvSpPr/>
            <p:nvPr/>
          </p:nvSpPr>
          <p:spPr>
            <a:xfrm>
              <a:off x="7438389" y="3370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580">
              <a:extLst>
                <a:ext uri="{FF2B5EF4-FFF2-40B4-BE49-F238E27FC236}">
                  <a16:creationId xmlns:a16="http://schemas.microsoft.com/office/drawing/2014/main" id="{25C352B7-764D-6295-FB28-6DF9E3DBAA6C}"/>
                </a:ext>
              </a:extLst>
            </p:cNvPr>
            <p:cNvSpPr/>
            <p:nvPr/>
          </p:nvSpPr>
          <p:spPr>
            <a:xfrm>
              <a:off x="7438389" y="3374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581">
              <a:extLst>
                <a:ext uri="{FF2B5EF4-FFF2-40B4-BE49-F238E27FC236}">
                  <a16:creationId xmlns:a16="http://schemas.microsoft.com/office/drawing/2014/main" id="{1A790AFE-3119-A458-5C02-0F3475C0C8B9}"/>
                </a:ext>
              </a:extLst>
            </p:cNvPr>
            <p:cNvSpPr/>
            <p:nvPr/>
          </p:nvSpPr>
          <p:spPr>
            <a:xfrm>
              <a:off x="7438389" y="3378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582">
              <a:extLst>
                <a:ext uri="{FF2B5EF4-FFF2-40B4-BE49-F238E27FC236}">
                  <a16:creationId xmlns:a16="http://schemas.microsoft.com/office/drawing/2014/main" id="{D25EEE24-B0F7-69FC-40FB-6E3DEB639856}"/>
                </a:ext>
              </a:extLst>
            </p:cNvPr>
            <p:cNvSpPr/>
            <p:nvPr/>
          </p:nvSpPr>
          <p:spPr>
            <a:xfrm>
              <a:off x="7438389" y="33820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583">
              <a:extLst>
                <a:ext uri="{FF2B5EF4-FFF2-40B4-BE49-F238E27FC236}">
                  <a16:creationId xmlns:a16="http://schemas.microsoft.com/office/drawing/2014/main" id="{0D77A8A2-E9C0-6BF1-5C89-3D55340BDD68}"/>
                </a:ext>
              </a:extLst>
            </p:cNvPr>
            <p:cNvSpPr/>
            <p:nvPr/>
          </p:nvSpPr>
          <p:spPr>
            <a:xfrm>
              <a:off x="7438389" y="33845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584">
              <a:extLst>
                <a:ext uri="{FF2B5EF4-FFF2-40B4-BE49-F238E27FC236}">
                  <a16:creationId xmlns:a16="http://schemas.microsoft.com/office/drawing/2014/main" id="{12ECCEF2-3FB3-0032-AFCE-FD923CC3D5B4}"/>
                </a:ext>
              </a:extLst>
            </p:cNvPr>
            <p:cNvSpPr/>
            <p:nvPr/>
          </p:nvSpPr>
          <p:spPr>
            <a:xfrm>
              <a:off x="7438389" y="33883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585">
              <a:extLst>
                <a:ext uri="{FF2B5EF4-FFF2-40B4-BE49-F238E27FC236}">
                  <a16:creationId xmlns:a16="http://schemas.microsoft.com/office/drawing/2014/main" id="{2C494552-4D39-8FFB-FA41-E8F8BE50C189}"/>
                </a:ext>
              </a:extLst>
            </p:cNvPr>
            <p:cNvSpPr/>
            <p:nvPr/>
          </p:nvSpPr>
          <p:spPr>
            <a:xfrm>
              <a:off x="7438389" y="3392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586">
              <a:extLst>
                <a:ext uri="{FF2B5EF4-FFF2-40B4-BE49-F238E27FC236}">
                  <a16:creationId xmlns:a16="http://schemas.microsoft.com/office/drawing/2014/main" id="{9417E608-8F6B-443C-F928-AA72B6E79E01}"/>
                </a:ext>
              </a:extLst>
            </p:cNvPr>
            <p:cNvSpPr/>
            <p:nvPr/>
          </p:nvSpPr>
          <p:spPr>
            <a:xfrm>
              <a:off x="7438389" y="3395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587">
              <a:extLst>
                <a:ext uri="{FF2B5EF4-FFF2-40B4-BE49-F238E27FC236}">
                  <a16:creationId xmlns:a16="http://schemas.microsoft.com/office/drawing/2014/main" id="{8F4AA07D-782B-D1FD-5712-7DB70E41F4A2}"/>
                </a:ext>
              </a:extLst>
            </p:cNvPr>
            <p:cNvSpPr/>
            <p:nvPr/>
          </p:nvSpPr>
          <p:spPr>
            <a:xfrm>
              <a:off x="7438389" y="3399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588">
              <a:extLst>
                <a:ext uri="{FF2B5EF4-FFF2-40B4-BE49-F238E27FC236}">
                  <a16:creationId xmlns:a16="http://schemas.microsoft.com/office/drawing/2014/main" id="{E2B0BB87-1206-83B5-EAAE-35527C993FEE}"/>
                </a:ext>
              </a:extLst>
            </p:cNvPr>
            <p:cNvSpPr/>
            <p:nvPr/>
          </p:nvSpPr>
          <p:spPr>
            <a:xfrm>
              <a:off x="7438389" y="3403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589">
              <a:extLst>
                <a:ext uri="{FF2B5EF4-FFF2-40B4-BE49-F238E27FC236}">
                  <a16:creationId xmlns:a16="http://schemas.microsoft.com/office/drawing/2014/main" id="{9476D01F-6107-909C-92FE-280ED297348E}"/>
                </a:ext>
              </a:extLst>
            </p:cNvPr>
            <p:cNvSpPr/>
            <p:nvPr/>
          </p:nvSpPr>
          <p:spPr>
            <a:xfrm>
              <a:off x="7438390" y="3196589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60" y="254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590">
              <a:extLst>
                <a:ext uri="{FF2B5EF4-FFF2-40B4-BE49-F238E27FC236}">
                  <a16:creationId xmlns:a16="http://schemas.microsoft.com/office/drawing/2014/main" id="{498FD024-8551-43FB-78EE-9F63B3D3DE3E}"/>
                </a:ext>
              </a:extLst>
            </p:cNvPr>
            <p:cNvSpPr/>
            <p:nvPr/>
          </p:nvSpPr>
          <p:spPr>
            <a:xfrm>
              <a:off x="7438389" y="3199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591">
              <a:extLst>
                <a:ext uri="{FF2B5EF4-FFF2-40B4-BE49-F238E27FC236}">
                  <a16:creationId xmlns:a16="http://schemas.microsoft.com/office/drawing/2014/main" id="{C6033E06-4FD7-EF8D-94B3-CEEBC6FAD11C}"/>
                </a:ext>
              </a:extLst>
            </p:cNvPr>
            <p:cNvSpPr/>
            <p:nvPr/>
          </p:nvSpPr>
          <p:spPr>
            <a:xfrm>
              <a:off x="7438389" y="3202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592">
              <a:extLst>
                <a:ext uri="{FF2B5EF4-FFF2-40B4-BE49-F238E27FC236}">
                  <a16:creationId xmlns:a16="http://schemas.microsoft.com/office/drawing/2014/main" id="{5EF5841C-5AE3-E60A-BC33-D14CE79267EF}"/>
                </a:ext>
              </a:extLst>
            </p:cNvPr>
            <p:cNvSpPr/>
            <p:nvPr/>
          </p:nvSpPr>
          <p:spPr>
            <a:xfrm>
              <a:off x="7438389" y="3206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593">
              <a:extLst>
                <a:ext uri="{FF2B5EF4-FFF2-40B4-BE49-F238E27FC236}">
                  <a16:creationId xmlns:a16="http://schemas.microsoft.com/office/drawing/2014/main" id="{FB073309-2F9C-EC08-EE53-DF2A445D1B49}"/>
                </a:ext>
              </a:extLst>
            </p:cNvPr>
            <p:cNvSpPr/>
            <p:nvPr/>
          </p:nvSpPr>
          <p:spPr>
            <a:xfrm>
              <a:off x="7438389" y="3210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594">
              <a:extLst>
                <a:ext uri="{FF2B5EF4-FFF2-40B4-BE49-F238E27FC236}">
                  <a16:creationId xmlns:a16="http://schemas.microsoft.com/office/drawing/2014/main" id="{B16FFF46-D6F2-A2C7-009D-3006B084AFCC}"/>
                </a:ext>
              </a:extLst>
            </p:cNvPr>
            <p:cNvSpPr/>
            <p:nvPr/>
          </p:nvSpPr>
          <p:spPr>
            <a:xfrm>
              <a:off x="7438389" y="3214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595">
              <a:extLst>
                <a:ext uri="{FF2B5EF4-FFF2-40B4-BE49-F238E27FC236}">
                  <a16:creationId xmlns:a16="http://schemas.microsoft.com/office/drawing/2014/main" id="{C1733050-6C80-AA5E-D3B3-0CB3D6B984FC}"/>
                </a:ext>
              </a:extLst>
            </p:cNvPr>
            <p:cNvSpPr/>
            <p:nvPr/>
          </p:nvSpPr>
          <p:spPr>
            <a:xfrm>
              <a:off x="7438389" y="3218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596">
              <a:extLst>
                <a:ext uri="{FF2B5EF4-FFF2-40B4-BE49-F238E27FC236}">
                  <a16:creationId xmlns:a16="http://schemas.microsoft.com/office/drawing/2014/main" id="{0F8C5D84-BFD1-5BAA-1080-B362D2BF7440}"/>
                </a:ext>
              </a:extLst>
            </p:cNvPr>
            <p:cNvSpPr/>
            <p:nvPr/>
          </p:nvSpPr>
          <p:spPr>
            <a:xfrm>
              <a:off x="7438389" y="32219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597">
              <a:extLst>
                <a:ext uri="{FF2B5EF4-FFF2-40B4-BE49-F238E27FC236}">
                  <a16:creationId xmlns:a16="http://schemas.microsoft.com/office/drawing/2014/main" id="{B46395E7-0087-E04C-DF46-0B9B168EDBDC}"/>
                </a:ext>
              </a:extLst>
            </p:cNvPr>
            <p:cNvSpPr/>
            <p:nvPr/>
          </p:nvSpPr>
          <p:spPr>
            <a:xfrm>
              <a:off x="7438389" y="32258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598">
              <a:extLst>
                <a:ext uri="{FF2B5EF4-FFF2-40B4-BE49-F238E27FC236}">
                  <a16:creationId xmlns:a16="http://schemas.microsoft.com/office/drawing/2014/main" id="{03A40F7E-234C-9DD5-DA0B-5D1D4D807EF4}"/>
                </a:ext>
              </a:extLst>
            </p:cNvPr>
            <p:cNvSpPr/>
            <p:nvPr/>
          </p:nvSpPr>
          <p:spPr>
            <a:xfrm>
              <a:off x="7438389" y="322834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80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599">
              <a:extLst>
                <a:ext uri="{FF2B5EF4-FFF2-40B4-BE49-F238E27FC236}">
                  <a16:creationId xmlns:a16="http://schemas.microsoft.com/office/drawing/2014/main" id="{C429B60C-E4DA-43A5-327F-487633D91EE8}"/>
                </a:ext>
              </a:extLst>
            </p:cNvPr>
            <p:cNvSpPr/>
            <p:nvPr/>
          </p:nvSpPr>
          <p:spPr>
            <a:xfrm>
              <a:off x="7438389" y="32334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600">
              <a:extLst>
                <a:ext uri="{FF2B5EF4-FFF2-40B4-BE49-F238E27FC236}">
                  <a16:creationId xmlns:a16="http://schemas.microsoft.com/office/drawing/2014/main" id="{205FF8E0-C7B6-FCE8-11C9-3977C1021F1C}"/>
                </a:ext>
              </a:extLst>
            </p:cNvPr>
            <p:cNvSpPr/>
            <p:nvPr/>
          </p:nvSpPr>
          <p:spPr>
            <a:xfrm>
              <a:off x="7438389" y="3235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601">
              <a:extLst>
                <a:ext uri="{FF2B5EF4-FFF2-40B4-BE49-F238E27FC236}">
                  <a16:creationId xmlns:a16="http://schemas.microsoft.com/office/drawing/2014/main" id="{CB7070A8-7BC5-A029-3897-252A97D89BA5}"/>
                </a:ext>
              </a:extLst>
            </p:cNvPr>
            <p:cNvSpPr/>
            <p:nvPr/>
          </p:nvSpPr>
          <p:spPr>
            <a:xfrm>
              <a:off x="7438389" y="3239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602">
              <a:extLst>
                <a:ext uri="{FF2B5EF4-FFF2-40B4-BE49-F238E27FC236}">
                  <a16:creationId xmlns:a16="http://schemas.microsoft.com/office/drawing/2014/main" id="{DBD16024-1C9A-C1A3-0A1E-BD2D9FD5CB6D}"/>
                </a:ext>
              </a:extLst>
            </p:cNvPr>
            <p:cNvSpPr/>
            <p:nvPr/>
          </p:nvSpPr>
          <p:spPr>
            <a:xfrm>
              <a:off x="7438389" y="3243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603">
              <a:extLst>
                <a:ext uri="{FF2B5EF4-FFF2-40B4-BE49-F238E27FC236}">
                  <a16:creationId xmlns:a16="http://schemas.microsoft.com/office/drawing/2014/main" id="{A34E10DD-C90D-5DE8-3D07-5EB8FB79C8C9}"/>
                </a:ext>
              </a:extLst>
            </p:cNvPr>
            <p:cNvSpPr/>
            <p:nvPr/>
          </p:nvSpPr>
          <p:spPr>
            <a:xfrm>
              <a:off x="7438389" y="3247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604">
              <a:extLst>
                <a:ext uri="{FF2B5EF4-FFF2-40B4-BE49-F238E27FC236}">
                  <a16:creationId xmlns:a16="http://schemas.microsoft.com/office/drawing/2014/main" id="{5B96DAA0-7313-53B5-DF46-3AC74B3C7AEE}"/>
                </a:ext>
              </a:extLst>
            </p:cNvPr>
            <p:cNvSpPr/>
            <p:nvPr/>
          </p:nvSpPr>
          <p:spPr>
            <a:xfrm>
              <a:off x="7438389" y="3251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605">
              <a:extLst>
                <a:ext uri="{FF2B5EF4-FFF2-40B4-BE49-F238E27FC236}">
                  <a16:creationId xmlns:a16="http://schemas.microsoft.com/office/drawing/2014/main" id="{475CFFA2-032A-6133-7360-12A02B36622A}"/>
                </a:ext>
              </a:extLst>
            </p:cNvPr>
            <p:cNvSpPr/>
            <p:nvPr/>
          </p:nvSpPr>
          <p:spPr>
            <a:xfrm>
              <a:off x="7438389" y="3255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606">
              <a:extLst>
                <a:ext uri="{FF2B5EF4-FFF2-40B4-BE49-F238E27FC236}">
                  <a16:creationId xmlns:a16="http://schemas.microsoft.com/office/drawing/2014/main" id="{A19B5364-11B0-BAEA-F8CF-1A2BC75FE96D}"/>
                </a:ext>
              </a:extLst>
            </p:cNvPr>
            <p:cNvSpPr/>
            <p:nvPr/>
          </p:nvSpPr>
          <p:spPr>
            <a:xfrm>
              <a:off x="7438389" y="325882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607">
              <a:extLst>
                <a:ext uri="{FF2B5EF4-FFF2-40B4-BE49-F238E27FC236}">
                  <a16:creationId xmlns:a16="http://schemas.microsoft.com/office/drawing/2014/main" id="{1943DAC1-5D0A-D4AB-A48E-D6F24EBA308F}"/>
                </a:ext>
              </a:extLst>
            </p:cNvPr>
            <p:cNvSpPr/>
            <p:nvPr/>
          </p:nvSpPr>
          <p:spPr>
            <a:xfrm>
              <a:off x="7438389" y="32613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608">
              <a:extLst>
                <a:ext uri="{FF2B5EF4-FFF2-40B4-BE49-F238E27FC236}">
                  <a16:creationId xmlns:a16="http://schemas.microsoft.com/office/drawing/2014/main" id="{031FAE97-0C17-45E7-4CF3-5CFC345373C8}"/>
                </a:ext>
              </a:extLst>
            </p:cNvPr>
            <p:cNvSpPr/>
            <p:nvPr/>
          </p:nvSpPr>
          <p:spPr>
            <a:xfrm>
              <a:off x="7438389" y="3265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609">
              <a:extLst>
                <a:ext uri="{FF2B5EF4-FFF2-40B4-BE49-F238E27FC236}">
                  <a16:creationId xmlns:a16="http://schemas.microsoft.com/office/drawing/2014/main" id="{D227390E-C1A9-2832-696B-DF868EECFA26}"/>
                </a:ext>
              </a:extLst>
            </p:cNvPr>
            <p:cNvSpPr/>
            <p:nvPr/>
          </p:nvSpPr>
          <p:spPr>
            <a:xfrm>
              <a:off x="7438389" y="3268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610">
              <a:extLst>
                <a:ext uri="{FF2B5EF4-FFF2-40B4-BE49-F238E27FC236}">
                  <a16:creationId xmlns:a16="http://schemas.microsoft.com/office/drawing/2014/main" id="{52A68E38-C3CD-A9B4-507F-FF597E02C7E3}"/>
                </a:ext>
              </a:extLst>
            </p:cNvPr>
            <p:cNvSpPr/>
            <p:nvPr/>
          </p:nvSpPr>
          <p:spPr>
            <a:xfrm>
              <a:off x="7438389" y="3272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611">
              <a:extLst>
                <a:ext uri="{FF2B5EF4-FFF2-40B4-BE49-F238E27FC236}">
                  <a16:creationId xmlns:a16="http://schemas.microsoft.com/office/drawing/2014/main" id="{848AC4F2-87F0-AD05-D906-36FAF6AAA86F}"/>
                </a:ext>
              </a:extLst>
            </p:cNvPr>
            <p:cNvSpPr/>
            <p:nvPr/>
          </p:nvSpPr>
          <p:spPr>
            <a:xfrm>
              <a:off x="7438389" y="3276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612">
              <a:extLst>
                <a:ext uri="{FF2B5EF4-FFF2-40B4-BE49-F238E27FC236}">
                  <a16:creationId xmlns:a16="http://schemas.microsoft.com/office/drawing/2014/main" id="{B7CB9DB7-7FA4-D1FE-80ED-41B89EF9344B}"/>
                </a:ext>
              </a:extLst>
            </p:cNvPr>
            <p:cNvSpPr/>
            <p:nvPr/>
          </p:nvSpPr>
          <p:spPr>
            <a:xfrm>
              <a:off x="7438389" y="3280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613">
              <a:extLst>
                <a:ext uri="{FF2B5EF4-FFF2-40B4-BE49-F238E27FC236}">
                  <a16:creationId xmlns:a16="http://schemas.microsoft.com/office/drawing/2014/main" id="{2813459E-1DEB-2CCC-DA5E-1F1AF9ACD9AE}"/>
                </a:ext>
              </a:extLst>
            </p:cNvPr>
            <p:cNvSpPr/>
            <p:nvPr/>
          </p:nvSpPr>
          <p:spPr>
            <a:xfrm>
              <a:off x="7438389" y="3284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614">
              <a:extLst>
                <a:ext uri="{FF2B5EF4-FFF2-40B4-BE49-F238E27FC236}">
                  <a16:creationId xmlns:a16="http://schemas.microsoft.com/office/drawing/2014/main" id="{9B47F2D6-F95F-05D7-0EDC-12BC446025EB}"/>
                </a:ext>
              </a:extLst>
            </p:cNvPr>
            <p:cNvSpPr/>
            <p:nvPr/>
          </p:nvSpPr>
          <p:spPr>
            <a:xfrm>
              <a:off x="7438389" y="3288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615">
              <a:extLst>
                <a:ext uri="{FF2B5EF4-FFF2-40B4-BE49-F238E27FC236}">
                  <a16:creationId xmlns:a16="http://schemas.microsoft.com/office/drawing/2014/main" id="{E9A30483-9F3A-82FF-A8EC-394881B4E8D3}"/>
                </a:ext>
              </a:extLst>
            </p:cNvPr>
            <p:cNvSpPr/>
            <p:nvPr/>
          </p:nvSpPr>
          <p:spPr>
            <a:xfrm>
              <a:off x="7438389" y="32918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616">
              <a:extLst>
                <a:ext uri="{FF2B5EF4-FFF2-40B4-BE49-F238E27FC236}">
                  <a16:creationId xmlns:a16="http://schemas.microsoft.com/office/drawing/2014/main" id="{2BEFC381-4C8C-A5E4-1A1C-6A7ADEF69645}"/>
                </a:ext>
              </a:extLst>
            </p:cNvPr>
            <p:cNvSpPr/>
            <p:nvPr/>
          </p:nvSpPr>
          <p:spPr>
            <a:xfrm>
              <a:off x="7438389" y="32956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617">
              <a:extLst>
                <a:ext uri="{FF2B5EF4-FFF2-40B4-BE49-F238E27FC236}">
                  <a16:creationId xmlns:a16="http://schemas.microsoft.com/office/drawing/2014/main" id="{0F1AA687-638D-5D43-B463-6DE6D08FD71E}"/>
                </a:ext>
              </a:extLst>
            </p:cNvPr>
            <p:cNvSpPr/>
            <p:nvPr/>
          </p:nvSpPr>
          <p:spPr>
            <a:xfrm>
              <a:off x="7438389" y="329819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79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618">
              <a:extLst>
                <a:ext uri="{FF2B5EF4-FFF2-40B4-BE49-F238E27FC236}">
                  <a16:creationId xmlns:a16="http://schemas.microsoft.com/office/drawing/2014/main" id="{E4BD8374-60D5-1326-D870-4E980C13A6FA}"/>
                </a:ext>
              </a:extLst>
            </p:cNvPr>
            <p:cNvSpPr/>
            <p:nvPr/>
          </p:nvSpPr>
          <p:spPr>
            <a:xfrm>
              <a:off x="7438390" y="309244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619">
              <a:extLst>
                <a:ext uri="{FF2B5EF4-FFF2-40B4-BE49-F238E27FC236}">
                  <a16:creationId xmlns:a16="http://schemas.microsoft.com/office/drawing/2014/main" id="{4837F11B-F04A-680A-BE65-8CAC853C3947}"/>
                </a:ext>
              </a:extLst>
            </p:cNvPr>
            <p:cNvSpPr/>
            <p:nvPr/>
          </p:nvSpPr>
          <p:spPr>
            <a:xfrm>
              <a:off x="7438389" y="3096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620">
              <a:extLst>
                <a:ext uri="{FF2B5EF4-FFF2-40B4-BE49-F238E27FC236}">
                  <a16:creationId xmlns:a16="http://schemas.microsoft.com/office/drawing/2014/main" id="{514AEADA-F727-18C2-6672-FB0C1BEE9E92}"/>
                </a:ext>
              </a:extLst>
            </p:cNvPr>
            <p:cNvSpPr/>
            <p:nvPr/>
          </p:nvSpPr>
          <p:spPr>
            <a:xfrm>
              <a:off x="7438389" y="3100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621">
              <a:extLst>
                <a:ext uri="{FF2B5EF4-FFF2-40B4-BE49-F238E27FC236}">
                  <a16:creationId xmlns:a16="http://schemas.microsoft.com/office/drawing/2014/main" id="{E8F50FFC-6084-A1F5-5BD6-846F2D66933E}"/>
                </a:ext>
              </a:extLst>
            </p:cNvPr>
            <p:cNvSpPr/>
            <p:nvPr/>
          </p:nvSpPr>
          <p:spPr>
            <a:xfrm>
              <a:off x="7438389" y="31038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622">
              <a:extLst>
                <a:ext uri="{FF2B5EF4-FFF2-40B4-BE49-F238E27FC236}">
                  <a16:creationId xmlns:a16="http://schemas.microsoft.com/office/drawing/2014/main" id="{22857564-BCBB-CA03-BE9B-663B1BE00E79}"/>
                </a:ext>
              </a:extLst>
            </p:cNvPr>
            <p:cNvSpPr/>
            <p:nvPr/>
          </p:nvSpPr>
          <p:spPr>
            <a:xfrm>
              <a:off x="7438389" y="31076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623">
              <a:extLst>
                <a:ext uri="{FF2B5EF4-FFF2-40B4-BE49-F238E27FC236}">
                  <a16:creationId xmlns:a16="http://schemas.microsoft.com/office/drawing/2014/main" id="{2188C11C-C7E7-4DD2-C133-AD0755F99DF0}"/>
                </a:ext>
              </a:extLst>
            </p:cNvPr>
            <p:cNvSpPr/>
            <p:nvPr/>
          </p:nvSpPr>
          <p:spPr>
            <a:xfrm>
              <a:off x="7438389" y="3111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624">
              <a:extLst>
                <a:ext uri="{FF2B5EF4-FFF2-40B4-BE49-F238E27FC236}">
                  <a16:creationId xmlns:a16="http://schemas.microsoft.com/office/drawing/2014/main" id="{D292EC3D-7675-1D79-C109-F1858BD3B542}"/>
                </a:ext>
              </a:extLst>
            </p:cNvPr>
            <p:cNvSpPr/>
            <p:nvPr/>
          </p:nvSpPr>
          <p:spPr>
            <a:xfrm>
              <a:off x="7438389" y="31153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625">
              <a:extLst>
                <a:ext uri="{FF2B5EF4-FFF2-40B4-BE49-F238E27FC236}">
                  <a16:creationId xmlns:a16="http://schemas.microsoft.com/office/drawing/2014/main" id="{25AFAA4A-80DA-CC67-6733-4F9902C2F700}"/>
                </a:ext>
              </a:extLst>
            </p:cNvPr>
            <p:cNvSpPr/>
            <p:nvPr/>
          </p:nvSpPr>
          <p:spPr>
            <a:xfrm>
              <a:off x="7438389" y="31178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626">
              <a:extLst>
                <a:ext uri="{FF2B5EF4-FFF2-40B4-BE49-F238E27FC236}">
                  <a16:creationId xmlns:a16="http://schemas.microsoft.com/office/drawing/2014/main" id="{57CAE1E6-8D48-0291-B5EF-582654DE641B}"/>
                </a:ext>
              </a:extLst>
            </p:cNvPr>
            <p:cNvSpPr/>
            <p:nvPr/>
          </p:nvSpPr>
          <p:spPr>
            <a:xfrm>
              <a:off x="7438389" y="31216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627">
              <a:extLst>
                <a:ext uri="{FF2B5EF4-FFF2-40B4-BE49-F238E27FC236}">
                  <a16:creationId xmlns:a16="http://schemas.microsoft.com/office/drawing/2014/main" id="{8BC9E92E-B4FD-9C2E-C55B-A2F02877FD0C}"/>
                </a:ext>
              </a:extLst>
            </p:cNvPr>
            <p:cNvSpPr/>
            <p:nvPr/>
          </p:nvSpPr>
          <p:spPr>
            <a:xfrm>
              <a:off x="7438389" y="31254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628">
              <a:extLst>
                <a:ext uri="{FF2B5EF4-FFF2-40B4-BE49-F238E27FC236}">
                  <a16:creationId xmlns:a16="http://schemas.microsoft.com/office/drawing/2014/main" id="{05D6E6C3-CE93-1EF8-945D-2B3C4E1163FA}"/>
                </a:ext>
              </a:extLst>
            </p:cNvPr>
            <p:cNvSpPr/>
            <p:nvPr/>
          </p:nvSpPr>
          <p:spPr>
            <a:xfrm>
              <a:off x="7438389" y="31292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629">
              <a:extLst>
                <a:ext uri="{FF2B5EF4-FFF2-40B4-BE49-F238E27FC236}">
                  <a16:creationId xmlns:a16="http://schemas.microsoft.com/office/drawing/2014/main" id="{55767068-EF9E-4540-E05D-92FE197102AF}"/>
                </a:ext>
              </a:extLst>
            </p:cNvPr>
            <p:cNvSpPr/>
            <p:nvPr/>
          </p:nvSpPr>
          <p:spPr>
            <a:xfrm>
              <a:off x="7438389" y="31330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630">
              <a:extLst>
                <a:ext uri="{FF2B5EF4-FFF2-40B4-BE49-F238E27FC236}">
                  <a16:creationId xmlns:a16="http://schemas.microsoft.com/office/drawing/2014/main" id="{1EA23D22-1D03-BE55-8240-A3A4342DAE08}"/>
                </a:ext>
              </a:extLst>
            </p:cNvPr>
            <p:cNvSpPr/>
            <p:nvPr/>
          </p:nvSpPr>
          <p:spPr>
            <a:xfrm>
              <a:off x="7438389" y="31369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631">
              <a:extLst>
                <a:ext uri="{FF2B5EF4-FFF2-40B4-BE49-F238E27FC236}">
                  <a16:creationId xmlns:a16="http://schemas.microsoft.com/office/drawing/2014/main" id="{27C2488C-E150-A89C-3468-9971CE363696}"/>
                </a:ext>
              </a:extLst>
            </p:cNvPr>
            <p:cNvSpPr/>
            <p:nvPr/>
          </p:nvSpPr>
          <p:spPr>
            <a:xfrm>
              <a:off x="7438389" y="31407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632">
              <a:extLst>
                <a:ext uri="{FF2B5EF4-FFF2-40B4-BE49-F238E27FC236}">
                  <a16:creationId xmlns:a16="http://schemas.microsoft.com/office/drawing/2014/main" id="{89FD303D-EB5A-B6B6-7C14-5191C8D8D074}"/>
                </a:ext>
              </a:extLst>
            </p:cNvPr>
            <p:cNvSpPr/>
            <p:nvPr/>
          </p:nvSpPr>
          <p:spPr>
            <a:xfrm>
              <a:off x="7438389" y="314325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80">
                  <a:moveTo>
                    <a:pt x="124205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242059" y="507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633">
              <a:extLst>
                <a:ext uri="{FF2B5EF4-FFF2-40B4-BE49-F238E27FC236}">
                  <a16:creationId xmlns:a16="http://schemas.microsoft.com/office/drawing/2014/main" id="{AB9C3537-C920-E241-466C-F2554B0F1841}"/>
                </a:ext>
              </a:extLst>
            </p:cNvPr>
            <p:cNvSpPr/>
            <p:nvPr/>
          </p:nvSpPr>
          <p:spPr>
            <a:xfrm>
              <a:off x="7438389" y="31483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634">
              <a:extLst>
                <a:ext uri="{FF2B5EF4-FFF2-40B4-BE49-F238E27FC236}">
                  <a16:creationId xmlns:a16="http://schemas.microsoft.com/office/drawing/2014/main" id="{661160FE-DDB9-1E61-4121-9B25B54EC764}"/>
                </a:ext>
              </a:extLst>
            </p:cNvPr>
            <p:cNvSpPr/>
            <p:nvPr/>
          </p:nvSpPr>
          <p:spPr>
            <a:xfrm>
              <a:off x="7438389" y="31508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635">
              <a:extLst>
                <a:ext uri="{FF2B5EF4-FFF2-40B4-BE49-F238E27FC236}">
                  <a16:creationId xmlns:a16="http://schemas.microsoft.com/office/drawing/2014/main" id="{5A25414F-5186-C857-6331-CD517D6178A0}"/>
                </a:ext>
              </a:extLst>
            </p:cNvPr>
            <p:cNvSpPr/>
            <p:nvPr/>
          </p:nvSpPr>
          <p:spPr>
            <a:xfrm>
              <a:off x="7438389" y="31546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636">
              <a:extLst>
                <a:ext uri="{FF2B5EF4-FFF2-40B4-BE49-F238E27FC236}">
                  <a16:creationId xmlns:a16="http://schemas.microsoft.com/office/drawing/2014/main" id="{BDD1EB94-7E26-07BB-1224-6008C581FF5E}"/>
                </a:ext>
              </a:extLst>
            </p:cNvPr>
            <p:cNvSpPr/>
            <p:nvPr/>
          </p:nvSpPr>
          <p:spPr>
            <a:xfrm>
              <a:off x="7438389" y="31584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637">
              <a:extLst>
                <a:ext uri="{FF2B5EF4-FFF2-40B4-BE49-F238E27FC236}">
                  <a16:creationId xmlns:a16="http://schemas.microsoft.com/office/drawing/2014/main" id="{588AE71B-82F1-FA35-45D0-8F1C9E72DF63}"/>
                </a:ext>
              </a:extLst>
            </p:cNvPr>
            <p:cNvSpPr/>
            <p:nvPr/>
          </p:nvSpPr>
          <p:spPr>
            <a:xfrm>
              <a:off x="7438389" y="31623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638">
              <a:extLst>
                <a:ext uri="{FF2B5EF4-FFF2-40B4-BE49-F238E27FC236}">
                  <a16:creationId xmlns:a16="http://schemas.microsoft.com/office/drawing/2014/main" id="{D88298E7-4EA9-1279-AE00-BA000D5795D1}"/>
                </a:ext>
              </a:extLst>
            </p:cNvPr>
            <p:cNvSpPr/>
            <p:nvPr/>
          </p:nvSpPr>
          <p:spPr>
            <a:xfrm>
              <a:off x="7438389" y="3166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639">
              <a:extLst>
                <a:ext uri="{FF2B5EF4-FFF2-40B4-BE49-F238E27FC236}">
                  <a16:creationId xmlns:a16="http://schemas.microsoft.com/office/drawing/2014/main" id="{F832967C-92D2-5D93-7A85-83C8E091330C}"/>
                </a:ext>
              </a:extLst>
            </p:cNvPr>
            <p:cNvSpPr/>
            <p:nvPr/>
          </p:nvSpPr>
          <p:spPr>
            <a:xfrm>
              <a:off x="7438389" y="3169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640">
              <a:extLst>
                <a:ext uri="{FF2B5EF4-FFF2-40B4-BE49-F238E27FC236}">
                  <a16:creationId xmlns:a16="http://schemas.microsoft.com/office/drawing/2014/main" id="{25B8C3D2-6188-9F63-3C0D-B741469132B5}"/>
                </a:ext>
              </a:extLst>
            </p:cNvPr>
            <p:cNvSpPr/>
            <p:nvPr/>
          </p:nvSpPr>
          <p:spPr>
            <a:xfrm>
              <a:off x="7438389" y="3173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641">
              <a:extLst>
                <a:ext uri="{FF2B5EF4-FFF2-40B4-BE49-F238E27FC236}">
                  <a16:creationId xmlns:a16="http://schemas.microsoft.com/office/drawing/2014/main" id="{088A6EA8-FFD8-44D2-DE9F-FBCD09BC960D}"/>
                </a:ext>
              </a:extLst>
            </p:cNvPr>
            <p:cNvSpPr/>
            <p:nvPr/>
          </p:nvSpPr>
          <p:spPr>
            <a:xfrm>
              <a:off x="7438389" y="317754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642">
              <a:extLst>
                <a:ext uri="{FF2B5EF4-FFF2-40B4-BE49-F238E27FC236}">
                  <a16:creationId xmlns:a16="http://schemas.microsoft.com/office/drawing/2014/main" id="{57DCC8B9-334B-B2CB-091F-5AA4446D0C15}"/>
                </a:ext>
              </a:extLst>
            </p:cNvPr>
            <p:cNvSpPr/>
            <p:nvPr/>
          </p:nvSpPr>
          <p:spPr>
            <a:xfrm>
              <a:off x="7438389" y="318008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80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643">
              <a:extLst>
                <a:ext uri="{FF2B5EF4-FFF2-40B4-BE49-F238E27FC236}">
                  <a16:creationId xmlns:a16="http://schemas.microsoft.com/office/drawing/2014/main" id="{872339DE-7FBB-DA6C-01EF-92FE20D9941D}"/>
                </a:ext>
              </a:extLst>
            </p:cNvPr>
            <p:cNvSpPr/>
            <p:nvPr/>
          </p:nvSpPr>
          <p:spPr>
            <a:xfrm>
              <a:off x="7438389" y="31851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644">
              <a:extLst>
                <a:ext uri="{FF2B5EF4-FFF2-40B4-BE49-F238E27FC236}">
                  <a16:creationId xmlns:a16="http://schemas.microsoft.com/office/drawing/2014/main" id="{B86C2EC3-D530-161F-F6D3-50AA6703C47B}"/>
                </a:ext>
              </a:extLst>
            </p:cNvPr>
            <p:cNvSpPr/>
            <p:nvPr/>
          </p:nvSpPr>
          <p:spPr>
            <a:xfrm>
              <a:off x="7438389" y="3187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645">
              <a:extLst>
                <a:ext uri="{FF2B5EF4-FFF2-40B4-BE49-F238E27FC236}">
                  <a16:creationId xmlns:a16="http://schemas.microsoft.com/office/drawing/2014/main" id="{71FFAC09-1C3E-C969-8925-3E7DFBAFF1C2}"/>
                </a:ext>
              </a:extLst>
            </p:cNvPr>
            <p:cNvSpPr/>
            <p:nvPr/>
          </p:nvSpPr>
          <p:spPr>
            <a:xfrm>
              <a:off x="7438389" y="3191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646">
              <a:extLst>
                <a:ext uri="{FF2B5EF4-FFF2-40B4-BE49-F238E27FC236}">
                  <a16:creationId xmlns:a16="http://schemas.microsoft.com/office/drawing/2014/main" id="{82C5DEED-F31F-7A28-3FD5-7EE8399F74AD}"/>
                </a:ext>
              </a:extLst>
            </p:cNvPr>
            <p:cNvSpPr/>
            <p:nvPr/>
          </p:nvSpPr>
          <p:spPr>
            <a:xfrm>
              <a:off x="7438389" y="3195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647">
              <a:extLst>
                <a:ext uri="{FF2B5EF4-FFF2-40B4-BE49-F238E27FC236}">
                  <a16:creationId xmlns:a16="http://schemas.microsoft.com/office/drawing/2014/main" id="{B14B09FE-ACF1-97E1-8B4C-6FFBC005197C}"/>
                </a:ext>
              </a:extLst>
            </p:cNvPr>
            <p:cNvSpPr/>
            <p:nvPr/>
          </p:nvSpPr>
          <p:spPr>
            <a:xfrm>
              <a:off x="7438390" y="298957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648">
              <a:extLst>
                <a:ext uri="{FF2B5EF4-FFF2-40B4-BE49-F238E27FC236}">
                  <a16:creationId xmlns:a16="http://schemas.microsoft.com/office/drawing/2014/main" id="{D9AAB527-7293-8976-CD01-58435D671C94}"/>
                </a:ext>
              </a:extLst>
            </p:cNvPr>
            <p:cNvSpPr/>
            <p:nvPr/>
          </p:nvSpPr>
          <p:spPr>
            <a:xfrm>
              <a:off x="7438389" y="2993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649">
              <a:extLst>
                <a:ext uri="{FF2B5EF4-FFF2-40B4-BE49-F238E27FC236}">
                  <a16:creationId xmlns:a16="http://schemas.microsoft.com/office/drawing/2014/main" id="{0973605C-EB30-9C8C-8E7F-F16454742A11}"/>
                </a:ext>
              </a:extLst>
            </p:cNvPr>
            <p:cNvSpPr/>
            <p:nvPr/>
          </p:nvSpPr>
          <p:spPr>
            <a:xfrm>
              <a:off x="7438389" y="2997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650">
              <a:extLst>
                <a:ext uri="{FF2B5EF4-FFF2-40B4-BE49-F238E27FC236}">
                  <a16:creationId xmlns:a16="http://schemas.microsoft.com/office/drawing/2014/main" id="{99001B72-E0DF-65D3-54E8-A5FDF51AE7A0}"/>
                </a:ext>
              </a:extLst>
            </p:cNvPr>
            <p:cNvSpPr/>
            <p:nvPr/>
          </p:nvSpPr>
          <p:spPr>
            <a:xfrm>
              <a:off x="7438389" y="3001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651">
              <a:extLst>
                <a:ext uri="{FF2B5EF4-FFF2-40B4-BE49-F238E27FC236}">
                  <a16:creationId xmlns:a16="http://schemas.microsoft.com/office/drawing/2014/main" id="{327F1E12-98A5-D5E5-E9D1-73185436C9C9}"/>
                </a:ext>
              </a:extLst>
            </p:cNvPr>
            <p:cNvSpPr/>
            <p:nvPr/>
          </p:nvSpPr>
          <p:spPr>
            <a:xfrm>
              <a:off x="7438389" y="3004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652">
              <a:extLst>
                <a:ext uri="{FF2B5EF4-FFF2-40B4-BE49-F238E27FC236}">
                  <a16:creationId xmlns:a16="http://schemas.microsoft.com/office/drawing/2014/main" id="{D010C49D-571C-0A0E-CAD3-2532507F82E6}"/>
                </a:ext>
              </a:extLst>
            </p:cNvPr>
            <p:cNvSpPr/>
            <p:nvPr/>
          </p:nvSpPr>
          <p:spPr>
            <a:xfrm>
              <a:off x="7438389" y="30086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653">
              <a:extLst>
                <a:ext uri="{FF2B5EF4-FFF2-40B4-BE49-F238E27FC236}">
                  <a16:creationId xmlns:a16="http://schemas.microsoft.com/office/drawing/2014/main" id="{2955822A-B8A9-A02E-4267-FB74F2A64170}"/>
                </a:ext>
              </a:extLst>
            </p:cNvPr>
            <p:cNvSpPr/>
            <p:nvPr/>
          </p:nvSpPr>
          <p:spPr>
            <a:xfrm>
              <a:off x="7438389" y="3011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654">
              <a:extLst>
                <a:ext uri="{FF2B5EF4-FFF2-40B4-BE49-F238E27FC236}">
                  <a16:creationId xmlns:a16="http://schemas.microsoft.com/office/drawing/2014/main" id="{939D6283-1BF6-6A0B-CA53-A28E5C09CEA8}"/>
                </a:ext>
              </a:extLst>
            </p:cNvPr>
            <p:cNvSpPr/>
            <p:nvPr/>
          </p:nvSpPr>
          <p:spPr>
            <a:xfrm>
              <a:off x="7438389" y="3014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655">
              <a:extLst>
                <a:ext uri="{FF2B5EF4-FFF2-40B4-BE49-F238E27FC236}">
                  <a16:creationId xmlns:a16="http://schemas.microsoft.com/office/drawing/2014/main" id="{64045290-03D7-0B6C-CC4E-C382A4B2BD96}"/>
                </a:ext>
              </a:extLst>
            </p:cNvPr>
            <p:cNvSpPr/>
            <p:nvPr/>
          </p:nvSpPr>
          <p:spPr>
            <a:xfrm>
              <a:off x="7438389" y="3018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656">
              <a:extLst>
                <a:ext uri="{FF2B5EF4-FFF2-40B4-BE49-F238E27FC236}">
                  <a16:creationId xmlns:a16="http://schemas.microsoft.com/office/drawing/2014/main" id="{8833260B-490B-2894-F592-BB5951B43CEB}"/>
                </a:ext>
              </a:extLst>
            </p:cNvPr>
            <p:cNvSpPr/>
            <p:nvPr/>
          </p:nvSpPr>
          <p:spPr>
            <a:xfrm>
              <a:off x="7438389" y="3022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657">
              <a:extLst>
                <a:ext uri="{FF2B5EF4-FFF2-40B4-BE49-F238E27FC236}">
                  <a16:creationId xmlns:a16="http://schemas.microsoft.com/office/drawing/2014/main" id="{31859147-B272-55A2-3FA0-9C88362FFEF2}"/>
                </a:ext>
              </a:extLst>
            </p:cNvPr>
            <p:cNvSpPr/>
            <p:nvPr/>
          </p:nvSpPr>
          <p:spPr>
            <a:xfrm>
              <a:off x="7438389" y="3026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658">
              <a:extLst>
                <a:ext uri="{FF2B5EF4-FFF2-40B4-BE49-F238E27FC236}">
                  <a16:creationId xmlns:a16="http://schemas.microsoft.com/office/drawing/2014/main" id="{3F0793FF-D707-7A6B-6A35-CA036F91B8FD}"/>
                </a:ext>
              </a:extLst>
            </p:cNvPr>
            <p:cNvSpPr/>
            <p:nvPr/>
          </p:nvSpPr>
          <p:spPr>
            <a:xfrm>
              <a:off x="7438389" y="3030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659">
              <a:extLst>
                <a:ext uri="{FF2B5EF4-FFF2-40B4-BE49-F238E27FC236}">
                  <a16:creationId xmlns:a16="http://schemas.microsoft.com/office/drawing/2014/main" id="{2319F909-0DE9-CAAD-B87A-990668833E0A}"/>
                </a:ext>
              </a:extLst>
            </p:cNvPr>
            <p:cNvSpPr/>
            <p:nvPr/>
          </p:nvSpPr>
          <p:spPr>
            <a:xfrm>
              <a:off x="7438389" y="3034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660">
              <a:extLst>
                <a:ext uri="{FF2B5EF4-FFF2-40B4-BE49-F238E27FC236}">
                  <a16:creationId xmlns:a16="http://schemas.microsoft.com/office/drawing/2014/main" id="{A3FFC12D-E4DE-DD48-3298-68B7FAEC0953}"/>
                </a:ext>
              </a:extLst>
            </p:cNvPr>
            <p:cNvSpPr/>
            <p:nvPr/>
          </p:nvSpPr>
          <p:spPr>
            <a:xfrm>
              <a:off x="7438389" y="303784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661">
              <a:extLst>
                <a:ext uri="{FF2B5EF4-FFF2-40B4-BE49-F238E27FC236}">
                  <a16:creationId xmlns:a16="http://schemas.microsoft.com/office/drawing/2014/main" id="{ED5C8701-A2B6-3D24-A4C9-B7955776E0D3}"/>
                </a:ext>
              </a:extLst>
            </p:cNvPr>
            <p:cNvSpPr/>
            <p:nvPr/>
          </p:nvSpPr>
          <p:spPr>
            <a:xfrm>
              <a:off x="7438389" y="304038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80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662">
              <a:extLst>
                <a:ext uri="{FF2B5EF4-FFF2-40B4-BE49-F238E27FC236}">
                  <a16:creationId xmlns:a16="http://schemas.microsoft.com/office/drawing/2014/main" id="{774CDEFF-4BC0-7E23-3C2C-ABAA2430C1E2}"/>
                </a:ext>
              </a:extLst>
            </p:cNvPr>
            <p:cNvSpPr/>
            <p:nvPr/>
          </p:nvSpPr>
          <p:spPr>
            <a:xfrm>
              <a:off x="7438389" y="30454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663">
              <a:extLst>
                <a:ext uri="{FF2B5EF4-FFF2-40B4-BE49-F238E27FC236}">
                  <a16:creationId xmlns:a16="http://schemas.microsoft.com/office/drawing/2014/main" id="{631257BF-4828-583B-9990-5704D7ACE882}"/>
                </a:ext>
              </a:extLst>
            </p:cNvPr>
            <p:cNvSpPr/>
            <p:nvPr/>
          </p:nvSpPr>
          <p:spPr>
            <a:xfrm>
              <a:off x="7438389" y="30480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664">
              <a:extLst>
                <a:ext uri="{FF2B5EF4-FFF2-40B4-BE49-F238E27FC236}">
                  <a16:creationId xmlns:a16="http://schemas.microsoft.com/office/drawing/2014/main" id="{E4DF72CB-7E3F-A430-B633-94AE4E6E7B7C}"/>
                </a:ext>
              </a:extLst>
            </p:cNvPr>
            <p:cNvSpPr/>
            <p:nvPr/>
          </p:nvSpPr>
          <p:spPr>
            <a:xfrm>
              <a:off x="7438389" y="3051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665">
              <a:extLst>
                <a:ext uri="{FF2B5EF4-FFF2-40B4-BE49-F238E27FC236}">
                  <a16:creationId xmlns:a16="http://schemas.microsoft.com/office/drawing/2014/main" id="{6CCB7C33-7DA6-6830-7A51-64090D57FB55}"/>
                </a:ext>
              </a:extLst>
            </p:cNvPr>
            <p:cNvSpPr/>
            <p:nvPr/>
          </p:nvSpPr>
          <p:spPr>
            <a:xfrm>
              <a:off x="7438389" y="3055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666">
              <a:extLst>
                <a:ext uri="{FF2B5EF4-FFF2-40B4-BE49-F238E27FC236}">
                  <a16:creationId xmlns:a16="http://schemas.microsoft.com/office/drawing/2014/main" id="{6E61BB98-C475-4EBB-3D3B-2AD402D48A3E}"/>
                </a:ext>
              </a:extLst>
            </p:cNvPr>
            <p:cNvSpPr/>
            <p:nvPr/>
          </p:nvSpPr>
          <p:spPr>
            <a:xfrm>
              <a:off x="7438389" y="3059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667">
              <a:extLst>
                <a:ext uri="{FF2B5EF4-FFF2-40B4-BE49-F238E27FC236}">
                  <a16:creationId xmlns:a16="http://schemas.microsoft.com/office/drawing/2014/main" id="{66FD0661-8E7E-A91E-2AC5-A1D670A1C726}"/>
                </a:ext>
              </a:extLst>
            </p:cNvPr>
            <p:cNvSpPr/>
            <p:nvPr/>
          </p:nvSpPr>
          <p:spPr>
            <a:xfrm>
              <a:off x="7438389" y="30632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668">
              <a:extLst>
                <a:ext uri="{FF2B5EF4-FFF2-40B4-BE49-F238E27FC236}">
                  <a16:creationId xmlns:a16="http://schemas.microsoft.com/office/drawing/2014/main" id="{E3CDAE55-6965-BAED-43AF-8403456E39A9}"/>
                </a:ext>
              </a:extLst>
            </p:cNvPr>
            <p:cNvSpPr/>
            <p:nvPr/>
          </p:nvSpPr>
          <p:spPr>
            <a:xfrm>
              <a:off x="7438389" y="3067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669">
              <a:extLst>
                <a:ext uri="{FF2B5EF4-FFF2-40B4-BE49-F238E27FC236}">
                  <a16:creationId xmlns:a16="http://schemas.microsoft.com/office/drawing/2014/main" id="{19EDCB0A-9A9D-26EE-9216-F46355902E22}"/>
                </a:ext>
              </a:extLst>
            </p:cNvPr>
            <p:cNvSpPr/>
            <p:nvPr/>
          </p:nvSpPr>
          <p:spPr>
            <a:xfrm>
              <a:off x="7438389" y="30708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670">
              <a:extLst>
                <a:ext uri="{FF2B5EF4-FFF2-40B4-BE49-F238E27FC236}">
                  <a16:creationId xmlns:a16="http://schemas.microsoft.com/office/drawing/2014/main" id="{33ED6BE2-46BC-8267-B0A5-DDD94CD08F25}"/>
                </a:ext>
              </a:extLst>
            </p:cNvPr>
            <p:cNvSpPr/>
            <p:nvPr/>
          </p:nvSpPr>
          <p:spPr>
            <a:xfrm>
              <a:off x="7438389" y="30746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671">
              <a:extLst>
                <a:ext uri="{FF2B5EF4-FFF2-40B4-BE49-F238E27FC236}">
                  <a16:creationId xmlns:a16="http://schemas.microsoft.com/office/drawing/2014/main" id="{C80EE1E5-3885-0A81-FFCF-2C65EAF21A3C}"/>
                </a:ext>
              </a:extLst>
            </p:cNvPr>
            <p:cNvSpPr/>
            <p:nvPr/>
          </p:nvSpPr>
          <p:spPr>
            <a:xfrm>
              <a:off x="7438389" y="30772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672">
              <a:extLst>
                <a:ext uri="{FF2B5EF4-FFF2-40B4-BE49-F238E27FC236}">
                  <a16:creationId xmlns:a16="http://schemas.microsoft.com/office/drawing/2014/main" id="{F19FBF7E-9994-B6A6-FE65-50E30C9CF5A3}"/>
                </a:ext>
              </a:extLst>
            </p:cNvPr>
            <p:cNvSpPr/>
            <p:nvPr/>
          </p:nvSpPr>
          <p:spPr>
            <a:xfrm>
              <a:off x="7438389" y="30810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673">
              <a:extLst>
                <a:ext uri="{FF2B5EF4-FFF2-40B4-BE49-F238E27FC236}">
                  <a16:creationId xmlns:a16="http://schemas.microsoft.com/office/drawing/2014/main" id="{EC4769A0-DD04-9AB6-6127-FE9CB90E8EC0}"/>
                </a:ext>
              </a:extLst>
            </p:cNvPr>
            <p:cNvSpPr/>
            <p:nvPr/>
          </p:nvSpPr>
          <p:spPr>
            <a:xfrm>
              <a:off x="7438389" y="30848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674">
              <a:extLst>
                <a:ext uri="{FF2B5EF4-FFF2-40B4-BE49-F238E27FC236}">
                  <a16:creationId xmlns:a16="http://schemas.microsoft.com/office/drawing/2014/main" id="{07333679-3413-A18A-FAFF-59D0E2675027}"/>
                </a:ext>
              </a:extLst>
            </p:cNvPr>
            <p:cNvSpPr/>
            <p:nvPr/>
          </p:nvSpPr>
          <p:spPr>
            <a:xfrm>
              <a:off x="7438389" y="30886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675">
              <a:extLst>
                <a:ext uri="{FF2B5EF4-FFF2-40B4-BE49-F238E27FC236}">
                  <a16:creationId xmlns:a16="http://schemas.microsoft.com/office/drawing/2014/main" id="{C7FA9C85-1936-6630-8D52-77FE76DF8FF4}"/>
                </a:ext>
              </a:extLst>
            </p:cNvPr>
            <p:cNvSpPr/>
            <p:nvPr/>
          </p:nvSpPr>
          <p:spPr>
            <a:xfrm>
              <a:off x="7438389" y="3092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676">
              <a:extLst>
                <a:ext uri="{FF2B5EF4-FFF2-40B4-BE49-F238E27FC236}">
                  <a16:creationId xmlns:a16="http://schemas.microsoft.com/office/drawing/2014/main" id="{66D1C99B-4EF5-D2FE-E5E8-6DC6A0E5D3B1}"/>
                </a:ext>
              </a:extLst>
            </p:cNvPr>
            <p:cNvSpPr/>
            <p:nvPr/>
          </p:nvSpPr>
          <p:spPr>
            <a:xfrm>
              <a:off x="7438390" y="288543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677">
              <a:extLst>
                <a:ext uri="{FF2B5EF4-FFF2-40B4-BE49-F238E27FC236}">
                  <a16:creationId xmlns:a16="http://schemas.microsoft.com/office/drawing/2014/main" id="{011019D9-3928-08F0-94CA-E359CC85CB48}"/>
                </a:ext>
              </a:extLst>
            </p:cNvPr>
            <p:cNvSpPr/>
            <p:nvPr/>
          </p:nvSpPr>
          <p:spPr>
            <a:xfrm>
              <a:off x="7438389" y="288925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678">
              <a:extLst>
                <a:ext uri="{FF2B5EF4-FFF2-40B4-BE49-F238E27FC236}">
                  <a16:creationId xmlns:a16="http://schemas.microsoft.com/office/drawing/2014/main" id="{8054458F-9B01-4D9C-6A85-A4EC3C8B2B8D}"/>
                </a:ext>
              </a:extLst>
            </p:cNvPr>
            <p:cNvSpPr/>
            <p:nvPr/>
          </p:nvSpPr>
          <p:spPr>
            <a:xfrm>
              <a:off x="7438389" y="2891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679">
              <a:extLst>
                <a:ext uri="{FF2B5EF4-FFF2-40B4-BE49-F238E27FC236}">
                  <a16:creationId xmlns:a16="http://schemas.microsoft.com/office/drawing/2014/main" id="{2B19F1EF-5BF6-B484-B55D-54CE0C1CE65D}"/>
                </a:ext>
              </a:extLst>
            </p:cNvPr>
            <p:cNvSpPr/>
            <p:nvPr/>
          </p:nvSpPr>
          <p:spPr>
            <a:xfrm>
              <a:off x="7438389" y="2895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680">
              <a:extLst>
                <a:ext uri="{FF2B5EF4-FFF2-40B4-BE49-F238E27FC236}">
                  <a16:creationId xmlns:a16="http://schemas.microsoft.com/office/drawing/2014/main" id="{32D76808-9AD0-80A0-B112-CE2C66784E56}"/>
                </a:ext>
              </a:extLst>
            </p:cNvPr>
            <p:cNvSpPr/>
            <p:nvPr/>
          </p:nvSpPr>
          <p:spPr>
            <a:xfrm>
              <a:off x="7438389" y="2899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681">
              <a:extLst>
                <a:ext uri="{FF2B5EF4-FFF2-40B4-BE49-F238E27FC236}">
                  <a16:creationId xmlns:a16="http://schemas.microsoft.com/office/drawing/2014/main" id="{9679B699-78BC-C843-211E-9E7AA98F9FFC}"/>
                </a:ext>
              </a:extLst>
            </p:cNvPr>
            <p:cNvSpPr/>
            <p:nvPr/>
          </p:nvSpPr>
          <p:spPr>
            <a:xfrm>
              <a:off x="7438389" y="2903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682">
              <a:extLst>
                <a:ext uri="{FF2B5EF4-FFF2-40B4-BE49-F238E27FC236}">
                  <a16:creationId xmlns:a16="http://schemas.microsoft.com/office/drawing/2014/main" id="{71702CED-6842-6F8C-C57D-0B2E28CE4D0F}"/>
                </a:ext>
              </a:extLst>
            </p:cNvPr>
            <p:cNvSpPr/>
            <p:nvPr/>
          </p:nvSpPr>
          <p:spPr>
            <a:xfrm>
              <a:off x="7438389" y="29070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683">
              <a:extLst>
                <a:ext uri="{FF2B5EF4-FFF2-40B4-BE49-F238E27FC236}">
                  <a16:creationId xmlns:a16="http://schemas.microsoft.com/office/drawing/2014/main" id="{F59FE8CC-4916-285A-8DB1-0543B4AAA758}"/>
                </a:ext>
              </a:extLst>
            </p:cNvPr>
            <p:cNvSpPr/>
            <p:nvPr/>
          </p:nvSpPr>
          <p:spPr>
            <a:xfrm>
              <a:off x="7438389" y="29108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684">
              <a:extLst>
                <a:ext uri="{FF2B5EF4-FFF2-40B4-BE49-F238E27FC236}">
                  <a16:creationId xmlns:a16="http://schemas.microsoft.com/office/drawing/2014/main" id="{C3235515-A495-3051-798F-66267AA4BCBE}"/>
                </a:ext>
              </a:extLst>
            </p:cNvPr>
            <p:cNvSpPr/>
            <p:nvPr/>
          </p:nvSpPr>
          <p:spPr>
            <a:xfrm>
              <a:off x="7438389" y="29146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685">
              <a:extLst>
                <a:ext uri="{FF2B5EF4-FFF2-40B4-BE49-F238E27FC236}">
                  <a16:creationId xmlns:a16="http://schemas.microsoft.com/office/drawing/2014/main" id="{B2112EEB-0513-85A8-4711-1B6E642E870C}"/>
                </a:ext>
              </a:extLst>
            </p:cNvPr>
            <p:cNvSpPr/>
            <p:nvPr/>
          </p:nvSpPr>
          <p:spPr>
            <a:xfrm>
              <a:off x="7438389" y="29184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686">
              <a:extLst>
                <a:ext uri="{FF2B5EF4-FFF2-40B4-BE49-F238E27FC236}">
                  <a16:creationId xmlns:a16="http://schemas.microsoft.com/office/drawing/2014/main" id="{275CC1A1-590D-D468-1234-0029BE7B38A1}"/>
                </a:ext>
              </a:extLst>
            </p:cNvPr>
            <p:cNvSpPr/>
            <p:nvPr/>
          </p:nvSpPr>
          <p:spPr>
            <a:xfrm>
              <a:off x="7438389" y="292227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687">
              <a:extLst>
                <a:ext uri="{FF2B5EF4-FFF2-40B4-BE49-F238E27FC236}">
                  <a16:creationId xmlns:a16="http://schemas.microsoft.com/office/drawing/2014/main" id="{F360AB58-53BD-3B1F-E032-2A5DE49670E5}"/>
                </a:ext>
              </a:extLst>
            </p:cNvPr>
            <p:cNvSpPr/>
            <p:nvPr/>
          </p:nvSpPr>
          <p:spPr>
            <a:xfrm>
              <a:off x="7438389" y="29248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688">
              <a:extLst>
                <a:ext uri="{FF2B5EF4-FFF2-40B4-BE49-F238E27FC236}">
                  <a16:creationId xmlns:a16="http://schemas.microsoft.com/office/drawing/2014/main" id="{1DC93C39-B170-90D7-CF62-1570FA878021}"/>
                </a:ext>
              </a:extLst>
            </p:cNvPr>
            <p:cNvSpPr/>
            <p:nvPr/>
          </p:nvSpPr>
          <p:spPr>
            <a:xfrm>
              <a:off x="7438389" y="29286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689">
              <a:extLst>
                <a:ext uri="{FF2B5EF4-FFF2-40B4-BE49-F238E27FC236}">
                  <a16:creationId xmlns:a16="http://schemas.microsoft.com/office/drawing/2014/main" id="{380E552C-1836-AEFB-3E36-047209452CF5}"/>
                </a:ext>
              </a:extLst>
            </p:cNvPr>
            <p:cNvSpPr/>
            <p:nvPr/>
          </p:nvSpPr>
          <p:spPr>
            <a:xfrm>
              <a:off x="7438389" y="29324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690">
              <a:extLst>
                <a:ext uri="{FF2B5EF4-FFF2-40B4-BE49-F238E27FC236}">
                  <a16:creationId xmlns:a16="http://schemas.microsoft.com/office/drawing/2014/main" id="{E4EFF68D-B44F-3532-D724-B00FF6E687AD}"/>
                </a:ext>
              </a:extLst>
            </p:cNvPr>
            <p:cNvSpPr/>
            <p:nvPr/>
          </p:nvSpPr>
          <p:spPr>
            <a:xfrm>
              <a:off x="7438389" y="29362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691">
              <a:extLst>
                <a:ext uri="{FF2B5EF4-FFF2-40B4-BE49-F238E27FC236}">
                  <a16:creationId xmlns:a16="http://schemas.microsoft.com/office/drawing/2014/main" id="{DB4B90F3-4420-DCA8-2E93-8E448A0FC3A6}"/>
                </a:ext>
              </a:extLst>
            </p:cNvPr>
            <p:cNvSpPr/>
            <p:nvPr/>
          </p:nvSpPr>
          <p:spPr>
            <a:xfrm>
              <a:off x="7438389" y="29400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692">
              <a:extLst>
                <a:ext uri="{FF2B5EF4-FFF2-40B4-BE49-F238E27FC236}">
                  <a16:creationId xmlns:a16="http://schemas.microsoft.com/office/drawing/2014/main" id="{D6F257CA-D508-8ED9-4A5E-5FA7D0B78731}"/>
                </a:ext>
              </a:extLst>
            </p:cNvPr>
            <p:cNvSpPr/>
            <p:nvPr/>
          </p:nvSpPr>
          <p:spPr>
            <a:xfrm>
              <a:off x="7438389" y="29438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693">
              <a:extLst>
                <a:ext uri="{FF2B5EF4-FFF2-40B4-BE49-F238E27FC236}">
                  <a16:creationId xmlns:a16="http://schemas.microsoft.com/office/drawing/2014/main" id="{B55AC791-0C3D-6B68-D3BC-EC94DE2BEBEF}"/>
                </a:ext>
              </a:extLst>
            </p:cNvPr>
            <p:cNvSpPr/>
            <p:nvPr/>
          </p:nvSpPr>
          <p:spPr>
            <a:xfrm>
              <a:off x="7438389" y="29476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694">
              <a:extLst>
                <a:ext uri="{FF2B5EF4-FFF2-40B4-BE49-F238E27FC236}">
                  <a16:creationId xmlns:a16="http://schemas.microsoft.com/office/drawing/2014/main" id="{EE4C2BBD-D4D5-39A9-BAAB-EE57EA8DBD6B}"/>
                </a:ext>
              </a:extLst>
            </p:cNvPr>
            <p:cNvSpPr/>
            <p:nvPr/>
          </p:nvSpPr>
          <p:spPr>
            <a:xfrm>
              <a:off x="7438389" y="29514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695">
              <a:extLst>
                <a:ext uri="{FF2B5EF4-FFF2-40B4-BE49-F238E27FC236}">
                  <a16:creationId xmlns:a16="http://schemas.microsoft.com/office/drawing/2014/main" id="{B26ED963-E687-3199-3877-3E63D66076F1}"/>
                </a:ext>
              </a:extLst>
            </p:cNvPr>
            <p:cNvSpPr/>
            <p:nvPr/>
          </p:nvSpPr>
          <p:spPr>
            <a:xfrm>
              <a:off x="7438389" y="29552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696">
              <a:extLst>
                <a:ext uri="{FF2B5EF4-FFF2-40B4-BE49-F238E27FC236}">
                  <a16:creationId xmlns:a16="http://schemas.microsoft.com/office/drawing/2014/main" id="{7EE4D167-01BE-2A9C-E99A-E655B4A1E9D1}"/>
                </a:ext>
              </a:extLst>
            </p:cNvPr>
            <p:cNvSpPr/>
            <p:nvPr/>
          </p:nvSpPr>
          <p:spPr>
            <a:xfrm>
              <a:off x="7438389" y="29591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697">
              <a:extLst>
                <a:ext uri="{FF2B5EF4-FFF2-40B4-BE49-F238E27FC236}">
                  <a16:creationId xmlns:a16="http://schemas.microsoft.com/office/drawing/2014/main" id="{F21AAFDB-AE4A-204E-3805-8F503F71FFC7}"/>
                </a:ext>
              </a:extLst>
            </p:cNvPr>
            <p:cNvSpPr/>
            <p:nvPr/>
          </p:nvSpPr>
          <p:spPr>
            <a:xfrm>
              <a:off x="7438389" y="29629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698">
              <a:extLst>
                <a:ext uri="{FF2B5EF4-FFF2-40B4-BE49-F238E27FC236}">
                  <a16:creationId xmlns:a16="http://schemas.microsoft.com/office/drawing/2014/main" id="{CB1CFA23-15D2-2AC7-028C-738F37716A00}"/>
                </a:ext>
              </a:extLst>
            </p:cNvPr>
            <p:cNvSpPr/>
            <p:nvPr/>
          </p:nvSpPr>
          <p:spPr>
            <a:xfrm>
              <a:off x="7438389" y="29654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699">
              <a:extLst>
                <a:ext uri="{FF2B5EF4-FFF2-40B4-BE49-F238E27FC236}">
                  <a16:creationId xmlns:a16="http://schemas.microsoft.com/office/drawing/2014/main" id="{A4CCDFB2-4094-39D4-617E-FD9593FA41BB}"/>
                </a:ext>
              </a:extLst>
            </p:cNvPr>
            <p:cNvSpPr/>
            <p:nvPr/>
          </p:nvSpPr>
          <p:spPr>
            <a:xfrm>
              <a:off x="7438389" y="29692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700">
              <a:extLst>
                <a:ext uri="{FF2B5EF4-FFF2-40B4-BE49-F238E27FC236}">
                  <a16:creationId xmlns:a16="http://schemas.microsoft.com/office/drawing/2014/main" id="{1BD93BDA-8555-6A95-CBAE-E5C3F7A1AA69}"/>
                </a:ext>
              </a:extLst>
            </p:cNvPr>
            <p:cNvSpPr/>
            <p:nvPr/>
          </p:nvSpPr>
          <p:spPr>
            <a:xfrm>
              <a:off x="7438389" y="29730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701">
              <a:extLst>
                <a:ext uri="{FF2B5EF4-FFF2-40B4-BE49-F238E27FC236}">
                  <a16:creationId xmlns:a16="http://schemas.microsoft.com/office/drawing/2014/main" id="{16D13E71-01E5-1D4D-24FC-5BCA2DB69C92}"/>
                </a:ext>
              </a:extLst>
            </p:cNvPr>
            <p:cNvSpPr/>
            <p:nvPr/>
          </p:nvSpPr>
          <p:spPr>
            <a:xfrm>
              <a:off x="7438389" y="29768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702">
              <a:extLst>
                <a:ext uri="{FF2B5EF4-FFF2-40B4-BE49-F238E27FC236}">
                  <a16:creationId xmlns:a16="http://schemas.microsoft.com/office/drawing/2014/main" id="{F2581038-4AE6-3306-9562-C230444D2BB3}"/>
                </a:ext>
              </a:extLst>
            </p:cNvPr>
            <p:cNvSpPr/>
            <p:nvPr/>
          </p:nvSpPr>
          <p:spPr>
            <a:xfrm>
              <a:off x="7438389" y="29806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703">
              <a:extLst>
                <a:ext uri="{FF2B5EF4-FFF2-40B4-BE49-F238E27FC236}">
                  <a16:creationId xmlns:a16="http://schemas.microsoft.com/office/drawing/2014/main" id="{3C74515C-3EBE-9C39-BCB7-91B439B48EC8}"/>
                </a:ext>
              </a:extLst>
            </p:cNvPr>
            <p:cNvSpPr/>
            <p:nvPr/>
          </p:nvSpPr>
          <p:spPr>
            <a:xfrm>
              <a:off x="7438389" y="29845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704">
              <a:extLst>
                <a:ext uri="{FF2B5EF4-FFF2-40B4-BE49-F238E27FC236}">
                  <a16:creationId xmlns:a16="http://schemas.microsoft.com/office/drawing/2014/main" id="{D2AC65DB-DC12-BC99-8AC9-026852788715}"/>
                </a:ext>
              </a:extLst>
            </p:cNvPr>
            <p:cNvSpPr/>
            <p:nvPr/>
          </p:nvSpPr>
          <p:spPr>
            <a:xfrm>
              <a:off x="7438389" y="29883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705">
              <a:extLst>
                <a:ext uri="{FF2B5EF4-FFF2-40B4-BE49-F238E27FC236}">
                  <a16:creationId xmlns:a16="http://schemas.microsoft.com/office/drawing/2014/main" id="{0FFCA8FE-5828-396D-DB9C-A881E3366757}"/>
                </a:ext>
              </a:extLst>
            </p:cNvPr>
            <p:cNvSpPr/>
            <p:nvPr/>
          </p:nvSpPr>
          <p:spPr>
            <a:xfrm>
              <a:off x="7438390" y="278129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706">
              <a:extLst>
                <a:ext uri="{FF2B5EF4-FFF2-40B4-BE49-F238E27FC236}">
                  <a16:creationId xmlns:a16="http://schemas.microsoft.com/office/drawing/2014/main" id="{31513827-6A7B-5865-2E50-9C73D216A3A2}"/>
                </a:ext>
              </a:extLst>
            </p:cNvPr>
            <p:cNvSpPr/>
            <p:nvPr/>
          </p:nvSpPr>
          <p:spPr>
            <a:xfrm>
              <a:off x="7438389" y="27851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707">
              <a:extLst>
                <a:ext uri="{FF2B5EF4-FFF2-40B4-BE49-F238E27FC236}">
                  <a16:creationId xmlns:a16="http://schemas.microsoft.com/office/drawing/2014/main" id="{99C8C58F-2D74-C4F4-3680-4AD44D4364F1}"/>
                </a:ext>
              </a:extLst>
            </p:cNvPr>
            <p:cNvSpPr/>
            <p:nvPr/>
          </p:nvSpPr>
          <p:spPr>
            <a:xfrm>
              <a:off x="7438389" y="27889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708">
              <a:extLst>
                <a:ext uri="{FF2B5EF4-FFF2-40B4-BE49-F238E27FC236}">
                  <a16:creationId xmlns:a16="http://schemas.microsoft.com/office/drawing/2014/main" id="{6D5B6465-0F98-5D72-B777-7F841D372648}"/>
                </a:ext>
              </a:extLst>
            </p:cNvPr>
            <p:cNvSpPr/>
            <p:nvPr/>
          </p:nvSpPr>
          <p:spPr>
            <a:xfrm>
              <a:off x="7438389" y="27927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709">
              <a:extLst>
                <a:ext uri="{FF2B5EF4-FFF2-40B4-BE49-F238E27FC236}">
                  <a16:creationId xmlns:a16="http://schemas.microsoft.com/office/drawing/2014/main" id="{2948E903-CE9C-6E43-2763-6979984D3458}"/>
                </a:ext>
              </a:extLst>
            </p:cNvPr>
            <p:cNvSpPr/>
            <p:nvPr/>
          </p:nvSpPr>
          <p:spPr>
            <a:xfrm>
              <a:off x="7438389" y="27965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710">
              <a:extLst>
                <a:ext uri="{FF2B5EF4-FFF2-40B4-BE49-F238E27FC236}">
                  <a16:creationId xmlns:a16="http://schemas.microsoft.com/office/drawing/2014/main" id="{52F0931F-F393-BD4B-A40F-2FA9F4C38AE0}"/>
                </a:ext>
              </a:extLst>
            </p:cNvPr>
            <p:cNvSpPr/>
            <p:nvPr/>
          </p:nvSpPr>
          <p:spPr>
            <a:xfrm>
              <a:off x="7438389" y="28003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711">
              <a:extLst>
                <a:ext uri="{FF2B5EF4-FFF2-40B4-BE49-F238E27FC236}">
                  <a16:creationId xmlns:a16="http://schemas.microsoft.com/office/drawing/2014/main" id="{45F13DBF-9DC8-8F9A-ED82-E4D0CAE65CC4}"/>
                </a:ext>
              </a:extLst>
            </p:cNvPr>
            <p:cNvSpPr/>
            <p:nvPr/>
          </p:nvSpPr>
          <p:spPr>
            <a:xfrm>
              <a:off x="7438389" y="280416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712">
              <a:extLst>
                <a:ext uri="{FF2B5EF4-FFF2-40B4-BE49-F238E27FC236}">
                  <a16:creationId xmlns:a16="http://schemas.microsoft.com/office/drawing/2014/main" id="{DEE28323-F09C-BD62-C260-95CF4CC1FD05}"/>
                </a:ext>
              </a:extLst>
            </p:cNvPr>
            <p:cNvSpPr/>
            <p:nvPr/>
          </p:nvSpPr>
          <p:spPr>
            <a:xfrm>
              <a:off x="7438389" y="28067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713">
              <a:extLst>
                <a:ext uri="{FF2B5EF4-FFF2-40B4-BE49-F238E27FC236}">
                  <a16:creationId xmlns:a16="http://schemas.microsoft.com/office/drawing/2014/main" id="{3A930740-55DF-3CD1-1988-836DAEC411BC}"/>
                </a:ext>
              </a:extLst>
            </p:cNvPr>
            <p:cNvSpPr/>
            <p:nvPr/>
          </p:nvSpPr>
          <p:spPr>
            <a:xfrm>
              <a:off x="7438389" y="28105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714">
              <a:extLst>
                <a:ext uri="{FF2B5EF4-FFF2-40B4-BE49-F238E27FC236}">
                  <a16:creationId xmlns:a16="http://schemas.microsoft.com/office/drawing/2014/main" id="{8B41EC36-B2BD-6AF7-1173-94CFF52D1871}"/>
                </a:ext>
              </a:extLst>
            </p:cNvPr>
            <p:cNvSpPr/>
            <p:nvPr/>
          </p:nvSpPr>
          <p:spPr>
            <a:xfrm>
              <a:off x="7438389" y="2814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715">
              <a:extLst>
                <a:ext uri="{FF2B5EF4-FFF2-40B4-BE49-F238E27FC236}">
                  <a16:creationId xmlns:a16="http://schemas.microsoft.com/office/drawing/2014/main" id="{7F2710A5-AAA5-90D7-4607-DE334DA26895}"/>
                </a:ext>
              </a:extLst>
            </p:cNvPr>
            <p:cNvSpPr/>
            <p:nvPr/>
          </p:nvSpPr>
          <p:spPr>
            <a:xfrm>
              <a:off x="7438389" y="2818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716">
              <a:extLst>
                <a:ext uri="{FF2B5EF4-FFF2-40B4-BE49-F238E27FC236}">
                  <a16:creationId xmlns:a16="http://schemas.microsoft.com/office/drawing/2014/main" id="{E96D1EE6-8BA5-F8D9-CCEE-D85B966E7103}"/>
                </a:ext>
              </a:extLst>
            </p:cNvPr>
            <p:cNvSpPr/>
            <p:nvPr/>
          </p:nvSpPr>
          <p:spPr>
            <a:xfrm>
              <a:off x="7438389" y="2821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717">
              <a:extLst>
                <a:ext uri="{FF2B5EF4-FFF2-40B4-BE49-F238E27FC236}">
                  <a16:creationId xmlns:a16="http://schemas.microsoft.com/office/drawing/2014/main" id="{08B2F208-B581-9104-9836-A4A964419944}"/>
                </a:ext>
              </a:extLst>
            </p:cNvPr>
            <p:cNvSpPr/>
            <p:nvPr/>
          </p:nvSpPr>
          <p:spPr>
            <a:xfrm>
              <a:off x="7438389" y="2825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718">
              <a:extLst>
                <a:ext uri="{FF2B5EF4-FFF2-40B4-BE49-F238E27FC236}">
                  <a16:creationId xmlns:a16="http://schemas.microsoft.com/office/drawing/2014/main" id="{40BEA7A9-A28D-8603-4010-C6E8D1EC1608}"/>
                </a:ext>
              </a:extLst>
            </p:cNvPr>
            <p:cNvSpPr/>
            <p:nvPr/>
          </p:nvSpPr>
          <p:spPr>
            <a:xfrm>
              <a:off x="7438389" y="2829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719">
              <a:extLst>
                <a:ext uri="{FF2B5EF4-FFF2-40B4-BE49-F238E27FC236}">
                  <a16:creationId xmlns:a16="http://schemas.microsoft.com/office/drawing/2014/main" id="{669E4478-0AD3-14DE-8DBD-2D2C184B4FFF}"/>
                </a:ext>
              </a:extLst>
            </p:cNvPr>
            <p:cNvSpPr/>
            <p:nvPr/>
          </p:nvSpPr>
          <p:spPr>
            <a:xfrm>
              <a:off x="7438389" y="2833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720">
              <a:extLst>
                <a:ext uri="{FF2B5EF4-FFF2-40B4-BE49-F238E27FC236}">
                  <a16:creationId xmlns:a16="http://schemas.microsoft.com/office/drawing/2014/main" id="{A47FF374-70A7-7217-F7BD-A6834F9A1864}"/>
                </a:ext>
              </a:extLst>
            </p:cNvPr>
            <p:cNvSpPr/>
            <p:nvPr/>
          </p:nvSpPr>
          <p:spPr>
            <a:xfrm>
              <a:off x="7438389" y="2837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721">
              <a:extLst>
                <a:ext uri="{FF2B5EF4-FFF2-40B4-BE49-F238E27FC236}">
                  <a16:creationId xmlns:a16="http://schemas.microsoft.com/office/drawing/2014/main" id="{6C8DC297-F1E2-F075-A64B-457B9BD3D488}"/>
                </a:ext>
              </a:extLst>
            </p:cNvPr>
            <p:cNvSpPr/>
            <p:nvPr/>
          </p:nvSpPr>
          <p:spPr>
            <a:xfrm>
              <a:off x="7438389" y="28409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722">
              <a:extLst>
                <a:ext uri="{FF2B5EF4-FFF2-40B4-BE49-F238E27FC236}">
                  <a16:creationId xmlns:a16="http://schemas.microsoft.com/office/drawing/2014/main" id="{6EB61BD1-FF68-B570-FEFD-EE80F531D02D}"/>
                </a:ext>
              </a:extLst>
            </p:cNvPr>
            <p:cNvSpPr/>
            <p:nvPr/>
          </p:nvSpPr>
          <p:spPr>
            <a:xfrm>
              <a:off x="7438389" y="28435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723">
              <a:extLst>
                <a:ext uri="{FF2B5EF4-FFF2-40B4-BE49-F238E27FC236}">
                  <a16:creationId xmlns:a16="http://schemas.microsoft.com/office/drawing/2014/main" id="{25E3E015-E90B-17D9-1EDE-CEF68F88F3D6}"/>
                </a:ext>
              </a:extLst>
            </p:cNvPr>
            <p:cNvSpPr/>
            <p:nvPr/>
          </p:nvSpPr>
          <p:spPr>
            <a:xfrm>
              <a:off x="7438389" y="2847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724">
              <a:extLst>
                <a:ext uri="{FF2B5EF4-FFF2-40B4-BE49-F238E27FC236}">
                  <a16:creationId xmlns:a16="http://schemas.microsoft.com/office/drawing/2014/main" id="{B82FEF76-2AE2-87B4-F371-8623D9A4ACBD}"/>
                </a:ext>
              </a:extLst>
            </p:cNvPr>
            <p:cNvSpPr/>
            <p:nvPr/>
          </p:nvSpPr>
          <p:spPr>
            <a:xfrm>
              <a:off x="7438389" y="2851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725">
              <a:extLst>
                <a:ext uri="{FF2B5EF4-FFF2-40B4-BE49-F238E27FC236}">
                  <a16:creationId xmlns:a16="http://schemas.microsoft.com/office/drawing/2014/main" id="{1C7BA415-281B-1AE9-98FD-F9BD8B21B9A8}"/>
                </a:ext>
              </a:extLst>
            </p:cNvPr>
            <p:cNvSpPr/>
            <p:nvPr/>
          </p:nvSpPr>
          <p:spPr>
            <a:xfrm>
              <a:off x="7438389" y="2854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726">
              <a:extLst>
                <a:ext uri="{FF2B5EF4-FFF2-40B4-BE49-F238E27FC236}">
                  <a16:creationId xmlns:a16="http://schemas.microsoft.com/office/drawing/2014/main" id="{DC773688-7C58-7CEA-2C1C-47B4182AAA7E}"/>
                </a:ext>
              </a:extLst>
            </p:cNvPr>
            <p:cNvSpPr/>
            <p:nvPr/>
          </p:nvSpPr>
          <p:spPr>
            <a:xfrm>
              <a:off x="7438389" y="2858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727">
              <a:extLst>
                <a:ext uri="{FF2B5EF4-FFF2-40B4-BE49-F238E27FC236}">
                  <a16:creationId xmlns:a16="http://schemas.microsoft.com/office/drawing/2014/main" id="{BC2EA73A-18C6-9211-EC2F-D93B402AC466}"/>
                </a:ext>
              </a:extLst>
            </p:cNvPr>
            <p:cNvSpPr/>
            <p:nvPr/>
          </p:nvSpPr>
          <p:spPr>
            <a:xfrm>
              <a:off x="7438389" y="2862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728">
              <a:extLst>
                <a:ext uri="{FF2B5EF4-FFF2-40B4-BE49-F238E27FC236}">
                  <a16:creationId xmlns:a16="http://schemas.microsoft.com/office/drawing/2014/main" id="{BDFA980F-3C54-AF34-D543-BC45F71D1BD1}"/>
                </a:ext>
              </a:extLst>
            </p:cNvPr>
            <p:cNvSpPr/>
            <p:nvPr/>
          </p:nvSpPr>
          <p:spPr>
            <a:xfrm>
              <a:off x="7438389" y="286639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729">
              <a:extLst>
                <a:ext uri="{FF2B5EF4-FFF2-40B4-BE49-F238E27FC236}">
                  <a16:creationId xmlns:a16="http://schemas.microsoft.com/office/drawing/2014/main" id="{25A2C6EE-629C-D2B2-43AE-5453E0BD9A5F}"/>
                </a:ext>
              </a:extLst>
            </p:cNvPr>
            <p:cNvSpPr/>
            <p:nvPr/>
          </p:nvSpPr>
          <p:spPr>
            <a:xfrm>
              <a:off x="7438389" y="2868930"/>
              <a:ext cx="1242060" cy="5080"/>
            </a:xfrm>
            <a:custGeom>
              <a:avLst/>
              <a:gdLst/>
              <a:ahLst/>
              <a:cxnLst/>
              <a:rect l="l" t="t" r="r" b="b"/>
              <a:pathLst>
                <a:path w="1242059" h="5080">
                  <a:moveTo>
                    <a:pt x="12420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242059" y="508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730">
              <a:extLst>
                <a:ext uri="{FF2B5EF4-FFF2-40B4-BE49-F238E27FC236}">
                  <a16:creationId xmlns:a16="http://schemas.microsoft.com/office/drawing/2014/main" id="{5F707B89-38A5-84BF-1CE4-0E48F6920E4B}"/>
                </a:ext>
              </a:extLst>
            </p:cNvPr>
            <p:cNvSpPr/>
            <p:nvPr/>
          </p:nvSpPr>
          <p:spPr>
            <a:xfrm>
              <a:off x="7438389" y="287401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731">
              <a:extLst>
                <a:ext uri="{FF2B5EF4-FFF2-40B4-BE49-F238E27FC236}">
                  <a16:creationId xmlns:a16="http://schemas.microsoft.com/office/drawing/2014/main" id="{563309DC-B5F8-5D4F-FB35-8BF283A5C631}"/>
                </a:ext>
              </a:extLst>
            </p:cNvPr>
            <p:cNvSpPr/>
            <p:nvPr/>
          </p:nvSpPr>
          <p:spPr>
            <a:xfrm>
              <a:off x="7438389" y="28765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732">
              <a:extLst>
                <a:ext uri="{FF2B5EF4-FFF2-40B4-BE49-F238E27FC236}">
                  <a16:creationId xmlns:a16="http://schemas.microsoft.com/office/drawing/2014/main" id="{1EAA8BEE-50B7-0DC2-F414-9839AA23B1C9}"/>
                </a:ext>
              </a:extLst>
            </p:cNvPr>
            <p:cNvSpPr/>
            <p:nvPr/>
          </p:nvSpPr>
          <p:spPr>
            <a:xfrm>
              <a:off x="7438389" y="28803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733">
              <a:extLst>
                <a:ext uri="{FF2B5EF4-FFF2-40B4-BE49-F238E27FC236}">
                  <a16:creationId xmlns:a16="http://schemas.microsoft.com/office/drawing/2014/main" id="{69C65F31-0B61-225B-2A34-B5F27486EFA5}"/>
                </a:ext>
              </a:extLst>
            </p:cNvPr>
            <p:cNvSpPr/>
            <p:nvPr/>
          </p:nvSpPr>
          <p:spPr>
            <a:xfrm>
              <a:off x="7438389" y="2884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734">
              <a:extLst>
                <a:ext uri="{FF2B5EF4-FFF2-40B4-BE49-F238E27FC236}">
                  <a16:creationId xmlns:a16="http://schemas.microsoft.com/office/drawing/2014/main" id="{7BD84DCB-F9B4-7E4B-C3B7-70146E76A980}"/>
                </a:ext>
              </a:extLst>
            </p:cNvPr>
            <p:cNvSpPr/>
            <p:nvPr/>
          </p:nvSpPr>
          <p:spPr>
            <a:xfrm>
              <a:off x="7438390" y="2677159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60" y="3810"/>
                  </a:lnTo>
                  <a:lnTo>
                    <a:pt x="1242060" y="0"/>
                  </a:lnTo>
                  <a:close/>
                </a:path>
              </a:pathLst>
            </a:custGeom>
            <a:solidFill>
              <a:srgbClr val="ADE1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735">
              <a:extLst>
                <a:ext uri="{FF2B5EF4-FFF2-40B4-BE49-F238E27FC236}">
                  <a16:creationId xmlns:a16="http://schemas.microsoft.com/office/drawing/2014/main" id="{0F1E8FA2-2722-7AEF-F491-3484C17B41F4}"/>
                </a:ext>
              </a:extLst>
            </p:cNvPr>
            <p:cNvSpPr/>
            <p:nvPr/>
          </p:nvSpPr>
          <p:spPr>
            <a:xfrm>
              <a:off x="7438389" y="26809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A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736">
              <a:extLst>
                <a:ext uri="{FF2B5EF4-FFF2-40B4-BE49-F238E27FC236}">
                  <a16:creationId xmlns:a16="http://schemas.microsoft.com/office/drawing/2014/main" id="{F189F784-8996-17CC-ADA7-B873A92D59A6}"/>
                </a:ext>
              </a:extLst>
            </p:cNvPr>
            <p:cNvSpPr/>
            <p:nvPr/>
          </p:nvSpPr>
          <p:spPr>
            <a:xfrm>
              <a:off x="7438389" y="268478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7D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737">
              <a:extLst>
                <a:ext uri="{FF2B5EF4-FFF2-40B4-BE49-F238E27FC236}">
                  <a16:creationId xmlns:a16="http://schemas.microsoft.com/office/drawing/2014/main" id="{F93B5B70-F82E-74AD-E7C9-0F7473FBBA72}"/>
                </a:ext>
              </a:extLst>
            </p:cNvPr>
            <p:cNvSpPr/>
            <p:nvPr/>
          </p:nvSpPr>
          <p:spPr>
            <a:xfrm>
              <a:off x="7438389" y="26873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4D5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738">
              <a:extLst>
                <a:ext uri="{FF2B5EF4-FFF2-40B4-BE49-F238E27FC236}">
                  <a16:creationId xmlns:a16="http://schemas.microsoft.com/office/drawing/2014/main" id="{F493C74F-0E20-6C94-1BE3-12D2FE15C3DE}"/>
                </a:ext>
              </a:extLst>
            </p:cNvPr>
            <p:cNvSpPr/>
            <p:nvPr/>
          </p:nvSpPr>
          <p:spPr>
            <a:xfrm>
              <a:off x="7438389" y="269113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A0D1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739">
              <a:extLst>
                <a:ext uri="{FF2B5EF4-FFF2-40B4-BE49-F238E27FC236}">
                  <a16:creationId xmlns:a16="http://schemas.microsoft.com/office/drawing/2014/main" id="{897233F8-E50B-1626-CECA-502DE4F50D2F}"/>
                </a:ext>
              </a:extLst>
            </p:cNvPr>
            <p:cNvSpPr/>
            <p:nvPr/>
          </p:nvSpPr>
          <p:spPr>
            <a:xfrm>
              <a:off x="7438389" y="26949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DCC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740">
              <a:extLst>
                <a:ext uri="{FF2B5EF4-FFF2-40B4-BE49-F238E27FC236}">
                  <a16:creationId xmlns:a16="http://schemas.microsoft.com/office/drawing/2014/main" id="{5CE58D95-C9A3-AB9B-93F1-2D6802527A4E}"/>
                </a:ext>
              </a:extLst>
            </p:cNvPr>
            <p:cNvSpPr/>
            <p:nvPr/>
          </p:nvSpPr>
          <p:spPr>
            <a:xfrm>
              <a:off x="7438389" y="26987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AC8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741">
              <a:extLst>
                <a:ext uri="{FF2B5EF4-FFF2-40B4-BE49-F238E27FC236}">
                  <a16:creationId xmlns:a16="http://schemas.microsoft.com/office/drawing/2014/main" id="{29415B77-5533-834E-11DD-465C72288586}"/>
                </a:ext>
              </a:extLst>
            </p:cNvPr>
            <p:cNvSpPr/>
            <p:nvPr/>
          </p:nvSpPr>
          <p:spPr>
            <a:xfrm>
              <a:off x="7438389" y="27025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7C4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742">
              <a:extLst>
                <a:ext uri="{FF2B5EF4-FFF2-40B4-BE49-F238E27FC236}">
                  <a16:creationId xmlns:a16="http://schemas.microsoft.com/office/drawing/2014/main" id="{E49C96F7-8555-BAE8-465A-F333C563F1CF}"/>
                </a:ext>
              </a:extLst>
            </p:cNvPr>
            <p:cNvSpPr/>
            <p:nvPr/>
          </p:nvSpPr>
          <p:spPr>
            <a:xfrm>
              <a:off x="7438389" y="27063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3C0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743">
              <a:extLst>
                <a:ext uri="{FF2B5EF4-FFF2-40B4-BE49-F238E27FC236}">
                  <a16:creationId xmlns:a16="http://schemas.microsoft.com/office/drawing/2014/main" id="{5A592BA6-F43F-C935-A8EB-ED60001EA26A}"/>
                </a:ext>
              </a:extLst>
            </p:cNvPr>
            <p:cNvSpPr/>
            <p:nvPr/>
          </p:nvSpPr>
          <p:spPr>
            <a:xfrm>
              <a:off x="7438389" y="27101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90B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744">
              <a:extLst>
                <a:ext uri="{FF2B5EF4-FFF2-40B4-BE49-F238E27FC236}">
                  <a16:creationId xmlns:a16="http://schemas.microsoft.com/office/drawing/2014/main" id="{1D84AB35-E6C2-7997-13BF-BF982F68B18D}"/>
                </a:ext>
              </a:extLst>
            </p:cNvPr>
            <p:cNvSpPr/>
            <p:nvPr/>
          </p:nvSpPr>
          <p:spPr>
            <a:xfrm>
              <a:off x="7438389" y="27139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DB7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745">
              <a:extLst>
                <a:ext uri="{FF2B5EF4-FFF2-40B4-BE49-F238E27FC236}">
                  <a16:creationId xmlns:a16="http://schemas.microsoft.com/office/drawing/2014/main" id="{13A19487-F32F-B727-6BB5-9FEFC056F486}"/>
                </a:ext>
              </a:extLst>
            </p:cNvPr>
            <p:cNvSpPr/>
            <p:nvPr/>
          </p:nvSpPr>
          <p:spPr>
            <a:xfrm>
              <a:off x="7438389" y="271780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242059" y="253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AB3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746">
              <a:extLst>
                <a:ext uri="{FF2B5EF4-FFF2-40B4-BE49-F238E27FC236}">
                  <a16:creationId xmlns:a16="http://schemas.microsoft.com/office/drawing/2014/main" id="{336FBB93-E445-2EC3-EC7E-BAFD5CE36ED0}"/>
                </a:ext>
              </a:extLst>
            </p:cNvPr>
            <p:cNvSpPr/>
            <p:nvPr/>
          </p:nvSpPr>
          <p:spPr>
            <a:xfrm>
              <a:off x="7438389" y="272034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6AF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747">
              <a:extLst>
                <a:ext uri="{FF2B5EF4-FFF2-40B4-BE49-F238E27FC236}">
                  <a16:creationId xmlns:a16="http://schemas.microsoft.com/office/drawing/2014/main" id="{3E0CDDF1-35B5-8773-1EC9-5D6CB9049239}"/>
                </a:ext>
              </a:extLst>
            </p:cNvPr>
            <p:cNvSpPr/>
            <p:nvPr/>
          </p:nvSpPr>
          <p:spPr>
            <a:xfrm>
              <a:off x="7438389" y="272415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3AA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748">
              <a:extLst>
                <a:ext uri="{FF2B5EF4-FFF2-40B4-BE49-F238E27FC236}">
                  <a16:creationId xmlns:a16="http://schemas.microsoft.com/office/drawing/2014/main" id="{254C03D0-1D2B-1F95-D7D0-7AD474C60059}"/>
                </a:ext>
              </a:extLst>
            </p:cNvPr>
            <p:cNvSpPr/>
            <p:nvPr/>
          </p:nvSpPr>
          <p:spPr>
            <a:xfrm>
              <a:off x="7438389" y="272796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80A6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749">
              <a:extLst>
                <a:ext uri="{FF2B5EF4-FFF2-40B4-BE49-F238E27FC236}">
                  <a16:creationId xmlns:a16="http://schemas.microsoft.com/office/drawing/2014/main" id="{6812B3E1-6828-BD08-667B-1AC35A015934}"/>
                </a:ext>
              </a:extLst>
            </p:cNvPr>
            <p:cNvSpPr/>
            <p:nvPr/>
          </p:nvSpPr>
          <p:spPr>
            <a:xfrm>
              <a:off x="7438389" y="27317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CA2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750">
              <a:extLst>
                <a:ext uri="{FF2B5EF4-FFF2-40B4-BE49-F238E27FC236}">
                  <a16:creationId xmlns:a16="http://schemas.microsoft.com/office/drawing/2014/main" id="{D01466FB-3EE2-5248-3688-E8602685D6F2}"/>
                </a:ext>
              </a:extLst>
            </p:cNvPr>
            <p:cNvSpPr/>
            <p:nvPr/>
          </p:nvSpPr>
          <p:spPr>
            <a:xfrm>
              <a:off x="7438389" y="27355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99E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751">
              <a:extLst>
                <a:ext uri="{FF2B5EF4-FFF2-40B4-BE49-F238E27FC236}">
                  <a16:creationId xmlns:a16="http://schemas.microsoft.com/office/drawing/2014/main" id="{D221E48B-E999-23B7-874C-FFFA101469F4}"/>
                </a:ext>
              </a:extLst>
            </p:cNvPr>
            <p:cNvSpPr/>
            <p:nvPr/>
          </p:nvSpPr>
          <p:spPr>
            <a:xfrm>
              <a:off x="7438389" y="27393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69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752">
              <a:extLst>
                <a:ext uri="{FF2B5EF4-FFF2-40B4-BE49-F238E27FC236}">
                  <a16:creationId xmlns:a16="http://schemas.microsoft.com/office/drawing/2014/main" id="{B5BE2F05-8543-F637-693E-20DFA7BDBB48}"/>
                </a:ext>
              </a:extLst>
            </p:cNvPr>
            <p:cNvSpPr/>
            <p:nvPr/>
          </p:nvSpPr>
          <p:spPr>
            <a:xfrm>
              <a:off x="7438389" y="27432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7395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753">
              <a:extLst>
                <a:ext uri="{FF2B5EF4-FFF2-40B4-BE49-F238E27FC236}">
                  <a16:creationId xmlns:a16="http://schemas.microsoft.com/office/drawing/2014/main" id="{38AFE557-4C4F-A68B-9AAC-87C85125EFB8}"/>
                </a:ext>
              </a:extLst>
            </p:cNvPr>
            <p:cNvSpPr/>
            <p:nvPr/>
          </p:nvSpPr>
          <p:spPr>
            <a:xfrm>
              <a:off x="7438389" y="27470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F9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754">
              <a:extLst>
                <a:ext uri="{FF2B5EF4-FFF2-40B4-BE49-F238E27FC236}">
                  <a16:creationId xmlns:a16="http://schemas.microsoft.com/office/drawing/2014/main" id="{72D53A22-1C99-2D3F-2866-4484BF43010B}"/>
                </a:ext>
              </a:extLst>
            </p:cNvPr>
            <p:cNvSpPr/>
            <p:nvPr/>
          </p:nvSpPr>
          <p:spPr>
            <a:xfrm>
              <a:off x="7438389" y="27508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C8D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755">
              <a:extLst>
                <a:ext uri="{FF2B5EF4-FFF2-40B4-BE49-F238E27FC236}">
                  <a16:creationId xmlns:a16="http://schemas.microsoft.com/office/drawing/2014/main" id="{21C665E5-1ABD-1464-1EE9-B51223E8E8FE}"/>
                </a:ext>
              </a:extLst>
            </p:cNvPr>
            <p:cNvSpPr/>
            <p:nvPr/>
          </p:nvSpPr>
          <p:spPr>
            <a:xfrm>
              <a:off x="7438389" y="27546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989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756">
              <a:extLst>
                <a:ext uri="{FF2B5EF4-FFF2-40B4-BE49-F238E27FC236}">
                  <a16:creationId xmlns:a16="http://schemas.microsoft.com/office/drawing/2014/main" id="{FF56CADF-6258-DCA3-B891-C2B4694223E4}"/>
                </a:ext>
              </a:extLst>
            </p:cNvPr>
            <p:cNvSpPr/>
            <p:nvPr/>
          </p:nvSpPr>
          <p:spPr>
            <a:xfrm>
              <a:off x="7438389" y="275717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684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757">
              <a:extLst>
                <a:ext uri="{FF2B5EF4-FFF2-40B4-BE49-F238E27FC236}">
                  <a16:creationId xmlns:a16="http://schemas.microsoft.com/office/drawing/2014/main" id="{CC594A63-540A-32B3-740B-17378C0B6DA6}"/>
                </a:ext>
              </a:extLst>
            </p:cNvPr>
            <p:cNvSpPr/>
            <p:nvPr/>
          </p:nvSpPr>
          <p:spPr>
            <a:xfrm>
              <a:off x="7438389" y="276098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6280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758">
              <a:extLst>
                <a:ext uri="{FF2B5EF4-FFF2-40B4-BE49-F238E27FC236}">
                  <a16:creationId xmlns:a16="http://schemas.microsoft.com/office/drawing/2014/main" id="{A2AE3034-4863-E77D-F89C-649881A26D37}"/>
                </a:ext>
              </a:extLst>
            </p:cNvPr>
            <p:cNvSpPr/>
            <p:nvPr/>
          </p:nvSpPr>
          <p:spPr>
            <a:xfrm>
              <a:off x="7438389" y="276479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F7C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759">
              <a:extLst>
                <a:ext uri="{FF2B5EF4-FFF2-40B4-BE49-F238E27FC236}">
                  <a16:creationId xmlns:a16="http://schemas.microsoft.com/office/drawing/2014/main" id="{1FBA3CAB-4D51-B50E-CAA4-505066AB9F6A}"/>
                </a:ext>
              </a:extLst>
            </p:cNvPr>
            <p:cNvSpPr/>
            <p:nvPr/>
          </p:nvSpPr>
          <p:spPr>
            <a:xfrm>
              <a:off x="7438389" y="276860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C78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760">
              <a:extLst>
                <a:ext uri="{FF2B5EF4-FFF2-40B4-BE49-F238E27FC236}">
                  <a16:creationId xmlns:a16="http://schemas.microsoft.com/office/drawing/2014/main" id="{BD3E8878-8872-4A3D-B28F-E7149E67671B}"/>
                </a:ext>
              </a:extLst>
            </p:cNvPr>
            <p:cNvSpPr/>
            <p:nvPr/>
          </p:nvSpPr>
          <p:spPr>
            <a:xfrm>
              <a:off x="7438389" y="277241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42059" y="381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973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761">
              <a:extLst>
                <a:ext uri="{FF2B5EF4-FFF2-40B4-BE49-F238E27FC236}">
                  <a16:creationId xmlns:a16="http://schemas.microsoft.com/office/drawing/2014/main" id="{7D3D7A09-F3FC-CE89-1FBB-3D2E00F41F25}"/>
                </a:ext>
              </a:extLst>
            </p:cNvPr>
            <p:cNvSpPr/>
            <p:nvPr/>
          </p:nvSpPr>
          <p:spPr>
            <a:xfrm>
              <a:off x="7438389" y="2776220"/>
              <a:ext cx="1242060" cy="3810"/>
            </a:xfrm>
            <a:custGeom>
              <a:avLst/>
              <a:gdLst/>
              <a:ahLst/>
              <a:cxnLst/>
              <a:rect l="l" t="t" r="r" b="b"/>
              <a:pathLst>
                <a:path w="1242059" h="3810">
                  <a:moveTo>
                    <a:pt x="12420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242059" y="3809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56F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762">
              <a:extLst>
                <a:ext uri="{FF2B5EF4-FFF2-40B4-BE49-F238E27FC236}">
                  <a16:creationId xmlns:a16="http://schemas.microsoft.com/office/drawing/2014/main" id="{A2CA0A91-5639-567F-51B0-57C6C007968F}"/>
                </a:ext>
              </a:extLst>
            </p:cNvPr>
            <p:cNvSpPr/>
            <p:nvPr/>
          </p:nvSpPr>
          <p:spPr>
            <a:xfrm>
              <a:off x="7438389" y="2780030"/>
              <a:ext cx="1242060" cy="2540"/>
            </a:xfrm>
            <a:custGeom>
              <a:avLst/>
              <a:gdLst/>
              <a:ahLst/>
              <a:cxnLst/>
              <a:rect l="l" t="t" r="r" b="b"/>
              <a:pathLst>
                <a:path w="1242059" h="2539">
                  <a:moveTo>
                    <a:pt x="124205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242059" y="2540"/>
                  </a:lnTo>
                  <a:lnTo>
                    <a:pt x="1242059" y="0"/>
                  </a:lnTo>
                  <a:close/>
                </a:path>
              </a:pathLst>
            </a:custGeom>
            <a:solidFill>
              <a:srgbClr val="526B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763">
              <a:extLst>
                <a:ext uri="{FF2B5EF4-FFF2-40B4-BE49-F238E27FC236}">
                  <a16:creationId xmlns:a16="http://schemas.microsoft.com/office/drawing/2014/main" id="{88C583A7-DACA-1F37-6F29-35196D059442}"/>
                </a:ext>
              </a:extLst>
            </p:cNvPr>
            <p:cNvSpPr/>
            <p:nvPr/>
          </p:nvSpPr>
          <p:spPr>
            <a:xfrm>
              <a:off x="7565390" y="2404109"/>
              <a:ext cx="990600" cy="3810"/>
            </a:xfrm>
            <a:custGeom>
              <a:avLst/>
              <a:gdLst/>
              <a:ahLst/>
              <a:cxnLst/>
              <a:rect l="l" t="t" r="r" b="b"/>
              <a:pathLst>
                <a:path w="990600" h="3810">
                  <a:moveTo>
                    <a:pt x="990600" y="2540"/>
                  </a:moveTo>
                  <a:lnTo>
                    <a:pt x="989330" y="2540"/>
                  </a:lnTo>
                  <a:lnTo>
                    <a:pt x="989330" y="1282"/>
                  </a:lnTo>
                  <a:lnTo>
                    <a:pt x="988060" y="1282"/>
                  </a:lnTo>
                  <a:lnTo>
                    <a:pt x="98806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990600" y="3810"/>
                  </a:lnTo>
                  <a:lnTo>
                    <a:pt x="990600" y="2540"/>
                  </a:lnTo>
                  <a:close/>
                </a:path>
              </a:pathLst>
            </a:custGeom>
            <a:solidFill>
              <a:srgbClr val="BCE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764">
              <a:extLst>
                <a:ext uri="{FF2B5EF4-FFF2-40B4-BE49-F238E27FC236}">
                  <a16:creationId xmlns:a16="http://schemas.microsoft.com/office/drawing/2014/main" id="{6BDEAE98-FBAE-AB0C-0585-590EBCB2CA6C}"/>
                </a:ext>
              </a:extLst>
            </p:cNvPr>
            <p:cNvSpPr/>
            <p:nvPr/>
          </p:nvSpPr>
          <p:spPr>
            <a:xfrm>
              <a:off x="7562850" y="2407919"/>
              <a:ext cx="996950" cy="2540"/>
            </a:xfrm>
            <a:custGeom>
              <a:avLst/>
              <a:gdLst/>
              <a:ahLst/>
              <a:cxnLst/>
              <a:rect l="l" t="t" r="r" b="b"/>
              <a:pathLst>
                <a:path w="996950" h="2539">
                  <a:moveTo>
                    <a:pt x="996950" y="1282"/>
                  </a:moveTo>
                  <a:lnTo>
                    <a:pt x="995680" y="1282"/>
                  </a:lnTo>
                  <a:lnTo>
                    <a:pt x="995680" y="0"/>
                  </a:lnTo>
                  <a:lnTo>
                    <a:pt x="1270" y="0"/>
                  </a:lnTo>
                  <a:lnTo>
                    <a:pt x="1270" y="128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996950" y="2540"/>
                  </a:lnTo>
                  <a:lnTo>
                    <a:pt x="996950" y="1282"/>
                  </a:lnTo>
                  <a:close/>
                </a:path>
              </a:pathLst>
            </a:custGeom>
            <a:solidFill>
              <a:srgbClr val="B9E4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765">
              <a:extLst>
                <a:ext uri="{FF2B5EF4-FFF2-40B4-BE49-F238E27FC236}">
                  <a16:creationId xmlns:a16="http://schemas.microsoft.com/office/drawing/2014/main" id="{1EB5C145-E04D-6D5B-4C86-AE727E3F125A}"/>
                </a:ext>
              </a:extLst>
            </p:cNvPr>
            <p:cNvSpPr/>
            <p:nvPr/>
          </p:nvSpPr>
          <p:spPr>
            <a:xfrm>
              <a:off x="7557770" y="2410459"/>
              <a:ext cx="1007110" cy="3810"/>
            </a:xfrm>
            <a:custGeom>
              <a:avLst/>
              <a:gdLst/>
              <a:ahLst/>
              <a:cxnLst/>
              <a:rect l="l" t="t" r="r" b="b"/>
              <a:pathLst>
                <a:path w="1007109" h="3810">
                  <a:moveTo>
                    <a:pt x="1007110" y="2540"/>
                  </a:moveTo>
                  <a:lnTo>
                    <a:pt x="1005840" y="2540"/>
                  </a:lnTo>
                  <a:lnTo>
                    <a:pt x="1005840" y="1282"/>
                  </a:lnTo>
                  <a:lnTo>
                    <a:pt x="1003287" y="1282"/>
                  </a:lnTo>
                  <a:lnTo>
                    <a:pt x="1003287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007110" y="3810"/>
                  </a:lnTo>
                  <a:lnTo>
                    <a:pt x="1007110" y="2540"/>
                  </a:lnTo>
                  <a:close/>
                </a:path>
              </a:pathLst>
            </a:custGeom>
            <a:solidFill>
              <a:srgbClr val="B6E2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766">
              <a:extLst>
                <a:ext uri="{FF2B5EF4-FFF2-40B4-BE49-F238E27FC236}">
                  <a16:creationId xmlns:a16="http://schemas.microsoft.com/office/drawing/2014/main" id="{D9A9924D-91D0-4BB2-BD04-B06082384019}"/>
                </a:ext>
              </a:extLst>
            </p:cNvPr>
            <p:cNvSpPr/>
            <p:nvPr/>
          </p:nvSpPr>
          <p:spPr>
            <a:xfrm>
              <a:off x="7552690" y="2414269"/>
              <a:ext cx="1017269" cy="4445"/>
            </a:xfrm>
            <a:custGeom>
              <a:avLst/>
              <a:gdLst/>
              <a:ahLst/>
              <a:cxnLst/>
              <a:rect l="l" t="t" r="r" b="b"/>
              <a:pathLst>
                <a:path w="1017270" h="4444">
                  <a:moveTo>
                    <a:pt x="1017270" y="2540"/>
                  </a:moveTo>
                  <a:lnTo>
                    <a:pt x="1014717" y="2540"/>
                  </a:lnTo>
                  <a:lnTo>
                    <a:pt x="1014717" y="1282"/>
                  </a:lnTo>
                  <a:lnTo>
                    <a:pt x="1013460" y="1282"/>
                  </a:lnTo>
                  <a:lnTo>
                    <a:pt x="101346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017270" y="3822"/>
                  </a:lnTo>
                  <a:lnTo>
                    <a:pt x="1017270" y="2540"/>
                  </a:lnTo>
                  <a:close/>
                </a:path>
              </a:pathLst>
            </a:custGeom>
            <a:solidFill>
              <a:srgbClr val="B3DF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767">
              <a:extLst>
                <a:ext uri="{FF2B5EF4-FFF2-40B4-BE49-F238E27FC236}">
                  <a16:creationId xmlns:a16="http://schemas.microsoft.com/office/drawing/2014/main" id="{7A69AB69-AF9D-19E5-0F52-B984631F1D3B}"/>
                </a:ext>
              </a:extLst>
            </p:cNvPr>
            <p:cNvSpPr/>
            <p:nvPr/>
          </p:nvSpPr>
          <p:spPr>
            <a:xfrm>
              <a:off x="7547610" y="2418092"/>
              <a:ext cx="1026160" cy="3810"/>
            </a:xfrm>
            <a:custGeom>
              <a:avLst/>
              <a:gdLst/>
              <a:ahLst/>
              <a:cxnLst/>
              <a:rect l="l" t="t" r="r" b="b"/>
              <a:pathLst>
                <a:path w="1026159" h="3810">
                  <a:moveTo>
                    <a:pt x="1026147" y="2527"/>
                  </a:moveTo>
                  <a:lnTo>
                    <a:pt x="1024890" y="2527"/>
                  </a:lnTo>
                  <a:lnTo>
                    <a:pt x="1024890" y="1257"/>
                  </a:lnTo>
                  <a:lnTo>
                    <a:pt x="1023620" y="1257"/>
                  </a:lnTo>
                  <a:lnTo>
                    <a:pt x="102362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026147" y="3810"/>
                  </a:lnTo>
                  <a:lnTo>
                    <a:pt x="1026147" y="2527"/>
                  </a:lnTo>
                  <a:close/>
                </a:path>
              </a:pathLst>
            </a:custGeom>
            <a:solidFill>
              <a:srgbClr val="B0DD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768">
              <a:extLst>
                <a:ext uri="{FF2B5EF4-FFF2-40B4-BE49-F238E27FC236}">
                  <a16:creationId xmlns:a16="http://schemas.microsoft.com/office/drawing/2014/main" id="{40C1C1BC-C994-CD92-36ED-F5B2D14376CF}"/>
                </a:ext>
              </a:extLst>
            </p:cNvPr>
            <p:cNvSpPr/>
            <p:nvPr/>
          </p:nvSpPr>
          <p:spPr>
            <a:xfrm>
              <a:off x="7542530" y="2421902"/>
              <a:ext cx="1036319" cy="3810"/>
            </a:xfrm>
            <a:custGeom>
              <a:avLst/>
              <a:gdLst/>
              <a:ahLst/>
              <a:cxnLst/>
              <a:rect l="l" t="t" r="r" b="b"/>
              <a:pathLst>
                <a:path w="1036320" h="3810">
                  <a:moveTo>
                    <a:pt x="1036320" y="2540"/>
                  </a:moveTo>
                  <a:lnTo>
                    <a:pt x="1035050" y="2540"/>
                  </a:lnTo>
                  <a:lnTo>
                    <a:pt x="1035050" y="1257"/>
                  </a:lnTo>
                  <a:lnTo>
                    <a:pt x="1033780" y="1257"/>
                  </a:lnTo>
                  <a:lnTo>
                    <a:pt x="103378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036320" y="3797"/>
                  </a:lnTo>
                  <a:lnTo>
                    <a:pt x="1036320" y="2540"/>
                  </a:lnTo>
                  <a:close/>
                </a:path>
              </a:pathLst>
            </a:custGeom>
            <a:solidFill>
              <a:srgbClr val="ADDA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769">
              <a:extLst>
                <a:ext uri="{FF2B5EF4-FFF2-40B4-BE49-F238E27FC236}">
                  <a16:creationId xmlns:a16="http://schemas.microsoft.com/office/drawing/2014/main" id="{47C052A7-1E09-24C2-2291-BEDD96AD0C9E}"/>
                </a:ext>
              </a:extLst>
            </p:cNvPr>
            <p:cNvSpPr/>
            <p:nvPr/>
          </p:nvSpPr>
          <p:spPr>
            <a:xfrm>
              <a:off x="7537450" y="2425699"/>
              <a:ext cx="1046480" cy="3810"/>
            </a:xfrm>
            <a:custGeom>
              <a:avLst/>
              <a:gdLst/>
              <a:ahLst/>
              <a:cxnLst/>
              <a:rect l="l" t="t" r="r" b="b"/>
              <a:pathLst>
                <a:path w="1046479" h="3810">
                  <a:moveTo>
                    <a:pt x="1046480" y="2552"/>
                  </a:moveTo>
                  <a:lnTo>
                    <a:pt x="1045210" y="2552"/>
                  </a:lnTo>
                  <a:lnTo>
                    <a:pt x="1045210" y="1270"/>
                  </a:lnTo>
                  <a:lnTo>
                    <a:pt x="1043927" y="1270"/>
                  </a:lnTo>
                  <a:lnTo>
                    <a:pt x="1043927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046480" y="3810"/>
                  </a:lnTo>
                  <a:lnTo>
                    <a:pt x="1046480" y="2552"/>
                  </a:lnTo>
                  <a:close/>
                </a:path>
              </a:pathLst>
            </a:custGeom>
            <a:solidFill>
              <a:srgbClr val="A9D8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770">
              <a:extLst>
                <a:ext uri="{FF2B5EF4-FFF2-40B4-BE49-F238E27FC236}">
                  <a16:creationId xmlns:a16="http://schemas.microsoft.com/office/drawing/2014/main" id="{7ADE923D-08F4-D85B-44FB-DE5C32BABFEC}"/>
                </a:ext>
              </a:extLst>
            </p:cNvPr>
            <p:cNvSpPr/>
            <p:nvPr/>
          </p:nvSpPr>
          <p:spPr>
            <a:xfrm>
              <a:off x="7534910" y="2429509"/>
              <a:ext cx="1052830" cy="2540"/>
            </a:xfrm>
            <a:custGeom>
              <a:avLst/>
              <a:gdLst/>
              <a:ahLst/>
              <a:cxnLst/>
              <a:rect l="l" t="t" r="r" b="b"/>
              <a:pathLst>
                <a:path w="1052829" h="2539">
                  <a:moveTo>
                    <a:pt x="1052817" y="1282"/>
                  </a:moveTo>
                  <a:lnTo>
                    <a:pt x="1050290" y="1282"/>
                  </a:lnTo>
                  <a:lnTo>
                    <a:pt x="1050290" y="0"/>
                  </a:lnTo>
                  <a:lnTo>
                    <a:pt x="1270" y="0"/>
                  </a:lnTo>
                  <a:lnTo>
                    <a:pt x="1270" y="128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1052817" y="2540"/>
                  </a:lnTo>
                  <a:lnTo>
                    <a:pt x="1052817" y="1282"/>
                  </a:lnTo>
                  <a:close/>
                </a:path>
              </a:pathLst>
            </a:custGeom>
            <a:solidFill>
              <a:srgbClr val="A6D5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771">
              <a:extLst>
                <a:ext uri="{FF2B5EF4-FFF2-40B4-BE49-F238E27FC236}">
                  <a16:creationId xmlns:a16="http://schemas.microsoft.com/office/drawing/2014/main" id="{176FDD8E-412F-BBA4-185B-9DCB91062F2F}"/>
                </a:ext>
              </a:extLst>
            </p:cNvPr>
            <p:cNvSpPr/>
            <p:nvPr/>
          </p:nvSpPr>
          <p:spPr>
            <a:xfrm>
              <a:off x="7529830" y="2432049"/>
              <a:ext cx="1061720" cy="3810"/>
            </a:xfrm>
            <a:custGeom>
              <a:avLst/>
              <a:gdLst/>
              <a:ahLst/>
              <a:cxnLst/>
              <a:rect l="l" t="t" r="r" b="b"/>
              <a:pathLst>
                <a:path w="1061720" h="3810">
                  <a:moveTo>
                    <a:pt x="1061720" y="2552"/>
                  </a:moveTo>
                  <a:lnTo>
                    <a:pt x="1060450" y="2552"/>
                  </a:lnTo>
                  <a:lnTo>
                    <a:pt x="1060450" y="1270"/>
                  </a:lnTo>
                  <a:lnTo>
                    <a:pt x="1059180" y="1270"/>
                  </a:lnTo>
                  <a:lnTo>
                    <a:pt x="105918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061720" y="3810"/>
                  </a:lnTo>
                  <a:lnTo>
                    <a:pt x="1061720" y="2552"/>
                  </a:lnTo>
                  <a:close/>
                </a:path>
              </a:pathLst>
            </a:custGeom>
            <a:solidFill>
              <a:srgbClr val="A3D3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772">
              <a:extLst>
                <a:ext uri="{FF2B5EF4-FFF2-40B4-BE49-F238E27FC236}">
                  <a16:creationId xmlns:a16="http://schemas.microsoft.com/office/drawing/2014/main" id="{9586B26C-EE00-A3F2-FAF6-882F2C8B741A}"/>
                </a:ext>
              </a:extLst>
            </p:cNvPr>
            <p:cNvSpPr/>
            <p:nvPr/>
          </p:nvSpPr>
          <p:spPr>
            <a:xfrm>
              <a:off x="7524750" y="2435859"/>
              <a:ext cx="1071880" cy="3810"/>
            </a:xfrm>
            <a:custGeom>
              <a:avLst/>
              <a:gdLst/>
              <a:ahLst/>
              <a:cxnLst/>
              <a:rect l="l" t="t" r="r" b="b"/>
              <a:pathLst>
                <a:path w="1071879" h="3810">
                  <a:moveTo>
                    <a:pt x="1071880" y="2540"/>
                  </a:moveTo>
                  <a:lnTo>
                    <a:pt x="1070610" y="2540"/>
                  </a:lnTo>
                  <a:lnTo>
                    <a:pt x="1070610" y="1282"/>
                  </a:lnTo>
                  <a:lnTo>
                    <a:pt x="1069327" y="1282"/>
                  </a:lnTo>
                  <a:lnTo>
                    <a:pt x="1069327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071880" y="3810"/>
                  </a:lnTo>
                  <a:lnTo>
                    <a:pt x="1071880" y="2540"/>
                  </a:lnTo>
                  <a:close/>
                </a:path>
              </a:pathLst>
            </a:custGeom>
            <a:solidFill>
              <a:srgbClr val="A0D0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773">
              <a:extLst>
                <a:ext uri="{FF2B5EF4-FFF2-40B4-BE49-F238E27FC236}">
                  <a16:creationId xmlns:a16="http://schemas.microsoft.com/office/drawing/2014/main" id="{7A172422-053A-1BAA-44F7-01DB00F9DB9D}"/>
                </a:ext>
              </a:extLst>
            </p:cNvPr>
            <p:cNvSpPr/>
            <p:nvPr/>
          </p:nvSpPr>
          <p:spPr>
            <a:xfrm>
              <a:off x="7519670" y="2439669"/>
              <a:ext cx="1082040" cy="4445"/>
            </a:xfrm>
            <a:custGeom>
              <a:avLst/>
              <a:gdLst/>
              <a:ahLst/>
              <a:cxnLst/>
              <a:rect l="l" t="t" r="r" b="b"/>
              <a:pathLst>
                <a:path w="1082040" h="4444">
                  <a:moveTo>
                    <a:pt x="1082040" y="2540"/>
                  </a:moveTo>
                  <a:lnTo>
                    <a:pt x="1080757" y="2540"/>
                  </a:lnTo>
                  <a:lnTo>
                    <a:pt x="1080757" y="1282"/>
                  </a:lnTo>
                  <a:lnTo>
                    <a:pt x="1079500" y="1282"/>
                  </a:lnTo>
                  <a:lnTo>
                    <a:pt x="107950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082040" y="3822"/>
                  </a:lnTo>
                  <a:lnTo>
                    <a:pt x="1082040" y="2540"/>
                  </a:lnTo>
                  <a:close/>
                </a:path>
              </a:pathLst>
            </a:custGeom>
            <a:solidFill>
              <a:srgbClr val="9DCE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774">
              <a:extLst>
                <a:ext uri="{FF2B5EF4-FFF2-40B4-BE49-F238E27FC236}">
                  <a16:creationId xmlns:a16="http://schemas.microsoft.com/office/drawing/2014/main" id="{259D68ED-0054-8AD3-929E-43BE8876D20A}"/>
                </a:ext>
              </a:extLst>
            </p:cNvPr>
            <p:cNvSpPr/>
            <p:nvPr/>
          </p:nvSpPr>
          <p:spPr>
            <a:xfrm>
              <a:off x="7515860" y="2443492"/>
              <a:ext cx="1090930" cy="3810"/>
            </a:xfrm>
            <a:custGeom>
              <a:avLst/>
              <a:gdLst/>
              <a:ahLst/>
              <a:cxnLst/>
              <a:rect l="l" t="t" r="r" b="b"/>
              <a:pathLst>
                <a:path w="1090929" h="3810">
                  <a:moveTo>
                    <a:pt x="1090917" y="2527"/>
                  </a:moveTo>
                  <a:lnTo>
                    <a:pt x="1089660" y="2527"/>
                  </a:lnTo>
                  <a:lnTo>
                    <a:pt x="1089660" y="1257"/>
                  </a:lnTo>
                  <a:lnTo>
                    <a:pt x="1087120" y="1257"/>
                  </a:lnTo>
                  <a:lnTo>
                    <a:pt x="108712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090917" y="3810"/>
                  </a:lnTo>
                  <a:lnTo>
                    <a:pt x="1090917" y="2527"/>
                  </a:lnTo>
                  <a:close/>
                </a:path>
              </a:pathLst>
            </a:custGeom>
            <a:solidFill>
              <a:srgbClr val="99CC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775">
              <a:extLst>
                <a:ext uri="{FF2B5EF4-FFF2-40B4-BE49-F238E27FC236}">
                  <a16:creationId xmlns:a16="http://schemas.microsoft.com/office/drawing/2014/main" id="{676B4460-5BE0-5E7E-FE04-8A6474DAFD34}"/>
                </a:ext>
              </a:extLst>
            </p:cNvPr>
            <p:cNvSpPr/>
            <p:nvPr/>
          </p:nvSpPr>
          <p:spPr>
            <a:xfrm>
              <a:off x="7510780" y="2447302"/>
              <a:ext cx="1101090" cy="3810"/>
            </a:xfrm>
            <a:custGeom>
              <a:avLst/>
              <a:gdLst/>
              <a:ahLst/>
              <a:cxnLst/>
              <a:rect l="l" t="t" r="r" b="b"/>
              <a:pathLst>
                <a:path w="1101090" h="3810">
                  <a:moveTo>
                    <a:pt x="1101090" y="2540"/>
                  </a:moveTo>
                  <a:lnTo>
                    <a:pt x="1099820" y="2540"/>
                  </a:lnTo>
                  <a:lnTo>
                    <a:pt x="1099820" y="1257"/>
                  </a:lnTo>
                  <a:lnTo>
                    <a:pt x="1097280" y="1257"/>
                  </a:lnTo>
                  <a:lnTo>
                    <a:pt x="109728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101090" y="3797"/>
                  </a:lnTo>
                  <a:lnTo>
                    <a:pt x="1101090" y="2540"/>
                  </a:lnTo>
                  <a:close/>
                </a:path>
              </a:pathLst>
            </a:custGeom>
            <a:solidFill>
              <a:srgbClr val="96C9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776">
              <a:extLst>
                <a:ext uri="{FF2B5EF4-FFF2-40B4-BE49-F238E27FC236}">
                  <a16:creationId xmlns:a16="http://schemas.microsoft.com/office/drawing/2014/main" id="{87B5DCF5-FCCC-2B12-290D-63E5C7EF2F15}"/>
                </a:ext>
              </a:extLst>
            </p:cNvPr>
            <p:cNvSpPr/>
            <p:nvPr/>
          </p:nvSpPr>
          <p:spPr>
            <a:xfrm>
              <a:off x="7506970" y="2451099"/>
              <a:ext cx="1107440" cy="3175"/>
            </a:xfrm>
            <a:custGeom>
              <a:avLst/>
              <a:gdLst/>
              <a:ahLst/>
              <a:cxnLst/>
              <a:rect l="l" t="t" r="r" b="b"/>
              <a:pathLst>
                <a:path w="1107440" h="3175">
                  <a:moveTo>
                    <a:pt x="1107440" y="1270"/>
                  </a:moveTo>
                  <a:lnTo>
                    <a:pt x="1106170" y="1270"/>
                  </a:lnTo>
                  <a:lnTo>
                    <a:pt x="110617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52"/>
                  </a:lnTo>
                  <a:lnTo>
                    <a:pt x="1107440" y="2552"/>
                  </a:lnTo>
                  <a:lnTo>
                    <a:pt x="1107440" y="1270"/>
                  </a:lnTo>
                  <a:close/>
                </a:path>
              </a:pathLst>
            </a:custGeom>
            <a:solidFill>
              <a:srgbClr val="93C7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777">
              <a:extLst>
                <a:ext uri="{FF2B5EF4-FFF2-40B4-BE49-F238E27FC236}">
                  <a16:creationId xmlns:a16="http://schemas.microsoft.com/office/drawing/2014/main" id="{3B9CC3F9-253D-81E8-6F49-662D201FC895}"/>
                </a:ext>
              </a:extLst>
            </p:cNvPr>
            <p:cNvSpPr/>
            <p:nvPr/>
          </p:nvSpPr>
          <p:spPr>
            <a:xfrm>
              <a:off x="7501890" y="2453652"/>
              <a:ext cx="1117600" cy="3810"/>
            </a:xfrm>
            <a:custGeom>
              <a:avLst/>
              <a:gdLst/>
              <a:ahLst/>
              <a:cxnLst/>
              <a:rect l="l" t="t" r="r" b="b"/>
              <a:pathLst>
                <a:path w="1117600" h="3810">
                  <a:moveTo>
                    <a:pt x="1117600" y="2540"/>
                  </a:moveTo>
                  <a:lnTo>
                    <a:pt x="1116330" y="2540"/>
                  </a:lnTo>
                  <a:lnTo>
                    <a:pt x="1116330" y="1257"/>
                  </a:lnTo>
                  <a:lnTo>
                    <a:pt x="1115060" y="1257"/>
                  </a:lnTo>
                  <a:lnTo>
                    <a:pt x="111506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117600" y="3797"/>
                  </a:lnTo>
                  <a:lnTo>
                    <a:pt x="1117600" y="2540"/>
                  </a:lnTo>
                  <a:close/>
                </a:path>
              </a:pathLst>
            </a:custGeom>
            <a:solidFill>
              <a:srgbClr val="90C4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778">
              <a:extLst>
                <a:ext uri="{FF2B5EF4-FFF2-40B4-BE49-F238E27FC236}">
                  <a16:creationId xmlns:a16="http://schemas.microsoft.com/office/drawing/2014/main" id="{7304579C-BC5E-C559-2C42-DAE8F3A06344}"/>
                </a:ext>
              </a:extLst>
            </p:cNvPr>
            <p:cNvSpPr/>
            <p:nvPr/>
          </p:nvSpPr>
          <p:spPr>
            <a:xfrm>
              <a:off x="7496810" y="2457449"/>
              <a:ext cx="1127760" cy="3810"/>
            </a:xfrm>
            <a:custGeom>
              <a:avLst/>
              <a:gdLst/>
              <a:ahLst/>
              <a:cxnLst/>
              <a:rect l="l" t="t" r="r" b="b"/>
              <a:pathLst>
                <a:path w="1127759" h="3810">
                  <a:moveTo>
                    <a:pt x="1127747" y="2552"/>
                  </a:moveTo>
                  <a:lnTo>
                    <a:pt x="1126490" y="2552"/>
                  </a:lnTo>
                  <a:lnTo>
                    <a:pt x="1126490" y="1270"/>
                  </a:lnTo>
                  <a:lnTo>
                    <a:pt x="1123950" y="1270"/>
                  </a:lnTo>
                  <a:lnTo>
                    <a:pt x="112395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127747" y="3810"/>
                  </a:lnTo>
                  <a:lnTo>
                    <a:pt x="1127747" y="2552"/>
                  </a:lnTo>
                  <a:close/>
                </a:path>
              </a:pathLst>
            </a:custGeom>
            <a:solidFill>
              <a:srgbClr val="8DC2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779">
              <a:extLst>
                <a:ext uri="{FF2B5EF4-FFF2-40B4-BE49-F238E27FC236}">
                  <a16:creationId xmlns:a16="http://schemas.microsoft.com/office/drawing/2014/main" id="{1AB5A08B-E943-BF7E-6A43-9647A39A1300}"/>
                </a:ext>
              </a:extLst>
            </p:cNvPr>
            <p:cNvSpPr/>
            <p:nvPr/>
          </p:nvSpPr>
          <p:spPr>
            <a:xfrm>
              <a:off x="7493000" y="2461259"/>
              <a:ext cx="1136650" cy="3810"/>
            </a:xfrm>
            <a:custGeom>
              <a:avLst/>
              <a:gdLst/>
              <a:ahLst/>
              <a:cxnLst/>
              <a:rect l="l" t="t" r="r" b="b"/>
              <a:pathLst>
                <a:path w="1136650" h="3810">
                  <a:moveTo>
                    <a:pt x="1136650" y="2540"/>
                  </a:moveTo>
                  <a:lnTo>
                    <a:pt x="1135380" y="2540"/>
                  </a:lnTo>
                  <a:lnTo>
                    <a:pt x="1135380" y="1282"/>
                  </a:lnTo>
                  <a:lnTo>
                    <a:pt x="1132840" y="1282"/>
                  </a:lnTo>
                  <a:lnTo>
                    <a:pt x="113284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36650" y="3810"/>
                  </a:lnTo>
                  <a:lnTo>
                    <a:pt x="1136650" y="2540"/>
                  </a:lnTo>
                  <a:close/>
                </a:path>
              </a:pathLst>
            </a:custGeom>
            <a:solidFill>
              <a:srgbClr val="89BF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780">
              <a:extLst>
                <a:ext uri="{FF2B5EF4-FFF2-40B4-BE49-F238E27FC236}">
                  <a16:creationId xmlns:a16="http://schemas.microsoft.com/office/drawing/2014/main" id="{EC5A791C-54A6-1BEA-9B64-9FF2FA3EAFEA}"/>
                </a:ext>
              </a:extLst>
            </p:cNvPr>
            <p:cNvSpPr/>
            <p:nvPr/>
          </p:nvSpPr>
          <p:spPr>
            <a:xfrm>
              <a:off x="7487920" y="2465069"/>
              <a:ext cx="1146810" cy="4445"/>
            </a:xfrm>
            <a:custGeom>
              <a:avLst/>
              <a:gdLst/>
              <a:ahLst/>
              <a:cxnLst/>
              <a:rect l="l" t="t" r="r" b="b"/>
              <a:pathLst>
                <a:path w="1146809" h="4444">
                  <a:moveTo>
                    <a:pt x="1146810" y="2540"/>
                  </a:moveTo>
                  <a:lnTo>
                    <a:pt x="1144270" y="2540"/>
                  </a:lnTo>
                  <a:lnTo>
                    <a:pt x="1144270" y="1282"/>
                  </a:lnTo>
                  <a:lnTo>
                    <a:pt x="1142987" y="1282"/>
                  </a:lnTo>
                  <a:lnTo>
                    <a:pt x="1142987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146810" y="3822"/>
                  </a:lnTo>
                  <a:lnTo>
                    <a:pt x="1146810" y="2540"/>
                  </a:lnTo>
                  <a:close/>
                </a:path>
              </a:pathLst>
            </a:custGeom>
            <a:solidFill>
              <a:srgbClr val="86B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781">
              <a:extLst>
                <a:ext uri="{FF2B5EF4-FFF2-40B4-BE49-F238E27FC236}">
                  <a16:creationId xmlns:a16="http://schemas.microsoft.com/office/drawing/2014/main" id="{481E51E1-901C-6053-B831-D3EC296F5DEB}"/>
                </a:ext>
              </a:extLst>
            </p:cNvPr>
            <p:cNvSpPr/>
            <p:nvPr/>
          </p:nvSpPr>
          <p:spPr>
            <a:xfrm>
              <a:off x="7482840" y="2468892"/>
              <a:ext cx="1155700" cy="3810"/>
            </a:xfrm>
            <a:custGeom>
              <a:avLst/>
              <a:gdLst/>
              <a:ahLst/>
              <a:cxnLst/>
              <a:rect l="l" t="t" r="r" b="b"/>
              <a:pathLst>
                <a:path w="1155700" h="3810">
                  <a:moveTo>
                    <a:pt x="1155700" y="2527"/>
                  </a:moveTo>
                  <a:lnTo>
                    <a:pt x="1154417" y="2527"/>
                  </a:lnTo>
                  <a:lnTo>
                    <a:pt x="1154417" y="1257"/>
                  </a:lnTo>
                  <a:lnTo>
                    <a:pt x="1153160" y="1257"/>
                  </a:lnTo>
                  <a:lnTo>
                    <a:pt x="115316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155700" y="3810"/>
                  </a:lnTo>
                  <a:lnTo>
                    <a:pt x="1155700" y="2527"/>
                  </a:lnTo>
                  <a:close/>
                </a:path>
              </a:pathLst>
            </a:custGeom>
            <a:solidFill>
              <a:srgbClr val="83B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782">
              <a:extLst>
                <a:ext uri="{FF2B5EF4-FFF2-40B4-BE49-F238E27FC236}">
                  <a16:creationId xmlns:a16="http://schemas.microsoft.com/office/drawing/2014/main" id="{02518C93-658E-0582-2A18-A38A8DF84794}"/>
                </a:ext>
              </a:extLst>
            </p:cNvPr>
            <p:cNvSpPr/>
            <p:nvPr/>
          </p:nvSpPr>
          <p:spPr>
            <a:xfrm>
              <a:off x="7479030" y="2472702"/>
              <a:ext cx="1163320" cy="2540"/>
            </a:xfrm>
            <a:custGeom>
              <a:avLst/>
              <a:gdLst/>
              <a:ahLst/>
              <a:cxnLst/>
              <a:rect l="l" t="t" r="r" b="b"/>
              <a:pathLst>
                <a:path w="1163320" h="2539">
                  <a:moveTo>
                    <a:pt x="1163320" y="1257"/>
                  </a:moveTo>
                  <a:lnTo>
                    <a:pt x="1162050" y="1257"/>
                  </a:lnTo>
                  <a:lnTo>
                    <a:pt x="116205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0" y="1257"/>
                  </a:lnTo>
                  <a:lnTo>
                    <a:pt x="0" y="2540"/>
                  </a:lnTo>
                  <a:lnTo>
                    <a:pt x="1163320" y="2540"/>
                  </a:lnTo>
                  <a:lnTo>
                    <a:pt x="1163320" y="1257"/>
                  </a:lnTo>
                  <a:close/>
                </a:path>
              </a:pathLst>
            </a:custGeom>
            <a:solidFill>
              <a:srgbClr val="80B8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783">
              <a:extLst>
                <a:ext uri="{FF2B5EF4-FFF2-40B4-BE49-F238E27FC236}">
                  <a16:creationId xmlns:a16="http://schemas.microsoft.com/office/drawing/2014/main" id="{6FFD53B8-0DC5-9835-D9B0-9C0DFACDC520}"/>
                </a:ext>
              </a:extLst>
            </p:cNvPr>
            <p:cNvSpPr/>
            <p:nvPr/>
          </p:nvSpPr>
          <p:spPr>
            <a:xfrm>
              <a:off x="7473950" y="2475242"/>
              <a:ext cx="1173480" cy="3810"/>
            </a:xfrm>
            <a:custGeom>
              <a:avLst/>
              <a:gdLst/>
              <a:ahLst/>
              <a:cxnLst/>
              <a:rect l="l" t="t" r="r" b="b"/>
              <a:pathLst>
                <a:path w="1173479" h="3810">
                  <a:moveTo>
                    <a:pt x="1173480" y="2527"/>
                  </a:moveTo>
                  <a:lnTo>
                    <a:pt x="1172210" y="2527"/>
                  </a:lnTo>
                  <a:lnTo>
                    <a:pt x="1172210" y="1257"/>
                  </a:lnTo>
                  <a:lnTo>
                    <a:pt x="1169657" y="1257"/>
                  </a:lnTo>
                  <a:lnTo>
                    <a:pt x="1169657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173480" y="3810"/>
                  </a:lnTo>
                  <a:lnTo>
                    <a:pt x="1173480" y="2527"/>
                  </a:lnTo>
                  <a:close/>
                </a:path>
              </a:pathLst>
            </a:custGeom>
            <a:solidFill>
              <a:srgbClr val="7DB5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784">
              <a:extLst>
                <a:ext uri="{FF2B5EF4-FFF2-40B4-BE49-F238E27FC236}">
                  <a16:creationId xmlns:a16="http://schemas.microsoft.com/office/drawing/2014/main" id="{83B727C6-E254-C7E5-C9F1-F0287AAE0477}"/>
                </a:ext>
              </a:extLst>
            </p:cNvPr>
            <p:cNvSpPr/>
            <p:nvPr/>
          </p:nvSpPr>
          <p:spPr>
            <a:xfrm>
              <a:off x="7470140" y="2479052"/>
              <a:ext cx="1182370" cy="3810"/>
            </a:xfrm>
            <a:custGeom>
              <a:avLst/>
              <a:gdLst/>
              <a:ahLst/>
              <a:cxnLst/>
              <a:rect l="l" t="t" r="r" b="b"/>
              <a:pathLst>
                <a:path w="1182370" h="3810">
                  <a:moveTo>
                    <a:pt x="1182370" y="2540"/>
                  </a:moveTo>
                  <a:lnTo>
                    <a:pt x="1179817" y="2540"/>
                  </a:lnTo>
                  <a:lnTo>
                    <a:pt x="1179817" y="1257"/>
                  </a:lnTo>
                  <a:lnTo>
                    <a:pt x="1178560" y="1257"/>
                  </a:lnTo>
                  <a:lnTo>
                    <a:pt x="117856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182370" y="3797"/>
                  </a:lnTo>
                  <a:lnTo>
                    <a:pt x="1182370" y="2540"/>
                  </a:lnTo>
                  <a:close/>
                </a:path>
              </a:pathLst>
            </a:custGeom>
            <a:solidFill>
              <a:srgbClr val="79B3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785">
              <a:extLst>
                <a:ext uri="{FF2B5EF4-FFF2-40B4-BE49-F238E27FC236}">
                  <a16:creationId xmlns:a16="http://schemas.microsoft.com/office/drawing/2014/main" id="{46F99FD9-CC01-F3ED-931F-E78576EE1F0C}"/>
                </a:ext>
              </a:extLst>
            </p:cNvPr>
            <p:cNvSpPr/>
            <p:nvPr/>
          </p:nvSpPr>
          <p:spPr>
            <a:xfrm>
              <a:off x="7465060" y="2482849"/>
              <a:ext cx="1191260" cy="3810"/>
            </a:xfrm>
            <a:custGeom>
              <a:avLst/>
              <a:gdLst/>
              <a:ahLst/>
              <a:cxnLst/>
              <a:rect l="l" t="t" r="r" b="b"/>
              <a:pathLst>
                <a:path w="1191259" h="3810">
                  <a:moveTo>
                    <a:pt x="1191247" y="2552"/>
                  </a:moveTo>
                  <a:lnTo>
                    <a:pt x="1189990" y="2552"/>
                  </a:lnTo>
                  <a:lnTo>
                    <a:pt x="1189990" y="1270"/>
                  </a:lnTo>
                  <a:lnTo>
                    <a:pt x="1188720" y="1270"/>
                  </a:lnTo>
                  <a:lnTo>
                    <a:pt x="1188720" y="0"/>
                  </a:lnTo>
                  <a:lnTo>
                    <a:pt x="2540" y="0"/>
                  </a:lnTo>
                  <a:lnTo>
                    <a:pt x="254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191247" y="3810"/>
                  </a:lnTo>
                  <a:lnTo>
                    <a:pt x="1191247" y="2552"/>
                  </a:lnTo>
                  <a:close/>
                </a:path>
              </a:pathLst>
            </a:custGeom>
            <a:solidFill>
              <a:srgbClr val="76B0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786">
              <a:extLst>
                <a:ext uri="{FF2B5EF4-FFF2-40B4-BE49-F238E27FC236}">
                  <a16:creationId xmlns:a16="http://schemas.microsoft.com/office/drawing/2014/main" id="{8F356D64-53A6-6A1E-7361-F573BF4DC908}"/>
                </a:ext>
              </a:extLst>
            </p:cNvPr>
            <p:cNvSpPr/>
            <p:nvPr/>
          </p:nvSpPr>
          <p:spPr>
            <a:xfrm>
              <a:off x="7459980" y="2486659"/>
              <a:ext cx="1201420" cy="3810"/>
            </a:xfrm>
            <a:custGeom>
              <a:avLst/>
              <a:gdLst/>
              <a:ahLst/>
              <a:cxnLst/>
              <a:rect l="l" t="t" r="r" b="b"/>
              <a:pathLst>
                <a:path w="1201420" h="3810">
                  <a:moveTo>
                    <a:pt x="1201420" y="2540"/>
                  </a:moveTo>
                  <a:lnTo>
                    <a:pt x="1200150" y="2540"/>
                  </a:lnTo>
                  <a:lnTo>
                    <a:pt x="1200150" y="1282"/>
                  </a:lnTo>
                  <a:lnTo>
                    <a:pt x="1198880" y="1282"/>
                  </a:lnTo>
                  <a:lnTo>
                    <a:pt x="119888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01420" y="3810"/>
                  </a:lnTo>
                  <a:lnTo>
                    <a:pt x="1201420" y="2540"/>
                  </a:lnTo>
                  <a:close/>
                </a:path>
              </a:pathLst>
            </a:custGeom>
            <a:solidFill>
              <a:srgbClr val="73AE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787">
              <a:extLst>
                <a:ext uri="{FF2B5EF4-FFF2-40B4-BE49-F238E27FC236}">
                  <a16:creationId xmlns:a16="http://schemas.microsoft.com/office/drawing/2014/main" id="{ED6D0504-D69B-DEBB-6793-4E3033BC5702}"/>
                </a:ext>
              </a:extLst>
            </p:cNvPr>
            <p:cNvSpPr/>
            <p:nvPr/>
          </p:nvSpPr>
          <p:spPr>
            <a:xfrm>
              <a:off x="7454900" y="2490469"/>
              <a:ext cx="1211580" cy="4445"/>
            </a:xfrm>
            <a:custGeom>
              <a:avLst/>
              <a:gdLst/>
              <a:ahLst/>
              <a:cxnLst/>
              <a:rect l="l" t="t" r="r" b="b"/>
              <a:pathLst>
                <a:path w="1211579" h="4444">
                  <a:moveTo>
                    <a:pt x="1211580" y="2540"/>
                  </a:moveTo>
                  <a:lnTo>
                    <a:pt x="1210310" y="2540"/>
                  </a:lnTo>
                  <a:lnTo>
                    <a:pt x="1210310" y="1282"/>
                  </a:lnTo>
                  <a:lnTo>
                    <a:pt x="1209027" y="1282"/>
                  </a:lnTo>
                  <a:lnTo>
                    <a:pt x="1209027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211580" y="3822"/>
                  </a:lnTo>
                  <a:lnTo>
                    <a:pt x="1211580" y="2540"/>
                  </a:lnTo>
                  <a:close/>
                </a:path>
              </a:pathLst>
            </a:custGeom>
            <a:solidFill>
              <a:srgbClr val="70AC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788">
              <a:extLst>
                <a:ext uri="{FF2B5EF4-FFF2-40B4-BE49-F238E27FC236}">
                  <a16:creationId xmlns:a16="http://schemas.microsoft.com/office/drawing/2014/main" id="{DE6DB9A8-F356-279F-D198-9483B8BE852E}"/>
                </a:ext>
              </a:extLst>
            </p:cNvPr>
            <p:cNvSpPr/>
            <p:nvPr/>
          </p:nvSpPr>
          <p:spPr>
            <a:xfrm>
              <a:off x="7451090" y="2494292"/>
              <a:ext cx="1219200" cy="2540"/>
            </a:xfrm>
            <a:custGeom>
              <a:avLst/>
              <a:gdLst/>
              <a:ahLst/>
              <a:cxnLst/>
              <a:rect l="l" t="t" r="r" b="b"/>
              <a:pathLst>
                <a:path w="1219200" h="2539">
                  <a:moveTo>
                    <a:pt x="1219200" y="1257"/>
                  </a:moveTo>
                  <a:lnTo>
                    <a:pt x="1216660" y="1257"/>
                  </a:lnTo>
                  <a:lnTo>
                    <a:pt x="121666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219200" y="2527"/>
                  </a:lnTo>
                  <a:lnTo>
                    <a:pt x="1219200" y="1257"/>
                  </a:lnTo>
                  <a:close/>
                </a:path>
              </a:pathLst>
            </a:custGeom>
            <a:solidFill>
              <a:srgbClr val="6DA9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789">
              <a:extLst>
                <a:ext uri="{FF2B5EF4-FFF2-40B4-BE49-F238E27FC236}">
                  <a16:creationId xmlns:a16="http://schemas.microsoft.com/office/drawing/2014/main" id="{680985BD-FD10-8F4F-D060-C09165400ACA}"/>
                </a:ext>
              </a:extLst>
            </p:cNvPr>
            <p:cNvSpPr/>
            <p:nvPr/>
          </p:nvSpPr>
          <p:spPr>
            <a:xfrm>
              <a:off x="7447280" y="2496819"/>
              <a:ext cx="1228090" cy="4445"/>
            </a:xfrm>
            <a:custGeom>
              <a:avLst/>
              <a:gdLst/>
              <a:ahLst/>
              <a:cxnLst/>
              <a:rect l="l" t="t" r="r" b="b"/>
              <a:pathLst>
                <a:path w="1228090" h="4444">
                  <a:moveTo>
                    <a:pt x="1228090" y="2540"/>
                  </a:moveTo>
                  <a:lnTo>
                    <a:pt x="1225550" y="2540"/>
                  </a:lnTo>
                  <a:lnTo>
                    <a:pt x="1225550" y="1282"/>
                  </a:lnTo>
                  <a:lnTo>
                    <a:pt x="1224280" y="1282"/>
                  </a:lnTo>
                  <a:lnTo>
                    <a:pt x="122428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228090" y="3822"/>
                  </a:lnTo>
                  <a:lnTo>
                    <a:pt x="1228090" y="2540"/>
                  </a:lnTo>
                  <a:close/>
                </a:path>
              </a:pathLst>
            </a:custGeom>
            <a:solidFill>
              <a:srgbClr val="69A7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790">
              <a:extLst>
                <a:ext uri="{FF2B5EF4-FFF2-40B4-BE49-F238E27FC236}">
                  <a16:creationId xmlns:a16="http://schemas.microsoft.com/office/drawing/2014/main" id="{B622A660-7ECF-DD25-5A5F-F3D388358078}"/>
                </a:ext>
              </a:extLst>
            </p:cNvPr>
            <p:cNvSpPr/>
            <p:nvPr/>
          </p:nvSpPr>
          <p:spPr>
            <a:xfrm>
              <a:off x="7442200" y="2500642"/>
              <a:ext cx="1236980" cy="3810"/>
            </a:xfrm>
            <a:custGeom>
              <a:avLst/>
              <a:gdLst/>
              <a:ahLst/>
              <a:cxnLst/>
              <a:rect l="l" t="t" r="r" b="b"/>
              <a:pathLst>
                <a:path w="1236979" h="3810">
                  <a:moveTo>
                    <a:pt x="1236980" y="2527"/>
                  </a:moveTo>
                  <a:lnTo>
                    <a:pt x="1235710" y="2527"/>
                  </a:lnTo>
                  <a:lnTo>
                    <a:pt x="1235710" y="1257"/>
                  </a:lnTo>
                  <a:lnTo>
                    <a:pt x="1234440" y="1257"/>
                  </a:lnTo>
                  <a:lnTo>
                    <a:pt x="123444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236980" y="3810"/>
                  </a:lnTo>
                  <a:lnTo>
                    <a:pt x="1236980" y="2527"/>
                  </a:lnTo>
                  <a:close/>
                </a:path>
              </a:pathLst>
            </a:custGeom>
            <a:solidFill>
              <a:srgbClr val="66A4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791">
              <a:extLst>
                <a:ext uri="{FF2B5EF4-FFF2-40B4-BE49-F238E27FC236}">
                  <a16:creationId xmlns:a16="http://schemas.microsoft.com/office/drawing/2014/main" id="{81A67B18-AD37-0C8F-2CF1-F21ED37D2F7A}"/>
                </a:ext>
              </a:extLst>
            </p:cNvPr>
            <p:cNvSpPr/>
            <p:nvPr/>
          </p:nvSpPr>
          <p:spPr>
            <a:xfrm>
              <a:off x="7437120" y="2504452"/>
              <a:ext cx="1247140" cy="3810"/>
            </a:xfrm>
            <a:custGeom>
              <a:avLst/>
              <a:gdLst/>
              <a:ahLst/>
              <a:cxnLst/>
              <a:rect l="l" t="t" r="r" b="b"/>
              <a:pathLst>
                <a:path w="1247140" h="3810">
                  <a:moveTo>
                    <a:pt x="1247140" y="2540"/>
                  </a:moveTo>
                  <a:lnTo>
                    <a:pt x="1245870" y="2540"/>
                  </a:lnTo>
                  <a:lnTo>
                    <a:pt x="1245870" y="1257"/>
                  </a:lnTo>
                  <a:lnTo>
                    <a:pt x="1244587" y="1257"/>
                  </a:lnTo>
                  <a:lnTo>
                    <a:pt x="1244587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247140" y="3797"/>
                  </a:lnTo>
                  <a:lnTo>
                    <a:pt x="1247140" y="2540"/>
                  </a:lnTo>
                  <a:close/>
                </a:path>
              </a:pathLst>
            </a:custGeom>
            <a:solidFill>
              <a:srgbClr val="63A2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792">
              <a:extLst>
                <a:ext uri="{FF2B5EF4-FFF2-40B4-BE49-F238E27FC236}">
                  <a16:creationId xmlns:a16="http://schemas.microsoft.com/office/drawing/2014/main" id="{C1980FBC-7DDB-231C-6377-B89DEF7DAD23}"/>
                </a:ext>
              </a:extLst>
            </p:cNvPr>
            <p:cNvSpPr/>
            <p:nvPr/>
          </p:nvSpPr>
          <p:spPr>
            <a:xfrm>
              <a:off x="7432040" y="2508249"/>
              <a:ext cx="1257300" cy="3810"/>
            </a:xfrm>
            <a:custGeom>
              <a:avLst/>
              <a:gdLst/>
              <a:ahLst/>
              <a:cxnLst/>
              <a:rect l="l" t="t" r="r" b="b"/>
              <a:pathLst>
                <a:path w="1257300" h="3810">
                  <a:moveTo>
                    <a:pt x="1257300" y="2552"/>
                  </a:moveTo>
                  <a:lnTo>
                    <a:pt x="1256017" y="2552"/>
                  </a:lnTo>
                  <a:lnTo>
                    <a:pt x="1256017" y="1270"/>
                  </a:lnTo>
                  <a:lnTo>
                    <a:pt x="1253490" y="1270"/>
                  </a:lnTo>
                  <a:lnTo>
                    <a:pt x="125349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257300" y="3810"/>
                  </a:lnTo>
                  <a:lnTo>
                    <a:pt x="1257300" y="2552"/>
                  </a:lnTo>
                  <a:close/>
                </a:path>
              </a:pathLst>
            </a:custGeom>
            <a:solidFill>
              <a:srgbClr val="609F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793">
              <a:extLst>
                <a:ext uri="{FF2B5EF4-FFF2-40B4-BE49-F238E27FC236}">
                  <a16:creationId xmlns:a16="http://schemas.microsoft.com/office/drawing/2014/main" id="{45F6480C-E75D-5359-2681-76CBBF5218FC}"/>
                </a:ext>
              </a:extLst>
            </p:cNvPr>
            <p:cNvSpPr/>
            <p:nvPr/>
          </p:nvSpPr>
          <p:spPr>
            <a:xfrm>
              <a:off x="7426960" y="2512059"/>
              <a:ext cx="1267460" cy="3810"/>
            </a:xfrm>
            <a:custGeom>
              <a:avLst/>
              <a:gdLst/>
              <a:ahLst/>
              <a:cxnLst/>
              <a:rect l="l" t="t" r="r" b="b"/>
              <a:pathLst>
                <a:path w="1267459" h="3810">
                  <a:moveTo>
                    <a:pt x="1267447" y="2540"/>
                  </a:moveTo>
                  <a:lnTo>
                    <a:pt x="1266190" y="2540"/>
                  </a:lnTo>
                  <a:lnTo>
                    <a:pt x="1266190" y="1282"/>
                  </a:lnTo>
                  <a:lnTo>
                    <a:pt x="1263650" y="1282"/>
                  </a:lnTo>
                  <a:lnTo>
                    <a:pt x="126365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67447" y="3810"/>
                  </a:lnTo>
                  <a:lnTo>
                    <a:pt x="1267447" y="2540"/>
                  </a:lnTo>
                  <a:close/>
                </a:path>
              </a:pathLst>
            </a:custGeom>
            <a:solidFill>
              <a:srgbClr val="5D9D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794">
              <a:extLst>
                <a:ext uri="{FF2B5EF4-FFF2-40B4-BE49-F238E27FC236}">
                  <a16:creationId xmlns:a16="http://schemas.microsoft.com/office/drawing/2014/main" id="{ECCD783C-9039-53E6-031E-3F91CC200E62}"/>
                </a:ext>
              </a:extLst>
            </p:cNvPr>
            <p:cNvSpPr/>
            <p:nvPr/>
          </p:nvSpPr>
          <p:spPr>
            <a:xfrm>
              <a:off x="7424420" y="2515869"/>
              <a:ext cx="1272540" cy="2540"/>
            </a:xfrm>
            <a:custGeom>
              <a:avLst/>
              <a:gdLst/>
              <a:ahLst/>
              <a:cxnLst/>
              <a:rect l="l" t="t" r="r" b="b"/>
              <a:pathLst>
                <a:path w="1272540" h="2539">
                  <a:moveTo>
                    <a:pt x="1272540" y="1282"/>
                  </a:moveTo>
                  <a:lnTo>
                    <a:pt x="1271270" y="1282"/>
                  </a:lnTo>
                  <a:lnTo>
                    <a:pt x="1271270" y="0"/>
                  </a:lnTo>
                  <a:lnTo>
                    <a:pt x="1270" y="0"/>
                  </a:lnTo>
                  <a:lnTo>
                    <a:pt x="1270" y="128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1272540" y="2540"/>
                  </a:lnTo>
                  <a:lnTo>
                    <a:pt x="1272540" y="1282"/>
                  </a:lnTo>
                  <a:close/>
                </a:path>
              </a:pathLst>
            </a:custGeom>
            <a:solidFill>
              <a:srgbClr val="599A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795">
              <a:extLst>
                <a:ext uri="{FF2B5EF4-FFF2-40B4-BE49-F238E27FC236}">
                  <a16:creationId xmlns:a16="http://schemas.microsoft.com/office/drawing/2014/main" id="{2D8EAEBC-2E48-9A67-0BD4-9EE6A3582FAC}"/>
                </a:ext>
              </a:extLst>
            </p:cNvPr>
            <p:cNvSpPr/>
            <p:nvPr/>
          </p:nvSpPr>
          <p:spPr>
            <a:xfrm>
              <a:off x="7419340" y="2518409"/>
              <a:ext cx="1282700" cy="3810"/>
            </a:xfrm>
            <a:custGeom>
              <a:avLst/>
              <a:gdLst/>
              <a:ahLst/>
              <a:cxnLst/>
              <a:rect l="l" t="t" r="r" b="b"/>
              <a:pathLst>
                <a:path w="1282700" h="3810">
                  <a:moveTo>
                    <a:pt x="1282700" y="2540"/>
                  </a:moveTo>
                  <a:lnTo>
                    <a:pt x="1281417" y="2540"/>
                  </a:lnTo>
                  <a:lnTo>
                    <a:pt x="1281417" y="1282"/>
                  </a:lnTo>
                  <a:lnTo>
                    <a:pt x="1280160" y="1282"/>
                  </a:lnTo>
                  <a:lnTo>
                    <a:pt x="128016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282700" y="3810"/>
                  </a:lnTo>
                  <a:lnTo>
                    <a:pt x="1282700" y="2540"/>
                  </a:lnTo>
                  <a:close/>
                </a:path>
              </a:pathLst>
            </a:custGeom>
            <a:solidFill>
              <a:srgbClr val="5698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796">
              <a:extLst>
                <a:ext uri="{FF2B5EF4-FFF2-40B4-BE49-F238E27FC236}">
                  <a16:creationId xmlns:a16="http://schemas.microsoft.com/office/drawing/2014/main" id="{45CE189E-F5C0-BEF2-6031-E687CA55055C}"/>
                </a:ext>
              </a:extLst>
            </p:cNvPr>
            <p:cNvSpPr/>
            <p:nvPr/>
          </p:nvSpPr>
          <p:spPr>
            <a:xfrm>
              <a:off x="7414260" y="2522219"/>
              <a:ext cx="1292860" cy="4445"/>
            </a:xfrm>
            <a:custGeom>
              <a:avLst/>
              <a:gdLst/>
              <a:ahLst/>
              <a:cxnLst/>
              <a:rect l="l" t="t" r="r" b="b"/>
              <a:pathLst>
                <a:path w="1292859" h="4444">
                  <a:moveTo>
                    <a:pt x="1292847" y="2540"/>
                  </a:moveTo>
                  <a:lnTo>
                    <a:pt x="1291590" y="2540"/>
                  </a:lnTo>
                  <a:lnTo>
                    <a:pt x="1291590" y="1282"/>
                  </a:lnTo>
                  <a:lnTo>
                    <a:pt x="1289050" y="1282"/>
                  </a:lnTo>
                  <a:lnTo>
                    <a:pt x="1289050" y="0"/>
                  </a:lnTo>
                  <a:lnTo>
                    <a:pt x="2540" y="0"/>
                  </a:lnTo>
                  <a:lnTo>
                    <a:pt x="254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292847" y="3822"/>
                  </a:lnTo>
                  <a:lnTo>
                    <a:pt x="1292847" y="2540"/>
                  </a:lnTo>
                  <a:close/>
                </a:path>
              </a:pathLst>
            </a:custGeom>
            <a:solidFill>
              <a:srgbClr val="5395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797">
              <a:extLst>
                <a:ext uri="{FF2B5EF4-FFF2-40B4-BE49-F238E27FC236}">
                  <a16:creationId xmlns:a16="http://schemas.microsoft.com/office/drawing/2014/main" id="{A51EAE3E-6AB0-F60E-10B5-BFC20F8214B9}"/>
                </a:ext>
              </a:extLst>
            </p:cNvPr>
            <p:cNvSpPr/>
            <p:nvPr/>
          </p:nvSpPr>
          <p:spPr>
            <a:xfrm>
              <a:off x="7409180" y="2526042"/>
              <a:ext cx="1303020" cy="3810"/>
            </a:xfrm>
            <a:custGeom>
              <a:avLst/>
              <a:gdLst/>
              <a:ahLst/>
              <a:cxnLst/>
              <a:rect l="l" t="t" r="r" b="b"/>
              <a:pathLst>
                <a:path w="1303020" h="3810">
                  <a:moveTo>
                    <a:pt x="1303020" y="2527"/>
                  </a:moveTo>
                  <a:lnTo>
                    <a:pt x="1301750" y="2527"/>
                  </a:lnTo>
                  <a:lnTo>
                    <a:pt x="1301750" y="1257"/>
                  </a:lnTo>
                  <a:lnTo>
                    <a:pt x="1299210" y="1257"/>
                  </a:lnTo>
                  <a:lnTo>
                    <a:pt x="129921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303020" y="3810"/>
                  </a:lnTo>
                  <a:lnTo>
                    <a:pt x="1303020" y="2527"/>
                  </a:lnTo>
                  <a:close/>
                </a:path>
              </a:pathLst>
            </a:custGeom>
            <a:solidFill>
              <a:srgbClr val="5093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798">
              <a:extLst>
                <a:ext uri="{FF2B5EF4-FFF2-40B4-BE49-F238E27FC236}">
                  <a16:creationId xmlns:a16="http://schemas.microsoft.com/office/drawing/2014/main" id="{E765A40E-31B3-B995-6B3E-D0B9C53CA01E}"/>
                </a:ext>
              </a:extLst>
            </p:cNvPr>
            <p:cNvSpPr/>
            <p:nvPr/>
          </p:nvSpPr>
          <p:spPr>
            <a:xfrm>
              <a:off x="7404100" y="2529852"/>
              <a:ext cx="1313180" cy="3810"/>
            </a:xfrm>
            <a:custGeom>
              <a:avLst/>
              <a:gdLst/>
              <a:ahLst/>
              <a:cxnLst/>
              <a:rect l="l" t="t" r="r" b="b"/>
              <a:pathLst>
                <a:path w="1313179" h="3810">
                  <a:moveTo>
                    <a:pt x="1313180" y="2540"/>
                  </a:moveTo>
                  <a:lnTo>
                    <a:pt x="1310640" y="2540"/>
                  </a:lnTo>
                  <a:lnTo>
                    <a:pt x="1310640" y="1257"/>
                  </a:lnTo>
                  <a:lnTo>
                    <a:pt x="1309357" y="1257"/>
                  </a:lnTo>
                  <a:lnTo>
                    <a:pt x="1309357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313180" y="3797"/>
                  </a:lnTo>
                  <a:lnTo>
                    <a:pt x="1313180" y="2540"/>
                  </a:lnTo>
                  <a:close/>
                </a:path>
              </a:pathLst>
            </a:custGeom>
            <a:solidFill>
              <a:srgbClr val="4D91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799">
              <a:extLst>
                <a:ext uri="{FF2B5EF4-FFF2-40B4-BE49-F238E27FC236}">
                  <a16:creationId xmlns:a16="http://schemas.microsoft.com/office/drawing/2014/main" id="{5176A44B-5B64-6DBD-3A6E-CD12B595FBCD}"/>
                </a:ext>
              </a:extLst>
            </p:cNvPr>
            <p:cNvSpPr/>
            <p:nvPr/>
          </p:nvSpPr>
          <p:spPr>
            <a:xfrm>
              <a:off x="7399020" y="2533649"/>
              <a:ext cx="1323340" cy="3810"/>
            </a:xfrm>
            <a:custGeom>
              <a:avLst/>
              <a:gdLst/>
              <a:ahLst/>
              <a:cxnLst/>
              <a:rect l="l" t="t" r="r" b="b"/>
              <a:pathLst>
                <a:path w="1323340" h="3810">
                  <a:moveTo>
                    <a:pt x="1323340" y="2552"/>
                  </a:moveTo>
                  <a:lnTo>
                    <a:pt x="1320787" y="2552"/>
                  </a:lnTo>
                  <a:lnTo>
                    <a:pt x="1320787" y="1270"/>
                  </a:lnTo>
                  <a:lnTo>
                    <a:pt x="1319530" y="1270"/>
                  </a:lnTo>
                  <a:lnTo>
                    <a:pt x="1319530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2540" y="1270"/>
                  </a:lnTo>
                  <a:lnTo>
                    <a:pt x="254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323340" y="3810"/>
                  </a:lnTo>
                  <a:lnTo>
                    <a:pt x="1323340" y="2552"/>
                  </a:lnTo>
                  <a:close/>
                </a:path>
              </a:pathLst>
            </a:custGeom>
            <a:solidFill>
              <a:srgbClr val="498E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800">
              <a:extLst>
                <a:ext uri="{FF2B5EF4-FFF2-40B4-BE49-F238E27FC236}">
                  <a16:creationId xmlns:a16="http://schemas.microsoft.com/office/drawing/2014/main" id="{E3795445-B13E-B9BE-37E3-EA872EE8FD8A}"/>
                </a:ext>
              </a:extLst>
            </p:cNvPr>
            <p:cNvSpPr/>
            <p:nvPr/>
          </p:nvSpPr>
          <p:spPr>
            <a:xfrm>
              <a:off x="7396480" y="2537459"/>
              <a:ext cx="1328420" cy="2540"/>
            </a:xfrm>
            <a:custGeom>
              <a:avLst/>
              <a:gdLst/>
              <a:ahLst/>
              <a:cxnLst/>
              <a:rect l="l" t="t" r="r" b="b"/>
              <a:pathLst>
                <a:path w="1328420" h="2539">
                  <a:moveTo>
                    <a:pt x="1328420" y="1282"/>
                  </a:moveTo>
                  <a:lnTo>
                    <a:pt x="1327150" y="1282"/>
                  </a:lnTo>
                  <a:lnTo>
                    <a:pt x="1327150" y="0"/>
                  </a:lnTo>
                  <a:lnTo>
                    <a:pt x="1270" y="0"/>
                  </a:lnTo>
                  <a:lnTo>
                    <a:pt x="1270" y="128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1328420" y="2540"/>
                  </a:lnTo>
                  <a:lnTo>
                    <a:pt x="1328420" y="1282"/>
                  </a:lnTo>
                  <a:close/>
                </a:path>
              </a:pathLst>
            </a:custGeom>
            <a:solidFill>
              <a:srgbClr val="468C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801">
              <a:extLst>
                <a:ext uri="{FF2B5EF4-FFF2-40B4-BE49-F238E27FC236}">
                  <a16:creationId xmlns:a16="http://schemas.microsoft.com/office/drawing/2014/main" id="{61D0431C-5443-A7E1-FC9D-37E2BF872AE5}"/>
                </a:ext>
              </a:extLst>
            </p:cNvPr>
            <p:cNvSpPr/>
            <p:nvPr/>
          </p:nvSpPr>
          <p:spPr>
            <a:xfrm>
              <a:off x="7391400" y="2539999"/>
              <a:ext cx="1338580" cy="3810"/>
            </a:xfrm>
            <a:custGeom>
              <a:avLst/>
              <a:gdLst/>
              <a:ahLst/>
              <a:cxnLst/>
              <a:rect l="l" t="t" r="r" b="b"/>
              <a:pathLst>
                <a:path w="1338579" h="3810">
                  <a:moveTo>
                    <a:pt x="1338580" y="2552"/>
                  </a:moveTo>
                  <a:lnTo>
                    <a:pt x="1337310" y="2552"/>
                  </a:lnTo>
                  <a:lnTo>
                    <a:pt x="1337310" y="1270"/>
                  </a:lnTo>
                  <a:lnTo>
                    <a:pt x="1334757" y="1270"/>
                  </a:lnTo>
                  <a:lnTo>
                    <a:pt x="1334757" y="0"/>
                  </a:lnTo>
                  <a:lnTo>
                    <a:pt x="3810" y="0"/>
                  </a:lnTo>
                  <a:lnTo>
                    <a:pt x="3810" y="1270"/>
                  </a:lnTo>
                  <a:lnTo>
                    <a:pt x="1270" y="1270"/>
                  </a:lnTo>
                  <a:lnTo>
                    <a:pt x="1270" y="2552"/>
                  </a:lnTo>
                  <a:lnTo>
                    <a:pt x="0" y="2552"/>
                  </a:lnTo>
                  <a:lnTo>
                    <a:pt x="0" y="3810"/>
                  </a:lnTo>
                  <a:lnTo>
                    <a:pt x="1338580" y="3810"/>
                  </a:lnTo>
                  <a:lnTo>
                    <a:pt x="1338580" y="2552"/>
                  </a:lnTo>
                  <a:close/>
                </a:path>
              </a:pathLst>
            </a:custGeom>
            <a:solidFill>
              <a:srgbClr val="4389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802">
              <a:extLst>
                <a:ext uri="{FF2B5EF4-FFF2-40B4-BE49-F238E27FC236}">
                  <a16:creationId xmlns:a16="http://schemas.microsoft.com/office/drawing/2014/main" id="{38A46F37-6B56-42E2-3248-7631E06B4B15}"/>
                </a:ext>
              </a:extLst>
            </p:cNvPr>
            <p:cNvSpPr/>
            <p:nvPr/>
          </p:nvSpPr>
          <p:spPr>
            <a:xfrm>
              <a:off x="7386320" y="2543809"/>
              <a:ext cx="1348740" cy="3810"/>
            </a:xfrm>
            <a:custGeom>
              <a:avLst/>
              <a:gdLst/>
              <a:ahLst/>
              <a:cxnLst/>
              <a:rect l="l" t="t" r="r" b="b"/>
              <a:pathLst>
                <a:path w="1348740" h="3810">
                  <a:moveTo>
                    <a:pt x="1348740" y="2540"/>
                  </a:moveTo>
                  <a:lnTo>
                    <a:pt x="1346200" y="2540"/>
                  </a:lnTo>
                  <a:lnTo>
                    <a:pt x="1346200" y="1282"/>
                  </a:lnTo>
                  <a:lnTo>
                    <a:pt x="1344930" y="1282"/>
                  </a:lnTo>
                  <a:lnTo>
                    <a:pt x="134493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1270" y="1282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348740" y="3810"/>
                  </a:lnTo>
                  <a:lnTo>
                    <a:pt x="1348740" y="2540"/>
                  </a:lnTo>
                  <a:close/>
                </a:path>
              </a:pathLst>
            </a:custGeom>
            <a:solidFill>
              <a:srgbClr val="4087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803">
              <a:extLst>
                <a:ext uri="{FF2B5EF4-FFF2-40B4-BE49-F238E27FC236}">
                  <a16:creationId xmlns:a16="http://schemas.microsoft.com/office/drawing/2014/main" id="{924A8AE0-8927-CD31-68C8-1C6B5FB2BF7E}"/>
                </a:ext>
              </a:extLst>
            </p:cNvPr>
            <p:cNvSpPr/>
            <p:nvPr/>
          </p:nvSpPr>
          <p:spPr>
            <a:xfrm>
              <a:off x="7381240" y="2547619"/>
              <a:ext cx="1358900" cy="4445"/>
            </a:xfrm>
            <a:custGeom>
              <a:avLst/>
              <a:gdLst/>
              <a:ahLst/>
              <a:cxnLst/>
              <a:rect l="l" t="t" r="r" b="b"/>
              <a:pathLst>
                <a:path w="1358900" h="4444">
                  <a:moveTo>
                    <a:pt x="1358900" y="2540"/>
                  </a:moveTo>
                  <a:lnTo>
                    <a:pt x="1356360" y="2540"/>
                  </a:lnTo>
                  <a:lnTo>
                    <a:pt x="1356360" y="1282"/>
                  </a:lnTo>
                  <a:lnTo>
                    <a:pt x="1355090" y="1282"/>
                  </a:lnTo>
                  <a:lnTo>
                    <a:pt x="1355090" y="0"/>
                  </a:lnTo>
                  <a:lnTo>
                    <a:pt x="3810" y="0"/>
                  </a:lnTo>
                  <a:lnTo>
                    <a:pt x="3810" y="1282"/>
                  </a:lnTo>
                  <a:lnTo>
                    <a:pt x="2540" y="1282"/>
                  </a:lnTo>
                  <a:lnTo>
                    <a:pt x="2540" y="2540"/>
                  </a:lnTo>
                  <a:lnTo>
                    <a:pt x="0" y="2540"/>
                  </a:lnTo>
                  <a:lnTo>
                    <a:pt x="0" y="3822"/>
                  </a:lnTo>
                  <a:lnTo>
                    <a:pt x="1358900" y="3822"/>
                  </a:lnTo>
                  <a:lnTo>
                    <a:pt x="1358900" y="2540"/>
                  </a:lnTo>
                  <a:close/>
                </a:path>
              </a:pathLst>
            </a:custGeom>
            <a:solidFill>
              <a:srgbClr val="3D84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804">
              <a:extLst>
                <a:ext uri="{FF2B5EF4-FFF2-40B4-BE49-F238E27FC236}">
                  <a16:creationId xmlns:a16="http://schemas.microsoft.com/office/drawing/2014/main" id="{48537B36-873A-3887-CF09-160A374A9E98}"/>
                </a:ext>
              </a:extLst>
            </p:cNvPr>
            <p:cNvSpPr/>
            <p:nvPr/>
          </p:nvSpPr>
          <p:spPr>
            <a:xfrm>
              <a:off x="7376160" y="2551442"/>
              <a:ext cx="1367790" cy="3810"/>
            </a:xfrm>
            <a:custGeom>
              <a:avLst/>
              <a:gdLst/>
              <a:ahLst/>
              <a:cxnLst/>
              <a:rect l="l" t="t" r="r" b="b"/>
              <a:pathLst>
                <a:path w="1367790" h="3810">
                  <a:moveTo>
                    <a:pt x="1367790" y="2527"/>
                  </a:moveTo>
                  <a:lnTo>
                    <a:pt x="1366520" y="2527"/>
                  </a:lnTo>
                  <a:lnTo>
                    <a:pt x="1366520" y="1257"/>
                  </a:lnTo>
                  <a:lnTo>
                    <a:pt x="1365250" y="1257"/>
                  </a:lnTo>
                  <a:lnTo>
                    <a:pt x="136525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2540" y="1257"/>
                  </a:lnTo>
                  <a:lnTo>
                    <a:pt x="2540" y="2527"/>
                  </a:lnTo>
                  <a:lnTo>
                    <a:pt x="0" y="2527"/>
                  </a:lnTo>
                  <a:lnTo>
                    <a:pt x="0" y="3810"/>
                  </a:lnTo>
                  <a:lnTo>
                    <a:pt x="1367790" y="3810"/>
                  </a:lnTo>
                  <a:lnTo>
                    <a:pt x="1367790" y="2527"/>
                  </a:lnTo>
                  <a:close/>
                </a:path>
              </a:pathLst>
            </a:custGeom>
            <a:solidFill>
              <a:srgbClr val="3982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805">
              <a:extLst>
                <a:ext uri="{FF2B5EF4-FFF2-40B4-BE49-F238E27FC236}">
                  <a16:creationId xmlns:a16="http://schemas.microsoft.com/office/drawing/2014/main" id="{2260C706-41EF-B9FF-D03D-B6711B19AFC6}"/>
                </a:ext>
              </a:extLst>
            </p:cNvPr>
            <p:cNvSpPr/>
            <p:nvPr/>
          </p:nvSpPr>
          <p:spPr>
            <a:xfrm>
              <a:off x="7372350" y="2555252"/>
              <a:ext cx="1376680" cy="3810"/>
            </a:xfrm>
            <a:custGeom>
              <a:avLst/>
              <a:gdLst/>
              <a:ahLst/>
              <a:cxnLst/>
              <a:rect l="l" t="t" r="r" b="b"/>
              <a:pathLst>
                <a:path w="1376679" h="3810">
                  <a:moveTo>
                    <a:pt x="1376680" y="2540"/>
                  </a:moveTo>
                  <a:lnTo>
                    <a:pt x="1375410" y="2540"/>
                  </a:lnTo>
                  <a:lnTo>
                    <a:pt x="1375410" y="1257"/>
                  </a:lnTo>
                  <a:lnTo>
                    <a:pt x="1374140" y="1257"/>
                  </a:lnTo>
                  <a:lnTo>
                    <a:pt x="1374140" y="0"/>
                  </a:lnTo>
                  <a:lnTo>
                    <a:pt x="2540" y="0"/>
                  </a:lnTo>
                  <a:lnTo>
                    <a:pt x="254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376680" y="3797"/>
                  </a:lnTo>
                  <a:lnTo>
                    <a:pt x="1376680" y="2540"/>
                  </a:lnTo>
                  <a:close/>
                </a:path>
              </a:pathLst>
            </a:custGeom>
            <a:solidFill>
              <a:srgbClr val="367F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806">
              <a:extLst>
                <a:ext uri="{FF2B5EF4-FFF2-40B4-BE49-F238E27FC236}">
                  <a16:creationId xmlns:a16="http://schemas.microsoft.com/office/drawing/2014/main" id="{811A1239-ED66-FAD2-2F5D-4E2FA55C9C53}"/>
                </a:ext>
              </a:extLst>
            </p:cNvPr>
            <p:cNvSpPr/>
            <p:nvPr/>
          </p:nvSpPr>
          <p:spPr>
            <a:xfrm>
              <a:off x="7368540" y="2559049"/>
              <a:ext cx="1384300" cy="3175"/>
            </a:xfrm>
            <a:custGeom>
              <a:avLst/>
              <a:gdLst/>
              <a:ahLst/>
              <a:cxnLst/>
              <a:rect l="l" t="t" r="r" b="b"/>
              <a:pathLst>
                <a:path w="1384300" h="3175">
                  <a:moveTo>
                    <a:pt x="1384300" y="1270"/>
                  </a:moveTo>
                  <a:lnTo>
                    <a:pt x="1381760" y="1270"/>
                  </a:lnTo>
                  <a:lnTo>
                    <a:pt x="138176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0" y="1270"/>
                  </a:lnTo>
                  <a:lnTo>
                    <a:pt x="0" y="2552"/>
                  </a:lnTo>
                  <a:lnTo>
                    <a:pt x="1384300" y="2552"/>
                  </a:lnTo>
                  <a:lnTo>
                    <a:pt x="1384300" y="1270"/>
                  </a:lnTo>
                  <a:close/>
                </a:path>
              </a:pathLst>
            </a:custGeom>
            <a:solidFill>
              <a:srgbClr val="337D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807">
              <a:extLst>
                <a:ext uri="{FF2B5EF4-FFF2-40B4-BE49-F238E27FC236}">
                  <a16:creationId xmlns:a16="http://schemas.microsoft.com/office/drawing/2014/main" id="{2431055D-EB7B-9127-88A4-6775002EE430}"/>
                </a:ext>
              </a:extLst>
            </p:cNvPr>
            <p:cNvSpPr/>
            <p:nvPr/>
          </p:nvSpPr>
          <p:spPr>
            <a:xfrm>
              <a:off x="7363460" y="2561602"/>
              <a:ext cx="1394460" cy="3810"/>
            </a:xfrm>
            <a:custGeom>
              <a:avLst/>
              <a:gdLst/>
              <a:ahLst/>
              <a:cxnLst/>
              <a:rect l="l" t="t" r="r" b="b"/>
              <a:pathLst>
                <a:path w="1394459" h="3810">
                  <a:moveTo>
                    <a:pt x="1394447" y="2540"/>
                  </a:moveTo>
                  <a:lnTo>
                    <a:pt x="1391920" y="2540"/>
                  </a:lnTo>
                  <a:lnTo>
                    <a:pt x="1391920" y="1257"/>
                  </a:lnTo>
                  <a:lnTo>
                    <a:pt x="1390650" y="1257"/>
                  </a:lnTo>
                  <a:lnTo>
                    <a:pt x="1390650" y="0"/>
                  </a:lnTo>
                  <a:lnTo>
                    <a:pt x="3810" y="0"/>
                  </a:lnTo>
                  <a:lnTo>
                    <a:pt x="3810" y="1257"/>
                  </a:lnTo>
                  <a:lnTo>
                    <a:pt x="1270" y="1257"/>
                  </a:lnTo>
                  <a:lnTo>
                    <a:pt x="1270" y="2540"/>
                  </a:lnTo>
                  <a:lnTo>
                    <a:pt x="0" y="2540"/>
                  </a:lnTo>
                  <a:lnTo>
                    <a:pt x="0" y="3797"/>
                  </a:lnTo>
                  <a:lnTo>
                    <a:pt x="1394447" y="3797"/>
                  </a:lnTo>
                  <a:lnTo>
                    <a:pt x="1394447" y="2540"/>
                  </a:lnTo>
                  <a:close/>
                </a:path>
              </a:pathLst>
            </a:custGeom>
            <a:solidFill>
              <a:srgbClr val="307A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59" name="object 809">
            <a:extLst>
              <a:ext uri="{FF2B5EF4-FFF2-40B4-BE49-F238E27FC236}">
                <a16:creationId xmlns:a16="http://schemas.microsoft.com/office/drawing/2014/main" id="{CEE2E816-3DD0-9AA4-0770-3A134B4C1010}"/>
              </a:ext>
            </a:extLst>
          </p:cNvPr>
          <p:cNvSpPr txBox="1"/>
          <p:nvPr/>
        </p:nvSpPr>
        <p:spPr>
          <a:xfrm>
            <a:off x="3804920" y="3469640"/>
            <a:ext cx="1675764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FFFF"/>
                </a:solidFill>
                <a:latin typeface="Arial MT"/>
                <a:cs typeface="Arial MT"/>
              </a:rPr>
              <a:t>Application</a:t>
            </a:r>
            <a:r>
              <a:rPr sz="1600" spc="-40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600" spc="-5" dirty="0">
                <a:solidFill>
                  <a:srgbClr val="FFFFFF"/>
                </a:solidFill>
                <a:latin typeface="Arial MT"/>
                <a:cs typeface="Arial MT"/>
              </a:rPr>
              <a:t>Server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960" name="object 810">
            <a:extLst>
              <a:ext uri="{FF2B5EF4-FFF2-40B4-BE49-F238E27FC236}">
                <a16:creationId xmlns:a16="http://schemas.microsoft.com/office/drawing/2014/main" id="{B6589BA2-47C4-A0D7-E814-0D078B887DBC}"/>
              </a:ext>
            </a:extLst>
          </p:cNvPr>
          <p:cNvSpPr txBox="1"/>
          <p:nvPr/>
        </p:nvSpPr>
        <p:spPr>
          <a:xfrm>
            <a:off x="930910" y="3780790"/>
            <a:ext cx="54546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FFFF"/>
                </a:solidFill>
                <a:latin typeface="Arial MT"/>
                <a:cs typeface="Arial MT"/>
              </a:rPr>
              <a:t>C</a:t>
            </a:r>
            <a:r>
              <a:rPr sz="1600" dirty="0">
                <a:solidFill>
                  <a:srgbClr val="FFFFFF"/>
                </a:solidFill>
                <a:latin typeface="Arial MT"/>
                <a:cs typeface="Arial MT"/>
              </a:rPr>
              <a:t>li</a:t>
            </a:r>
            <a:r>
              <a:rPr sz="1600" spc="-5" dirty="0">
                <a:solidFill>
                  <a:srgbClr val="FFFFFF"/>
                </a:solidFill>
                <a:latin typeface="Arial MT"/>
                <a:cs typeface="Arial MT"/>
              </a:rPr>
              <a:t>ent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961" name="object 811">
            <a:extLst>
              <a:ext uri="{FF2B5EF4-FFF2-40B4-BE49-F238E27FC236}">
                <a16:creationId xmlns:a16="http://schemas.microsoft.com/office/drawing/2014/main" id="{F43F034B-72CE-2EF8-7DA2-F13B0459DE99}"/>
              </a:ext>
            </a:extLst>
          </p:cNvPr>
          <p:cNvSpPr txBox="1"/>
          <p:nvPr/>
        </p:nvSpPr>
        <p:spPr>
          <a:xfrm>
            <a:off x="7838440" y="2117090"/>
            <a:ext cx="44323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FFFF"/>
                </a:solidFill>
                <a:latin typeface="Arial MT"/>
                <a:cs typeface="Arial MT"/>
              </a:rPr>
              <a:t>C</a:t>
            </a:r>
            <a:r>
              <a:rPr sz="1600" dirty="0">
                <a:solidFill>
                  <a:srgbClr val="FFFFFF"/>
                </a:solidFill>
                <a:latin typeface="Arial MT"/>
                <a:cs typeface="Arial MT"/>
              </a:rPr>
              <a:t>AS</a:t>
            </a:r>
            <a:endParaRPr sz="1600">
              <a:latin typeface="Arial MT"/>
              <a:cs typeface="Arial MT"/>
            </a:endParaRPr>
          </a:p>
        </p:txBody>
      </p:sp>
      <p:grpSp>
        <p:nvGrpSpPr>
          <p:cNvPr id="1962" name="object 812">
            <a:extLst>
              <a:ext uri="{FF2B5EF4-FFF2-40B4-BE49-F238E27FC236}">
                <a16:creationId xmlns:a16="http://schemas.microsoft.com/office/drawing/2014/main" id="{75E423D0-C6D7-0FE6-CF2B-6D6E5DF86562}"/>
              </a:ext>
            </a:extLst>
          </p:cNvPr>
          <p:cNvGrpSpPr/>
          <p:nvPr/>
        </p:nvGrpSpPr>
        <p:grpSpPr>
          <a:xfrm>
            <a:off x="241073" y="2225039"/>
            <a:ext cx="2375535" cy="1003935"/>
            <a:chOff x="241073" y="2225039"/>
            <a:chExt cx="2375535" cy="1003935"/>
          </a:xfrm>
        </p:grpSpPr>
        <p:sp>
          <p:nvSpPr>
            <p:cNvPr id="1963" name="object 813">
              <a:extLst>
                <a:ext uri="{FF2B5EF4-FFF2-40B4-BE49-F238E27FC236}">
                  <a16:creationId xmlns:a16="http://schemas.microsoft.com/office/drawing/2014/main" id="{B502E849-C354-3198-42E6-8384F130F95A}"/>
                </a:ext>
              </a:extLst>
            </p:cNvPr>
            <p:cNvSpPr/>
            <p:nvPr/>
          </p:nvSpPr>
          <p:spPr>
            <a:xfrm>
              <a:off x="255269" y="2517139"/>
              <a:ext cx="2346960" cy="697230"/>
            </a:xfrm>
            <a:custGeom>
              <a:avLst/>
              <a:gdLst/>
              <a:ahLst/>
              <a:cxnLst/>
              <a:rect l="l" t="t" r="r" b="b"/>
              <a:pathLst>
                <a:path w="2346960" h="697230">
                  <a:moveTo>
                    <a:pt x="2231390" y="0"/>
                  </a:moveTo>
                  <a:lnTo>
                    <a:pt x="116839" y="0"/>
                  </a:lnTo>
                  <a:lnTo>
                    <a:pt x="73937" y="10040"/>
                  </a:lnTo>
                  <a:lnTo>
                    <a:pt x="36512" y="36512"/>
                  </a:lnTo>
                  <a:lnTo>
                    <a:pt x="10040" y="73937"/>
                  </a:lnTo>
                  <a:lnTo>
                    <a:pt x="0" y="116839"/>
                  </a:lnTo>
                  <a:lnTo>
                    <a:pt x="0" y="581660"/>
                  </a:lnTo>
                  <a:lnTo>
                    <a:pt x="10040" y="623827"/>
                  </a:lnTo>
                  <a:lnTo>
                    <a:pt x="36512" y="660876"/>
                  </a:lnTo>
                  <a:lnTo>
                    <a:pt x="73937" y="687208"/>
                  </a:lnTo>
                  <a:lnTo>
                    <a:pt x="116839" y="697230"/>
                  </a:lnTo>
                  <a:lnTo>
                    <a:pt x="2231390" y="697230"/>
                  </a:lnTo>
                  <a:lnTo>
                    <a:pt x="2273557" y="687208"/>
                  </a:lnTo>
                  <a:lnTo>
                    <a:pt x="2310606" y="660876"/>
                  </a:lnTo>
                  <a:lnTo>
                    <a:pt x="2336938" y="623827"/>
                  </a:lnTo>
                  <a:lnTo>
                    <a:pt x="2346960" y="581660"/>
                  </a:lnTo>
                  <a:lnTo>
                    <a:pt x="2346960" y="116839"/>
                  </a:lnTo>
                  <a:lnTo>
                    <a:pt x="2336938" y="73937"/>
                  </a:lnTo>
                  <a:lnTo>
                    <a:pt x="2310606" y="36512"/>
                  </a:lnTo>
                  <a:lnTo>
                    <a:pt x="2273557" y="10040"/>
                  </a:lnTo>
                  <a:lnTo>
                    <a:pt x="223139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814">
              <a:extLst>
                <a:ext uri="{FF2B5EF4-FFF2-40B4-BE49-F238E27FC236}">
                  <a16:creationId xmlns:a16="http://schemas.microsoft.com/office/drawing/2014/main" id="{3E8E71A2-C86A-CFAF-16E3-363AD6253836}"/>
                </a:ext>
              </a:extLst>
            </p:cNvPr>
            <p:cNvSpPr/>
            <p:nvPr/>
          </p:nvSpPr>
          <p:spPr>
            <a:xfrm>
              <a:off x="255269" y="2517139"/>
              <a:ext cx="2346960" cy="697230"/>
            </a:xfrm>
            <a:custGeom>
              <a:avLst/>
              <a:gdLst/>
              <a:ahLst/>
              <a:cxnLst/>
              <a:rect l="l" t="t" r="r" b="b"/>
              <a:pathLst>
                <a:path w="2346960" h="697230">
                  <a:moveTo>
                    <a:pt x="116839" y="0"/>
                  </a:moveTo>
                  <a:lnTo>
                    <a:pt x="73937" y="10040"/>
                  </a:lnTo>
                  <a:lnTo>
                    <a:pt x="36512" y="36512"/>
                  </a:lnTo>
                  <a:lnTo>
                    <a:pt x="10040" y="73937"/>
                  </a:lnTo>
                  <a:lnTo>
                    <a:pt x="0" y="116839"/>
                  </a:lnTo>
                  <a:lnTo>
                    <a:pt x="0" y="581660"/>
                  </a:lnTo>
                  <a:lnTo>
                    <a:pt x="10040" y="623827"/>
                  </a:lnTo>
                  <a:lnTo>
                    <a:pt x="36512" y="660876"/>
                  </a:lnTo>
                  <a:lnTo>
                    <a:pt x="73937" y="687208"/>
                  </a:lnTo>
                  <a:lnTo>
                    <a:pt x="116839" y="697230"/>
                  </a:lnTo>
                  <a:lnTo>
                    <a:pt x="2231390" y="697230"/>
                  </a:lnTo>
                  <a:lnTo>
                    <a:pt x="2273557" y="687208"/>
                  </a:lnTo>
                  <a:lnTo>
                    <a:pt x="2310606" y="660876"/>
                  </a:lnTo>
                  <a:lnTo>
                    <a:pt x="2336938" y="623827"/>
                  </a:lnTo>
                  <a:lnTo>
                    <a:pt x="2346960" y="581660"/>
                  </a:lnTo>
                  <a:lnTo>
                    <a:pt x="2346960" y="116839"/>
                  </a:lnTo>
                  <a:lnTo>
                    <a:pt x="2336938" y="73937"/>
                  </a:lnTo>
                  <a:lnTo>
                    <a:pt x="2310606" y="36512"/>
                  </a:lnTo>
                  <a:lnTo>
                    <a:pt x="2273557" y="10040"/>
                  </a:lnTo>
                  <a:lnTo>
                    <a:pt x="2231390" y="0"/>
                  </a:lnTo>
                  <a:lnTo>
                    <a:pt x="116839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815">
              <a:extLst>
                <a:ext uri="{FF2B5EF4-FFF2-40B4-BE49-F238E27FC236}">
                  <a16:creationId xmlns:a16="http://schemas.microsoft.com/office/drawing/2014/main" id="{DF8E9867-41AF-8C32-467F-9AB04420C93B}"/>
                </a:ext>
              </a:extLst>
            </p:cNvPr>
            <p:cNvSpPr/>
            <p:nvPr/>
          </p:nvSpPr>
          <p:spPr>
            <a:xfrm>
              <a:off x="1239520" y="2225039"/>
              <a:ext cx="378460" cy="377190"/>
            </a:xfrm>
            <a:custGeom>
              <a:avLst/>
              <a:gdLst/>
              <a:ahLst/>
              <a:cxnLst/>
              <a:rect l="l" t="t" r="r" b="b"/>
              <a:pathLst>
                <a:path w="378459" h="377189">
                  <a:moveTo>
                    <a:pt x="189230" y="0"/>
                  </a:moveTo>
                  <a:lnTo>
                    <a:pt x="139053" y="6785"/>
                  </a:lnTo>
                  <a:lnTo>
                    <a:pt x="93885" y="25917"/>
                  </a:lnTo>
                  <a:lnTo>
                    <a:pt x="55562" y="55562"/>
                  </a:lnTo>
                  <a:lnTo>
                    <a:pt x="25917" y="93885"/>
                  </a:lnTo>
                  <a:lnTo>
                    <a:pt x="6785" y="139053"/>
                  </a:lnTo>
                  <a:lnTo>
                    <a:pt x="0" y="189230"/>
                  </a:lnTo>
                  <a:lnTo>
                    <a:pt x="6785" y="239312"/>
                  </a:lnTo>
                  <a:lnTo>
                    <a:pt x="25917" y="284244"/>
                  </a:lnTo>
                  <a:lnTo>
                    <a:pt x="55562" y="322262"/>
                  </a:lnTo>
                  <a:lnTo>
                    <a:pt x="93885" y="351601"/>
                  </a:lnTo>
                  <a:lnTo>
                    <a:pt x="139053" y="370498"/>
                  </a:lnTo>
                  <a:lnTo>
                    <a:pt x="189230" y="377189"/>
                  </a:lnTo>
                  <a:lnTo>
                    <a:pt x="239406" y="370498"/>
                  </a:lnTo>
                  <a:lnTo>
                    <a:pt x="284574" y="351601"/>
                  </a:lnTo>
                  <a:lnTo>
                    <a:pt x="322897" y="322262"/>
                  </a:lnTo>
                  <a:lnTo>
                    <a:pt x="352542" y="284244"/>
                  </a:lnTo>
                  <a:lnTo>
                    <a:pt x="371674" y="239312"/>
                  </a:lnTo>
                  <a:lnTo>
                    <a:pt x="378460" y="189230"/>
                  </a:lnTo>
                  <a:lnTo>
                    <a:pt x="371674" y="139053"/>
                  </a:lnTo>
                  <a:lnTo>
                    <a:pt x="352542" y="93885"/>
                  </a:lnTo>
                  <a:lnTo>
                    <a:pt x="322897" y="55562"/>
                  </a:lnTo>
                  <a:lnTo>
                    <a:pt x="284574" y="25917"/>
                  </a:lnTo>
                  <a:lnTo>
                    <a:pt x="239406" y="6785"/>
                  </a:lnTo>
                  <a:lnTo>
                    <a:pt x="189230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66" name="object 816">
            <a:extLst>
              <a:ext uri="{FF2B5EF4-FFF2-40B4-BE49-F238E27FC236}">
                <a16:creationId xmlns:a16="http://schemas.microsoft.com/office/drawing/2014/main" id="{21DA853A-C867-2396-53DC-9537075F4F7F}"/>
              </a:ext>
            </a:extLst>
          </p:cNvPr>
          <p:cNvSpPr txBox="1"/>
          <p:nvPr/>
        </p:nvSpPr>
        <p:spPr>
          <a:xfrm>
            <a:off x="402590" y="2187362"/>
            <a:ext cx="2042795" cy="93980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0795" algn="ctr">
              <a:lnSpc>
                <a:spcPct val="100000"/>
              </a:lnSpc>
              <a:spcBef>
                <a:spcPts val="46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1</a:t>
            </a:r>
            <a:endParaRPr sz="2000">
              <a:latin typeface="Arial MT"/>
              <a:cs typeface="Arial MT"/>
            </a:endParaRPr>
          </a:p>
          <a:p>
            <a:pPr marL="12065" marR="5080" algn="ctr">
              <a:lnSpc>
                <a:spcPts val="1939"/>
              </a:lnSpc>
              <a:spcBef>
                <a:spcPts val="580"/>
              </a:spcBef>
            </a:pP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Object is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needed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by </a:t>
            </a:r>
            <a:r>
              <a:rPr sz="1800" spc="-49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an</a:t>
            </a:r>
            <a:r>
              <a:rPr sz="1800" spc="-1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application</a:t>
            </a:r>
            <a:endParaRPr sz="1800">
              <a:latin typeface="Arial MT"/>
              <a:cs typeface="Arial MT"/>
            </a:endParaRPr>
          </a:p>
        </p:txBody>
      </p:sp>
      <p:grpSp>
        <p:nvGrpSpPr>
          <p:cNvPr id="1967" name="object 817">
            <a:extLst>
              <a:ext uri="{FF2B5EF4-FFF2-40B4-BE49-F238E27FC236}">
                <a16:creationId xmlns:a16="http://schemas.microsoft.com/office/drawing/2014/main" id="{B4F2AE01-3785-ADC3-E725-9E70CC7BF66F}"/>
              </a:ext>
            </a:extLst>
          </p:cNvPr>
          <p:cNvGrpSpPr/>
          <p:nvPr/>
        </p:nvGrpSpPr>
        <p:grpSpPr>
          <a:xfrm>
            <a:off x="4661852" y="1998979"/>
            <a:ext cx="2466975" cy="1229995"/>
            <a:chOff x="4661852" y="1998979"/>
            <a:chExt cx="2466975" cy="1229995"/>
          </a:xfrm>
        </p:grpSpPr>
        <p:sp>
          <p:nvSpPr>
            <p:cNvPr id="1968" name="object 818">
              <a:extLst>
                <a:ext uri="{FF2B5EF4-FFF2-40B4-BE49-F238E27FC236}">
                  <a16:creationId xmlns:a16="http://schemas.microsoft.com/office/drawing/2014/main" id="{F1CED806-E868-5C7F-9645-6C414AFE4FFB}"/>
                </a:ext>
              </a:extLst>
            </p:cNvPr>
            <p:cNvSpPr/>
            <p:nvPr/>
          </p:nvSpPr>
          <p:spPr>
            <a:xfrm>
              <a:off x="4676140" y="2289809"/>
              <a:ext cx="2438400" cy="924560"/>
            </a:xfrm>
            <a:custGeom>
              <a:avLst/>
              <a:gdLst/>
              <a:ahLst/>
              <a:cxnLst/>
              <a:rect l="l" t="t" r="r" b="b"/>
              <a:pathLst>
                <a:path w="2438400" h="924560">
                  <a:moveTo>
                    <a:pt x="2284730" y="0"/>
                  </a:moveTo>
                  <a:lnTo>
                    <a:pt x="154939" y="0"/>
                  </a:lnTo>
                  <a:lnTo>
                    <a:pt x="109077" y="8676"/>
                  </a:lnTo>
                  <a:lnTo>
                    <a:pt x="66934" y="32227"/>
                  </a:lnTo>
                  <a:lnTo>
                    <a:pt x="32227" y="66934"/>
                  </a:lnTo>
                  <a:lnTo>
                    <a:pt x="8676" y="109077"/>
                  </a:lnTo>
                  <a:lnTo>
                    <a:pt x="0" y="154939"/>
                  </a:lnTo>
                  <a:lnTo>
                    <a:pt x="0" y="770889"/>
                  </a:lnTo>
                  <a:lnTo>
                    <a:pt x="8676" y="816620"/>
                  </a:lnTo>
                  <a:lnTo>
                    <a:pt x="32227" y="858448"/>
                  </a:lnTo>
                  <a:lnTo>
                    <a:pt x="66934" y="892779"/>
                  </a:lnTo>
                  <a:lnTo>
                    <a:pt x="109077" y="916015"/>
                  </a:lnTo>
                  <a:lnTo>
                    <a:pt x="154939" y="924560"/>
                  </a:lnTo>
                  <a:lnTo>
                    <a:pt x="2284730" y="924560"/>
                  </a:lnTo>
                  <a:lnTo>
                    <a:pt x="2330460" y="916015"/>
                  </a:lnTo>
                  <a:lnTo>
                    <a:pt x="2372288" y="892779"/>
                  </a:lnTo>
                  <a:lnTo>
                    <a:pt x="2406619" y="858448"/>
                  </a:lnTo>
                  <a:lnTo>
                    <a:pt x="2429855" y="816620"/>
                  </a:lnTo>
                  <a:lnTo>
                    <a:pt x="2438400" y="770889"/>
                  </a:lnTo>
                  <a:lnTo>
                    <a:pt x="2438400" y="154939"/>
                  </a:lnTo>
                  <a:lnTo>
                    <a:pt x="2429855" y="109077"/>
                  </a:lnTo>
                  <a:lnTo>
                    <a:pt x="2406619" y="66934"/>
                  </a:lnTo>
                  <a:lnTo>
                    <a:pt x="2372288" y="32227"/>
                  </a:lnTo>
                  <a:lnTo>
                    <a:pt x="2330460" y="8676"/>
                  </a:lnTo>
                  <a:lnTo>
                    <a:pt x="228473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819">
              <a:extLst>
                <a:ext uri="{FF2B5EF4-FFF2-40B4-BE49-F238E27FC236}">
                  <a16:creationId xmlns:a16="http://schemas.microsoft.com/office/drawing/2014/main" id="{2EEDC21B-8426-1022-EABB-5E7F239AB8B9}"/>
                </a:ext>
              </a:extLst>
            </p:cNvPr>
            <p:cNvSpPr/>
            <p:nvPr/>
          </p:nvSpPr>
          <p:spPr>
            <a:xfrm>
              <a:off x="4676140" y="2289809"/>
              <a:ext cx="2438400" cy="924560"/>
            </a:xfrm>
            <a:custGeom>
              <a:avLst/>
              <a:gdLst/>
              <a:ahLst/>
              <a:cxnLst/>
              <a:rect l="l" t="t" r="r" b="b"/>
              <a:pathLst>
                <a:path w="2438400" h="924560">
                  <a:moveTo>
                    <a:pt x="154939" y="0"/>
                  </a:moveTo>
                  <a:lnTo>
                    <a:pt x="109077" y="8676"/>
                  </a:lnTo>
                  <a:lnTo>
                    <a:pt x="66934" y="32227"/>
                  </a:lnTo>
                  <a:lnTo>
                    <a:pt x="32227" y="66934"/>
                  </a:lnTo>
                  <a:lnTo>
                    <a:pt x="8676" y="109077"/>
                  </a:lnTo>
                  <a:lnTo>
                    <a:pt x="0" y="154939"/>
                  </a:lnTo>
                  <a:lnTo>
                    <a:pt x="0" y="770889"/>
                  </a:lnTo>
                  <a:lnTo>
                    <a:pt x="8676" y="816620"/>
                  </a:lnTo>
                  <a:lnTo>
                    <a:pt x="32227" y="858448"/>
                  </a:lnTo>
                  <a:lnTo>
                    <a:pt x="66934" y="892779"/>
                  </a:lnTo>
                  <a:lnTo>
                    <a:pt x="109077" y="916015"/>
                  </a:lnTo>
                  <a:lnTo>
                    <a:pt x="154939" y="924560"/>
                  </a:lnTo>
                  <a:lnTo>
                    <a:pt x="2284730" y="924560"/>
                  </a:lnTo>
                  <a:lnTo>
                    <a:pt x="2330460" y="916015"/>
                  </a:lnTo>
                  <a:lnTo>
                    <a:pt x="2372288" y="892779"/>
                  </a:lnTo>
                  <a:lnTo>
                    <a:pt x="2406619" y="858448"/>
                  </a:lnTo>
                  <a:lnTo>
                    <a:pt x="2429855" y="816620"/>
                  </a:lnTo>
                  <a:lnTo>
                    <a:pt x="2438400" y="770889"/>
                  </a:lnTo>
                  <a:lnTo>
                    <a:pt x="2438400" y="154939"/>
                  </a:lnTo>
                  <a:lnTo>
                    <a:pt x="2429855" y="109077"/>
                  </a:lnTo>
                  <a:lnTo>
                    <a:pt x="2406619" y="66934"/>
                  </a:lnTo>
                  <a:lnTo>
                    <a:pt x="2372288" y="32227"/>
                  </a:lnTo>
                  <a:lnTo>
                    <a:pt x="2330460" y="8676"/>
                  </a:lnTo>
                  <a:lnTo>
                    <a:pt x="2284730" y="0"/>
                  </a:lnTo>
                  <a:lnTo>
                    <a:pt x="154939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820">
              <a:extLst>
                <a:ext uri="{FF2B5EF4-FFF2-40B4-BE49-F238E27FC236}">
                  <a16:creationId xmlns:a16="http://schemas.microsoft.com/office/drawing/2014/main" id="{868BA136-DE88-781F-5599-1CE42201B469}"/>
                </a:ext>
              </a:extLst>
            </p:cNvPr>
            <p:cNvSpPr/>
            <p:nvPr/>
          </p:nvSpPr>
          <p:spPr>
            <a:xfrm>
              <a:off x="5706110" y="1998979"/>
              <a:ext cx="378460" cy="377190"/>
            </a:xfrm>
            <a:custGeom>
              <a:avLst/>
              <a:gdLst/>
              <a:ahLst/>
              <a:cxnLst/>
              <a:rect l="l" t="t" r="r" b="b"/>
              <a:pathLst>
                <a:path w="378460" h="377189">
                  <a:moveTo>
                    <a:pt x="189229" y="0"/>
                  </a:moveTo>
                  <a:lnTo>
                    <a:pt x="139053" y="6691"/>
                  </a:lnTo>
                  <a:lnTo>
                    <a:pt x="93885" y="25588"/>
                  </a:lnTo>
                  <a:lnTo>
                    <a:pt x="55562" y="54927"/>
                  </a:lnTo>
                  <a:lnTo>
                    <a:pt x="25917" y="92945"/>
                  </a:lnTo>
                  <a:lnTo>
                    <a:pt x="6785" y="137877"/>
                  </a:lnTo>
                  <a:lnTo>
                    <a:pt x="0" y="187960"/>
                  </a:lnTo>
                  <a:lnTo>
                    <a:pt x="6785" y="238136"/>
                  </a:lnTo>
                  <a:lnTo>
                    <a:pt x="25917" y="283304"/>
                  </a:lnTo>
                  <a:lnTo>
                    <a:pt x="55562" y="321627"/>
                  </a:lnTo>
                  <a:lnTo>
                    <a:pt x="93885" y="351272"/>
                  </a:lnTo>
                  <a:lnTo>
                    <a:pt x="139053" y="370404"/>
                  </a:lnTo>
                  <a:lnTo>
                    <a:pt x="189229" y="377190"/>
                  </a:lnTo>
                  <a:lnTo>
                    <a:pt x="239406" y="370404"/>
                  </a:lnTo>
                  <a:lnTo>
                    <a:pt x="284574" y="351272"/>
                  </a:lnTo>
                  <a:lnTo>
                    <a:pt x="322897" y="321627"/>
                  </a:lnTo>
                  <a:lnTo>
                    <a:pt x="352542" y="283304"/>
                  </a:lnTo>
                  <a:lnTo>
                    <a:pt x="371674" y="238136"/>
                  </a:lnTo>
                  <a:lnTo>
                    <a:pt x="378460" y="187960"/>
                  </a:lnTo>
                  <a:lnTo>
                    <a:pt x="371674" y="137877"/>
                  </a:lnTo>
                  <a:lnTo>
                    <a:pt x="352542" y="92945"/>
                  </a:lnTo>
                  <a:lnTo>
                    <a:pt x="322897" y="54927"/>
                  </a:lnTo>
                  <a:lnTo>
                    <a:pt x="284574" y="25588"/>
                  </a:lnTo>
                  <a:lnTo>
                    <a:pt x="239406" y="6691"/>
                  </a:lnTo>
                  <a:lnTo>
                    <a:pt x="189229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71" name="object 821">
            <a:extLst>
              <a:ext uri="{FF2B5EF4-FFF2-40B4-BE49-F238E27FC236}">
                <a16:creationId xmlns:a16="http://schemas.microsoft.com/office/drawing/2014/main" id="{54412691-2E98-9327-7E37-30D9472A6132}"/>
              </a:ext>
            </a:extLst>
          </p:cNvPr>
          <p:cNvSpPr txBox="1"/>
          <p:nvPr/>
        </p:nvSpPr>
        <p:spPr>
          <a:xfrm>
            <a:off x="4932679" y="1961303"/>
            <a:ext cx="1915795" cy="118618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0795" algn="ctr">
              <a:lnSpc>
                <a:spcPct val="100000"/>
              </a:lnSpc>
              <a:spcBef>
                <a:spcPts val="46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4</a:t>
            </a:r>
            <a:endParaRPr sz="2000">
              <a:latin typeface="Arial MT"/>
              <a:cs typeface="Arial MT"/>
            </a:endParaRPr>
          </a:p>
          <a:p>
            <a:pPr marL="12700" marR="5080" algn="ctr">
              <a:lnSpc>
                <a:spcPts val="1939"/>
              </a:lnSpc>
              <a:spcBef>
                <a:spcPts val="580"/>
              </a:spcBef>
            </a:pP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CAS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authenticates </a:t>
            </a:r>
            <a:r>
              <a:rPr sz="1800" spc="-49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the request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and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delivers</a:t>
            </a:r>
            <a:r>
              <a:rPr sz="1800" spc="-3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the</a:t>
            </a:r>
            <a:r>
              <a:rPr sz="1800" spc="-2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object</a:t>
            </a:r>
            <a:endParaRPr sz="1800">
              <a:latin typeface="Arial MT"/>
              <a:cs typeface="Arial MT"/>
            </a:endParaRPr>
          </a:p>
        </p:txBody>
      </p:sp>
      <p:grpSp>
        <p:nvGrpSpPr>
          <p:cNvPr id="1972" name="object 822">
            <a:extLst>
              <a:ext uri="{FF2B5EF4-FFF2-40B4-BE49-F238E27FC236}">
                <a16:creationId xmlns:a16="http://schemas.microsoft.com/office/drawing/2014/main" id="{9C0163BA-626E-7089-51EC-600EC6DA1335}"/>
              </a:ext>
            </a:extLst>
          </p:cNvPr>
          <p:cNvGrpSpPr/>
          <p:nvPr/>
        </p:nvGrpSpPr>
        <p:grpSpPr>
          <a:xfrm>
            <a:off x="1514883" y="5093970"/>
            <a:ext cx="2466975" cy="1231265"/>
            <a:chOff x="1514883" y="5093970"/>
            <a:chExt cx="2466975" cy="1231265"/>
          </a:xfrm>
        </p:grpSpPr>
        <p:sp>
          <p:nvSpPr>
            <p:cNvPr id="1973" name="object 823">
              <a:extLst>
                <a:ext uri="{FF2B5EF4-FFF2-40B4-BE49-F238E27FC236}">
                  <a16:creationId xmlns:a16="http://schemas.microsoft.com/office/drawing/2014/main" id="{0A843982-CAF1-7172-5328-6D53B22F6B43}"/>
                </a:ext>
              </a:extLst>
            </p:cNvPr>
            <p:cNvSpPr/>
            <p:nvPr/>
          </p:nvSpPr>
          <p:spPr>
            <a:xfrm>
              <a:off x="1529080" y="5386070"/>
              <a:ext cx="2438400" cy="924560"/>
            </a:xfrm>
            <a:custGeom>
              <a:avLst/>
              <a:gdLst/>
              <a:ahLst/>
              <a:cxnLst/>
              <a:rect l="l" t="t" r="r" b="b"/>
              <a:pathLst>
                <a:path w="2438400" h="924560">
                  <a:moveTo>
                    <a:pt x="2283460" y="0"/>
                  </a:moveTo>
                  <a:lnTo>
                    <a:pt x="153669" y="0"/>
                  </a:lnTo>
                  <a:lnTo>
                    <a:pt x="107939" y="8666"/>
                  </a:lnTo>
                  <a:lnTo>
                    <a:pt x="66111" y="32146"/>
                  </a:lnTo>
                  <a:lnTo>
                    <a:pt x="31780" y="66659"/>
                  </a:lnTo>
                  <a:lnTo>
                    <a:pt x="8544" y="108427"/>
                  </a:lnTo>
                  <a:lnTo>
                    <a:pt x="0" y="153669"/>
                  </a:lnTo>
                  <a:lnTo>
                    <a:pt x="0" y="770889"/>
                  </a:lnTo>
                  <a:lnTo>
                    <a:pt x="8544" y="816132"/>
                  </a:lnTo>
                  <a:lnTo>
                    <a:pt x="31780" y="857900"/>
                  </a:lnTo>
                  <a:lnTo>
                    <a:pt x="66111" y="892413"/>
                  </a:lnTo>
                  <a:lnTo>
                    <a:pt x="107939" y="915893"/>
                  </a:lnTo>
                  <a:lnTo>
                    <a:pt x="153669" y="924559"/>
                  </a:lnTo>
                  <a:lnTo>
                    <a:pt x="2283460" y="924559"/>
                  </a:lnTo>
                  <a:lnTo>
                    <a:pt x="2329322" y="915893"/>
                  </a:lnTo>
                  <a:lnTo>
                    <a:pt x="2371465" y="892413"/>
                  </a:lnTo>
                  <a:lnTo>
                    <a:pt x="2406172" y="857900"/>
                  </a:lnTo>
                  <a:lnTo>
                    <a:pt x="2429723" y="816132"/>
                  </a:lnTo>
                  <a:lnTo>
                    <a:pt x="2438399" y="770889"/>
                  </a:lnTo>
                  <a:lnTo>
                    <a:pt x="2438399" y="153669"/>
                  </a:lnTo>
                  <a:lnTo>
                    <a:pt x="2429723" y="108427"/>
                  </a:lnTo>
                  <a:lnTo>
                    <a:pt x="2406172" y="66659"/>
                  </a:lnTo>
                  <a:lnTo>
                    <a:pt x="2371465" y="32146"/>
                  </a:lnTo>
                  <a:lnTo>
                    <a:pt x="2329322" y="8666"/>
                  </a:lnTo>
                  <a:lnTo>
                    <a:pt x="228346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824">
              <a:extLst>
                <a:ext uri="{FF2B5EF4-FFF2-40B4-BE49-F238E27FC236}">
                  <a16:creationId xmlns:a16="http://schemas.microsoft.com/office/drawing/2014/main" id="{D6CBC8A9-66C3-D2C2-C861-9E58D37756CF}"/>
                </a:ext>
              </a:extLst>
            </p:cNvPr>
            <p:cNvSpPr/>
            <p:nvPr/>
          </p:nvSpPr>
          <p:spPr>
            <a:xfrm>
              <a:off x="1529080" y="5386070"/>
              <a:ext cx="2438400" cy="924560"/>
            </a:xfrm>
            <a:custGeom>
              <a:avLst/>
              <a:gdLst/>
              <a:ahLst/>
              <a:cxnLst/>
              <a:rect l="l" t="t" r="r" b="b"/>
              <a:pathLst>
                <a:path w="2438400" h="924560">
                  <a:moveTo>
                    <a:pt x="153669" y="0"/>
                  </a:moveTo>
                  <a:lnTo>
                    <a:pt x="107939" y="8666"/>
                  </a:lnTo>
                  <a:lnTo>
                    <a:pt x="66111" y="32146"/>
                  </a:lnTo>
                  <a:lnTo>
                    <a:pt x="31780" y="66659"/>
                  </a:lnTo>
                  <a:lnTo>
                    <a:pt x="8544" y="108427"/>
                  </a:lnTo>
                  <a:lnTo>
                    <a:pt x="0" y="153669"/>
                  </a:lnTo>
                  <a:lnTo>
                    <a:pt x="0" y="770889"/>
                  </a:lnTo>
                  <a:lnTo>
                    <a:pt x="8544" y="816132"/>
                  </a:lnTo>
                  <a:lnTo>
                    <a:pt x="31780" y="857900"/>
                  </a:lnTo>
                  <a:lnTo>
                    <a:pt x="66111" y="892413"/>
                  </a:lnTo>
                  <a:lnTo>
                    <a:pt x="107939" y="915893"/>
                  </a:lnTo>
                  <a:lnTo>
                    <a:pt x="153669" y="924559"/>
                  </a:lnTo>
                  <a:lnTo>
                    <a:pt x="2283460" y="924559"/>
                  </a:lnTo>
                  <a:lnTo>
                    <a:pt x="2329322" y="915893"/>
                  </a:lnTo>
                  <a:lnTo>
                    <a:pt x="2371465" y="892413"/>
                  </a:lnTo>
                  <a:lnTo>
                    <a:pt x="2406172" y="857900"/>
                  </a:lnTo>
                  <a:lnTo>
                    <a:pt x="2429723" y="816132"/>
                  </a:lnTo>
                  <a:lnTo>
                    <a:pt x="2438399" y="770889"/>
                  </a:lnTo>
                  <a:lnTo>
                    <a:pt x="2438399" y="153669"/>
                  </a:lnTo>
                  <a:lnTo>
                    <a:pt x="2429723" y="108427"/>
                  </a:lnTo>
                  <a:lnTo>
                    <a:pt x="2406172" y="66659"/>
                  </a:lnTo>
                  <a:lnTo>
                    <a:pt x="2371465" y="32146"/>
                  </a:lnTo>
                  <a:lnTo>
                    <a:pt x="2329322" y="8666"/>
                  </a:lnTo>
                  <a:lnTo>
                    <a:pt x="2283460" y="0"/>
                  </a:lnTo>
                  <a:lnTo>
                    <a:pt x="153669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825">
              <a:extLst>
                <a:ext uri="{FF2B5EF4-FFF2-40B4-BE49-F238E27FC236}">
                  <a16:creationId xmlns:a16="http://schemas.microsoft.com/office/drawing/2014/main" id="{A3E85F40-C0CD-488C-F3CE-397F7C36F5AA}"/>
                </a:ext>
              </a:extLst>
            </p:cNvPr>
            <p:cNvSpPr/>
            <p:nvPr/>
          </p:nvSpPr>
          <p:spPr>
            <a:xfrm>
              <a:off x="2559050" y="5093970"/>
              <a:ext cx="377190" cy="377190"/>
            </a:xfrm>
            <a:custGeom>
              <a:avLst/>
              <a:gdLst/>
              <a:ahLst/>
              <a:cxnLst/>
              <a:rect l="l" t="t" r="r" b="b"/>
              <a:pathLst>
                <a:path w="377189" h="377189">
                  <a:moveTo>
                    <a:pt x="189230" y="0"/>
                  </a:moveTo>
                  <a:lnTo>
                    <a:pt x="138612" y="6785"/>
                  </a:lnTo>
                  <a:lnTo>
                    <a:pt x="93321" y="25917"/>
                  </a:lnTo>
                  <a:lnTo>
                    <a:pt x="55086" y="55562"/>
                  </a:lnTo>
                  <a:lnTo>
                    <a:pt x="25635" y="93885"/>
                  </a:lnTo>
                  <a:lnTo>
                    <a:pt x="6696" y="139053"/>
                  </a:lnTo>
                  <a:lnTo>
                    <a:pt x="0" y="189229"/>
                  </a:lnTo>
                  <a:lnTo>
                    <a:pt x="6696" y="239312"/>
                  </a:lnTo>
                  <a:lnTo>
                    <a:pt x="25635" y="284244"/>
                  </a:lnTo>
                  <a:lnTo>
                    <a:pt x="55086" y="322262"/>
                  </a:lnTo>
                  <a:lnTo>
                    <a:pt x="93321" y="351601"/>
                  </a:lnTo>
                  <a:lnTo>
                    <a:pt x="138612" y="370498"/>
                  </a:lnTo>
                  <a:lnTo>
                    <a:pt x="189230" y="377189"/>
                  </a:lnTo>
                  <a:lnTo>
                    <a:pt x="239312" y="370498"/>
                  </a:lnTo>
                  <a:lnTo>
                    <a:pt x="284244" y="351601"/>
                  </a:lnTo>
                  <a:lnTo>
                    <a:pt x="322262" y="322262"/>
                  </a:lnTo>
                  <a:lnTo>
                    <a:pt x="351601" y="284244"/>
                  </a:lnTo>
                  <a:lnTo>
                    <a:pt x="370498" y="239312"/>
                  </a:lnTo>
                  <a:lnTo>
                    <a:pt x="377189" y="189229"/>
                  </a:lnTo>
                  <a:lnTo>
                    <a:pt x="370498" y="139053"/>
                  </a:lnTo>
                  <a:lnTo>
                    <a:pt x="351601" y="93885"/>
                  </a:lnTo>
                  <a:lnTo>
                    <a:pt x="322262" y="55562"/>
                  </a:lnTo>
                  <a:lnTo>
                    <a:pt x="284244" y="25917"/>
                  </a:lnTo>
                  <a:lnTo>
                    <a:pt x="239312" y="6785"/>
                  </a:lnTo>
                  <a:lnTo>
                    <a:pt x="189230" y="0"/>
                  </a:lnTo>
                  <a:close/>
                </a:path>
              </a:pathLst>
            </a:custGeom>
            <a:solidFill>
              <a:srgbClr val="0034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76" name="object 826">
            <a:extLst>
              <a:ext uri="{FF2B5EF4-FFF2-40B4-BE49-F238E27FC236}">
                <a16:creationId xmlns:a16="http://schemas.microsoft.com/office/drawing/2014/main" id="{94ECF963-22FA-50E6-8AA6-78F9D5CC70F6}"/>
              </a:ext>
            </a:extLst>
          </p:cNvPr>
          <p:cNvSpPr txBox="1"/>
          <p:nvPr/>
        </p:nvSpPr>
        <p:spPr>
          <a:xfrm>
            <a:off x="1664970" y="5054882"/>
            <a:ext cx="2157730" cy="1188720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7620" algn="ctr">
              <a:lnSpc>
                <a:spcPct val="100000"/>
              </a:lnSpc>
              <a:spcBef>
                <a:spcPts val="475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2</a:t>
            </a:r>
            <a:endParaRPr sz="2000">
              <a:latin typeface="Arial MT"/>
              <a:cs typeface="Arial MT"/>
            </a:endParaRPr>
          </a:p>
          <a:p>
            <a:pPr marL="12700" marR="5080" indent="635" algn="ctr">
              <a:lnSpc>
                <a:spcPts val="1939"/>
              </a:lnSpc>
              <a:spcBef>
                <a:spcPts val="590"/>
              </a:spcBef>
            </a:pP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Application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finds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Content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Address of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object</a:t>
            </a:r>
            <a:r>
              <a:rPr sz="1800" spc="-2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to</a:t>
            </a:r>
            <a:r>
              <a:rPr sz="1800" spc="-2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be</a:t>
            </a:r>
            <a:r>
              <a:rPr sz="1800" spc="-3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retrieved</a:t>
            </a:r>
            <a:endParaRPr sz="1800">
              <a:latin typeface="Arial MT"/>
              <a:cs typeface="Arial MT"/>
            </a:endParaRPr>
          </a:p>
        </p:txBody>
      </p:sp>
      <p:grpSp>
        <p:nvGrpSpPr>
          <p:cNvPr id="1977" name="object 827">
            <a:extLst>
              <a:ext uri="{FF2B5EF4-FFF2-40B4-BE49-F238E27FC236}">
                <a16:creationId xmlns:a16="http://schemas.microsoft.com/office/drawing/2014/main" id="{4796C5C7-E18D-1193-9130-B3F46ABE5AAD}"/>
              </a:ext>
            </a:extLst>
          </p:cNvPr>
          <p:cNvGrpSpPr/>
          <p:nvPr/>
        </p:nvGrpSpPr>
        <p:grpSpPr>
          <a:xfrm>
            <a:off x="5284152" y="5117782"/>
            <a:ext cx="2468245" cy="953135"/>
            <a:chOff x="5284152" y="5117782"/>
            <a:chExt cx="2468245" cy="953135"/>
          </a:xfrm>
        </p:grpSpPr>
        <p:sp>
          <p:nvSpPr>
            <p:cNvPr id="1978" name="object 828">
              <a:extLst>
                <a:ext uri="{FF2B5EF4-FFF2-40B4-BE49-F238E27FC236}">
                  <a16:creationId xmlns:a16="http://schemas.microsoft.com/office/drawing/2014/main" id="{CD178CF2-0E08-1741-605A-21190AA23682}"/>
                </a:ext>
              </a:extLst>
            </p:cNvPr>
            <p:cNvSpPr/>
            <p:nvPr/>
          </p:nvSpPr>
          <p:spPr>
            <a:xfrm>
              <a:off x="5298440" y="5132070"/>
              <a:ext cx="2439670" cy="924560"/>
            </a:xfrm>
            <a:custGeom>
              <a:avLst/>
              <a:gdLst/>
              <a:ahLst/>
              <a:cxnLst/>
              <a:rect l="l" t="t" r="r" b="b"/>
              <a:pathLst>
                <a:path w="2439670" h="924560">
                  <a:moveTo>
                    <a:pt x="2284730" y="0"/>
                  </a:moveTo>
                  <a:lnTo>
                    <a:pt x="154939" y="0"/>
                  </a:lnTo>
                  <a:lnTo>
                    <a:pt x="109077" y="8544"/>
                  </a:lnTo>
                  <a:lnTo>
                    <a:pt x="66934" y="31780"/>
                  </a:lnTo>
                  <a:lnTo>
                    <a:pt x="32227" y="66111"/>
                  </a:lnTo>
                  <a:lnTo>
                    <a:pt x="8676" y="107939"/>
                  </a:lnTo>
                  <a:lnTo>
                    <a:pt x="0" y="153669"/>
                  </a:lnTo>
                  <a:lnTo>
                    <a:pt x="0" y="769619"/>
                  </a:lnTo>
                  <a:lnTo>
                    <a:pt x="8676" y="815482"/>
                  </a:lnTo>
                  <a:lnTo>
                    <a:pt x="32227" y="857625"/>
                  </a:lnTo>
                  <a:lnTo>
                    <a:pt x="66934" y="892332"/>
                  </a:lnTo>
                  <a:lnTo>
                    <a:pt x="109077" y="915883"/>
                  </a:lnTo>
                  <a:lnTo>
                    <a:pt x="154939" y="924559"/>
                  </a:lnTo>
                  <a:lnTo>
                    <a:pt x="2284730" y="924559"/>
                  </a:lnTo>
                  <a:lnTo>
                    <a:pt x="2330592" y="915883"/>
                  </a:lnTo>
                  <a:lnTo>
                    <a:pt x="2372735" y="892332"/>
                  </a:lnTo>
                  <a:lnTo>
                    <a:pt x="2407442" y="857625"/>
                  </a:lnTo>
                  <a:lnTo>
                    <a:pt x="2430993" y="815482"/>
                  </a:lnTo>
                  <a:lnTo>
                    <a:pt x="2439669" y="769619"/>
                  </a:lnTo>
                  <a:lnTo>
                    <a:pt x="2439669" y="153669"/>
                  </a:lnTo>
                  <a:lnTo>
                    <a:pt x="2430993" y="107939"/>
                  </a:lnTo>
                  <a:lnTo>
                    <a:pt x="2407442" y="66111"/>
                  </a:lnTo>
                  <a:lnTo>
                    <a:pt x="2372735" y="31780"/>
                  </a:lnTo>
                  <a:lnTo>
                    <a:pt x="2330592" y="8544"/>
                  </a:lnTo>
                  <a:lnTo>
                    <a:pt x="2284730" y="0"/>
                  </a:lnTo>
                  <a:close/>
                </a:path>
              </a:pathLst>
            </a:custGeom>
            <a:solidFill>
              <a:srgbClr val="DFD7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829">
              <a:extLst>
                <a:ext uri="{FF2B5EF4-FFF2-40B4-BE49-F238E27FC236}">
                  <a16:creationId xmlns:a16="http://schemas.microsoft.com/office/drawing/2014/main" id="{C571E348-9A87-CD31-4644-DA97D1412FB5}"/>
                </a:ext>
              </a:extLst>
            </p:cNvPr>
            <p:cNvSpPr/>
            <p:nvPr/>
          </p:nvSpPr>
          <p:spPr>
            <a:xfrm>
              <a:off x="5298440" y="5132070"/>
              <a:ext cx="2439670" cy="924560"/>
            </a:xfrm>
            <a:custGeom>
              <a:avLst/>
              <a:gdLst/>
              <a:ahLst/>
              <a:cxnLst/>
              <a:rect l="l" t="t" r="r" b="b"/>
              <a:pathLst>
                <a:path w="2439670" h="924560">
                  <a:moveTo>
                    <a:pt x="154939" y="0"/>
                  </a:moveTo>
                  <a:lnTo>
                    <a:pt x="109077" y="8544"/>
                  </a:lnTo>
                  <a:lnTo>
                    <a:pt x="66934" y="31780"/>
                  </a:lnTo>
                  <a:lnTo>
                    <a:pt x="32227" y="66111"/>
                  </a:lnTo>
                  <a:lnTo>
                    <a:pt x="8676" y="107939"/>
                  </a:lnTo>
                  <a:lnTo>
                    <a:pt x="0" y="153669"/>
                  </a:lnTo>
                  <a:lnTo>
                    <a:pt x="0" y="769619"/>
                  </a:lnTo>
                  <a:lnTo>
                    <a:pt x="8676" y="815482"/>
                  </a:lnTo>
                  <a:lnTo>
                    <a:pt x="32227" y="857625"/>
                  </a:lnTo>
                  <a:lnTo>
                    <a:pt x="66934" y="892332"/>
                  </a:lnTo>
                  <a:lnTo>
                    <a:pt x="109077" y="915883"/>
                  </a:lnTo>
                  <a:lnTo>
                    <a:pt x="154939" y="924559"/>
                  </a:lnTo>
                  <a:lnTo>
                    <a:pt x="2284730" y="924559"/>
                  </a:lnTo>
                  <a:lnTo>
                    <a:pt x="2330592" y="915883"/>
                  </a:lnTo>
                  <a:lnTo>
                    <a:pt x="2372735" y="892332"/>
                  </a:lnTo>
                  <a:lnTo>
                    <a:pt x="2407442" y="857625"/>
                  </a:lnTo>
                  <a:lnTo>
                    <a:pt x="2430993" y="815482"/>
                  </a:lnTo>
                  <a:lnTo>
                    <a:pt x="2439669" y="769619"/>
                  </a:lnTo>
                  <a:lnTo>
                    <a:pt x="2439669" y="153669"/>
                  </a:lnTo>
                  <a:lnTo>
                    <a:pt x="2430993" y="107939"/>
                  </a:lnTo>
                  <a:lnTo>
                    <a:pt x="2407442" y="66111"/>
                  </a:lnTo>
                  <a:lnTo>
                    <a:pt x="2372735" y="31780"/>
                  </a:lnTo>
                  <a:lnTo>
                    <a:pt x="2330592" y="8544"/>
                  </a:lnTo>
                  <a:lnTo>
                    <a:pt x="2284730" y="0"/>
                  </a:lnTo>
                  <a:lnTo>
                    <a:pt x="154939" y="0"/>
                  </a:lnTo>
                  <a:close/>
                </a:path>
              </a:pathLst>
            </a:custGeom>
            <a:ln w="28393">
              <a:solidFill>
                <a:srgbClr val="0034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80" name="object 830">
            <a:extLst>
              <a:ext uri="{FF2B5EF4-FFF2-40B4-BE49-F238E27FC236}">
                <a16:creationId xmlns:a16="http://schemas.microsoft.com/office/drawing/2014/main" id="{A570DB5F-5FD0-00B7-B1D7-CE9D86D37BB6}"/>
              </a:ext>
            </a:extLst>
          </p:cNvPr>
          <p:cNvSpPr txBox="1"/>
          <p:nvPr/>
        </p:nvSpPr>
        <p:spPr>
          <a:xfrm>
            <a:off x="5523229" y="5196840"/>
            <a:ext cx="1982470" cy="793750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 marR="5080" indent="2540" algn="just">
              <a:lnSpc>
                <a:spcPct val="90000"/>
              </a:lnSpc>
              <a:spcBef>
                <a:spcPts val="315"/>
              </a:spcBef>
            </a:pP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Retrieval</a:t>
            </a:r>
            <a:r>
              <a:rPr sz="1800" spc="-4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request</a:t>
            </a:r>
            <a:r>
              <a:rPr sz="1800" spc="-3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is </a:t>
            </a:r>
            <a:r>
              <a:rPr sz="1800" spc="-484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sent</a:t>
            </a:r>
            <a:r>
              <a:rPr sz="1800" spc="-2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to</a:t>
            </a:r>
            <a:r>
              <a:rPr sz="1800" spc="-2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the</a:t>
            </a:r>
            <a:r>
              <a:rPr sz="1800" spc="-2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CAS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via </a:t>
            </a:r>
            <a:r>
              <a:rPr sz="1800" spc="-49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CAS</a:t>
            </a:r>
            <a:r>
              <a:rPr sz="1800" spc="-1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API</a:t>
            </a:r>
            <a:r>
              <a:rPr sz="1800" spc="-5" dirty="0">
                <a:solidFill>
                  <a:srgbClr val="000207"/>
                </a:solidFill>
                <a:latin typeface="Arial MT"/>
                <a:cs typeface="Arial MT"/>
              </a:rPr>
              <a:t> over</a:t>
            </a:r>
            <a:r>
              <a:rPr sz="1800" spc="-15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207"/>
                </a:solidFill>
                <a:latin typeface="Arial MT"/>
                <a:cs typeface="Arial MT"/>
              </a:rPr>
              <a:t>IP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1981" name="object 831">
            <a:extLst>
              <a:ext uri="{FF2B5EF4-FFF2-40B4-BE49-F238E27FC236}">
                <a16:creationId xmlns:a16="http://schemas.microsoft.com/office/drawing/2014/main" id="{965E2A5D-8FF6-006C-3DC4-EDCFB215B8B2}"/>
              </a:ext>
            </a:extLst>
          </p:cNvPr>
          <p:cNvSpPr/>
          <p:nvPr/>
        </p:nvSpPr>
        <p:spPr>
          <a:xfrm>
            <a:off x="6329679" y="4839970"/>
            <a:ext cx="377190" cy="377190"/>
          </a:xfrm>
          <a:custGeom>
            <a:avLst/>
            <a:gdLst/>
            <a:ahLst/>
            <a:cxnLst/>
            <a:rect l="l" t="t" r="r" b="b"/>
            <a:pathLst>
              <a:path w="377190" h="377189">
                <a:moveTo>
                  <a:pt x="187960" y="0"/>
                </a:moveTo>
                <a:lnTo>
                  <a:pt x="137877" y="6785"/>
                </a:lnTo>
                <a:lnTo>
                  <a:pt x="92945" y="25917"/>
                </a:lnTo>
                <a:lnTo>
                  <a:pt x="54927" y="55562"/>
                </a:lnTo>
                <a:lnTo>
                  <a:pt x="25588" y="93885"/>
                </a:lnTo>
                <a:lnTo>
                  <a:pt x="6691" y="139053"/>
                </a:lnTo>
                <a:lnTo>
                  <a:pt x="0" y="189229"/>
                </a:lnTo>
                <a:lnTo>
                  <a:pt x="6691" y="239312"/>
                </a:lnTo>
                <a:lnTo>
                  <a:pt x="25588" y="284244"/>
                </a:lnTo>
                <a:lnTo>
                  <a:pt x="54927" y="322262"/>
                </a:lnTo>
                <a:lnTo>
                  <a:pt x="92945" y="351601"/>
                </a:lnTo>
                <a:lnTo>
                  <a:pt x="137877" y="370498"/>
                </a:lnTo>
                <a:lnTo>
                  <a:pt x="187960" y="377189"/>
                </a:lnTo>
                <a:lnTo>
                  <a:pt x="238136" y="370498"/>
                </a:lnTo>
                <a:lnTo>
                  <a:pt x="283304" y="351601"/>
                </a:lnTo>
                <a:lnTo>
                  <a:pt x="321627" y="322262"/>
                </a:lnTo>
                <a:lnTo>
                  <a:pt x="351272" y="284244"/>
                </a:lnTo>
                <a:lnTo>
                  <a:pt x="370404" y="239312"/>
                </a:lnTo>
                <a:lnTo>
                  <a:pt x="377190" y="189229"/>
                </a:lnTo>
                <a:lnTo>
                  <a:pt x="370404" y="139053"/>
                </a:lnTo>
                <a:lnTo>
                  <a:pt x="351272" y="93885"/>
                </a:lnTo>
                <a:lnTo>
                  <a:pt x="321627" y="55562"/>
                </a:lnTo>
                <a:lnTo>
                  <a:pt x="283304" y="25917"/>
                </a:lnTo>
                <a:lnTo>
                  <a:pt x="238136" y="6785"/>
                </a:lnTo>
                <a:lnTo>
                  <a:pt x="187960" y="0"/>
                </a:lnTo>
                <a:close/>
              </a:path>
            </a:pathLst>
          </a:custGeom>
          <a:solidFill>
            <a:srgbClr val="0034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" name="object 832">
            <a:extLst>
              <a:ext uri="{FF2B5EF4-FFF2-40B4-BE49-F238E27FC236}">
                <a16:creationId xmlns:a16="http://schemas.microsoft.com/office/drawing/2014/main" id="{9559BC5B-0107-7BE7-65AE-389BE27F28E1}"/>
              </a:ext>
            </a:extLst>
          </p:cNvPr>
          <p:cNvSpPr txBox="1"/>
          <p:nvPr/>
        </p:nvSpPr>
        <p:spPr>
          <a:xfrm>
            <a:off x="6435090" y="4848859"/>
            <a:ext cx="1670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dirty="0">
                <a:solidFill>
                  <a:srgbClr val="FFFFFF"/>
                </a:solidFill>
                <a:latin typeface="Arial MT"/>
                <a:cs typeface="Arial MT"/>
              </a:rPr>
              <a:t>3</a:t>
            </a:r>
            <a:endParaRPr sz="2000">
              <a:latin typeface="Arial MT"/>
              <a:cs typeface="Arial MT"/>
            </a:endParaRPr>
          </a:p>
        </p:txBody>
      </p:sp>
      <p:sp>
        <p:nvSpPr>
          <p:cNvPr id="1983" name="object 833">
            <a:extLst>
              <a:ext uri="{FF2B5EF4-FFF2-40B4-BE49-F238E27FC236}">
                <a16:creationId xmlns:a16="http://schemas.microsoft.com/office/drawing/2014/main" id="{26330F79-6345-D379-9026-A4D2190E372D}"/>
              </a:ext>
            </a:extLst>
          </p:cNvPr>
          <p:cNvSpPr/>
          <p:nvPr/>
        </p:nvSpPr>
        <p:spPr>
          <a:xfrm>
            <a:off x="2208529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" name="object 834">
            <a:extLst>
              <a:ext uri="{FF2B5EF4-FFF2-40B4-BE49-F238E27FC236}">
                <a16:creationId xmlns:a16="http://schemas.microsoft.com/office/drawing/2014/main" id="{03B590B0-5B84-C62D-C434-87A0C68219FE}"/>
              </a:ext>
            </a:extLst>
          </p:cNvPr>
          <p:cNvSpPr/>
          <p:nvPr/>
        </p:nvSpPr>
        <p:spPr>
          <a:xfrm>
            <a:off x="2360929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" name="object 835">
            <a:extLst>
              <a:ext uri="{FF2B5EF4-FFF2-40B4-BE49-F238E27FC236}">
                <a16:creationId xmlns:a16="http://schemas.microsoft.com/office/drawing/2014/main" id="{9F8F4C92-5710-37DF-E5E4-115D137F854D}"/>
              </a:ext>
            </a:extLst>
          </p:cNvPr>
          <p:cNvSpPr/>
          <p:nvPr/>
        </p:nvSpPr>
        <p:spPr>
          <a:xfrm>
            <a:off x="2513329" y="4211320"/>
            <a:ext cx="74930" cy="76200"/>
          </a:xfrm>
          <a:custGeom>
            <a:avLst/>
            <a:gdLst/>
            <a:ahLst/>
            <a:cxnLst/>
            <a:rect l="l" t="t" r="r" b="b"/>
            <a:pathLst>
              <a:path w="74930" h="76200">
                <a:moveTo>
                  <a:pt x="74930" y="0"/>
                </a:moveTo>
                <a:lnTo>
                  <a:pt x="0" y="0"/>
                </a:lnTo>
                <a:lnTo>
                  <a:pt x="0" y="76199"/>
                </a:lnTo>
                <a:lnTo>
                  <a:pt x="74930" y="76199"/>
                </a:lnTo>
                <a:lnTo>
                  <a:pt x="7493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" name="object 836">
            <a:extLst>
              <a:ext uri="{FF2B5EF4-FFF2-40B4-BE49-F238E27FC236}">
                <a16:creationId xmlns:a16="http://schemas.microsoft.com/office/drawing/2014/main" id="{E2752AAD-E068-E924-E9E5-CE484F94398D}"/>
              </a:ext>
            </a:extLst>
          </p:cNvPr>
          <p:cNvSpPr/>
          <p:nvPr/>
        </p:nvSpPr>
        <p:spPr>
          <a:xfrm>
            <a:off x="2664460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837">
            <a:extLst>
              <a:ext uri="{FF2B5EF4-FFF2-40B4-BE49-F238E27FC236}">
                <a16:creationId xmlns:a16="http://schemas.microsoft.com/office/drawing/2014/main" id="{768662DC-608F-A41E-FC54-F649E1EE22F3}"/>
              </a:ext>
            </a:extLst>
          </p:cNvPr>
          <p:cNvSpPr/>
          <p:nvPr/>
        </p:nvSpPr>
        <p:spPr>
          <a:xfrm>
            <a:off x="2816860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838">
            <a:extLst>
              <a:ext uri="{FF2B5EF4-FFF2-40B4-BE49-F238E27FC236}">
                <a16:creationId xmlns:a16="http://schemas.microsoft.com/office/drawing/2014/main" id="{89607338-C077-B65A-2E14-1CA17FDF479A}"/>
              </a:ext>
            </a:extLst>
          </p:cNvPr>
          <p:cNvSpPr/>
          <p:nvPr/>
        </p:nvSpPr>
        <p:spPr>
          <a:xfrm>
            <a:off x="2967989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839">
            <a:extLst>
              <a:ext uri="{FF2B5EF4-FFF2-40B4-BE49-F238E27FC236}">
                <a16:creationId xmlns:a16="http://schemas.microsoft.com/office/drawing/2014/main" id="{5E35A078-5ED4-7127-5FE2-5CA3E980867E}"/>
              </a:ext>
            </a:extLst>
          </p:cNvPr>
          <p:cNvSpPr/>
          <p:nvPr/>
        </p:nvSpPr>
        <p:spPr>
          <a:xfrm>
            <a:off x="3120389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840">
            <a:extLst>
              <a:ext uri="{FF2B5EF4-FFF2-40B4-BE49-F238E27FC236}">
                <a16:creationId xmlns:a16="http://schemas.microsoft.com/office/drawing/2014/main" id="{427D594F-D934-53D3-688A-79C4DD229049}"/>
              </a:ext>
            </a:extLst>
          </p:cNvPr>
          <p:cNvSpPr/>
          <p:nvPr/>
        </p:nvSpPr>
        <p:spPr>
          <a:xfrm>
            <a:off x="3272790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841">
            <a:extLst>
              <a:ext uri="{FF2B5EF4-FFF2-40B4-BE49-F238E27FC236}">
                <a16:creationId xmlns:a16="http://schemas.microsoft.com/office/drawing/2014/main" id="{F7950E38-4C62-6BFD-3B07-985B6DAA3EAA}"/>
              </a:ext>
            </a:extLst>
          </p:cNvPr>
          <p:cNvSpPr/>
          <p:nvPr/>
        </p:nvSpPr>
        <p:spPr>
          <a:xfrm>
            <a:off x="3423920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" name="object 842">
            <a:extLst>
              <a:ext uri="{FF2B5EF4-FFF2-40B4-BE49-F238E27FC236}">
                <a16:creationId xmlns:a16="http://schemas.microsoft.com/office/drawing/2014/main" id="{132E6F42-8E41-BF49-A74C-014BDB52EF10}"/>
              </a:ext>
            </a:extLst>
          </p:cNvPr>
          <p:cNvSpPr/>
          <p:nvPr/>
        </p:nvSpPr>
        <p:spPr>
          <a:xfrm>
            <a:off x="3576320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" name="object 843">
            <a:extLst>
              <a:ext uri="{FF2B5EF4-FFF2-40B4-BE49-F238E27FC236}">
                <a16:creationId xmlns:a16="http://schemas.microsoft.com/office/drawing/2014/main" id="{5DFB04B4-3F61-FC37-8991-66DD13D0C0E5}"/>
              </a:ext>
            </a:extLst>
          </p:cNvPr>
          <p:cNvSpPr/>
          <p:nvPr/>
        </p:nvSpPr>
        <p:spPr>
          <a:xfrm>
            <a:off x="3728720" y="4211320"/>
            <a:ext cx="74930" cy="76200"/>
          </a:xfrm>
          <a:custGeom>
            <a:avLst/>
            <a:gdLst/>
            <a:ahLst/>
            <a:cxnLst/>
            <a:rect l="l" t="t" r="r" b="b"/>
            <a:pathLst>
              <a:path w="74929" h="76200">
                <a:moveTo>
                  <a:pt x="74929" y="0"/>
                </a:moveTo>
                <a:lnTo>
                  <a:pt x="0" y="0"/>
                </a:lnTo>
                <a:lnTo>
                  <a:pt x="0" y="76199"/>
                </a:lnTo>
                <a:lnTo>
                  <a:pt x="74929" y="76199"/>
                </a:lnTo>
                <a:lnTo>
                  <a:pt x="74929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" name="object 844">
            <a:extLst>
              <a:ext uri="{FF2B5EF4-FFF2-40B4-BE49-F238E27FC236}">
                <a16:creationId xmlns:a16="http://schemas.microsoft.com/office/drawing/2014/main" id="{9E803F57-01A4-E9BB-3D15-041F9074F234}"/>
              </a:ext>
            </a:extLst>
          </p:cNvPr>
          <p:cNvSpPr/>
          <p:nvPr/>
        </p:nvSpPr>
        <p:spPr>
          <a:xfrm>
            <a:off x="3879850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" name="object 845">
            <a:extLst>
              <a:ext uri="{FF2B5EF4-FFF2-40B4-BE49-F238E27FC236}">
                <a16:creationId xmlns:a16="http://schemas.microsoft.com/office/drawing/2014/main" id="{28F50FD0-A3A0-0E63-4948-04D81B1D04C7}"/>
              </a:ext>
            </a:extLst>
          </p:cNvPr>
          <p:cNvSpPr/>
          <p:nvPr/>
        </p:nvSpPr>
        <p:spPr>
          <a:xfrm>
            <a:off x="4032250" y="4211320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76200" y="0"/>
                </a:moveTo>
                <a:lnTo>
                  <a:pt x="0" y="0"/>
                </a:lnTo>
                <a:lnTo>
                  <a:pt x="0" y="76199"/>
                </a:lnTo>
                <a:lnTo>
                  <a:pt x="76200" y="76199"/>
                </a:lnTo>
                <a:lnTo>
                  <a:pt x="76200" y="0"/>
                </a:lnTo>
                <a:close/>
              </a:path>
            </a:pathLst>
          </a:custGeom>
          <a:solidFill>
            <a:srgbClr val="D872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96" name="object 846">
            <a:extLst>
              <a:ext uri="{FF2B5EF4-FFF2-40B4-BE49-F238E27FC236}">
                <a16:creationId xmlns:a16="http://schemas.microsoft.com/office/drawing/2014/main" id="{BBF43BB7-722C-3AA2-E929-DEF08F504D69}"/>
              </a:ext>
            </a:extLst>
          </p:cNvPr>
          <p:cNvGrpSpPr/>
          <p:nvPr/>
        </p:nvGrpSpPr>
        <p:grpSpPr>
          <a:xfrm>
            <a:off x="466090" y="3742054"/>
            <a:ext cx="1667510" cy="1326515"/>
            <a:chOff x="466090" y="3742054"/>
            <a:chExt cx="1667510" cy="1326515"/>
          </a:xfrm>
        </p:grpSpPr>
        <p:sp>
          <p:nvSpPr>
            <p:cNvPr id="1997" name="object 847">
              <a:extLst>
                <a:ext uri="{FF2B5EF4-FFF2-40B4-BE49-F238E27FC236}">
                  <a16:creationId xmlns:a16="http://schemas.microsoft.com/office/drawing/2014/main" id="{28580BEC-DB4E-36E5-6D0E-64434CAD70DF}"/>
                </a:ext>
              </a:extLst>
            </p:cNvPr>
            <p:cNvSpPr/>
            <p:nvPr/>
          </p:nvSpPr>
          <p:spPr>
            <a:xfrm>
              <a:off x="1905000" y="4211319"/>
              <a:ext cx="228600" cy="76200"/>
            </a:xfrm>
            <a:custGeom>
              <a:avLst/>
              <a:gdLst/>
              <a:ahLst/>
              <a:cxnLst/>
              <a:rect l="l" t="t" r="r" b="b"/>
              <a:pathLst>
                <a:path w="228600" h="76200">
                  <a:moveTo>
                    <a:pt x="76200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228600" h="76200">
                  <a:moveTo>
                    <a:pt x="228600" y="0"/>
                  </a:moveTo>
                  <a:lnTo>
                    <a:pt x="152400" y="0"/>
                  </a:lnTo>
                  <a:lnTo>
                    <a:pt x="152400" y="76200"/>
                  </a:lnTo>
                  <a:lnTo>
                    <a:pt x="228600" y="7620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87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8" name="object 848">
              <a:extLst>
                <a:ext uri="{FF2B5EF4-FFF2-40B4-BE49-F238E27FC236}">
                  <a16:creationId xmlns:a16="http://schemas.microsoft.com/office/drawing/2014/main" id="{B092849F-E5A4-90A3-CE31-E1D0AFD31D15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4640" y="3846829"/>
              <a:ext cx="476249" cy="685800"/>
            </a:xfrm>
            <a:prstGeom prst="rect">
              <a:avLst/>
            </a:prstGeom>
          </p:spPr>
        </p:pic>
        <p:sp>
          <p:nvSpPr>
            <p:cNvPr id="1999" name="object 849">
              <a:extLst>
                <a:ext uri="{FF2B5EF4-FFF2-40B4-BE49-F238E27FC236}">
                  <a16:creationId xmlns:a16="http://schemas.microsoft.com/office/drawing/2014/main" id="{B4B62845-51EF-22D7-43C9-89EE694D55DA}"/>
                </a:ext>
              </a:extLst>
            </p:cNvPr>
            <p:cNvSpPr/>
            <p:nvPr/>
          </p:nvSpPr>
          <p:spPr>
            <a:xfrm>
              <a:off x="1564640" y="3846829"/>
              <a:ext cx="474980" cy="684530"/>
            </a:xfrm>
            <a:custGeom>
              <a:avLst/>
              <a:gdLst/>
              <a:ahLst/>
              <a:cxnLst/>
              <a:rect l="l" t="t" r="r" b="b"/>
              <a:pathLst>
                <a:path w="474980" h="684529">
                  <a:moveTo>
                    <a:pt x="474979" y="684530"/>
                  </a:moveTo>
                  <a:lnTo>
                    <a:pt x="0" y="684530"/>
                  </a:lnTo>
                  <a:lnTo>
                    <a:pt x="0" y="0"/>
                  </a:lnTo>
                  <a:lnTo>
                    <a:pt x="474979" y="0"/>
                  </a:lnTo>
                  <a:lnTo>
                    <a:pt x="474979" y="68453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00" name="object 850">
              <a:extLst>
                <a:ext uri="{FF2B5EF4-FFF2-40B4-BE49-F238E27FC236}">
                  <a16:creationId xmlns:a16="http://schemas.microsoft.com/office/drawing/2014/main" id="{7AE08DCD-723B-B9E9-B146-045B7FED1D48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58290" y="3742689"/>
              <a:ext cx="487679" cy="105410"/>
            </a:xfrm>
            <a:prstGeom prst="rect">
              <a:avLst/>
            </a:prstGeom>
          </p:spPr>
        </p:pic>
        <p:sp>
          <p:nvSpPr>
            <p:cNvPr id="2001" name="object 851">
              <a:extLst>
                <a:ext uri="{FF2B5EF4-FFF2-40B4-BE49-F238E27FC236}">
                  <a16:creationId xmlns:a16="http://schemas.microsoft.com/office/drawing/2014/main" id="{B329D7F2-49A5-62A1-46E5-0C723600CC3D}"/>
                </a:ext>
              </a:extLst>
            </p:cNvPr>
            <p:cNvSpPr/>
            <p:nvPr/>
          </p:nvSpPr>
          <p:spPr>
            <a:xfrm>
              <a:off x="1558290" y="3742689"/>
              <a:ext cx="486409" cy="104139"/>
            </a:xfrm>
            <a:custGeom>
              <a:avLst/>
              <a:gdLst/>
              <a:ahLst/>
              <a:cxnLst/>
              <a:rect l="l" t="t" r="r" b="b"/>
              <a:pathLst>
                <a:path w="486410" h="104139">
                  <a:moveTo>
                    <a:pt x="410209" y="0"/>
                  </a:moveTo>
                  <a:lnTo>
                    <a:pt x="101599" y="0"/>
                  </a:lnTo>
                  <a:lnTo>
                    <a:pt x="0" y="104140"/>
                  </a:lnTo>
                  <a:lnTo>
                    <a:pt x="486409" y="104140"/>
                  </a:lnTo>
                  <a:lnTo>
                    <a:pt x="410209" y="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852">
              <a:extLst>
                <a:ext uri="{FF2B5EF4-FFF2-40B4-BE49-F238E27FC236}">
                  <a16:creationId xmlns:a16="http://schemas.microsoft.com/office/drawing/2014/main" id="{32742DB9-121D-FEC3-F557-D3FDAF39F0BB}"/>
                </a:ext>
              </a:extLst>
            </p:cNvPr>
            <p:cNvSpPr/>
            <p:nvPr/>
          </p:nvSpPr>
          <p:spPr>
            <a:xfrm>
              <a:off x="1624329" y="38519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853">
              <a:extLst>
                <a:ext uri="{FF2B5EF4-FFF2-40B4-BE49-F238E27FC236}">
                  <a16:creationId xmlns:a16="http://schemas.microsoft.com/office/drawing/2014/main" id="{9CF28140-93C5-196B-6513-A63245753E4F}"/>
                </a:ext>
              </a:extLst>
            </p:cNvPr>
            <p:cNvSpPr/>
            <p:nvPr/>
          </p:nvSpPr>
          <p:spPr>
            <a:xfrm>
              <a:off x="1624329" y="385190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143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04" name="object 854">
              <a:extLst>
                <a:ext uri="{FF2B5EF4-FFF2-40B4-BE49-F238E27FC236}">
                  <a16:creationId xmlns:a16="http://schemas.microsoft.com/office/drawing/2014/main" id="{739A56A5-3AD6-12D9-BF3F-0D7E590F3785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02740" y="3851909"/>
              <a:ext cx="393699" cy="659130"/>
            </a:xfrm>
            <a:prstGeom prst="rect">
              <a:avLst/>
            </a:prstGeom>
          </p:spPr>
        </p:pic>
        <p:sp>
          <p:nvSpPr>
            <p:cNvPr id="2005" name="object 855">
              <a:extLst>
                <a:ext uri="{FF2B5EF4-FFF2-40B4-BE49-F238E27FC236}">
                  <a16:creationId xmlns:a16="http://schemas.microsoft.com/office/drawing/2014/main" id="{9AE882B0-B2F2-9B27-09BF-9C593F49B3C7}"/>
                </a:ext>
              </a:extLst>
            </p:cNvPr>
            <p:cNvSpPr/>
            <p:nvPr/>
          </p:nvSpPr>
          <p:spPr>
            <a:xfrm>
              <a:off x="1602740" y="3851909"/>
              <a:ext cx="392430" cy="657860"/>
            </a:xfrm>
            <a:custGeom>
              <a:avLst/>
              <a:gdLst/>
              <a:ahLst/>
              <a:cxnLst/>
              <a:rect l="l" t="t" r="r" b="b"/>
              <a:pathLst>
                <a:path w="392430" h="657860">
                  <a:moveTo>
                    <a:pt x="0" y="0"/>
                  </a:moveTo>
                  <a:lnTo>
                    <a:pt x="0" y="41116"/>
                  </a:lnTo>
                  <a:lnTo>
                    <a:pt x="0" y="605789"/>
                  </a:lnTo>
                  <a:lnTo>
                    <a:pt x="4246" y="625177"/>
                  </a:lnTo>
                  <a:lnTo>
                    <a:pt x="15874" y="641826"/>
                  </a:lnTo>
                  <a:lnTo>
                    <a:pt x="33218" y="653474"/>
                  </a:lnTo>
                  <a:lnTo>
                    <a:pt x="54609" y="657859"/>
                  </a:lnTo>
                  <a:lnTo>
                    <a:pt x="218340" y="657859"/>
                  </a:lnTo>
                  <a:lnTo>
                    <a:pt x="302418" y="657859"/>
                  </a:lnTo>
                  <a:lnTo>
                    <a:pt x="333394" y="657859"/>
                  </a:lnTo>
                  <a:lnTo>
                    <a:pt x="337820" y="657859"/>
                  </a:lnTo>
                  <a:lnTo>
                    <a:pt x="360283" y="653474"/>
                  </a:lnTo>
                  <a:lnTo>
                    <a:pt x="377507" y="641826"/>
                  </a:lnTo>
                  <a:lnTo>
                    <a:pt x="388540" y="625177"/>
                  </a:lnTo>
                  <a:lnTo>
                    <a:pt x="392429" y="605789"/>
                  </a:lnTo>
                  <a:lnTo>
                    <a:pt x="392429" y="384055"/>
                  </a:lnTo>
                  <a:lnTo>
                    <a:pt x="392429" y="270192"/>
                  </a:lnTo>
                  <a:lnTo>
                    <a:pt x="392429" y="1111"/>
                  </a:lnTo>
                  <a:lnTo>
                    <a:pt x="392429" y="0"/>
                  </a:lnTo>
                </a:path>
              </a:pathLst>
            </a:custGeom>
            <a:ln w="1143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856">
              <a:extLst>
                <a:ext uri="{FF2B5EF4-FFF2-40B4-BE49-F238E27FC236}">
                  <a16:creationId xmlns:a16="http://schemas.microsoft.com/office/drawing/2014/main" id="{8248E97C-14F1-BBC5-5841-C894606AAF2A}"/>
                </a:ext>
              </a:extLst>
            </p:cNvPr>
            <p:cNvSpPr/>
            <p:nvPr/>
          </p:nvSpPr>
          <p:spPr>
            <a:xfrm>
              <a:off x="1690370" y="3977639"/>
              <a:ext cx="217170" cy="30480"/>
            </a:xfrm>
            <a:custGeom>
              <a:avLst/>
              <a:gdLst/>
              <a:ahLst/>
              <a:cxnLst/>
              <a:rect l="l" t="t" r="r" b="b"/>
              <a:pathLst>
                <a:path w="217169" h="30479">
                  <a:moveTo>
                    <a:pt x="217169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17169" y="30480"/>
                  </a:lnTo>
                  <a:lnTo>
                    <a:pt x="21716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857">
              <a:extLst>
                <a:ext uri="{FF2B5EF4-FFF2-40B4-BE49-F238E27FC236}">
                  <a16:creationId xmlns:a16="http://schemas.microsoft.com/office/drawing/2014/main" id="{99A29812-AAD2-C24B-5B75-67D5E8D24E14}"/>
                </a:ext>
              </a:extLst>
            </p:cNvPr>
            <p:cNvSpPr/>
            <p:nvPr/>
          </p:nvSpPr>
          <p:spPr>
            <a:xfrm>
              <a:off x="1690370" y="3977639"/>
              <a:ext cx="217170" cy="30480"/>
            </a:xfrm>
            <a:custGeom>
              <a:avLst/>
              <a:gdLst/>
              <a:ahLst/>
              <a:cxnLst/>
              <a:rect l="l" t="t" r="r" b="b"/>
              <a:pathLst>
                <a:path w="217169" h="30479">
                  <a:moveTo>
                    <a:pt x="217169" y="30480"/>
                  </a:moveTo>
                  <a:lnTo>
                    <a:pt x="0" y="30480"/>
                  </a:lnTo>
                  <a:lnTo>
                    <a:pt x="0" y="0"/>
                  </a:lnTo>
                  <a:lnTo>
                    <a:pt x="217169" y="0"/>
                  </a:lnTo>
                  <a:lnTo>
                    <a:pt x="217169" y="3048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858">
              <a:extLst>
                <a:ext uri="{FF2B5EF4-FFF2-40B4-BE49-F238E27FC236}">
                  <a16:creationId xmlns:a16="http://schemas.microsoft.com/office/drawing/2014/main" id="{46BC276C-C2C5-E6CD-F0A9-E82BF8EBD6C0}"/>
                </a:ext>
              </a:extLst>
            </p:cNvPr>
            <p:cNvSpPr/>
            <p:nvPr/>
          </p:nvSpPr>
          <p:spPr>
            <a:xfrm>
              <a:off x="1690370" y="4048759"/>
              <a:ext cx="217170" cy="30480"/>
            </a:xfrm>
            <a:custGeom>
              <a:avLst/>
              <a:gdLst/>
              <a:ahLst/>
              <a:cxnLst/>
              <a:rect l="l" t="t" r="r" b="b"/>
              <a:pathLst>
                <a:path w="217169" h="30479">
                  <a:moveTo>
                    <a:pt x="217169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217169" y="30479"/>
                  </a:lnTo>
                  <a:lnTo>
                    <a:pt x="217169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859">
              <a:extLst>
                <a:ext uri="{FF2B5EF4-FFF2-40B4-BE49-F238E27FC236}">
                  <a16:creationId xmlns:a16="http://schemas.microsoft.com/office/drawing/2014/main" id="{5BBDED1B-75ED-D8F5-BC7D-412F1B5F1A57}"/>
                </a:ext>
              </a:extLst>
            </p:cNvPr>
            <p:cNvSpPr/>
            <p:nvPr/>
          </p:nvSpPr>
          <p:spPr>
            <a:xfrm>
              <a:off x="1690370" y="4048759"/>
              <a:ext cx="217170" cy="30480"/>
            </a:xfrm>
            <a:custGeom>
              <a:avLst/>
              <a:gdLst/>
              <a:ahLst/>
              <a:cxnLst/>
              <a:rect l="l" t="t" r="r" b="b"/>
              <a:pathLst>
                <a:path w="217169" h="30479">
                  <a:moveTo>
                    <a:pt x="217169" y="30479"/>
                  </a:moveTo>
                  <a:lnTo>
                    <a:pt x="0" y="30479"/>
                  </a:lnTo>
                  <a:lnTo>
                    <a:pt x="0" y="0"/>
                  </a:lnTo>
                  <a:lnTo>
                    <a:pt x="217169" y="0"/>
                  </a:lnTo>
                  <a:lnTo>
                    <a:pt x="217169" y="30479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860">
              <a:extLst>
                <a:ext uri="{FF2B5EF4-FFF2-40B4-BE49-F238E27FC236}">
                  <a16:creationId xmlns:a16="http://schemas.microsoft.com/office/drawing/2014/main" id="{80D68233-B0ED-C855-8608-461C1723A85A}"/>
                </a:ext>
              </a:extLst>
            </p:cNvPr>
            <p:cNvSpPr/>
            <p:nvPr/>
          </p:nvSpPr>
          <p:spPr>
            <a:xfrm>
              <a:off x="1607820" y="3851909"/>
              <a:ext cx="393700" cy="652780"/>
            </a:xfrm>
            <a:custGeom>
              <a:avLst/>
              <a:gdLst/>
              <a:ahLst/>
              <a:cxnLst/>
              <a:rect l="l" t="t" r="r" b="b"/>
              <a:pathLst>
                <a:path w="393700" h="652779">
                  <a:moveTo>
                    <a:pt x="0" y="0"/>
                  </a:moveTo>
                  <a:lnTo>
                    <a:pt x="0" y="44053"/>
                  </a:lnTo>
                  <a:lnTo>
                    <a:pt x="0" y="596900"/>
                  </a:lnTo>
                  <a:lnTo>
                    <a:pt x="4246" y="618489"/>
                  </a:lnTo>
                  <a:lnTo>
                    <a:pt x="15875" y="636269"/>
                  </a:lnTo>
                  <a:lnTo>
                    <a:pt x="33218" y="648334"/>
                  </a:lnTo>
                  <a:lnTo>
                    <a:pt x="54610" y="652779"/>
                  </a:lnTo>
                  <a:lnTo>
                    <a:pt x="219075" y="652779"/>
                  </a:lnTo>
                  <a:lnTo>
                    <a:pt x="303530" y="652779"/>
                  </a:lnTo>
                  <a:lnTo>
                    <a:pt x="334645" y="652779"/>
                  </a:lnTo>
                  <a:lnTo>
                    <a:pt x="339090" y="652779"/>
                  </a:lnTo>
                  <a:lnTo>
                    <a:pt x="359945" y="648334"/>
                  </a:lnTo>
                  <a:lnTo>
                    <a:pt x="377348" y="636269"/>
                  </a:lnTo>
                  <a:lnTo>
                    <a:pt x="389274" y="618489"/>
                  </a:lnTo>
                  <a:lnTo>
                    <a:pt x="393700" y="596900"/>
                  </a:lnTo>
                  <a:lnTo>
                    <a:pt x="393700" y="381773"/>
                  </a:lnTo>
                  <a:lnTo>
                    <a:pt x="393700" y="271303"/>
                  </a:lnTo>
                  <a:lnTo>
                    <a:pt x="393700" y="3690"/>
                  </a:lnTo>
                  <a:lnTo>
                    <a:pt x="393700" y="2539"/>
                  </a:lnTo>
                </a:path>
                <a:path w="393700" h="652779">
                  <a:moveTo>
                    <a:pt x="85090" y="156209"/>
                  </a:moveTo>
                  <a:lnTo>
                    <a:pt x="299719" y="156209"/>
                  </a:lnTo>
                  <a:lnTo>
                    <a:pt x="299719" y="128269"/>
                  </a:lnTo>
                </a:path>
                <a:path w="393700" h="652779">
                  <a:moveTo>
                    <a:pt x="85090" y="227329"/>
                  </a:moveTo>
                  <a:lnTo>
                    <a:pt x="299719" y="227329"/>
                  </a:lnTo>
                  <a:lnTo>
                    <a:pt x="299719" y="196850"/>
                  </a:lnTo>
                </a:path>
              </a:pathLst>
            </a:custGeom>
            <a:ln w="1143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1" name="object 861">
              <a:extLst>
                <a:ext uri="{FF2B5EF4-FFF2-40B4-BE49-F238E27FC236}">
                  <a16:creationId xmlns:a16="http://schemas.microsoft.com/office/drawing/2014/main" id="{AD6B0CE3-B5DD-F4A6-20C4-13C02CB0868D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91259" y="4617719"/>
              <a:ext cx="444500" cy="128269"/>
            </a:xfrm>
            <a:prstGeom prst="rect">
              <a:avLst/>
            </a:prstGeom>
          </p:spPr>
        </p:pic>
        <p:sp>
          <p:nvSpPr>
            <p:cNvPr id="2012" name="object 862">
              <a:extLst>
                <a:ext uri="{FF2B5EF4-FFF2-40B4-BE49-F238E27FC236}">
                  <a16:creationId xmlns:a16="http://schemas.microsoft.com/office/drawing/2014/main" id="{40986861-48B6-CD61-FCC3-4613AE97B17B}"/>
                </a:ext>
              </a:extLst>
            </p:cNvPr>
            <p:cNvSpPr/>
            <p:nvPr/>
          </p:nvSpPr>
          <p:spPr>
            <a:xfrm>
              <a:off x="1191259" y="4617719"/>
              <a:ext cx="443230" cy="127000"/>
            </a:xfrm>
            <a:custGeom>
              <a:avLst/>
              <a:gdLst/>
              <a:ahLst/>
              <a:cxnLst/>
              <a:rect l="l" t="t" r="r" b="b"/>
              <a:pathLst>
                <a:path w="443230" h="127000">
                  <a:moveTo>
                    <a:pt x="443229" y="99059"/>
                  </a:moveTo>
                  <a:lnTo>
                    <a:pt x="435014" y="95686"/>
                  </a:lnTo>
                  <a:lnTo>
                    <a:pt x="411797" y="93027"/>
                  </a:lnTo>
                  <a:lnTo>
                    <a:pt x="375721" y="90844"/>
                  </a:lnTo>
                  <a:lnTo>
                    <a:pt x="328930" y="88899"/>
                  </a:lnTo>
                  <a:lnTo>
                    <a:pt x="330398" y="66139"/>
                  </a:lnTo>
                  <a:lnTo>
                    <a:pt x="331152" y="54451"/>
                  </a:lnTo>
                  <a:lnTo>
                    <a:pt x="331430" y="50145"/>
                  </a:lnTo>
                  <a:lnTo>
                    <a:pt x="331470" y="49529"/>
                  </a:lnTo>
                  <a:lnTo>
                    <a:pt x="376991" y="20895"/>
                  </a:lnTo>
                  <a:lnTo>
                    <a:pt x="400367" y="6191"/>
                  </a:lnTo>
                  <a:lnTo>
                    <a:pt x="408979" y="773"/>
                  </a:lnTo>
                  <a:lnTo>
                    <a:pt x="410209" y="0"/>
                  </a:lnTo>
                  <a:lnTo>
                    <a:pt x="312558" y="0"/>
                  </a:lnTo>
                  <a:lnTo>
                    <a:pt x="33020" y="0"/>
                  </a:lnTo>
                  <a:lnTo>
                    <a:pt x="80744" y="28634"/>
                  </a:lnTo>
                  <a:lnTo>
                    <a:pt x="105251" y="43338"/>
                  </a:lnTo>
                  <a:lnTo>
                    <a:pt x="114280" y="48756"/>
                  </a:lnTo>
                  <a:lnTo>
                    <a:pt x="115570" y="49529"/>
                  </a:lnTo>
                  <a:lnTo>
                    <a:pt x="115570" y="72290"/>
                  </a:lnTo>
                  <a:lnTo>
                    <a:pt x="115570" y="83978"/>
                  </a:lnTo>
                  <a:lnTo>
                    <a:pt x="115570" y="88284"/>
                  </a:lnTo>
                  <a:lnTo>
                    <a:pt x="115570" y="88899"/>
                  </a:lnTo>
                  <a:lnTo>
                    <a:pt x="68580" y="90844"/>
                  </a:lnTo>
                  <a:lnTo>
                    <a:pt x="32067" y="93027"/>
                  </a:lnTo>
                  <a:lnTo>
                    <a:pt x="8413" y="95686"/>
                  </a:lnTo>
                  <a:lnTo>
                    <a:pt x="0" y="99059"/>
                  </a:lnTo>
                  <a:lnTo>
                    <a:pt x="0" y="115212"/>
                  </a:lnTo>
                  <a:lnTo>
                    <a:pt x="0" y="123507"/>
                  </a:lnTo>
                  <a:lnTo>
                    <a:pt x="0" y="126563"/>
                  </a:lnTo>
                  <a:lnTo>
                    <a:pt x="0" y="126999"/>
                  </a:lnTo>
                  <a:lnTo>
                    <a:pt x="118943" y="126999"/>
                  </a:lnTo>
                  <a:lnTo>
                    <a:pt x="443229" y="126999"/>
                  </a:lnTo>
                  <a:lnTo>
                    <a:pt x="443229" y="110847"/>
                  </a:lnTo>
                  <a:lnTo>
                    <a:pt x="443229" y="102552"/>
                  </a:lnTo>
                  <a:lnTo>
                    <a:pt x="443229" y="99496"/>
                  </a:lnTo>
                  <a:lnTo>
                    <a:pt x="443229" y="99059"/>
                  </a:lnTo>
                  <a:close/>
                </a:path>
              </a:pathLst>
            </a:custGeom>
            <a:ln w="1143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3" name="object 863">
              <a:extLst>
                <a:ext uri="{FF2B5EF4-FFF2-40B4-BE49-F238E27FC236}">
                  <a16:creationId xmlns:a16="http://schemas.microsoft.com/office/drawing/2014/main" id="{EAA20554-6AFB-D5FF-17C0-1C05CBA8ADBD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74420" y="4095749"/>
              <a:ext cx="695959" cy="527050"/>
            </a:xfrm>
            <a:prstGeom prst="rect">
              <a:avLst/>
            </a:prstGeom>
          </p:spPr>
        </p:pic>
        <p:sp>
          <p:nvSpPr>
            <p:cNvPr id="2014" name="object 864">
              <a:extLst>
                <a:ext uri="{FF2B5EF4-FFF2-40B4-BE49-F238E27FC236}">
                  <a16:creationId xmlns:a16="http://schemas.microsoft.com/office/drawing/2014/main" id="{F5959C25-E33E-5AB8-3A38-6526918FE325}"/>
                </a:ext>
              </a:extLst>
            </p:cNvPr>
            <p:cNvSpPr/>
            <p:nvPr/>
          </p:nvSpPr>
          <p:spPr>
            <a:xfrm>
              <a:off x="1074420" y="4095749"/>
              <a:ext cx="694690" cy="525780"/>
            </a:xfrm>
            <a:custGeom>
              <a:avLst/>
              <a:gdLst/>
              <a:ahLst/>
              <a:cxnLst/>
              <a:rect l="l" t="t" r="r" b="b"/>
              <a:pathLst>
                <a:path w="694689" h="525779">
                  <a:moveTo>
                    <a:pt x="694690" y="525780"/>
                  </a:moveTo>
                  <a:lnTo>
                    <a:pt x="0" y="525780"/>
                  </a:lnTo>
                  <a:lnTo>
                    <a:pt x="0" y="0"/>
                  </a:lnTo>
                  <a:lnTo>
                    <a:pt x="694690" y="0"/>
                  </a:lnTo>
                  <a:lnTo>
                    <a:pt x="694690" y="52578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865">
              <a:extLst>
                <a:ext uri="{FF2B5EF4-FFF2-40B4-BE49-F238E27FC236}">
                  <a16:creationId xmlns:a16="http://schemas.microsoft.com/office/drawing/2014/main" id="{04D7FF73-5EC6-10E3-3085-3038C08AFD02}"/>
                </a:ext>
              </a:extLst>
            </p:cNvPr>
            <p:cNvSpPr/>
            <p:nvPr/>
          </p:nvSpPr>
          <p:spPr>
            <a:xfrm>
              <a:off x="1148080" y="4155439"/>
              <a:ext cx="541020" cy="400050"/>
            </a:xfrm>
            <a:custGeom>
              <a:avLst/>
              <a:gdLst/>
              <a:ahLst/>
              <a:cxnLst/>
              <a:rect l="l" t="t" r="r" b="b"/>
              <a:pathLst>
                <a:path w="541019" h="400050">
                  <a:moveTo>
                    <a:pt x="541019" y="0"/>
                  </a:moveTo>
                  <a:lnTo>
                    <a:pt x="0" y="0"/>
                  </a:lnTo>
                  <a:lnTo>
                    <a:pt x="0" y="400050"/>
                  </a:lnTo>
                  <a:lnTo>
                    <a:pt x="541019" y="400050"/>
                  </a:lnTo>
                  <a:lnTo>
                    <a:pt x="541019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866">
              <a:extLst>
                <a:ext uri="{FF2B5EF4-FFF2-40B4-BE49-F238E27FC236}">
                  <a16:creationId xmlns:a16="http://schemas.microsoft.com/office/drawing/2014/main" id="{5085D474-80EA-087A-536A-ED554BF84360}"/>
                </a:ext>
              </a:extLst>
            </p:cNvPr>
            <p:cNvSpPr/>
            <p:nvPr/>
          </p:nvSpPr>
          <p:spPr>
            <a:xfrm>
              <a:off x="1148080" y="4155439"/>
              <a:ext cx="541020" cy="400050"/>
            </a:xfrm>
            <a:custGeom>
              <a:avLst/>
              <a:gdLst/>
              <a:ahLst/>
              <a:cxnLst/>
              <a:rect l="l" t="t" r="r" b="b"/>
              <a:pathLst>
                <a:path w="541019" h="400050">
                  <a:moveTo>
                    <a:pt x="541019" y="400050"/>
                  </a:moveTo>
                  <a:lnTo>
                    <a:pt x="0" y="400050"/>
                  </a:lnTo>
                  <a:lnTo>
                    <a:pt x="0" y="0"/>
                  </a:lnTo>
                  <a:lnTo>
                    <a:pt x="541019" y="0"/>
                  </a:lnTo>
                  <a:lnTo>
                    <a:pt x="541019" y="40005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867">
              <a:extLst>
                <a:ext uri="{FF2B5EF4-FFF2-40B4-BE49-F238E27FC236}">
                  <a16:creationId xmlns:a16="http://schemas.microsoft.com/office/drawing/2014/main" id="{7F2B42E0-1B1E-F832-931F-7813B3CB4229}"/>
                </a:ext>
              </a:extLst>
            </p:cNvPr>
            <p:cNvSpPr/>
            <p:nvPr/>
          </p:nvSpPr>
          <p:spPr>
            <a:xfrm>
              <a:off x="1148080" y="4160519"/>
              <a:ext cx="541020" cy="394970"/>
            </a:xfrm>
            <a:custGeom>
              <a:avLst/>
              <a:gdLst/>
              <a:ahLst/>
              <a:cxnLst/>
              <a:rect l="l" t="t" r="r" b="b"/>
              <a:pathLst>
                <a:path w="541019" h="394970">
                  <a:moveTo>
                    <a:pt x="541019" y="0"/>
                  </a:moveTo>
                  <a:lnTo>
                    <a:pt x="0" y="394969"/>
                  </a:lnTo>
                  <a:lnTo>
                    <a:pt x="541019" y="394969"/>
                  </a:lnTo>
                  <a:lnTo>
                    <a:pt x="541019" y="0"/>
                  </a:lnTo>
                  <a:close/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868">
              <a:extLst>
                <a:ext uri="{FF2B5EF4-FFF2-40B4-BE49-F238E27FC236}">
                  <a16:creationId xmlns:a16="http://schemas.microsoft.com/office/drawing/2014/main" id="{06294644-792E-078B-5E44-2CEC660D0145}"/>
                </a:ext>
              </a:extLst>
            </p:cNvPr>
            <p:cNvSpPr/>
            <p:nvPr/>
          </p:nvSpPr>
          <p:spPr>
            <a:xfrm>
              <a:off x="1148080" y="4160519"/>
              <a:ext cx="541020" cy="394970"/>
            </a:xfrm>
            <a:custGeom>
              <a:avLst/>
              <a:gdLst/>
              <a:ahLst/>
              <a:cxnLst/>
              <a:rect l="l" t="t" r="r" b="b"/>
              <a:pathLst>
                <a:path w="541019" h="394970">
                  <a:moveTo>
                    <a:pt x="541019" y="0"/>
                  </a:moveTo>
                  <a:lnTo>
                    <a:pt x="541019" y="394969"/>
                  </a:lnTo>
                  <a:lnTo>
                    <a:pt x="0" y="394969"/>
                  </a:lnTo>
                </a:path>
              </a:pathLst>
            </a:custGeom>
            <a:ln w="1143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869">
              <a:extLst>
                <a:ext uri="{FF2B5EF4-FFF2-40B4-BE49-F238E27FC236}">
                  <a16:creationId xmlns:a16="http://schemas.microsoft.com/office/drawing/2014/main" id="{1CBA9FCF-20EA-44C4-25B2-06C080DB0769}"/>
                </a:ext>
              </a:extLst>
            </p:cNvPr>
            <p:cNvSpPr/>
            <p:nvPr/>
          </p:nvSpPr>
          <p:spPr>
            <a:xfrm>
              <a:off x="1292859" y="4650739"/>
              <a:ext cx="254000" cy="30480"/>
            </a:xfrm>
            <a:custGeom>
              <a:avLst/>
              <a:gdLst/>
              <a:ahLst/>
              <a:cxnLst/>
              <a:rect l="l" t="t" r="r" b="b"/>
              <a:pathLst>
                <a:path w="254000" h="30479">
                  <a:moveTo>
                    <a:pt x="0" y="8890"/>
                  </a:moveTo>
                  <a:lnTo>
                    <a:pt x="29686" y="19228"/>
                  </a:lnTo>
                  <a:lnTo>
                    <a:pt x="56515" y="25876"/>
                  </a:lnTo>
                  <a:lnTo>
                    <a:pt x="87153" y="29428"/>
                  </a:lnTo>
                  <a:lnTo>
                    <a:pt x="128270" y="30480"/>
                  </a:lnTo>
                  <a:lnTo>
                    <a:pt x="172025" y="28039"/>
                  </a:lnTo>
                  <a:lnTo>
                    <a:pt x="205898" y="21431"/>
                  </a:lnTo>
                  <a:lnTo>
                    <a:pt x="232390" y="11727"/>
                  </a:lnTo>
                  <a:lnTo>
                    <a:pt x="254000" y="0"/>
                  </a:lnTo>
                </a:path>
              </a:pathLst>
            </a:custGeom>
            <a:ln w="11429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870">
              <a:extLst>
                <a:ext uri="{FF2B5EF4-FFF2-40B4-BE49-F238E27FC236}">
                  <a16:creationId xmlns:a16="http://schemas.microsoft.com/office/drawing/2014/main" id="{EB79F587-F190-A69F-5AD7-D0B4A39F8458}"/>
                </a:ext>
              </a:extLst>
            </p:cNvPr>
            <p:cNvSpPr/>
            <p:nvPr/>
          </p:nvSpPr>
          <p:spPr>
            <a:xfrm>
              <a:off x="1380490" y="4635499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40" h="29210">
                  <a:moveTo>
                    <a:pt x="6604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66040" y="29210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7F80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871">
              <a:extLst>
                <a:ext uri="{FF2B5EF4-FFF2-40B4-BE49-F238E27FC236}">
                  <a16:creationId xmlns:a16="http://schemas.microsoft.com/office/drawing/2014/main" id="{1D4B9959-FEB0-36E0-BB50-72374B0E32DA}"/>
                </a:ext>
              </a:extLst>
            </p:cNvPr>
            <p:cNvSpPr/>
            <p:nvPr/>
          </p:nvSpPr>
          <p:spPr>
            <a:xfrm>
              <a:off x="1380490" y="4635499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40" h="29210">
                  <a:moveTo>
                    <a:pt x="66040" y="29210"/>
                  </a:moveTo>
                  <a:lnTo>
                    <a:pt x="0" y="29210"/>
                  </a:lnTo>
                  <a:lnTo>
                    <a:pt x="0" y="0"/>
                  </a:lnTo>
                  <a:lnTo>
                    <a:pt x="66040" y="0"/>
                  </a:lnTo>
                  <a:lnTo>
                    <a:pt x="66040" y="29210"/>
                  </a:lnTo>
                  <a:close/>
                </a:path>
              </a:pathLst>
            </a:custGeom>
            <a:ln w="3175">
              <a:solidFill>
                <a:srgbClr val="B3B4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872">
              <a:extLst>
                <a:ext uri="{FF2B5EF4-FFF2-40B4-BE49-F238E27FC236}">
                  <a16:creationId xmlns:a16="http://schemas.microsoft.com/office/drawing/2014/main" id="{7BC949E1-BA1D-9849-B983-AF0ECAE91E7B}"/>
                </a:ext>
              </a:extLst>
            </p:cNvPr>
            <p:cNvSpPr/>
            <p:nvPr/>
          </p:nvSpPr>
          <p:spPr>
            <a:xfrm>
              <a:off x="1380490" y="4635499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40" h="29210">
                  <a:moveTo>
                    <a:pt x="0" y="29210"/>
                  </a:moveTo>
                  <a:lnTo>
                    <a:pt x="66040" y="29210"/>
                  </a:lnTo>
                  <a:lnTo>
                    <a:pt x="66040" y="0"/>
                  </a:lnTo>
                </a:path>
              </a:pathLst>
            </a:custGeom>
            <a:ln w="1143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3" name="object 873">
              <a:extLst>
                <a:ext uri="{FF2B5EF4-FFF2-40B4-BE49-F238E27FC236}">
                  <a16:creationId xmlns:a16="http://schemas.microsoft.com/office/drawing/2014/main" id="{F0A3B191-C01B-9534-3CE8-D527AE25E5CE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6090" y="4353559"/>
              <a:ext cx="952500" cy="715009"/>
            </a:xfrm>
            <a:prstGeom prst="rect">
              <a:avLst/>
            </a:prstGeom>
          </p:spPr>
        </p:pic>
      </p:grpSp>
      <p:grpSp>
        <p:nvGrpSpPr>
          <p:cNvPr id="2024" name="object 874">
            <a:extLst>
              <a:ext uri="{FF2B5EF4-FFF2-40B4-BE49-F238E27FC236}">
                <a16:creationId xmlns:a16="http://schemas.microsoft.com/office/drawing/2014/main" id="{7898D1D3-B397-28E6-E453-F8CC7DDEFEDB}"/>
              </a:ext>
            </a:extLst>
          </p:cNvPr>
          <p:cNvGrpSpPr/>
          <p:nvPr/>
        </p:nvGrpSpPr>
        <p:grpSpPr>
          <a:xfrm>
            <a:off x="4089400" y="3752215"/>
            <a:ext cx="1022350" cy="2538095"/>
            <a:chOff x="4089400" y="3752215"/>
            <a:chExt cx="1022350" cy="2538095"/>
          </a:xfrm>
        </p:grpSpPr>
        <p:sp>
          <p:nvSpPr>
            <p:cNvPr id="2025" name="object 875">
              <a:extLst>
                <a:ext uri="{FF2B5EF4-FFF2-40B4-BE49-F238E27FC236}">
                  <a16:creationId xmlns:a16="http://schemas.microsoft.com/office/drawing/2014/main" id="{85796FDD-E932-2898-A16A-EA045DC93403}"/>
                </a:ext>
              </a:extLst>
            </p:cNvPr>
            <p:cNvSpPr/>
            <p:nvPr/>
          </p:nvSpPr>
          <p:spPr>
            <a:xfrm>
              <a:off x="4488180" y="4211320"/>
              <a:ext cx="149860" cy="1248410"/>
            </a:xfrm>
            <a:custGeom>
              <a:avLst/>
              <a:gdLst/>
              <a:ahLst/>
              <a:cxnLst/>
              <a:rect l="l" t="t" r="r" b="b"/>
              <a:pathLst>
                <a:path w="149860" h="1248410">
                  <a:moveTo>
                    <a:pt x="74930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74930" y="76200"/>
                  </a:lnTo>
                  <a:lnTo>
                    <a:pt x="74930" y="0"/>
                  </a:lnTo>
                  <a:close/>
                </a:path>
                <a:path w="149860" h="1248410">
                  <a:moveTo>
                    <a:pt x="149860" y="1235710"/>
                  </a:moveTo>
                  <a:lnTo>
                    <a:pt x="73660" y="1235710"/>
                  </a:lnTo>
                  <a:lnTo>
                    <a:pt x="73660" y="1248410"/>
                  </a:lnTo>
                  <a:lnTo>
                    <a:pt x="149860" y="1248410"/>
                  </a:lnTo>
                  <a:lnTo>
                    <a:pt x="149860" y="1235710"/>
                  </a:lnTo>
                  <a:close/>
                </a:path>
                <a:path w="149860" h="1248410">
                  <a:moveTo>
                    <a:pt x="149860" y="1084580"/>
                  </a:moveTo>
                  <a:lnTo>
                    <a:pt x="73660" y="1084580"/>
                  </a:lnTo>
                  <a:lnTo>
                    <a:pt x="73660" y="1160780"/>
                  </a:lnTo>
                  <a:lnTo>
                    <a:pt x="149860" y="1160780"/>
                  </a:lnTo>
                  <a:lnTo>
                    <a:pt x="149860" y="1084580"/>
                  </a:lnTo>
                  <a:close/>
                </a:path>
                <a:path w="149860" h="1248410">
                  <a:moveTo>
                    <a:pt x="149860" y="932180"/>
                  </a:moveTo>
                  <a:lnTo>
                    <a:pt x="73660" y="932180"/>
                  </a:lnTo>
                  <a:lnTo>
                    <a:pt x="73660" y="1008380"/>
                  </a:lnTo>
                  <a:lnTo>
                    <a:pt x="149860" y="1008380"/>
                  </a:lnTo>
                  <a:lnTo>
                    <a:pt x="149860" y="932180"/>
                  </a:lnTo>
                  <a:close/>
                </a:path>
                <a:path w="149860" h="1248410">
                  <a:moveTo>
                    <a:pt x="149860" y="781050"/>
                  </a:moveTo>
                  <a:lnTo>
                    <a:pt x="73660" y="781050"/>
                  </a:lnTo>
                  <a:lnTo>
                    <a:pt x="73660" y="855980"/>
                  </a:lnTo>
                  <a:lnTo>
                    <a:pt x="149860" y="855980"/>
                  </a:lnTo>
                  <a:lnTo>
                    <a:pt x="149860" y="781050"/>
                  </a:lnTo>
                  <a:close/>
                </a:path>
                <a:path w="149860" h="1248410">
                  <a:moveTo>
                    <a:pt x="149860" y="628650"/>
                  </a:moveTo>
                  <a:lnTo>
                    <a:pt x="73660" y="628650"/>
                  </a:lnTo>
                  <a:lnTo>
                    <a:pt x="73660" y="704850"/>
                  </a:lnTo>
                  <a:lnTo>
                    <a:pt x="149860" y="704850"/>
                  </a:lnTo>
                  <a:lnTo>
                    <a:pt x="149860" y="628650"/>
                  </a:lnTo>
                  <a:close/>
                </a:path>
                <a:path w="149860" h="1248410">
                  <a:moveTo>
                    <a:pt x="149860" y="476250"/>
                  </a:moveTo>
                  <a:lnTo>
                    <a:pt x="73660" y="476250"/>
                  </a:lnTo>
                  <a:lnTo>
                    <a:pt x="73660" y="552450"/>
                  </a:lnTo>
                  <a:lnTo>
                    <a:pt x="149860" y="552450"/>
                  </a:lnTo>
                  <a:lnTo>
                    <a:pt x="149860" y="476250"/>
                  </a:lnTo>
                  <a:close/>
                </a:path>
              </a:pathLst>
            </a:custGeom>
            <a:solidFill>
              <a:srgbClr val="D87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876">
              <a:extLst>
                <a:ext uri="{FF2B5EF4-FFF2-40B4-BE49-F238E27FC236}">
                  <a16:creationId xmlns:a16="http://schemas.microsoft.com/office/drawing/2014/main" id="{521B12C3-1380-ECD2-3E33-8CC4D2B56D02}"/>
                </a:ext>
              </a:extLst>
            </p:cNvPr>
            <p:cNvSpPr/>
            <p:nvPr/>
          </p:nvSpPr>
          <p:spPr>
            <a:xfrm>
              <a:off x="4095750" y="5487682"/>
              <a:ext cx="20320" cy="692150"/>
            </a:xfrm>
            <a:custGeom>
              <a:avLst/>
              <a:gdLst/>
              <a:ahLst/>
              <a:cxnLst/>
              <a:rect l="l" t="t" r="r" b="b"/>
              <a:pathLst>
                <a:path w="20320" h="692150">
                  <a:moveTo>
                    <a:pt x="20320" y="688327"/>
                  </a:moveTo>
                  <a:lnTo>
                    <a:pt x="17780" y="688327"/>
                  </a:lnTo>
                  <a:lnTo>
                    <a:pt x="17780" y="689597"/>
                  </a:lnTo>
                  <a:lnTo>
                    <a:pt x="19050" y="689597"/>
                  </a:lnTo>
                  <a:lnTo>
                    <a:pt x="19050" y="692137"/>
                  </a:lnTo>
                  <a:lnTo>
                    <a:pt x="20320" y="692137"/>
                  </a:lnTo>
                  <a:lnTo>
                    <a:pt x="20320" y="688327"/>
                  </a:lnTo>
                  <a:close/>
                </a:path>
                <a:path w="20320" h="692150">
                  <a:moveTo>
                    <a:pt x="20320" y="681990"/>
                  </a:moveTo>
                  <a:lnTo>
                    <a:pt x="12700" y="681990"/>
                  </a:lnTo>
                  <a:lnTo>
                    <a:pt x="12700" y="683247"/>
                  </a:lnTo>
                  <a:lnTo>
                    <a:pt x="13970" y="683247"/>
                  </a:lnTo>
                  <a:lnTo>
                    <a:pt x="13970" y="687057"/>
                  </a:lnTo>
                  <a:lnTo>
                    <a:pt x="15240" y="687057"/>
                  </a:lnTo>
                  <a:lnTo>
                    <a:pt x="15240" y="688327"/>
                  </a:lnTo>
                  <a:lnTo>
                    <a:pt x="16510" y="688327"/>
                  </a:lnTo>
                  <a:lnTo>
                    <a:pt x="16510" y="687057"/>
                  </a:lnTo>
                  <a:lnTo>
                    <a:pt x="20320" y="687057"/>
                  </a:lnTo>
                  <a:lnTo>
                    <a:pt x="20320" y="681990"/>
                  </a:lnTo>
                  <a:close/>
                </a:path>
                <a:path w="20320" h="692150">
                  <a:moveTo>
                    <a:pt x="20320" y="675627"/>
                  </a:moveTo>
                  <a:lnTo>
                    <a:pt x="10160" y="675627"/>
                  </a:lnTo>
                  <a:lnTo>
                    <a:pt x="7620" y="675627"/>
                  </a:lnTo>
                  <a:lnTo>
                    <a:pt x="7620" y="676897"/>
                  </a:lnTo>
                  <a:lnTo>
                    <a:pt x="8877" y="676897"/>
                  </a:lnTo>
                  <a:lnTo>
                    <a:pt x="8890" y="679437"/>
                  </a:lnTo>
                  <a:lnTo>
                    <a:pt x="10160" y="679437"/>
                  </a:lnTo>
                  <a:lnTo>
                    <a:pt x="10160" y="680720"/>
                  </a:lnTo>
                  <a:lnTo>
                    <a:pt x="20320" y="680720"/>
                  </a:lnTo>
                  <a:lnTo>
                    <a:pt x="20320" y="675627"/>
                  </a:lnTo>
                  <a:close/>
                </a:path>
                <a:path w="20320" h="692150">
                  <a:moveTo>
                    <a:pt x="20320" y="664210"/>
                  </a:moveTo>
                  <a:lnTo>
                    <a:pt x="10160" y="664210"/>
                  </a:lnTo>
                  <a:lnTo>
                    <a:pt x="2540" y="664210"/>
                  </a:lnTo>
                  <a:lnTo>
                    <a:pt x="2540" y="668007"/>
                  </a:lnTo>
                  <a:lnTo>
                    <a:pt x="3810" y="668007"/>
                  </a:lnTo>
                  <a:lnTo>
                    <a:pt x="3810" y="670560"/>
                  </a:lnTo>
                  <a:lnTo>
                    <a:pt x="5080" y="670560"/>
                  </a:lnTo>
                  <a:lnTo>
                    <a:pt x="5080" y="674357"/>
                  </a:lnTo>
                  <a:lnTo>
                    <a:pt x="6350" y="674357"/>
                  </a:lnTo>
                  <a:lnTo>
                    <a:pt x="6350" y="675627"/>
                  </a:lnTo>
                  <a:lnTo>
                    <a:pt x="7620" y="675627"/>
                  </a:lnTo>
                  <a:lnTo>
                    <a:pt x="7620" y="674357"/>
                  </a:lnTo>
                  <a:lnTo>
                    <a:pt x="10160" y="674357"/>
                  </a:lnTo>
                  <a:lnTo>
                    <a:pt x="20320" y="674357"/>
                  </a:lnTo>
                  <a:lnTo>
                    <a:pt x="20320" y="664210"/>
                  </a:lnTo>
                  <a:close/>
                </a:path>
                <a:path w="20320" h="692150">
                  <a:moveTo>
                    <a:pt x="20320" y="8890"/>
                  </a:moveTo>
                  <a:lnTo>
                    <a:pt x="11430" y="8890"/>
                  </a:lnTo>
                  <a:lnTo>
                    <a:pt x="11430" y="10147"/>
                  </a:lnTo>
                  <a:lnTo>
                    <a:pt x="10160" y="10147"/>
                  </a:lnTo>
                  <a:lnTo>
                    <a:pt x="10160" y="11417"/>
                  </a:lnTo>
                  <a:lnTo>
                    <a:pt x="8890" y="11417"/>
                  </a:lnTo>
                  <a:lnTo>
                    <a:pt x="8890" y="13957"/>
                  </a:lnTo>
                  <a:lnTo>
                    <a:pt x="7620" y="13957"/>
                  </a:lnTo>
                  <a:lnTo>
                    <a:pt x="7620" y="15227"/>
                  </a:lnTo>
                  <a:lnTo>
                    <a:pt x="6350" y="15227"/>
                  </a:lnTo>
                  <a:lnTo>
                    <a:pt x="6350" y="17767"/>
                  </a:lnTo>
                  <a:lnTo>
                    <a:pt x="5080" y="17767"/>
                  </a:lnTo>
                  <a:lnTo>
                    <a:pt x="5080" y="20307"/>
                  </a:lnTo>
                  <a:lnTo>
                    <a:pt x="3810" y="20307"/>
                  </a:lnTo>
                  <a:lnTo>
                    <a:pt x="3810" y="22847"/>
                  </a:lnTo>
                  <a:lnTo>
                    <a:pt x="2540" y="22847"/>
                  </a:lnTo>
                  <a:lnTo>
                    <a:pt x="2540" y="26657"/>
                  </a:lnTo>
                  <a:lnTo>
                    <a:pt x="1270" y="26657"/>
                  </a:lnTo>
                  <a:lnTo>
                    <a:pt x="1270" y="30467"/>
                  </a:lnTo>
                  <a:lnTo>
                    <a:pt x="0" y="30467"/>
                  </a:lnTo>
                  <a:lnTo>
                    <a:pt x="0" y="659117"/>
                  </a:lnTo>
                  <a:lnTo>
                    <a:pt x="1270" y="659117"/>
                  </a:lnTo>
                  <a:lnTo>
                    <a:pt x="1270" y="662940"/>
                  </a:lnTo>
                  <a:lnTo>
                    <a:pt x="10160" y="662940"/>
                  </a:lnTo>
                  <a:lnTo>
                    <a:pt x="20320" y="662940"/>
                  </a:lnTo>
                  <a:lnTo>
                    <a:pt x="20320" y="8890"/>
                  </a:lnTo>
                  <a:close/>
                </a:path>
                <a:path w="20320" h="692150">
                  <a:moveTo>
                    <a:pt x="20320" y="6350"/>
                  </a:moveTo>
                  <a:lnTo>
                    <a:pt x="12700" y="6350"/>
                  </a:lnTo>
                  <a:lnTo>
                    <a:pt x="12700" y="8877"/>
                  </a:lnTo>
                  <a:lnTo>
                    <a:pt x="20320" y="8877"/>
                  </a:lnTo>
                  <a:lnTo>
                    <a:pt x="20320" y="6350"/>
                  </a:lnTo>
                  <a:close/>
                </a:path>
                <a:path w="20320" h="692150">
                  <a:moveTo>
                    <a:pt x="20320" y="2540"/>
                  </a:moveTo>
                  <a:lnTo>
                    <a:pt x="16510" y="2540"/>
                  </a:lnTo>
                  <a:lnTo>
                    <a:pt x="16510" y="3797"/>
                  </a:lnTo>
                  <a:lnTo>
                    <a:pt x="15240" y="3797"/>
                  </a:lnTo>
                  <a:lnTo>
                    <a:pt x="15240" y="5067"/>
                  </a:lnTo>
                  <a:lnTo>
                    <a:pt x="13970" y="5067"/>
                  </a:lnTo>
                  <a:lnTo>
                    <a:pt x="13970" y="6337"/>
                  </a:lnTo>
                  <a:lnTo>
                    <a:pt x="20320" y="6337"/>
                  </a:lnTo>
                  <a:lnTo>
                    <a:pt x="20320" y="2540"/>
                  </a:lnTo>
                  <a:close/>
                </a:path>
                <a:path w="20320" h="692150">
                  <a:moveTo>
                    <a:pt x="20320" y="0"/>
                  </a:moveTo>
                  <a:lnTo>
                    <a:pt x="19050" y="0"/>
                  </a:lnTo>
                  <a:lnTo>
                    <a:pt x="19050" y="1257"/>
                  </a:lnTo>
                  <a:lnTo>
                    <a:pt x="17780" y="1257"/>
                  </a:lnTo>
                  <a:lnTo>
                    <a:pt x="17780" y="2527"/>
                  </a:lnTo>
                  <a:lnTo>
                    <a:pt x="20320" y="2527"/>
                  </a:lnTo>
                  <a:lnTo>
                    <a:pt x="20320" y="0"/>
                  </a:lnTo>
                  <a:close/>
                </a:path>
              </a:pathLst>
            </a:custGeom>
            <a:solidFill>
              <a:srgbClr val="9090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877">
              <a:extLst>
                <a:ext uri="{FF2B5EF4-FFF2-40B4-BE49-F238E27FC236}">
                  <a16:creationId xmlns:a16="http://schemas.microsoft.com/office/drawing/2014/main" id="{EDDE9DDA-21AB-CD2A-AA84-41C5ED210F5D}"/>
                </a:ext>
              </a:extLst>
            </p:cNvPr>
            <p:cNvSpPr/>
            <p:nvPr/>
          </p:nvSpPr>
          <p:spPr>
            <a:xfrm>
              <a:off x="4116069" y="5478780"/>
              <a:ext cx="11430" cy="709930"/>
            </a:xfrm>
            <a:custGeom>
              <a:avLst/>
              <a:gdLst/>
              <a:ahLst/>
              <a:cxnLst/>
              <a:rect l="l" t="t" r="r" b="b"/>
              <a:pathLst>
                <a:path w="11429" h="709929">
                  <a:moveTo>
                    <a:pt x="11429" y="0"/>
                  </a:moveTo>
                  <a:lnTo>
                    <a:pt x="8889" y="0"/>
                  </a:lnTo>
                  <a:lnTo>
                    <a:pt x="8889" y="1270"/>
                  </a:lnTo>
                  <a:lnTo>
                    <a:pt x="7619" y="1270"/>
                  </a:lnTo>
                  <a:lnTo>
                    <a:pt x="7619" y="2540"/>
                  </a:lnTo>
                  <a:lnTo>
                    <a:pt x="11429" y="2540"/>
                  </a:lnTo>
                  <a:lnTo>
                    <a:pt x="11429" y="0"/>
                  </a:lnTo>
                  <a:close/>
                </a:path>
                <a:path w="11429" h="709929">
                  <a:moveTo>
                    <a:pt x="11429" y="2540"/>
                  </a:moveTo>
                  <a:lnTo>
                    <a:pt x="6350" y="2540"/>
                  </a:lnTo>
                  <a:lnTo>
                    <a:pt x="6350" y="3810"/>
                  </a:lnTo>
                  <a:lnTo>
                    <a:pt x="3809" y="3810"/>
                  </a:lnTo>
                  <a:lnTo>
                    <a:pt x="3809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709929">
                  <a:moveTo>
                    <a:pt x="11429" y="5080"/>
                  </a:moveTo>
                  <a:lnTo>
                    <a:pt x="2539" y="5080"/>
                  </a:lnTo>
                  <a:lnTo>
                    <a:pt x="2539" y="6350"/>
                  </a:lnTo>
                  <a:lnTo>
                    <a:pt x="1269" y="6350"/>
                  </a:lnTo>
                  <a:lnTo>
                    <a:pt x="1269" y="7620"/>
                  </a:lnTo>
                  <a:lnTo>
                    <a:pt x="0" y="762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709929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709929">
                  <a:moveTo>
                    <a:pt x="11429" y="11430"/>
                  </a:moveTo>
                  <a:lnTo>
                    <a:pt x="0" y="1143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1430"/>
                  </a:lnTo>
                  <a:close/>
                </a:path>
                <a:path w="11429" h="709929">
                  <a:moveTo>
                    <a:pt x="11429" y="17780"/>
                  </a:moveTo>
                  <a:lnTo>
                    <a:pt x="0" y="17780"/>
                  </a:lnTo>
                  <a:lnTo>
                    <a:pt x="0" y="671830"/>
                  </a:lnTo>
                  <a:lnTo>
                    <a:pt x="11429" y="671830"/>
                  </a:lnTo>
                  <a:lnTo>
                    <a:pt x="11429" y="17780"/>
                  </a:lnTo>
                  <a:close/>
                </a:path>
                <a:path w="11429" h="709929">
                  <a:moveTo>
                    <a:pt x="10159" y="708660"/>
                  </a:moveTo>
                  <a:lnTo>
                    <a:pt x="8889" y="708660"/>
                  </a:lnTo>
                  <a:lnTo>
                    <a:pt x="8889" y="709930"/>
                  </a:lnTo>
                  <a:lnTo>
                    <a:pt x="10159" y="709930"/>
                  </a:lnTo>
                  <a:lnTo>
                    <a:pt x="10159" y="708660"/>
                  </a:lnTo>
                  <a:close/>
                </a:path>
                <a:path w="11429" h="709929">
                  <a:moveTo>
                    <a:pt x="11429" y="703580"/>
                  </a:moveTo>
                  <a:lnTo>
                    <a:pt x="3809" y="703580"/>
                  </a:lnTo>
                  <a:lnTo>
                    <a:pt x="3809" y="704850"/>
                  </a:lnTo>
                  <a:lnTo>
                    <a:pt x="5079" y="704850"/>
                  </a:lnTo>
                  <a:lnTo>
                    <a:pt x="5079" y="707390"/>
                  </a:lnTo>
                  <a:lnTo>
                    <a:pt x="7619" y="707390"/>
                  </a:lnTo>
                  <a:lnTo>
                    <a:pt x="7619" y="708660"/>
                  </a:lnTo>
                  <a:lnTo>
                    <a:pt x="11429" y="708660"/>
                  </a:lnTo>
                  <a:lnTo>
                    <a:pt x="11429" y="703580"/>
                  </a:lnTo>
                  <a:close/>
                </a:path>
                <a:path w="11429" h="709929">
                  <a:moveTo>
                    <a:pt x="2539" y="702310"/>
                  </a:moveTo>
                  <a:lnTo>
                    <a:pt x="1269" y="702310"/>
                  </a:lnTo>
                  <a:lnTo>
                    <a:pt x="1269" y="703580"/>
                  </a:lnTo>
                  <a:lnTo>
                    <a:pt x="2539" y="703580"/>
                  </a:lnTo>
                  <a:lnTo>
                    <a:pt x="2539" y="702310"/>
                  </a:lnTo>
                  <a:close/>
                </a:path>
                <a:path w="11429" h="709929">
                  <a:moveTo>
                    <a:pt x="11429" y="697230"/>
                  </a:moveTo>
                  <a:lnTo>
                    <a:pt x="0" y="697230"/>
                  </a:lnTo>
                  <a:lnTo>
                    <a:pt x="0" y="702310"/>
                  </a:lnTo>
                  <a:lnTo>
                    <a:pt x="11429" y="702310"/>
                  </a:lnTo>
                  <a:lnTo>
                    <a:pt x="11429" y="697230"/>
                  </a:lnTo>
                  <a:close/>
                </a:path>
                <a:path w="11429" h="709929">
                  <a:moveTo>
                    <a:pt x="11429" y="690880"/>
                  </a:moveTo>
                  <a:lnTo>
                    <a:pt x="0" y="690880"/>
                  </a:lnTo>
                  <a:lnTo>
                    <a:pt x="0" y="695960"/>
                  </a:lnTo>
                  <a:lnTo>
                    <a:pt x="11429" y="695960"/>
                  </a:lnTo>
                  <a:lnTo>
                    <a:pt x="11429" y="690880"/>
                  </a:lnTo>
                  <a:close/>
                </a:path>
                <a:path w="11429" h="709929">
                  <a:moveTo>
                    <a:pt x="11429" y="684530"/>
                  </a:moveTo>
                  <a:lnTo>
                    <a:pt x="0" y="684530"/>
                  </a:lnTo>
                  <a:lnTo>
                    <a:pt x="0" y="689610"/>
                  </a:lnTo>
                  <a:lnTo>
                    <a:pt x="11429" y="689610"/>
                  </a:lnTo>
                  <a:lnTo>
                    <a:pt x="11429" y="684530"/>
                  </a:lnTo>
                  <a:close/>
                </a:path>
                <a:path w="11429" h="709929">
                  <a:moveTo>
                    <a:pt x="11429" y="673100"/>
                  </a:moveTo>
                  <a:lnTo>
                    <a:pt x="0" y="673100"/>
                  </a:lnTo>
                  <a:lnTo>
                    <a:pt x="0" y="683260"/>
                  </a:lnTo>
                  <a:lnTo>
                    <a:pt x="11429" y="683260"/>
                  </a:lnTo>
                  <a:lnTo>
                    <a:pt x="11429" y="673100"/>
                  </a:lnTo>
                  <a:close/>
                </a:path>
              </a:pathLst>
            </a:custGeom>
            <a:solidFill>
              <a:srgbClr val="8F8F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878">
              <a:extLst>
                <a:ext uri="{FF2B5EF4-FFF2-40B4-BE49-F238E27FC236}">
                  <a16:creationId xmlns:a16="http://schemas.microsoft.com/office/drawing/2014/main" id="{7B9421DA-A231-C93E-C541-A0057474BCAF}"/>
                </a:ext>
              </a:extLst>
            </p:cNvPr>
            <p:cNvSpPr/>
            <p:nvPr/>
          </p:nvSpPr>
          <p:spPr>
            <a:xfrm>
              <a:off x="4127500" y="5471160"/>
              <a:ext cx="10160" cy="725170"/>
            </a:xfrm>
            <a:custGeom>
              <a:avLst/>
              <a:gdLst/>
              <a:ahLst/>
              <a:cxnLst/>
              <a:rect l="l" t="t" r="r" b="b"/>
              <a:pathLst>
                <a:path w="10160" h="725170">
                  <a:moveTo>
                    <a:pt x="1016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6350" y="1269"/>
                  </a:lnTo>
                  <a:lnTo>
                    <a:pt x="6350" y="2539"/>
                  </a:lnTo>
                  <a:lnTo>
                    <a:pt x="5079" y="2539"/>
                  </a:lnTo>
                  <a:lnTo>
                    <a:pt x="5079" y="3809"/>
                  </a:lnTo>
                  <a:lnTo>
                    <a:pt x="10160" y="3809"/>
                  </a:lnTo>
                  <a:lnTo>
                    <a:pt x="10160" y="0"/>
                  </a:lnTo>
                  <a:close/>
                </a:path>
                <a:path w="10160" h="725170">
                  <a:moveTo>
                    <a:pt x="10160" y="3809"/>
                  </a:moveTo>
                  <a:lnTo>
                    <a:pt x="2539" y="3809"/>
                  </a:lnTo>
                  <a:lnTo>
                    <a:pt x="2539" y="5079"/>
                  </a:lnTo>
                  <a:lnTo>
                    <a:pt x="1270" y="5079"/>
                  </a:lnTo>
                  <a:lnTo>
                    <a:pt x="1270" y="6349"/>
                  </a:lnTo>
                  <a:lnTo>
                    <a:pt x="10160" y="6349"/>
                  </a:lnTo>
                  <a:lnTo>
                    <a:pt x="10160" y="3809"/>
                  </a:lnTo>
                  <a:close/>
                </a:path>
                <a:path w="10160" h="72517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6350"/>
                  </a:lnTo>
                  <a:close/>
                </a:path>
                <a:path w="10160" h="725170">
                  <a:moveTo>
                    <a:pt x="1016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10159"/>
                  </a:lnTo>
                  <a:close/>
                </a:path>
                <a:path w="10160" h="725170">
                  <a:moveTo>
                    <a:pt x="1016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2700"/>
                  </a:lnTo>
                  <a:close/>
                </a:path>
                <a:path w="10160" h="725170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725170">
                  <a:moveTo>
                    <a:pt x="10160" y="19050"/>
                  </a:moveTo>
                  <a:lnTo>
                    <a:pt x="0" y="19050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19050"/>
                  </a:lnTo>
                  <a:close/>
                </a:path>
                <a:path w="10160" h="725170">
                  <a:moveTo>
                    <a:pt x="10160" y="25400"/>
                  </a:moveTo>
                  <a:lnTo>
                    <a:pt x="0" y="25400"/>
                  </a:lnTo>
                  <a:lnTo>
                    <a:pt x="0" y="679449"/>
                  </a:lnTo>
                  <a:lnTo>
                    <a:pt x="10160" y="679449"/>
                  </a:lnTo>
                  <a:lnTo>
                    <a:pt x="10160" y="25400"/>
                  </a:lnTo>
                  <a:close/>
                </a:path>
                <a:path w="10160" h="725170">
                  <a:moveTo>
                    <a:pt x="10160" y="723899"/>
                  </a:moveTo>
                  <a:lnTo>
                    <a:pt x="8889" y="723899"/>
                  </a:lnTo>
                  <a:lnTo>
                    <a:pt x="8889" y="725169"/>
                  </a:lnTo>
                  <a:lnTo>
                    <a:pt x="10160" y="725169"/>
                  </a:lnTo>
                  <a:lnTo>
                    <a:pt x="10160" y="723899"/>
                  </a:lnTo>
                  <a:close/>
                </a:path>
                <a:path w="10160" h="725170">
                  <a:moveTo>
                    <a:pt x="7620" y="722629"/>
                  </a:moveTo>
                  <a:lnTo>
                    <a:pt x="6350" y="722629"/>
                  </a:lnTo>
                  <a:lnTo>
                    <a:pt x="6350" y="723899"/>
                  </a:lnTo>
                  <a:lnTo>
                    <a:pt x="7620" y="723899"/>
                  </a:lnTo>
                  <a:lnTo>
                    <a:pt x="7620" y="722629"/>
                  </a:lnTo>
                  <a:close/>
                </a:path>
                <a:path w="10160" h="725170">
                  <a:moveTo>
                    <a:pt x="10160" y="717549"/>
                  </a:moveTo>
                  <a:lnTo>
                    <a:pt x="1270" y="717549"/>
                  </a:lnTo>
                  <a:lnTo>
                    <a:pt x="1270" y="718819"/>
                  </a:lnTo>
                  <a:lnTo>
                    <a:pt x="2539" y="718819"/>
                  </a:lnTo>
                  <a:lnTo>
                    <a:pt x="2539" y="721360"/>
                  </a:lnTo>
                  <a:lnTo>
                    <a:pt x="3810" y="721360"/>
                  </a:lnTo>
                  <a:lnTo>
                    <a:pt x="3810" y="722629"/>
                  </a:lnTo>
                  <a:lnTo>
                    <a:pt x="10160" y="722629"/>
                  </a:lnTo>
                  <a:lnTo>
                    <a:pt x="10160" y="717549"/>
                  </a:lnTo>
                  <a:close/>
                </a:path>
                <a:path w="10160" h="725170">
                  <a:moveTo>
                    <a:pt x="10160" y="711199"/>
                  </a:moveTo>
                  <a:lnTo>
                    <a:pt x="0" y="711199"/>
                  </a:lnTo>
                  <a:lnTo>
                    <a:pt x="0" y="716279"/>
                  </a:lnTo>
                  <a:lnTo>
                    <a:pt x="10160" y="716279"/>
                  </a:lnTo>
                  <a:lnTo>
                    <a:pt x="10160" y="711199"/>
                  </a:lnTo>
                  <a:close/>
                </a:path>
                <a:path w="10160" h="725170">
                  <a:moveTo>
                    <a:pt x="10160" y="704849"/>
                  </a:moveTo>
                  <a:lnTo>
                    <a:pt x="0" y="704849"/>
                  </a:lnTo>
                  <a:lnTo>
                    <a:pt x="0" y="709930"/>
                  </a:lnTo>
                  <a:lnTo>
                    <a:pt x="10160" y="709930"/>
                  </a:lnTo>
                  <a:lnTo>
                    <a:pt x="10160" y="704849"/>
                  </a:lnTo>
                  <a:close/>
                </a:path>
                <a:path w="10160" h="725170">
                  <a:moveTo>
                    <a:pt x="10160" y="698499"/>
                  </a:moveTo>
                  <a:lnTo>
                    <a:pt x="0" y="698499"/>
                  </a:lnTo>
                  <a:lnTo>
                    <a:pt x="0" y="703579"/>
                  </a:lnTo>
                  <a:lnTo>
                    <a:pt x="10160" y="703579"/>
                  </a:lnTo>
                  <a:lnTo>
                    <a:pt x="10160" y="698499"/>
                  </a:lnTo>
                  <a:close/>
                </a:path>
                <a:path w="10160" h="725170">
                  <a:moveTo>
                    <a:pt x="10160" y="692149"/>
                  </a:moveTo>
                  <a:lnTo>
                    <a:pt x="0" y="692149"/>
                  </a:lnTo>
                  <a:lnTo>
                    <a:pt x="0" y="697230"/>
                  </a:lnTo>
                  <a:lnTo>
                    <a:pt x="10160" y="697230"/>
                  </a:lnTo>
                  <a:lnTo>
                    <a:pt x="10160" y="692149"/>
                  </a:lnTo>
                  <a:close/>
                </a:path>
                <a:path w="10160" h="725170">
                  <a:moveTo>
                    <a:pt x="10160" y="680719"/>
                  </a:moveTo>
                  <a:lnTo>
                    <a:pt x="0" y="680719"/>
                  </a:lnTo>
                  <a:lnTo>
                    <a:pt x="0" y="690879"/>
                  </a:lnTo>
                  <a:lnTo>
                    <a:pt x="10160" y="690879"/>
                  </a:lnTo>
                  <a:lnTo>
                    <a:pt x="10160" y="680719"/>
                  </a:lnTo>
                  <a:close/>
                </a:path>
              </a:pathLst>
            </a:custGeom>
            <a:solidFill>
              <a:srgbClr val="8E8E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879">
              <a:extLst>
                <a:ext uri="{FF2B5EF4-FFF2-40B4-BE49-F238E27FC236}">
                  <a16:creationId xmlns:a16="http://schemas.microsoft.com/office/drawing/2014/main" id="{1E685FD6-327E-5B30-5B97-7EB18DC92510}"/>
                </a:ext>
              </a:extLst>
            </p:cNvPr>
            <p:cNvSpPr/>
            <p:nvPr/>
          </p:nvSpPr>
          <p:spPr>
            <a:xfrm>
              <a:off x="4137659" y="5464810"/>
              <a:ext cx="11430" cy="737870"/>
            </a:xfrm>
            <a:custGeom>
              <a:avLst/>
              <a:gdLst/>
              <a:ahLst/>
              <a:cxnLst/>
              <a:rect l="l" t="t" r="r" b="b"/>
              <a:pathLst>
                <a:path w="11429" h="737870">
                  <a:moveTo>
                    <a:pt x="11429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6350" y="1269"/>
                  </a:lnTo>
                  <a:lnTo>
                    <a:pt x="6350" y="2539"/>
                  </a:lnTo>
                  <a:lnTo>
                    <a:pt x="3810" y="2539"/>
                  </a:lnTo>
                  <a:lnTo>
                    <a:pt x="381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737870">
                  <a:moveTo>
                    <a:pt x="11429" y="3809"/>
                  </a:moveTo>
                  <a:lnTo>
                    <a:pt x="2539" y="3809"/>
                  </a:lnTo>
                  <a:lnTo>
                    <a:pt x="2539" y="5080"/>
                  </a:lnTo>
                  <a:lnTo>
                    <a:pt x="0" y="5080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737870">
                  <a:moveTo>
                    <a:pt x="11429" y="6350"/>
                  </a:moveTo>
                  <a:lnTo>
                    <a:pt x="0" y="635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6350"/>
                  </a:lnTo>
                  <a:close/>
                </a:path>
                <a:path w="11429" h="73787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73787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73787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73787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737870">
                  <a:moveTo>
                    <a:pt x="11429" y="25400"/>
                  </a:moveTo>
                  <a:lnTo>
                    <a:pt x="0" y="25400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5400"/>
                  </a:lnTo>
                  <a:close/>
                </a:path>
                <a:path w="11429" h="737870">
                  <a:moveTo>
                    <a:pt x="11429" y="31750"/>
                  </a:moveTo>
                  <a:lnTo>
                    <a:pt x="0" y="31750"/>
                  </a:lnTo>
                  <a:lnTo>
                    <a:pt x="0" y="685799"/>
                  </a:lnTo>
                  <a:lnTo>
                    <a:pt x="11429" y="685799"/>
                  </a:lnTo>
                  <a:lnTo>
                    <a:pt x="11429" y="31750"/>
                  </a:lnTo>
                  <a:close/>
                </a:path>
                <a:path w="11429" h="737870">
                  <a:moveTo>
                    <a:pt x="11429" y="736599"/>
                  </a:moveTo>
                  <a:lnTo>
                    <a:pt x="10160" y="736599"/>
                  </a:lnTo>
                  <a:lnTo>
                    <a:pt x="10160" y="737869"/>
                  </a:lnTo>
                  <a:lnTo>
                    <a:pt x="11429" y="737869"/>
                  </a:lnTo>
                  <a:lnTo>
                    <a:pt x="11429" y="736599"/>
                  </a:lnTo>
                  <a:close/>
                </a:path>
                <a:path w="11429" h="737870">
                  <a:moveTo>
                    <a:pt x="7620" y="735329"/>
                  </a:moveTo>
                  <a:lnTo>
                    <a:pt x="5079" y="735329"/>
                  </a:lnTo>
                  <a:lnTo>
                    <a:pt x="5079" y="736599"/>
                  </a:lnTo>
                  <a:lnTo>
                    <a:pt x="7619" y="736599"/>
                  </a:lnTo>
                  <a:lnTo>
                    <a:pt x="7620" y="735329"/>
                  </a:lnTo>
                  <a:close/>
                </a:path>
                <a:path w="11429" h="737870">
                  <a:moveTo>
                    <a:pt x="11429" y="730249"/>
                  </a:moveTo>
                  <a:lnTo>
                    <a:pt x="0" y="730249"/>
                  </a:lnTo>
                  <a:lnTo>
                    <a:pt x="0" y="731519"/>
                  </a:lnTo>
                  <a:lnTo>
                    <a:pt x="1269" y="731519"/>
                  </a:lnTo>
                  <a:lnTo>
                    <a:pt x="1269" y="734059"/>
                  </a:lnTo>
                  <a:lnTo>
                    <a:pt x="3810" y="734059"/>
                  </a:lnTo>
                  <a:lnTo>
                    <a:pt x="3810" y="735329"/>
                  </a:lnTo>
                  <a:lnTo>
                    <a:pt x="11429" y="735329"/>
                  </a:lnTo>
                  <a:lnTo>
                    <a:pt x="11429" y="730249"/>
                  </a:lnTo>
                  <a:close/>
                </a:path>
                <a:path w="11429" h="737870">
                  <a:moveTo>
                    <a:pt x="11429" y="723899"/>
                  </a:moveTo>
                  <a:lnTo>
                    <a:pt x="0" y="723899"/>
                  </a:lnTo>
                  <a:lnTo>
                    <a:pt x="0" y="728979"/>
                  </a:lnTo>
                  <a:lnTo>
                    <a:pt x="11429" y="728979"/>
                  </a:lnTo>
                  <a:lnTo>
                    <a:pt x="11429" y="723899"/>
                  </a:lnTo>
                  <a:close/>
                </a:path>
                <a:path w="11429" h="737870">
                  <a:moveTo>
                    <a:pt x="11429" y="717549"/>
                  </a:moveTo>
                  <a:lnTo>
                    <a:pt x="0" y="717549"/>
                  </a:lnTo>
                  <a:lnTo>
                    <a:pt x="0" y="722629"/>
                  </a:lnTo>
                  <a:lnTo>
                    <a:pt x="11429" y="722629"/>
                  </a:lnTo>
                  <a:lnTo>
                    <a:pt x="11429" y="717549"/>
                  </a:lnTo>
                  <a:close/>
                </a:path>
                <a:path w="11429" h="737870">
                  <a:moveTo>
                    <a:pt x="11429" y="711199"/>
                  </a:moveTo>
                  <a:lnTo>
                    <a:pt x="0" y="711199"/>
                  </a:lnTo>
                  <a:lnTo>
                    <a:pt x="0" y="716280"/>
                  </a:lnTo>
                  <a:lnTo>
                    <a:pt x="11429" y="716280"/>
                  </a:lnTo>
                  <a:lnTo>
                    <a:pt x="11429" y="711199"/>
                  </a:lnTo>
                  <a:close/>
                </a:path>
                <a:path w="11429" h="737870">
                  <a:moveTo>
                    <a:pt x="11429" y="704849"/>
                  </a:moveTo>
                  <a:lnTo>
                    <a:pt x="0" y="704849"/>
                  </a:lnTo>
                  <a:lnTo>
                    <a:pt x="0" y="709929"/>
                  </a:lnTo>
                  <a:lnTo>
                    <a:pt x="11429" y="709929"/>
                  </a:lnTo>
                  <a:lnTo>
                    <a:pt x="11429" y="704849"/>
                  </a:lnTo>
                  <a:close/>
                </a:path>
                <a:path w="11429" h="737870">
                  <a:moveTo>
                    <a:pt x="11429" y="698499"/>
                  </a:moveTo>
                  <a:lnTo>
                    <a:pt x="0" y="698499"/>
                  </a:lnTo>
                  <a:lnTo>
                    <a:pt x="0" y="703580"/>
                  </a:lnTo>
                  <a:lnTo>
                    <a:pt x="11429" y="703580"/>
                  </a:lnTo>
                  <a:lnTo>
                    <a:pt x="11429" y="698499"/>
                  </a:lnTo>
                  <a:close/>
                </a:path>
                <a:path w="11429" h="737870">
                  <a:moveTo>
                    <a:pt x="11429" y="687069"/>
                  </a:moveTo>
                  <a:lnTo>
                    <a:pt x="0" y="687069"/>
                  </a:lnTo>
                  <a:lnTo>
                    <a:pt x="0" y="697229"/>
                  </a:lnTo>
                  <a:lnTo>
                    <a:pt x="11429" y="697229"/>
                  </a:lnTo>
                  <a:lnTo>
                    <a:pt x="11429" y="687069"/>
                  </a:lnTo>
                  <a:close/>
                </a:path>
              </a:pathLst>
            </a:custGeom>
            <a:solidFill>
              <a:srgbClr val="8E8E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880">
              <a:extLst>
                <a:ext uri="{FF2B5EF4-FFF2-40B4-BE49-F238E27FC236}">
                  <a16:creationId xmlns:a16="http://schemas.microsoft.com/office/drawing/2014/main" id="{444E6C75-45A0-C97A-5C85-10B1862A2249}"/>
                </a:ext>
              </a:extLst>
            </p:cNvPr>
            <p:cNvSpPr/>
            <p:nvPr/>
          </p:nvSpPr>
          <p:spPr>
            <a:xfrm>
              <a:off x="4149089" y="5458460"/>
              <a:ext cx="10160" cy="750570"/>
            </a:xfrm>
            <a:custGeom>
              <a:avLst/>
              <a:gdLst/>
              <a:ahLst/>
              <a:cxnLst/>
              <a:rect l="l" t="t" r="r" b="b"/>
              <a:pathLst>
                <a:path w="10160" h="750570">
                  <a:moveTo>
                    <a:pt x="1016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6350" y="1269"/>
                  </a:lnTo>
                  <a:lnTo>
                    <a:pt x="6350" y="2539"/>
                  </a:lnTo>
                  <a:lnTo>
                    <a:pt x="3810" y="2539"/>
                  </a:lnTo>
                  <a:lnTo>
                    <a:pt x="3810" y="3809"/>
                  </a:lnTo>
                  <a:lnTo>
                    <a:pt x="10160" y="3809"/>
                  </a:lnTo>
                  <a:lnTo>
                    <a:pt x="10160" y="0"/>
                  </a:lnTo>
                  <a:close/>
                </a:path>
                <a:path w="10160" h="750570">
                  <a:moveTo>
                    <a:pt x="10160" y="3809"/>
                  </a:moveTo>
                  <a:lnTo>
                    <a:pt x="1270" y="3809"/>
                  </a:lnTo>
                  <a:lnTo>
                    <a:pt x="1270" y="5079"/>
                  </a:lnTo>
                  <a:lnTo>
                    <a:pt x="0" y="507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3809"/>
                  </a:lnTo>
                  <a:close/>
                </a:path>
                <a:path w="10160" h="750570">
                  <a:moveTo>
                    <a:pt x="10160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2700"/>
                  </a:lnTo>
                  <a:close/>
                </a:path>
                <a:path w="10160" h="750570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750570">
                  <a:moveTo>
                    <a:pt x="1016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2859"/>
                  </a:lnTo>
                  <a:close/>
                </a:path>
                <a:path w="10160" h="750570">
                  <a:moveTo>
                    <a:pt x="1016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5400"/>
                  </a:lnTo>
                  <a:close/>
                </a:path>
                <a:path w="10160" h="750570">
                  <a:moveTo>
                    <a:pt x="1016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9209"/>
                  </a:lnTo>
                  <a:close/>
                </a:path>
                <a:path w="10160" h="750570">
                  <a:moveTo>
                    <a:pt x="10160" y="31750"/>
                  </a:moveTo>
                  <a:lnTo>
                    <a:pt x="0" y="31750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1750"/>
                  </a:lnTo>
                  <a:close/>
                </a:path>
                <a:path w="10160" h="750570">
                  <a:moveTo>
                    <a:pt x="10160" y="38100"/>
                  </a:moveTo>
                  <a:lnTo>
                    <a:pt x="0" y="38100"/>
                  </a:lnTo>
                  <a:lnTo>
                    <a:pt x="0" y="692149"/>
                  </a:lnTo>
                  <a:lnTo>
                    <a:pt x="10160" y="692149"/>
                  </a:lnTo>
                  <a:lnTo>
                    <a:pt x="10160" y="38100"/>
                  </a:lnTo>
                  <a:close/>
                </a:path>
                <a:path w="10160" h="750570">
                  <a:moveTo>
                    <a:pt x="10160" y="749299"/>
                  </a:moveTo>
                  <a:lnTo>
                    <a:pt x="8889" y="749299"/>
                  </a:lnTo>
                  <a:lnTo>
                    <a:pt x="8889" y="750569"/>
                  </a:lnTo>
                  <a:lnTo>
                    <a:pt x="10160" y="750569"/>
                  </a:lnTo>
                  <a:lnTo>
                    <a:pt x="10160" y="749299"/>
                  </a:lnTo>
                  <a:close/>
                </a:path>
                <a:path w="10160" h="750570">
                  <a:moveTo>
                    <a:pt x="7620" y="748029"/>
                  </a:moveTo>
                  <a:lnTo>
                    <a:pt x="5080" y="748029"/>
                  </a:lnTo>
                  <a:lnTo>
                    <a:pt x="5080" y="749299"/>
                  </a:lnTo>
                  <a:lnTo>
                    <a:pt x="7620" y="749299"/>
                  </a:lnTo>
                  <a:lnTo>
                    <a:pt x="7620" y="748029"/>
                  </a:lnTo>
                  <a:close/>
                </a:path>
                <a:path w="10160" h="750570">
                  <a:moveTo>
                    <a:pt x="10160" y="742949"/>
                  </a:moveTo>
                  <a:lnTo>
                    <a:pt x="0" y="742949"/>
                  </a:lnTo>
                  <a:lnTo>
                    <a:pt x="0" y="744220"/>
                  </a:lnTo>
                  <a:lnTo>
                    <a:pt x="1270" y="744220"/>
                  </a:lnTo>
                  <a:lnTo>
                    <a:pt x="1270" y="746759"/>
                  </a:lnTo>
                  <a:lnTo>
                    <a:pt x="2539" y="746759"/>
                  </a:lnTo>
                  <a:lnTo>
                    <a:pt x="2539" y="748029"/>
                  </a:lnTo>
                  <a:lnTo>
                    <a:pt x="10160" y="748029"/>
                  </a:lnTo>
                  <a:lnTo>
                    <a:pt x="10160" y="742949"/>
                  </a:lnTo>
                  <a:close/>
                </a:path>
                <a:path w="10160" h="750570">
                  <a:moveTo>
                    <a:pt x="10160" y="736599"/>
                  </a:moveTo>
                  <a:lnTo>
                    <a:pt x="0" y="736599"/>
                  </a:lnTo>
                  <a:lnTo>
                    <a:pt x="0" y="741679"/>
                  </a:lnTo>
                  <a:lnTo>
                    <a:pt x="10160" y="741679"/>
                  </a:lnTo>
                  <a:lnTo>
                    <a:pt x="10160" y="736599"/>
                  </a:lnTo>
                  <a:close/>
                </a:path>
                <a:path w="10160" h="750570">
                  <a:moveTo>
                    <a:pt x="10160" y="730249"/>
                  </a:moveTo>
                  <a:lnTo>
                    <a:pt x="0" y="730249"/>
                  </a:lnTo>
                  <a:lnTo>
                    <a:pt x="0" y="735329"/>
                  </a:lnTo>
                  <a:lnTo>
                    <a:pt x="10160" y="735329"/>
                  </a:lnTo>
                  <a:lnTo>
                    <a:pt x="10160" y="730249"/>
                  </a:lnTo>
                  <a:close/>
                </a:path>
                <a:path w="10160" h="750570">
                  <a:moveTo>
                    <a:pt x="10160" y="723899"/>
                  </a:moveTo>
                  <a:lnTo>
                    <a:pt x="0" y="723899"/>
                  </a:lnTo>
                  <a:lnTo>
                    <a:pt x="0" y="728979"/>
                  </a:lnTo>
                  <a:lnTo>
                    <a:pt x="10160" y="728979"/>
                  </a:lnTo>
                  <a:lnTo>
                    <a:pt x="10160" y="723899"/>
                  </a:lnTo>
                  <a:close/>
                </a:path>
                <a:path w="10160" h="750570">
                  <a:moveTo>
                    <a:pt x="10160" y="717549"/>
                  </a:moveTo>
                  <a:lnTo>
                    <a:pt x="0" y="717549"/>
                  </a:lnTo>
                  <a:lnTo>
                    <a:pt x="0" y="722630"/>
                  </a:lnTo>
                  <a:lnTo>
                    <a:pt x="10160" y="722630"/>
                  </a:lnTo>
                  <a:lnTo>
                    <a:pt x="10160" y="717549"/>
                  </a:lnTo>
                  <a:close/>
                </a:path>
                <a:path w="10160" h="750570">
                  <a:moveTo>
                    <a:pt x="10160" y="711199"/>
                  </a:moveTo>
                  <a:lnTo>
                    <a:pt x="0" y="711199"/>
                  </a:lnTo>
                  <a:lnTo>
                    <a:pt x="0" y="716279"/>
                  </a:lnTo>
                  <a:lnTo>
                    <a:pt x="10160" y="716279"/>
                  </a:lnTo>
                  <a:lnTo>
                    <a:pt x="10160" y="711199"/>
                  </a:lnTo>
                  <a:close/>
                </a:path>
                <a:path w="10160" h="750570">
                  <a:moveTo>
                    <a:pt x="10160" y="704849"/>
                  </a:moveTo>
                  <a:lnTo>
                    <a:pt x="0" y="704849"/>
                  </a:lnTo>
                  <a:lnTo>
                    <a:pt x="0" y="709930"/>
                  </a:lnTo>
                  <a:lnTo>
                    <a:pt x="10160" y="709930"/>
                  </a:lnTo>
                  <a:lnTo>
                    <a:pt x="10160" y="704849"/>
                  </a:lnTo>
                  <a:close/>
                </a:path>
                <a:path w="10160" h="750570">
                  <a:moveTo>
                    <a:pt x="10160" y="693419"/>
                  </a:moveTo>
                  <a:lnTo>
                    <a:pt x="0" y="693419"/>
                  </a:lnTo>
                  <a:lnTo>
                    <a:pt x="0" y="703579"/>
                  </a:lnTo>
                  <a:lnTo>
                    <a:pt x="10160" y="703579"/>
                  </a:lnTo>
                  <a:lnTo>
                    <a:pt x="10160" y="693419"/>
                  </a:lnTo>
                  <a:close/>
                </a:path>
              </a:pathLst>
            </a:custGeom>
            <a:solidFill>
              <a:srgbClr val="8D8D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881">
              <a:extLst>
                <a:ext uri="{FF2B5EF4-FFF2-40B4-BE49-F238E27FC236}">
                  <a16:creationId xmlns:a16="http://schemas.microsoft.com/office/drawing/2014/main" id="{B4B5A28C-48C9-2B48-DDD5-050042130473}"/>
                </a:ext>
              </a:extLst>
            </p:cNvPr>
            <p:cNvSpPr/>
            <p:nvPr/>
          </p:nvSpPr>
          <p:spPr>
            <a:xfrm>
              <a:off x="4159250" y="5453380"/>
              <a:ext cx="11430" cy="760730"/>
            </a:xfrm>
            <a:custGeom>
              <a:avLst/>
              <a:gdLst/>
              <a:ahLst/>
              <a:cxnLst/>
              <a:rect l="l" t="t" r="r" b="b"/>
              <a:pathLst>
                <a:path w="11429" h="760729">
                  <a:moveTo>
                    <a:pt x="11429" y="0"/>
                  </a:moveTo>
                  <a:lnTo>
                    <a:pt x="8889" y="0"/>
                  </a:lnTo>
                  <a:lnTo>
                    <a:pt x="8889" y="1270"/>
                  </a:lnTo>
                  <a:lnTo>
                    <a:pt x="6350" y="1270"/>
                  </a:lnTo>
                  <a:lnTo>
                    <a:pt x="6350" y="2540"/>
                  </a:lnTo>
                  <a:lnTo>
                    <a:pt x="11429" y="2540"/>
                  </a:lnTo>
                  <a:lnTo>
                    <a:pt x="11429" y="0"/>
                  </a:lnTo>
                  <a:close/>
                </a:path>
                <a:path w="11429" h="760729">
                  <a:moveTo>
                    <a:pt x="11429" y="2540"/>
                  </a:moveTo>
                  <a:lnTo>
                    <a:pt x="3810" y="2540"/>
                  </a:lnTo>
                  <a:lnTo>
                    <a:pt x="3810" y="3810"/>
                  </a:lnTo>
                  <a:lnTo>
                    <a:pt x="1270" y="3810"/>
                  </a:lnTo>
                  <a:lnTo>
                    <a:pt x="127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760729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760729">
                  <a:moveTo>
                    <a:pt x="11429" y="8890"/>
                  </a:moveTo>
                  <a:lnTo>
                    <a:pt x="0" y="889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8890"/>
                  </a:lnTo>
                  <a:close/>
                </a:path>
                <a:path w="11429" h="760729">
                  <a:moveTo>
                    <a:pt x="1142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17780"/>
                  </a:lnTo>
                  <a:close/>
                </a:path>
                <a:path w="11429" h="760729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760729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760729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760729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760729">
                  <a:moveTo>
                    <a:pt x="11429" y="36830"/>
                  </a:moveTo>
                  <a:lnTo>
                    <a:pt x="0" y="3683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6830"/>
                  </a:lnTo>
                  <a:close/>
                </a:path>
                <a:path w="11429" h="760729">
                  <a:moveTo>
                    <a:pt x="11429" y="43180"/>
                  </a:moveTo>
                  <a:lnTo>
                    <a:pt x="0" y="43180"/>
                  </a:lnTo>
                  <a:lnTo>
                    <a:pt x="0" y="697230"/>
                  </a:lnTo>
                  <a:lnTo>
                    <a:pt x="11429" y="697230"/>
                  </a:lnTo>
                  <a:lnTo>
                    <a:pt x="11429" y="43180"/>
                  </a:lnTo>
                  <a:close/>
                </a:path>
                <a:path w="11429" h="760729">
                  <a:moveTo>
                    <a:pt x="8889" y="759460"/>
                  </a:moveTo>
                  <a:lnTo>
                    <a:pt x="6350" y="759460"/>
                  </a:lnTo>
                  <a:lnTo>
                    <a:pt x="6350" y="760730"/>
                  </a:lnTo>
                  <a:lnTo>
                    <a:pt x="8889" y="760730"/>
                  </a:lnTo>
                  <a:lnTo>
                    <a:pt x="8889" y="759460"/>
                  </a:lnTo>
                  <a:close/>
                </a:path>
                <a:path w="11429" h="760729">
                  <a:moveTo>
                    <a:pt x="11429" y="754380"/>
                  </a:moveTo>
                  <a:lnTo>
                    <a:pt x="0" y="754380"/>
                  </a:lnTo>
                  <a:lnTo>
                    <a:pt x="0" y="755650"/>
                  </a:lnTo>
                  <a:lnTo>
                    <a:pt x="1270" y="755650"/>
                  </a:lnTo>
                  <a:lnTo>
                    <a:pt x="1270" y="758190"/>
                  </a:lnTo>
                  <a:lnTo>
                    <a:pt x="3810" y="758190"/>
                  </a:lnTo>
                  <a:lnTo>
                    <a:pt x="3810" y="759460"/>
                  </a:lnTo>
                  <a:lnTo>
                    <a:pt x="11429" y="759460"/>
                  </a:lnTo>
                  <a:lnTo>
                    <a:pt x="11429" y="754380"/>
                  </a:lnTo>
                  <a:close/>
                </a:path>
                <a:path w="11429" h="760729">
                  <a:moveTo>
                    <a:pt x="11429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1429" y="753110"/>
                  </a:lnTo>
                  <a:lnTo>
                    <a:pt x="11429" y="748030"/>
                  </a:lnTo>
                  <a:close/>
                </a:path>
                <a:path w="11429" h="760729">
                  <a:moveTo>
                    <a:pt x="11429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1429" y="746760"/>
                  </a:lnTo>
                  <a:lnTo>
                    <a:pt x="11429" y="741680"/>
                  </a:lnTo>
                  <a:close/>
                </a:path>
                <a:path w="11429" h="760729">
                  <a:moveTo>
                    <a:pt x="11429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1429" y="740410"/>
                  </a:lnTo>
                  <a:lnTo>
                    <a:pt x="11429" y="735330"/>
                  </a:lnTo>
                  <a:close/>
                </a:path>
                <a:path w="11429" h="760729">
                  <a:moveTo>
                    <a:pt x="11429" y="728980"/>
                  </a:moveTo>
                  <a:lnTo>
                    <a:pt x="0" y="728980"/>
                  </a:lnTo>
                  <a:lnTo>
                    <a:pt x="0" y="734060"/>
                  </a:lnTo>
                  <a:lnTo>
                    <a:pt x="11429" y="734060"/>
                  </a:lnTo>
                  <a:lnTo>
                    <a:pt x="11429" y="728980"/>
                  </a:lnTo>
                  <a:close/>
                </a:path>
                <a:path w="11429" h="760729">
                  <a:moveTo>
                    <a:pt x="11429" y="722630"/>
                  </a:moveTo>
                  <a:lnTo>
                    <a:pt x="0" y="722630"/>
                  </a:lnTo>
                  <a:lnTo>
                    <a:pt x="0" y="727710"/>
                  </a:lnTo>
                  <a:lnTo>
                    <a:pt x="11429" y="727710"/>
                  </a:lnTo>
                  <a:lnTo>
                    <a:pt x="11429" y="722630"/>
                  </a:lnTo>
                  <a:close/>
                </a:path>
                <a:path w="11429" h="760729">
                  <a:moveTo>
                    <a:pt x="11429" y="716280"/>
                  </a:moveTo>
                  <a:lnTo>
                    <a:pt x="0" y="716280"/>
                  </a:lnTo>
                  <a:lnTo>
                    <a:pt x="0" y="721360"/>
                  </a:lnTo>
                  <a:lnTo>
                    <a:pt x="11429" y="721360"/>
                  </a:lnTo>
                  <a:lnTo>
                    <a:pt x="11429" y="716280"/>
                  </a:lnTo>
                  <a:close/>
                </a:path>
                <a:path w="11429" h="760729">
                  <a:moveTo>
                    <a:pt x="11429" y="709930"/>
                  </a:moveTo>
                  <a:lnTo>
                    <a:pt x="0" y="709930"/>
                  </a:lnTo>
                  <a:lnTo>
                    <a:pt x="0" y="715010"/>
                  </a:lnTo>
                  <a:lnTo>
                    <a:pt x="11429" y="715010"/>
                  </a:lnTo>
                  <a:lnTo>
                    <a:pt x="11429" y="709930"/>
                  </a:lnTo>
                  <a:close/>
                </a:path>
                <a:path w="11429" h="760729">
                  <a:moveTo>
                    <a:pt x="11429" y="698500"/>
                  </a:moveTo>
                  <a:lnTo>
                    <a:pt x="0" y="698500"/>
                  </a:lnTo>
                  <a:lnTo>
                    <a:pt x="0" y="708660"/>
                  </a:lnTo>
                  <a:lnTo>
                    <a:pt x="11429" y="708660"/>
                  </a:lnTo>
                  <a:lnTo>
                    <a:pt x="11429" y="698500"/>
                  </a:lnTo>
                  <a:close/>
                </a:path>
              </a:pathLst>
            </a:custGeom>
            <a:solidFill>
              <a:srgbClr val="8C8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882">
              <a:extLst>
                <a:ext uri="{FF2B5EF4-FFF2-40B4-BE49-F238E27FC236}">
                  <a16:creationId xmlns:a16="http://schemas.microsoft.com/office/drawing/2014/main" id="{4BB65216-D998-163F-BA4C-0A83D01DFD6F}"/>
                </a:ext>
              </a:extLst>
            </p:cNvPr>
            <p:cNvSpPr/>
            <p:nvPr/>
          </p:nvSpPr>
          <p:spPr>
            <a:xfrm>
              <a:off x="4170680" y="5448300"/>
              <a:ext cx="10160" cy="772160"/>
            </a:xfrm>
            <a:custGeom>
              <a:avLst/>
              <a:gdLst/>
              <a:ahLst/>
              <a:cxnLst/>
              <a:rect l="l" t="t" r="r" b="b"/>
              <a:pathLst>
                <a:path w="10160" h="772160">
                  <a:moveTo>
                    <a:pt x="1016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10160" y="1269"/>
                  </a:lnTo>
                  <a:lnTo>
                    <a:pt x="10160" y="0"/>
                  </a:lnTo>
                  <a:close/>
                </a:path>
                <a:path w="10160" h="772160">
                  <a:moveTo>
                    <a:pt x="10160" y="1270"/>
                  </a:moveTo>
                  <a:lnTo>
                    <a:pt x="5080" y="1270"/>
                  </a:lnTo>
                  <a:lnTo>
                    <a:pt x="5080" y="2540"/>
                  </a:lnTo>
                  <a:lnTo>
                    <a:pt x="2540" y="2540"/>
                  </a:lnTo>
                  <a:lnTo>
                    <a:pt x="2540" y="3810"/>
                  </a:lnTo>
                  <a:lnTo>
                    <a:pt x="0" y="381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1270"/>
                  </a:lnTo>
                  <a:close/>
                </a:path>
                <a:path w="10160" h="772160">
                  <a:moveTo>
                    <a:pt x="1016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0160" y="13969"/>
                  </a:lnTo>
                  <a:lnTo>
                    <a:pt x="10160" y="10160"/>
                  </a:lnTo>
                  <a:close/>
                </a:path>
                <a:path w="10160" h="772160">
                  <a:moveTo>
                    <a:pt x="10160" y="13970"/>
                  </a:moveTo>
                  <a:lnTo>
                    <a:pt x="0" y="1397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3970"/>
                  </a:lnTo>
                  <a:close/>
                </a:path>
                <a:path w="10160" h="772160">
                  <a:moveTo>
                    <a:pt x="10160" y="22860"/>
                  </a:moveTo>
                  <a:lnTo>
                    <a:pt x="0" y="2286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2860"/>
                  </a:lnTo>
                  <a:close/>
                </a:path>
                <a:path w="10160" h="772160">
                  <a:moveTo>
                    <a:pt x="1016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0160" y="33019"/>
                  </a:lnTo>
                  <a:lnTo>
                    <a:pt x="10160" y="29210"/>
                  </a:lnTo>
                  <a:close/>
                </a:path>
                <a:path w="10160" h="772160">
                  <a:moveTo>
                    <a:pt x="1016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3020"/>
                  </a:lnTo>
                  <a:close/>
                </a:path>
                <a:path w="10160" h="772160">
                  <a:moveTo>
                    <a:pt x="1016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0160" y="39369"/>
                  </a:lnTo>
                  <a:lnTo>
                    <a:pt x="10160" y="35560"/>
                  </a:lnTo>
                  <a:close/>
                </a:path>
                <a:path w="10160" h="772160">
                  <a:moveTo>
                    <a:pt x="1016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9370"/>
                  </a:lnTo>
                  <a:close/>
                </a:path>
                <a:path w="10160" h="772160">
                  <a:moveTo>
                    <a:pt x="10160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1910"/>
                  </a:lnTo>
                  <a:close/>
                </a:path>
                <a:path w="10160" h="772160">
                  <a:moveTo>
                    <a:pt x="10160" y="48260"/>
                  </a:moveTo>
                  <a:lnTo>
                    <a:pt x="0" y="48260"/>
                  </a:lnTo>
                  <a:lnTo>
                    <a:pt x="0" y="702310"/>
                  </a:lnTo>
                  <a:lnTo>
                    <a:pt x="10160" y="702310"/>
                  </a:lnTo>
                  <a:lnTo>
                    <a:pt x="10160" y="48260"/>
                  </a:lnTo>
                  <a:close/>
                </a:path>
                <a:path w="10160" h="772160">
                  <a:moveTo>
                    <a:pt x="10160" y="765810"/>
                  </a:moveTo>
                  <a:lnTo>
                    <a:pt x="0" y="765810"/>
                  </a:lnTo>
                  <a:lnTo>
                    <a:pt x="0" y="767080"/>
                  </a:lnTo>
                  <a:lnTo>
                    <a:pt x="2540" y="767080"/>
                  </a:lnTo>
                  <a:lnTo>
                    <a:pt x="2540" y="769620"/>
                  </a:lnTo>
                  <a:lnTo>
                    <a:pt x="5080" y="769620"/>
                  </a:lnTo>
                  <a:lnTo>
                    <a:pt x="5080" y="770890"/>
                  </a:lnTo>
                  <a:lnTo>
                    <a:pt x="7620" y="770890"/>
                  </a:lnTo>
                  <a:lnTo>
                    <a:pt x="7620" y="772160"/>
                  </a:lnTo>
                  <a:lnTo>
                    <a:pt x="10160" y="772160"/>
                  </a:lnTo>
                  <a:lnTo>
                    <a:pt x="10160" y="765810"/>
                  </a:lnTo>
                  <a:close/>
                </a:path>
                <a:path w="10160" h="772160">
                  <a:moveTo>
                    <a:pt x="10160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0160" y="764540"/>
                  </a:lnTo>
                  <a:lnTo>
                    <a:pt x="10160" y="759460"/>
                  </a:lnTo>
                  <a:close/>
                </a:path>
                <a:path w="10160" h="772160">
                  <a:moveTo>
                    <a:pt x="10160" y="753110"/>
                  </a:moveTo>
                  <a:lnTo>
                    <a:pt x="0" y="753110"/>
                  </a:lnTo>
                  <a:lnTo>
                    <a:pt x="0" y="758190"/>
                  </a:lnTo>
                  <a:lnTo>
                    <a:pt x="10160" y="758190"/>
                  </a:lnTo>
                  <a:lnTo>
                    <a:pt x="10160" y="753110"/>
                  </a:lnTo>
                  <a:close/>
                </a:path>
                <a:path w="10160" h="772160">
                  <a:moveTo>
                    <a:pt x="10160" y="746760"/>
                  </a:moveTo>
                  <a:lnTo>
                    <a:pt x="0" y="746760"/>
                  </a:lnTo>
                  <a:lnTo>
                    <a:pt x="0" y="751840"/>
                  </a:lnTo>
                  <a:lnTo>
                    <a:pt x="10160" y="751840"/>
                  </a:lnTo>
                  <a:lnTo>
                    <a:pt x="10160" y="746760"/>
                  </a:lnTo>
                  <a:close/>
                </a:path>
                <a:path w="10160" h="772160">
                  <a:moveTo>
                    <a:pt x="10160" y="740410"/>
                  </a:moveTo>
                  <a:lnTo>
                    <a:pt x="0" y="740410"/>
                  </a:lnTo>
                  <a:lnTo>
                    <a:pt x="0" y="745490"/>
                  </a:lnTo>
                  <a:lnTo>
                    <a:pt x="10160" y="745490"/>
                  </a:lnTo>
                  <a:lnTo>
                    <a:pt x="10160" y="740410"/>
                  </a:lnTo>
                  <a:close/>
                </a:path>
                <a:path w="10160" h="772160">
                  <a:moveTo>
                    <a:pt x="10160" y="734060"/>
                  </a:moveTo>
                  <a:lnTo>
                    <a:pt x="0" y="734060"/>
                  </a:lnTo>
                  <a:lnTo>
                    <a:pt x="0" y="739140"/>
                  </a:lnTo>
                  <a:lnTo>
                    <a:pt x="10160" y="739140"/>
                  </a:lnTo>
                  <a:lnTo>
                    <a:pt x="10160" y="734060"/>
                  </a:lnTo>
                  <a:close/>
                </a:path>
                <a:path w="10160" h="772160">
                  <a:moveTo>
                    <a:pt x="10160" y="727710"/>
                  </a:moveTo>
                  <a:lnTo>
                    <a:pt x="0" y="727710"/>
                  </a:lnTo>
                  <a:lnTo>
                    <a:pt x="0" y="732790"/>
                  </a:lnTo>
                  <a:lnTo>
                    <a:pt x="10160" y="732790"/>
                  </a:lnTo>
                  <a:lnTo>
                    <a:pt x="10160" y="727710"/>
                  </a:lnTo>
                  <a:close/>
                </a:path>
                <a:path w="10160" h="772160">
                  <a:moveTo>
                    <a:pt x="10160" y="721360"/>
                  </a:moveTo>
                  <a:lnTo>
                    <a:pt x="0" y="721360"/>
                  </a:lnTo>
                  <a:lnTo>
                    <a:pt x="0" y="726440"/>
                  </a:lnTo>
                  <a:lnTo>
                    <a:pt x="10160" y="726440"/>
                  </a:lnTo>
                  <a:lnTo>
                    <a:pt x="10160" y="721360"/>
                  </a:lnTo>
                  <a:close/>
                </a:path>
                <a:path w="10160" h="772160">
                  <a:moveTo>
                    <a:pt x="10160" y="715010"/>
                  </a:moveTo>
                  <a:lnTo>
                    <a:pt x="0" y="715010"/>
                  </a:lnTo>
                  <a:lnTo>
                    <a:pt x="0" y="720090"/>
                  </a:lnTo>
                  <a:lnTo>
                    <a:pt x="10160" y="720090"/>
                  </a:lnTo>
                  <a:lnTo>
                    <a:pt x="10160" y="715010"/>
                  </a:lnTo>
                  <a:close/>
                </a:path>
                <a:path w="10160" h="772160">
                  <a:moveTo>
                    <a:pt x="10160" y="703580"/>
                  </a:moveTo>
                  <a:lnTo>
                    <a:pt x="0" y="703580"/>
                  </a:lnTo>
                  <a:lnTo>
                    <a:pt x="0" y="713740"/>
                  </a:lnTo>
                  <a:lnTo>
                    <a:pt x="10160" y="713740"/>
                  </a:lnTo>
                  <a:lnTo>
                    <a:pt x="10160" y="703580"/>
                  </a:lnTo>
                  <a:close/>
                </a:path>
              </a:pathLst>
            </a:custGeom>
            <a:solidFill>
              <a:srgbClr val="8B8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883">
              <a:extLst>
                <a:ext uri="{FF2B5EF4-FFF2-40B4-BE49-F238E27FC236}">
                  <a16:creationId xmlns:a16="http://schemas.microsoft.com/office/drawing/2014/main" id="{7F3452C8-4848-B64C-23C2-9B4C068E2D97}"/>
                </a:ext>
              </a:extLst>
            </p:cNvPr>
            <p:cNvSpPr/>
            <p:nvPr/>
          </p:nvSpPr>
          <p:spPr>
            <a:xfrm>
              <a:off x="4180839" y="5443220"/>
              <a:ext cx="11430" cy="781050"/>
            </a:xfrm>
            <a:custGeom>
              <a:avLst/>
              <a:gdLst/>
              <a:ahLst/>
              <a:cxnLst/>
              <a:rect l="l" t="t" r="r" b="b"/>
              <a:pathLst>
                <a:path w="11429" h="781050">
                  <a:moveTo>
                    <a:pt x="11430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5080" y="1269"/>
                  </a:lnTo>
                  <a:lnTo>
                    <a:pt x="5080" y="2539"/>
                  </a:lnTo>
                  <a:lnTo>
                    <a:pt x="11430" y="2539"/>
                  </a:lnTo>
                  <a:lnTo>
                    <a:pt x="11430" y="0"/>
                  </a:lnTo>
                  <a:close/>
                </a:path>
                <a:path w="11429" h="781050">
                  <a:moveTo>
                    <a:pt x="11430" y="2539"/>
                  </a:moveTo>
                  <a:lnTo>
                    <a:pt x="1270" y="2539"/>
                  </a:lnTo>
                  <a:lnTo>
                    <a:pt x="1270" y="3809"/>
                  </a:lnTo>
                  <a:lnTo>
                    <a:pt x="0" y="380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781050">
                  <a:moveTo>
                    <a:pt x="11430" y="6349"/>
                  </a:moveTo>
                  <a:lnTo>
                    <a:pt x="0" y="634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6349"/>
                  </a:lnTo>
                  <a:close/>
                </a:path>
                <a:path w="11429" h="781050">
                  <a:moveTo>
                    <a:pt x="1143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39"/>
                  </a:lnTo>
                  <a:close/>
                </a:path>
                <a:path w="11429" h="781050">
                  <a:moveTo>
                    <a:pt x="11430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19049"/>
                  </a:lnTo>
                  <a:close/>
                </a:path>
                <a:path w="11429" h="781050">
                  <a:moveTo>
                    <a:pt x="11430" y="27939"/>
                  </a:moveTo>
                  <a:lnTo>
                    <a:pt x="0" y="27939"/>
                  </a:lnTo>
                  <a:lnTo>
                    <a:pt x="0" y="34289"/>
                  </a:lnTo>
                  <a:lnTo>
                    <a:pt x="11430" y="34289"/>
                  </a:lnTo>
                  <a:lnTo>
                    <a:pt x="11430" y="27939"/>
                  </a:lnTo>
                  <a:close/>
                </a:path>
                <a:path w="11429" h="781050">
                  <a:moveTo>
                    <a:pt x="1143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4289"/>
                  </a:lnTo>
                  <a:close/>
                </a:path>
                <a:path w="11429" h="781050">
                  <a:moveTo>
                    <a:pt x="1143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30" y="40639"/>
                  </a:lnTo>
                  <a:lnTo>
                    <a:pt x="11430" y="38099"/>
                  </a:lnTo>
                  <a:close/>
                </a:path>
                <a:path w="11429" h="781050">
                  <a:moveTo>
                    <a:pt x="1143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0639"/>
                  </a:lnTo>
                  <a:close/>
                </a:path>
                <a:path w="11429" h="781050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781050">
                  <a:moveTo>
                    <a:pt x="11430" y="46989"/>
                  </a:moveTo>
                  <a:lnTo>
                    <a:pt x="0" y="4698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46989"/>
                  </a:lnTo>
                  <a:close/>
                </a:path>
                <a:path w="11429" h="781050">
                  <a:moveTo>
                    <a:pt x="11430" y="53339"/>
                  </a:moveTo>
                  <a:lnTo>
                    <a:pt x="0" y="53339"/>
                  </a:lnTo>
                  <a:lnTo>
                    <a:pt x="0" y="707389"/>
                  </a:lnTo>
                  <a:lnTo>
                    <a:pt x="11430" y="707389"/>
                  </a:lnTo>
                  <a:lnTo>
                    <a:pt x="11430" y="53339"/>
                  </a:lnTo>
                  <a:close/>
                </a:path>
                <a:path w="11429" h="781050">
                  <a:moveTo>
                    <a:pt x="11430" y="777239"/>
                  </a:moveTo>
                  <a:lnTo>
                    <a:pt x="3810" y="777239"/>
                  </a:lnTo>
                  <a:lnTo>
                    <a:pt x="3810" y="778509"/>
                  </a:lnTo>
                  <a:lnTo>
                    <a:pt x="7620" y="778509"/>
                  </a:lnTo>
                  <a:lnTo>
                    <a:pt x="7620" y="781049"/>
                  </a:lnTo>
                  <a:lnTo>
                    <a:pt x="11430" y="781049"/>
                  </a:lnTo>
                  <a:lnTo>
                    <a:pt x="11430" y="777239"/>
                  </a:lnTo>
                  <a:close/>
                </a:path>
                <a:path w="11429" h="781050">
                  <a:moveTo>
                    <a:pt x="11430" y="770889"/>
                  </a:moveTo>
                  <a:lnTo>
                    <a:pt x="0" y="770889"/>
                  </a:lnTo>
                  <a:lnTo>
                    <a:pt x="0" y="777239"/>
                  </a:lnTo>
                  <a:lnTo>
                    <a:pt x="1270" y="777239"/>
                  </a:lnTo>
                  <a:lnTo>
                    <a:pt x="1270" y="775969"/>
                  </a:lnTo>
                  <a:lnTo>
                    <a:pt x="11430" y="775969"/>
                  </a:lnTo>
                  <a:lnTo>
                    <a:pt x="11430" y="770889"/>
                  </a:lnTo>
                  <a:close/>
                </a:path>
                <a:path w="11429" h="781050">
                  <a:moveTo>
                    <a:pt x="1143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30" y="769619"/>
                  </a:lnTo>
                  <a:lnTo>
                    <a:pt x="11430" y="764539"/>
                  </a:lnTo>
                  <a:close/>
                </a:path>
                <a:path w="11429" h="781050">
                  <a:moveTo>
                    <a:pt x="11430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1430" y="763269"/>
                  </a:lnTo>
                  <a:lnTo>
                    <a:pt x="11430" y="758189"/>
                  </a:lnTo>
                  <a:close/>
                </a:path>
                <a:path w="11429" h="781050">
                  <a:moveTo>
                    <a:pt x="11430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1430" y="756919"/>
                  </a:lnTo>
                  <a:lnTo>
                    <a:pt x="11430" y="751839"/>
                  </a:lnTo>
                  <a:close/>
                </a:path>
                <a:path w="11429" h="781050">
                  <a:moveTo>
                    <a:pt x="11430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1430" y="750569"/>
                  </a:lnTo>
                  <a:lnTo>
                    <a:pt x="11430" y="745489"/>
                  </a:lnTo>
                  <a:close/>
                </a:path>
                <a:path w="11429" h="781050">
                  <a:moveTo>
                    <a:pt x="11430" y="739139"/>
                  </a:moveTo>
                  <a:lnTo>
                    <a:pt x="0" y="739139"/>
                  </a:lnTo>
                  <a:lnTo>
                    <a:pt x="0" y="744219"/>
                  </a:lnTo>
                  <a:lnTo>
                    <a:pt x="11430" y="744219"/>
                  </a:lnTo>
                  <a:lnTo>
                    <a:pt x="11430" y="739139"/>
                  </a:lnTo>
                  <a:close/>
                </a:path>
                <a:path w="11429" h="781050">
                  <a:moveTo>
                    <a:pt x="11430" y="732789"/>
                  </a:moveTo>
                  <a:lnTo>
                    <a:pt x="0" y="732789"/>
                  </a:lnTo>
                  <a:lnTo>
                    <a:pt x="0" y="737869"/>
                  </a:lnTo>
                  <a:lnTo>
                    <a:pt x="11430" y="737869"/>
                  </a:lnTo>
                  <a:lnTo>
                    <a:pt x="11430" y="732789"/>
                  </a:lnTo>
                  <a:close/>
                </a:path>
                <a:path w="11429" h="781050">
                  <a:moveTo>
                    <a:pt x="11430" y="726439"/>
                  </a:moveTo>
                  <a:lnTo>
                    <a:pt x="0" y="726439"/>
                  </a:lnTo>
                  <a:lnTo>
                    <a:pt x="0" y="731519"/>
                  </a:lnTo>
                  <a:lnTo>
                    <a:pt x="11430" y="731519"/>
                  </a:lnTo>
                  <a:lnTo>
                    <a:pt x="11430" y="726439"/>
                  </a:lnTo>
                  <a:close/>
                </a:path>
                <a:path w="11429" h="781050">
                  <a:moveTo>
                    <a:pt x="11430" y="720089"/>
                  </a:moveTo>
                  <a:lnTo>
                    <a:pt x="0" y="720089"/>
                  </a:lnTo>
                  <a:lnTo>
                    <a:pt x="0" y="725169"/>
                  </a:lnTo>
                  <a:lnTo>
                    <a:pt x="11430" y="725169"/>
                  </a:lnTo>
                  <a:lnTo>
                    <a:pt x="11430" y="720089"/>
                  </a:lnTo>
                  <a:close/>
                </a:path>
                <a:path w="11429" h="781050">
                  <a:moveTo>
                    <a:pt x="11430" y="708659"/>
                  </a:moveTo>
                  <a:lnTo>
                    <a:pt x="0" y="708659"/>
                  </a:lnTo>
                  <a:lnTo>
                    <a:pt x="0" y="718819"/>
                  </a:lnTo>
                  <a:lnTo>
                    <a:pt x="11430" y="718819"/>
                  </a:lnTo>
                  <a:lnTo>
                    <a:pt x="11430" y="708659"/>
                  </a:lnTo>
                  <a:close/>
                </a:path>
              </a:pathLst>
            </a:custGeom>
            <a:solidFill>
              <a:srgbClr val="8B8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884">
              <a:extLst>
                <a:ext uri="{FF2B5EF4-FFF2-40B4-BE49-F238E27FC236}">
                  <a16:creationId xmlns:a16="http://schemas.microsoft.com/office/drawing/2014/main" id="{3FB27F1B-8CDA-3DF3-3CBE-D5FFC1B3ADD1}"/>
                </a:ext>
              </a:extLst>
            </p:cNvPr>
            <p:cNvSpPr/>
            <p:nvPr/>
          </p:nvSpPr>
          <p:spPr>
            <a:xfrm>
              <a:off x="4192270" y="5438140"/>
              <a:ext cx="11430" cy="789940"/>
            </a:xfrm>
            <a:custGeom>
              <a:avLst/>
              <a:gdLst/>
              <a:ahLst/>
              <a:cxnLst/>
              <a:rect l="l" t="t" r="r" b="b"/>
              <a:pathLst>
                <a:path w="11429" h="789939">
                  <a:moveTo>
                    <a:pt x="11429" y="0"/>
                  </a:moveTo>
                  <a:lnTo>
                    <a:pt x="10159" y="0"/>
                  </a:lnTo>
                  <a:lnTo>
                    <a:pt x="10159" y="1270"/>
                  </a:lnTo>
                  <a:lnTo>
                    <a:pt x="11429" y="1270"/>
                  </a:lnTo>
                  <a:lnTo>
                    <a:pt x="11429" y="0"/>
                  </a:lnTo>
                  <a:close/>
                </a:path>
                <a:path w="11429" h="789939">
                  <a:moveTo>
                    <a:pt x="11429" y="1270"/>
                  </a:moveTo>
                  <a:lnTo>
                    <a:pt x="7619" y="1270"/>
                  </a:lnTo>
                  <a:lnTo>
                    <a:pt x="7619" y="2540"/>
                  </a:lnTo>
                  <a:lnTo>
                    <a:pt x="3809" y="2540"/>
                  </a:lnTo>
                  <a:lnTo>
                    <a:pt x="3809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1270"/>
                  </a:lnTo>
                  <a:close/>
                </a:path>
                <a:path w="11429" h="789939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789939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789939">
                  <a:moveTo>
                    <a:pt x="11429" y="11430"/>
                  </a:moveTo>
                  <a:lnTo>
                    <a:pt x="0" y="1143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1430"/>
                  </a:lnTo>
                  <a:close/>
                </a:path>
                <a:path w="11429" h="789939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789939">
                  <a:moveTo>
                    <a:pt x="1142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24130"/>
                  </a:lnTo>
                  <a:close/>
                </a:path>
                <a:path w="11429" h="789939">
                  <a:moveTo>
                    <a:pt x="11429" y="33020"/>
                  </a:moveTo>
                  <a:lnTo>
                    <a:pt x="0" y="3302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3020"/>
                  </a:lnTo>
                  <a:close/>
                </a:path>
                <a:path w="11429" h="789939">
                  <a:moveTo>
                    <a:pt x="1142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9370"/>
                  </a:lnTo>
                  <a:close/>
                </a:path>
                <a:path w="11429" h="789939">
                  <a:moveTo>
                    <a:pt x="1142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43180"/>
                  </a:lnTo>
                  <a:close/>
                </a:path>
                <a:path w="11429" h="789939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789939">
                  <a:moveTo>
                    <a:pt x="1142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1429" y="52070"/>
                  </a:lnTo>
                  <a:lnTo>
                    <a:pt x="11429" y="49530"/>
                  </a:lnTo>
                  <a:close/>
                </a:path>
                <a:path w="11429" h="789939">
                  <a:moveTo>
                    <a:pt x="11429" y="52070"/>
                  </a:moveTo>
                  <a:lnTo>
                    <a:pt x="0" y="5207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52070"/>
                  </a:lnTo>
                  <a:close/>
                </a:path>
                <a:path w="11429" h="789939">
                  <a:moveTo>
                    <a:pt x="11429" y="58420"/>
                  </a:moveTo>
                  <a:lnTo>
                    <a:pt x="0" y="58420"/>
                  </a:lnTo>
                  <a:lnTo>
                    <a:pt x="0" y="712470"/>
                  </a:lnTo>
                  <a:lnTo>
                    <a:pt x="11429" y="712470"/>
                  </a:lnTo>
                  <a:lnTo>
                    <a:pt x="11429" y="58420"/>
                  </a:lnTo>
                  <a:close/>
                </a:path>
                <a:path w="11429" h="789939">
                  <a:moveTo>
                    <a:pt x="11429" y="788670"/>
                  </a:moveTo>
                  <a:lnTo>
                    <a:pt x="10159" y="788670"/>
                  </a:lnTo>
                  <a:lnTo>
                    <a:pt x="10159" y="789940"/>
                  </a:lnTo>
                  <a:lnTo>
                    <a:pt x="11429" y="789940"/>
                  </a:lnTo>
                  <a:lnTo>
                    <a:pt x="11429" y="788670"/>
                  </a:lnTo>
                  <a:close/>
                </a:path>
                <a:path w="11429" h="789939">
                  <a:moveTo>
                    <a:pt x="6350" y="787400"/>
                  </a:moveTo>
                  <a:lnTo>
                    <a:pt x="3809" y="787400"/>
                  </a:lnTo>
                  <a:lnTo>
                    <a:pt x="3809" y="788670"/>
                  </a:lnTo>
                  <a:lnTo>
                    <a:pt x="6350" y="788670"/>
                  </a:lnTo>
                  <a:lnTo>
                    <a:pt x="6350" y="787400"/>
                  </a:lnTo>
                  <a:close/>
                </a:path>
                <a:path w="11429" h="789939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789939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789939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789939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789939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789939">
                  <a:moveTo>
                    <a:pt x="11429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50570"/>
                  </a:lnTo>
                  <a:close/>
                </a:path>
                <a:path w="11429" h="789939">
                  <a:moveTo>
                    <a:pt x="11429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1429" y="749300"/>
                  </a:lnTo>
                  <a:lnTo>
                    <a:pt x="11429" y="744220"/>
                  </a:lnTo>
                  <a:close/>
                </a:path>
                <a:path w="11429" h="789939">
                  <a:moveTo>
                    <a:pt x="11429" y="737870"/>
                  </a:moveTo>
                  <a:lnTo>
                    <a:pt x="0" y="737870"/>
                  </a:lnTo>
                  <a:lnTo>
                    <a:pt x="0" y="742950"/>
                  </a:lnTo>
                  <a:lnTo>
                    <a:pt x="11429" y="742950"/>
                  </a:lnTo>
                  <a:lnTo>
                    <a:pt x="11429" y="737870"/>
                  </a:lnTo>
                  <a:close/>
                </a:path>
                <a:path w="11429" h="789939">
                  <a:moveTo>
                    <a:pt x="11429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11429" y="736600"/>
                  </a:lnTo>
                  <a:lnTo>
                    <a:pt x="11429" y="731520"/>
                  </a:lnTo>
                  <a:close/>
                </a:path>
                <a:path w="11429" h="789939">
                  <a:moveTo>
                    <a:pt x="11429" y="725170"/>
                  </a:moveTo>
                  <a:lnTo>
                    <a:pt x="0" y="725170"/>
                  </a:lnTo>
                  <a:lnTo>
                    <a:pt x="0" y="730250"/>
                  </a:lnTo>
                  <a:lnTo>
                    <a:pt x="11429" y="730250"/>
                  </a:lnTo>
                  <a:lnTo>
                    <a:pt x="11429" y="725170"/>
                  </a:lnTo>
                  <a:close/>
                </a:path>
                <a:path w="11429" h="789939">
                  <a:moveTo>
                    <a:pt x="11429" y="713740"/>
                  </a:moveTo>
                  <a:lnTo>
                    <a:pt x="0" y="713740"/>
                  </a:lnTo>
                  <a:lnTo>
                    <a:pt x="0" y="723900"/>
                  </a:lnTo>
                  <a:lnTo>
                    <a:pt x="11429" y="723900"/>
                  </a:lnTo>
                  <a:lnTo>
                    <a:pt x="11429" y="713740"/>
                  </a:lnTo>
                  <a:close/>
                </a:path>
              </a:pathLst>
            </a:custGeom>
            <a:solidFill>
              <a:srgbClr val="8A8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885">
              <a:extLst>
                <a:ext uri="{FF2B5EF4-FFF2-40B4-BE49-F238E27FC236}">
                  <a16:creationId xmlns:a16="http://schemas.microsoft.com/office/drawing/2014/main" id="{C7565F2C-82B1-B3C6-BF63-B186A5D9D5E9}"/>
                </a:ext>
              </a:extLst>
            </p:cNvPr>
            <p:cNvSpPr/>
            <p:nvPr/>
          </p:nvSpPr>
          <p:spPr>
            <a:xfrm>
              <a:off x="4203700" y="5434330"/>
              <a:ext cx="10160" cy="797560"/>
            </a:xfrm>
            <a:custGeom>
              <a:avLst/>
              <a:gdLst/>
              <a:ahLst/>
              <a:cxnLst/>
              <a:rect l="l" t="t" r="r" b="b"/>
              <a:pathLst>
                <a:path w="10160" h="797560">
                  <a:moveTo>
                    <a:pt x="1016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5079" y="1270"/>
                  </a:lnTo>
                  <a:lnTo>
                    <a:pt x="5079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797560">
                  <a:moveTo>
                    <a:pt x="10160" y="2540"/>
                  </a:moveTo>
                  <a:lnTo>
                    <a:pt x="2539" y="2540"/>
                  </a:lnTo>
                  <a:lnTo>
                    <a:pt x="2539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7975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7975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7975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797560">
                  <a:moveTo>
                    <a:pt x="1016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15240"/>
                  </a:lnTo>
                  <a:close/>
                </a:path>
                <a:path w="10160" h="797560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797560">
                  <a:moveTo>
                    <a:pt x="10160" y="27940"/>
                  </a:moveTo>
                  <a:lnTo>
                    <a:pt x="0" y="2794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27940"/>
                  </a:lnTo>
                  <a:close/>
                </a:path>
                <a:path w="10160" h="797560">
                  <a:moveTo>
                    <a:pt x="10160" y="36830"/>
                  </a:moveTo>
                  <a:lnTo>
                    <a:pt x="0" y="3683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6830"/>
                  </a:lnTo>
                  <a:close/>
                </a:path>
                <a:path w="10160" h="797560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797560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797560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797560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797560">
                  <a:moveTo>
                    <a:pt x="10160" y="55880"/>
                  </a:moveTo>
                  <a:lnTo>
                    <a:pt x="0" y="5588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5880"/>
                  </a:lnTo>
                  <a:close/>
                </a:path>
                <a:path w="10160" h="797560">
                  <a:moveTo>
                    <a:pt x="10160" y="62230"/>
                  </a:moveTo>
                  <a:lnTo>
                    <a:pt x="0" y="62230"/>
                  </a:lnTo>
                  <a:lnTo>
                    <a:pt x="0" y="716280"/>
                  </a:lnTo>
                  <a:lnTo>
                    <a:pt x="10160" y="716280"/>
                  </a:lnTo>
                  <a:lnTo>
                    <a:pt x="10160" y="62230"/>
                  </a:lnTo>
                  <a:close/>
                </a:path>
                <a:path w="10160" h="797560">
                  <a:moveTo>
                    <a:pt x="10160" y="792480"/>
                  </a:moveTo>
                  <a:lnTo>
                    <a:pt x="0" y="792480"/>
                  </a:lnTo>
                  <a:lnTo>
                    <a:pt x="0" y="793750"/>
                  </a:lnTo>
                  <a:lnTo>
                    <a:pt x="2539" y="793750"/>
                  </a:lnTo>
                  <a:lnTo>
                    <a:pt x="2539" y="796290"/>
                  </a:lnTo>
                  <a:lnTo>
                    <a:pt x="7620" y="796290"/>
                  </a:lnTo>
                  <a:lnTo>
                    <a:pt x="762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797560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797560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797560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797560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797560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797560">
                  <a:moveTo>
                    <a:pt x="1016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54380"/>
                  </a:lnTo>
                  <a:close/>
                </a:path>
                <a:path w="10160" h="797560">
                  <a:moveTo>
                    <a:pt x="1016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0160" y="753110"/>
                  </a:lnTo>
                  <a:lnTo>
                    <a:pt x="10160" y="748030"/>
                  </a:lnTo>
                  <a:close/>
                </a:path>
                <a:path w="10160" h="797560">
                  <a:moveTo>
                    <a:pt x="1016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0160" y="746760"/>
                  </a:lnTo>
                  <a:lnTo>
                    <a:pt x="10160" y="741680"/>
                  </a:lnTo>
                  <a:close/>
                </a:path>
                <a:path w="10160" h="797560">
                  <a:moveTo>
                    <a:pt x="10160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0160" y="740410"/>
                  </a:lnTo>
                  <a:lnTo>
                    <a:pt x="10160" y="735330"/>
                  </a:lnTo>
                  <a:close/>
                </a:path>
                <a:path w="10160" h="797560">
                  <a:moveTo>
                    <a:pt x="10160" y="728980"/>
                  </a:moveTo>
                  <a:lnTo>
                    <a:pt x="0" y="728980"/>
                  </a:lnTo>
                  <a:lnTo>
                    <a:pt x="0" y="734060"/>
                  </a:lnTo>
                  <a:lnTo>
                    <a:pt x="10160" y="734060"/>
                  </a:lnTo>
                  <a:lnTo>
                    <a:pt x="10160" y="728980"/>
                  </a:lnTo>
                  <a:close/>
                </a:path>
                <a:path w="10160" h="797560">
                  <a:moveTo>
                    <a:pt x="10160" y="717550"/>
                  </a:moveTo>
                  <a:lnTo>
                    <a:pt x="0" y="717550"/>
                  </a:lnTo>
                  <a:lnTo>
                    <a:pt x="0" y="727710"/>
                  </a:lnTo>
                  <a:lnTo>
                    <a:pt x="10160" y="727710"/>
                  </a:lnTo>
                  <a:lnTo>
                    <a:pt x="10160" y="717550"/>
                  </a:lnTo>
                  <a:close/>
                </a:path>
              </a:pathLst>
            </a:custGeom>
            <a:solidFill>
              <a:srgbClr val="898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886">
              <a:extLst>
                <a:ext uri="{FF2B5EF4-FFF2-40B4-BE49-F238E27FC236}">
                  <a16:creationId xmlns:a16="http://schemas.microsoft.com/office/drawing/2014/main" id="{FA39466D-3981-3763-6C75-DD0834C06945}"/>
                </a:ext>
              </a:extLst>
            </p:cNvPr>
            <p:cNvSpPr/>
            <p:nvPr/>
          </p:nvSpPr>
          <p:spPr>
            <a:xfrm>
              <a:off x="4213860" y="5431790"/>
              <a:ext cx="11430" cy="802640"/>
            </a:xfrm>
            <a:custGeom>
              <a:avLst/>
              <a:gdLst/>
              <a:ahLst/>
              <a:cxnLst/>
              <a:rect l="l" t="t" r="r" b="b"/>
              <a:pathLst>
                <a:path w="11429" h="802639">
                  <a:moveTo>
                    <a:pt x="11429" y="0"/>
                  </a:moveTo>
                  <a:lnTo>
                    <a:pt x="7619" y="0"/>
                  </a:lnTo>
                  <a:lnTo>
                    <a:pt x="7619" y="1270"/>
                  </a:lnTo>
                  <a:lnTo>
                    <a:pt x="11429" y="1270"/>
                  </a:lnTo>
                  <a:lnTo>
                    <a:pt x="11429" y="0"/>
                  </a:lnTo>
                  <a:close/>
                </a:path>
                <a:path w="11429" h="802639">
                  <a:moveTo>
                    <a:pt x="11429" y="1270"/>
                  </a:moveTo>
                  <a:lnTo>
                    <a:pt x="2539" y="1270"/>
                  </a:lnTo>
                  <a:lnTo>
                    <a:pt x="2539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1270"/>
                  </a:lnTo>
                  <a:close/>
                </a:path>
                <a:path w="11429" h="802639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02639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02639">
                  <a:moveTo>
                    <a:pt x="1142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11430"/>
                  </a:lnTo>
                  <a:close/>
                </a:path>
                <a:path w="11429" h="802639">
                  <a:moveTo>
                    <a:pt x="1142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3970"/>
                  </a:lnTo>
                  <a:close/>
                </a:path>
                <a:path w="11429" h="802639">
                  <a:moveTo>
                    <a:pt x="11429" y="17780"/>
                  </a:moveTo>
                  <a:lnTo>
                    <a:pt x="0" y="1778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17780"/>
                  </a:lnTo>
                  <a:close/>
                </a:path>
                <a:path w="11429" h="802639">
                  <a:moveTo>
                    <a:pt x="1142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6670"/>
                  </a:lnTo>
                  <a:close/>
                </a:path>
                <a:path w="11429" h="802639">
                  <a:moveTo>
                    <a:pt x="11429" y="30480"/>
                  </a:moveTo>
                  <a:lnTo>
                    <a:pt x="0" y="3048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0480"/>
                  </a:lnTo>
                  <a:close/>
                </a:path>
                <a:path w="11429" h="802639">
                  <a:moveTo>
                    <a:pt x="11429" y="39370"/>
                  </a:moveTo>
                  <a:lnTo>
                    <a:pt x="0" y="3937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39370"/>
                  </a:lnTo>
                  <a:close/>
                </a:path>
                <a:path w="11429" h="802639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802639">
                  <a:moveTo>
                    <a:pt x="1142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1429" y="52070"/>
                  </a:lnTo>
                  <a:lnTo>
                    <a:pt x="11429" y="49530"/>
                  </a:lnTo>
                  <a:close/>
                </a:path>
                <a:path w="11429" h="802639">
                  <a:moveTo>
                    <a:pt x="1142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2070"/>
                  </a:lnTo>
                  <a:close/>
                </a:path>
                <a:path w="11429" h="802639">
                  <a:moveTo>
                    <a:pt x="11429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55880"/>
                  </a:lnTo>
                  <a:close/>
                </a:path>
                <a:path w="11429" h="802639">
                  <a:moveTo>
                    <a:pt x="11429" y="58420"/>
                  </a:moveTo>
                  <a:lnTo>
                    <a:pt x="0" y="58420"/>
                  </a:lnTo>
                  <a:lnTo>
                    <a:pt x="0" y="64770"/>
                  </a:lnTo>
                  <a:lnTo>
                    <a:pt x="11429" y="64770"/>
                  </a:lnTo>
                  <a:lnTo>
                    <a:pt x="11429" y="58420"/>
                  </a:lnTo>
                  <a:close/>
                </a:path>
                <a:path w="11429" h="802639">
                  <a:moveTo>
                    <a:pt x="11429" y="64770"/>
                  </a:moveTo>
                  <a:lnTo>
                    <a:pt x="0" y="64770"/>
                  </a:lnTo>
                  <a:lnTo>
                    <a:pt x="0" y="718820"/>
                  </a:lnTo>
                  <a:lnTo>
                    <a:pt x="11429" y="718820"/>
                  </a:lnTo>
                  <a:lnTo>
                    <a:pt x="11429" y="64770"/>
                  </a:lnTo>
                  <a:close/>
                </a:path>
                <a:path w="11429" h="802639">
                  <a:moveTo>
                    <a:pt x="11429" y="801370"/>
                  </a:moveTo>
                  <a:lnTo>
                    <a:pt x="7619" y="801370"/>
                  </a:lnTo>
                  <a:lnTo>
                    <a:pt x="7619" y="802640"/>
                  </a:lnTo>
                  <a:lnTo>
                    <a:pt x="11429" y="802640"/>
                  </a:lnTo>
                  <a:lnTo>
                    <a:pt x="11429" y="801370"/>
                  </a:lnTo>
                  <a:close/>
                </a:path>
                <a:path w="11429" h="802639">
                  <a:moveTo>
                    <a:pt x="11429" y="795020"/>
                  </a:moveTo>
                  <a:lnTo>
                    <a:pt x="0" y="795020"/>
                  </a:lnTo>
                  <a:lnTo>
                    <a:pt x="0" y="801370"/>
                  </a:lnTo>
                  <a:lnTo>
                    <a:pt x="3810" y="801370"/>
                  </a:lnTo>
                  <a:lnTo>
                    <a:pt x="381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02639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02639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02639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02639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802639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802639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802639">
                  <a:moveTo>
                    <a:pt x="11429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50570"/>
                  </a:lnTo>
                  <a:close/>
                </a:path>
                <a:path w="11429" h="802639">
                  <a:moveTo>
                    <a:pt x="11429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1429" y="749300"/>
                  </a:lnTo>
                  <a:lnTo>
                    <a:pt x="11429" y="744220"/>
                  </a:lnTo>
                  <a:close/>
                </a:path>
                <a:path w="11429" h="802639">
                  <a:moveTo>
                    <a:pt x="11429" y="737870"/>
                  </a:moveTo>
                  <a:lnTo>
                    <a:pt x="0" y="737870"/>
                  </a:lnTo>
                  <a:lnTo>
                    <a:pt x="0" y="742950"/>
                  </a:lnTo>
                  <a:lnTo>
                    <a:pt x="11429" y="742950"/>
                  </a:lnTo>
                  <a:lnTo>
                    <a:pt x="11429" y="737870"/>
                  </a:lnTo>
                  <a:close/>
                </a:path>
                <a:path w="11429" h="802639">
                  <a:moveTo>
                    <a:pt x="11429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11429" y="736600"/>
                  </a:lnTo>
                  <a:lnTo>
                    <a:pt x="11429" y="731520"/>
                  </a:lnTo>
                  <a:close/>
                </a:path>
                <a:path w="11429" h="802639">
                  <a:moveTo>
                    <a:pt x="11429" y="720090"/>
                  </a:moveTo>
                  <a:lnTo>
                    <a:pt x="0" y="720090"/>
                  </a:lnTo>
                  <a:lnTo>
                    <a:pt x="0" y="730250"/>
                  </a:lnTo>
                  <a:lnTo>
                    <a:pt x="11429" y="730250"/>
                  </a:lnTo>
                  <a:lnTo>
                    <a:pt x="11429" y="720090"/>
                  </a:lnTo>
                  <a:close/>
                </a:path>
              </a:pathLst>
            </a:custGeom>
            <a:solidFill>
              <a:srgbClr val="8888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887">
              <a:extLst>
                <a:ext uri="{FF2B5EF4-FFF2-40B4-BE49-F238E27FC236}">
                  <a16:creationId xmlns:a16="http://schemas.microsoft.com/office/drawing/2014/main" id="{6E6A11E5-C596-2A84-57EA-27FE15314134}"/>
                </a:ext>
              </a:extLst>
            </p:cNvPr>
            <p:cNvSpPr/>
            <p:nvPr/>
          </p:nvSpPr>
          <p:spPr>
            <a:xfrm>
              <a:off x="4225289" y="5427980"/>
              <a:ext cx="10160" cy="811530"/>
            </a:xfrm>
            <a:custGeom>
              <a:avLst/>
              <a:gdLst/>
              <a:ahLst/>
              <a:cxnLst/>
              <a:rect l="l" t="t" r="r" b="b"/>
              <a:pathLst>
                <a:path w="10160" h="811529">
                  <a:moveTo>
                    <a:pt x="1016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8115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115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115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115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11529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811529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811529">
                  <a:moveTo>
                    <a:pt x="10160" y="21590"/>
                  </a:moveTo>
                  <a:lnTo>
                    <a:pt x="0" y="2159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1590"/>
                  </a:lnTo>
                  <a:close/>
                </a:path>
                <a:path w="10160" h="811529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811529">
                  <a:moveTo>
                    <a:pt x="10160" y="34290"/>
                  </a:moveTo>
                  <a:lnTo>
                    <a:pt x="0" y="3429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4290"/>
                  </a:lnTo>
                  <a:close/>
                </a:path>
                <a:path w="10160" h="811529">
                  <a:moveTo>
                    <a:pt x="10160" y="43180"/>
                  </a:moveTo>
                  <a:lnTo>
                    <a:pt x="0" y="4318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3180"/>
                  </a:lnTo>
                  <a:close/>
                </a:path>
                <a:path w="10160" h="811529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811529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811529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811529">
                  <a:moveTo>
                    <a:pt x="1016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690"/>
                  </a:lnTo>
                  <a:close/>
                </a:path>
                <a:path w="10160" h="811529">
                  <a:moveTo>
                    <a:pt x="10160" y="62230"/>
                  </a:moveTo>
                  <a:lnTo>
                    <a:pt x="0" y="6223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2230"/>
                  </a:lnTo>
                  <a:close/>
                </a:path>
                <a:path w="10160" h="811529">
                  <a:moveTo>
                    <a:pt x="10160" y="68580"/>
                  </a:moveTo>
                  <a:lnTo>
                    <a:pt x="0" y="68580"/>
                  </a:lnTo>
                  <a:lnTo>
                    <a:pt x="0" y="722630"/>
                  </a:lnTo>
                  <a:lnTo>
                    <a:pt x="10160" y="722630"/>
                  </a:lnTo>
                  <a:lnTo>
                    <a:pt x="10160" y="68580"/>
                  </a:lnTo>
                  <a:close/>
                </a:path>
                <a:path w="10160" h="811529">
                  <a:moveTo>
                    <a:pt x="10160" y="805180"/>
                  </a:moveTo>
                  <a:lnTo>
                    <a:pt x="0" y="805180"/>
                  </a:lnTo>
                  <a:lnTo>
                    <a:pt x="0" y="808990"/>
                  </a:lnTo>
                  <a:lnTo>
                    <a:pt x="2539" y="808990"/>
                  </a:lnTo>
                  <a:lnTo>
                    <a:pt x="2539" y="810260"/>
                  </a:lnTo>
                  <a:lnTo>
                    <a:pt x="6350" y="810260"/>
                  </a:lnTo>
                  <a:lnTo>
                    <a:pt x="6350" y="811530"/>
                  </a:lnTo>
                  <a:lnTo>
                    <a:pt x="10160" y="811530"/>
                  </a:lnTo>
                  <a:lnTo>
                    <a:pt x="10160" y="805180"/>
                  </a:lnTo>
                  <a:close/>
                </a:path>
                <a:path w="10160" h="8115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115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115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115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11529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11529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811529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811529">
                  <a:moveTo>
                    <a:pt x="1016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54380"/>
                  </a:lnTo>
                  <a:close/>
                </a:path>
                <a:path w="10160" h="811529">
                  <a:moveTo>
                    <a:pt x="1016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0160" y="753110"/>
                  </a:lnTo>
                  <a:lnTo>
                    <a:pt x="10160" y="748030"/>
                  </a:lnTo>
                  <a:close/>
                </a:path>
                <a:path w="10160" h="811529">
                  <a:moveTo>
                    <a:pt x="1016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0160" y="746760"/>
                  </a:lnTo>
                  <a:lnTo>
                    <a:pt x="10160" y="741680"/>
                  </a:lnTo>
                  <a:close/>
                </a:path>
                <a:path w="10160" h="811529">
                  <a:moveTo>
                    <a:pt x="10160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0160" y="740410"/>
                  </a:lnTo>
                  <a:lnTo>
                    <a:pt x="10160" y="735330"/>
                  </a:lnTo>
                  <a:close/>
                </a:path>
                <a:path w="10160" h="811529">
                  <a:moveTo>
                    <a:pt x="10160" y="723900"/>
                  </a:moveTo>
                  <a:lnTo>
                    <a:pt x="0" y="723900"/>
                  </a:lnTo>
                  <a:lnTo>
                    <a:pt x="0" y="734060"/>
                  </a:lnTo>
                  <a:lnTo>
                    <a:pt x="10160" y="734060"/>
                  </a:lnTo>
                  <a:lnTo>
                    <a:pt x="10160" y="723900"/>
                  </a:lnTo>
                  <a:close/>
                </a:path>
              </a:pathLst>
            </a:custGeom>
            <a:solidFill>
              <a:srgbClr val="888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888">
              <a:extLst>
                <a:ext uri="{FF2B5EF4-FFF2-40B4-BE49-F238E27FC236}">
                  <a16:creationId xmlns:a16="http://schemas.microsoft.com/office/drawing/2014/main" id="{5DCD3A32-7DE7-051A-6AAB-4A40DF528638}"/>
                </a:ext>
              </a:extLst>
            </p:cNvPr>
            <p:cNvSpPr/>
            <p:nvPr/>
          </p:nvSpPr>
          <p:spPr>
            <a:xfrm>
              <a:off x="4235450" y="5424170"/>
              <a:ext cx="11430" cy="819150"/>
            </a:xfrm>
            <a:custGeom>
              <a:avLst/>
              <a:gdLst/>
              <a:ahLst/>
              <a:cxnLst/>
              <a:rect l="l" t="t" r="r" b="b"/>
              <a:pathLst>
                <a:path w="11429" h="819150">
                  <a:moveTo>
                    <a:pt x="11429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6350" y="1269"/>
                  </a:lnTo>
                  <a:lnTo>
                    <a:pt x="6350" y="2539"/>
                  </a:lnTo>
                  <a:lnTo>
                    <a:pt x="11429" y="2539"/>
                  </a:lnTo>
                  <a:lnTo>
                    <a:pt x="11429" y="0"/>
                  </a:lnTo>
                  <a:close/>
                </a:path>
                <a:path w="11429" h="819150">
                  <a:moveTo>
                    <a:pt x="11429" y="2539"/>
                  </a:moveTo>
                  <a:lnTo>
                    <a:pt x="2539" y="2539"/>
                  </a:lnTo>
                  <a:lnTo>
                    <a:pt x="2539" y="3809"/>
                  </a:ln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819150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819150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819150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819150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819150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819150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819150">
                  <a:moveTo>
                    <a:pt x="1142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25399"/>
                  </a:lnTo>
                  <a:close/>
                </a:path>
                <a:path w="11429" h="819150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819150">
                  <a:moveTo>
                    <a:pt x="11429" y="38099"/>
                  </a:moveTo>
                  <a:lnTo>
                    <a:pt x="0" y="3809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38099"/>
                  </a:lnTo>
                  <a:close/>
                </a:path>
                <a:path w="11429" h="819150">
                  <a:moveTo>
                    <a:pt x="11429" y="46989"/>
                  </a:moveTo>
                  <a:lnTo>
                    <a:pt x="0" y="46989"/>
                  </a:lnTo>
                  <a:lnTo>
                    <a:pt x="0" y="53339"/>
                  </a:lnTo>
                  <a:lnTo>
                    <a:pt x="11429" y="53339"/>
                  </a:lnTo>
                  <a:lnTo>
                    <a:pt x="11429" y="46989"/>
                  </a:lnTo>
                  <a:close/>
                </a:path>
                <a:path w="11429" h="819150">
                  <a:moveTo>
                    <a:pt x="1142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3339"/>
                  </a:lnTo>
                  <a:close/>
                </a:path>
                <a:path w="11429" h="819150">
                  <a:moveTo>
                    <a:pt x="1142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7149"/>
                  </a:lnTo>
                  <a:close/>
                </a:path>
                <a:path w="11429" h="819150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819150">
                  <a:moveTo>
                    <a:pt x="11429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63499"/>
                  </a:lnTo>
                  <a:close/>
                </a:path>
                <a:path w="11429" h="819150">
                  <a:moveTo>
                    <a:pt x="11429" y="66039"/>
                  </a:moveTo>
                  <a:lnTo>
                    <a:pt x="0" y="6603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6039"/>
                  </a:lnTo>
                  <a:close/>
                </a:path>
                <a:path w="11429" h="819150">
                  <a:moveTo>
                    <a:pt x="11429" y="72389"/>
                  </a:moveTo>
                  <a:lnTo>
                    <a:pt x="0" y="72389"/>
                  </a:lnTo>
                  <a:lnTo>
                    <a:pt x="0" y="726439"/>
                  </a:lnTo>
                  <a:lnTo>
                    <a:pt x="11429" y="726439"/>
                  </a:lnTo>
                  <a:lnTo>
                    <a:pt x="11429" y="72389"/>
                  </a:lnTo>
                  <a:close/>
                </a:path>
                <a:path w="11429" h="819150">
                  <a:moveTo>
                    <a:pt x="11429" y="815339"/>
                  </a:moveTo>
                  <a:lnTo>
                    <a:pt x="3810" y="815339"/>
                  </a:lnTo>
                  <a:lnTo>
                    <a:pt x="3810" y="816609"/>
                  </a:lnTo>
                  <a:lnTo>
                    <a:pt x="8889" y="816609"/>
                  </a:lnTo>
                  <a:lnTo>
                    <a:pt x="8889" y="819149"/>
                  </a:lnTo>
                  <a:lnTo>
                    <a:pt x="11429" y="819149"/>
                  </a:lnTo>
                  <a:lnTo>
                    <a:pt x="11429" y="815339"/>
                  </a:lnTo>
                  <a:close/>
                </a:path>
                <a:path w="11429" h="819150">
                  <a:moveTo>
                    <a:pt x="1142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29" y="814069"/>
                  </a:lnTo>
                  <a:lnTo>
                    <a:pt x="11429" y="808989"/>
                  </a:lnTo>
                  <a:close/>
                </a:path>
                <a:path w="11429" h="819150">
                  <a:moveTo>
                    <a:pt x="1142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29" y="807719"/>
                  </a:lnTo>
                  <a:lnTo>
                    <a:pt x="11429" y="802639"/>
                  </a:lnTo>
                  <a:close/>
                </a:path>
                <a:path w="11429" h="81915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1915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1915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1915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19150">
                  <a:moveTo>
                    <a:pt x="1142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70889"/>
                  </a:lnTo>
                  <a:close/>
                </a:path>
                <a:path w="11429" h="819150">
                  <a:moveTo>
                    <a:pt x="1142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29" y="769619"/>
                  </a:lnTo>
                  <a:lnTo>
                    <a:pt x="11429" y="764539"/>
                  </a:lnTo>
                  <a:close/>
                </a:path>
                <a:path w="11429" h="819150">
                  <a:moveTo>
                    <a:pt x="11429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1429" y="763269"/>
                  </a:lnTo>
                  <a:lnTo>
                    <a:pt x="11429" y="758189"/>
                  </a:lnTo>
                  <a:close/>
                </a:path>
                <a:path w="11429" h="819150">
                  <a:moveTo>
                    <a:pt x="11429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1429" y="756919"/>
                  </a:lnTo>
                  <a:lnTo>
                    <a:pt x="11429" y="751839"/>
                  </a:lnTo>
                  <a:close/>
                </a:path>
                <a:path w="11429" h="819150">
                  <a:moveTo>
                    <a:pt x="11429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1429" y="750569"/>
                  </a:lnTo>
                  <a:lnTo>
                    <a:pt x="11429" y="745489"/>
                  </a:lnTo>
                  <a:close/>
                </a:path>
                <a:path w="11429" h="819150">
                  <a:moveTo>
                    <a:pt x="11429" y="739139"/>
                  </a:moveTo>
                  <a:lnTo>
                    <a:pt x="0" y="739139"/>
                  </a:lnTo>
                  <a:lnTo>
                    <a:pt x="0" y="744219"/>
                  </a:lnTo>
                  <a:lnTo>
                    <a:pt x="11429" y="744219"/>
                  </a:lnTo>
                  <a:lnTo>
                    <a:pt x="11429" y="739139"/>
                  </a:lnTo>
                  <a:close/>
                </a:path>
                <a:path w="11429" h="819150">
                  <a:moveTo>
                    <a:pt x="11429" y="727709"/>
                  </a:moveTo>
                  <a:lnTo>
                    <a:pt x="0" y="727709"/>
                  </a:lnTo>
                  <a:lnTo>
                    <a:pt x="0" y="737869"/>
                  </a:lnTo>
                  <a:lnTo>
                    <a:pt x="11429" y="737869"/>
                  </a:lnTo>
                  <a:lnTo>
                    <a:pt x="11429" y="727709"/>
                  </a:lnTo>
                  <a:close/>
                </a:path>
              </a:pathLst>
            </a:custGeom>
            <a:solidFill>
              <a:srgbClr val="8787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889">
              <a:extLst>
                <a:ext uri="{FF2B5EF4-FFF2-40B4-BE49-F238E27FC236}">
                  <a16:creationId xmlns:a16="http://schemas.microsoft.com/office/drawing/2014/main" id="{EB604E15-7A50-16AE-20A8-49F881089F98}"/>
                </a:ext>
              </a:extLst>
            </p:cNvPr>
            <p:cNvSpPr/>
            <p:nvPr/>
          </p:nvSpPr>
          <p:spPr>
            <a:xfrm>
              <a:off x="4246879" y="5421630"/>
              <a:ext cx="11430" cy="824230"/>
            </a:xfrm>
            <a:custGeom>
              <a:avLst/>
              <a:gdLst/>
              <a:ahLst/>
              <a:cxnLst/>
              <a:rect l="l" t="t" r="r" b="b"/>
              <a:pathLst>
                <a:path w="11429" h="824229">
                  <a:moveTo>
                    <a:pt x="11430" y="0"/>
                  </a:moveTo>
                  <a:lnTo>
                    <a:pt x="10160" y="0"/>
                  </a:lnTo>
                  <a:lnTo>
                    <a:pt x="10160" y="1270"/>
                  </a:lnTo>
                  <a:lnTo>
                    <a:pt x="5080" y="1270"/>
                  </a:lnTo>
                  <a:lnTo>
                    <a:pt x="508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  <a:path w="11429" h="824229">
                  <a:moveTo>
                    <a:pt x="11430" y="254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2540"/>
                  </a:lnTo>
                  <a:close/>
                </a:path>
                <a:path w="11429" h="824229">
                  <a:moveTo>
                    <a:pt x="1143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890"/>
                  </a:lnTo>
                  <a:close/>
                </a:path>
                <a:path w="11429" h="824229">
                  <a:moveTo>
                    <a:pt x="1143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30"/>
                  </a:lnTo>
                  <a:close/>
                </a:path>
                <a:path w="11429" h="824229">
                  <a:moveTo>
                    <a:pt x="1143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40"/>
                  </a:lnTo>
                  <a:close/>
                </a:path>
                <a:path w="11429" h="824229">
                  <a:moveTo>
                    <a:pt x="1143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80"/>
                  </a:lnTo>
                  <a:close/>
                </a:path>
                <a:path w="11429" h="824229">
                  <a:moveTo>
                    <a:pt x="1143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590"/>
                  </a:lnTo>
                  <a:close/>
                </a:path>
                <a:path w="11429" h="824229">
                  <a:moveTo>
                    <a:pt x="1143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30"/>
                  </a:lnTo>
                  <a:close/>
                </a:path>
                <a:path w="11429" h="824229">
                  <a:moveTo>
                    <a:pt x="11430" y="27940"/>
                  </a:moveTo>
                  <a:lnTo>
                    <a:pt x="0" y="27940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27940"/>
                  </a:lnTo>
                  <a:close/>
                </a:path>
                <a:path w="11429" h="824229">
                  <a:moveTo>
                    <a:pt x="1143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30"/>
                  </a:lnTo>
                  <a:close/>
                </a:path>
                <a:path w="11429" h="824229">
                  <a:moveTo>
                    <a:pt x="11430" y="40640"/>
                  </a:moveTo>
                  <a:lnTo>
                    <a:pt x="0" y="40640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0640"/>
                  </a:lnTo>
                  <a:close/>
                </a:path>
                <a:path w="11429" h="824229">
                  <a:moveTo>
                    <a:pt x="11430" y="49530"/>
                  </a:moveTo>
                  <a:lnTo>
                    <a:pt x="0" y="49530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49530"/>
                  </a:lnTo>
                  <a:close/>
                </a:path>
                <a:path w="11429" h="824229">
                  <a:moveTo>
                    <a:pt x="1143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80"/>
                  </a:lnTo>
                  <a:close/>
                </a:path>
                <a:path w="11429" h="824229">
                  <a:moveTo>
                    <a:pt x="1143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690"/>
                  </a:lnTo>
                  <a:close/>
                </a:path>
                <a:path w="11429" h="824229">
                  <a:moveTo>
                    <a:pt x="1143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30"/>
                  </a:lnTo>
                  <a:close/>
                </a:path>
                <a:path w="11429" h="824229">
                  <a:moveTo>
                    <a:pt x="1143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40"/>
                  </a:lnTo>
                  <a:close/>
                </a:path>
                <a:path w="11429" h="824229">
                  <a:moveTo>
                    <a:pt x="11430" y="68580"/>
                  </a:moveTo>
                  <a:lnTo>
                    <a:pt x="0" y="68580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68580"/>
                  </a:lnTo>
                  <a:close/>
                </a:path>
                <a:path w="11429" h="824229">
                  <a:moveTo>
                    <a:pt x="11430" y="74930"/>
                  </a:moveTo>
                  <a:lnTo>
                    <a:pt x="0" y="74930"/>
                  </a:lnTo>
                  <a:lnTo>
                    <a:pt x="0" y="728980"/>
                  </a:lnTo>
                  <a:lnTo>
                    <a:pt x="11430" y="728980"/>
                  </a:lnTo>
                  <a:lnTo>
                    <a:pt x="11430" y="74930"/>
                  </a:lnTo>
                  <a:close/>
                </a:path>
                <a:path w="11429" h="824229">
                  <a:moveTo>
                    <a:pt x="11430" y="817880"/>
                  </a:moveTo>
                  <a:lnTo>
                    <a:pt x="0" y="817880"/>
                  </a:lnTo>
                  <a:lnTo>
                    <a:pt x="0" y="821690"/>
                  </a:lnTo>
                  <a:lnTo>
                    <a:pt x="1270" y="821690"/>
                  </a:lnTo>
                  <a:lnTo>
                    <a:pt x="1270" y="822960"/>
                  </a:lnTo>
                  <a:lnTo>
                    <a:pt x="6350" y="822960"/>
                  </a:lnTo>
                  <a:lnTo>
                    <a:pt x="6350" y="824230"/>
                  </a:lnTo>
                  <a:lnTo>
                    <a:pt x="11430" y="824230"/>
                  </a:lnTo>
                  <a:lnTo>
                    <a:pt x="11430" y="817880"/>
                  </a:lnTo>
                  <a:close/>
                </a:path>
                <a:path w="11429" h="824229">
                  <a:moveTo>
                    <a:pt x="1143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30" y="816610"/>
                  </a:lnTo>
                  <a:lnTo>
                    <a:pt x="11430" y="811530"/>
                  </a:lnTo>
                  <a:close/>
                </a:path>
                <a:path w="11429" h="824229">
                  <a:moveTo>
                    <a:pt x="1143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30" y="810260"/>
                  </a:lnTo>
                  <a:lnTo>
                    <a:pt x="11430" y="805180"/>
                  </a:lnTo>
                  <a:close/>
                </a:path>
                <a:path w="11429" h="824229">
                  <a:moveTo>
                    <a:pt x="1143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30" y="803910"/>
                  </a:lnTo>
                  <a:lnTo>
                    <a:pt x="11430" y="798830"/>
                  </a:lnTo>
                  <a:close/>
                </a:path>
                <a:path w="11429" h="824229">
                  <a:moveTo>
                    <a:pt x="1143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30" y="797560"/>
                  </a:lnTo>
                  <a:lnTo>
                    <a:pt x="11430" y="792480"/>
                  </a:lnTo>
                  <a:close/>
                </a:path>
                <a:path w="11429" h="824229">
                  <a:moveTo>
                    <a:pt x="1143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30" y="791210"/>
                  </a:lnTo>
                  <a:lnTo>
                    <a:pt x="11430" y="786130"/>
                  </a:lnTo>
                  <a:close/>
                </a:path>
                <a:path w="11429" h="824229">
                  <a:moveTo>
                    <a:pt x="1143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30" y="784860"/>
                  </a:lnTo>
                  <a:lnTo>
                    <a:pt x="11430" y="779780"/>
                  </a:lnTo>
                  <a:close/>
                </a:path>
                <a:path w="11429" h="824229">
                  <a:moveTo>
                    <a:pt x="1143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1430" y="778510"/>
                  </a:lnTo>
                  <a:lnTo>
                    <a:pt x="11430" y="773430"/>
                  </a:lnTo>
                  <a:close/>
                </a:path>
                <a:path w="11429" h="824229">
                  <a:moveTo>
                    <a:pt x="1143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1430" y="772160"/>
                  </a:lnTo>
                  <a:lnTo>
                    <a:pt x="11430" y="767080"/>
                  </a:lnTo>
                  <a:close/>
                </a:path>
                <a:path w="11429" h="824229">
                  <a:moveTo>
                    <a:pt x="1143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1430" y="765810"/>
                  </a:lnTo>
                  <a:lnTo>
                    <a:pt x="11430" y="760730"/>
                  </a:lnTo>
                  <a:close/>
                </a:path>
                <a:path w="11429" h="824229">
                  <a:moveTo>
                    <a:pt x="1143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1430" y="759460"/>
                  </a:lnTo>
                  <a:lnTo>
                    <a:pt x="11430" y="754380"/>
                  </a:lnTo>
                  <a:close/>
                </a:path>
                <a:path w="11429" h="824229">
                  <a:moveTo>
                    <a:pt x="1143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1430" y="753110"/>
                  </a:lnTo>
                  <a:lnTo>
                    <a:pt x="11430" y="748030"/>
                  </a:lnTo>
                  <a:close/>
                </a:path>
                <a:path w="11429" h="824229">
                  <a:moveTo>
                    <a:pt x="1143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741680"/>
                  </a:lnTo>
                  <a:close/>
                </a:path>
                <a:path w="11429" h="824229">
                  <a:moveTo>
                    <a:pt x="11430" y="730250"/>
                  </a:moveTo>
                  <a:lnTo>
                    <a:pt x="0" y="730250"/>
                  </a:lnTo>
                  <a:lnTo>
                    <a:pt x="0" y="740410"/>
                  </a:lnTo>
                  <a:lnTo>
                    <a:pt x="11430" y="740410"/>
                  </a:lnTo>
                  <a:lnTo>
                    <a:pt x="11430" y="730250"/>
                  </a:lnTo>
                  <a:close/>
                </a:path>
              </a:pathLst>
            </a:custGeom>
            <a:solidFill>
              <a:srgbClr val="8686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890">
              <a:extLst>
                <a:ext uri="{FF2B5EF4-FFF2-40B4-BE49-F238E27FC236}">
                  <a16:creationId xmlns:a16="http://schemas.microsoft.com/office/drawing/2014/main" id="{7667E003-5F1A-1EAC-079B-236F947F9F70}"/>
                </a:ext>
              </a:extLst>
            </p:cNvPr>
            <p:cNvSpPr/>
            <p:nvPr/>
          </p:nvSpPr>
          <p:spPr>
            <a:xfrm>
              <a:off x="4258310" y="5419090"/>
              <a:ext cx="10160" cy="828040"/>
            </a:xfrm>
            <a:custGeom>
              <a:avLst/>
              <a:gdLst/>
              <a:ahLst/>
              <a:cxnLst/>
              <a:rect l="l" t="t" r="r" b="b"/>
              <a:pathLst>
                <a:path w="10160" h="828039">
                  <a:moveTo>
                    <a:pt x="10160" y="0"/>
                  </a:moveTo>
                  <a:lnTo>
                    <a:pt x="8889" y="0"/>
                  </a:lnTo>
                  <a:lnTo>
                    <a:pt x="8889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  <a:path w="10160" h="828039">
                  <a:moveTo>
                    <a:pt x="10160" y="1270"/>
                  </a:moveTo>
                  <a:lnTo>
                    <a:pt x="3810" y="1270"/>
                  </a:lnTo>
                  <a:lnTo>
                    <a:pt x="381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1270"/>
                  </a:lnTo>
                  <a:close/>
                </a:path>
                <a:path w="10160" h="828039">
                  <a:moveTo>
                    <a:pt x="10160" y="5080"/>
                  </a:moveTo>
                  <a:lnTo>
                    <a:pt x="0" y="508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5080"/>
                  </a:lnTo>
                  <a:close/>
                </a:path>
                <a:path w="10160" h="828039">
                  <a:moveTo>
                    <a:pt x="1016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60" y="13970"/>
                  </a:lnTo>
                  <a:lnTo>
                    <a:pt x="10160" y="11430"/>
                  </a:lnTo>
                  <a:close/>
                </a:path>
                <a:path w="10160" h="828039">
                  <a:moveTo>
                    <a:pt x="1016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3970"/>
                  </a:lnTo>
                  <a:close/>
                </a:path>
                <a:path w="10160" h="828039">
                  <a:moveTo>
                    <a:pt x="1016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7780"/>
                  </a:lnTo>
                  <a:close/>
                </a:path>
                <a:path w="10160" h="828039">
                  <a:moveTo>
                    <a:pt x="1016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0320"/>
                  </a:lnTo>
                  <a:close/>
                </a:path>
                <a:path w="10160" h="828039">
                  <a:moveTo>
                    <a:pt x="1016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0160" y="26670"/>
                  </a:lnTo>
                  <a:lnTo>
                    <a:pt x="10160" y="24130"/>
                  </a:lnTo>
                  <a:close/>
                </a:path>
                <a:path w="10160" h="828039">
                  <a:moveTo>
                    <a:pt x="1016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6670"/>
                  </a:lnTo>
                  <a:close/>
                </a:path>
                <a:path w="10160" h="828039">
                  <a:moveTo>
                    <a:pt x="10160" y="30480"/>
                  </a:moveTo>
                  <a:lnTo>
                    <a:pt x="0" y="30480"/>
                  </a:lnTo>
                  <a:lnTo>
                    <a:pt x="0" y="39370"/>
                  </a:lnTo>
                  <a:lnTo>
                    <a:pt x="10160" y="39370"/>
                  </a:lnTo>
                  <a:lnTo>
                    <a:pt x="10160" y="30480"/>
                  </a:lnTo>
                  <a:close/>
                </a:path>
                <a:path w="10160" h="828039">
                  <a:moveTo>
                    <a:pt x="1016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9370"/>
                  </a:lnTo>
                  <a:close/>
                </a:path>
                <a:path w="10160" h="828039">
                  <a:moveTo>
                    <a:pt x="10160" y="43180"/>
                  </a:moveTo>
                  <a:lnTo>
                    <a:pt x="0" y="43180"/>
                  </a:lnTo>
                  <a:lnTo>
                    <a:pt x="0" y="52070"/>
                  </a:lnTo>
                  <a:lnTo>
                    <a:pt x="10160" y="52070"/>
                  </a:lnTo>
                  <a:lnTo>
                    <a:pt x="10160" y="43180"/>
                  </a:lnTo>
                  <a:close/>
                </a:path>
                <a:path w="10160" h="828039">
                  <a:moveTo>
                    <a:pt x="10160" y="52070"/>
                  </a:moveTo>
                  <a:lnTo>
                    <a:pt x="0" y="52070"/>
                  </a:lnTo>
                  <a:lnTo>
                    <a:pt x="0" y="58420"/>
                  </a:lnTo>
                  <a:lnTo>
                    <a:pt x="10160" y="58420"/>
                  </a:lnTo>
                  <a:lnTo>
                    <a:pt x="10160" y="52070"/>
                  </a:lnTo>
                  <a:close/>
                </a:path>
                <a:path w="10160" h="828039">
                  <a:moveTo>
                    <a:pt x="10160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8420"/>
                  </a:lnTo>
                  <a:close/>
                </a:path>
                <a:path w="10160" h="828039">
                  <a:moveTo>
                    <a:pt x="10160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10160" y="64770"/>
                  </a:lnTo>
                  <a:lnTo>
                    <a:pt x="10160" y="62230"/>
                  </a:lnTo>
                  <a:close/>
                </a:path>
                <a:path w="10160" h="828039">
                  <a:moveTo>
                    <a:pt x="10160" y="64770"/>
                  </a:moveTo>
                  <a:lnTo>
                    <a:pt x="0" y="6477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4770"/>
                  </a:lnTo>
                  <a:close/>
                </a:path>
                <a:path w="10160" h="828039">
                  <a:moveTo>
                    <a:pt x="10160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8580"/>
                  </a:lnTo>
                  <a:close/>
                </a:path>
                <a:path w="10160" h="828039">
                  <a:moveTo>
                    <a:pt x="10160" y="71120"/>
                  </a:moveTo>
                  <a:lnTo>
                    <a:pt x="0" y="71120"/>
                  </a:lnTo>
                  <a:lnTo>
                    <a:pt x="0" y="77470"/>
                  </a:lnTo>
                  <a:lnTo>
                    <a:pt x="10160" y="77470"/>
                  </a:lnTo>
                  <a:lnTo>
                    <a:pt x="10160" y="71120"/>
                  </a:lnTo>
                  <a:close/>
                </a:path>
                <a:path w="10160" h="828039">
                  <a:moveTo>
                    <a:pt x="10160" y="77470"/>
                  </a:moveTo>
                  <a:lnTo>
                    <a:pt x="0" y="77470"/>
                  </a:lnTo>
                  <a:lnTo>
                    <a:pt x="0" y="731520"/>
                  </a:lnTo>
                  <a:lnTo>
                    <a:pt x="10160" y="731520"/>
                  </a:lnTo>
                  <a:lnTo>
                    <a:pt x="10160" y="77470"/>
                  </a:lnTo>
                  <a:close/>
                </a:path>
                <a:path w="10160" h="828039">
                  <a:moveTo>
                    <a:pt x="10160" y="826770"/>
                  </a:moveTo>
                  <a:lnTo>
                    <a:pt x="5079" y="826770"/>
                  </a:lnTo>
                  <a:lnTo>
                    <a:pt x="5079" y="828040"/>
                  </a:lnTo>
                  <a:lnTo>
                    <a:pt x="10160" y="828040"/>
                  </a:lnTo>
                  <a:lnTo>
                    <a:pt x="10160" y="826770"/>
                  </a:lnTo>
                  <a:close/>
                </a:path>
                <a:path w="10160" h="828039">
                  <a:moveTo>
                    <a:pt x="10160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0160" y="825500"/>
                  </a:lnTo>
                  <a:lnTo>
                    <a:pt x="10160" y="820420"/>
                  </a:lnTo>
                  <a:close/>
                </a:path>
                <a:path w="10160" h="828039">
                  <a:moveTo>
                    <a:pt x="10160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60" y="819150"/>
                  </a:lnTo>
                  <a:lnTo>
                    <a:pt x="10160" y="814070"/>
                  </a:lnTo>
                  <a:close/>
                </a:path>
                <a:path w="10160" h="828039">
                  <a:moveTo>
                    <a:pt x="10160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60" y="812800"/>
                  </a:lnTo>
                  <a:lnTo>
                    <a:pt x="10160" y="807720"/>
                  </a:lnTo>
                  <a:close/>
                </a:path>
                <a:path w="10160" h="828039">
                  <a:moveTo>
                    <a:pt x="10160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60" y="806450"/>
                  </a:lnTo>
                  <a:lnTo>
                    <a:pt x="10160" y="801370"/>
                  </a:lnTo>
                  <a:close/>
                </a:path>
                <a:path w="10160" h="828039">
                  <a:moveTo>
                    <a:pt x="10160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60" y="800100"/>
                  </a:lnTo>
                  <a:lnTo>
                    <a:pt x="10160" y="795020"/>
                  </a:lnTo>
                  <a:close/>
                </a:path>
                <a:path w="10160" h="828039">
                  <a:moveTo>
                    <a:pt x="10160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60" y="793750"/>
                  </a:lnTo>
                  <a:lnTo>
                    <a:pt x="10160" y="788670"/>
                  </a:lnTo>
                  <a:close/>
                </a:path>
                <a:path w="10160" h="828039">
                  <a:moveTo>
                    <a:pt x="1016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60" y="787400"/>
                  </a:lnTo>
                  <a:lnTo>
                    <a:pt x="10160" y="782320"/>
                  </a:lnTo>
                  <a:close/>
                </a:path>
                <a:path w="10160" h="828039">
                  <a:moveTo>
                    <a:pt x="1016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60" y="781050"/>
                  </a:lnTo>
                  <a:lnTo>
                    <a:pt x="10160" y="775970"/>
                  </a:lnTo>
                  <a:close/>
                </a:path>
                <a:path w="10160" h="828039">
                  <a:moveTo>
                    <a:pt x="10160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60" y="774700"/>
                  </a:lnTo>
                  <a:lnTo>
                    <a:pt x="10160" y="769620"/>
                  </a:lnTo>
                  <a:close/>
                </a:path>
                <a:path w="10160" h="828039">
                  <a:moveTo>
                    <a:pt x="10160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0160" y="768350"/>
                  </a:lnTo>
                  <a:lnTo>
                    <a:pt x="10160" y="763270"/>
                  </a:lnTo>
                  <a:close/>
                </a:path>
                <a:path w="10160" h="828039">
                  <a:moveTo>
                    <a:pt x="10160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0160" y="762000"/>
                  </a:lnTo>
                  <a:lnTo>
                    <a:pt x="10160" y="756920"/>
                  </a:lnTo>
                  <a:close/>
                </a:path>
                <a:path w="10160" h="828039">
                  <a:moveTo>
                    <a:pt x="10160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0160" y="755650"/>
                  </a:lnTo>
                  <a:lnTo>
                    <a:pt x="10160" y="750570"/>
                  </a:lnTo>
                  <a:close/>
                </a:path>
                <a:path w="10160" h="828039">
                  <a:moveTo>
                    <a:pt x="10160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0160" y="749300"/>
                  </a:lnTo>
                  <a:lnTo>
                    <a:pt x="10160" y="744220"/>
                  </a:lnTo>
                  <a:close/>
                </a:path>
                <a:path w="10160" h="828039">
                  <a:moveTo>
                    <a:pt x="10160" y="732790"/>
                  </a:moveTo>
                  <a:lnTo>
                    <a:pt x="0" y="732790"/>
                  </a:lnTo>
                  <a:lnTo>
                    <a:pt x="0" y="742950"/>
                  </a:lnTo>
                  <a:lnTo>
                    <a:pt x="10160" y="742950"/>
                  </a:lnTo>
                  <a:lnTo>
                    <a:pt x="10160" y="732790"/>
                  </a:lnTo>
                  <a:close/>
                </a:path>
              </a:pathLst>
            </a:custGeom>
            <a:solidFill>
              <a:srgbClr val="8585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891">
              <a:extLst>
                <a:ext uri="{FF2B5EF4-FFF2-40B4-BE49-F238E27FC236}">
                  <a16:creationId xmlns:a16="http://schemas.microsoft.com/office/drawing/2014/main" id="{B6846EED-EAFE-E2BC-91E7-0EA6D32C4E08}"/>
                </a:ext>
              </a:extLst>
            </p:cNvPr>
            <p:cNvSpPr/>
            <p:nvPr/>
          </p:nvSpPr>
          <p:spPr>
            <a:xfrm>
              <a:off x="4268470" y="5416550"/>
              <a:ext cx="11430" cy="834390"/>
            </a:xfrm>
            <a:custGeom>
              <a:avLst/>
              <a:gdLst/>
              <a:ahLst/>
              <a:cxnLst/>
              <a:rect l="l" t="t" r="r" b="b"/>
              <a:pathLst>
                <a:path w="11429" h="834389">
                  <a:moveTo>
                    <a:pt x="11429" y="0"/>
                  </a:moveTo>
                  <a:lnTo>
                    <a:pt x="10159" y="0"/>
                  </a:lnTo>
                  <a:lnTo>
                    <a:pt x="10159" y="1269"/>
                  </a:lnTo>
                  <a:lnTo>
                    <a:pt x="11429" y="1269"/>
                  </a:lnTo>
                  <a:lnTo>
                    <a:pt x="11429" y="0"/>
                  </a:lnTo>
                  <a:close/>
                </a:path>
                <a:path w="11429" h="834389">
                  <a:moveTo>
                    <a:pt x="11429" y="1270"/>
                  </a:moveTo>
                  <a:lnTo>
                    <a:pt x="5079" y="1270"/>
                  </a:lnTo>
                  <a:lnTo>
                    <a:pt x="5079" y="2540"/>
                  </a:lnTo>
                  <a:lnTo>
                    <a:pt x="0" y="254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834389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834389">
                  <a:moveTo>
                    <a:pt x="11429" y="7620"/>
                  </a:moveTo>
                  <a:lnTo>
                    <a:pt x="0" y="762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7620"/>
                  </a:lnTo>
                  <a:close/>
                </a:path>
                <a:path w="11429" h="834389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834389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834389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834389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834389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834389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834389">
                  <a:moveTo>
                    <a:pt x="11429" y="33020"/>
                  </a:moveTo>
                  <a:lnTo>
                    <a:pt x="0" y="3302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3020"/>
                  </a:lnTo>
                  <a:close/>
                </a:path>
                <a:path w="11429" h="834389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834389">
                  <a:moveTo>
                    <a:pt x="11429" y="45720"/>
                  </a:moveTo>
                  <a:lnTo>
                    <a:pt x="0" y="4572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45720"/>
                  </a:lnTo>
                  <a:close/>
                </a:path>
                <a:path w="11429" h="834389">
                  <a:moveTo>
                    <a:pt x="11429" y="54610"/>
                  </a:moveTo>
                  <a:lnTo>
                    <a:pt x="0" y="5461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4610"/>
                  </a:lnTo>
                  <a:close/>
                </a:path>
                <a:path w="11429" h="834389">
                  <a:moveTo>
                    <a:pt x="11429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29" y="64769"/>
                  </a:lnTo>
                  <a:lnTo>
                    <a:pt x="11429" y="60960"/>
                  </a:lnTo>
                  <a:close/>
                </a:path>
                <a:path w="11429" h="834389">
                  <a:moveTo>
                    <a:pt x="11429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4770"/>
                  </a:lnTo>
                  <a:close/>
                </a:path>
                <a:path w="11429" h="834389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834389">
                  <a:moveTo>
                    <a:pt x="11429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71120"/>
                  </a:lnTo>
                  <a:close/>
                </a:path>
                <a:path w="11429" h="834389">
                  <a:moveTo>
                    <a:pt x="11429" y="73660"/>
                  </a:moveTo>
                  <a:lnTo>
                    <a:pt x="0" y="7366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3660"/>
                  </a:lnTo>
                  <a:close/>
                </a:path>
                <a:path w="11429" h="834389">
                  <a:moveTo>
                    <a:pt x="11429" y="80010"/>
                  </a:moveTo>
                  <a:lnTo>
                    <a:pt x="0" y="80010"/>
                  </a:lnTo>
                  <a:lnTo>
                    <a:pt x="0" y="734060"/>
                  </a:lnTo>
                  <a:lnTo>
                    <a:pt x="11429" y="734060"/>
                  </a:lnTo>
                  <a:lnTo>
                    <a:pt x="11429" y="80010"/>
                  </a:lnTo>
                  <a:close/>
                </a:path>
                <a:path w="11429" h="834389">
                  <a:moveTo>
                    <a:pt x="11429" y="829310"/>
                  </a:moveTo>
                  <a:lnTo>
                    <a:pt x="0" y="829310"/>
                  </a:lnTo>
                  <a:lnTo>
                    <a:pt x="0" y="833119"/>
                  </a:lnTo>
                  <a:lnTo>
                    <a:pt x="6350" y="833119"/>
                  </a:lnTo>
                  <a:lnTo>
                    <a:pt x="6350" y="834389"/>
                  </a:lnTo>
                  <a:lnTo>
                    <a:pt x="11429" y="834389"/>
                  </a:lnTo>
                  <a:lnTo>
                    <a:pt x="11429" y="829310"/>
                  </a:lnTo>
                  <a:close/>
                </a:path>
                <a:path w="11429" h="834389">
                  <a:moveTo>
                    <a:pt x="11429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29" y="828039"/>
                  </a:lnTo>
                  <a:lnTo>
                    <a:pt x="11429" y="822960"/>
                  </a:lnTo>
                  <a:close/>
                </a:path>
                <a:path w="11429" h="834389">
                  <a:moveTo>
                    <a:pt x="11429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29" y="821689"/>
                  </a:lnTo>
                  <a:lnTo>
                    <a:pt x="11429" y="816610"/>
                  </a:lnTo>
                  <a:close/>
                </a:path>
                <a:path w="11429" h="834389">
                  <a:moveTo>
                    <a:pt x="11429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29" y="815339"/>
                  </a:lnTo>
                  <a:lnTo>
                    <a:pt x="11429" y="810260"/>
                  </a:lnTo>
                  <a:close/>
                </a:path>
                <a:path w="11429" h="834389">
                  <a:moveTo>
                    <a:pt x="11429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29" y="808990"/>
                  </a:lnTo>
                  <a:lnTo>
                    <a:pt x="11429" y="803910"/>
                  </a:lnTo>
                  <a:close/>
                </a:path>
                <a:path w="11429" h="834389">
                  <a:moveTo>
                    <a:pt x="11429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29" y="802640"/>
                  </a:lnTo>
                  <a:lnTo>
                    <a:pt x="11429" y="797560"/>
                  </a:lnTo>
                  <a:close/>
                </a:path>
                <a:path w="11429" h="834389">
                  <a:moveTo>
                    <a:pt x="11429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29" y="796290"/>
                  </a:lnTo>
                  <a:lnTo>
                    <a:pt x="11429" y="791210"/>
                  </a:lnTo>
                  <a:close/>
                </a:path>
                <a:path w="11429" h="834389">
                  <a:moveTo>
                    <a:pt x="11429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29" y="789940"/>
                  </a:lnTo>
                  <a:lnTo>
                    <a:pt x="11429" y="784860"/>
                  </a:lnTo>
                  <a:close/>
                </a:path>
                <a:path w="11429" h="834389">
                  <a:moveTo>
                    <a:pt x="11429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29" y="783590"/>
                  </a:lnTo>
                  <a:lnTo>
                    <a:pt x="11429" y="778510"/>
                  </a:lnTo>
                  <a:close/>
                </a:path>
                <a:path w="11429" h="834389">
                  <a:moveTo>
                    <a:pt x="11429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29" y="777240"/>
                  </a:lnTo>
                  <a:lnTo>
                    <a:pt x="11429" y="772160"/>
                  </a:lnTo>
                  <a:close/>
                </a:path>
                <a:path w="11429" h="834389">
                  <a:moveTo>
                    <a:pt x="11429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29" y="770890"/>
                  </a:lnTo>
                  <a:lnTo>
                    <a:pt x="11429" y="765810"/>
                  </a:lnTo>
                  <a:close/>
                </a:path>
                <a:path w="11429" h="834389">
                  <a:moveTo>
                    <a:pt x="11429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1429" y="764540"/>
                  </a:lnTo>
                  <a:lnTo>
                    <a:pt x="11429" y="759460"/>
                  </a:lnTo>
                  <a:close/>
                </a:path>
                <a:path w="11429" h="834389">
                  <a:moveTo>
                    <a:pt x="11429" y="753110"/>
                  </a:moveTo>
                  <a:lnTo>
                    <a:pt x="0" y="753110"/>
                  </a:lnTo>
                  <a:lnTo>
                    <a:pt x="0" y="758190"/>
                  </a:lnTo>
                  <a:lnTo>
                    <a:pt x="11429" y="758190"/>
                  </a:lnTo>
                  <a:lnTo>
                    <a:pt x="11429" y="753110"/>
                  </a:lnTo>
                  <a:close/>
                </a:path>
                <a:path w="11429" h="834389">
                  <a:moveTo>
                    <a:pt x="11429" y="746760"/>
                  </a:moveTo>
                  <a:lnTo>
                    <a:pt x="0" y="746760"/>
                  </a:lnTo>
                  <a:lnTo>
                    <a:pt x="0" y="751840"/>
                  </a:lnTo>
                  <a:lnTo>
                    <a:pt x="11429" y="751840"/>
                  </a:lnTo>
                  <a:lnTo>
                    <a:pt x="11429" y="746760"/>
                  </a:lnTo>
                  <a:close/>
                </a:path>
                <a:path w="11429" h="834389">
                  <a:moveTo>
                    <a:pt x="11429" y="735330"/>
                  </a:moveTo>
                  <a:lnTo>
                    <a:pt x="0" y="735330"/>
                  </a:lnTo>
                  <a:lnTo>
                    <a:pt x="0" y="745490"/>
                  </a:lnTo>
                  <a:lnTo>
                    <a:pt x="11429" y="745490"/>
                  </a:lnTo>
                  <a:lnTo>
                    <a:pt x="11429" y="735330"/>
                  </a:lnTo>
                  <a:close/>
                </a:path>
              </a:pathLst>
            </a:custGeom>
            <a:solidFill>
              <a:srgbClr val="8585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892">
              <a:extLst>
                <a:ext uri="{FF2B5EF4-FFF2-40B4-BE49-F238E27FC236}">
                  <a16:creationId xmlns:a16="http://schemas.microsoft.com/office/drawing/2014/main" id="{0AF5B30E-1B2A-3194-12B8-A192F41C2BA2}"/>
                </a:ext>
              </a:extLst>
            </p:cNvPr>
            <p:cNvSpPr/>
            <p:nvPr/>
          </p:nvSpPr>
          <p:spPr>
            <a:xfrm>
              <a:off x="4279900" y="5414010"/>
              <a:ext cx="10160" cy="838200"/>
            </a:xfrm>
            <a:custGeom>
              <a:avLst/>
              <a:gdLst/>
              <a:ahLst/>
              <a:cxnLst/>
              <a:rect l="l" t="t" r="r" b="b"/>
              <a:pathLst>
                <a:path w="10160" h="838200">
                  <a:moveTo>
                    <a:pt x="10160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3810" y="1269"/>
                  </a:lnTo>
                  <a:lnTo>
                    <a:pt x="3810" y="2539"/>
                  </a:lnTo>
                  <a:lnTo>
                    <a:pt x="0" y="2539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0"/>
                  </a:lnTo>
                  <a:close/>
                </a:path>
                <a:path w="10160" h="838200">
                  <a:moveTo>
                    <a:pt x="1016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3809"/>
                  </a:lnTo>
                  <a:close/>
                </a:path>
                <a:path w="10160" h="83820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6350"/>
                  </a:lnTo>
                  <a:close/>
                </a:path>
                <a:path w="10160" h="838200">
                  <a:moveTo>
                    <a:pt x="10160" y="10160"/>
                  </a:moveTo>
                  <a:lnTo>
                    <a:pt x="0" y="1016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0160"/>
                  </a:lnTo>
                  <a:close/>
                </a:path>
                <a:path w="10160" h="838200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838200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838200">
                  <a:moveTo>
                    <a:pt x="1016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2859"/>
                  </a:lnTo>
                  <a:close/>
                </a:path>
                <a:path w="10160" h="838200">
                  <a:moveTo>
                    <a:pt x="1016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5400"/>
                  </a:lnTo>
                  <a:close/>
                </a:path>
                <a:path w="10160" h="838200">
                  <a:moveTo>
                    <a:pt x="1016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9209"/>
                  </a:lnTo>
                  <a:close/>
                </a:path>
                <a:path w="10160" h="838200">
                  <a:moveTo>
                    <a:pt x="1016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1750"/>
                  </a:lnTo>
                  <a:close/>
                </a:path>
                <a:path w="10160" h="838200">
                  <a:moveTo>
                    <a:pt x="10160" y="35559"/>
                  </a:moveTo>
                  <a:lnTo>
                    <a:pt x="0" y="3555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35559"/>
                  </a:lnTo>
                  <a:close/>
                </a:path>
                <a:path w="10160" h="838200">
                  <a:moveTo>
                    <a:pt x="1016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4450"/>
                  </a:lnTo>
                  <a:close/>
                </a:path>
                <a:path w="10160" h="838200">
                  <a:moveTo>
                    <a:pt x="10160" y="48259"/>
                  </a:moveTo>
                  <a:lnTo>
                    <a:pt x="0" y="4825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48259"/>
                  </a:lnTo>
                  <a:close/>
                </a:path>
                <a:path w="10160" h="838200">
                  <a:moveTo>
                    <a:pt x="10160" y="57150"/>
                  </a:moveTo>
                  <a:lnTo>
                    <a:pt x="0" y="57150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7150"/>
                  </a:lnTo>
                  <a:close/>
                </a:path>
                <a:path w="10160" h="838200">
                  <a:moveTo>
                    <a:pt x="10160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0160" y="67309"/>
                  </a:lnTo>
                  <a:lnTo>
                    <a:pt x="10160" y="63500"/>
                  </a:lnTo>
                  <a:close/>
                </a:path>
                <a:path w="10160" h="838200">
                  <a:moveTo>
                    <a:pt x="10160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7309"/>
                  </a:lnTo>
                  <a:close/>
                </a:path>
                <a:path w="10160" h="838200">
                  <a:moveTo>
                    <a:pt x="10160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0160" y="73659"/>
                  </a:lnTo>
                  <a:lnTo>
                    <a:pt x="10160" y="69850"/>
                  </a:lnTo>
                  <a:close/>
                </a:path>
                <a:path w="10160" h="838200">
                  <a:moveTo>
                    <a:pt x="10160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3659"/>
                  </a:lnTo>
                  <a:close/>
                </a:path>
                <a:path w="10160" h="838200">
                  <a:moveTo>
                    <a:pt x="10160" y="76200"/>
                  </a:moveTo>
                  <a:lnTo>
                    <a:pt x="0" y="76200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6200"/>
                  </a:lnTo>
                  <a:close/>
                </a:path>
                <a:path w="10160" h="838200">
                  <a:moveTo>
                    <a:pt x="10160" y="82550"/>
                  </a:moveTo>
                  <a:lnTo>
                    <a:pt x="0" y="82550"/>
                  </a:lnTo>
                  <a:lnTo>
                    <a:pt x="0" y="736599"/>
                  </a:lnTo>
                  <a:lnTo>
                    <a:pt x="10160" y="736599"/>
                  </a:lnTo>
                  <a:lnTo>
                    <a:pt x="10160" y="82550"/>
                  </a:lnTo>
                  <a:close/>
                </a:path>
                <a:path w="10160" h="838200">
                  <a:moveTo>
                    <a:pt x="10160" y="831849"/>
                  </a:moveTo>
                  <a:lnTo>
                    <a:pt x="0" y="831849"/>
                  </a:lnTo>
                  <a:lnTo>
                    <a:pt x="0" y="838199"/>
                  </a:lnTo>
                  <a:lnTo>
                    <a:pt x="5079" y="838199"/>
                  </a:lnTo>
                  <a:lnTo>
                    <a:pt x="5079" y="836929"/>
                  </a:lnTo>
                  <a:lnTo>
                    <a:pt x="10160" y="836929"/>
                  </a:lnTo>
                  <a:lnTo>
                    <a:pt x="10160" y="831849"/>
                  </a:lnTo>
                  <a:close/>
                </a:path>
                <a:path w="10160" h="838200">
                  <a:moveTo>
                    <a:pt x="10160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0160" y="830579"/>
                  </a:lnTo>
                  <a:lnTo>
                    <a:pt x="10160" y="825499"/>
                  </a:lnTo>
                  <a:close/>
                </a:path>
                <a:path w="10160" h="838200">
                  <a:moveTo>
                    <a:pt x="10160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0160" y="824229"/>
                  </a:lnTo>
                  <a:lnTo>
                    <a:pt x="10160" y="819149"/>
                  </a:lnTo>
                  <a:close/>
                </a:path>
                <a:path w="10160" h="838200">
                  <a:moveTo>
                    <a:pt x="10160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0160" y="817879"/>
                  </a:lnTo>
                  <a:lnTo>
                    <a:pt x="10160" y="812799"/>
                  </a:lnTo>
                  <a:close/>
                </a:path>
                <a:path w="10160" h="838200">
                  <a:moveTo>
                    <a:pt x="10160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0160" y="811529"/>
                  </a:lnTo>
                  <a:lnTo>
                    <a:pt x="10160" y="806449"/>
                  </a:lnTo>
                  <a:close/>
                </a:path>
                <a:path w="10160" h="838200">
                  <a:moveTo>
                    <a:pt x="1016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0160" y="805179"/>
                  </a:lnTo>
                  <a:lnTo>
                    <a:pt x="10160" y="800099"/>
                  </a:lnTo>
                  <a:close/>
                </a:path>
                <a:path w="10160" h="838200">
                  <a:moveTo>
                    <a:pt x="1016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0160" y="798829"/>
                  </a:lnTo>
                  <a:lnTo>
                    <a:pt x="10160" y="793749"/>
                  </a:lnTo>
                  <a:close/>
                </a:path>
                <a:path w="10160" h="838200">
                  <a:moveTo>
                    <a:pt x="10160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0160" y="792479"/>
                  </a:lnTo>
                  <a:lnTo>
                    <a:pt x="10160" y="787399"/>
                  </a:lnTo>
                  <a:close/>
                </a:path>
                <a:path w="10160" h="838200">
                  <a:moveTo>
                    <a:pt x="10160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0160" y="786129"/>
                  </a:lnTo>
                  <a:lnTo>
                    <a:pt x="10160" y="781049"/>
                  </a:lnTo>
                  <a:close/>
                </a:path>
                <a:path w="10160" h="838200">
                  <a:moveTo>
                    <a:pt x="10160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0160" y="779779"/>
                  </a:lnTo>
                  <a:lnTo>
                    <a:pt x="10160" y="774699"/>
                  </a:lnTo>
                  <a:close/>
                </a:path>
                <a:path w="10160" h="838200">
                  <a:moveTo>
                    <a:pt x="10160" y="768349"/>
                  </a:moveTo>
                  <a:lnTo>
                    <a:pt x="0" y="768349"/>
                  </a:lnTo>
                  <a:lnTo>
                    <a:pt x="0" y="773429"/>
                  </a:lnTo>
                  <a:lnTo>
                    <a:pt x="10160" y="773429"/>
                  </a:lnTo>
                  <a:lnTo>
                    <a:pt x="10160" y="768349"/>
                  </a:lnTo>
                  <a:close/>
                </a:path>
                <a:path w="10160" h="838200">
                  <a:moveTo>
                    <a:pt x="10160" y="761999"/>
                  </a:moveTo>
                  <a:lnTo>
                    <a:pt x="0" y="761999"/>
                  </a:lnTo>
                  <a:lnTo>
                    <a:pt x="0" y="767080"/>
                  </a:lnTo>
                  <a:lnTo>
                    <a:pt x="10160" y="767080"/>
                  </a:lnTo>
                  <a:lnTo>
                    <a:pt x="10160" y="761999"/>
                  </a:lnTo>
                  <a:close/>
                </a:path>
                <a:path w="10160" h="838200">
                  <a:moveTo>
                    <a:pt x="10160" y="755649"/>
                  </a:moveTo>
                  <a:lnTo>
                    <a:pt x="0" y="755649"/>
                  </a:lnTo>
                  <a:lnTo>
                    <a:pt x="0" y="760729"/>
                  </a:lnTo>
                  <a:lnTo>
                    <a:pt x="10160" y="760729"/>
                  </a:lnTo>
                  <a:lnTo>
                    <a:pt x="10160" y="755649"/>
                  </a:lnTo>
                  <a:close/>
                </a:path>
                <a:path w="10160" h="838200">
                  <a:moveTo>
                    <a:pt x="10160" y="749299"/>
                  </a:moveTo>
                  <a:lnTo>
                    <a:pt x="0" y="749299"/>
                  </a:lnTo>
                  <a:lnTo>
                    <a:pt x="0" y="754380"/>
                  </a:lnTo>
                  <a:lnTo>
                    <a:pt x="10160" y="754380"/>
                  </a:lnTo>
                  <a:lnTo>
                    <a:pt x="10160" y="749299"/>
                  </a:lnTo>
                  <a:close/>
                </a:path>
                <a:path w="10160" h="838200">
                  <a:moveTo>
                    <a:pt x="10160" y="737869"/>
                  </a:moveTo>
                  <a:lnTo>
                    <a:pt x="0" y="737869"/>
                  </a:lnTo>
                  <a:lnTo>
                    <a:pt x="0" y="748029"/>
                  </a:lnTo>
                  <a:lnTo>
                    <a:pt x="10160" y="748029"/>
                  </a:lnTo>
                  <a:lnTo>
                    <a:pt x="10160" y="737869"/>
                  </a:lnTo>
                  <a:close/>
                </a:path>
              </a:pathLst>
            </a:custGeom>
            <a:solidFill>
              <a:srgbClr val="8484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893">
              <a:extLst>
                <a:ext uri="{FF2B5EF4-FFF2-40B4-BE49-F238E27FC236}">
                  <a16:creationId xmlns:a16="http://schemas.microsoft.com/office/drawing/2014/main" id="{A95757BE-FC08-1D35-1CD9-93C94BA86038}"/>
                </a:ext>
              </a:extLst>
            </p:cNvPr>
            <p:cNvSpPr/>
            <p:nvPr/>
          </p:nvSpPr>
          <p:spPr>
            <a:xfrm>
              <a:off x="4290060" y="5411470"/>
              <a:ext cx="11430" cy="844550"/>
            </a:xfrm>
            <a:custGeom>
              <a:avLst/>
              <a:gdLst/>
              <a:ahLst/>
              <a:cxnLst/>
              <a:rect l="l" t="t" r="r" b="b"/>
              <a:pathLst>
                <a:path w="11429" h="844550">
                  <a:moveTo>
                    <a:pt x="11429" y="0"/>
                  </a:moveTo>
                  <a:lnTo>
                    <a:pt x="10160" y="0"/>
                  </a:lnTo>
                  <a:lnTo>
                    <a:pt x="10160" y="1269"/>
                  </a:lnTo>
                  <a:lnTo>
                    <a:pt x="5079" y="1269"/>
                  </a:lnTo>
                  <a:lnTo>
                    <a:pt x="5079" y="2539"/>
                  </a:lnTo>
                  <a:lnTo>
                    <a:pt x="11429" y="2539"/>
                  </a:lnTo>
                  <a:lnTo>
                    <a:pt x="11429" y="0"/>
                  </a:lnTo>
                  <a:close/>
                </a:path>
                <a:path w="11429" h="844550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844550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844550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844550">
                  <a:moveTo>
                    <a:pt x="11429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2700"/>
                  </a:lnTo>
                  <a:close/>
                </a:path>
                <a:path w="11429" h="844550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844550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844550">
                  <a:moveTo>
                    <a:pt x="1142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29" y="27939"/>
                  </a:lnTo>
                  <a:lnTo>
                    <a:pt x="11429" y="25399"/>
                  </a:lnTo>
                  <a:close/>
                </a:path>
                <a:path w="11429" h="844550">
                  <a:moveTo>
                    <a:pt x="1142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7939"/>
                  </a:lnTo>
                  <a:close/>
                </a:path>
                <a:path w="11429" h="844550">
                  <a:moveTo>
                    <a:pt x="1142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31749"/>
                  </a:lnTo>
                  <a:close/>
                </a:path>
                <a:path w="11429" h="844550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844550">
                  <a:moveTo>
                    <a:pt x="11429" y="38099"/>
                  </a:moveTo>
                  <a:lnTo>
                    <a:pt x="0" y="3809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38099"/>
                  </a:lnTo>
                  <a:close/>
                </a:path>
                <a:path w="11429" h="844550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844550">
                  <a:moveTo>
                    <a:pt x="11429" y="50799"/>
                  </a:moveTo>
                  <a:lnTo>
                    <a:pt x="0" y="5079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0799"/>
                  </a:lnTo>
                  <a:close/>
                </a:path>
                <a:path w="11429" h="844550">
                  <a:moveTo>
                    <a:pt x="11429" y="59689"/>
                  </a:moveTo>
                  <a:lnTo>
                    <a:pt x="0" y="5968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59689"/>
                  </a:lnTo>
                  <a:close/>
                </a:path>
                <a:path w="11429" h="844550">
                  <a:moveTo>
                    <a:pt x="11429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6039"/>
                  </a:lnTo>
                  <a:close/>
                </a:path>
                <a:path w="11429" h="844550">
                  <a:moveTo>
                    <a:pt x="11429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9849"/>
                  </a:lnTo>
                  <a:close/>
                </a:path>
                <a:path w="11429" h="844550">
                  <a:moveTo>
                    <a:pt x="11429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2389"/>
                  </a:lnTo>
                  <a:close/>
                </a:path>
                <a:path w="11429" h="844550">
                  <a:moveTo>
                    <a:pt x="11429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1429" y="78739"/>
                  </a:lnTo>
                  <a:lnTo>
                    <a:pt x="11429" y="76199"/>
                  </a:lnTo>
                  <a:close/>
                </a:path>
                <a:path w="11429" h="844550">
                  <a:moveTo>
                    <a:pt x="11429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78739"/>
                  </a:lnTo>
                  <a:close/>
                </a:path>
                <a:path w="11429" h="844550">
                  <a:moveTo>
                    <a:pt x="11429" y="85089"/>
                  </a:moveTo>
                  <a:lnTo>
                    <a:pt x="0" y="85089"/>
                  </a:lnTo>
                  <a:lnTo>
                    <a:pt x="0" y="739139"/>
                  </a:lnTo>
                  <a:lnTo>
                    <a:pt x="11429" y="739139"/>
                  </a:lnTo>
                  <a:lnTo>
                    <a:pt x="11429" y="85089"/>
                  </a:lnTo>
                  <a:close/>
                </a:path>
                <a:path w="11429" h="844550">
                  <a:moveTo>
                    <a:pt x="11429" y="840739"/>
                  </a:moveTo>
                  <a:lnTo>
                    <a:pt x="0" y="840739"/>
                  </a:lnTo>
                  <a:lnTo>
                    <a:pt x="0" y="842009"/>
                  </a:lnTo>
                  <a:lnTo>
                    <a:pt x="6350" y="842009"/>
                  </a:lnTo>
                  <a:lnTo>
                    <a:pt x="6350" y="844549"/>
                  </a:lnTo>
                  <a:lnTo>
                    <a:pt x="11429" y="844549"/>
                  </a:lnTo>
                  <a:lnTo>
                    <a:pt x="11429" y="840739"/>
                  </a:lnTo>
                  <a:close/>
                </a:path>
                <a:path w="11429" h="844550">
                  <a:moveTo>
                    <a:pt x="11429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1429" y="839469"/>
                  </a:lnTo>
                  <a:lnTo>
                    <a:pt x="11429" y="834389"/>
                  </a:lnTo>
                  <a:close/>
                </a:path>
                <a:path w="11429" h="844550">
                  <a:moveTo>
                    <a:pt x="11429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1429" y="833119"/>
                  </a:lnTo>
                  <a:lnTo>
                    <a:pt x="11429" y="828039"/>
                  </a:lnTo>
                  <a:close/>
                </a:path>
                <a:path w="11429" h="844550">
                  <a:moveTo>
                    <a:pt x="11429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29" y="826769"/>
                  </a:lnTo>
                  <a:lnTo>
                    <a:pt x="11429" y="821689"/>
                  </a:lnTo>
                  <a:close/>
                </a:path>
                <a:path w="11429" h="844550">
                  <a:moveTo>
                    <a:pt x="11429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29" y="820419"/>
                  </a:lnTo>
                  <a:lnTo>
                    <a:pt x="11429" y="815339"/>
                  </a:lnTo>
                  <a:close/>
                </a:path>
                <a:path w="11429" h="844550">
                  <a:moveTo>
                    <a:pt x="1142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29" y="814069"/>
                  </a:lnTo>
                  <a:lnTo>
                    <a:pt x="11429" y="808989"/>
                  </a:lnTo>
                  <a:close/>
                </a:path>
                <a:path w="11429" h="844550">
                  <a:moveTo>
                    <a:pt x="1142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29" y="807719"/>
                  </a:lnTo>
                  <a:lnTo>
                    <a:pt x="11429" y="802639"/>
                  </a:lnTo>
                  <a:close/>
                </a:path>
                <a:path w="11429" h="84455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4455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4455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4455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44550">
                  <a:moveTo>
                    <a:pt x="1142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70889"/>
                  </a:lnTo>
                  <a:close/>
                </a:path>
                <a:path w="11429" h="844550">
                  <a:moveTo>
                    <a:pt x="1142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29" y="769619"/>
                  </a:lnTo>
                  <a:lnTo>
                    <a:pt x="11429" y="764539"/>
                  </a:lnTo>
                  <a:close/>
                </a:path>
                <a:path w="11429" h="844550">
                  <a:moveTo>
                    <a:pt x="11429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1429" y="763269"/>
                  </a:lnTo>
                  <a:lnTo>
                    <a:pt x="11429" y="758189"/>
                  </a:lnTo>
                  <a:close/>
                </a:path>
                <a:path w="11429" h="844550">
                  <a:moveTo>
                    <a:pt x="11429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1429" y="756919"/>
                  </a:lnTo>
                  <a:lnTo>
                    <a:pt x="11429" y="751839"/>
                  </a:lnTo>
                  <a:close/>
                </a:path>
                <a:path w="11429" h="844550">
                  <a:moveTo>
                    <a:pt x="11429" y="740409"/>
                  </a:moveTo>
                  <a:lnTo>
                    <a:pt x="0" y="740409"/>
                  </a:lnTo>
                  <a:lnTo>
                    <a:pt x="0" y="750569"/>
                  </a:lnTo>
                  <a:lnTo>
                    <a:pt x="11429" y="750569"/>
                  </a:lnTo>
                  <a:lnTo>
                    <a:pt x="11429" y="740409"/>
                  </a:lnTo>
                  <a:close/>
                </a:path>
              </a:pathLst>
            </a:custGeom>
            <a:solidFill>
              <a:srgbClr val="8383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894">
              <a:extLst>
                <a:ext uri="{FF2B5EF4-FFF2-40B4-BE49-F238E27FC236}">
                  <a16:creationId xmlns:a16="http://schemas.microsoft.com/office/drawing/2014/main" id="{99DAB7FE-EAF5-E746-5CBE-459C45ACC8C2}"/>
                </a:ext>
              </a:extLst>
            </p:cNvPr>
            <p:cNvSpPr/>
            <p:nvPr/>
          </p:nvSpPr>
          <p:spPr>
            <a:xfrm>
              <a:off x="4301490" y="5408930"/>
              <a:ext cx="10160" cy="849630"/>
            </a:xfrm>
            <a:custGeom>
              <a:avLst/>
              <a:gdLst/>
              <a:ahLst/>
              <a:cxnLst/>
              <a:rect l="l" t="t" r="r" b="b"/>
              <a:pathLst>
                <a:path w="10160" h="849629">
                  <a:moveTo>
                    <a:pt x="10160" y="0"/>
                  </a:moveTo>
                  <a:lnTo>
                    <a:pt x="8889" y="0"/>
                  </a:lnTo>
                  <a:lnTo>
                    <a:pt x="8889" y="1270"/>
                  </a:lnTo>
                  <a:lnTo>
                    <a:pt x="3810" y="1270"/>
                  </a:lnTo>
                  <a:lnTo>
                    <a:pt x="381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8496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496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496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496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49629">
                  <a:moveTo>
                    <a:pt x="10160" y="15240"/>
                  </a:moveTo>
                  <a:lnTo>
                    <a:pt x="0" y="1524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5240"/>
                  </a:lnTo>
                  <a:close/>
                </a:path>
                <a:path w="10160" h="849629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849629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849629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849629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849629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849629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849629">
                  <a:moveTo>
                    <a:pt x="10160" y="40640"/>
                  </a:moveTo>
                  <a:lnTo>
                    <a:pt x="0" y="4064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0640"/>
                  </a:lnTo>
                  <a:close/>
                </a:path>
                <a:path w="10160" h="849629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849629">
                  <a:moveTo>
                    <a:pt x="10160" y="53340"/>
                  </a:moveTo>
                  <a:lnTo>
                    <a:pt x="0" y="5334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3340"/>
                  </a:lnTo>
                  <a:close/>
                </a:path>
                <a:path w="10160" h="849629">
                  <a:moveTo>
                    <a:pt x="10160" y="62230"/>
                  </a:moveTo>
                  <a:lnTo>
                    <a:pt x="0" y="6223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2230"/>
                  </a:lnTo>
                  <a:close/>
                </a:path>
                <a:path w="10160" h="849629">
                  <a:moveTo>
                    <a:pt x="10160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80"/>
                  </a:lnTo>
                  <a:close/>
                </a:path>
                <a:path w="10160" h="849629">
                  <a:moveTo>
                    <a:pt x="1016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390"/>
                  </a:lnTo>
                  <a:close/>
                </a:path>
                <a:path w="10160" h="849629">
                  <a:moveTo>
                    <a:pt x="1016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30"/>
                  </a:lnTo>
                  <a:close/>
                </a:path>
                <a:path w="10160" h="849629">
                  <a:moveTo>
                    <a:pt x="1016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40"/>
                  </a:lnTo>
                  <a:close/>
                </a:path>
                <a:path w="10160" h="849629">
                  <a:moveTo>
                    <a:pt x="10160" y="81280"/>
                  </a:moveTo>
                  <a:lnTo>
                    <a:pt x="0" y="8128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1280"/>
                  </a:lnTo>
                  <a:close/>
                </a:path>
                <a:path w="10160" h="849629">
                  <a:moveTo>
                    <a:pt x="10160" y="87630"/>
                  </a:moveTo>
                  <a:lnTo>
                    <a:pt x="0" y="87630"/>
                  </a:lnTo>
                  <a:lnTo>
                    <a:pt x="0" y="741680"/>
                  </a:lnTo>
                  <a:lnTo>
                    <a:pt x="10160" y="741680"/>
                  </a:lnTo>
                  <a:lnTo>
                    <a:pt x="10160" y="87630"/>
                  </a:lnTo>
                  <a:close/>
                </a:path>
                <a:path w="10160" h="849629">
                  <a:moveTo>
                    <a:pt x="10160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5080" y="848360"/>
                  </a:lnTo>
                  <a:lnTo>
                    <a:pt x="5080" y="849630"/>
                  </a:lnTo>
                  <a:lnTo>
                    <a:pt x="10160" y="849630"/>
                  </a:lnTo>
                  <a:lnTo>
                    <a:pt x="10160" y="843280"/>
                  </a:lnTo>
                  <a:close/>
                </a:path>
                <a:path w="10160" h="849629">
                  <a:moveTo>
                    <a:pt x="10160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0160" y="842010"/>
                  </a:lnTo>
                  <a:lnTo>
                    <a:pt x="10160" y="836930"/>
                  </a:lnTo>
                  <a:close/>
                </a:path>
                <a:path w="10160" h="849629">
                  <a:moveTo>
                    <a:pt x="1016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60" y="835660"/>
                  </a:lnTo>
                  <a:lnTo>
                    <a:pt x="10160" y="830580"/>
                  </a:lnTo>
                  <a:close/>
                </a:path>
                <a:path w="10160" h="849629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849629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849629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849629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8496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496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496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496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49629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49629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849629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849629">
                  <a:moveTo>
                    <a:pt x="1016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54380"/>
                  </a:lnTo>
                  <a:close/>
                </a:path>
                <a:path w="10160" h="849629">
                  <a:moveTo>
                    <a:pt x="10160" y="742950"/>
                  </a:moveTo>
                  <a:lnTo>
                    <a:pt x="0" y="742950"/>
                  </a:lnTo>
                  <a:lnTo>
                    <a:pt x="0" y="753110"/>
                  </a:lnTo>
                  <a:lnTo>
                    <a:pt x="10160" y="753110"/>
                  </a:lnTo>
                  <a:lnTo>
                    <a:pt x="10160" y="742950"/>
                  </a:lnTo>
                  <a:close/>
                </a:path>
              </a:pathLst>
            </a:custGeom>
            <a:solidFill>
              <a:srgbClr val="828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895">
              <a:extLst>
                <a:ext uri="{FF2B5EF4-FFF2-40B4-BE49-F238E27FC236}">
                  <a16:creationId xmlns:a16="http://schemas.microsoft.com/office/drawing/2014/main" id="{16A896AA-900C-F1FB-113A-3C4EDE56D46A}"/>
                </a:ext>
              </a:extLst>
            </p:cNvPr>
            <p:cNvSpPr/>
            <p:nvPr/>
          </p:nvSpPr>
          <p:spPr>
            <a:xfrm>
              <a:off x="4311650" y="5406390"/>
              <a:ext cx="11430" cy="853440"/>
            </a:xfrm>
            <a:custGeom>
              <a:avLst/>
              <a:gdLst/>
              <a:ahLst/>
              <a:cxnLst/>
              <a:rect l="l" t="t" r="r" b="b"/>
              <a:pathLst>
                <a:path w="11429" h="853439">
                  <a:moveTo>
                    <a:pt x="11429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11429" y="1270"/>
                  </a:lnTo>
                  <a:lnTo>
                    <a:pt x="11429" y="0"/>
                  </a:lnTo>
                  <a:close/>
                </a:path>
                <a:path w="11429" h="853439">
                  <a:moveTo>
                    <a:pt x="11429" y="1270"/>
                  </a:moveTo>
                  <a:lnTo>
                    <a:pt x="3810" y="1270"/>
                  </a:lnTo>
                  <a:lnTo>
                    <a:pt x="381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1270"/>
                  </a:lnTo>
                  <a:close/>
                </a:path>
                <a:path w="11429" h="853439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53439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53439">
                  <a:moveTo>
                    <a:pt x="1142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11430"/>
                  </a:lnTo>
                  <a:close/>
                </a:path>
                <a:path w="11429" h="853439">
                  <a:moveTo>
                    <a:pt x="1142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3970"/>
                  </a:lnTo>
                  <a:close/>
                </a:path>
                <a:path w="11429" h="853439">
                  <a:moveTo>
                    <a:pt x="1142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17780"/>
                  </a:lnTo>
                  <a:close/>
                </a:path>
                <a:path w="11429" h="853439">
                  <a:moveTo>
                    <a:pt x="1142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24130"/>
                  </a:lnTo>
                  <a:close/>
                </a:path>
                <a:path w="11429" h="853439">
                  <a:moveTo>
                    <a:pt x="1142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6670"/>
                  </a:lnTo>
                  <a:close/>
                </a:path>
                <a:path w="11429" h="853439">
                  <a:moveTo>
                    <a:pt x="1142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30480"/>
                  </a:lnTo>
                  <a:close/>
                </a:path>
                <a:path w="11429" h="853439">
                  <a:moveTo>
                    <a:pt x="1142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3020"/>
                  </a:lnTo>
                  <a:close/>
                </a:path>
                <a:path w="11429" h="853439">
                  <a:moveTo>
                    <a:pt x="1142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6830"/>
                  </a:lnTo>
                  <a:close/>
                </a:path>
                <a:path w="11429" h="853439">
                  <a:moveTo>
                    <a:pt x="1142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9370"/>
                  </a:lnTo>
                  <a:close/>
                </a:path>
                <a:path w="11429" h="853439">
                  <a:moveTo>
                    <a:pt x="11429" y="43180"/>
                  </a:moveTo>
                  <a:lnTo>
                    <a:pt x="0" y="43180"/>
                  </a:lnTo>
                  <a:lnTo>
                    <a:pt x="0" y="52070"/>
                  </a:lnTo>
                  <a:lnTo>
                    <a:pt x="11429" y="52070"/>
                  </a:lnTo>
                  <a:lnTo>
                    <a:pt x="11429" y="43180"/>
                  </a:lnTo>
                  <a:close/>
                </a:path>
                <a:path w="11429" h="853439">
                  <a:moveTo>
                    <a:pt x="1142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2070"/>
                  </a:lnTo>
                  <a:close/>
                </a:path>
                <a:path w="11429" h="853439">
                  <a:moveTo>
                    <a:pt x="11429" y="55880"/>
                  </a:moveTo>
                  <a:lnTo>
                    <a:pt x="0" y="55880"/>
                  </a:lnTo>
                  <a:lnTo>
                    <a:pt x="0" y="64770"/>
                  </a:lnTo>
                  <a:lnTo>
                    <a:pt x="11429" y="64770"/>
                  </a:lnTo>
                  <a:lnTo>
                    <a:pt x="11429" y="55880"/>
                  </a:lnTo>
                  <a:close/>
                </a:path>
                <a:path w="11429" h="853439">
                  <a:moveTo>
                    <a:pt x="11429" y="64770"/>
                  </a:moveTo>
                  <a:lnTo>
                    <a:pt x="0" y="64770"/>
                  </a:lnTo>
                  <a:lnTo>
                    <a:pt x="0" y="71120"/>
                  </a:lnTo>
                  <a:lnTo>
                    <a:pt x="11429" y="71120"/>
                  </a:lnTo>
                  <a:lnTo>
                    <a:pt x="11429" y="64770"/>
                  </a:lnTo>
                  <a:close/>
                </a:path>
                <a:path w="11429" h="853439">
                  <a:moveTo>
                    <a:pt x="11429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71120"/>
                  </a:lnTo>
                  <a:close/>
                </a:path>
                <a:path w="11429" h="853439">
                  <a:moveTo>
                    <a:pt x="11429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1429" y="77470"/>
                  </a:lnTo>
                  <a:lnTo>
                    <a:pt x="11429" y="74930"/>
                  </a:lnTo>
                  <a:close/>
                </a:path>
                <a:path w="11429" h="853439">
                  <a:moveTo>
                    <a:pt x="11429" y="77470"/>
                  </a:moveTo>
                  <a:lnTo>
                    <a:pt x="0" y="7747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7470"/>
                  </a:lnTo>
                  <a:close/>
                </a:path>
                <a:path w="11429" h="853439">
                  <a:moveTo>
                    <a:pt x="11429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11429" y="83820"/>
                  </a:lnTo>
                  <a:lnTo>
                    <a:pt x="11429" y="81280"/>
                  </a:lnTo>
                  <a:close/>
                </a:path>
                <a:path w="11429" h="853439">
                  <a:moveTo>
                    <a:pt x="11429" y="83820"/>
                  </a:moveTo>
                  <a:lnTo>
                    <a:pt x="0" y="83820"/>
                  </a:lnTo>
                  <a:lnTo>
                    <a:pt x="0" y="90170"/>
                  </a:lnTo>
                  <a:lnTo>
                    <a:pt x="11429" y="90170"/>
                  </a:lnTo>
                  <a:lnTo>
                    <a:pt x="11429" y="83820"/>
                  </a:lnTo>
                  <a:close/>
                </a:path>
                <a:path w="11429" h="853439">
                  <a:moveTo>
                    <a:pt x="11429" y="90170"/>
                  </a:moveTo>
                  <a:lnTo>
                    <a:pt x="0" y="90170"/>
                  </a:lnTo>
                  <a:lnTo>
                    <a:pt x="0" y="744220"/>
                  </a:lnTo>
                  <a:lnTo>
                    <a:pt x="11429" y="744220"/>
                  </a:lnTo>
                  <a:lnTo>
                    <a:pt x="11429" y="90170"/>
                  </a:lnTo>
                  <a:close/>
                </a:path>
                <a:path w="11429" h="853439">
                  <a:moveTo>
                    <a:pt x="11429" y="852170"/>
                  </a:moveTo>
                  <a:lnTo>
                    <a:pt x="7620" y="852170"/>
                  </a:lnTo>
                  <a:lnTo>
                    <a:pt x="7620" y="853440"/>
                  </a:lnTo>
                  <a:lnTo>
                    <a:pt x="11429" y="853440"/>
                  </a:lnTo>
                  <a:lnTo>
                    <a:pt x="11429" y="852170"/>
                  </a:lnTo>
                  <a:close/>
                </a:path>
                <a:path w="11429" h="853439">
                  <a:moveTo>
                    <a:pt x="11429" y="845820"/>
                  </a:moveTo>
                  <a:lnTo>
                    <a:pt x="0" y="845820"/>
                  </a:lnTo>
                  <a:lnTo>
                    <a:pt x="0" y="850900"/>
                  </a:lnTo>
                  <a:lnTo>
                    <a:pt x="11429" y="850900"/>
                  </a:lnTo>
                  <a:lnTo>
                    <a:pt x="11429" y="845820"/>
                  </a:lnTo>
                  <a:close/>
                </a:path>
                <a:path w="11429" h="853439">
                  <a:moveTo>
                    <a:pt x="11429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1429" y="844550"/>
                  </a:lnTo>
                  <a:lnTo>
                    <a:pt x="11429" y="839470"/>
                  </a:lnTo>
                  <a:close/>
                </a:path>
                <a:path w="11429" h="853439">
                  <a:moveTo>
                    <a:pt x="11429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1429" y="838200"/>
                  </a:lnTo>
                  <a:lnTo>
                    <a:pt x="11429" y="833120"/>
                  </a:lnTo>
                  <a:close/>
                </a:path>
                <a:path w="11429" h="853439">
                  <a:moveTo>
                    <a:pt x="1142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1429" y="831850"/>
                  </a:lnTo>
                  <a:lnTo>
                    <a:pt x="11429" y="826770"/>
                  </a:lnTo>
                  <a:close/>
                </a:path>
                <a:path w="11429" h="853439">
                  <a:moveTo>
                    <a:pt x="1142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1429" y="825500"/>
                  </a:lnTo>
                  <a:lnTo>
                    <a:pt x="11429" y="820420"/>
                  </a:lnTo>
                  <a:close/>
                </a:path>
                <a:path w="11429" h="853439">
                  <a:moveTo>
                    <a:pt x="1142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1429" y="819150"/>
                  </a:lnTo>
                  <a:lnTo>
                    <a:pt x="11429" y="814070"/>
                  </a:lnTo>
                  <a:close/>
                </a:path>
                <a:path w="11429" h="853439">
                  <a:moveTo>
                    <a:pt x="1142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1429" y="812800"/>
                  </a:lnTo>
                  <a:lnTo>
                    <a:pt x="11429" y="807720"/>
                  </a:lnTo>
                  <a:close/>
                </a:path>
                <a:path w="11429" h="853439">
                  <a:moveTo>
                    <a:pt x="1142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1429" y="806450"/>
                  </a:lnTo>
                  <a:lnTo>
                    <a:pt x="11429" y="801370"/>
                  </a:lnTo>
                  <a:close/>
                </a:path>
                <a:path w="11429" h="853439">
                  <a:moveTo>
                    <a:pt x="1142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53439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53439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53439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53439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853439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853439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853439">
                  <a:moveTo>
                    <a:pt x="11429" y="745490"/>
                  </a:moveTo>
                  <a:lnTo>
                    <a:pt x="0" y="74549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45490"/>
                  </a:lnTo>
                  <a:close/>
                </a:path>
              </a:pathLst>
            </a:custGeom>
            <a:solidFill>
              <a:srgbClr val="8282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896">
              <a:extLst>
                <a:ext uri="{FF2B5EF4-FFF2-40B4-BE49-F238E27FC236}">
                  <a16:creationId xmlns:a16="http://schemas.microsoft.com/office/drawing/2014/main" id="{00308385-A8BD-C912-F64A-4301AB9A8C0B}"/>
                </a:ext>
              </a:extLst>
            </p:cNvPr>
            <p:cNvSpPr/>
            <p:nvPr/>
          </p:nvSpPr>
          <p:spPr>
            <a:xfrm>
              <a:off x="4323079" y="5405120"/>
              <a:ext cx="10160" cy="858519"/>
            </a:xfrm>
            <a:custGeom>
              <a:avLst/>
              <a:gdLst/>
              <a:ahLst/>
              <a:cxnLst/>
              <a:rect l="l" t="t" r="r" b="b"/>
              <a:pathLst>
                <a:path w="10160" h="858520">
                  <a:moveTo>
                    <a:pt x="10160" y="0"/>
                  </a:moveTo>
                  <a:lnTo>
                    <a:pt x="7620" y="0"/>
                  </a:lnTo>
                  <a:lnTo>
                    <a:pt x="762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0"/>
                  </a:lnTo>
                  <a:close/>
                </a:path>
                <a:path w="10160" h="858520">
                  <a:moveTo>
                    <a:pt x="10160" y="2540"/>
                  </a:moveTo>
                  <a:lnTo>
                    <a:pt x="0" y="2540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40"/>
                  </a:lnTo>
                  <a:close/>
                </a:path>
                <a:path w="10160" h="85852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5852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85852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85852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858520">
                  <a:moveTo>
                    <a:pt x="10160" y="19050"/>
                  </a:moveTo>
                  <a:lnTo>
                    <a:pt x="0" y="19050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19050"/>
                  </a:lnTo>
                  <a:close/>
                </a:path>
                <a:path w="10160" h="85852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85852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85852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85852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85852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85852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858520">
                  <a:moveTo>
                    <a:pt x="10160" y="44449"/>
                  </a:moveTo>
                  <a:lnTo>
                    <a:pt x="0" y="4444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44449"/>
                  </a:lnTo>
                  <a:close/>
                </a:path>
                <a:path w="10160" h="85852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858520">
                  <a:moveTo>
                    <a:pt x="10160" y="57149"/>
                  </a:moveTo>
                  <a:lnTo>
                    <a:pt x="0" y="5714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57149"/>
                  </a:lnTo>
                  <a:close/>
                </a:path>
                <a:path w="10160" h="858520">
                  <a:moveTo>
                    <a:pt x="10160" y="66039"/>
                  </a:moveTo>
                  <a:lnTo>
                    <a:pt x="0" y="6603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6039"/>
                  </a:lnTo>
                  <a:close/>
                </a:path>
                <a:path w="10160" h="858520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858520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858520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858520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858520">
                  <a:moveTo>
                    <a:pt x="10160" y="85089"/>
                  </a:moveTo>
                  <a:lnTo>
                    <a:pt x="0" y="8508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5089"/>
                  </a:lnTo>
                  <a:close/>
                </a:path>
                <a:path w="10160" h="858520">
                  <a:moveTo>
                    <a:pt x="10160" y="91439"/>
                  </a:moveTo>
                  <a:lnTo>
                    <a:pt x="0" y="91439"/>
                  </a:lnTo>
                  <a:lnTo>
                    <a:pt x="0" y="745489"/>
                  </a:lnTo>
                  <a:lnTo>
                    <a:pt x="10160" y="745489"/>
                  </a:lnTo>
                  <a:lnTo>
                    <a:pt x="10160" y="91439"/>
                  </a:lnTo>
                  <a:close/>
                </a:path>
                <a:path w="10160" h="858520">
                  <a:moveTo>
                    <a:pt x="10160" y="853439"/>
                  </a:moveTo>
                  <a:lnTo>
                    <a:pt x="0" y="853439"/>
                  </a:lnTo>
                  <a:lnTo>
                    <a:pt x="0" y="854709"/>
                  </a:lnTo>
                  <a:lnTo>
                    <a:pt x="1270" y="854709"/>
                  </a:lnTo>
                  <a:lnTo>
                    <a:pt x="1270" y="857249"/>
                  </a:lnTo>
                  <a:lnTo>
                    <a:pt x="8890" y="857249"/>
                  </a:lnTo>
                  <a:lnTo>
                    <a:pt x="8890" y="858519"/>
                  </a:lnTo>
                  <a:lnTo>
                    <a:pt x="10160" y="858519"/>
                  </a:lnTo>
                  <a:lnTo>
                    <a:pt x="10160" y="853439"/>
                  </a:lnTo>
                  <a:close/>
                </a:path>
                <a:path w="10160" h="858520">
                  <a:moveTo>
                    <a:pt x="10160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0160" y="852169"/>
                  </a:lnTo>
                  <a:lnTo>
                    <a:pt x="10160" y="847089"/>
                  </a:lnTo>
                  <a:close/>
                </a:path>
                <a:path w="10160" h="858520">
                  <a:moveTo>
                    <a:pt x="1016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0160" y="845819"/>
                  </a:lnTo>
                  <a:lnTo>
                    <a:pt x="10160" y="840739"/>
                  </a:lnTo>
                  <a:close/>
                </a:path>
                <a:path w="10160" h="858520">
                  <a:moveTo>
                    <a:pt x="1016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0160" y="839469"/>
                  </a:lnTo>
                  <a:lnTo>
                    <a:pt x="10160" y="834389"/>
                  </a:lnTo>
                  <a:close/>
                </a:path>
                <a:path w="10160" h="858520">
                  <a:moveTo>
                    <a:pt x="1016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0160" y="833119"/>
                  </a:lnTo>
                  <a:lnTo>
                    <a:pt x="10160" y="828039"/>
                  </a:lnTo>
                  <a:close/>
                </a:path>
                <a:path w="10160" h="85852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5852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5852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5852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5852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5852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5852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5852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5852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58520">
                  <a:moveTo>
                    <a:pt x="1016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64539"/>
                  </a:lnTo>
                  <a:close/>
                </a:path>
                <a:path w="10160" h="858520">
                  <a:moveTo>
                    <a:pt x="10160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0160" y="763269"/>
                  </a:lnTo>
                  <a:lnTo>
                    <a:pt x="10160" y="758189"/>
                  </a:lnTo>
                  <a:close/>
                </a:path>
                <a:path w="10160" h="858520">
                  <a:moveTo>
                    <a:pt x="10160" y="746759"/>
                  </a:moveTo>
                  <a:lnTo>
                    <a:pt x="0" y="746759"/>
                  </a:lnTo>
                  <a:lnTo>
                    <a:pt x="0" y="756919"/>
                  </a:lnTo>
                  <a:lnTo>
                    <a:pt x="10160" y="756919"/>
                  </a:lnTo>
                  <a:lnTo>
                    <a:pt x="10160" y="746759"/>
                  </a:lnTo>
                  <a:close/>
                </a:path>
              </a:pathLst>
            </a:custGeom>
            <a:solidFill>
              <a:srgbClr val="8181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897">
              <a:extLst>
                <a:ext uri="{FF2B5EF4-FFF2-40B4-BE49-F238E27FC236}">
                  <a16:creationId xmlns:a16="http://schemas.microsoft.com/office/drawing/2014/main" id="{73B2E7C8-79B9-F058-8210-68BC5FE44B88}"/>
                </a:ext>
              </a:extLst>
            </p:cNvPr>
            <p:cNvSpPr/>
            <p:nvPr/>
          </p:nvSpPr>
          <p:spPr>
            <a:xfrm>
              <a:off x="4333240" y="5403850"/>
              <a:ext cx="11430" cy="861060"/>
            </a:xfrm>
            <a:custGeom>
              <a:avLst/>
              <a:gdLst/>
              <a:ahLst/>
              <a:cxnLst/>
              <a:rect l="l" t="t" r="r" b="b"/>
              <a:pathLst>
                <a:path w="11429" h="861060">
                  <a:moveTo>
                    <a:pt x="11430" y="0"/>
                  </a:moveTo>
                  <a:lnTo>
                    <a:pt x="5080" y="0"/>
                  </a:lnTo>
                  <a:lnTo>
                    <a:pt x="5080" y="1269"/>
                  </a:lnTo>
                  <a:lnTo>
                    <a:pt x="11430" y="1269"/>
                  </a:lnTo>
                  <a:lnTo>
                    <a:pt x="11430" y="0"/>
                  </a:lnTo>
                  <a:close/>
                </a:path>
                <a:path w="11429" h="861060">
                  <a:moveTo>
                    <a:pt x="1143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1270"/>
                  </a:lnTo>
                  <a:close/>
                </a:path>
                <a:path w="11429" h="861060">
                  <a:moveTo>
                    <a:pt x="1143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30" y="7619"/>
                  </a:lnTo>
                  <a:lnTo>
                    <a:pt x="11430" y="3810"/>
                  </a:lnTo>
                  <a:close/>
                </a:path>
                <a:path w="11429" h="861060">
                  <a:moveTo>
                    <a:pt x="1143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7620"/>
                  </a:lnTo>
                  <a:close/>
                </a:path>
                <a:path w="11429" h="861060">
                  <a:moveTo>
                    <a:pt x="1143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30" y="13969"/>
                  </a:lnTo>
                  <a:lnTo>
                    <a:pt x="11430" y="10160"/>
                  </a:lnTo>
                  <a:close/>
                </a:path>
                <a:path w="11429" h="861060">
                  <a:moveTo>
                    <a:pt x="1143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3970"/>
                  </a:lnTo>
                  <a:close/>
                </a:path>
                <a:path w="11429" h="861060">
                  <a:moveTo>
                    <a:pt x="1143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30" y="20319"/>
                  </a:lnTo>
                  <a:lnTo>
                    <a:pt x="11430" y="16510"/>
                  </a:lnTo>
                  <a:close/>
                </a:path>
                <a:path w="11429" h="861060">
                  <a:moveTo>
                    <a:pt x="1143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11430" y="26669"/>
                  </a:lnTo>
                  <a:lnTo>
                    <a:pt x="11430" y="20320"/>
                  </a:lnTo>
                  <a:close/>
                </a:path>
                <a:path w="11429" h="861060">
                  <a:moveTo>
                    <a:pt x="1143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6670"/>
                  </a:lnTo>
                  <a:close/>
                </a:path>
                <a:path w="11429" h="861060">
                  <a:moveTo>
                    <a:pt x="1143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30" y="33019"/>
                  </a:lnTo>
                  <a:lnTo>
                    <a:pt x="11430" y="29210"/>
                  </a:lnTo>
                  <a:close/>
                </a:path>
                <a:path w="11429" h="861060">
                  <a:moveTo>
                    <a:pt x="1143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3020"/>
                  </a:lnTo>
                  <a:close/>
                </a:path>
                <a:path w="11429" h="861060">
                  <a:moveTo>
                    <a:pt x="1143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30" y="39369"/>
                  </a:lnTo>
                  <a:lnTo>
                    <a:pt x="11430" y="35560"/>
                  </a:lnTo>
                  <a:close/>
                </a:path>
                <a:path w="11429" h="861060">
                  <a:moveTo>
                    <a:pt x="1143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9370"/>
                  </a:lnTo>
                  <a:close/>
                </a:path>
                <a:path w="11429" h="861060">
                  <a:moveTo>
                    <a:pt x="1143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30" y="45719"/>
                  </a:lnTo>
                  <a:lnTo>
                    <a:pt x="11430" y="41910"/>
                  </a:lnTo>
                  <a:close/>
                </a:path>
                <a:path w="11429" h="861060">
                  <a:moveTo>
                    <a:pt x="11430" y="45720"/>
                  </a:moveTo>
                  <a:lnTo>
                    <a:pt x="0" y="4572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45720"/>
                  </a:lnTo>
                  <a:close/>
                </a:path>
                <a:path w="11429" h="861060">
                  <a:moveTo>
                    <a:pt x="1143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30" y="58419"/>
                  </a:lnTo>
                  <a:lnTo>
                    <a:pt x="11430" y="54610"/>
                  </a:lnTo>
                  <a:close/>
                </a:path>
                <a:path w="11429" h="861060">
                  <a:moveTo>
                    <a:pt x="11430" y="58420"/>
                  </a:moveTo>
                  <a:lnTo>
                    <a:pt x="0" y="5842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58420"/>
                  </a:lnTo>
                  <a:close/>
                </a:path>
                <a:path w="11429" h="861060">
                  <a:moveTo>
                    <a:pt x="11430" y="67310"/>
                  </a:moveTo>
                  <a:lnTo>
                    <a:pt x="0" y="67310"/>
                  </a:lnTo>
                  <a:lnTo>
                    <a:pt x="0" y="73659"/>
                  </a:lnTo>
                  <a:lnTo>
                    <a:pt x="11430" y="73659"/>
                  </a:lnTo>
                  <a:lnTo>
                    <a:pt x="11430" y="67310"/>
                  </a:lnTo>
                  <a:close/>
                </a:path>
                <a:path w="11429" h="861060">
                  <a:moveTo>
                    <a:pt x="11430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30" y="77469"/>
                  </a:lnTo>
                  <a:lnTo>
                    <a:pt x="11430" y="73660"/>
                  </a:lnTo>
                  <a:close/>
                </a:path>
                <a:path w="11429" h="861060">
                  <a:moveTo>
                    <a:pt x="11430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77470"/>
                  </a:lnTo>
                  <a:close/>
                </a:path>
                <a:path w="11429" h="861060">
                  <a:moveTo>
                    <a:pt x="11430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30" y="83819"/>
                  </a:lnTo>
                  <a:lnTo>
                    <a:pt x="11430" y="80010"/>
                  </a:lnTo>
                  <a:close/>
                </a:path>
                <a:path w="11429" h="861060">
                  <a:moveTo>
                    <a:pt x="11430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30" y="86359"/>
                  </a:lnTo>
                  <a:lnTo>
                    <a:pt x="11430" y="83820"/>
                  </a:lnTo>
                  <a:close/>
                </a:path>
                <a:path w="11429" h="861060">
                  <a:moveTo>
                    <a:pt x="11430" y="86360"/>
                  </a:moveTo>
                  <a:lnTo>
                    <a:pt x="0" y="8636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86360"/>
                  </a:lnTo>
                  <a:close/>
                </a:path>
                <a:path w="11429" h="861060">
                  <a:moveTo>
                    <a:pt x="11430" y="92710"/>
                  </a:moveTo>
                  <a:lnTo>
                    <a:pt x="0" y="9271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92710"/>
                  </a:lnTo>
                  <a:close/>
                </a:path>
                <a:path w="11429" h="861060">
                  <a:moveTo>
                    <a:pt x="11430" y="854710"/>
                  </a:moveTo>
                  <a:lnTo>
                    <a:pt x="0" y="854710"/>
                  </a:lnTo>
                  <a:lnTo>
                    <a:pt x="0" y="859789"/>
                  </a:lnTo>
                  <a:lnTo>
                    <a:pt x="6350" y="859789"/>
                  </a:lnTo>
                  <a:lnTo>
                    <a:pt x="6350" y="861060"/>
                  </a:lnTo>
                  <a:lnTo>
                    <a:pt x="11430" y="861060"/>
                  </a:lnTo>
                  <a:lnTo>
                    <a:pt x="11430" y="854710"/>
                  </a:lnTo>
                  <a:close/>
                </a:path>
                <a:path w="11429" h="861060">
                  <a:moveTo>
                    <a:pt x="11430" y="848360"/>
                  </a:moveTo>
                  <a:lnTo>
                    <a:pt x="0" y="848360"/>
                  </a:lnTo>
                  <a:lnTo>
                    <a:pt x="0" y="853439"/>
                  </a:lnTo>
                  <a:lnTo>
                    <a:pt x="11430" y="853439"/>
                  </a:lnTo>
                  <a:lnTo>
                    <a:pt x="11430" y="848360"/>
                  </a:lnTo>
                  <a:close/>
                </a:path>
                <a:path w="11429" h="861060">
                  <a:moveTo>
                    <a:pt x="11430" y="842010"/>
                  </a:moveTo>
                  <a:lnTo>
                    <a:pt x="0" y="842010"/>
                  </a:lnTo>
                  <a:lnTo>
                    <a:pt x="0" y="847089"/>
                  </a:lnTo>
                  <a:lnTo>
                    <a:pt x="11430" y="847089"/>
                  </a:lnTo>
                  <a:lnTo>
                    <a:pt x="11430" y="842010"/>
                  </a:lnTo>
                  <a:close/>
                </a:path>
                <a:path w="11429" h="861060">
                  <a:moveTo>
                    <a:pt x="11430" y="835660"/>
                  </a:moveTo>
                  <a:lnTo>
                    <a:pt x="0" y="835660"/>
                  </a:lnTo>
                  <a:lnTo>
                    <a:pt x="0" y="840739"/>
                  </a:lnTo>
                  <a:lnTo>
                    <a:pt x="11430" y="840739"/>
                  </a:lnTo>
                  <a:lnTo>
                    <a:pt x="11430" y="835660"/>
                  </a:lnTo>
                  <a:close/>
                </a:path>
                <a:path w="11429" h="861060">
                  <a:moveTo>
                    <a:pt x="11430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1430" y="834389"/>
                  </a:lnTo>
                  <a:lnTo>
                    <a:pt x="11430" y="829310"/>
                  </a:lnTo>
                  <a:close/>
                </a:path>
                <a:path w="11429" h="861060">
                  <a:moveTo>
                    <a:pt x="11430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30" y="828039"/>
                  </a:lnTo>
                  <a:lnTo>
                    <a:pt x="11430" y="822960"/>
                  </a:lnTo>
                  <a:close/>
                </a:path>
                <a:path w="11429" h="861060">
                  <a:moveTo>
                    <a:pt x="11430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30" y="821689"/>
                  </a:lnTo>
                  <a:lnTo>
                    <a:pt x="11430" y="816610"/>
                  </a:lnTo>
                  <a:close/>
                </a:path>
                <a:path w="11429" h="861060">
                  <a:moveTo>
                    <a:pt x="11430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30" y="815339"/>
                  </a:lnTo>
                  <a:lnTo>
                    <a:pt x="11430" y="810260"/>
                  </a:lnTo>
                  <a:close/>
                </a:path>
                <a:path w="11429" h="861060">
                  <a:moveTo>
                    <a:pt x="11430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30" y="808990"/>
                  </a:lnTo>
                  <a:lnTo>
                    <a:pt x="11430" y="803910"/>
                  </a:lnTo>
                  <a:close/>
                </a:path>
                <a:path w="11429" h="861060">
                  <a:moveTo>
                    <a:pt x="11430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30" y="802640"/>
                  </a:lnTo>
                  <a:lnTo>
                    <a:pt x="11430" y="797560"/>
                  </a:lnTo>
                  <a:close/>
                </a:path>
                <a:path w="11429" h="861060">
                  <a:moveTo>
                    <a:pt x="11430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30" y="796290"/>
                  </a:lnTo>
                  <a:lnTo>
                    <a:pt x="11430" y="791210"/>
                  </a:lnTo>
                  <a:close/>
                </a:path>
                <a:path w="11429" h="861060">
                  <a:moveTo>
                    <a:pt x="11430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30" y="789940"/>
                  </a:lnTo>
                  <a:lnTo>
                    <a:pt x="11430" y="784860"/>
                  </a:lnTo>
                  <a:close/>
                </a:path>
                <a:path w="11429" h="861060">
                  <a:moveTo>
                    <a:pt x="11430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30" y="783590"/>
                  </a:lnTo>
                  <a:lnTo>
                    <a:pt x="11430" y="778510"/>
                  </a:lnTo>
                  <a:close/>
                </a:path>
                <a:path w="11429" h="861060">
                  <a:moveTo>
                    <a:pt x="11430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30" y="777240"/>
                  </a:lnTo>
                  <a:lnTo>
                    <a:pt x="11430" y="772160"/>
                  </a:lnTo>
                  <a:close/>
                </a:path>
                <a:path w="11429" h="861060">
                  <a:moveTo>
                    <a:pt x="11430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30" y="770890"/>
                  </a:lnTo>
                  <a:lnTo>
                    <a:pt x="11430" y="765810"/>
                  </a:lnTo>
                  <a:close/>
                </a:path>
                <a:path w="11429" h="861060">
                  <a:moveTo>
                    <a:pt x="11430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1430" y="764540"/>
                  </a:lnTo>
                  <a:lnTo>
                    <a:pt x="11430" y="759460"/>
                  </a:lnTo>
                  <a:close/>
                </a:path>
                <a:path w="11429" h="861060">
                  <a:moveTo>
                    <a:pt x="11430" y="748030"/>
                  </a:moveTo>
                  <a:lnTo>
                    <a:pt x="0" y="748030"/>
                  </a:lnTo>
                  <a:lnTo>
                    <a:pt x="0" y="758190"/>
                  </a:lnTo>
                  <a:lnTo>
                    <a:pt x="11430" y="758190"/>
                  </a:lnTo>
                  <a:lnTo>
                    <a:pt x="11430" y="748030"/>
                  </a:lnTo>
                  <a:close/>
                </a:path>
              </a:pathLst>
            </a:custGeom>
            <a:solidFill>
              <a:srgbClr val="8080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898">
              <a:extLst>
                <a:ext uri="{FF2B5EF4-FFF2-40B4-BE49-F238E27FC236}">
                  <a16:creationId xmlns:a16="http://schemas.microsoft.com/office/drawing/2014/main" id="{94110483-879D-E63F-B45E-7A1623E30D89}"/>
                </a:ext>
              </a:extLst>
            </p:cNvPr>
            <p:cNvSpPr/>
            <p:nvPr/>
          </p:nvSpPr>
          <p:spPr>
            <a:xfrm>
              <a:off x="4344670" y="5401310"/>
              <a:ext cx="11430" cy="864869"/>
            </a:xfrm>
            <a:custGeom>
              <a:avLst/>
              <a:gdLst/>
              <a:ahLst/>
              <a:cxnLst/>
              <a:rect l="l" t="t" r="r" b="b"/>
              <a:pathLst>
                <a:path w="11429" h="864870">
                  <a:moveTo>
                    <a:pt x="11429" y="0"/>
                  </a:moveTo>
                  <a:lnTo>
                    <a:pt x="8889" y="0"/>
                  </a:lnTo>
                  <a:lnTo>
                    <a:pt x="8889" y="1269"/>
                  </a:lnTo>
                  <a:lnTo>
                    <a:pt x="1269" y="1269"/>
                  </a:lnTo>
                  <a:lnTo>
                    <a:pt x="1269" y="2539"/>
                  </a:lnTo>
                  <a:lnTo>
                    <a:pt x="0" y="253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86487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86487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86487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86487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86487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86487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864870">
                  <a:moveTo>
                    <a:pt x="11429" y="22860"/>
                  </a:moveTo>
                  <a:lnTo>
                    <a:pt x="0" y="2286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2860"/>
                  </a:lnTo>
                  <a:close/>
                </a:path>
                <a:path w="11429" h="86487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86487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86487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86487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86487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86487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864870">
                  <a:moveTo>
                    <a:pt x="11429" y="48259"/>
                  </a:moveTo>
                  <a:lnTo>
                    <a:pt x="0" y="4825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48259"/>
                  </a:lnTo>
                  <a:close/>
                </a:path>
                <a:path w="11429" h="86487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864870">
                  <a:moveTo>
                    <a:pt x="11429" y="60959"/>
                  </a:moveTo>
                  <a:lnTo>
                    <a:pt x="0" y="6095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0959"/>
                  </a:lnTo>
                  <a:close/>
                </a:path>
                <a:path w="11429" h="864870">
                  <a:moveTo>
                    <a:pt x="11429" y="69850"/>
                  </a:moveTo>
                  <a:lnTo>
                    <a:pt x="0" y="69850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9850"/>
                  </a:lnTo>
                  <a:close/>
                </a:path>
                <a:path w="11429" h="86487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864870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86487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86487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864870">
                  <a:moveTo>
                    <a:pt x="1142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8900"/>
                  </a:lnTo>
                  <a:close/>
                </a:path>
                <a:path w="11429" h="864870">
                  <a:moveTo>
                    <a:pt x="11429" y="95250"/>
                  </a:moveTo>
                  <a:lnTo>
                    <a:pt x="0" y="95250"/>
                  </a:lnTo>
                  <a:lnTo>
                    <a:pt x="0" y="749299"/>
                  </a:lnTo>
                  <a:lnTo>
                    <a:pt x="11429" y="749299"/>
                  </a:lnTo>
                  <a:lnTo>
                    <a:pt x="11429" y="95250"/>
                  </a:lnTo>
                  <a:close/>
                </a:path>
                <a:path w="11429" h="864870">
                  <a:moveTo>
                    <a:pt x="11429" y="863599"/>
                  </a:moveTo>
                  <a:lnTo>
                    <a:pt x="10159" y="863599"/>
                  </a:lnTo>
                  <a:lnTo>
                    <a:pt x="10159" y="864869"/>
                  </a:lnTo>
                  <a:lnTo>
                    <a:pt x="11429" y="864869"/>
                  </a:lnTo>
                  <a:lnTo>
                    <a:pt x="11429" y="863599"/>
                  </a:lnTo>
                  <a:close/>
                </a:path>
                <a:path w="11429" h="864870">
                  <a:moveTo>
                    <a:pt x="11429" y="857249"/>
                  </a:moveTo>
                  <a:lnTo>
                    <a:pt x="0" y="857249"/>
                  </a:lnTo>
                  <a:lnTo>
                    <a:pt x="0" y="863599"/>
                  </a:lnTo>
                  <a:lnTo>
                    <a:pt x="2539" y="863599"/>
                  </a:lnTo>
                  <a:lnTo>
                    <a:pt x="2539" y="862329"/>
                  </a:lnTo>
                  <a:lnTo>
                    <a:pt x="11429" y="862329"/>
                  </a:lnTo>
                  <a:lnTo>
                    <a:pt x="11429" y="857249"/>
                  </a:lnTo>
                  <a:close/>
                </a:path>
                <a:path w="11429" h="864870">
                  <a:moveTo>
                    <a:pt x="1142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29" y="855979"/>
                  </a:lnTo>
                  <a:lnTo>
                    <a:pt x="11429" y="850899"/>
                  </a:lnTo>
                  <a:close/>
                </a:path>
                <a:path w="11429" h="864870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864870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864870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864870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864870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864870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864870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864870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864870">
                  <a:moveTo>
                    <a:pt x="11429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29" y="798829"/>
                  </a:lnTo>
                  <a:lnTo>
                    <a:pt x="11429" y="793749"/>
                  </a:lnTo>
                  <a:close/>
                </a:path>
                <a:path w="11429" h="864870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864870">
                  <a:moveTo>
                    <a:pt x="11429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29" y="786129"/>
                  </a:lnTo>
                  <a:lnTo>
                    <a:pt x="11429" y="781049"/>
                  </a:lnTo>
                  <a:close/>
                </a:path>
                <a:path w="11429" h="864870">
                  <a:moveTo>
                    <a:pt x="11429" y="774699"/>
                  </a:moveTo>
                  <a:lnTo>
                    <a:pt x="0" y="774699"/>
                  </a:lnTo>
                  <a:lnTo>
                    <a:pt x="0" y="779780"/>
                  </a:lnTo>
                  <a:lnTo>
                    <a:pt x="11429" y="779780"/>
                  </a:lnTo>
                  <a:lnTo>
                    <a:pt x="11429" y="774699"/>
                  </a:lnTo>
                  <a:close/>
                </a:path>
                <a:path w="11429" h="864870">
                  <a:moveTo>
                    <a:pt x="11429" y="768349"/>
                  </a:moveTo>
                  <a:lnTo>
                    <a:pt x="0" y="768349"/>
                  </a:lnTo>
                  <a:lnTo>
                    <a:pt x="0" y="773429"/>
                  </a:lnTo>
                  <a:lnTo>
                    <a:pt x="11429" y="773429"/>
                  </a:lnTo>
                  <a:lnTo>
                    <a:pt x="11429" y="768349"/>
                  </a:lnTo>
                  <a:close/>
                </a:path>
                <a:path w="11429" h="864870">
                  <a:moveTo>
                    <a:pt x="11429" y="761999"/>
                  </a:moveTo>
                  <a:lnTo>
                    <a:pt x="0" y="761999"/>
                  </a:lnTo>
                  <a:lnTo>
                    <a:pt x="0" y="767080"/>
                  </a:lnTo>
                  <a:lnTo>
                    <a:pt x="11429" y="767080"/>
                  </a:lnTo>
                  <a:lnTo>
                    <a:pt x="11429" y="761999"/>
                  </a:lnTo>
                  <a:close/>
                </a:path>
                <a:path w="11429" h="864870">
                  <a:moveTo>
                    <a:pt x="11429" y="750569"/>
                  </a:moveTo>
                  <a:lnTo>
                    <a:pt x="0" y="750569"/>
                  </a:lnTo>
                  <a:lnTo>
                    <a:pt x="0" y="760729"/>
                  </a:lnTo>
                  <a:lnTo>
                    <a:pt x="11429" y="760729"/>
                  </a:lnTo>
                  <a:lnTo>
                    <a:pt x="11429" y="750569"/>
                  </a:lnTo>
                  <a:close/>
                </a:path>
              </a:pathLst>
            </a:custGeom>
            <a:solidFill>
              <a:srgbClr val="8080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899">
              <a:extLst>
                <a:ext uri="{FF2B5EF4-FFF2-40B4-BE49-F238E27FC236}">
                  <a16:creationId xmlns:a16="http://schemas.microsoft.com/office/drawing/2014/main" id="{263E0B70-89E9-2738-73BF-18DEB7E40F43}"/>
                </a:ext>
              </a:extLst>
            </p:cNvPr>
            <p:cNvSpPr/>
            <p:nvPr/>
          </p:nvSpPr>
          <p:spPr>
            <a:xfrm>
              <a:off x="4356100" y="5400040"/>
              <a:ext cx="10160" cy="868680"/>
            </a:xfrm>
            <a:custGeom>
              <a:avLst/>
              <a:gdLst/>
              <a:ahLst/>
              <a:cxnLst/>
              <a:rect l="l" t="t" r="r" b="b"/>
              <a:pathLst>
                <a:path w="10160" h="868679">
                  <a:moveTo>
                    <a:pt x="1016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  <a:path w="10160" h="868679">
                  <a:moveTo>
                    <a:pt x="1016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1270"/>
                  </a:lnTo>
                  <a:close/>
                </a:path>
                <a:path w="10160" h="868679">
                  <a:moveTo>
                    <a:pt x="1016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0160" y="7620"/>
                  </a:lnTo>
                  <a:lnTo>
                    <a:pt x="10160" y="5080"/>
                  </a:lnTo>
                  <a:close/>
                </a:path>
                <a:path w="10160" h="868679">
                  <a:moveTo>
                    <a:pt x="1016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7620"/>
                  </a:lnTo>
                  <a:close/>
                </a:path>
                <a:path w="10160" h="868679">
                  <a:moveTo>
                    <a:pt x="1016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60" y="13970"/>
                  </a:lnTo>
                  <a:lnTo>
                    <a:pt x="10160" y="11430"/>
                  </a:lnTo>
                  <a:close/>
                </a:path>
                <a:path w="10160" h="868679">
                  <a:moveTo>
                    <a:pt x="1016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3970"/>
                  </a:lnTo>
                  <a:close/>
                </a:path>
                <a:path w="10160" h="868679">
                  <a:moveTo>
                    <a:pt x="1016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7780"/>
                  </a:lnTo>
                  <a:close/>
                </a:path>
                <a:path w="10160" h="868679">
                  <a:moveTo>
                    <a:pt x="1016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0320"/>
                  </a:lnTo>
                  <a:close/>
                </a:path>
                <a:path w="10160" h="868679">
                  <a:moveTo>
                    <a:pt x="1016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4130"/>
                  </a:lnTo>
                  <a:close/>
                </a:path>
                <a:path w="10160" h="868679">
                  <a:moveTo>
                    <a:pt x="1016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0160" y="33020"/>
                  </a:lnTo>
                  <a:lnTo>
                    <a:pt x="10160" y="30480"/>
                  </a:lnTo>
                  <a:close/>
                </a:path>
                <a:path w="10160" h="868679">
                  <a:moveTo>
                    <a:pt x="1016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3020"/>
                  </a:lnTo>
                  <a:close/>
                </a:path>
                <a:path w="10160" h="868679">
                  <a:moveTo>
                    <a:pt x="10160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0160" y="39370"/>
                  </a:lnTo>
                  <a:lnTo>
                    <a:pt x="10160" y="36830"/>
                  </a:lnTo>
                  <a:close/>
                </a:path>
                <a:path w="10160" h="868679">
                  <a:moveTo>
                    <a:pt x="1016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9370"/>
                  </a:lnTo>
                  <a:close/>
                </a:path>
                <a:path w="10160" h="868679">
                  <a:moveTo>
                    <a:pt x="1016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0160" y="45720"/>
                  </a:lnTo>
                  <a:lnTo>
                    <a:pt x="10160" y="43180"/>
                  </a:lnTo>
                  <a:close/>
                </a:path>
                <a:path w="10160" h="868679">
                  <a:moveTo>
                    <a:pt x="1016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5720"/>
                  </a:lnTo>
                  <a:close/>
                </a:path>
                <a:path w="10160" h="868679">
                  <a:moveTo>
                    <a:pt x="10160" y="49530"/>
                  </a:moveTo>
                  <a:lnTo>
                    <a:pt x="0" y="49530"/>
                  </a:lnTo>
                  <a:lnTo>
                    <a:pt x="0" y="58420"/>
                  </a:lnTo>
                  <a:lnTo>
                    <a:pt x="10160" y="58420"/>
                  </a:lnTo>
                  <a:lnTo>
                    <a:pt x="10160" y="49530"/>
                  </a:lnTo>
                  <a:close/>
                </a:path>
                <a:path w="10160" h="868679">
                  <a:moveTo>
                    <a:pt x="10160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8420"/>
                  </a:lnTo>
                  <a:close/>
                </a:path>
                <a:path w="10160" h="868679">
                  <a:moveTo>
                    <a:pt x="10160" y="62230"/>
                  </a:moveTo>
                  <a:lnTo>
                    <a:pt x="0" y="62230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2230"/>
                  </a:lnTo>
                  <a:close/>
                </a:path>
                <a:path w="10160" h="868679">
                  <a:moveTo>
                    <a:pt x="10160" y="71120"/>
                  </a:moveTo>
                  <a:lnTo>
                    <a:pt x="0" y="71120"/>
                  </a:lnTo>
                  <a:lnTo>
                    <a:pt x="0" y="77470"/>
                  </a:lnTo>
                  <a:lnTo>
                    <a:pt x="10160" y="77470"/>
                  </a:lnTo>
                  <a:lnTo>
                    <a:pt x="10160" y="71120"/>
                  </a:lnTo>
                  <a:close/>
                </a:path>
                <a:path w="10160" h="868679">
                  <a:moveTo>
                    <a:pt x="10160" y="77470"/>
                  </a:moveTo>
                  <a:lnTo>
                    <a:pt x="0" y="7747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7470"/>
                  </a:lnTo>
                  <a:close/>
                </a:path>
                <a:path w="10160" h="868679">
                  <a:moveTo>
                    <a:pt x="10160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10160" y="83820"/>
                  </a:lnTo>
                  <a:lnTo>
                    <a:pt x="10160" y="81280"/>
                  </a:lnTo>
                  <a:close/>
                </a:path>
                <a:path w="10160" h="868679">
                  <a:moveTo>
                    <a:pt x="10160" y="83820"/>
                  </a:moveTo>
                  <a:lnTo>
                    <a:pt x="0" y="8382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3820"/>
                  </a:lnTo>
                  <a:close/>
                </a:path>
                <a:path w="10160" h="868679">
                  <a:moveTo>
                    <a:pt x="10160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10160" y="90170"/>
                  </a:lnTo>
                  <a:lnTo>
                    <a:pt x="10160" y="87630"/>
                  </a:lnTo>
                  <a:close/>
                </a:path>
                <a:path w="10160" h="868679">
                  <a:moveTo>
                    <a:pt x="10160" y="90170"/>
                  </a:moveTo>
                  <a:lnTo>
                    <a:pt x="0" y="90170"/>
                  </a:lnTo>
                  <a:lnTo>
                    <a:pt x="0" y="96520"/>
                  </a:lnTo>
                  <a:lnTo>
                    <a:pt x="10160" y="96520"/>
                  </a:lnTo>
                  <a:lnTo>
                    <a:pt x="10160" y="90170"/>
                  </a:lnTo>
                  <a:close/>
                </a:path>
                <a:path w="10160" h="868679">
                  <a:moveTo>
                    <a:pt x="10160" y="96520"/>
                  </a:moveTo>
                  <a:lnTo>
                    <a:pt x="0" y="96520"/>
                  </a:lnTo>
                  <a:lnTo>
                    <a:pt x="0" y="750570"/>
                  </a:lnTo>
                  <a:lnTo>
                    <a:pt x="10160" y="750570"/>
                  </a:lnTo>
                  <a:lnTo>
                    <a:pt x="10160" y="96520"/>
                  </a:lnTo>
                  <a:close/>
                </a:path>
                <a:path w="10160" h="868679">
                  <a:moveTo>
                    <a:pt x="10160" y="864870"/>
                  </a:moveTo>
                  <a:lnTo>
                    <a:pt x="0" y="864870"/>
                  </a:lnTo>
                  <a:lnTo>
                    <a:pt x="0" y="866140"/>
                  </a:lnTo>
                  <a:lnTo>
                    <a:pt x="6350" y="866140"/>
                  </a:lnTo>
                  <a:lnTo>
                    <a:pt x="6350" y="868680"/>
                  </a:lnTo>
                  <a:lnTo>
                    <a:pt x="10160" y="868680"/>
                  </a:lnTo>
                  <a:lnTo>
                    <a:pt x="10160" y="864870"/>
                  </a:lnTo>
                  <a:close/>
                </a:path>
                <a:path w="10160" h="868679">
                  <a:moveTo>
                    <a:pt x="10160" y="858520"/>
                  </a:moveTo>
                  <a:lnTo>
                    <a:pt x="0" y="858520"/>
                  </a:lnTo>
                  <a:lnTo>
                    <a:pt x="0" y="863600"/>
                  </a:lnTo>
                  <a:lnTo>
                    <a:pt x="10160" y="863600"/>
                  </a:lnTo>
                  <a:lnTo>
                    <a:pt x="10160" y="858520"/>
                  </a:lnTo>
                  <a:close/>
                </a:path>
                <a:path w="10160" h="868679">
                  <a:moveTo>
                    <a:pt x="10160" y="852170"/>
                  </a:moveTo>
                  <a:lnTo>
                    <a:pt x="0" y="852170"/>
                  </a:lnTo>
                  <a:lnTo>
                    <a:pt x="0" y="857250"/>
                  </a:lnTo>
                  <a:lnTo>
                    <a:pt x="10160" y="857250"/>
                  </a:lnTo>
                  <a:lnTo>
                    <a:pt x="10160" y="852170"/>
                  </a:lnTo>
                  <a:close/>
                </a:path>
                <a:path w="10160" h="868679">
                  <a:moveTo>
                    <a:pt x="10160" y="845820"/>
                  </a:moveTo>
                  <a:lnTo>
                    <a:pt x="0" y="845820"/>
                  </a:lnTo>
                  <a:lnTo>
                    <a:pt x="0" y="850900"/>
                  </a:lnTo>
                  <a:lnTo>
                    <a:pt x="10160" y="850900"/>
                  </a:lnTo>
                  <a:lnTo>
                    <a:pt x="10160" y="845820"/>
                  </a:lnTo>
                  <a:close/>
                </a:path>
                <a:path w="10160" h="868679">
                  <a:moveTo>
                    <a:pt x="10160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0160" y="844550"/>
                  </a:lnTo>
                  <a:lnTo>
                    <a:pt x="10160" y="839470"/>
                  </a:lnTo>
                  <a:close/>
                </a:path>
                <a:path w="10160" h="868679">
                  <a:moveTo>
                    <a:pt x="10160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0160" y="838200"/>
                  </a:lnTo>
                  <a:lnTo>
                    <a:pt x="10160" y="833120"/>
                  </a:lnTo>
                  <a:close/>
                </a:path>
                <a:path w="10160" h="868679">
                  <a:moveTo>
                    <a:pt x="10160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0160" y="831850"/>
                  </a:lnTo>
                  <a:lnTo>
                    <a:pt x="10160" y="826770"/>
                  </a:lnTo>
                  <a:close/>
                </a:path>
                <a:path w="10160" h="868679">
                  <a:moveTo>
                    <a:pt x="10160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0160" y="825500"/>
                  </a:lnTo>
                  <a:lnTo>
                    <a:pt x="10160" y="820420"/>
                  </a:lnTo>
                  <a:close/>
                </a:path>
                <a:path w="10160" h="868679">
                  <a:moveTo>
                    <a:pt x="10160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60" y="819150"/>
                  </a:lnTo>
                  <a:lnTo>
                    <a:pt x="10160" y="814070"/>
                  </a:lnTo>
                  <a:close/>
                </a:path>
                <a:path w="10160" h="868679">
                  <a:moveTo>
                    <a:pt x="10160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60" y="812800"/>
                  </a:lnTo>
                  <a:lnTo>
                    <a:pt x="10160" y="807720"/>
                  </a:lnTo>
                  <a:close/>
                </a:path>
                <a:path w="10160" h="868679">
                  <a:moveTo>
                    <a:pt x="10160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60" y="806450"/>
                  </a:lnTo>
                  <a:lnTo>
                    <a:pt x="10160" y="801370"/>
                  </a:lnTo>
                  <a:close/>
                </a:path>
                <a:path w="10160" h="868679">
                  <a:moveTo>
                    <a:pt x="10160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60" y="800100"/>
                  </a:lnTo>
                  <a:lnTo>
                    <a:pt x="10160" y="795020"/>
                  </a:lnTo>
                  <a:close/>
                </a:path>
                <a:path w="10160" h="868679">
                  <a:moveTo>
                    <a:pt x="10160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60" y="793750"/>
                  </a:lnTo>
                  <a:lnTo>
                    <a:pt x="10160" y="788670"/>
                  </a:lnTo>
                  <a:close/>
                </a:path>
                <a:path w="10160" h="868679">
                  <a:moveTo>
                    <a:pt x="1016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60" y="787400"/>
                  </a:lnTo>
                  <a:lnTo>
                    <a:pt x="10160" y="782320"/>
                  </a:lnTo>
                  <a:close/>
                </a:path>
                <a:path w="10160" h="868679">
                  <a:moveTo>
                    <a:pt x="1016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60" y="781050"/>
                  </a:lnTo>
                  <a:lnTo>
                    <a:pt x="10160" y="775970"/>
                  </a:lnTo>
                  <a:close/>
                </a:path>
                <a:path w="10160" h="868679">
                  <a:moveTo>
                    <a:pt x="10160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60" y="774700"/>
                  </a:lnTo>
                  <a:lnTo>
                    <a:pt x="10160" y="769620"/>
                  </a:lnTo>
                  <a:close/>
                </a:path>
                <a:path w="10160" h="868679">
                  <a:moveTo>
                    <a:pt x="10160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0160" y="768350"/>
                  </a:lnTo>
                  <a:lnTo>
                    <a:pt x="10160" y="763270"/>
                  </a:lnTo>
                  <a:close/>
                </a:path>
                <a:path w="10160" h="868679">
                  <a:moveTo>
                    <a:pt x="10160" y="751840"/>
                  </a:moveTo>
                  <a:lnTo>
                    <a:pt x="0" y="751840"/>
                  </a:lnTo>
                  <a:lnTo>
                    <a:pt x="0" y="762000"/>
                  </a:lnTo>
                  <a:lnTo>
                    <a:pt x="10160" y="762000"/>
                  </a:lnTo>
                  <a:lnTo>
                    <a:pt x="10160" y="751840"/>
                  </a:lnTo>
                  <a:close/>
                </a:path>
              </a:pathLst>
            </a:custGeom>
            <a:solidFill>
              <a:srgbClr val="7F7F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900">
              <a:extLst>
                <a:ext uri="{FF2B5EF4-FFF2-40B4-BE49-F238E27FC236}">
                  <a16:creationId xmlns:a16="http://schemas.microsoft.com/office/drawing/2014/main" id="{C390B0C3-1E4E-A637-2E48-DD178C03A7A9}"/>
                </a:ext>
              </a:extLst>
            </p:cNvPr>
            <p:cNvSpPr/>
            <p:nvPr/>
          </p:nvSpPr>
          <p:spPr>
            <a:xfrm>
              <a:off x="4366259" y="5398770"/>
              <a:ext cx="11430" cy="871219"/>
            </a:xfrm>
            <a:custGeom>
              <a:avLst/>
              <a:gdLst/>
              <a:ahLst/>
              <a:cxnLst/>
              <a:rect l="l" t="t" r="r" b="b"/>
              <a:pathLst>
                <a:path w="11429" h="871220">
                  <a:moveTo>
                    <a:pt x="11429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1429" y="2539"/>
                  </a:lnTo>
                  <a:lnTo>
                    <a:pt x="11429" y="0"/>
                  </a:lnTo>
                  <a:close/>
                </a:path>
                <a:path w="11429" h="871220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871220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871220">
                  <a:moveTo>
                    <a:pt x="11429" y="8890"/>
                  </a:moveTo>
                  <a:lnTo>
                    <a:pt x="0" y="889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90"/>
                  </a:lnTo>
                  <a:close/>
                </a:path>
                <a:path w="11429" h="871220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871220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871220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871220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871220">
                  <a:moveTo>
                    <a:pt x="11429" y="25400"/>
                  </a:moveTo>
                  <a:lnTo>
                    <a:pt x="0" y="25400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5400"/>
                  </a:lnTo>
                  <a:close/>
                </a:path>
                <a:path w="11429" h="871220">
                  <a:moveTo>
                    <a:pt x="1142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31749"/>
                  </a:lnTo>
                  <a:close/>
                </a:path>
                <a:path w="11429" h="871220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871220">
                  <a:moveTo>
                    <a:pt x="1142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29" y="40639"/>
                  </a:lnTo>
                  <a:lnTo>
                    <a:pt x="11429" y="38099"/>
                  </a:lnTo>
                  <a:close/>
                </a:path>
                <a:path w="11429" h="871220">
                  <a:moveTo>
                    <a:pt x="1142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0639"/>
                  </a:lnTo>
                  <a:close/>
                </a:path>
                <a:path w="11429" h="871220">
                  <a:moveTo>
                    <a:pt x="1142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44449"/>
                  </a:lnTo>
                  <a:close/>
                </a:path>
                <a:path w="11429" h="871220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871220">
                  <a:moveTo>
                    <a:pt x="11429" y="50799"/>
                  </a:moveTo>
                  <a:lnTo>
                    <a:pt x="0" y="5079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0799"/>
                  </a:lnTo>
                  <a:close/>
                </a:path>
                <a:path w="11429" h="871220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871220">
                  <a:moveTo>
                    <a:pt x="11429" y="63499"/>
                  </a:moveTo>
                  <a:lnTo>
                    <a:pt x="0" y="6349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3499"/>
                  </a:lnTo>
                  <a:close/>
                </a:path>
                <a:path w="11429" h="871220">
                  <a:moveTo>
                    <a:pt x="11429" y="72389"/>
                  </a:moveTo>
                  <a:lnTo>
                    <a:pt x="0" y="72389"/>
                  </a:lnTo>
                  <a:lnTo>
                    <a:pt x="0" y="78739"/>
                  </a:lnTo>
                  <a:lnTo>
                    <a:pt x="11429" y="78739"/>
                  </a:lnTo>
                  <a:lnTo>
                    <a:pt x="11429" y="72389"/>
                  </a:lnTo>
                  <a:close/>
                </a:path>
                <a:path w="11429" h="871220">
                  <a:moveTo>
                    <a:pt x="11429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8739"/>
                  </a:lnTo>
                  <a:close/>
                </a:path>
                <a:path w="11429" h="871220">
                  <a:moveTo>
                    <a:pt x="11429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82549"/>
                  </a:lnTo>
                  <a:close/>
                </a:path>
                <a:path w="11429" h="871220">
                  <a:moveTo>
                    <a:pt x="11429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5089"/>
                  </a:lnTo>
                  <a:close/>
                </a:path>
                <a:path w="11429" h="871220">
                  <a:moveTo>
                    <a:pt x="11429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29" y="91439"/>
                  </a:lnTo>
                  <a:lnTo>
                    <a:pt x="11429" y="88899"/>
                  </a:lnTo>
                  <a:close/>
                </a:path>
                <a:path w="11429" h="871220">
                  <a:moveTo>
                    <a:pt x="11429" y="91439"/>
                  </a:moveTo>
                  <a:lnTo>
                    <a:pt x="0" y="91439"/>
                  </a:lnTo>
                  <a:lnTo>
                    <a:pt x="0" y="97789"/>
                  </a:lnTo>
                  <a:lnTo>
                    <a:pt x="11429" y="97789"/>
                  </a:lnTo>
                  <a:lnTo>
                    <a:pt x="11429" y="91439"/>
                  </a:lnTo>
                  <a:close/>
                </a:path>
                <a:path w="11429" h="871220">
                  <a:moveTo>
                    <a:pt x="11429" y="97789"/>
                  </a:moveTo>
                  <a:lnTo>
                    <a:pt x="0" y="97789"/>
                  </a:lnTo>
                  <a:lnTo>
                    <a:pt x="0" y="751839"/>
                  </a:lnTo>
                  <a:lnTo>
                    <a:pt x="11429" y="751839"/>
                  </a:lnTo>
                  <a:lnTo>
                    <a:pt x="11429" y="97789"/>
                  </a:lnTo>
                  <a:close/>
                </a:path>
                <a:path w="11429" h="871220">
                  <a:moveTo>
                    <a:pt x="11429" y="866139"/>
                  </a:moveTo>
                  <a:lnTo>
                    <a:pt x="0" y="866139"/>
                  </a:lnTo>
                  <a:lnTo>
                    <a:pt x="0" y="869949"/>
                  </a:lnTo>
                  <a:lnTo>
                    <a:pt x="5079" y="869949"/>
                  </a:lnTo>
                  <a:lnTo>
                    <a:pt x="5079" y="871219"/>
                  </a:lnTo>
                  <a:lnTo>
                    <a:pt x="11429" y="871219"/>
                  </a:lnTo>
                  <a:lnTo>
                    <a:pt x="11429" y="866139"/>
                  </a:lnTo>
                  <a:close/>
                </a:path>
                <a:path w="11429" h="871220">
                  <a:moveTo>
                    <a:pt x="11429" y="859789"/>
                  </a:moveTo>
                  <a:lnTo>
                    <a:pt x="0" y="859789"/>
                  </a:lnTo>
                  <a:lnTo>
                    <a:pt x="0" y="864869"/>
                  </a:lnTo>
                  <a:lnTo>
                    <a:pt x="11429" y="864869"/>
                  </a:lnTo>
                  <a:lnTo>
                    <a:pt x="11429" y="859789"/>
                  </a:lnTo>
                  <a:close/>
                </a:path>
                <a:path w="11429" h="871220">
                  <a:moveTo>
                    <a:pt x="11429" y="853439"/>
                  </a:moveTo>
                  <a:lnTo>
                    <a:pt x="0" y="853439"/>
                  </a:lnTo>
                  <a:lnTo>
                    <a:pt x="0" y="858519"/>
                  </a:lnTo>
                  <a:lnTo>
                    <a:pt x="11429" y="858519"/>
                  </a:lnTo>
                  <a:lnTo>
                    <a:pt x="11429" y="853439"/>
                  </a:lnTo>
                  <a:close/>
                </a:path>
                <a:path w="11429" h="871220">
                  <a:moveTo>
                    <a:pt x="11429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1429" y="852169"/>
                  </a:lnTo>
                  <a:lnTo>
                    <a:pt x="11429" y="847089"/>
                  </a:lnTo>
                  <a:close/>
                </a:path>
                <a:path w="11429" h="871220">
                  <a:moveTo>
                    <a:pt x="11429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1429" y="845819"/>
                  </a:lnTo>
                  <a:lnTo>
                    <a:pt x="11429" y="840739"/>
                  </a:lnTo>
                  <a:close/>
                </a:path>
                <a:path w="11429" h="871220">
                  <a:moveTo>
                    <a:pt x="11429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1429" y="839469"/>
                  </a:lnTo>
                  <a:lnTo>
                    <a:pt x="11429" y="834389"/>
                  </a:lnTo>
                  <a:close/>
                </a:path>
                <a:path w="11429" h="871220">
                  <a:moveTo>
                    <a:pt x="11429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1429" y="833119"/>
                  </a:lnTo>
                  <a:lnTo>
                    <a:pt x="11429" y="828039"/>
                  </a:lnTo>
                  <a:close/>
                </a:path>
                <a:path w="11429" h="871220">
                  <a:moveTo>
                    <a:pt x="11429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29" y="826769"/>
                  </a:lnTo>
                  <a:lnTo>
                    <a:pt x="11429" y="821689"/>
                  </a:lnTo>
                  <a:close/>
                </a:path>
                <a:path w="11429" h="871220">
                  <a:moveTo>
                    <a:pt x="11429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29" y="820419"/>
                  </a:lnTo>
                  <a:lnTo>
                    <a:pt x="11429" y="815339"/>
                  </a:lnTo>
                  <a:close/>
                </a:path>
                <a:path w="11429" h="871220">
                  <a:moveTo>
                    <a:pt x="1142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29" y="814069"/>
                  </a:lnTo>
                  <a:lnTo>
                    <a:pt x="11429" y="808989"/>
                  </a:lnTo>
                  <a:close/>
                </a:path>
                <a:path w="11429" h="871220">
                  <a:moveTo>
                    <a:pt x="1142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29" y="807719"/>
                  </a:lnTo>
                  <a:lnTo>
                    <a:pt x="11429" y="802639"/>
                  </a:lnTo>
                  <a:close/>
                </a:path>
                <a:path w="11429" h="87122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7122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7122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7122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71220">
                  <a:moveTo>
                    <a:pt x="1142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70889"/>
                  </a:lnTo>
                  <a:close/>
                </a:path>
                <a:path w="11429" h="871220">
                  <a:moveTo>
                    <a:pt x="1142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29" y="769619"/>
                  </a:lnTo>
                  <a:lnTo>
                    <a:pt x="11429" y="764539"/>
                  </a:lnTo>
                  <a:close/>
                </a:path>
                <a:path w="11429" h="871220">
                  <a:moveTo>
                    <a:pt x="11429" y="753109"/>
                  </a:moveTo>
                  <a:lnTo>
                    <a:pt x="0" y="753109"/>
                  </a:lnTo>
                  <a:lnTo>
                    <a:pt x="0" y="763269"/>
                  </a:lnTo>
                  <a:lnTo>
                    <a:pt x="11429" y="763269"/>
                  </a:lnTo>
                  <a:lnTo>
                    <a:pt x="11429" y="753109"/>
                  </a:lnTo>
                  <a:close/>
                </a:path>
              </a:pathLst>
            </a:custGeom>
            <a:solidFill>
              <a:srgbClr val="7E7E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901">
              <a:extLst>
                <a:ext uri="{FF2B5EF4-FFF2-40B4-BE49-F238E27FC236}">
                  <a16:creationId xmlns:a16="http://schemas.microsoft.com/office/drawing/2014/main" id="{DF1BFE8F-A7AF-D56B-1484-1DADCFDCAACB}"/>
                </a:ext>
              </a:extLst>
            </p:cNvPr>
            <p:cNvSpPr/>
            <p:nvPr/>
          </p:nvSpPr>
          <p:spPr>
            <a:xfrm>
              <a:off x="4377690" y="5396230"/>
              <a:ext cx="10160" cy="875030"/>
            </a:xfrm>
            <a:custGeom>
              <a:avLst/>
              <a:gdLst/>
              <a:ahLst/>
              <a:cxnLst/>
              <a:rect l="l" t="t" r="r" b="b"/>
              <a:pathLst>
                <a:path w="10160" h="875029">
                  <a:moveTo>
                    <a:pt x="1016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8750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750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750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750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75029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875029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875029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875029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875029">
                  <a:moveTo>
                    <a:pt x="10160" y="27940"/>
                  </a:moveTo>
                  <a:lnTo>
                    <a:pt x="0" y="2794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27940"/>
                  </a:lnTo>
                  <a:close/>
                </a:path>
                <a:path w="10160" h="875029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875029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875029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875029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875029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875029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875029">
                  <a:moveTo>
                    <a:pt x="10160" y="53340"/>
                  </a:moveTo>
                  <a:lnTo>
                    <a:pt x="0" y="5334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3340"/>
                  </a:lnTo>
                  <a:close/>
                </a:path>
                <a:path w="10160" h="875029">
                  <a:moveTo>
                    <a:pt x="1016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30"/>
                  </a:lnTo>
                  <a:close/>
                </a:path>
                <a:path w="10160" h="875029">
                  <a:moveTo>
                    <a:pt x="10160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66040"/>
                  </a:lnTo>
                  <a:close/>
                </a:path>
                <a:path w="10160" h="875029">
                  <a:moveTo>
                    <a:pt x="10160" y="74930"/>
                  </a:moveTo>
                  <a:lnTo>
                    <a:pt x="0" y="7493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4930"/>
                  </a:lnTo>
                  <a:close/>
                </a:path>
                <a:path w="10160" h="875029">
                  <a:moveTo>
                    <a:pt x="10160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80"/>
                  </a:lnTo>
                  <a:close/>
                </a:path>
                <a:path w="10160" h="875029">
                  <a:moveTo>
                    <a:pt x="1016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090"/>
                  </a:lnTo>
                  <a:close/>
                </a:path>
                <a:path w="10160" h="875029">
                  <a:moveTo>
                    <a:pt x="1016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30"/>
                  </a:lnTo>
                  <a:close/>
                </a:path>
                <a:path w="10160" h="875029">
                  <a:moveTo>
                    <a:pt x="1016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40"/>
                  </a:lnTo>
                  <a:close/>
                </a:path>
                <a:path w="10160" h="875029">
                  <a:moveTo>
                    <a:pt x="10160" y="93980"/>
                  </a:moveTo>
                  <a:lnTo>
                    <a:pt x="0" y="9398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3980"/>
                  </a:lnTo>
                  <a:close/>
                </a:path>
                <a:path w="10160" h="875029">
                  <a:moveTo>
                    <a:pt x="10160" y="100330"/>
                  </a:moveTo>
                  <a:lnTo>
                    <a:pt x="0" y="100330"/>
                  </a:lnTo>
                  <a:lnTo>
                    <a:pt x="0" y="754380"/>
                  </a:lnTo>
                  <a:lnTo>
                    <a:pt x="10160" y="754380"/>
                  </a:lnTo>
                  <a:lnTo>
                    <a:pt x="10160" y="100330"/>
                  </a:lnTo>
                  <a:close/>
                </a:path>
                <a:path w="10160" h="875029">
                  <a:moveTo>
                    <a:pt x="8889" y="873760"/>
                  </a:moveTo>
                  <a:lnTo>
                    <a:pt x="1270" y="873760"/>
                  </a:lnTo>
                  <a:lnTo>
                    <a:pt x="1270" y="875030"/>
                  </a:lnTo>
                  <a:lnTo>
                    <a:pt x="8889" y="875030"/>
                  </a:lnTo>
                  <a:lnTo>
                    <a:pt x="8889" y="873760"/>
                  </a:lnTo>
                  <a:close/>
                </a:path>
                <a:path w="10160" h="875029">
                  <a:moveTo>
                    <a:pt x="10160" y="868680"/>
                  </a:moveTo>
                  <a:lnTo>
                    <a:pt x="0" y="868680"/>
                  </a:lnTo>
                  <a:lnTo>
                    <a:pt x="0" y="873760"/>
                  </a:lnTo>
                  <a:lnTo>
                    <a:pt x="10160" y="873760"/>
                  </a:lnTo>
                  <a:lnTo>
                    <a:pt x="10160" y="868680"/>
                  </a:lnTo>
                  <a:close/>
                </a:path>
                <a:path w="10160" h="875029">
                  <a:moveTo>
                    <a:pt x="10160" y="862330"/>
                  </a:moveTo>
                  <a:lnTo>
                    <a:pt x="0" y="862330"/>
                  </a:lnTo>
                  <a:lnTo>
                    <a:pt x="0" y="867410"/>
                  </a:lnTo>
                  <a:lnTo>
                    <a:pt x="10160" y="867410"/>
                  </a:lnTo>
                  <a:lnTo>
                    <a:pt x="10160" y="862330"/>
                  </a:lnTo>
                  <a:close/>
                </a:path>
                <a:path w="10160" h="875029">
                  <a:moveTo>
                    <a:pt x="10160" y="855980"/>
                  </a:moveTo>
                  <a:lnTo>
                    <a:pt x="0" y="855980"/>
                  </a:lnTo>
                  <a:lnTo>
                    <a:pt x="0" y="861060"/>
                  </a:lnTo>
                  <a:lnTo>
                    <a:pt x="10160" y="861060"/>
                  </a:lnTo>
                  <a:lnTo>
                    <a:pt x="10160" y="855980"/>
                  </a:lnTo>
                  <a:close/>
                </a:path>
                <a:path w="10160" h="875029">
                  <a:moveTo>
                    <a:pt x="10160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0160" y="854710"/>
                  </a:lnTo>
                  <a:lnTo>
                    <a:pt x="10160" y="849630"/>
                  </a:lnTo>
                  <a:close/>
                </a:path>
                <a:path w="10160" h="875029">
                  <a:moveTo>
                    <a:pt x="10160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0160" y="848360"/>
                  </a:lnTo>
                  <a:lnTo>
                    <a:pt x="10160" y="843280"/>
                  </a:lnTo>
                  <a:close/>
                </a:path>
                <a:path w="10160" h="875029">
                  <a:moveTo>
                    <a:pt x="10160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0160" y="842010"/>
                  </a:lnTo>
                  <a:lnTo>
                    <a:pt x="10160" y="836930"/>
                  </a:lnTo>
                  <a:close/>
                </a:path>
                <a:path w="10160" h="875029">
                  <a:moveTo>
                    <a:pt x="1016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60" y="835660"/>
                  </a:lnTo>
                  <a:lnTo>
                    <a:pt x="10160" y="830580"/>
                  </a:lnTo>
                  <a:close/>
                </a:path>
                <a:path w="10160" h="875029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875029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875029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875029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8750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750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750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750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75029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75029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875029">
                  <a:moveTo>
                    <a:pt x="10160" y="755650"/>
                  </a:moveTo>
                  <a:lnTo>
                    <a:pt x="0" y="75565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55650"/>
                  </a:lnTo>
                  <a:close/>
                </a:path>
              </a:pathLst>
            </a:custGeom>
            <a:solidFill>
              <a:srgbClr val="7D7D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902">
              <a:extLst>
                <a:ext uri="{FF2B5EF4-FFF2-40B4-BE49-F238E27FC236}">
                  <a16:creationId xmlns:a16="http://schemas.microsoft.com/office/drawing/2014/main" id="{FA8A0730-5E22-DB95-7FF0-18E1640D5053}"/>
                </a:ext>
              </a:extLst>
            </p:cNvPr>
            <p:cNvSpPr/>
            <p:nvPr/>
          </p:nvSpPr>
          <p:spPr>
            <a:xfrm>
              <a:off x="4387850" y="5394960"/>
              <a:ext cx="11430" cy="877569"/>
            </a:xfrm>
            <a:custGeom>
              <a:avLst/>
              <a:gdLst/>
              <a:ahLst/>
              <a:cxnLst/>
              <a:rect l="l" t="t" r="r" b="b"/>
              <a:pathLst>
                <a:path w="11429" h="877570">
                  <a:moveTo>
                    <a:pt x="11429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87757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87757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87757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87757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87757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87757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87757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87757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877570">
                  <a:moveTo>
                    <a:pt x="11429" y="29210"/>
                  </a:moveTo>
                  <a:lnTo>
                    <a:pt x="0" y="2921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29210"/>
                  </a:lnTo>
                  <a:close/>
                </a:path>
                <a:path w="11429" h="87757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87757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87757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87757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87757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87757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877570">
                  <a:moveTo>
                    <a:pt x="11429" y="54609"/>
                  </a:moveTo>
                  <a:lnTo>
                    <a:pt x="0" y="5460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4609"/>
                  </a:lnTo>
                  <a:close/>
                </a:path>
                <a:path w="11429" h="87757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877570">
                  <a:moveTo>
                    <a:pt x="1142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7309"/>
                  </a:lnTo>
                  <a:close/>
                </a:path>
                <a:path w="11429" h="877570">
                  <a:moveTo>
                    <a:pt x="11429" y="76200"/>
                  </a:moveTo>
                  <a:lnTo>
                    <a:pt x="0" y="76200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6200"/>
                  </a:lnTo>
                  <a:close/>
                </a:path>
                <a:path w="11429" h="87757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87757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87757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87757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877570">
                  <a:moveTo>
                    <a:pt x="11429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5250"/>
                  </a:lnTo>
                  <a:close/>
                </a:path>
                <a:path w="11429" h="877570">
                  <a:moveTo>
                    <a:pt x="11429" y="101600"/>
                  </a:moveTo>
                  <a:lnTo>
                    <a:pt x="0" y="101600"/>
                  </a:lnTo>
                  <a:lnTo>
                    <a:pt x="0" y="755649"/>
                  </a:lnTo>
                  <a:lnTo>
                    <a:pt x="11429" y="755649"/>
                  </a:lnTo>
                  <a:lnTo>
                    <a:pt x="11429" y="101600"/>
                  </a:lnTo>
                  <a:close/>
                </a:path>
                <a:path w="11429" h="877570">
                  <a:moveTo>
                    <a:pt x="11429" y="876299"/>
                  </a:moveTo>
                  <a:lnTo>
                    <a:pt x="6350" y="876299"/>
                  </a:lnTo>
                  <a:lnTo>
                    <a:pt x="6350" y="877569"/>
                  </a:lnTo>
                  <a:lnTo>
                    <a:pt x="11429" y="877569"/>
                  </a:lnTo>
                  <a:lnTo>
                    <a:pt x="11429" y="876299"/>
                  </a:lnTo>
                  <a:close/>
                </a:path>
                <a:path w="11429" h="877570">
                  <a:moveTo>
                    <a:pt x="11429" y="869949"/>
                  </a:moveTo>
                  <a:lnTo>
                    <a:pt x="0" y="869949"/>
                  </a:lnTo>
                  <a:lnTo>
                    <a:pt x="0" y="875029"/>
                  </a:lnTo>
                  <a:lnTo>
                    <a:pt x="11429" y="875029"/>
                  </a:lnTo>
                  <a:lnTo>
                    <a:pt x="11429" y="869949"/>
                  </a:lnTo>
                  <a:close/>
                </a:path>
                <a:path w="11429" h="877570">
                  <a:moveTo>
                    <a:pt x="11429" y="863599"/>
                  </a:moveTo>
                  <a:lnTo>
                    <a:pt x="0" y="863599"/>
                  </a:lnTo>
                  <a:lnTo>
                    <a:pt x="0" y="868679"/>
                  </a:lnTo>
                  <a:lnTo>
                    <a:pt x="11429" y="868679"/>
                  </a:lnTo>
                  <a:lnTo>
                    <a:pt x="11429" y="863599"/>
                  </a:lnTo>
                  <a:close/>
                </a:path>
                <a:path w="11429" h="877570">
                  <a:moveTo>
                    <a:pt x="11429" y="857249"/>
                  </a:moveTo>
                  <a:lnTo>
                    <a:pt x="0" y="857249"/>
                  </a:lnTo>
                  <a:lnTo>
                    <a:pt x="0" y="862329"/>
                  </a:lnTo>
                  <a:lnTo>
                    <a:pt x="11429" y="862329"/>
                  </a:lnTo>
                  <a:lnTo>
                    <a:pt x="11429" y="857249"/>
                  </a:lnTo>
                  <a:close/>
                </a:path>
                <a:path w="11429" h="877570">
                  <a:moveTo>
                    <a:pt x="1142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29" y="855979"/>
                  </a:lnTo>
                  <a:lnTo>
                    <a:pt x="11429" y="850899"/>
                  </a:lnTo>
                  <a:close/>
                </a:path>
                <a:path w="11429" h="877570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877570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877570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877570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877570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877570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877570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877570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877570">
                  <a:moveTo>
                    <a:pt x="11429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29" y="798829"/>
                  </a:lnTo>
                  <a:lnTo>
                    <a:pt x="11429" y="793749"/>
                  </a:lnTo>
                  <a:close/>
                </a:path>
                <a:path w="11429" h="877570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877570">
                  <a:moveTo>
                    <a:pt x="1142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29" y="786130"/>
                  </a:lnTo>
                  <a:lnTo>
                    <a:pt x="11429" y="781049"/>
                  </a:lnTo>
                  <a:close/>
                </a:path>
                <a:path w="11429" h="877570">
                  <a:moveTo>
                    <a:pt x="11429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29" y="779779"/>
                  </a:lnTo>
                  <a:lnTo>
                    <a:pt x="11429" y="774699"/>
                  </a:lnTo>
                  <a:close/>
                </a:path>
                <a:path w="11429" h="877570">
                  <a:moveTo>
                    <a:pt x="11429" y="768349"/>
                  </a:moveTo>
                  <a:lnTo>
                    <a:pt x="0" y="768349"/>
                  </a:lnTo>
                  <a:lnTo>
                    <a:pt x="0" y="773430"/>
                  </a:lnTo>
                  <a:lnTo>
                    <a:pt x="11429" y="773430"/>
                  </a:lnTo>
                  <a:lnTo>
                    <a:pt x="11429" y="768349"/>
                  </a:lnTo>
                  <a:close/>
                </a:path>
                <a:path w="11429" h="877570">
                  <a:moveTo>
                    <a:pt x="11429" y="756919"/>
                  </a:moveTo>
                  <a:lnTo>
                    <a:pt x="0" y="756919"/>
                  </a:lnTo>
                  <a:lnTo>
                    <a:pt x="0" y="767079"/>
                  </a:lnTo>
                  <a:lnTo>
                    <a:pt x="11429" y="767079"/>
                  </a:lnTo>
                  <a:lnTo>
                    <a:pt x="11429" y="756919"/>
                  </a:lnTo>
                  <a:close/>
                </a:path>
              </a:pathLst>
            </a:custGeom>
            <a:solidFill>
              <a:srgbClr val="7D7D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903">
              <a:extLst>
                <a:ext uri="{FF2B5EF4-FFF2-40B4-BE49-F238E27FC236}">
                  <a16:creationId xmlns:a16="http://schemas.microsoft.com/office/drawing/2014/main" id="{E21A308D-7774-C0CE-BFC3-CAF792D725CC}"/>
                </a:ext>
              </a:extLst>
            </p:cNvPr>
            <p:cNvSpPr/>
            <p:nvPr/>
          </p:nvSpPr>
          <p:spPr>
            <a:xfrm>
              <a:off x="4399279" y="5392420"/>
              <a:ext cx="10160" cy="882650"/>
            </a:xfrm>
            <a:custGeom>
              <a:avLst/>
              <a:gdLst/>
              <a:ahLst/>
              <a:cxnLst/>
              <a:rect l="l" t="t" r="r" b="b"/>
              <a:pathLst>
                <a:path w="10160" h="882650">
                  <a:moveTo>
                    <a:pt x="1016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10160" y="2539"/>
                  </a:lnTo>
                  <a:lnTo>
                    <a:pt x="10160" y="0"/>
                  </a:lnTo>
                  <a:close/>
                </a:path>
                <a:path w="10160" h="88265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88265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8265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88265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882650">
                  <a:moveTo>
                    <a:pt x="10160" y="15240"/>
                  </a:moveTo>
                  <a:lnTo>
                    <a:pt x="0" y="15240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40"/>
                  </a:lnTo>
                  <a:close/>
                </a:path>
                <a:path w="10160" h="88265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88265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88265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88265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882650">
                  <a:moveTo>
                    <a:pt x="10160" y="31750"/>
                  </a:moveTo>
                  <a:lnTo>
                    <a:pt x="0" y="31750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1750"/>
                  </a:lnTo>
                  <a:close/>
                </a:path>
                <a:path w="10160" h="88265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88265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88265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88265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882650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88265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882650">
                  <a:moveTo>
                    <a:pt x="10160" y="57149"/>
                  </a:moveTo>
                  <a:lnTo>
                    <a:pt x="0" y="5714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57149"/>
                  </a:lnTo>
                  <a:close/>
                </a:path>
                <a:path w="10160" h="882650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882650">
                  <a:moveTo>
                    <a:pt x="10160" y="69849"/>
                  </a:moveTo>
                  <a:lnTo>
                    <a:pt x="0" y="6984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69849"/>
                  </a:lnTo>
                  <a:close/>
                </a:path>
                <a:path w="10160" h="882650">
                  <a:moveTo>
                    <a:pt x="10160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78739"/>
                  </a:lnTo>
                  <a:close/>
                </a:path>
                <a:path w="10160" h="882650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882650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882650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882650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882650">
                  <a:moveTo>
                    <a:pt x="10160" y="97789"/>
                  </a:moveTo>
                  <a:lnTo>
                    <a:pt x="0" y="97789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97789"/>
                  </a:lnTo>
                  <a:close/>
                </a:path>
                <a:path w="10160" h="882650">
                  <a:moveTo>
                    <a:pt x="10160" y="104139"/>
                  </a:moveTo>
                  <a:lnTo>
                    <a:pt x="0" y="104139"/>
                  </a:lnTo>
                  <a:lnTo>
                    <a:pt x="0" y="758189"/>
                  </a:lnTo>
                  <a:lnTo>
                    <a:pt x="10160" y="758189"/>
                  </a:lnTo>
                  <a:lnTo>
                    <a:pt x="10160" y="104139"/>
                  </a:lnTo>
                  <a:close/>
                </a:path>
                <a:path w="10160" h="882650">
                  <a:moveTo>
                    <a:pt x="10160" y="878839"/>
                  </a:moveTo>
                  <a:lnTo>
                    <a:pt x="0" y="878839"/>
                  </a:lnTo>
                  <a:lnTo>
                    <a:pt x="0" y="880109"/>
                  </a:lnTo>
                  <a:lnTo>
                    <a:pt x="6350" y="880109"/>
                  </a:lnTo>
                  <a:lnTo>
                    <a:pt x="6350" y="882649"/>
                  </a:lnTo>
                  <a:lnTo>
                    <a:pt x="10160" y="882649"/>
                  </a:lnTo>
                  <a:lnTo>
                    <a:pt x="10160" y="878839"/>
                  </a:lnTo>
                  <a:close/>
                </a:path>
                <a:path w="10160" h="882650">
                  <a:moveTo>
                    <a:pt x="10160" y="872489"/>
                  </a:moveTo>
                  <a:lnTo>
                    <a:pt x="0" y="872489"/>
                  </a:lnTo>
                  <a:lnTo>
                    <a:pt x="0" y="877569"/>
                  </a:lnTo>
                  <a:lnTo>
                    <a:pt x="10160" y="877569"/>
                  </a:lnTo>
                  <a:lnTo>
                    <a:pt x="10160" y="872489"/>
                  </a:lnTo>
                  <a:close/>
                </a:path>
                <a:path w="10160" h="882650">
                  <a:moveTo>
                    <a:pt x="10160" y="866139"/>
                  </a:moveTo>
                  <a:lnTo>
                    <a:pt x="0" y="866139"/>
                  </a:lnTo>
                  <a:lnTo>
                    <a:pt x="0" y="871219"/>
                  </a:lnTo>
                  <a:lnTo>
                    <a:pt x="10160" y="871219"/>
                  </a:lnTo>
                  <a:lnTo>
                    <a:pt x="10160" y="866139"/>
                  </a:lnTo>
                  <a:close/>
                </a:path>
                <a:path w="10160" h="882650">
                  <a:moveTo>
                    <a:pt x="10160" y="859789"/>
                  </a:moveTo>
                  <a:lnTo>
                    <a:pt x="0" y="859789"/>
                  </a:lnTo>
                  <a:lnTo>
                    <a:pt x="0" y="864869"/>
                  </a:lnTo>
                  <a:lnTo>
                    <a:pt x="10160" y="864869"/>
                  </a:lnTo>
                  <a:lnTo>
                    <a:pt x="10160" y="859789"/>
                  </a:lnTo>
                  <a:close/>
                </a:path>
                <a:path w="10160" h="882650">
                  <a:moveTo>
                    <a:pt x="10160" y="853439"/>
                  </a:moveTo>
                  <a:lnTo>
                    <a:pt x="0" y="853439"/>
                  </a:lnTo>
                  <a:lnTo>
                    <a:pt x="0" y="858519"/>
                  </a:lnTo>
                  <a:lnTo>
                    <a:pt x="10160" y="858519"/>
                  </a:lnTo>
                  <a:lnTo>
                    <a:pt x="10160" y="853439"/>
                  </a:lnTo>
                  <a:close/>
                </a:path>
                <a:path w="10160" h="882650">
                  <a:moveTo>
                    <a:pt x="10160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0160" y="852169"/>
                  </a:lnTo>
                  <a:lnTo>
                    <a:pt x="10160" y="847089"/>
                  </a:lnTo>
                  <a:close/>
                </a:path>
                <a:path w="10160" h="882650">
                  <a:moveTo>
                    <a:pt x="1016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0160" y="845819"/>
                  </a:lnTo>
                  <a:lnTo>
                    <a:pt x="10160" y="840739"/>
                  </a:lnTo>
                  <a:close/>
                </a:path>
                <a:path w="10160" h="882650">
                  <a:moveTo>
                    <a:pt x="1016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0160" y="839469"/>
                  </a:lnTo>
                  <a:lnTo>
                    <a:pt x="10160" y="834389"/>
                  </a:lnTo>
                  <a:close/>
                </a:path>
                <a:path w="10160" h="882650">
                  <a:moveTo>
                    <a:pt x="1016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0160" y="833119"/>
                  </a:lnTo>
                  <a:lnTo>
                    <a:pt x="10160" y="828039"/>
                  </a:lnTo>
                  <a:close/>
                </a:path>
                <a:path w="10160" h="88265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8265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8265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8265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8265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8265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8265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8265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8265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82650">
                  <a:moveTo>
                    <a:pt x="10160" y="759459"/>
                  </a:moveTo>
                  <a:lnTo>
                    <a:pt x="0" y="75945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59459"/>
                  </a:lnTo>
                  <a:close/>
                </a:path>
              </a:pathLst>
            </a:custGeom>
            <a:solidFill>
              <a:srgbClr val="7C7C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904">
              <a:extLst>
                <a:ext uri="{FF2B5EF4-FFF2-40B4-BE49-F238E27FC236}">
                  <a16:creationId xmlns:a16="http://schemas.microsoft.com/office/drawing/2014/main" id="{4865D6BB-2F31-7049-2DF3-21BC01C74F9A}"/>
                </a:ext>
              </a:extLst>
            </p:cNvPr>
            <p:cNvSpPr/>
            <p:nvPr/>
          </p:nvSpPr>
          <p:spPr>
            <a:xfrm>
              <a:off x="4409440" y="5392420"/>
              <a:ext cx="11430" cy="883919"/>
            </a:xfrm>
            <a:custGeom>
              <a:avLst/>
              <a:gdLst/>
              <a:ahLst/>
              <a:cxnLst/>
              <a:rect l="l" t="t" r="r" b="b"/>
              <a:pathLst>
                <a:path w="11429" h="883920">
                  <a:moveTo>
                    <a:pt x="1143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430" y="2539"/>
                  </a:lnTo>
                  <a:lnTo>
                    <a:pt x="11430" y="0"/>
                  </a:lnTo>
                  <a:close/>
                </a:path>
                <a:path w="11429" h="883920">
                  <a:moveTo>
                    <a:pt x="1143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883920">
                  <a:moveTo>
                    <a:pt x="1143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30" y="8889"/>
                  </a:lnTo>
                  <a:lnTo>
                    <a:pt x="11430" y="6349"/>
                  </a:lnTo>
                  <a:close/>
                </a:path>
                <a:path w="11429" h="883920">
                  <a:moveTo>
                    <a:pt x="1143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8889"/>
                  </a:lnTo>
                  <a:close/>
                </a:path>
                <a:path w="11429" h="883920">
                  <a:moveTo>
                    <a:pt x="1143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12699"/>
                  </a:lnTo>
                  <a:close/>
                </a:path>
                <a:path w="11429" h="883920">
                  <a:moveTo>
                    <a:pt x="11430" y="15240"/>
                  </a:moveTo>
                  <a:lnTo>
                    <a:pt x="0" y="15240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40"/>
                  </a:lnTo>
                  <a:close/>
                </a:path>
                <a:path w="11429" h="883920">
                  <a:moveTo>
                    <a:pt x="1143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30" y="21589"/>
                  </a:lnTo>
                  <a:lnTo>
                    <a:pt x="11430" y="19049"/>
                  </a:lnTo>
                  <a:close/>
                </a:path>
                <a:path w="11429" h="883920">
                  <a:moveTo>
                    <a:pt x="1143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1589"/>
                  </a:lnTo>
                  <a:close/>
                </a:path>
                <a:path w="11429" h="883920">
                  <a:moveTo>
                    <a:pt x="1143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25399"/>
                  </a:lnTo>
                  <a:close/>
                </a:path>
                <a:path w="11429" h="883920">
                  <a:moveTo>
                    <a:pt x="1143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7939"/>
                  </a:lnTo>
                  <a:close/>
                </a:path>
                <a:path w="11429" h="883920">
                  <a:moveTo>
                    <a:pt x="11430" y="31750"/>
                  </a:moveTo>
                  <a:lnTo>
                    <a:pt x="0" y="31750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1750"/>
                  </a:lnTo>
                  <a:close/>
                </a:path>
                <a:path w="11429" h="883920">
                  <a:moveTo>
                    <a:pt x="1143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30" y="40639"/>
                  </a:lnTo>
                  <a:lnTo>
                    <a:pt x="11430" y="38099"/>
                  </a:lnTo>
                  <a:close/>
                </a:path>
                <a:path w="11429" h="883920">
                  <a:moveTo>
                    <a:pt x="1143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0639"/>
                  </a:lnTo>
                  <a:close/>
                </a:path>
                <a:path w="11429" h="883920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883920">
                  <a:moveTo>
                    <a:pt x="1143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6989"/>
                  </a:lnTo>
                  <a:close/>
                </a:path>
                <a:path w="11429" h="883920">
                  <a:moveTo>
                    <a:pt x="1143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50799"/>
                  </a:lnTo>
                  <a:close/>
                </a:path>
                <a:path w="11429" h="883920">
                  <a:moveTo>
                    <a:pt x="1143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53339"/>
                  </a:lnTo>
                  <a:close/>
                </a:path>
                <a:path w="11429" h="883920">
                  <a:moveTo>
                    <a:pt x="11430" y="57149"/>
                  </a:moveTo>
                  <a:lnTo>
                    <a:pt x="0" y="57149"/>
                  </a:lnTo>
                  <a:lnTo>
                    <a:pt x="0" y="66039"/>
                  </a:lnTo>
                  <a:lnTo>
                    <a:pt x="11430" y="66039"/>
                  </a:lnTo>
                  <a:lnTo>
                    <a:pt x="11430" y="57149"/>
                  </a:lnTo>
                  <a:close/>
                </a:path>
                <a:path w="11429" h="883920">
                  <a:moveTo>
                    <a:pt x="1143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6039"/>
                  </a:lnTo>
                  <a:close/>
                </a:path>
                <a:path w="11429" h="883920">
                  <a:moveTo>
                    <a:pt x="11430" y="69849"/>
                  </a:moveTo>
                  <a:lnTo>
                    <a:pt x="0" y="69849"/>
                  </a:lnTo>
                  <a:lnTo>
                    <a:pt x="0" y="78739"/>
                  </a:lnTo>
                  <a:lnTo>
                    <a:pt x="11430" y="78739"/>
                  </a:lnTo>
                  <a:lnTo>
                    <a:pt x="11430" y="69849"/>
                  </a:lnTo>
                  <a:close/>
                </a:path>
                <a:path w="11429" h="883920">
                  <a:moveTo>
                    <a:pt x="11430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1430" y="85089"/>
                  </a:lnTo>
                  <a:lnTo>
                    <a:pt x="11430" y="78739"/>
                  </a:lnTo>
                  <a:close/>
                </a:path>
                <a:path w="11429" h="883920">
                  <a:moveTo>
                    <a:pt x="1143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5089"/>
                  </a:lnTo>
                  <a:close/>
                </a:path>
                <a:path w="11429" h="883920">
                  <a:moveTo>
                    <a:pt x="1143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30" y="91439"/>
                  </a:lnTo>
                  <a:lnTo>
                    <a:pt x="11430" y="88899"/>
                  </a:lnTo>
                  <a:close/>
                </a:path>
                <a:path w="11429" h="883920">
                  <a:moveTo>
                    <a:pt x="1143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1439"/>
                  </a:lnTo>
                  <a:close/>
                </a:path>
                <a:path w="11429" h="883920">
                  <a:moveTo>
                    <a:pt x="1143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30" y="97789"/>
                  </a:lnTo>
                  <a:lnTo>
                    <a:pt x="11430" y="95249"/>
                  </a:lnTo>
                  <a:close/>
                </a:path>
                <a:path w="11429" h="883920">
                  <a:moveTo>
                    <a:pt x="11430" y="97789"/>
                  </a:moveTo>
                  <a:lnTo>
                    <a:pt x="0" y="97789"/>
                  </a:lnTo>
                  <a:lnTo>
                    <a:pt x="0" y="104139"/>
                  </a:lnTo>
                  <a:lnTo>
                    <a:pt x="11430" y="104139"/>
                  </a:lnTo>
                  <a:lnTo>
                    <a:pt x="11430" y="97789"/>
                  </a:lnTo>
                  <a:close/>
                </a:path>
                <a:path w="11429" h="883920">
                  <a:moveTo>
                    <a:pt x="11430" y="104139"/>
                  </a:moveTo>
                  <a:lnTo>
                    <a:pt x="0" y="104139"/>
                  </a:lnTo>
                  <a:lnTo>
                    <a:pt x="0" y="758189"/>
                  </a:lnTo>
                  <a:lnTo>
                    <a:pt x="11430" y="758189"/>
                  </a:lnTo>
                  <a:lnTo>
                    <a:pt x="11430" y="104139"/>
                  </a:lnTo>
                  <a:close/>
                </a:path>
                <a:path w="11429" h="883920">
                  <a:moveTo>
                    <a:pt x="11430" y="878839"/>
                  </a:moveTo>
                  <a:lnTo>
                    <a:pt x="0" y="878839"/>
                  </a:lnTo>
                  <a:lnTo>
                    <a:pt x="0" y="882649"/>
                  </a:lnTo>
                  <a:lnTo>
                    <a:pt x="5079" y="882649"/>
                  </a:lnTo>
                  <a:lnTo>
                    <a:pt x="5080" y="883919"/>
                  </a:lnTo>
                  <a:lnTo>
                    <a:pt x="11430" y="883919"/>
                  </a:lnTo>
                  <a:lnTo>
                    <a:pt x="11430" y="878839"/>
                  </a:lnTo>
                  <a:close/>
                </a:path>
                <a:path w="11429" h="883920">
                  <a:moveTo>
                    <a:pt x="11430" y="872489"/>
                  </a:moveTo>
                  <a:lnTo>
                    <a:pt x="0" y="872489"/>
                  </a:lnTo>
                  <a:lnTo>
                    <a:pt x="0" y="877569"/>
                  </a:lnTo>
                  <a:lnTo>
                    <a:pt x="11430" y="877569"/>
                  </a:lnTo>
                  <a:lnTo>
                    <a:pt x="11430" y="872489"/>
                  </a:lnTo>
                  <a:close/>
                </a:path>
                <a:path w="11429" h="883920">
                  <a:moveTo>
                    <a:pt x="11430" y="866139"/>
                  </a:moveTo>
                  <a:lnTo>
                    <a:pt x="0" y="866139"/>
                  </a:lnTo>
                  <a:lnTo>
                    <a:pt x="0" y="871219"/>
                  </a:lnTo>
                  <a:lnTo>
                    <a:pt x="11430" y="871219"/>
                  </a:lnTo>
                  <a:lnTo>
                    <a:pt x="11430" y="866139"/>
                  </a:lnTo>
                  <a:close/>
                </a:path>
                <a:path w="11429" h="883920">
                  <a:moveTo>
                    <a:pt x="11430" y="859789"/>
                  </a:moveTo>
                  <a:lnTo>
                    <a:pt x="0" y="859789"/>
                  </a:lnTo>
                  <a:lnTo>
                    <a:pt x="0" y="864869"/>
                  </a:lnTo>
                  <a:lnTo>
                    <a:pt x="11430" y="864869"/>
                  </a:lnTo>
                  <a:lnTo>
                    <a:pt x="11430" y="859789"/>
                  </a:lnTo>
                  <a:close/>
                </a:path>
                <a:path w="11429" h="883920">
                  <a:moveTo>
                    <a:pt x="11430" y="853439"/>
                  </a:moveTo>
                  <a:lnTo>
                    <a:pt x="0" y="853439"/>
                  </a:lnTo>
                  <a:lnTo>
                    <a:pt x="0" y="858519"/>
                  </a:lnTo>
                  <a:lnTo>
                    <a:pt x="11430" y="858519"/>
                  </a:lnTo>
                  <a:lnTo>
                    <a:pt x="11430" y="853439"/>
                  </a:lnTo>
                  <a:close/>
                </a:path>
                <a:path w="11429" h="883920">
                  <a:moveTo>
                    <a:pt x="11430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1430" y="852169"/>
                  </a:lnTo>
                  <a:lnTo>
                    <a:pt x="11430" y="847089"/>
                  </a:lnTo>
                  <a:close/>
                </a:path>
                <a:path w="11429" h="883920">
                  <a:moveTo>
                    <a:pt x="1143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1430" y="845819"/>
                  </a:lnTo>
                  <a:lnTo>
                    <a:pt x="11430" y="840739"/>
                  </a:lnTo>
                  <a:close/>
                </a:path>
                <a:path w="11429" h="883920">
                  <a:moveTo>
                    <a:pt x="1143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1430" y="839469"/>
                  </a:lnTo>
                  <a:lnTo>
                    <a:pt x="11430" y="834389"/>
                  </a:lnTo>
                  <a:close/>
                </a:path>
                <a:path w="11429" h="883920">
                  <a:moveTo>
                    <a:pt x="1143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1430" y="833119"/>
                  </a:lnTo>
                  <a:lnTo>
                    <a:pt x="11430" y="828039"/>
                  </a:lnTo>
                  <a:close/>
                </a:path>
                <a:path w="11429" h="883920">
                  <a:moveTo>
                    <a:pt x="1143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30" y="826769"/>
                  </a:lnTo>
                  <a:lnTo>
                    <a:pt x="11430" y="821689"/>
                  </a:lnTo>
                  <a:close/>
                </a:path>
                <a:path w="11429" h="883920">
                  <a:moveTo>
                    <a:pt x="1143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30" y="820419"/>
                  </a:lnTo>
                  <a:lnTo>
                    <a:pt x="11430" y="815339"/>
                  </a:lnTo>
                  <a:close/>
                </a:path>
                <a:path w="11429" h="883920">
                  <a:moveTo>
                    <a:pt x="1143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30" y="814069"/>
                  </a:lnTo>
                  <a:lnTo>
                    <a:pt x="11430" y="808989"/>
                  </a:lnTo>
                  <a:close/>
                </a:path>
                <a:path w="11429" h="883920">
                  <a:moveTo>
                    <a:pt x="1143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30" y="807719"/>
                  </a:lnTo>
                  <a:lnTo>
                    <a:pt x="11430" y="802639"/>
                  </a:lnTo>
                  <a:close/>
                </a:path>
                <a:path w="11429" h="883920">
                  <a:moveTo>
                    <a:pt x="1143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30" y="801369"/>
                  </a:lnTo>
                  <a:lnTo>
                    <a:pt x="11430" y="796289"/>
                  </a:lnTo>
                  <a:close/>
                </a:path>
                <a:path w="11429" h="883920">
                  <a:moveTo>
                    <a:pt x="1143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30" y="795019"/>
                  </a:lnTo>
                  <a:lnTo>
                    <a:pt x="11430" y="789939"/>
                  </a:lnTo>
                  <a:close/>
                </a:path>
                <a:path w="11429" h="883920">
                  <a:moveTo>
                    <a:pt x="1143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30" y="788669"/>
                  </a:lnTo>
                  <a:lnTo>
                    <a:pt x="11430" y="783589"/>
                  </a:lnTo>
                  <a:close/>
                </a:path>
                <a:path w="11429" h="883920">
                  <a:moveTo>
                    <a:pt x="1143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30" y="782319"/>
                  </a:lnTo>
                  <a:lnTo>
                    <a:pt x="11430" y="777239"/>
                  </a:lnTo>
                  <a:close/>
                </a:path>
                <a:path w="11429" h="883920">
                  <a:moveTo>
                    <a:pt x="1143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30" y="775969"/>
                  </a:lnTo>
                  <a:lnTo>
                    <a:pt x="11430" y="770889"/>
                  </a:lnTo>
                  <a:close/>
                </a:path>
                <a:path w="11429" h="883920">
                  <a:moveTo>
                    <a:pt x="11430" y="759459"/>
                  </a:moveTo>
                  <a:lnTo>
                    <a:pt x="0" y="759459"/>
                  </a:lnTo>
                  <a:lnTo>
                    <a:pt x="0" y="769619"/>
                  </a:lnTo>
                  <a:lnTo>
                    <a:pt x="11430" y="769619"/>
                  </a:lnTo>
                  <a:lnTo>
                    <a:pt x="11430" y="759459"/>
                  </a:lnTo>
                  <a:close/>
                </a:path>
              </a:pathLst>
            </a:custGeom>
            <a:solidFill>
              <a:srgbClr val="7B7B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905">
              <a:extLst>
                <a:ext uri="{FF2B5EF4-FFF2-40B4-BE49-F238E27FC236}">
                  <a16:creationId xmlns:a16="http://schemas.microsoft.com/office/drawing/2014/main" id="{2F6AE30A-1DFE-ACCD-E23C-1D10B29DD185}"/>
                </a:ext>
              </a:extLst>
            </p:cNvPr>
            <p:cNvSpPr/>
            <p:nvPr/>
          </p:nvSpPr>
          <p:spPr>
            <a:xfrm>
              <a:off x="4420870" y="5391150"/>
              <a:ext cx="11430" cy="886460"/>
            </a:xfrm>
            <a:custGeom>
              <a:avLst/>
              <a:gdLst/>
              <a:ahLst/>
              <a:cxnLst/>
              <a:rect l="l" t="t" r="r" b="b"/>
              <a:pathLst>
                <a:path w="11429" h="886460">
                  <a:moveTo>
                    <a:pt x="11429" y="0"/>
                  </a:moveTo>
                  <a:lnTo>
                    <a:pt x="3809" y="0"/>
                  </a:lnTo>
                  <a:lnTo>
                    <a:pt x="3809" y="1269"/>
                  </a:lnTo>
                  <a:lnTo>
                    <a:pt x="11429" y="1269"/>
                  </a:lnTo>
                  <a:lnTo>
                    <a:pt x="11429" y="0"/>
                  </a:lnTo>
                  <a:close/>
                </a:path>
                <a:path w="11429" h="886460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886460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886460">
                  <a:moveTo>
                    <a:pt x="1142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20"/>
                  </a:lnTo>
                  <a:close/>
                </a:path>
                <a:path w="11429" h="886460">
                  <a:moveTo>
                    <a:pt x="1142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10160"/>
                  </a:lnTo>
                  <a:close/>
                </a:path>
                <a:path w="11429" h="886460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886460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886460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886460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886460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886460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886460">
                  <a:moveTo>
                    <a:pt x="11429" y="33020"/>
                  </a:moveTo>
                  <a:lnTo>
                    <a:pt x="0" y="33020"/>
                  </a:lnTo>
                  <a:lnTo>
                    <a:pt x="0" y="39369"/>
                  </a:lnTo>
                  <a:lnTo>
                    <a:pt x="11429" y="39369"/>
                  </a:lnTo>
                  <a:lnTo>
                    <a:pt x="11429" y="33020"/>
                  </a:lnTo>
                  <a:close/>
                </a:path>
                <a:path w="11429" h="886460">
                  <a:moveTo>
                    <a:pt x="1142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9370"/>
                  </a:lnTo>
                  <a:close/>
                </a:path>
                <a:path w="11429" h="886460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886460">
                  <a:moveTo>
                    <a:pt x="1142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5720"/>
                  </a:lnTo>
                  <a:close/>
                </a:path>
                <a:path w="11429" h="886460">
                  <a:moveTo>
                    <a:pt x="1142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29" y="52069"/>
                  </a:lnTo>
                  <a:lnTo>
                    <a:pt x="11429" y="48260"/>
                  </a:lnTo>
                  <a:close/>
                </a:path>
                <a:path w="11429" h="886460">
                  <a:moveTo>
                    <a:pt x="1142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2070"/>
                  </a:lnTo>
                  <a:close/>
                </a:path>
                <a:path w="11429" h="886460">
                  <a:moveTo>
                    <a:pt x="1142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29" y="58419"/>
                  </a:lnTo>
                  <a:lnTo>
                    <a:pt x="11429" y="54610"/>
                  </a:lnTo>
                  <a:close/>
                </a:path>
                <a:path w="11429" h="886460">
                  <a:moveTo>
                    <a:pt x="11429" y="58420"/>
                  </a:moveTo>
                  <a:lnTo>
                    <a:pt x="0" y="5842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58420"/>
                  </a:lnTo>
                  <a:close/>
                </a:path>
                <a:path w="11429" h="886460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886460">
                  <a:moveTo>
                    <a:pt x="11429" y="71120"/>
                  </a:moveTo>
                  <a:lnTo>
                    <a:pt x="0" y="7112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1120"/>
                  </a:lnTo>
                  <a:close/>
                </a:path>
                <a:path w="11429" h="886460">
                  <a:moveTo>
                    <a:pt x="11429" y="80010"/>
                  </a:moveTo>
                  <a:lnTo>
                    <a:pt x="0" y="8001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0010"/>
                  </a:lnTo>
                  <a:close/>
                </a:path>
                <a:path w="11429" h="886460">
                  <a:moveTo>
                    <a:pt x="11429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29" y="90169"/>
                  </a:lnTo>
                  <a:lnTo>
                    <a:pt x="11429" y="86360"/>
                  </a:lnTo>
                  <a:close/>
                </a:path>
                <a:path w="11429" h="886460">
                  <a:moveTo>
                    <a:pt x="11429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90170"/>
                  </a:lnTo>
                  <a:close/>
                </a:path>
                <a:path w="11429" h="886460">
                  <a:moveTo>
                    <a:pt x="11429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1429" y="96519"/>
                  </a:lnTo>
                  <a:lnTo>
                    <a:pt x="11429" y="92710"/>
                  </a:lnTo>
                  <a:close/>
                </a:path>
                <a:path w="11429" h="886460">
                  <a:moveTo>
                    <a:pt x="11429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6520"/>
                  </a:lnTo>
                  <a:close/>
                </a:path>
                <a:path w="11429" h="886460">
                  <a:moveTo>
                    <a:pt x="11429" y="99060"/>
                  </a:moveTo>
                  <a:lnTo>
                    <a:pt x="0" y="9906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99060"/>
                  </a:lnTo>
                  <a:close/>
                </a:path>
                <a:path w="11429" h="886460">
                  <a:moveTo>
                    <a:pt x="11429" y="105410"/>
                  </a:moveTo>
                  <a:lnTo>
                    <a:pt x="0" y="105410"/>
                  </a:lnTo>
                  <a:lnTo>
                    <a:pt x="0" y="759460"/>
                  </a:lnTo>
                  <a:lnTo>
                    <a:pt x="11429" y="759460"/>
                  </a:lnTo>
                  <a:lnTo>
                    <a:pt x="11429" y="105410"/>
                  </a:lnTo>
                  <a:close/>
                </a:path>
                <a:path w="11429" h="886460">
                  <a:moveTo>
                    <a:pt x="11429" y="880110"/>
                  </a:moveTo>
                  <a:lnTo>
                    <a:pt x="0" y="880110"/>
                  </a:lnTo>
                  <a:lnTo>
                    <a:pt x="0" y="885189"/>
                  </a:lnTo>
                  <a:lnTo>
                    <a:pt x="8889" y="885189"/>
                  </a:lnTo>
                  <a:lnTo>
                    <a:pt x="8889" y="886460"/>
                  </a:lnTo>
                  <a:lnTo>
                    <a:pt x="11429" y="886460"/>
                  </a:lnTo>
                  <a:lnTo>
                    <a:pt x="11429" y="880110"/>
                  </a:lnTo>
                  <a:close/>
                </a:path>
                <a:path w="11429" h="886460">
                  <a:moveTo>
                    <a:pt x="11429" y="873760"/>
                  </a:moveTo>
                  <a:lnTo>
                    <a:pt x="0" y="873760"/>
                  </a:lnTo>
                  <a:lnTo>
                    <a:pt x="0" y="878839"/>
                  </a:lnTo>
                  <a:lnTo>
                    <a:pt x="11429" y="878839"/>
                  </a:lnTo>
                  <a:lnTo>
                    <a:pt x="11429" y="873760"/>
                  </a:lnTo>
                  <a:close/>
                </a:path>
                <a:path w="11429" h="886460">
                  <a:moveTo>
                    <a:pt x="11429" y="867410"/>
                  </a:moveTo>
                  <a:lnTo>
                    <a:pt x="0" y="867410"/>
                  </a:lnTo>
                  <a:lnTo>
                    <a:pt x="0" y="872489"/>
                  </a:lnTo>
                  <a:lnTo>
                    <a:pt x="11429" y="872489"/>
                  </a:lnTo>
                  <a:lnTo>
                    <a:pt x="11429" y="867410"/>
                  </a:lnTo>
                  <a:close/>
                </a:path>
                <a:path w="11429" h="886460">
                  <a:moveTo>
                    <a:pt x="11429" y="861060"/>
                  </a:moveTo>
                  <a:lnTo>
                    <a:pt x="0" y="861060"/>
                  </a:lnTo>
                  <a:lnTo>
                    <a:pt x="0" y="866139"/>
                  </a:lnTo>
                  <a:lnTo>
                    <a:pt x="11429" y="866139"/>
                  </a:lnTo>
                  <a:lnTo>
                    <a:pt x="11429" y="861060"/>
                  </a:lnTo>
                  <a:close/>
                </a:path>
                <a:path w="11429" h="886460">
                  <a:moveTo>
                    <a:pt x="11429" y="854710"/>
                  </a:moveTo>
                  <a:lnTo>
                    <a:pt x="0" y="854710"/>
                  </a:lnTo>
                  <a:lnTo>
                    <a:pt x="0" y="859789"/>
                  </a:lnTo>
                  <a:lnTo>
                    <a:pt x="11429" y="859789"/>
                  </a:lnTo>
                  <a:lnTo>
                    <a:pt x="11429" y="854710"/>
                  </a:lnTo>
                  <a:close/>
                </a:path>
                <a:path w="11429" h="886460">
                  <a:moveTo>
                    <a:pt x="11429" y="848360"/>
                  </a:moveTo>
                  <a:lnTo>
                    <a:pt x="0" y="848360"/>
                  </a:lnTo>
                  <a:lnTo>
                    <a:pt x="0" y="853439"/>
                  </a:lnTo>
                  <a:lnTo>
                    <a:pt x="11429" y="853439"/>
                  </a:lnTo>
                  <a:lnTo>
                    <a:pt x="11429" y="848360"/>
                  </a:lnTo>
                  <a:close/>
                </a:path>
                <a:path w="11429" h="886460">
                  <a:moveTo>
                    <a:pt x="11429" y="842010"/>
                  </a:moveTo>
                  <a:lnTo>
                    <a:pt x="0" y="842010"/>
                  </a:lnTo>
                  <a:lnTo>
                    <a:pt x="0" y="847089"/>
                  </a:lnTo>
                  <a:lnTo>
                    <a:pt x="11429" y="847089"/>
                  </a:lnTo>
                  <a:lnTo>
                    <a:pt x="11429" y="842010"/>
                  </a:lnTo>
                  <a:close/>
                </a:path>
                <a:path w="11429" h="886460">
                  <a:moveTo>
                    <a:pt x="11429" y="835660"/>
                  </a:moveTo>
                  <a:lnTo>
                    <a:pt x="0" y="835660"/>
                  </a:lnTo>
                  <a:lnTo>
                    <a:pt x="0" y="840739"/>
                  </a:lnTo>
                  <a:lnTo>
                    <a:pt x="11429" y="840739"/>
                  </a:lnTo>
                  <a:lnTo>
                    <a:pt x="11429" y="835660"/>
                  </a:lnTo>
                  <a:close/>
                </a:path>
                <a:path w="11429" h="886460">
                  <a:moveTo>
                    <a:pt x="11429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1429" y="834389"/>
                  </a:lnTo>
                  <a:lnTo>
                    <a:pt x="11429" y="829310"/>
                  </a:lnTo>
                  <a:close/>
                </a:path>
                <a:path w="11429" h="886460">
                  <a:moveTo>
                    <a:pt x="11429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29" y="828039"/>
                  </a:lnTo>
                  <a:lnTo>
                    <a:pt x="11429" y="822960"/>
                  </a:lnTo>
                  <a:close/>
                </a:path>
                <a:path w="11429" h="886460">
                  <a:moveTo>
                    <a:pt x="11429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29" y="821689"/>
                  </a:lnTo>
                  <a:lnTo>
                    <a:pt x="11429" y="816610"/>
                  </a:lnTo>
                  <a:close/>
                </a:path>
                <a:path w="11429" h="886460">
                  <a:moveTo>
                    <a:pt x="11429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29" y="815339"/>
                  </a:lnTo>
                  <a:lnTo>
                    <a:pt x="11429" y="810260"/>
                  </a:lnTo>
                  <a:close/>
                </a:path>
                <a:path w="11429" h="886460">
                  <a:moveTo>
                    <a:pt x="11429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29" y="808990"/>
                  </a:lnTo>
                  <a:lnTo>
                    <a:pt x="11429" y="803910"/>
                  </a:lnTo>
                  <a:close/>
                </a:path>
                <a:path w="11429" h="886460">
                  <a:moveTo>
                    <a:pt x="11429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29" y="802640"/>
                  </a:lnTo>
                  <a:lnTo>
                    <a:pt x="11429" y="797560"/>
                  </a:lnTo>
                  <a:close/>
                </a:path>
                <a:path w="11429" h="886460">
                  <a:moveTo>
                    <a:pt x="11429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29" y="796290"/>
                  </a:lnTo>
                  <a:lnTo>
                    <a:pt x="11429" y="791210"/>
                  </a:lnTo>
                  <a:close/>
                </a:path>
                <a:path w="11429" h="886460">
                  <a:moveTo>
                    <a:pt x="11429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29" y="789940"/>
                  </a:lnTo>
                  <a:lnTo>
                    <a:pt x="11429" y="784860"/>
                  </a:lnTo>
                  <a:close/>
                </a:path>
                <a:path w="11429" h="886460">
                  <a:moveTo>
                    <a:pt x="11429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29" y="783590"/>
                  </a:lnTo>
                  <a:lnTo>
                    <a:pt x="11429" y="778510"/>
                  </a:lnTo>
                  <a:close/>
                </a:path>
                <a:path w="11429" h="886460">
                  <a:moveTo>
                    <a:pt x="11429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29" y="777240"/>
                  </a:lnTo>
                  <a:lnTo>
                    <a:pt x="11429" y="772160"/>
                  </a:lnTo>
                  <a:close/>
                </a:path>
                <a:path w="11429" h="886460">
                  <a:moveTo>
                    <a:pt x="11429" y="760730"/>
                  </a:moveTo>
                  <a:lnTo>
                    <a:pt x="0" y="760730"/>
                  </a:lnTo>
                  <a:lnTo>
                    <a:pt x="0" y="770890"/>
                  </a:lnTo>
                  <a:lnTo>
                    <a:pt x="11429" y="770890"/>
                  </a:lnTo>
                  <a:lnTo>
                    <a:pt x="11429" y="760730"/>
                  </a:lnTo>
                  <a:close/>
                </a:path>
              </a:pathLst>
            </a:custGeom>
            <a:solidFill>
              <a:srgbClr val="7A7A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906">
              <a:extLst>
                <a:ext uri="{FF2B5EF4-FFF2-40B4-BE49-F238E27FC236}">
                  <a16:creationId xmlns:a16="http://schemas.microsoft.com/office/drawing/2014/main" id="{B21EFF16-073F-A0E5-A3B0-F8253DD2D3B0}"/>
                </a:ext>
              </a:extLst>
            </p:cNvPr>
            <p:cNvSpPr/>
            <p:nvPr/>
          </p:nvSpPr>
          <p:spPr>
            <a:xfrm>
              <a:off x="4432300" y="5389880"/>
              <a:ext cx="10160" cy="887730"/>
            </a:xfrm>
            <a:custGeom>
              <a:avLst/>
              <a:gdLst/>
              <a:ahLst/>
              <a:cxnLst/>
              <a:rect l="l" t="t" r="r" b="b"/>
              <a:pathLst>
                <a:path w="10160" h="887729">
                  <a:moveTo>
                    <a:pt x="1016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8877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877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877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877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87729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887729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887729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887729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887729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887729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887729">
                  <a:moveTo>
                    <a:pt x="10160" y="34290"/>
                  </a:moveTo>
                  <a:lnTo>
                    <a:pt x="0" y="3429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4290"/>
                  </a:lnTo>
                  <a:close/>
                </a:path>
                <a:path w="10160" h="887729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887729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887729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887729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887729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887729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887729">
                  <a:moveTo>
                    <a:pt x="10160" y="59690"/>
                  </a:moveTo>
                  <a:lnTo>
                    <a:pt x="0" y="5969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59690"/>
                  </a:lnTo>
                  <a:close/>
                </a:path>
                <a:path w="10160" h="887729">
                  <a:moveTo>
                    <a:pt x="10160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80"/>
                  </a:lnTo>
                  <a:close/>
                </a:path>
                <a:path w="10160" h="887729">
                  <a:moveTo>
                    <a:pt x="10160" y="72390"/>
                  </a:moveTo>
                  <a:lnTo>
                    <a:pt x="0" y="7239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2390"/>
                  </a:lnTo>
                  <a:close/>
                </a:path>
                <a:path w="10160" h="887729">
                  <a:moveTo>
                    <a:pt x="10160" y="81280"/>
                  </a:moveTo>
                  <a:lnTo>
                    <a:pt x="0" y="8128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1280"/>
                  </a:lnTo>
                  <a:close/>
                </a:path>
                <a:path w="10160" h="887729">
                  <a:moveTo>
                    <a:pt x="1016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30"/>
                  </a:lnTo>
                  <a:close/>
                </a:path>
                <a:path w="10160" h="887729">
                  <a:moveTo>
                    <a:pt x="1016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40"/>
                  </a:lnTo>
                  <a:close/>
                </a:path>
                <a:path w="10160" h="887729">
                  <a:moveTo>
                    <a:pt x="10160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80"/>
                  </a:lnTo>
                  <a:close/>
                </a:path>
                <a:path w="10160" h="887729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887729">
                  <a:moveTo>
                    <a:pt x="10160" y="100330"/>
                  </a:moveTo>
                  <a:lnTo>
                    <a:pt x="0" y="10033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0330"/>
                  </a:lnTo>
                  <a:close/>
                </a:path>
                <a:path w="10160" h="887729">
                  <a:moveTo>
                    <a:pt x="10160" y="106680"/>
                  </a:moveTo>
                  <a:lnTo>
                    <a:pt x="0" y="106680"/>
                  </a:lnTo>
                  <a:lnTo>
                    <a:pt x="0" y="760730"/>
                  </a:lnTo>
                  <a:lnTo>
                    <a:pt x="10160" y="760730"/>
                  </a:lnTo>
                  <a:lnTo>
                    <a:pt x="10160" y="106680"/>
                  </a:lnTo>
                  <a:close/>
                </a:path>
                <a:path w="10160" h="887729">
                  <a:moveTo>
                    <a:pt x="10160" y="881380"/>
                  </a:moveTo>
                  <a:lnTo>
                    <a:pt x="0" y="881380"/>
                  </a:lnTo>
                  <a:lnTo>
                    <a:pt x="0" y="887730"/>
                  </a:lnTo>
                  <a:lnTo>
                    <a:pt x="10160" y="887730"/>
                  </a:lnTo>
                  <a:lnTo>
                    <a:pt x="10160" y="881380"/>
                  </a:lnTo>
                  <a:close/>
                </a:path>
                <a:path w="10160" h="887729">
                  <a:moveTo>
                    <a:pt x="10160" y="875030"/>
                  </a:moveTo>
                  <a:lnTo>
                    <a:pt x="0" y="875030"/>
                  </a:lnTo>
                  <a:lnTo>
                    <a:pt x="0" y="880110"/>
                  </a:lnTo>
                  <a:lnTo>
                    <a:pt x="10160" y="880110"/>
                  </a:lnTo>
                  <a:lnTo>
                    <a:pt x="10160" y="875030"/>
                  </a:lnTo>
                  <a:close/>
                </a:path>
                <a:path w="10160" h="887729">
                  <a:moveTo>
                    <a:pt x="10160" y="868680"/>
                  </a:moveTo>
                  <a:lnTo>
                    <a:pt x="0" y="868680"/>
                  </a:lnTo>
                  <a:lnTo>
                    <a:pt x="0" y="873760"/>
                  </a:lnTo>
                  <a:lnTo>
                    <a:pt x="10160" y="873760"/>
                  </a:lnTo>
                  <a:lnTo>
                    <a:pt x="10160" y="868680"/>
                  </a:lnTo>
                  <a:close/>
                </a:path>
                <a:path w="10160" h="887729">
                  <a:moveTo>
                    <a:pt x="10160" y="862330"/>
                  </a:moveTo>
                  <a:lnTo>
                    <a:pt x="0" y="862330"/>
                  </a:lnTo>
                  <a:lnTo>
                    <a:pt x="0" y="867410"/>
                  </a:lnTo>
                  <a:lnTo>
                    <a:pt x="10160" y="867410"/>
                  </a:lnTo>
                  <a:lnTo>
                    <a:pt x="10160" y="862330"/>
                  </a:lnTo>
                  <a:close/>
                </a:path>
                <a:path w="10160" h="887729">
                  <a:moveTo>
                    <a:pt x="10160" y="855980"/>
                  </a:moveTo>
                  <a:lnTo>
                    <a:pt x="0" y="855980"/>
                  </a:lnTo>
                  <a:lnTo>
                    <a:pt x="0" y="861060"/>
                  </a:lnTo>
                  <a:lnTo>
                    <a:pt x="10160" y="861060"/>
                  </a:lnTo>
                  <a:lnTo>
                    <a:pt x="10160" y="855980"/>
                  </a:lnTo>
                  <a:close/>
                </a:path>
                <a:path w="10160" h="887729">
                  <a:moveTo>
                    <a:pt x="10160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0160" y="854710"/>
                  </a:lnTo>
                  <a:lnTo>
                    <a:pt x="10160" y="849630"/>
                  </a:lnTo>
                  <a:close/>
                </a:path>
                <a:path w="10160" h="887729">
                  <a:moveTo>
                    <a:pt x="10160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0160" y="848360"/>
                  </a:lnTo>
                  <a:lnTo>
                    <a:pt x="10160" y="843280"/>
                  </a:lnTo>
                  <a:close/>
                </a:path>
                <a:path w="10160" h="887729">
                  <a:moveTo>
                    <a:pt x="10160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0160" y="842010"/>
                  </a:lnTo>
                  <a:lnTo>
                    <a:pt x="10160" y="836930"/>
                  </a:lnTo>
                  <a:close/>
                </a:path>
                <a:path w="10160" h="887729">
                  <a:moveTo>
                    <a:pt x="1016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60" y="835660"/>
                  </a:lnTo>
                  <a:lnTo>
                    <a:pt x="10160" y="830580"/>
                  </a:lnTo>
                  <a:close/>
                </a:path>
                <a:path w="10160" h="887729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887729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887729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887729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8877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877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877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877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87729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87729">
                  <a:moveTo>
                    <a:pt x="10160" y="762000"/>
                  </a:moveTo>
                  <a:lnTo>
                    <a:pt x="0" y="76200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2000"/>
                  </a:lnTo>
                  <a:close/>
                </a:path>
              </a:pathLst>
            </a:custGeom>
            <a:solidFill>
              <a:srgbClr val="7A7A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907">
              <a:extLst>
                <a:ext uri="{FF2B5EF4-FFF2-40B4-BE49-F238E27FC236}">
                  <a16:creationId xmlns:a16="http://schemas.microsoft.com/office/drawing/2014/main" id="{1F77C26F-9CD7-6CEC-C381-951502F6A008}"/>
                </a:ext>
              </a:extLst>
            </p:cNvPr>
            <p:cNvSpPr/>
            <p:nvPr/>
          </p:nvSpPr>
          <p:spPr>
            <a:xfrm>
              <a:off x="4442459" y="5388610"/>
              <a:ext cx="11430" cy="889000"/>
            </a:xfrm>
            <a:custGeom>
              <a:avLst/>
              <a:gdLst/>
              <a:ahLst/>
              <a:cxnLst/>
              <a:rect l="l" t="t" r="r" b="b"/>
              <a:pathLst>
                <a:path w="11429" h="889000">
                  <a:moveTo>
                    <a:pt x="11429" y="0"/>
                  </a:moveTo>
                  <a:lnTo>
                    <a:pt x="10160" y="0"/>
                  </a:lnTo>
                  <a:lnTo>
                    <a:pt x="1016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889000">
                  <a:moveTo>
                    <a:pt x="11429" y="3810"/>
                  </a:moveTo>
                  <a:lnTo>
                    <a:pt x="0" y="3810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10"/>
                  </a:lnTo>
                  <a:close/>
                </a:path>
                <a:path w="11429" h="88900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88900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88900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88900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88900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88900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88900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88900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88900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889000">
                  <a:moveTo>
                    <a:pt x="11429" y="35560"/>
                  </a:moveTo>
                  <a:lnTo>
                    <a:pt x="0" y="3556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5560"/>
                  </a:lnTo>
                  <a:close/>
                </a:path>
                <a:path w="11429" h="88900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88900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88900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88900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88900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88900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889000">
                  <a:moveTo>
                    <a:pt x="11429" y="60959"/>
                  </a:moveTo>
                  <a:lnTo>
                    <a:pt x="0" y="6095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0959"/>
                  </a:lnTo>
                  <a:close/>
                </a:path>
                <a:path w="11429" h="889000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889000">
                  <a:moveTo>
                    <a:pt x="11429" y="73659"/>
                  </a:moveTo>
                  <a:lnTo>
                    <a:pt x="0" y="7365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3659"/>
                  </a:lnTo>
                  <a:close/>
                </a:path>
                <a:path w="11429" h="889000">
                  <a:moveTo>
                    <a:pt x="11429" y="82550"/>
                  </a:moveTo>
                  <a:lnTo>
                    <a:pt x="0" y="82550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2550"/>
                  </a:lnTo>
                  <a:close/>
                </a:path>
                <a:path w="11429" h="88900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88900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88900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88900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889000">
                  <a:moveTo>
                    <a:pt x="11429" y="101600"/>
                  </a:moveTo>
                  <a:lnTo>
                    <a:pt x="0" y="101600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1600"/>
                  </a:lnTo>
                  <a:close/>
                </a:path>
                <a:path w="11429" h="889000">
                  <a:moveTo>
                    <a:pt x="11429" y="107950"/>
                  </a:moveTo>
                  <a:lnTo>
                    <a:pt x="0" y="107950"/>
                  </a:lnTo>
                  <a:lnTo>
                    <a:pt x="0" y="761999"/>
                  </a:lnTo>
                  <a:lnTo>
                    <a:pt x="11429" y="761999"/>
                  </a:lnTo>
                  <a:lnTo>
                    <a:pt x="11429" y="107950"/>
                  </a:lnTo>
                  <a:close/>
                </a:path>
                <a:path w="11429" h="889000">
                  <a:moveTo>
                    <a:pt x="11429" y="882649"/>
                  </a:moveTo>
                  <a:lnTo>
                    <a:pt x="0" y="882649"/>
                  </a:lnTo>
                  <a:lnTo>
                    <a:pt x="0" y="888999"/>
                  </a:lnTo>
                  <a:lnTo>
                    <a:pt x="2539" y="888999"/>
                  </a:lnTo>
                  <a:lnTo>
                    <a:pt x="2539" y="887729"/>
                  </a:lnTo>
                  <a:lnTo>
                    <a:pt x="11429" y="887729"/>
                  </a:lnTo>
                  <a:lnTo>
                    <a:pt x="11429" y="882649"/>
                  </a:lnTo>
                  <a:close/>
                </a:path>
                <a:path w="11429" h="889000">
                  <a:moveTo>
                    <a:pt x="11429" y="876299"/>
                  </a:moveTo>
                  <a:lnTo>
                    <a:pt x="0" y="876299"/>
                  </a:lnTo>
                  <a:lnTo>
                    <a:pt x="0" y="881379"/>
                  </a:lnTo>
                  <a:lnTo>
                    <a:pt x="11429" y="881379"/>
                  </a:lnTo>
                  <a:lnTo>
                    <a:pt x="11429" y="876299"/>
                  </a:lnTo>
                  <a:close/>
                </a:path>
                <a:path w="11429" h="889000">
                  <a:moveTo>
                    <a:pt x="11429" y="869949"/>
                  </a:moveTo>
                  <a:lnTo>
                    <a:pt x="0" y="869949"/>
                  </a:lnTo>
                  <a:lnTo>
                    <a:pt x="0" y="875029"/>
                  </a:lnTo>
                  <a:lnTo>
                    <a:pt x="11429" y="875029"/>
                  </a:lnTo>
                  <a:lnTo>
                    <a:pt x="11429" y="869949"/>
                  </a:lnTo>
                  <a:close/>
                </a:path>
                <a:path w="11429" h="889000">
                  <a:moveTo>
                    <a:pt x="11429" y="863599"/>
                  </a:moveTo>
                  <a:lnTo>
                    <a:pt x="0" y="863599"/>
                  </a:lnTo>
                  <a:lnTo>
                    <a:pt x="0" y="868679"/>
                  </a:lnTo>
                  <a:lnTo>
                    <a:pt x="11429" y="868679"/>
                  </a:lnTo>
                  <a:lnTo>
                    <a:pt x="11429" y="863599"/>
                  </a:lnTo>
                  <a:close/>
                </a:path>
                <a:path w="11429" h="889000">
                  <a:moveTo>
                    <a:pt x="11429" y="857249"/>
                  </a:moveTo>
                  <a:lnTo>
                    <a:pt x="0" y="857249"/>
                  </a:lnTo>
                  <a:lnTo>
                    <a:pt x="0" y="862329"/>
                  </a:lnTo>
                  <a:lnTo>
                    <a:pt x="11429" y="862329"/>
                  </a:lnTo>
                  <a:lnTo>
                    <a:pt x="11429" y="857249"/>
                  </a:lnTo>
                  <a:close/>
                </a:path>
                <a:path w="11429" h="889000">
                  <a:moveTo>
                    <a:pt x="1142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29" y="855979"/>
                  </a:lnTo>
                  <a:lnTo>
                    <a:pt x="11429" y="850899"/>
                  </a:lnTo>
                  <a:close/>
                </a:path>
                <a:path w="11429" h="889000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889000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889000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889000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889000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889000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889000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889000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889000">
                  <a:moveTo>
                    <a:pt x="11429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29" y="798829"/>
                  </a:lnTo>
                  <a:lnTo>
                    <a:pt x="11429" y="793749"/>
                  </a:lnTo>
                  <a:close/>
                </a:path>
                <a:path w="11429" h="889000">
                  <a:moveTo>
                    <a:pt x="11429" y="787399"/>
                  </a:moveTo>
                  <a:lnTo>
                    <a:pt x="0" y="787399"/>
                  </a:lnTo>
                  <a:lnTo>
                    <a:pt x="0" y="792480"/>
                  </a:lnTo>
                  <a:lnTo>
                    <a:pt x="11429" y="792480"/>
                  </a:lnTo>
                  <a:lnTo>
                    <a:pt x="11429" y="787399"/>
                  </a:lnTo>
                  <a:close/>
                </a:path>
                <a:path w="11429" h="889000">
                  <a:moveTo>
                    <a:pt x="11429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29" y="786129"/>
                  </a:lnTo>
                  <a:lnTo>
                    <a:pt x="11429" y="781049"/>
                  </a:lnTo>
                  <a:close/>
                </a:path>
                <a:path w="11429" h="889000">
                  <a:moveTo>
                    <a:pt x="11429" y="774699"/>
                  </a:moveTo>
                  <a:lnTo>
                    <a:pt x="0" y="774699"/>
                  </a:lnTo>
                  <a:lnTo>
                    <a:pt x="0" y="779780"/>
                  </a:lnTo>
                  <a:lnTo>
                    <a:pt x="11429" y="779780"/>
                  </a:lnTo>
                  <a:lnTo>
                    <a:pt x="11429" y="774699"/>
                  </a:lnTo>
                  <a:close/>
                </a:path>
                <a:path w="11429" h="889000">
                  <a:moveTo>
                    <a:pt x="11429" y="763269"/>
                  </a:moveTo>
                  <a:lnTo>
                    <a:pt x="0" y="763269"/>
                  </a:lnTo>
                  <a:lnTo>
                    <a:pt x="0" y="773429"/>
                  </a:lnTo>
                  <a:lnTo>
                    <a:pt x="11429" y="773429"/>
                  </a:lnTo>
                  <a:lnTo>
                    <a:pt x="11429" y="763269"/>
                  </a:lnTo>
                  <a:close/>
                </a:path>
              </a:pathLst>
            </a:custGeom>
            <a:solidFill>
              <a:srgbClr val="7979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908">
              <a:extLst>
                <a:ext uri="{FF2B5EF4-FFF2-40B4-BE49-F238E27FC236}">
                  <a16:creationId xmlns:a16="http://schemas.microsoft.com/office/drawing/2014/main" id="{A176CC11-9E11-5B15-0721-ADCC0E9605CF}"/>
                </a:ext>
              </a:extLst>
            </p:cNvPr>
            <p:cNvSpPr/>
            <p:nvPr/>
          </p:nvSpPr>
          <p:spPr>
            <a:xfrm>
              <a:off x="4458970" y="5388610"/>
              <a:ext cx="0" cy="107950"/>
            </a:xfrm>
            <a:custGeom>
              <a:avLst/>
              <a:gdLst/>
              <a:ahLst/>
              <a:cxnLst/>
              <a:rect l="l" t="t" r="r" b="b"/>
              <a:pathLst>
                <a:path h="107950">
                  <a:moveTo>
                    <a:pt x="0" y="0"/>
                  </a:moveTo>
                  <a:lnTo>
                    <a:pt x="0" y="107949"/>
                  </a:lnTo>
                </a:path>
              </a:pathLst>
            </a:custGeom>
            <a:ln w="10160">
              <a:solidFill>
                <a:srgbClr val="78789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909">
              <a:extLst>
                <a:ext uri="{FF2B5EF4-FFF2-40B4-BE49-F238E27FC236}">
                  <a16:creationId xmlns:a16="http://schemas.microsoft.com/office/drawing/2014/main" id="{F5E9F559-C6F2-D216-865F-E0535B5356D2}"/>
                </a:ext>
              </a:extLst>
            </p:cNvPr>
            <p:cNvSpPr/>
            <p:nvPr/>
          </p:nvSpPr>
          <p:spPr>
            <a:xfrm>
              <a:off x="4453890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878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910">
              <a:extLst>
                <a:ext uri="{FF2B5EF4-FFF2-40B4-BE49-F238E27FC236}">
                  <a16:creationId xmlns:a16="http://schemas.microsoft.com/office/drawing/2014/main" id="{0501F8A1-75E8-339D-3133-479FAC3CD845}"/>
                </a:ext>
              </a:extLst>
            </p:cNvPr>
            <p:cNvSpPr/>
            <p:nvPr/>
          </p:nvSpPr>
          <p:spPr>
            <a:xfrm>
              <a:off x="4458970" y="6151880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7000"/>
                  </a:lnTo>
                </a:path>
              </a:pathLst>
            </a:custGeom>
            <a:ln w="10160">
              <a:solidFill>
                <a:srgbClr val="78789E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911">
              <a:extLst>
                <a:ext uri="{FF2B5EF4-FFF2-40B4-BE49-F238E27FC236}">
                  <a16:creationId xmlns:a16="http://schemas.microsoft.com/office/drawing/2014/main" id="{7AE02E20-54C2-C99B-19D6-9DB164A17CAB}"/>
                </a:ext>
              </a:extLst>
            </p:cNvPr>
            <p:cNvSpPr/>
            <p:nvPr/>
          </p:nvSpPr>
          <p:spPr>
            <a:xfrm>
              <a:off x="4464050" y="5387340"/>
              <a:ext cx="11430" cy="763905"/>
            </a:xfrm>
            <a:custGeom>
              <a:avLst/>
              <a:gdLst/>
              <a:ahLst/>
              <a:cxnLst/>
              <a:rect l="l" t="t" r="r" b="b"/>
              <a:pathLst>
                <a:path w="11429" h="763904">
                  <a:moveTo>
                    <a:pt x="11430" y="109232"/>
                  </a:moveTo>
                  <a:lnTo>
                    <a:pt x="0" y="109232"/>
                  </a:lnTo>
                  <a:lnTo>
                    <a:pt x="0" y="763282"/>
                  </a:lnTo>
                  <a:lnTo>
                    <a:pt x="11430" y="763282"/>
                  </a:lnTo>
                  <a:lnTo>
                    <a:pt x="11430" y="109232"/>
                  </a:lnTo>
                  <a:close/>
                </a:path>
                <a:path w="11429" h="763904">
                  <a:moveTo>
                    <a:pt x="11430" y="102882"/>
                  </a:moveTo>
                  <a:lnTo>
                    <a:pt x="0" y="102882"/>
                  </a:lnTo>
                  <a:lnTo>
                    <a:pt x="0" y="109220"/>
                  </a:lnTo>
                  <a:lnTo>
                    <a:pt x="11430" y="109220"/>
                  </a:lnTo>
                  <a:lnTo>
                    <a:pt x="11430" y="102882"/>
                  </a:lnTo>
                  <a:close/>
                </a:path>
                <a:path w="11429" h="763904">
                  <a:moveTo>
                    <a:pt x="11430" y="100342"/>
                  </a:moveTo>
                  <a:lnTo>
                    <a:pt x="0" y="100342"/>
                  </a:lnTo>
                  <a:lnTo>
                    <a:pt x="0" y="102870"/>
                  </a:lnTo>
                  <a:lnTo>
                    <a:pt x="11430" y="102870"/>
                  </a:lnTo>
                  <a:lnTo>
                    <a:pt x="11430" y="100342"/>
                  </a:lnTo>
                  <a:close/>
                </a:path>
                <a:path w="11429" h="763904">
                  <a:moveTo>
                    <a:pt x="11430" y="96532"/>
                  </a:moveTo>
                  <a:lnTo>
                    <a:pt x="0" y="9653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6532"/>
                  </a:lnTo>
                  <a:close/>
                </a:path>
                <a:path w="11429" h="763904">
                  <a:moveTo>
                    <a:pt x="11430" y="93992"/>
                  </a:moveTo>
                  <a:lnTo>
                    <a:pt x="0" y="93992"/>
                  </a:lnTo>
                  <a:lnTo>
                    <a:pt x="0" y="96520"/>
                  </a:lnTo>
                  <a:lnTo>
                    <a:pt x="11430" y="96520"/>
                  </a:lnTo>
                  <a:lnTo>
                    <a:pt x="11430" y="93992"/>
                  </a:lnTo>
                  <a:close/>
                </a:path>
                <a:path w="11429" h="763904">
                  <a:moveTo>
                    <a:pt x="11430" y="90182"/>
                  </a:moveTo>
                  <a:lnTo>
                    <a:pt x="0" y="9018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0182"/>
                  </a:lnTo>
                  <a:close/>
                </a:path>
                <a:path w="11429" h="763904">
                  <a:moveTo>
                    <a:pt x="11430" y="83832"/>
                  </a:moveTo>
                  <a:lnTo>
                    <a:pt x="0" y="83832"/>
                  </a:lnTo>
                  <a:lnTo>
                    <a:pt x="0" y="90170"/>
                  </a:lnTo>
                  <a:lnTo>
                    <a:pt x="11430" y="90170"/>
                  </a:lnTo>
                  <a:lnTo>
                    <a:pt x="11430" y="83832"/>
                  </a:lnTo>
                  <a:close/>
                </a:path>
                <a:path w="11429" h="763904">
                  <a:moveTo>
                    <a:pt x="11430" y="74942"/>
                  </a:moveTo>
                  <a:lnTo>
                    <a:pt x="0" y="74942"/>
                  </a:lnTo>
                  <a:lnTo>
                    <a:pt x="0" y="83820"/>
                  </a:lnTo>
                  <a:lnTo>
                    <a:pt x="11430" y="83820"/>
                  </a:lnTo>
                  <a:lnTo>
                    <a:pt x="11430" y="74942"/>
                  </a:lnTo>
                  <a:close/>
                </a:path>
                <a:path w="11429" h="763904">
                  <a:moveTo>
                    <a:pt x="11430" y="71132"/>
                  </a:moveTo>
                  <a:lnTo>
                    <a:pt x="0" y="7113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1132"/>
                  </a:lnTo>
                  <a:close/>
                </a:path>
                <a:path w="11429" h="763904">
                  <a:moveTo>
                    <a:pt x="11430" y="62242"/>
                  </a:moveTo>
                  <a:lnTo>
                    <a:pt x="0" y="62242"/>
                  </a:lnTo>
                  <a:lnTo>
                    <a:pt x="0" y="71120"/>
                  </a:lnTo>
                  <a:lnTo>
                    <a:pt x="11430" y="71120"/>
                  </a:lnTo>
                  <a:lnTo>
                    <a:pt x="11430" y="62242"/>
                  </a:lnTo>
                  <a:close/>
                </a:path>
                <a:path w="11429" h="763904">
                  <a:moveTo>
                    <a:pt x="11430" y="58432"/>
                  </a:moveTo>
                  <a:lnTo>
                    <a:pt x="0" y="5843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8432"/>
                  </a:lnTo>
                  <a:close/>
                </a:path>
                <a:path w="11429" h="763904">
                  <a:moveTo>
                    <a:pt x="11430" y="55892"/>
                  </a:moveTo>
                  <a:lnTo>
                    <a:pt x="0" y="55892"/>
                  </a:lnTo>
                  <a:lnTo>
                    <a:pt x="0" y="58420"/>
                  </a:lnTo>
                  <a:lnTo>
                    <a:pt x="11430" y="58420"/>
                  </a:lnTo>
                  <a:lnTo>
                    <a:pt x="11430" y="55892"/>
                  </a:lnTo>
                  <a:close/>
                </a:path>
                <a:path w="11429" h="763904">
                  <a:moveTo>
                    <a:pt x="11430" y="52082"/>
                  </a:moveTo>
                  <a:lnTo>
                    <a:pt x="0" y="5208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2082"/>
                  </a:lnTo>
                  <a:close/>
                </a:path>
                <a:path w="11429" h="763904">
                  <a:moveTo>
                    <a:pt x="11430" y="49542"/>
                  </a:moveTo>
                  <a:lnTo>
                    <a:pt x="0" y="49542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9542"/>
                  </a:lnTo>
                  <a:close/>
                </a:path>
                <a:path w="11429" h="763904">
                  <a:moveTo>
                    <a:pt x="11430" y="45732"/>
                  </a:moveTo>
                  <a:lnTo>
                    <a:pt x="0" y="4573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5732"/>
                  </a:lnTo>
                  <a:close/>
                </a:path>
                <a:path w="11429" h="763904">
                  <a:moveTo>
                    <a:pt x="11430" y="43192"/>
                  </a:moveTo>
                  <a:lnTo>
                    <a:pt x="0" y="43192"/>
                  </a:lnTo>
                  <a:lnTo>
                    <a:pt x="0" y="45720"/>
                  </a:lnTo>
                  <a:lnTo>
                    <a:pt x="11430" y="45720"/>
                  </a:lnTo>
                  <a:lnTo>
                    <a:pt x="11430" y="43192"/>
                  </a:lnTo>
                  <a:close/>
                </a:path>
                <a:path w="11429" h="763904">
                  <a:moveTo>
                    <a:pt x="1143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36842"/>
                  </a:lnTo>
                  <a:close/>
                </a:path>
                <a:path w="11429" h="763904">
                  <a:moveTo>
                    <a:pt x="11430" y="33032"/>
                  </a:moveTo>
                  <a:lnTo>
                    <a:pt x="0" y="3303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3032"/>
                  </a:lnTo>
                  <a:close/>
                </a:path>
                <a:path w="11429" h="763904">
                  <a:moveTo>
                    <a:pt x="11430" y="30492"/>
                  </a:moveTo>
                  <a:lnTo>
                    <a:pt x="0" y="30492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30492"/>
                  </a:lnTo>
                  <a:close/>
                </a:path>
                <a:path w="11429" h="763904">
                  <a:moveTo>
                    <a:pt x="11430" y="26682"/>
                  </a:moveTo>
                  <a:lnTo>
                    <a:pt x="0" y="2668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6682"/>
                  </a:lnTo>
                  <a:close/>
                </a:path>
                <a:path w="11429" h="763904">
                  <a:moveTo>
                    <a:pt x="11430" y="24142"/>
                  </a:moveTo>
                  <a:lnTo>
                    <a:pt x="0" y="24142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4142"/>
                  </a:lnTo>
                  <a:close/>
                </a:path>
                <a:path w="11429" h="763904">
                  <a:moveTo>
                    <a:pt x="1143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0332"/>
                  </a:lnTo>
                  <a:close/>
                </a:path>
                <a:path w="11429" h="763904">
                  <a:moveTo>
                    <a:pt x="1143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7792"/>
                  </a:lnTo>
                  <a:close/>
                </a:path>
                <a:path w="11429" h="763904">
                  <a:moveTo>
                    <a:pt x="1143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3982"/>
                  </a:lnTo>
                  <a:close/>
                </a:path>
                <a:path w="11429" h="763904">
                  <a:moveTo>
                    <a:pt x="1143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11442"/>
                  </a:lnTo>
                  <a:close/>
                </a:path>
                <a:path w="11429" h="763904">
                  <a:moveTo>
                    <a:pt x="1143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7632"/>
                  </a:lnTo>
                  <a:close/>
                </a:path>
                <a:path w="11429" h="763904">
                  <a:moveTo>
                    <a:pt x="1143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11430" y="7620"/>
                  </a:lnTo>
                  <a:lnTo>
                    <a:pt x="11430" y="5092"/>
                  </a:lnTo>
                  <a:close/>
                </a:path>
                <a:path w="11429" h="763904">
                  <a:moveTo>
                    <a:pt x="1143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1282"/>
                  </a:lnTo>
                  <a:close/>
                </a:path>
                <a:path w="11429" h="763904">
                  <a:moveTo>
                    <a:pt x="11430" y="0"/>
                  </a:moveTo>
                  <a:lnTo>
                    <a:pt x="1270" y="0"/>
                  </a:lnTo>
                  <a:lnTo>
                    <a:pt x="1270" y="1270"/>
                  </a:lnTo>
                  <a:lnTo>
                    <a:pt x="11430" y="127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777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912">
              <a:extLst>
                <a:ext uri="{FF2B5EF4-FFF2-40B4-BE49-F238E27FC236}">
                  <a16:creationId xmlns:a16="http://schemas.microsoft.com/office/drawing/2014/main" id="{8186C63B-9A54-3428-57A6-907B960D9DC9}"/>
                </a:ext>
              </a:extLst>
            </p:cNvPr>
            <p:cNvSpPr/>
            <p:nvPr/>
          </p:nvSpPr>
          <p:spPr>
            <a:xfrm>
              <a:off x="4469765" y="6151880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7000"/>
                  </a:lnTo>
                </a:path>
              </a:pathLst>
            </a:custGeom>
            <a:ln w="11429">
              <a:solidFill>
                <a:srgbClr val="77779D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913">
              <a:extLst>
                <a:ext uri="{FF2B5EF4-FFF2-40B4-BE49-F238E27FC236}">
                  <a16:creationId xmlns:a16="http://schemas.microsoft.com/office/drawing/2014/main" id="{A0D94D2E-C13A-360F-1FB7-98D2F39110C2}"/>
                </a:ext>
              </a:extLst>
            </p:cNvPr>
            <p:cNvSpPr/>
            <p:nvPr/>
          </p:nvSpPr>
          <p:spPr>
            <a:xfrm>
              <a:off x="4475479" y="5386070"/>
              <a:ext cx="11430" cy="895350"/>
            </a:xfrm>
            <a:custGeom>
              <a:avLst/>
              <a:gdLst/>
              <a:ahLst/>
              <a:cxnLst/>
              <a:rect l="l" t="t" r="r" b="b"/>
              <a:pathLst>
                <a:path w="11429" h="895350">
                  <a:moveTo>
                    <a:pt x="11430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1430" y="2539"/>
                  </a:lnTo>
                  <a:lnTo>
                    <a:pt x="11430" y="0"/>
                  </a:lnTo>
                  <a:close/>
                </a:path>
                <a:path w="11429" h="895350">
                  <a:moveTo>
                    <a:pt x="1143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895350">
                  <a:moveTo>
                    <a:pt x="11430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11430" y="8889"/>
                  </a:lnTo>
                  <a:lnTo>
                    <a:pt x="11430" y="6350"/>
                  </a:lnTo>
                  <a:close/>
                </a:path>
                <a:path w="11429" h="895350">
                  <a:moveTo>
                    <a:pt x="1143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8889"/>
                  </a:lnTo>
                  <a:close/>
                </a:path>
                <a:path w="11429" h="895350">
                  <a:moveTo>
                    <a:pt x="1143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12699"/>
                  </a:lnTo>
                  <a:close/>
                </a:path>
                <a:path w="11429" h="895350">
                  <a:moveTo>
                    <a:pt x="1143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39"/>
                  </a:lnTo>
                  <a:close/>
                </a:path>
                <a:path w="11429" h="895350">
                  <a:moveTo>
                    <a:pt x="1143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30" y="21589"/>
                  </a:lnTo>
                  <a:lnTo>
                    <a:pt x="11430" y="19049"/>
                  </a:lnTo>
                  <a:close/>
                </a:path>
                <a:path w="11429" h="895350">
                  <a:moveTo>
                    <a:pt x="11430" y="21590"/>
                  </a:moveTo>
                  <a:lnTo>
                    <a:pt x="0" y="21590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1590"/>
                  </a:lnTo>
                  <a:close/>
                </a:path>
                <a:path w="11429" h="895350">
                  <a:moveTo>
                    <a:pt x="1143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25399"/>
                  </a:lnTo>
                  <a:close/>
                </a:path>
                <a:path w="11429" h="895350">
                  <a:moveTo>
                    <a:pt x="1143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7939"/>
                  </a:lnTo>
                  <a:close/>
                </a:path>
                <a:path w="11429" h="895350">
                  <a:moveTo>
                    <a:pt x="1143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30" y="34289"/>
                  </a:lnTo>
                  <a:lnTo>
                    <a:pt x="11430" y="31749"/>
                  </a:lnTo>
                  <a:close/>
                </a:path>
                <a:path w="11429" h="895350">
                  <a:moveTo>
                    <a:pt x="1143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4289"/>
                  </a:lnTo>
                  <a:close/>
                </a:path>
                <a:path w="11429" h="895350">
                  <a:moveTo>
                    <a:pt x="11430" y="38100"/>
                  </a:moveTo>
                  <a:lnTo>
                    <a:pt x="0" y="38100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38100"/>
                  </a:lnTo>
                  <a:close/>
                </a:path>
                <a:path w="11429" h="895350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895350">
                  <a:moveTo>
                    <a:pt x="1143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6989"/>
                  </a:lnTo>
                  <a:close/>
                </a:path>
                <a:path w="11429" h="895350">
                  <a:moveTo>
                    <a:pt x="1143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50799"/>
                  </a:lnTo>
                  <a:close/>
                </a:path>
                <a:path w="11429" h="895350">
                  <a:moveTo>
                    <a:pt x="1143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53339"/>
                  </a:lnTo>
                  <a:close/>
                </a:path>
                <a:path w="11429" h="895350">
                  <a:moveTo>
                    <a:pt x="1143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30" y="59689"/>
                  </a:lnTo>
                  <a:lnTo>
                    <a:pt x="11430" y="57149"/>
                  </a:lnTo>
                  <a:close/>
                </a:path>
                <a:path w="11429" h="895350">
                  <a:moveTo>
                    <a:pt x="1143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9689"/>
                  </a:lnTo>
                  <a:close/>
                </a:path>
                <a:path w="11429" h="895350">
                  <a:moveTo>
                    <a:pt x="11430" y="63499"/>
                  </a:moveTo>
                  <a:lnTo>
                    <a:pt x="0" y="63499"/>
                  </a:lnTo>
                  <a:lnTo>
                    <a:pt x="0" y="72389"/>
                  </a:lnTo>
                  <a:lnTo>
                    <a:pt x="11430" y="72389"/>
                  </a:lnTo>
                  <a:lnTo>
                    <a:pt x="11430" y="63499"/>
                  </a:lnTo>
                  <a:close/>
                </a:path>
                <a:path w="11429" h="895350">
                  <a:moveTo>
                    <a:pt x="1143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72389"/>
                  </a:lnTo>
                  <a:close/>
                </a:path>
                <a:path w="11429" h="895350">
                  <a:moveTo>
                    <a:pt x="11430" y="76199"/>
                  </a:moveTo>
                  <a:lnTo>
                    <a:pt x="0" y="76199"/>
                  </a:lnTo>
                  <a:lnTo>
                    <a:pt x="0" y="85089"/>
                  </a:lnTo>
                  <a:lnTo>
                    <a:pt x="11430" y="85089"/>
                  </a:lnTo>
                  <a:lnTo>
                    <a:pt x="11430" y="76199"/>
                  </a:lnTo>
                  <a:close/>
                </a:path>
                <a:path w="11429" h="895350">
                  <a:moveTo>
                    <a:pt x="11430" y="85089"/>
                  </a:moveTo>
                  <a:lnTo>
                    <a:pt x="0" y="85089"/>
                  </a:lnTo>
                  <a:lnTo>
                    <a:pt x="0" y="91439"/>
                  </a:lnTo>
                  <a:lnTo>
                    <a:pt x="11430" y="91439"/>
                  </a:lnTo>
                  <a:lnTo>
                    <a:pt x="11430" y="85089"/>
                  </a:lnTo>
                  <a:close/>
                </a:path>
                <a:path w="11429" h="895350">
                  <a:moveTo>
                    <a:pt x="1143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1439"/>
                  </a:lnTo>
                  <a:close/>
                </a:path>
                <a:path w="11429" h="895350">
                  <a:moveTo>
                    <a:pt x="1143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30" y="97789"/>
                  </a:lnTo>
                  <a:lnTo>
                    <a:pt x="11430" y="95249"/>
                  </a:lnTo>
                  <a:close/>
                </a:path>
                <a:path w="11429" h="895350">
                  <a:moveTo>
                    <a:pt x="1143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1430" y="101599"/>
                  </a:lnTo>
                  <a:lnTo>
                    <a:pt x="11430" y="97789"/>
                  </a:lnTo>
                  <a:close/>
                </a:path>
                <a:path w="11429" h="895350">
                  <a:moveTo>
                    <a:pt x="1143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1430" y="104139"/>
                  </a:lnTo>
                  <a:lnTo>
                    <a:pt x="11430" y="101599"/>
                  </a:lnTo>
                  <a:close/>
                </a:path>
                <a:path w="11429" h="895350">
                  <a:moveTo>
                    <a:pt x="11430" y="104139"/>
                  </a:moveTo>
                  <a:lnTo>
                    <a:pt x="0" y="104139"/>
                  </a:lnTo>
                  <a:lnTo>
                    <a:pt x="0" y="110489"/>
                  </a:lnTo>
                  <a:lnTo>
                    <a:pt x="11430" y="110489"/>
                  </a:lnTo>
                  <a:lnTo>
                    <a:pt x="11430" y="104139"/>
                  </a:lnTo>
                  <a:close/>
                </a:path>
                <a:path w="11429" h="895350">
                  <a:moveTo>
                    <a:pt x="11430" y="110489"/>
                  </a:moveTo>
                  <a:lnTo>
                    <a:pt x="0" y="110489"/>
                  </a:lnTo>
                  <a:lnTo>
                    <a:pt x="0" y="764539"/>
                  </a:lnTo>
                  <a:lnTo>
                    <a:pt x="11430" y="764539"/>
                  </a:lnTo>
                  <a:lnTo>
                    <a:pt x="11430" y="110489"/>
                  </a:lnTo>
                  <a:close/>
                </a:path>
                <a:path w="11429" h="895350">
                  <a:moveTo>
                    <a:pt x="11430" y="891539"/>
                  </a:moveTo>
                  <a:lnTo>
                    <a:pt x="0" y="891539"/>
                  </a:lnTo>
                  <a:lnTo>
                    <a:pt x="0" y="892809"/>
                  </a:lnTo>
                  <a:lnTo>
                    <a:pt x="1270" y="892809"/>
                  </a:lnTo>
                  <a:lnTo>
                    <a:pt x="1270" y="895349"/>
                  </a:lnTo>
                  <a:lnTo>
                    <a:pt x="11430" y="895349"/>
                  </a:lnTo>
                  <a:lnTo>
                    <a:pt x="11430" y="891539"/>
                  </a:lnTo>
                  <a:close/>
                </a:path>
                <a:path w="11429" h="895350">
                  <a:moveTo>
                    <a:pt x="11430" y="885189"/>
                  </a:moveTo>
                  <a:lnTo>
                    <a:pt x="0" y="885189"/>
                  </a:lnTo>
                  <a:lnTo>
                    <a:pt x="0" y="890269"/>
                  </a:lnTo>
                  <a:lnTo>
                    <a:pt x="11430" y="890269"/>
                  </a:lnTo>
                  <a:lnTo>
                    <a:pt x="11430" y="885189"/>
                  </a:lnTo>
                  <a:close/>
                </a:path>
                <a:path w="11429" h="895350">
                  <a:moveTo>
                    <a:pt x="11430" y="878839"/>
                  </a:moveTo>
                  <a:lnTo>
                    <a:pt x="0" y="878839"/>
                  </a:lnTo>
                  <a:lnTo>
                    <a:pt x="0" y="883919"/>
                  </a:lnTo>
                  <a:lnTo>
                    <a:pt x="11430" y="883919"/>
                  </a:lnTo>
                  <a:lnTo>
                    <a:pt x="11430" y="878839"/>
                  </a:lnTo>
                  <a:close/>
                </a:path>
                <a:path w="11429" h="895350">
                  <a:moveTo>
                    <a:pt x="11430" y="872489"/>
                  </a:moveTo>
                  <a:lnTo>
                    <a:pt x="0" y="872489"/>
                  </a:lnTo>
                  <a:lnTo>
                    <a:pt x="0" y="877569"/>
                  </a:lnTo>
                  <a:lnTo>
                    <a:pt x="11430" y="877569"/>
                  </a:lnTo>
                  <a:lnTo>
                    <a:pt x="11430" y="872489"/>
                  </a:lnTo>
                  <a:close/>
                </a:path>
                <a:path w="11429" h="895350">
                  <a:moveTo>
                    <a:pt x="11430" y="866139"/>
                  </a:moveTo>
                  <a:lnTo>
                    <a:pt x="0" y="866139"/>
                  </a:lnTo>
                  <a:lnTo>
                    <a:pt x="0" y="871219"/>
                  </a:lnTo>
                  <a:lnTo>
                    <a:pt x="11430" y="871219"/>
                  </a:lnTo>
                  <a:lnTo>
                    <a:pt x="11430" y="866139"/>
                  </a:lnTo>
                  <a:close/>
                </a:path>
                <a:path w="11429" h="895350">
                  <a:moveTo>
                    <a:pt x="11430" y="859789"/>
                  </a:moveTo>
                  <a:lnTo>
                    <a:pt x="0" y="859789"/>
                  </a:lnTo>
                  <a:lnTo>
                    <a:pt x="0" y="864869"/>
                  </a:lnTo>
                  <a:lnTo>
                    <a:pt x="11430" y="864869"/>
                  </a:lnTo>
                  <a:lnTo>
                    <a:pt x="11430" y="859789"/>
                  </a:lnTo>
                  <a:close/>
                </a:path>
                <a:path w="11429" h="895350">
                  <a:moveTo>
                    <a:pt x="11430" y="853439"/>
                  </a:moveTo>
                  <a:lnTo>
                    <a:pt x="0" y="853439"/>
                  </a:lnTo>
                  <a:lnTo>
                    <a:pt x="0" y="858519"/>
                  </a:lnTo>
                  <a:lnTo>
                    <a:pt x="11430" y="858519"/>
                  </a:lnTo>
                  <a:lnTo>
                    <a:pt x="11430" y="853439"/>
                  </a:lnTo>
                  <a:close/>
                </a:path>
                <a:path w="11429" h="895350">
                  <a:moveTo>
                    <a:pt x="11430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1430" y="852169"/>
                  </a:lnTo>
                  <a:lnTo>
                    <a:pt x="11430" y="847089"/>
                  </a:lnTo>
                  <a:close/>
                </a:path>
                <a:path w="11429" h="895350">
                  <a:moveTo>
                    <a:pt x="1143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1430" y="845819"/>
                  </a:lnTo>
                  <a:lnTo>
                    <a:pt x="11430" y="840739"/>
                  </a:lnTo>
                  <a:close/>
                </a:path>
                <a:path w="11429" h="895350">
                  <a:moveTo>
                    <a:pt x="1143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1430" y="839469"/>
                  </a:lnTo>
                  <a:lnTo>
                    <a:pt x="11430" y="834389"/>
                  </a:lnTo>
                  <a:close/>
                </a:path>
                <a:path w="11429" h="895350">
                  <a:moveTo>
                    <a:pt x="1143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1430" y="833119"/>
                  </a:lnTo>
                  <a:lnTo>
                    <a:pt x="11430" y="828039"/>
                  </a:lnTo>
                  <a:close/>
                </a:path>
                <a:path w="11429" h="895350">
                  <a:moveTo>
                    <a:pt x="1143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30" y="826769"/>
                  </a:lnTo>
                  <a:lnTo>
                    <a:pt x="11430" y="821689"/>
                  </a:lnTo>
                  <a:close/>
                </a:path>
                <a:path w="11429" h="895350">
                  <a:moveTo>
                    <a:pt x="1143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30" y="820419"/>
                  </a:lnTo>
                  <a:lnTo>
                    <a:pt x="11430" y="815339"/>
                  </a:lnTo>
                  <a:close/>
                </a:path>
                <a:path w="11429" h="895350">
                  <a:moveTo>
                    <a:pt x="1143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30" y="814069"/>
                  </a:lnTo>
                  <a:lnTo>
                    <a:pt x="11430" y="808989"/>
                  </a:lnTo>
                  <a:close/>
                </a:path>
                <a:path w="11429" h="895350">
                  <a:moveTo>
                    <a:pt x="1143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30" y="807719"/>
                  </a:lnTo>
                  <a:lnTo>
                    <a:pt x="11430" y="802639"/>
                  </a:lnTo>
                  <a:close/>
                </a:path>
                <a:path w="11429" h="895350">
                  <a:moveTo>
                    <a:pt x="1143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30" y="801369"/>
                  </a:lnTo>
                  <a:lnTo>
                    <a:pt x="11430" y="796289"/>
                  </a:lnTo>
                  <a:close/>
                </a:path>
                <a:path w="11429" h="895350">
                  <a:moveTo>
                    <a:pt x="1143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30" y="795019"/>
                  </a:lnTo>
                  <a:lnTo>
                    <a:pt x="11430" y="789939"/>
                  </a:lnTo>
                  <a:close/>
                </a:path>
                <a:path w="11429" h="895350">
                  <a:moveTo>
                    <a:pt x="1143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30" y="788669"/>
                  </a:lnTo>
                  <a:lnTo>
                    <a:pt x="11430" y="783589"/>
                  </a:lnTo>
                  <a:close/>
                </a:path>
                <a:path w="11429" h="895350">
                  <a:moveTo>
                    <a:pt x="1143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30" y="782319"/>
                  </a:lnTo>
                  <a:lnTo>
                    <a:pt x="11430" y="777239"/>
                  </a:lnTo>
                  <a:close/>
                </a:path>
                <a:path w="11429" h="895350">
                  <a:moveTo>
                    <a:pt x="11430" y="765809"/>
                  </a:moveTo>
                  <a:lnTo>
                    <a:pt x="0" y="765809"/>
                  </a:lnTo>
                  <a:lnTo>
                    <a:pt x="0" y="775969"/>
                  </a:lnTo>
                  <a:lnTo>
                    <a:pt x="11430" y="775969"/>
                  </a:lnTo>
                  <a:lnTo>
                    <a:pt x="11430" y="765809"/>
                  </a:lnTo>
                  <a:close/>
                </a:path>
              </a:pathLst>
            </a:custGeom>
            <a:solidFill>
              <a:srgbClr val="7777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914">
              <a:extLst>
                <a:ext uri="{FF2B5EF4-FFF2-40B4-BE49-F238E27FC236}">
                  <a16:creationId xmlns:a16="http://schemas.microsoft.com/office/drawing/2014/main" id="{10B88686-BB8E-2022-1932-EEA4CC5BBA74}"/>
                </a:ext>
              </a:extLst>
            </p:cNvPr>
            <p:cNvSpPr/>
            <p:nvPr/>
          </p:nvSpPr>
          <p:spPr>
            <a:xfrm>
              <a:off x="4491990" y="5384800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0"/>
                  </a:moveTo>
                  <a:lnTo>
                    <a:pt x="0" y="111759"/>
                  </a:lnTo>
                </a:path>
              </a:pathLst>
            </a:custGeom>
            <a:ln w="10160">
              <a:solidFill>
                <a:srgbClr val="76769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915">
              <a:extLst>
                <a:ext uri="{FF2B5EF4-FFF2-40B4-BE49-F238E27FC236}">
                  <a16:creationId xmlns:a16="http://schemas.microsoft.com/office/drawing/2014/main" id="{598BC39D-6065-DB93-D441-3D953F486A41}"/>
                </a:ext>
              </a:extLst>
            </p:cNvPr>
            <p:cNvSpPr/>
            <p:nvPr/>
          </p:nvSpPr>
          <p:spPr>
            <a:xfrm>
              <a:off x="4486909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676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916">
              <a:extLst>
                <a:ext uri="{FF2B5EF4-FFF2-40B4-BE49-F238E27FC236}">
                  <a16:creationId xmlns:a16="http://schemas.microsoft.com/office/drawing/2014/main" id="{CF9A29B4-7889-7DE8-74A3-E9C4F545B922}"/>
                </a:ext>
              </a:extLst>
            </p:cNvPr>
            <p:cNvSpPr/>
            <p:nvPr/>
          </p:nvSpPr>
          <p:spPr>
            <a:xfrm>
              <a:off x="4491990" y="6151880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160">
              <a:solidFill>
                <a:srgbClr val="76769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917">
              <a:extLst>
                <a:ext uri="{FF2B5EF4-FFF2-40B4-BE49-F238E27FC236}">
                  <a16:creationId xmlns:a16="http://schemas.microsoft.com/office/drawing/2014/main" id="{9F2E313D-E96E-7D37-C545-B802DABCD953}"/>
                </a:ext>
              </a:extLst>
            </p:cNvPr>
            <p:cNvSpPr/>
            <p:nvPr/>
          </p:nvSpPr>
          <p:spPr>
            <a:xfrm>
              <a:off x="4497069" y="5383530"/>
              <a:ext cx="11430" cy="899160"/>
            </a:xfrm>
            <a:custGeom>
              <a:avLst/>
              <a:gdLst/>
              <a:ahLst/>
              <a:cxnLst/>
              <a:rect l="l" t="t" r="r" b="b"/>
              <a:pathLst>
                <a:path w="11429" h="899160">
                  <a:moveTo>
                    <a:pt x="1142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0"/>
                  </a:lnTo>
                  <a:close/>
                </a:path>
                <a:path w="11429" h="899160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899160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899160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899160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899160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899160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899160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899160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899160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899160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899160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899160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899160">
                  <a:moveTo>
                    <a:pt x="11429" y="40640"/>
                  </a:moveTo>
                  <a:lnTo>
                    <a:pt x="0" y="4064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0640"/>
                  </a:lnTo>
                  <a:close/>
                </a:path>
                <a:path w="11429" h="899160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899160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899160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899160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899160">
                  <a:moveTo>
                    <a:pt x="1142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9690"/>
                  </a:lnTo>
                  <a:close/>
                </a:path>
                <a:path w="11429" h="899160">
                  <a:moveTo>
                    <a:pt x="1142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29" y="66040"/>
                  </a:lnTo>
                  <a:lnTo>
                    <a:pt x="11429" y="62230"/>
                  </a:lnTo>
                  <a:close/>
                </a:path>
                <a:path w="11429" h="899160">
                  <a:moveTo>
                    <a:pt x="11429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66040"/>
                  </a:lnTo>
                  <a:close/>
                </a:path>
                <a:path w="11429" h="899160">
                  <a:moveTo>
                    <a:pt x="1142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29" y="78740"/>
                  </a:lnTo>
                  <a:lnTo>
                    <a:pt x="11429" y="74930"/>
                  </a:lnTo>
                  <a:close/>
                </a:path>
                <a:path w="11429" h="899160">
                  <a:moveTo>
                    <a:pt x="11429" y="78740"/>
                  </a:moveTo>
                  <a:lnTo>
                    <a:pt x="0" y="7874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78740"/>
                  </a:lnTo>
                  <a:close/>
                </a:path>
                <a:path w="11429" h="899160">
                  <a:moveTo>
                    <a:pt x="11429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87630"/>
                  </a:lnTo>
                  <a:close/>
                </a:path>
                <a:path w="11429" h="899160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899160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899160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899160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899160">
                  <a:moveTo>
                    <a:pt x="11429" y="106680"/>
                  </a:moveTo>
                  <a:lnTo>
                    <a:pt x="0" y="106680"/>
                  </a:lnTo>
                  <a:lnTo>
                    <a:pt x="0" y="113030"/>
                  </a:lnTo>
                  <a:lnTo>
                    <a:pt x="11429" y="113030"/>
                  </a:lnTo>
                  <a:lnTo>
                    <a:pt x="11429" y="106680"/>
                  </a:lnTo>
                  <a:close/>
                </a:path>
                <a:path w="11429" h="899160">
                  <a:moveTo>
                    <a:pt x="11429" y="113030"/>
                  </a:moveTo>
                  <a:lnTo>
                    <a:pt x="0" y="113030"/>
                  </a:lnTo>
                  <a:lnTo>
                    <a:pt x="0" y="767080"/>
                  </a:lnTo>
                  <a:lnTo>
                    <a:pt x="11429" y="767080"/>
                  </a:lnTo>
                  <a:lnTo>
                    <a:pt x="11429" y="113030"/>
                  </a:lnTo>
                  <a:close/>
                </a:path>
                <a:path w="11429" h="899160">
                  <a:moveTo>
                    <a:pt x="11429" y="894080"/>
                  </a:moveTo>
                  <a:lnTo>
                    <a:pt x="0" y="894080"/>
                  </a:lnTo>
                  <a:lnTo>
                    <a:pt x="0" y="897890"/>
                  </a:lnTo>
                  <a:lnTo>
                    <a:pt x="2539" y="897890"/>
                  </a:lnTo>
                  <a:lnTo>
                    <a:pt x="2539" y="899160"/>
                  </a:lnTo>
                  <a:lnTo>
                    <a:pt x="11429" y="899160"/>
                  </a:lnTo>
                  <a:lnTo>
                    <a:pt x="11429" y="894080"/>
                  </a:lnTo>
                  <a:close/>
                </a:path>
                <a:path w="11429" h="899160">
                  <a:moveTo>
                    <a:pt x="11429" y="887730"/>
                  </a:moveTo>
                  <a:lnTo>
                    <a:pt x="0" y="887730"/>
                  </a:lnTo>
                  <a:lnTo>
                    <a:pt x="0" y="892810"/>
                  </a:lnTo>
                  <a:lnTo>
                    <a:pt x="11429" y="892810"/>
                  </a:lnTo>
                  <a:lnTo>
                    <a:pt x="11429" y="887730"/>
                  </a:lnTo>
                  <a:close/>
                </a:path>
                <a:path w="11429" h="899160">
                  <a:moveTo>
                    <a:pt x="11429" y="881380"/>
                  </a:moveTo>
                  <a:lnTo>
                    <a:pt x="0" y="881380"/>
                  </a:lnTo>
                  <a:lnTo>
                    <a:pt x="0" y="886460"/>
                  </a:lnTo>
                  <a:lnTo>
                    <a:pt x="11429" y="886460"/>
                  </a:lnTo>
                  <a:lnTo>
                    <a:pt x="11429" y="881380"/>
                  </a:lnTo>
                  <a:close/>
                </a:path>
                <a:path w="11429" h="899160">
                  <a:moveTo>
                    <a:pt x="11429" y="875030"/>
                  </a:moveTo>
                  <a:lnTo>
                    <a:pt x="0" y="875030"/>
                  </a:lnTo>
                  <a:lnTo>
                    <a:pt x="0" y="880110"/>
                  </a:lnTo>
                  <a:lnTo>
                    <a:pt x="11429" y="880110"/>
                  </a:lnTo>
                  <a:lnTo>
                    <a:pt x="11429" y="875030"/>
                  </a:lnTo>
                  <a:close/>
                </a:path>
                <a:path w="11429" h="899160">
                  <a:moveTo>
                    <a:pt x="11429" y="868680"/>
                  </a:moveTo>
                  <a:lnTo>
                    <a:pt x="0" y="868680"/>
                  </a:lnTo>
                  <a:lnTo>
                    <a:pt x="0" y="873760"/>
                  </a:lnTo>
                  <a:lnTo>
                    <a:pt x="11429" y="873760"/>
                  </a:lnTo>
                  <a:lnTo>
                    <a:pt x="11429" y="868680"/>
                  </a:lnTo>
                  <a:close/>
                </a:path>
                <a:path w="11429" h="899160">
                  <a:moveTo>
                    <a:pt x="11429" y="862330"/>
                  </a:moveTo>
                  <a:lnTo>
                    <a:pt x="0" y="862330"/>
                  </a:lnTo>
                  <a:lnTo>
                    <a:pt x="0" y="867410"/>
                  </a:lnTo>
                  <a:lnTo>
                    <a:pt x="11429" y="867410"/>
                  </a:lnTo>
                  <a:lnTo>
                    <a:pt x="11429" y="862330"/>
                  </a:lnTo>
                  <a:close/>
                </a:path>
                <a:path w="11429" h="899160">
                  <a:moveTo>
                    <a:pt x="11429" y="855980"/>
                  </a:moveTo>
                  <a:lnTo>
                    <a:pt x="0" y="855980"/>
                  </a:lnTo>
                  <a:lnTo>
                    <a:pt x="0" y="861060"/>
                  </a:lnTo>
                  <a:lnTo>
                    <a:pt x="11429" y="861060"/>
                  </a:lnTo>
                  <a:lnTo>
                    <a:pt x="11429" y="855980"/>
                  </a:lnTo>
                  <a:close/>
                </a:path>
                <a:path w="11429" h="899160">
                  <a:moveTo>
                    <a:pt x="11429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1429" y="854710"/>
                  </a:lnTo>
                  <a:lnTo>
                    <a:pt x="11429" y="849630"/>
                  </a:lnTo>
                  <a:close/>
                </a:path>
                <a:path w="11429" h="899160">
                  <a:moveTo>
                    <a:pt x="11429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1429" y="848360"/>
                  </a:lnTo>
                  <a:lnTo>
                    <a:pt x="11429" y="843280"/>
                  </a:lnTo>
                  <a:close/>
                </a:path>
                <a:path w="11429" h="899160">
                  <a:moveTo>
                    <a:pt x="11429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1429" y="842010"/>
                  </a:lnTo>
                  <a:lnTo>
                    <a:pt x="11429" y="836930"/>
                  </a:lnTo>
                  <a:close/>
                </a:path>
                <a:path w="11429" h="899160">
                  <a:moveTo>
                    <a:pt x="11429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1429" y="835660"/>
                  </a:lnTo>
                  <a:lnTo>
                    <a:pt x="11429" y="830580"/>
                  </a:lnTo>
                  <a:close/>
                </a:path>
                <a:path w="11429" h="899160">
                  <a:moveTo>
                    <a:pt x="11429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1429" y="829310"/>
                  </a:lnTo>
                  <a:lnTo>
                    <a:pt x="11429" y="824230"/>
                  </a:lnTo>
                  <a:close/>
                </a:path>
                <a:path w="11429" h="899160">
                  <a:moveTo>
                    <a:pt x="11429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1429" y="822960"/>
                  </a:lnTo>
                  <a:lnTo>
                    <a:pt x="11429" y="817880"/>
                  </a:lnTo>
                  <a:close/>
                </a:path>
                <a:path w="11429" h="899160">
                  <a:moveTo>
                    <a:pt x="11429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29" y="816610"/>
                  </a:lnTo>
                  <a:lnTo>
                    <a:pt x="11429" y="811530"/>
                  </a:lnTo>
                  <a:close/>
                </a:path>
                <a:path w="11429" h="899160">
                  <a:moveTo>
                    <a:pt x="11429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29" y="810260"/>
                  </a:lnTo>
                  <a:lnTo>
                    <a:pt x="11429" y="805180"/>
                  </a:lnTo>
                  <a:close/>
                </a:path>
                <a:path w="11429" h="899160">
                  <a:moveTo>
                    <a:pt x="11429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29" y="803910"/>
                  </a:lnTo>
                  <a:lnTo>
                    <a:pt x="11429" y="798830"/>
                  </a:lnTo>
                  <a:close/>
                </a:path>
                <a:path w="11429" h="899160">
                  <a:moveTo>
                    <a:pt x="11429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29" y="797560"/>
                  </a:lnTo>
                  <a:lnTo>
                    <a:pt x="11429" y="792480"/>
                  </a:lnTo>
                  <a:close/>
                </a:path>
                <a:path w="11429" h="899160">
                  <a:moveTo>
                    <a:pt x="11429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29" y="791210"/>
                  </a:lnTo>
                  <a:lnTo>
                    <a:pt x="11429" y="786130"/>
                  </a:lnTo>
                  <a:close/>
                </a:path>
                <a:path w="11429" h="899160">
                  <a:moveTo>
                    <a:pt x="11429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29" y="784860"/>
                  </a:lnTo>
                  <a:lnTo>
                    <a:pt x="11429" y="779780"/>
                  </a:lnTo>
                  <a:close/>
                </a:path>
                <a:path w="11429" h="899160">
                  <a:moveTo>
                    <a:pt x="11429" y="768350"/>
                  </a:moveTo>
                  <a:lnTo>
                    <a:pt x="0" y="768350"/>
                  </a:lnTo>
                  <a:lnTo>
                    <a:pt x="0" y="778510"/>
                  </a:lnTo>
                  <a:lnTo>
                    <a:pt x="11429" y="778510"/>
                  </a:lnTo>
                  <a:lnTo>
                    <a:pt x="11429" y="768350"/>
                  </a:lnTo>
                  <a:close/>
                </a:path>
              </a:pathLst>
            </a:custGeom>
            <a:solidFill>
              <a:srgbClr val="7575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918">
              <a:extLst>
                <a:ext uri="{FF2B5EF4-FFF2-40B4-BE49-F238E27FC236}">
                  <a16:creationId xmlns:a16="http://schemas.microsoft.com/office/drawing/2014/main" id="{2602F71C-08BC-D2E9-9C1A-BEB38BF7D540}"/>
                </a:ext>
              </a:extLst>
            </p:cNvPr>
            <p:cNvSpPr/>
            <p:nvPr/>
          </p:nvSpPr>
          <p:spPr>
            <a:xfrm>
              <a:off x="4508500" y="5383530"/>
              <a:ext cx="10160" cy="900430"/>
            </a:xfrm>
            <a:custGeom>
              <a:avLst/>
              <a:gdLst/>
              <a:ahLst/>
              <a:cxnLst/>
              <a:rect l="l" t="t" r="r" b="b"/>
              <a:pathLst>
                <a:path w="10160" h="900429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900429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900429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900429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900429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900429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900429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900429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900429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900429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900429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900429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900429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900429">
                  <a:moveTo>
                    <a:pt x="10160" y="40640"/>
                  </a:moveTo>
                  <a:lnTo>
                    <a:pt x="0" y="4064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0640"/>
                  </a:lnTo>
                  <a:close/>
                </a:path>
                <a:path w="10160" h="900429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900429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900429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900429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900429">
                  <a:moveTo>
                    <a:pt x="1016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690"/>
                  </a:lnTo>
                  <a:close/>
                </a:path>
                <a:path w="10160" h="900429">
                  <a:moveTo>
                    <a:pt x="1016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30"/>
                  </a:lnTo>
                  <a:close/>
                </a:path>
                <a:path w="10160" h="900429">
                  <a:moveTo>
                    <a:pt x="10160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66040"/>
                  </a:lnTo>
                  <a:close/>
                </a:path>
                <a:path w="10160" h="900429">
                  <a:moveTo>
                    <a:pt x="1016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30"/>
                  </a:lnTo>
                  <a:close/>
                </a:path>
                <a:path w="10160" h="900429">
                  <a:moveTo>
                    <a:pt x="10160" y="78740"/>
                  </a:moveTo>
                  <a:lnTo>
                    <a:pt x="0" y="7874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78740"/>
                  </a:lnTo>
                  <a:close/>
                </a:path>
                <a:path w="10160" h="900429">
                  <a:moveTo>
                    <a:pt x="10160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87630"/>
                  </a:lnTo>
                  <a:close/>
                </a:path>
                <a:path w="10160" h="900429">
                  <a:moveTo>
                    <a:pt x="10160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80"/>
                  </a:lnTo>
                  <a:close/>
                </a:path>
                <a:path w="10160" h="900429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900429">
                  <a:moveTo>
                    <a:pt x="10160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30"/>
                  </a:lnTo>
                  <a:close/>
                </a:path>
                <a:path w="10160" h="900429">
                  <a:moveTo>
                    <a:pt x="10160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40"/>
                  </a:lnTo>
                  <a:close/>
                </a:path>
                <a:path w="10160" h="900429">
                  <a:moveTo>
                    <a:pt x="10160" y="106680"/>
                  </a:moveTo>
                  <a:lnTo>
                    <a:pt x="0" y="106680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06680"/>
                  </a:lnTo>
                  <a:close/>
                </a:path>
                <a:path w="10160" h="900429">
                  <a:moveTo>
                    <a:pt x="10160" y="113030"/>
                  </a:moveTo>
                  <a:lnTo>
                    <a:pt x="0" y="113030"/>
                  </a:lnTo>
                  <a:lnTo>
                    <a:pt x="0" y="767080"/>
                  </a:lnTo>
                  <a:lnTo>
                    <a:pt x="10160" y="767080"/>
                  </a:lnTo>
                  <a:lnTo>
                    <a:pt x="10160" y="113030"/>
                  </a:lnTo>
                  <a:close/>
                </a:path>
                <a:path w="10160" h="900429">
                  <a:moveTo>
                    <a:pt x="10160" y="894080"/>
                  </a:moveTo>
                  <a:lnTo>
                    <a:pt x="0" y="894080"/>
                  </a:lnTo>
                  <a:lnTo>
                    <a:pt x="0" y="899160"/>
                  </a:lnTo>
                  <a:lnTo>
                    <a:pt x="8889" y="899160"/>
                  </a:lnTo>
                  <a:lnTo>
                    <a:pt x="8889" y="900430"/>
                  </a:lnTo>
                  <a:lnTo>
                    <a:pt x="10160" y="900430"/>
                  </a:lnTo>
                  <a:lnTo>
                    <a:pt x="10160" y="894080"/>
                  </a:lnTo>
                  <a:close/>
                </a:path>
                <a:path w="10160" h="900429">
                  <a:moveTo>
                    <a:pt x="10160" y="887730"/>
                  </a:moveTo>
                  <a:lnTo>
                    <a:pt x="0" y="887730"/>
                  </a:lnTo>
                  <a:lnTo>
                    <a:pt x="0" y="892810"/>
                  </a:lnTo>
                  <a:lnTo>
                    <a:pt x="10160" y="892810"/>
                  </a:lnTo>
                  <a:lnTo>
                    <a:pt x="10160" y="887730"/>
                  </a:lnTo>
                  <a:close/>
                </a:path>
                <a:path w="10160" h="900429">
                  <a:moveTo>
                    <a:pt x="10160" y="881380"/>
                  </a:moveTo>
                  <a:lnTo>
                    <a:pt x="0" y="881380"/>
                  </a:lnTo>
                  <a:lnTo>
                    <a:pt x="0" y="886460"/>
                  </a:lnTo>
                  <a:lnTo>
                    <a:pt x="10160" y="886460"/>
                  </a:lnTo>
                  <a:lnTo>
                    <a:pt x="10160" y="881380"/>
                  </a:lnTo>
                  <a:close/>
                </a:path>
                <a:path w="10160" h="900429">
                  <a:moveTo>
                    <a:pt x="10160" y="875030"/>
                  </a:moveTo>
                  <a:lnTo>
                    <a:pt x="0" y="875030"/>
                  </a:lnTo>
                  <a:lnTo>
                    <a:pt x="0" y="880110"/>
                  </a:lnTo>
                  <a:lnTo>
                    <a:pt x="10160" y="880110"/>
                  </a:lnTo>
                  <a:lnTo>
                    <a:pt x="10160" y="875030"/>
                  </a:lnTo>
                  <a:close/>
                </a:path>
                <a:path w="10160" h="900429">
                  <a:moveTo>
                    <a:pt x="10160" y="868680"/>
                  </a:moveTo>
                  <a:lnTo>
                    <a:pt x="0" y="868680"/>
                  </a:lnTo>
                  <a:lnTo>
                    <a:pt x="0" y="873760"/>
                  </a:lnTo>
                  <a:lnTo>
                    <a:pt x="10160" y="873760"/>
                  </a:lnTo>
                  <a:lnTo>
                    <a:pt x="10160" y="868680"/>
                  </a:lnTo>
                  <a:close/>
                </a:path>
                <a:path w="10160" h="900429">
                  <a:moveTo>
                    <a:pt x="10160" y="862330"/>
                  </a:moveTo>
                  <a:lnTo>
                    <a:pt x="0" y="862330"/>
                  </a:lnTo>
                  <a:lnTo>
                    <a:pt x="0" y="867410"/>
                  </a:lnTo>
                  <a:lnTo>
                    <a:pt x="10160" y="867410"/>
                  </a:lnTo>
                  <a:lnTo>
                    <a:pt x="10160" y="862330"/>
                  </a:lnTo>
                  <a:close/>
                </a:path>
                <a:path w="10160" h="900429">
                  <a:moveTo>
                    <a:pt x="10160" y="855980"/>
                  </a:moveTo>
                  <a:lnTo>
                    <a:pt x="0" y="855980"/>
                  </a:lnTo>
                  <a:lnTo>
                    <a:pt x="0" y="861060"/>
                  </a:lnTo>
                  <a:lnTo>
                    <a:pt x="10160" y="861060"/>
                  </a:lnTo>
                  <a:lnTo>
                    <a:pt x="10160" y="855980"/>
                  </a:lnTo>
                  <a:close/>
                </a:path>
                <a:path w="10160" h="900429">
                  <a:moveTo>
                    <a:pt x="10160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0160" y="854710"/>
                  </a:lnTo>
                  <a:lnTo>
                    <a:pt x="10160" y="849630"/>
                  </a:lnTo>
                  <a:close/>
                </a:path>
                <a:path w="10160" h="900429">
                  <a:moveTo>
                    <a:pt x="10160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0160" y="848360"/>
                  </a:lnTo>
                  <a:lnTo>
                    <a:pt x="10160" y="843280"/>
                  </a:lnTo>
                  <a:close/>
                </a:path>
                <a:path w="10160" h="900429">
                  <a:moveTo>
                    <a:pt x="10160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0160" y="842010"/>
                  </a:lnTo>
                  <a:lnTo>
                    <a:pt x="10160" y="836930"/>
                  </a:lnTo>
                  <a:close/>
                </a:path>
                <a:path w="10160" h="900429">
                  <a:moveTo>
                    <a:pt x="1016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60" y="835660"/>
                  </a:lnTo>
                  <a:lnTo>
                    <a:pt x="10160" y="830580"/>
                  </a:lnTo>
                  <a:close/>
                </a:path>
                <a:path w="10160" h="900429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900429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900429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900429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900429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900429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900429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900429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900429">
                  <a:moveTo>
                    <a:pt x="10160" y="768350"/>
                  </a:moveTo>
                  <a:lnTo>
                    <a:pt x="0" y="76835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68350"/>
                  </a:lnTo>
                  <a:close/>
                </a:path>
              </a:pathLst>
            </a:custGeom>
            <a:solidFill>
              <a:srgbClr val="747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919">
              <a:extLst>
                <a:ext uri="{FF2B5EF4-FFF2-40B4-BE49-F238E27FC236}">
                  <a16:creationId xmlns:a16="http://schemas.microsoft.com/office/drawing/2014/main" id="{3516BB59-0AB7-F4F2-BE62-77EEA409DA93}"/>
                </a:ext>
              </a:extLst>
            </p:cNvPr>
            <p:cNvSpPr/>
            <p:nvPr/>
          </p:nvSpPr>
          <p:spPr>
            <a:xfrm>
              <a:off x="4518660" y="5383530"/>
              <a:ext cx="11430" cy="767715"/>
            </a:xfrm>
            <a:custGeom>
              <a:avLst/>
              <a:gdLst/>
              <a:ahLst/>
              <a:cxnLst/>
              <a:rect l="l" t="t" r="r" b="b"/>
              <a:pathLst>
                <a:path w="11429" h="767714">
                  <a:moveTo>
                    <a:pt x="11430" y="113042"/>
                  </a:moveTo>
                  <a:lnTo>
                    <a:pt x="0" y="113042"/>
                  </a:lnTo>
                  <a:lnTo>
                    <a:pt x="0" y="767092"/>
                  </a:lnTo>
                  <a:lnTo>
                    <a:pt x="11430" y="767092"/>
                  </a:lnTo>
                  <a:lnTo>
                    <a:pt x="11430" y="113042"/>
                  </a:lnTo>
                  <a:close/>
                </a:path>
                <a:path w="11429" h="767714">
                  <a:moveTo>
                    <a:pt x="1143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06692"/>
                  </a:lnTo>
                  <a:close/>
                </a:path>
                <a:path w="11429" h="767714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767714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767714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767714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767714">
                  <a:moveTo>
                    <a:pt x="1143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87642"/>
                  </a:lnTo>
                  <a:close/>
                </a:path>
                <a:path w="11429" h="767714">
                  <a:moveTo>
                    <a:pt x="1143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78752"/>
                  </a:lnTo>
                  <a:close/>
                </a:path>
                <a:path w="11429" h="767714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767714">
                  <a:moveTo>
                    <a:pt x="11430" y="66052"/>
                  </a:moveTo>
                  <a:lnTo>
                    <a:pt x="0" y="6605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66052"/>
                  </a:lnTo>
                  <a:close/>
                </a:path>
                <a:path w="11429" h="767714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767714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767714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767714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767714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767714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767714">
                  <a:moveTo>
                    <a:pt x="11430" y="40652"/>
                  </a:moveTo>
                  <a:lnTo>
                    <a:pt x="0" y="4065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0652"/>
                  </a:lnTo>
                  <a:close/>
                </a:path>
                <a:path w="11429" h="767714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767714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767714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767714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767714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767714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767714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767714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767714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767714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767714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767714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767714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920">
              <a:extLst>
                <a:ext uri="{FF2B5EF4-FFF2-40B4-BE49-F238E27FC236}">
                  <a16:creationId xmlns:a16="http://schemas.microsoft.com/office/drawing/2014/main" id="{D956B846-E802-A069-90A6-0A5BE9C4CA41}"/>
                </a:ext>
              </a:extLst>
            </p:cNvPr>
            <p:cNvSpPr/>
            <p:nvPr/>
          </p:nvSpPr>
          <p:spPr>
            <a:xfrm>
              <a:off x="4524375" y="6151880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1429">
              <a:solidFill>
                <a:srgbClr val="74749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921">
              <a:extLst>
                <a:ext uri="{FF2B5EF4-FFF2-40B4-BE49-F238E27FC236}">
                  <a16:creationId xmlns:a16="http://schemas.microsoft.com/office/drawing/2014/main" id="{37F970C8-0D5C-0177-5631-35FADA9DBBF8}"/>
                </a:ext>
              </a:extLst>
            </p:cNvPr>
            <p:cNvSpPr/>
            <p:nvPr/>
          </p:nvSpPr>
          <p:spPr>
            <a:xfrm>
              <a:off x="4535169" y="5383530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29">
                  <a:moveTo>
                    <a:pt x="0" y="0"/>
                  </a:moveTo>
                  <a:lnTo>
                    <a:pt x="0" y="113030"/>
                  </a:lnTo>
                </a:path>
              </a:pathLst>
            </a:custGeom>
            <a:ln w="10160">
              <a:solidFill>
                <a:srgbClr val="73739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922">
              <a:extLst>
                <a:ext uri="{FF2B5EF4-FFF2-40B4-BE49-F238E27FC236}">
                  <a16:creationId xmlns:a16="http://schemas.microsoft.com/office/drawing/2014/main" id="{94D78438-9A2C-6341-10CB-0979F4B55A98}"/>
                </a:ext>
              </a:extLst>
            </p:cNvPr>
            <p:cNvSpPr/>
            <p:nvPr/>
          </p:nvSpPr>
          <p:spPr>
            <a:xfrm>
              <a:off x="4530090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923">
              <a:extLst>
                <a:ext uri="{FF2B5EF4-FFF2-40B4-BE49-F238E27FC236}">
                  <a16:creationId xmlns:a16="http://schemas.microsoft.com/office/drawing/2014/main" id="{4F303762-235D-6348-8893-7DF71D979137}"/>
                </a:ext>
              </a:extLst>
            </p:cNvPr>
            <p:cNvSpPr/>
            <p:nvPr/>
          </p:nvSpPr>
          <p:spPr>
            <a:xfrm>
              <a:off x="4535169" y="6151880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0160">
              <a:solidFill>
                <a:srgbClr val="737397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924">
              <a:extLst>
                <a:ext uri="{FF2B5EF4-FFF2-40B4-BE49-F238E27FC236}">
                  <a16:creationId xmlns:a16="http://schemas.microsoft.com/office/drawing/2014/main" id="{01CC6D3F-6320-0CB6-0E0E-92B58694B774}"/>
                </a:ext>
              </a:extLst>
            </p:cNvPr>
            <p:cNvSpPr/>
            <p:nvPr/>
          </p:nvSpPr>
          <p:spPr>
            <a:xfrm>
              <a:off x="4540250" y="5383530"/>
              <a:ext cx="11430" cy="900430"/>
            </a:xfrm>
            <a:custGeom>
              <a:avLst/>
              <a:gdLst/>
              <a:ahLst/>
              <a:cxnLst/>
              <a:rect l="l" t="t" r="r" b="b"/>
              <a:pathLst>
                <a:path w="11429" h="900429">
                  <a:moveTo>
                    <a:pt x="1142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0"/>
                  </a:lnTo>
                  <a:close/>
                </a:path>
                <a:path w="11429" h="900429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900429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900429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900429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900429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900429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900429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900429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900429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900429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900429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900429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900429">
                  <a:moveTo>
                    <a:pt x="11429" y="40640"/>
                  </a:moveTo>
                  <a:lnTo>
                    <a:pt x="0" y="4064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0640"/>
                  </a:lnTo>
                  <a:close/>
                </a:path>
                <a:path w="11429" h="900429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900429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900429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900429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900429">
                  <a:moveTo>
                    <a:pt x="1142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9690"/>
                  </a:lnTo>
                  <a:close/>
                </a:path>
                <a:path w="11429" h="900429">
                  <a:moveTo>
                    <a:pt x="1142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29" y="66040"/>
                  </a:lnTo>
                  <a:lnTo>
                    <a:pt x="11429" y="62230"/>
                  </a:lnTo>
                  <a:close/>
                </a:path>
                <a:path w="11429" h="900429">
                  <a:moveTo>
                    <a:pt x="11429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66040"/>
                  </a:lnTo>
                  <a:close/>
                </a:path>
                <a:path w="11429" h="900429">
                  <a:moveTo>
                    <a:pt x="1142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29" y="78740"/>
                  </a:lnTo>
                  <a:lnTo>
                    <a:pt x="11429" y="74930"/>
                  </a:lnTo>
                  <a:close/>
                </a:path>
                <a:path w="11429" h="900429">
                  <a:moveTo>
                    <a:pt x="11429" y="78740"/>
                  </a:moveTo>
                  <a:lnTo>
                    <a:pt x="0" y="7874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78740"/>
                  </a:lnTo>
                  <a:close/>
                </a:path>
                <a:path w="11429" h="900429">
                  <a:moveTo>
                    <a:pt x="11429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87630"/>
                  </a:lnTo>
                  <a:close/>
                </a:path>
                <a:path w="11429" h="900429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900429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900429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900429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900429">
                  <a:moveTo>
                    <a:pt x="11429" y="106680"/>
                  </a:moveTo>
                  <a:lnTo>
                    <a:pt x="0" y="106680"/>
                  </a:lnTo>
                  <a:lnTo>
                    <a:pt x="0" y="113030"/>
                  </a:lnTo>
                  <a:lnTo>
                    <a:pt x="11429" y="113030"/>
                  </a:lnTo>
                  <a:lnTo>
                    <a:pt x="11429" y="106680"/>
                  </a:lnTo>
                  <a:close/>
                </a:path>
                <a:path w="11429" h="900429">
                  <a:moveTo>
                    <a:pt x="11429" y="113030"/>
                  </a:moveTo>
                  <a:lnTo>
                    <a:pt x="0" y="113030"/>
                  </a:lnTo>
                  <a:lnTo>
                    <a:pt x="0" y="767080"/>
                  </a:lnTo>
                  <a:lnTo>
                    <a:pt x="11429" y="767080"/>
                  </a:lnTo>
                  <a:lnTo>
                    <a:pt x="11429" y="113030"/>
                  </a:lnTo>
                  <a:close/>
                </a:path>
                <a:path w="11429" h="900429">
                  <a:moveTo>
                    <a:pt x="11429" y="894080"/>
                  </a:moveTo>
                  <a:lnTo>
                    <a:pt x="0" y="894080"/>
                  </a:lnTo>
                  <a:lnTo>
                    <a:pt x="0" y="900430"/>
                  </a:lnTo>
                  <a:lnTo>
                    <a:pt x="10160" y="900430"/>
                  </a:lnTo>
                  <a:lnTo>
                    <a:pt x="10160" y="899160"/>
                  </a:lnTo>
                  <a:lnTo>
                    <a:pt x="11429" y="899160"/>
                  </a:lnTo>
                  <a:lnTo>
                    <a:pt x="11429" y="894080"/>
                  </a:lnTo>
                  <a:close/>
                </a:path>
                <a:path w="11429" h="900429">
                  <a:moveTo>
                    <a:pt x="11429" y="887730"/>
                  </a:moveTo>
                  <a:lnTo>
                    <a:pt x="0" y="887730"/>
                  </a:lnTo>
                  <a:lnTo>
                    <a:pt x="0" y="892810"/>
                  </a:lnTo>
                  <a:lnTo>
                    <a:pt x="11429" y="892810"/>
                  </a:lnTo>
                  <a:lnTo>
                    <a:pt x="11429" y="887730"/>
                  </a:lnTo>
                  <a:close/>
                </a:path>
                <a:path w="11429" h="900429">
                  <a:moveTo>
                    <a:pt x="11429" y="881380"/>
                  </a:moveTo>
                  <a:lnTo>
                    <a:pt x="0" y="881380"/>
                  </a:lnTo>
                  <a:lnTo>
                    <a:pt x="0" y="886460"/>
                  </a:lnTo>
                  <a:lnTo>
                    <a:pt x="11429" y="886460"/>
                  </a:lnTo>
                  <a:lnTo>
                    <a:pt x="11429" y="881380"/>
                  </a:lnTo>
                  <a:close/>
                </a:path>
                <a:path w="11429" h="900429">
                  <a:moveTo>
                    <a:pt x="11429" y="875030"/>
                  </a:moveTo>
                  <a:lnTo>
                    <a:pt x="0" y="875030"/>
                  </a:lnTo>
                  <a:lnTo>
                    <a:pt x="0" y="880110"/>
                  </a:lnTo>
                  <a:lnTo>
                    <a:pt x="11429" y="880110"/>
                  </a:lnTo>
                  <a:lnTo>
                    <a:pt x="11429" y="875030"/>
                  </a:lnTo>
                  <a:close/>
                </a:path>
                <a:path w="11429" h="900429">
                  <a:moveTo>
                    <a:pt x="11429" y="868680"/>
                  </a:moveTo>
                  <a:lnTo>
                    <a:pt x="0" y="868680"/>
                  </a:lnTo>
                  <a:lnTo>
                    <a:pt x="0" y="873760"/>
                  </a:lnTo>
                  <a:lnTo>
                    <a:pt x="11429" y="873760"/>
                  </a:lnTo>
                  <a:lnTo>
                    <a:pt x="11429" y="868680"/>
                  </a:lnTo>
                  <a:close/>
                </a:path>
                <a:path w="11429" h="900429">
                  <a:moveTo>
                    <a:pt x="11429" y="862330"/>
                  </a:moveTo>
                  <a:lnTo>
                    <a:pt x="0" y="862330"/>
                  </a:lnTo>
                  <a:lnTo>
                    <a:pt x="0" y="867410"/>
                  </a:lnTo>
                  <a:lnTo>
                    <a:pt x="11429" y="867410"/>
                  </a:lnTo>
                  <a:lnTo>
                    <a:pt x="11429" y="862330"/>
                  </a:lnTo>
                  <a:close/>
                </a:path>
                <a:path w="11429" h="900429">
                  <a:moveTo>
                    <a:pt x="11429" y="855980"/>
                  </a:moveTo>
                  <a:lnTo>
                    <a:pt x="0" y="855980"/>
                  </a:lnTo>
                  <a:lnTo>
                    <a:pt x="0" y="861060"/>
                  </a:lnTo>
                  <a:lnTo>
                    <a:pt x="11429" y="861060"/>
                  </a:lnTo>
                  <a:lnTo>
                    <a:pt x="11429" y="855980"/>
                  </a:lnTo>
                  <a:close/>
                </a:path>
                <a:path w="11429" h="900429">
                  <a:moveTo>
                    <a:pt x="11429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1429" y="854710"/>
                  </a:lnTo>
                  <a:lnTo>
                    <a:pt x="11429" y="849630"/>
                  </a:lnTo>
                  <a:close/>
                </a:path>
                <a:path w="11429" h="900429">
                  <a:moveTo>
                    <a:pt x="11429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1429" y="848360"/>
                  </a:lnTo>
                  <a:lnTo>
                    <a:pt x="11429" y="843280"/>
                  </a:lnTo>
                  <a:close/>
                </a:path>
                <a:path w="11429" h="900429">
                  <a:moveTo>
                    <a:pt x="11429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1429" y="842010"/>
                  </a:lnTo>
                  <a:lnTo>
                    <a:pt x="11429" y="836930"/>
                  </a:lnTo>
                  <a:close/>
                </a:path>
                <a:path w="11429" h="900429">
                  <a:moveTo>
                    <a:pt x="11429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1429" y="835660"/>
                  </a:lnTo>
                  <a:lnTo>
                    <a:pt x="11429" y="830580"/>
                  </a:lnTo>
                  <a:close/>
                </a:path>
                <a:path w="11429" h="900429">
                  <a:moveTo>
                    <a:pt x="11429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1429" y="829310"/>
                  </a:lnTo>
                  <a:lnTo>
                    <a:pt x="11429" y="824230"/>
                  </a:lnTo>
                  <a:close/>
                </a:path>
                <a:path w="11429" h="900429">
                  <a:moveTo>
                    <a:pt x="11429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1429" y="822960"/>
                  </a:lnTo>
                  <a:lnTo>
                    <a:pt x="11429" y="817880"/>
                  </a:lnTo>
                  <a:close/>
                </a:path>
                <a:path w="11429" h="900429">
                  <a:moveTo>
                    <a:pt x="11429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29" y="816610"/>
                  </a:lnTo>
                  <a:lnTo>
                    <a:pt x="11429" y="811530"/>
                  </a:lnTo>
                  <a:close/>
                </a:path>
                <a:path w="11429" h="900429">
                  <a:moveTo>
                    <a:pt x="11429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29" y="810260"/>
                  </a:lnTo>
                  <a:lnTo>
                    <a:pt x="11429" y="805180"/>
                  </a:lnTo>
                  <a:close/>
                </a:path>
                <a:path w="11429" h="900429">
                  <a:moveTo>
                    <a:pt x="11429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29" y="803910"/>
                  </a:lnTo>
                  <a:lnTo>
                    <a:pt x="11429" y="798830"/>
                  </a:lnTo>
                  <a:close/>
                </a:path>
                <a:path w="11429" h="900429">
                  <a:moveTo>
                    <a:pt x="11429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29" y="797560"/>
                  </a:lnTo>
                  <a:lnTo>
                    <a:pt x="11429" y="792480"/>
                  </a:lnTo>
                  <a:close/>
                </a:path>
                <a:path w="11429" h="900429">
                  <a:moveTo>
                    <a:pt x="11429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29" y="791210"/>
                  </a:lnTo>
                  <a:lnTo>
                    <a:pt x="11429" y="786130"/>
                  </a:lnTo>
                  <a:close/>
                </a:path>
                <a:path w="11429" h="900429">
                  <a:moveTo>
                    <a:pt x="11429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29" y="784860"/>
                  </a:lnTo>
                  <a:lnTo>
                    <a:pt x="11429" y="779780"/>
                  </a:lnTo>
                  <a:close/>
                </a:path>
                <a:path w="11429" h="900429">
                  <a:moveTo>
                    <a:pt x="11429" y="768350"/>
                  </a:moveTo>
                  <a:lnTo>
                    <a:pt x="0" y="768350"/>
                  </a:lnTo>
                  <a:lnTo>
                    <a:pt x="0" y="778510"/>
                  </a:lnTo>
                  <a:lnTo>
                    <a:pt x="11429" y="778510"/>
                  </a:lnTo>
                  <a:lnTo>
                    <a:pt x="11429" y="768350"/>
                  </a:lnTo>
                  <a:close/>
                </a:path>
              </a:pathLst>
            </a:custGeom>
            <a:solidFill>
              <a:srgbClr val="727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925">
              <a:extLst>
                <a:ext uri="{FF2B5EF4-FFF2-40B4-BE49-F238E27FC236}">
                  <a16:creationId xmlns:a16="http://schemas.microsoft.com/office/drawing/2014/main" id="{73415730-36C0-6EE7-3E94-F7C5F9840955}"/>
                </a:ext>
              </a:extLst>
            </p:cNvPr>
            <p:cNvSpPr/>
            <p:nvPr/>
          </p:nvSpPr>
          <p:spPr>
            <a:xfrm>
              <a:off x="4556759" y="5383530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29">
                  <a:moveTo>
                    <a:pt x="0" y="0"/>
                  </a:moveTo>
                  <a:lnTo>
                    <a:pt x="0" y="113030"/>
                  </a:lnTo>
                </a:path>
              </a:pathLst>
            </a:custGeom>
            <a:ln w="10160">
              <a:solidFill>
                <a:srgbClr val="7272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926">
              <a:extLst>
                <a:ext uri="{FF2B5EF4-FFF2-40B4-BE49-F238E27FC236}">
                  <a16:creationId xmlns:a16="http://schemas.microsoft.com/office/drawing/2014/main" id="{33C6B7F4-FF0A-F470-DB27-172917E57A11}"/>
                </a:ext>
              </a:extLst>
            </p:cNvPr>
            <p:cNvSpPr/>
            <p:nvPr/>
          </p:nvSpPr>
          <p:spPr>
            <a:xfrm>
              <a:off x="4551680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927">
              <a:extLst>
                <a:ext uri="{FF2B5EF4-FFF2-40B4-BE49-F238E27FC236}">
                  <a16:creationId xmlns:a16="http://schemas.microsoft.com/office/drawing/2014/main" id="{F59D70D5-786C-1B41-44C5-172E32B1B813}"/>
                </a:ext>
              </a:extLst>
            </p:cNvPr>
            <p:cNvSpPr/>
            <p:nvPr/>
          </p:nvSpPr>
          <p:spPr>
            <a:xfrm>
              <a:off x="4556759" y="6151880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0160">
              <a:solidFill>
                <a:srgbClr val="72729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928">
              <a:extLst>
                <a:ext uri="{FF2B5EF4-FFF2-40B4-BE49-F238E27FC236}">
                  <a16:creationId xmlns:a16="http://schemas.microsoft.com/office/drawing/2014/main" id="{23F045FD-E536-3A85-12D6-25DF6520734A}"/>
                </a:ext>
              </a:extLst>
            </p:cNvPr>
            <p:cNvSpPr/>
            <p:nvPr/>
          </p:nvSpPr>
          <p:spPr>
            <a:xfrm>
              <a:off x="4561840" y="5383530"/>
              <a:ext cx="11430" cy="767715"/>
            </a:xfrm>
            <a:custGeom>
              <a:avLst/>
              <a:gdLst/>
              <a:ahLst/>
              <a:cxnLst/>
              <a:rect l="l" t="t" r="r" b="b"/>
              <a:pathLst>
                <a:path w="11429" h="767714">
                  <a:moveTo>
                    <a:pt x="11430" y="113042"/>
                  </a:moveTo>
                  <a:lnTo>
                    <a:pt x="0" y="113042"/>
                  </a:lnTo>
                  <a:lnTo>
                    <a:pt x="0" y="767092"/>
                  </a:lnTo>
                  <a:lnTo>
                    <a:pt x="11430" y="767092"/>
                  </a:lnTo>
                  <a:lnTo>
                    <a:pt x="11430" y="113042"/>
                  </a:lnTo>
                  <a:close/>
                </a:path>
                <a:path w="11429" h="767714">
                  <a:moveTo>
                    <a:pt x="11430" y="106692"/>
                  </a:moveTo>
                  <a:lnTo>
                    <a:pt x="0" y="10669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06692"/>
                  </a:lnTo>
                  <a:close/>
                </a:path>
                <a:path w="11429" h="767714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767714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767714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767714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767714">
                  <a:moveTo>
                    <a:pt x="11430" y="87642"/>
                  </a:moveTo>
                  <a:lnTo>
                    <a:pt x="0" y="8764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87642"/>
                  </a:lnTo>
                  <a:close/>
                </a:path>
                <a:path w="11429" h="767714">
                  <a:moveTo>
                    <a:pt x="11430" y="78752"/>
                  </a:moveTo>
                  <a:lnTo>
                    <a:pt x="0" y="7875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78752"/>
                  </a:lnTo>
                  <a:close/>
                </a:path>
                <a:path w="11429" h="767714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767714">
                  <a:moveTo>
                    <a:pt x="11430" y="66052"/>
                  </a:moveTo>
                  <a:lnTo>
                    <a:pt x="0" y="6605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66052"/>
                  </a:lnTo>
                  <a:close/>
                </a:path>
                <a:path w="11429" h="767714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767714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767714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767714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767714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767714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767714">
                  <a:moveTo>
                    <a:pt x="11430" y="40652"/>
                  </a:moveTo>
                  <a:lnTo>
                    <a:pt x="0" y="4065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0652"/>
                  </a:lnTo>
                  <a:close/>
                </a:path>
                <a:path w="11429" h="767714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767714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767714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767714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767714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767714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767714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767714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767714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767714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767714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767714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767714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929">
              <a:extLst>
                <a:ext uri="{FF2B5EF4-FFF2-40B4-BE49-F238E27FC236}">
                  <a16:creationId xmlns:a16="http://schemas.microsoft.com/office/drawing/2014/main" id="{86FD727F-A1F1-252B-EE8C-6E557E7A386F}"/>
                </a:ext>
              </a:extLst>
            </p:cNvPr>
            <p:cNvSpPr/>
            <p:nvPr/>
          </p:nvSpPr>
          <p:spPr>
            <a:xfrm>
              <a:off x="4567555" y="6151880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1430">
              <a:solidFill>
                <a:srgbClr val="71719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930">
              <a:extLst>
                <a:ext uri="{FF2B5EF4-FFF2-40B4-BE49-F238E27FC236}">
                  <a16:creationId xmlns:a16="http://schemas.microsoft.com/office/drawing/2014/main" id="{D9C10A7D-D1DB-58C0-C119-F3EACA764E5D}"/>
                </a:ext>
              </a:extLst>
            </p:cNvPr>
            <p:cNvSpPr/>
            <p:nvPr/>
          </p:nvSpPr>
          <p:spPr>
            <a:xfrm>
              <a:off x="4573269" y="5382260"/>
              <a:ext cx="11430" cy="900430"/>
            </a:xfrm>
            <a:custGeom>
              <a:avLst/>
              <a:gdLst/>
              <a:ahLst/>
              <a:cxnLst/>
              <a:rect l="l" t="t" r="r" b="b"/>
              <a:pathLst>
                <a:path w="11429" h="900429">
                  <a:moveTo>
                    <a:pt x="1142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900429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900429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900429">
                  <a:moveTo>
                    <a:pt x="11429" y="10160"/>
                  </a:moveTo>
                  <a:lnTo>
                    <a:pt x="0" y="1016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60"/>
                  </a:lnTo>
                  <a:close/>
                </a:path>
                <a:path w="11429" h="900429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900429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900429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900429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900429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900429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900429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900429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900429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900429">
                  <a:moveTo>
                    <a:pt x="11429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1910"/>
                  </a:lnTo>
                  <a:close/>
                </a:path>
                <a:path w="11429" h="900429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900429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900429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900429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900429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900429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900429">
                  <a:moveTo>
                    <a:pt x="1142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7309"/>
                  </a:lnTo>
                  <a:close/>
                </a:path>
                <a:path w="11429" h="900429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900429">
                  <a:moveTo>
                    <a:pt x="11429" y="80009"/>
                  </a:moveTo>
                  <a:lnTo>
                    <a:pt x="0" y="8000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0009"/>
                  </a:lnTo>
                  <a:close/>
                </a:path>
                <a:path w="11429" h="900429">
                  <a:moveTo>
                    <a:pt x="1142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8900"/>
                  </a:lnTo>
                  <a:close/>
                </a:path>
                <a:path w="11429" h="900429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900429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900429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900429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900429">
                  <a:moveTo>
                    <a:pt x="11429" y="107950"/>
                  </a:moveTo>
                  <a:lnTo>
                    <a:pt x="0" y="107950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07950"/>
                  </a:lnTo>
                  <a:close/>
                </a:path>
                <a:path w="11429" h="900429">
                  <a:moveTo>
                    <a:pt x="11429" y="114300"/>
                  </a:moveTo>
                  <a:lnTo>
                    <a:pt x="0" y="114300"/>
                  </a:lnTo>
                  <a:lnTo>
                    <a:pt x="0" y="768349"/>
                  </a:lnTo>
                  <a:lnTo>
                    <a:pt x="11429" y="768349"/>
                  </a:lnTo>
                  <a:lnTo>
                    <a:pt x="11429" y="114300"/>
                  </a:lnTo>
                  <a:close/>
                </a:path>
                <a:path w="11429" h="900429">
                  <a:moveTo>
                    <a:pt x="11429" y="895349"/>
                  </a:moveTo>
                  <a:lnTo>
                    <a:pt x="0" y="895349"/>
                  </a:lnTo>
                  <a:lnTo>
                    <a:pt x="0" y="900429"/>
                  </a:lnTo>
                  <a:lnTo>
                    <a:pt x="11429" y="900429"/>
                  </a:lnTo>
                  <a:lnTo>
                    <a:pt x="11429" y="895349"/>
                  </a:lnTo>
                  <a:close/>
                </a:path>
                <a:path w="11429" h="900429">
                  <a:moveTo>
                    <a:pt x="11429" y="888999"/>
                  </a:moveTo>
                  <a:lnTo>
                    <a:pt x="0" y="888999"/>
                  </a:lnTo>
                  <a:lnTo>
                    <a:pt x="0" y="894079"/>
                  </a:lnTo>
                  <a:lnTo>
                    <a:pt x="11429" y="894079"/>
                  </a:lnTo>
                  <a:lnTo>
                    <a:pt x="11429" y="888999"/>
                  </a:lnTo>
                  <a:close/>
                </a:path>
                <a:path w="11429" h="900429">
                  <a:moveTo>
                    <a:pt x="11429" y="882649"/>
                  </a:moveTo>
                  <a:lnTo>
                    <a:pt x="0" y="882649"/>
                  </a:lnTo>
                  <a:lnTo>
                    <a:pt x="0" y="887729"/>
                  </a:lnTo>
                  <a:lnTo>
                    <a:pt x="11429" y="887729"/>
                  </a:lnTo>
                  <a:lnTo>
                    <a:pt x="11429" y="882649"/>
                  </a:lnTo>
                  <a:close/>
                </a:path>
                <a:path w="11429" h="900429">
                  <a:moveTo>
                    <a:pt x="11429" y="876299"/>
                  </a:moveTo>
                  <a:lnTo>
                    <a:pt x="0" y="876299"/>
                  </a:lnTo>
                  <a:lnTo>
                    <a:pt x="0" y="881379"/>
                  </a:lnTo>
                  <a:lnTo>
                    <a:pt x="11429" y="881379"/>
                  </a:lnTo>
                  <a:lnTo>
                    <a:pt x="11429" y="876299"/>
                  </a:lnTo>
                  <a:close/>
                </a:path>
                <a:path w="11429" h="900429">
                  <a:moveTo>
                    <a:pt x="11429" y="869949"/>
                  </a:moveTo>
                  <a:lnTo>
                    <a:pt x="0" y="869949"/>
                  </a:lnTo>
                  <a:lnTo>
                    <a:pt x="0" y="875029"/>
                  </a:lnTo>
                  <a:lnTo>
                    <a:pt x="11429" y="875029"/>
                  </a:lnTo>
                  <a:lnTo>
                    <a:pt x="11429" y="869949"/>
                  </a:lnTo>
                  <a:close/>
                </a:path>
                <a:path w="11429" h="900429">
                  <a:moveTo>
                    <a:pt x="11429" y="863599"/>
                  </a:moveTo>
                  <a:lnTo>
                    <a:pt x="0" y="863599"/>
                  </a:lnTo>
                  <a:lnTo>
                    <a:pt x="0" y="868679"/>
                  </a:lnTo>
                  <a:lnTo>
                    <a:pt x="11429" y="868679"/>
                  </a:lnTo>
                  <a:lnTo>
                    <a:pt x="11429" y="863599"/>
                  </a:lnTo>
                  <a:close/>
                </a:path>
                <a:path w="11429" h="900429">
                  <a:moveTo>
                    <a:pt x="11429" y="857249"/>
                  </a:moveTo>
                  <a:lnTo>
                    <a:pt x="0" y="857249"/>
                  </a:lnTo>
                  <a:lnTo>
                    <a:pt x="0" y="862329"/>
                  </a:lnTo>
                  <a:lnTo>
                    <a:pt x="11429" y="862329"/>
                  </a:lnTo>
                  <a:lnTo>
                    <a:pt x="11429" y="857249"/>
                  </a:lnTo>
                  <a:close/>
                </a:path>
                <a:path w="11429" h="900429">
                  <a:moveTo>
                    <a:pt x="1142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29" y="855979"/>
                  </a:lnTo>
                  <a:lnTo>
                    <a:pt x="11429" y="850899"/>
                  </a:lnTo>
                  <a:close/>
                </a:path>
                <a:path w="11429" h="900429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900429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900429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900429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900429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900429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900429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900429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900429">
                  <a:moveTo>
                    <a:pt x="11429" y="793749"/>
                  </a:moveTo>
                  <a:lnTo>
                    <a:pt x="0" y="793749"/>
                  </a:lnTo>
                  <a:lnTo>
                    <a:pt x="0" y="798830"/>
                  </a:lnTo>
                  <a:lnTo>
                    <a:pt x="11429" y="798830"/>
                  </a:lnTo>
                  <a:lnTo>
                    <a:pt x="11429" y="793749"/>
                  </a:lnTo>
                  <a:close/>
                </a:path>
                <a:path w="11429" h="900429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900429">
                  <a:moveTo>
                    <a:pt x="1142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29" y="786130"/>
                  </a:lnTo>
                  <a:lnTo>
                    <a:pt x="11429" y="781049"/>
                  </a:lnTo>
                  <a:close/>
                </a:path>
                <a:path w="11429" h="900429">
                  <a:moveTo>
                    <a:pt x="11429" y="769619"/>
                  </a:moveTo>
                  <a:lnTo>
                    <a:pt x="0" y="769619"/>
                  </a:lnTo>
                  <a:lnTo>
                    <a:pt x="0" y="779779"/>
                  </a:lnTo>
                  <a:lnTo>
                    <a:pt x="11429" y="779779"/>
                  </a:lnTo>
                  <a:lnTo>
                    <a:pt x="11429" y="769619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931">
              <a:extLst>
                <a:ext uri="{FF2B5EF4-FFF2-40B4-BE49-F238E27FC236}">
                  <a16:creationId xmlns:a16="http://schemas.microsoft.com/office/drawing/2014/main" id="{9A9099BE-FC8C-E8F0-BD11-A2CF4F7AE296}"/>
                </a:ext>
              </a:extLst>
            </p:cNvPr>
            <p:cNvSpPr/>
            <p:nvPr/>
          </p:nvSpPr>
          <p:spPr>
            <a:xfrm>
              <a:off x="4589780" y="5382260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299"/>
                  </a:lnTo>
                </a:path>
              </a:pathLst>
            </a:custGeom>
            <a:ln w="10160">
              <a:solidFill>
                <a:srgbClr val="6F6F9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932">
              <a:extLst>
                <a:ext uri="{FF2B5EF4-FFF2-40B4-BE49-F238E27FC236}">
                  <a16:creationId xmlns:a16="http://schemas.microsoft.com/office/drawing/2014/main" id="{5D896E76-5C51-D1BC-9E0F-1FB90FF5463D}"/>
                </a:ext>
              </a:extLst>
            </p:cNvPr>
            <p:cNvSpPr/>
            <p:nvPr/>
          </p:nvSpPr>
          <p:spPr>
            <a:xfrm>
              <a:off x="4584700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933">
              <a:extLst>
                <a:ext uri="{FF2B5EF4-FFF2-40B4-BE49-F238E27FC236}">
                  <a16:creationId xmlns:a16="http://schemas.microsoft.com/office/drawing/2014/main" id="{A729E19C-5637-042A-2E0D-32F9D992E1C3}"/>
                </a:ext>
              </a:extLst>
            </p:cNvPr>
            <p:cNvSpPr/>
            <p:nvPr/>
          </p:nvSpPr>
          <p:spPr>
            <a:xfrm>
              <a:off x="4589780" y="6151880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0160">
              <a:solidFill>
                <a:srgbClr val="6F6F92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934">
              <a:extLst>
                <a:ext uri="{FF2B5EF4-FFF2-40B4-BE49-F238E27FC236}">
                  <a16:creationId xmlns:a16="http://schemas.microsoft.com/office/drawing/2014/main" id="{B49A3D6B-F357-928F-46B9-BC4CEC4C1CD8}"/>
                </a:ext>
              </a:extLst>
            </p:cNvPr>
            <p:cNvSpPr/>
            <p:nvPr/>
          </p:nvSpPr>
          <p:spPr>
            <a:xfrm>
              <a:off x="4600575" y="5380990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h="115570">
                  <a:moveTo>
                    <a:pt x="0" y="0"/>
                  </a:moveTo>
                  <a:lnTo>
                    <a:pt x="0" y="115570"/>
                  </a:lnTo>
                </a:path>
              </a:pathLst>
            </a:custGeom>
            <a:ln w="11429">
              <a:solidFill>
                <a:srgbClr val="6F6F9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935">
              <a:extLst>
                <a:ext uri="{FF2B5EF4-FFF2-40B4-BE49-F238E27FC236}">
                  <a16:creationId xmlns:a16="http://schemas.microsoft.com/office/drawing/2014/main" id="{F70510B1-4FCE-859A-5757-FCD7176D0A72}"/>
                </a:ext>
              </a:extLst>
            </p:cNvPr>
            <p:cNvSpPr/>
            <p:nvPr/>
          </p:nvSpPr>
          <p:spPr>
            <a:xfrm>
              <a:off x="4594859" y="5496560"/>
              <a:ext cx="11430" cy="654050"/>
            </a:xfrm>
            <a:custGeom>
              <a:avLst/>
              <a:gdLst/>
              <a:ahLst/>
              <a:cxnLst/>
              <a:rect l="l" t="t" r="r" b="b"/>
              <a:pathLst>
                <a:path w="11429" h="654050">
                  <a:moveTo>
                    <a:pt x="11429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1429" y="65404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936">
              <a:extLst>
                <a:ext uri="{FF2B5EF4-FFF2-40B4-BE49-F238E27FC236}">
                  <a16:creationId xmlns:a16="http://schemas.microsoft.com/office/drawing/2014/main" id="{C3B024B4-FB56-7744-AC6A-F97AD7CA54D2}"/>
                </a:ext>
              </a:extLst>
            </p:cNvPr>
            <p:cNvSpPr/>
            <p:nvPr/>
          </p:nvSpPr>
          <p:spPr>
            <a:xfrm>
              <a:off x="4600575" y="6151880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1429">
              <a:solidFill>
                <a:srgbClr val="6F6F9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937">
              <a:extLst>
                <a:ext uri="{FF2B5EF4-FFF2-40B4-BE49-F238E27FC236}">
                  <a16:creationId xmlns:a16="http://schemas.microsoft.com/office/drawing/2014/main" id="{9C833EDF-1597-86EB-C7C8-3D11F3A3A7DE}"/>
                </a:ext>
              </a:extLst>
            </p:cNvPr>
            <p:cNvSpPr/>
            <p:nvPr/>
          </p:nvSpPr>
          <p:spPr>
            <a:xfrm>
              <a:off x="4611369" y="5382260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299"/>
                  </a:lnTo>
                </a:path>
              </a:pathLst>
            </a:custGeom>
            <a:ln w="10160">
              <a:solidFill>
                <a:srgbClr val="6D6D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938">
              <a:extLst>
                <a:ext uri="{FF2B5EF4-FFF2-40B4-BE49-F238E27FC236}">
                  <a16:creationId xmlns:a16="http://schemas.microsoft.com/office/drawing/2014/main" id="{63AEF175-7190-51D6-C9B5-118F6B947CC1}"/>
                </a:ext>
              </a:extLst>
            </p:cNvPr>
            <p:cNvSpPr/>
            <p:nvPr/>
          </p:nvSpPr>
          <p:spPr>
            <a:xfrm>
              <a:off x="4606290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D6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939">
              <a:extLst>
                <a:ext uri="{FF2B5EF4-FFF2-40B4-BE49-F238E27FC236}">
                  <a16:creationId xmlns:a16="http://schemas.microsoft.com/office/drawing/2014/main" id="{18ADB302-7BCE-15D0-DEA3-02B06B94C4E3}"/>
                </a:ext>
              </a:extLst>
            </p:cNvPr>
            <p:cNvSpPr/>
            <p:nvPr/>
          </p:nvSpPr>
          <p:spPr>
            <a:xfrm>
              <a:off x="4611369" y="6151880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0160">
              <a:solidFill>
                <a:srgbClr val="6D6D8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940">
              <a:extLst>
                <a:ext uri="{FF2B5EF4-FFF2-40B4-BE49-F238E27FC236}">
                  <a16:creationId xmlns:a16="http://schemas.microsoft.com/office/drawing/2014/main" id="{E2880A4E-3C2A-F055-E988-AD00EDAB00FC}"/>
                </a:ext>
              </a:extLst>
            </p:cNvPr>
            <p:cNvSpPr/>
            <p:nvPr/>
          </p:nvSpPr>
          <p:spPr>
            <a:xfrm>
              <a:off x="4616450" y="5382260"/>
              <a:ext cx="11430" cy="901700"/>
            </a:xfrm>
            <a:custGeom>
              <a:avLst/>
              <a:gdLst/>
              <a:ahLst/>
              <a:cxnLst/>
              <a:rect l="l" t="t" r="r" b="b"/>
              <a:pathLst>
                <a:path w="11429" h="901700">
                  <a:moveTo>
                    <a:pt x="1142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90170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90170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901700">
                  <a:moveTo>
                    <a:pt x="11429" y="10160"/>
                  </a:moveTo>
                  <a:lnTo>
                    <a:pt x="0" y="1016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60"/>
                  </a:lnTo>
                  <a:close/>
                </a:path>
                <a:path w="11429" h="90170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90170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90170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90170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90170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90170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90170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90170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90170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901700">
                  <a:moveTo>
                    <a:pt x="11429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1910"/>
                  </a:lnTo>
                  <a:close/>
                </a:path>
                <a:path w="11429" h="90170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90170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90170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90170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901700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90170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901700">
                  <a:moveTo>
                    <a:pt x="1142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7309"/>
                  </a:lnTo>
                  <a:close/>
                </a:path>
                <a:path w="11429" h="90170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901700">
                  <a:moveTo>
                    <a:pt x="11429" y="80009"/>
                  </a:moveTo>
                  <a:lnTo>
                    <a:pt x="0" y="8000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0009"/>
                  </a:lnTo>
                  <a:close/>
                </a:path>
                <a:path w="11429" h="901700">
                  <a:moveTo>
                    <a:pt x="1142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8900"/>
                  </a:lnTo>
                  <a:close/>
                </a:path>
                <a:path w="11429" h="90170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90170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901700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901700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901700">
                  <a:moveTo>
                    <a:pt x="11429" y="107950"/>
                  </a:moveTo>
                  <a:lnTo>
                    <a:pt x="0" y="107950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07950"/>
                  </a:lnTo>
                  <a:close/>
                </a:path>
                <a:path w="11429" h="901700">
                  <a:moveTo>
                    <a:pt x="11429" y="114300"/>
                  </a:moveTo>
                  <a:lnTo>
                    <a:pt x="0" y="114300"/>
                  </a:lnTo>
                  <a:lnTo>
                    <a:pt x="0" y="768349"/>
                  </a:lnTo>
                  <a:lnTo>
                    <a:pt x="11429" y="768349"/>
                  </a:lnTo>
                  <a:lnTo>
                    <a:pt x="11429" y="114300"/>
                  </a:lnTo>
                  <a:close/>
                </a:path>
                <a:path w="11429" h="901700">
                  <a:moveTo>
                    <a:pt x="11429" y="895349"/>
                  </a:moveTo>
                  <a:lnTo>
                    <a:pt x="0" y="895349"/>
                  </a:lnTo>
                  <a:lnTo>
                    <a:pt x="0" y="900429"/>
                  </a:lnTo>
                  <a:lnTo>
                    <a:pt x="2539" y="900429"/>
                  </a:lnTo>
                  <a:lnTo>
                    <a:pt x="2539" y="901699"/>
                  </a:lnTo>
                  <a:lnTo>
                    <a:pt x="11429" y="901699"/>
                  </a:lnTo>
                  <a:lnTo>
                    <a:pt x="11429" y="895349"/>
                  </a:lnTo>
                  <a:close/>
                </a:path>
                <a:path w="11429" h="901700">
                  <a:moveTo>
                    <a:pt x="11429" y="888999"/>
                  </a:moveTo>
                  <a:lnTo>
                    <a:pt x="0" y="888999"/>
                  </a:lnTo>
                  <a:lnTo>
                    <a:pt x="0" y="894079"/>
                  </a:lnTo>
                  <a:lnTo>
                    <a:pt x="11429" y="894079"/>
                  </a:lnTo>
                  <a:lnTo>
                    <a:pt x="11429" y="888999"/>
                  </a:lnTo>
                  <a:close/>
                </a:path>
                <a:path w="11429" h="901700">
                  <a:moveTo>
                    <a:pt x="11429" y="882649"/>
                  </a:moveTo>
                  <a:lnTo>
                    <a:pt x="0" y="882649"/>
                  </a:lnTo>
                  <a:lnTo>
                    <a:pt x="0" y="887729"/>
                  </a:lnTo>
                  <a:lnTo>
                    <a:pt x="11429" y="887729"/>
                  </a:lnTo>
                  <a:lnTo>
                    <a:pt x="11429" y="882649"/>
                  </a:lnTo>
                  <a:close/>
                </a:path>
                <a:path w="11429" h="901700">
                  <a:moveTo>
                    <a:pt x="11429" y="876299"/>
                  </a:moveTo>
                  <a:lnTo>
                    <a:pt x="0" y="876299"/>
                  </a:lnTo>
                  <a:lnTo>
                    <a:pt x="0" y="881379"/>
                  </a:lnTo>
                  <a:lnTo>
                    <a:pt x="11429" y="881379"/>
                  </a:lnTo>
                  <a:lnTo>
                    <a:pt x="11429" y="876299"/>
                  </a:lnTo>
                  <a:close/>
                </a:path>
                <a:path w="11429" h="901700">
                  <a:moveTo>
                    <a:pt x="11429" y="869949"/>
                  </a:moveTo>
                  <a:lnTo>
                    <a:pt x="0" y="869949"/>
                  </a:lnTo>
                  <a:lnTo>
                    <a:pt x="0" y="875029"/>
                  </a:lnTo>
                  <a:lnTo>
                    <a:pt x="11429" y="875029"/>
                  </a:lnTo>
                  <a:lnTo>
                    <a:pt x="11429" y="869949"/>
                  </a:lnTo>
                  <a:close/>
                </a:path>
                <a:path w="11429" h="901700">
                  <a:moveTo>
                    <a:pt x="11429" y="863599"/>
                  </a:moveTo>
                  <a:lnTo>
                    <a:pt x="0" y="863599"/>
                  </a:lnTo>
                  <a:lnTo>
                    <a:pt x="0" y="868679"/>
                  </a:lnTo>
                  <a:lnTo>
                    <a:pt x="11429" y="868679"/>
                  </a:lnTo>
                  <a:lnTo>
                    <a:pt x="11429" y="863599"/>
                  </a:lnTo>
                  <a:close/>
                </a:path>
                <a:path w="11429" h="901700">
                  <a:moveTo>
                    <a:pt x="11429" y="857249"/>
                  </a:moveTo>
                  <a:lnTo>
                    <a:pt x="0" y="857249"/>
                  </a:lnTo>
                  <a:lnTo>
                    <a:pt x="0" y="862329"/>
                  </a:lnTo>
                  <a:lnTo>
                    <a:pt x="11429" y="862329"/>
                  </a:lnTo>
                  <a:lnTo>
                    <a:pt x="11429" y="857249"/>
                  </a:lnTo>
                  <a:close/>
                </a:path>
                <a:path w="11429" h="901700">
                  <a:moveTo>
                    <a:pt x="1142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29" y="855979"/>
                  </a:lnTo>
                  <a:lnTo>
                    <a:pt x="11429" y="850899"/>
                  </a:lnTo>
                  <a:close/>
                </a:path>
                <a:path w="11429" h="901700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901700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901700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901700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901700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901700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901700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901700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901700">
                  <a:moveTo>
                    <a:pt x="11429" y="793749"/>
                  </a:moveTo>
                  <a:lnTo>
                    <a:pt x="0" y="793749"/>
                  </a:lnTo>
                  <a:lnTo>
                    <a:pt x="0" y="798830"/>
                  </a:lnTo>
                  <a:lnTo>
                    <a:pt x="11429" y="798830"/>
                  </a:lnTo>
                  <a:lnTo>
                    <a:pt x="11429" y="793749"/>
                  </a:lnTo>
                  <a:close/>
                </a:path>
                <a:path w="11429" h="901700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901700">
                  <a:moveTo>
                    <a:pt x="1142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29" y="786130"/>
                  </a:lnTo>
                  <a:lnTo>
                    <a:pt x="11429" y="781049"/>
                  </a:lnTo>
                  <a:close/>
                </a:path>
                <a:path w="11429" h="901700">
                  <a:moveTo>
                    <a:pt x="11429" y="769619"/>
                  </a:moveTo>
                  <a:lnTo>
                    <a:pt x="0" y="769619"/>
                  </a:lnTo>
                  <a:lnTo>
                    <a:pt x="0" y="779779"/>
                  </a:lnTo>
                  <a:lnTo>
                    <a:pt x="11429" y="779779"/>
                  </a:lnTo>
                  <a:lnTo>
                    <a:pt x="11429" y="769619"/>
                  </a:lnTo>
                  <a:close/>
                </a:path>
              </a:pathLst>
            </a:custGeom>
            <a:solidFill>
              <a:srgbClr val="6E6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941">
              <a:extLst>
                <a:ext uri="{FF2B5EF4-FFF2-40B4-BE49-F238E27FC236}">
                  <a16:creationId xmlns:a16="http://schemas.microsoft.com/office/drawing/2014/main" id="{842EEC15-7613-770D-2766-242DA5AC91A6}"/>
                </a:ext>
              </a:extLst>
            </p:cNvPr>
            <p:cNvSpPr/>
            <p:nvPr/>
          </p:nvSpPr>
          <p:spPr>
            <a:xfrm>
              <a:off x="4632959" y="5382260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4299"/>
                  </a:lnTo>
                </a:path>
              </a:pathLst>
            </a:custGeom>
            <a:ln w="10160">
              <a:solidFill>
                <a:srgbClr val="6F6F9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942">
              <a:extLst>
                <a:ext uri="{FF2B5EF4-FFF2-40B4-BE49-F238E27FC236}">
                  <a16:creationId xmlns:a16="http://schemas.microsoft.com/office/drawing/2014/main" id="{D89D3C48-FEAD-033B-E349-80345EA37E7D}"/>
                </a:ext>
              </a:extLst>
            </p:cNvPr>
            <p:cNvSpPr/>
            <p:nvPr/>
          </p:nvSpPr>
          <p:spPr>
            <a:xfrm>
              <a:off x="4627880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943">
              <a:extLst>
                <a:ext uri="{FF2B5EF4-FFF2-40B4-BE49-F238E27FC236}">
                  <a16:creationId xmlns:a16="http://schemas.microsoft.com/office/drawing/2014/main" id="{E8AAA6C2-5112-A76E-3106-80F418B7AFE4}"/>
                </a:ext>
              </a:extLst>
            </p:cNvPr>
            <p:cNvSpPr/>
            <p:nvPr/>
          </p:nvSpPr>
          <p:spPr>
            <a:xfrm>
              <a:off x="4632959" y="6151880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0160">
              <a:solidFill>
                <a:srgbClr val="6F6F9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944">
              <a:extLst>
                <a:ext uri="{FF2B5EF4-FFF2-40B4-BE49-F238E27FC236}">
                  <a16:creationId xmlns:a16="http://schemas.microsoft.com/office/drawing/2014/main" id="{CC4DCE0B-F953-08AD-C03C-0354FF28CDE0}"/>
                </a:ext>
              </a:extLst>
            </p:cNvPr>
            <p:cNvSpPr/>
            <p:nvPr/>
          </p:nvSpPr>
          <p:spPr>
            <a:xfrm>
              <a:off x="4638040" y="5382272"/>
              <a:ext cx="11430" cy="768350"/>
            </a:xfrm>
            <a:custGeom>
              <a:avLst/>
              <a:gdLst/>
              <a:ahLst/>
              <a:cxnLst/>
              <a:rect l="l" t="t" r="r" b="b"/>
              <a:pathLst>
                <a:path w="11429" h="768350">
                  <a:moveTo>
                    <a:pt x="11430" y="114300"/>
                  </a:moveTo>
                  <a:lnTo>
                    <a:pt x="0" y="114300"/>
                  </a:lnTo>
                  <a:lnTo>
                    <a:pt x="0" y="768350"/>
                  </a:lnTo>
                  <a:lnTo>
                    <a:pt x="11430" y="768350"/>
                  </a:lnTo>
                  <a:lnTo>
                    <a:pt x="11430" y="114300"/>
                  </a:lnTo>
                  <a:close/>
                </a:path>
                <a:path w="11429" h="768350">
                  <a:moveTo>
                    <a:pt x="1143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07950"/>
                  </a:lnTo>
                  <a:close/>
                </a:path>
                <a:path w="11429" h="768350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768350">
                  <a:moveTo>
                    <a:pt x="1143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101600"/>
                  </a:lnTo>
                  <a:close/>
                </a:path>
                <a:path w="11429" h="768350">
                  <a:moveTo>
                    <a:pt x="1143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1430" y="101587"/>
                  </a:lnTo>
                  <a:lnTo>
                    <a:pt x="11430" y="99060"/>
                  </a:lnTo>
                  <a:close/>
                </a:path>
                <a:path w="11429" h="768350">
                  <a:moveTo>
                    <a:pt x="1143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5250"/>
                  </a:lnTo>
                  <a:close/>
                </a:path>
                <a:path w="11429" h="768350">
                  <a:moveTo>
                    <a:pt x="11430" y="88900"/>
                  </a:moveTo>
                  <a:lnTo>
                    <a:pt x="0" y="88900"/>
                  </a:lnTo>
                  <a:lnTo>
                    <a:pt x="0" y="95237"/>
                  </a:lnTo>
                  <a:lnTo>
                    <a:pt x="11430" y="95237"/>
                  </a:lnTo>
                  <a:lnTo>
                    <a:pt x="11430" y="88900"/>
                  </a:lnTo>
                  <a:close/>
                </a:path>
                <a:path w="11429" h="768350">
                  <a:moveTo>
                    <a:pt x="11430" y="80010"/>
                  </a:moveTo>
                  <a:lnTo>
                    <a:pt x="0" y="80010"/>
                  </a:lnTo>
                  <a:lnTo>
                    <a:pt x="0" y="88887"/>
                  </a:lnTo>
                  <a:lnTo>
                    <a:pt x="11430" y="88887"/>
                  </a:lnTo>
                  <a:lnTo>
                    <a:pt x="11430" y="80010"/>
                  </a:lnTo>
                  <a:close/>
                </a:path>
                <a:path w="11429" h="768350">
                  <a:moveTo>
                    <a:pt x="1143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1430" y="79997"/>
                  </a:lnTo>
                  <a:lnTo>
                    <a:pt x="11430" y="76200"/>
                  </a:lnTo>
                  <a:close/>
                </a:path>
                <a:path w="11429" h="768350">
                  <a:moveTo>
                    <a:pt x="11430" y="67310"/>
                  </a:moveTo>
                  <a:lnTo>
                    <a:pt x="0" y="6731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67310"/>
                  </a:lnTo>
                  <a:close/>
                </a:path>
                <a:path w="11429" h="768350">
                  <a:moveTo>
                    <a:pt x="1143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1430" y="67297"/>
                  </a:lnTo>
                  <a:lnTo>
                    <a:pt x="11430" y="63500"/>
                  </a:lnTo>
                  <a:close/>
                </a:path>
                <a:path w="11429" h="768350">
                  <a:moveTo>
                    <a:pt x="1143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1430" y="63487"/>
                  </a:lnTo>
                  <a:lnTo>
                    <a:pt x="11430" y="60960"/>
                  </a:lnTo>
                  <a:close/>
                </a:path>
                <a:path w="11429" h="768350">
                  <a:moveTo>
                    <a:pt x="1143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7150"/>
                  </a:lnTo>
                  <a:close/>
                </a:path>
                <a:path w="11429" h="768350">
                  <a:moveTo>
                    <a:pt x="1143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1430" y="57137"/>
                  </a:lnTo>
                  <a:lnTo>
                    <a:pt x="11430" y="54610"/>
                  </a:lnTo>
                  <a:close/>
                </a:path>
                <a:path w="11429" h="768350">
                  <a:moveTo>
                    <a:pt x="1143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50800"/>
                  </a:lnTo>
                  <a:close/>
                </a:path>
                <a:path w="11429" h="768350">
                  <a:moveTo>
                    <a:pt x="1143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1430" y="50787"/>
                  </a:lnTo>
                  <a:lnTo>
                    <a:pt x="11430" y="48260"/>
                  </a:lnTo>
                  <a:close/>
                </a:path>
                <a:path w="11429" h="768350">
                  <a:moveTo>
                    <a:pt x="11430" y="41910"/>
                  </a:moveTo>
                  <a:lnTo>
                    <a:pt x="0" y="41910"/>
                  </a:lnTo>
                  <a:lnTo>
                    <a:pt x="0" y="48247"/>
                  </a:lnTo>
                  <a:lnTo>
                    <a:pt x="11430" y="48247"/>
                  </a:lnTo>
                  <a:lnTo>
                    <a:pt x="11430" y="41910"/>
                  </a:lnTo>
                  <a:close/>
                </a:path>
                <a:path w="11429" h="768350">
                  <a:moveTo>
                    <a:pt x="1143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1430" y="41897"/>
                  </a:lnTo>
                  <a:lnTo>
                    <a:pt x="11430" y="38100"/>
                  </a:lnTo>
                  <a:close/>
                </a:path>
                <a:path w="11429" h="768350">
                  <a:moveTo>
                    <a:pt x="1143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5560"/>
                  </a:lnTo>
                  <a:close/>
                </a:path>
                <a:path w="11429" h="768350">
                  <a:moveTo>
                    <a:pt x="1143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1430" y="35547"/>
                  </a:lnTo>
                  <a:lnTo>
                    <a:pt x="11430" y="31750"/>
                  </a:lnTo>
                  <a:close/>
                </a:path>
                <a:path w="11429" h="768350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76835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76835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76835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76835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76835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76835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76835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76835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76835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945">
              <a:extLst>
                <a:ext uri="{FF2B5EF4-FFF2-40B4-BE49-F238E27FC236}">
                  <a16:creationId xmlns:a16="http://schemas.microsoft.com/office/drawing/2014/main" id="{FD0D920D-AB91-9CAE-4B23-96A5B37E653A}"/>
                </a:ext>
              </a:extLst>
            </p:cNvPr>
            <p:cNvSpPr/>
            <p:nvPr/>
          </p:nvSpPr>
          <p:spPr>
            <a:xfrm>
              <a:off x="4643755" y="6151880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80"/>
                  </a:lnTo>
                </a:path>
              </a:pathLst>
            </a:custGeom>
            <a:ln w="11430">
              <a:solidFill>
                <a:srgbClr val="6F6F92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946">
              <a:extLst>
                <a:ext uri="{FF2B5EF4-FFF2-40B4-BE49-F238E27FC236}">
                  <a16:creationId xmlns:a16="http://schemas.microsoft.com/office/drawing/2014/main" id="{A666D6BF-4F5A-1CFC-AC6D-04EF8512866A}"/>
                </a:ext>
              </a:extLst>
            </p:cNvPr>
            <p:cNvSpPr/>
            <p:nvPr/>
          </p:nvSpPr>
          <p:spPr>
            <a:xfrm>
              <a:off x="4649469" y="5382260"/>
              <a:ext cx="10160" cy="901700"/>
            </a:xfrm>
            <a:custGeom>
              <a:avLst/>
              <a:gdLst/>
              <a:ahLst/>
              <a:cxnLst/>
              <a:rect l="l" t="t" r="r" b="b"/>
              <a:pathLst>
                <a:path w="10160" h="901700">
                  <a:moveTo>
                    <a:pt x="1015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0159" y="3809"/>
                  </a:lnTo>
                  <a:lnTo>
                    <a:pt x="10159" y="0"/>
                  </a:lnTo>
                  <a:close/>
                </a:path>
                <a:path w="10160" h="901700">
                  <a:moveTo>
                    <a:pt x="1015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0159" y="6349"/>
                  </a:lnTo>
                  <a:lnTo>
                    <a:pt x="10159" y="3809"/>
                  </a:lnTo>
                  <a:close/>
                </a:path>
                <a:path w="10160" h="901700">
                  <a:moveTo>
                    <a:pt x="1015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59" y="10159"/>
                  </a:lnTo>
                  <a:lnTo>
                    <a:pt x="10159" y="6350"/>
                  </a:lnTo>
                  <a:close/>
                </a:path>
                <a:path w="10160" h="901700">
                  <a:moveTo>
                    <a:pt x="10159" y="10160"/>
                  </a:moveTo>
                  <a:lnTo>
                    <a:pt x="0" y="10160"/>
                  </a:lnTo>
                  <a:lnTo>
                    <a:pt x="0" y="12699"/>
                  </a:lnTo>
                  <a:lnTo>
                    <a:pt x="10159" y="12699"/>
                  </a:lnTo>
                  <a:lnTo>
                    <a:pt x="10159" y="10160"/>
                  </a:lnTo>
                  <a:close/>
                </a:path>
                <a:path w="10160" h="901700">
                  <a:moveTo>
                    <a:pt x="1015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59" y="16509"/>
                  </a:lnTo>
                  <a:lnTo>
                    <a:pt x="10159" y="12700"/>
                  </a:lnTo>
                  <a:close/>
                </a:path>
                <a:path w="10160" h="901700">
                  <a:moveTo>
                    <a:pt x="1015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59" y="19049"/>
                  </a:lnTo>
                  <a:lnTo>
                    <a:pt x="10159" y="16509"/>
                  </a:lnTo>
                  <a:close/>
                </a:path>
                <a:path w="10160" h="901700">
                  <a:moveTo>
                    <a:pt x="1015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59" y="22859"/>
                  </a:lnTo>
                  <a:lnTo>
                    <a:pt x="10159" y="19050"/>
                  </a:lnTo>
                  <a:close/>
                </a:path>
                <a:path w="10160" h="901700">
                  <a:moveTo>
                    <a:pt x="1015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59" y="25399"/>
                  </a:lnTo>
                  <a:lnTo>
                    <a:pt x="10159" y="22859"/>
                  </a:lnTo>
                  <a:close/>
                </a:path>
                <a:path w="10160" h="901700">
                  <a:moveTo>
                    <a:pt x="1015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59" y="29209"/>
                  </a:lnTo>
                  <a:lnTo>
                    <a:pt x="10159" y="25400"/>
                  </a:lnTo>
                  <a:close/>
                </a:path>
                <a:path w="10160" h="901700">
                  <a:moveTo>
                    <a:pt x="1015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59" y="31749"/>
                  </a:lnTo>
                  <a:lnTo>
                    <a:pt x="10159" y="29209"/>
                  </a:lnTo>
                  <a:close/>
                </a:path>
                <a:path w="10160" h="901700">
                  <a:moveTo>
                    <a:pt x="1015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59" y="35559"/>
                  </a:lnTo>
                  <a:lnTo>
                    <a:pt x="10159" y="31750"/>
                  </a:lnTo>
                  <a:close/>
                </a:path>
                <a:path w="10160" h="901700">
                  <a:moveTo>
                    <a:pt x="1015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59" y="38099"/>
                  </a:lnTo>
                  <a:lnTo>
                    <a:pt x="10159" y="35559"/>
                  </a:lnTo>
                  <a:close/>
                </a:path>
                <a:path w="10160" h="901700">
                  <a:moveTo>
                    <a:pt x="1015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0159" y="41909"/>
                  </a:lnTo>
                  <a:lnTo>
                    <a:pt x="10159" y="38100"/>
                  </a:lnTo>
                  <a:close/>
                </a:path>
                <a:path w="10160" h="901700">
                  <a:moveTo>
                    <a:pt x="10159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10159" y="48259"/>
                  </a:lnTo>
                  <a:lnTo>
                    <a:pt x="10159" y="41910"/>
                  </a:lnTo>
                  <a:close/>
                </a:path>
                <a:path w="10160" h="901700">
                  <a:moveTo>
                    <a:pt x="1015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0159" y="50799"/>
                  </a:lnTo>
                  <a:lnTo>
                    <a:pt x="10159" y="48259"/>
                  </a:lnTo>
                  <a:close/>
                </a:path>
                <a:path w="10160" h="901700">
                  <a:moveTo>
                    <a:pt x="1015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0159" y="54609"/>
                  </a:lnTo>
                  <a:lnTo>
                    <a:pt x="10159" y="50800"/>
                  </a:lnTo>
                  <a:close/>
                </a:path>
                <a:path w="10160" h="901700">
                  <a:moveTo>
                    <a:pt x="1015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0159" y="57149"/>
                  </a:lnTo>
                  <a:lnTo>
                    <a:pt x="10159" y="54609"/>
                  </a:lnTo>
                  <a:close/>
                </a:path>
                <a:path w="10160" h="901700">
                  <a:moveTo>
                    <a:pt x="1015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0159" y="60959"/>
                  </a:lnTo>
                  <a:lnTo>
                    <a:pt x="10159" y="57150"/>
                  </a:lnTo>
                  <a:close/>
                </a:path>
                <a:path w="10160" h="901700">
                  <a:moveTo>
                    <a:pt x="1015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0159" y="63499"/>
                  </a:lnTo>
                  <a:lnTo>
                    <a:pt x="10159" y="60959"/>
                  </a:lnTo>
                  <a:close/>
                </a:path>
                <a:path w="10160" h="901700">
                  <a:moveTo>
                    <a:pt x="1015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0159" y="67309"/>
                  </a:lnTo>
                  <a:lnTo>
                    <a:pt x="10159" y="63500"/>
                  </a:lnTo>
                  <a:close/>
                </a:path>
                <a:path w="10160" h="901700">
                  <a:moveTo>
                    <a:pt x="1015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0159" y="76199"/>
                  </a:lnTo>
                  <a:lnTo>
                    <a:pt x="10159" y="67309"/>
                  </a:lnTo>
                  <a:close/>
                </a:path>
                <a:path w="10160" h="901700">
                  <a:moveTo>
                    <a:pt x="1015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0159" y="80009"/>
                  </a:lnTo>
                  <a:lnTo>
                    <a:pt x="10159" y="76200"/>
                  </a:lnTo>
                  <a:close/>
                </a:path>
                <a:path w="10160" h="901700">
                  <a:moveTo>
                    <a:pt x="10159" y="80009"/>
                  </a:moveTo>
                  <a:lnTo>
                    <a:pt x="0" y="80009"/>
                  </a:lnTo>
                  <a:lnTo>
                    <a:pt x="0" y="88899"/>
                  </a:lnTo>
                  <a:lnTo>
                    <a:pt x="10159" y="88899"/>
                  </a:lnTo>
                  <a:lnTo>
                    <a:pt x="10159" y="80009"/>
                  </a:lnTo>
                  <a:close/>
                </a:path>
                <a:path w="10160" h="901700">
                  <a:moveTo>
                    <a:pt x="1015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0159" y="95249"/>
                  </a:lnTo>
                  <a:lnTo>
                    <a:pt x="10159" y="88900"/>
                  </a:lnTo>
                  <a:close/>
                </a:path>
                <a:path w="10160" h="901700">
                  <a:moveTo>
                    <a:pt x="1015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0159" y="99059"/>
                  </a:lnTo>
                  <a:lnTo>
                    <a:pt x="10159" y="95250"/>
                  </a:lnTo>
                  <a:close/>
                </a:path>
                <a:path w="10160" h="901700">
                  <a:moveTo>
                    <a:pt x="1015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0159" y="101599"/>
                  </a:lnTo>
                  <a:lnTo>
                    <a:pt x="10159" y="99059"/>
                  </a:lnTo>
                  <a:close/>
                </a:path>
                <a:path w="10160" h="901700">
                  <a:moveTo>
                    <a:pt x="1015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0159" y="105409"/>
                  </a:lnTo>
                  <a:lnTo>
                    <a:pt x="10159" y="101600"/>
                  </a:lnTo>
                  <a:close/>
                </a:path>
                <a:path w="10160" h="901700">
                  <a:moveTo>
                    <a:pt x="1015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0159" y="107949"/>
                  </a:lnTo>
                  <a:lnTo>
                    <a:pt x="10159" y="105409"/>
                  </a:lnTo>
                  <a:close/>
                </a:path>
                <a:path w="10160" h="901700">
                  <a:moveTo>
                    <a:pt x="10159" y="107950"/>
                  </a:moveTo>
                  <a:lnTo>
                    <a:pt x="0" y="107950"/>
                  </a:lnTo>
                  <a:lnTo>
                    <a:pt x="0" y="114299"/>
                  </a:lnTo>
                  <a:lnTo>
                    <a:pt x="10159" y="114299"/>
                  </a:lnTo>
                  <a:lnTo>
                    <a:pt x="10159" y="107950"/>
                  </a:lnTo>
                  <a:close/>
                </a:path>
                <a:path w="10160" h="901700">
                  <a:moveTo>
                    <a:pt x="10159" y="114300"/>
                  </a:moveTo>
                  <a:lnTo>
                    <a:pt x="0" y="114300"/>
                  </a:lnTo>
                  <a:lnTo>
                    <a:pt x="0" y="768349"/>
                  </a:lnTo>
                  <a:lnTo>
                    <a:pt x="10159" y="768349"/>
                  </a:lnTo>
                  <a:lnTo>
                    <a:pt x="10159" y="114300"/>
                  </a:lnTo>
                  <a:close/>
                </a:path>
                <a:path w="10160" h="901700">
                  <a:moveTo>
                    <a:pt x="10159" y="895349"/>
                  </a:moveTo>
                  <a:lnTo>
                    <a:pt x="0" y="895349"/>
                  </a:lnTo>
                  <a:lnTo>
                    <a:pt x="0" y="901699"/>
                  </a:lnTo>
                  <a:lnTo>
                    <a:pt x="2539" y="901699"/>
                  </a:lnTo>
                  <a:lnTo>
                    <a:pt x="2540" y="900429"/>
                  </a:lnTo>
                  <a:lnTo>
                    <a:pt x="10159" y="900429"/>
                  </a:lnTo>
                  <a:lnTo>
                    <a:pt x="10159" y="895349"/>
                  </a:lnTo>
                  <a:close/>
                </a:path>
                <a:path w="10160" h="901700">
                  <a:moveTo>
                    <a:pt x="10159" y="888999"/>
                  </a:moveTo>
                  <a:lnTo>
                    <a:pt x="0" y="888999"/>
                  </a:lnTo>
                  <a:lnTo>
                    <a:pt x="0" y="894079"/>
                  </a:lnTo>
                  <a:lnTo>
                    <a:pt x="10159" y="894079"/>
                  </a:lnTo>
                  <a:lnTo>
                    <a:pt x="10159" y="888999"/>
                  </a:lnTo>
                  <a:close/>
                </a:path>
                <a:path w="10160" h="901700">
                  <a:moveTo>
                    <a:pt x="10159" y="882649"/>
                  </a:moveTo>
                  <a:lnTo>
                    <a:pt x="0" y="882649"/>
                  </a:lnTo>
                  <a:lnTo>
                    <a:pt x="0" y="887729"/>
                  </a:lnTo>
                  <a:lnTo>
                    <a:pt x="10159" y="887729"/>
                  </a:lnTo>
                  <a:lnTo>
                    <a:pt x="10159" y="882649"/>
                  </a:lnTo>
                  <a:close/>
                </a:path>
                <a:path w="10160" h="901700">
                  <a:moveTo>
                    <a:pt x="10159" y="876299"/>
                  </a:moveTo>
                  <a:lnTo>
                    <a:pt x="0" y="876299"/>
                  </a:lnTo>
                  <a:lnTo>
                    <a:pt x="0" y="881379"/>
                  </a:lnTo>
                  <a:lnTo>
                    <a:pt x="10159" y="881379"/>
                  </a:lnTo>
                  <a:lnTo>
                    <a:pt x="10159" y="876299"/>
                  </a:lnTo>
                  <a:close/>
                </a:path>
                <a:path w="10160" h="901700">
                  <a:moveTo>
                    <a:pt x="10159" y="869949"/>
                  </a:moveTo>
                  <a:lnTo>
                    <a:pt x="0" y="869949"/>
                  </a:lnTo>
                  <a:lnTo>
                    <a:pt x="0" y="875029"/>
                  </a:lnTo>
                  <a:lnTo>
                    <a:pt x="10159" y="875029"/>
                  </a:lnTo>
                  <a:lnTo>
                    <a:pt x="10159" y="869949"/>
                  </a:lnTo>
                  <a:close/>
                </a:path>
                <a:path w="10160" h="901700">
                  <a:moveTo>
                    <a:pt x="10159" y="863599"/>
                  </a:moveTo>
                  <a:lnTo>
                    <a:pt x="0" y="863599"/>
                  </a:lnTo>
                  <a:lnTo>
                    <a:pt x="0" y="868679"/>
                  </a:lnTo>
                  <a:lnTo>
                    <a:pt x="10159" y="868679"/>
                  </a:lnTo>
                  <a:lnTo>
                    <a:pt x="10159" y="863599"/>
                  </a:lnTo>
                  <a:close/>
                </a:path>
                <a:path w="10160" h="901700">
                  <a:moveTo>
                    <a:pt x="10159" y="857249"/>
                  </a:moveTo>
                  <a:lnTo>
                    <a:pt x="0" y="857249"/>
                  </a:lnTo>
                  <a:lnTo>
                    <a:pt x="0" y="862329"/>
                  </a:lnTo>
                  <a:lnTo>
                    <a:pt x="10159" y="862329"/>
                  </a:lnTo>
                  <a:lnTo>
                    <a:pt x="10159" y="857249"/>
                  </a:lnTo>
                  <a:close/>
                </a:path>
                <a:path w="10160" h="901700">
                  <a:moveTo>
                    <a:pt x="1015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0159" y="855979"/>
                  </a:lnTo>
                  <a:lnTo>
                    <a:pt x="10159" y="850899"/>
                  </a:lnTo>
                  <a:close/>
                </a:path>
                <a:path w="10160" h="901700">
                  <a:moveTo>
                    <a:pt x="1015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0159" y="849629"/>
                  </a:lnTo>
                  <a:lnTo>
                    <a:pt x="10159" y="844549"/>
                  </a:lnTo>
                  <a:close/>
                </a:path>
                <a:path w="10160" h="901700">
                  <a:moveTo>
                    <a:pt x="1015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0159" y="843279"/>
                  </a:lnTo>
                  <a:lnTo>
                    <a:pt x="10159" y="838199"/>
                  </a:lnTo>
                  <a:close/>
                </a:path>
                <a:path w="10160" h="901700">
                  <a:moveTo>
                    <a:pt x="1015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0159" y="836929"/>
                  </a:lnTo>
                  <a:lnTo>
                    <a:pt x="10159" y="831849"/>
                  </a:lnTo>
                  <a:close/>
                </a:path>
                <a:path w="10160" h="901700">
                  <a:moveTo>
                    <a:pt x="1015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0159" y="830579"/>
                  </a:lnTo>
                  <a:lnTo>
                    <a:pt x="10159" y="825499"/>
                  </a:lnTo>
                  <a:close/>
                </a:path>
                <a:path w="10160" h="901700">
                  <a:moveTo>
                    <a:pt x="1015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0159" y="824229"/>
                  </a:lnTo>
                  <a:lnTo>
                    <a:pt x="10159" y="819149"/>
                  </a:lnTo>
                  <a:close/>
                </a:path>
                <a:path w="10160" h="901700">
                  <a:moveTo>
                    <a:pt x="1015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0159" y="817879"/>
                  </a:lnTo>
                  <a:lnTo>
                    <a:pt x="10159" y="812799"/>
                  </a:lnTo>
                  <a:close/>
                </a:path>
                <a:path w="10160" h="901700">
                  <a:moveTo>
                    <a:pt x="1015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0159" y="811529"/>
                  </a:lnTo>
                  <a:lnTo>
                    <a:pt x="10159" y="806449"/>
                  </a:lnTo>
                  <a:close/>
                </a:path>
                <a:path w="10160" h="901700">
                  <a:moveTo>
                    <a:pt x="1015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0159" y="805179"/>
                  </a:lnTo>
                  <a:lnTo>
                    <a:pt x="10159" y="800099"/>
                  </a:lnTo>
                  <a:close/>
                </a:path>
                <a:path w="10160" h="901700">
                  <a:moveTo>
                    <a:pt x="10159" y="793749"/>
                  </a:moveTo>
                  <a:lnTo>
                    <a:pt x="0" y="793749"/>
                  </a:lnTo>
                  <a:lnTo>
                    <a:pt x="0" y="798830"/>
                  </a:lnTo>
                  <a:lnTo>
                    <a:pt x="10159" y="798830"/>
                  </a:lnTo>
                  <a:lnTo>
                    <a:pt x="10159" y="793749"/>
                  </a:lnTo>
                  <a:close/>
                </a:path>
                <a:path w="10160" h="901700">
                  <a:moveTo>
                    <a:pt x="1015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0159" y="792479"/>
                  </a:lnTo>
                  <a:lnTo>
                    <a:pt x="10159" y="787399"/>
                  </a:lnTo>
                  <a:close/>
                </a:path>
                <a:path w="10160" h="901700">
                  <a:moveTo>
                    <a:pt x="1015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0159" y="786130"/>
                  </a:lnTo>
                  <a:lnTo>
                    <a:pt x="10159" y="781049"/>
                  </a:lnTo>
                  <a:close/>
                </a:path>
                <a:path w="10160" h="901700">
                  <a:moveTo>
                    <a:pt x="10159" y="769619"/>
                  </a:moveTo>
                  <a:lnTo>
                    <a:pt x="0" y="769619"/>
                  </a:lnTo>
                  <a:lnTo>
                    <a:pt x="0" y="779779"/>
                  </a:lnTo>
                  <a:lnTo>
                    <a:pt x="10159" y="779779"/>
                  </a:lnTo>
                  <a:lnTo>
                    <a:pt x="10159" y="769619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947">
              <a:extLst>
                <a:ext uri="{FF2B5EF4-FFF2-40B4-BE49-F238E27FC236}">
                  <a16:creationId xmlns:a16="http://schemas.microsoft.com/office/drawing/2014/main" id="{25D7B73F-EEF1-EFAF-C066-D2D01C50D991}"/>
                </a:ext>
              </a:extLst>
            </p:cNvPr>
            <p:cNvSpPr/>
            <p:nvPr/>
          </p:nvSpPr>
          <p:spPr>
            <a:xfrm>
              <a:off x="4659630" y="5382272"/>
              <a:ext cx="11430" cy="768350"/>
            </a:xfrm>
            <a:custGeom>
              <a:avLst/>
              <a:gdLst/>
              <a:ahLst/>
              <a:cxnLst/>
              <a:rect l="l" t="t" r="r" b="b"/>
              <a:pathLst>
                <a:path w="11429" h="768350">
                  <a:moveTo>
                    <a:pt x="11430" y="114300"/>
                  </a:moveTo>
                  <a:lnTo>
                    <a:pt x="0" y="114300"/>
                  </a:lnTo>
                  <a:lnTo>
                    <a:pt x="0" y="768350"/>
                  </a:lnTo>
                  <a:lnTo>
                    <a:pt x="11430" y="768350"/>
                  </a:lnTo>
                  <a:lnTo>
                    <a:pt x="11430" y="114300"/>
                  </a:lnTo>
                  <a:close/>
                </a:path>
                <a:path w="11429" h="768350">
                  <a:moveTo>
                    <a:pt x="11430" y="107950"/>
                  </a:moveTo>
                  <a:lnTo>
                    <a:pt x="0" y="10795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07950"/>
                  </a:lnTo>
                  <a:close/>
                </a:path>
                <a:path w="11429" h="768350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768350">
                  <a:moveTo>
                    <a:pt x="1143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101600"/>
                  </a:lnTo>
                  <a:close/>
                </a:path>
                <a:path w="11429" h="768350">
                  <a:moveTo>
                    <a:pt x="1143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1430" y="101587"/>
                  </a:lnTo>
                  <a:lnTo>
                    <a:pt x="11430" y="99060"/>
                  </a:lnTo>
                  <a:close/>
                </a:path>
                <a:path w="11429" h="768350">
                  <a:moveTo>
                    <a:pt x="1143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5250"/>
                  </a:lnTo>
                  <a:close/>
                </a:path>
                <a:path w="11429" h="768350">
                  <a:moveTo>
                    <a:pt x="11430" y="88900"/>
                  </a:moveTo>
                  <a:lnTo>
                    <a:pt x="0" y="88900"/>
                  </a:lnTo>
                  <a:lnTo>
                    <a:pt x="0" y="95237"/>
                  </a:lnTo>
                  <a:lnTo>
                    <a:pt x="11430" y="95237"/>
                  </a:lnTo>
                  <a:lnTo>
                    <a:pt x="11430" y="88900"/>
                  </a:lnTo>
                  <a:close/>
                </a:path>
                <a:path w="11429" h="768350">
                  <a:moveTo>
                    <a:pt x="11430" y="80010"/>
                  </a:moveTo>
                  <a:lnTo>
                    <a:pt x="0" y="80010"/>
                  </a:lnTo>
                  <a:lnTo>
                    <a:pt x="0" y="88887"/>
                  </a:lnTo>
                  <a:lnTo>
                    <a:pt x="11430" y="88887"/>
                  </a:lnTo>
                  <a:lnTo>
                    <a:pt x="11430" y="80010"/>
                  </a:lnTo>
                  <a:close/>
                </a:path>
                <a:path w="11429" h="768350">
                  <a:moveTo>
                    <a:pt x="1143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1430" y="79997"/>
                  </a:lnTo>
                  <a:lnTo>
                    <a:pt x="11430" y="76200"/>
                  </a:lnTo>
                  <a:close/>
                </a:path>
                <a:path w="11429" h="768350">
                  <a:moveTo>
                    <a:pt x="11430" y="67310"/>
                  </a:moveTo>
                  <a:lnTo>
                    <a:pt x="0" y="6731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67310"/>
                  </a:lnTo>
                  <a:close/>
                </a:path>
                <a:path w="11429" h="768350">
                  <a:moveTo>
                    <a:pt x="1143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1430" y="67297"/>
                  </a:lnTo>
                  <a:lnTo>
                    <a:pt x="11430" y="63500"/>
                  </a:lnTo>
                  <a:close/>
                </a:path>
                <a:path w="11429" h="768350">
                  <a:moveTo>
                    <a:pt x="1143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1430" y="63487"/>
                  </a:lnTo>
                  <a:lnTo>
                    <a:pt x="11430" y="60960"/>
                  </a:lnTo>
                  <a:close/>
                </a:path>
                <a:path w="11429" h="768350">
                  <a:moveTo>
                    <a:pt x="1143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7150"/>
                  </a:lnTo>
                  <a:close/>
                </a:path>
                <a:path w="11429" h="768350">
                  <a:moveTo>
                    <a:pt x="1143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1430" y="57137"/>
                  </a:lnTo>
                  <a:lnTo>
                    <a:pt x="11430" y="54610"/>
                  </a:lnTo>
                  <a:close/>
                </a:path>
                <a:path w="11429" h="768350">
                  <a:moveTo>
                    <a:pt x="1143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50800"/>
                  </a:lnTo>
                  <a:close/>
                </a:path>
                <a:path w="11429" h="768350">
                  <a:moveTo>
                    <a:pt x="1143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1430" y="50787"/>
                  </a:lnTo>
                  <a:lnTo>
                    <a:pt x="11430" y="48260"/>
                  </a:lnTo>
                  <a:close/>
                </a:path>
                <a:path w="11429" h="768350">
                  <a:moveTo>
                    <a:pt x="11430" y="41910"/>
                  </a:moveTo>
                  <a:lnTo>
                    <a:pt x="0" y="41910"/>
                  </a:lnTo>
                  <a:lnTo>
                    <a:pt x="0" y="48247"/>
                  </a:lnTo>
                  <a:lnTo>
                    <a:pt x="11430" y="48247"/>
                  </a:lnTo>
                  <a:lnTo>
                    <a:pt x="11430" y="41910"/>
                  </a:lnTo>
                  <a:close/>
                </a:path>
                <a:path w="11429" h="768350">
                  <a:moveTo>
                    <a:pt x="1143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1430" y="41897"/>
                  </a:lnTo>
                  <a:lnTo>
                    <a:pt x="11430" y="38100"/>
                  </a:lnTo>
                  <a:close/>
                </a:path>
                <a:path w="11429" h="768350">
                  <a:moveTo>
                    <a:pt x="1143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5560"/>
                  </a:lnTo>
                  <a:close/>
                </a:path>
                <a:path w="11429" h="768350">
                  <a:moveTo>
                    <a:pt x="1143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1430" y="35547"/>
                  </a:lnTo>
                  <a:lnTo>
                    <a:pt x="11430" y="31750"/>
                  </a:lnTo>
                  <a:close/>
                </a:path>
                <a:path w="11429" h="768350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76835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76835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76835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76835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76835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76835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76835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76835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76835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948">
              <a:extLst>
                <a:ext uri="{FF2B5EF4-FFF2-40B4-BE49-F238E27FC236}">
                  <a16:creationId xmlns:a16="http://schemas.microsoft.com/office/drawing/2014/main" id="{5C4FB52E-9259-181D-58CC-2BE8027DC757}"/>
                </a:ext>
              </a:extLst>
            </p:cNvPr>
            <p:cNvSpPr/>
            <p:nvPr/>
          </p:nvSpPr>
          <p:spPr>
            <a:xfrm>
              <a:off x="4665344" y="6151880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1430">
              <a:solidFill>
                <a:srgbClr val="71719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949">
              <a:extLst>
                <a:ext uri="{FF2B5EF4-FFF2-40B4-BE49-F238E27FC236}">
                  <a16:creationId xmlns:a16="http://schemas.microsoft.com/office/drawing/2014/main" id="{94E35780-017B-5FE6-DDF8-23572D19373A}"/>
                </a:ext>
              </a:extLst>
            </p:cNvPr>
            <p:cNvSpPr/>
            <p:nvPr/>
          </p:nvSpPr>
          <p:spPr>
            <a:xfrm>
              <a:off x="4671059" y="5382260"/>
              <a:ext cx="11430" cy="900430"/>
            </a:xfrm>
            <a:custGeom>
              <a:avLst/>
              <a:gdLst/>
              <a:ahLst/>
              <a:cxnLst/>
              <a:rect l="l" t="t" r="r" b="b"/>
              <a:pathLst>
                <a:path w="11429" h="900429">
                  <a:moveTo>
                    <a:pt x="635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11429" h="900429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900429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900429">
                  <a:moveTo>
                    <a:pt x="11429" y="10160"/>
                  </a:moveTo>
                  <a:lnTo>
                    <a:pt x="0" y="10160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60"/>
                  </a:lnTo>
                  <a:close/>
                </a:path>
                <a:path w="11429" h="900429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900429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900429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900429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900429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900429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900429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900429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900429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900429">
                  <a:moveTo>
                    <a:pt x="11429" y="41910"/>
                  </a:moveTo>
                  <a:lnTo>
                    <a:pt x="0" y="4191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1910"/>
                  </a:lnTo>
                  <a:close/>
                </a:path>
                <a:path w="11429" h="900429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900429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900429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900429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900429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900429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900429">
                  <a:moveTo>
                    <a:pt x="11429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67309"/>
                  </a:lnTo>
                  <a:close/>
                </a:path>
                <a:path w="11429" h="900429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900429">
                  <a:moveTo>
                    <a:pt x="11429" y="80009"/>
                  </a:moveTo>
                  <a:lnTo>
                    <a:pt x="0" y="8000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0009"/>
                  </a:lnTo>
                  <a:close/>
                </a:path>
                <a:path w="11429" h="900429">
                  <a:moveTo>
                    <a:pt x="11429" y="88900"/>
                  </a:moveTo>
                  <a:lnTo>
                    <a:pt x="0" y="88900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88900"/>
                  </a:lnTo>
                  <a:close/>
                </a:path>
                <a:path w="11429" h="900429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900429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900429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900429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900429">
                  <a:moveTo>
                    <a:pt x="11429" y="107950"/>
                  </a:moveTo>
                  <a:lnTo>
                    <a:pt x="0" y="107950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07950"/>
                  </a:lnTo>
                  <a:close/>
                </a:path>
                <a:path w="11429" h="900429">
                  <a:moveTo>
                    <a:pt x="11429" y="114300"/>
                  </a:moveTo>
                  <a:lnTo>
                    <a:pt x="0" y="114300"/>
                  </a:lnTo>
                  <a:lnTo>
                    <a:pt x="0" y="768349"/>
                  </a:lnTo>
                  <a:lnTo>
                    <a:pt x="11429" y="768349"/>
                  </a:lnTo>
                  <a:lnTo>
                    <a:pt x="11429" y="114300"/>
                  </a:lnTo>
                  <a:close/>
                </a:path>
                <a:path w="11429" h="900429">
                  <a:moveTo>
                    <a:pt x="11429" y="895349"/>
                  </a:moveTo>
                  <a:lnTo>
                    <a:pt x="0" y="895349"/>
                  </a:lnTo>
                  <a:lnTo>
                    <a:pt x="0" y="900429"/>
                  </a:lnTo>
                  <a:lnTo>
                    <a:pt x="11429" y="900429"/>
                  </a:lnTo>
                  <a:lnTo>
                    <a:pt x="11429" y="895349"/>
                  </a:lnTo>
                  <a:close/>
                </a:path>
                <a:path w="11429" h="900429">
                  <a:moveTo>
                    <a:pt x="11429" y="888999"/>
                  </a:moveTo>
                  <a:lnTo>
                    <a:pt x="0" y="888999"/>
                  </a:lnTo>
                  <a:lnTo>
                    <a:pt x="0" y="894079"/>
                  </a:lnTo>
                  <a:lnTo>
                    <a:pt x="11429" y="894079"/>
                  </a:lnTo>
                  <a:lnTo>
                    <a:pt x="11429" y="888999"/>
                  </a:lnTo>
                  <a:close/>
                </a:path>
                <a:path w="11429" h="900429">
                  <a:moveTo>
                    <a:pt x="11429" y="882649"/>
                  </a:moveTo>
                  <a:lnTo>
                    <a:pt x="0" y="882649"/>
                  </a:lnTo>
                  <a:lnTo>
                    <a:pt x="0" y="887729"/>
                  </a:lnTo>
                  <a:lnTo>
                    <a:pt x="11429" y="887729"/>
                  </a:lnTo>
                  <a:lnTo>
                    <a:pt x="11429" y="882649"/>
                  </a:lnTo>
                  <a:close/>
                </a:path>
                <a:path w="11429" h="900429">
                  <a:moveTo>
                    <a:pt x="11429" y="876299"/>
                  </a:moveTo>
                  <a:lnTo>
                    <a:pt x="0" y="876299"/>
                  </a:lnTo>
                  <a:lnTo>
                    <a:pt x="0" y="881379"/>
                  </a:lnTo>
                  <a:lnTo>
                    <a:pt x="11429" y="881379"/>
                  </a:lnTo>
                  <a:lnTo>
                    <a:pt x="11429" y="876299"/>
                  </a:lnTo>
                  <a:close/>
                </a:path>
                <a:path w="11429" h="900429">
                  <a:moveTo>
                    <a:pt x="11429" y="869949"/>
                  </a:moveTo>
                  <a:lnTo>
                    <a:pt x="0" y="869949"/>
                  </a:lnTo>
                  <a:lnTo>
                    <a:pt x="0" y="875029"/>
                  </a:lnTo>
                  <a:lnTo>
                    <a:pt x="11429" y="875029"/>
                  </a:lnTo>
                  <a:lnTo>
                    <a:pt x="11429" y="869949"/>
                  </a:lnTo>
                  <a:close/>
                </a:path>
                <a:path w="11429" h="900429">
                  <a:moveTo>
                    <a:pt x="11429" y="863599"/>
                  </a:moveTo>
                  <a:lnTo>
                    <a:pt x="0" y="863599"/>
                  </a:lnTo>
                  <a:lnTo>
                    <a:pt x="0" y="868679"/>
                  </a:lnTo>
                  <a:lnTo>
                    <a:pt x="11429" y="868679"/>
                  </a:lnTo>
                  <a:lnTo>
                    <a:pt x="11429" y="863599"/>
                  </a:lnTo>
                  <a:close/>
                </a:path>
                <a:path w="11429" h="900429">
                  <a:moveTo>
                    <a:pt x="11429" y="857249"/>
                  </a:moveTo>
                  <a:lnTo>
                    <a:pt x="0" y="857249"/>
                  </a:lnTo>
                  <a:lnTo>
                    <a:pt x="0" y="862329"/>
                  </a:lnTo>
                  <a:lnTo>
                    <a:pt x="11429" y="862329"/>
                  </a:lnTo>
                  <a:lnTo>
                    <a:pt x="11429" y="857249"/>
                  </a:lnTo>
                  <a:close/>
                </a:path>
                <a:path w="11429" h="900429">
                  <a:moveTo>
                    <a:pt x="11429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29" y="855979"/>
                  </a:lnTo>
                  <a:lnTo>
                    <a:pt x="11429" y="850899"/>
                  </a:lnTo>
                  <a:close/>
                </a:path>
                <a:path w="11429" h="900429">
                  <a:moveTo>
                    <a:pt x="11429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29" y="849629"/>
                  </a:lnTo>
                  <a:lnTo>
                    <a:pt x="11429" y="844549"/>
                  </a:lnTo>
                  <a:close/>
                </a:path>
                <a:path w="11429" h="900429">
                  <a:moveTo>
                    <a:pt x="11429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29" y="843279"/>
                  </a:lnTo>
                  <a:lnTo>
                    <a:pt x="11429" y="838199"/>
                  </a:lnTo>
                  <a:close/>
                </a:path>
                <a:path w="11429" h="900429">
                  <a:moveTo>
                    <a:pt x="11429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29" y="836929"/>
                  </a:lnTo>
                  <a:lnTo>
                    <a:pt x="11429" y="831849"/>
                  </a:lnTo>
                  <a:close/>
                </a:path>
                <a:path w="11429" h="900429">
                  <a:moveTo>
                    <a:pt x="11429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29" y="830579"/>
                  </a:lnTo>
                  <a:lnTo>
                    <a:pt x="11429" y="825499"/>
                  </a:lnTo>
                  <a:close/>
                </a:path>
                <a:path w="11429" h="900429">
                  <a:moveTo>
                    <a:pt x="11429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29" y="824229"/>
                  </a:lnTo>
                  <a:lnTo>
                    <a:pt x="11429" y="819149"/>
                  </a:lnTo>
                  <a:close/>
                </a:path>
                <a:path w="11429" h="900429">
                  <a:moveTo>
                    <a:pt x="11429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29" y="817879"/>
                  </a:lnTo>
                  <a:lnTo>
                    <a:pt x="11429" y="812799"/>
                  </a:lnTo>
                  <a:close/>
                </a:path>
                <a:path w="11429" h="900429">
                  <a:moveTo>
                    <a:pt x="11429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29" y="811529"/>
                  </a:lnTo>
                  <a:lnTo>
                    <a:pt x="11429" y="806449"/>
                  </a:lnTo>
                  <a:close/>
                </a:path>
                <a:path w="11429" h="900429">
                  <a:moveTo>
                    <a:pt x="11429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29" y="805179"/>
                  </a:lnTo>
                  <a:lnTo>
                    <a:pt x="11429" y="800099"/>
                  </a:lnTo>
                  <a:close/>
                </a:path>
                <a:path w="11429" h="900429">
                  <a:moveTo>
                    <a:pt x="11429" y="793749"/>
                  </a:moveTo>
                  <a:lnTo>
                    <a:pt x="0" y="793749"/>
                  </a:lnTo>
                  <a:lnTo>
                    <a:pt x="0" y="798830"/>
                  </a:lnTo>
                  <a:lnTo>
                    <a:pt x="11429" y="798830"/>
                  </a:lnTo>
                  <a:lnTo>
                    <a:pt x="11429" y="793749"/>
                  </a:lnTo>
                  <a:close/>
                </a:path>
                <a:path w="11429" h="900429">
                  <a:moveTo>
                    <a:pt x="11429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29" y="792479"/>
                  </a:lnTo>
                  <a:lnTo>
                    <a:pt x="11429" y="787399"/>
                  </a:lnTo>
                  <a:close/>
                </a:path>
                <a:path w="11429" h="900429">
                  <a:moveTo>
                    <a:pt x="11429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29" y="786130"/>
                  </a:lnTo>
                  <a:lnTo>
                    <a:pt x="11429" y="781049"/>
                  </a:lnTo>
                  <a:close/>
                </a:path>
                <a:path w="11429" h="900429">
                  <a:moveTo>
                    <a:pt x="11429" y="769619"/>
                  </a:moveTo>
                  <a:lnTo>
                    <a:pt x="0" y="769619"/>
                  </a:lnTo>
                  <a:lnTo>
                    <a:pt x="0" y="779779"/>
                  </a:lnTo>
                  <a:lnTo>
                    <a:pt x="11429" y="779779"/>
                  </a:lnTo>
                  <a:lnTo>
                    <a:pt x="11429" y="769619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950">
              <a:extLst>
                <a:ext uri="{FF2B5EF4-FFF2-40B4-BE49-F238E27FC236}">
                  <a16:creationId xmlns:a16="http://schemas.microsoft.com/office/drawing/2014/main" id="{9B6F898F-5725-9833-47F6-19FAC52B4C34}"/>
                </a:ext>
              </a:extLst>
            </p:cNvPr>
            <p:cNvSpPr/>
            <p:nvPr/>
          </p:nvSpPr>
          <p:spPr>
            <a:xfrm>
              <a:off x="4687569" y="5383530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29">
                  <a:moveTo>
                    <a:pt x="0" y="0"/>
                  </a:moveTo>
                  <a:lnTo>
                    <a:pt x="0" y="113030"/>
                  </a:lnTo>
                </a:path>
              </a:pathLst>
            </a:custGeom>
            <a:ln w="10160">
              <a:solidFill>
                <a:srgbClr val="72729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951">
              <a:extLst>
                <a:ext uri="{FF2B5EF4-FFF2-40B4-BE49-F238E27FC236}">
                  <a16:creationId xmlns:a16="http://schemas.microsoft.com/office/drawing/2014/main" id="{AC700577-9A2D-4F36-BFCC-FC60F191C5DD}"/>
                </a:ext>
              </a:extLst>
            </p:cNvPr>
            <p:cNvSpPr/>
            <p:nvPr/>
          </p:nvSpPr>
          <p:spPr>
            <a:xfrm>
              <a:off x="4682490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27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952">
              <a:extLst>
                <a:ext uri="{FF2B5EF4-FFF2-40B4-BE49-F238E27FC236}">
                  <a16:creationId xmlns:a16="http://schemas.microsoft.com/office/drawing/2014/main" id="{2C1D933C-901E-568F-F9E5-9E5138302FA6}"/>
                </a:ext>
              </a:extLst>
            </p:cNvPr>
            <p:cNvSpPr/>
            <p:nvPr/>
          </p:nvSpPr>
          <p:spPr>
            <a:xfrm>
              <a:off x="4687569" y="6151880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h="130810">
                  <a:moveTo>
                    <a:pt x="0" y="0"/>
                  </a:moveTo>
                  <a:lnTo>
                    <a:pt x="0" y="130810"/>
                  </a:lnTo>
                </a:path>
              </a:pathLst>
            </a:custGeom>
            <a:ln w="10160">
              <a:solidFill>
                <a:srgbClr val="727296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953">
              <a:extLst>
                <a:ext uri="{FF2B5EF4-FFF2-40B4-BE49-F238E27FC236}">
                  <a16:creationId xmlns:a16="http://schemas.microsoft.com/office/drawing/2014/main" id="{3F5B049C-4AF1-57F1-E67F-1F13F02FF22E}"/>
                </a:ext>
              </a:extLst>
            </p:cNvPr>
            <p:cNvSpPr/>
            <p:nvPr/>
          </p:nvSpPr>
          <p:spPr>
            <a:xfrm>
              <a:off x="4692650" y="5383530"/>
              <a:ext cx="11430" cy="899160"/>
            </a:xfrm>
            <a:custGeom>
              <a:avLst/>
              <a:gdLst/>
              <a:ahLst/>
              <a:cxnLst/>
              <a:rect l="l" t="t" r="r" b="b"/>
              <a:pathLst>
                <a:path w="11429" h="899160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  <a:path w="11429" h="899160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899160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899160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899160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899160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899160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899160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899160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899160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899160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899160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899160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899160">
                  <a:moveTo>
                    <a:pt x="11429" y="40640"/>
                  </a:moveTo>
                  <a:lnTo>
                    <a:pt x="0" y="4064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0640"/>
                  </a:lnTo>
                  <a:close/>
                </a:path>
                <a:path w="11429" h="899160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899160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899160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899160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899160">
                  <a:moveTo>
                    <a:pt x="1142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9690"/>
                  </a:lnTo>
                  <a:close/>
                </a:path>
                <a:path w="11429" h="899160">
                  <a:moveTo>
                    <a:pt x="1142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29" y="66040"/>
                  </a:lnTo>
                  <a:lnTo>
                    <a:pt x="11429" y="62230"/>
                  </a:lnTo>
                  <a:close/>
                </a:path>
                <a:path w="11429" h="899160">
                  <a:moveTo>
                    <a:pt x="11429" y="66040"/>
                  </a:moveTo>
                  <a:lnTo>
                    <a:pt x="0" y="6604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66040"/>
                  </a:lnTo>
                  <a:close/>
                </a:path>
                <a:path w="11429" h="899160">
                  <a:moveTo>
                    <a:pt x="1142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29" y="78740"/>
                  </a:lnTo>
                  <a:lnTo>
                    <a:pt x="11429" y="74930"/>
                  </a:lnTo>
                  <a:close/>
                </a:path>
                <a:path w="11429" h="899160">
                  <a:moveTo>
                    <a:pt x="11429" y="78740"/>
                  </a:moveTo>
                  <a:lnTo>
                    <a:pt x="0" y="7874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78740"/>
                  </a:lnTo>
                  <a:close/>
                </a:path>
                <a:path w="11429" h="899160">
                  <a:moveTo>
                    <a:pt x="11429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87630"/>
                  </a:lnTo>
                  <a:close/>
                </a:path>
                <a:path w="11429" h="899160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899160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899160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899160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899160">
                  <a:moveTo>
                    <a:pt x="11429" y="106680"/>
                  </a:moveTo>
                  <a:lnTo>
                    <a:pt x="0" y="106680"/>
                  </a:lnTo>
                  <a:lnTo>
                    <a:pt x="0" y="113030"/>
                  </a:lnTo>
                  <a:lnTo>
                    <a:pt x="11429" y="113030"/>
                  </a:lnTo>
                  <a:lnTo>
                    <a:pt x="11429" y="106680"/>
                  </a:lnTo>
                  <a:close/>
                </a:path>
                <a:path w="11429" h="899160">
                  <a:moveTo>
                    <a:pt x="11429" y="113030"/>
                  </a:moveTo>
                  <a:lnTo>
                    <a:pt x="0" y="113030"/>
                  </a:lnTo>
                  <a:lnTo>
                    <a:pt x="0" y="767080"/>
                  </a:lnTo>
                  <a:lnTo>
                    <a:pt x="11429" y="767080"/>
                  </a:lnTo>
                  <a:lnTo>
                    <a:pt x="11429" y="113030"/>
                  </a:lnTo>
                  <a:close/>
                </a:path>
                <a:path w="11429" h="899160">
                  <a:moveTo>
                    <a:pt x="11429" y="894080"/>
                  </a:moveTo>
                  <a:lnTo>
                    <a:pt x="0" y="894080"/>
                  </a:lnTo>
                  <a:lnTo>
                    <a:pt x="0" y="899160"/>
                  </a:lnTo>
                  <a:lnTo>
                    <a:pt x="10160" y="899160"/>
                  </a:lnTo>
                  <a:lnTo>
                    <a:pt x="10160" y="897890"/>
                  </a:lnTo>
                  <a:lnTo>
                    <a:pt x="11429" y="897890"/>
                  </a:lnTo>
                  <a:lnTo>
                    <a:pt x="11429" y="894080"/>
                  </a:lnTo>
                  <a:close/>
                </a:path>
                <a:path w="11429" h="899160">
                  <a:moveTo>
                    <a:pt x="11429" y="887730"/>
                  </a:moveTo>
                  <a:lnTo>
                    <a:pt x="0" y="887730"/>
                  </a:lnTo>
                  <a:lnTo>
                    <a:pt x="0" y="892810"/>
                  </a:lnTo>
                  <a:lnTo>
                    <a:pt x="11429" y="892810"/>
                  </a:lnTo>
                  <a:lnTo>
                    <a:pt x="11429" y="887730"/>
                  </a:lnTo>
                  <a:close/>
                </a:path>
                <a:path w="11429" h="899160">
                  <a:moveTo>
                    <a:pt x="11429" y="881380"/>
                  </a:moveTo>
                  <a:lnTo>
                    <a:pt x="0" y="881380"/>
                  </a:lnTo>
                  <a:lnTo>
                    <a:pt x="0" y="886460"/>
                  </a:lnTo>
                  <a:lnTo>
                    <a:pt x="11429" y="886460"/>
                  </a:lnTo>
                  <a:lnTo>
                    <a:pt x="11429" y="881380"/>
                  </a:lnTo>
                  <a:close/>
                </a:path>
                <a:path w="11429" h="899160">
                  <a:moveTo>
                    <a:pt x="11429" y="875030"/>
                  </a:moveTo>
                  <a:lnTo>
                    <a:pt x="0" y="875030"/>
                  </a:lnTo>
                  <a:lnTo>
                    <a:pt x="0" y="880110"/>
                  </a:lnTo>
                  <a:lnTo>
                    <a:pt x="11429" y="880110"/>
                  </a:lnTo>
                  <a:lnTo>
                    <a:pt x="11429" y="875030"/>
                  </a:lnTo>
                  <a:close/>
                </a:path>
                <a:path w="11429" h="899160">
                  <a:moveTo>
                    <a:pt x="11429" y="868680"/>
                  </a:moveTo>
                  <a:lnTo>
                    <a:pt x="0" y="868680"/>
                  </a:lnTo>
                  <a:lnTo>
                    <a:pt x="0" y="873760"/>
                  </a:lnTo>
                  <a:lnTo>
                    <a:pt x="11429" y="873760"/>
                  </a:lnTo>
                  <a:lnTo>
                    <a:pt x="11429" y="868680"/>
                  </a:lnTo>
                  <a:close/>
                </a:path>
                <a:path w="11429" h="899160">
                  <a:moveTo>
                    <a:pt x="11429" y="862330"/>
                  </a:moveTo>
                  <a:lnTo>
                    <a:pt x="0" y="862330"/>
                  </a:lnTo>
                  <a:lnTo>
                    <a:pt x="0" y="867410"/>
                  </a:lnTo>
                  <a:lnTo>
                    <a:pt x="11429" y="867410"/>
                  </a:lnTo>
                  <a:lnTo>
                    <a:pt x="11429" y="862330"/>
                  </a:lnTo>
                  <a:close/>
                </a:path>
                <a:path w="11429" h="899160">
                  <a:moveTo>
                    <a:pt x="11429" y="855980"/>
                  </a:moveTo>
                  <a:lnTo>
                    <a:pt x="0" y="855980"/>
                  </a:lnTo>
                  <a:lnTo>
                    <a:pt x="0" y="861060"/>
                  </a:lnTo>
                  <a:lnTo>
                    <a:pt x="11429" y="861060"/>
                  </a:lnTo>
                  <a:lnTo>
                    <a:pt x="11429" y="855980"/>
                  </a:lnTo>
                  <a:close/>
                </a:path>
                <a:path w="11429" h="899160">
                  <a:moveTo>
                    <a:pt x="11429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1429" y="854710"/>
                  </a:lnTo>
                  <a:lnTo>
                    <a:pt x="11429" y="849630"/>
                  </a:lnTo>
                  <a:close/>
                </a:path>
                <a:path w="11429" h="899160">
                  <a:moveTo>
                    <a:pt x="11429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1429" y="848360"/>
                  </a:lnTo>
                  <a:lnTo>
                    <a:pt x="11429" y="843280"/>
                  </a:lnTo>
                  <a:close/>
                </a:path>
                <a:path w="11429" h="899160">
                  <a:moveTo>
                    <a:pt x="11429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1429" y="842010"/>
                  </a:lnTo>
                  <a:lnTo>
                    <a:pt x="11429" y="836930"/>
                  </a:lnTo>
                  <a:close/>
                </a:path>
                <a:path w="11429" h="899160">
                  <a:moveTo>
                    <a:pt x="11429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1429" y="835660"/>
                  </a:lnTo>
                  <a:lnTo>
                    <a:pt x="11429" y="830580"/>
                  </a:lnTo>
                  <a:close/>
                </a:path>
                <a:path w="11429" h="899160">
                  <a:moveTo>
                    <a:pt x="11429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1429" y="829310"/>
                  </a:lnTo>
                  <a:lnTo>
                    <a:pt x="11429" y="824230"/>
                  </a:lnTo>
                  <a:close/>
                </a:path>
                <a:path w="11429" h="899160">
                  <a:moveTo>
                    <a:pt x="11429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1429" y="822960"/>
                  </a:lnTo>
                  <a:lnTo>
                    <a:pt x="11429" y="817880"/>
                  </a:lnTo>
                  <a:close/>
                </a:path>
                <a:path w="11429" h="899160">
                  <a:moveTo>
                    <a:pt x="11429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29" y="816610"/>
                  </a:lnTo>
                  <a:lnTo>
                    <a:pt x="11429" y="811530"/>
                  </a:lnTo>
                  <a:close/>
                </a:path>
                <a:path w="11429" h="899160">
                  <a:moveTo>
                    <a:pt x="11429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29" y="810260"/>
                  </a:lnTo>
                  <a:lnTo>
                    <a:pt x="11429" y="805180"/>
                  </a:lnTo>
                  <a:close/>
                </a:path>
                <a:path w="11429" h="899160">
                  <a:moveTo>
                    <a:pt x="11429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29" y="803910"/>
                  </a:lnTo>
                  <a:lnTo>
                    <a:pt x="11429" y="798830"/>
                  </a:lnTo>
                  <a:close/>
                </a:path>
                <a:path w="11429" h="899160">
                  <a:moveTo>
                    <a:pt x="11429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29" y="797560"/>
                  </a:lnTo>
                  <a:lnTo>
                    <a:pt x="11429" y="792480"/>
                  </a:lnTo>
                  <a:close/>
                </a:path>
                <a:path w="11429" h="899160">
                  <a:moveTo>
                    <a:pt x="11429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29" y="791210"/>
                  </a:lnTo>
                  <a:lnTo>
                    <a:pt x="11429" y="786130"/>
                  </a:lnTo>
                  <a:close/>
                </a:path>
                <a:path w="11429" h="899160">
                  <a:moveTo>
                    <a:pt x="11429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29" y="784860"/>
                  </a:lnTo>
                  <a:lnTo>
                    <a:pt x="11429" y="779780"/>
                  </a:lnTo>
                  <a:close/>
                </a:path>
                <a:path w="11429" h="899160">
                  <a:moveTo>
                    <a:pt x="11429" y="768350"/>
                  </a:moveTo>
                  <a:lnTo>
                    <a:pt x="0" y="768350"/>
                  </a:lnTo>
                  <a:lnTo>
                    <a:pt x="0" y="778510"/>
                  </a:lnTo>
                  <a:lnTo>
                    <a:pt x="11429" y="778510"/>
                  </a:lnTo>
                  <a:lnTo>
                    <a:pt x="11429" y="76835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954">
              <a:extLst>
                <a:ext uri="{FF2B5EF4-FFF2-40B4-BE49-F238E27FC236}">
                  <a16:creationId xmlns:a16="http://schemas.microsoft.com/office/drawing/2014/main" id="{9F5AFF67-5A87-7480-CCFC-56C93B372945}"/>
                </a:ext>
              </a:extLst>
            </p:cNvPr>
            <p:cNvSpPr/>
            <p:nvPr/>
          </p:nvSpPr>
          <p:spPr>
            <a:xfrm>
              <a:off x="4704080" y="5384800"/>
              <a:ext cx="10160" cy="896619"/>
            </a:xfrm>
            <a:custGeom>
              <a:avLst/>
              <a:gdLst/>
              <a:ahLst/>
              <a:cxnLst/>
              <a:rect l="l" t="t" r="r" b="b"/>
              <a:pathLst>
                <a:path w="10160" h="896620">
                  <a:moveTo>
                    <a:pt x="1016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0160" y="1269"/>
                  </a:lnTo>
                  <a:lnTo>
                    <a:pt x="10160" y="0"/>
                  </a:lnTo>
                  <a:close/>
                </a:path>
                <a:path w="10160" h="896620">
                  <a:moveTo>
                    <a:pt x="1016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1270"/>
                  </a:lnTo>
                  <a:close/>
                </a:path>
                <a:path w="10160" h="896620">
                  <a:moveTo>
                    <a:pt x="1016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0160" y="7619"/>
                  </a:lnTo>
                  <a:lnTo>
                    <a:pt x="10160" y="3810"/>
                  </a:lnTo>
                  <a:close/>
                </a:path>
                <a:path w="10160" h="896620">
                  <a:moveTo>
                    <a:pt x="1016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7620"/>
                  </a:lnTo>
                  <a:close/>
                </a:path>
                <a:path w="10160" h="896620">
                  <a:moveTo>
                    <a:pt x="1016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0160" y="13969"/>
                  </a:lnTo>
                  <a:lnTo>
                    <a:pt x="10160" y="10160"/>
                  </a:lnTo>
                  <a:close/>
                </a:path>
                <a:path w="10160" h="896620">
                  <a:moveTo>
                    <a:pt x="1016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3970"/>
                  </a:lnTo>
                  <a:close/>
                </a:path>
                <a:path w="10160" h="896620">
                  <a:moveTo>
                    <a:pt x="1016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0160" y="20319"/>
                  </a:lnTo>
                  <a:lnTo>
                    <a:pt x="10160" y="16510"/>
                  </a:lnTo>
                  <a:close/>
                </a:path>
                <a:path w="10160" h="896620">
                  <a:moveTo>
                    <a:pt x="1016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20320"/>
                  </a:lnTo>
                  <a:close/>
                </a:path>
                <a:path w="10160" h="896620">
                  <a:moveTo>
                    <a:pt x="1016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0160" y="26669"/>
                  </a:lnTo>
                  <a:lnTo>
                    <a:pt x="10160" y="22860"/>
                  </a:lnTo>
                  <a:close/>
                </a:path>
                <a:path w="10160" h="896620">
                  <a:moveTo>
                    <a:pt x="1016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6670"/>
                  </a:lnTo>
                  <a:close/>
                </a:path>
                <a:path w="10160" h="896620">
                  <a:moveTo>
                    <a:pt x="1016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0160" y="33019"/>
                  </a:lnTo>
                  <a:lnTo>
                    <a:pt x="10160" y="29210"/>
                  </a:lnTo>
                  <a:close/>
                </a:path>
                <a:path w="10160" h="896620">
                  <a:moveTo>
                    <a:pt x="1016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3020"/>
                  </a:lnTo>
                  <a:close/>
                </a:path>
                <a:path w="10160" h="896620">
                  <a:moveTo>
                    <a:pt x="1016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0160" y="39369"/>
                  </a:lnTo>
                  <a:lnTo>
                    <a:pt x="10160" y="35560"/>
                  </a:lnTo>
                  <a:close/>
                </a:path>
                <a:path w="10160" h="896620">
                  <a:moveTo>
                    <a:pt x="10160" y="39370"/>
                  </a:moveTo>
                  <a:lnTo>
                    <a:pt x="0" y="39370"/>
                  </a:lnTo>
                  <a:lnTo>
                    <a:pt x="0" y="45719"/>
                  </a:lnTo>
                  <a:lnTo>
                    <a:pt x="10160" y="45719"/>
                  </a:lnTo>
                  <a:lnTo>
                    <a:pt x="10160" y="39370"/>
                  </a:lnTo>
                  <a:close/>
                </a:path>
                <a:path w="10160" h="896620">
                  <a:moveTo>
                    <a:pt x="1016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5720"/>
                  </a:lnTo>
                  <a:close/>
                </a:path>
                <a:path w="10160" h="896620">
                  <a:moveTo>
                    <a:pt x="1016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0160" y="52069"/>
                  </a:lnTo>
                  <a:lnTo>
                    <a:pt x="10160" y="48260"/>
                  </a:lnTo>
                  <a:close/>
                </a:path>
                <a:path w="10160" h="896620">
                  <a:moveTo>
                    <a:pt x="1016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52070"/>
                  </a:lnTo>
                  <a:close/>
                </a:path>
                <a:path w="10160" h="896620">
                  <a:moveTo>
                    <a:pt x="1016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0160" y="58419"/>
                  </a:lnTo>
                  <a:lnTo>
                    <a:pt x="10160" y="54610"/>
                  </a:lnTo>
                  <a:close/>
                </a:path>
                <a:path w="10160" h="896620">
                  <a:moveTo>
                    <a:pt x="10160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8420"/>
                  </a:lnTo>
                  <a:close/>
                </a:path>
                <a:path w="10160" h="896620">
                  <a:moveTo>
                    <a:pt x="10160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0160" y="64769"/>
                  </a:lnTo>
                  <a:lnTo>
                    <a:pt x="10160" y="60960"/>
                  </a:lnTo>
                  <a:close/>
                </a:path>
                <a:path w="10160" h="896620">
                  <a:moveTo>
                    <a:pt x="10160" y="64770"/>
                  </a:moveTo>
                  <a:lnTo>
                    <a:pt x="0" y="64770"/>
                  </a:lnTo>
                  <a:lnTo>
                    <a:pt x="0" y="73659"/>
                  </a:lnTo>
                  <a:lnTo>
                    <a:pt x="10160" y="73659"/>
                  </a:lnTo>
                  <a:lnTo>
                    <a:pt x="10160" y="64770"/>
                  </a:lnTo>
                  <a:close/>
                </a:path>
                <a:path w="10160" h="896620">
                  <a:moveTo>
                    <a:pt x="10160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0160" y="77469"/>
                  </a:lnTo>
                  <a:lnTo>
                    <a:pt x="10160" y="73660"/>
                  </a:lnTo>
                  <a:close/>
                </a:path>
                <a:path w="10160" h="896620">
                  <a:moveTo>
                    <a:pt x="10160" y="77470"/>
                  </a:moveTo>
                  <a:lnTo>
                    <a:pt x="0" y="77470"/>
                  </a:lnTo>
                  <a:lnTo>
                    <a:pt x="0" y="86359"/>
                  </a:lnTo>
                  <a:lnTo>
                    <a:pt x="10160" y="86359"/>
                  </a:lnTo>
                  <a:lnTo>
                    <a:pt x="10160" y="77470"/>
                  </a:lnTo>
                  <a:close/>
                </a:path>
                <a:path w="10160" h="896620">
                  <a:moveTo>
                    <a:pt x="10160" y="86360"/>
                  </a:moveTo>
                  <a:lnTo>
                    <a:pt x="0" y="86360"/>
                  </a:lnTo>
                  <a:lnTo>
                    <a:pt x="0" y="92709"/>
                  </a:lnTo>
                  <a:lnTo>
                    <a:pt x="10160" y="92709"/>
                  </a:lnTo>
                  <a:lnTo>
                    <a:pt x="10160" y="86360"/>
                  </a:lnTo>
                  <a:close/>
                </a:path>
                <a:path w="10160" h="896620">
                  <a:moveTo>
                    <a:pt x="10160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0160" y="96519"/>
                  </a:lnTo>
                  <a:lnTo>
                    <a:pt x="10160" y="92710"/>
                  </a:lnTo>
                  <a:close/>
                </a:path>
                <a:path w="10160" h="896620">
                  <a:moveTo>
                    <a:pt x="10160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0160" y="99059"/>
                  </a:lnTo>
                  <a:lnTo>
                    <a:pt x="10160" y="96520"/>
                  </a:lnTo>
                  <a:close/>
                </a:path>
                <a:path w="10160" h="896620">
                  <a:moveTo>
                    <a:pt x="10160" y="99060"/>
                  </a:moveTo>
                  <a:lnTo>
                    <a:pt x="0" y="99060"/>
                  </a:lnTo>
                  <a:lnTo>
                    <a:pt x="0" y="102869"/>
                  </a:lnTo>
                  <a:lnTo>
                    <a:pt x="10160" y="102869"/>
                  </a:lnTo>
                  <a:lnTo>
                    <a:pt x="10160" y="99060"/>
                  </a:lnTo>
                  <a:close/>
                </a:path>
                <a:path w="10160" h="896620">
                  <a:moveTo>
                    <a:pt x="10160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0160" y="105409"/>
                  </a:lnTo>
                  <a:lnTo>
                    <a:pt x="10160" y="102870"/>
                  </a:lnTo>
                  <a:close/>
                </a:path>
                <a:path w="10160" h="896620">
                  <a:moveTo>
                    <a:pt x="10160" y="105410"/>
                  </a:moveTo>
                  <a:lnTo>
                    <a:pt x="0" y="105410"/>
                  </a:lnTo>
                  <a:lnTo>
                    <a:pt x="0" y="111759"/>
                  </a:lnTo>
                  <a:lnTo>
                    <a:pt x="10160" y="111759"/>
                  </a:lnTo>
                  <a:lnTo>
                    <a:pt x="10160" y="105410"/>
                  </a:lnTo>
                  <a:close/>
                </a:path>
                <a:path w="10160" h="896620">
                  <a:moveTo>
                    <a:pt x="10160" y="111760"/>
                  </a:moveTo>
                  <a:lnTo>
                    <a:pt x="0" y="11176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111760"/>
                  </a:lnTo>
                  <a:close/>
                </a:path>
                <a:path w="10160" h="896620">
                  <a:moveTo>
                    <a:pt x="10160" y="892810"/>
                  </a:moveTo>
                  <a:lnTo>
                    <a:pt x="0" y="892810"/>
                  </a:lnTo>
                  <a:lnTo>
                    <a:pt x="0" y="896619"/>
                  </a:lnTo>
                  <a:lnTo>
                    <a:pt x="7620" y="896619"/>
                  </a:lnTo>
                  <a:lnTo>
                    <a:pt x="7620" y="894080"/>
                  </a:lnTo>
                  <a:lnTo>
                    <a:pt x="10160" y="894080"/>
                  </a:lnTo>
                  <a:lnTo>
                    <a:pt x="10160" y="892810"/>
                  </a:lnTo>
                  <a:close/>
                </a:path>
                <a:path w="10160" h="896620">
                  <a:moveTo>
                    <a:pt x="10160" y="886460"/>
                  </a:moveTo>
                  <a:lnTo>
                    <a:pt x="0" y="886460"/>
                  </a:lnTo>
                  <a:lnTo>
                    <a:pt x="0" y="891539"/>
                  </a:lnTo>
                  <a:lnTo>
                    <a:pt x="10160" y="891539"/>
                  </a:lnTo>
                  <a:lnTo>
                    <a:pt x="10160" y="886460"/>
                  </a:lnTo>
                  <a:close/>
                </a:path>
                <a:path w="10160" h="896620">
                  <a:moveTo>
                    <a:pt x="10160" y="880110"/>
                  </a:moveTo>
                  <a:lnTo>
                    <a:pt x="0" y="880110"/>
                  </a:lnTo>
                  <a:lnTo>
                    <a:pt x="0" y="885189"/>
                  </a:lnTo>
                  <a:lnTo>
                    <a:pt x="10160" y="885189"/>
                  </a:lnTo>
                  <a:lnTo>
                    <a:pt x="10160" y="880110"/>
                  </a:lnTo>
                  <a:close/>
                </a:path>
                <a:path w="10160" h="896620">
                  <a:moveTo>
                    <a:pt x="10160" y="873760"/>
                  </a:moveTo>
                  <a:lnTo>
                    <a:pt x="0" y="873760"/>
                  </a:lnTo>
                  <a:lnTo>
                    <a:pt x="0" y="878839"/>
                  </a:lnTo>
                  <a:lnTo>
                    <a:pt x="10160" y="878839"/>
                  </a:lnTo>
                  <a:lnTo>
                    <a:pt x="10160" y="873760"/>
                  </a:lnTo>
                  <a:close/>
                </a:path>
                <a:path w="10160" h="896620">
                  <a:moveTo>
                    <a:pt x="10160" y="867410"/>
                  </a:moveTo>
                  <a:lnTo>
                    <a:pt x="0" y="867410"/>
                  </a:lnTo>
                  <a:lnTo>
                    <a:pt x="0" y="872489"/>
                  </a:lnTo>
                  <a:lnTo>
                    <a:pt x="10160" y="872489"/>
                  </a:lnTo>
                  <a:lnTo>
                    <a:pt x="10160" y="867410"/>
                  </a:lnTo>
                  <a:close/>
                </a:path>
                <a:path w="10160" h="896620">
                  <a:moveTo>
                    <a:pt x="10160" y="861060"/>
                  </a:moveTo>
                  <a:lnTo>
                    <a:pt x="0" y="861060"/>
                  </a:lnTo>
                  <a:lnTo>
                    <a:pt x="0" y="866139"/>
                  </a:lnTo>
                  <a:lnTo>
                    <a:pt x="10160" y="866139"/>
                  </a:lnTo>
                  <a:lnTo>
                    <a:pt x="10160" y="861060"/>
                  </a:lnTo>
                  <a:close/>
                </a:path>
                <a:path w="10160" h="896620">
                  <a:moveTo>
                    <a:pt x="10160" y="854710"/>
                  </a:moveTo>
                  <a:lnTo>
                    <a:pt x="0" y="854710"/>
                  </a:lnTo>
                  <a:lnTo>
                    <a:pt x="0" y="859789"/>
                  </a:lnTo>
                  <a:lnTo>
                    <a:pt x="10160" y="859789"/>
                  </a:lnTo>
                  <a:lnTo>
                    <a:pt x="10160" y="854710"/>
                  </a:lnTo>
                  <a:close/>
                </a:path>
                <a:path w="10160" h="896620">
                  <a:moveTo>
                    <a:pt x="10160" y="848360"/>
                  </a:moveTo>
                  <a:lnTo>
                    <a:pt x="0" y="848360"/>
                  </a:lnTo>
                  <a:lnTo>
                    <a:pt x="0" y="853439"/>
                  </a:lnTo>
                  <a:lnTo>
                    <a:pt x="10160" y="853439"/>
                  </a:lnTo>
                  <a:lnTo>
                    <a:pt x="10160" y="848360"/>
                  </a:lnTo>
                  <a:close/>
                </a:path>
                <a:path w="10160" h="896620">
                  <a:moveTo>
                    <a:pt x="10160" y="842010"/>
                  </a:moveTo>
                  <a:lnTo>
                    <a:pt x="0" y="842010"/>
                  </a:lnTo>
                  <a:lnTo>
                    <a:pt x="0" y="847089"/>
                  </a:lnTo>
                  <a:lnTo>
                    <a:pt x="10160" y="847089"/>
                  </a:lnTo>
                  <a:lnTo>
                    <a:pt x="10160" y="842010"/>
                  </a:lnTo>
                  <a:close/>
                </a:path>
                <a:path w="10160" h="896620">
                  <a:moveTo>
                    <a:pt x="10160" y="835660"/>
                  </a:moveTo>
                  <a:lnTo>
                    <a:pt x="0" y="835660"/>
                  </a:lnTo>
                  <a:lnTo>
                    <a:pt x="0" y="840739"/>
                  </a:lnTo>
                  <a:lnTo>
                    <a:pt x="10160" y="840739"/>
                  </a:lnTo>
                  <a:lnTo>
                    <a:pt x="10160" y="835660"/>
                  </a:lnTo>
                  <a:close/>
                </a:path>
                <a:path w="10160" h="896620">
                  <a:moveTo>
                    <a:pt x="10160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0160" y="834389"/>
                  </a:lnTo>
                  <a:lnTo>
                    <a:pt x="10160" y="829310"/>
                  </a:lnTo>
                  <a:close/>
                </a:path>
                <a:path w="10160" h="896620">
                  <a:moveTo>
                    <a:pt x="10160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0160" y="828039"/>
                  </a:lnTo>
                  <a:lnTo>
                    <a:pt x="10160" y="822960"/>
                  </a:lnTo>
                  <a:close/>
                </a:path>
                <a:path w="10160" h="896620">
                  <a:moveTo>
                    <a:pt x="10160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0160" y="821689"/>
                  </a:lnTo>
                  <a:lnTo>
                    <a:pt x="10160" y="816610"/>
                  </a:lnTo>
                  <a:close/>
                </a:path>
                <a:path w="10160" h="896620">
                  <a:moveTo>
                    <a:pt x="10160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0160" y="815339"/>
                  </a:lnTo>
                  <a:lnTo>
                    <a:pt x="10160" y="810260"/>
                  </a:lnTo>
                  <a:close/>
                </a:path>
                <a:path w="10160" h="896620">
                  <a:moveTo>
                    <a:pt x="10160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0160" y="808990"/>
                  </a:lnTo>
                  <a:lnTo>
                    <a:pt x="10160" y="803910"/>
                  </a:lnTo>
                  <a:close/>
                </a:path>
                <a:path w="10160" h="896620">
                  <a:moveTo>
                    <a:pt x="10160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0160" y="802640"/>
                  </a:lnTo>
                  <a:lnTo>
                    <a:pt x="10160" y="797560"/>
                  </a:lnTo>
                  <a:close/>
                </a:path>
                <a:path w="10160" h="896620">
                  <a:moveTo>
                    <a:pt x="10160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0160" y="796290"/>
                  </a:lnTo>
                  <a:lnTo>
                    <a:pt x="10160" y="791210"/>
                  </a:lnTo>
                  <a:close/>
                </a:path>
                <a:path w="10160" h="896620">
                  <a:moveTo>
                    <a:pt x="10160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0160" y="789940"/>
                  </a:lnTo>
                  <a:lnTo>
                    <a:pt x="10160" y="784860"/>
                  </a:lnTo>
                  <a:close/>
                </a:path>
                <a:path w="10160" h="896620">
                  <a:moveTo>
                    <a:pt x="10160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0160" y="783590"/>
                  </a:lnTo>
                  <a:lnTo>
                    <a:pt x="10160" y="778510"/>
                  </a:lnTo>
                  <a:close/>
                </a:path>
                <a:path w="10160" h="896620">
                  <a:moveTo>
                    <a:pt x="10160" y="767080"/>
                  </a:moveTo>
                  <a:lnTo>
                    <a:pt x="0" y="767080"/>
                  </a:lnTo>
                  <a:lnTo>
                    <a:pt x="0" y="777240"/>
                  </a:lnTo>
                  <a:lnTo>
                    <a:pt x="10160" y="777240"/>
                  </a:lnTo>
                  <a:lnTo>
                    <a:pt x="10160" y="76708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955">
              <a:extLst>
                <a:ext uri="{FF2B5EF4-FFF2-40B4-BE49-F238E27FC236}">
                  <a16:creationId xmlns:a16="http://schemas.microsoft.com/office/drawing/2014/main" id="{7FF7E88B-266E-D16E-34B7-4595AB3C3E33}"/>
                </a:ext>
              </a:extLst>
            </p:cNvPr>
            <p:cNvSpPr/>
            <p:nvPr/>
          </p:nvSpPr>
          <p:spPr>
            <a:xfrm>
              <a:off x="4714240" y="5384800"/>
              <a:ext cx="11430" cy="766445"/>
            </a:xfrm>
            <a:custGeom>
              <a:avLst/>
              <a:gdLst/>
              <a:ahLst/>
              <a:cxnLst/>
              <a:rect l="l" t="t" r="r" b="b"/>
              <a:pathLst>
                <a:path w="11429" h="766445">
                  <a:moveTo>
                    <a:pt x="762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  <a:path w="11429" h="766445">
                  <a:moveTo>
                    <a:pt x="11430" y="111772"/>
                  </a:moveTo>
                  <a:lnTo>
                    <a:pt x="0" y="111772"/>
                  </a:lnTo>
                  <a:lnTo>
                    <a:pt x="0" y="765822"/>
                  </a:lnTo>
                  <a:lnTo>
                    <a:pt x="11430" y="765822"/>
                  </a:lnTo>
                  <a:lnTo>
                    <a:pt x="11430" y="111772"/>
                  </a:lnTo>
                  <a:close/>
                </a:path>
                <a:path w="11429" h="766445">
                  <a:moveTo>
                    <a:pt x="11430" y="105422"/>
                  </a:moveTo>
                  <a:lnTo>
                    <a:pt x="0" y="105422"/>
                  </a:lnTo>
                  <a:lnTo>
                    <a:pt x="0" y="111760"/>
                  </a:lnTo>
                  <a:lnTo>
                    <a:pt x="11430" y="111760"/>
                  </a:lnTo>
                  <a:lnTo>
                    <a:pt x="11430" y="105422"/>
                  </a:lnTo>
                  <a:close/>
                </a:path>
                <a:path w="11429" h="766445">
                  <a:moveTo>
                    <a:pt x="11430" y="102882"/>
                  </a:moveTo>
                  <a:lnTo>
                    <a:pt x="0" y="102882"/>
                  </a:lnTo>
                  <a:lnTo>
                    <a:pt x="0" y="105410"/>
                  </a:lnTo>
                  <a:lnTo>
                    <a:pt x="11430" y="105410"/>
                  </a:lnTo>
                  <a:lnTo>
                    <a:pt x="11430" y="102882"/>
                  </a:lnTo>
                  <a:close/>
                </a:path>
                <a:path w="11429" h="766445">
                  <a:moveTo>
                    <a:pt x="11430" y="99072"/>
                  </a:moveTo>
                  <a:lnTo>
                    <a:pt x="0" y="99072"/>
                  </a:lnTo>
                  <a:lnTo>
                    <a:pt x="0" y="102870"/>
                  </a:lnTo>
                  <a:lnTo>
                    <a:pt x="11430" y="102870"/>
                  </a:lnTo>
                  <a:lnTo>
                    <a:pt x="11430" y="99072"/>
                  </a:lnTo>
                  <a:close/>
                </a:path>
                <a:path w="11429" h="766445">
                  <a:moveTo>
                    <a:pt x="11430" y="96532"/>
                  </a:moveTo>
                  <a:lnTo>
                    <a:pt x="0" y="96532"/>
                  </a:lnTo>
                  <a:lnTo>
                    <a:pt x="0" y="99060"/>
                  </a:lnTo>
                  <a:lnTo>
                    <a:pt x="11430" y="99060"/>
                  </a:lnTo>
                  <a:lnTo>
                    <a:pt x="11430" y="96532"/>
                  </a:lnTo>
                  <a:close/>
                </a:path>
                <a:path w="11429" h="766445">
                  <a:moveTo>
                    <a:pt x="11430" y="92722"/>
                  </a:moveTo>
                  <a:lnTo>
                    <a:pt x="0" y="92722"/>
                  </a:lnTo>
                  <a:lnTo>
                    <a:pt x="0" y="96520"/>
                  </a:lnTo>
                  <a:lnTo>
                    <a:pt x="11430" y="96520"/>
                  </a:lnTo>
                  <a:lnTo>
                    <a:pt x="11430" y="92722"/>
                  </a:lnTo>
                  <a:close/>
                </a:path>
                <a:path w="11429" h="766445">
                  <a:moveTo>
                    <a:pt x="11430" y="86372"/>
                  </a:moveTo>
                  <a:lnTo>
                    <a:pt x="0" y="86372"/>
                  </a:lnTo>
                  <a:lnTo>
                    <a:pt x="0" y="92710"/>
                  </a:lnTo>
                  <a:lnTo>
                    <a:pt x="11430" y="92710"/>
                  </a:lnTo>
                  <a:lnTo>
                    <a:pt x="11430" y="86372"/>
                  </a:lnTo>
                  <a:close/>
                </a:path>
                <a:path w="11429" h="766445">
                  <a:moveTo>
                    <a:pt x="11430" y="77482"/>
                  </a:moveTo>
                  <a:lnTo>
                    <a:pt x="0" y="77482"/>
                  </a:lnTo>
                  <a:lnTo>
                    <a:pt x="0" y="86360"/>
                  </a:lnTo>
                  <a:lnTo>
                    <a:pt x="11430" y="86360"/>
                  </a:lnTo>
                  <a:lnTo>
                    <a:pt x="11430" y="77482"/>
                  </a:lnTo>
                  <a:close/>
                </a:path>
                <a:path w="11429" h="766445">
                  <a:moveTo>
                    <a:pt x="11430" y="73672"/>
                  </a:moveTo>
                  <a:lnTo>
                    <a:pt x="0" y="73672"/>
                  </a:lnTo>
                  <a:lnTo>
                    <a:pt x="0" y="77470"/>
                  </a:lnTo>
                  <a:lnTo>
                    <a:pt x="11430" y="77470"/>
                  </a:lnTo>
                  <a:lnTo>
                    <a:pt x="11430" y="73672"/>
                  </a:lnTo>
                  <a:close/>
                </a:path>
                <a:path w="11429" h="766445">
                  <a:moveTo>
                    <a:pt x="11430" y="64782"/>
                  </a:moveTo>
                  <a:lnTo>
                    <a:pt x="0" y="64782"/>
                  </a:lnTo>
                  <a:lnTo>
                    <a:pt x="0" y="73660"/>
                  </a:lnTo>
                  <a:lnTo>
                    <a:pt x="11430" y="73660"/>
                  </a:lnTo>
                  <a:lnTo>
                    <a:pt x="11430" y="64782"/>
                  </a:lnTo>
                  <a:close/>
                </a:path>
                <a:path w="11429" h="766445">
                  <a:moveTo>
                    <a:pt x="11430" y="60972"/>
                  </a:moveTo>
                  <a:lnTo>
                    <a:pt x="0" y="60972"/>
                  </a:lnTo>
                  <a:lnTo>
                    <a:pt x="0" y="64770"/>
                  </a:lnTo>
                  <a:lnTo>
                    <a:pt x="11430" y="64770"/>
                  </a:lnTo>
                  <a:lnTo>
                    <a:pt x="11430" y="60972"/>
                  </a:lnTo>
                  <a:close/>
                </a:path>
                <a:path w="11429" h="766445">
                  <a:moveTo>
                    <a:pt x="11430" y="58432"/>
                  </a:moveTo>
                  <a:lnTo>
                    <a:pt x="0" y="58432"/>
                  </a:lnTo>
                  <a:lnTo>
                    <a:pt x="0" y="60960"/>
                  </a:lnTo>
                  <a:lnTo>
                    <a:pt x="11430" y="60960"/>
                  </a:lnTo>
                  <a:lnTo>
                    <a:pt x="11430" y="58432"/>
                  </a:lnTo>
                  <a:close/>
                </a:path>
                <a:path w="11429" h="766445">
                  <a:moveTo>
                    <a:pt x="11430" y="54622"/>
                  </a:moveTo>
                  <a:lnTo>
                    <a:pt x="0" y="54622"/>
                  </a:lnTo>
                  <a:lnTo>
                    <a:pt x="0" y="58420"/>
                  </a:lnTo>
                  <a:lnTo>
                    <a:pt x="11430" y="58420"/>
                  </a:lnTo>
                  <a:lnTo>
                    <a:pt x="11430" y="54622"/>
                  </a:lnTo>
                  <a:close/>
                </a:path>
                <a:path w="11429" h="766445">
                  <a:moveTo>
                    <a:pt x="11430" y="52082"/>
                  </a:moveTo>
                  <a:lnTo>
                    <a:pt x="0" y="52082"/>
                  </a:lnTo>
                  <a:lnTo>
                    <a:pt x="0" y="54610"/>
                  </a:lnTo>
                  <a:lnTo>
                    <a:pt x="11430" y="54610"/>
                  </a:lnTo>
                  <a:lnTo>
                    <a:pt x="11430" y="52082"/>
                  </a:lnTo>
                  <a:close/>
                </a:path>
                <a:path w="11429" h="766445">
                  <a:moveTo>
                    <a:pt x="11430" y="48272"/>
                  </a:moveTo>
                  <a:lnTo>
                    <a:pt x="0" y="48272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8272"/>
                  </a:lnTo>
                  <a:close/>
                </a:path>
                <a:path w="11429" h="766445">
                  <a:moveTo>
                    <a:pt x="11430" y="45732"/>
                  </a:moveTo>
                  <a:lnTo>
                    <a:pt x="0" y="45732"/>
                  </a:lnTo>
                  <a:lnTo>
                    <a:pt x="0" y="48260"/>
                  </a:lnTo>
                  <a:lnTo>
                    <a:pt x="11430" y="48260"/>
                  </a:lnTo>
                  <a:lnTo>
                    <a:pt x="11430" y="45732"/>
                  </a:lnTo>
                  <a:close/>
                </a:path>
                <a:path w="11429" h="766445">
                  <a:moveTo>
                    <a:pt x="11430" y="39382"/>
                  </a:moveTo>
                  <a:lnTo>
                    <a:pt x="0" y="39382"/>
                  </a:lnTo>
                  <a:lnTo>
                    <a:pt x="0" y="45720"/>
                  </a:lnTo>
                  <a:lnTo>
                    <a:pt x="11430" y="45720"/>
                  </a:lnTo>
                  <a:lnTo>
                    <a:pt x="11430" y="39382"/>
                  </a:lnTo>
                  <a:close/>
                </a:path>
                <a:path w="11429" h="766445">
                  <a:moveTo>
                    <a:pt x="11430" y="35572"/>
                  </a:moveTo>
                  <a:lnTo>
                    <a:pt x="0" y="35572"/>
                  </a:lnTo>
                  <a:lnTo>
                    <a:pt x="0" y="39370"/>
                  </a:lnTo>
                  <a:lnTo>
                    <a:pt x="11430" y="39370"/>
                  </a:lnTo>
                  <a:lnTo>
                    <a:pt x="11430" y="35572"/>
                  </a:lnTo>
                  <a:close/>
                </a:path>
                <a:path w="11429" h="766445">
                  <a:moveTo>
                    <a:pt x="11430" y="33032"/>
                  </a:moveTo>
                  <a:lnTo>
                    <a:pt x="0" y="33032"/>
                  </a:lnTo>
                  <a:lnTo>
                    <a:pt x="0" y="35560"/>
                  </a:lnTo>
                  <a:lnTo>
                    <a:pt x="11430" y="35560"/>
                  </a:lnTo>
                  <a:lnTo>
                    <a:pt x="11430" y="33032"/>
                  </a:lnTo>
                  <a:close/>
                </a:path>
                <a:path w="11429" h="766445">
                  <a:moveTo>
                    <a:pt x="11430" y="29222"/>
                  </a:moveTo>
                  <a:lnTo>
                    <a:pt x="0" y="29222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29222"/>
                  </a:lnTo>
                  <a:close/>
                </a:path>
                <a:path w="11429" h="766445">
                  <a:moveTo>
                    <a:pt x="11430" y="26682"/>
                  </a:moveTo>
                  <a:lnTo>
                    <a:pt x="0" y="26682"/>
                  </a:lnTo>
                  <a:lnTo>
                    <a:pt x="0" y="29210"/>
                  </a:lnTo>
                  <a:lnTo>
                    <a:pt x="11430" y="29210"/>
                  </a:lnTo>
                  <a:lnTo>
                    <a:pt x="11430" y="26682"/>
                  </a:lnTo>
                  <a:close/>
                </a:path>
                <a:path w="11429" h="766445">
                  <a:moveTo>
                    <a:pt x="11430" y="22872"/>
                  </a:moveTo>
                  <a:lnTo>
                    <a:pt x="0" y="22872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2872"/>
                  </a:lnTo>
                  <a:close/>
                </a:path>
                <a:path w="11429" h="766445">
                  <a:moveTo>
                    <a:pt x="11430" y="20332"/>
                  </a:moveTo>
                  <a:lnTo>
                    <a:pt x="0" y="20332"/>
                  </a:lnTo>
                  <a:lnTo>
                    <a:pt x="0" y="22860"/>
                  </a:lnTo>
                  <a:lnTo>
                    <a:pt x="11430" y="22860"/>
                  </a:lnTo>
                  <a:lnTo>
                    <a:pt x="11430" y="20332"/>
                  </a:lnTo>
                  <a:close/>
                </a:path>
                <a:path w="11429" h="766445">
                  <a:moveTo>
                    <a:pt x="11430" y="16522"/>
                  </a:moveTo>
                  <a:lnTo>
                    <a:pt x="0" y="16522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6522"/>
                  </a:lnTo>
                  <a:close/>
                </a:path>
                <a:path w="11429" h="766445">
                  <a:moveTo>
                    <a:pt x="11430" y="13982"/>
                  </a:moveTo>
                  <a:lnTo>
                    <a:pt x="0" y="13982"/>
                  </a:lnTo>
                  <a:lnTo>
                    <a:pt x="0" y="16510"/>
                  </a:lnTo>
                  <a:lnTo>
                    <a:pt x="11430" y="16510"/>
                  </a:lnTo>
                  <a:lnTo>
                    <a:pt x="11430" y="13982"/>
                  </a:lnTo>
                  <a:close/>
                </a:path>
                <a:path w="11429" h="766445">
                  <a:moveTo>
                    <a:pt x="11430" y="10172"/>
                  </a:moveTo>
                  <a:lnTo>
                    <a:pt x="0" y="10172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10172"/>
                  </a:lnTo>
                  <a:close/>
                </a:path>
                <a:path w="11429" h="766445">
                  <a:moveTo>
                    <a:pt x="11430" y="7632"/>
                  </a:moveTo>
                  <a:lnTo>
                    <a:pt x="0" y="7632"/>
                  </a:lnTo>
                  <a:lnTo>
                    <a:pt x="0" y="10160"/>
                  </a:lnTo>
                  <a:lnTo>
                    <a:pt x="11430" y="10160"/>
                  </a:lnTo>
                  <a:lnTo>
                    <a:pt x="11430" y="7632"/>
                  </a:lnTo>
                  <a:close/>
                </a:path>
                <a:path w="11429" h="766445">
                  <a:moveTo>
                    <a:pt x="11430" y="3822"/>
                  </a:moveTo>
                  <a:lnTo>
                    <a:pt x="0" y="3822"/>
                  </a:lnTo>
                  <a:lnTo>
                    <a:pt x="0" y="7620"/>
                  </a:lnTo>
                  <a:lnTo>
                    <a:pt x="11430" y="7620"/>
                  </a:lnTo>
                  <a:lnTo>
                    <a:pt x="11430" y="3822"/>
                  </a:lnTo>
                  <a:close/>
                </a:path>
                <a:path w="11429" h="766445">
                  <a:moveTo>
                    <a:pt x="11430" y="1282"/>
                  </a:moveTo>
                  <a:lnTo>
                    <a:pt x="0" y="1282"/>
                  </a:lnTo>
                  <a:lnTo>
                    <a:pt x="0" y="3810"/>
                  </a:lnTo>
                  <a:lnTo>
                    <a:pt x="11430" y="3810"/>
                  </a:lnTo>
                  <a:lnTo>
                    <a:pt x="11430" y="1282"/>
                  </a:lnTo>
                  <a:close/>
                </a:path>
              </a:pathLst>
            </a:custGeom>
            <a:solidFill>
              <a:srgbClr val="7575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956">
              <a:extLst>
                <a:ext uri="{FF2B5EF4-FFF2-40B4-BE49-F238E27FC236}">
                  <a16:creationId xmlns:a16="http://schemas.microsoft.com/office/drawing/2014/main" id="{4D3DA424-14CD-92A3-7313-234D92921D9D}"/>
                </a:ext>
              </a:extLst>
            </p:cNvPr>
            <p:cNvSpPr/>
            <p:nvPr/>
          </p:nvSpPr>
          <p:spPr>
            <a:xfrm>
              <a:off x="4719955" y="6151880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7000"/>
                  </a:lnTo>
                </a:path>
              </a:pathLst>
            </a:custGeom>
            <a:ln w="11430">
              <a:solidFill>
                <a:srgbClr val="757599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957">
              <a:extLst>
                <a:ext uri="{FF2B5EF4-FFF2-40B4-BE49-F238E27FC236}">
                  <a16:creationId xmlns:a16="http://schemas.microsoft.com/office/drawing/2014/main" id="{6CEA4514-AF00-4DB2-E761-90ECBD07960E}"/>
                </a:ext>
              </a:extLst>
            </p:cNvPr>
            <p:cNvSpPr/>
            <p:nvPr/>
          </p:nvSpPr>
          <p:spPr>
            <a:xfrm>
              <a:off x="4725669" y="5386070"/>
              <a:ext cx="11430" cy="892810"/>
            </a:xfrm>
            <a:custGeom>
              <a:avLst/>
              <a:gdLst/>
              <a:ahLst/>
              <a:cxnLst/>
              <a:rect l="l" t="t" r="r" b="b"/>
              <a:pathLst>
                <a:path w="11429" h="892810">
                  <a:moveTo>
                    <a:pt x="101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429" y="2539"/>
                  </a:lnTo>
                  <a:lnTo>
                    <a:pt x="11429" y="1269"/>
                  </a:lnTo>
                  <a:lnTo>
                    <a:pt x="10159" y="1269"/>
                  </a:lnTo>
                  <a:lnTo>
                    <a:pt x="10159" y="0"/>
                  </a:lnTo>
                  <a:close/>
                </a:path>
                <a:path w="11429" h="892810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892810">
                  <a:moveTo>
                    <a:pt x="11429" y="6350"/>
                  </a:moveTo>
                  <a:lnTo>
                    <a:pt x="0" y="6350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50"/>
                  </a:lnTo>
                  <a:close/>
                </a:path>
                <a:path w="11429" h="892810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892810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892810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892810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892810">
                  <a:moveTo>
                    <a:pt x="11429" y="21590"/>
                  </a:moveTo>
                  <a:lnTo>
                    <a:pt x="0" y="21590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90"/>
                  </a:lnTo>
                  <a:close/>
                </a:path>
                <a:path w="11429" h="892810">
                  <a:moveTo>
                    <a:pt x="1142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29" y="27939"/>
                  </a:lnTo>
                  <a:lnTo>
                    <a:pt x="11429" y="25399"/>
                  </a:lnTo>
                  <a:close/>
                </a:path>
                <a:path w="11429" h="892810">
                  <a:moveTo>
                    <a:pt x="1142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7939"/>
                  </a:lnTo>
                  <a:close/>
                </a:path>
                <a:path w="11429" h="892810">
                  <a:moveTo>
                    <a:pt x="1142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31749"/>
                  </a:lnTo>
                  <a:close/>
                </a:path>
                <a:path w="11429" h="892810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892810">
                  <a:moveTo>
                    <a:pt x="11429" y="38100"/>
                  </a:moveTo>
                  <a:lnTo>
                    <a:pt x="0" y="38100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38100"/>
                  </a:lnTo>
                  <a:close/>
                </a:path>
                <a:path w="11429" h="892810">
                  <a:moveTo>
                    <a:pt x="1142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44449"/>
                  </a:lnTo>
                  <a:close/>
                </a:path>
                <a:path w="11429" h="892810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892810">
                  <a:moveTo>
                    <a:pt x="1142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29" y="53339"/>
                  </a:lnTo>
                  <a:lnTo>
                    <a:pt x="11429" y="50799"/>
                  </a:lnTo>
                  <a:close/>
                </a:path>
                <a:path w="11429" h="892810">
                  <a:moveTo>
                    <a:pt x="1142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3339"/>
                  </a:lnTo>
                  <a:close/>
                </a:path>
                <a:path w="11429" h="892810">
                  <a:moveTo>
                    <a:pt x="1142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7149"/>
                  </a:lnTo>
                  <a:close/>
                </a:path>
                <a:path w="11429" h="892810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892810">
                  <a:moveTo>
                    <a:pt x="11429" y="63499"/>
                  </a:moveTo>
                  <a:lnTo>
                    <a:pt x="0" y="6349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3499"/>
                  </a:lnTo>
                  <a:close/>
                </a:path>
                <a:path w="11429" h="892810">
                  <a:moveTo>
                    <a:pt x="11429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2389"/>
                  </a:lnTo>
                  <a:close/>
                </a:path>
                <a:path w="11429" h="892810">
                  <a:moveTo>
                    <a:pt x="11429" y="76199"/>
                  </a:moveTo>
                  <a:lnTo>
                    <a:pt x="0" y="76199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76199"/>
                  </a:lnTo>
                  <a:close/>
                </a:path>
                <a:path w="11429" h="892810">
                  <a:moveTo>
                    <a:pt x="11429" y="85089"/>
                  </a:moveTo>
                  <a:lnTo>
                    <a:pt x="0" y="85089"/>
                  </a:lnTo>
                  <a:lnTo>
                    <a:pt x="0" y="91439"/>
                  </a:lnTo>
                  <a:lnTo>
                    <a:pt x="11429" y="91439"/>
                  </a:lnTo>
                  <a:lnTo>
                    <a:pt x="11429" y="85089"/>
                  </a:lnTo>
                  <a:close/>
                </a:path>
                <a:path w="11429" h="892810">
                  <a:moveTo>
                    <a:pt x="11429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1439"/>
                  </a:lnTo>
                  <a:close/>
                </a:path>
                <a:path w="11429" h="892810">
                  <a:moveTo>
                    <a:pt x="11429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29" y="97789"/>
                  </a:lnTo>
                  <a:lnTo>
                    <a:pt x="11429" y="95249"/>
                  </a:lnTo>
                  <a:close/>
                </a:path>
                <a:path w="11429" h="892810">
                  <a:moveTo>
                    <a:pt x="11429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7789"/>
                  </a:lnTo>
                  <a:close/>
                </a:path>
                <a:path w="11429" h="892810">
                  <a:moveTo>
                    <a:pt x="11429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1429" y="104139"/>
                  </a:lnTo>
                  <a:lnTo>
                    <a:pt x="11429" y="101599"/>
                  </a:lnTo>
                  <a:close/>
                </a:path>
                <a:path w="11429" h="892810">
                  <a:moveTo>
                    <a:pt x="11429" y="104139"/>
                  </a:moveTo>
                  <a:lnTo>
                    <a:pt x="0" y="104139"/>
                  </a:lnTo>
                  <a:lnTo>
                    <a:pt x="0" y="110489"/>
                  </a:lnTo>
                  <a:lnTo>
                    <a:pt x="11429" y="110489"/>
                  </a:lnTo>
                  <a:lnTo>
                    <a:pt x="11429" y="104139"/>
                  </a:lnTo>
                  <a:close/>
                </a:path>
                <a:path w="11429" h="892810">
                  <a:moveTo>
                    <a:pt x="11429" y="110489"/>
                  </a:moveTo>
                  <a:lnTo>
                    <a:pt x="0" y="110489"/>
                  </a:lnTo>
                  <a:lnTo>
                    <a:pt x="0" y="764539"/>
                  </a:lnTo>
                  <a:lnTo>
                    <a:pt x="11429" y="764539"/>
                  </a:lnTo>
                  <a:lnTo>
                    <a:pt x="11429" y="110489"/>
                  </a:lnTo>
                  <a:close/>
                </a:path>
                <a:path w="11429" h="892810">
                  <a:moveTo>
                    <a:pt x="1269" y="891539"/>
                  </a:moveTo>
                  <a:lnTo>
                    <a:pt x="0" y="891539"/>
                  </a:lnTo>
                  <a:lnTo>
                    <a:pt x="0" y="892809"/>
                  </a:lnTo>
                  <a:lnTo>
                    <a:pt x="1269" y="892809"/>
                  </a:lnTo>
                  <a:lnTo>
                    <a:pt x="1269" y="891539"/>
                  </a:lnTo>
                  <a:close/>
                </a:path>
                <a:path w="11429" h="892810">
                  <a:moveTo>
                    <a:pt x="11429" y="885189"/>
                  </a:moveTo>
                  <a:lnTo>
                    <a:pt x="0" y="885189"/>
                  </a:lnTo>
                  <a:lnTo>
                    <a:pt x="0" y="890269"/>
                  </a:lnTo>
                  <a:lnTo>
                    <a:pt x="11429" y="890269"/>
                  </a:lnTo>
                  <a:lnTo>
                    <a:pt x="11429" y="885189"/>
                  </a:lnTo>
                  <a:close/>
                </a:path>
                <a:path w="11429" h="892810">
                  <a:moveTo>
                    <a:pt x="11429" y="878839"/>
                  </a:moveTo>
                  <a:lnTo>
                    <a:pt x="0" y="878839"/>
                  </a:lnTo>
                  <a:lnTo>
                    <a:pt x="0" y="883919"/>
                  </a:lnTo>
                  <a:lnTo>
                    <a:pt x="11429" y="883919"/>
                  </a:lnTo>
                  <a:lnTo>
                    <a:pt x="11429" y="878839"/>
                  </a:lnTo>
                  <a:close/>
                </a:path>
                <a:path w="11429" h="892810">
                  <a:moveTo>
                    <a:pt x="11429" y="872489"/>
                  </a:moveTo>
                  <a:lnTo>
                    <a:pt x="0" y="872489"/>
                  </a:lnTo>
                  <a:lnTo>
                    <a:pt x="0" y="877569"/>
                  </a:lnTo>
                  <a:lnTo>
                    <a:pt x="11429" y="877569"/>
                  </a:lnTo>
                  <a:lnTo>
                    <a:pt x="11429" y="872489"/>
                  </a:lnTo>
                  <a:close/>
                </a:path>
                <a:path w="11429" h="892810">
                  <a:moveTo>
                    <a:pt x="11429" y="866139"/>
                  </a:moveTo>
                  <a:lnTo>
                    <a:pt x="0" y="866139"/>
                  </a:lnTo>
                  <a:lnTo>
                    <a:pt x="0" y="871219"/>
                  </a:lnTo>
                  <a:lnTo>
                    <a:pt x="11429" y="871219"/>
                  </a:lnTo>
                  <a:lnTo>
                    <a:pt x="11429" y="866139"/>
                  </a:lnTo>
                  <a:close/>
                </a:path>
                <a:path w="11429" h="892810">
                  <a:moveTo>
                    <a:pt x="11429" y="859789"/>
                  </a:moveTo>
                  <a:lnTo>
                    <a:pt x="0" y="859789"/>
                  </a:lnTo>
                  <a:lnTo>
                    <a:pt x="0" y="864869"/>
                  </a:lnTo>
                  <a:lnTo>
                    <a:pt x="11429" y="864869"/>
                  </a:lnTo>
                  <a:lnTo>
                    <a:pt x="11429" y="859789"/>
                  </a:lnTo>
                  <a:close/>
                </a:path>
                <a:path w="11429" h="892810">
                  <a:moveTo>
                    <a:pt x="11429" y="853439"/>
                  </a:moveTo>
                  <a:lnTo>
                    <a:pt x="0" y="853439"/>
                  </a:lnTo>
                  <a:lnTo>
                    <a:pt x="0" y="858519"/>
                  </a:lnTo>
                  <a:lnTo>
                    <a:pt x="11429" y="858519"/>
                  </a:lnTo>
                  <a:lnTo>
                    <a:pt x="11429" y="853439"/>
                  </a:lnTo>
                  <a:close/>
                </a:path>
                <a:path w="11429" h="892810">
                  <a:moveTo>
                    <a:pt x="11429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1429" y="852169"/>
                  </a:lnTo>
                  <a:lnTo>
                    <a:pt x="11429" y="847089"/>
                  </a:lnTo>
                  <a:close/>
                </a:path>
                <a:path w="11429" h="892810">
                  <a:moveTo>
                    <a:pt x="11429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1429" y="845819"/>
                  </a:lnTo>
                  <a:lnTo>
                    <a:pt x="11429" y="840739"/>
                  </a:lnTo>
                  <a:close/>
                </a:path>
                <a:path w="11429" h="892810">
                  <a:moveTo>
                    <a:pt x="11429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1429" y="839469"/>
                  </a:lnTo>
                  <a:lnTo>
                    <a:pt x="11429" y="834389"/>
                  </a:lnTo>
                  <a:close/>
                </a:path>
                <a:path w="11429" h="892810">
                  <a:moveTo>
                    <a:pt x="11429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1429" y="833119"/>
                  </a:lnTo>
                  <a:lnTo>
                    <a:pt x="11429" y="828039"/>
                  </a:lnTo>
                  <a:close/>
                </a:path>
                <a:path w="11429" h="892810">
                  <a:moveTo>
                    <a:pt x="11429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29" y="826769"/>
                  </a:lnTo>
                  <a:lnTo>
                    <a:pt x="11429" y="821689"/>
                  </a:lnTo>
                  <a:close/>
                </a:path>
                <a:path w="11429" h="892810">
                  <a:moveTo>
                    <a:pt x="11429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29" y="820419"/>
                  </a:lnTo>
                  <a:lnTo>
                    <a:pt x="11429" y="815339"/>
                  </a:lnTo>
                  <a:close/>
                </a:path>
                <a:path w="11429" h="892810">
                  <a:moveTo>
                    <a:pt x="1142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29" y="814069"/>
                  </a:lnTo>
                  <a:lnTo>
                    <a:pt x="11429" y="808989"/>
                  </a:lnTo>
                  <a:close/>
                </a:path>
                <a:path w="11429" h="892810">
                  <a:moveTo>
                    <a:pt x="1142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29" y="807719"/>
                  </a:lnTo>
                  <a:lnTo>
                    <a:pt x="11429" y="802639"/>
                  </a:lnTo>
                  <a:close/>
                </a:path>
                <a:path w="11429" h="89281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9281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9281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9281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92810">
                  <a:moveTo>
                    <a:pt x="11429" y="765809"/>
                  </a:moveTo>
                  <a:lnTo>
                    <a:pt x="0" y="76580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65809"/>
                  </a:lnTo>
                  <a:close/>
                </a:path>
              </a:pathLst>
            </a:custGeom>
            <a:solidFill>
              <a:srgbClr val="7575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958">
              <a:extLst>
                <a:ext uri="{FF2B5EF4-FFF2-40B4-BE49-F238E27FC236}">
                  <a16:creationId xmlns:a16="http://schemas.microsoft.com/office/drawing/2014/main" id="{634898A6-5EFF-A96C-44C6-A5279640EA0E}"/>
                </a:ext>
              </a:extLst>
            </p:cNvPr>
            <p:cNvSpPr/>
            <p:nvPr/>
          </p:nvSpPr>
          <p:spPr>
            <a:xfrm>
              <a:off x="4737100" y="5387340"/>
              <a:ext cx="10160" cy="890269"/>
            </a:xfrm>
            <a:custGeom>
              <a:avLst/>
              <a:gdLst/>
              <a:ahLst/>
              <a:cxnLst/>
              <a:rect l="l" t="t" r="r" b="b"/>
              <a:pathLst>
                <a:path w="10160" h="890270">
                  <a:moveTo>
                    <a:pt x="1016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0160" y="1270"/>
                  </a:lnTo>
                  <a:lnTo>
                    <a:pt x="10160" y="0"/>
                  </a:lnTo>
                  <a:close/>
                </a:path>
                <a:path w="10160" h="890270">
                  <a:moveTo>
                    <a:pt x="1016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1270"/>
                  </a:lnTo>
                  <a:close/>
                </a:path>
                <a:path w="10160" h="890270">
                  <a:moveTo>
                    <a:pt x="10160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0160" y="7620"/>
                  </a:lnTo>
                  <a:lnTo>
                    <a:pt x="10160" y="5080"/>
                  </a:lnTo>
                  <a:close/>
                </a:path>
                <a:path w="10160" h="890270">
                  <a:moveTo>
                    <a:pt x="10160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7620"/>
                  </a:lnTo>
                  <a:close/>
                </a:path>
                <a:path w="10160" h="890270">
                  <a:moveTo>
                    <a:pt x="1016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60" y="13970"/>
                  </a:lnTo>
                  <a:lnTo>
                    <a:pt x="10160" y="11430"/>
                  </a:lnTo>
                  <a:close/>
                </a:path>
                <a:path w="10160" h="890270">
                  <a:moveTo>
                    <a:pt x="1016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3970"/>
                  </a:lnTo>
                  <a:close/>
                </a:path>
                <a:path w="10160" h="890270">
                  <a:moveTo>
                    <a:pt x="1016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7780"/>
                  </a:lnTo>
                  <a:close/>
                </a:path>
                <a:path w="10160" h="890270">
                  <a:moveTo>
                    <a:pt x="1016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0320"/>
                  </a:lnTo>
                  <a:close/>
                </a:path>
                <a:path w="10160" h="890270">
                  <a:moveTo>
                    <a:pt x="1016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0160" y="26670"/>
                  </a:lnTo>
                  <a:lnTo>
                    <a:pt x="10160" y="24130"/>
                  </a:lnTo>
                  <a:close/>
                </a:path>
                <a:path w="10160" h="890270">
                  <a:moveTo>
                    <a:pt x="1016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6670"/>
                  </a:lnTo>
                  <a:close/>
                </a:path>
                <a:path w="10160" h="890270">
                  <a:moveTo>
                    <a:pt x="1016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0160" y="33020"/>
                  </a:lnTo>
                  <a:lnTo>
                    <a:pt x="10160" y="30480"/>
                  </a:lnTo>
                  <a:close/>
                </a:path>
                <a:path w="10160" h="890270">
                  <a:moveTo>
                    <a:pt x="10160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3020"/>
                  </a:lnTo>
                  <a:close/>
                </a:path>
                <a:path w="10160" h="890270">
                  <a:moveTo>
                    <a:pt x="10160" y="36830"/>
                  </a:moveTo>
                  <a:lnTo>
                    <a:pt x="0" y="3683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6830"/>
                  </a:lnTo>
                  <a:close/>
                </a:path>
                <a:path w="10160" h="890270">
                  <a:moveTo>
                    <a:pt x="10160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0160" y="45720"/>
                  </a:lnTo>
                  <a:lnTo>
                    <a:pt x="10160" y="43180"/>
                  </a:lnTo>
                  <a:close/>
                </a:path>
                <a:path w="10160" h="890270">
                  <a:moveTo>
                    <a:pt x="10160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5720"/>
                  </a:lnTo>
                  <a:close/>
                </a:path>
                <a:path w="10160" h="890270">
                  <a:moveTo>
                    <a:pt x="10160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0160" y="52070"/>
                  </a:lnTo>
                  <a:lnTo>
                    <a:pt x="10160" y="49530"/>
                  </a:lnTo>
                  <a:close/>
                </a:path>
                <a:path w="10160" h="890270">
                  <a:moveTo>
                    <a:pt x="10160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2070"/>
                  </a:lnTo>
                  <a:close/>
                </a:path>
                <a:path w="10160" h="890270">
                  <a:moveTo>
                    <a:pt x="10160" y="55880"/>
                  </a:moveTo>
                  <a:lnTo>
                    <a:pt x="0" y="55880"/>
                  </a:lnTo>
                  <a:lnTo>
                    <a:pt x="0" y="58420"/>
                  </a:lnTo>
                  <a:lnTo>
                    <a:pt x="10160" y="58420"/>
                  </a:lnTo>
                  <a:lnTo>
                    <a:pt x="10160" y="55880"/>
                  </a:lnTo>
                  <a:close/>
                </a:path>
                <a:path w="10160" h="890270">
                  <a:moveTo>
                    <a:pt x="10160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8420"/>
                  </a:lnTo>
                  <a:close/>
                </a:path>
                <a:path w="10160" h="890270">
                  <a:moveTo>
                    <a:pt x="10160" y="62230"/>
                  </a:moveTo>
                  <a:lnTo>
                    <a:pt x="0" y="62230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2230"/>
                  </a:lnTo>
                  <a:close/>
                </a:path>
                <a:path w="10160" h="890270">
                  <a:moveTo>
                    <a:pt x="10160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1120"/>
                  </a:lnTo>
                  <a:close/>
                </a:path>
                <a:path w="10160" h="890270">
                  <a:moveTo>
                    <a:pt x="10160" y="74930"/>
                  </a:moveTo>
                  <a:lnTo>
                    <a:pt x="0" y="74930"/>
                  </a:lnTo>
                  <a:lnTo>
                    <a:pt x="0" y="83820"/>
                  </a:lnTo>
                  <a:lnTo>
                    <a:pt x="10160" y="83820"/>
                  </a:lnTo>
                  <a:lnTo>
                    <a:pt x="10160" y="74930"/>
                  </a:lnTo>
                  <a:close/>
                </a:path>
                <a:path w="10160" h="890270">
                  <a:moveTo>
                    <a:pt x="10160" y="83820"/>
                  </a:moveTo>
                  <a:lnTo>
                    <a:pt x="0" y="83820"/>
                  </a:lnTo>
                  <a:lnTo>
                    <a:pt x="0" y="90170"/>
                  </a:lnTo>
                  <a:lnTo>
                    <a:pt x="10160" y="90170"/>
                  </a:lnTo>
                  <a:lnTo>
                    <a:pt x="10160" y="83820"/>
                  </a:lnTo>
                  <a:close/>
                </a:path>
                <a:path w="10160" h="890270">
                  <a:moveTo>
                    <a:pt x="10160" y="90170"/>
                  </a:moveTo>
                  <a:lnTo>
                    <a:pt x="0" y="9017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0170"/>
                  </a:lnTo>
                  <a:close/>
                </a:path>
                <a:path w="10160" h="890270">
                  <a:moveTo>
                    <a:pt x="10160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10160" y="96520"/>
                  </a:lnTo>
                  <a:lnTo>
                    <a:pt x="10160" y="93980"/>
                  </a:lnTo>
                  <a:close/>
                </a:path>
                <a:path w="10160" h="890270">
                  <a:moveTo>
                    <a:pt x="10160" y="96520"/>
                  </a:moveTo>
                  <a:lnTo>
                    <a:pt x="0" y="9652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6520"/>
                  </a:lnTo>
                  <a:close/>
                </a:path>
                <a:path w="10160" h="890270">
                  <a:moveTo>
                    <a:pt x="10160" y="100330"/>
                  </a:moveTo>
                  <a:lnTo>
                    <a:pt x="0" y="100330"/>
                  </a:lnTo>
                  <a:lnTo>
                    <a:pt x="0" y="102870"/>
                  </a:lnTo>
                  <a:lnTo>
                    <a:pt x="10160" y="102870"/>
                  </a:lnTo>
                  <a:lnTo>
                    <a:pt x="10160" y="100330"/>
                  </a:lnTo>
                  <a:close/>
                </a:path>
                <a:path w="10160" h="890270">
                  <a:moveTo>
                    <a:pt x="10160" y="102870"/>
                  </a:moveTo>
                  <a:lnTo>
                    <a:pt x="0" y="102870"/>
                  </a:lnTo>
                  <a:lnTo>
                    <a:pt x="0" y="109220"/>
                  </a:lnTo>
                  <a:lnTo>
                    <a:pt x="10160" y="109220"/>
                  </a:lnTo>
                  <a:lnTo>
                    <a:pt x="10160" y="102870"/>
                  </a:lnTo>
                  <a:close/>
                </a:path>
                <a:path w="10160" h="890270">
                  <a:moveTo>
                    <a:pt x="10160" y="109220"/>
                  </a:moveTo>
                  <a:lnTo>
                    <a:pt x="0" y="109220"/>
                  </a:lnTo>
                  <a:lnTo>
                    <a:pt x="0" y="763270"/>
                  </a:lnTo>
                  <a:lnTo>
                    <a:pt x="10160" y="763270"/>
                  </a:lnTo>
                  <a:lnTo>
                    <a:pt x="10160" y="109220"/>
                  </a:lnTo>
                  <a:close/>
                </a:path>
                <a:path w="10160" h="890270">
                  <a:moveTo>
                    <a:pt x="10160" y="883920"/>
                  </a:moveTo>
                  <a:lnTo>
                    <a:pt x="0" y="883920"/>
                  </a:lnTo>
                  <a:lnTo>
                    <a:pt x="0" y="889000"/>
                  </a:lnTo>
                  <a:lnTo>
                    <a:pt x="5079" y="889000"/>
                  </a:lnTo>
                  <a:lnTo>
                    <a:pt x="5079" y="890270"/>
                  </a:lnTo>
                  <a:lnTo>
                    <a:pt x="10160" y="890270"/>
                  </a:lnTo>
                  <a:lnTo>
                    <a:pt x="10160" y="883920"/>
                  </a:lnTo>
                  <a:close/>
                </a:path>
                <a:path w="10160" h="890270">
                  <a:moveTo>
                    <a:pt x="10160" y="877570"/>
                  </a:moveTo>
                  <a:lnTo>
                    <a:pt x="0" y="877570"/>
                  </a:lnTo>
                  <a:lnTo>
                    <a:pt x="0" y="882650"/>
                  </a:lnTo>
                  <a:lnTo>
                    <a:pt x="10160" y="882650"/>
                  </a:lnTo>
                  <a:lnTo>
                    <a:pt x="10160" y="877570"/>
                  </a:lnTo>
                  <a:close/>
                </a:path>
                <a:path w="10160" h="890270">
                  <a:moveTo>
                    <a:pt x="10160" y="871220"/>
                  </a:moveTo>
                  <a:lnTo>
                    <a:pt x="0" y="871220"/>
                  </a:lnTo>
                  <a:lnTo>
                    <a:pt x="0" y="876300"/>
                  </a:lnTo>
                  <a:lnTo>
                    <a:pt x="10160" y="876300"/>
                  </a:lnTo>
                  <a:lnTo>
                    <a:pt x="10160" y="871220"/>
                  </a:lnTo>
                  <a:close/>
                </a:path>
                <a:path w="10160" h="890270">
                  <a:moveTo>
                    <a:pt x="10160" y="864870"/>
                  </a:moveTo>
                  <a:lnTo>
                    <a:pt x="0" y="864870"/>
                  </a:lnTo>
                  <a:lnTo>
                    <a:pt x="0" y="869950"/>
                  </a:lnTo>
                  <a:lnTo>
                    <a:pt x="10160" y="869950"/>
                  </a:lnTo>
                  <a:lnTo>
                    <a:pt x="10160" y="864870"/>
                  </a:lnTo>
                  <a:close/>
                </a:path>
                <a:path w="10160" h="890270">
                  <a:moveTo>
                    <a:pt x="10160" y="858520"/>
                  </a:moveTo>
                  <a:lnTo>
                    <a:pt x="0" y="858520"/>
                  </a:lnTo>
                  <a:lnTo>
                    <a:pt x="0" y="863600"/>
                  </a:lnTo>
                  <a:lnTo>
                    <a:pt x="10160" y="863600"/>
                  </a:lnTo>
                  <a:lnTo>
                    <a:pt x="10160" y="858520"/>
                  </a:lnTo>
                  <a:close/>
                </a:path>
                <a:path w="10160" h="890270">
                  <a:moveTo>
                    <a:pt x="10160" y="852170"/>
                  </a:moveTo>
                  <a:lnTo>
                    <a:pt x="0" y="852170"/>
                  </a:lnTo>
                  <a:lnTo>
                    <a:pt x="0" y="857250"/>
                  </a:lnTo>
                  <a:lnTo>
                    <a:pt x="10160" y="857250"/>
                  </a:lnTo>
                  <a:lnTo>
                    <a:pt x="10160" y="852170"/>
                  </a:lnTo>
                  <a:close/>
                </a:path>
                <a:path w="10160" h="890270">
                  <a:moveTo>
                    <a:pt x="10160" y="845820"/>
                  </a:moveTo>
                  <a:lnTo>
                    <a:pt x="0" y="845820"/>
                  </a:lnTo>
                  <a:lnTo>
                    <a:pt x="0" y="850900"/>
                  </a:lnTo>
                  <a:lnTo>
                    <a:pt x="10160" y="850900"/>
                  </a:lnTo>
                  <a:lnTo>
                    <a:pt x="10160" y="845820"/>
                  </a:lnTo>
                  <a:close/>
                </a:path>
                <a:path w="10160" h="890270">
                  <a:moveTo>
                    <a:pt x="10160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0160" y="844550"/>
                  </a:lnTo>
                  <a:lnTo>
                    <a:pt x="10160" y="839470"/>
                  </a:lnTo>
                  <a:close/>
                </a:path>
                <a:path w="10160" h="890270">
                  <a:moveTo>
                    <a:pt x="10160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0160" y="838200"/>
                  </a:lnTo>
                  <a:lnTo>
                    <a:pt x="10160" y="833120"/>
                  </a:lnTo>
                  <a:close/>
                </a:path>
                <a:path w="10160" h="890270">
                  <a:moveTo>
                    <a:pt x="10160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0160" y="831850"/>
                  </a:lnTo>
                  <a:lnTo>
                    <a:pt x="10160" y="826770"/>
                  </a:lnTo>
                  <a:close/>
                </a:path>
                <a:path w="10160" h="890270">
                  <a:moveTo>
                    <a:pt x="10160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0160" y="825500"/>
                  </a:lnTo>
                  <a:lnTo>
                    <a:pt x="10160" y="820420"/>
                  </a:lnTo>
                  <a:close/>
                </a:path>
                <a:path w="10160" h="890270">
                  <a:moveTo>
                    <a:pt x="10160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60" y="819150"/>
                  </a:lnTo>
                  <a:lnTo>
                    <a:pt x="10160" y="814070"/>
                  </a:lnTo>
                  <a:close/>
                </a:path>
                <a:path w="10160" h="890270">
                  <a:moveTo>
                    <a:pt x="10160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60" y="812800"/>
                  </a:lnTo>
                  <a:lnTo>
                    <a:pt x="10160" y="807720"/>
                  </a:lnTo>
                  <a:close/>
                </a:path>
                <a:path w="10160" h="890270">
                  <a:moveTo>
                    <a:pt x="10160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60" y="806450"/>
                  </a:lnTo>
                  <a:lnTo>
                    <a:pt x="10160" y="801370"/>
                  </a:lnTo>
                  <a:close/>
                </a:path>
                <a:path w="10160" h="890270">
                  <a:moveTo>
                    <a:pt x="10160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60" y="800100"/>
                  </a:lnTo>
                  <a:lnTo>
                    <a:pt x="10160" y="795020"/>
                  </a:lnTo>
                  <a:close/>
                </a:path>
                <a:path w="10160" h="890270">
                  <a:moveTo>
                    <a:pt x="10160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60" y="793750"/>
                  </a:lnTo>
                  <a:lnTo>
                    <a:pt x="10160" y="788670"/>
                  </a:lnTo>
                  <a:close/>
                </a:path>
                <a:path w="10160" h="890270">
                  <a:moveTo>
                    <a:pt x="1016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60" y="787400"/>
                  </a:lnTo>
                  <a:lnTo>
                    <a:pt x="10160" y="782320"/>
                  </a:lnTo>
                  <a:close/>
                </a:path>
                <a:path w="10160" h="890270">
                  <a:moveTo>
                    <a:pt x="1016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60" y="781050"/>
                  </a:lnTo>
                  <a:lnTo>
                    <a:pt x="10160" y="775970"/>
                  </a:lnTo>
                  <a:close/>
                </a:path>
                <a:path w="10160" h="890270">
                  <a:moveTo>
                    <a:pt x="10160" y="764540"/>
                  </a:moveTo>
                  <a:lnTo>
                    <a:pt x="0" y="764540"/>
                  </a:lnTo>
                  <a:lnTo>
                    <a:pt x="0" y="774700"/>
                  </a:lnTo>
                  <a:lnTo>
                    <a:pt x="10160" y="774700"/>
                  </a:lnTo>
                  <a:lnTo>
                    <a:pt x="10160" y="764540"/>
                  </a:lnTo>
                  <a:close/>
                </a:path>
              </a:pathLst>
            </a:custGeom>
            <a:solidFill>
              <a:srgbClr val="7676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959">
              <a:extLst>
                <a:ext uri="{FF2B5EF4-FFF2-40B4-BE49-F238E27FC236}">
                  <a16:creationId xmlns:a16="http://schemas.microsoft.com/office/drawing/2014/main" id="{3129D033-DDD8-99C9-AB79-25C29531D3BF}"/>
                </a:ext>
              </a:extLst>
            </p:cNvPr>
            <p:cNvSpPr/>
            <p:nvPr/>
          </p:nvSpPr>
          <p:spPr>
            <a:xfrm>
              <a:off x="4747260" y="5387340"/>
              <a:ext cx="11430" cy="763905"/>
            </a:xfrm>
            <a:custGeom>
              <a:avLst/>
              <a:gdLst/>
              <a:ahLst/>
              <a:cxnLst/>
              <a:rect l="l" t="t" r="r" b="b"/>
              <a:pathLst>
                <a:path w="11429" h="763904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11429" h="763904">
                  <a:moveTo>
                    <a:pt x="11430" y="109232"/>
                  </a:moveTo>
                  <a:lnTo>
                    <a:pt x="0" y="109232"/>
                  </a:lnTo>
                  <a:lnTo>
                    <a:pt x="0" y="763282"/>
                  </a:lnTo>
                  <a:lnTo>
                    <a:pt x="11430" y="763282"/>
                  </a:lnTo>
                  <a:lnTo>
                    <a:pt x="11430" y="109232"/>
                  </a:lnTo>
                  <a:close/>
                </a:path>
                <a:path w="11429" h="763904">
                  <a:moveTo>
                    <a:pt x="11430" y="102882"/>
                  </a:moveTo>
                  <a:lnTo>
                    <a:pt x="0" y="102882"/>
                  </a:lnTo>
                  <a:lnTo>
                    <a:pt x="0" y="109220"/>
                  </a:lnTo>
                  <a:lnTo>
                    <a:pt x="11430" y="109220"/>
                  </a:lnTo>
                  <a:lnTo>
                    <a:pt x="11430" y="102882"/>
                  </a:lnTo>
                  <a:close/>
                </a:path>
                <a:path w="11429" h="763904">
                  <a:moveTo>
                    <a:pt x="11430" y="100342"/>
                  </a:moveTo>
                  <a:lnTo>
                    <a:pt x="0" y="100342"/>
                  </a:lnTo>
                  <a:lnTo>
                    <a:pt x="0" y="102870"/>
                  </a:lnTo>
                  <a:lnTo>
                    <a:pt x="11430" y="102870"/>
                  </a:lnTo>
                  <a:lnTo>
                    <a:pt x="11430" y="100342"/>
                  </a:lnTo>
                  <a:close/>
                </a:path>
                <a:path w="11429" h="763904">
                  <a:moveTo>
                    <a:pt x="11430" y="96532"/>
                  </a:moveTo>
                  <a:lnTo>
                    <a:pt x="0" y="9653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6532"/>
                  </a:lnTo>
                  <a:close/>
                </a:path>
                <a:path w="11429" h="763904">
                  <a:moveTo>
                    <a:pt x="11430" y="93992"/>
                  </a:moveTo>
                  <a:lnTo>
                    <a:pt x="0" y="93992"/>
                  </a:lnTo>
                  <a:lnTo>
                    <a:pt x="0" y="96520"/>
                  </a:lnTo>
                  <a:lnTo>
                    <a:pt x="11430" y="96520"/>
                  </a:lnTo>
                  <a:lnTo>
                    <a:pt x="11430" y="93992"/>
                  </a:lnTo>
                  <a:close/>
                </a:path>
                <a:path w="11429" h="763904">
                  <a:moveTo>
                    <a:pt x="11430" y="90182"/>
                  </a:moveTo>
                  <a:lnTo>
                    <a:pt x="0" y="9018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0182"/>
                  </a:lnTo>
                  <a:close/>
                </a:path>
                <a:path w="11429" h="763904">
                  <a:moveTo>
                    <a:pt x="11430" y="83832"/>
                  </a:moveTo>
                  <a:lnTo>
                    <a:pt x="0" y="83832"/>
                  </a:lnTo>
                  <a:lnTo>
                    <a:pt x="0" y="90170"/>
                  </a:lnTo>
                  <a:lnTo>
                    <a:pt x="11430" y="90170"/>
                  </a:lnTo>
                  <a:lnTo>
                    <a:pt x="11430" y="83832"/>
                  </a:lnTo>
                  <a:close/>
                </a:path>
                <a:path w="11429" h="763904">
                  <a:moveTo>
                    <a:pt x="11430" y="74942"/>
                  </a:moveTo>
                  <a:lnTo>
                    <a:pt x="0" y="74942"/>
                  </a:lnTo>
                  <a:lnTo>
                    <a:pt x="0" y="83820"/>
                  </a:lnTo>
                  <a:lnTo>
                    <a:pt x="11430" y="83820"/>
                  </a:lnTo>
                  <a:lnTo>
                    <a:pt x="11430" y="74942"/>
                  </a:lnTo>
                  <a:close/>
                </a:path>
                <a:path w="11429" h="763904">
                  <a:moveTo>
                    <a:pt x="11430" y="71132"/>
                  </a:moveTo>
                  <a:lnTo>
                    <a:pt x="0" y="7113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1132"/>
                  </a:lnTo>
                  <a:close/>
                </a:path>
                <a:path w="11429" h="763904">
                  <a:moveTo>
                    <a:pt x="11430" y="62242"/>
                  </a:moveTo>
                  <a:lnTo>
                    <a:pt x="0" y="62242"/>
                  </a:lnTo>
                  <a:lnTo>
                    <a:pt x="0" y="71120"/>
                  </a:lnTo>
                  <a:lnTo>
                    <a:pt x="11430" y="71120"/>
                  </a:lnTo>
                  <a:lnTo>
                    <a:pt x="11430" y="62242"/>
                  </a:lnTo>
                  <a:close/>
                </a:path>
                <a:path w="11429" h="763904">
                  <a:moveTo>
                    <a:pt x="11430" y="58432"/>
                  </a:moveTo>
                  <a:lnTo>
                    <a:pt x="0" y="5843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8432"/>
                  </a:lnTo>
                  <a:close/>
                </a:path>
                <a:path w="11429" h="763904">
                  <a:moveTo>
                    <a:pt x="11430" y="55892"/>
                  </a:moveTo>
                  <a:lnTo>
                    <a:pt x="0" y="55892"/>
                  </a:lnTo>
                  <a:lnTo>
                    <a:pt x="0" y="58420"/>
                  </a:lnTo>
                  <a:lnTo>
                    <a:pt x="11430" y="58420"/>
                  </a:lnTo>
                  <a:lnTo>
                    <a:pt x="11430" y="55892"/>
                  </a:lnTo>
                  <a:close/>
                </a:path>
                <a:path w="11429" h="763904">
                  <a:moveTo>
                    <a:pt x="11430" y="52082"/>
                  </a:moveTo>
                  <a:lnTo>
                    <a:pt x="0" y="5208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2082"/>
                  </a:lnTo>
                  <a:close/>
                </a:path>
                <a:path w="11429" h="763904">
                  <a:moveTo>
                    <a:pt x="11430" y="49542"/>
                  </a:moveTo>
                  <a:lnTo>
                    <a:pt x="0" y="49542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9542"/>
                  </a:lnTo>
                  <a:close/>
                </a:path>
                <a:path w="11429" h="763904">
                  <a:moveTo>
                    <a:pt x="11430" y="45732"/>
                  </a:moveTo>
                  <a:lnTo>
                    <a:pt x="0" y="4573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5732"/>
                  </a:lnTo>
                  <a:close/>
                </a:path>
                <a:path w="11429" h="763904">
                  <a:moveTo>
                    <a:pt x="11430" y="43192"/>
                  </a:moveTo>
                  <a:lnTo>
                    <a:pt x="0" y="43192"/>
                  </a:lnTo>
                  <a:lnTo>
                    <a:pt x="0" y="45720"/>
                  </a:lnTo>
                  <a:lnTo>
                    <a:pt x="11430" y="45720"/>
                  </a:lnTo>
                  <a:lnTo>
                    <a:pt x="11430" y="43192"/>
                  </a:lnTo>
                  <a:close/>
                </a:path>
                <a:path w="11429" h="763904">
                  <a:moveTo>
                    <a:pt x="11430" y="36842"/>
                  </a:moveTo>
                  <a:lnTo>
                    <a:pt x="0" y="3684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36842"/>
                  </a:lnTo>
                  <a:close/>
                </a:path>
                <a:path w="11429" h="763904">
                  <a:moveTo>
                    <a:pt x="11430" y="33032"/>
                  </a:moveTo>
                  <a:lnTo>
                    <a:pt x="0" y="3303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3032"/>
                  </a:lnTo>
                  <a:close/>
                </a:path>
                <a:path w="11429" h="763904">
                  <a:moveTo>
                    <a:pt x="11430" y="30492"/>
                  </a:moveTo>
                  <a:lnTo>
                    <a:pt x="0" y="30492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30492"/>
                  </a:lnTo>
                  <a:close/>
                </a:path>
                <a:path w="11429" h="763904">
                  <a:moveTo>
                    <a:pt x="11430" y="26682"/>
                  </a:moveTo>
                  <a:lnTo>
                    <a:pt x="0" y="2668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6682"/>
                  </a:lnTo>
                  <a:close/>
                </a:path>
                <a:path w="11429" h="763904">
                  <a:moveTo>
                    <a:pt x="11430" y="24142"/>
                  </a:moveTo>
                  <a:lnTo>
                    <a:pt x="0" y="24142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4142"/>
                  </a:lnTo>
                  <a:close/>
                </a:path>
                <a:path w="11429" h="763904">
                  <a:moveTo>
                    <a:pt x="1143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0332"/>
                  </a:lnTo>
                  <a:close/>
                </a:path>
                <a:path w="11429" h="763904">
                  <a:moveTo>
                    <a:pt x="1143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7792"/>
                  </a:lnTo>
                  <a:close/>
                </a:path>
                <a:path w="11429" h="763904">
                  <a:moveTo>
                    <a:pt x="1143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3982"/>
                  </a:lnTo>
                  <a:close/>
                </a:path>
                <a:path w="11429" h="763904">
                  <a:moveTo>
                    <a:pt x="1143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11442"/>
                  </a:lnTo>
                  <a:close/>
                </a:path>
                <a:path w="11429" h="763904">
                  <a:moveTo>
                    <a:pt x="1143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7632"/>
                  </a:lnTo>
                  <a:close/>
                </a:path>
                <a:path w="11429" h="763904">
                  <a:moveTo>
                    <a:pt x="1143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11430" y="7620"/>
                  </a:lnTo>
                  <a:lnTo>
                    <a:pt x="11430" y="5092"/>
                  </a:lnTo>
                  <a:close/>
                </a:path>
                <a:path w="11429" h="763904">
                  <a:moveTo>
                    <a:pt x="1143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1282"/>
                  </a:lnTo>
                  <a:close/>
                </a:path>
              </a:pathLst>
            </a:custGeom>
            <a:solidFill>
              <a:srgbClr val="7777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960">
              <a:extLst>
                <a:ext uri="{FF2B5EF4-FFF2-40B4-BE49-F238E27FC236}">
                  <a16:creationId xmlns:a16="http://schemas.microsoft.com/office/drawing/2014/main" id="{A5668171-549D-1F4A-7ED8-FB0C8DF3B81B}"/>
                </a:ext>
              </a:extLst>
            </p:cNvPr>
            <p:cNvSpPr/>
            <p:nvPr/>
          </p:nvSpPr>
          <p:spPr>
            <a:xfrm>
              <a:off x="4752975" y="6151880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h="125729">
                  <a:moveTo>
                    <a:pt x="0" y="0"/>
                  </a:moveTo>
                  <a:lnTo>
                    <a:pt x="0" y="125730"/>
                  </a:lnTo>
                </a:path>
              </a:pathLst>
            </a:custGeom>
            <a:ln w="11429">
              <a:solidFill>
                <a:srgbClr val="77779C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961">
              <a:extLst>
                <a:ext uri="{FF2B5EF4-FFF2-40B4-BE49-F238E27FC236}">
                  <a16:creationId xmlns:a16="http://schemas.microsoft.com/office/drawing/2014/main" id="{0EC81948-AFEA-DBE4-72FE-7D62BE7723A4}"/>
                </a:ext>
              </a:extLst>
            </p:cNvPr>
            <p:cNvSpPr/>
            <p:nvPr/>
          </p:nvSpPr>
          <p:spPr>
            <a:xfrm>
              <a:off x="4758690" y="5388610"/>
              <a:ext cx="10160" cy="887730"/>
            </a:xfrm>
            <a:custGeom>
              <a:avLst/>
              <a:gdLst/>
              <a:ahLst/>
              <a:cxnLst/>
              <a:rect l="l" t="t" r="r" b="b"/>
              <a:pathLst>
                <a:path w="10160" h="887729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0160" h="887729">
                  <a:moveTo>
                    <a:pt x="10160" y="3810"/>
                  </a:moveTo>
                  <a:lnTo>
                    <a:pt x="0" y="3810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3810"/>
                  </a:lnTo>
                  <a:close/>
                </a:path>
                <a:path w="10160" h="887729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6350"/>
                  </a:lnTo>
                  <a:close/>
                </a:path>
                <a:path w="10160" h="887729">
                  <a:moveTo>
                    <a:pt x="1016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10159"/>
                  </a:lnTo>
                  <a:close/>
                </a:path>
                <a:path w="10160" h="887729">
                  <a:moveTo>
                    <a:pt x="1016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2700"/>
                  </a:lnTo>
                  <a:close/>
                </a:path>
                <a:path w="10160" h="887729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887729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887729">
                  <a:moveTo>
                    <a:pt x="1016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2859"/>
                  </a:lnTo>
                  <a:close/>
                </a:path>
                <a:path w="10160" h="887729">
                  <a:moveTo>
                    <a:pt x="1016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5400"/>
                  </a:lnTo>
                  <a:close/>
                </a:path>
                <a:path w="10160" h="887729">
                  <a:moveTo>
                    <a:pt x="1016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9209"/>
                  </a:lnTo>
                  <a:close/>
                </a:path>
                <a:path w="10160" h="887729">
                  <a:moveTo>
                    <a:pt x="1016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1750"/>
                  </a:lnTo>
                  <a:close/>
                </a:path>
                <a:path w="10160" h="887729">
                  <a:moveTo>
                    <a:pt x="10160" y="35560"/>
                  </a:moveTo>
                  <a:lnTo>
                    <a:pt x="0" y="3556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5560"/>
                  </a:lnTo>
                  <a:close/>
                </a:path>
                <a:path w="10160" h="887729">
                  <a:moveTo>
                    <a:pt x="1016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1909"/>
                  </a:lnTo>
                  <a:close/>
                </a:path>
                <a:path w="10160" h="887729">
                  <a:moveTo>
                    <a:pt x="1016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4450"/>
                  </a:lnTo>
                  <a:close/>
                </a:path>
                <a:path w="10160" h="887729">
                  <a:moveTo>
                    <a:pt x="1016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8259"/>
                  </a:lnTo>
                  <a:close/>
                </a:path>
                <a:path w="10160" h="887729">
                  <a:moveTo>
                    <a:pt x="1016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50800"/>
                  </a:lnTo>
                  <a:close/>
                </a:path>
                <a:path w="10160" h="887729">
                  <a:moveTo>
                    <a:pt x="1016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4609"/>
                  </a:lnTo>
                  <a:close/>
                </a:path>
                <a:path w="10160" h="887729">
                  <a:moveTo>
                    <a:pt x="1016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7150"/>
                  </a:lnTo>
                  <a:close/>
                </a:path>
                <a:path w="10160" h="887729">
                  <a:moveTo>
                    <a:pt x="10160" y="60959"/>
                  </a:moveTo>
                  <a:lnTo>
                    <a:pt x="0" y="6095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0959"/>
                  </a:lnTo>
                  <a:close/>
                </a:path>
                <a:path w="10160" h="887729">
                  <a:moveTo>
                    <a:pt x="10160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0160" y="73659"/>
                  </a:lnTo>
                  <a:lnTo>
                    <a:pt x="10160" y="69850"/>
                  </a:lnTo>
                  <a:close/>
                </a:path>
                <a:path w="10160" h="887729">
                  <a:moveTo>
                    <a:pt x="10160" y="73659"/>
                  </a:moveTo>
                  <a:lnTo>
                    <a:pt x="0" y="7365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3659"/>
                  </a:lnTo>
                  <a:close/>
                </a:path>
                <a:path w="10160" h="887729">
                  <a:moveTo>
                    <a:pt x="10160" y="82550"/>
                  </a:moveTo>
                  <a:lnTo>
                    <a:pt x="0" y="82550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2550"/>
                  </a:lnTo>
                  <a:close/>
                </a:path>
                <a:path w="10160" h="887729">
                  <a:moveTo>
                    <a:pt x="10160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0160" y="92709"/>
                  </a:lnTo>
                  <a:lnTo>
                    <a:pt x="10160" y="88900"/>
                  </a:lnTo>
                  <a:close/>
                </a:path>
                <a:path w="10160" h="887729">
                  <a:moveTo>
                    <a:pt x="10160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2709"/>
                  </a:lnTo>
                  <a:close/>
                </a:path>
                <a:path w="10160" h="887729">
                  <a:moveTo>
                    <a:pt x="10160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0160" y="99059"/>
                  </a:lnTo>
                  <a:lnTo>
                    <a:pt x="10160" y="95250"/>
                  </a:lnTo>
                  <a:close/>
                </a:path>
                <a:path w="10160" h="887729">
                  <a:moveTo>
                    <a:pt x="10160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9059"/>
                  </a:lnTo>
                  <a:close/>
                </a:path>
                <a:path w="10160" h="887729">
                  <a:moveTo>
                    <a:pt x="10160" y="101600"/>
                  </a:moveTo>
                  <a:lnTo>
                    <a:pt x="0" y="101600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101600"/>
                  </a:lnTo>
                  <a:close/>
                </a:path>
                <a:path w="10160" h="887729">
                  <a:moveTo>
                    <a:pt x="10160" y="107950"/>
                  </a:moveTo>
                  <a:lnTo>
                    <a:pt x="0" y="107950"/>
                  </a:lnTo>
                  <a:lnTo>
                    <a:pt x="0" y="761999"/>
                  </a:lnTo>
                  <a:lnTo>
                    <a:pt x="10160" y="761999"/>
                  </a:lnTo>
                  <a:lnTo>
                    <a:pt x="10160" y="107950"/>
                  </a:lnTo>
                  <a:close/>
                </a:path>
                <a:path w="10160" h="887729">
                  <a:moveTo>
                    <a:pt x="10160" y="882649"/>
                  </a:moveTo>
                  <a:lnTo>
                    <a:pt x="0" y="882649"/>
                  </a:lnTo>
                  <a:lnTo>
                    <a:pt x="0" y="887729"/>
                  </a:lnTo>
                  <a:lnTo>
                    <a:pt x="10160" y="887729"/>
                  </a:lnTo>
                  <a:lnTo>
                    <a:pt x="10160" y="882649"/>
                  </a:lnTo>
                  <a:close/>
                </a:path>
                <a:path w="10160" h="887729">
                  <a:moveTo>
                    <a:pt x="10160" y="876299"/>
                  </a:moveTo>
                  <a:lnTo>
                    <a:pt x="0" y="876299"/>
                  </a:lnTo>
                  <a:lnTo>
                    <a:pt x="0" y="881379"/>
                  </a:lnTo>
                  <a:lnTo>
                    <a:pt x="10160" y="881379"/>
                  </a:lnTo>
                  <a:lnTo>
                    <a:pt x="10160" y="876299"/>
                  </a:lnTo>
                  <a:close/>
                </a:path>
                <a:path w="10160" h="887729">
                  <a:moveTo>
                    <a:pt x="10160" y="869949"/>
                  </a:moveTo>
                  <a:lnTo>
                    <a:pt x="0" y="869949"/>
                  </a:lnTo>
                  <a:lnTo>
                    <a:pt x="0" y="875029"/>
                  </a:lnTo>
                  <a:lnTo>
                    <a:pt x="10160" y="875029"/>
                  </a:lnTo>
                  <a:lnTo>
                    <a:pt x="10160" y="869949"/>
                  </a:lnTo>
                  <a:close/>
                </a:path>
                <a:path w="10160" h="887729">
                  <a:moveTo>
                    <a:pt x="10160" y="863599"/>
                  </a:moveTo>
                  <a:lnTo>
                    <a:pt x="0" y="863599"/>
                  </a:lnTo>
                  <a:lnTo>
                    <a:pt x="0" y="868679"/>
                  </a:lnTo>
                  <a:lnTo>
                    <a:pt x="10160" y="868679"/>
                  </a:lnTo>
                  <a:lnTo>
                    <a:pt x="10160" y="863599"/>
                  </a:lnTo>
                  <a:close/>
                </a:path>
                <a:path w="10160" h="887729">
                  <a:moveTo>
                    <a:pt x="10160" y="857249"/>
                  </a:moveTo>
                  <a:lnTo>
                    <a:pt x="0" y="857249"/>
                  </a:lnTo>
                  <a:lnTo>
                    <a:pt x="0" y="862329"/>
                  </a:lnTo>
                  <a:lnTo>
                    <a:pt x="10160" y="862329"/>
                  </a:lnTo>
                  <a:lnTo>
                    <a:pt x="10160" y="857249"/>
                  </a:lnTo>
                  <a:close/>
                </a:path>
                <a:path w="10160" h="887729">
                  <a:moveTo>
                    <a:pt x="10160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0160" y="855979"/>
                  </a:lnTo>
                  <a:lnTo>
                    <a:pt x="10160" y="850899"/>
                  </a:lnTo>
                  <a:close/>
                </a:path>
                <a:path w="10160" h="887729">
                  <a:moveTo>
                    <a:pt x="10160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0160" y="849629"/>
                  </a:lnTo>
                  <a:lnTo>
                    <a:pt x="10160" y="844549"/>
                  </a:lnTo>
                  <a:close/>
                </a:path>
                <a:path w="10160" h="887729">
                  <a:moveTo>
                    <a:pt x="10160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0160" y="843279"/>
                  </a:lnTo>
                  <a:lnTo>
                    <a:pt x="10160" y="838199"/>
                  </a:lnTo>
                  <a:close/>
                </a:path>
                <a:path w="10160" h="887729">
                  <a:moveTo>
                    <a:pt x="10160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0160" y="836929"/>
                  </a:lnTo>
                  <a:lnTo>
                    <a:pt x="10160" y="831849"/>
                  </a:lnTo>
                  <a:close/>
                </a:path>
                <a:path w="10160" h="887729">
                  <a:moveTo>
                    <a:pt x="10160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0160" y="830579"/>
                  </a:lnTo>
                  <a:lnTo>
                    <a:pt x="10160" y="825499"/>
                  </a:lnTo>
                  <a:close/>
                </a:path>
                <a:path w="10160" h="887729">
                  <a:moveTo>
                    <a:pt x="10160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0160" y="824229"/>
                  </a:lnTo>
                  <a:lnTo>
                    <a:pt x="10160" y="819149"/>
                  </a:lnTo>
                  <a:close/>
                </a:path>
                <a:path w="10160" h="887729">
                  <a:moveTo>
                    <a:pt x="10160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0160" y="817879"/>
                  </a:lnTo>
                  <a:lnTo>
                    <a:pt x="10160" y="812799"/>
                  </a:lnTo>
                  <a:close/>
                </a:path>
                <a:path w="10160" h="887729">
                  <a:moveTo>
                    <a:pt x="10160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0160" y="811529"/>
                  </a:lnTo>
                  <a:lnTo>
                    <a:pt x="10160" y="806449"/>
                  </a:lnTo>
                  <a:close/>
                </a:path>
                <a:path w="10160" h="887729">
                  <a:moveTo>
                    <a:pt x="1016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0160" y="805179"/>
                  </a:lnTo>
                  <a:lnTo>
                    <a:pt x="10160" y="800099"/>
                  </a:lnTo>
                  <a:close/>
                </a:path>
                <a:path w="10160" h="887729">
                  <a:moveTo>
                    <a:pt x="1016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0160" y="798829"/>
                  </a:lnTo>
                  <a:lnTo>
                    <a:pt x="10160" y="793749"/>
                  </a:lnTo>
                  <a:close/>
                </a:path>
                <a:path w="10160" h="887729">
                  <a:moveTo>
                    <a:pt x="10160" y="787399"/>
                  </a:moveTo>
                  <a:lnTo>
                    <a:pt x="0" y="787399"/>
                  </a:lnTo>
                  <a:lnTo>
                    <a:pt x="0" y="792480"/>
                  </a:lnTo>
                  <a:lnTo>
                    <a:pt x="10160" y="792480"/>
                  </a:lnTo>
                  <a:lnTo>
                    <a:pt x="10160" y="787399"/>
                  </a:lnTo>
                  <a:close/>
                </a:path>
                <a:path w="10160" h="887729">
                  <a:moveTo>
                    <a:pt x="10160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0160" y="786129"/>
                  </a:lnTo>
                  <a:lnTo>
                    <a:pt x="10160" y="781049"/>
                  </a:lnTo>
                  <a:close/>
                </a:path>
                <a:path w="10160" h="887729">
                  <a:moveTo>
                    <a:pt x="10160" y="774699"/>
                  </a:moveTo>
                  <a:lnTo>
                    <a:pt x="0" y="774699"/>
                  </a:lnTo>
                  <a:lnTo>
                    <a:pt x="0" y="779780"/>
                  </a:lnTo>
                  <a:lnTo>
                    <a:pt x="10160" y="779780"/>
                  </a:lnTo>
                  <a:lnTo>
                    <a:pt x="10160" y="774699"/>
                  </a:lnTo>
                  <a:close/>
                </a:path>
                <a:path w="10160" h="887729">
                  <a:moveTo>
                    <a:pt x="10160" y="763269"/>
                  </a:moveTo>
                  <a:lnTo>
                    <a:pt x="0" y="763269"/>
                  </a:lnTo>
                  <a:lnTo>
                    <a:pt x="0" y="773429"/>
                  </a:lnTo>
                  <a:lnTo>
                    <a:pt x="10160" y="773429"/>
                  </a:lnTo>
                  <a:lnTo>
                    <a:pt x="10160" y="763269"/>
                  </a:lnTo>
                  <a:close/>
                </a:path>
              </a:pathLst>
            </a:custGeom>
            <a:solidFill>
              <a:srgbClr val="7878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962">
              <a:extLst>
                <a:ext uri="{FF2B5EF4-FFF2-40B4-BE49-F238E27FC236}">
                  <a16:creationId xmlns:a16="http://schemas.microsoft.com/office/drawing/2014/main" id="{D1034ECC-1FC4-239B-1E0F-C6E019CA3AAB}"/>
                </a:ext>
              </a:extLst>
            </p:cNvPr>
            <p:cNvSpPr/>
            <p:nvPr/>
          </p:nvSpPr>
          <p:spPr>
            <a:xfrm>
              <a:off x="4768850" y="5389880"/>
              <a:ext cx="11430" cy="886460"/>
            </a:xfrm>
            <a:custGeom>
              <a:avLst/>
              <a:gdLst/>
              <a:ahLst/>
              <a:cxnLst/>
              <a:rect l="l" t="t" r="r" b="b"/>
              <a:pathLst>
                <a:path w="11429" h="886460">
                  <a:moveTo>
                    <a:pt x="76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127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  <a:path w="11429" h="886460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886460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886460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886460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886460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886460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886460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886460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886460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886460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886460">
                  <a:moveTo>
                    <a:pt x="11429" y="34290"/>
                  </a:moveTo>
                  <a:lnTo>
                    <a:pt x="0" y="3429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4290"/>
                  </a:lnTo>
                  <a:close/>
                </a:path>
                <a:path w="11429" h="886460">
                  <a:moveTo>
                    <a:pt x="1142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40640"/>
                  </a:lnTo>
                  <a:close/>
                </a:path>
                <a:path w="11429" h="886460">
                  <a:moveTo>
                    <a:pt x="1142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3180"/>
                  </a:lnTo>
                  <a:close/>
                </a:path>
                <a:path w="11429" h="886460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886460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886460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886460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886460">
                  <a:moveTo>
                    <a:pt x="11429" y="59690"/>
                  </a:moveTo>
                  <a:lnTo>
                    <a:pt x="0" y="59690"/>
                  </a:lnTo>
                  <a:lnTo>
                    <a:pt x="0" y="68580"/>
                  </a:lnTo>
                  <a:lnTo>
                    <a:pt x="11429" y="68580"/>
                  </a:lnTo>
                  <a:lnTo>
                    <a:pt x="11429" y="59690"/>
                  </a:lnTo>
                  <a:close/>
                </a:path>
                <a:path w="11429" h="886460">
                  <a:moveTo>
                    <a:pt x="11429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1429" y="72390"/>
                  </a:lnTo>
                  <a:lnTo>
                    <a:pt x="11429" y="68580"/>
                  </a:lnTo>
                  <a:close/>
                </a:path>
                <a:path w="11429" h="886460">
                  <a:moveTo>
                    <a:pt x="11429" y="72390"/>
                  </a:moveTo>
                  <a:lnTo>
                    <a:pt x="0" y="7239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2390"/>
                  </a:lnTo>
                  <a:close/>
                </a:path>
                <a:path w="11429" h="886460">
                  <a:moveTo>
                    <a:pt x="11429" y="81280"/>
                  </a:moveTo>
                  <a:lnTo>
                    <a:pt x="0" y="8128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1280"/>
                  </a:lnTo>
                  <a:close/>
                </a:path>
                <a:path w="11429" h="886460">
                  <a:moveTo>
                    <a:pt x="11429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1429" y="91440"/>
                  </a:lnTo>
                  <a:lnTo>
                    <a:pt x="11429" y="87630"/>
                  </a:lnTo>
                  <a:close/>
                </a:path>
                <a:path w="11429" h="886460">
                  <a:moveTo>
                    <a:pt x="11429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91440"/>
                  </a:lnTo>
                  <a:close/>
                </a:path>
                <a:path w="11429" h="886460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886460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886460">
                  <a:moveTo>
                    <a:pt x="11429" y="100330"/>
                  </a:moveTo>
                  <a:lnTo>
                    <a:pt x="0" y="10033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0330"/>
                  </a:lnTo>
                  <a:close/>
                </a:path>
                <a:path w="11429" h="886460">
                  <a:moveTo>
                    <a:pt x="11429" y="106680"/>
                  </a:moveTo>
                  <a:lnTo>
                    <a:pt x="0" y="106680"/>
                  </a:lnTo>
                  <a:lnTo>
                    <a:pt x="0" y="760730"/>
                  </a:lnTo>
                  <a:lnTo>
                    <a:pt x="11429" y="760730"/>
                  </a:lnTo>
                  <a:lnTo>
                    <a:pt x="11429" y="106680"/>
                  </a:lnTo>
                  <a:close/>
                </a:path>
                <a:path w="11429" h="886460">
                  <a:moveTo>
                    <a:pt x="11429" y="881380"/>
                  </a:moveTo>
                  <a:lnTo>
                    <a:pt x="0" y="881380"/>
                  </a:lnTo>
                  <a:lnTo>
                    <a:pt x="0" y="886460"/>
                  </a:lnTo>
                  <a:lnTo>
                    <a:pt x="5080" y="886460"/>
                  </a:lnTo>
                  <a:lnTo>
                    <a:pt x="5080" y="885190"/>
                  </a:lnTo>
                  <a:lnTo>
                    <a:pt x="11429" y="885190"/>
                  </a:lnTo>
                  <a:lnTo>
                    <a:pt x="11429" y="881380"/>
                  </a:lnTo>
                  <a:close/>
                </a:path>
                <a:path w="11429" h="886460">
                  <a:moveTo>
                    <a:pt x="11429" y="875030"/>
                  </a:moveTo>
                  <a:lnTo>
                    <a:pt x="0" y="875030"/>
                  </a:lnTo>
                  <a:lnTo>
                    <a:pt x="0" y="880110"/>
                  </a:lnTo>
                  <a:lnTo>
                    <a:pt x="11429" y="880110"/>
                  </a:lnTo>
                  <a:lnTo>
                    <a:pt x="11429" y="875030"/>
                  </a:lnTo>
                  <a:close/>
                </a:path>
                <a:path w="11429" h="886460">
                  <a:moveTo>
                    <a:pt x="11429" y="868680"/>
                  </a:moveTo>
                  <a:lnTo>
                    <a:pt x="0" y="868680"/>
                  </a:lnTo>
                  <a:lnTo>
                    <a:pt x="0" y="873760"/>
                  </a:lnTo>
                  <a:lnTo>
                    <a:pt x="11429" y="873760"/>
                  </a:lnTo>
                  <a:lnTo>
                    <a:pt x="11429" y="868680"/>
                  </a:lnTo>
                  <a:close/>
                </a:path>
                <a:path w="11429" h="886460">
                  <a:moveTo>
                    <a:pt x="11429" y="862330"/>
                  </a:moveTo>
                  <a:lnTo>
                    <a:pt x="0" y="862330"/>
                  </a:lnTo>
                  <a:lnTo>
                    <a:pt x="0" y="867410"/>
                  </a:lnTo>
                  <a:lnTo>
                    <a:pt x="11429" y="867410"/>
                  </a:lnTo>
                  <a:lnTo>
                    <a:pt x="11429" y="862330"/>
                  </a:lnTo>
                  <a:close/>
                </a:path>
                <a:path w="11429" h="886460">
                  <a:moveTo>
                    <a:pt x="11429" y="855980"/>
                  </a:moveTo>
                  <a:lnTo>
                    <a:pt x="0" y="855980"/>
                  </a:lnTo>
                  <a:lnTo>
                    <a:pt x="0" y="861060"/>
                  </a:lnTo>
                  <a:lnTo>
                    <a:pt x="11429" y="861060"/>
                  </a:lnTo>
                  <a:lnTo>
                    <a:pt x="11429" y="855980"/>
                  </a:lnTo>
                  <a:close/>
                </a:path>
                <a:path w="11429" h="886460">
                  <a:moveTo>
                    <a:pt x="11429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1429" y="854710"/>
                  </a:lnTo>
                  <a:lnTo>
                    <a:pt x="11429" y="849630"/>
                  </a:lnTo>
                  <a:close/>
                </a:path>
                <a:path w="11429" h="886460">
                  <a:moveTo>
                    <a:pt x="11429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1429" y="848360"/>
                  </a:lnTo>
                  <a:lnTo>
                    <a:pt x="11429" y="843280"/>
                  </a:lnTo>
                  <a:close/>
                </a:path>
                <a:path w="11429" h="886460">
                  <a:moveTo>
                    <a:pt x="11429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1429" y="842010"/>
                  </a:lnTo>
                  <a:lnTo>
                    <a:pt x="11429" y="836930"/>
                  </a:lnTo>
                  <a:close/>
                </a:path>
                <a:path w="11429" h="886460">
                  <a:moveTo>
                    <a:pt x="11429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1429" y="835660"/>
                  </a:lnTo>
                  <a:lnTo>
                    <a:pt x="11429" y="830580"/>
                  </a:lnTo>
                  <a:close/>
                </a:path>
                <a:path w="11429" h="886460">
                  <a:moveTo>
                    <a:pt x="11429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1429" y="829310"/>
                  </a:lnTo>
                  <a:lnTo>
                    <a:pt x="11429" y="824230"/>
                  </a:lnTo>
                  <a:close/>
                </a:path>
                <a:path w="11429" h="886460">
                  <a:moveTo>
                    <a:pt x="11429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1429" y="822960"/>
                  </a:lnTo>
                  <a:lnTo>
                    <a:pt x="11429" y="817880"/>
                  </a:lnTo>
                  <a:close/>
                </a:path>
                <a:path w="11429" h="886460">
                  <a:moveTo>
                    <a:pt x="11429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29" y="816610"/>
                  </a:lnTo>
                  <a:lnTo>
                    <a:pt x="11429" y="811530"/>
                  </a:lnTo>
                  <a:close/>
                </a:path>
                <a:path w="11429" h="886460">
                  <a:moveTo>
                    <a:pt x="11429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29" y="810260"/>
                  </a:lnTo>
                  <a:lnTo>
                    <a:pt x="11429" y="805180"/>
                  </a:lnTo>
                  <a:close/>
                </a:path>
                <a:path w="11429" h="886460">
                  <a:moveTo>
                    <a:pt x="11429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29" y="803910"/>
                  </a:lnTo>
                  <a:lnTo>
                    <a:pt x="11429" y="798830"/>
                  </a:lnTo>
                  <a:close/>
                </a:path>
                <a:path w="11429" h="886460">
                  <a:moveTo>
                    <a:pt x="11429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29" y="797560"/>
                  </a:lnTo>
                  <a:lnTo>
                    <a:pt x="11429" y="792480"/>
                  </a:lnTo>
                  <a:close/>
                </a:path>
                <a:path w="11429" h="886460">
                  <a:moveTo>
                    <a:pt x="11429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29" y="791210"/>
                  </a:lnTo>
                  <a:lnTo>
                    <a:pt x="11429" y="786130"/>
                  </a:lnTo>
                  <a:close/>
                </a:path>
                <a:path w="11429" h="886460">
                  <a:moveTo>
                    <a:pt x="11429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29" y="784860"/>
                  </a:lnTo>
                  <a:lnTo>
                    <a:pt x="11429" y="779780"/>
                  </a:lnTo>
                  <a:close/>
                </a:path>
                <a:path w="11429" h="886460">
                  <a:moveTo>
                    <a:pt x="11429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1429" y="778510"/>
                  </a:lnTo>
                  <a:lnTo>
                    <a:pt x="11429" y="773430"/>
                  </a:lnTo>
                  <a:close/>
                </a:path>
                <a:path w="11429" h="886460">
                  <a:moveTo>
                    <a:pt x="11429" y="762000"/>
                  </a:moveTo>
                  <a:lnTo>
                    <a:pt x="0" y="762000"/>
                  </a:lnTo>
                  <a:lnTo>
                    <a:pt x="0" y="772160"/>
                  </a:lnTo>
                  <a:lnTo>
                    <a:pt x="11429" y="772160"/>
                  </a:lnTo>
                  <a:lnTo>
                    <a:pt x="11429" y="762000"/>
                  </a:lnTo>
                  <a:close/>
                </a:path>
              </a:pathLst>
            </a:custGeom>
            <a:solidFill>
              <a:srgbClr val="7878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963">
              <a:extLst>
                <a:ext uri="{FF2B5EF4-FFF2-40B4-BE49-F238E27FC236}">
                  <a16:creationId xmlns:a16="http://schemas.microsoft.com/office/drawing/2014/main" id="{949DEC2B-0AAA-A54C-DB7B-A10395FCDBD0}"/>
                </a:ext>
              </a:extLst>
            </p:cNvPr>
            <p:cNvSpPr/>
            <p:nvPr/>
          </p:nvSpPr>
          <p:spPr>
            <a:xfrm>
              <a:off x="4785359" y="5391150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h="105410">
                  <a:moveTo>
                    <a:pt x="0" y="0"/>
                  </a:moveTo>
                  <a:lnTo>
                    <a:pt x="0" y="105409"/>
                  </a:lnTo>
                </a:path>
              </a:pathLst>
            </a:custGeom>
            <a:ln w="10160">
              <a:solidFill>
                <a:srgbClr val="79799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964">
              <a:extLst>
                <a:ext uri="{FF2B5EF4-FFF2-40B4-BE49-F238E27FC236}">
                  <a16:creationId xmlns:a16="http://schemas.microsoft.com/office/drawing/2014/main" id="{6AA5A695-7EAE-E9BF-1372-8FA4047A409C}"/>
                </a:ext>
              </a:extLst>
            </p:cNvPr>
            <p:cNvSpPr/>
            <p:nvPr/>
          </p:nvSpPr>
          <p:spPr>
            <a:xfrm>
              <a:off x="4780280" y="5496560"/>
              <a:ext cx="10160" cy="654050"/>
            </a:xfrm>
            <a:custGeom>
              <a:avLst/>
              <a:gdLst/>
              <a:ahLst/>
              <a:cxnLst/>
              <a:rect l="l" t="t" r="r" b="b"/>
              <a:pathLst>
                <a:path w="10160" h="654050">
                  <a:moveTo>
                    <a:pt x="10160" y="0"/>
                  </a:moveTo>
                  <a:lnTo>
                    <a:pt x="0" y="0"/>
                  </a:lnTo>
                  <a:lnTo>
                    <a:pt x="0" y="654049"/>
                  </a:lnTo>
                  <a:lnTo>
                    <a:pt x="10160" y="65404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979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965">
              <a:extLst>
                <a:ext uri="{FF2B5EF4-FFF2-40B4-BE49-F238E27FC236}">
                  <a16:creationId xmlns:a16="http://schemas.microsoft.com/office/drawing/2014/main" id="{F5ECDC2B-9DE1-1BAD-6977-FEC62655903A}"/>
                </a:ext>
              </a:extLst>
            </p:cNvPr>
            <p:cNvSpPr/>
            <p:nvPr/>
          </p:nvSpPr>
          <p:spPr>
            <a:xfrm>
              <a:off x="4785359" y="6151880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89">
                  <a:moveTo>
                    <a:pt x="0" y="0"/>
                  </a:moveTo>
                  <a:lnTo>
                    <a:pt x="0" y="123190"/>
                  </a:lnTo>
                </a:path>
              </a:pathLst>
            </a:custGeom>
            <a:ln w="10160">
              <a:solidFill>
                <a:srgbClr val="79799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966">
              <a:extLst>
                <a:ext uri="{FF2B5EF4-FFF2-40B4-BE49-F238E27FC236}">
                  <a16:creationId xmlns:a16="http://schemas.microsoft.com/office/drawing/2014/main" id="{62707A4D-51ED-2C35-0362-BEFD99F65195}"/>
                </a:ext>
              </a:extLst>
            </p:cNvPr>
            <p:cNvSpPr/>
            <p:nvPr/>
          </p:nvSpPr>
          <p:spPr>
            <a:xfrm>
              <a:off x="4790440" y="5392420"/>
              <a:ext cx="11430" cy="882650"/>
            </a:xfrm>
            <a:custGeom>
              <a:avLst/>
              <a:gdLst/>
              <a:ahLst/>
              <a:cxnLst/>
              <a:rect l="l" t="t" r="r" b="b"/>
              <a:pathLst>
                <a:path w="11429" h="882650">
                  <a:moveTo>
                    <a:pt x="635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430" y="2539"/>
                  </a:lnTo>
                  <a:lnTo>
                    <a:pt x="11430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11429" h="882650">
                  <a:moveTo>
                    <a:pt x="1143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882650">
                  <a:moveTo>
                    <a:pt x="1143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30" y="8889"/>
                  </a:lnTo>
                  <a:lnTo>
                    <a:pt x="11430" y="6349"/>
                  </a:lnTo>
                  <a:close/>
                </a:path>
                <a:path w="11429" h="882650">
                  <a:moveTo>
                    <a:pt x="1143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8889"/>
                  </a:lnTo>
                  <a:close/>
                </a:path>
                <a:path w="11429" h="882650">
                  <a:moveTo>
                    <a:pt x="1143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12699"/>
                  </a:lnTo>
                  <a:close/>
                </a:path>
                <a:path w="11429" h="882650">
                  <a:moveTo>
                    <a:pt x="11430" y="15240"/>
                  </a:moveTo>
                  <a:lnTo>
                    <a:pt x="0" y="15240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40"/>
                  </a:lnTo>
                  <a:close/>
                </a:path>
                <a:path w="11429" h="882650">
                  <a:moveTo>
                    <a:pt x="1143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30" y="21589"/>
                  </a:lnTo>
                  <a:lnTo>
                    <a:pt x="11430" y="19049"/>
                  </a:lnTo>
                  <a:close/>
                </a:path>
                <a:path w="11429" h="882650">
                  <a:moveTo>
                    <a:pt x="1143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1589"/>
                  </a:lnTo>
                  <a:close/>
                </a:path>
                <a:path w="11429" h="882650">
                  <a:moveTo>
                    <a:pt x="1143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25399"/>
                  </a:lnTo>
                  <a:close/>
                </a:path>
                <a:path w="11429" h="882650">
                  <a:moveTo>
                    <a:pt x="1143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7939"/>
                  </a:lnTo>
                  <a:close/>
                </a:path>
                <a:path w="11429" h="882650">
                  <a:moveTo>
                    <a:pt x="11430" y="31750"/>
                  </a:moveTo>
                  <a:lnTo>
                    <a:pt x="0" y="31750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1750"/>
                  </a:lnTo>
                  <a:close/>
                </a:path>
                <a:path w="11429" h="882650">
                  <a:moveTo>
                    <a:pt x="1143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30" y="40639"/>
                  </a:lnTo>
                  <a:lnTo>
                    <a:pt x="11430" y="38099"/>
                  </a:lnTo>
                  <a:close/>
                </a:path>
                <a:path w="11429" h="882650">
                  <a:moveTo>
                    <a:pt x="1143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0639"/>
                  </a:lnTo>
                  <a:close/>
                </a:path>
                <a:path w="11429" h="882650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882650">
                  <a:moveTo>
                    <a:pt x="1143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6989"/>
                  </a:lnTo>
                  <a:close/>
                </a:path>
                <a:path w="11429" h="882650">
                  <a:moveTo>
                    <a:pt x="1143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50799"/>
                  </a:lnTo>
                  <a:close/>
                </a:path>
                <a:path w="11429" h="882650">
                  <a:moveTo>
                    <a:pt x="1143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53339"/>
                  </a:lnTo>
                  <a:close/>
                </a:path>
                <a:path w="11429" h="882650">
                  <a:moveTo>
                    <a:pt x="11430" y="57149"/>
                  </a:moveTo>
                  <a:lnTo>
                    <a:pt x="0" y="57149"/>
                  </a:lnTo>
                  <a:lnTo>
                    <a:pt x="0" y="66039"/>
                  </a:lnTo>
                  <a:lnTo>
                    <a:pt x="11430" y="66039"/>
                  </a:lnTo>
                  <a:lnTo>
                    <a:pt x="11430" y="57149"/>
                  </a:lnTo>
                  <a:close/>
                </a:path>
                <a:path w="11429" h="882650">
                  <a:moveTo>
                    <a:pt x="1143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6039"/>
                  </a:lnTo>
                  <a:close/>
                </a:path>
                <a:path w="11429" h="882650">
                  <a:moveTo>
                    <a:pt x="11430" y="69849"/>
                  </a:moveTo>
                  <a:lnTo>
                    <a:pt x="0" y="69849"/>
                  </a:lnTo>
                  <a:lnTo>
                    <a:pt x="0" y="78739"/>
                  </a:lnTo>
                  <a:lnTo>
                    <a:pt x="11430" y="78739"/>
                  </a:lnTo>
                  <a:lnTo>
                    <a:pt x="11430" y="69849"/>
                  </a:lnTo>
                  <a:close/>
                </a:path>
                <a:path w="11429" h="882650">
                  <a:moveTo>
                    <a:pt x="11430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1430" y="85089"/>
                  </a:lnTo>
                  <a:lnTo>
                    <a:pt x="11430" y="78739"/>
                  </a:lnTo>
                  <a:close/>
                </a:path>
                <a:path w="11429" h="882650">
                  <a:moveTo>
                    <a:pt x="1143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5089"/>
                  </a:lnTo>
                  <a:close/>
                </a:path>
                <a:path w="11429" h="882650">
                  <a:moveTo>
                    <a:pt x="1143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30" y="91439"/>
                  </a:lnTo>
                  <a:lnTo>
                    <a:pt x="11430" y="88899"/>
                  </a:lnTo>
                  <a:close/>
                </a:path>
                <a:path w="11429" h="882650">
                  <a:moveTo>
                    <a:pt x="1143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1439"/>
                  </a:lnTo>
                  <a:close/>
                </a:path>
                <a:path w="11429" h="882650">
                  <a:moveTo>
                    <a:pt x="1143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30" y="97789"/>
                  </a:lnTo>
                  <a:lnTo>
                    <a:pt x="11430" y="95249"/>
                  </a:lnTo>
                  <a:close/>
                </a:path>
                <a:path w="11429" h="882650">
                  <a:moveTo>
                    <a:pt x="11430" y="97789"/>
                  </a:moveTo>
                  <a:lnTo>
                    <a:pt x="0" y="97789"/>
                  </a:lnTo>
                  <a:lnTo>
                    <a:pt x="0" y="104139"/>
                  </a:lnTo>
                  <a:lnTo>
                    <a:pt x="11430" y="104139"/>
                  </a:lnTo>
                  <a:lnTo>
                    <a:pt x="11430" y="97789"/>
                  </a:lnTo>
                  <a:close/>
                </a:path>
                <a:path w="11429" h="882650">
                  <a:moveTo>
                    <a:pt x="11430" y="104139"/>
                  </a:moveTo>
                  <a:lnTo>
                    <a:pt x="0" y="104139"/>
                  </a:lnTo>
                  <a:lnTo>
                    <a:pt x="0" y="758189"/>
                  </a:lnTo>
                  <a:lnTo>
                    <a:pt x="11430" y="758189"/>
                  </a:lnTo>
                  <a:lnTo>
                    <a:pt x="11430" y="104139"/>
                  </a:lnTo>
                  <a:close/>
                </a:path>
                <a:path w="11429" h="882650">
                  <a:moveTo>
                    <a:pt x="11430" y="878839"/>
                  </a:moveTo>
                  <a:lnTo>
                    <a:pt x="0" y="878839"/>
                  </a:lnTo>
                  <a:lnTo>
                    <a:pt x="0" y="882649"/>
                  </a:lnTo>
                  <a:lnTo>
                    <a:pt x="6350" y="882649"/>
                  </a:lnTo>
                  <a:lnTo>
                    <a:pt x="6350" y="880109"/>
                  </a:lnTo>
                  <a:lnTo>
                    <a:pt x="11430" y="880109"/>
                  </a:lnTo>
                  <a:lnTo>
                    <a:pt x="11430" y="878839"/>
                  </a:lnTo>
                  <a:close/>
                </a:path>
                <a:path w="11429" h="882650">
                  <a:moveTo>
                    <a:pt x="11430" y="872489"/>
                  </a:moveTo>
                  <a:lnTo>
                    <a:pt x="0" y="872489"/>
                  </a:lnTo>
                  <a:lnTo>
                    <a:pt x="0" y="877569"/>
                  </a:lnTo>
                  <a:lnTo>
                    <a:pt x="11430" y="877569"/>
                  </a:lnTo>
                  <a:lnTo>
                    <a:pt x="11430" y="872489"/>
                  </a:lnTo>
                  <a:close/>
                </a:path>
                <a:path w="11429" h="882650">
                  <a:moveTo>
                    <a:pt x="11430" y="866139"/>
                  </a:moveTo>
                  <a:lnTo>
                    <a:pt x="0" y="866139"/>
                  </a:lnTo>
                  <a:lnTo>
                    <a:pt x="0" y="871219"/>
                  </a:lnTo>
                  <a:lnTo>
                    <a:pt x="11430" y="871219"/>
                  </a:lnTo>
                  <a:lnTo>
                    <a:pt x="11430" y="866139"/>
                  </a:lnTo>
                  <a:close/>
                </a:path>
                <a:path w="11429" h="882650">
                  <a:moveTo>
                    <a:pt x="11430" y="859789"/>
                  </a:moveTo>
                  <a:lnTo>
                    <a:pt x="0" y="859789"/>
                  </a:lnTo>
                  <a:lnTo>
                    <a:pt x="0" y="864869"/>
                  </a:lnTo>
                  <a:lnTo>
                    <a:pt x="11430" y="864869"/>
                  </a:lnTo>
                  <a:lnTo>
                    <a:pt x="11430" y="859789"/>
                  </a:lnTo>
                  <a:close/>
                </a:path>
                <a:path w="11429" h="882650">
                  <a:moveTo>
                    <a:pt x="11430" y="853439"/>
                  </a:moveTo>
                  <a:lnTo>
                    <a:pt x="0" y="853439"/>
                  </a:lnTo>
                  <a:lnTo>
                    <a:pt x="0" y="858519"/>
                  </a:lnTo>
                  <a:lnTo>
                    <a:pt x="11430" y="858519"/>
                  </a:lnTo>
                  <a:lnTo>
                    <a:pt x="11430" y="853439"/>
                  </a:lnTo>
                  <a:close/>
                </a:path>
                <a:path w="11429" h="882650">
                  <a:moveTo>
                    <a:pt x="11430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1430" y="852169"/>
                  </a:lnTo>
                  <a:lnTo>
                    <a:pt x="11430" y="847089"/>
                  </a:lnTo>
                  <a:close/>
                </a:path>
                <a:path w="11429" h="882650">
                  <a:moveTo>
                    <a:pt x="1143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1430" y="845819"/>
                  </a:lnTo>
                  <a:lnTo>
                    <a:pt x="11430" y="840739"/>
                  </a:lnTo>
                  <a:close/>
                </a:path>
                <a:path w="11429" h="882650">
                  <a:moveTo>
                    <a:pt x="1143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1430" y="839469"/>
                  </a:lnTo>
                  <a:lnTo>
                    <a:pt x="11430" y="834389"/>
                  </a:lnTo>
                  <a:close/>
                </a:path>
                <a:path w="11429" h="882650">
                  <a:moveTo>
                    <a:pt x="1143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1430" y="833119"/>
                  </a:lnTo>
                  <a:lnTo>
                    <a:pt x="11430" y="828039"/>
                  </a:lnTo>
                  <a:close/>
                </a:path>
                <a:path w="11429" h="882650">
                  <a:moveTo>
                    <a:pt x="1143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1430" y="826769"/>
                  </a:lnTo>
                  <a:lnTo>
                    <a:pt x="11430" y="821689"/>
                  </a:lnTo>
                  <a:close/>
                </a:path>
                <a:path w="11429" h="882650">
                  <a:moveTo>
                    <a:pt x="1143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1430" y="820419"/>
                  </a:lnTo>
                  <a:lnTo>
                    <a:pt x="11430" y="815339"/>
                  </a:lnTo>
                  <a:close/>
                </a:path>
                <a:path w="11429" h="882650">
                  <a:moveTo>
                    <a:pt x="1143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1430" y="814069"/>
                  </a:lnTo>
                  <a:lnTo>
                    <a:pt x="11430" y="808989"/>
                  </a:lnTo>
                  <a:close/>
                </a:path>
                <a:path w="11429" h="882650">
                  <a:moveTo>
                    <a:pt x="1143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30" y="807719"/>
                  </a:lnTo>
                  <a:lnTo>
                    <a:pt x="11430" y="802639"/>
                  </a:lnTo>
                  <a:close/>
                </a:path>
                <a:path w="11429" h="882650">
                  <a:moveTo>
                    <a:pt x="1143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30" y="801369"/>
                  </a:lnTo>
                  <a:lnTo>
                    <a:pt x="11430" y="796289"/>
                  </a:lnTo>
                  <a:close/>
                </a:path>
                <a:path w="11429" h="882650">
                  <a:moveTo>
                    <a:pt x="1143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30" y="795019"/>
                  </a:lnTo>
                  <a:lnTo>
                    <a:pt x="11430" y="789939"/>
                  </a:lnTo>
                  <a:close/>
                </a:path>
                <a:path w="11429" h="882650">
                  <a:moveTo>
                    <a:pt x="1143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30" y="788669"/>
                  </a:lnTo>
                  <a:lnTo>
                    <a:pt x="11430" y="783589"/>
                  </a:lnTo>
                  <a:close/>
                </a:path>
                <a:path w="11429" h="882650">
                  <a:moveTo>
                    <a:pt x="1143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30" y="782319"/>
                  </a:lnTo>
                  <a:lnTo>
                    <a:pt x="11430" y="777239"/>
                  </a:lnTo>
                  <a:close/>
                </a:path>
                <a:path w="11429" h="882650">
                  <a:moveTo>
                    <a:pt x="1143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30" y="775969"/>
                  </a:lnTo>
                  <a:lnTo>
                    <a:pt x="11430" y="770889"/>
                  </a:lnTo>
                  <a:close/>
                </a:path>
                <a:path w="11429" h="882650">
                  <a:moveTo>
                    <a:pt x="11430" y="759459"/>
                  </a:moveTo>
                  <a:lnTo>
                    <a:pt x="0" y="759459"/>
                  </a:lnTo>
                  <a:lnTo>
                    <a:pt x="0" y="769619"/>
                  </a:lnTo>
                  <a:lnTo>
                    <a:pt x="11430" y="769619"/>
                  </a:lnTo>
                  <a:lnTo>
                    <a:pt x="11430" y="759459"/>
                  </a:lnTo>
                  <a:close/>
                </a:path>
              </a:pathLst>
            </a:custGeom>
            <a:solidFill>
              <a:srgbClr val="7A7A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967">
              <a:extLst>
                <a:ext uri="{FF2B5EF4-FFF2-40B4-BE49-F238E27FC236}">
                  <a16:creationId xmlns:a16="http://schemas.microsoft.com/office/drawing/2014/main" id="{DA0EA7A9-DF78-72FC-8897-6F3067538657}"/>
                </a:ext>
              </a:extLst>
            </p:cNvPr>
            <p:cNvSpPr/>
            <p:nvPr/>
          </p:nvSpPr>
          <p:spPr>
            <a:xfrm>
              <a:off x="4801869" y="5393690"/>
              <a:ext cx="10160" cy="877569"/>
            </a:xfrm>
            <a:custGeom>
              <a:avLst/>
              <a:gdLst/>
              <a:ahLst/>
              <a:cxnLst/>
              <a:rect l="l" t="t" r="r" b="b"/>
              <a:pathLst>
                <a:path w="10160" h="877570">
                  <a:moveTo>
                    <a:pt x="63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10160" h="877570">
                  <a:moveTo>
                    <a:pt x="1015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59" y="5080"/>
                  </a:lnTo>
                  <a:lnTo>
                    <a:pt x="10159" y="1270"/>
                  </a:lnTo>
                  <a:close/>
                </a:path>
                <a:path w="10160" h="877570">
                  <a:moveTo>
                    <a:pt x="1015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0159" y="7620"/>
                  </a:lnTo>
                  <a:lnTo>
                    <a:pt x="10159" y="5080"/>
                  </a:lnTo>
                  <a:close/>
                </a:path>
                <a:path w="10160" h="877570">
                  <a:moveTo>
                    <a:pt x="1015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0159" y="11430"/>
                  </a:lnTo>
                  <a:lnTo>
                    <a:pt x="10159" y="7620"/>
                  </a:lnTo>
                  <a:close/>
                </a:path>
                <a:path w="10160" h="877570">
                  <a:moveTo>
                    <a:pt x="1015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59" y="13970"/>
                  </a:lnTo>
                  <a:lnTo>
                    <a:pt x="10159" y="11430"/>
                  </a:lnTo>
                  <a:close/>
                </a:path>
                <a:path w="10160" h="877570">
                  <a:moveTo>
                    <a:pt x="1015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59" y="17780"/>
                  </a:lnTo>
                  <a:lnTo>
                    <a:pt x="10159" y="13970"/>
                  </a:lnTo>
                  <a:close/>
                </a:path>
                <a:path w="10160" h="877570">
                  <a:moveTo>
                    <a:pt x="1015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0159" y="20320"/>
                  </a:lnTo>
                  <a:lnTo>
                    <a:pt x="10159" y="17780"/>
                  </a:lnTo>
                  <a:close/>
                </a:path>
                <a:path w="10160" h="877570">
                  <a:moveTo>
                    <a:pt x="1015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59" y="24130"/>
                  </a:lnTo>
                  <a:lnTo>
                    <a:pt x="10159" y="20320"/>
                  </a:lnTo>
                  <a:close/>
                </a:path>
                <a:path w="10160" h="877570">
                  <a:moveTo>
                    <a:pt x="1015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0159" y="26670"/>
                  </a:lnTo>
                  <a:lnTo>
                    <a:pt x="10159" y="24130"/>
                  </a:lnTo>
                  <a:close/>
                </a:path>
                <a:path w="10160" h="877570">
                  <a:moveTo>
                    <a:pt x="1015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0159" y="30480"/>
                  </a:lnTo>
                  <a:lnTo>
                    <a:pt x="10159" y="26670"/>
                  </a:lnTo>
                  <a:close/>
                </a:path>
                <a:path w="10160" h="877570">
                  <a:moveTo>
                    <a:pt x="10159" y="30480"/>
                  </a:moveTo>
                  <a:lnTo>
                    <a:pt x="0" y="30480"/>
                  </a:lnTo>
                  <a:lnTo>
                    <a:pt x="0" y="36830"/>
                  </a:lnTo>
                  <a:lnTo>
                    <a:pt x="10159" y="36830"/>
                  </a:lnTo>
                  <a:lnTo>
                    <a:pt x="10159" y="30480"/>
                  </a:lnTo>
                  <a:close/>
                </a:path>
                <a:path w="10160" h="877570">
                  <a:moveTo>
                    <a:pt x="1015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0159" y="39370"/>
                  </a:lnTo>
                  <a:lnTo>
                    <a:pt x="10159" y="36830"/>
                  </a:lnTo>
                  <a:close/>
                </a:path>
                <a:path w="10160" h="877570">
                  <a:moveTo>
                    <a:pt x="1015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0159" y="43180"/>
                  </a:lnTo>
                  <a:lnTo>
                    <a:pt x="10159" y="39370"/>
                  </a:lnTo>
                  <a:close/>
                </a:path>
                <a:path w="10160" h="877570">
                  <a:moveTo>
                    <a:pt x="1015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0159" y="45720"/>
                  </a:lnTo>
                  <a:lnTo>
                    <a:pt x="10159" y="43180"/>
                  </a:lnTo>
                  <a:close/>
                </a:path>
                <a:path w="10160" h="877570">
                  <a:moveTo>
                    <a:pt x="1015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0159" y="49530"/>
                  </a:lnTo>
                  <a:lnTo>
                    <a:pt x="10159" y="45720"/>
                  </a:lnTo>
                  <a:close/>
                </a:path>
                <a:path w="10160" h="877570">
                  <a:moveTo>
                    <a:pt x="1015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0159" y="52070"/>
                  </a:lnTo>
                  <a:lnTo>
                    <a:pt x="10159" y="49530"/>
                  </a:lnTo>
                  <a:close/>
                </a:path>
                <a:path w="10160" h="877570">
                  <a:moveTo>
                    <a:pt x="1015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0159" y="55880"/>
                  </a:lnTo>
                  <a:lnTo>
                    <a:pt x="10159" y="52070"/>
                  </a:lnTo>
                  <a:close/>
                </a:path>
                <a:path w="10160" h="877570">
                  <a:moveTo>
                    <a:pt x="10159" y="55880"/>
                  </a:moveTo>
                  <a:lnTo>
                    <a:pt x="0" y="55880"/>
                  </a:lnTo>
                  <a:lnTo>
                    <a:pt x="0" y="64770"/>
                  </a:lnTo>
                  <a:lnTo>
                    <a:pt x="10159" y="64770"/>
                  </a:lnTo>
                  <a:lnTo>
                    <a:pt x="10159" y="55880"/>
                  </a:lnTo>
                  <a:close/>
                </a:path>
                <a:path w="10160" h="877570">
                  <a:moveTo>
                    <a:pt x="10159" y="64770"/>
                  </a:moveTo>
                  <a:lnTo>
                    <a:pt x="0" y="64770"/>
                  </a:lnTo>
                  <a:lnTo>
                    <a:pt x="0" y="68580"/>
                  </a:lnTo>
                  <a:lnTo>
                    <a:pt x="10159" y="68580"/>
                  </a:lnTo>
                  <a:lnTo>
                    <a:pt x="10159" y="64770"/>
                  </a:lnTo>
                  <a:close/>
                </a:path>
                <a:path w="10160" h="877570">
                  <a:moveTo>
                    <a:pt x="10159" y="68580"/>
                  </a:moveTo>
                  <a:lnTo>
                    <a:pt x="0" y="68580"/>
                  </a:lnTo>
                  <a:lnTo>
                    <a:pt x="0" y="77470"/>
                  </a:lnTo>
                  <a:lnTo>
                    <a:pt x="10159" y="77470"/>
                  </a:lnTo>
                  <a:lnTo>
                    <a:pt x="10159" y="68580"/>
                  </a:lnTo>
                  <a:close/>
                </a:path>
                <a:path w="10160" h="877570">
                  <a:moveTo>
                    <a:pt x="10159" y="77470"/>
                  </a:moveTo>
                  <a:lnTo>
                    <a:pt x="0" y="77470"/>
                  </a:lnTo>
                  <a:lnTo>
                    <a:pt x="0" y="83820"/>
                  </a:lnTo>
                  <a:lnTo>
                    <a:pt x="10159" y="83820"/>
                  </a:lnTo>
                  <a:lnTo>
                    <a:pt x="10159" y="77470"/>
                  </a:lnTo>
                  <a:close/>
                </a:path>
                <a:path w="10160" h="877570">
                  <a:moveTo>
                    <a:pt x="10159" y="83820"/>
                  </a:moveTo>
                  <a:lnTo>
                    <a:pt x="0" y="83820"/>
                  </a:lnTo>
                  <a:lnTo>
                    <a:pt x="0" y="87630"/>
                  </a:lnTo>
                  <a:lnTo>
                    <a:pt x="10159" y="87630"/>
                  </a:lnTo>
                  <a:lnTo>
                    <a:pt x="10159" y="83820"/>
                  </a:lnTo>
                  <a:close/>
                </a:path>
                <a:path w="10160" h="877570">
                  <a:moveTo>
                    <a:pt x="10159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10159" y="90170"/>
                  </a:lnTo>
                  <a:lnTo>
                    <a:pt x="10159" y="87630"/>
                  </a:lnTo>
                  <a:close/>
                </a:path>
                <a:path w="10160" h="877570">
                  <a:moveTo>
                    <a:pt x="10159" y="90170"/>
                  </a:moveTo>
                  <a:lnTo>
                    <a:pt x="0" y="90170"/>
                  </a:lnTo>
                  <a:lnTo>
                    <a:pt x="0" y="93980"/>
                  </a:lnTo>
                  <a:lnTo>
                    <a:pt x="10159" y="93980"/>
                  </a:lnTo>
                  <a:lnTo>
                    <a:pt x="10159" y="90170"/>
                  </a:lnTo>
                  <a:close/>
                </a:path>
                <a:path w="10160" h="877570">
                  <a:moveTo>
                    <a:pt x="10159" y="93980"/>
                  </a:moveTo>
                  <a:lnTo>
                    <a:pt x="0" y="93980"/>
                  </a:lnTo>
                  <a:lnTo>
                    <a:pt x="0" y="96520"/>
                  </a:lnTo>
                  <a:lnTo>
                    <a:pt x="10159" y="96520"/>
                  </a:lnTo>
                  <a:lnTo>
                    <a:pt x="10159" y="93980"/>
                  </a:lnTo>
                  <a:close/>
                </a:path>
                <a:path w="10160" h="877570">
                  <a:moveTo>
                    <a:pt x="10159" y="96520"/>
                  </a:moveTo>
                  <a:lnTo>
                    <a:pt x="0" y="96520"/>
                  </a:lnTo>
                  <a:lnTo>
                    <a:pt x="0" y="102870"/>
                  </a:lnTo>
                  <a:lnTo>
                    <a:pt x="10159" y="102870"/>
                  </a:lnTo>
                  <a:lnTo>
                    <a:pt x="10159" y="96520"/>
                  </a:lnTo>
                  <a:close/>
                </a:path>
                <a:path w="10160" h="877570">
                  <a:moveTo>
                    <a:pt x="10159" y="102870"/>
                  </a:moveTo>
                  <a:lnTo>
                    <a:pt x="0" y="102870"/>
                  </a:lnTo>
                  <a:lnTo>
                    <a:pt x="0" y="756920"/>
                  </a:lnTo>
                  <a:lnTo>
                    <a:pt x="10159" y="756920"/>
                  </a:lnTo>
                  <a:lnTo>
                    <a:pt x="10159" y="102870"/>
                  </a:lnTo>
                  <a:close/>
                </a:path>
                <a:path w="10160" h="877570">
                  <a:moveTo>
                    <a:pt x="10159" y="871220"/>
                  </a:moveTo>
                  <a:lnTo>
                    <a:pt x="0" y="871220"/>
                  </a:lnTo>
                  <a:lnTo>
                    <a:pt x="0" y="876300"/>
                  </a:lnTo>
                  <a:lnTo>
                    <a:pt x="7619" y="876300"/>
                  </a:lnTo>
                  <a:lnTo>
                    <a:pt x="7619" y="877570"/>
                  </a:lnTo>
                  <a:lnTo>
                    <a:pt x="10159" y="877570"/>
                  </a:lnTo>
                  <a:lnTo>
                    <a:pt x="10159" y="871220"/>
                  </a:lnTo>
                  <a:close/>
                </a:path>
                <a:path w="10160" h="877570">
                  <a:moveTo>
                    <a:pt x="10159" y="864870"/>
                  </a:moveTo>
                  <a:lnTo>
                    <a:pt x="0" y="864870"/>
                  </a:lnTo>
                  <a:lnTo>
                    <a:pt x="0" y="869950"/>
                  </a:lnTo>
                  <a:lnTo>
                    <a:pt x="10159" y="869950"/>
                  </a:lnTo>
                  <a:lnTo>
                    <a:pt x="10159" y="864870"/>
                  </a:lnTo>
                  <a:close/>
                </a:path>
                <a:path w="10160" h="877570">
                  <a:moveTo>
                    <a:pt x="10159" y="858520"/>
                  </a:moveTo>
                  <a:lnTo>
                    <a:pt x="0" y="858520"/>
                  </a:lnTo>
                  <a:lnTo>
                    <a:pt x="0" y="863600"/>
                  </a:lnTo>
                  <a:lnTo>
                    <a:pt x="10159" y="863600"/>
                  </a:lnTo>
                  <a:lnTo>
                    <a:pt x="10159" y="858520"/>
                  </a:lnTo>
                  <a:close/>
                </a:path>
                <a:path w="10160" h="877570">
                  <a:moveTo>
                    <a:pt x="10159" y="852170"/>
                  </a:moveTo>
                  <a:lnTo>
                    <a:pt x="0" y="852170"/>
                  </a:lnTo>
                  <a:lnTo>
                    <a:pt x="0" y="857250"/>
                  </a:lnTo>
                  <a:lnTo>
                    <a:pt x="10159" y="857250"/>
                  </a:lnTo>
                  <a:lnTo>
                    <a:pt x="10159" y="852170"/>
                  </a:lnTo>
                  <a:close/>
                </a:path>
                <a:path w="10160" h="877570">
                  <a:moveTo>
                    <a:pt x="10159" y="845820"/>
                  </a:moveTo>
                  <a:lnTo>
                    <a:pt x="0" y="845820"/>
                  </a:lnTo>
                  <a:lnTo>
                    <a:pt x="0" y="850900"/>
                  </a:lnTo>
                  <a:lnTo>
                    <a:pt x="10159" y="850900"/>
                  </a:lnTo>
                  <a:lnTo>
                    <a:pt x="10159" y="845820"/>
                  </a:lnTo>
                  <a:close/>
                </a:path>
                <a:path w="10160" h="877570">
                  <a:moveTo>
                    <a:pt x="10159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0159" y="844550"/>
                  </a:lnTo>
                  <a:lnTo>
                    <a:pt x="10159" y="839470"/>
                  </a:lnTo>
                  <a:close/>
                </a:path>
                <a:path w="10160" h="877570">
                  <a:moveTo>
                    <a:pt x="10159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0159" y="838200"/>
                  </a:lnTo>
                  <a:lnTo>
                    <a:pt x="10159" y="833120"/>
                  </a:lnTo>
                  <a:close/>
                </a:path>
                <a:path w="10160" h="877570">
                  <a:moveTo>
                    <a:pt x="1015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0159" y="831850"/>
                  </a:lnTo>
                  <a:lnTo>
                    <a:pt x="10159" y="826770"/>
                  </a:lnTo>
                  <a:close/>
                </a:path>
                <a:path w="10160" h="877570">
                  <a:moveTo>
                    <a:pt x="1015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0159" y="825500"/>
                  </a:lnTo>
                  <a:lnTo>
                    <a:pt x="10159" y="820420"/>
                  </a:lnTo>
                  <a:close/>
                </a:path>
                <a:path w="10160" h="877570">
                  <a:moveTo>
                    <a:pt x="1015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59" y="819150"/>
                  </a:lnTo>
                  <a:lnTo>
                    <a:pt x="10159" y="814070"/>
                  </a:lnTo>
                  <a:close/>
                </a:path>
                <a:path w="10160" h="877570">
                  <a:moveTo>
                    <a:pt x="1015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59" y="812800"/>
                  </a:lnTo>
                  <a:lnTo>
                    <a:pt x="10159" y="807720"/>
                  </a:lnTo>
                  <a:close/>
                </a:path>
                <a:path w="10160" h="877570">
                  <a:moveTo>
                    <a:pt x="1015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59" y="806450"/>
                  </a:lnTo>
                  <a:lnTo>
                    <a:pt x="10159" y="801370"/>
                  </a:lnTo>
                  <a:close/>
                </a:path>
                <a:path w="10160" h="877570">
                  <a:moveTo>
                    <a:pt x="1015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59" y="800100"/>
                  </a:lnTo>
                  <a:lnTo>
                    <a:pt x="10159" y="795020"/>
                  </a:lnTo>
                  <a:close/>
                </a:path>
                <a:path w="10160" h="877570">
                  <a:moveTo>
                    <a:pt x="1015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59" y="793750"/>
                  </a:lnTo>
                  <a:lnTo>
                    <a:pt x="10159" y="788670"/>
                  </a:lnTo>
                  <a:close/>
                </a:path>
                <a:path w="10160" h="877570">
                  <a:moveTo>
                    <a:pt x="1015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59" y="787400"/>
                  </a:lnTo>
                  <a:lnTo>
                    <a:pt x="10159" y="782320"/>
                  </a:lnTo>
                  <a:close/>
                </a:path>
                <a:path w="10160" h="877570">
                  <a:moveTo>
                    <a:pt x="1015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59" y="781050"/>
                  </a:lnTo>
                  <a:lnTo>
                    <a:pt x="10159" y="775970"/>
                  </a:lnTo>
                  <a:close/>
                </a:path>
                <a:path w="10160" h="877570">
                  <a:moveTo>
                    <a:pt x="1015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59" y="774700"/>
                  </a:lnTo>
                  <a:lnTo>
                    <a:pt x="10159" y="769620"/>
                  </a:lnTo>
                  <a:close/>
                </a:path>
                <a:path w="10160" h="877570">
                  <a:moveTo>
                    <a:pt x="10159" y="758190"/>
                  </a:moveTo>
                  <a:lnTo>
                    <a:pt x="0" y="758190"/>
                  </a:lnTo>
                  <a:lnTo>
                    <a:pt x="0" y="768350"/>
                  </a:lnTo>
                  <a:lnTo>
                    <a:pt x="10159" y="768350"/>
                  </a:lnTo>
                  <a:lnTo>
                    <a:pt x="10159" y="758190"/>
                  </a:lnTo>
                  <a:close/>
                </a:path>
              </a:pathLst>
            </a:custGeom>
            <a:solidFill>
              <a:srgbClr val="7B7B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968">
              <a:extLst>
                <a:ext uri="{FF2B5EF4-FFF2-40B4-BE49-F238E27FC236}">
                  <a16:creationId xmlns:a16="http://schemas.microsoft.com/office/drawing/2014/main" id="{82E2AAD2-2D30-2B06-DD33-3C2C6CA5D906}"/>
                </a:ext>
              </a:extLst>
            </p:cNvPr>
            <p:cNvSpPr/>
            <p:nvPr/>
          </p:nvSpPr>
          <p:spPr>
            <a:xfrm>
              <a:off x="4812030" y="5394960"/>
              <a:ext cx="11430" cy="876300"/>
            </a:xfrm>
            <a:custGeom>
              <a:avLst/>
              <a:gdLst/>
              <a:ahLst/>
              <a:cxnLst/>
              <a:rect l="l" t="t" r="r" b="b"/>
              <a:pathLst>
                <a:path w="11429" h="87630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1429" h="876300">
                  <a:moveTo>
                    <a:pt x="1143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3809"/>
                  </a:lnTo>
                  <a:close/>
                </a:path>
                <a:path w="11429" h="876300">
                  <a:moveTo>
                    <a:pt x="1143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6350"/>
                  </a:lnTo>
                  <a:close/>
                </a:path>
                <a:path w="11429" h="876300">
                  <a:moveTo>
                    <a:pt x="1143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10159"/>
                  </a:lnTo>
                  <a:close/>
                </a:path>
                <a:path w="11429" h="876300">
                  <a:moveTo>
                    <a:pt x="1143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2700"/>
                  </a:lnTo>
                  <a:close/>
                </a:path>
                <a:path w="11429" h="876300">
                  <a:moveTo>
                    <a:pt x="1143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6509"/>
                  </a:lnTo>
                  <a:close/>
                </a:path>
                <a:path w="11429" h="876300">
                  <a:moveTo>
                    <a:pt x="1143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30" y="22859"/>
                  </a:lnTo>
                  <a:lnTo>
                    <a:pt x="11430" y="19050"/>
                  </a:lnTo>
                  <a:close/>
                </a:path>
                <a:path w="11429" h="876300">
                  <a:moveTo>
                    <a:pt x="1143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2859"/>
                  </a:lnTo>
                  <a:close/>
                </a:path>
                <a:path w="11429" h="876300">
                  <a:moveTo>
                    <a:pt x="1143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5400"/>
                  </a:lnTo>
                  <a:close/>
                </a:path>
                <a:path w="11429" h="876300">
                  <a:moveTo>
                    <a:pt x="11430" y="29210"/>
                  </a:moveTo>
                  <a:lnTo>
                    <a:pt x="0" y="2921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29210"/>
                  </a:lnTo>
                  <a:close/>
                </a:path>
                <a:path w="11429" h="876300">
                  <a:moveTo>
                    <a:pt x="1143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5559"/>
                  </a:lnTo>
                  <a:close/>
                </a:path>
                <a:path w="11429" h="876300">
                  <a:moveTo>
                    <a:pt x="1143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8100"/>
                  </a:lnTo>
                  <a:close/>
                </a:path>
                <a:path w="11429" h="876300">
                  <a:moveTo>
                    <a:pt x="1143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1909"/>
                  </a:lnTo>
                  <a:close/>
                </a:path>
                <a:path w="11429" h="876300">
                  <a:moveTo>
                    <a:pt x="1143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30" y="48259"/>
                  </a:lnTo>
                  <a:lnTo>
                    <a:pt x="11430" y="44450"/>
                  </a:lnTo>
                  <a:close/>
                </a:path>
                <a:path w="11429" h="876300">
                  <a:moveTo>
                    <a:pt x="1143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8259"/>
                  </a:lnTo>
                  <a:close/>
                </a:path>
                <a:path w="11429" h="876300">
                  <a:moveTo>
                    <a:pt x="1143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50800"/>
                  </a:lnTo>
                  <a:close/>
                </a:path>
                <a:path w="11429" h="876300">
                  <a:moveTo>
                    <a:pt x="11430" y="54609"/>
                  </a:moveTo>
                  <a:lnTo>
                    <a:pt x="0" y="5460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4609"/>
                  </a:lnTo>
                  <a:close/>
                </a:path>
                <a:path w="11429" h="876300">
                  <a:moveTo>
                    <a:pt x="11430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63500"/>
                  </a:lnTo>
                  <a:close/>
                </a:path>
                <a:path w="11429" h="876300">
                  <a:moveTo>
                    <a:pt x="11430" y="67309"/>
                  </a:moveTo>
                  <a:lnTo>
                    <a:pt x="0" y="67309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67309"/>
                  </a:lnTo>
                  <a:close/>
                </a:path>
                <a:path w="11429" h="876300">
                  <a:moveTo>
                    <a:pt x="11430" y="76200"/>
                  </a:moveTo>
                  <a:lnTo>
                    <a:pt x="0" y="76200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76200"/>
                  </a:lnTo>
                  <a:close/>
                </a:path>
                <a:path w="11429" h="876300">
                  <a:moveTo>
                    <a:pt x="11430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30" y="86359"/>
                  </a:lnTo>
                  <a:lnTo>
                    <a:pt x="11430" y="82550"/>
                  </a:lnTo>
                  <a:close/>
                </a:path>
                <a:path w="11429" h="876300">
                  <a:moveTo>
                    <a:pt x="11430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6359"/>
                  </a:lnTo>
                  <a:close/>
                </a:path>
                <a:path w="11429" h="876300">
                  <a:moveTo>
                    <a:pt x="11430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88900"/>
                  </a:lnTo>
                  <a:close/>
                </a:path>
                <a:path w="11429" h="876300">
                  <a:moveTo>
                    <a:pt x="11430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2709"/>
                  </a:lnTo>
                  <a:close/>
                </a:path>
                <a:path w="11429" h="876300">
                  <a:moveTo>
                    <a:pt x="11430" y="95250"/>
                  </a:moveTo>
                  <a:lnTo>
                    <a:pt x="0" y="95250"/>
                  </a:lnTo>
                  <a:lnTo>
                    <a:pt x="0" y="101599"/>
                  </a:lnTo>
                  <a:lnTo>
                    <a:pt x="11430" y="101599"/>
                  </a:lnTo>
                  <a:lnTo>
                    <a:pt x="11430" y="95250"/>
                  </a:lnTo>
                  <a:close/>
                </a:path>
                <a:path w="11429" h="876300">
                  <a:moveTo>
                    <a:pt x="11430" y="101600"/>
                  </a:moveTo>
                  <a:lnTo>
                    <a:pt x="0" y="101600"/>
                  </a:lnTo>
                  <a:lnTo>
                    <a:pt x="0" y="755649"/>
                  </a:lnTo>
                  <a:lnTo>
                    <a:pt x="11430" y="755649"/>
                  </a:lnTo>
                  <a:lnTo>
                    <a:pt x="11430" y="101600"/>
                  </a:lnTo>
                  <a:close/>
                </a:path>
                <a:path w="11429" h="876300">
                  <a:moveTo>
                    <a:pt x="11430" y="869949"/>
                  </a:moveTo>
                  <a:lnTo>
                    <a:pt x="0" y="869949"/>
                  </a:lnTo>
                  <a:lnTo>
                    <a:pt x="0" y="876299"/>
                  </a:lnTo>
                  <a:lnTo>
                    <a:pt x="5080" y="876299"/>
                  </a:lnTo>
                  <a:lnTo>
                    <a:pt x="5080" y="875029"/>
                  </a:lnTo>
                  <a:lnTo>
                    <a:pt x="11430" y="875029"/>
                  </a:lnTo>
                  <a:lnTo>
                    <a:pt x="11430" y="869949"/>
                  </a:lnTo>
                  <a:close/>
                </a:path>
                <a:path w="11429" h="876300">
                  <a:moveTo>
                    <a:pt x="11430" y="863599"/>
                  </a:moveTo>
                  <a:lnTo>
                    <a:pt x="0" y="863599"/>
                  </a:lnTo>
                  <a:lnTo>
                    <a:pt x="0" y="868679"/>
                  </a:lnTo>
                  <a:lnTo>
                    <a:pt x="11430" y="868679"/>
                  </a:lnTo>
                  <a:lnTo>
                    <a:pt x="11430" y="863599"/>
                  </a:lnTo>
                  <a:close/>
                </a:path>
                <a:path w="11429" h="876300">
                  <a:moveTo>
                    <a:pt x="11430" y="857249"/>
                  </a:moveTo>
                  <a:lnTo>
                    <a:pt x="0" y="857249"/>
                  </a:lnTo>
                  <a:lnTo>
                    <a:pt x="0" y="862329"/>
                  </a:lnTo>
                  <a:lnTo>
                    <a:pt x="11430" y="862329"/>
                  </a:lnTo>
                  <a:lnTo>
                    <a:pt x="11430" y="857249"/>
                  </a:lnTo>
                  <a:close/>
                </a:path>
                <a:path w="11429" h="876300">
                  <a:moveTo>
                    <a:pt x="11430" y="850899"/>
                  </a:moveTo>
                  <a:lnTo>
                    <a:pt x="0" y="850899"/>
                  </a:lnTo>
                  <a:lnTo>
                    <a:pt x="0" y="855979"/>
                  </a:lnTo>
                  <a:lnTo>
                    <a:pt x="11430" y="855979"/>
                  </a:lnTo>
                  <a:lnTo>
                    <a:pt x="11430" y="850899"/>
                  </a:lnTo>
                  <a:close/>
                </a:path>
                <a:path w="11429" h="876300">
                  <a:moveTo>
                    <a:pt x="11430" y="844549"/>
                  </a:moveTo>
                  <a:lnTo>
                    <a:pt x="0" y="844549"/>
                  </a:lnTo>
                  <a:lnTo>
                    <a:pt x="0" y="849629"/>
                  </a:lnTo>
                  <a:lnTo>
                    <a:pt x="11430" y="849629"/>
                  </a:lnTo>
                  <a:lnTo>
                    <a:pt x="11430" y="844549"/>
                  </a:lnTo>
                  <a:close/>
                </a:path>
                <a:path w="11429" h="876300">
                  <a:moveTo>
                    <a:pt x="11430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30" y="843279"/>
                  </a:lnTo>
                  <a:lnTo>
                    <a:pt x="11430" y="838199"/>
                  </a:lnTo>
                  <a:close/>
                </a:path>
                <a:path w="11429" h="876300">
                  <a:moveTo>
                    <a:pt x="11430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30" y="836929"/>
                  </a:lnTo>
                  <a:lnTo>
                    <a:pt x="11430" y="831849"/>
                  </a:lnTo>
                  <a:close/>
                </a:path>
                <a:path w="11429" h="876300">
                  <a:moveTo>
                    <a:pt x="11430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30" y="830579"/>
                  </a:lnTo>
                  <a:lnTo>
                    <a:pt x="11430" y="825499"/>
                  </a:lnTo>
                  <a:close/>
                </a:path>
                <a:path w="11429" h="876300">
                  <a:moveTo>
                    <a:pt x="11430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30" y="824229"/>
                  </a:lnTo>
                  <a:lnTo>
                    <a:pt x="11430" y="819149"/>
                  </a:lnTo>
                  <a:close/>
                </a:path>
                <a:path w="11429" h="876300">
                  <a:moveTo>
                    <a:pt x="11430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30" y="817879"/>
                  </a:lnTo>
                  <a:lnTo>
                    <a:pt x="11430" y="812799"/>
                  </a:lnTo>
                  <a:close/>
                </a:path>
                <a:path w="11429" h="876300">
                  <a:moveTo>
                    <a:pt x="11430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30" y="811529"/>
                  </a:lnTo>
                  <a:lnTo>
                    <a:pt x="11430" y="806449"/>
                  </a:lnTo>
                  <a:close/>
                </a:path>
                <a:path w="11429" h="876300">
                  <a:moveTo>
                    <a:pt x="1143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30" y="805179"/>
                  </a:lnTo>
                  <a:lnTo>
                    <a:pt x="11430" y="800099"/>
                  </a:lnTo>
                  <a:close/>
                </a:path>
                <a:path w="11429" h="876300">
                  <a:moveTo>
                    <a:pt x="1143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30" y="798829"/>
                  </a:lnTo>
                  <a:lnTo>
                    <a:pt x="11430" y="793749"/>
                  </a:lnTo>
                  <a:close/>
                </a:path>
                <a:path w="11429" h="876300">
                  <a:moveTo>
                    <a:pt x="11430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30" y="792479"/>
                  </a:lnTo>
                  <a:lnTo>
                    <a:pt x="11430" y="787399"/>
                  </a:lnTo>
                  <a:close/>
                </a:path>
                <a:path w="11429" h="876300">
                  <a:moveTo>
                    <a:pt x="11430" y="781049"/>
                  </a:moveTo>
                  <a:lnTo>
                    <a:pt x="0" y="781049"/>
                  </a:lnTo>
                  <a:lnTo>
                    <a:pt x="0" y="786130"/>
                  </a:lnTo>
                  <a:lnTo>
                    <a:pt x="11430" y="786130"/>
                  </a:lnTo>
                  <a:lnTo>
                    <a:pt x="11430" y="781049"/>
                  </a:lnTo>
                  <a:close/>
                </a:path>
                <a:path w="11429" h="876300">
                  <a:moveTo>
                    <a:pt x="11430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30" y="779779"/>
                  </a:lnTo>
                  <a:lnTo>
                    <a:pt x="11430" y="774699"/>
                  </a:lnTo>
                  <a:close/>
                </a:path>
                <a:path w="11429" h="876300">
                  <a:moveTo>
                    <a:pt x="11430" y="768349"/>
                  </a:moveTo>
                  <a:lnTo>
                    <a:pt x="0" y="768349"/>
                  </a:lnTo>
                  <a:lnTo>
                    <a:pt x="0" y="773430"/>
                  </a:lnTo>
                  <a:lnTo>
                    <a:pt x="11430" y="773430"/>
                  </a:lnTo>
                  <a:lnTo>
                    <a:pt x="11430" y="768349"/>
                  </a:lnTo>
                  <a:close/>
                </a:path>
                <a:path w="11429" h="876300">
                  <a:moveTo>
                    <a:pt x="11430" y="756919"/>
                  </a:moveTo>
                  <a:lnTo>
                    <a:pt x="0" y="756919"/>
                  </a:lnTo>
                  <a:lnTo>
                    <a:pt x="0" y="767079"/>
                  </a:lnTo>
                  <a:lnTo>
                    <a:pt x="11430" y="767079"/>
                  </a:lnTo>
                  <a:lnTo>
                    <a:pt x="11430" y="756919"/>
                  </a:lnTo>
                  <a:close/>
                </a:path>
              </a:pathLst>
            </a:custGeom>
            <a:solidFill>
              <a:srgbClr val="7B7B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969">
              <a:extLst>
                <a:ext uri="{FF2B5EF4-FFF2-40B4-BE49-F238E27FC236}">
                  <a16:creationId xmlns:a16="http://schemas.microsoft.com/office/drawing/2014/main" id="{65D83336-C9F6-FC75-92F8-53149484B53E}"/>
                </a:ext>
              </a:extLst>
            </p:cNvPr>
            <p:cNvSpPr/>
            <p:nvPr/>
          </p:nvSpPr>
          <p:spPr>
            <a:xfrm>
              <a:off x="4823459" y="5397500"/>
              <a:ext cx="11430" cy="872490"/>
            </a:xfrm>
            <a:custGeom>
              <a:avLst/>
              <a:gdLst/>
              <a:ahLst/>
              <a:cxnLst/>
              <a:rect l="l" t="t" r="r" b="b"/>
              <a:pathLst>
                <a:path w="11429" h="872489">
                  <a:moveTo>
                    <a:pt x="761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7619" y="1269"/>
                  </a:lnTo>
                  <a:lnTo>
                    <a:pt x="7619" y="0"/>
                  </a:lnTo>
                  <a:close/>
                </a:path>
                <a:path w="11429" h="872489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872489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872489">
                  <a:moveTo>
                    <a:pt x="1142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20"/>
                  </a:lnTo>
                  <a:close/>
                </a:path>
                <a:path w="11429" h="872489">
                  <a:moveTo>
                    <a:pt x="1142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10160"/>
                  </a:lnTo>
                  <a:close/>
                </a:path>
                <a:path w="11429" h="872489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872489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872489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872489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872489">
                  <a:moveTo>
                    <a:pt x="11429" y="26670"/>
                  </a:moveTo>
                  <a:lnTo>
                    <a:pt x="0" y="2667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6670"/>
                  </a:lnTo>
                  <a:close/>
                </a:path>
                <a:path w="11429" h="872489">
                  <a:moveTo>
                    <a:pt x="1142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3020"/>
                  </a:lnTo>
                  <a:close/>
                </a:path>
                <a:path w="11429" h="872489">
                  <a:moveTo>
                    <a:pt x="1142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29" y="39369"/>
                  </a:lnTo>
                  <a:lnTo>
                    <a:pt x="11429" y="35560"/>
                  </a:lnTo>
                  <a:close/>
                </a:path>
                <a:path w="11429" h="872489">
                  <a:moveTo>
                    <a:pt x="1142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9370"/>
                  </a:lnTo>
                  <a:close/>
                </a:path>
                <a:path w="11429" h="872489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872489">
                  <a:moveTo>
                    <a:pt x="1142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5720"/>
                  </a:lnTo>
                  <a:close/>
                </a:path>
                <a:path w="11429" h="872489">
                  <a:moveTo>
                    <a:pt x="1142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29" y="52069"/>
                  </a:lnTo>
                  <a:lnTo>
                    <a:pt x="11429" y="48260"/>
                  </a:lnTo>
                  <a:close/>
                </a:path>
                <a:path w="11429" h="872489">
                  <a:moveTo>
                    <a:pt x="11429" y="52070"/>
                  </a:moveTo>
                  <a:lnTo>
                    <a:pt x="0" y="5207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2070"/>
                  </a:lnTo>
                  <a:close/>
                </a:path>
                <a:path w="11429" h="872489">
                  <a:moveTo>
                    <a:pt x="11429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29" y="64769"/>
                  </a:lnTo>
                  <a:lnTo>
                    <a:pt x="11429" y="60960"/>
                  </a:lnTo>
                  <a:close/>
                </a:path>
                <a:path w="11429" h="872489">
                  <a:moveTo>
                    <a:pt x="11429" y="64770"/>
                  </a:moveTo>
                  <a:lnTo>
                    <a:pt x="0" y="6477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4770"/>
                  </a:lnTo>
                  <a:close/>
                </a:path>
                <a:path w="11429" h="872489">
                  <a:moveTo>
                    <a:pt x="11429" y="73660"/>
                  </a:moveTo>
                  <a:lnTo>
                    <a:pt x="0" y="7366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3660"/>
                  </a:lnTo>
                  <a:close/>
                </a:path>
                <a:path w="11429" h="872489">
                  <a:moveTo>
                    <a:pt x="11429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29" y="83819"/>
                  </a:lnTo>
                  <a:lnTo>
                    <a:pt x="11429" y="80010"/>
                  </a:lnTo>
                  <a:close/>
                </a:path>
                <a:path w="11429" h="872489">
                  <a:moveTo>
                    <a:pt x="11429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3820"/>
                  </a:lnTo>
                  <a:close/>
                </a:path>
                <a:path w="11429" h="872489">
                  <a:moveTo>
                    <a:pt x="11429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29" y="90169"/>
                  </a:lnTo>
                  <a:lnTo>
                    <a:pt x="11429" y="86360"/>
                  </a:lnTo>
                  <a:close/>
                </a:path>
                <a:path w="11429" h="872489">
                  <a:moveTo>
                    <a:pt x="11429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90170"/>
                  </a:lnTo>
                  <a:close/>
                </a:path>
                <a:path w="11429" h="872489">
                  <a:moveTo>
                    <a:pt x="11429" y="92710"/>
                  </a:moveTo>
                  <a:lnTo>
                    <a:pt x="0" y="9271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2710"/>
                  </a:lnTo>
                  <a:close/>
                </a:path>
                <a:path w="11429" h="872489">
                  <a:moveTo>
                    <a:pt x="11429" y="99060"/>
                  </a:moveTo>
                  <a:lnTo>
                    <a:pt x="0" y="99060"/>
                  </a:lnTo>
                  <a:lnTo>
                    <a:pt x="0" y="753110"/>
                  </a:lnTo>
                  <a:lnTo>
                    <a:pt x="11429" y="753110"/>
                  </a:lnTo>
                  <a:lnTo>
                    <a:pt x="11429" y="99060"/>
                  </a:lnTo>
                  <a:close/>
                </a:path>
                <a:path w="11429" h="872489">
                  <a:moveTo>
                    <a:pt x="11429" y="867410"/>
                  </a:moveTo>
                  <a:lnTo>
                    <a:pt x="0" y="867410"/>
                  </a:lnTo>
                  <a:lnTo>
                    <a:pt x="0" y="872489"/>
                  </a:lnTo>
                  <a:lnTo>
                    <a:pt x="1269" y="872489"/>
                  </a:lnTo>
                  <a:lnTo>
                    <a:pt x="1269" y="871219"/>
                  </a:lnTo>
                  <a:lnTo>
                    <a:pt x="8889" y="871219"/>
                  </a:lnTo>
                  <a:lnTo>
                    <a:pt x="8889" y="868680"/>
                  </a:lnTo>
                  <a:lnTo>
                    <a:pt x="11429" y="868680"/>
                  </a:lnTo>
                  <a:lnTo>
                    <a:pt x="11429" y="867410"/>
                  </a:lnTo>
                  <a:close/>
                </a:path>
                <a:path w="11429" h="872489">
                  <a:moveTo>
                    <a:pt x="11429" y="861060"/>
                  </a:moveTo>
                  <a:lnTo>
                    <a:pt x="0" y="861060"/>
                  </a:lnTo>
                  <a:lnTo>
                    <a:pt x="0" y="866139"/>
                  </a:lnTo>
                  <a:lnTo>
                    <a:pt x="11429" y="866139"/>
                  </a:lnTo>
                  <a:lnTo>
                    <a:pt x="11429" y="861060"/>
                  </a:lnTo>
                  <a:close/>
                </a:path>
                <a:path w="11429" h="872489">
                  <a:moveTo>
                    <a:pt x="11429" y="854710"/>
                  </a:moveTo>
                  <a:lnTo>
                    <a:pt x="0" y="854710"/>
                  </a:lnTo>
                  <a:lnTo>
                    <a:pt x="0" y="859789"/>
                  </a:lnTo>
                  <a:lnTo>
                    <a:pt x="11429" y="859789"/>
                  </a:lnTo>
                  <a:lnTo>
                    <a:pt x="11429" y="854710"/>
                  </a:lnTo>
                  <a:close/>
                </a:path>
                <a:path w="11429" h="872489">
                  <a:moveTo>
                    <a:pt x="11429" y="848360"/>
                  </a:moveTo>
                  <a:lnTo>
                    <a:pt x="0" y="848360"/>
                  </a:lnTo>
                  <a:lnTo>
                    <a:pt x="0" y="853439"/>
                  </a:lnTo>
                  <a:lnTo>
                    <a:pt x="11429" y="853439"/>
                  </a:lnTo>
                  <a:lnTo>
                    <a:pt x="11429" y="848360"/>
                  </a:lnTo>
                  <a:close/>
                </a:path>
                <a:path w="11429" h="872489">
                  <a:moveTo>
                    <a:pt x="11429" y="842010"/>
                  </a:moveTo>
                  <a:lnTo>
                    <a:pt x="0" y="842010"/>
                  </a:lnTo>
                  <a:lnTo>
                    <a:pt x="0" y="847089"/>
                  </a:lnTo>
                  <a:lnTo>
                    <a:pt x="11429" y="847089"/>
                  </a:lnTo>
                  <a:lnTo>
                    <a:pt x="11429" y="842010"/>
                  </a:lnTo>
                  <a:close/>
                </a:path>
                <a:path w="11429" h="872489">
                  <a:moveTo>
                    <a:pt x="11429" y="835660"/>
                  </a:moveTo>
                  <a:lnTo>
                    <a:pt x="0" y="835660"/>
                  </a:lnTo>
                  <a:lnTo>
                    <a:pt x="0" y="840739"/>
                  </a:lnTo>
                  <a:lnTo>
                    <a:pt x="11429" y="840739"/>
                  </a:lnTo>
                  <a:lnTo>
                    <a:pt x="11429" y="835660"/>
                  </a:lnTo>
                  <a:close/>
                </a:path>
                <a:path w="11429" h="872489">
                  <a:moveTo>
                    <a:pt x="11429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1429" y="834389"/>
                  </a:lnTo>
                  <a:lnTo>
                    <a:pt x="11429" y="829310"/>
                  </a:lnTo>
                  <a:close/>
                </a:path>
                <a:path w="11429" h="872489">
                  <a:moveTo>
                    <a:pt x="11429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29" y="828039"/>
                  </a:lnTo>
                  <a:lnTo>
                    <a:pt x="11429" y="822960"/>
                  </a:lnTo>
                  <a:close/>
                </a:path>
                <a:path w="11429" h="872489">
                  <a:moveTo>
                    <a:pt x="11429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29" y="821689"/>
                  </a:lnTo>
                  <a:lnTo>
                    <a:pt x="11429" y="816610"/>
                  </a:lnTo>
                  <a:close/>
                </a:path>
                <a:path w="11429" h="872489">
                  <a:moveTo>
                    <a:pt x="11429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29" y="815339"/>
                  </a:lnTo>
                  <a:lnTo>
                    <a:pt x="11429" y="810260"/>
                  </a:lnTo>
                  <a:close/>
                </a:path>
                <a:path w="11429" h="872489">
                  <a:moveTo>
                    <a:pt x="11429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29" y="808990"/>
                  </a:lnTo>
                  <a:lnTo>
                    <a:pt x="11429" y="803910"/>
                  </a:lnTo>
                  <a:close/>
                </a:path>
                <a:path w="11429" h="872489">
                  <a:moveTo>
                    <a:pt x="11429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29" y="802640"/>
                  </a:lnTo>
                  <a:lnTo>
                    <a:pt x="11429" y="797560"/>
                  </a:lnTo>
                  <a:close/>
                </a:path>
                <a:path w="11429" h="872489">
                  <a:moveTo>
                    <a:pt x="11429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29" y="796290"/>
                  </a:lnTo>
                  <a:lnTo>
                    <a:pt x="11429" y="791210"/>
                  </a:lnTo>
                  <a:close/>
                </a:path>
                <a:path w="11429" h="872489">
                  <a:moveTo>
                    <a:pt x="11429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29" y="789940"/>
                  </a:lnTo>
                  <a:lnTo>
                    <a:pt x="11429" y="784860"/>
                  </a:lnTo>
                  <a:close/>
                </a:path>
                <a:path w="11429" h="872489">
                  <a:moveTo>
                    <a:pt x="11429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29" y="783590"/>
                  </a:lnTo>
                  <a:lnTo>
                    <a:pt x="11429" y="778510"/>
                  </a:lnTo>
                  <a:close/>
                </a:path>
                <a:path w="11429" h="872489">
                  <a:moveTo>
                    <a:pt x="11429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29" y="777240"/>
                  </a:lnTo>
                  <a:lnTo>
                    <a:pt x="11429" y="772160"/>
                  </a:lnTo>
                  <a:close/>
                </a:path>
                <a:path w="11429" h="872489">
                  <a:moveTo>
                    <a:pt x="11429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29" y="770890"/>
                  </a:lnTo>
                  <a:lnTo>
                    <a:pt x="11429" y="765810"/>
                  </a:lnTo>
                  <a:close/>
                </a:path>
                <a:path w="11429" h="872489">
                  <a:moveTo>
                    <a:pt x="11429" y="754380"/>
                  </a:moveTo>
                  <a:lnTo>
                    <a:pt x="0" y="754380"/>
                  </a:lnTo>
                  <a:lnTo>
                    <a:pt x="0" y="764540"/>
                  </a:lnTo>
                  <a:lnTo>
                    <a:pt x="11429" y="764540"/>
                  </a:lnTo>
                  <a:lnTo>
                    <a:pt x="11429" y="754380"/>
                  </a:lnTo>
                  <a:close/>
                </a:path>
              </a:pathLst>
            </a:custGeom>
            <a:solidFill>
              <a:srgbClr val="7C7C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970">
              <a:extLst>
                <a:ext uri="{FF2B5EF4-FFF2-40B4-BE49-F238E27FC236}">
                  <a16:creationId xmlns:a16="http://schemas.microsoft.com/office/drawing/2014/main" id="{9481BFE7-C764-5621-B0C7-169DBE85E48D}"/>
                </a:ext>
              </a:extLst>
            </p:cNvPr>
            <p:cNvSpPr/>
            <p:nvPr/>
          </p:nvSpPr>
          <p:spPr>
            <a:xfrm>
              <a:off x="4834890" y="5398770"/>
              <a:ext cx="10160" cy="867410"/>
            </a:xfrm>
            <a:custGeom>
              <a:avLst/>
              <a:gdLst/>
              <a:ahLst/>
              <a:cxnLst/>
              <a:rect l="l" t="t" r="r" b="b"/>
              <a:pathLst>
                <a:path w="10160" h="867410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0160" h="86741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86741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67410">
                  <a:moveTo>
                    <a:pt x="10160" y="8890"/>
                  </a:moveTo>
                  <a:lnTo>
                    <a:pt x="0" y="8890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90"/>
                  </a:lnTo>
                  <a:close/>
                </a:path>
                <a:path w="10160" h="86741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86741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86741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86741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867410">
                  <a:moveTo>
                    <a:pt x="10160" y="25400"/>
                  </a:moveTo>
                  <a:lnTo>
                    <a:pt x="0" y="25400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5400"/>
                  </a:lnTo>
                  <a:close/>
                </a:path>
                <a:path w="10160" h="86741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86741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86741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86741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86741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86741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867410">
                  <a:moveTo>
                    <a:pt x="10160" y="50799"/>
                  </a:moveTo>
                  <a:lnTo>
                    <a:pt x="0" y="5079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0799"/>
                  </a:lnTo>
                  <a:close/>
                </a:path>
                <a:path w="10160" h="867410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867410">
                  <a:moveTo>
                    <a:pt x="10160" y="63499"/>
                  </a:moveTo>
                  <a:lnTo>
                    <a:pt x="0" y="6349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3499"/>
                  </a:lnTo>
                  <a:close/>
                </a:path>
                <a:path w="10160" h="867410">
                  <a:moveTo>
                    <a:pt x="10160" y="72389"/>
                  </a:moveTo>
                  <a:lnTo>
                    <a:pt x="0" y="7238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2389"/>
                  </a:lnTo>
                  <a:close/>
                </a:path>
                <a:path w="10160" h="867410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867410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867410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867410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867410">
                  <a:moveTo>
                    <a:pt x="10160" y="91439"/>
                  </a:moveTo>
                  <a:lnTo>
                    <a:pt x="0" y="9143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1439"/>
                  </a:lnTo>
                  <a:close/>
                </a:path>
                <a:path w="10160" h="867410">
                  <a:moveTo>
                    <a:pt x="10160" y="97789"/>
                  </a:moveTo>
                  <a:lnTo>
                    <a:pt x="0" y="97789"/>
                  </a:lnTo>
                  <a:lnTo>
                    <a:pt x="0" y="751839"/>
                  </a:lnTo>
                  <a:lnTo>
                    <a:pt x="10160" y="751839"/>
                  </a:lnTo>
                  <a:lnTo>
                    <a:pt x="10160" y="97789"/>
                  </a:lnTo>
                  <a:close/>
                </a:path>
                <a:path w="10160" h="867410">
                  <a:moveTo>
                    <a:pt x="5079" y="866139"/>
                  </a:moveTo>
                  <a:lnTo>
                    <a:pt x="0" y="866139"/>
                  </a:lnTo>
                  <a:lnTo>
                    <a:pt x="0" y="867409"/>
                  </a:lnTo>
                  <a:lnTo>
                    <a:pt x="5079" y="867409"/>
                  </a:lnTo>
                  <a:lnTo>
                    <a:pt x="5079" y="866139"/>
                  </a:lnTo>
                  <a:close/>
                </a:path>
                <a:path w="10160" h="867410">
                  <a:moveTo>
                    <a:pt x="10160" y="859789"/>
                  </a:moveTo>
                  <a:lnTo>
                    <a:pt x="0" y="859789"/>
                  </a:lnTo>
                  <a:lnTo>
                    <a:pt x="0" y="864869"/>
                  </a:lnTo>
                  <a:lnTo>
                    <a:pt x="10160" y="864869"/>
                  </a:lnTo>
                  <a:lnTo>
                    <a:pt x="10160" y="859789"/>
                  </a:lnTo>
                  <a:close/>
                </a:path>
                <a:path w="10160" h="867410">
                  <a:moveTo>
                    <a:pt x="10160" y="853439"/>
                  </a:moveTo>
                  <a:lnTo>
                    <a:pt x="0" y="853439"/>
                  </a:lnTo>
                  <a:lnTo>
                    <a:pt x="0" y="858519"/>
                  </a:lnTo>
                  <a:lnTo>
                    <a:pt x="10160" y="858519"/>
                  </a:lnTo>
                  <a:lnTo>
                    <a:pt x="10160" y="853439"/>
                  </a:lnTo>
                  <a:close/>
                </a:path>
                <a:path w="10160" h="867410">
                  <a:moveTo>
                    <a:pt x="10160" y="847089"/>
                  </a:moveTo>
                  <a:lnTo>
                    <a:pt x="0" y="847089"/>
                  </a:lnTo>
                  <a:lnTo>
                    <a:pt x="0" y="852169"/>
                  </a:lnTo>
                  <a:lnTo>
                    <a:pt x="10160" y="852169"/>
                  </a:lnTo>
                  <a:lnTo>
                    <a:pt x="10160" y="847089"/>
                  </a:lnTo>
                  <a:close/>
                </a:path>
                <a:path w="10160" h="867410">
                  <a:moveTo>
                    <a:pt x="10160" y="840739"/>
                  </a:moveTo>
                  <a:lnTo>
                    <a:pt x="0" y="840739"/>
                  </a:lnTo>
                  <a:lnTo>
                    <a:pt x="0" y="845819"/>
                  </a:lnTo>
                  <a:lnTo>
                    <a:pt x="10160" y="845819"/>
                  </a:lnTo>
                  <a:lnTo>
                    <a:pt x="10160" y="840739"/>
                  </a:lnTo>
                  <a:close/>
                </a:path>
                <a:path w="10160" h="867410">
                  <a:moveTo>
                    <a:pt x="1016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0160" y="839469"/>
                  </a:lnTo>
                  <a:lnTo>
                    <a:pt x="10160" y="834389"/>
                  </a:lnTo>
                  <a:close/>
                </a:path>
                <a:path w="10160" h="867410">
                  <a:moveTo>
                    <a:pt x="1016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0160" y="833119"/>
                  </a:lnTo>
                  <a:lnTo>
                    <a:pt x="10160" y="828039"/>
                  </a:lnTo>
                  <a:close/>
                </a:path>
                <a:path w="10160" h="86741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6741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6741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6741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6741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6741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6741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6741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6741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67410">
                  <a:moveTo>
                    <a:pt x="1016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64539"/>
                  </a:lnTo>
                  <a:close/>
                </a:path>
                <a:path w="10160" h="867410">
                  <a:moveTo>
                    <a:pt x="10160" y="753109"/>
                  </a:moveTo>
                  <a:lnTo>
                    <a:pt x="0" y="753109"/>
                  </a:lnTo>
                  <a:lnTo>
                    <a:pt x="0" y="763269"/>
                  </a:lnTo>
                  <a:lnTo>
                    <a:pt x="10160" y="763269"/>
                  </a:lnTo>
                  <a:lnTo>
                    <a:pt x="10160" y="753109"/>
                  </a:lnTo>
                  <a:close/>
                </a:path>
              </a:pathLst>
            </a:custGeom>
            <a:solidFill>
              <a:srgbClr val="7D7D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971">
              <a:extLst>
                <a:ext uri="{FF2B5EF4-FFF2-40B4-BE49-F238E27FC236}">
                  <a16:creationId xmlns:a16="http://schemas.microsoft.com/office/drawing/2014/main" id="{59A4D9AE-F624-7BCE-9F81-128A7344EB84}"/>
                </a:ext>
              </a:extLst>
            </p:cNvPr>
            <p:cNvSpPr/>
            <p:nvPr/>
          </p:nvSpPr>
          <p:spPr>
            <a:xfrm>
              <a:off x="4845050" y="5400040"/>
              <a:ext cx="11430" cy="864869"/>
            </a:xfrm>
            <a:custGeom>
              <a:avLst/>
              <a:gdLst/>
              <a:ahLst/>
              <a:cxnLst/>
              <a:rect l="l" t="t" r="r" b="b"/>
              <a:pathLst>
                <a:path w="11429" h="864870">
                  <a:moveTo>
                    <a:pt x="127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11429" h="864870">
                  <a:moveTo>
                    <a:pt x="888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lnTo>
                    <a:pt x="8889" y="2540"/>
                  </a:lnTo>
                  <a:lnTo>
                    <a:pt x="8889" y="1270"/>
                  </a:lnTo>
                  <a:close/>
                </a:path>
                <a:path w="11429" h="864870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64870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64870">
                  <a:moveTo>
                    <a:pt x="1142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11430"/>
                  </a:lnTo>
                  <a:close/>
                </a:path>
                <a:path w="11429" h="864870">
                  <a:moveTo>
                    <a:pt x="1142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3970"/>
                  </a:lnTo>
                  <a:close/>
                </a:path>
                <a:path w="11429" h="864870">
                  <a:moveTo>
                    <a:pt x="1142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7780"/>
                  </a:lnTo>
                  <a:close/>
                </a:path>
                <a:path w="11429" h="864870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864870">
                  <a:moveTo>
                    <a:pt x="11429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4130"/>
                  </a:lnTo>
                  <a:close/>
                </a:path>
                <a:path w="11429" h="864870">
                  <a:moveTo>
                    <a:pt x="1142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30480"/>
                  </a:lnTo>
                  <a:close/>
                </a:path>
                <a:path w="11429" h="864870">
                  <a:moveTo>
                    <a:pt x="1142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3020"/>
                  </a:lnTo>
                  <a:close/>
                </a:path>
                <a:path w="11429" h="864870">
                  <a:moveTo>
                    <a:pt x="1142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6830"/>
                  </a:lnTo>
                  <a:close/>
                </a:path>
                <a:path w="11429" h="864870">
                  <a:moveTo>
                    <a:pt x="1142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9370"/>
                  </a:lnTo>
                  <a:close/>
                </a:path>
                <a:path w="11429" h="864870">
                  <a:moveTo>
                    <a:pt x="1142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43180"/>
                  </a:lnTo>
                  <a:close/>
                </a:path>
                <a:path w="11429" h="864870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864870">
                  <a:moveTo>
                    <a:pt x="11429" y="49530"/>
                  </a:moveTo>
                  <a:lnTo>
                    <a:pt x="0" y="4953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49530"/>
                  </a:lnTo>
                  <a:close/>
                </a:path>
                <a:path w="11429" h="864870">
                  <a:moveTo>
                    <a:pt x="11429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8420"/>
                  </a:lnTo>
                  <a:close/>
                </a:path>
                <a:path w="11429" h="864870">
                  <a:moveTo>
                    <a:pt x="11429" y="62230"/>
                  </a:moveTo>
                  <a:lnTo>
                    <a:pt x="0" y="62230"/>
                  </a:lnTo>
                  <a:lnTo>
                    <a:pt x="0" y="71120"/>
                  </a:lnTo>
                  <a:lnTo>
                    <a:pt x="11429" y="71120"/>
                  </a:lnTo>
                  <a:lnTo>
                    <a:pt x="11429" y="62230"/>
                  </a:lnTo>
                  <a:close/>
                </a:path>
                <a:path w="11429" h="864870">
                  <a:moveTo>
                    <a:pt x="11429" y="71120"/>
                  </a:moveTo>
                  <a:lnTo>
                    <a:pt x="0" y="71120"/>
                  </a:lnTo>
                  <a:lnTo>
                    <a:pt x="0" y="77470"/>
                  </a:lnTo>
                  <a:lnTo>
                    <a:pt x="11429" y="77470"/>
                  </a:lnTo>
                  <a:lnTo>
                    <a:pt x="11429" y="71120"/>
                  </a:lnTo>
                  <a:close/>
                </a:path>
                <a:path w="11429" h="864870">
                  <a:moveTo>
                    <a:pt x="11429" y="77470"/>
                  </a:moveTo>
                  <a:lnTo>
                    <a:pt x="0" y="7747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7470"/>
                  </a:lnTo>
                  <a:close/>
                </a:path>
                <a:path w="11429" h="864870">
                  <a:moveTo>
                    <a:pt x="11429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11429" y="83820"/>
                  </a:lnTo>
                  <a:lnTo>
                    <a:pt x="11429" y="81280"/>
                  </a:lnTo>
                  <a:close/>
                </a:path>
                <a:path w="11429" h="864870">
                  <a:moveTo>
                    <a:pt x="11429" y="83820"/>
                  </a:moveTo>
                  <a:lnTo>
                    <a:pt x="0" y="8382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3820"/>
                  </a:lnTo>
                  <a:close/>
                </a:path>
                <a:path w="11429" h="864870">
                  <a:moveTo>
                    <a:pt x="11429" y="87630"/>
                  </a:moveTo>
                  <a:lnTo>
                    <a:pt x="0" y="87630"/>
                  </a:lnTo>
                  <a:lnTo>
                    <a:pt x="0" y="90170"/>
                  </a:lnTo>
                  <a:lnTo>
                    <a:pt x="11429" y="90170"/>
                  </a:lnTo>
                  <a:lnTo>
                    <a:pt x="11429" y="87630"/>
                  </a:lnTo>
                  <a:close/>
                </a:path>
                <a:path w="11429" h="864870">
                  <a:moveTo>
                    <a:pt x="11429" y="90170"/>
                  </a:moveTo>
                  <a:lnTo>
                    <a:pt x="0" y="90170"/>
                  </a:lnTo>
                  <a:lnTo>
                    <a:pt x="0" y="96520"/>
                  </a:lnTo>
                  <a:lnTo>
                    <a:pt x="11429" y="96520"/>
                  </a:lnTo>
                  <a:lnTo>
                    <a:pt x="11429" y="90170"/>
                  </a:lnTo>
                  <a:close/>
                </a:path>
                <a:path w="11429" h="864870">
                  <a:moveTo>
                    <a:pt x="11429" y="96520"/>
                  </a:moveTo>
                  <a:lnTo>
                    <a:pt x="0" y="96520"/>
                  </a:lnTo>
                  <a:lnTo>
                    <a:pt x="0" y="750570"/>
                  </a:lnTo>
                  <a:lnTo>
                    <a:pt x="11429" y="750570"/>
                  </a:lnTo>
                  <a:lnTo>
                    <a:pt x="11429" y="96520"/>
                  </a:lnTo>
                  <a:close/>
                </a:path>
                <a:path w="11429" h="864870">
                  <a:moveTo>
                    <a:pt x="10160" y="863600"/>
                  </a:moveTo>
                  <a:lnTo>
                    <a:pt x="2540" y="863600"/>
                  </a:lnTo>
                  <a:lnTo>
                    <a:pt x="2539" y="864870"/>
                  </a:lnTo>
                  <a:lnTo>
                    <a:pt x="10160" y="864870"/>
                  </a:lnTo>
                  <a:lnTo>
                    <a:pt x="10160" y="863600"/>
                  </a:lnTo>
                  <a:close/>
                </a:path>
                <a:path w="11429" h="864870">
                  <a:moveTo>
                    <a:pt x="11429" y="858520"/>
                  </a:moveTo>
                  <a:lnTo>
                    <a:pt x="0" y="858520"/>
                  </a:lnTo>
                  <a:lnTo>
                    <a:pt x="0" y="863600"/>
                  </a:lnTo>
                  <a:lnTo>
                    <a:pt x="11429" y="863600"/>
                  </a:lnTo>
                  <a:lnTo>
                    <a:pt x="11429" y="858520"/>
                  </a:lnTo>
                  <a:close/>
                </a:path>
                <a:path w="11429" h="864870">
                  <a:moveTo>
                    <a:pt x="11429" y="852170"/>
                  </a:moveTo>
                  <a:lnTo>
                    <a:pt x="0" y="852170"/>
                  </a:lnTo>
                  <a:lnTo>
                    <a:pt x="0" y="857250"/>
                  </a:lnTo>
                  <a:lnTo>
                    <a:pt x="11429" y="857250"/>
                  </a:lnTo>
                  <a:lnTo>
                    <a:pt x="11429" y="852170"/>
                  </a:lnTo>
                  <a:close/>
                </a:path>
                <a:path w="11429" h="864870">
                  <a:moveTo>
                    <a:pt x="11429" y="845820"/>
                  </a:moveTo>
                  <a:lnTo>
                    <a:pt x="0" y="845820"/>
                  </a:lnTo>
                  <a:lnTo>
                    <a:pt x="0" y="850900"/>
                  </a:lnTo>
                  <a:lnTo>
                    <a:pt x="11429" y="850900"/>
                  </a:lnTo>
                  <a:lnTo>
                    <a:pt x="11429" y="845820"/>
                  </a:lnTo>
                  <a:close/>
                </a:path>
                <a:path w="11429" h="864870">
                  <a:moveTo>
                    <a:pt x="11429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1429" y="844550"/>
                  </a:lnTo>
                  <a:lnTo>
                    <a:pt x="11429" y="839470"/>
                  </a:lnTo>
                  <a:close/>
                </a:path>
                <a:path w="11429" h="864870">
                  <a:moveTo>
                    <a:pt x="11429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1429" y="838200"/>
                  </a:lnTo>
                  <a:lnTo>
                    <a:pt x="11429" y="833120"/>
                  </a:lnTo>
                  <a:close/>
                </a:path>
                <a:path w="11429" h="864870">
                  <a:moveTo>
                    <a:pt x="1142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1429" y="831850"/>
                  </a:lnTo>
                  <a:lnTo>
                    <a:pt x="11429" y="826770"/>
                  </a:lnTo>
                  <a:close/>
                </a:path>
                <a:path w="11429" h="864870">
                  <a:moveTo>
                    <a:pt x="1142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1429" y="825500"/>
                  </a:lnTo>
                  <a:lnTo>
                    <a:pt x="11429" y="820420"/>
                  </a:lnTo>
                  <a:close/>
                </a:path>
                <a:path w="11429" h="864870">
                  <a:moveTo>
                    <a:pt x="1142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1429" y="819150"/>
                  </a:lnTo>
                  <a:lnTo>
                    <a:pt x="11429" y="814070"/>
                  </a:lnTo>
                  <a:close/>
                </a:path>
                <a:path w="11429" h="864870">
                  <a:moveTo>
                    <a:pt x="1142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1429" y="812800"/>
                  </a:lnTo>
                  <a:lnTo>
                    <a:pt x="11429" y="807720"/>
                  </a:lnTo>
                  <a:close/>
                </a:path>
                <a:path w="11429" h="864870">
                  <a:moveTo>
                    <a:pt x="1142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1429" y="806450"/>
                  </a:lnTo>
                  <a:lnTo>
                    <a:pt x="11429" y="801370"/>
                  </a:lnTo>
                  <a:close/>
                </a:path>
                <a:path w="11429" h="864870">
                  <a:moveTo>
                    <a:pt x="1142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64870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64870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64870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64870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864870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864870">
                  <a:moveTo>
                    <a:pt x="11429" y="751840"/>
                  </a:moveTo>
                  <a:lnTo>
                    <a:pt x="0" y="75184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1840"/>
                  </a:lnTo>
                  <a:close/>
                </a:path>
              </a:pathLst>
            </a:custGeom>
            <a:solidFill>
              <a:srgbClr val="7D7D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972">
              <a:extLst>
                <a:ext uri="{FF2B5EF4-FFF2-40B4-BE49-F238E27FC236}">
                  <a16:creationId xmlns:a16="http://schemas.microsoft.com/office/drawing/2014/main" id="{7E3663E3-7E87-BEE6-87F0-9A85BB5591B2}"/>
                </a:ext>
              </a:extLst>
            </p:cNvPr>
            <p:cNvSpPr/>
            <p:nvPr/>
          </p:nvSpPr>
          <p:spPr>
            <a:xfrm>
              <a:off x="4856480" y="5402580"/>
              <a:ext cx="10160" cy="861060"/>
            </a:xfrm>
            <a:custGeom>
              <a:avLst/>
              <a:gdLst/>
              <a:ahLst/>
              <a:cxnLst/>
              <a:rect l="l" t="t" r="r" b="b"/>
              <a:pathLst>
                <a:path w="10160" h="861060">
                  <a:moveTo>
                    <a:pt x="508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10160" h="861060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8610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8610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8610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861060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861060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861060">
                  <a:moveTo>
                    <a:pt x="10160" y="21590"/>
                  </a:moveTo>
                  <a:lnTo>
                    <a:pt x="0" y="2159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1590"/>
                  </a:lnTo>
                  <a:close/>
                </a:path>
                <a:path w="10160" h="861060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861060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861060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861060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861060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861060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861060">
                  <a:moveTo>
                    <a:pt x="10160" y="46990"/>
                  </a:moveTo>
                  <a:lnTo>
                    <a:pt x="0" y="4699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46990"/>
                  </a:lnTo>
                  <a:close/>
                </a:path>
                <a:path w="10160" h="861060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861060">
                  <a:moveTo>
                    <a:pt x="10160" y="59690"/>
                  </a:moveTo>
                  <a:lnTo>
                    <a:pt x="0" y="5969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59690"/>
                  </a:lnTo>
                  <a:close/>
                </a:path>
                <a:path w="10160" h="861060">
                  <a:moveTo>
                    <a:pt x="10160" y="68580"/>
                  </a:moveTo>
                  <a:lnTo>
                    <a:pt x="0" y="6858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68580"/>
                  </a:lnTo>
                  <a:close/>
                </a:path>
                <a:path w="10160" h="861060">
                  <a:moveTo>
                    <a:pt x="1016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30"/>
                  </a:lnTo>
                  <a:close/>
                </a:path>
                <a:path w="10160" h="861060">
                  <a:moveTo>
                    <a:pt x="1016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40"/>
                  </a:lnTo>
                  <a:close/>
                </a:path>
                <a:path w="10160" h="861060">
                  <a:moveTo>
                    <a:pt x="10160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80"/>
                  </a:lnTo>
                  <a:close/>
                </a:path>
                <a:path w="10160" h="861060">
                  <a:moveTo>
                    <a:pt x="1016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090"/>
                  </a:lnTo>
                  <a:close/>
                </a:path>
                <a:path w="10160" h="861060">
                  <a:moveTo>
                    <a:pt x="10160" y="87630"/>
                  </a:moveTo>
                  <a:lnTo>
                    <a:pt x="0" y="8763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87630"/>
                  </a:lnTo>
                  <a:close/>
                </a:path>
                <a:path w="10160" h="861060">
                  <a:moveTo>
                    <a:pt x="10160" y="93980"/>
                  </a:moveTo>
                  <a:lnTo>
                    <a:pt x="0" y="93980"/>
                  </a:lnTo>
                  <a:lnTo>
                    <a:pt x="0" y="748030"/>
                  </a:lnTo>
                  <a:lnTo>
                    <a:pt x="10160" y="748030"/>
                  </a:lnTo>
                  <a:lnTo>
                    <a:pt x="10160" y="93980"/>
                  </a:lnTo>
                  <a:close/>
                </a:path>
                <a:path w="10160" h="861060">
                  <a:moveTo>
                    <a:pt x="10160" y="855980"/>
                  </a:moveTo>
                  <a:lnTo>
                    <a:pt x="0" y="855980"/>
                  </a:lnTo>
                  <a:lnTo>
                    <a:pt x="0" y="861060"/>
                  </a:lnTo>
                  <a:lnTo>
                    <a:pt x="6350" y="861060"/>
                  </a:lnTo>
                  <a:lnTo>
                    <a:pt x="6350" y="859790"/>
                  </a:lnTo>
                  <a:lnTo>
                    <a:pt x="10160" y="859790"/>
                  </a:lnTo>
                  <a:lnTo>
                    <a:pt x="10160" y="855980"/>
                  </a:lnTo>
                  <a:close/>
                </a:path>
                <a:path w="10160" h="861060">
                  <a:moveTo>
                    <a:pt x="10160" y="849630"/>
                  </a:moveTo>
                  <a:lnTo>
                    <a:pt x="0" y="849630"/>
                  </a:lnTo>
                  <a:lnTo>
                    <a:pt x="0" y="854710"/>
                  </a:lnTo>
                  <a:lnTo>
                    <a:pt x="10160" y="854710"/>
                  </a:lnTo>
                  <a:lnTo>
                    <a:pt x="10160" y="849630"/>
                  </a:lnTo>
                  <a:close/>
                </a:path>
                <a:path w="10160" h="861060">
                  <a:moveTo>
                    <a:pt x="10160" y="843280"/>
                  </a:moveTo>
                  <a:lnTo>
                    <a:pt x="0" y="843280"/>
                  </a:lnTo>
                  <a:lnTo>
                    <a:pt x="0" y="848360"/>
                  </a:lnTo>
                  <a:lnTo>
                    <a:pt x="10160" y="848360"/>
                  </a:lnTo>
                  <a:lnTo>
                    <a:pt x="10160" y="843280"/>
                  </a:lnTo>
                  <a:close/>
                </a:path>
                <a:path w="10160" h="861060">
                  <a:moveTo>
                    <a:pt x="10160" y="836930"/>
                  </a:moveTo>
                  <a:lnTo>
                    <a:pt x="0" y="836930"/>
                  </a:lnTo>
                  <a:lnTo>
                    <a:pt x="0" y="842010"/>
                  </a:lnTo>
                  <a:lnTo>
                    <a:pt x="10160" y="842010"/>
                  </a:lnTo>
                  <a:lnTo>
                    <a:pt x="10160" y="836930"/>
                  </a:lnTo>
                  <a:close/>
                </a:path>
                <a:path w="10160" h="861060">
                  <a:moveTo>
                    <a:pt x="10160" y="830580"/>
                  </a:moveTo>
                  <a:lnTo>
                    <a:pt x="0" y="830580"/>
                  </a:lnTo>
                  <a:lnTo>
                    <a:pt x="0" y="835660"/>
                  </a:lnTo>
                  <a:lnTo>
                    <a:pt x="10160" y="835660"/>
                  </a:lnTo>
                  <a:lnTo>
                    <a:pt x="10160" y="830580"/>
                  </a:lnTo>
                  <a:close/>
                </a:path>
                <a:path w="10160" h="861060">
                  <a:moveTo>
                    <a:pt x="10160" y="824230"/>
                  </a:moveTo>
                  <a:lnTo>
                    <a:pt x="0" y="824230"/>
                  </a:lnTo>
                  <a:lnTo>
                    <a:pt x="0" y="829310"/>
                  </a:lnTo>
                  <a:lnTo>
                    <a:pt x="10160" y="829310"/>
                  </a:lnTo>
                  <a:lnTo>
                    <a:pt x="10160" y="824230"/>
                  </a:lnTo>
                  <a:close/>
                </a:path>
                <a:path w="10160" h="861060">
                  <a:moveTo>
                    <a:pt x="10160" y="817880"/>
                  </a:moveTo>
                  <a:lnTo>
                    <a:pt x="0" y="817880"/>
                  </a:lnTo>
                  <a:lnTo>
                    <a:pt x="0" y="822960"/>
                  </a:lnTo>
                  <a:lnTo>
                    <a:pt x="10160" y="822960"/>
                  </a:lnTo>
                  <a:lnTo>
                    <a:pt x="10160" y="817880"/>
                  </a:lnTo>
                  <a:close/>
                </a:path>
                <a:path w="10160" h="861060">
                  <a:moveTo>
                    <a:pt x="1016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0160" y="816610"/>
                  </a:lnTo>
                  <a:lnTo>
                    <a:pt x="10160" y="811530"/>
                  </a:lnTo>
                  <a:close/>
                </a:path>
                <a:path w="10160" h="861060">
                  <a:moveTo>
                    <a:pt x="1016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0160" y="810260"/>
                  </a:lnTo>
                  <a:lnTo>
                    <a:pt x="10160" y="805180"/>
                  </a:lnTo>
                  <a:close/>
                </a:path>
                <a:path w="10160" h="861060">
                  <a:moveTo>
                    <a:pt x="1016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0160" y="803910"/>
                  </a:lnTo>
                  <a:lnTo>
                    <a:pt x="10160" y="798830"/>
                  </a:lnTo>
                  <a:close/>
                </a:path>
                <a:path w="10160" h="861060">
                  <a:moveTo>
                    <a:pt x="1016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0160" y="797560"/>
                  </a:lnTo>
                  <a:lnTo>
                    <a:pt x="10160" y="792480"/>
                  </a:lnTo>
                  <a:close/>
                </a:path>
                <a:path w="10160" h="861060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861060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861060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861060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861060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861060">
                  <a:moveTo>
                    <a:pt x="10160" y="749300"/>
                  </a:moveTo>
                  <a:lnTo>
                    <a:pt x="0" y="74930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49300"/>
                  </a:lnTo>
                  <a:close/>
                </a:path>
              </a:pathLst>
            </a:custGeom>
            <a:solidFill>
              <a:srgbClr val="7E7E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973">
              <a:extLst>
                <a:ext uri="{FF2B5EF4-FFF2-40B4-BE49-F238E27FC236}">
                  <a16:creationId xmlns:a16="http://schemas.microsoft.com/office/drawing/2014/main" id="{268D4531-6336-A10A-8059-E76390F7029F}"/>
                </a:ext>
              </a:extLst>
            </p:cNvPr>
            <p:cNvSpPr/>
            <p:nvPr/>
          </p:nvSpPr>
          <p:spPr>
            <a:xfrm>
              <a:off x="4866640" y="5403850"/>
              <a:ext cx="11430" cy="858519"/>
            </a:xfrm>
            <a:custGeom>
              <a:avLst/>
              <a:gdLst/>
              <a:ahLst/>
              <a:cxnLst/>
              <a:rect l="l" t="t" r="r" b="b"/>
              <a:pathLst>
                <a:path w="11429" h="858520">
                  <a:moveTo>
                    <a:pt x="254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2540" y="1269"/>
                  </a:lnTo>
                  <a:lnTo>
                    <a:pt x="2540" y="0"/>
                  </a:lnTo>
                  <a:close/>
                </a:path>
                <a:path w="11429" h="858520">
                  <a:moveTo>
                    <a:pt x="1016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2540"/>
                  </a:lnTo>
                  <a:lnTo>
                    <a:pt x="10160" y="2540"/>
                  </a:lnTo>
                  <a:lnTo>
                    <a:pt x="10160" y="1270"/>
                  </a:lnTo>
                  <a:close/>
                </a:path>
                <a:path w="11429" h="858520">
                  <a:moveTo>
                    <a:pt x="1143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30" y="7619"/>
                  </a:lnTo>
                  <a:lnTo>
                    <a:pt x="11430" y="3810"/>
                  </a:lnTo>
                  <a:close/>
                </a:path>
                <a:path w="11429" h="858520">
                  <a:moveTo>
                    <a:pt x="1143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7620"/>
                  </a:lnTo>
                  <a:close/>
                </a:path>
                <a:path w="11429" h="858520">
                  <a:moveTo>
                    <a:pt x="1143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30" y="13969"/>
                  </a:lnTo>
                  <a:lnTo>
                    <a:pt x="11430" y="10160"/>
                  </a:lnTo>
                  <a:close/>
                </a:path>
                <a:path w="11429" h="858520">
                  <a:moveTo>
                    <a:pt x="1143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3970"/>
                  </a:lnTo>
                  <a:close/>
                </a:path>
                <a:path w="11429" h="858520">
                  <a:moveTo>
                    <a:pt x="1143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30" y="20319"/>
                  </a:lnTo>
                  <a:lnTo>
                    <a:pt x="11430" y="16510"/>
                  </a:lnTo>
                  <a:close/>
                </a:path>
                <a:path w="11429" h="858520">
                  <a:moveTo>
                    <a:pt x="11430" y="20320"/>
                  </a:moveTo>
                  <a:lnTo>
                    <a:pt x="0" y="20320"/>
                  </a:lnTo>
                  <a:lnTo>
                    <a:pt x="0" y="26669"/>
                  </a:lnTo>
                  <a:lnTo>
                    <a:pt x="11430" y="26669"/>
                  </a:lnTo>
                  <a:lnTo>
                    <a:pt x="11430" y="20320"/>
                  </a:lnTo>
                  <a:close/>
                </a:path>
                <a:path w="11429" h="858520">
                  <a:moveTo>
                    <a:pt x="1143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6670"/>
                  </a:lnTo>
                  <a:close/>
                </a:path>
                <a:path w="11429" h="858520">
                  <a:moveTo>
                    <a:pt x="1143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30" y="33019"/>
                  </a:lnTo>
                  <a:lnTo>
                    <a:pt x="11430" y="29210"/>
                  </a:lnTo>
                  <a:close/>
                </a:path>
                <a:path w="11429" h="858520">
                  <a:moveTo>
                    <a:pt x="1143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3020"/>
                  </a:lnTo>
                  <a:close/>
                </a:path>
                <a:path w="11429" h="858520">
                  <a:moveTo>
                    <a:pt x="1143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30" y="39369"/>
                  </a:lnTo>
                  <a:lnTo>
                    <a:pt x="11430" y="35560"/>
                  </a:lnTo>
                  <a:close/>
                </a:path>
                <a:path w="11429" h="858520">
                  <a:moveTo>
                    <a:pt x="1143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9370"/>
                  </a:lnTo>
                  <a:close/>
                </a:path>
                <a:path w="11429" h="858520">
                  <a:moveTo>
                    <a:pt x="1143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30" y="45719"/>
                  </a:lnTo>
                  <a:lnTo>
                    <a:pt x="11430" y="41910"/>
                  </a:lnTo>
                  <a:close/>
                </a:path>
                <a:path w="11429" h="858520">
                  <a:moveTo>
                    <a:pt x="11430" y="45720"/>
                  </a:moveTo>
                  <a:lnTo>
                    <a:pt x="0" y="4572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45720"/>
                  </a:lnTo>
                  <a:close/>
                </a:path>
                <a:path w="11429" h="858520">
                  <a:moveTo>
                    <a:pt x="1143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30" y="58419"/>
                  </a:lnTo>
                  <a:lnTo>
                    <a:pt x="11430" y="54610"/>
                  </a:lnTo>
                  <a:close/>
                </a:path>
                <a:path w="11429" h="858520">
                  <a:moveTo>
                    <a:pt x="11430" y="58420"/>
                  </a:moveTo>
                  <a:lnTo>
                    <a:pt x="0" y="5842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58420"/>
                  </a:lnTo>
                  <a:close/>
                </a:path>
                <a:path w="11429" h="858520">
                  <a:moveTo>
                    <a:pt x="11430" y="67310"/>
                  </a:moveTo>
                  <a:lnTo>
                    <a:pt x="0" y="67310"/>
                  </a:lnTo>
                  <a:lnTo>
                    <a:pt x="0" y="73659"/>
                  </a:lnTo>
                  <a:lnTo>
                    <a:pt x="11430" y="73659"/>
                  </a:lnTo>
                  <a:lnTo>
                    <a:pt x="11430" y="67310"/>
                  </a:lnTo>
                  <a:close/>
                </a:path>
                <a:path w="11429" h="858520">
                  <a:moveTo>
                    <a:pt x="11430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30" y="77469"/>
                  </a:lnTo>
                  <a:lnTo>
                    <a:pt x="11430" y="73660"/>
                  </a:lnTo>
                  <a:close/>
                </a:path>
                <a:path w="11429" h="858520">
                  <a:moveTo>
                    <a:pt x="11430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77470"/>
                  </a:lnTo>
                  <a:close/>
                </a:path>
                <a:path w="11429" h="858520">
                  <a:moveTo>
                    <a:pt x="11430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30" y="83819"/>
                  </a:lnTo>
                  <a:lnTo>
                    <a:pt x="11430" y="80010"/>
                  </a:lnTo>
                  <a:close/>
                </a:path>
                <a:path w="11429" h="858520">
                  <a:moveTo>
                    <a:pt x="11430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30" y="86359"/>
                  </a:lnTo>
                  <a:lnTo>
                    <a:pt x="11430" y="83820"/>
                  </a:lnTo>
                  <a:close/>
                </a:path>
                <a:path w="11429" h="858520">
                  <a:moveTo>
                    <a:pt x="11430" y="86360"/>
                  </a:moveTo>
                  <a:lnTo>
                    <a:pt x="0" y="8636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86360"/>
                  </a:lnTo>
                  <a:close/>
                </a:path>
                <a:path w="11429" h="858520">
                  <a:moveTo>
                    <a:pt x="11430" y="92710"/>
                  </a:moveTo>
                  <a:lnTo>
                    <a:pt x="0" y="9271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92710"/>
                  </a:lnTo>
                  <a:close/>
                </a:path>
                <a:path w="11429" h="858520">
                  <a:moveTo>
                    <a:pt x="11430" y="854710"/>
                  </a:moveTo>
                  <a:lnTo>
                    <a:pt x="0" y="854710"/>
                  </a:lnTo>
                  <a:lnTo>
                    <a:pt x="0" y="858519"/>
                  </a:lnTo>
                  <a:lnTo>
                    <a:pt x="3810" y="858519"/>
                  </a:lnTo>
                  <a:lnTo>
                    <a:pt x="3810" y="855980"/>
                  </a:lnTo>
                  <a:lnTo>
                    <a:pt x="11430" y="855980"/>
                  </a:lnTo>
                  <a:lnTo>
                    <a:pt x="11430" y="854710"/>
                  </a:lnTo>
                  <a:close/>
                </a:path>
                <a:path w="11429" h="858520">
                  <a:moveTo>
                    <a:pt x="11430" y="848360"/>
                  </a:moveTo>
                  <a:lnTo>
                    <a:pt x="0" y="848360"/>
                  </a:lnTo>
                  <a:lnTo>
                    <a:pt x="0" y="853439"/>
                  </a:lnTo>
                  <a:lnTo>
                    <a:pt x="11430" y="853439"/>
                  </a:lnTo>
                  <a:lnTo>
                    <a:pt x="11430" y="848360"/>
                  </a:lnTo>
                  <a:close/>
                </a:path>
                <a:path w="11429" h="858520">
                  <a:moveTo>
                    <a:pt x="11430" y="842010"/>
                  </a:moveTo>
                  <a:lnTo>
                    <a:pt x="0" y="842010"/>
                  </a:lnTo>
                  <a:lnTo>
                    <a:pt x="0" y="847089"/>
                  </a:lnTo>
                  <a:lnTo>
                    <a:pt x="11430" y="847089"/>
                  </a:lnTo>
                  <a:lnTo>
                    <a:pt x="11430" y="842010"/>
                  </a:lnTo>
                  <a:close/>
                </a:path>
                <a:path w="11429" h="858520">
                  <a:moveTo>
                    <a:pt x="11430" y="835660"/>
                  </a:moveTo>
                  <a:lnTo>
                    <a:pt x="0" y="835660"/>
                  </a:lnTo>
                  <a:lnTo>
                    <a:pt x="0" y="840739"/>
                  </a:lnTo>
                  <a:lnTo>
                    <a:pt x="11430" y="840739"/>
                  </a:lnTo>
                  <a:lnTo>
                    <a:pt x="11430" y="835660"/>
                  </a:lnTo>
                  <a:close/>
                </a:path>
                <a:path w="11429" h="858520">
                  <a:moveTo>
                    <a:pt x="11430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1430" y="834389"/>
                  </a:lnTo>
                  <a:lnTo>
                    <a:pt x="11430" y="829310"/>
                  </a:lnTo>
                  <a:close/>
                </a:path>
                <a:path w="11429" h="858520">
                  <a:moveTo>
                    <a:pt x="11430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30" y="828039"/>
                  </a:lnTo>
                  <a:lnTo>
                    <a:pt x="11430" y="822960"/>
                  </a:lnTo>
                  <a:close/>
                </a:path>
                <a:path w="11429" h="858520">
                  <a:moveTo>
                    <a:pt x="11430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30" y="821689"/>
                  </a:lnTo>
                  <a:lnTo>
                    <a:pt x="11430" y="816610"/>
                  </a:lnTo>
                  <a:close/>
                </a:path>
                <a:path w="11429" h="858520">
                  <a:moveTo>
                    <a:pt x="11430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30" y="815339"/>
                  </a:lnTo>
                  <a:lnTo>
                    <a:pt x="11430" y="810260"/>
                  </a:lnTo>
                  <a:close/>
                </a:path>
                <a:path w="11429" h="858520">
                  <a:moveTo>
                    <a:pt x="11430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30" y="808990"/>
                  </a:lnTo>
                  <a:lnTo>
                    <a:pt x="11430" y="803910"/>
                  </a:lnTo>
                  <a:close/>
                </a:path>
                <a:path w="11429" h="858520">
                  <a:moveTo>
                    <a:pt x="11430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30" y="802640"/>
                  </a:lnTo>
                  <a:lnTo>
                    <a:pt x="11430" y="797560"/>
                  </a:lnTo>
                  <a:close/>
                </a:path>
                <a:path w="11429" h="858520">
                  <a:moveTo>
                    <a:pt x="11430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30" y="796290"/>
                  </a:lnTo>
                  <a:lnTo>
                    <a:pt x="11430" y="791210"/>
                  </a:lnTo>
                  <a:close/>
                </a:path>
                <a:path w="11429" h="858520">
                  <a:moveTo>
                    <a:pt x="11430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30" y="789940"/>
                  </a:lnTo>
                  <a:lnTo>
                    <a:pt x="11430" y="784860"/>
                  </a:lnTo>
                  <a:close/>
                </a:path>
                <a:path w="11429" h="858520">
                  <a:moveTo>
                    <a:pt x="11430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30" y="783590"/>
                  </a:lnTo>
                  <a:lnTo>
                    <a:pt x="11430" y="778510"/>
                  </a:lnTo>
                  <a:close/>
                </a:path>
                <a:path w="11429" h="858520">
                  <a:moveTo>
                    <a:pt x="11430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30" y="777240"/>
                  </a:lnTo>
                  <a:lnTo>
                    <a:pt x="11430" y="772160"/>
                  </a:lnTo>
                  <a:close/>
                </a:path>
                <a:path w="11429" h="858520">
                  <a:moveTo>
                    <a:pt x="11430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30" y="770890"/>
                  </a:lnTo>
                  <a:lnTo>
                    <a:pt x="11430" y="765810"/>
                  </a:lnTo>
                  <a:close/>
                </a:path>
                <a:path w="11429" h="858520">
                  <a:moveTo>
                    <a:pt x="11430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1430" y="764540"/>
                  </a:lnTo>
                  <a:lnTo>
                    <a:pt x="11430" y="759460"/>
                  </a:lnTo>
                  <a:close/>
                </a:path>
                <a:path w="11429" h="858520">
                  <a:moveTo>
                    <a:pt x="11430" y="748030"/>
                  </a:moveTo>
                  <a:lnTo>
                    <a:pt x="0" y="748030"/>
                  </a:lnTo>
                  <a:lnTo>
                    <a:pt x="0" y="758190"/>
                  </a:lnTo>
                  <a:lnTo>
                    <a:pt x="11430" y="758190"/>
                  </a:lnTo>
                  <a:lnTo>
                    <a:pt x="11430" y="748030"/>
                  </a:lnTo>
                  <a:close/>
                </a:path>
              </a:pathLst>
            </a:custGeom>
            <a:solidFill>
              <a:srgbClr val="7F7F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974">
              <a:extLst>
                <a:ext uri="{FF2B5EF4-FFF2-40B4-BE49-F238E27FC236}">
                  <a16:creationId xmlns:a16="http://schemas.microsoft.com/office/drawing/2014/main" id="{6AFEA226-160B-B797-8575-DB4C8C6CE4EB}"/>
                </a:ext>
              </a:extLst>
            </p:cNvPr>
            <p:cNvSpPr/>
            <p:nvPr/>
          </p:nvSpPr>
          <p:spPr>
            <a:xfrm>
              <a:off x="4878069" y="5406390"/>
              <a:ext cx="10160" cy="853440"/>
            </a:xfrm>
            <a:custGeom>
              <a:avLst/>
              <a:gdLst/>
              <a:ahLst/>
              <a:cxnLst/>
              <a:rect l="l" t="t" r="r" b="b"/>
              <a:pathLst>
                <a:path w="10160" h="853439">
                  <a:moveTo>
                    <a:pt x="381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10160" h="853439">
                  <a:moveTo>
                    <a:pt x="1015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59" y="5080"/>
                  </a:lnTo>
                  <a:lnTo>
                    <a:pt x="10159" y="1270"/>
                  </a:lnTo>
                  <a:close/>
                </a:path>
                <a:path w="10160" h="853439">
                  <a:moveTo>
                    <a:pt x="1015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0159" y="7620"/>
                  </a:lnTo>
                  <a:lnTo>
                    <a:pt x="10159" y="5080"/>
                  </a:lnTo>
                  <a:close/>
                </a:path>
                <a:path w="10160" h="853439">
                  <a:moveTo>
                    <a:pt x="1015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0159" y="11430"/>
                  </a:lnTo>
                  <a:lnTo>
                    <a:pt x="10159" y="7620"/>
                  </a:lnTo>
                  <a:close/>
                </a:path>
                <a:path w="10160" h="853439">
                  <a:moveTo>
                    <a:pt x="10159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59" y="13970"/>
                  </a:lnTo>
                  <a:lnTo>
                    <a:pt x="10159" y="11430"/>
                  </a:lnTo>
                  <a:close/>
                </a:path>
                <a:path w="10160" h="853439">
                  <a:moveTo>
                    <a:pt x="1015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59" y="17780"/>
                  </a:lnTo>
                  <a:lnTo>
                    <a:pt x="10159" y="13970"/>
                  </a:lnTo>
                  <a:close/>
                </a:path>
                <a:path w="10160" h="853439">
                  <a:moveTo>
                    <a:pt x="10159" y="17780"/>
                  </a:moveTo>
                  <a:lnTo>
                    <a:pt x="0" y="17780"/>
                  </a:lnTo>
                  <a:lnTo>
                    <a:pt x="0" y="24130"/>
                  </a:lnTo>
                  <a:lnTo>
                    <a:pt x="10159" y="24130"/>
                  </a:lnTo>
                  <a:lnTo>
                    <a:pt x="10159" y="17780"/>
                  </a:lnTo>
                  <a:close/>
                </a:path>
                <a:path w="10160" h="853439">
                  <a:moveTo>
                    <a:pt x="1015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0159" y="26670"/>
                  </a:lnTo>
                  <a:lnTo>
                    <a:pt x="10159" y="24130"/>
                  </a:lnTo>
                  <a:close/>
                </a:path>
                <a:path w="10160" h="853439">
                  <a:moveTo>
                    <a:pt x="1015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0159" y="30480"/>
                  </a:lnTo>
                  <a:lnTo>
                    <a:pt x="10159" y="26670"/>
                  </a:lnTo>
                  <a:close/>
                </a:path>
                <a:path w="10160" h="853439">
                  <a:moveTo>
                    <a:pt x="1015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0159" y="33020"/>
                  </a:lnTo>
                  <a:lnTo>
                    <a:pt x="10159" y="30480"/>
                  </a:lnTo>
                  <a:close/>
                </a:path>
                <a:path w="10160" h="853439">
                  <a:moveTo>
                    <a:pt x="1015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0159" y="36830"/>
                  </a:lnTo>
                  <a:lnTo>
                    <a:pt x="10159" y="33020"/>
                  </a:lnTo>
                  <a:close/>
                </a:path>
                <a:path w="10160" h="853439">
                  <a:moveTo>
                    <a:pt x="10159" y="36830"/>
                  </a:moveTo>
                  <a:lnTo>
                    <a:pt x="0" y="36830"/>
                  </a:lnTo>
                  <a:lnTo>
                    <a:pt x="0" y="39370"/>
                  </a:lnTo>
                  <a:lnTo>
                    <a:pt x="10159" y="39370"/>
                  </a:lnTo>
                  <a:lnTo>
                    <a:pt x="10159" y="36830"/>
                  </a:lnTo>
                  <a:close/>
                </a:path>
                <a:path w="10160" h="853439">
                  <a:moveTo>
                    <a:pt x="1015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0159" y="43180"/>
                  </a:lnTo>
                  <a:lnTo>
                    <a:pt x="10159" y="39370"/>
                  </a:lnTo>
                  <a:close/>
                </a:path>
                <a:path w="10160" h="853439">
                  <a:moveTo>
                    <a:pt x="10159" y="43180"/>
                  </a:moveTo>
                  <a:lnTo>
                    <a:pt x="0" y="43180"/>
                  </a:lnTo>
                  <a:lnTo>
                    <a:pt x="0" y="52070"/>
                  </a:lnTo>
                  <a:lnTo>
                    <a:pt x="10159" y="52070"/>
                  </a:lnTo>
                  <a:lnTo>
                    <a:pt x="10159" y="43180"/>
                  </a:lnTo>
                  <a:close/>
                </a:path>
                <a:path w="10160" h="853439">
                  <a:moveTo>
                    <a:pt x="10159" y="52070"/>
                  </a:moveTo>
                  <a:lnTo>
                    <a:pt x="0" y="52070"/>
                  </a:lnTo>
                  <a:lnTo>
                    <a:pt x="0" y="55880"/>
                  </a:lnTo>
                  <a:lnTo>
                    <a:pt x="10159" y="55880"/>
                  </a:lnTo>
                  <a:lnTo>
                    <a:pt x="10159" y="52070"/>
                  </a:lnTo>
                  <a:close/>
                </a:path>
                <a:path w="10160" h="853439">
                  <a:moveTo>
                    <a:pt x="10159" y="55880"/>
                  </a:moveTo>
                  <a:lnTo>
                    <a:pt x="0" y="55880"/>
                  </a:lnTo>
                  <a:lnTo>
                    <a:pt x="0" y="64770"/>
                  </a:lnTo>
                  <a:lnTo>
                    <a:pt x="10159" y="64770"/>
                  </a:lnTo>
                  <a:lnTo>
                    <a:pt x="10159" y="55880"/>
                  </a:lnTo>
                  <a:close/>
                </a:path>
                <a:path w="10160" h="853439">
                  <a:moveTo>
                    <a:pt x="10159" y="64770"/>
                  </a:moveTo>
                  <a:lnTo>
                    <a:pt x="0" y="64770"/>
                  </a:lnTo>
                  <a:lnTo>
                    <a:pt x="0" y="71120"/>
                  </a:lnTo>
                  <a:lnTo>
                    <a:pt x="10159" y="71120"/>
                  </a:lnTo>
                  <a:lnTo>
                    <a:pt x="10159" y="64770"/>
                  </a:lnTo>
                  <a:close/>
                </a:path>
                <a:path w="10160" h="853439">
                  <a:moveTo>
                    <a:pt x="10159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0159" y="74930"/>
                  </a:lnTo>
                  <a:lnTo>
                    <a:pt x="10159" y="71120"/>
                  </a:lnTo>
                  <a:close/>
                </a:path>
                <a:path w="10160" h="853439">
                  <a:moveTo>
                    <a:pt x="10159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0159" y="77470"/>
                  </a:lnTo>
                  <a:lnTo>
                    <a:pt x="10159" y="74930"/>
                  </a:lnTo>
                  <a:close/>
                </a:path>
                <a:path w="10160" h="853439">
                  <a:moveTo>
                    <a:pt x="10159" y="77470"/>
                  </a:moveTo>
                  <a:lnTo>
                    <a:pt x="0" y="77470"/>
                  </a:lnTo>
                  <a:lnTo>
                    <a:pt x="0" y="81280"/>
                  </a:lnTo>
                  <a:lnTo>
                    <a:pt x="10159" y="81280"/>
                  </a:lnTo>
                  <a:lnTo>
                    <a:pt x="10159" y="77470"/>
                  </a:lnTo>
                  <a:close/>
                </a:path>
                <a:path w="10160" h="853439">
                  <a:moveTo>
                    <a:pt x="10159" y="81280"/>
                  </a:moveTo>
                  <a:lnTo>
                    <a:pt x="0" y="81280"/>
                  </a:lnTo>
                  <a:lnTo>
                    <a:pt x="0" y="83820"/>
                  </a:lnTo>
                  <a:lnTo>
                    <a:pt x="10159" y="83820"/>
                  </a:lnTo>
                  <a:lnTo>
                    <a:pt x="10159" y="81280"/>
                  </a:lnTo>
                  <a:close/>
                </a:path>
                <a:path w="10160" h="853439">
                  <a:moveTo>
                    <a:pt x="10159" y="83820"/>
                  </a:moveTo>
                  <a:lnTo>
                    <a:pt x="0" y="83820"/>
                  </a:lnTo>
                  <a:lnTo>
                    <a:pt x="0" y="90170"/>
                  </a:lnTo>
                  <a:lnTo>
                    <a:pt x="10159" y="90170"/>
                  </a:lnTo>
                  <a:lnTo>
                    <a:pt x="10159" y="83820"/>
                  </a:lnTo>
                  <a:close/>
                </a:path>
                <a:path w="10160" h="853439">
                  <a:moveTo>
                    <a:pt x="10159" y="90170"/>
                  </a:moveTo>
                  <a:lnTo>
                    <a:pt x="0" y="90170"/>
                  </a:lnTo>
                  <a:lnTo>
                    <a:pt x="0" y="744220"/>
                  </a:lnTo>
                  <a:lnTo>
                    <a:pt x="10159" y="744220"/>
                  </a:lnTo>
                  <a:lnTo>
                    <a:pt x="10159" y="90170"/>
                  </a:lnTo>
                  <a:close/>
                </a:path>
                <a:path w="10160" h="853439">
                  <a:moveTo>
                    <a:pt x="3810" y="852170"/>
                  </a:moveTo>
                  <a:lnTo>
                    <a:pt x="0" y="852170"/>
                  </a:lnTo>
                  <a:lnTo>
                    <a:pt x="0" y="853440"/>
                  </a:lnTo>
                  <a:lnTo>
                    <a:pt x="3810" y="853440"/>
                  </a:lnTo>
                  <a:lnTo>
                    <a:pt x="3810" y="852170"/>
                  </a:lnTo>
                  <a:close/>
                </a:path>
                <a:path w="10160" h="853439">
                  <a:moveTo>
                    <a:pt x="10159" y="845820"/>
                  </a:moveTo>
                  <a:lnTo>
                    <a:pt x="0" y="845820"/>
                  </a:lnTo>
                  <a:lnTo>
                    <a:pt x="0" y="850900"/>
                  </a:lnTo>
                  <a:lnTo>
                    <a:pt x="7619" y="850900"/>
                  </a:lnTo>
                  <a:lnTo>
                    <a:pt x="7619" y="852170"/>
                  </a:lnTo>
                  <a:lnTo>
                    <a:pt x="10159" y="852170"/>
                  </a:lnTo>
                  <a:lnTo>
                    <a:pt x="10159" y="845820"/>
                  </a:lnTo>
                  <a:close/>
                </a:path>
                <a:path w="10160" h="853439">
                  <a:moveTo>
                    <a:pt x="10159" y="839470"/>
                  </a:moveTo>
                  <a:lnTo>
                    <a:pt x="0" y="839470"/>
                  </a:lnTo>
                  <a:lnTo>
                    <a:pt x="0" y="844550"/>
                  </a:lnTo>
                  <a:lnTo>
                    <a:pt x="10159" y="844550"/>
                  </a:lnTo>
                  <a:lnTo>
                    <a:pt x="10159" y="839470"/>
                  </a:lnTo>
                  <a:close/>
                </a:path>
                <a:path w="10160" h="853439">
                  <a:moveTo>
                    <a:pt x="10159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0159" y="838200"/>
                  </a:lnTo>
                  <a:lnTo>
                    <a:pt x="10159" y="833120"/>
                  </a:lnTo>
                  <a:close/>
                </a:path>
                <a:path w="10160" h="853439">
                  <a:moveTo>
                    <a:pt x="1015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0159" y="831850"/>
                  </a:lnTo>
                  <a:lnTo>
                    <a:pt x="10159" y="826770"/>
                  </a:lnTo>
                  <a:close/>
                </a:path>
                <a:path w="10160" h="853439">
                  <a:moveTo>
                    <a:pt x="1015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0159" y="825500"/>
                  </a:lnTo>
                  <a:lnTo>
                    <a:pt x="10159" y="820420"/>
                  </a:lnTo>
                  <a:close/>
                </a:path>
                <a:path w="10160" h="853439">
                  <a:moveTo>
                    <a:pt x="1015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59" y="819150"/>
                  </a:lnTo>
                  <a:lnTo>
                    <a:pt x="10159" y="814070"/>
                  </a:lnTo>
                  <a:close/>
                </a:path>
                <a:path w="10160" h="853439">
                  <a:moveTo>
                    <a:pt x="1015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59" y="812800"/>
                  </a:lnTo>
                  <a:lnTo>
                    <a:pt x="10159" y="807720"/>
                  </a:lnTo>
                  <a:close/>
                </a:path>
                <a:path w="10160" h="853439">
                  <a:moveTo>
                    <a:pt x="1015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59" y="806450"/>
                  </a:lnTo>
                  <a:lnTo>
                    <a:pt x="10159" y="801370"/>
                  </a:lnTo>
                  <a:close/>
                </a:path>
                <a:path w="10160" h="853439">
                  <a:moveTo>
                    <a:pt x="1015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59" y="800100"/>
                  </a:lnTo>
                  <a:lnTo>
                    <a:pt x="10159" y="795020"/>
                  </a:lnTo>
                  <a:close/>
                </a:path>
                <a:path w="10160" h="853439">
                  <a:moveTo>
                    <a:pt x="1015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59" y="793750"/>
                  </a:lnTo>
                  <a:lnTo>
                    <a:pt x="10159" y="788670"/>
                  </a:lnTo>
                  <a:close/>
                </a:path>
                <a:path w="10160" h="853439">
                  <a:moveTo>
                    <a:pt x="1015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59" y="787400"/>
                  </a:lnTo>
                  <a:lnTo>
                    <a:pt x="10159" y="782320"/>
                  </a:lnTo>
                  <a:close/>
                </a:path>
                <a:path w="10160" h="853439">
                  <a:moveTo>
                    <a:pt x="1015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59" y="781050"/>
                  </a:lnTo>
                  <a:lnTo>
                    <a:pt x="10159" y="775970"/>
                  </a:lnTo>
                  <a:close/>
                </a:path>
                <a:path w="10160" h="853439">
                  <a:moveTo>
                    <a:pt x="1015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59" y="774700"/>
                  </a:lnTo>
                  <a:lnTo>
                    <a:pt x="10159" y="769620"/>
                  </a:lnTo>
                  <a:close/>
                </a:path>
                <a:path w="10160" h="853439">
                  <a:moveTo>
                    <a:pt x="1015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0159" y="768350"/>
                  </a:lnTo>
                  <a:lnTo>
                    <a:pt x="10159" y="763270"/>
                  </a:lnTo>
                  <a:close/>
                </a:path>
                <a:path w="10160" h="853439">
                  <a:moveTo>
                    <a:pt x="1015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0159" y="762000"/>
                  </a:lnTo>
                  <a:lnTo>
                    <a:pt x="10159" y="756920"/>
                  </a:lnTo>
                  <a:close/>
                </a:path>
                <a:path w="10160" h="853439">
                  <a:moveTo>
                    <a:pt x="10159" y="745490"/>
                  </a:moveTo>
                  <a:lnTo>
                    <a:pt x="0" y="745490"/>
                  </a:lnTo>
                  <a:lnTo>
                    <a:pt x="0" y="755650"/>
                  </a:lnTo>
                  <a:lnTo>
                    <a:pt x="10159" y="755650"/>
                  </a:lnTo>
                  <a:lnTo>
                    <a:pt x="10159" y="745490"/>
                  </a:lnTo>
                  <a:close/>
                </a:path>
              </a:pathLst>
            </a:custGeom>
            <a:solidFill>
              <a:srgbClr val="8080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975">
              <a:extLst>
                <a:ext uri="{FF2B5EF4-FFF2-40B4-BE49-F238E27FC236}">
                  <a16:creationId xmlns:a16="http://schemas.microsoft.com/office/drawing/2014/main" id="{6FCB1E50-E2C6-DDA5-14C9-0D3DEE5230F6}"/>
                </a:ext>
              </a:extLst>
            </p:cNvPr>
            <p:cNvSpPr/>
            <p:nvPr/>
          </p:nvSpPr>
          <p:spPr>
            <a:xfrm>
              <a:off x="4888230" y="5407660"/>
              <a:ext cx="11430" cy="850900"/>
            </a:xfrm>
            <a:custGeom>
              <a:avLst/>
              <a:gdLst/>
              <a:ahLst/>
              <a:cxnLst/>
              <a:rect l="l" t="t" r="r" b="b"/>
              <a:pathLst>
                <a:path w="11429" h="85090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2540"/>
                  </a:lnTo>
                  <a:lnTo>
                    <a:pt x="6350" y="2540"/>
                  </a:lnTo>
                  <a:lnTo>
                    <a:pt x="635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1429" h="850900">
                  <a:moveTo>
                    <a:pt x="1143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3809"/>
                  </a:lnTo>
                  <a:close/>
                </a:path>
                <a:path w="11429" h="850900">
                  <a:moveTo>
                    <a:pt x="1143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6350"/>
                  </a:lnTo>
                  <a:close/>
                </a:path>
                <a:path w="11429" h="850900">
                  <a:moveTo>
                    <a:pt x="1143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10159"/>
                  </a:lnTo>
                  <a:close/>
                </a:path>
                <a:path w="11429" h="850900">
                  <a:moveTo>
                    <a:pt x="1143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2700"/>
                  </a:lnTo>
                  <a:close/>
                </a:path>
                <a:path w="11429" h="850900">
                  <a:moveTo>
                    <a:pt x="11430" y="16510"/>
                  </a:moveTo>
                  <a:lnTo>
                    <a:pt x="0" y="16510"/>
                  </a:lnTo>
                  <a:lnTo>
                    <a:pt x="0" y="22859"/>
                  </a:lnTo>
                  <a:lnTo>
                    <a:pt x="11430" y="22859"/>
                  </a:lnTo>
                  <a:lnTo>
                    <a:pt x="11430" y="16510"/>
                  </a:lnTo>
                  <a:close/>
                </a:path>
                <a:path w="11429" h="850900">
                  <a:moveTo>
                    <a:pt x="1143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2859"/>
                  </a:lnTo>
                  <a:close/>
                </a:path>
                <a:path w="11429" h="850900">
                  <a:moveTo>
                    <a:pt x="1143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5400"/>
                  </a:lnTo>
                  <a:close/>
                </a:path>
                <a:path w="11429" h="850900">
                  <a:moveTo>
                    <a:pt x="1143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9209"/>
                  </a:lnTo>
                  <a:close/>
                </a:path>
                <a:path w="11429" h="850900">
                  <a:moveTo>
                    <a:pt x="1143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1750"/>
                  </a:lnTo>
                  <a:close/>
                </a:path>
                <a:path w="11429" h="850900">
                  <a:moveTo>
                    <a:pt x="1143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5559"/>
                  </a:lnTo>
                  <a:close/>
                </a:path>
                <a:path w="11429" h="850900">
                  <a:moveTo>
                    <a:pt x="1143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8100"/>
                  </a:lnTo>
                  <a:close/>
                </a:path>
                <a:path w="11429" h="850900">
                  <a:moveTo>
                    <a:pt x="11430" y="41909"/>
                  </a:moveTo>
                  <a:lnTo>
                    <a:pt x="0" y="4190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1909"/>
                  </a:lnTo>
                  <a:close/>
                </a:path>
                <a:path w="11429" h="850900">
                  <a:moveTo>
                    <a:pt x="1143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50800"/>
                  </a:lnTo>
                  <a:close/>
                </a:path>
                <a:path w="11429" h="850900">
                  <a:moveTo>
                    <a:pt x="11430" y="54609"/>
                  </a:moveTo>
                  <a:lnTo>
                    <a:pt x="0" y="5460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4609"/>
                  </a:lnTo>
                  <a:close/>
                </a:path>
                <a:path w="11429" h="850900">
                  <a:moveTo>
                    <a:pt x="11430" y="63500"/>
                  </a:moveTo>
                  <a:lnTo>
                    <a:pt x="0" y="63500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3500"/>
                  </a:lnTo>
                  <a:close/>
                </a:path>
                <a:path w="11429" h="850900">
                  <a:moveTo>
                    <a:pt x="11430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30" y="73659"/>
                  </a:lnTo>
                  <a:lnTo>
                    <a:pt x="11430" y="69850"/>
                  </a:lnTo>
                  <a:close/>
                </a:path>
                <a:path w="11429" h="850900">
                  <a:moveTo>
                    <a:pt x="11430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73659"/>
                  </a:lnTo>
                  <a:close/>
                </a:path>
                <a:path w="11429" h="850900">
                  <a:moveTo>
                    <a:pt x="11430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76200"/>
                  </a:lnTo>
                  <a:close/>
                </a:path>
                <a:path w="11429" h="850900">
                  <a:moveTo>
                    <a:pt x="11430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80009"/>
                  </a:lnTo>
                  <a:close/>
                </a:path>
                <a:path w="11429" h="850900">
                  <a:moveTo>
                    <a:pt x="11430" y="82550"/>
                  </a:moveTo>
                  <a:lnTo>
                    <a:pt x="0" y="82550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2550"/>
                  </a:lnTo>
                  <a:close/>
                </a:path>
                <a:path w="11429" h="850900">
                  <a:moveTo>
                    <a:pt x="11430" y="88900"/>
                  </a:moveTo>
                  <a:lnTo>
                    <a:pt x="0" y="88900"/>
                  </a:lnTo>
                  <a:lnTo>
                    <a:pt x="0" y="742949"/>
                  </a:lnTo>
                  <a:lnTo>
                    <a:pt x="11430" y="742949"/>
                  </a:lnTo>
                  <a:lnTo>
                    <a:pt x="11430" y="88900"/>
                  </a:lnTo>
                  <a:close/>
                </a:path>
                <a:path w="11429" h="850900">
                  <a:moveTo>
                    <a:pt x="11430" y="844549"/>
                  </a:moveTo>
                  <a:lnTo>
                    <a:pt x="0" y="844549"/>
                  </a:lnTo>
                  <a:lnTo>
                    <a:pt x="0" y="850899"/>
                  </a:lnTo>
                  <a:lnTo>
                    <a:pt x="2540" y="850899"/>
                  </a:lnTo>
                  <a:lnTo>
                    <a:pt x="2540" y="849629"/>
                  </a:lnTo>
                  <a:lnTo>
                    <a:pt x="7620" y="849629"/>
                  </a:lnTo>
                  <a:lnTo>
                    <a:pt x="7620" y="848359"/>
                  </a:lnTo>
                  <a:lnTo>
                    <a:pt x="11430" y="848359"/>
                  </a:lnTo>
                  <a:lnTo>
                    <a:pt x="11430" y="844549"/>
                  </a:lnTo>
                  <a:close/>
                </a:path>
                <a:path w="11429" h="850900">
                  <a:moveTo>
                    <a:pt x="11430" y="838199"/>
                  </a:moveTo>
                  <a:lnTo>
                    <a:pt x="0" y="838199"/>
                  </a:lnTo>
                  <a:lnTo>
                    <a:pt x="0" y="843279"/>
                  </a:lnTo>
                  <a:lnTo>
                    <a:pt x="11430" y="843279"/>
                  </a:lnTo>
                  <a:lnTo>
                    <a:pt x="11430" y="838199"/>
                  </a:lnTo>
                  <a:close/>
                </a:path>
                <a:path w="11429" h="850900">
                  <a:moveTo>
                    <a:pt x="11430" y="831849"/>
                  </a:moveTo>
                  <a:lnTo>
                    <a:pt x="0" y="831849"/>
                  </a:lnTo>
                  <a:lnTo>
                    <a:pt x="0" y="836929"/>
                  </a:lnTo>
                  <a:lnTo>
                    <a:pt x="11430" y="836929"/>
                  </a:lnTo>
                  <a:lnTo>
                    <a:pt x="11430" y="831849"/>
                  </a:lnTo>
                  <a:close/>
                </a:path>
                <a:path w="11429" h="850900">
                  <a:moveTo>
                    <a:pt x="11430" y="825499"/>
                  </a:moveTo>
                  <a:lnTo>
                    <a:pt x="0" y="825499"/>
                  </a:lnTo>
                  <a:lnTo>
                    <a:pt x="0" y="830579"/>
                  </a:lnTo>
                  <a:lnTo>
                    <a:pt x="11430" y="830579"/>
                  </a:lnTo>
                  <a:lnTo>
                    <a:pt x="11430" y="825499"/>
                  </a:lnTo>
                  <a:close/>
                </a:path>
                <a:path w="11429" h="850900">
                  <a:moveTo>
                    <a:pt x="11430" y="819149"/>
                  </a:moveTo>
                  <a:lnTo>
                    <a:pt x="0" y="819149"/>
                  </a:lnTo>
                  <a:lnTo>
                    <a:pt x="0" y="824229"/>
                  </a:lnTo>
                  <a:lnTo>
                    <a:pt x="11430" y="824229"/>
                  </a:lnTo>
                  <a:lnTo>
                    <a:pt x="11430" y="819149"/>
                  </a:lnTo>
                  <a:close/>
                </a:path>
                <a:path w="11429" h="850900">
                  <a:moveTo>
                    <a:pt x="11430" y="812799"/>
                  </a:moveTo>
                  <a:lnTo>
                    <a:pt x="0" y="812799"/>
                  </a:lnTo>
                  <a:lnTo>
                    <a:pt x="0" y="817879"/>
                  </a:lnTo>
                  <a:lnTo>
                    <a:pt x="11430" y="817879"/>
                  </a:lnTo>
                  <a:lnTo>
                    <a:pt x="11430" y="812799"/>
                  </a:lnTo>
                  <a:close/>
                </a:path>
                <a:path w="11429" h="850900">
                  <a:moveTo>
                    <a:pt x="11430" y="806449"/>
                  </a:moveTo>
                  <a:lnTo>
                    <a:pt x="0" y="806449"/>
                  </a:lnTo>
                  <a:lnTo>
                    <a:pt x="0" y="811529"/>
                  </a:lnTo>
                  <a:lnTo>
                    <a:pt x="11430" y="811529"/>
                  </a:lnTo>
                  <a:lnTo>
                    <a:pt x="11430" y="806449"/>
                  </a:lnTo>
                  <a:close/>
                </a:path>
                <a:path w="11429" h="850900">
                  <a:moveTo>
                    <a:pt x="1143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1430" y="805179"/>
                  </a:lnTo>
                  <a:lnTo>
                    <a:pt x="11430" y="800099"/>
                  </a:lnTo>
                  <a:close/>
                </a:path>
                <a:path w="11429" h="850900">
                  <a:moveTo>
                    <a:pt x="1143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1430" y="798829"/>
                  </a:lnTo>
                  <a:lnTo>
                    <a:pt x="11430" y="793749"/>
                  </a:lnTo>
                  <a:close/>
                </a:path>
                <a:path w="11429" h="850900">
                  <a:moveTo>
                    <a:pt x="11430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1430" y="792479"/>
                  </a:lnTo>
                  <a:lnTo>
                    <a:pt x="11430" y="787399"/>
                  </a:lnTo>
                  <a:close/>
                </a:path>
                <a:path w="11429" h="850900">
                  <a:moveTo>
                    <a:pt x="11430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1430" y="786129"/>
                  </a:lnTo>
                  <a:lnTo>
                    <a:pt x="11430" y="781049"/>
                  </a:lnTo>
                  <a:close/>
                </a:path>
                <a:path w="11429" h="850900">
                  <a:moveTo>
                    <a:pt x="11430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1430" y="779779"/>
                  </a:lnTo>
                  <a:lnTo>
                    <a:pt x="11430" y="774699"/>
                  </a:lnTo>
                  <a:close/>
                </a:path>
                <a:path w="11429" h="850900">
                  <a:moveTo>
                    <a:pt x="11430" y="768349"/>
                  </a:moveTo>
                  <a:lnTo>
                    <a:pt x="0" y="768349"/>
                  </a:lnTo>
                  <a:lnTo>
                    <a:pt x="0" y="773430"/>
                  </a:lnTo>
                  <a:lnTo>
                    <a:pt x="11430" y="773430"/>
                  </a:lnTo>
                  <a:lnTo>
                    <a:pt x="11430" y="768349"/>
                  </a:lnTo>
                  <a:close/>
                </a:path>
                <a:path w="11429" h="850900">
                  <a:moveTo>
                    <a:pt x="11430" y="761999"/>
                  </a:moveTo>
                  <a:lnTo>
                    <a:pt x="0" y="761999"/>
                  </a:lnTo>
                  <a:lnTo>
                    <a:pt x="0" y="767079"/>
                  </a:lnTo>
                  <a:lnTo>
                    <a:pt x="11430" y="767079"/>
                  </a:lnTo>
                  <a:lnTo>
                    <a:pt x="11430" y="761999"/>
                  </a:lnTo>
                  <a:close/>
                </a:path>
                <a:path w="11429" h="850900">
                  <a:moveTo>
                    <a:pt x="11430" y="755649"/>
                  </a:moveTo>
                  <a:lnTo>
                    <a:pt x="0" y="755649"/>
                  </a:lnTo>
                  <a:lnTo>
                    <a:pt x="0" y="760730"/>
                  </a:lnTo>
                  <a:lnTo>
                    <a:pt x="11430" y="760730"/>
                  </a:lnTo>
                  <a:lnTo>
                    <a:pt x="11430" y="755649"/>
                  </a:lnTo>
                  <a:close/>
                </a:path>
                <a:path w="11429" h="850900">
                  <a:moveTo>
                    <a:pt x="11430" y="744219"/>
                  </a:moveTo>
                  <a:lnTo>
                    <a:pt x="0" y="744219"/>
                  </a:lnTo>
                  <a:lnTo>
                    <a:pt x="0" y="754379"/>
                  </a:lnTo>
                  <a:lnTo>
                    <a:pt x="11430" y="754379"/>
                  </a:lnTo>
                  <a:lnTo>
                    <a:pt x="11430" y="744219"/>
                  </a:lnTo>
                  <a:close/>
                </a:path>
              </a:pathLst>
            </a:custGeom>
            <a:solidFill>
              <a:srgbClr val="8080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976">
              <a:extLst>
                <a:ext uri="{FF2B5EF4-FFF2-40B4-BE49-F238E27FC236}">
                  <a16:creationId xmlns:a16="http://schemas.microsoft.com/office/drawing/2014/main" id="{FC5D1DBB-7BEC-591E-1D7B-3E780F6CD1FC}"/>
                </a:ext>
              </a:extLst>
            </p:cNvPr>
            <p:cNvSpPr/>
            <p:nvPr/>
          </p:nvSpPr>
          <p:spPr>
            <a:xfrm>
              <a:off x="4899659" y="5411470"/>
              <a:ext cx="10160" cy="844550"/>
            </a:xfrm>
            <a:custGeom>
              <a:avLst/>
              <a:gdLst/>
              <a:ahLst/>
              <a:cxnLst/>
              <a:rect l="l" t="t" r="r" b="b"/>
              <a:pathLst>
                <a:path w="10160" h="844550">
                  <a:moveTo>
                    <a:pt x="508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1269"/>
                  </a:lnTo>
                  <a:lnTo>
                    <a:pt x="5080" y="1269"/>
                  </a:lnTo>
                  <a:lnTo>
                    <a:pt x="5080" y="0"/>
                  </a:lnTo>
                  <a:close/>
                </a:path>
                <a:path w="10160" h="84455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84455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84455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844550">
                  <a:moveTo>
                    <a:pt x="10160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2700"/>
                  </a:lnTo>
                  <a:close/>
                </a:path>
                <a:path w="10160" h="84455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84455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84455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84455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84455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84455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844550">
                  <a:moveTo>
                    <a:pt x="10160" y="38099"/>
                  </a:moveTo>
                  <a:lnTo>
                    <a:pt x="0" y="3809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38099"/>
                  </a:lnTo>
                  <a:close/>
                </a:path>
                <a:path w="10160" h="84455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844550">
                  <a:moveTo>
                    <a:pt x="10160" y="50799"/>
                  </a:moveTo>
                  <a:lnTo>
                    <a:pt x="0" y="5079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0799"/>
                  </a:lnTo>
                  <a:close/>
                </a:path>
                <a:path w="10160" h="844550">
                  <a:moveTo>
                    <a:pt x="10160" y="59689"/>
                  </a:moveTo>
                  <a:lnTo>
                    <a:pt x="0" y="5968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59689"/>
                  </a:lnTo>
                  <a:close/>
                </a:path>
                <a:path w="10160" h="844550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844550">
                  <a:moveTo>
                    <a:pt x="1016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9849"/>
                  </a:lnTo>
                  <a:close/>
                </a:path>
                <a:path w="10160" h="844550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844550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844550">
                  <a:moveTo>
                    <a:pt x="10160" y="78739"/>
                  </a:moveTo>
                  <a:lnTo>
                    <a:pt x="0" y="7873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78739"/>
                  </a:lnTo>
                  <a:close/>
                </a:path>
                <a:path w="10160" h="844550">
                  <a:moveTo>
                    <a:pt x="10160" y="85089"/>
                  </a:moveTo>
                  <a:lnTo>
                    <a:pt x="0" y="85089"/>
                  </a:lnTo>
                  <a:lnTo>
                    <a:pt x="0" y="739139"/>
                  </a:lnTo>
                  <a:lnTo>
                    <a:pt x="10160" y="739139"/>
                  </a:lnTo>
                  <a:lnTo>
                    <a:pt x="10160" y="85089"/>
                  </a:lnTo>
                  <a:close/>
                </a:path>
                <a:path w="10160" h="844550">
                  <a:moveTo>
                    <a:pt x="6350" y="840739"/>
                  </a:moveTo>
                  <a:lnTo>
                    <a:pt x="0" y="840739"/>
                  </a:lnTo>
                  <a:lnTo>
                    <a:pt x="0" y="844549"/>
                  </a:lnTo>
                  <a:lnTo>
                    <a:pt x="1270" y="844549"/>
                  </a:lnTo>
                  <a:lnTo>
                    <a:pt x="1270" y="842009"/>
                  </a:lnTo>
                  <a:lnTo>
                    <a:pt x="6350" y="842009"/>
                  </a:lnTo>
                  <a:lnTo>
                    <a:pt x="6350" y="840739"/>
                  </a:lnTo>
                  <a:close/>
                </a:path>
                <a:path w="10160" h="844550">
                  <a:moveTo>
                    <a:pt x="10160" y="834389"/>
                  </a:moveTo>
                  <a:lnTo>
                    <a:pt x="0" y="834389"/>
                  </a:lnTo>
                  <a:lnTo>
                    <a:pt x="0" y="839469"/>
                  </a:lnTo>
                  <a:lnTo>
                    <a:pt x="10160" y="839469"/>
                  </a:lnTo>
                  <a:lnTo>
                    <a:pt x="10160" y="834389"/>
                  </a:lnTo>
                  <a:close/>
                </a:path>
                <a:path w="10160" h="844550">
                  <a:moveTo>
                    <a:pt x="10160" y="828039"/>
                  </a:moveTo>
                  <a:lnTo>
                    <a:pt x="0" y="828039"/>
                  </a:lnTo>
                  <a:lnTo>
                    <a:pt x="0" y="833119"/>
                  </a:lnTo>
                  <a:lnTo>
                    <a:pt x="10160" y="833119"/>
                  </a:lnTo>
                  <a:lnTo>
                    <a:pt x="10160" y="828039"/>
                  </a:lnTo>
                  <a:close/>
                </a:path>
                <a:path w="10160" h="844550">
                  <a:moveTo>
                    <a:pt x="10160" y="821689"/>
                  </a:moveTo>
                  <a:lnTo>
                    <a:pt x="0" y="821689"/>
                  </a:lnTo>
                  <a:lnTo>
                    <a:pt x="0" y="826769"/>
                  </a:lnTo>
                  <a:lnTo>
                    <a:pt x="10160" y="826769"/>
                  </a:lnTo>
                  <a:lnTo>
                    <a:pt x="10160" y="821689"/>
                  </a:lnTo>
                  <a:close/>
                </a:path>
                <a:path w="10160" h="844550">
                  <a:moveTo>
                    <a:pt x="10160" y="815339"/>
                  </a:moveTo>
                  <a:lnTo>
                    <a:pt x="0" y="815339"/>
                  </a:lnTo>
                  <a:lnTo>
                    <a:pt x="0" y="820419"/>
                  </a:lnTo>
                  <a:lnTo>
                    <a:pt x="10160" y="820419"/>
                  </a:lnTo>
                  <a:lnTo>
                    <a:pt x="10160" y="815339"/>
                  </a:lnTo>
                  <a:close/>
                </a:path>
                <a:path w="10160" h="844550">
                  <a:moveTo>
                    <a:pt x="10160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10160" y="814069"/>
                  </a:lnTo>
                  <a:lnTo>
                    <a:pt x="10160" y="808989"/>
                  </a:lnTo>
                  <a:close/>
                </a:path>
                <a:path w="10160" h="844550">
                  <a:moveTo>
                    <a:pt x="10160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0160" y="807719"/>
                  </a:lnTo>
                  <a:lnTo>
                    <a:pt x="10160" y="802639"/>
                  </a:lnTo>
                  <a:close/>
                </a:path>
                <a:path w="10160" h="844550">
                  <a:moveTo>
                    <a:pt x="10160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0160" y="801369"/>
                  </a:lnTo>
                  <a:lnTo>
                    <a:pt x="10160" y="796289"/>
                  </a:lnTo>
                  <a:close/>
                </a:path>
                <a:path w="10160" h="844550">
                  <a:moveTo>
                    <a:pt x="10160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0160" y="795019"/>
                  </a:lnTo>
                  <a:lnTo>
                    <a:pt x="10160" y="789939"/>
                  </a:lnTo>
                  <a:close/>
                </a:path>
                <a:path w="10160" h="844550">
                  <a:moveTo>
                    <a:pt x="10160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0160" y="788669"/>
                  </a:lnTo>
                  <a:lnTo>
                    <a:pt x="10160" y="783589"/>
                  </a:lnTo>
                  <a:close/>
                </a:path>
                <a:path w="10160" h="844550">
                  <a:moveTo>
                    <a:pt x="10160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0160" y="782319"/>
                  </a:lnTo>
                  <a:lnTo>
                    <a:pt x="10160" y="777239"/>
                  </a:lnTo>
                  <a:close/>
                </a:path>
                <a:path w="10160" h="844550">
                  <a:moveTo>
                    <a:pt x="10160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0160" y="775969"/>
                  </a:lnTo>
                  <a:lnTo>
                    <a:pt x="10160" y="770889"/>
                  </a:lnTo>
                  <a:close/>
                </a:path>
                <a:path w="10160" h="844550">
                  <a:moveTo>
                    <a:pt x="10160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0160" y="769619"/>
                  </a:lnTo>
                  <a:lnTo>
                    <a:pt x="10160" y="764539"/>
                  </a:lnTo>
                  <a:close/>
                </a:path>
                <a:path w="10160" h="844550">
                  <a:moveTo>
                    <a:pt x="10160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0160" y="763269"/>
                  </a:lnTo>
                  <a:lnTo>
                    <a:pt x="10160" y="758189"/>
                  </a:lnTo>
                  <a:close/>
                </a:path>
                <a:path w="10160" h="844550">
                  <a:moveTo>
                    <a:pt x="10160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0160" y="756919"/>
                  </a:lnTo>
                  <a:lnTo>
                    <a:pt x="10160" y="751839"/>
                  </a:lnTo>
                  <a:close/>
                </a:path>
                <a:path w="10160" h="844550">
                  <a:moveTo>
                    <a:pt x="10160" y="740409"/>
                  </a:moveTo>
                  <a:lnTo>
                    <a:pt x="0" y="740409"/>
                  </a:lnTo>
                  <a:lnTo>
                    <a:pt x="0" y="750569"/>
                  </a:lnTo>
                  <a:lnTo>
                    <a:pt x="10160" y="750569"/>
                  </a:lnTo>
                  <a:lnTo>
                    <a:pt x="10160" y="740409"/>
                  </a:lnTo>
                  <a:close/>
                </a:path>
              </a:pathLst>
            </a:custGeom>
            <a:solidFill>
              <a:srgbClr val="8181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977">
              <a:extLst>
                <a:ext uri="{FF2B5EF4-FFF2-40B4-BE49-F238E27FC236}">
                  <a16:creationId xmlns:a16="http://schemas.microsoft.com/office/drawing/2014/main" id="{D0F443D2-D257-9155-A4A0-BB76AE54E0F1}"/>
                </a:ext>
              </a:extLst>
            </p:cNvPr>
            <p:cNvSpPr/>
            <p:nvPr/>
          </p:nvSpPr>
          <p:spPr>
            <a:xfrm>
              <a:off x="4909819" y="5412740"/>
              <a:ext cx="11430" cy="839469"/>
            </a:xfrm>
            <a:custGeom>
              <a:avLst/>
              <a:gdLst/>
              <a:ahLst/>
              <a:cxnLst/>
              <a:rect l="l" t="t" r="r" b="b"/>
              <a:pathLst>
                <a:path w="11429" h="839470">
                  <a:moveTo>
                    <a:pt x="126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11429" h="839470">
                  <a:moveTo>
                    <a:pt x="6349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lnTo>
                    <a:pt x="6349" y="2540"/>
                  </a:lnTo>
                  <a:lnTo>
                    <a:pt x="6349" y="1270"/>
                  </a:lnTo>
                  <a:close/>
                </a:path>
                <a:path w="11429" h="839470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839470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839470">
                  <a:moveTo>
                    <a:pt x="11429" y="11430"/>
                  </a:moveTo>
                  <a:lnTo>
                    <a:pt x="0" y="1143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1430"/>
                  </a:lnTo>
                  <a:close/>
                </a:path>
                <a:path w="11429" h="839470">
                  <a:moveTo>
                    <a:pt x="1142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7780"/>
                  </a:lnTo>
                  <a:close/>
                </a:path>
                <a:path w="11429" h="839470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839470">
                  <a:moveTo>
                    <a:pt x="1142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24130"/>
                  </a:lnTo>
                  <a:close/>
                </a:path>
                <a:path w="11429" h="839470">
                  <a:moveTo>
                    <a:pt x="11429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6670"/>
                  </a:lnTo>
                  <a:close/>
                </a:path>
                <a:path w="11429" h="839470">
                  <a:moveTo>
                    <a:pt x="11429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30480"/>
                  </a:lnTo>
                  <a:close/>
                </a:path>
                <a:path w="11429" h="839470">
                  <a:moveTo>
                    <a:pt x="11429" y="33020"/>
                  </a:moveTo>
                  <a:lnTo>
                    <a:pt x="0" y="3302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3020"/>
                  </a:lnTo>
                  <a:close/>
                </a:path>
                <a:path w="11429" h="839470">
                  <a:moveTo>
                    <a:pt x="11429" y="36830"/>
                  </a:moveTo>
                  <a:lnTo>
                    <a:pt x="0" y="3683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36830"/>
                  </a:lnTo>
                  <a:close/>
                </a:path>
                <a:path w="11429" h="839470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839470">
                  <a:moveTo>
                    <a:pt x="11429" y="49530"/>
                  </a:moveTo>
                  <a:lnTo>
                    <a:pt x="0" y="4953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49530"/>
                  </a:lnTo>
                  <a:close/>
                </a:path>
                <a:path w="11429" h="839470">
                  <a:moveTo>
                    <a:pt x="11429" y="58420"/>
                  </a:moveTo>
                  <a:lnTo>
                    <a:pt x="0" y="58420"/>
                  </a:lnTo>
                  <a:lnTo>
                    <a:pt x="0" y="64770"/>
                  </a:lnTo>
                  <a:lnTo>
                    <a:pt x="11429" y="64770"/>
                  </a:lnTo>
                  <a:lnTo>
                    <a:pt x="11429" y="58420"/>
                  </a:lnTo>
                  <a:close/>
                </a:path>
                <a:path w="11429" h="839470">
                  <a:moveTo>
                    <a:pt x="11429" y="64770"/>
                  </a:moveTo>
                  <a:lnTo>
                    <a:pt x="0" y="64770"/>
                  </a:lnTo>
                  <a:lnTo>
                    <a:pt x="0" y="68580"/>
                  </a:lnTo>
                  <a:lnTo>
                    <a:pt x="11429" y="68580"/>
                  </a:lnTo>
                  <a:lnTo>
                    <a:pt x="11429" y="64770"/>
                  </a:lnTo>
                  <a:close/>
                </a:path>
                <a:path w="11429" h="839470">
                  <a:moveTo>
                    <a:pt x="11429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11429" y="71120"/>
                  </a:lnTo>
                  <a:lnTo>
                    <a:pt x="11429" y="68580"/>
                  </a:lnTo>
                  <a:close/>
                </a:path>
                <a:path w="11429" h="839470">
                  <a:moveTo>
                    <a:pt x="11429" y="71120"/>
                  </a:moveTo>
                  <a:lnTo>
                    <a:pt x="0" y="7112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71120"/>
                  </a:lnTo>
                  <a:close/>
                </a:path>
                <a:path w="11429" h="839470">
                  <a:moveTo>
                    <a:pt x="11429" y="74930"/>
                  </a:moveTo>
                  <a:lnTo>
                    <a:pt x="0" y="74930"/>
                  </a:lnTo>
                  <a:lnTo>
                    <a:pt x="0" y="77470"/>
                  </a:lnTo>
                  <a:lnTo>
                    <a:pt x="11429" y="77470"/>
                  </a:lnTo>
                  <a:lnTo>
                    <a:pt x="11429" y="74930"/>
                  </a:lnTo>
                  <a:close/>
                </a:path>
                <a:path w="11429" h="839470">
                  <a:moveTo>
                    <a:pt x="11429" y="77470"/>
                  </a:moveTo>
                  <a:lnTo>
                    <a:pt x="0" y="77470"/>
                  </a:lnTo>
                  <a:lnTo>
                    <a:pt x="0" y="83820"/>
                  </a:lnTo>
                  <a:lnTo>
                    <a:pt x="11429" y="83820"/>
                  </a:lnTo>
                  <a:lnTo>
                    <a:pt x="11429" y="77470"/>
                  </a:lnTo>
                  <a:close/>
                </a:path>
                <a:path w="11429" h="839470">
                  <a:moveTo>
                    <a:pt x="11429" y="83820"/>
                  </a:moveTo>
                  <a:lnTo>
                    <a:pt x="0" y="83820"/>
                  </a:lnTo>
                  <a:lnTo>
                    <a:pt x="0" y="737870"/>
                  </a:lnTo>
                  <a:lnTo>
                    <a:pt x="11429" y="737870"/>
                  </a:lnTo>
                  <a:lnTo>
                    <a:pt x="11429" y="83820"/>
                  </a:lnTo>
                  <a:close/>
                </a:path>
                <a:path w="11429" h="839470">
                  <a:moveTo>
                    <a:pt x="7619" y="838200"/>
                  </a:moveTo>
                  <a:lnTo>
                    <a:pt x="2539" y="838200"/>
                  </a:lnTo>
                  <a:lnTo>
                    <a:pt x="2539" y="839470"/>
                  </a:lnTo>
                  <a:lnTo>
                    <a:pt x="7619" y="839470"/>
                  </a:lnTo>
                  <a:lnTo>
                    <a:pt x="7619" y="838200"/>
                  </a:lnTo>
                  <a:close/>
                </a:path>
                <a:path w="11429" h="839470">
                  <a:moveTo>
                    <a:pt x="11429" y="833120"/>
                  </a:moveTo>
                  <a:lnTo>
                    <a:pt x="0" y="833120"/>
                  </a:lnTo>
                  <a:lnTo>
                    <a:pt x="0" y="838200"/>
                  </a:lnTo>
                  <a:lnTo>
                    <a:pt x="11429" y="838200"/>
                  </a:lnTo>
                  <a:lnTo>
                    <a:pt x="11429" y="833120"/>
                  </a:lnTo>
                  <a:close/>
                </a:path>
                <a:path w="11429" h="839470">
                  <a:moveTo>
                    <a:pt x="11429" y="826770"/>
                  </a:moveTo>
                  <a:lnTo>
                    <a:pt x="0" y="826770"/>
                  </a:lnTo>
                  <a:lnTo>
                    <a:pt x="0" y="831850"/>
                  </a:lnTo>
                  <a:lnTo>
                    <a:pt x="11429" y="831850"/>
                  </a:lnTo>
                  <a:lnTo>
                    <a:pt x="11429" y="826770"/>
                  </a:lnTo>
                  <a:close/>
                </a:path>
                <a:path w="11429" h="839470">
                  <a:moveTo>
                    <a:pt x="11429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11429" y="825500"/>
                  </a:lnTo>
                  <a:lnTo>
                    <a:pt x="11429" y="820420"/>
                  </a:lnTo>
                  <a:close/>
                </a:path>
                <a:path w="11429" h="839470">
                  <a:moveTo>
                    <a:pt x="11429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1429" y="819150"/>
                  </a:lnTo>
                  <a:lnTo>
                    <a:pt x="11429" y="814070"/>
                  </a:lnTo>
                  <a:close/>
                </a:path>
                <a:path w="11429" h="839470">
                  <a:moveTo>
                    <a:pt x="11429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1429" y="812800"/>
                  </a:lnTo>
                  <a:lnTo>
                    <a:pt x="11429" y="807720"/>
                  </a:lnTo>
                  <a:close/>
                </a:path>
                <a:path w="11429" h="839470">
                  <a:moveTo>
                    <a:pt x="11429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1429" y="806450"/>
                  </a:lnTo>
                  <a:lnTo>
                    <a:pt x="11429" y="801370"/>
                  </a:lnTo>
                  <a:close/>
                </a:path>
                <a:path w="11429" h="839470">
                  <a:moveTo>
                    <a:pt x="11429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1429" y="800100"/>
                  </a:lnTo>
                  <a:lnTo>
                    <a:pt x="11429" y="795020"/>
                  </a:lnTo>
                  <a:close/>
                </a:path>
                <a:path w="11429" h="839470">
                  <a:moveTo>
                    <a:pt x="11429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1429" y="793750"/>
                  </a:lnTo>
                  <a:lnTo>
                    <a:pt x="11429" y="788670"/>
                  </a:lnTo>
                  <a:close/>
                </a:path>
                <a:path w="11429" h="839470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1429" y="787400"/>
                  </a:lnTo>
                  <a:lnTo>
                    <a:pt x="11429" y="782320"/>
                  </a:lnTo>
                  <a:close/>
                </a:path>
                <a:path w="11429" h="839470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839470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839470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839470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839470">
                  <a:moveTo>
                    <a:pt x="11429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50570"/>
                  </a:lnTo>
                  <a:close/>
                </a:path>
                <a:path w="11429" h="839470">
                  <a:moveTo>
                    <a:pt x="11429" y="739140"/>
                  </a:moveTo>
                  <a:lnTo>
                    <a:pt x="0" y="739140"/>
                  </a:lnTo>
                  <a:lnTo>
                    <a:pt x="0" y="749300"/>
                  </a:lnTo>
                  <a:lnTo>
                    <a:pt x="11429" y="749300"/>
                  </a:lnTo>
                  <a:lnTo>
                    <a:pt x="11429" y="739140"/>
                  </a:lnTo>
                  <a:close/>
                </a:path>
              </a:pathLst>
            </a:custGeom>
            <a:solidFill>
              <a:srgbClr val="8282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978">
              <a:extLst>
                <a:ext uri="{FF2B5EF4-FFF2-40B4-BE49-F238E27FC236}">
                  <a16:creationId xmlns:a16="http://schemas.microsoft.com/office/drawing/2014/main" id="{C591A511-5B80-A821-EB52-9B2B16D1E2D2}"/>
                </a:ext>
              </a:extLst>
            </p:cNvPr>
            <p:cNvSpPr/>
            <p:nvPr/>
          </p:nvSpPr>
          <p:spPr>
            <a:xfrm>
              <a:off x="4921250" y="5416550"/>
              <a:ext cx="11430" cy="834390"/>
            </a:xfrm>
            <a:custGeom>
              <a:avLst/>
              <a:gdLst/>
              <a:ahLst/>
              <a:cxnLst/>
              <a:rect l="l" t="t" r="r" b="b"/>
              <a:pathLst>
                <a:path w="11429" h="834389">
                  <a:moveTo>
                    <a:pt x="507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11429" h="834389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834389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834389">
                  <a:moveTo>
                    <a:pt x="11429" y="7620"/>
                  </a:moveTo>
                  <a:lnTo>
                    <a:pt x="0" y="762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7620"/>
                  </a:lnTo>
                  <a:close/>
                </a:path>
                <a:path w="11429" h="834389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834389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834389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834389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834389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834389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834389">
                  <a:moveTo>
                    <a:pt x="11429" y="33020"/>
                  </a:moveTo>
                  <a:lnTo>
                    <a:pt x="0" y="3302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3020"/>
                  </a:lnTo>
                  <a:close/>
                </a:path>
                <a:path w="11429" h="834389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834389">
                  <a:moveTo>
                    <a:pt x="11429" y="45720"/>
                  </a:moveTo>
                  <a:lnTo>
                    <a:pt x="0" y="4572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45720"/>
                  </a:lnTo>
                  <a:close/>
                </a:path>
                <a:path w="11429" h="834389">
                  <a:moveTo>
                    <a:pt x="11429" y="54610"/>
                  </a:moveTo>
                  <a:lnTo>
                    <a:pt x="0" y="5461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4610"/>
                  </a:lnTo>
                  <a:close/>
                </a:path>
                <a:path w="11429" h="834389">
                  <a:moveTo>
                    <a:pt x="11429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29" y="64769"/>
                  </a:lnTo>
                  <a:lnTo>
                    <a:pt x="11429" y="60960"/>
                  </a:lnTo>
                  <a:close/>
                </a:path>
                <a:path w="11429" h="834389">
                  <a:moveTo>
                    <a:pt x="11429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4770"/>
                  </a:lnTo>
                  <a:close/>
                </a:path>
                <a:path w="11429" h="834389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834389">
                  <a:moveTo>
                    <a:pt x="11429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71120"/>
                  </a:lnTo>
                  <a:close/>
                </a:path>
                <a:path w="11429" h="834389">
                  <a:moveTo>
                    <a:pt x="11429" y="73660"/>
                  </a:moveTo>
                  <a:lnTo>
                    <a:pt x="0" y="7366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3660"/>
                  </a:lnTo>
                  <a:close/>
                </a:path>
                <a:path w="11429" h="834389">
                  <a:moveTo>
                    <a:pt x="11429" y="80010"/>
                  </a:moveTo>
                  <a:lnTo>
                    <a:pt x="0" y="80010"/>
                  </a:lnTo>
                  <a:lnTo>
                    <a:pt x="0" y="734060"/>
                  </a:lnTo>
                  <a:lnTo>
                    <a:pt x="11429" y="734060"/>
                  </a:lnTo>
                  <a:lnTo>
                    <a:pt x="11429" y="80010"/>
                  </a:lnTo>
                  <a:close/>
                </a:path>
                <a:path w="11429" h="834389">
                  <a:moveTo>
                    <a:pt x="11429" y="829310"/>
                  </a:moveTo>
                  <a:lnTo>
                    <a:pt x="0" y="829310"/>
                  </a:lnTo>
                  <a:lnTo>
                    <a:pt x="0" y="834389"/>
                  </a:lnTo>
                  <a:lnTo>
                    <a:pt x="1270" y="834389"/>
                  </a:lnTo>
                  <a:lnTo>
                    <a:pt x="1270" y="833119"/>
                  </a:lnTo>
                  <a:lnTo>
                    <a:pt x="6350" y="833119"/>
                  </a:lnTo>
                  <a:lnTo>
                    <a:pt x="6350" y="830580"/>
                  </a:lnTo>
                  <a:lnTo>
                    <a:pt x="11429" y="830580"/>
                  </a:lnTo>
                  <a:lnTo>
                    <a:pt x="11429" y="829310"/>
                  </a:lnTo>
                  <a:close/>
                </a:path>
                <a:path w="11429" h="834389">
                  <a:moveTo>
                    <a:pt x="11429" y="822960"/>
                  </a:moveTo>
                  <a:lnTo>
                    <a:pt x="0" y="822960"/>
                  </a:lnTo>
                  <a:lnTo>
                    <a:pt x="0" y="828039"/>
                  </a:lnTo>
                  <a:lnTo>
                    <a:pt x="11429" y="828039"/>
                  </a:lnTo>
                  <a:lnTo>
                    <a:pt x="11429" y="822960"/>
                  </a:lnTo>
                  <a:close/>
                </a:path>
                <a:path w="11429" h="834389">
                  <a:moveTo>
                    <a:pt x="11429" y="816610"/>
                  </a:moveTo>
                  <a:lnTo>
                    <a:pt x="0" y="816610"/>
                  </a:lnTo>
                  <a:lnTo>
                    <a:pt x="0" y="821689"/>
                  </a:lnTo>
                  <a:lnTo>
                    <a:pt x="11429" y="821689"/>
                  </a:lnTo>
                  <a:lnTo>
                    <a:pt x="11429" y="816610"/>
                  </a:lnTo>
                  <a:close/>
                </a:path>
                <a:path w="11429" h="834389">
                  <a:moveTo>
                    <a:pt x="11429" y="810260"/>
                  </a:moveTo>
                  <a:lnTo>
                    <a:pt x="0" y="810260"/>
                  </a:lnTo>
                  <a:lnTo>
                    <a:pt x="0" y="815339"/>
                  </a:lnTo>
                  <a:lnTo>
                    <a:pt x="11429" y="815339"/>
                  </a:lnTo>
                  <a:lnTo>
                    <a:pt x="11429" y="810260"/>
                  </a:lnTo>
                  <a:close/>
                </a:path>
                <a:path w="11429" h="834389">
                  <a:moveTo>
                    <a:pt x="11429" y="803910"/>
                  </a:moveTo>
                  <a:lnTo>
                    <a:pt x="0" y="803910"/>
                  </a:lnTo>
                  <a:lnTo>
                    <a:pt x="0" y="808990"/>
                  </a:lnTo>
                  <a:lnTo>
                    <a:pt x="11429" y="808990"/>
                  </a:lnTo>
                  <a:lnTo>
                    <a:pt x="11429" y="803910"/>
                  </a:lnTo>
                  <a:close/>
                </a:path>
                <a:path w="11429" h="834389">
                  <a:moveTo>
                    <a:pt x="11429" y="797560"/>
                  </a:moveTo>
                  <a:lnTo>
                    <a:pt x="0" y="797560"/>
                  </a:lnTo>
                  <a:lnTo>
                    <a:pt x="0" y="802640"/>
                  </a:lnTo>
                  <a:lnTo>
                    <a:pt x="11429" y="802640"/>
                  </a:lnTo>
                  <a:lnTo>
                    <a:pt x="11429" y="797560"/>
                  </a:lnTo>
                  <a:close/>
                </a:path>
                <a:path w="11429" h="834389">
                  <a:moveTo>
                    <a:pt x="11429" y="791210"/>
                  </a:moveTo>
                  <a:lnTo>
                    <a:pt x="0" y="791210"/>
                  </a:lnTo>
                  <a:lnTo>
                    <a:pt x="0" y="796290"/>
                  </a:lnTo>
                  <a:lnTo>
                    <a:pt x="11429" y="796290"/>
                  </a:lnTo>
                  <a:lnTo>
                    <a:pt x="11429" y="791210"/>
                  </a:lnTo>
                  <a:close/>
                </a:path>
                <a:path w="11429" h="834389">
                  <a:moveTo>
                    <a:pt x="11429" y="784860"/>
                  </a:moveTo>
                  <a:lnTo>
                    <a:pt x="0" y="784860"/>
                  </a:lnTo>
                  <a:lnTo>
                    <a:pt x="0" y="789940"/>
                  </a:lnTo>
                  <a:lnTo>
                    <a:pt x="11429" y="789940"/>
                  </a:lnTo>
                  <a:lnTo>
                    <a:pt x="11429" y="784860"/>
                  </a:lnTo>
                  <a:close/>
                </a:path>
                <a:path w="11429" h="834389">
                  <a:moveTo>
                    <a:pt x="11429" y="778510"/>
                  </a:moveTo>
                  <a:lnTo>
                    <a:pt x="0" y="778510"/>
                  </a:lnTo>
                  <a:lnTo>
                    <a:pt x="0" y="783590"/>
                  </a:lnTo>
                  <a:lnTo>
                    <a:pt x="11429" y="783590"/>
                  </a:lnTo>
                  <a:lnTo>
                    <a:pt x="11429" y="778510"/>
                  </a:lnTo>
                  <a:close/>
                </a:path>
                <a:path w="11429" h="834389">
                  <a:moveTo>
                    <a:pt x="11429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1429" y="777240"/>
                  </a:lnTo>
                  <a:lnTo>
                    <a:pt x="11429" y="772160"/>
                  </a:lnTo>
                  <a:close/>
                </a:path>
                <a:path w="11429" h="834389">
                  <a:moveTo>
                    <a:pt x="11429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1429" y="770890"/>
                  </a:lnTo>
                  <a:lnTo>
                    <a:pt x="11429" y="765810"/>
                  </a:lnTo>
                  <a:close/>
                </a:path>
                <a:path w="11429" h="834389">
                  <a:moveTo>
                    <a:pt x="11429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1429" y="764540"/>
                  </a:lnTo>
                  <a:lnTo>
                    <a:pt x="11429" y="759460"/>
                  </a:lnTo>
                  <a:close/>
                </a:path>
                <a:path w="11429" h="834389">
                  <a:moveTo>
                    <a:pt x="11429" y="753110"/>
                  </a:moveTo>
                  <a:lnTo>
                    <a:pt x="0" y="753110"/>
                  </a:lnTo>
                  <a:lnTo>
                    <a:pt x="0" y="758190"/>
                  </a:lnTo>
                  <a:lnTo>
                    <a:pt x="11429" y="758190"/>
                  </a:lnTo>
                  <a:lnTo>
                    <a:pt x="11429" y="753110"/>
                  </a:lnTo>
                  <a:close/>
                </a:path>
                <a:path w="11429" h="834389">
                  <a:moveTo>
                    <a:pt x="11429" y="746760"/>
                  </a:moveTo>
                  <a:lnTo>
                    <a:pt x="0" y="746760"/>
                  </a:lnTo>
                  <a:lnTo>
                    <a:pt x="0" y="751840"/>
                  </a:lnTo>
                  <a:lnTo>
                    <a:pt x="11429" y="751840"/>
                  </a:lnTo>
                  <a:lnTo>
                    <a:pt x="11429" y="746760"/>
                  </a:lnTo>
                  <a:close/>
                </a:path>
                <a:path w="11429" h="834389">
                  <a:moveTo>
                    <a:pt x="11429" y="735330"/>
                  </a:moveTo>
                  <a:lnTo>
                    <a:pt x="0" y="735330"/>
                  </a:lnTo>
                  <a:lnTo>
                    <a:pt x="0" y="745490"/>
                  </a:lnTo>
                  <a:lnTo>
                    <a:pt x="11429" y="745490"/>
                  </a:lnTo>
                  <a:lnTo>
                    <a:pt x="11429" y="735330"/>
                  </a:lnTo>
                  <a:close/>
                </a:path>
              </a:pathLst>
            </a:custGeom>
            <a:solidFill>
              <a:srgbClr val="8383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979">
              <a:extLst>
                <a:ext uri="{FF2B5EF4-FFF2-40B4-BE49-F238E27FC236}">
                  <a16:creationId xmlns:a16="http://schemas.microsoft.com/office/drawing/2014/main" id="{EE5D46A3-6386-DC34-B265-080D598F9B29}"/>
                </a:ext>
              </a:extLst>
            </p:cNvPr>
            <p:cNvSpPr/>
            <p:nvPr/>
          </p:nvSpPr>
          <p:spPr>
            <a:xfrm>
              <a:off x="4932680" y="5419090"/>
              <a:ext cx="10160" cy="828040"/>
            </a:xfrm>
            <a:custGeom>
              <a:avLst/>
              <a:gdLst/>
              <a:ahLst/>
              <a:cxnLst/>
              <a:rect l="l" t="t" r="r" b="b"/>
              <a:pathLst>
                <a:path w="10160" h="828039">
                  <a:moveTo>
                    <a:pt x="508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5080" y="1270"/>
                  </a:lnTo>
                  <a:lnTo>
                    <a:pt x="5080" y="0"/>
                  </a:lnTo>
                  <a:close/>
                </a:path>
                <a:path w="10160" h="828039">
                  <a:moveTo>
                    <a:pt x="1016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1270"/>
                  </a:lnTo>
                  <a:close/>
                </a:path>
                <a:path w="10160" h="828039">
                  <a:moveTo>
                    <a:pt x="10160" y="5080"/>
                  </a:moveTo>
                  <a:lnTo>
                    <a:pt x="0" y="508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5080"/>
                  </a:lnTo>
                  <a:close/>
                </a:path>
                <a:path w="10160" h="828039">
                  <a:moveTo>
                    <a:pt x="10160" y="11430"/>
                  </a:moveTo>
                  <a:lnTo>
                    <a:pt x="0" y="11430"/>
                  </a:lnTo>
                  <a:lnTo>
                    <a:pt x="0" y="13970"/>
                  </a:lnTo>
                  <a:lnTo>
                    <a:pt x="10160" y="13970"/>
                  </a:lnTo>
                  <a:lnTo>
                    <a:pt x="10160" y="11430"/>
                  </a:lnTo>
                  <a:close/>
                </a:path>
                <a:path w="10160" h="828039">
                  <a:moveTo>
                    <a:pt x="10160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3970"/>
                  </a:lnTo>
                  <a:close/>
                </a:path>
                <a:path w="10160" h="828039">
                  <a:moveTo>
                    <a:pt x="10160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0160" y="20320"/>
                  </a:lnTo>
                  <a:lnTo>
                    <a:pt x="10160" y="17780"/>
                  </a:lnTo>
                  <a:close/>
                </a:path>
                <a:path w="10160" h="828039">
                  <a:moveTo>
                    <a:pt x="1016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0320"/>
                  </a:lnTo>
                  <a:close/>
                </a:path>
                <a:path w="10160" h="828039">
                  <a:moveTo>
                    <a:pt x="1016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0160" y="26670"/>
                  </a:lnTo>
                  <a:lnTo>
                    <a:pt x="10160" y="24130"/>
                  </a:lnTo>
                  <a:close/>
                </a:path>
                <a:path w="10160" h="828039">
                  <a:moveTo>
                    <a:pt x="1016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6670"/>
                  </a:lnTo>
                  <a:close/>
                </a:path>
                <a:path w="10160" h="828039">
                  <a:moveTo>
                    <a:pt x="10160" y="30480"/>
                  </a:moveTo>
                  <a:lnTo>
                    <a:pt x="0" y="30480"/>
                  </a:lnTo>
                  <a:lnTo>
                    <a:pt x="0" y="39370"/>
                  </a:lnTo>
                  <a:lnTo>
                    <a:pt x="10160" y="39370"/>
                  </a:lnTo>
                  <a:lnTo>
                    <a:pt x="10160" y="30480"/>
                  </a:lnTo>
                  <a:close/>
                </a:path>
                <a:path w="10160" h="828039">
                  <a:moveTo>
                    <a:pt x="10160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9370"/>
                  </a:lnTo>
                  <a:close/>
                </a:path>
                <a:path w="10160" h="828039">
                  <a:moveTo>
                    <a:pt x="10160" y="43180"/>
                  </a:moveTo>
                  <a:lnTo>
                    <a:pt x="0" y="43180"/>
                  </a:lnTo>
                  <a:lnTo>
                    <a:pt x="0" y="52070"/>
                  </a:lnTo>
                  <a:lnTo>
                    <a:pt x="10160" y="52070"/>
                  </a:lnTo>
                  <a:lnTo>
                    <a:pt x="10160" y="43180"/>
                  </a:lnTo>
                  <a:close/>
                </a:path>
                <a:path w="10160" h="828039">
                  <a:moveTo>
                    <a:pt x="10160" y="52070"/>
                  </a:moveTo>
                  <a:lnTo>
                    <a:pt x="0" y="52070"/>
                  </a:lnTo>
                  <a:lnTo>
                    <a:pt x="0" y="58420"/>
                  </a:lnTo>
                  <a:lnTo>
                    <a:pt x="10160" y="58420"/>
                  </a:lnTo>
                  <a:lnTo>
                    <a:pt x="10160" y="52070"/>
                  </a:lnTo>
                  <a:close/>
                </a:path>
                <a:path w="10160" h="828039">
                  <a:moveTo>
                    <a:pt x="10160" y="58420"/>
                  </a:moveTo>
                  <a:lnTo>
                    <a:pt x="0" y="5842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8420"/>
                  </a:lnTo>
                  <a:close/>
                </a:path>
                <a:path w="10160" h="828039">
                  <a:moveTo>
                    <a:pt x="10160" y="62230"/>
                  </a:moveTo>
                  <a:lnTo>
                    <a:pt x="0" y="62230"/>
                  </a:lnTo>
                  <a:lnTo>
                    <a:pt x="0" y="64770"/>
                  </a:lnTo>
                  <a:lnTo>
                    <a:pt x="10160" y="64770"/>
                  </a:lnTo>
                  <a:lnTo>
                    <a:pt x="10160" y="62230"/>
                  </a:lnTo>
                  <a:close/>
                </a:path>
                <a:path w="10160" h="828039">
                  <a:moveTo>
                    <a:pt x="10160" y="64770"/>
                  </a:moveTo>
                  <a:lnTo>
                    <a:pt x="0" y="6477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4770"/>
                  </a:lnTo>
                  <a:close/>
                </a:path>
                <a:path w="10160" h="828039">
                  <a:moveTo>
                    <a:pt x="10160" y="68580"/>
                  </a:moveTo>
                  <a:lnTo>
                    <a:pt x="0" y="68580"/>
                  </a:lnTo>
                  <a:lnTo>
                    <a:pt x="0" y="71120"/>
                  </a:lnTo>
                  <a:lnTo>
                    <a:pt x="10160" y="71120"/>
                  </a:lnTo>
                  <a:lnTo>
                    <a:pt x="10160" y="68580"/>
                  </a:lnTo>
                  <a:close/>
                </a:path>
                <a:path w="10160" h="828039">
                  <a:moveTo>
                    <a:pt x="10160" y="71120"/>
                  </a:moveTo>
                  <a:lnTo>
                    <a:pt x="0" y="71120"/>
                  </a:lnTo>
                  <a:lnTo>
                    <a:pt x="0" y="77470"/>
                  </a:lnTo>
                  <a:lnTo>
                    <a:pt x="10160" y="77470"/>
                  </a:lnTo>
                  <a:lnTo>
                    <a:pt x="10160" y="71120"/>
                  </a:lnTo>
                  <a:close/>
                </a:path>
                <a:path w="10160" h="828039">
                  <a:moveTo>
                    <a:pt x="10160" y="77470"/>
                  </a:moveTo>
                  <a:lnTo>
                    <a:pt x="0" y="77470"/>
                  </a:lnTo>
                  <a:lnTo>
                    <a:pt x="0" y="731520"/>
                  </a:lnTo>
                  <a:lnTo>
                    <a:pt x="10160" y="731520"/>
                  </a:lnTo>
                  <a:lnTo>
                    <a:pt x="10160" y="77470"/>
                  </a:lnTo>
                  <a:close/>
                </a:path>
                <a:path w="10160" h="828039">
                  <a:moveTo>
                    <a:pt x="1270" y="826770"/>
                  </a:moveTo>
                  <a:lnTo>
                    <a:pt x="0" y="826770"/>
                  </a:lnTo>
                  <a:lnTo>
                    <a:pt x="0" y="828040"/>
                  </a:lnTo>
                  <a:lnTo>
                    <a:pt x="1270" y="828040"/>
                  </a:lnTo>
                  <a:lnTo>
                    <a:pt x="1270" y="826770"/>
                  </a:lnTo>
                  <a:close/>
                </a:path>
                <a:path w="10160" h="828039">
                  <a:moveTo>
                    <a:pt x="10160" y="820420"/>
                  </a:moveTo>
                  <a:lnTo>
                    <a:pt x="0" y="820420"/>
                  </a:lnTo>
                  <a:lnTo>
                    <a:pt x="0" y="825500"/>
                  </a:lnTo>
                  <a:lnTo>
                    <a:pt x="6350" y="825500"/>
                  </a:lnTo>
                  <a:lnTo>
                    <a:pt x="6350" y="826770"/>
                  </a:lnTo>
                  <a:lnTo>
                    <a:pt x="10160" y="826770"/>
                  </a:lnTo>
                  <a:lnTo>
                    <a:pt x="10160" y="820420"/>
                  </a:lnTo>
                  <a:close/>
                </a:path>
                <a:path w="10160" h="828039">
                  <a:moveTo>
                    <a:pt x="10160" y="814070"/>
                  </a:moveTo>
                  <a:lnTo>
                    <a:pt x="0" y="814070"/>
                  </a:lnTo>
                  <a:lnTo>
                    <a:pt x="0" y="819150"/>
                  </a:lnTo>
                  <a:lnTo>
                    <a:pt x="10160" y="819150"/>
                  </a:lnTo>
                  <a:lnTo>
                    <a:pt x="10160" y="814070"/>
                  </a:lnTo>
                  <a:close/>
                </a:path>
                <a:path w="10160" h="828039">
                  <a:moveTo>
                    <a:pt x="10160" y="807720"/>
                  </a:moveTo>
                  <a:lnTo>
                    <a:pt x="0" y="807720"/>
                  </a:lnTo>
                  <a:lnTo>
                    <a:pt x="0" y="812800"/>
                  </a:lnTo>
                  <a:lnTo>
                    <a:pt x="10160" y="812800"/>
                  </a:lnTo>
                  <a:lnTo>
                    <a:pt x="10160" y="807720"/>
                  </a:lnTo>
                  <a:close/>
                </a:path>
                <a:path w="10160" h="828039">
                  <a:moveTo>
                    <a:pt x="10160" y="801370"/>
                  </a:moveTo>
                  <a:lnTo>
                    <a:pt x="0" y="801370"/>
                  </a:lnTo>
                  <a:lnTo>
                    <a:pt x="0" y="806450"/>
                  </a:lnTo>
                  <a:lnTo>
                    <a:pt x="10160" y="806450"/>
                  </a:lnTo>
                  <a:lnTo>
                    <a:pt x="10160" y="801370"/>
                  </a:lnTo>
                  <a:close/>
                </a:path>
                <a:path w="10160" h="828039">
                  <a:moveTo>
                    <a:pt x="10160" y="795020"/>
                  </a:moveTo>
                  <a:lnTo>
                    <a:pt x="0" y="795020"/>
                  </a:lnTo>
                  <a:lnTo>
                    <a:pt x="0" y="800100"/>
                  </a:lnTo>
                  <a:lnTo>
                    <a:pt x="10160" y="800100"/>
                  </a:lnTo>
                  <a:lnTo>
                    <a:pt x="10160" y="795020"/>
                  </a:lnTo>
                  <a:close/>
                </a:path>
                <a:path w="10160" h="828039">
                  <a:moveTo>
                    <a:pt x="10160" y="788670"/>
                  </a:moveTo>
                  <a:lnTo>
                    <a:pt x="0" y="788670"/>
                  </a:lnTo>
                  <a:lnTo>
                    <a:pt x="0" y="793750"/>
                  </a:lnTo>
                  <a:lnTo>
                    <a:pt x="10160" y="793750"/>
                  </a:lnTo>
                  <a:lnTo>
                    <a:pt x="10160" y="788670"/>
                  </a:lnTo>
                  <a:close/>
                </a:path>
                <a:path w="10160" h="828039">
                  <a:moveTo>
                    <a:pt x="10160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10160" y="787400"/>
                  </a:lnTo>
                  <a:lnTo>
                    <a:pt x="10160" y="782320"/>
                  </a:lnTo>
                  <a:close/>
                </a:path>
                <a:path w="10160" h="828039">
                  <a:moveTo>
                    <a:pt x="10160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0160" y="781050"/>
                  </a:lnTo>
                  <a:lnTo>
                    <a:pt x="10160" y="775970"/>
                  </a:lnTo>
                  <a:close/>
                </a:path>
                <a:path w="10160" h="828039">
                  <a:moveTo>
                    <a:pt x="10160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0160" y="774700"/>
                  </a:lnTo>
                  <a:lnTo>
                    <a:pt x="10160" y="769620"/>
                  </a:lnTo>
                  <a:close/>
                </a:path>
                <a:path w="10160" h="828039">
                  <a:moveTo>
                    <a:pt x="10160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0160" y="768350"/>
                  </a:lnTo>
                  <a:lnTo>
                    <a:pt x="10160" y="763270"/>
                  </a:lnTo>
                  <a:close/>
                </a:path>
                <a:path w="10160" h="828039">
                  <a:moveTo>
                    <a:pt x="10160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0160" y="762000"/>
                  </a:lnTo>
                  <a:lnTo>
                    <a:pt x="10160" y="756920"/>
                  </a:lnTo>
                  <a:close/>
                </a:path>
                <a:path w="10160" h="828039">
                  <a:moveTo>
                    <a:pt x="10160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0160" y="755650"/>
                  </a:lnTo>
                  <a:lnTo>
                    <a:pt x="10160" y="750570"/>
                  </a:lnTo>
                  <a:close/>
                </a:path>
                <a:path w="10160" h="828039">
                  <a:moveTo>
                    <a:pt x="10160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0160" y="749300"/>
                  </a:lnTo>
                  <a:lnTo>
                    <a:pt x="10160" y="744220"/>
                  </a:lnTo>
                  <a:close/>
                </a:path>
                <a:path w="10160" h="828039">
                  <a:moveTo>
                    <a:pt x="10160" y="732790"/>
                  </a:moveTo>
                  <a:lnTo>
                    <a:pt x="0" y="732790"/>
                  </a:lnTo>
                  <a:lnTo>
                    <a:pt x="0" y="742950"/>
                  </a:lnTo>
                  <a:lnTo>
                    <a:pt x="10160" y="742950"/>
                  </a:lnTo>
                  <a:lnTo>
                    <a:pt x="10160" y="732790"/>
                  </a:lnTo>
                  <a:close/>
                </a:path>
              </a:pathLst>
            </a:custGeom>
            <a:solidFill>
              <a:srgbClr val="8383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980">
              <a:extLst>
                <a:ext uri="{FF2B5EF4-FFF2-40B4-BE49-F238E27FC236}">
                  <a16:creationId xmlns:a16="http://schemas.microsoft.com/office/drawing/2014/main" id="{7B7037EF-2E94-C0B3-165B-CFAF941EB210}"/>
                </a:ext>
              </a:extLst>
            </p:cNvPr>
            <p:cNvSpPr/>
            <p:nvPr/>
          </p:nvSpPr>
          <p:spPr>
            <a:xfrm>
              <a:off x="4942839" y="5421630"/>
              <a:ext cx="11430" cy="824230"/>
            </a:xfrm>
            <a:custGeom>
              <a:avLst/>
              <a:gdLst/>
              <a:ahLst/>
              <a:cxnLst/>
              <a:rect l="l" t="t" r="r" b="b"/>
              <a:pathLst>
                <a:path w="11429" h="824229">
                  <a:moveTo>
                    <a:pt x="507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1270"/>
                  </a:lnTo>
                  <a:lnTo>
                    <a:pt x="5079" y="1270"/>
                  </a:lnTo>
                  <a:lnTo>
                    <a:pt x="5079" y="0"/>
                  </a:lnTo>
                  <a:close/>
                </a:path>
                <a:path w="11429" h="824229">
                  <a:moveTo>
                    <a:pt x="11430" y="254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2540"/>
                  </a:lnTo>
                  <a:close/>
                </a:path>
                <a:path w="11429" h="824229">
                  <a:moveTo>
                    <a:pt x="1143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890"/>
                  </a:lnTo>
                  <a:close/>
                </a:path>
                <a:path w="11429" h="824229">
                  <a:moveTo>
                    <a:pt x="1143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30"/>
                  </a:lnTo>
                  <a:close/>
                </a:path>
                <a:path w="11429" h="824229">
                  <a:moveTo>
                    <a:pt x="1143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40"/>
                  </a:lnTo>
                  <a:close/>
                </a:path>
                <a:path w="11429" h="824229">
                  <a:moveTo>
                    <a:pt x="1143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80"/>
                  </a:lnTo>
                  <a:close/>
                </a:path>
                <a:path w="11429" h="824229">
                  <a:moveTo>
                    <a:pt x="1143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590"/>
                  </a:lnTo>
                  <a:close/>
                </a:path>
                <a:path w="11429" h="824229">
                  <a:moveTo>
                    <a:pt x="1143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30"/>
                  </a:lnTo>
                  <a:close/>
                </a:path>
                <a:path w="11429" h="824229">
                  <a:moveTo>
                    <a:pt x="11430" y="27940"/>
                  </a:moveTo>
                  <a:lnTo>
                    <a:pt x="0" y="27940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27940"/>
                  </a:lnTo>
                  <a:close/>
                </a:path>
                <a:path w="11429" h="824229">
                  <a:moveTo>
                    <a:pt x="1143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30"/>
                  </a:lnTo>
                  <a:close/>
                </a:path>
                <a:path w="11429" h="824229">
                  <a:moveTo>
                    <a:pt x="11430" y="40640"/>
                  </a:moveTo>
                  <a:lnTo>
                    <a:pt x="0" y="40640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0640"/>
                  </a:lnTo>
                  <a:close/>
                </a:path>
                <a:path w="11429" h="824229">
                  <a:moveTo>
                    <a:pt x="11430" y="49530"/>
                  </a:moveTo>
                  <a:lnTo>
                    <a:pt x="0" y="49530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49530"/>
                  </a:lnTo>
                  <a:close/>
                </a:path>
                <a:path w="11429" h="824229">
                  <a:moveTo>
                    <a:pt x="1143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80"/>
                  </a:lnTo>
                  <a:close/>
                </a:path>
                <a:path w="11429" h="824229">
                  <a:moveTo>
                    <a:pt x="1143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690"/>
                  </a:lnTo>
                  <a:close/>
                </a:path>
                <a:path w="11429" h="824229">
                  <a:moveTo>
                    <a:pt x="1143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30"/>
                  </a:lnTo>
                  <a:close/>
                </a:path>
                <a:path w="11429" h="824229">
                  <a:moveTo>
                    <a:pt x="1143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40"/>
                  </a:lnTo>
                  <a:close/>
                </a:path>
                <a:path w="11429" h="824229">
                  <a:moveTo>
                    <a:pt x="11430" y="68580"/>
                  </a:moveTo>
                  <a:lnTo>
                    <a:pt x="0" y="68580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68580"/>
                  </a:lnTo>
                  <a:close/>
                </a:path>
                <a:path w="11429" h="824229">
                  <a:moveTo>
                    <a:pt x="11430" y="74930"/>
                  </a:moveTo>
                  <a:lnTo>
                    <a:pt x="0" y="74930"/>
                  </a:lnTo>
                  <a:lnTo>
                    <a:pt x="0" y="728980"/>
                  </a:lnTo>
                  <a:lnTo>
                    <a:pt x="11430" y="728980"/>
                  </a:lnTo>
                  <a:lnTo>
                    <a:pt x="11430" y="74930"/>
                  </a:lnTo>
                  <a:close/>
                </a:path>
                <a:path w="11429" h="824229">
                  <a:moveTo>
                    <a:pt x="11430" y="817880"/>
                  </a:moveTo>
                  <a:lnTo>
                    <a:pt x="0" y="817880"/>
                  </a:lnTo>
                  <a:lnTo>
                    <a:pt x="0" y="824230"/>
                  </a:lnTo>
                  <a:lnTo>
                    <a:pt x="1269" y="824230"/>
                  </a:lnTo>
                  <a:lnTo>
                    <a:pt x="1269" y="822960"/>
                  </a:lnTo>
                  <a:lnTo>
                    <a:pt x="6350" y="822960"/>
                  </a:lnTo>
                  <a:lnTo>
                    <a:pt x="6349" y="821690"/>
                  </a:lnTo>
                  <a:lnTo>
                    <a:pt x="11430" y="821690"/>
                  </a:lnTo>
                  <a:lnTo>
                    <a:pt x="11430" y="817880"/>
                  </a:lnTo>
                  <a:close/>
                </a:path>
                <a:path w="11429" h="824229">
                  <a:moveTo>
                    <a:pt x="11430" y="811530"/>
                  </a:moveTo>
                  <a:lnTo>
                    <a:pt x="0" y="811530"/>
                  </a:lnTo>
                  <a:lnTo>
                    <a:pt x="0" y="816610"/>
                  </a:lnTo>
                  <a:lnTo>
                    <a:pt x="11430" y="816610"/>
                  </a:lnTo>
                  <a:lnTo>
                    <a:pt x="11430" y="811530"/>
                  </a:lnTo>
                  <a:close/>
                </a:path>
                <a:path w="11429" h="824229">
                  <a:moveTo>
                    <a:pt x="11430" y="805180"/>
                  </a:moveTo>
                  <a:lnTo>
                    <a:pt x="0" y="805180"/>
                  </a:lnTo>
                  <a:lnTo>
                    <a:pt x="0" y="810260"/>
                  </a:lnTo>
                  <a:lnTo>
                    <a:pt x="11430" y="810260"/>
                  </a:lnTo>
                  <a:lnTo>
                    <a:pt x="11430" y="805180"/>
                  </a:lnTo>
                  <a:close/>
                </a:path>
                <a:path w="11429" h="824229">
                  <a:moveTo>
                    <a:pt x="11430" y="798830"/>
                  </a:moveTo>
                  <a:lnTo>
                    <a:pt x="0" y="798830"/>
                  </a:lnTo>
                  <a:lnTo>
                    <a:pt x="0" y="803910"/>
                  </a:lnTo>
                  <a:lnTo>
                    <a:pt x="11430" y="803910"/>
                  </a:lnTo>
                  <a:lnTo>
                    <a:pt x="11430" y="798830"/>
                  </a:lnTo>
                  <a:close/>
                </a:path>
                <a:path w="11429" h="824229">
                  <a:moveTo>
                    <a:pt x="11430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11430" y="797560"/>
                  </a:lnTo>
                  <a:lnTo>
                    <a:pt x="11430" y="792480"/>
                  </a:lnTo>
                  <a:close/>
                </a:path>
                <a:path w="11429" h="824229">
                  <a:moveTo>
                    <a:pt x="1143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1430" y="791210"/>
                  </a:lnTo>
                  <a:lnTo>
                    <a:pt x="11430" y="786130"/>
                  </a:lnTo>
                  <a:close/>
                </a:path>
                <a:path w="11429" h="824229">
                  <a:moveTo>
                    <a:pt x="1143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1430" y="784860"/>
                  </a:lnTo>
                  <a:lnTo>
                    <a:pt x="11430" y="779780"/>
                  </a:lnTo>
                  <a:close/>
                </a:path>
                <a:path w="11429" h="824229">
                  <a:moveTo>
                    <a:pt x="1143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1430" y="778510"/>
                  </a:lnTo>
                  <a:lnTo>
                    <a:pt x="11430" y="773430"/>
                  </a:lnTo>
                  <a:close/>
                </a:path>
                <a:path w="11429" h="824229">
                  <a:moveTo>
                    <a:pt x="1143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1430" y="772160"/>
                  </a:lnTo>
                  <a:lnTo>
                    <a:pt x="11430" y="767080"/>
                  </a:lnTo>
                  <a:close/>
                </a:path>
                <a:path w="11429" h="824229">
                  <a:moveTo>
                    <a:pt x="1143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1430" y="765810"/>
                  </a:lnTo>
                  <a:lnTo>
                    <a:pt x="11430" y="760730"/>
                  </a:lnTo>
                  <a:close/>
                </a:path>
                <a:path w="11429" h="824229">
                  <a:moveTo>
                    <a:pt x="1143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1430" y="759460"/>
                  </a:lnTo>
                  <a:lnTo>
                    <a:pt x="11430" y="754380"/>
                  </a:lnTo>
                  <a:close/>
                </a:path>
                <a:path w="11429" h="824229">
                  <a:moveTo>
                    <a:pt x="1143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1430" y="753110"/>
                  </a:lnTo>
                  <a:lnTo>
                    <a:pt x="11430" y="748030"/>
                  </a:lnTo>
                  <a:close/>
                </a:path>
                <a:path w="11429" h="824229">
                  <a:moveTo>
                    <a:pt x="1143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741680"/>
                  </a:lnTo>
                  <a:close/>
                </a:path>
                <a:path w="11429" h="824229">
                  <a:moveTo>
                    <a:pt x="11430" y="730250"/>
                  </a:moveTo>
                  <a:lnTo>
                    <a:pt x="0" y="730250"/>
                  </a:lnTo>
                  <a:lnTo>
                    <a:pt x="0" y="740410"/>
                  </a:lnTo>
                  <a:lnTo>
                    <a:pt x="11430" y="740410"/>
                  </a:lnTo>
                  <a:lnTo>
                    <a:pt x="11430" y="730250"/>
                  </a:lnTo>
                  <a:close/>
                </a:path>
              </a:pathLst>
            </a:custGeom>
            <a:solidFill>
              <a:srgbClr val="8484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981">
              <a:extLst>
                <a:ext uri="{FF2B5EF4-FFF2-40B4-BE49-F238E27FC236}">
                  <a16:creationId xmlns:a16="http://schemas.microsoft.com/office/drawing/2014/main" id="{A985DFD6-A760-7A8E-36D2-E4D0DE19321A}"/>
                </a:ext>
              </a:extLst>
            </p:cNvPr>
            <p:cNvSpPr/>
            <p:nvPr/>
          </p:nvSpPr>
          <p:spPr>
            <a:xfrm>
              <a:off x="4954269" y="5424170"/>
              <a:ext cx="11430" cy="819150"/>
            </a:xfrm>
            <a:custGeom>
              <a:avLst/>
              <a:gdLst/>
              <a:ahLst/>
              <a:cxnLst/>
              <a:rect l="l" t="t" r="r" b="b"/>
              <a:pathLst>
                <a:path w="11429" h="81915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lnTo>
                    <a:pt x="7619" y="2539"/>
                  </a:lnTo>
                  <a:lnTo>
                    <a:pt x="7619" y="1269"/>
                  </a:lnTo>
                  <a:lnTo>
                    <a:pt x="2540" y="1269"/>
                  </a:lnTo>
                  <a:lnTo>
                    <a:pt x="2539" y="0"/>
                  </a:lnTo>
                  <a:close/>
                </a:path>
                <a:path w="11429" h="819150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819150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819150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819150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819150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819150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819150">
                  <a:moveTo>
                    <a:pt x="11429" y="25399"/>
                  </a:moveTo>
                  <a:lnTo>
                    <a:pt x="0" y="2539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25399"/>
                  </a:lnTo>
                  <a:close/>
                </a:path>
                <a:path w="11429" h="819150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819150">
                  <a:moveTo>
                    <a:pt x="11429" y="38099"/>
                  </a:moveTo>
                  <a:lnTo>
                    <a:pt x="0" y="3809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38099"/>
                  </a:lnTo>
                  <a:close/>
                </a:path>
                <a:path w="11429" h="819150">
                  <a:moveTo>
                    <a:pt x="11429" y="46989"/>
                  </a:moveTo>
                  <a:lnTo>
                    <a:pt x="0" y="46989"/>
                  </a:lnTo>
                  <a:lnTo>
                    <a:pt x="0" y="53339"/>
                  </a:lnTo>
                  <a:lnTo>
                    <a:pt x="11429" y="53339"/>
                  </a:lnTo>
                  <a:lnTo>
                    <a:pt x="11429" y="46989"/>
                  </a:lnTo>
                  <a:close/>
                </a:path>
                <a:path w="11429" h="819150">
                  <a:moveTo>
                    <a:pt x="1142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3339"/>
                  </a:lnTo>
                  <a:close/>
                </a:path>
                <a:path w="11429" h="819150">
                  <a:moveTo>
                    <a:pt x="1142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7149"/>
                  </a:lnTo>
                  <a:close/>
                </a:path>
                <a:path w="11429" h="819150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819150">
                  <a:moveTo>
                    <a:pt x="11429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63499"/>
                  </a:lnTo>
                  <a:close/>
                </a:path>
                <a:path w="11429" h="819150">
                  <a:moveTo>
                    <a:pt x="11429" y="66039"/>
                  </a:moveTo>
                  <a:lnTo>
                    <a:pt x="0" y="6603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6039"/>
                  </a:lnTo>
                  <a:close/>
                </a:path>
                <a:path w="11429" h="819150">
                  <a:moveTo>
                    <a:pt x="11429" y="72389"/>
                  </a:moveTo>
                  <a:lnTo>
                    <a:pt x="0" y="72389"/>
                  </a:lnTo>
                  <a:lnTo>
                    <a:pt x="0" y="726439"/>
                  </a:lnTo>
                  <a:lnTo>
                    <a:pt x="11429" y="726439"/>
                  </a:lnTo>
                  <a:lnTo>
                    <a:pt x="11429" y="72389"/>
                  </a:lnTo>
                  <a:close/>
                </a:path>
                <a:path w="11429" h="819150">
                  <a:moveTo>
                    <a:pt x="5079" y="815339"/>
                  </a:moveTo>
                  <a:lnTo>
                    <a:pt x="0" y="815339"/>
                  </a:lnTo>
                  <a:lnTo>
                    <a:pt x="0" y="819149"/>
                  </a:lnTo>
                  <a:lnTo>
                    <a:pt x="2539" y="819149"/>
                  </a:lnTo>
                  <a:lnTo>
                    <a:pt x="2539" y="816609"/>
                  </a:lnTo>
                  <a:lnTo>
                    <a:pt x="5079" y="816609"/>
                  </a:lnTo>
                  <a:lnTo>
                    <a:pt x="5079" y="815339"/>
                  </a:lnTo>
                  <a:close/>
                </a:path>
                <a:path w="11429" h="819150">
                  <a:moveTo>
                    <a:pt x="11429" y="808989"/>
                  </a:moveTo>
                  <a:lnTo>
                    <a:pt x="0" y="808989"/>
                  </a:lnTo>
                  <a:lnTo>
                    <a:pt x="0" y="814069"/>
                  </a:lnTo>
                  <a:lnTo>
                    <a:pt x="8889" y="814069"/>
                  </a:lnTo>
                  <a:lnTo>
                    <a:pt x="8889" y="815339"/>
                  </a:lnTo>
                  <a:lnTo>
                    <a:pt x="11429" y="815339"/>
                  </a:lnTo>
                  <a:lnTo>
                    <a:pt x="11429" y="808989"/>
                  </a:lnTo>
                  <a:close/>
                </a:path>
                <a:path w="11429" h="819150">
                  <a:moveTo>
                    <a:pt x="11429" y="802639"/>
                  </a:moveTo>
                  <a:lnTo>
                    <a:pt x="0" y="802639"/>
                  </a:lnTo>
                  <a:lnTo>
                    <a:pt x="0" y="807719"/>
                  </a:lnTo>
                  <a:lnTo>
                    <a:pt x="11429" y="807719"/>
                  </a:lnTo>
                  <a:lnTo>
                    <a:pt x="11429" y="802639"/>
                  </a:lnTo>
                  <a:close/>
                </a:path>
                <a:path w="11429" h="81915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1915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1915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1915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19150">
                  <a:moveTo>
                    <a:pt x="1142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70889"/>
                  </a:lnTo>
                  <a:close/>
                </a:path>
                <a:path w="11429" h="819150">
                  <a:moveTo>
                    <a:pt x="1142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29" y="769619"/>
                  </a:lnTo>
                  <a:lnTo>
                    <a:pt x="11429" y="764539"/>
                  </a:lnTo>
                  <a:close/>
                </a:path>
                <a:path w="11429" h="819150">
                  <a:moveTo>
                    <a:pt x="11429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1429" y="763269"/>
                  </a:lnTo>
                  <a:lnTo>
                    <a:pt x="11429" y="758189"/>
                  </a:lnTo>
                  <a:close/>
                </a:path>
                <a:path w="11429" h="819150">
                  <a:moveTo>
                    <a:pt x="11429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1429" y="756919"/>
                  </a:lnTo>
                  <a:lnTo>
                    <a:pt x="11429" y="751839"/>
                  </a:lnTo>
                  <a:close/>
                </a:path>
                <a:path w="11429" h="819150">
                  <a:moveTo>
                    <a:pt x="11429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1429" y="750569"/>
                  </a:lnTo>
                  <a:lnTo>
                    <a:pt x="11429" y="745489"/>
                  </a:lnTo>
                  <a:close/>
                </a:path>
                <a:path w="11429" h="819150">
                  <a:moveTo>
                    <a:pt x="11429" y="739139"/>
                  </a:moveTo>
                  <a:lnTo>
                    <a:pt x="0" y="739139"/>
                  </a:lnTo>
                  <a:lnTo>
                    <a:pt x="0" y="744219"/>
                  </a:lnTo>
                  <a:lnTo>
                    <a:pt x="11429" y="744219"/>
                  </a:lnTo>
                  <a:lnTo>
                    <a:pt x="11429" y="739139"/>
                  </a:lnTo>
                  <a:close/>
                </a:path>
                <a:path w="11429" h="819150">
                  <a:moveTo>
                    <a:pt x="11429" y="727709"/>
                  </a:moveTo>
                  <a:lnTo>
                    <a:pt x="0" y="727709"/>
                  </a:lnTo>
                  <a:lnTo>
                    <a:pt x="0" y="737869"/>
                  </a:lnTo>
                  <a:lnTo>
                    <a:pt x="11429" y="737869"/>
                  </a:lnTo>
                  <a:lnTo>
                    <a:pt x="11429" y="727709"/>
                  </a:lnTo>
                  <a:close/>
                </a:path>
              </a:pathLst>
            </a:custGeom>
            <a:solidFill>
              <a:srgbClr val="8585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982">
              <a:extLst>
                <a:ext uri="{FF2B5EF4-FFF2-40B4-BE49-F238E27FC236}">
                  <a16:creationId xmlns:a16="http://schemas.microsoft.com/office/drawing/2014/main" id="{F161C557-042B-E12B-87A0-AF7F7122AAE0}"/>
                </a:ext>
              </a:extLst>
            </p:cNvPr>
            <p:cNvSpPr/>
            <p:nvPr/>
          </p:nvSpPr>
          <p:spPr>
            <a:xfrm>
              <a:off x="4965700" y="5426710"/>
              <a:ext cx="10160" cy="812800"/>
            </a:xfrm>
            <a:custGeom>
              <a:avLst/>
              <a:gdLst/>
              <a:ahLst/>
              <a:cxnLst/>
              <a:rect l="l" t="t" r="r" b="b"/>
              <a:pathLst>
                <a:path w="10160" h="812800">
                  <a:moveTo>
                    <a:pt x="126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8889" y="3809"/>
                  </a:lnTo>
                  <a:lnTo>
                    <a:pt x="8889" y="2540"/>
                  </a:lnTo>
                  <a:lnTo>
                    <a:pt x="5080" y="2540"/>
                  </a:lnTo>
                  <a:lnTo>
                    <a:pt x="5080" y="1270"/>
                  </a:lnTo>
                  <a:lnTo>
                    <a:pt x="1269" y="1270"/>
                  </a:lnTo>
                  <a:lnTo>
                    <a:pt x="1269" y="0"/>
                  </a:lnTo>
                  <a:close/>
                </a:path>
                <a:path w="10160" h="812800">
                  <a:moveTo>
                    <a:pt x="1016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3809"/>
                  </a:lnTo>
                  <a:close/>
                </a:path>
                <a:path w="10160" h="81280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6350"/>
                  </a:lnTo>
                  <a:close/>
                </a:path>
                <a:path w="10160" h="812800">
                  <a:moveTo>
                    <a:pt x="1016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10159"/>
                  </a:lnTo>
                  <a:close/>
                </a:path>
                <a:path w="10160" h="812800">
                  <a:moveTo>
                    <a:pt x="1016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2700"/>
                  </a:lnTo>
                  <a:close/>
                </a:path>
                <a:path w="10160" h="812800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812800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812800">
                  <a:moveTo>
                    <a:pt x="10160" y="22859"/>
                  </a:moveTo>
                  <a:lnTo>
                    <a:pt x="0" y="2285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2859"/>
                  </a:lnTo>
                  <a:close/>
                </a:path>
                <a:path w="10160" h="812800">
                  <a:moveTo>
                    <a:pt x="1016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1750"/>
                  </a:lnTo>
                  <a:close/>
                </a:path>
                <a:path w="10160" h="812800">
                  <a:moveTo>
                    <a:pt x="10160" y="35559"/>
                  </a:moveTo>
                  <a:lnTo>
                    <a:pt x="0" y="3555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35559"/>
                  </a:lnTo>
                  <a:close/>
                </a:path>
                <a:path w="10160" h="812800">
                  <a:moveTo>
                    <a:pt x="10160" y="44450"/>
                  </a:moveTo>
                  <a:lnTo>
                    <a:pt x="0" y="44450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4450"/>
                  </a:lnTo>
                  <a:close/>
                </a:path>
                <a:path w="10160" h="812800">
                  <a:moveTo>
                    <a:pt x="1016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50800"/>
                  </a:lnTo>
                  <a:close/>
                </a:path>
                <a:path w="10160" h="812800">
                  <a:moveTo>
                    <a:pt x="1016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4609"/>
                  </a:lnTo>
                  <a:close/>
                </a:path>
                <a:path w="10160" h="812800">
                  <a:moveTo>
                    <a:pt x="1016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7150"/>
                  </a:lnTo>
                  <a:close/>
                </a:path>
                <a:path w="10160" h="812800">
                  <a:moveTo>
                    <a:pt x="1016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60959"/>
                  </a:lnTo>
                  <a:close/>
                </a:path>
                <a:path w="10160" h="812800">
                  <a:moveTo>
                    <a:pt x="10160" y="63500"/>
                  </a:moveTo>
                  <a:lnTo>
                    <a:pt x="0" y="63500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3500"/>
                  </a:lnTo>
                  <a:close/>
                </a:path>
                <a:path w="10160" h="812800">
                  <a:moveTo>
                    <a:pt x="10160" y="69850"/>
                  </a:moveTo>
                  <a:lnTo>
                    <a:pt x="0" y="69850"/>
                  </a:lnTo>
                  <a:lnTo>
                    <a:pt x="0" y="723899"/>
                  </a:lnTo>
                  <a:lnTo>
                    <a:pt x="10160" y="723899"/>
                  </a:lnTo>
                  <a:lnTo>
                    <a:pt x="10160" y="69850"/>
                  </a:lnTo>
                  <a:close/>
                </a:path>
                <a:path w="10160" h="812800">
                  <a:moveTo>
                    <a:pt x="10160" y="806449"/>
                  </a:moveTo>
                  <a:lnTo>
                    <a:pt x="0" y="806449"/>
                  </a:lnTo>
                  <a:lnTo>
                    <a:pt x="0" y="812799"/>
                  </a:lnTo>
                  <a:lnTo>
                    <a:pt x="1269" y="812799"/>
                  </a:lnTo>
                  <a:lnTo>
                    <a:pt x="1269" y="811529"/>
                  </a:lnTo>
                  <a:lnTo>
                    <a:pt x="5079" y="811529"/>
                  </a:lnTo>
                  <a:lnTo>
                    <a:pt x="5079" y="810259"/>
                  </a:lnTo>
                  <a:lnTo>
                    <a:pt x="7619" y="810259"/>
                  </a:lnTo>
                  <a:lnTo>
                    <a:pt x="7619" y="807719"/>
                  </a:lnTo>
                  <a:lnTo>
                    <a:pt x="10160" y="807719"/>
                  </a:lnTo>
                  <a:lnTo>
                    <a:pt x="10160" y="806449"/>
                  </a:lnTo>
                  <a:close/>
                </a:path>
                <a:path w="10160" h="812800">
                  <a:moveTo>
                    <a:pt x="10160" y="800099"/>
                  </a:moveTo>
                  <a:lnTo>
                    <a:pt x="0" y="800099"/>
                  </a:lnTo>
                  <a:lnTo>
                    <a:pt x="0" y="805179"/>
                  </a:lnTo>
                  <a:lnTo>
                    <a:pt x="10160" y="805179"/>
                  </a:lnTo>
                  <a:lnTo>
                    <a:pt x="10160" y="800099"/>
                  </a:lnTo>
                  <a:close/>
                </a:path>
                <a:path w="10160" h="812800">
                  <a:moveTo>
                    <a:pt x="10160" y="793749"/>
                  </a:moveTo>
                  <a:lnTo>
                    <a:pt x="0" y="793749"/>
                  </a:lnTo>
                  <a:lnTo>
                    <a:pt x="0" y="798829"/>
                  </a:lnTo>
                  <a:lnTo>
                    <a:pt x="10160" y="798829"/>
                  </a:lnTo>
                  <a:lnTo>
                    <a:pt x="10160" y="793749"/>
                  </a:lnTo>
                  <a:close/>
                </a:path>
                <a:path w="10160" h="812800">
                  <a:moveTo>
                    <a:pt x="10160" y="787399"/>
                  </a:moveTo>
                  <a:lnTo>
                    <a:pt x="0" y="787399"/>
                  </a:lnTo>
                  <a:lnTo>
                    <a:pt x="0" y="792479"/>
                  </a:lnTo>
                  <a:lnTo>
                    <a:pt x="10160" y="792479"/>
                  </a:lnTo>
                  <a:lnTo>
                    <a:pt x="10160" y="787399"/>
                  </a:lnTo>
                  <a:close/>
                </a:path>
                <a:path w="10160" h="812800">
                  <a:moveTo>
                    <a:pt x="10160" y="781049"/>
                  </a:moveTo>
                  <a:lnTo>
                    <a:pt x="0" y="781049"/>
                  </a:lnTo>
                  <a:lnTo>
                    <a:pt x="0" y="786129"/>
                  </a:lnTo>
                  <a:lnTo>
                    <a:pt x="10160" y="786129"/>
                  </a:lnTo>
                  <a:lnTo>
                    <a:pt x="10160" y="781049"/>
                  </a:lnTo>
                  <a:close/>
                </a:path>
                <a:path w="10160" h="812800">
                  <a:moveTo>
                    <a:pt x="10160" y="774699"/>
                  </a:moveTo>
                  <a:lnTo>
                    <a:pt x="0" y="774699"/>
                  </a:lnTo>
                  <a:lnTo>
                    <a:pt x="0" y="779779"/>
                  </a:lnTo>
                  <a:lnTo>
                    <a:pt x="10160" y="779779"/>
                  </a:lnTo>
                  <a:lnTo>
                    <a:pt x="10160" y="774699"/>
                  </a:lnTo>
                  <a:close/>
                </a:path>
                <a:path w="10160" h="812800">
                  <a:moveTo>
                    <a:pt x="10160" y="768349"/>
                  </a:moveTo>
                  <a:lnTo>
                    <a:pt x="0" y="768349"/>
                  </a:lnTo>
                  <a:lnTo>
                    <a:pt x="0" y="773429"/>
                  </a:lnTo>
                  <a:lnTo>
                    <a:pt x="10160" y="773429"/>
                  </a:lnTo>
                  <a:lnTo>
                    <a:pt x="10160" y="768349"/>
                  </a:lnTo>
                  <a:close/>
                </a:path>
                <a:path w="10160" h="812800">
                  <a:moveTo>
                    <a:pt x="10160" y="761999"/>
                  </a:moveTo>
                  <a:lnTo>
                    <a:pt x="0" y="761999"/>
                  </a:lnTo>
                  <a:lnTo>
                    <a:pt x="0" y="767079"/>
                  </a:lnTo>
                  <a:lnTo>
                    <a:pt x="10160" y="767079"/>
                  </a:lnTo>
                  <a:lnTo>
                    <a:pt x="10160" y="761999"/>
                  </a:lnTo>
                  <a:close/>
                </a:path>
                <a:path w="10160" h="812800">
                  <a:moveTo>
                    <a:pt x="10160" y="755649"/>
                  </a:moveTo>
                  <a:lnTo>
                    <a:pt x="0" y="755649"/>
                  </a:lnTo>
                  <a:lnTo>
                    <a:pt x="0" y="760729"/>
                  </a:lnTo>
                  <a:lnTo>
                    <a:pt x="10160" y="760729"/>
                  </a:lnTo>
                  <a:lnTo>
                    <a:pt x="10160" y="755649"/>
                  </a:lnTo>
                  <a:close/>
                </a:path>
                <a:path w="10160" h="812800">
                  <a:moveTo>
                    <a:pt x="10160" y="749299"/>
                  </a:moveTo>
                  <a:lnTo>
                    <a:pt x="0" y="749299"/>
                  </a:lnTo>
                  <a:lnTo>
                    <a:pt x="0" y="754380"/>
                  </a:lnTo>
                  <a:lnTo>
                    <a:pt x="10160" y="754380"/>
                  </a:lnTo>
                  <a:lnTo>
                    <a:pt x="10160" y="749299"/>
                  </a:lnTo>
                  <a:close/>
                </a:path>
                <a:path w="10160" h="812800">
                  <a:moveTo>
                    <a:pt x="10160" y="742949"/>
                  </a:moveTo>
                  <a:lnTo>
                    <a:pt x="0" y="742949"/>
                  </a:lnTo>
                  <a:lnTo>
                    <a:pt x="0" y="748029"/>
                  </a:lnTo>
                  <a:lnTo>
                    <a:pt x="10160" y="748029"/>
                  </a:lnTo>
                  <a:lnTo>
                    <a:pt x="10160" y="742949"/>
                  </a:lnTo>
                  <a:close/>
                </a:path>
                <a:path w="10160" h="812800">
                  <a:moveTo>
                    <a:pt x="10160" y="736599"/>
                  </a:moveTo>
                  <a:lnTo>
                    <a:pt x="0" y="736599"/>
                  </a:lnTo>
                  <a:lnTo>
                    <a:pt x="0" y="741680"/>
                  </a:lnTo>
                  <a:lnTo>
                    <a:pt x="10160" y="741680"/>
                  </a:lnTo>
                  <a:lnTo>
                    <a:pt x="10160" y="736599"/>
                  </a:lnTo>
                  <a:close/>
                </a:path>
                <a:path w="10160" h="812800">
                  <a:moveTo>
                    <a:pt x="10160" y="725169"/>
                  </a:moveTo>
                  <a:lnTo>
                    <a:pt x="0" y="725169"/>
                  </a:lnTo>
                  <a:lnTo>
                    <a:pt x="0" y="735329"/>
                  </a:lnTo>
                  <a:lnTo>
                    <a:pt x="10160" y="735329"/>
                  </a:lnTo>
                  <a:lnTo>
                    <a:pt x="10160" y="725169"/>
                  </a:lnTo>
                  <a:close/>
                </a:path>
              </a:pathLst>
            </a:custGeom>
            <a:solidFill>
              <a:srgbClr val="8686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983">
              <a:extLst>
                <a:ext uri="{FF2B5EF4-FFF2-40B4-BE49-F238E27FC236}">
                  <a16:creationId xmlns:a16="http://schemas.microsoft.com/office/drawing/2014/main" id="{089CA7E4-411B-2901-BF6B-22A3F0EBBB1D}"/>
                </a:ext>
              </a:extLst>
            </p:cNvPr>
            <p:cNvSpPr/>
            <p:nvPr/>
          </p:nvSpPr>
          <p:spPr>
            <a:xfrm>
              <a:off x="4975860" y="5430520"/>
              <a:ext cx="11430" cy="803910"/>
            </a:xfrm>
            <a:custGeom>
              <a:avLst/>
              <a:gdLst/>
              <a:ahLst/>
              <a:cxnLst/>
              <a:rect l="l" t="t" r="r" b="b"/>
              <a:pathLst>
                <a:path w="11429" h="803910">
                  <a:moveTo>
                    <a:pt x="253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7619" y="2539"/>
                  </a:lnTo>
                  <a:lnTo>
                    <a:pt x="761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11429" h="803910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803910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803910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803910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803910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803910">
                  <a:moveTo>
                    <a:pt x="11429" y="19049"/>
                  </a:moveTo>
                  <a:lnTo>
                    <a:pt x="0" y="19049"/>
                  </a:lnTo>
                  <a:lnTo>
                    <a:pt x="0" y="27939"/>
                  </a:lnTo>
                  <a:lnTo>
                    <a:pt x="11429" y="27939"/>
                  </a:lnTo>
                  <a:lnTo>
                    <a:pt x="11429" y="19049"/>
                  </a:lnTo>
                  <a:close/>
                </a:path>
                <a:path w="11429" h="803910">
                  <a:moveTo>
                    <a:pt x="1142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7939"/>
                  </a:lnTo>
                  <a:close/>
                </a:path>
                <a:path w="11429" h="803910">
                  <a:moveTo>
                    <a:pt x="11429" y="31749"/>
                  </a:moveTo>
                  <a:lnTo>
                    <a:pt x="0" y="31749"/>
                  </a:lnTo>
                  <a:lnTo>
                    <a:pt x="0" y="40639"/>
                  </a:lnTo>
                  <a:lnTo>
                    <a:pt x="11429" y="40639"/>
                  </a:lnTo>
                  <a:lnTo>
                    <a:pt x="11429" y="31749"/>
                  </a:lnTo>
                  <a:close/>
                </a:path>
                <a:path w="11429" h="803910">
                  <a:moveTo>
                    <a:pt x="11429" y="40639"/>
                  </a:moveTo>
                  <a:lnTo>
                    <a:pt x="0" y="4063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40639"/>
                  </a:lnTo>
                  <a:close/>
                </a:path>
                <a:path w="11429" h="803910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803910">
                  <a:moveTo>
                    <a:pt x="1142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29" y="53339"/>
                  </a:lnTo>
                  <a:lnTo>
                    <a:pt x="11429" y="50799"/>
                  </a:lnTo>
                  <a:close/>
                </a:path>
                <a:path w="11429" h="803910">
                  <a:moveTo>
                    <a:pt x="1142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3339"/>
                  </a:lnTo>
                  <a:close/>
                </a:path>
                <a:path w="11429" h="803910">
                  <a:moveTo>
                    <a:pt x="1142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7149"/>
                  </a:lnTo>
                  <a:close/>
                </a:path>
                <a:path w="11429" h="803910">
                  <a:moveTo>
                    <a:pt x="11429" y="59689"/>
                  </a:moveTo>
                  <a:lnTo>
                    <a:pt x="0" y="5968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59689"/>
                  </a:lnTo>
                  <a:close/>
                </a:path>
                <a:path w="11429" h="803910">
                  <a:moveTo>
                    <a:pt x="11429" y="66039"/>
                  </a:moveTo>
                  <a:lnTo>
                    <a:pt x="0" y="66039"/>
                  </a:lnTo>
                  <a:lnTo>
                    <a:pt x="0" y="720089"/>
                  </a:lnTo>
                  <a:lnTo>
                    <a:pt x="11429" y="720089"/>
                  </a:lnTo>
                  <a:lnTo>
                    <a:pt x="11429" y="66039"/>
                  </a:lnTo>
                  <a:close/>
                </a:path>
                <a:path w="11429" h="803910">
                  <a:moveTo>
                    <a:pt x="1269" y="802639"/>
                  </a:moveTo>
                  <a:lnTo>
                    <a:pt x="0" y="802639"/>
                  </a:lnTo>
                  <a:lnTo>
                    <a:pt x="0" y="803909"/>
                  </a:lnTo>
                  <a:lnTo>
                    <a:pt x="1269" y="803909"/>
                  </a:lnTo>
                  <a:lnTo>
                    <a:pt x="1269" y="802639"/>
                  </a:lnTo>
                  <a:close/>
                </a:path>
                <a:path w="11429" h="803910">
                  <a:moveTo>
                    <a:pt x="8889" y="801369"/>
                  </a:moveTo>
                  <a:lnTo>
                    <a:pt x="5080" y="801369"/>
                  </a:lnTo>
                  <a:lnTo>
                    <a:pt x="5080" y="802639"/>
                  </a:lnTo>
                  <a:lnTo>
                    <a:pt x="8889" y="802639"/>
                  </a:lnTo>
                  <a:lnTo>
                    <a:pt x="8889" y="801369"/>
                  </a:lnTo>
                  <a:close/>
                </a:path>
                <a:path w="11429" h="803910">
                  <a:moveTo>
                    <a:pt x="11429" y="796289"/>
                  </a:moveTo>
                  <a:lnTo>
                    <a:pt x="0" y="796289"/>
                  </a:lnTo>
                  <a:lnTo>
                    <a:pt x="0" y="801369"/>
                  </a:lnTo>
                  <a:lnTo>
                    <a:pt x="11429" y="801369"/>
                  </a:lnTo>
                  <a:lnTo>
                    <a:pt x="11429" y="796289"/>
                  </a:lnTo>
                  <a:close/>
                </a:path>
                <a:path w="11429" h="803910">
                  <a:moveTo>
                    <a:pt x="11429" y="789939"/>
                  </a:moveTo>
                  <a:lnTo>
                    <a:pt x="0" y="789939"/>
                  </a:lnTo>
                  <a:lnTo>
                    <a:pt x="0" y="795019"/>
                  </a:lnTo>
                  <a:lnTo>
                    <a:pt x="11429" y="795019"/>
                  </a:lnTo>
                  <a:lnTo>
                    <a:pt x="11429" y="789939"/>
                  </a:lnTo>
                  <a:close/>
                </a:path>
                <a:path w="11429" h="803910">
                  <a:moveTo>
                    <a:pt x="11429" y="783589"/>
                  </a:moveTo>
                  <a:lnTo>
                    <a:pt x="0" y="783589"/>
                  </a:lnTo>
                  <a:lnTo>
                    <a:pt x="0" y="788669"/>
                  </a:lnTo>
                  <a:lnTo>
                    <a:pt x="11429" y="788669"/>
                  </a:lnTo>
                  <a:lnTo>
                    <a:pt x="11429" y="783589"/>
                  </a:lnTo>
                  <a:close/>
                </a:path>
                <a:path w="11429" h="803910">
                  <a:moveTo>
                    <a:pt x="11429" y="777239"/>
                  </a:moveTo>
                  <a:lnTo>
                    <a:pt x="0" y="777239"/>
                  </a:lnTo>
                  <a:lnTo>
                    <a:pt x="0" y="782319"/>
                  </a:lnTo>
                  <a:lnTo>
                    <a:pt x="11429" y="782319"/>
                  </a:lnTo>
                  <a:lnTo>
                    <a:pt x="11429" y="777239"/>
                  </a:lnTo>
                  <a:close/>
                </a:path>
                <a:path w="11429" h="803910">
                  <a:moveTo>
                    <a:pt x="11429" y="770889"/>
                  </a:moveTo>
                  <a:lnTo>
                    <a:pt x="0" y="770889"/>
                  </a:lnTo>
                  <a:lnTo>
                    <a:pt x="0" y="775969"/>
                  </a:lnTo>
                  <a:lnTo>
                    <a:pt x="11429" y="775969"/>
                  </a:lnTo>
                  <a:lnTo>
                    <a:pt x="11429" y="770889"/>
                  </a:lnTo>
                  <a:close/>
                </a:path>
                <a:path w="11429" h="803910">
                  <a:moveTo>
                    <a:pt x="11429" y="764539"/>
                  </a:moveTo>
                  <a:lnTo>
                    <a:pt x="0" y="764539"/>
                  </a:lnTo>
                  <a:lnTo>
                    <a:pt x="0" y="769619"/>
                  </a:lnTo>
                  <a:lnTo>
                    <a:pt x="11429" y="769619"/>
                  </a:lnTo>
                  <a:lnTo>
                    <a:pt x="11429" y="764539"/>
                  </a:lnTo>
                  <a:close/>
                </a:path>
                <a:path w="11429" h="803910">
                  <a:moveTo>
                    <a:pt x="11429" y="758189"/>
                  </a:moveTo>
                  <a:lnTo>
                    <a:pt x="0" y="758189"/>
                  </a:lnTo>
                  <a:lnTo>
                    <a:pt x="0" y="763269"/>
                  </a:lnTo>
                  <a:lnTo>
                    <a:pt x="11429" y="763269"/>
                  </a:lnTo>
                  <a:lnTo>
                    <a:pt x="11429" y="758189"/>
                  </a:lnTo>
                  <a:close/>
                </a:path>
                <a:path w="11429" h="803910">
                  <a:moveTo>
                    <a:pt x="11429" y="751839"/>
                  </a:moveTo>
                  <a:lnTo>
                    <a:pt x="0" y="751839"/>
                  </a:lnTo>
                  <a:lnTo>
                    <a:pt x="0" y="756919"/>
                  </a:lnTo>
                  <a:lnTo>
                    <a:pt x="11429" y="756919"/>
                  </a:lnTo>
                  <a:lnTo>
                    <a:pt x="11429" y="751839"/>
                  </a:lnTo>
                  <a:close/>
                </a:path>
                <a:path w="11429" h="803910">
                  <a:moveTo>
                    <a:pt x="11429" y="745489"/>
                  </a:moveTo>
                  <a:lnTo>
                    <a:pt x="0" y="745489"/>
                  </a:lnTo>
                  <a:lnTo>
                    <a:pt x="0" y="750569"/>
                  </a:lnTo>
                  <a:lnTo>
                    <a:pt x="11429" y="750569"/>
                  </a:lnTo>
                  <a:lnTo>
                    <a:pt x="11429" y="745489"/>
                  </a:lnTo>
                  <a:close/>
                </a:path>
                <a:path w="11429" h="803910">
                  <a:moveTo>
                    <a:pt x="11429" y="739139"/>
                  </a:moveTo>
                  <a:lnTo>
                    <a:pt x="0" y="739139"/>
                  </a:lnTo>
                  <a:lnTo>
                    <a:pt x="0" y="744219"/>
                  </a:lnTo>
                  <a:lnTo>
                    <a:pt x="11429" y="744219"/>
                  </a:lnTo>
                  <a:lnTo>
                    <a:pt x="11429" y="739139"/>
                  </a:lnTo>
                  <a:close/>
                </a:path>
                <a:path w="11429" h="803910">
                  <a:moveTo>
                    <a:pt x="11429" y="732789"/>
                  </a:moveTo>
                  <a:lnTo>
                    <a:pt x="0" y="732789"/>
                  </a:lnTo>
                  <a:lnTo>
                    <a:pt x="0" y="737869"/>
                  </a:lnTo>
                  <a:lnTo>
                    <a:pt x="11429" y="737869"/>
                  </a:lnTo>
                  <a:lnTo>
                    <a:pt x="11429" y="732789"/>
                  </a:lnTo>
                  <a:close/>
                </a:path>
                <a:path w="11429" h="803910">
                  <a:moveTo>
                    <a:pt x="11429" y="721359"/>
                  </a:moveTo>
                  <a:lnTo>
                    <a:pt x="0" y="721359"/>
                  </a:lnTo>
                  <a:lnTo>
                    <a:pt x="0" y="731519"/>
                  </a:lnTo>
                  <a:lnTo>
                    <a:pt x="11429" y="731519"/>
                  </a:lnTo>
                  <a:lnTo>
                    <a:pt x="11429" y="721359"/>
                  </a:lnTo>
                  <a:close/>
                </a:path>
              </a:pathLst>
            </a:custGeom>
            <a:solidFill>
              <a:srgbClr val="8686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984">
              <a:extLst>
                <a:ext uri="{FF2B5EF4-FFF2-40B4-BE49-F238E27FC236}">
                  <a16:creationId xmlns:a16="http://schemas.microsoft.com/office/drawing/2014/main" id="{E4CD5005-15C4-0DF1-FD4D-5D1C8439A6B9}"/>
                </a:ext>
              </a:extLst>
            </p:cNvPr>
            <p:cNvSpPr/>
            <p:nvPr/>
          </p:nvSpPr>
          <p:spPr>
            <a:xfrm>
              <a:off x="4987289" y="5434330"/>
              <a:ext cx="10160" cy="797560"/>
            </a:xfrm>
            <a:custGeom>
              <a:avLst/>
              <a:gdLst/>
              <a:ahLst/>
              <a:cxnLst/>
              <a:rect l="l" t="t" r="r" b="b"/>
              <a:pathLst>
                <a:path w="10160" h="797560">
                  <a:moveTo>
                    <a:pt x="254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6350" y="2540"/>
                  </a:lnTo>
                  <a:lnTo>
                    <a:pt x="635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10160" h="797560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7975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7975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7975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797560">
                  <a:moveTo>
                    <a:pt x="1016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15240"/>
                  </a:lnTo>
                  <a:close/>
                </a:path>
                <a:path w="10160" h="797560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797560">
                  <a:moveTo>
                    <a:pt x="10160" y="27940"/>
                  </a:moveTo>
                  <a:lnTo>
                    <a:pt x="0" y="2794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27940"/>
                  </a:lnTo>
                  <a:close/>
                </a:path>
                <a:path w="10160" h="797560">
                  <a:moveTo>
                    <a:pt x="10160" y="36830"/>
                  </a:moveTo>
                  <a:lnTo>
                    <a:pt x="0" y="3683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36830"/>
                  </a:lnTo>
                  <a:close/>
                </a:path>
                <a:path w="10160" h="797560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797560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797560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797560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797560">
                  <a:moveTo>
                    <a:pt x="10160" y="55880"/>
                  </a:moveTo>
                  <a:lnTo>
                    <a:pt x="0" y="5588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5880"/>
                  </a:lnTo>
                  <a:close/>
                </a:path>
                <a:path w="10160" h="797560">
                  <a:moveTo>
                    <a:pt x="10160" y="62230"/>
                  </a:moveTo>
                  <a:lnTo>
                    <a:pt x="0" y="62230"/>
                  </a:lnTo>
                  <a:lnTo>
                    <a:pt x="0" y="716280"/>
                  </a:lnTo>
                  <a:lnTo>
                    <a:pt x="10160" y="716280"/>
                  </a:lnTo>
                  <a:lnTo>
                    <a:pt x="10160" y="62230"/>
                  </a:lnTo>
                  <a:close/>
                </a:path>
                <a:path w="10160" h="797560">
                  <a:moveTo>
                    <a:pt x="8889" y="792480"/>
                  </a:moveTo>
                  <a:lnTo>
                    <a:pt x="0" y="792480"/>
                  </a:lnTo>
                  <a:lnTo>
                    <a:pt x="0" y="797560"/>
                  </a:lnTo>
                  <a:lnTo>
                    <a:pt x="2540" y="797560"/>
                  </a:lnTo>
                  <a:lnTo>
                    <a:pt x="2540" y="796290"/>
                  </a:lnTo>
                  <a:lnTo>
                    <a:pt x="5079" y="796290"/>
                  </a:lnTo>
                  <a:lnTo>
                    <a:pt x="5079" y="793750"/>
                  </a:lnTo>
                  <a:lnTo>
                    <a:pt x="8889" y="793750"/>
                  </a:lnTo>
                  <a:lnTo>
                    <a:pt x="8889" y="792480"/>
                  </a:lnTo>
                  <a:close/>
                </a:path>
                <a:path w="10160" h="797560">
                  <a:moveTo>
                    <a:pt x="10160" y="786130"/>
                  </a:moveTo>
                  <a:lnTo>
                    <a:pt x="0" y="786130"/>
                  </a:lnTo>
                  <a:lnTo>
                    <a:pt x="0" y="791210"/>
                  </a:lnTo>
                  <a:lnTo>
                    <a:pt x="10160" y="791210"/>
                  </a:lnTo>
                  <a:lnTo>
                    <a:pt x="10160" y="786130"/>
                  </a:lnTo>
                  <a:close/>
                </a:path>
                <a:path w="10160" h="797560">
                  <a:moveTo>
                    <a:pt x="10160" y="779780"/>
                  </a:moveTo>
                  <a:lnTo>
                    <a:pt x="0" y="779780"/>
                  </a:lnTo>
                  <a:lnTo>
                    <a:pt x="0" y="784860"/>
                  </a:lnTo>
                  <a:lnTo>
                    <a:pt x="10160" y="784860"/>
                  </a:lnTo>
                  <a:lnTo>
                    <a:pt x="10160" y="779780"/>
                  </a:lnTo>
                  <a:close/>
                </a:path>
                <a:path w="10160" h="797560">
                  <a:moveTo>
                    <a:pt x="10160" y="773430"/>
                  </a:moveTo>
                  <a:lnTo>
                    <a:pt x="0" y="773430"/>
                  </a:lnTo>
                  <a:lnTo>
                    <a:pt x="0" y="778510"/>
                  </a:lnTo>
                  <a:lnTo>
                    <a:pt x="10160" y="778510"/>
                  </a:lnTo>
                  <a:lnTo>
                    <a:pt x="10160" y="773430"/>
                  </a:lnTo>
                  <a:close/>
                </a:path>
                <a:path w="10160" h="797560">
                  <a:moveTo>
                    <a:pt x="10160" y="767080"/>
                  </a:moveTo>
                  <a:lnTo>
                    <a:pt x="0" y="767080"/>
                  </a:lnTo>
                  <a:lnTo>
                    <a:pt x="0" y="772160"/>
                  </a:lnTo>
                  <a:lnTo>
                    <a:pt x="10160" y="772160"/>
                  </a:lnTo>
                  <a:lnTo>
                    <a:pt x="10160" y="767080"/>
                  </a:lnTo>
                  <a:close/>
                </a:path>
                <a:path w="10160" h="797560">
                  <a:moveTo>
                    <a:pt x="1016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0160" y="765810"/>
                  </a:lnTo>
                  <a:lnTo>
                    <a:pt x="10160" y="760730"/>
                  </a:lnTo>
                  <a:close/>
                </a:path>
                <a:path w="10160" h="797560">
                  <a:moveTo>
                    <a:pt x="1016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0160" y="759460"/>
                  </a:lnTo>
                  <a:lnTo>
                    <a:pt x="10160" y="754380"/>
                  </a:lnTo>
                  <a:close/>
                </a:path>
                <a:path w="10160" h="797560">
                  <a:moveTo>
                    <a:pt x="1016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0160" y="753110"/>
                  </a:lnTo>
                  <a:lnTo>
                    <a:pt x="10160" y="748030"/>
                  </a:lnTo>
                  <a:close/>
                </a:path>
                <a:path w="10160" h="797560">
                  <a:moveTo>
                    <a:pt x="1016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0160" y="746760"/>
                  </a:lnTo>
                  <a:lnTo>
                    <a:pt x="10160" y="741680"/>
                  </a:lnTo>
                  <a:close/>
                </a:path>
                <a:path w="10160" h="797560">
                  <a:moveTo>
                    <a:pt x="10160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0160" y="740410"/>
                  </a:lnTo>
                  <a:lnTo>
                    <a:pt x="10160" y="735330"/>
                  </a:lnTo>
                  <a:close/>
                </a:path>
                <a:path w="10160" h="797560">
                  <a:moveTo>
                    <a:pt x="10160" y="728980"/>
                  </a:moveTo>
                  <a:lnTo>
                    <a:pt x="0" y="728980"/>
                  </a:lnTo>
                  <a:lnTo>
                    <a:pt x="0" y="734060"/>
                  </a:lnTo>
                  <a:lnTo>
                    <a:pt x="10160" y="734060"/>
                  </a:lnTo>
                  <a:lnTo>
                    <a:pt x="10160" y="728980"/>
                  </a:lnTo>
                  <a:close/>
                </a:path>
                <a:path w="10160" h="797560">
                  <a:moveTo>
                    <a:pt x="10160" y="717550"/>
                  </a:moveTo>
                  <a:lnTo>
                    <a:pt x="0" y="717550"/>
                  </a:lnTo>
                  <a:lnTo>
                    <a:pt x="0" y="727710"/>
                  </a:lnTo>
                  <a:lnTo>
                    <a:pt x="10160" y="727710"/>
                  </a:lnTo>
                  <a:lnTo>
                    <a:pt x="10160" y="717550"/>
                  </a:lnTo>
                  <a:close/>
                </a:path>
              </a:pathLst>
            </a:custGeom>
            <a:solidFill>
              <a:srgbClr val="8787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985">
              <a:extLst>
                <a:ext uri="{FF2B5EF4-FFF2-40B4-BE49-F238E27FC236}">
                  <a16:creationId xmlns:a16="http://schemas.microsoft.com/office/drawing/2014/main" id="{9473C5E8-68E3-D28B-4B7F-95EBD0005BA6}"/>
                </a:ext>
              </a:extLst>
            </p:cNvPr>
            <p:cNvSpPr/>
            <p:nvPr/>
          </p:nvSpPr>
          <p:spPr>
            <a:xfrm>
              <a:off x="4997450" y="5438140"/>
              <a:ext cx="11430" cy="788670"/>
            </a:xfrm>
            <a:custGeom>
              <a:avLst/>
              <a:gdLst/>
              <a:ahLst/>
              <a:cxnLst/>
              <a:rect l="l" t="t" r="r" b="b"/>
              <a:pathLst>
                <a:path w="11429" h="788670">
                  <a:moveTo>
                    <a:pt x="25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11429" h="788670">
                  <a:moveTo>
                    <a:pt x="635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3810"/>
                  </a:lnTo>
                  <a:lnTo>
                    <a:pt x="10159" y="3810"/>
                  </a:lnTo>
                  <a:lnTo>
                    <a:pt x="10159" y="2540"/>
                  </a:lnTo>
                  <a:lnTo>
                    <a:pt x="6350" y="2540"/>
                  </a:lnTo>
                  <a:lnTo>
                    <a:pt x="6350" y="1270"/>
                  </a:lnTo>
                  <a:close/>
                </a:path>
                <a:path w="11429" h="788670">
                  <a:moveTo>
                    <a:pt x="11429" y="5080"/>
                  </a:moveTo>
                  <a:lnTo>
                    <a:pt x="0" y="508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5080"/>
                  </a:lnTo>
                  <a:close/>
                </a:path>
                <a:path w="11429" h="788670">
                  <a:moveTo>
                    <a:pt x="11429" y="7620"/>
                  </a:moveTo>
                  <a:lnTo>
                    <a:pt x="0" y="762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7620"/>
                  </a:lnTo>
                  <a:close/>
                </a:path>
                <a:path w="11429" h="788670">
                  <a:moveTo>
                    <a:pt x="11429" y="11430"/>
                  </a:moveTo>
                  <a:lnTo>
                    <a:pt x="0" y="1143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1430"/>
                  </a:lnTo>
                  <a:close/>
                </a:path>
                <a:path w="11429" h="788670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788670">
                  <a:moveTo>
                    <a:pt x="11429" y="24130"/>
                  </a:moveTo>
                  <a:lnTo>
                    <a:pt x="0" y="2413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24130"/>
                  </a:lnTo>
                  <a:close/>
                </a:path>
                <a:path w="11429" h="788670">
                  <a:moveTo>
                    <a:pt x="11429" y="33020"/>
                  </a:moveTo>
                  <a:lnTo>
                    <a:pt x="0" y="33020"/>
                  </a:lnTo>
                  <a:lnTo>
                    <a:pt x="0" y="39370"/>
                  </a:lnTo>
                  <a:lnTo>
                    <a:pt x="11429" y="39370"/>
                  </a:lnTo>
                  <a:lnTo>
                    <a:pt x="11429" y="33020"/>
                  </a:lnTo>
                  <a:close/>
                </a:path>
                <a:path w="11429" h="788670">
                  <a:moveTo>
                    <a:pt x="11429" y="39370"/>
                  </a:moveTo>
                  <a:lnTo>
                    <a:pt x="0" y="3937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39370"/>
                  </a:lnTo>
                  <a:close/>
                </a:path>
                <a:path w="11429" h="788670">
                  <a:moveTo>
                    <a:pt x="11429" y="43180"/>
                  </a:moveTo>
                  <a:lnTo>
                    <a:pt x="0" y="43180"/>
                  </a:lnTo>
                  <a:lnTo>
                    <a:pt x="0" y="45720"/>
                  </a:lnTo>
                  <a:lnTo>
                    <a:pt x="11429" y="45720"/>
                  </a:lnTo>
                  <a:lnTo>
                    <a:pt x="11429" y="43180"/>
                  </a:lnTo>
                  <a:close/>
                </a:path>
                <a:path w="11429" h="788670">
                  <a:moveTo>
                    <a:pt x="11429" y="45720"/>
                  </a:moveTo>
                  <a:lnTo>
                    <a:pt x="0" y="4572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5720"/>
                  </a:lnTo>
                  <a:close/>
                </a:path>
                <a:path w="11429" h="788670">
                  <a:moveTo>
                    <a:pt x="11429" y="49530"/>
                  </a:moveTo>
                  <a:lnTo>
                    <a:pt x="0" y="49530"/>
                  </a:lnTo>
                  <a:lnTo>
                    <a:pt x="0" y="52070"/>
                  </a:lnTo>
                  <a:lnTo>
                    <a:pt x="11429" y="52070"/>
                  </a:lnTo>
                  <a:lnTo>
                    <a:pt x="11429" y="49530"/>
                  </a:lnTo>
                  <a:close/>
                </a:path>
                <a:path w="11429" h="788670">
                  <a:moveTo>
                    <a:pt x="11429" y="52070"/>
                  </a:moveTo>
                  <a:lnTo>
                    <a:pt x="0" y="52070"/>
                  </a:lnTo>
                  <a:lnTo>
                    <a:pt x="0" y="58420"/>
                  </a:lnTo>
                  <a:lnTo>
                    <a:pt x="11429" y="58420"/>
                  </a:lnTo>
                  <a:lnTo>
                    <a:pt x="11429" y="52070"/>
                  </a:lnTo>
                  <a:close/>
                </a:path>
                <a:path w="11429" h="788670">
                  <a:moveTo>
                    <a:pt x="11429" y="58420"/>
                  </a:moveTo>
                  <a:lnTo>
                    <a:pt x="0" y="58420"/>
                  </a:lnTo>
                  <a:lnTo>
                    <a:pt x="0" y="712470"/>
                  </a:lnTo>
                  <a:lnTo>
                    <a:pt x="11429" y="712470"/>
                  </a:lnTo>
                  <a:lnTo>
                    <a:pt x="11429" y="58420"/>
                  </a:lnTo>
                  <a:close/>
                </a:path>
                <a:path w="11429" h="788670">
                  <a:moveTo>
                    <a:pt x="6350" y="787400"/>
                  </a:moveTo>
                  <a:lnTo>
                    <a:pt x="2540" y="787400"/>
                  </a:lnTo>
                  <a:lnTo>
                    <a:pt x="2540" y="788670"/>
                  </a:lnTo>
                  <a:lnTo>
                    <a:pt x="6350" y="788670"/>
                  </a:lnTo>
                  <a:lnTo>
                    <a:pt x="6350" y="787400"/>
                  </a:lnTo>
                  <a:close/>
                </a:path>
                <a:path w="11429" h="788670">
                  <a:moveTo>
                    <a:pt x="11429" y="782320"/>
                  </a:moveTo>
                  <a:lnTo>
                    <a:pt x="0" y="782320"/>
                  </a:lnTo>
                  <a:lnTo>
                    <a:pt x="0" y="787400"/>
                  </a:lnTo>
                  <a:lnTo>
                    <a:pt x="8890" y="787400"/>
                  </a:lnTo>
                  <a:lnTo>
                    <a:pt x="8890" y="786130"/>
                  </a:lnTo>
                  <a:lnTo>
                    <a:pt x="11429" y="786130"/>
                  </a:lnTo>
                  <a:lnTo>
                    <a:pt x="11429" y="782320"/>
                  </a:lnTo>
                  <a:close/>
                </a:path>
                <a:path w="11429" h="788670">
                  <a:moveTo>
                    <a:pt x="11429" y="775970"/>
                  </a:moveTo>
                  <a:lnTo>
                    <a:pt x="0" y="775970"/>
                  </a:lnTo>
                  <a:lnTo>
                    <a:pt x="0" y="781050"/>
                  </a:lnTo>
                  <a:lnTo>
                    <a:pt x="11429" y="781050"/>
                  </a:lnTo>
                  <a:lnTo>
                    <a:pt x="11429" y="775970"/>
                  </a:lnTo>
                  <a:close/>
                </a:path>
                <a:path w="11429" h="788670">
                  <a:moveTo>
                    <a:pt x="11429" y="769620"/>
                  </a:moveTo>
                  <a:lnTo>
                    <a:pt x="0" y="769620"/>
                  </a:lnTo>
                  <a:lnTo>
                    <a:pt x="0" y="774700"/>
                  </a:lnTo>
                  <a:lnTo>
                    <a:pt x="11429" y="774700"/>
                  </a:lnTo>
                  <a:lnTo>
                    <a:pt x="11429" y="769620"/>
                  </a:lnTo>
                  <a:close/>
                </a:path>
                <a:path w="11429" h="788670">
                  <a:moveTo>
                    <a:pt x="11429" y="763270"/>
                  </a:moveTo>
                  <a:lnTo>
                    <a:pt x="0" y="763270"/>
                  </a:lnTo>
                  <a:lnTo>
                    <a:pt x="0" y="768350"/>
                  </a:lnTo>
                  <a:lnTo>
                    <a:pt x="11429" y="768350"/>
                  </a:lnTo>
                  <a:lnTo>
                    <a:pt x="11429" y="763270"/>
                  </a:lnTo>
                  <a:close/>
                </a:path>
                <a:path w="11429" h="788670">
                  <a:moveTo>
                    <a:pt x="11429" y="756920"/>
                  </a:moveTo>
                  <a:lnTo>
                    <a:pt x="0" y="756920"/>
                  </a:lnTo>
                  <a:lnTo>
                    <a:pt x="0" y="762000"/>
                  </a:lnTo>
                  <a:lnTo>
                    <a:pt x="11429" y="762000"/>
                  </a:lnTo>
                  <a:lnTo>
                    <a:pt x="11429" y="756920"/>
                  </a:lnTo>
                  <a:close/>
                </a:path>
                <a:path w="11429" h="788670">
                  <a:moveTo>
                    <a:pt x="11429" y="750570"/>
                  </a:moveTo>
                  <a:lnTo>
                    <a:pt x="0" y="750570"/>
                  </a:lnTo>
                  <a:lnTo>
                    <a:pt x="0" y="755650"/>
                  </a:lnTo>
                  <a:lnTo>
                    <a:pt x="11429" y="755650"/>
                  </a:lnTo>
                  <a:lnTo>
                    <a:pt x="11429" y="750570"/>
                  </a:lnTo>
                  <a:close/>
                </a:path>
                <a:path w="11429" h="788670">
                  <a:moveTo>
                    <a:pt x="11429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11429" y="749300"/>
                  </a:lnTo>
                  <a:lnTo>
                    <a:pt x="11429" y="744220"/>
                  </a:lnTo>
                  <a:close/>
                </a:path>
                <a:path w="11429" h="788670">
                  <a:moveTo>
                    <a:pt x="11429" y="737870"/>
                  </a:moveTo>
                  <a:lnTo>
                    <a:pt x="0" y="737870"/>
                  </a:lnTo>
                  <a:lnTo>
                    <a:pt x="0" y="742950"/>
                  </a:lnTo>
                  <a:lnTo>
                    <a:pt x="11429" y="742950"/>
                  </a:lnTo>
                  <a:lnTo>
                    <a:pt x="11429" y="737870"/>
                  </a:lnTo>
                  <a:close/>
                </a:path>
                <a:path w="11429" h="788670">
                  <a:moveTo>
                    <a:pt x="11429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11429" y="736600"/>
                  </a:lnTo>
                  <a:lnTo>
                    <a:pt x="11429" y="731520"/>
                  </a:lnTo>
                  <a:close/>
                </a:path>
                <a:path w="11429" h="788670">
                  <a:moveTo>
                    <a:pt x="11429" y="725170"/>
                  </a:moveTo>
                  <a:lnTo>
                    <a:pt x="0" y="725170"/>
                  </a:lnTo>
                  <a:lnTo>
                    <a:pt x="0" y="730250"/>
                  </a:lnTo>
                  <a:lnTo>
                    <a:pt x="11429" y="730250"/>
                  </a:lnTo>
                  <a:lnTo>
                    <a:pt x="11429" y="725170"/>
                  </a:lnTo>
                  <a:close/>
                </a:path>
                <a:path w="11429" h="788670">
                  <a:moveTo>
                    <a:pt x="11429" y="713740"/>
                  </a:moveTo>
                  <a:lnTo>
                    <a:pt x="0" y="713740"/>
                  </a:lnTo>
                  <a:lnTo>
                    <a:pt x="0" y="723900"/>
                  </a:lnTo>
                  <a:lnTo>
                    <a:pt x="11429" y="723900"/>
                  </a:lnTo>
                  <a:lnTo>
                    <a:pt x="11429" y="713740"/>
                  </a:lnTo>
                  <a:close/>
                </a:path>
              </a:pathLst>
            </a:custGeom>
            <a:solidFill>
              <a:srgbClr val="8888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986">
              <a:extLst>
                <a:ext uri="{FF2B5EF4-FFF2-40B4-BE49-F238E27FC236}">
                  <a16:creationId xmlns:a16="http://schemas.microsoft.com/office/drawing/2014/main" id="{7FE1AB55-01A1-EF57-CE99-1FF4C3311091}"/>
                </a:ext>
              </a:extLst>
            </p:cNvPr>
            <p:cNvSpPr/>
            <p:nvPr/>
          </p:nvSpPr>
          <p:spPr>
            <a:xfrm>
              <a:off x="5008880" y="5441950"/>
              <a:ext cx="10160" cy="782320"/>
            </a:xfrm>
            <a:custGeom>
              <a:avLst/>
              <a:gdLst/>
              <a:ahLst/>
              <a:cxnLst/>
              <a:rect l="l" t="t" r="r" b="b"/>
              <a:pathLst>
                <a:path w="10160" h="78232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0160" h="782320">
                  <a:moveTo>
                    <a:pt x="507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7620" y="3809"/>
                  </a:lnTo>
                  <a:lnTo>
                    <a:pt x="7620" y="2540"/>
                  </a:lnTo>
                  <a:lnTo>
                    <a:pt x="5079" y="2540"/>
                  </a:lnTo>
                  <a:lnTo>
                    <a:pt x="5079" y="1270"/>
                  </a:lnTo>
                  <a:close/>
                </a:path>
                <a:path w="10160" h="782320">
                  <a:moveTo>
                    <a:pt x="1016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0160" y="7619"/>
                  </a:lnTo>
                  <a:lnTo>
                    <a:pt x="10160" y="3810"/>
                  </a:lnTo>
                  <a:close/>
                </a:path>
                <a:path w="10160" h="782320">
                  <a:moveTo>
                    <a:pt x="10160" y="7620"/>
                  </a:moveTo>
                  <a:lnTo>
                    <a:pt x="0" y="762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7620"/>
                  </a:lnTo>
                  <a:close/>
                </a:path>
                <a:path w="10160" h="782320">
                  <a:moveTo>
                    <a:pt x="1016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0160" y="20319"/>
                  </a:lnTo>
                  <a:lnTo>
                    <a:pt x="10160" y="16510"/>
                  </a:lnTo>
                  <a:close/>
                </a:path>
                <a:path w="10160" h="782320">
                  <a:moveTo>
                    <a:pt x="10160" y="20320"/>
                  </a:moveTo>
                  <a:lnTo>
                    <a:pt x="0" y="2032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0320"/>
                  </a:lnTo>
                  <a:close/>
                </a:path>
                <a:path w="10160" h="782320">
                  <a:moveTo>
                    <a:pt x="10160" y="29210"/>
                  </a:moveTo>
                  <a:lnTo>
                    <a:pt x="0" y="2921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29210"/>
                  </a:lnTo>
                  <a:close/>
                </a:path>
                <a:path w="10160" h="782320">
                  <a:moveTo>
                    <a:pt x="1016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0160" y="39369"/>
                  </a:lnTo>
                  <a:lnTo>
                    <a:pt x="10160" y="35560"/>
                  </a:lnTo>
                  <a:close/>
                </a:path>
                <a:path w="10160" h="782320">
                  <a:moveTo>
                    <a:pt x="1016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9370"/>
                  </a:lnTo>
                  <a:close/>
                </a:path>
                <a:path w="10160" h="782320">
                  <a:moveTo>
                    <a:pt x="1016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0160" y="45719"/>
                  </a:lnTo>
                  <a:lnTo>
                    <a:pt x="10160" y="41910"/>
                  </a:lnTo>
                  <a:close/>
                </a:path>
                <a:path w="10160" h="782320">
                  <a:moveTo>
                    <a:pt x="1016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5720"/>
                  </a:lnTo>
                  <a:close/>
                </a:path>
                <a:path w="10160" h="782320">
                  <a:moveTo>
                    <a:pt x="10160" y="48260"/>
                  </a:moveTo>
                  <a:lnTo>
                    <a:pt x="0" y="4826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48260"/>
                  </a:lnTo>
                  <a:close/>
                </a:path>
                <a:path w="10160" h="782320">
                  <a:moveTo>
                    <a:pt x="10160" y="54610"/>
                  </a:moveTo>
                  <a:lnTo>
                    <a:pt x="0" y="54610"/>
                  </a:lnTo>
                  <a:lnTo>
                    <a:pt x="0" y="708660"/>
                  </a:lnTo>
                  <a:lnTo>
                    <a:pt x="10160" y="708660"/>
                  </a:lnTo>
                  <a:lnTo>
                    <a:pt x="10160" y="54610"/>
                  </a:lnTo>
                  <a:close/>
                </a:path>
                <a:path w="10160" h="782320">
                  <a:moveTo>
                    <a:pt x="5080" y="778510"/>
                  </a:moveTo>
                  <a:lnTo>
                    <a:pt x="0" y="778510"/>
                  </a:lnTo>
                  <a:lnTo>
                    <a:pt x="0" y="782320"/>
                  </a:lnTo>
                  <a:lnTo>
                    <a:pt x="1270" y="782320"/>
                  </a:lnTo>
                  <a:lnTo>
                    <a:pt x="1270" y="779780"/>
                  </a:lnTo>
                  <a:lnTo>
                    <a:pt x="5080" y="779780"/>
                  </a:lnTo>
                  <a:lnTo>
                    <a:pt x="5080" y="778510"/>
                  </a:lnTo>
                  <a:close/>
                </a:path>
                <a:path w="10160" h="782320">
                  <a:moveTo>
                    <a:pt x="10160" y="772160"/>
                  </a:moveTo>
                  <a:lnTo>
                    <a:pt x="0" y="772160"/>
                  </a:lnTo>
                  <a:lnTo>
                    <a:pt x="0" y="777240"/>
                  </a:lnTo>
                  <a:lnTo>
                    <a:pt x="10160" y="777240"/>
                  </a:lnTo>
                  <a:lnTo>
                    <a:pt x="10160" y="772160"/>
                  </a:lnTo>
                  <a:close/>
                </a:path>
                <a:path w="10160" h="782320">
                  <a:moveTo>
                    <a:pt x="10160" y="765810"/>
                  </a:moveTo>
                  <a:lnTo>
                    <a:pt x="0" y="765810"/>
                  </a:lnTo>
                  <a:lnTo>
                    <a:pt x="0" y="770890"/>
                  </a:lnTo>
                  <a:lnTo>
                    <a:pt x="10160" y="770890"/>
                  </a:lnTo>
                  <a:lnTo>
                    <a:pt x="10160" y="765810"/>
                  </a:lnTo>
                  <a:close/>
                </a:path>
                <a:path w="10160" h="782320">
                  <a:moveTo>
                    <a:pt x="10160" y="759460"/>
                  </a:moveTo>
                  <a:lnTo>
                    <a:pt x="0" y="759460"/>
                  </a:lnTo>
                  <a:lnTo>
                    <a:pt x="0" y="764540"/>
                  </a:lnTo>
                  <a:lnTo>
                    <a:pt x="10160" y="764540"/>
                  </a:lnTo>
                  <a:lnTo>
                    <a:pt x="10160" y="759460"/>
                  </a:lnTo>
                  <a:close/>
                </a:path>
                <a:path w="10160" h="782320">
                  <a:moveTo>
                    <a:pt x="10160" y="753110"/>
                  </a:moveTo>
                  <a:lnTo>
                    <a:pt x="0" y="753110"/>
                  </a:lnTo>
                  <a:lnTo>
                    <a:pt x="0" y="758190"/>
                  </a:lnTo>
                  <a:lnTo>
                    <a:pt x="10160" y="758190"/>
                  </a:lnTo>
                  <a:lnTo>
                    <a:pt x="10160" y="753110"/>
                  </a:lnTo>
                  <a:close/>
                </a:path>
                <a:path w="10160" h="782320">
                  <a:moveTo>
                    <a:pt x="10160" y="746760"/>
                  </a:moveTo>
                  <a:lnTo>
                    <a:pt x="0" y="746760"/>
                  </a:lnTo>
                  <a:lnTo>
                    <a:pt x="0" y="751840"/>
                  </a:lnTo>
                  <a:lnTo>
                    <a:pt x="10160" y="751840"/>
                  </a:lnTo>
                  <a:lnTo>
                    <a:pt x="10160" y="746760"/>
                  </a:lnTo>
                  <a:close/>
                </a:path>
                <a:path w="10160" h="782320">
                  <a:moveTo>
                    <a:pt x="10160" y="740410"/>
                  </a:moveTo>
                  <a:lnTo>
                    <a:pt x="0" y="740410"/>
                  </a:lnTo>
                  <a:lnTo>
                    <a:pt x="0" y="745490"/>
                  </a:lnTo>
                  <a:lnTo>
                    <a:pt x="10160" y="745490"/>
                  </a:lnTo>
                  <a:lnTo>
                    <a:pt x="10160" y="740410"/>
                  </a:lnTo>
                  <a:close/>
                </a:path>
                <a:path w="10160" h="782320">
                  <a:moveTo>
                    <a:pt x="10160" y="734060"/>
                  </a:moveTo>
                  <a:lnTo>
                    <a:pt x="0" y="734060"/>
                  </a:lnTo>
                  <a:lnTo>
                    <a:pt x="0" y="739140"/>
                  </a:lnTo>
                  <a:lnTo>
                    <a:pt x="10160" y="739140"/>
                  </a:lnTo>
                  <a:lnTo>
                    <a:pt x="10160" y="734060"/>
                  </a:lnTo>
                  <a:close/>
                </a:path>
                <a:path w="10160" h="782320">
                  <a:moveTo>
                    <a:pt x="10160" y="727710"/>
                  </a:moveTo>
                  <a:lnTo>
                    <a:pt x="0" y="727710"/>
                  </a:lnTo>
                  <a:lnTo>
                    <a:pt x="0" y="732790"/>
                  </a:lnTo>
                  <a:lnTo>
                    <a:pt x="10160" y="732790"/>
                  </a:lnTo>
                  <a:lnTo>
                    <a:pt x="10160" y="727710"/>
                  </a:lnTo>
                  <a:close/>
                </a:path>
                <a:path w="10160" h="782320">
                  <a:moveTo>
                    <a:pt x="10160" y="721360"/>
                  </a:moveTo>
                  <a:lnTo>
                    <a:pt x="0" y="721360"/>
                  </a:lnTo>
                  <a:lnTo>
                    <a:pt x="0" y="726440"/>
                  </a:lnTo>
                  <a:lnTo>
                    <a:pt x="10160" y="726440"/>
                  </a:lnTo>
                  <a:lnTo>
                    <a:pt x="10160" y="721360"/>
                  </a:lnTo>
                  <a:close/>
                </a:path>
                <a:path w="10160" h="782320">
                  <a:moveTo>
                    <a:pt x="10160" y="709930"/>
                  </a:moveTo>
                  <a:lnTo>
                    <a:pt x="0" y="709930"/>
                  </a:lnTo>
                  <a:lnTo>
                    <a:pt x="0" y="720090"/>
                  </a:lnTo>
                  <a:lnTo>
                    <a:pt x="10160" y="720090"/>
                  </a:lnTo>
                  <a:lnTo>
                    <a:pt x="10160" y="709930"/>
                  </a:lnTo>
                  <a:close/>
                </a:path>
              </a:pathLst>
            </a:custGeom>
            <a:solidFill>
              <a:srgbClr val="8989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987">
              <a:extLst>
                <a:ext uri="{FF2B5EF4-FFF2-40B4-BE49-F238E27FC236}">
                  <a16:creationId xmlns:a16="http://schemas.microsoft.com/office/drawing/2014/main" id="{4C98A796-22F1-E044-5D3D-72A242905763}"/>
                </a:ext>
              </a:extLst>
            </p:cNvPr>
            <p:cNvSpPr/>
            <p:nvPr/>
          </p:nvSpPr>
          <p:spPr>
            <a:xfrm>
              <a:off x="5019039" y="5447030"/>
              <a:ext cx="11430" cy="773430"/>
            </a:xfrm>
            <a:custGeom>
              <a:avLst/>
              <a:gdLst/>
              <a:ahLst/>
              <a:cxnLst/>
              <a:rect l="l" t="t" r="r" b="b"/>
              <a:pathLst>
                <a:path w="11429" h="773429">
                  <a:moveTo>
                    <a:pt x="381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6350" y="2540"/>
                  </a:lnTo>
                  <a:lnTo>
                    <a:pt x="6350" y="1270"/>
                  </a:lnTo>
                  <a:lnTo>
                    <a:pt x="3810" y="1270"/>
                  </a:lnTo>
                  <a:lnTo>
                    <a:pt x="3810" y="0"/>
                  </a:lnTo>
                  <a:close/>
                </a:path>
                <a:path w="11429" h="773429">
                  <a:moveTo>
                    <a:pt x="8889" y="2540"/>
                  </a:moveTo>
                  <a:lnTo>
                    <a:pt x="0" y="2540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3810"/>
                  </a:lnTo>
                  <a:lnTo>
                    <a:pt x="8889" y="3810"/>
                  </a:lnTo>
                  <a:lnTo>
                    <a:pt x="8889" y="2540"/>
                  </a:lnTo>
                  <a:close/>
                </a:path>
                <a:path w="11429" h="773429">
                  <a:moveTo>
                    <a:pt x="1143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30"/>
                  </a:lnTo>
                  <a:close/>
                </a:path>
                <a:path w="11429" h="773429">
                  <a:moveTo>
                    <a:pt x="11430" y="15240"/>
                  </a:moveTo>
                  <a:lnTo>
                    <a:pt x="0" y="1524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15240"/>
                  </a:lnTo>
                  <a:close/>
                </a:path>
                <a:path w="11429" h="773429">
                  <a:moveTo>
                    <a:pt x="11430" y="24130"/>
                  </a:moveTo>
                  <a:lnTo>
                    <a:pt x="0" y="24130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4130"/>
                  </a:lnTo>
                  <a:close/>
                </a:path>
                <a:path w="11429" h="773429">
                  <a:moveTo>
                    <a:pt x="1143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80"/>
                  </a:lnTo>
                  <a:close/>
                </a:path>
                <a:path w="11429" h="773429">
                  <a:moveTo>
                    <a:pt x="1143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290"/>
                  </a:lnTo>
                  <a:close/>
                </a:path>
                <a:path w="11429" h="773429">
                  <a:moveTo>
                    <a:pt x="1143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30"/>
                  </a:lnTo>
                  <a:close/>
                </a:path>
                <a:path w="11429" h="773429">
                  <a:moveTo>
                    <a:pt x="1143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40"/>
                  </a:lnTo>
                  <a:close/>
                </a:path>
                <a:path w="11429" h="773429">
                  <a:moveTo>
                    <a:pt x="11430" y="43180"/>
                  </a:moveTo>
                  <a:lnTo>
                    <a:pt x="0" y="43180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3180"/>
                  </a:lnTo>
                  <a:close/>
                </a:path>
                <a:path w="11429" h="773429">
                  <a:moveTo>
                    <a:pt x="11430" y="49530"/>
                  </a:moveTo>
                  <a:lnTo>
                    <a:pt x="0" y="49530"/>
                  </a:lnTo>
                  <a:lnTo>
                    <a:pt x="0" y="703580"/>
                  </a:lnTo>
                  <a:lnTo>
                    <a:pt x="11430" y="703580"/>
                  </a:lnTo>
                  <a:lnTo>
                    <a:pt x="11430" y="49530"/>
                  </a:lnTo>
                  <a:close/>
                </a:path>
                <a:path w="11429" h="773429">
                  <a:moveTo>
                    <a:pt x="10160" y="767080"/>
                  </a:moveTo>
                  <a:lnTo>
                    <a:pt x="0" y="767080"/>
                  </a:lnTo>
                  <a:lnTo>
                    <a:pt x="0" y="773430"/>
                  </a:lnTo>
                  <a:lnTo>
                    <a:pt x="2539" y="773430"/>
                  </a:lnTo>
                  <a:lnTo>
                    <a:pt x="2539" y="772160"/>
                  </a:lnTo>
                  <a:lnTo>
                    <a:pt x="5080" y="772160"/>
                  </a:lnTo>
                  <a:lnTo>
                    <a:pt x="5080" y="770890"/>
                  </a:lnTo>
                  <a:lnTo>
                    <a:pt x="7620" y="770890"/>
                  </a:lnTo>
                  <a:lnTo>
                    <a:pt x="7620" y="768350"/>
                  </a:lnTo>
                  <a:lnTo>
                    <a:pt x="10160" y="768350"/>
                  </a:lnTo>
                  <a:lnTo>
                    <a:pt x="10160" y="767080"/>
                  </a:lnTo>
                  <a:close/>
                </a:path>
                <a:path w="11429" h="773429">
                  <a:moveTo>
                    <a:pt x="11430" y="760730"/>
                  </a:moveTo>
                  <a:lnTo>
                    <a:pt x="0" y="760730"/>
                  </a:lnTo>
                  <a:lnTo>
                    <a:pt x="0" y="765810"/>
                  </a:lnTo>
                  <a:lnTo>
                    <a:pt x="11430" y="765810"/>
                  </a:lnTo>
                  <a:lnTo>
                    <a:pt x="11430" y="760730"/>
                  </a:lnTo>
                  <a:close/>
                </a:path>
                <a:path w="11429" h="773429">
                  <a:moveTo>
                    <a:pt x="11430" y="754380"/>
                  </a:moveTo>
                  <a:lnTo>
                    <a:pt x="0" y="754380"/>
                  </a:lnTo>
                  <a:lnTo>
                    <a:pt x="0" y="759460"/>
                  </a:lnTo>
                  <a:lnTo>
                    <a:pt x="11430" y="759460"/>
                  </a:lnTo>
                  <a:lnTo>
                    <a:pt x="11430" y="754380"/>
                  </a:lnTo>
                  <a:close/>
                </a:path>
                <a:path w="11429" h="773429">
                  <a:moveTo>
                    <a:pt x="11430" y="748030"/>
                  </a:moveTo>
                  <a:lnTo>
                    <a:pt x="0" y="748030"/>
                  </a:lnTo>
                  <a:lnTo>
                    <a:pt x="0" y="753110"/>
                  </a:lnTo>
                  <a:lnTo>
                    <a:pt x="11430" y="753110"/>
                  </a:lnTo>
                  <a:lnTo>
                    <a:pt x="11430" y="748030"/>
                  </a:lnTo>
                  <a:close/>
                </a:path>
                <a:path w="11429" h="773429">
                  <a:moveTo>
                    <a:pt x="11430" y="741680"/>
                  </a:moveTo>
                  <a:lnTo>
                    <a:pt x="0" y="741680"/>
                  </a:lnTo>
                  <a:lnTo>
                    <a:pt x="0" y="746760"/>
                  </a:lnTo>
                  <a:lnTo>
                    <a:pt x="11430" y="746760"/>
                  </a:lnTo>
                  <a:lnTo>
                    <a:pt x="11430" y="741680"/>
                  </a:lnTo>
                  <a:close/>
                </a:path>
                <a:path w="11429" h="773429">
                  <a:moveTo>
                    <a:pt x="11430" y="735330"/>
                  </a:moveTo>
                  <a:lnTo>
                    <a:pt x="0" y="735330"/>
                  </a:lnTo>
                  <a:lnTo>
                    <a:pt x="0" y="740410"/>
                  </a:lnTo>
                  <a:lnTo>
                    <a:pt x="11430" y="740410"/>
                  </a:lnTo>
                  <a:lnTo>
                    <a:pt x="11430" y="735330"/>
                  </a:lnTo>
                  <a:close/>
                </a:path>
                <a:path w="11429" h="773429">
                  <a:moveTo>
                    <a:pt x="11430" y="728980"/>
                  </a:moveTo>
                  <a:lnTo>
                    <a:pt x="0" y="728980"/>
                  </a:lnTo>
                  <a:lnTo>
                    <a:pt x="0" y="734060"/>
                  </a:lnTo>
                  <a:lnTo>
                    <a:pt x="11430" y="734060"/>
                  </a:lnTo>
                  <a:lnTo>
                    <a:pt x="11430" y="728980"/>
                  </a:lnTo>
                  <a:close/>
                </a:path>
                <a:path w="11429" h="773429">
                  <a:moveTo>
                    <a:pt x="11430" y="722630"/>
                  </a:moveTo>
                  <a:lnTo>
                    <a:pt x="0" y="722630"/>
                  </a:lnTo>
                  <a:lnTo>
                    <a:pt x="0" y="727710"/>
                  </a:lnTo>
                  <a:lnTo>
                    <a:pt x="11430" y="727710"/>
                  </a:lnTo>
                  <a:lnTo>
                    <a:pt x="11430" y="722630"/>
                  </a:lnTo>
                  <a:close/>
                </a:path>
                <a:path w="11429" h="773429">
                  <a:moveTo>
                    <a:pt x="11430" y="716280"/>
                  </a:moveTo>
                  <a:lnTo>
                    <a:pt x="0" y="716280"/>
                  </a:lnTo>
                  <a:lnTo>
                    <a:pt x="0" y="721360"/>
                  </a:lnTo>
                  <a:lnTo>
                    <a:pt x="11430" y="721360"/>
                  </a:lnTo>
                  <a:lnTo>
                    <a:pt x="11430" y="716280"/>
                  </a:lnTo>
                  <a:close/>
                </a:path>
                <a:path w="11429" h="773429">
                  <a:moveTo>
                    <a:pt x="11430" y="704850"/>
                  </a:moveTo>
                  <a:lnTo>
                    <a:pt x="0" y="704850"/>
                  </a:lnTo>
                  <a:lnTo>
                    <a:pt x="0" y="715010"/>
                  </a:lnTo>
                  <a:lnTo>
                    <a:pt x="11430" y="715010"/>
                  </a:lnTo>
                  <a:lnTo>
                    <a:pt x="11430" y="704850"/>
                  </a:lnTo>
                  <a:close/>
                </a:path>
              </a:pathLst>
            </a:custGeom>
            <a:solidFill>
              <a:srgbClr val="8989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988">
              <a:extLst>
                <a:ext uri="{FF2B5EF4-FFF2-40B4-BE49-F238E27FC236}">
                  <a16:creationId xmlns:a16="http://schemas.microsoft.com/office/drawing/2014/main" id="{F3557134-CB8A-632D-E384-23093AE67A79}"/>
                </a:ext>
              </a:extLst>
            </p:cNvPr>
            <p:cNvSpPr/>
            <p:nvPr/>
          </p:nvSpPr>
          <p:spPr>
            <a:xfrm>
              <a:off x="5030469" y="5452110"/>
              <a:ext cx="10160" cy="762000"/>
            </a:xfrm>
            <a:custGeom>
              <a:avLst/>
              <a:gdLst/>
              <a:ahLst/>
              <a:cxnLst/>
              <a:rect l="l" t="t" r="r" b="b"/>
              <a:pathLst>
                <a:path w="10160" h="762000">
                  <a:moveTo>
                    <a:pt x="2539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10159" y="6349"/>
                  </a:lnTo>
                  <a:lnTo>
                    <a:pt x="10159" y="3809"/>
                  </a:lnTo>
                  <a:lnTo>
                    <a:pt x="7619" y="3809"/>
                  </a:lnTo>
                  <a:lnTo>
                    <a:pt x="7619" y="2539"/>
                  </a:lnTo>
                  <a:lnTo>
                    <a:pt x="5079" y="2539"/>
                  </a:lnTo>
                  <a:lnTo>
                    <a:pt x="5079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10160" h="762000">
                  <a:moveTo>
                    <a:pt x="1015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59" y="10159"/>
                  </a:lnTo>
                  <a:lnTo>
                    <a:pt x="10159" y="6350"/>
                  </a:lnTo>
                  <a:close/>
                </a:path>
                <a:path w="10160" h="762000">
                  <a:moveTo>
                    <a:pt x="10159" y="10159"/>
                  </a:moveTo>
                  <a:lnTo>
                    <a:pt x="0" y="10159"/>
                  </a:lnTo>
                  <a:lnTo>
                    <a:pt x="0" y="19049"/>
                  </a:lnTo>
                  <a:lnTo>
                    <a:pt x="10159" y="19049"/>
                  </a:lnTo>
                  <a:lnTo>
                    <a:pt x="10159" y="10159"/>
                  </a:lnTo>
                  <a:close/>
                </a:path>
                <a:path w="10160" h="762000">
                  <a:moveTo>
                    <a:pt x="10159" y="19050"/>
                  </a:moveTo>
                  <a:lnTo>
                    <a:pt x="0" y="19050"/>
                  </a:lnTo>
                  <a:lnTo>
                    <a:pt x="0" y="25399"/>
                  </a:lnTo>
                  <a:lnTo>
                    <a:pt x="10159" y="25399"/>
                  </a:lnTo>
                  <a:lnTo>
                    <a:pt x="10159" y="19050"/>
                  </a:lnTo>
                  <a:close/>
                </a:path>
                <a:path w="10160" h="762000">
                  <a:moveTo>
                    <a:pt x="1015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59" y="29209"/>
                  </a:lnTo>
                  <a:lnTo>
                    <a:pt x="10159" y="25400"/>
                  </a:lnTo>
                  <a:close/>
                </a:path>
                <a:path w="10160" h="762000">
                  <a:moveTo>
                    <a:pt x="1015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59" y="31749"/>
                  </a:lnTo>
                  <a:lnTo>
                    <a:pt x="10159" y="29209"/>
                  </a:lnTo>
                  <a:close/>
                </a:path>
                <a:path w="10160" h="762000">
                  <a:moveTo>
                    <a:pt x="1015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59" y="35559"/>
                  </a:lnTo>
                  <a:lnTo>
                    <a:pt x="10159" y="31750"/>
                  </a:lnTo>
                  <a:close/>
                </a:path>
                <a:path w="10160" h="762000">
                  <a:moveTo>
                    <a:pt x="1015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59" y="38099"/>
                  </a:lnTo>
                  <a:lnTo>
                    <a:pt x="10159" y="35559"/>
                  </a:lnTo>
                  <a:close/>
                </a:path>
                <a:path w="10160" h="762000">
                  <a:moveTo>
                    <a:pt x="10159" y="38100"/>
                  </a:moveTo>
                  <a:lnTo>
                    <a:pt x="0" y="38100"/>
                  </a:lnTo>
                  <a:lnTo>
                    <a:pt x="0" y="44449"/>
                  </a:lnTo>
                  <a:lnTo>
                    <a:pt x="10159" y="44449"/>
                  </a:lnTo>
                  <a:lnTo>
                    <a:pt x="10159" y="38100"/>
                  </a:lnTo>
                  <a:close/>
                </a:path>
                <a:path w="10160" h="762000">
                  <a:moveTo>
                    <a:pt x="10159" y="44450"/>
                  </a:moveTo>
                  <a:lnTo>
                    <a:pt x="0" y="44450"/>
                  </a:lnTo>
                  <a:lnTo>
                    <a:pt x="0" y="698499"/>
                  </a:lnTo>
                  <a:lnTo>
                    <a:pt x="10159" y="698499"/>
                  </a:lnTo>
                  <a:lnTo>
                    <a:pt x="10159" y="44450"/>
                  </a:lnTo>
                  <a:close/>
                </a:path>
                <a:path w="10160" h="762000">
                  <a:moveTo>
                    <a:pt x="3809" y="760729"/>
                  </a:moveTo>
                  <a:lnTo>
                    <a:pt x="1269" y="760729"/>
                  </a:lnTo>
                  <a:lnTo>
                    <a:pt x="1269" y="761999"/>
                  </a:lnTo>
                  <a:lnTo>
                    <a:pt x="3809" y="761999"/>
                  </a:lnTo>
                  <a:lnTo>
                    <a:pt x="3809" y="760729"/>
                  </a:lnTo>
                  <a:close/>
                </a:path>
                <a:path w="10160" h="762000">
                  <a:moveTo>
                    <a:pt x="10159" y="755649"/>
                  </a:moveTo>
                  <a:lnTo>
                    <a:pt x="0" y="755649"/>
                  </a:lnTo>
                  <a:lnTo>
                    <a:pt x="0" y="760729"/>
                  </a:lnTo>
                  <a:lnTo>
                    <a:pt x="6350" y="760729"/>
                  </a:lnTo>
                  <a:lnTo>
                    <a:pt x="6350" y="759459"/>
                  </a:lnTo>
                  <a:lnTo>
                    <a:pt x="8889" y="759459"/>
                  </a:lnTo>
                  <a:lnTo>
                    <a:pt x="8890" y="756919"/>
                  </a:lnTo>
                  <a:lnTo>
                    <a:pt x="10159" y="756919"/>
                  </a:lnTo>
                  <a:lnTo>
                    <a:pt x="10159" y="755649"/>
                  </a:lnTo>
                  <a:close/>
                </a:path>
                <a:path w="10160" h="762000">
                  <a:moveTo>
                    <a:pt x="10159" y="749299"/>
                  </a:moveTo>
                  <a:lnTo>
                    <a:pt x="0" y="749299"/>
                  </a:lnTo>
                  <a:lnTo>
                    <a:pt x="0" y="754379"/>
                  </a:lnTo>
                  <a:lnTo>
                    <a:pt x="10159" y="754379"/>
                  </a:lnTo>
                  <a:lnTo>
                    <a:pt x="10159" y="749299"/>
                  </a:lnTo>
                  <a:close/>
                </a:path>
                <a:path w="10160" h="762000">
                  <a:moveTo>
                    <a:pt x="10159" y="742949"/>
                  </a:moveTo>
                  <a:lnTo>
                    <a:pt x="0" y="742949"/>
                  </a:lnTo>
                  <a:lnTo>
                    <a:pt x="0" y="748029"/>
                  </a:lnTo>
                  <a:lnTo>
                    <a:pt x="10159" y="748029"/>
                  </a:lnTo>
                  <a:lnTo>
                    <a:pt x="10159" y="742949"/>
                  </a:lnTo>
                  <a:close/>
                </a:path>
                <a:path w="10160" h="762000">
                  <a:moveTo>
                    <a:pt x="10159" y="736599"/>
                  </a:moveTo>
                  <a:lnTo>
                    <a:pt x="0" y="736599"/>
                  </a:lnTo>
                  <a:lnTo>
                    <a:pt x="0" y="741679"/>
                  </a:lnTo>
                  <a:lnTo>
                    <a:pt x="10159" y="741679"/>
                  </a:lnTo>
                  <a:lnTo>
                    <a:pt x="10159" y="736599"/>
                  </a:lnTo>
                  <a:close/>
                </a:path>
                <a:path w="10160" h="762000">
                  <a:moveTo>
                    <a:pt x="10159" y="730249"/>
                  </a:moveTo>
                  <a:lnTo>
                    <a:pt x="0" y="730249"/>
                  </a:lnTo>
                  <a:lnTo>
                    <a:pt x="0" y="735329"/>
                  </a:lnTo>
                  <a:lnTo>
                    <a:pt x="10159" y="735329"/>
                  </a:lnTo>
                  <a:lnTo>
                    <a:pt x="10159" y="730249"/>
                  </a:lnTo>
                  <a:close/>
                </a:path>
                <a:path w="10160" h="762000">
                  <a:moveTo>
                    <a:pt x="10159" y="723899"/>
                  </a:moveTo>
                  <a:lnTo>
                    <a:pt x="0" y="723899"/>
                  </a:lnTo>
                  <a:lnTo>
                    <a:pt x="0" y="728980"/>
                  </a:lnTo>
                  <a:lnTo>
                    <a:pt x="10159" y="728980"/>
                  </a:lnTo>
                  <a:lnTo>
                    <a:pt x="10159" y="723899"/>
                  </a:lnTo>
                  <a:close/>
                </a:path>
                <a:path w="10160" h="762000">
                  <a:moveTo>
                    <a:pt x="10159" y="717549"/>
                  </a:moveTo>
                  <a:lnTo>
                    <a:pt x="0" y="717549"/>
                  </a:lnTo>
                  <a:lnTo>
                    <a:pt x="0" y="722629"/>
                  </a:lnTo>
                  <a:lnTo>
                    <a:pt x="10159" y="722629"/>
                  </a:lnTo>
                  <a:lnTo>
                    <a:pt x="10159" y="717549"/>
                  </a:lnTo>
                  <a:close/>
                </a:path>
                <a:path w="10160" h="762000">
                  <a:moveTo>
                    <a:pt x="10159" y="711199"/>
                  </a:moveTo>
                  <a:lnTo>
                    <a:pt x="0" y="711199"/>
                  </a:lnTo>
                  <a:lnTo>
                    <a:pt x="0" y="716280"/>
                  </a:lnTo>
                  <a:lnTo>
                    <a:pt x="10159" y="716280"/>
                  </a:lnTo>
                  <a:lnTo>
                    <a:pt x="10159" y="711199"/>
                  </a:lnTo>
                  <a:close/>
                </a:path>
                <a:path w="10160" h="762000">
                  <a:moveTo>
                    <a:pt x="10159" y="699769"/>
                  </a:moveTo>
                  <a:lnTo>
                    <a:pt x="0" y="699769"/>
                  </a:lnTo>
                  <a:lnTo>
                    <a:pt x="0" y="709929"/>
                  </a:lnTo>
                  <a:lnTo>
                    <a:pt x="10159" y="709929"/>
                  </a:lnTo>
                  <a:lnTo>
                    <a:pt x="10159" y="699769"/>
                  </a:lnTo>
                  <a:close/>
                </a:path>
              </a:pathLst>
            </a:custGeom>
            <a:solidFill>
              <a:srgbClr val="8A8A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989">
              <a:extLst>
                <a:ext uri="{FF2B5EF4-FFF2-40B4-BE49-F238E27FC236}">
                  <a16:creationId xmlns:a16="http://schemas.microsoft.com/office/drawing/2014/main" id="{99777A4D-F51D-5E78-E7C6-28DA4BE6B517}"/>
                </a:ext>
              </a:extLst>
            </p:cNvPr>
            <p:cNvSpPr/>
            <p:nvPr/>
          </p:nvSpPr>
          <p:spPr>
            <a:xfrm>
              <a:off x="5040630" y="5457190"/>
              <a:ext cx="11430" cy="751840"/>
            </a:xfrm>
            <a:custGeom>
              <a:avLst/>
              <a:gdLst/>
              <a:ahLst/>
              <a:cxnLst/>
              <a:rect l="l" t="t" r="r" b="b"/>
              <a:pathLst>
                <a:path w="11429" h="751839">
                  <a:moveTo>
                    <a:pt x="254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2540" y="1270"/>
                  </a:lnTo>
                  <a:lnTo>
                    <a:pt x="2540" y="0"/>
                  </a:lnTo>
                  <a:close/>
                </a:path>
                <a:path w="11429" h="751839">
                  <a:moveTo>
                    <a:pt x="5080" y="1270"/>
                  </a:moveTo>
                  <a:lnTo>
                    <a:pt x="0" y="127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3810"/>
                  </a:lnTo>
                  <a:lnTo>
                    <a:pt x="7620" y="3810"/>
                  </a:lnTo>
                  <a:lnTo>
                    <a:pt x="7620" y="2540"/>
                  </a:lnTo>
                  <a:lnTo>
                    <a:pt x="5080" y="2540"/>
                  </a:lnTo>
                  <a:lnTo>
                    <a:pt x="5080" y="1270"/>
                  </a:lnTo>
                  <a:close/>
                </a:path>
                <a:path w="11429" h="751839">
                  <a:moveTo>
                    <a:pt x="11430" y="5080"/>
                  </a:moveTo>
                  <a:lnTo>
                    <a:pt x="0" y="5080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5080"/>
                  </a:lnTo>
                  <a:close/>
                </a:path>
                <a:path w="11429" h="751839">
                  <a:moveTo>
                    <a:pt x="11430" y="13970"/>
                  </a:moveTo>
                  <a:lnTo>
                    <a:pt x="0" y="13970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3970"/>
                  </a:lnTo>
                  <a:close/>
                </a:path>
                <a:path w="11429" h="751839">
                  <a:moveTo>
                    <a:pt x="11430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0320"/>
                  </a:lnTo>
                  <a:close/>
                </a:path>
                <a:path w="11429" h="751839">
                  <a:moveTo>
                    <a:pt x="11430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4130"/>
                  </a:lnTo>
                  <a:close/>
                </a:path>
                <a:path w="11429" h="751839">
                  <a:moveTo>
                    <a:pt x="11430" y="26670"/>
                  </a:moveTo>
                  <a:lnTo>
                    <a:pt x="0" y="26670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6670"/>
                  </a:lnTo>
                  <a:close/>
                </a:path>
                <a:path w="11429" h="751839">
                  <a:moveTo>
                    <a:pt x="11430" y="30480"/>
                  </a:moveTo>
                  <a:lnTo>
                    <a:pt x="0" y="30480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30480"/>
                  </a:lnTo>
                  <a:close/>
                </a:path>
                <a:path w="11429" h="751839">
                  <a:moveTo>
                    <a:pt x="11430" y="33020"/>
                  </a:moveTo>
                  <a:lnTo>
                    <a:pt x="0" y="33020"/>
                  </a:lnTo>
                  <a:lnTo>
                    <a:pt x="0" y="39370"/>
                  </a:lnTo>
                  <a:lnTo>
                    <a:pt x="11430" y="39370"/>
                  </a:lnTo>
                  <a:lnTo>
                    <a:pt x="11430" y="33020"/>
                  </a:lnTo>
                  <a:close/>
                </a:path>
                <a:path w="11429" h="751839">
                  <a:moveTo>
                    <a:pt x="11430" y="39370"/>
                  </a:moveTo>
                  <a:lnTo>
                    <a:pt x="0" y="39370"/>
                  </a:lnTo>
                  <a:lnTo>
                    <a:pt x="0" y="693420"/>
                  </a:lnTo>
                  <a:lnTo>
                    <a:pt x="11430" y="693420"/>
                  </a:lnTo>
                  <a:lnTo>
                    <a:pt x="11430" y="39370"/>
                  </a:lnTo>
                  <a:close/>
                </a:path>
                <a:path w="11429" h="751839">
                  <a:moveTo>
                    <a:pt x="1270" y="750570"/>
                  </a:moveTo>
                  <a:lnTo>
                    <a:pt x="0" y="750570"/>
                  </a:lnTo>
                  <a:lnTo>
                    <a:pt x="0" y="751840"/>
                  </a:lnTo>
                  <a:lnTo>
                    <a:pt x="1270" y="751840"/>
                  </a:lnTo>
                  <a:lnTo>
                    <a:pt x="1270" y="750570"/>
                  </a:lnTo>
                  <a:close/>
                </a:path>
                <a:path w="11429" h="751839">
                  <a:moveTo>
                    <a:pt x="6350" y="749300"/>
                  </a:moveTo>
                  <a:lnTo>
                    <a:pt x="5080" y="749300"/>
                  </a:lnTo>
                  <a:lnTo>
                    <a:pt x="5080" y="750570"/>
                  </a:lnTo>
                  <a:lnTo>
                    <a:pt x="6350" y="750570"/>
                  </a:lnTo>
                  <a:lnTo>
                    <a:pt x="6350" y="749300"/>
                  </a:lnTo>
                  <a:close/>
                </a:path>
                <a:path w="11429" h="751839">
                  <a:moveTo>
                    <a:pt x="11430" y="744220"/>
                  </a:moveTo>
                  <a:lnTo>
                    <a:pt x="0" y="744220"/>
                  </a:lnTo>
                  <a:lnTo>
                    <a:pt x="0" y="749300"/>
                  </a:lnTo>
                  <a:lnTo>
                    <a:pt x="8889" y="749300"/>
                  </a:lnTo>
                  <a:lnTo>
                    <a:pt x="8889" y="748030"/>
                  </a:lnTo>
                  <a:lnTo>
                    <a:pt x="10160" y="748030"/>
                  </a:lnTo>
                  <a:lnTo>
                    <a:pt x="10160" y="745490"/>
                  </a:lnTo>
                  <a:lnTo>
                    <a:pt x="11430" y="745490"/>
                  </a:lnTo>
                  <a:lnTo>
                    <a:pt x="11430" y="744220"/>
                  </a:lnTo>
                  <a:close/>
                </a:path>
                <a:path w="11429" h="751839">
                  <a:moveTo>
                    <a:pt x="11430" y="737870"/>
                  </a:moveTo>
                  <a:lnTo>
                    <a:pt x="0" y="737870"/>
                  </a:lnTo>
                  <a:lnTo>
                    <a:pt x="0" y="742950"/>
                  </a:lnTo>
                  <a:lnTo>
                    <a:pt x="11430" y="742950"/>
                  </a:lnTo>
                  <a:lnTo>
                    <a:pt x="11430" y="737870"/>
                  </a:lnTo>
                  <a:close/>
                </a:path>
                <a:path w="11429" h="751839">
                  <a:moveTo>
                    <a:pt x="11430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11430" y="736600"/>
                  </a:lnTo>
                  <a:lnTo>
                    <a:pt x="11430" y="731520"/>
                  </a:lnTo>
                  <a:close/>
                </a:path>
                <a:path w="11429" h="751839">
                  <a:moveTo>
                    <a:pt x="11430" y="725170"/>
                  </a:moveTo>
                  <a:lnTo>
                    <a:pt x="0" y="725170"/>
                  </a:lnTo>
                  <a:lnTo>
                    <a:pt x="0" y="730250"/>
                  </a:lnTo>
                  <a:lnTo>
                    <a:pt x="11430" y="730250"/>
                  </a:lnTo>
                  <a:lnTo>
                    <a:pt x="11430" y="725170"/>
                  </a:lnTo>
                  <a:close/>
                </a:path>
                <a:path w="11429" h="751839">
                  <a:moveTo>
                    <a:pt x="11430" y="718820"/>
                  </a:moveTo>
                  <a:lnTo>
                    <a:pt x="0" y="718820"/>
                  </a:lnTo>
                  <a:lnTo>
                    <a:pt x="0" y="723900"/>
                  </a:lnTo>
                  <a:lnTo>
                    <a:pt x="11430" y="723900"/>
                  </a:lnTo>
                  <a:lnTo>
                    <a:pt x="11430" y="718820"/>
                  </a:lnTo>
                  <a:close/>
                </a:path>
                <a:path w="11429" h="751839">
                  <a:moveTo>
                    <a:pt x="11430" y="712470"/>
                  </a:moveTo>
                  <a:lnTo>
                    <a:pt x="0" y="712470"/>
                  </a:lnTo>
                  <a:lnTo>
                    <a:pt x="0" y="717550"/>
                  </a:lnTo>
                  <a:lnTo>
                    <a:pt x="11430" y="717550"/>
                  </a:lnTo>
                  <a:lnTo>
                    <a:pt x="11430" y="712470"/>
                  </a:lnTo>
                  <a:close/>
                </a:path>
                <a:path w="11429" h="751839">
                  <a:moveTo>
                    <a:pt x="11430" y="706120"/>
                  </a:moveTo>
                  <a:lnTo>
                    <a:pt x="0" y="706120"/>
                  </a:lnTo>
                  <a:lnTo>
                    <a:pt x="0" y="711200"/>
                  </a:lnTo>
                  <a:lnTo>
                    <a:pt x="11430" y="711200"/>
                  </a:lnTo>
                  <a:lnTo>
                    <a:pt x="11430" y="706120"/>
                  </a:lnTo>
                  <a:close/>
                </a:path>
                <a:path w="11429" h="751839">
                  <a:moveTo>
                    <a:pt x="11430" y="694690"/>
                  </a:moveTo>
                  <a:lnTo>
                    <a:pt x="0" y="694690"/>
                  </a:lnTo>
                  <a:lnTo>
                    <a:pt x="0" y="704850"/>
                  </a:lnTo>
                  <a:lnTo>
                    <a:pt x="11430" y="704850"/>
                  </a:lnTo>
                  <a:lnTo>
                    <a:pt x="11430" y="694690"/>
                  </a:lnTo>
                  <a:close/>
                </a:path>
              </a:pathLst>
            </a:custGeom>
            <a:solidFill>
              <a:srgbClr val="8B8B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990">
              <a:extLst>
                <a:ext uri="{FF2B5EF4-FFF2-40B4-BE49-F238E27FC236}">
                  <a16:creationId xmlns:a16="http://schemas.microsoft.com/office/drawing/2014/main" id="{53C1ED68-D21A-154D-07C1-5CB1DAABD225}"/>
                </a:ext>
              </a:extLst>
            </p:cNvPr>
            <p:cNvSpPr/>
            <p:nvPr/>
          </p:nvSpPr>
          <p:spPr>
            <a:xfrm>
              <a:off x="5052060" y="5463540"/>
              <a:ext cx="11430" cy="739140"/>
            </a:xfrm>
            <a:custGeom>
              <a:avLst/>
              <a:gdLst/>
              <a:ahLst/>
              <a:cxnLst/>
              <a:rect l="l" t="t" r="r" b="b"/>
              <a:pathLst>
                <a:path w="11429" h="739139">
                  <a:moveTo>
                    <a:pt x="2539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1429" y="7620"/>
                  </a:lnTo>
                  <a:lnTo>
                    <a:pt x="11429" y="6350"/>
                  </a:lnTo>
                  <a:lnTo>
                    <a:pt x="10160" y="6350"/>
                  </a:lnTo>
                  <a:lnTo>
                    <a:pt x="10160" y="5080"/>
                  </a:lnTo>
                  <a:lnTo>
                    <a:pt x="8889" y="5080"/>
                  </a:lnTo>
                  <a:lnTo>
                    <a:pt x="8889" y="3810"/>
                  </a:lnTo>
                  <a:lnTo>
                    <a:pt x="6350" y="3810"/>
                  </a:lnTo>
                  <a:lnTo>
                    <a:pt x="6350" y="2540"/>
                  </a:lnTo>
                  <a:lnTo>
                    <a:pt x="3810" y="2540"/>
                  </a:lnTo>
                  <a:lnTo>
                    <a:pt x="3810" y="1270"/>
                  </a:lnTo>
                  <a:lnTo>
                    <a:pt x="2539" y="1270"/>
                  </a:lnTo>
                  <a:lnTo>
                    <a:pt x="2539" y="0"/>
                  </a:lnTo>
                  <a:close/>
                </a:path>
                <a:path w="11429" h="739139">
                  <a:moveTo>
                    <a:pt x="11429" y="7620"/>
                  </a:moveTo>
                  <a:lnTo>
                    <a:pt x="0" y="7620"/>
                  </a:lnTo>
                  <a:lnTo>
                    <a:pt x="0" y="13970"/>
                  </a:lnTo>
                  <a:lnTo>
                    <a:pt x="11429" y="13970"/>
                  </a:lnTo>
                  <a:lnTo>
                    <a:pt x="11429" y="7620"/>
                  </a:lnTo>
                  <a:close/>
                </a:path>
                <a:path w="11429" h="739139">
                  <a:moveTo>
                    <a:pt x="11429" y="13970"/>
                  </a:moveTo>
                  <a:lnTo>
                    <a:pt x="0" y="1397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3970"/>
                  </a:lnTo>
                  <a:close/>
                </a:path>
                <a:path w="11429" h="739139">
                  <a:moveTo>
                    <a:pt x="11429" y="17780"/>
                  </a:moveTo>
                  <a:lnTo>
                    <a:pt x="0" y="17780"/>
                  </a:lnTo>
                  <a:lnTo>
                    <a:pt x="0" y="20320"/>
                  </a:lnTo>
                  <a:lnTo>
                    <a:pt x="11429" y="20320"/>
                  </a:lnTo>
                  <a:lnTo>
                    <a:pt x="11429" y="17780"/>
                  </a:lnTo>
                  <a:close/>
                </a:path>
                <a:path w="11429" h="739139">
                  <a:moveTo>
                    <a:pt x="11429" y="20320"/>
                  </a:moveTo>
                  <a:lnTo>
                    <a:pt x="0" y="2032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0320"/>
                  </a:lnTo>
                  <a:close/>
                </a:path>
                <a:path w="11429" h="739139">
                  <a:moveTo>
                    <a:pt x="11429" y="24130"/>
                  </a:moveTo>
                  <a:lnTo>
                    <a:pt x="0" y="24130"/>
                  </a:lnTo>
                  <a:lnTo>
                    <a:pt x="0" y="26670"/>
                  </a:lnTo>
                  <a:lnTo>
                    <a:pt x="11429" y="26670"/>
                  </a:lnTo>
                  <a:lnTo>
                    <a:pt x="11429" y="24130"/>
                  </a:lnTo>
                  <a:close/>
                </a:path>
                <a:path w="11429" h="739139">
                  <a:moveTo>
                    <a:pt x="11429" y="26670"/>
                  </a:moveTo>
                  <a:lnTo>
                    <a:pt x="0" y="26670"/>
                  </a:lnTo>
                  <a:lnTo>
                    <a:pt x="0" y="33020"/>
                  </a:lnTo>
                  <a:lnTo>
                    <a:pt x="11429" y="33020"/>
                  </a:lnTo>
                  <a:lnTo>
                    <a:pt x="11429" y="26670"/>
                  </a:lnTo>
                  <a:close/>
                </a:path>
                <a:path w="11429" h="739139">
                  <a:moveTo>
                    <a:pt x="11429" y="33020"/>
                  </a:moveTo>
                  <a:lnTo>
                    <a:pt x="0" y="33020"/>
                  </a:lnTo>
                  <a:lnTo>
                    <a:pt x="0" y="687070"/>
                  </a:lnTo>
                  <a:lnTo>
                    <a:pt x="11429" y="687070"/>
                  </a:lnTo>
                  <a:lnTo>
                    <a:pt x="11429" y="33020"/>
                  </a:lnTo>
                  <a:close/>
                </a:path>
                <a:path w="11429" h="739139">
                  <a:moveTo>
                    <a:pt x="1270" y="737870"/>
                  </a:moveTo>
                  <a:lnTo>
                    <a:pt x="0" y="737870"/>
                  </a:lnTo>
                  <a:lnTo>
                    <a:pt x="0" y="739140"/>
                  </a:lnTo>
                  <a:lnTo>
                    <a:pt x="1270" y="739140"/>
                  </a:lnTo>
                  <a:lnTo>
                    <a:pt x="1270" y="737870"/>
                  </a:lnTo>
                  <a:close/>
                </a:path>
                <a:path w="11429" h="739139">
                  <a:moveTo>
                    <a:pt x="5079" y="736600"/>
                  </a:moveTo>
                  <a:lnTo>
                    <a:pt x="3809" y="736600"/>
                  </a:lnTo>
                  <a:lnTo>
                    <a:pt x="3809" y="737870"/>
                  </a:lnTo>
                  <a:lnTo>
                    <a:pt x="5079" y="737870"/>
                  </a:lnTo>
                  <a:lnTo>
                    <a:pt x="5079" y="736600"/>
                  </a:lnTo>
                  <a:close/>
                </a:path>
                <a:path w="11429" h="739139">
                  <a:moveTo>
                    <a:pt x="11429" y="731520"/>
                  </a:moveTo>
                  <a:lnTo>
                    <a:pt x="0" y="731520"/>
                  </a:lnTo>
                  <a:lnTo>
                    <a:pt x="0" y="736600"/>
                  </a:lnTo>
                  <a:lnTo>
                    <a:pt x="7620" y="736600"/>
                  </a:lnTo>
                  <a:lnTo>
                    <a:pt x="7620" y="735330"/>
                  </a:lnTo>
                  <a:lnTo>
                    <a:pt x="8889" y="735330"/>
                  </a:lnTo>
                  <a:lnTo>
                    <a:pt x="8889" y="732790"/>
                  </a:lnTo>
                  <a:lnTo>
                    <a:pt x="11429" y="732790"/>
                  </a:lnTo>
                  <a:lnTo>
                    <a:pt x="11429" y="731520"/>
                  </a:lnTo>
                  <a:close/>
                </a:path>
                <a:path w="11429" h="739139">
                  <a:moveTo>
                    <a:pt x="11429" y="725170"/>
                  </a:moveTo>
                  <a:lnTo>
                    <a:pt x="0" y="725170"/>
                  </a:lnTo>
                  <a:lnTo>
                    <a:pt x="0" y="730250"/>
                  </a:lnTo>
                  <a:lnTo>
                    <a:pt x="11429" y="730250"/>
                  </a:lnTo>
                  <a:lnTo>
                    <a:pt x="11429" y="725170"/>
                  </a:lnTo>
                  <a:close/>
                </a:path>
                <a:path w="11429" h="739139">
                  <a:moveTo>
                    <a:pt x="11429" y="718820"/>
                  </a:moveTo>
                  <a:lnTo>
                    <a:pt x="0" y="718820"/>
                  </a:lnTo>
                  <a:lnTo>
                    <a:pt x="0" y="723900"/>
                  </a:lnTo>
                  <a:lnTo>
                    <a:pt x="11429" y="723900"/>
                  </a:lnTo>
                  <a:lnTo>
                    <a:pt x="11429" y="718820"/>
                  </a:lnTo>
                  <a:close/>
                </a:path>
                <a:path w="11429" h="739139">
                  <a:moveTo>
                    <a:pt x="11429" y="712470"/>
                  </a:moveTo>
                  <a:lnTo>
                    <a:pt x="0" y="712470"/>
                  </a:lnTo>
                  <a:lnTo>
                    <a:pt x="0" y="717550"/>
                  </a:lnTo>
                  <a:lnTo>
                    <a:pt x="11429" y="717550"/>
                  </a:lnTo>
                  <a:lnTo>
                    <a:pt x="11429" y="712470"/>
                  </a:lnTo>
                  <a:close/>
                </a:path>
                <a:path w="11429" h="739139">
                  <a:moveTo>
                    <a:pt x="11429" y="706120"/>
                  </a:moveTo>
                  <a:lnTo>
                    <a:pt x="0" y="706120"/>
                  </a:lnTo>
                  <a:lnTo>
                    <a:pt x="0" y="711200"/>
                  </a:lnTo>
                  <a:lnTo>
                    <a:pt x="11429" y="711200"/>
                  </a:lnTo>
                  <a:lnTo>
                    <a:pt x="11429" y="706120"/>
                  </a:lnTo>
                  <a:close/>
                </a:path>
                <a:path w="11429" h="739139">
                  <a:moveTo>
                    <a:pt x="11429" y="699770"/>
                  </a:moveTo>
                  <a:lnTo>
                    <a:pt x="0" y="699770"/>
                  </a:lnTo>
                  <a:lnTo>
                    <a:pt x="0" y="704850"/>
                  </a:lnTo>
                  <a:lnTo>
                    <a:pt x="11429" y="704850"/>
                  </a:lnTo>
                  <a:lnTo>
                    <a:pt x="11429" y="699770"/>
                  </a:lnTo>
                  <a:close/>
                </a:path>
                <a:path w="11429" h="739139">
                  <a:moveTo>
                    <a:pt x="11429" y="688340"/>
                  </a:moveTo>
                  <a:lnTo>
                    <a:pt x="0" y="688340"/>
                  </a:lnTo>
                  <a:lnTo>
                    <a:pt x="0" y="698500"/>
                  </a:lnTo>
                  <a:lnTo>
                    <a:pt x="11429" y="698500"/>
                  </a:lnTo>
                  <a:lnTo>
                    <a:pt x="11429" y="688340"/>
                  </a:lnTo>
                  <a:close/>
                </a:path>
              </a:pathLst>
            </a:custGeom>
            <a:solidFill>
              <a:srgbClr val="8B8B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991">
              <a:extLst>
                <a:ext uri="{FF2B5EF4-FFF2-40B4-BE49-F238E27FC236}">
                  <a16:creationId xmlns:a16="http://schemas.microsoft.com/office/drawing/2014/main" id="{ED104D80-0D00-C865-2F4F-6ACEDAF9A0B3}"/>
                </a:ext>
              </a:extLst>
            </p:cNvPr>
            <p:cNvSpPr/>
            <p:nvPr/>
          </p:nvSpPr>
          <p:spPr>
            <a:xfrm>
              <a:off x="5063489" y="5469890"/>
              <a:ext cx="10160" cy="725170"/>
            </a:xfrm>
            <a:custGeom>
              <a:avLst/>
              <a:gdLst/>
              <a:ahLst/>
              <a:cxnLst/>
              <a:rect l="l" t="t" r="r" b="b"/>
              <a:pathLst>
                <a:path w="10160" h="725170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0160" h="725170">
                  <a:moveTo>
                    <a:pt x="2540" y="1269"/>
                  </a:moveTo>
                  <a:lnTo>
                    <a:pt x="0" y="1269"/>
                  </a:lnTo>
                  <a:lnTo>
                    <a:pt x="0" y="7619"/>
                  </a:lnTo>
                  <a:lnTo>
                    <a:pt x="10160" y="7619"/>
                  </a:lnTo>
                  <a:lnTo>
                    <a:pt x="10160" y="6349"/>
                  </a:lnTo>
                  <a:lnTo>
                    <a:pt x="7619" y="6349"/>
                  </a:lnTo>
                  <a:lnTo>
                    <a:pt x="7619" y="5079"/>
                  </a:lnTo>
                  <a:lnTo>
                    <a:pt x="6350" y="5079"/>
                  </a:lnTo>
                  <a:lnTo>
                    <a:pt x="6350" y="3809"/>
                  </a:lnTo>
                  <a:lnTo>
                    <a:pt x="5080" y="3809"/>
                  </a:lnTo>
                  <a:lnTo>
                    <a:pt x="5080" y="2539"/>
                  </a:lnTo>
                  <a:lnTo>
                    <a:pt x="2540" y="2539"/>
                  </a:lnTo>
                  <a:lnTo>
                    <a:pt x="2540" y="1269"/>
                  </a:lnTo>
                  <a:close/>
                </a:path>
                <a:path w="10160" h="725170">
                  <a:moveTo>
                    <a:pt x="10160" y="7619"/>
                  </a:moveTo>
                  <a:lnTo>
                    <a:pt x="0" y="7619"/>
                  </a:lnTo>
                  <a:lnTo>
                    <a:pt x="0" y="11429"/>
                  </a:lnTo>
                  <a:lnTo>
                    <a:pt x="10160" y="11429"/>
                  </a:lnTo>
                  <a:lnTo>
                    <a:pt x="10160" y="7619"/>
                  </a:lnTo>
                  <a:close/>
                </a:path>
                <a:path w="10160" h="725170">
                  <a:moveTo>
                    <a:pt x="10160" y="11429"/>
                  </a:moveTo>
                  <a:lnTo>
                    <a:pt x="0" y="11429"/>
                  </a:lnTo>
                  <a:lnTo>
                    <a:pt x="0" y="13969"/>
                  </a:lnTo>
                  <a:lnTo>
                    <a:pt x="10160" y="13969"/>
                  </a:lnTo>
                  <a:lnTo>
                    <a:pt x="10160" y="11429"/>
                  </a:lnTo>
                  <a:close/>
                </a:path>
                <a:path w="10160" h="725170">
                  <a:moveTo>
                    <a:pt x="10160" y="13969"/>
                  </a:moveTo>
                  <a:lnTo>
                    <a:pt x="0" y="13969"/>
                  </a:lnTo>
                  <a:lnTo>
                    <a:pt x="0" y="17779"/>
                  </a:lnTo>
                  <a:lnTo>
                    <a:pt x="10160" y="17779"/>
                  </a:lnTo>
                  <a:lnTo>
                    <a:pt x="10160" y="13969"/>
                  </a:lnTo>
                  <a:close/>
                </a:path>
                <a:path w="10160" h="725170">
                  <a:moveTo>
                    <a:pt x="10160" y="17779"/>
                  </a:moveTo>
                  <a:lnTo>
                    <a:pt x="0" y="17779"/>
                  </a:lnTo>
                  <a:lnTo>
                    <a:pt x="0" y="20319"/>
                  </a:lnTo>
                  <a:lnTo>
                    <a:pt x="10160" y="20319"/>
                  </a:lnTo>
                  <a:lnTo>
                    <a:pt x="10160" y="17779"/>
                  </a:lnTo>
                  <a:close/>
                </a:path>
                <a:path w="10160" h="725170">
                  <a:moveTo>
                    <a:pt x="10160" y="20319"/>
                  </a:moveTo>
                  <a:lnTo>
                    <a:pt x="0" y="20319"/>
                  </a:lnTo>
                  <a:lnTo>
                    <a:pt x="0" y="26669"/>
                  </a:lnTo>
                  <a:lnTo>
                    <a:pt x="10160" y="26669"/>
                  </a:lnTo>
                  <a:lnTo>
                    <a:pt x="10160" y="20319"/>
                  </a:lnTo>
                  <a:close/>
                </a:path>
                <a:path w="10160" h="725170">
                  <a:moveTo>
                    <a:pt x="10160" y="26669"/>
                  </a:moveTo>
                  <a:lnTo>
                    <a:pt x="0" y="26669"/>
                  </a:lnTo>
                  <a:lnTo>
                    <a:pt x="0" y="680719"/>
                  </a:lnTo>
                  <a:lnTo>
                    <a:pt x="10160" y="680719"/>
                  </a:lnTo>
                  <a:lnTo>
                    <a:pt x="10160" y="26669"/>
                  </a:lnTo>
                  <a:close/>
                </a:path>
                <a:path w="10160" h="725170">
                  <a:moveTo>
                    <a:pt x="3810" y="723899"/>
                  </a:moveTo>
                  <a:lnTo>
                    <a:pt x="2540" y="723899"/>
                  </a:lnTo>
                  <a:lnTo>
                    <a:pt x="2540" y="725169"/>
                  </a:lnTo>
                  <a:lnTo>
                    <a:pt x="3810" y="725169"/>
                  </a:lnTo>
                  <a:lnTo>
                    <a:pt x="3810" y="723899"/>
                  </a:lnTo>
                  <a:close/>
                </a:path>
                <a:path w="10160" h="725170">
                  <a:moveTo>
                    <a:pt x="8890" y="718819"/>
                  </a:moveTo>
                  <a:lnTo>
                    <a:pt x="0" y="718819"/>
                  </a:lnTo>
                  <a:lnTo>
                    <a:pt x="0" y="723899"/>
                  </a:lnTo>
                  <a:lnTo>
                    <a:pt x="6350" y="723899"/>
                  </a:lnTo>
                  <a:lnTo>
                    <a:pt x="6350" y="722629"/>
                  </a:lnTo>
                  <a:lnTo>
                    <a:pt x="7619" y="722629"/>
                  </a:lnTo>
                  <a:lnTo>
                    <a:pt x="7619" y="720089"/>
                  </a:lnTo>
                  <a:lnTo>
                    <a:pt x="8890" y="720089"/>
                  </a:lnTo>
                  <a:lnTo>
                    <a:pt x="8890" y="718819"/>
                  </a:lnTo>
                  <a:close/>
                </a:path>
                <a:path w="10160" h="725170">
                  <a:moveTo>
                    <a:pt x="10160" y="712469"/>
                  </a:moveTo>
                  <a:lnTo>
                    <a:pt x="0" y="712469"/>
                  </a:lnTo>
                  <a:lnTo>
                    <a:pt x="0" y="717549"/>
                  </a:lnTo>
                  <a:lnTo>
                    <a:pt x="10160" y="717549"/>
                  </a:lnTo>
                  <a:lnTo>
                    <a:pt x="10160" y="712469"/>
                  </a:lnTo>
                  <a:close/>
                </a:path>
                <a:path w="10160" h="725170">
                  <a:moveTo>
                    <a:pt x="10160" y="706119"/>
                  </a:moveTo>
                  <a:lnTo>
                    <a:pt x="0" y="706119"/>
                  </a:lnTo>
                  <a:lnTo>
                    <a:pt x="0" y="711199"/>
                  </a:lnTo>
                  <a:lnTo>
                    <a:pt x="10160" y="711199"/>
                  </a:lnTo>
                  <a:lnTo>
                    <a:pt x="10160" y="706119"/>
                  </a:lnTo>
                  <a:close/>
                </a:path>
                <a:path w="10160" h="725170">
                  <a:moveTo>
                    <a:pt x="10160" y="699769"/>
                  </a:moveTo>
                  <a:lnTo>
                    <a:pt x="0" y="699769"/>
                  </a:lnTo>
                  <a:lnTo>
                    <a:pt x="0" y="704849"/>
                  </a:lnTo>
                  <a:lnTo>
                    <a:pt x="10160" y="704849"/>
                  </a:lnTo>
                  <a:lnTo>
                    <a:pt x="10160" y="699769"/>
                  </a:lnTo>
                  <a:close/>
                </a:path>
                <a:path w="10160" h="725170">
                  <a:moveTo>
                    <a:pt x="10160" y="693419"/>
                  </a:moveTo>
                  <a:lnTo>
                    <a:pt x="0" y="693419"/>
                  </a:lnTo>
                  <a:lnTo>
                    <a:pt x="0" y="698499"/>
                  </a:lnTo>
                  <a:lnTo>
                    <a:pt x="10160" y="698499"/>
                  </a:lnTo>
                  <a:lnTo>
                    <a:pt x="10160" y="693419"/>
                  </a:lnTo>
                  <a:close/>
                </a:path>
                <a:path w="10160" h="725170">
                  <a:moveTo>
                    <a:pt x="10160" y="681989"/>
                  </a:moveTo>
                  <a:lnTo>
                    <a:pt x="0" y="681989"/>
                  </a:lnTo>
                  <a:lnTo>
                    <a:pt x="0" y="692149"/>
                  </a:lnTo>
                  <a:lnTo>
                    <a:pt x="10160" y="692149"/>
                  </a:lnTo>
                  <a:lnTo>
                    <a:pt x="10160" y="681989"/>
                  </a:lnTo>
                  <a:close/>
                </a:path>
              </a:pathLst>
            </a:custGeom>
            <a:solidFill>
              <a:srgbClr val="8C8C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992">
              <a:extLst>
                <a:ext uri="{FF2B5EF4-FFF2-40B4-BE49-F238E27FC236}">
                  <a16:creationId xmlns:a16="http://schemas.microsoft.com/office/drawing/2014/main" id="{A34A2C26-D6CF-23CB-F9D3-AD7C5A53229C}"/>
                </a:ext>
              </a:extLst>
            </p:cNvPr>
            <p:cNvSpPr/>
            <p:nvPr/>
          </p:nvSpPr>
          <p:spPr>
            <a:xfrm>
              <a:off x="5073650" y="5477510"/>
              <a:ext cx="11430" cy="711200"/>
            </a:xfrm>
            <a:custGeom>
              <a:avLst/>
              <a:gdLst/>
              <a:ahLst/>
              <a:cxnLst/>
              <a:rect l="l" t="t" r="r" b="b"/>
              <a:pathLst>
                <a:path w="11429" h="711200">
                  <a:moveTo>
                    <a:pt x="127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5079" y="3809"/>
                  </a:lnTo>
                  <a:lnTo>
                    <a:pt x="5079" y="2539"/>
                  </a:lnTo>
                  <a:lnTo>
                    <a:pt x="3810" y="2539"/>
                  </a:lnTo>
                  <a:lnTo>
                    <a:pt x="381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1429" h="711200">
                  <a:moveTo>
                    <a:pt x="635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8889" y="6349"/>
                  </a:lnTo>
                  <a:lnTo>
                    <a:pt x="8889" y="5080"/>
                  </a:lnTo>
                  <a:lnTo>
                    <a:pt x="6350" y="5080"/>
                  </a:lnTo>
                  <a:lnTo>
                    <a:pt x="6350" y="3809"/>
                  </a:lnTo>
                  <a:close/>
                </a:path>
                <a:path w="11429" h="71120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19"/>
                  </a:lnTo>
                  <a:lnTo>
                    <a:pt x="10160" y="7619"/>
                  </a:lnTo>
                  <a:lnTo>
                    <a:pt x="10160" y="6350"/>
                  </a:lnTo>
                  <a:close/>
                </a:path>
                <a:path w="11429" h="71120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711200">
                  <a:moveTo>
                    <a:pt x="11429" y="12700"/>
                  </a:moveTo>
                  <a:lnTo>
                    <a:pt x="0" y="12700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2700"/>
                  </a:lnTo>
                  <a:close/>
                </a:path>
                <a:path w="11429" h="711200">
                  <a:moveTo>
                    <a:pt x="11429" y="19050"/>
                  </a:moveTo>
                  <a:lnTo>
                    <a:pt x="0" y="19050"/>
                  </a:lnTo>
                  <a:lnTo>
                    <a:pt x="0" y="673099"/>
                  </a:lnTo>
                  <a:lnTo>
                    <a:pt x="11429" y="673099"/>
                  </a:lnTo>
                  <a:lnTo>
                    <a:pt x="11429" y="19050"/>
                  </a:lnTo>
                  <a:close/>
                </a:path>
                <a:path w="11429" h="711200">
                  <a:moveTo>
                    <a:pt x="2540" y="709929"/>
                  </a:moveTo>
                  <a:lnTo>
                    <a:pt x="1269" y="709929"/>
                  </a:lnTo>
                  <a:lnTo>
                    <a:pt x="1269" y="711199"/>
                  </a:lnTo>
                  <a:lnTo>
                    <a:pt x="2540" y="711199"/>
                  </a:lnTo>
                  <a:lnTo>
                    <a:pt x="2540" y="709929"/>
                  </a:lnTo>
                  <a:close/>
                </a:path>
                <a:path w="11429" h="711200">
                  <a:moveTo>
                    <a:pt x="7619" y="704849"/>
                  </a:moveTo>
                  <a:lnTo>
                    <a:pt x="0" y="704849"/>
                  </a:lnTo>
                  <a:lnTo>
                    <a:pt x="0" y="709929"/>
                  </a:lnTo>
                  <a:lnTo>
                    <a:pt x="5079" y="709929"/>
                  </a:lnTo>
                  <a:lnTo>
                    <a:pt x="5079" y="708659"/>
                  </a:lnTo>
                  <a:lnTo>
                    <a:pt x="6350" y="708659"/>
                  </a:lnTo>
                  <a:lnTo>
                    <a:pt x="6350" y="706119"/>
                  </a:lnTo>
                  <a:lnTo>
                    <a:pt x="7619" y="706119"/>
                  </a:lnTo>
                  <a:lnTo>
                    <a:pt x="7619" y="704849"/>
                  </a:lnTo>
                  <a:close/>
                </a:path>
                <a:path w="11429" h="711200">
                  <a:moveTo>
                    <a:pt x="11429" y="698499"/>
                  </a:moveTo>
                  <a:lnTo>
                    <a:pt x="0" y="698499"/>
                  </a:lnTo>
                  <a:lnTo>
                    <a:pt x="0" y="703580"/>
                  </a:lnTo>
                  <a:lnTo>
                    <a:pt x="10160" y="703580"/>
                  </a:lnTo>
                  <a:lnTo>
                    <a:pt x="10160" y="704849"/>
                  </a:lnTo>
                  <a:lnTo>
                    <a:pt x="11429" y="704849"/>
                  </a:lnTo>
                  <a:lnTo>
                    <a:pt x="11429" y="698499"/>
                  </a:lnTo>
                  <a:close/>
                </a:path>
                <a:path w="11429" h="711200">
                  <a:moveTo>
                    <a:pt x="11429" y="692149"/>
                  </a:moveTo>
                  <a:lnTo>
                    <a:pt x="0" y="692149"/>
                  </a:lnTo>
                  <a:lnTo>
                    <a:pt x="0" y="697229"/>
                  </a:lnTo>
                  <a:lnTo>
                    <a:pt x="11429" y="697229"/>
                  </a:lnTo>
                  <a:lnTo>
                    <a:pt x="11429" y="692149"/>
                  </a:lnTo>
                  <a:close/>
                </a:path>
                <a:path w="11429" h="711200">
                  <a:moveTo>
                    <a:pt x="11429" y="685799"/>
                  </a:moveTo>
                  <a:lnTo>
                    <a:pt x="0" y="685799"/>
                  </a:lnTo>
                  <a:lnTo>
                    <a:pt x="0" y="690880"/>
                  </a:lnTo>
                  <a:lnTo>
                    <a:pt x="11429" y="690880"/>
                  </a:lnTo>
                  <a:lnTo>
                    <a:pt x="11429" y="685799"/>
                  </a:lnTo>
                  <a:close/>
                </a:path>
                <a:path w="11429" h="711200">
                  <a:moveTo>
                    <a:pt x="11429" y="674369"/>
                  </a:moveTo>
                  <a:lnTo>
                    <a:pt x="0" y="674369"/>
                  </a:lnTo>
                  <a:lnTo>
                    <a:pt x="0" y="684529"/>
                  </a:lnTo>
                  <a:lnTo>
                    <a:pt x="11429" y="684529"/>
                  </a:lnTo>
                  <a:lnTo>
                    <a:pt x="11429" y="674369"/>
                  </a:lnTo>
                  <a:close/>
                </a:path>
              </a:pathLst>
            </a:custGeom>
            <a:solidFill>
              <a:srgbClr val="8D8D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993">
              <a:extLst>
                <a:ext uri="{FF2B5EF4-FFF2-40B4-BE49-F238E27FC236}">
                  <a16:creationId xmlns:a16="http://schemas.microsoft.com/office/drawing/2014/main" id="{876305A9-017B-642C-11EC-0AA3172337B7}"/>
                </a:ext>
              </a:extLst>
            </p:cNvPr>
            <p:cNvSpPr/>
            <p:nvPr/>
          </p:nvSpPr>
          <p:spPr>
            <a:xfrm>
              <a:off x="5085080" y="5486400"/>
              <a:ext cx="10160" cy="694690"/>
            </a:xfrm>
            <a:custGeom>
              <a:avLst/>
              <a:gdLst/>
              <a:ahLst/>
              <a:cxnLst/>
              <a:rect l="l" t="t" r="r" b="b"/>
              <a:pathLst>
                <a:path w="10160" h="694689">
                  <a:moveTo>
                    <a:pt x="127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270" y="1269"/>
                  </a:lnTo>
                  <a:lnTo>
                    <a:pt x="1270" y="0"/>
                  </a:lnTo>
                  <a:close/>
                </a:path>
                <a:path w="10160" h="694689">
                  <a:moveTo>
                    <a:pt x="127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2539" y="3809"/>
                  </a:lnTo>
                  <a:lnTo>
                    <a:pt x="2539" y="2540"/>
                  </a:lnTo>
                  <a:lnTo>
                    <a:pt x="1270" y="2540"/>
                  </a:lnTo>
                  <a:lnTo>
                    <a:pt x="1270" y="1270"/>
                  </a:lnTo>
                  <a:close/>
                </a:path>
                <a:path w="10160" h="694689">
                  <a:moveTo>
                    <a:pt x="3810" y="3810"/>
                  </a:moveTo>
                  <a:lnTo>
                    <a:pt x="0" y="3810"/>
                  </a:lnTo>
                  <a:lnTo>
                    <a:pt x="0" y="10159"/>
                  </a:lnTo>
                  <a:lnTo>
                    <a:pt x="8890" y="10159"/>
                  </a:lnTo>
                  <a:lnTo>
                    <a:pt x="8890" y="8890"/>
                  </a:lnTo>
                  <a:lnTo>
                    <a:pt x="7620" y="8890"/>
                  </a:lnTo>
                  <a:lnTo>
                    <a:pt x="7620" y="7620"/>
                  </a:lnTo>
                  <a:lnTo>
                    <a:pt x="6350" y="7620"/>
                  </a:lnTo>
                  <a:lnTo>
                    <a:pt x="6350" y="6350"/>
                  </a:lnTo>
                  <a:lnTo>
                    <a:pt x="5079" y="6350"/>
                  </a:lnTo>
                  <a:lnTo>
                    <a:pt x="5079" y="5080"/>
                  </a:lnTo>
                  <a:lnTo>
                    <a:pt x="3810" y="5080"/>
                  </a:lnTo>
                  <a:lnTo>
                    <a:pt x="3810" y="3810"/>
                  </a:lnTo>
                  <a:close/>
                </a:path>
                <a:path w="10160" h="694689">
                  <a:moveTo>
                    <a:pt x="10160" y="10160"/>
                  </a:moveTo>
                  <a:lnTo>
                    <a:pt x="0" y="10160"/>
                  </a:lnTo>
                  <a:lnTo>
                    <a:pt x="0" y="664210"/>
                  </a:lnTo>
                  <a:lnTo>
                    <a:pt x="10160" y="664210"/>
                  </a:lnTo>
                  <a:lnTo>
                    <a:pt x="10160" y="10160"/>
                  </a:lnTo>
                  <a:close/>
                </a:path>
                <a:path w="10160" h="694689">
                  <a:moveTo>
                    <a:pt x="2539" y="689610"/>
                  </a:moveTo>
                  <a:lnTo>
                    <a:pt x="0" y="689610"/>
                  </a:lnTo>
                  <a:lnTo>
                    <a:pt x="0" y="694690"/>
                  </a:lnTo>
                  <a:lnTo>
                    <a:pt x="1270" y="694690"/>
                  </a:lnTo>
                  <a:lnTo>
                    <a:pt x="1270" y="693419"/>
                  </a:lnTo>
                  <a:lnTo>
                    <a:pt x="2540" y="693419"/>
                  </a:lnTo>
                  <a:lnTo>
                    <a:pt x="2539" y="689610"/>
                  </a:lnTo>
                  <a:close/>
                </a:path>
                <a:path w="10160" h="694689">
                  <a:moveTo>
                    <a:pt x="5079" y="688340"/>
                  </a:moveTo>
                  <a:lnTo>
                    <a:pt x="3810" y="688340"/>
                  </a:lnTo>
                  <a:lnTo>
                    <a:pt x="3810" y="689610"/>
                  </a:lnTo>
                  <a:lnTo>
                    <a:pt x="5079" y="689610"/>
                  </a:lnTo>
                  <a:lnTo>
                    <a:pt x="5079" y="688340"/>
                  </a:lnTo>
                  <a:close/>
                </a:path>
                <a:path w="10160" h="694689">
                  <a:moveTo>
                    <a:pt x="8890" y="683260"/>
                  </a:moveTo>
                  <a:lnTo>
                    <a:pt x="0" y="683260"/>
                  </a:lnTo>
                  <a:lnTo>
                    <a:pt x="0" y="688340"/>
                  </a:lnTo>
                  <a:lnTo>
                    <a:pt x="6350" y="688340"/>
                  </a:lnTo>
                  <a:lnTo>
                    <a:pt x="6350" y="687069"/>
                  </a:lnTo>
                  <a:lnTo>
                    <a:pt x="7620" y="687069"/>
                  </a:lnTo>
                  <a:lnTo>
                    <a:pt x="7620" y="684530"/>
                  </a:lnTo>
                  <a:lnTo>
                    <a:pt x="8890" y="684530"/>
                  </a:lnTo>
                  <a:lnTo>
                    <a:pt x="8890" y="683260"/>
                  </a:lnTo>
                  <a:close/>
                </a:path>
                <a:path w="10160" h="694689">
                  <a:moveTo>
                    <a:pt x="10160" y="676910"/>
                  </a:moveTo>
                  <a:lnTo>
                    <a:pt x="0" y="676910"/>
                  </a:lnTo>
                  <a:lnTo>
                    <a:pt x="0" y="681990"/>
                  </a:lnTo>
                  <a:lnTo>
                    <a:pt x="8889" y="681990"/>
                  </a:lnTo>
                  <a:lnTo>
                    <a:pt x="8889" y="683260"/>
                  </a:lnTo>
                  <a:lnTo>
                    <a:pt x="10160" y="683260"/>
                  </a:lnTo>
                  <a:lnTo>
                    <a:pt x="10160" y="676910"/>
                  </a:lnTo>
                  <a:close/>
                </a:path>
                <a:path w="10160" h="694689">
                  <a:moveTo>
                    <a:pt x="10160" y="665480"/>
                  </a:moveTo>
                  <a:lnTo>
                    <a:pt x="0" y="665480"/>
                  </a:lnTo>
                  <a:lnTo>
                    <a:pt x="0" y="675640"/>
                  </a:lnTo>
                  <a:lnTo>
                    <a:pt x="10160" y="675640"/>
                  </a:lnTo>
                  <a:lnTo>
                    <a:pt x="10160" y="665480"/>
                  </a:lnTo>
                  <a:close/>
                </a:path>
              </a:pathLst>
            </a:custGeom>
            <a:solidFill>
              <a:srgbClr val="8E8E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994">
              <a:extLst>
                <a:ext uri="{FF2B5EF4-FFF2-40B4-BE49-F238E27FC236}">
                  <a16:creationId xmlns:a16="http://schemas.microsoft.com/office/drawing/2014/main" id="{117648B1-F290-2CB7-FE83-5CE51FDC5DE4}"/>
                </a:ext>
              </a:extLst>
            </p:cNvPr>
            <p:cNvSpPr/>
            <p:nvPr/>
          </p:nvSpPr>
          <p:spPr>
            <a:xfrm>
              <a:off x="5095239" y="5497830"/>
              <a:ext cx="11430" cy="670560"/>
            </a:xfrm>
            <a:custGeom>
              <a:avLst/>
              <a:gdLst/>
              <a:ahLst/>
              <a:cxnLst/>
              <a:rect l="l" t="t" r="r" b="b"/>
              <a:pathLst>
                <a:path w="11429" h="670560">
                  <a:moveTo>
                    <a:pt x="1270" y="0"/>
                  </a:moveTo>
                  <a:lnTo>
                    <a:pt x="0" y="0"/>
                  </a:lnTo>
                  <a:lnTo>
                    <a:pt x="0" y="652780"/>
                  </a:lnTo>
                  <a:lnTo>
                    <a:pt x="10160" y="652780"/>
                  </a:lnTo>
                  <a:lnTo>
                    <a:pt x="10160" y="648970"/>
                  </a:lnTo>
                  <a:lnTo>
                    <a:pt x="11430" y="648970"/>
                  </a:lnTo>
                  <a:lnTo>
                    <a:pt x="11430" y="20320"/>
                  </a:lnTo>
                  <a:lnTo>
                    <a:pt x="10160" y="20320"/>
                  </a:lnTo>
                  <a:lnTo>
                    <a:pt x="10160" y="16510"/>
                  </a:lnTo>
                  <a:lnTo>
                    <a:pt x="8889" y="16510"/>
                  </a:lnTo>
                  <a:lnTo>
                    <a:pt x="8889" y="12700"/>
                  </a:lnTo>
                  <a:lnTo>
                    <a:pt x="7620" y="12700"/>
                  </a:lnTo>
                  <a:lnTo>
                    <a:pt x="7620" y="10160"/>
                  </a:lnTo>
                  <a:lnTo>
                    <a:pt x="6350" y="10160"/>
                  </a:lnTo>
                  <a:lnTo>
                    <a:pt x="6350" y="7620"/>
                  </a:lnTo>
                  <a:lnTo>
                    <a:pt x="5080" y="7620"/>
                  </a:lnTo>
                  <a:lnTo>
                    <a:pt x="5080" y="5080"/>
                  </a:lnTo>
                  <a:lnTo>
                    <a:pt x="3810" y="5080"/>
                  </a:lnTo>
                  <a:lnTo>
                    <a:pt x="3810" y="3810"/>
                  </a:lnTo>
                  <a:lnTo>
                    <a:pt x="2539" y="3810"/>
                  </a:lnTo>
                  <a:lnTo>
                    <a:pt x="2539" y="1270"/>
                  </a:lnTo>
                  <a:lnTo>
                    <a:pt x="1270" y="1270"/>
                  </a:lnTo>
                  <a:lnTo>
                    <a:pt x="1270" y="0"/>
                  </a:lnTo>
                  <a:close/>
                </a:path>
                <a:path w="11429" h="670560">
                  <a:moveTo>
                    <a:pt x="3810" y="665480"/>
                  </a:moveTo>
                  <a:lnTo>
                    <a:pt x="0" y="665480"/>
                  </a:lnTo>
                  <a:lnTo>
                    <a:pt x="0" y="670560"/>
                  </a:lnTo>
                  <a:lnTo>
                    <a:pt x="1270" y="670560"/>
                  </a:lnTo>
                  <a:lnTo>
                    <a:pt x="1270" y="669290"/>
                  </a:lnTo>
                  <a:lnTo>
                    <a:pt x="2539" y="669290"/>
                  </a:lnTo>
                  <a:lnTo>
                    <a:pt x="2539" y="666750"/>
                  </a:lnTo>
                  <a:lnTo>
                    <a:pt x="3810" y="666750"/>
                  </a:lnTo>
                  <a:lnTo>
                    <a:pt x="3810" y="665480"/>
                  </a:lnTo>
                  <a:close/>
                </a:path>
                <a:path w="11429" h="670560">
                  <a:moveTo>
                    <a:pt x="5080" y="664210"/>
                  </a:moveTo>
                  <a:lnTo>
                    <a:pt x="3810" y="664210"/>
                  </a:lnTo>
                  <a:lnTo>
                    <a:pt x="3810" y="665480"/>
                  </a:lnTo>
                  <a:lnTo>
                    <a:pt x="5080" y="665480"/>
                  </a:lnTo>
                  <a:lnTo>
                    <a:pt x="5080" y="664210"/>
                  </a:lnTo>
                  <a:close/>
                </a:path>
                <a:path w="11429" h="670560">
                  <a:moveTo>
                    <a:pt x="8889" y="654050"/>
                  </a:moveTo>
                  <a:lnTo>
                    <a:pt x="0" y="654050"/>
                  </a:lnTo>
                  <a:lnTo>
                    <a:pt x="0" y="664210"/>
                  </a:lnTo>
                  <a:lnTo>
                    <a:pt x="6350" y="664210"/>
                  </a:lnTo>
                  <a:lnTo>
                    <a:pt x="6350" y="660400"/>
                  </a:lnTo>
                  <a:lnTo>
                    <a:pt x="7620" y="660400"/>
                  </a:lnTo>
                  <a:lnTo>
                    <a:pt x="7620" y="657860"/>
                  </a:lnTo>
                  <a:lnTo>
                    <a:pt x="8889" y="657860"/>
                  </a:lnTo>
                  <a:lnTo>
                    <a:pt x="8889" y="654050"/>
                  </a:lnTo>
                  <a:close/>
                </a:path>
              </a:pathLst>
            </a:custGeom>
            <a:solidFill>
              <a:srgbClr val="8E8E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995">
              <a:extLst>
                <a:ext uri="{FF2B5EF4-FFF2-40B4-BE49-F238E27FC236}">
                  <a16:creationId xmlns:a16="http://schemas.microsoft.com/office/drawing/2014/main" id="{6ADF341E-7DBD-A932-53FD-3592C0B7794B}"/>
                </a:ext>
              </a:extLst>
            </p:cNvPr>
            <p:cNvSpPr/>
            <p:nvPr/>
          </p:nvSpPr>
          <p:spPr>
            <a:xfrm>
              <a:off x="5106669" y="5518150"/>
              <a:ext cx="0" cy="628650"/>
            </a:xfrm>
            <a:custGeom>
              <a:avLst/>
              <a:gdLst/>
              <a:ahLst/>
              <a:cxnLst/>
              <a:rect l="l" t="t" r="r" b="b"/>
              <a:pathLst>
                <a:path h="628650">
                  <a:moveTo>
                    <a:pt x="0" y="0"/>
                  </a:moveTo>
                  <a:lnTo>
                    <a:pt x="0" y="628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0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996">
              <a:extLst>
                <a:ext uri="{FF2B5EF4-FFF2-40B4-BE49-F238E27FC236}">
                  <a16:creationId xmlns:a16="http://schemas.microsoft.com/office/drawing/2014/main" id="{F9CD6F64-01C3-8FFD-ADA5-7937AC0C3C0D}"/>
                </a:ext>
              </a:extLst>
            </p:cNvPr>
            <p:cNvSpPr/>
            <p:nvPr/>
          </p:nvSpPr>
          <p:spPr>
            <a:xfrm>
              <a:off x="4095750" y="5380990"/>
              <a:ext cx="1009650" cy="902969"/>
            </a:xfrm>
            <a:custGeom>
              <a:avLst/>
              <a:gdLst/>
              <a:ahLst/>
              <a:cxnLst/>
              <a:rect l="l" t="t" r="r" b="b"/>
              <a:pathLst>
                <a:path w="1009650" h="902970">
                  <a:moveTo>
                    <a:pt x="504189" y="0"/>
                  </a:moveTo>
                  <a:lnTo>
                    <a:pt x="436376" y="1345"/>
                  </a:lnTo>
                  <a:lnTo>
                    <a:pt x="371151" y="5262"/>
                  </a:lnTo>
                  <a:lnTo>
                    <a:pt x="309145" y="11568"/>
                  </a:lnTo>
                  <a:lnTo>
                    <a:pt x="250989" y="20084"/>
                  </a:lnTo>
                  <a:lnTo>
                    <a:pt x="197313" y="30629"/>
                  </a:lnTo>
                  <a:lnTo>
                    <a:pt x="148748" y="43021"/>
                  </a:lnTo>
                  <a:lnTo>
                    <a:pt x="105925" y="57080"/>
                  </a:lnTo>
                  <a:lnTo>
                    <a:pt x="69473" y="72625"/>
                  </a:lnTo>
                  <a:lnTo>
                    <a:pt x="18209" y="107450"/>
                  </a:lnTo>
                  <a:lnTo>
                    <a:pt x="0" y="146050"/>
                  </a:lnTo>
                  <a:lnTo>
                    <a:pt x="0" y="756920"/>
                  </a:lnTo>
                  <a:lnTo>
                    <a:pt x="18209" y="795078"/>
                  </a:lnTo>
                  <a:lnTo>
                    <a:pt x="69473" y="829780"/>
                  </a:lnTo>
                  <a:lnTo>
                    <a:pt x="105925" y="845349"/>
                  </a:lnTo>
                  <a:lnTo>
                    <a:pt x="148748" y="859472"/>
                  </a:lnTo>
                  <a:lnTo>
                    <a:pt x="197313" y="871954"/>
                  </a:lnTo>
                  <a:lnTo>
                    <a:pt x="250989" y="882602"/>
                  </a:lnTo>
                  <a:lnTo>
                    <a:pt x="309145" y="891222"/>
                  </a:lnTo>
                  <a:lnTo>
                    <a:pt x="371151" y="897619"/>
                  </a:lnTo>
                  <a:lnTo>
                    <a:pt x="436376" y="901600"/>
                  </a:lnTo>
                  <a:lnTo>
                    <a:pt x="504189" y="902970"/>
                  </a:lnTo>
                  <a:lnTo>
                    <a:pt x="572028" y="901600"/>
                  </a:lnTo>
                  <a:lnTo>
                    <a:pt x="637322" y="897619"/>
                  </a:lnTo>
                  <a:lnTo>
                    <a:pt x="699432" y="891222"/>
                  </a:lnTo>
                  <a:lnTo>
                    <a:pt x="757719" y="882602"/>
                  </a:lnTo>
                  <a:lnTo>
                    <a:pt x="811543" y="871954"/>
                  </a:lnTo>
                  <a:lnTo>
                    <a:pt x="860266" y="859472"/>
                  </a:lnTo>
                  <a:lnTo>
                    <a:pt x="903247" y="845349"/>
                  </a:lnTo>
                  <a:lnTo>
                    <a:pt x="939847" y="829780"/>
                  </a:lnTo>
                  <a:lnTo>
                    <a:pt x="991346" y="795078"/>
                  </a:lnTo>
                  <a:lnTo>
                    <a:pt x="1009650" y="756920"/>
                  </a:lnTo>
                  <a:lnTo>
                    <a:pt x="1009650" y="146050"/>
                  </a:lnTo>
                  <a:lnTo>
                    <a:pt x="991346" y="107450"/>
                  </a:lnTo>
                  <a:lnTo>
                    <a:pt x="939847" y="72625"/>
                  </a:lnTo>
                  <a:lnTo>
                    <a:pt x="903247" y="57080"/>
                  </a:lnTo>
                  <a:lnTo>
                    <a:pt x="860266" y="43021"/>
                  </a:lnTo>
                  <a:lnTo>
                    <a:pt x="811543" y="30629"/>
                  </a:lnTo>
                  <a:lnTo>
                    <a:pt x="757719" y="20084"/>
                  </a:lnTo>
                  <a:lnTo>
                    <a:pt x="699432" y="11568"/>
                  </a:lnTo>
                  <a:lnTo>
                    <a:pt x="637322" y="5262"/>
                  </a:lnTo>
                  <a:lnTo>
                    <a:pt x="572028" y="1345"/>
                  </a:lnTo>
                  <a:lnTo>
                    <a:pt x="504189" y="0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47" name="object 997">
              <a:extLst>
                <a:ext uri="{FF2B5EF4-FFF2-40B4-BE49-F238E27FC236}">
                  <a16:creationId xmlns:a16="http://schemas.microsoft.com/office/drawing/2014/main" id="{665408FC-5565-F8B5-6A2E-D612D15024EB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95750" y="5400040"/>
              <a:ext cx="270510" cy="256540"/>
            </a:xfrm>
            <a:prstGeom prst="rect">
              <a:avLst/>
            </a:prstGeom>
          </p:spPr>
        </p:pic>
        <p:sp>
          <p:nvSpPr>
            <p:cNvPr id="2148" name="object 998">
              <a:extLst>
                <a:ext uri="{FF2B5EF4-FFF2-40B4-BE49-F238E27FC236}">
                  <a16:creationId xmlns:a16="http://schemas.microsoft.com/office/drawing/2014/main" id="{8C4FC77B-8283-26C2-B9B9-07512FD42F0D}"/>
                </a:ext>
              </a:extLst>
            </p:cNvPr>
            <p:cNvSpPr/>
            <p:nvPr/>
          </p:nvSpPr>
          <p:spPr>
            <a:xfrm>
              <a:off x="4366259" y="5398770"/>
              <a:ext cx="11430" cy="259079"/>
            </a:xfrm>
            <a:custGeom>
              <a:avLst/>
              <a:gdLst/>
              <a:ahLst/>
              <a:cxnLst/>
              <a:rect l="l" t="t" r="r" b="b"/>
              <a:pathLst>
                <a:path w="11429" h="259079">
                  <a:moveTo>
                    <a:pt x="11429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1429" y="2539"/>
                  </a:lnTo>
                  <a:lnTo>
                    <a:pt x="11429" y="0"/>
                  </a:lnTo>
                  <a:close/>
                </a:path>
                <a:path w="11429" h="259079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259079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259079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259079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259079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259079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259079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259079">
                  <a:moveTo>
                    <a:pt x="1142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29" y="27939"/>
                  </a:lnTo>
                  <a:lnTo>
                    <a:pt x="11429" y="25399"/>
                  </a:lnTo>
                  <a:close/>
                </a:path>
                <a:path w="11429" h="259079">
                  <a:moveTo>
                    <a:pt x="1142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7939"/>
                  </a:lnTo>
                  <a:close/>
                </a:path>
                <a:path w="11429" h="259079">
                  <a:moveTo>
                    <a:pt x="1142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31749"/>
                  </a:lnTo>
                  <a:close/>
                </a:path>
                <a:path w="11429" h="259079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259079">
                  <a:moveTo>
                    <a:pt x="1142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29" y="40639"/>
                  </a:lnTo>
                  <a:lnTo>
                    <a:pt x="11429" y="38099"/>
                  </a:lnTo>
                  <a:close/>
                </a:path>
                <a:path w="11429" h="259079">
                  <a:moveTo>
                    <a:pt x="1142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0639"/>
                  </a:lnTo>
                  <a:close/>
                </a:path>
                <a:path w="11429" h="259079">
                  <a:moveTo>
                    <a:pt x="1142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44449"/>
                  </a:lnTo>
                  <a:close/>
                </a:path>
                <a:path w="11429" h="259079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259079">
                  <a:moveTo>
                    <a:pt x="1142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29" y="53339"/>
                  </a:lnTo>
                  <a:lnTo>
                    <a:pt x="11429" y="50799"/>
                  </a:lnTo>
                  <a:close/>
                </a:path>
                <a:path w="11429" h="259079">
                  <a:moveTo>
                    <a:pt x="1142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3339"/>
                  </a:lnTo>
                  <a:close/>
                </a:path>
                <a:path w="11429" h="259079">
                  <a:moveTo>
                    <a:pt x="1142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7149"/>
                  </a:lnTo>
                  <a:close/>
                </a:path>
                <a:path w="11429" h="259079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259079">
                  <a:moveTo>
                    <a:pt x="11429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63499"/>
                  </a:lnTo>
                  <a:close/>
                </a:path>
                <a:path w="11429" h="259079">
                  <a:moveTo>
                    <a:pt x="11429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6039"/>
                  </a:lnTo>
                  <a:close/>
                </a:path>
                <a:path w="11429" h="259079">
                  <a:moveTo>
                    <a:pt x="11429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9849"/>
                  </a:lnTo>
                  <a:close/>
                </a:path>
                <a:path w="11429" h="259079">
                  <a:moveTo>
                    <a:pt x="11429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2389"/>
                  </a:lnTo>
                  <a:close/>
                </a:path>
                <a:path w="11429" h="259079">
                  <a:moveTo>
                    <a:pt x="11429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1429" y="78739"/>
                  </a:lnTo>
                  <a:lnTo>
                    <a:pt x="11429" y="76199"/>
                  </a:lnTo>
                  <a:close/>
                </a:path>
                <a:path w="11429" h="259079">
                  <a:moveTo>
                    <a:pt x="11429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8739"/>
                  </a:lnTo>
                  <a:close/>
                </a:path>
                <a:path w="11429" h="259079">
                  <a:moveTo>
                    <a:pt x="11429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82549"/>
                  </a:lnTo>
                  <a:close/>
                </a:path>
                <a:path w="11429" h="259079">
                  <a:moveTo>
                    <a:pt x="11429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5089"/>
                  </a:lnTo>
                  <a:close/>
                </a:path>
                <a:path w="11429" h="259079">
                  <a:moveTo>
                    <a:pt x="11429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29" y="91439"/>
                  </a:lnTo>
                  <a:lnTo>
                    <a:pt x="11429" y="88899"/>
                  </a:lnTo>
                  <a:close/>
                </a:path>
                <a:path w="11429" h="259079">
                  <a:moveTo>
                    <a:pt x="11429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1439"/>
                  </a:lnTo>
                  <a:close/>
                </a:path>
                <a:path w="11429" h="259079">
                  <a:moveTo>
                    <a:pt x="11429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29" y="97789"/>
                  </a:lnTo>
                  <a:lnTo>
                    <a:pt x="11429" y="95249"/>
                  </a:lnTo>
                  <a:close/>
                </a:path>
                <a:path w="11429" h="259079">
                  <a:moveTo>
                    <a:pt x="11429" y="97789"/>
                  </a:moveTo>
                  <a:lnTo>
                    <a:pt x="0" y="97789"/>
                  </a:lnTo>
                  <a:lnTo>
                    <a:pt x="0" y="158749"/>
                  </a:lnTo>
                  <a:lnTo>
                    <a:pt x="11429" y="158749"/>
                  </a:lnTo>
                  <a:lnTo>
                    <a:pt x="11429" y="97789"/>
                  </a:lnTo>
                  <a:close/>
                </a:path>
                <a:path w="11429" h="259079">
                  <a:moveTo>
                    <a:pt x="11429" y="158749"/>
                  </a:moveTo>
                  <a:lnTo>
                    <a:pt x="0" y="158749"/>
                  </a:lnTo>
                  <a:lnTo>
                    <a:pt x="0" y="161289"/>
                  </a:lnTo>
                  <a:lnTo>
                    <a:pt x="11429" y="161289"/>
                  </a:lnTo>
                  <a:lnTo>
                    <a:pt x="11429" y="158749"/>
                  </a:lnTo>
                  <a:close/>
                </a:path>
                <a:path w="11429" h="259079">
                  <a:moveTo>
                    <a:pt x="11429" y="161289"/>
                  </a:moveTo>
                  <a:lnTo>
                    <a:pt x="0" y="161289"/>
                  </a:lnTo>
                  <a:lnTo>
                    <a:pt x="0" y="165099"/>
                  </a:lnTo>
                  <a:lnTo>
                    <a:pt x="11429" y="165099"/>
                  </a:lnTo>
                  <a:lnTo>
                    <a:pt x="11429" y="161289"/>
                  </a:lnTo>
                  <a:close/>
                </a:path>
                <a:path w="11429" h="259079">
                  <a:moveTo>
                    <a:pt x="11429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1429" y="167639"/>
                  </a:lnTo>
                  <a:lnTo>
                    <a:pt x="11429" y="165099"/>
                  </a:lnTo>
                  <a:close/>
                </a:path>
                <a:path w="11429" h="259079">
                  <a:moveTo>
                    <a:pt x="11429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1429" y="171449"/>
                  </a:lnTo>
                  <a:lnTo>
                    <a:pt x="11429" y="167639"/>
                  </a:lnTo>
                  <a:close/>
                </a:path>
                <a:path w="11429" h="259079">
                  <a:moveTo>
                    <a:pt x="11429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1429" y="173989"/>
                  </a:lnTo>
                  <a:lnTo>
                    <a:pt x="11429" y="171449"/>
                  </a:lnTo>
                  <a:close/>
                </a:path>
                <a:path w="11429" h="259079">
                  <a:moveTo>
                    <a:pt x="11429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3989"/>
                  </a:lnTo>
                  <a:close/>
                </a:path>
                <a:path w="11429" h="259079">
                  <a:moveTo>
                    <a:pt x="11429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1429" y="180339"/>
                  </a:lnTo>
                  <a:lnTo>
                    <a:pt x="11429" y="177799"/>
                  </a:lnTo>
                  <a:close/>
                </a:path>
                <a:path w="11429" h="259079">
                  <a:moveTo>
                    <a:pt x="11429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0339"/>
                  </a:lnTo>
                  <a:close/>
                </a:path>
                <a:path w="11429" h="259079">
                  <a:moveTo>
                    <a:pt x="11429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1429" y="186689"/>
                  </a:lnTo>
                  <a:lnTo>
                    <a:pt x="11429" y="184149"/>
                  </a:lnTo>
                  <a:close/>
                </a:path>
                <a:path w="11429" h="259079">
                  <a:moveTo>
                    <a:pt x="11429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6689"/>
                  </a:lnTo>
                  <a:close/>
                </a:path>
                <a:path w="11429" h="259079">
                  <a:moveTo>
                    <a:pt x="11429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1429" y="193039"/>
                  </a:lnTo>
                  <a:lnTo>
                    <a:pt x="11429" y="190499"/>
                  </a:lnTo>
                  <a:close/>
                </a:path>
                <a:path w="11429" h="259079">
                  <a:moveTo>
                    <a:pt x="11429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3039"/>
                  </a:lnTo>
                  <a:close/>
                </a:path>
                <a:path w="11429" h="259079">
                  <a:moveTo>
                    <a:pt x="11429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1429" y="199389"/>
                  </a:lnTo>
                  <a:lnTo>
                    <a:pt x="11429" y="196849"/>
                  </a:lnTo>
                  <a:close/>
                </a:path>
                <a:path w="11429" h="259079">
                  <a:moveTo>
                    <a:pt x="11429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199389"/>
                  </a:lnTo>
                  <a:close/>
                </a:path>
                <a:path w="11429" h="259079">
                  <a:moveTo>
                    <a:pt x="11429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1429" y="205739"/>
                  </a:lnTo>
                  <a:lnTo>
                    <a:pt x="11429" y="203199"/>
                  </a:lnTo>
                  <a:close/>
                </a:path>
                <a:path w="11429" h="259079">
                  <a:moveTo>
                    <a:pt x="11429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5739"/>
                  </a:lnTo>
                  <a:close/>
                </a:path>
                <a:path w="11429" h="259079">
                  <a:moveTo>
                    <a:pt x="1142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1429" y="212089"/>
                  </a:lnTo>
                  <a:lnTo>
                    <a:pt x="11429" y="209549"/>
                  </a:lnTo>
                  <a:close/>
                </a:path>
                <a:path w="11429" h="259079">
                  <a:moveTo>
                    <a:pt x="1142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2089"/>
                  </a:lnTo>
                  <a:close/>
                </a:path>
                <a:path w="11429" h="259079">
                  <a:moveTo>
                    <a:pt x="1142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1429" y="218439"/>
                  </a:lnTo>
                  <a:lnTo>
                    <a:pt x="11429" y="215899"/>
                  </a:lnTo>
                  <a:close/>
                </a:path>
                <a:path w="11429" h="259079">
                  <a:moveTo>
                    <a:pt x="1142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8439"/>
                  </a:lnTo>
                  <a:close/>
                </a:path>
                <a:path w="11429" h="259079">
                  <a:moveTo>
                    <a:pt x="1142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1429" y="224789"/>
                  </a:lnTo>
                  <a:lnTo>
                    <a:pt x="11429" y="222249"/>
                  </a:lnTo>
                  <a:close/>
                </a:path>
                <a:path w="11429" h="259079">
                  <a:moveTo>
                    <a:pt x="1142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4789"/>
                  </a:lnTo>
                  <a:close/>
                </a:path>
                <a:path w="11429" h="259079">
                  <a:moveTo>
                    <a:pt x="1142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1429" y="231139"/>
                  </a:lnTo>
                  <a:lnTo>
                    <a:pt x="11429" y="228599"/>
                  </a:lnTo>
                  <a:close/>
                </a:path>
                <a:path w="11429" h="259079">
                  <a:moveTo>
                    <a:pt x="1142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1139"/>
                  </a:lnTo>
                  <a:close/>
                </a:path>
                <a:path w="11429" h="259079">
                  <a:moveTo>
                    <a:pt x="1142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1429" y="237489"/>
                  </a:lnTo>
                  <a:lnTo>
                    <a:pt x="11429" y="234949"/>
                  </a:lnTo>
                  <a:close/>
                </a:path>
                <a:path w="11429" h="259079">
                  <a:moveTo>
                    <a:pt x="1142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7489"/>
                  </a:lnTo>
                  <a:close/>
                </a:path>
                <a:path w="11429" h="259079">
                  <a:moveTo>
                    <a:pt x="1142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1429" y="243839"/>
                  </a:lnTo>
                  <a:lnTo>
                    <a:pt x="11429" y="241299"/>
                  </a:lnTo>
                  <a:close/>
                </a:path>
                <a:path w="11429" h="259079">
                  <a:moveTo>
                    <a:pt x="1142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3839"/>
                  </a:lnTo>
                  <a:close/>
                </a:path>
                <a:path w="11429" h="259079">
                  <a:moveTo>
                    <a:pt x="1142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1429" y="250189"/>
                  </a:lnTo>
                  <a:lnTo>
                    <a:pt x="11429" y="247649"/>
                  </a:lnTo>
                  <a:close/>
                </a:path>
                <a:path w="11429" h="259079">
                  <a:moveTo>
                    <a:pt x="11429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0189"/>
                  </a:lnTo>
                  <a:close/>
                </a:path>
                <a:path w="11429" h="259079">
                  <a:moveTo>
                    <a:pt x="11429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1429" y="256539"/>
                  </a:lnTo>
                  <a:lnTo>
                    <a:pt x="11429" y="253999"/>
                  </a:lnTo>
                  <a:close/>
                </a:path>
                <a:path w="11429" h="259079">
                  <a:moveTo>
                    <a:pt x="11429" y="256539"/>
                  </a:moveTo>
                  <a:lnTo>
                    <a:pt x="0" y="256539"/>
                  </a:lnTo>
                  <a:lnTo>
                    <a:pt x="0" y="257809"/>
                  </a:lnTo>
                  <a:lnTo>
                    <a:pt x="5079" y="257809"/>
                  </a:lnTo>
                  <a:lnTo>
                    <a:pt x="5079" y="259079"/>
                  </a:lnTo>
                  <a:lnTo>
                    <a:pt x="11429" y="259079"/>
                  </a:lnTo>
                  <a:lnTo>
                    <a:pt x="11429" y="256539"/>
                  </a:lnTo>
                  <a:close/>
                </a:path>
              </a:pathLst>
            </a:custGeom>
            <a:solidFill>
              <a:srgbClr val="7E7E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999">
              <a:extLst>
                <a:ext uri="{FF2B5EF4-FFF2-40B4-BE49-F238E27FC236}">
                  <a16:creationId xmlns:a16="http://schemas.microsoft.com/office/drawing/2014/main" id="{E4C1509B-9A65-A34F-A7F8-0FA39E3A5648}"/>
                </a:ext>
              </a:extLst>
            </p:cNvPr>
            <p:cNvSpPr/>
            <p:nvPr/>
          </p:nvSpPr>
          <p:spPr>
            <a:xfrm>
              <a:off x="4377690" y="5396230"/>
              <a:ext cx="10160" cy="264160"/>
            </a:xfrm>
            <a:custGeom>
              <a:avLst/>
              <a:gdLst/>
              <a:ahLst/>
              <a:cxnLst/>
              <a:rect l="l" t="t" r="r" b="b"/>
              <a:pathLst>
                <a:path w="10160" h="264160">
                  <a:moveTo>
                    <a:pt x="10160" y="0"/>
                  </a:moveTo>
                  <a:lnTo>
                    <a:pt x="7620" y="0"/>
                  </a:lnTo>
                  <a:lnTo>
                    <a:pt x="762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264160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2641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2641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2641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264160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264160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264160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264160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264160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264160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264160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264160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264160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264160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264160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264160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264160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264160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264160">
                  <a:moveTo>
                    <a:pt x="1016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690"/>
                  </a:lnTo>
                  <a:close/>
                </a:path>
                <a:path w="10160" h="264160">
                  <a:moveTo>
                    <a:pt x="1016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30"/>
                  </a:lnTo>
                  <a:close/>
                </a:path>
                <a:path w="10160" h="264160">
                  <a:moveTo>
                    <a:pt x="1016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40"/>
                  </a:lnTo>
                  <a:close/>
                </a:path>
                <a:path w="10160" h="264160">
                  <a:moveTo>
                    <a:pt x="10160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80"/>
                  </a:lnTo>
                  <a:close/>
                </a:path>
                <a:path w="10160" h="264160">
                  <a:moveTo>
                    <a:pt x="1016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390"/>
                  </a:lnTo>
                  <a:close/>
                </a:path>
                <a:path w="10160" h="264160">
                  <a:moveTo>
                    <a:pt x="1016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30"/>
                  </a:lnTo>
                  <a:close/>
                </a:path>
                <a:path w="10160" h="264160">
                  <a:moveTo>
                    <a:pt x="1016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40"/>
                  </a:lnTo>
                  <a:close/>
                </a:path>
                <a:path w="10160" h="264160">
                  <a:moveTo>
                    <a:pt x="10160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80"/>
                  </a:lnTo>
                  <a:close/>
                </a:path>
                <a:path w="10160" h="264160">
                  <a:moveTo>
                    <a:pt x="1016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090"/>
                  </a:lnTo>
                  <a:close/>
                </a:path>
                <a:path w="10160" h="264160">
                  <a:moveTo>
                    <a:pt x="1016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30"/>
                  </a:lnTo>
                  <a:close/>
                </a:path>
                <a:path w="10160" h="264160">
                  <a:moveTo>
                    <a:pt x="1016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40"/>
                  </a:lnTo>
                  <a:close/>
                </a:path>
                <a:path w="10160" h="264160">
                  <a:moveTo>
                    <a:pt x="10160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80"/>
                  </a:lnTo>
                  <a:close/>
                </a:path>
                <a:path w="10160" h="264160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264160">
                  <a:moveTo>
                    <a:pt x="10160" y="100330"/>
                  </a:moveTo>
                  <a:lnTo>
                    <a:pt x="0" y="100330"/>
                  </a:lnTo>
                  <a:lnTo>
                    <a:pt x="0" y="161290"/>
                  </a:lnTo>
                  <a:lnTo>
                    <a:pt x="10160" y="161290"/>
                  </a:lnTo>
                  <a:lnTo>
                    <a:pt x="10160" y="100330"/>
                  </a:lnTo>
                  <a:close/>
                </a:path>
                <a:path w="10160" h="264160">
                  <a:moveTo>
                    <a:pt x="10160" y="161290"/>
                  </a:moveTo>
                  <a:lnTo>
                    <a:pt x="0" y="161290"/>
                  </a:lnTo>
                  <a:lnTo>
                    <a:pt x="0" y="163830"/>
                  </a:lnTo>
                  <a:lnTo>
                    <a:pt x="10160" y="163830"/>
                  </a:lnTo>
                  <a:lnTo>
                    <a:pt x="10160" y="161290"/>
                  </a:lnTo>
                  <a:close/>
                </a:path>
                <a:path w="10160" h="264160">
                  <a:moveTo>
                    <a:pt x="10160" y="163830"/>
                  </a:moveTo>
                  <a:lnTo>
                    <a:pt x="0" y="163830"/>
                  </a:lnTo>
                  <a:lnTo>
                    <a:pt x="0" y="167640"/>
                  </a:lnTo>
                  <a:lnTo>
                    <a:pt x="10160" y="167640"/>
                  </a:lnTo>
                  <a:lnTo>
                    <a:pt x="10160" y="163830"/>
                  </a:lnTo>
                  <a:close/>
                </a:path>
                <a:path w="10160" h="264160">
                  <a:moveTo>
                    <a:pt x="10160" y="167640"/>
                  </a:moveTo>
                  <a:lnTo>
                    <a:pt x="0" y="167640"/>
                  </a:lnTo>
                  <a:lnTo>
                    <a:pt x="0" y="170180"/>
                  </a:lnTo>
                  <a:lnTo>
                    <a:pt x="10160" y="170180"/>
                  </a:lnTo>
                  <a:lnTo>
                    <a:pt x="10160" y="167640"/>
                  </a:lnTo>
                  <a:close/>
                </a:path>
                <a:path w="10160" h="264160">
                  <a:moveTo>
                    <a:pt x="10160" y="170180"/>
                  </a:moveTo>
                  <a:lnTo>
                    <a:pt x="0" y="170180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70180"/>
                  </a:lnTo>
                  <a:close/>
                </a:path>
                <a:path w="10160" h="264160">
                  <a:moveTo>
                    <a:pt x="10160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3990"/>
                  </a:lnTo>
                  <a:close/>
                </a:path>
                <a:path w="10160" h="264160">
                  <a:moveTo>
                    <a:pt x="10160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30"/>
                  </a:lnTo>
                  <a:close/>
                </a:path>
                <a:path w="10160" h="264160">
                  <a:moveTo>
                    <a:pt x="10160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40"/>
                  </a:lnTo>
                  <a:close/>
                </a:path>
                <a:path w="10160" h="264160">
                  <a:moveTo>
                    <a:pt x="10160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80"/>
                  </a:lnTo>
                  <a:close/>
                </a:path>
                <a:path w="10160" h="264160">
                  <a:moveTo>
                    <a:pt x="10160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690"/>
                  </a:lnTo>
                  <a:close/>
                </a:path>
                <a:path w="10160" h="264160">
                  <a:moveTo>
                    <a:pt x="10160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30"/>
                  </a:lnTo>
                  <a:close/>
                </a:path>
                <a:path w="10160" h="264160">
                  <a:moveTo>
                    <a:pt x="10160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40"/>
                  </a:lnTo>
                  <a:close/>
                </a:path>
                <a:path w="10160" h="264160">
                  <a:moveTo>
                    <a:pt x="10160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80"/>
                  </a:lnTo>
                  <a:close/>
                </a:path>
                <a:path w="10160" h="264160">
                  <a:moveTo>
                    <a:pt x="10160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390"/>
                  </a:lnTo>
                  <a:close/>
                </a:path>
                <a:path w="10160" h="264160">
                  <a:moveTo>
                    <a:pt x="10160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30"/>
                  </a:lnTo>
                  <a:close/>
                </a:path>
                <a:path w="10160" h="264160">
                  <a:moveTo>
                    <a:pt x="1016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40"/>
                  </a:lnTo>
                  <a:close/>
                </a:path>
                <a:path w="10160" h="264160">
                  <a:moveTo>
                    <a:pt x="1016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80"/>
                  </a:lnTo>
                  <a:close/>
                </a:path>
                <a:path w="10160" h="264160">
                  <a:moveTo>
                    <a:pt x="1016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090"/>
                  </a:lnTo>
                  <a:close/>
                </a:path>
                <a:path w="10160" h="264160">
                  <a:moveTo>
                    <a:pt x="1016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30"/>
                  </a:lnTo>
                  <a:close/>
                </a:path>
                <a:path w="10160" h="264160">
                  <a:moveTo>
                    <a:pt x="1016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40"/>
                  </a:lnTo>
                  <a:close/>
                </a:path>
                <a:path w="10160" h="264160">
                  <a:moveTo>
                    <a:pt x="1016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80"/>
                  </a:lnTo>
                  <a:close/>
                </a:path>
                <a:path w="10160" h="264160">
                  <a:moveTo>
                    <a:pt x="1016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790"/>
                  </a:lnTo>
                  <a:close/>
                </a:path>
                <a:path w="10160" h="264160">
                  <a:moveTo>
                    <a:pt x="1016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30"/>
                  </a:lnTo>
                  <a:close/>
                </a:path>
                <a:path w="10160" h="264160">
                  <a:moveTo>
                    <a:pt x="1016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40"/>
                  </a:lnTo>
                  <a:close/>
                </a:path>
                <a:path w="10160" h="264160">
                  <a:moveTo>
                    <a:pt x="1016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80"/>
                  </a:lnTo>
                  <a:close/>
                </a:path>
                <a:path w="10160" h="264160">
                  <a:moveTo>
                    <a:pt x="1016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490"/>
                  </a:lnTo>
                  <a:close/>
                </a:path>
                <a:path w="10160" h="264160">
                  <a:moveTo>
                    <a:pt x="1016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30"/>
                  </a:lnTo>
                  <a:close/>
                </a:path>
                <a:path w="10160" h="264160">
                  <a:moveTo>
                    <a:pt x="1016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40"/>
                  </a:lnTo>
                  <a:close/>
                </a:path>
                <a:path w="10160" h="264160">
                  <a:moveTo>
                    <a:pt x="1016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80"/>
                  </a:lnTo>
                  <a:close/>
                </a:path>
                <a:path w="10160" h="264160">
                  <a:moveTo>
                    <a:pt x="10160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190"/>
                  </a:lnTo>
                  <a:close/>
                </a:path>
                <a:path w="10160" h="264160">
                  <a:moveTo>
                    <a:pt x="10160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30"/>
                  </a:lnTo>
                  <a:close/>
                </a:path>
                <a:path w="10160" h="264160">
                  <a:moveTo>
                    <a:pt x="10160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40"/>
                  </a:lnTo>
                  <a:close/>
                </a:path>
                <a:path w="10160" h="264160">
                  <a:moveTo>
                    <a:pt x="10160" y="259080"/>
                  </a:moveTo>
                  <a:lnTo>
                    <a:pt x="0" y="259080"/>
                  </a:lnTo>
                  <a:lnTo>
                    <a:pt x="0" y="261620"/>
                  </a:lnTo>
                  <a:lnTo>
                    <a:pt x="1270" y="261620"/>
                  </a:lnTo>
                  <a:lnTo>
                    <a:pt x="1270" y="262890"/>
                  </a:lnTo>
                  <a:lnTo>
                    <a:pt x="10160" y="262890"/>
                  </a:lnTo>
                  <a:lnTo>
                    <a:pt x="10160" y="259080"/>
                  </a:lnTo>
                  <a:close/>
                </a:path>
                <a:path w="10160" h="264160">
                  <a:moveTo>
                    <a:pt x="10160" y="262890"/>
                  </a:moveTo>
                  <a:lnTo>
                    <a:pt x="8889" y="262890"/>
                  </a:lnTo>
                  <a:lnTo>
                    <a:pt x="8889" y="264160"/>
                  </a:lnTo>
                  <a:lnTo>
                    <a:pt x="10160" y="264160"/>
                  </a:lnTo>
                  <a:lnTo>
                    <a:pt x="10160" y="262890"/>
                  </a:lnTo>
                  <a:close/>
                </a:path>
              </a:pathLst>
            </a:custGeom>
            <a:solidFill>
              <a:srgbClr val="7D7D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1000">
              <a:extLst>
                <a:ext uri="{FF2B5EF4-FFF2-40B4-BE49-F238E27FC236}">
                  <a16:creationId xmlns:a16="http://schemas.microsoft.com/office/drawing/2014/main" id="{9A377815-8837-4E1C-A4E9-4451A103B9E5}"/>
                </a:ext>
              </a:extLst>
            </p:cNvPr>
            <p:cNvSpPr/>
            <p:nvPr/>
          </p:nvSpPr>
          <p:spPr>
            <a:xfrm>
              <a:off x="4387850" y="5394960"/>
              <a:ext cx="11430" cy="266700"/>
            </a:xfrm>
            <a:custGeom>
              <a:avLst/>
              <a:gdLst/>
              <a:ahLst/>
              <a:cxnLst/>
              <a:rect l="l" t="t" r="r" b="b"/>
              <a:pathLst>
                <a:path w="11429" h="266700">
                  <a:moveTo>
                    <a:pt x="11429" y="0"/>
                  </a:moveTo>
                  <a:lnTo>
                    <a:pt x="5079" y="0"/>
                  </a:lnTo>
                  <a:lnTo>
                    <a:pt x="507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26670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26670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26670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26670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26670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26670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26670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26670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26670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26670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26670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26670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26670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26670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26670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26670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26670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26670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266700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26670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266700">
                  <a:moveTo>
                    <a:pt x="1142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7309"/>
                  </a:lnTo>
                  <a:close/>
                </a:path>
                <a:path w="11429" h="266700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266700">
                  <a:moveTo>
                    <a:pt x="11429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59"/>
                  </a:lnTo>
                  <a:close/>
                </a:path>
                <a:path w="11429" h="26670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266700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26670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26670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26670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26670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26670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26670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266700">
                  <a:moveTo>
                    <a:pt x="11429" y="101600"/>
                  </a:moveTo>
                  <a:lnTo>
                    <a:pt x="0" y="101600"/>
                  </a:lnTo>
                  <a:lnTo>
                    <a:pt x="0" y="162559"/>
                  </a:lnTo>
                  <a:lnTo>
                    <a:pt x="11429" y="162559"/>
                  </a:lnTo>
                  <a:lnTo>
                    <a:pt x="11429" y="101600"/>
                  </a:lnTo>
                  <a:close/>
                </a:path>
                <a:path w="11429" h="266700">
                  <a:moveTo>
                    <a:pt x="11429" y="162559"/>
                  </a:moveTo>
                  <a:lnTo>
                    <a:pt x="0" y="162559"/>
                  </a:lnTo>
                  <a:lnTo>
                    <a:pt x="0" y="165099"/>
                  </a:lnTo>
                  <a:lnTo>
                    <a:pt x="11429" y="165099"/>
                  </a:lnTo>
                  <a:lnTo>
                    <a:pt x="11429" y="162559"/>
                  </a:lnTo>
                  <a:close/>
                </a:path>
                <a:path w="11429" h="266700">
                  <a:moveTo>
                    <a:pt x="11429" y="165100"/>
                  </a:moveTo>
                  <a:lnTo>
                    <a:pt x="0" y="16510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5100"/>
                  </a:lnTo>
                  <a:close/>
                </a:path>
                <a:path w="11429" h="266700">
                  <a:moveTo>
                    <a:pt x="11429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1429" y="171449"/>
                  </a:lnTo>
                  <a:lnTo>
                    <a:pt x="11429" y="168909"/>
                  </a:lnTo>
                  <a:close/>
                </a:path>
                <a:path w="11429" h="266700">
                  <a:moveTo>
                    <a:pt x="11429" y="171450"/>
                  </a:moveTo>
                  <a:lnTo>
                    <a:pt x="0" y="17145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71450"/>
                  </a:lnTo>
                  <a:close/>
                </a:path>
                <a:path w="11429" h="266700">
                  <a:moveTo>
                    <a:pt x="11429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5259"/>
                  </a:lnTo>
                  <a:close/>
                </a:path>
                <a:path w="11429" h="266700">
                  <a:moveTo>
                    <a:pt x="11429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7800"/>
                  </a:lnTo>
                  <a:close/>
                </a:path>
                <a:path w="11429" h="266700">
                  <a:moveTo>
                    <a:pt x="11429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1609"/>
                  </a:lnTo>
                  <a:close/>
                </a:path>
                <a:path w="11429" h="266700">
                  <a:moveTo>
                    <a:pt x="11429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4150"/>
                  </a:lnTo>
                  <a:close/>
                </a:path>
                <a:path w="11429" h="266700">
                  <a:moveTo>
                    <a:pt x="1142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7959"/>
                  </a:lnTo>
                  <a:close/>
                </a:path>
                <a:path w="11429" h="266700">
                  <a:moveTo>
                    <a:pt x="1142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0500"/>
                  </a:lnTo>
                  <a:close/>
                </a:path>
                <a:path w="11429" h="266700">
                  <a:moveTo>
                    <a:pt x="11429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4309"/>
                  </a:lnTo>
                  <a:close/>
                </a:path>
                <a:path w="11429" h="266700">
                  <a:moveTo>
                    <a:pt x="11429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6850"/>
                  </a:lnTo>
                  <a:close/>
                </a:path>
                <a:path w="11429" h="266700">
                  <a:moveTo>
                    <a:pt x="1142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200659"/>
                  </a:lnTo>
                  <a:close/>
                </a:path>
                <a:path w="11429" h="266700">
                  <a:moveTo>
                    <a:pt x="1142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3200"/>
                  </a:lnTo>
                  <a:close/>
                </a:path>
                <a:path w="11429" h="266700">
                  <a:moveTo>
                    <a:pt x="1142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7009"/>
                  </a:lnTo>
                  <a:close/>
                </a:path>
                <a:path w="11429" h="266700">
                  <a:moveTo>
                    <a:pt x="1142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09550"/>
                  </a:lnTo>
                  <a:close/>
                </a:path>
                <a:path w="11429" h="266700">
                  <a:moveTo>
                    <a:pt x="1142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3359"/>
                  </a:lnTo>
                  <a:close/>
                </a:path>
                <a:path w="11429" h="266700">
                  <a:moveTo>
                    <a:pt x="1142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5900"/>
                  </a:lnTo>
                  <a:close/>
                </a:path>
                <a:path w="11429" h="266700">
                  <a:moveTo>
                    <a:pt x="1142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9709"/>
                  </a:lnTo>
                  <a:close/>
                </a:path>
                <a:path w="11429" h="266700">
                  <a:moveTo>
                    <a:pt x="1142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2250"/>
                  </a:lnTo>
                  <a:close/>
                </a:path>
                <a:path w="11429" h="266700">
                  <a:moveTo>
                    <a:pt x="1142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6059"/>
                  </a:lnTo>
                  <a:close/>
                </a:path>
                <a:path w="11429" h="266700">
                  <a:moveTo>
                    <a:pt x="1142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8600"/>
                  </a:lnTo>
                  <a:close/>
                </a:path>
                <a:path w="11429" h="266700">
                  <a:moveTo>
                    <a:pt x="1142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2409"/>
                  </a:lnTo>
                  <a:close/>
                </a:path>
                <a:path w="11429" h="266700">
                  <a:moveTo>
                    <a:pt x="1142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4950"/>
                  </a:lnTo>
                  <a:close/>
                </a:path>
                <a:path w="11429" h="266700">
                  <a:moveTo>
                    <a:pt x="1142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8759"/>
                  </a:lnTo>
                  <a:close/>
                </a:path>
                <a:path w="11429" h="266700">
                  <a:moveTo>
                    <a:pt x="1142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1300"/>
                  </a:lnTo>
                  <a:close/>
                </a:path>
                <a:path w="11429" h="266700">
                  <a:moveTo>
                    <a:pt x="1142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5109"/>
                  </a:lnTo>
                  <a:close/>
                </a:path>
                <a:path w="11429" h="266700">
                  <a:moveTo>
                    <a:pt x="1142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7650"/>
                  </a:lnTo>
                  <a:close/>
                </a:path>
                <a:path w="11429" h="266700">
                  <a:moveTo>
                    <a:pt x="11429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1459"/>
                  </a:lnTo>
                  <a:close/>
                </a:path>
                <a:path w="11429" h="266700">
                  <a:moveTo>
                    <a:pt x="1142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4000"/>
                  </a:lnTo>
                  <a:close/>
                </a:path>
                <a:path w="11429" h="266700">
                  <a:moveTo>
                    <a:pt x="1142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7809"/>
                  </a:lnTo>
                  <a:close/>
                </a:path>
                <a:path w="11429" h="266700">
                  <a:moveTo>
                    <a:pt x="11429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0350"/>
                  </a:lnTo>
                  <a:close/>
                </a:path>
                <a:path w="11429" h="266700">
                  <a:moveTo>
                    <a:pt x="11429" y="264159"/>
                  </a:moveTo>
                  <a:lnTo>
                    <a:pt x="0" y="264159"/>
                  </a:lnTo>
                  <a:lnTo>
                    <a:pt x="0" y="265429"/>
                  </a:lnTo>
                  <a:lnTo>
                    <a:pt x="6350" y="265429"/>
                  </a:lnTo>
                  <a:lnTo>
                    <a:pt x="6350" y="266699"/>
                  </a:lnTo>
                  <a:lnTo>
                    <a:pt x="11429" y="266699"/>
                  </a:lnTo>
                  <a:lnTo>
                    <a:pt x="11429" y="264159"/>
                  </a:lnTo>
                  <a:close/>
                </a:path>
              </a:pathLst>
            </a:custGeom>
            <a:solidFill>
              <a:srgbClr val="7D7D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1001">
              <a:extLst>
                <a:ext uri="{FF2B5EF4-FFF2-40B4-BE49-F238E27FC236}">
                  <a16:creationId xmlns:a16="http://schemas.microsoft.com/office/drawing/2014/main" id="{6D9AD143-D7DD-824C-0BA0-87AD0FFD6724}"/>
                </a:ext>
              </a:extLst>
            </p:cNvPr>
            <p:cNvSpPr/>
            <p:nvPr/>
          </p:nvSpPr>
          <p:spPr>
            <a:xfrm>
              <a:off x="4399279" y="5392420"/>
              <a:ext cx="10160" cy="270510"/>
            </a:xfrm>
            <a:custGeom>
              <a:avLst/>
              <a:gdLst/>
              <a:ahLst/>
              <a:cxnLst/>
              <a:rect l="l" t="t" r="r" b="b"/>
              <a:pathLst>
                <a:path w="10160" h="270510">
                  <a:moveTo>
                    <a:pt x="10160" y="0"/>
                  </a:moveTo>
                  <a:lnTo>
                    <a:pt x="6350" y="0"/>
                  </a:lnTo>
                  <a:lnTo>
                    <a:pt x="6350" y="1269"/>
                  </a:lnTo>
                  <a:lnTo>
                    <a:pt x="1270" y="1269"/>
                  </a:lnTo>
                  <a:lnTo>
                    <a:pt x="1270" y="2539"/>
                  </a:lnTo>
                  <a:lnTo>
                    <a:pt x="10160" y="2539"/>
                  </a:lnTo>
                  <a:lnTo>
                    <a:pt x="10160" y="0"/>
                  </a:lnTo>
                  <a:close/>
                </a:path>
                <a:path w="10160" h="27051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27051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27051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27051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27051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27051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27051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27051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27051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27051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27051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27051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27051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27051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27051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270510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27051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270510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270510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270510">
                  <a:moveTo>
                    <a:pt x="1016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63499"/>
                  </a:lnTo>
                  <a:close/>
                </a:path>
                <a:path w="10160" h="270510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270510">
                  <a:moveTo>
                    <a:pt x="1016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9849"/>
                  </a:lnTo>
                  <a:close/>
                </a:path>
                <a:path w="10160" h="270510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270510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270510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270510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270510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270510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270510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270510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270510">
                  <a:moveTo>
                    <a:pt x="1016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7789"/>
                  </a:lnTo>
                  <a:close/>
                </a:path>
                <a:path w="10160" h="270510">
                  <a:moveTo>
                    <a:pt x="1016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101599"/>
                  </a:lnTo>
                  <a:close/>
                </a:path>
                <a:path w="10160" h="270510">
                  <a:moveTo>
                    <a:pt x="10160" y="104139"/>
                  </a:moveTo>
                  <a:lnTo>
                    <a:pt x="0" y="10413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04139"/>
                  </a:lnTo>
                  <a:close/>
                </a:path>
                <a:path w="10160" h="270510">
                  <a:moveTo>
                    <a:pt x="10160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0160" y="167639"/>
                  </a:lnTo>
                  <a:lnTo>
                    <a:pt x="10160" y="165099"/>
                  </a:lnTo>
                  <a:close/>
                </a:path>
                <a:path w="10160" h="270510">
                  <a:moveTo>
                    <a:pt x="10160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7639"/>
                  </a:lnTo>
                  <a:close/>
                </a:path>
                <a:path w="10160" h="270510">
                  <a:moveTo>
                    <a:pt x="1016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0160" y="173989"/>
                  </a:lnTo>
                  <a:lnTo>
                    <a:pt x="10160" y="171449"/>
                  </a:lnTo>
                  <a:close/>
                </a:path>
                <a:path w="10160" h="270510">
                  <a:moveTo>
                    <a:pt x="1016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3989"/>
                  </a:lnTo>
                  <a:close/>
                </a:path>
                <a:path w="10160" h="270510">
                  <a:moveTo>
                    <a:pt x="1016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0160" y="180339"/>
                  </a:lnTo>
                  <a:lnTo>
                    <a:pt x="10160" y="177799"/>
                  </a:lnTo>
                  <a:close/>
                </a:path>
                <a:path w="10160" h="270510">
                  <a:moveTo>
                    <a:pt x="1016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0339"/>
                  </a:lnTo>
                  <a:close/>
                </a:path>
                <a:path w="10160" h="270510">
                  <a:moveTo>
                    <a:pt x="1016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0160" y="186689"/>
                  </a:lnTo>
                  <a:lnTo>
                    <a:pt x="10160" y="184149"/>
                  </a:lnTo>
                  <a:close/>
                </a:path>
                <a:path w="10160" h="270510">
                  <a:moveTo>
                    <a:pt x="1016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6689"/>
                  </a:lnTo>
                  <a:close/>
                </a:path>
                <a:path w="10160" h="270510">
                  <a:moveTo>
                    <a:pt x="1016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0160" y="193039"/>
                  </a:lnTo>
                  <a:lnTo>
                    <a:pt x="10160" y="190499"/>
                  </a:lnTo>
                  <a:close/>
                </a:path>
                <a:path w="10160" h="270510">
                  <a:moveTo>
                    <a:pt x="1016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3039"/>
                  </a:lnTo>
                  <a:close/>
                </a:path>
                <a:path w="10160" h="270510">
                  <a:moveTo>
                    <a:pt x="1016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0160" y="199389"/>
                  </a:lnTo>
                  <a:lnTo>
                    <a:pt x="10160" y="196849"/>
                  </a:lnTo>
                  <a:close/>
                </a:path>
                <a:path w="10160" h="270510">
                  <a:moveTo>
                    <a:pt x="1016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199389"/>
                  </a:lnTo>
                  <a:close/>
                </a:path>
                <a:path w="10160" h="270510">
                  <a:moveTo>
                    <a:pt x="1016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0160" y="205739"/>
                  </a:lnTo>
                  <a:lnTo>
                    <a:pt x="10160" y="203199"/>
                  </a:lnTo>
                  <a:close/>
                </a:path>
                <a:path w="10160" h="270510">
                  <a:moveTo>
                    <a:pt x="1016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5739"/>
                  </a:lnTo>
                  <a:close/>
                </a:path>
                <a:path w="10160" h="270510">
                  <a:moveTo>
                    <a:pt x="1016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0160" y="212089"/>
                  </a:lnTo>
                  <a:lnTo>
                    <a:pt x="10160" y="209549"/>
                  </a:lnTo>
                  <a:close/>
                </a:path>
                <a:path w="10160" h="270510">
                  <a:moveTo>
                    <a:pt x="1016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2089"/>
                  </a:lnTo>
                  <a:close/>
                </a:path>
                <a:path w="10160" h="270510">
                  <a:moveTo>
                    <a:pt x="1016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0160" y="218439"/>
                  </a:lnTo>
                  <a:lnTo>
                    <a:pt x="10160" y="215899"/>
                  </a:lnTo>
                  <a:close/>
                </a:path>
                <a:path w="10160" h="270510">
                  <a:moveTo>
                    <a:pt x="1016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8439"/>
                  </a:lnTo>
                  <a:close/>
                </a:path>
                <a:path w="10160" h="270510">
                  <a:moveTo>
                    <a:pt x="1016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0160" y="224789"/>
                  </a:lnTo>
                  <a:lnTo>
                    <a:pt x="10160" y="222249"/>
                  </a:lnTo>
                  <a:close/>
                </a:path>
                <a:path w="10160" h="270510">
                  <a:moveTo>
                    <a:pt x="1016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4789"/>
                  </a:lnTo>
                  <a:close/>
                </a:path>
                <a:path w="10160" h="270510">
                  <a:moveTo>
                    <a:pt x="1016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0160" y="231139"/>
                  </a:lnTo>
                  <a:lnTo>
                    <a:pt x="10160" y="228599"/>
                  </a:lnTo>
                  <a:close/>
                </a:path>
                <a:path w="10160" h="270510">
                  <a:moveTo>
                    <a:pt x="1016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1139"/>
                  </a:lnTo>
                  <a:close/>
                </a:path>
                <a:path w="10160" h="270510">
                  <a:moveTo>
                    <a:pt x="1016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0160" y="237489"/>
                  </a:lnTo>
                  <a:lnTo>
                    <a:pt x="10160" y="234949"/>
                  </a:lnTo>
                  <a:close/>
                </a:path>
                <a:path w="10160" h="270510">
                  <a:moveTo>
                    <a:pt x="1016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7489"/>
                  </a:lnTo>
                  <a:close/>
                </a:path>
                <a:path w="10160" h="270510">
                  <a:moveTo>
                    <a:pt x="1016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0160" y="243839"/>
                  </a:lnTo>
                  <a:lnTo>
                    <a:pt x="10160" y="241299"/>
                  </a:lnTo>
                  <a:close/>
                </a:path>
                <a:path w="10160" h="270510">
                  <a:moveTo>
                    <a:pt x="1016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3839"/>
                  </a:lnTo>
                  <a:close/>
                </a:path>
                <a:path w="10160" h="270510">
                  <a:moveTo>
                    <a:pt x="1016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0160" y="250189"/>
                  </a:lnTo>
                  <a:lnTo>
                    <a:pt x="10160" y="247649"/>
                  </a:lnTo>
                  <a:close/>
                </a:path>
                <a:path w="10160" h="270510">
                  <a:moveTo>
                    <a:pt x="1016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0189"/>
                  </a:lnTo>
                  <a:close/>
                </a:path>
                <a:path w="10160" h="270510">
                  <a:moveTo>
                    <a:pt x="1016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0160" y="256539"/>
                  </a:lnTo>
                  <a:lnTo>
                    <a:pt x="10160" y="253999"/>
                  </a:lnTo>
                  <a:close/>
                </a:path>
                <a:path w="10160" h="270510">
                  <a:moveTo>
                    <a:pt x="10160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6539"/>
                  </a:lnTo>
                  <a:close/>
                </a:path>
                <a:path w="10160" h="270510">
                  <a:moveTo>
                    <a:pt x="10160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0160" y="262889"/>
                  </a:lnTo>
                  <a:lnTo>
                    <a:pt x="10160" y="260349"/>
                  </a:lnTo>
                  <a:close/>
                </a:path>
                <a:path w="10160" h="270510">
                  <a:moveTo>
                    <a:pt x="10160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0160" y="266699"/>
                  </a:lnTo>
                  <a:lnTo>
                    <a:pt x="10160" y="262889"/>
                  </a:lnTo>
                  <a:close/>
                </a:path>
                <a:path w="10160" h="270510">
                  <a:moveTo>
                    <a:pt x="10160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0160" y="269239"/>
                  </a:lnTo>
                  <a:lnTo>
                    <a:pt x="10160" y="266699"/>
                  </a:lnTo>
                  <a:close/>
                </a:path>
                <a:path w="10160" h="270510">
                  <a:moveTo>
                    <a:pt x="10160" y="269239"/>
                  </a:moveTo>
                  <a:lnTo>
                    <a:pt x="6350" y="269239"/>
                  </a:lnTo>
                  <a:lnTo>
                    <a:pt x="6350" y="270509"/>
                  </a:lnTo>
                  <a:lnTo>
                    <a:pt x="10160" y="270509"/>
                  </a:lnTo>
                  <a:lnTo>
                    <a:pt x="10160" y="269239"/>
                  </a:lnTo>
                  <a:close/>
                </a:path>
              </a:pathLst>
            </a:custGeom>
            <a:solidFill>
              <a:srgbClr val="7C7C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1002">
              <a:extLst>
                <a:ext uri="{FF2B5EF4-FFF2-40B4-BE49-F238E27FC236}">
                  <a16:creationId xmlns:a16="http://schemas.microsoft.com/office/drawing/2014/main" id="{092D2434-2902-FAAE-50C7-11E0BB736E7C}"/>
                </a:ext>
              </a:extLst>
            </p:cNvPr>
            <p:cNvSpPr/>
            <p:nvPr/>
          </p:nvSpPr>
          <p:spPr>
            <a:xfrm>
              <a:off x="4409440" y="5392420"/>
              <a:ext cx="11430" cy="271780"/>
            </a:xfrm>
            <a:custGeom>
              <a:avLst/>
              <a:gdLst/>
              <a:ahLst/>
              <a:cxnLst/>
              <a:rect l="l" t="t" r="r" b="b"/>
              <a:pathLst>
                <a:path w="11429" h="271779">
                  <a:moveTo>
                    <a:pt x="1143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430" y="2539"/>
                  </a:lnTo>
                  <a:lnTo>
                    <a:pt x="11430" y="0"/>
                  </a:lnTo>
                  <a:close/>
                </a:path>
                <a:path w="11429" h="271779">
                  <a:moveTo>
                    <a:pt x="1143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271779">
                  <a:moveTo>
                    <a:pt x="1143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30" y="8889"/>
                  </a:lnTo>
                  <a:lnTo>
                    <a:pt x="11430" y="6349"/>
                  </a:lnTo>
                  <a:close/>
                </a:path>
                <a:path w="11429" h="271779">
                  <a:moveTo>
                    <a:pt x="1143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8889"/>
                  </a:lnTo>
                  <a:close/>
                </a:path>
                <a:path w="11429" h="271779">
                  <a:moveTo>
                    <a:pt x="1143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12699"/>
                  </a:lnTo>
                  <a:close/>
                </a:path>
                <a:path w="11429" h="271779">
                  <a:moveTo>
                    <a:pt x="1143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39"/>
                  </a:lnTo>
                  <a:close/>
                </a:path>
                <a:path w="11429" h="271779">
                  <a:moveTo>
                    <a:pt x="1143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30" y="21589"/>
                  </a:lnTo>
                  <a:lnTo>
                    <a:pt x="11430" y="19049"/>
                  </a:lnTo>
                  <a:close/>
                </a:path>
                <a:path w="11429" h="271779">
                  <a:moveTo>
                    <a:pt x="1143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1589"/>
                  </a:lnTo>
                  <a:close/>
                </a:path>
                <a:path w="11429" h="271779">
                  <a:moveTo>
                    <a:pt x="1143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25399"/>
                  </a:lnTo>
                  <a:close/>
                </a:path>
                <a:path w="11429" h="271779">
                  <a:moveTo>
                    <a:pt x="1143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7939"/>
                  </a:lnTo>
                  <a:close/>
                </a:path>
                <a:path w="11429" h="271779">
                  <a:moveTo>
                    <a:pt x="1143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30" y="34289"/>
                  </a:lnTo>
                  <a:lnTo>
                    <a:pt x="11430" y="31749"/>
                  </a:lnTo>
                  <a:close/>
                </a:path>
                <a:path w="11429" h="271779">
                  <a:moveTo>
                    <a:pt x="1143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4289"/>
                  </a:lnTo>
                  <a:close/>
                </a:path>
                <a:path w="11429" h="271779">
                  <a:moveTo>
                    <a:pt x="1143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30" y="40639"/>
                  </a:lnTo>
                  <a:lnTo>
                    <a:pt x="11430" y="38099"/>
                  </a:lnTo>
                  <a:close/>
                </a:path>
                <a:path w="11429" h="271779">
                  <a:moveTo>
                    <a:pt x="1143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0639"/>
                  </a:lnTo>
                  <a:close/>
                </a:path>
                <a:path w="11429" h="271779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271779">
                  <a:moveTo>
                    <a:pt x="1143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6989"/>
                  </a:lnTo>
                  <a:close/>
                </a:path>
                <a:path w="11429" h="271779">
                  <a:moveTo>
                    <a:pt x="1143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50799"/>
                  </a:lnTo>
                  <a:close/>
                </a:path>
                <a:path w="11429" h="271779">
                  <a:moveTo>
                    <a:pt x="1143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53339"/>
                  </a:lnTo>
                  <a:close/>
                </a:path>
                <a:path w="11429" h="271779">
                  <a:moveTo>
                    <a:pt x="1143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30" y="59689"/>
                  </a:lnTo>
                  <a:lnTo>
                    <a:pt x="11430" y="57149"/>
                  </a:lnTo>
                  <a:close/>
                </a:path>
                <a:path w="11429" h="271779">
                  <a:moveTo>
                    <a:pt x="1143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9689"/>
                  </a:lnTo>
                  <a:close/>
                </a:path>
                <a:path w="11429" h="271779">
                  <a:moveTo>
                    <a:pt x="1143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30" y="66039"/>
                  </a:lnTo>
                  <a:lnTo>
                    <a:pt x="11430" y="63499"/>
                  </a:lnTo>
                  <a:close/>
                </a:path>
                <a:path w="11429" h="271779">
                  <a:moveTo>
                    <a:pt x="1143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6039"/>
                  </a:lnTo>
                  <a:close/>
                </a:path>
                <a:path w="11429" h="271779">
                  <a:moveTo>
                    <a:pt x="1143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1430" y="72389"/>
                  </a:lnTo>
                  <a:lnTo>
                    <a:pt x="11430" y="69849"/>
                  </a:lnTo>
                  <a:close/>
                </a:path>
                <a:path w="11429" h="271779">
                  <a:moveTo>
                    <a:pt x="1143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72389"/>
                  </a:lnTo>
                  <a:close/>
                </a:path>
                <a:path w="11429" h="271779">
                  <a:moveTo>
                    <a:pt x="1143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1430" y="78739"/>
                  </a:lnTo>
                  <a:lnTo>
                    <a:pt x="11430" y="76199"/>
                  </a:lnTo>
                  <a:close/>
                </a:path>
                <a:path w="11429" h="271779">
                  <a:moveTo>
                    <a:pt x="1143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78739"/>
                  </a:lnTo>
                  <a:close/>
                </a:path>
                <a:path w="11429" h="271779">
                  <a:moveTo>
                    <a:pt x="1143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1430" y="85089"/>
                  </a:lnTo>
                  <a:lnTo>
                    <a:pt x="11430" y="82549"/>
                  </a:lnTo>
                  <a:close/>
                </a:path>
                <a:path w="11429" h="271779">
                  <a:moveTo>
                    <a:pt x="1143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5089"/>
                  </a:lnTo>
                  <a:close/>
                </a:path>
                <a:path w="11429" h="271779">
                  <a:moveTo>
                    <a:pt x="1143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30" y="91439"/>
                  </a:lnTo>
                  <a:lnTo>
                    <a:pt x="11430" y="88899"/>
                  </a:lnTo>
                  <a:close/>
                </a:path>
                <a:path w="11429" h="271779">
                  <a:moveTo>
                    <a:pt x="1143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1439"/>
                  </a:lnTo>
                  <a:close/>
                </a:path>
                <a:path w="11429" h="271779">
                  <a:moveTo>
                    <a:pt x="1143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30" y="97789"/>
                  </a:lnTo>
                  <a:lnTo>
                    <a:pt x="11430" y="95249"/>
                  </a:lnTo>
                  <a:close/>
                </a:path>
                <a:path w="11429" h="271779">
                  <a:moveTo>
                    <a:pt x="1143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1430" y="101599"/>
                  </a:lnTo>
                  <a:lnTo>
                    <a:pt x="11430" y="97789"/>
                  </a:lnTo>
                  <a:close/>
                </a:path>
                <a:path w="11429" h="271779">
                  <a:moveTo>
                    <a:pt x="1143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1430" y="104139"/>
                  </a:lnTo>
                  <a:lnTo>
                    <a:pt x="11430" y="101599"/>
                  </a:lnTo>
                  <a:close/>
                </a:path>
                <a:path w="11429" h="271779">
                  <a:moveTo>
                    <a:pt x="11430" y="104139"/>
                  </a:moveTo>
                  <a:lnTo>
                    <a:pt x="0" y="104139"/>
                  </a:lnTo>
                  <a:lnTo>
                    <a:pt x="0" y="165099"/>
                  </a:lnTo>
                  <a:lnTo>
                    <a:pt x="11430" y="165099"/>
                  </a:lnTo>
                  <a:lnTo>
                    <a:pt x="11430" y="104139"/>
                  </a:lnTo>
                  <a:close/>
                </a:path>
                <a:path w="11429" h="271779">
                  <a:moveTo>
                    <a:pt x="11430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1430" y="167639"/>
                  </a:lnTo>
                  <a:lnTo>
                    <a:pt x="11430" y="165099"/>
                  </a:lnTo>
                  <a:close/>
                </a:path>
                <a:path w="11429" h="271779">
                  <a:moveTo>
                    <a:pt x="11430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1430" y="171449"/>
                  </a:lnTo>
                  <a:lnTo>
                    <a:pt x="11430" y="167639"/>
                  </a:lnTo>
                  <a:close/>
                </a:path>
                <a:path w="11429" h="271779">
                  <a:moveTo>
                    <a:pt x="1143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1430" y="173989"/>
                  </a:lnTo>
                  <a:lnTo>
                    <a:pt x="11430" y="171449"/>
                  </a:lnTo>
                  <a:close/>
                </a:path>
                <a:path w="11429" h="271779">
                  <a:moveTo>
                    <a:pt x="1143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1430" y="177799"/>
                  </a:lnTo>
                  <a:lnTo>
                    <a:pt x="11430" y="173989"/>
                  </a:lnTo>
                  <a:close/>
                </a:path>
                <a:path w="11429" h="271779">
                  <a:moveTo>
                    <a:pt x="1143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1430" y="180339"/>
                  </a:lnTo>
                  <a:lnTo>
                    <a:pt x="11430" y="177799"/>
                  </a:lnTo>
                  <a:close/>
                </a:path>
                <a:path w="11429" h="271779">
                  <a:moveTo>
                    <a:pt x="1143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1430" y="184149"/>
                  </a:lnTo>
                  <a:lnTo>
                    <a:pt x="11430" y="180339"/>
                  </a:lnTo>
                  <a:close/>
                </a:path>
                <a:path w="11429" h="271779">
                  <a:moveTo>
                    <a:pt x="1143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1430" y="186689"/>
                  </a:lnTo>
                  <a:lnTo>
                    <a:pt x="11430" y="184149"/>
                  </a:lnTo>
                  <a:close/>
                </a:path>
                <a:path w="11429" h="271779">
                  <a:moveTo>
                    <a:pt x="1143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1430" y="190499"/>
                  </a:lnTo>
                  <a:lnTo>
                    <a:pt x="11430" y="186689"/>
                  </a:lnTo>
                  <a:close/>
                </a:path>
                <a:path w="11429" h="271779">
                  <a:moveTo>
                    <a:pt x="1143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1430" y="193039"/>
                  </a:lnTo>
                  <a:lnTo>
                    <a:pt x="11430" y="190499"/>
                  </a:lnTo>
                  <a:close/>
                </a:path>
                <a:path w="11429" h="271779">
                  <a:moveTo>
                    <a:pt x="1143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1430" y="196849"/>
                  </a:lnTo>
                  <a:lnTo>
                    <a:pt x="11430" y="193039"/>
                  </a:lnTo>
                  <a:close/>
                </a:path>
                <a:path w="11429" h="271779">
                  <a:moveTo>
                    <a:pt x="1143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1430" y="199389"/>
                  </a:lnTo>
                  <a:lnTo>
                    <a:pt x="11430" y="196849"/>
                  </a:lnTo>
                  <a:close/>
                </a:path>
                <a:path w="11429" h="271779">
                  <a:moveTo>
                    <a:pt x="1143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1430" y="203199"/>
                  </a:lnTo>
                  <a:lnTo>
                    <a:pt x="11430" y="199389"/>
                  </a:lnTo>
                  <a:close/>
                </a:path>
                <a:path w="11429" h="271779">
                  <a:moveTo>
                    <a:pt x="1143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1430" y="205739"/>
                  </a:lnTo>
                  <a:lnTo>
                    <a:pt x="11430" y="203199"/>
                  </a:lnTo>
                  <a:close/>
                </a:path>
                <a:path w="11429" h="271779">
                  <a:moveTo>
                    <a:pt x="1143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1430" y="209549"/>
                  </a:lnTo>
                  <a:lnTo>
                    <a:pt x="11430" y="205739"/>
                  </a:lnTo>
                  <a:close/>
                </a:path>
                <a:path w="11429" h="271779">
                  <a:moveTo>
                    <a:pt x="1143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1430" y="212089"/>
                  </a:lnTo>
                  <a:lnTo>
                    <a:pt x="11430" y="209549"/>
                  </a:lnTo>
                  <a:close/>
                </a:path>
                <a:path w="11429" h="271779">
                  <a:moveTo>
                    <a:pt x="1143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1430" y="215899"/>
                  </a:lnTo>
                  <a:lnTo>
                    <a:pt x="11430" y="212089"/>
                  </a:lnTo>
                  <a:close/>
                </a:path>
                <a:path w="11429" h="271779">
                  <a:moveTo>
                    <a:pt x="1143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1430" y="218439"/>
                  </a:lnTo>
                  <a:lnTo>
                    <a:pt x="11430" y="215899"/>
                  </a:lnTo>
                  <a:close/>
                </a:path>
                <a:path w="11429" h="271779">
                  <a:moveTo>
                    <a:pt x="1143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1430" y="222249"/>
                  </a:lnTo>
                  <a:lnTo>
                    <a:pt x="11430" y="218439"/>
                  </a:lnTo>
                  <a:close/>
                </a:path>
                <a:path w="11429" h="271779">
                  <a:moveTo>
                    <a:pt x="1143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1430" y="224789"/>
                  </a:lnTo>
                  <a:lnTo>
                    <a:pt x="11430" y="222249"/>
                  </a:lnTo>
                  <a:close/>
                </a:path>
                <a:path w="11429" h="271779">
                  <a:moveTo>
                    <a:pt x="1143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1430" y="228599"/>
                  </a:lnTo>
                  <a:lnTo>
                    <a:pt x="11430" y="224789"/>
                  </a:lnTo>
                  <a:close/>
                </a:path>
                <a:path w="11429" h="271779">
                  <a:moveTo>
                    <a:pt x="1143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1430" y="231139"/>
                  </a:lnTo>
                  <a:lnTo>
                    <a:pt x="11430" y="228599"/>
                  </a:lnTo>
                  <a:close/>
                </a:path>
                <a:path w="11429" h="271779">
                  <a:moveTo>
                    <a:pt x="1143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1430" y="234949"/>
                  </a:lnTo>
                  <a:lnTo>
                    <a:pt x="11430" y="231139"/>
                  </a:lnTo>
                  <a:close/>
                </a:path>
                <a:path w="11429" h="271779">
                  <a:moveTo>
                    <a:pt x="1143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1430" y="237489"/>
                  </a:lnTo>
                  <a:lnTo>
                    <a:pt x="11430" y="234949"/>
                  </a:lnTo>
                  <a:close/>
                </a:path>
                <a:path w="11429" h="271779">
                  <a:moveTo>
                    <a:pt x="1143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1430" y="241299"/>
                  </a:lnTo>
                  <a:lnTo>
                    <a:pt x="11430" y="237489"/>
                  </a:lnTo>
                  <a:close/>
                </a:path>
                <a:path w="11429" h="271779">
                  <a:moveTo>
                    <a:pt x="1143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1430" y="243839"/>
                  </a:lnTo>
                  <a:lnTo>
                    <a:pt x="11430" y="241299"/>
                  </a:lnTo>
                  <a:close/>
                </a:path>
                <a:path w="11429" h="271779">
                  <a:moveTo>
                    <a:pt x="1143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1430" y="247649"/>
                  </a:lnTo>
                  <a:lnTo>
                    <a:pt x="11430" y="243839"/>
                  </a:lnTo>
                  <a:close/>
                </a:path>
                <a:path w="11429" h="271779">
                  <a:moveTo>
                    <a:pt x="1143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1430" y="250189"/>
                  </a:lnTo>
                  <a:lnTo>
                    <a:pt x="11430" y="247649"/>
                  </a:lnTo>
                  <a:close/>
                </a:path>
                <a:path w="11429" h="271779">
                  <a:moveTo>
                    <a:pt x="1143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1430" y="253999"/>
                  </a:lnTo>
                  <a:lnTo>
                    <a:pt x="11430" y="250189"/>
                  </a:lnTo>
                  <a:close/>
                </a:path>
                <a:path w="11429" h="271779">
                  <a:moveTo>
                    <a:pt x="1143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1430" y="256539"/>
                  </a:lnTo>
                  <a:lnTo>
                    <a:pt x="11430" y="253999"/>
                  </a:lnTo>
                  <a:close/>
                </a:path>
                <a:path w="11429" h="271779">
                  <a:moveTo>
                    <a:pt x="11430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1430" y="260349"/>
                  </a:lnTo>
                  <a:lnTo>
                    <a:pt x="11430" y="256539"/>
                  </a:lnTo>
                  <a:close/>
                </a:path>
                <a:path w="11429" h="271779">
                  <a:moveTo>
                    <a:pt x="11430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1430" y="262889"/>
                  </a:lnTo>
                  <a:lnTo>
                    <a:pt x="11430" y="260349"/>
                  </a:lnTo>
                  <a:close/>
                </a:path>
                <a:path w="11429" h="271779">
                  <a:moveTo>
                    <a:pt x="11430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1430" y="266699"/>
                  </a:lnTo>
                  <a:lnTo>
                    <a:pt x="11430" y="262889"/>
                  </a:lnTo>
                  <a:close/>
                </a:path>
                <a:path w="11429" h="271779">
                  <a:moveTo>
                    <a:pt x="11430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1430" y="269239"/>
                  </a:lnTo>
                  <a:lnTo>
                    <a:pt x="11430" y="266699"/>
                  </a:lnTo>
                  <a:close/>
                </a:path>
                <a:path w="11429" h="271779">
                  <a:moveTo>
                    <a:pt x="11430" y="269239"/>
                  </a:moveTo>
                  <a:lnTo>
                    <a:pt x="0" y="269239"/>
                  </a:lnTo>
                  <a:lnTo>
                    <a:pt x="0" y="270509"/>
                  </a:lnTo>
                  <a:lnTo>
                    <a:pt x="3810" y="270509"/>
                  </a:lnTo>
                  <a:lnTo>
                    <a:pt x="3810" y="271779"/>
                  </a:lnTo>
                  <a:lnTo>
                    <a:pt x="11430" y="271779"/>
                  </a:lnTo>
                  <a:lnTo>
                    <a:pt x="11430" y="269239"/>
                  </a:lnTo>
                  <a:close/>
                </a:path>
              </a:pathLst>
            </a:custGeom>
            <a:solidFill>
              <a:srgbClr val="7B7B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1003">
              <a:extLst>
                <a:ext uri="{FF2B5EF4-FFF2-40B4-BE49-F238E27FC236}">
                  <a16:creationId xmlns:a16="http://schemas.microsoft.com/office/drawing/2014/main" id="{5226A9C8-8D1A-3319-D991-B483354F72F0}"/>
                </a:ext>
              </a:extLst>
            </p:cNvPr>
            <p:cNvSpPr/>
            <p:nvPr/>
          </p:nvSpPr>
          <p:spPr>
            <a:xfrm>
              <a:off x="4420870" y="5391150"/>
              <a:ext cx="11430" cy="274320"/>
            </a:xfrm>
            <a:custGeom>
              <a:avLst/>
              <a:gdLst/>
              <a:ahLst/>
              <a:cxnLst/>
              <a:rect l="l" t="t" r="r" b="b"/>
              <a:pathLst>
                <a:path w="11429" h="274320">
                  <a:moveTo>
                    <a:pt x="11429" y="0"/>
                  </a:moveTo>
                  <a:lnTo>
                    <a:pt x="3809" y="0"/>
                  </a:lnTo>
                  <a:lnTo>
                    <a:pt x="3809" y="1269"/>
                  </a:lnTo>
                  <a:lnTo>
                    <a:pt x="11429" y="1269"/>
                  </a:lnTo>
                  <a:lnTo>
                    <a:pt x="11429" y="0"/>
                  </a:lnTo>
                  <a:close/>
                </a:path>
                <a:path w="11429" h="274320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274320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274320">
                  <a:moveTo>
                    <a:pt x="1142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20"/>
                  </a:lnTo>
                  <a:close/>
                </a:path>
                <a:path w="11429" h="274320">
                  <a:moveTo>
                    <a:pt x="1142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10160"/>
                  </a:lnTo>
                  <a:close/>
                </a:path>
                <a:path w="11429" h="274320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274320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274320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274320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274320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274320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274320">
                  <a:moveTo>
                    <a:pt x="1142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3020"/>
                  </a:lnTo>
                  <a:close/>
                </a:path>
                <a:path w="11429" h="274320">
                  <a:moveTo>
                    <a:pt x="1142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29" y="39369"/>
                  </a:lnTo>
                  <a:lnTo>
                    <a:pt x="11429" y="35560"/>
                  </a:lnTo>
                  <a:close/>
                </a:path>
                <a:path w="11429" h="274320">
                  <a:moveTo>
                    <a:pt x="1142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9370"/>
                  </a:lnTo>
                  <a:close/>
                </a:path>
                <a:path w="11429" h="274320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274320">
                  <a:moveTo>
                    <a:pt x="1142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5720"/>
                  </a:lnTo>
                  <a:close/>
                </a:path>
                <a:path w="11429" h="274320">
                  <a:moveTo>
                    <a:pt x="1142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29" y="52069"/>
                  </a:lnTo>
                  <a:lnTo>
                    <a:pt x="11429" y="48260"/>
                  </a:lnTo>
                  <a:close/>
                </a:path>
                <a:path w="11429" h="274320">
                  <a:moveTo>
                    <a:pt x="1142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2070"/>
                  </a:lnTo>
                  <a:close/>
                </a:path>
                <a:path w="11429" h="274320">
                  <a:moveTo>
                    <a:pt x="1142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29" y="58419"/>
                  </a:lnTo>
                  <a:lnTo>
                    <a:pt x="11429" y="54610"/>
                  </a:lnTo>
                  <a:close/>
                </a:path>
                <a:path w="11429" h="274320">
                  <a:moveTo>
                    <a:pt x="11429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8420"/>
                  </a:lnTo>
                  <a:close/>
                </a:path>
                <a:path w="11429" h="274320">
                  <a:moveTo>
                    <a:pt x="11429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29" y="64769"/>
                  </a:lnTo>
                  <a:lnTo>
                    <a:pt x="11429" y="60960"/>
                  </a:lnTo>
                  <a:close/>
                </a:path>
                <a:path w="11429" h="274320">
                  <a:moveTo>
                    <a:pt x="11429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4770"/>
                  </a:lnTo>
                  <a:close/>
                </a:path>
                <a:path w="11429" h="274320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274320">
                  <a:moveTo>
                    <a:pt x="11429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71120"/>
                  </a:lnTo>
                  <a:close/>
                </a:path>
                <a:path w="11429" h="274320">
                  <a:moveTo>
                    <a:pt x="11429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29" y="77469"/>
                  </a:lnTo>
                  <a:lnTo>
                    <a:pt x="11429" y="73660"/>
                  </a:lnTo>
                  <a:close/>
                </a:path>
                <a:path w="11429" h="274320">
                  <a:moveTo>
                    <a:pt x="11429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7470"/>
                  </a:lnTo>
                  <a:close/>
                </a:path>
                <a:path w="11429" h="274320">
                  <a:moveTo>
                    <a:pt x="11429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29" y="83819"/>
                  </a:lnTo>
                  <a:lnTo>
                    <a:pt x="11429" y="80010"/>
                  </a:lnTo>
                  <a:close/>
                </a:path>
                <a:path w="11429" h="274320">
                  <a:moveTo>
                    <a:pt x="11429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3820"/>
                  </a:lnTo>
                  <a:close/>
                </a:path>
                <a:path w="11429" h="274320">
                  <a:moveTo>
                    <a:pt x="11429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29" y="90169"/>
                  </a:lnTo>
                  <a:lnTo>
                    <a:pt x="11429" y="86360"/>
                  </a:lnTo>
                  <a:close/>
                </a:path>
                <a:path w="11429" h="274320">
                  <a:moveTo>
                    <a:pt x="11429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90170"/>
                  </a:lnTo>
                  <a:close/>
                </a:path>
                <a:path w="11429" h="274320">
                  <a:moveTo>
                    <a:pt x="11429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1429" y="96519"/>
                  </a:lnTo>
                  <a:lnTo>
                    <a:pt x="11429" y="92710"/>
                  </a:lnTo>
                  <a:close/>
                </a:path>
                <a:path w="11429" h="274320">
                  <a:moveTo>
                    <a:pt x="11429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6520"/>
                  </a:lnTo>
                  <a:close/>
                </a:path>
                <a:path w="11429" h="274320">
                  <a:moveTo>
                    <a:pt x="11429" y="99060"/>
                  </a:moveTo>
                  <a:lnTo>
                    <a:pt x="0" y="99060"/>
                  </a:lnTo>
                  <a:lnTo>
                    <a:pt x="0" y="102869"/>
                  </a:lnTo>
                  <a:lnTo>
                    <a:pt x="11429" y="102869"/>
                  </a:lnTo>
                  <a:lnTo>
                    <a:pt x="11429" y="99060"/>
                  </a:lnTo>
                  <a:close/>
                </a:path>
                <a:path w="11429" h="274320">
                  <a:moveTo>
                    <a:pt x="11429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2870"/>
                  </a:lnTo>
                  <a:close/>
                </a:path>
                <a:path w="11429" h="274320">
                  <a:moveTo>
                    <a:pt x="11429" y="105410"/>
                  </a:moveTo>
                  <a:lnTo>
                    <a:pt x="0" y="105410"/>
                  </a:lnTo>
                  <a:lnTo>
                    <a:pt x="0" y="166369"/>
                  </a:lnTo>
                  <a:lnTo>
                    <a:pt x="11429" y="166369"/>
                  </a:lnTo>
                  <a:lnTo>
                    <a:pt x="11429" y="105410"/>
                  </a:lnTo>
                  <a:close/>
                </a:path>
                <a:path w="11429" h="274320">
                  <a:moveTo>
                    <a:pt x="11429" y="166370"/>
                  </a:moveTo>
                  <a:lnTo>
                    <a:pt x="0" y="16637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6370"/>
                  </a:lnTo>
                  <a:close/>
                </a:path>
                <a:path w="11429" h="274320">
                  <a:moveTo>
                    <a:pt x="11429" y="168910"/>
                  </a:moveTo>
                  <a:lnTo>
                    <a:pt x="0" y="168910"/>
                  </a:lnTo>
                  <a:lnTo>
                    <a:pt x="0" y="172719"/>
                  </a:lnTo>
                  <a:lnTo>
                    <a:pt x="11429" y="172719"/>
                  </a:lnTo>
                  <a:lnTo>
                    <a:pt x="11429" y="168910"/>
                  </a:lnTo>
                  <a:close/>
                </a:path>
                <a:path w="11429" h="274320">
                  <a:moveTo>
                    <a:pt x="11429" y="172720"/>
                  </a:moveTo>
                  <a:lnTo>
                    <a:pt x="0" y="17272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72720"/>
                  </a:lnTo>
                  <a:close/>
                </a:path>
                <a:path w="11429" h="274320">
                  <a:moveTo>
                    <a:pt x="11429" y="175260"/>
                  </a:moveTo>
                  <a:lnTo>
                    <a:pt x="0" y="175260"/>
                  </a:lnTo>
                  <a:lnTo>
                    <a:pt x="0" y="179069"/>
                  </a:lnTo>
                  <a:lnTo>
                    <a:pt x="11429" y="179069"/>
                  </a:lnTo>
                  <a:lnTo>
                    <a:pt x="11429" y="175260"/>
                  </a:lnTo>
                  <a:close/>
                </a:path>
                <a:path w="11429" h="274320">
                  <a:moveTo>
                    <a:pt x="11429" y="179070"/>
                  </a:moveTo>
                  <a:lnTo>
                    <a:pt x="0" y="17907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9070"/>
                  </a:lnTo>
                  <a:close/>
                </a:path>
                <a:path w="11429" h="274320">
                  <a:moveTo>
                    <a:pt x="11429" y="181610"/>
                  </a:moveTo>
                  <a:lnTo>
                    <a:pt x="0" y="181610"/>
                  </a:lnTo>
                  <a:lnTo>
                    <a:pt x="0" y="185419"/>
                  </a:lnTo>
                  <a:lnTo>
                    <a:pt x="11429" y="185419"/>
                  </a:lnTo>
                  <a:lnTo>
                    <a:pt x="11429" y="181610"/>
                  </a:lnTo>
                  <a:close/>
                </a:path>
                <a:path w="11429" h="274320">
                  <a:moveTo>
                    <a:pt x="11429" y="185420"/>
                  </a:moveTo>
                  <a:lnTo>
                    <a:pt x="0" y="18542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5420"/>
                  </a:lnTo>
                  <a:close/>
                </a:path>
                <a:path w="11429" h="274320">
                  <a:moveTo>
                    <a:pt x="11429" y="187960"/>
                  </a:moveTo>
                  <a:lnTo>
                    <a:pt x="0" y="187960"/>
                  </a:lnTo>
                  <a:lnTo>
                    <a:pt x="0" y="191769"/>
                  </a:lnTo>
                  <a:lnTo>
                    <a:pt x="11429" y="191769"/>
                  </a:lnTo>
                  <a:lnTo>
                    <a:pt x="11429" y="187960"/>
                  </a:lnTo>
                  <a:close/>
                </a:path>
                <a:path w="11429" h="274320">
                  <a:moveTo>
                    <a:pt x="11429" y="191770"/>
                  </a:moveTo>
                  <a:lnTo>
                    <a:pt x="0" y="19177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1770"/>
                  </a:lnTo>
                  <a:close/>
                </a:path>
                <a:path w="11429" h="274320">
                  <a:moveTo>
                    <a:pt x="11429" y="194310"/>
                  </a:moveTo>
                  <a:lnTo>
                    <a:pt x="0" y="194310"/>
                  </a:lnTo>
                  <a:lnTo>
                    <a:pt x="0" y="198119"/>
                  </a:lnTo>
                  <a:lnTo>
                    <a:pt x="11429" y="198119"/>
                  </a:lnTo>
                  <a:lnTo>
                    <a:pt x="11429" y="194310"/>
                  </a:lnTo>
                  <a:close/>
                </a:path>
                <a:path w="11429" h="274320">
                  <a:moveTo>
                    <a:pt x="11429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8120"/>
                  </a:lnTo>
                  <a:close/>
                </a:path>
                <a:path w="11429" h="274320">
                  <a:moveTo>
                    <a:pt x="11429" y="200660"/>
                  </a:moveTo>
                  <a:lnTo>
                    <a:pt x="0" y="200660"/>
                  </a:lnTo>
                  <a:lnTo>
                    <a:pt x="0" y="204469"/>
                  </a:lnTo>
                  <a:lnTo>
                    <a:pt x="11429" y="204469"/>
                  </a:lnTo>
                  <a:lnTo>
                    <a:pt x="11429" y="200660"/>
                  </a:lnTo>
                  <a:close/>
                </a:path>
                <a:path w="11429" h="274320">
                  <a:moveTo>
                    <a:pt x="1142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4470"/>
                  </a:lnTo>
                  <a:close/>
                </a:path>
                <a:path w="11429" h="274320">
                  <a:moveTo>
                    <a:pt x="11429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11429" y="210819"/>
                  </a:lnTo>
                  <a:lnTo>
                    <a:pt x="11429" y="207010"/>
                  </a:lnTo>
                  <a:close/>
                </a:path>
                <a:path w="11429" h="274320">
                  <a:moveTo>
                    <a:pt x="1142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10820"/>
                  </a:lnTo>
                  <a:close/>
                </a:path>
                <a:path w="11429" h="274320">
                  <a:moveTo>
                    <a:pt x="1142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11429" y="217169"/>
                  </a:lnTo>
                  <a:lnTo>
                    <a:pt x="11429" y="213360"/>
                  </a:lnTo>
                  <a:close/>
                </a:path>
                <a:path w="11429" h="274320">
                  <a:moveTo>
                    <a:pt x="1142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7170"/>
                  </a:lnTo>
                  <a:close/>
                </a:path>
                <a:path w="11429" h="274320">
                  <a:moveTo>
                    <a:pt x="1142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11429" y="223519"/>
                  </a:lnTo>
                  <a:lnTo>
                    <a:pt x="11429" y="219710"/>
                  </a:lnTo>
                  <a:close/>
                </a:path>
                <a:path w="11429" h="274320">
                  <a:moveTo>
                    <a:pt x="1142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3520"/>
                  </a:lnTo>
                  <a:close/>
                </a:path>
                <a:path w="11429" h="274320">
                  <a:moveTo>
                    <a:pt x="1142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11429" y="229869"/>
                  </a:lnTo>
                  <a:lnTo>
                    <a:pt x="11429" y="226060"/>
                  </a:lnTo>
                  <a:close/>
                </a:path>
                <a:path w="11429" h="274320">
                  <a:moveTo>
                    <a:pt x="1142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9870"/>
                  </a:lnTo>
                  <a:close/>
                </a:path>
                <a:path w="11429" h="274320">
                  <a:moveTo>
                    <a:pt x="1142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11429" y="236219"/>
                  </a:lnTo>
                  <a:lnTo>
                    <a:pt x="11429" y="232410"/>
                  </a:lnTo>
                  <a:close/>
                </a:path>
                <a:path w="11429" h="274320">
                  <a:moveTo>
                    <a:pt x="1142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6220"/>
                  </a:lnTo>
                  <a:close/>
                </a:path>
                <a:path w="11429" h="274320">
                  <a:moveTo>
                    <a:pt x="11429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11429" y="242569"/>
                  </a:lnTo>
                  <a:lnTo>
                    <a:pt x="11429" y="238760"/>
                  </a:lnTo>
                  <a:close/>
                </a:path>
                <a:path w="11429" h="274320">
                  <a:moveTo>
                    <a:pt x="11429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2570"/>
                  </a:lnTo>
                  <a:close/>
                </a:path>
                <a:path w="11429" h="274320">
                  <a:moveTo>
                    <a:pt x="11429" y="245110"/>
                  </a:moveTo>
                  <a:lnTo>
                    <a:pt x="0" y="245110"/>
                  </a:lnTo>
                  <a:lnTo>
                    <a:pt x="0" y="248919"/>
                  </a:lnTo>
                  <a:lnTo>
                    <a:pt x="11429" y="248919"/>
                  </a:lnTo>
                  <a:lnTo>
                    <a:pt x="11429" y="245110"/>
                  </a:lnTo>
                  <a:close/>
                </a:path>
                <a:path w="11429" h="274320">
                  <a:moveTo>
                    <a:pt x="11429" y="248920"/>
                  </a:moveTo>
                  <a:lnTo>
                    <a:pt x="0" y="24892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8920"/>
                  </a:lnTo>
                  <a:close/>
                </a:path>
                <a:path w="11429" h="274320">
                  <a:moveTo>
                    <a:pt x="11429" y="251460"/>
                  </a:moveTo>
                  <a:lnTo>
                    <a:pt x="0" y="251460"/>
                  </a:lnTo>
                  <a:lnTo>
                    <a:pt x="0" y="255269"/>
                  </a:lnTo>
                  <a:lnTo>
                    <a:pt x="11429" y="255269"/>
                  </a:lnTo>
                  <a:lnTo>
                    <a:pt x="11429" y="251460"/>
                  </a:lnTo>
                  <a:close/>
                </a:path>
                <a:path w="11429" h="274320">
                  <a:moveTo>
                    <a:pt x="11429" y="255270"/>
                  </a:moveTo>
                  <a:lnTo>
                    <a:pt x="0" y="25527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5270"/>
                  </a:lnTo>
                  <a:close/>
                </a:path>
                <a:path w="11429" h="274320">
                  <a:moveTo>
                    <a:pt x="11429" y="257810"/>
                  </a:moveTo>
                  <a:lnTo>
                    <a:pt x="0" y="257810"/>
                  </a:lnTo>
                  <a:lnTo>
                    <a:pt x="0" y="261619"/>
                  </a:lnTo>
                  <a:lnTo>
                    <a:pt x="11429" y="261619"/>
                  </a:lnTo>
                  <a:lnTo>
                    <a:pt x="11429" y="257810"/>
                  </a:lnTo>
                  <a:close/>
                </a:path>
                <a:path w="11429" h="274320">
                  <a:moveTo>
                    <a:pt x="11429" y="261620"/>
                  </a:moveTo>
                  <a:lnTo>
                    <a:pt x="0" y="26162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1620"/>
                  </a:lnTo>
                  <a:close/>
                </a:path>
                <a:path w="11429" h="274320">
                  <a:moveTo>
                    <a:pt x="11429" y="264160"/>
                  </a:moveTo>
                  <a:lnTo>
                    <a:pt x="0" y="264160"/>
                  </a:lnTo>
                  <a:lnTo>
                    <a:pt x="0" y="267969"/>
                  </a:lnTo>
                  <a:lnTo>
                    <a:pt x="11429" y="267969"/>
                  </a:lnTo>
                  <a:lnTo>
                    <a:pt x="11429" y="264160"/>
                  </a:lnTo>
                  <a:close/>
                </a:path>
                <a:path w="11429" h="274320">
                  <a:moveTo>
                    <a:pt x="11429" y="267970"/>
                  </a:moveTo>
                  <a:lnTo>
                    <a:pt x="0" y="267970"/>
                  </a:lnTo>
                  <a:lnTo>
                    <a:pt x="0" y="270509"/>
                  </a:lnTo>
                  <a:lnTo>
                    <a:pt x="11429" y="270509"/>
                  </a:lnTo>
                  <a:lnTo>
                    <a:pt x="11429" y="267970"/>
                  </a:lnTo>
                  <a:close/>
                </a:path>
                <a:path w="11429" h="274320">
                  <a:moveTo>
                    <a:pt x="11429" y="270510"/>
                  </a:moveTo>
                  <a:lnTo>
                    <a:pt x="0" y="270510"/>
                  </a:lnTo>
                  <a:lnTo>
                    <a:pt x="0" y="273050"/>
                  </a:lnTo>
                  <a:lnTo>
                    <a:pt x="5079" y="273050"/>
                  </a:lnTo>
                  <a:lnTo>
                    <a:pt x="5079" y="274319"/>
                  </a:lnTo>
                  <a:lnTo>
                    <a:pt x="11429" y="274319"/>
                  </a:lnTo>
                  <a:lnTo>
                    <a:pt x="11429" y="270510"/>
                  </a:lnTo>
                  <a:close/>
                </a:path>
              </a:pathLst>
            </a:custGeom>
            <a:solidFill>
              <a:srgbClr val="7A7A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1004">
              <a:extLst>
                <a:ext uri="{FF2B5EF4-FFF2-40B4-BE49-F238E27FC236}">
                  <a16:creationId xmlns:a16="http://schemas.microsoft.com/office/drawing/2014/main" id="{15F72245-B9E5-246C-D67F-28AFD72A29DC}"/>
                </a:ext>
              </a:extLst>
            </p:cNvPr>
            <p:cNvSpPr/>
            <p:nvPr/>
          </p:nvSpPr>
          <p:spPr>
            <a:xfrm>
              <a:off x="4432300" y="5389880"/>
              <a:ext cx="10160" cy="276860"/>
            </a:xfrm>
            <a:custGeom>
              <a:avLst/>
              <a:gdLst/>
              <a:ahLst/>
              <a:cxnLst/>
              <a:rect l="l" t="t" r="r" b="b"/>
              <a:pathLst>
                <a:path w="10160" h="276860">
                  <a:moveTo>
                    <a:pt x="10160" y="0"/>
                  </a:moveTo>
                  <a:lnTo>
                    <a:pt x="6350" y="0"/>
                  </a:lnTo>
                  <a:lnTo>
                    <a:pt x="6350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  <a:path w="10160" h="276860">
                  <a:moveTo>
                    <a:pt x="10160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40"/>
                  </a:lnTo>
                  <a:close/>
                </a:path>
                <a:path w="10160" h="276860">
                  <a:moveTo>
                    <a:pt x="10160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80"/>
                  </a:lnTo>
                  <a:close/>
                </a:path>
                <a:path w="10160" h="276860">
                  <a:moveTo>
                    <a:pt x="10160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890"/>
                  </a:lnTo>
                  <a:close/>
                </a:path>
                <a:path w="10160" h="276860">
                  <a:moveTo>
                    <a:pt x="10160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30"/>
                  </a:lnTo>
                  <a:close/>
                </a:path>
                <a:path w="10160" h="276860">
                  <a:moveTo>
                    <a:pt x="10160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40"/>
                  </a:lnTo>
                  <a:close/>
                </a:path>
                <a:path w="10160" h="276860">
                  <a:moveTo>
                    <a:pt x="10160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80"/>
                  </a:lnTo>
                  <a:close/>
                </a:path>
                <a:path w="10160" h="276860">
                  <a:moveTo>
                    <a:pt x="10160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590"/>
                  </a:lnTo>
                  <a:close/>
                </a:path>
                <a:path w="10160" h="276860">
                  <a:moveTo>
                    <a:pt x="10160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30"/>
                  </a:lnTo>
                  <a:close/>
                </a:path>
                <a:path w="10160" h="276860">
                  <a:moveTo>
                    <a:pt x="10160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40"/>
                  </a:lnTo>
                  <a:close/>
                </a:path>
                <a:path w="10160" h="276860">
                  <a:moveTo>
                    <a:pt x="10160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80"/>
                  </a:lnTo>
                  <a:close/>
                </a:path>
                <a:path w="10160" h="276860">
                  <a:moveTo>
                    <a:pt x="10160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290"/>
                  </a:lnTo>
                  <a:close/>
                </a:path>
                <a:path w="10160" h="276860">
                  <a:moveTo>
                    <a:pt x="10160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30"/>
                  </a:lnTo>
                  <a:close/>
                </a:path>
                <a:path w="10160" h="276860">
                  <a:moveTo>
                    <a:pt x="10160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40"/>
                  </a:lnTo>
                  <a:close/>
                </a:path>
                <a:path w="10160" h="276860">
                  <a:moveTo>
                    <a:pt x="10160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80"/>
                  </a:lnTo>
                  <a:close/>
                </a:path>
                <a:path w="10160" h="276860">
                  <a:moveTo>
                    <a:pt x="10160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6990"/>
                  </a:lnTo>
                  <a:close/>
                </a:path>
                <a:path w="10160" h="276860">
                  <a:moveTo>
                    <a:pt x="10160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30"/>
                  </a:lnTo>
                  <a:close/>
                </a:path>
                <a:path w="10160" h="276860">
                  <a:moveTo>
                    <a:pt x="10160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40"/>
                  </a:lnTo>
                  <a:close/>
                </a:path>
                <a:path w="10160" h="276860">
                  <a:moveTo>
                    <a:pt x="10160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80"/>
                  </a:lnTo>
                  <a:close/>
                </a:path>
                <a:path w="10160" h="276860">
                  <a:moveTo>
                    <a:pt x="10160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690"/>
                  </a:lnTo>
                  <a:close/>
                </a:path>
                <a:path w="10160" h="276860">
                  <a:moveTo>
                    <a:pt x="10160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30"/>
                  </a:lnTo>
                  <a:close/>
                </a:path>
                <a:path w="10160" h="276860">
                  <a:moveTo>
                    <a:pt x="10160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40"/>
                  </a:lnTo>
                  <a:close/>
                </a:path>
                <a:path w="10160" h="276860">
                  <a:moveTo>
                    <a:pt x="10160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80"/>
                  </a:lnTo>
                  <a:close/>
                </a:path>
                <a:path w="10160" h="276860">
                  <a:moveTo>
                    <a:pt x="10160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390"/>
                  </a:lnTo>
                  <a:close/>
                </a:path>
                <a:path w="10160" h="276860">
                  <a:moveTo>
                    <a:pt x="10160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30"/>
                  </a:lnTo>
                  <a:close/>
                </a:path>
                <a:path w="10160" h="276860">
                  <a:moveTo>
                    <a:pt x="10160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40"/>
                  </a:lnTo>
                  <a:close/>
                </a:path>
                <a:path w="10160" h="276860">
                  <a:moveTo>
                    <a:pt x="10160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80"/>
                  </a:lnTo>
                  <a:close/>
                </a:path>
                <a:path w="10160" h="276860">
                  <a:moveTo>
                    <a:pt x="10160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090"/>
                  </a:lnTo>
                  <a:close/>
                </a:path>
                <a:path w="10160" h="276860">
                  <a:moveTo>
                    <a:pt x="10160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30"/>
                  </a:lnTo>
                  <a:close/>
                </a:path>
                <a:path w="10160" h="276860">
                  <a:moveTo>
                    <a:pt x="10160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40"/>
                  </a:lnTo>
                  <a:close/>
                </a:path>
                <a:path w="10160" h="276860">
                  <a:moveTo>
                    <a:pt x="10160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80"/>
                  </a:lnTo>
                  <a:close/>
                </a:path>
                <a:path w="10160" h="276860">
                  <a:moveTo>
                    <a:pt x="10160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790"/>
                  </a:lnTo>
                  <a:close/>
                </a:path>
                <a:path w="10160" h="276860">
                  <a:moveTo>
                    <a:pt x="10160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30"/>
                  </a:lnTo>
                  <a:close/>
                </a:path>
                <a:path w="10160" h="276860">
                  <a:moveTo>
                    <a:pt x="10160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40"/>
                  </a:lnTo>
                  <a:close/>
                </a:path>
                <a:path w="10160" h="276860">
                  <a:moveTo>
                    <a:pt x="10160" y="106680"/>
                  </a:moveTo>
                  <a:lnTo>
                    <a:pt x="0" y="106680"/>
                  </a:lnTo>
                  <a:lnTo>
                    <a:pt x="0" y="167640"/>
                  </a:lnTo>
                  <a:lnTo>
                    <a:pt x="10160" y="167640"/>
                  </a:lnTo>
                  <a:lnTo>
                    <a:pt x="10160" y="106680"/>
                  </a:lnTo>
                  <a:close/>
                </a:path>
                <a:path w="10160" h="276860">
                  <a:moveTo>
                    <a:pt x="10160" y="167640"/>
                  </a:moveTo>
                  <a:lnTo>
                    <a:pt x="0" y="167640"/>
                  </a:lnTo>
                  <a:lnTo>
                    <a:pt x="0" y="170180"/>
                  </a:lnTo>
                  <a:lnTo>
                    <a:pt x="10160" y="170180"/>
                  </a:lnTo>
                  <a:lnTo>
                    <a:pt x="10160" y="167640"/>
                  </a:lnTo>
                  <a:close/>
                </a:path>
                <a:path w="10160" h="276860">
                  <a:moveTo>
                    <a:pt x="10160" y="170180"/>
                  </a:moveTo>
                  <a:lnTo>
                    <a:pt x="0" y="170180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70180"/>
                  </a:lnTo>
                  <a:close/>
                </a:path>
                <a:path w="10160" h="276860">
                  <a:moveTo>
                    <a:pt x="10160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3990"/>
                  </a:lnTo>
                  <a:close/>
                </a:path>
                <a:path w="10160" h="276860">
                  <a:moveTo>
                    <a:pt x="10160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30"/>
                  </a:lnTo>
                  <a:close/>
                </a:path>
                <a:path w="10160" h="276860">
                  <a:moveTo>
                    <a:pt x="10160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40"/>
                  </a:lnTo>
                  <a:close/>
                </a:path>
                <a:path w="10160" h="276860">
                  <a:moveTo>
                    <a:pt x="10160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80"/>
                  </a:lnTo>
                  <a:close/>
                </a:path>
                <a:path w="10160" h="276860">
                  <a:moveTo>
                    <a:pt x="10160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690"/>
                  </a:lnTo>
                  <a:close/>
                </a:path>
                <a:path w="10160" h="276860">
                  <a:moveTo>
                    <a:pt x="10160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30"/>
                  </a:lnTo>
                  <a:close/>
                </a:path>
                <a:path w="10160" h="276860">
                  <a:moveTo>
                    <a:pt x="10160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40"/>
                  </a:lnTo>
                  <a:close/>
                </a:path>
                <a:path w="10160" h="276860">
                  <a:moveTo>
                    <a:pt x="10160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80"/>
                  </a:lnTo>
                  <a:close/>
                </a:path>
                <a:path w="10160" h="276860">
                  <a:moveTo>
                    <a:pt x="10160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390"/>
                  </a:lnTo>
                  <a:close/>
                </a:path>
                <a:path w="10160" h="276860">
                  <a:moveTo>
                    <a:pt x="10160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30"/>
                  </a:lnTo>
                  <a:close/>
                </a:path>
                <a:path w="10160" h="276860">
                  <a:moveTo>
                    <a:pt x="10160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40"/>
                  </a:lnTo>
                  <a:close/>
                </a:path>
                <a:path w="10160" h="276860">
                  <a:moveTo>
                    <a:pt x="10160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80"/>
                  </a:lnTo>
                  <a:close/>
                </a:path>
                <a:path w="10160" h="276860">
                  <a:moveTo>
                    <a:pt x="10160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090"/>
                  </a:lnTo>
                  <a:close/>
                </a:path>
                <a:path w="10160" h="276860">
                  <a:moveTo>
                    <a:pt x="10160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30"/>
                  </a:lnTo>
                  <a:close/>
                </a:path>
                <a:path w="10160" h="276860">
                  <a:moveTo>
                    <a:pt x="10160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40"/>
                  </a:lnTo>
                  <a:close/>
                </a:path>
                <a:path w="10160" h="276860">
                  <a:moveTo>
                    <a:pt x="10160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80"/>
                  </a:lnTo>
                  <a:close/>
                </a:path>
                <a:path w="10160" h="276860">
                  <a:moveTo>
                    <a:pt x="10160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790"/>
                  </a:lnTo>
                  <a:close/>
                </a:path>
                <a:path w="10160" h="276860">
                  <a:moveTo>
                    <a:pt x="10160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30"/>
                  </a:lnTo>
                  <a:close/>
                </a:path>
                <a:path w="10160" h="276860">
                  <a:moveTo>
                    <a:pt x="10160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40"/>
                  </a:lnTo>
                  <a:close/>
                </a:path>
                <a:path w="10160" h="276860">
                  <a:moveTo>
                    <a:pt x="10160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80"/>
                  </a:lnTo>
                  <a:close/>
                </a:path>
                <a:path w="10160" h="276860">
                  <a:moveTo>
                    <a:pt x="10160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490"/>
                  </a:lnTo>
                  <a:close/>
                </a:path>
                <a:path w="10160" h="276860">
                  <a:moveTo>
                    <a:pt x="10160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30"/>
                  </a:lnTo>
                  <a:close/>
                </a:path>
                <a:path w="10160" h="276860">
                  <a:moveTo>
                    <a:pt x="10160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40"/>
                  </a:lnTo>
                  <a:close/>
                </a:path>
                <a:path w="10160" h="276860">
                  <a:moveTo>
                    <a:pt x="10160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80"/>
                  </a:lnTo>
                  <a:close/>
                </a:path>
                <a:path w="10160" h="276860">
                  <a:moveTo>
                    <a:pt x="10160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190"/>
                  </a:lnTo>
                  <a:close/>
                </a:path>
                <a:path w="10160" h="276860">
                  <a:moveTo>
                    <a:pt x="10160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30"/>
                  </a:lnTo>
                  <a:close/>
                </a:path>
                <a:path w="10160" h="276860">
                  <a:moveTo>
                    <a:pt x="10160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40"/>
                  </a:lnTo>
                  <a:close/>
                </a:path>
                <a:path w="10160" h="276860">
                  <a:moveTo>
                    <a:pt x="10160" y="259080"/>
                  </a:moveTo>
                  <a:lnTo>
                    <a:pt x="0" y="259080"/>
                  </a:lnTo>
                  <a:lnTo>
                    <a:pt x="0" y="262890"/>
                  </a:lnTo>
                  <a:lnTo>
                    <a:pt x="10160" y="262890"/>
                  </a:lnTo>
                  <a:lnTo>
                    <a:pt x="10160" y="259080"/>
                  </a:lnTo>
                  <a:close/>
                </a:path>
                <a:path w="10160" h="276860">
                  <a:moveTo>
                    <a:pt x="10160" y="262890"/>
                  </a:moveTo>
                  <a:lnTo>
                    <a:pt x="0" y="262890"/>
                  </a:lnTo>
                  <a:lnTo>
                    <a:pt x="0" y="265430"/>
                  </a:lnTo>
                  <a:lnTo>
                    <a:pt x="10160" y="265430"/>
                  </a:lnTo>
                  <a:lnTo>
                    <a:pt x="10160" y="262890"/>
                  </a:lnTo>
                  <a:close/>
                </a:path>
                <a:path w="10160" h="276860">
                  <a:moveTo>
                    <a:pt x="10160" y="265430"/>
                  </a:moveTo>
                  <a:lnTo>
                    <a:pt x="0" y="265430"/>
                  </a:lnTo>
                  <a:lnTo>
                    <a:pt x="0" y="269240"/>
                  </a:lnTo>
                  <a:lnTo>
                    <a:pt x="10160" y="269240"/>
                  </a:lnTo>
                  <a:lnTo>
                    <a:pt x="10160" y="265430"/>
                  </a:lnTo>
                  <a:close/>
                </a:path>
                <a:path w="10160" h="276860">
                  <a:moveTo>
                    <a:pt x="10160" y="269240"/>
                  </a:moveTo>
                  <a:lnTo>
                    <a:pt x="0" y="269240"/>
                  </a:lnTo>
                  <a:lnTo>
                    <a:pt x="0" y="271780"/>
                  </a:lnTo>
                  <a:lnTo>
                    <a:pt x="10160" y="271780"/>
                  </a:lnTo>
                  <a:lnTo>
                    <a:pt x="10160" y="269240"/>
                  </a:lnTo>
                  <a:close/>
                </a:path>
                <a:path w="10160" h="276860">
                  <a:moveTo>
                    <a:pt x="10160" y="271780"/>
                  </a:moveTo>
                  <a:lnTo>
                    <a:pt x="0" y="271780"/>
                  </a:lnTo>
                  <a:lnTo>
                    <a:pt x="0" y="275590"/>
                  </a:lnTo>
                  <a:lnTo>
                    <a:pt x="10160" y="275590"/>
                  </a:lnTo>
                  <a:lnTo>
                    <a:pt x="10160" y="271780"/>
                  </a:lnTo>
                  <a:close/>
                </a:path>
                <a:path w="10160" h="276860">
                  <a:moveTo>
                    <a:pt x="10160" y="275590"/>
                  </a:moveTo>
                  <a:lnTo>
                    <a:pt x="7620" y="275590"/>
                  </a:lnTo>
                  <a:lnTo>
                    <a:pt x="7620" y="276860"/>
                  </a:lnTo>
                  <a:lnTo>
                    <a:pt x="10160" y="276860"/>
                  </a:lnTo>
                  <a:lnTo>
                    <a:pt x="10160" y="275590"/>
                  </a:lnTo>
                  <a:close/>
                </a:path>
              </a:pathLst>
            </a:custGeom>
            <a:solidFill>
              <a:srgbClr val="7A7A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1005">
              <a:extLst>
                <a:ext uri="{FF2B5EF4-FFF2-40B4-BE49-F238E27FC236}">
                  <a16:creationId xmlns:a16="http://schemas.microsoft.com/office/drawing/2014/main" id="{0D92416D-9715-F752-22C0-6E66E2D7DD3E}"/>
                </a:ext>
              </a:extLst>
            </p:cNvPr>
            <p:cNvSpPr/>
            <p:nvPr/>
          </p:nvSpPr>
          <p:spPr>
            <a:xfrm>
              <a:off x="4442459" y="5388610"/>
              <a:ext cx="11430" cy="279400"/>
            </a:xfrm>
            <a:custGeom>
              <a:avLst/>
              <a:gdLst/>
              <a:ahLst/>
              <a:cxnLst/>
              <a:rect l="l" t="t" r="r" b="b"/>
              <a:pathLst>
                <a:path w="11429" h="279400">
                  <a:moveTo>
                    <a:pt x="11429" y="0"/>
                  </a:moveTo>
                  <a:lnTo>
                    <a:pt x="10160" y="0"/>
                  </a:lnTo>
                  <a:lnTo>
                    <a:pt x="10160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27940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27940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27940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27940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27940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27940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27940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27940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27940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27940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27940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27940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27940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27940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27940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27940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27940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27940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279400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27940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279400">
                  <a:moveTo>
                    <a:pt x="1142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7309"/>
                  </a:lnTo>
                  <a:close/>
                </a:path>
                <a:path w="11429" h="279400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279400">
                  <a:moveTo>
                    <a:pt x="11429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59"/>
                  </a:lnTo>
                  <a:close/>
                </a:path>
                <a:path w="11429" h="27940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279400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27940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27940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27940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27940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27940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27940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279400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279400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279400">
                  <a:moveTo>
                    <a:pt x="11429" y="107950"/>
                  </a:moveTo>
                  <a:lnTo>
                    <a:pt x="0" y="10795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07950"/>
                  </a:lnTo>
                  <a:close/>
                </a:path>
                <a:path w="11429" h="279400">
                  <a:moveTo>
                    <a:pt x="11429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1429" y="171449"/>
                  </a:lnTo>
                  <a:lnTo>
                    <a:pt x="11429" y="168909"/>
                  </a:lnTo>
                  <a:close/>
                </a:path>
                <a:path w="11429" h="279400">
                  <a:moveTo>
                    <a:pt x="11429" y="171450"/>
                  </a:moveTo>
                  <a:lnTo>
                    <a:pt x="0" y="17145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71450"/>
                  </a:lnTo>
                  <a:close/>
                </a:path>
                <a:path w="11429" h="279400">
                  <a:moveTo>
                    <a:pt x="11429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5259"/>
                  </a:lnTo>
                  <a:close/>
                </a:path>
                <a:path w="11429" h="279400">
                  <a:moveTo>
                    <a:pt x="11429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7800"/>
                  </a:lnTo>
                  <a:close/>
                </a:path>
                <a:path w="11429" h="279400">
                  <a:moveTo>
                    <a:pt x="11429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1609"/>
                  </a:lnTo>
                  <a:close/>
                </a:path>
                <a:path w="11429" h="279400">
                  <a:moveTo>
                    <a:pt x="11429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4150"/>
                  </a:lnTo>
                  <a:close/>
                </a:path>
                <a:path w="11429" h="279400">
                  <a:moveTo>
                    <a:pt x="1142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7959"/>
                  </a:lnTo>
                  <a:close/>
                </a:path>
                <a:path w="11429" h="279400">
                  <a:moveTo>
                    <a:pt x="1142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0500"/>
                  </a:lnTo>
                  <a:close/>
                </a:path>
                <a:path w="11429" h="279400">
                  <a:moveTo>
                    <a:pt x="11429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4309"/>
                  </a:lnTo>
                  <a:close/>
                </a:path>
                <a:path w="11429" h="279400">
                  <a:moveTo>
                    <a:pt x="11429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6850"/>
                  </a:lnTo>
                  <a:close/>
                </a:path>
                <a:path w="11429" h="279400">
                  <a:moveTo>
                    <a:pt x="1142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200659"/>
                  </a:lnTo>
                  <a:close/>
                </a:path>
                <a:path w="11429" h="279400">
                  <a:moveTo>
                    <a:pt x="1142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3200"/>
                  </a:lnTo>
                  <a:close/>
                </a:path>
                <a:path w="11429" h="279400">
                  <a:moveTo>
                    <a:pt x="1142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7009"/>
                  </a:lnTo>
                  <a:close/>
                </a:path>
                <a:path w="11429" h="279400">
                  <a:moveTo>
                    <a:pt x="1142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09550"/>
                  </a:lnTo>
                  <a:close/>
                </a:path>
                <a:path w="11429" h="279400">
                  <a:moveTo>
                    <a:pt x="1142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3359"/>
                  </a:lnTo>
                  <a:close/>
                </a:path>
                <a:path w="11429" h="279400">
                  <a:moveTo>
                    <a:pt x="1142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5900"/>
                  </a:lnTo>
                  <a:close/>
                </a:path>
                <a:path w="11429" h="279400">
                  <a:moveTo>
                    <a:pt x="1142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9709"/>
                  </a:lnTo>
                  <a:close/>
                </a:path>
                <a:path w="11429" h="279400">
                  <a:moveTo>
                    <a:pt x="1142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2250"/>
                  </a:lnTo>
                  <a:close/>
                </a:path>
                <a:path w="11429" h="279400">
                  <a:moveTo>
                    <a:pt x="1142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6059"/>
                  </a:lnTo>
                  <a:close/>
                </a:path>
                <a:path w="11429" h="279400">
                  <a:moveTo>
                    <a:pt x="1142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8600"/>
                  </a:lnTo>
                  <a:close/>
                </a:path>
                <a:path w="11429" h="279400">
                  <a:moveTo>
                    <a:pt x="1142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2409"/>
                  </a:lnTo>
                  <a:close/>
                </a:path>
                <a:path w="11429" h="279400">
                  <a:moveTo>
                    <a:pt x="1142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4950"/>
                  </a:lnTo>
                  <a:close/>
                </a:path>
                <a:path w="11429" h="279400">
                  <a:moveTo>
                    <a:pt x="1142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8759"/>
                  </a:lnTo>
                  <a:close/>
                </a:path>
                <a:path w="11429" h="279400">
                  <a:moveTo>
                    <a:pt x="1142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1300"/>
                  </a:lnTo>
                  <a:close/>
                </a:path>
                <a:path w="11429" h="279400">
                  <a:moveTo>
                    <a:pt x="1142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5109"/>
                  </a:lnTo>
                  <a:close/>
                </a:path>
                <a:path w="11429" h="279400">
                  <a:moveTo>
                    <a:pt x="1142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7650"/>
                  </a:lnTo>
                  <a:close/>
                </a:path>
                <a:path w="11429" h="279400">
                  <a:moveTo>
                    <a:pt x="11429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1459"/>
                  </a:lnTo>
                  <a:close/>
                </a:path>
                <a:path w="11429" h="279400">
                  <a:moveTo>
                    <a:pt x="1142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4000"/>
                  </a:lnTo>
                  <a:close/>
                </a:path>
                <a:path w="11429" h="279400">
                  <a:moveTo>
                    <a:pt x="1142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7809"/>
                  </a:lnTo>
                  <a:close/>
                </a:path>
                <a:path w="11429" h="279400">
                  <a:moveTo>
                    <a:pt x="11429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0350"/>
                  </a:lnTo>
                  <a:close/>
                </a:path>
                <a:path w="11429" h="279400">
                  <a:moveTo>
                    <a:pt x="11429" y="264159"/>
                  </a:moveTo>
                  <a:lnTo>
                    <a:pt x="0" y="264159"/>
                  </a:lnTo>
                  <a:lnTo>
                    <a:pt x="0" y="266699"/>
                  </a:lnTo>
                  <a:lnTo>
                    <a:pt x="11429" y="266699"/>
                  </a:lnTo>
                  <a:lnTo>
                    <a:pt x="11429" y="264159"/>
                  </a:lnTo>
                  <a:close/>
                </a:path>
                <a:path w="11429" h="279400">
                  <a:moveTo>
                    <a:pt x="11429" y="266700"/>
                  </a:moveTo>
                  <a:lnTo>
                    <a:pt x="0" y="266700"/>
                  </a:lnTo>
                  <a:lnTo>
                    <a:pt x="0" y="270509"/>
                  </a:lnTo>
                  <a:lnTo>
                    <a:pt x="11429" y="270509"/>
                  </a:lnTo>
                  <a:lnTo>
                    <a:pt x="11429" y="266700"/>
                  </a:lnTo>
                  <a:close/>
                </a:path>
                <a:path w="11429" h="279400">
                  <a:moveTo>
                    <a:pt x="11429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1429" y="273049"/>
                  </a:lnTo>
                  <a:lnTo>
                    <a:pt x="11429" y="270509"/>
                  </a:lnTo>
                  <a:close/>
                </a:path>
                <a:path w="11429" h="279400">
                  <a:moveTo>
                    <a:pt x="11429" y="273050"/>
                  </a:moveTo>
                  <a:lnTo>
                    <a:pt x="0" y="273050"/>
                  </a:lnTo>
                  <a:lnTo>
                    <a:pt x="0" y="276859"/>
                  </a:lnTo>
                  <a:lnTo>
                    <a:pt x="11429" y="276859"/>
                  </a:lnTo>
                  <a:lnTo>
                    <a:pt x="11429" y="273050"/>
                  </a:lnTo>
                  <a:close/>
                </a:path>
                <a:path w="11429" h="279400">
                  <a:moveTo>
                    <a:pt x="11429" y="276859"/>
                  </a:moveTo>
                  <a:lnTo>
                    <a:pt x="0" y="276859"/>
                  </a:lnTo>
                  <a:lnTo>
                    <a:pt x="0" y="278129"/>
                  </a:lnTo>
                  <a:lnTo>
                    <a:pt x="10160" y="278129"/>
                  </a:lnTo>
                  <a:lnTo>
                    <a:pt x="10160" y="279399"/>
                  </a:lnTo>
                  <a:lnTo>
                    <a:pt x="11429" y="279399"/>
                  </a:lnTo>
                  <a:lnTo>
                    <a:pt x="11429" y="276859"/>
                  </a:lnTo>
                  <a:close/>
                </a:path>
              </a:pathLst>
            </a:custGeom>
            <a:solidFill>
              <a:srgbClr val="7979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1006">
              <a:extLst>
                <a:ext uri="{FF2B5EF4-FFF2-40B4-BE49-F238E27FC236}">
                  <a16:creationId xmlns:a16="http://schemas.microsoft.com/office/drawing/2014/main" id="{F2B5EAE2-938B-10A8-9777-9952172328AA}"/>
                </a:ext>
              </a:extLst>
            </p:cNvPr>
            <p:cNvSpPr/>
            <p:nvPr/>
          </p:nvSpPr>
          <p:spPr>
            <a:xfrm>
              <a:off x="4464684" y="5387340"/>
              <a:ext cx="0" cy="281940"/>
            </a:xfrm>
            <a:custGeom>
              <a:avLst/>
              <a:gdLst/>
              <a:ahLst/>
              <a:cxnLst/>
              <a:rect l="l" t="t" r="r" b="b"/>
              <a:pathLst>
                <a:path h="281939">
                  <a:moveTo>
                    <a:pt x="0" y="0"/>
                  </a:moveTo>
                  <a:lnTo>
                    <a:pt x="0" y="281940"/>
                  </a:lnTo>
                </a:path>
              </a:pathLst>
            </a:custGeom>
            <a:ln w="10159">
              <a:solidFill>
                <a:srgbClr val="78789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1007">
              <a:extLst>
                <a:ext uri="{FF2B5EF4-FFF2-40B4-BE49-F238E27FC236}">
                  <a16:creationId xmlns:a16="http://schemas.microsoft.com/office/drawing/2014/main" id="{1F85ADA0-38A8-0625-C0B3-51BA4C1C9D80}"/>
                </a:ext>
              </a:extLst>
            </p:cNvPr>
            <p:cNvSpPr/>
            <p:nvPr/>
          </p:nvSpPr>
          <p:spPr>
            <a:xfrm>
              <a:off x="4475479" y="5386070"/>
              <a:ext cx="11430" cy="284480"/>
            </a:xfrm>
            <a:custGeom>
              <a:avLst/>
              <a:gdLst/>
              <a:ahLst/>
              <a:cxnLst/>
              <a:rect l="l" t="t" r="r" b="b"/>
              <a:pathLst>
                <a:path w="11429" h="284479">
                  <a:moveTo>
                    <a:pt x="11430" y="0"/>
                  </a:moveTo>
                  <a:lnTo>
                    <a:pt x="3810" y="0"/>
                  </a:lnTo>
                  <a:lnTo>
                    <a:pt x="3810" y="1269"/>
                  </a:lnTo>
                  <a:lnTo>
                    <a:pt x="0" y="1269"/>
                  </a:lnTo>
                  <a:lnTo>
                    <a:pt x="0" y="2539"/>
                  </a:lnTo>
                  <a:lnTo>
                    <a:pt x="11430" y="2539"/>
                  </a:lnTo>
                  <a:lnTo>
                    <a:pt x="11430" y="0"/>
                  </a:lnTo>
                  <a:close/>
                </a:path>
                <a:path w="11429" h="284479">
                  <a:moveTo>
                    <a:pt x="1143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30" y="6349"/>
                  </a:lnTo>
                  <a:lnTo>
                    <a:pt x="11430" y="2539"/>
                  </a:lnTo>
                  <a:close/>
                </a:path>
                <a:path w="11429" h="284479">
                  <a:moveTo>
                    <a:pt x="1143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30" y="8889"/>
                  </a:lnTo>
                  <a:lnTo>
                    <a:pt x="11430" y="6349"/>
                  </a:lnTo>
                  <a:close/>
                </a:path>
                <a:path w="11429" h="284479">
                  <a:moveTo>
                    <a:pt x="1143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30" y="12699"/>
                  </a:lnTo>
                  <a:lnTo>
                    <a:pt x="11430" y="8889"/>
                  </a:lnTo>
                  <a:close/>
                </a:path>
                <a:path w="11429" h="284479">
                  <a:moveTo>
                    <a:pt x="1143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30" y="15239"/>
                  </a:lnTo>
                  <a:lnTo>
                    <a:pt x="11430" y="12699"/>
                  </a:lnTo>
                  <a:close/>
                </a:path>
                <a:path w="11429" h="284479">
                  <a:moveTo>
                    <a:pt x="1143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30" y="19049"/>
                  </a:lnTo>
                  <a:lnTo>
                    <a:pt x="11430" y="15239"/>
                  </a:lnTo>
                  <a:close/>
                </a:path>
                <a:path w="11429" h="284479">
                  <a:moveTo>
                    <a:pt x="1143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30" y="21589"/>
                  </a:lnTo>
                  <a:lnTo>
                    <a:pt x="11430" y="19049"/>
                  </a:lnTo>
                  <a:close/>
                </a:path>
                <a:path w="11429" h="284479">
                  <a:moveTo>
                    <a:pt x="1143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30" y="25399"/>
                  </a:lnTo>
                  <a:lnTo>
                    <a:pt x="11430" y="21589"/>
                  </a:lnTo>
                  <a:close/>
                </a:path>
                <a:path w="11429" h="284479">
                  <a:moveTo>
                    <a:pt x="1143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30" y="27939"/>
                  </a:lnTo>
                  <a:lnTo>
                    <a:pt x="11430" y="25399"/>
                  </a:lnTo>
                  <a:close/>
                </a:path>
                <a:path w="11429" h="284479">
                  <a:moveTo>
                    <a:pt x="1143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30" y="31749"/>
                  </a:lnTo>
                  <a:lnTo>
                    <a:pt x="11430" y="27939"/>
                  </a:lnTo>
                  <a:close/>
                </a:path>
                <a:path w="11429" h="284479">
                  <a:moveTo>
                    <a:pt x="1143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30" y="34289"/>
                  </a:lnTo>
                  <a:lnTo>
                    <a:pt x="11430" y="31749"/>
                  </a:lnTo>
                  <a:close/>
                </a:path>
                <a:path w="11429" h="284479">
                  <a:moveTo>
                    <a:pt x="1143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30" y="38099"/>
                  </a:lnTo>
                  <a:lnTo>
                    <a:pt x="11430" y="34289"/>
                  </a:lnTo>
                  <a:close/>
                </a:path>
                <a:path w="11429" h="284479">
                  <a:moveTo>
                    <a:pt x="1143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30" y="40639"/>
                  </a:lnTo>
                  <a:lnTo>
                    <a:pt x="11430" y="38099"/>
                  </a:lnTo>
                  <a:close/>
                </a:path>
                <a:path w="11429" h="284479">
                  <a:moveTo>
                    <a:pt x="1143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30" y="44449"/>
                  </a:lnTo>
                  <a:lnTo>
                    <a:pt x="11430" y="40639"/>
                  </a:lnTo>
                  <a:close/>
                </a:path>
                <a:path w="11429" h="284479">
                  <a:moveTo>
                    <a:pt x="1143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30" y="46989"/>
                  </a:lnTo>
                  <a:lnTo>
                    <a:pt x="11430" y="44449"/>
                  </a:lnTo>
                  <a:close/>
                </a:path>
                <a:path w="11429" h="284479">
                  <a:moveTo>
                    <a:pt x="1143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30" y="50799"/>
                  </a:lnTo>
                  <a:lnTo>
                    <a:pt x="11430" y="46989"/>
                  </a:lnTo>
                  <a:close/>
                </a:path>
                <a:path w="11429" h="284479">
                  <a:moveTo>
                    <a:pt x="1143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30" y="53339"/>
                  </a:lnTo>
                  <a:lnTo>
                    <a:pt x="11430" y="50799"/>
                  </a:lnTo>
                  <a:close/>
                </a:path>
                <a:path w="11429" h="284479">
                  <a:moveTo>
                    <a:pt x="1143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30" y="57149"/>
                  </a:lnTo>
                  <a:lnTo>
                    <a:pt x="11430" y="53339"/>
                  </a:lnTo>
                  <a:close/>
                </a:path>
                <a:path w="11429" h="284479">
                  <a:moveTo>
                    <a:pt x="1143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30" y="59689"/>
                  </a:lnTo>
                  <a:lnTo>
                    <a:pt x="11430" y="57149"/>
                  </a:lnTo>
                  <a:close/>
                </a:path>
                <a:path w="11429" h="284479">
                  <a:moveTo>
                    <a:pt x="1143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30" y="63499"/>
                  </a:lnTo>
                  <a:lnTo>
                    <a:pt x="11430" y="59689"/>
                  </a:lnTo>
                  <a:close/>
                </a:path>
                <a:path w="11429" h="284479">
                  <a:moveTo>
                    <a:pt x="1143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30" y="66039"/>
                  </a:lnTo>
                  <a:lnTo>
                    <a:pt x="11430" y="63499"/>
                  </a:lnTo>
                  <a:close/>
                </a:path>
                <a:path w="11429" h="284479">
                  <a:moveTo>
                    <a:pt x="1143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30" y="69849"/>
                  </a:lnTo>
                  <a:lnTo>
                    <a:pt x="11430" y="66039"/>
                  </a:lnTo>
                  <a:close/>
                </a:path>
                <a:path w="11429" h="284479">
                  <a:moveTo>
                    <a:pt x="1143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1430" y="72389"/>
                  </a:lnTo>
                  <a:lnTo>
                    <a:pt x="11430" y="69849"/>
                  </a:lnTo>
                  <a:close/>
                </a:path>
                <a:path w="11429" h="284479">
                  <a:moveTo>
                    <a:pt x="1143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30" y="76199"/>
                  </a:lnTo>
                  <a:lnTo>
                    <a:pt x="11430" y="72389"/>
                  </a:lnTo>
                  <a:close/>
                </a:path>
                <a:path w="11429" h="284479">
                  <a:moveTo>
                    <a:pt x="1143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1430" y="78739"/>
                  </a:lnTo>
                  <a:lnTo>
                    <a:pt x="11430" y="76199"/>
                  </a:lnTo>
                  <a:close/>
                </a:path>
                <a:path w="11429" h="284479">
                  <a:moveTo>
                    <a:pt x="1143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1430" y="82549"/>
                  </a:lnTo>
                  <a:lnTo>
                    <a:pt x="11430" y="78739"/>
                  </a:lnTo>
                  <a:close/>
                </a:path>
                <a:path w="11429" h="284479">
                  <a:moveTo>
                    <a:pt x="1143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1430" y="85089"/>
                  </a:lnTo>
                  <a:lnTo>
                    <a:pt x="11430" y="82549"/>
                  </a:lnTo>
                  <a:close/>
                </a:path>
                <a:path w="11429" h="284479">
                  <a:moveTo>
                    <a:pt x="1143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30" y="88899"/>
                  </a:lnTo>
                  <a:lnTo>
                    <a:pt x="11430" y="85089"/>
                  </a:lnTo>
                  <a:close/>
                </a:path>
                <a:path w="11429" h="284479">
                  <a:moveTo>
                    <a:pt x="1143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30" y="91439"/>
                  </a:lnTo>
                  <a:lnTo>
                    <a:pt x="11430" y="88899"/>
                  </a:lnTo>
                  <a:close/>
                </a:path>
                <a:path w="11429" h="284479">
                  <a:moveTo>
                    <a:pt x="1143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30" y="95249"/>
                  </a:lnTo>
                  <a:lnTo>
                    <a:pt x="11430" y="91439"/>
                  </a:lnTo>
                  <a:close/>
                </a:path>
                <a:path w="11429" h="284479">
                  <a:moveTo>
                    <a:pt x="1143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30" y="97789"/>
                  </a:lnTo>
                  <a:lnTo>
                    <a:pt x="11430" y="95249"/>
                  </a:lnTo>
                  <a:close/>
                </a:path>
                <a:path w="11429" h="284479">
                  <a:moveTo>
                    <a:pt x="1143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1430" y="101599"/>
                  </a:lnTo>
                  <a:lnTo>
                    <a:pt x="11430" y="97789"/>
                  </a:lnTo>
                  <a:close/>
                </a:path>
                <a:path w="11429" h="284479">
                  <a:moveTo>
                    <a:pt x="1143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1430" y="104139"/>
                  </a:lnTo>
                  <a:lnTo>
                    <a:pt x="11430" y="101599"/>
                  </a:lnTo>
                  <a:close/>
                </a:path>
                <a:path w="11429" h="284479">
                  <a:moveTo>
                    <a:pt x="11430" y="104139"/>
                  </a:moveTo>
                  <a:lnTo>
                    <a:pt x="0" y="104139"/>
                  </a:lnTo>
                  <a:lnTo>
                    <a:pt x="0" y="107949"/>
                  </a:lnTo>
                  <a:lnTo>
                    <a:pt x="11430" y="107949"/>
                  </a:lnTo>
                  <a:lnTo>
                    <a:pt x="11430" y="104139"/>
                  </a:lnTo>
                  <a:close/>
                </a:path>
                <a:path w="11429" h="284479">
                  <a:moveTo>
                    <a:pt x="11430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11430" y="110489"/>
                  </a:lnTo>
                  <a:lnTo>
                    <a:pt x="11430" y="107949"/>
                  </a:lnTo>
                  <a:close/>
                </a:path>
                <a:path w="11429" h="284479">
                  <a:moveTo>
                    <a:pt x="11430" y="110489"/>
                  </a:moveTo>
                  <a:lnTo>
                    <a:pt x="0" y="110489"/>
                  </a:lnTo>
                  <a:lnTo>
                    <a:pt x="0" y="171449"/>
                  </a:lnTo>
                  <a:lnTo>
                    <a:pt x="11430" y="171449"/>
                  </a:lnTo>
                  <a:lnTo>
                    <a:pt x="11430" y="110489"/>
                  </a:lnTo>
                  <a:close/>
                </a:path>
                <a:path w="11429" h="284479">
                  <a:moveTo>
                    <a:pt x="1143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1430" y="173989"/>
                  </a:lnTo>
                  <a:lnTo>
                    <a:pt x="11430" y="171449"/>
                  </a:lnTo>
                  <a:close/>
                </a:path>
                <a:path w="11429" h="284479">
                  <a:moveTo>
                    <a:pt x="1143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1430" y="177799"/>
                  </a:lnTo>
                  <a:lnTo>
                    <a:pt x="11430" y="173989"/>
                  </a:lnTo>
                  <a:close/>
                </a:path>
                <a:path w="11429" h="284479">
                  <a:moveTo>
                    <a:pt x="1143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1430" y="180339"/>
                  </a:lnTo>
                  <a:lnTo>
                    <a:pt x="11430" y="177799"/>
                  </a:lnTo>
                  <a:close/>
                </a:path>
                <a:path w="11429" h="284479">
                  <a:moveTo>
                    <a:pt x="1143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1430" y="184149"/>
                  </a:lnTo>
                  <a:lnTo>
                    <a:pt x="11430" y="180339"/>
                  </a:lnTo>
                  <a:close/>
                </a:path>
                <a:path w="11429" h="284479">
                  <a:moveTo>
                    <a:pt x="1143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1430" y="186689"/>
                  </a:lnTo>
                  <a:lnTo>
                    <a:pt x="11430" y="184149"/>
                  </a:lnTo>
                  <a:close/>
                </a:path>
                <a:path w="11429" h="284479">
                  <a:moveTo>
                    <a:pt x="1143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1430" y="190499"/>
                  </a:lnTo>
                  <a:lnTo>
                    <a:pt x="11430" y="186689"/>
                  </a:lnTo>
                  <a:close/>
                </a:path>
                <a:path w="11429" h="284479">
                  <a:moveTo>
                    <a:pt x="1143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1430" y="193039"/>
                  </a:lnTo>
                  <a:lnTo>
                    <a:pt x="11430" y="190499"/>
                  </a:lnTo>
                  <a:close/>
                </a:path>
                <a:path w="11429" h="284479">
                  <a:moveTo>
                    <a:pt x="1143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1430" y="196849"/>
                  </a:lnTo>
                  <a:lnTo>
                    <a:pt x="11430" y="193039"/>
                  </a:lnTo>
                  <a:close/>
                </a:path>
                <a:path w="11429" h="284479">
                  <a:moveTo>
                    <a:pt x="1143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1430" y="199389"/>
                  </a:lnTo>
                  <a:lnTo>
                    <a:pt x="11430" y="196849"/>
                  </a:lnTo>
                  <a:close/>
                </a:path>
                <a:path w="11429" h="284479">
                  <a:moveTo>
                    <a:pt x="1143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1430" y="203199"/>
                  </a:lnTo>
                  <a:lnTo>
                    <a:pt x="11430" y="199389"/>
                  </a:lnTo>
                  <a:close/>
                </a:path>
                <a:path w="11429" h="284479">
                  <a:moveTo>
                    <a:pt x="1143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1430" y="205739"/>
                  </a:lnTo>
                  <a:lnTo>
                    <a:pt x="11430" y="203199"/>
                  </a:lnTo>
                  <a:close/>
                </a:path>
                <a:path w="11429" h="284479">
                  <a:moveTo>
                    <a:pt x="1143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1430" y="209549"/>
                  </a:lnTo>
                  <a:lnTo>
                    <a:pt x="11430" y="205739"/>
                  </a:lnTo>
                  <a:close/>
                </a:path>
                <a:path w="11429" h="284479">
                  <a:moveTo>
                    <a:pt x="1143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1430" y="212089"/>
                  </a:lnTo>
                  <a:lnTo>
                    <a:pt x="11430" y="209549"/>
                  </a:lnTo>
                  <a:close/>
                </a:path>
                <a:path w="11429" h="284479">
                  <a:moveTo>
                    <a:pt x="1143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1430" y="215899"/>
                  </a:lnTo>
                  <a:lnTo>
                    <a:pt x="11430" y="212089"/>
                  </a:lnTo>
                  <a:close/>
                </a:path>
                <a:path w="11429" h="284479">
                  <a:moveTo>
                    <a:pt x="1143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1430" y="218439"/>
                  </a:lnTo>
                  <a:lnTo>
                    <a:pt x="11430" y="215899"/>
                  </a:lnTo>
                  <a:close/>
                </a:path>
                <a:path w="11429" h="284479">
                  <a:moveTo>
                    <a:pt x="1143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1430" y="222249"/>
                  </a:lnTo>
                  <a:lnTo>
                    <a:pt x="11430" y="218439"/>
                  </a:lnTo>
                  <a:close/>
                </a:path>
                <a:path w="11429" h="284479">
                  <a:moveTo>
                    <a:pt x="1143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1430" y="224789"/>
                  </a:lnTo>
                  <a:lnTo>
                    <a:pt x="11430" y="222249"/>
                  </a:lnTo>
                  <a:close/>
                </a:path>
                <a:path w="11429" h="284479">
                  <a:moveTo>
                    <a:pt x="1143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1430" y="228599"/>
                  </a:lnTo>
                  <a:lnTo>
                    <a:pt x="11430" y="224789"/>
                  </a:lnTo>
                  <a:close/>
                </a:path>
                <a:path w="11429" h="284479">
                  <a:moveTo>
                    <a:pt x="1143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1430" y="231139"/>
                  </a:lnTo>
                  <a:lnTo>
                    <a:pt x="11430" y="228599"/>
                  </a:lnTo>
                  <a:close/>
                </a:path>
                <a:path w="11429" h="284479">
                  <a:moveTo>
                    <a:pt x="1143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1430" y="234949"/>
                  </a:lnTo>
                  <a:lnTo>
                    <a:pt x="11430" y="231139"/>
                  </a:lnTo>
                  <a:close/>
                </a:path>
                <a:path w="11429" h="284479">
                  <a:moveTo>
                    <a:pt x="1143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1430" y="237489"/>
                  </a:lnTo>
                  <a:lnTo>
                    <a:pt x="11430" y="234949"/>
                  </a:lnTo>
                  <a:close/>
                </a:path>
                <a:path w="11429" h="284479">
                  <a:moveTo>
                    <a:pt x="1143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1430" y="241299"/>
                  </a:lnTo>
                  <a:lnTo>
                    <a:pt x="11430" y="237489"/>
                  </a:lnTo>
                  <a:close/>
                </a:path>
                <a:path w="11429" h="284479">
                  <a:moveTo>
                    <a:pt x="1143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1430" y="243839"/>
                  </a:lnTo>
                  <a:lnTo>
                    <a:pt x="11430" y="241299"/>
                  </a:lnTo>
                  <a:close/>
                </a:path>
                <a:path w="11429" h="284479">
                  <a:moveTo>
                    <a:pt x="1143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1430" y="247649"/>
                  </a:lnTo>
                  <a:lnTo>
                    <a:pt x="11430" y="243839"/>
                  </a:lnTo>
                  <a:close/>
                </a:path>
                <a:path w="11429" h="284479">
                  <a:moveTo>
                    <a:pt x="1143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1430" y="250189"/>
                  </a:lnTo>
                  <a:lnTo>
                    <a:pt x="11430" y="247649"/>
                  </a:lnTo>
                  <a:close/>
                </a:path>
                <a:path w="11429" h="284479">
                  <a:moveTo>
                    <a:pt x="1143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1430" y="253999"/>
                  </a:lnTo>
                  <a:lnTo>
                    <a:pt x="11430" y="250189"/>
                  </a:lnTo>
                  <a:close/>
                </a:path>
                <a:path w="11429" h="284479">
                  <a:moveTo>
                    <a:pt x="1143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1430" y="256539"/>
                  </a:lnTo>
                  <a:lnTo>
                    <a:pt x="11430" y="253999"/>
                  </a:lnTo>
                  <a:close/>
                </a:path>
                <a:path w="11429" h="284479">
                  <a:moveTo>
                    <a:pt x="11430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1430" y="260349"/>
                  </a:lnTo>
                  <a:lnTo>
                    <a:pt x="11430" y="256539"/>
                  </a:lnTo>
                  <a:close/>
                </a:path>
                <a:path w="11429" h="284479">
                  <a:moveTo>
                    <a:pt x="11430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1430" y="262889"/>
                  </a:lnTo>
                  <a:lnTo>
                    <a:pt x="11430" y="260349"/>
                  </a:lnTo>
                  <a:close/>
                </a:path>
                <a:path w="11429" h="284479">
                  <a:moveTo>
                    <a:pt x="11430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1430" y="266699"/>
                  </a:lnTo>
                  <a:lnTo>
                    <a:pt x="11430" y="262889"/>
                  </a:lnTo>
                  <a:close/>
                </a:path>
                <a:path w="11429" h="284479">
                  <a:moveTo>
                    <a:pt x="11430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1430" y="269239"/>
                  </a:lnTo>
                  <a:lnTo>
                    <a:pt x="11430" y="266699"/>
                  </a:lnTo>
                  <a:close/>
                </a:path>
                <a:path w="11429" h="284479">
                  <a:moveTo>
                    <a:pt x="11430" y="269239"/>
                  </a:moveTo>
                  <a:lnTo>
                    <a:pt x="0" y="269239"/>
                  </a:lnTo>
                  <a:lnTo>
                    <a:pt x="0" y="273049"/>
                  </a:lnTo>
                  <a:lnTo>
                    <a:pt x="11430" y="273049"/>
                  </a:lnTo>
                  <a:lnTo>
                    <a:pt x="11430" y="269239"/>
                  </a:lnTo>
                  <a:close/>
                </a:path>
                <a:path w="11429" h="284479">
                  <a:moveTo>
                    <a:pt x="11430" y="273049"/>
                  </a:moveTo>
                  <a:lnTo>
                    <a:pt x="0" y="273049"/>
                  </a:lnTo>
                  <a:lnTo>
                    <a:pt x="0" y="275589"/>
                  </a:lnTo>
                  <a:lnTo>
                    <a:pt x="11430" y="275589"/>
                  </a:lnTo>
                  <a:lnTo>
                    <a:pt x="11430" y="273049"/>
                  </a:lnTo>
                  <a:close/>
                </a:path>
                <a:path w="11429" h="284479">
                  <a:moveTo>
                    <a:pt x="11430" y="275589"/>
                  </a:moveTo>
                  <a:lnTo>
                    <a:pt x="0" y="275589"/>
                  </a:lnTo>
                  <a:lnTo>
                    <a:pt x="0" y="279399"/>
                  </a:lnTo>
                  <a:lnTo>
                    <a:pt x="11430" y="279399"/>
                  </a:lnTo>
                  <a:lnTo>
                    <a:pt x="11430" y="275589"/>
                  </a:lnTo>
                  <a:close/>
                </a:path>
                <a:path w="11429" h="284479">
                  <a:moveTo>
                    <a:pt x="11430" y="279399"/>
                  </a:moveTo>
                  <a:lnTo>
                    <a:pt x="0" y="279399"/>
                  </a:lnTo>
                  <a:lnTo>
                    <a:pt x="0" y="281939"/>
                  </a:lnTo>
                  <a:lnTo>
                    <a:pt x="11430" y="281939"/>
                  </a:lnTo>
                  <a:lnTo>
                    <a:pt x="11430" y="279399"/>
                  </a:lnTo>
                  <a:close/>
                </a:path>
                <a:path w="11429" h="284479">
                  <a:moveTo>
                    <a:pt x="11430" y="281939"/>
                  </a:moveTo>
                  <a:lnTo>
                    <a:pt x="0" y="281939"/>
                  </a:lnTo>
                  <a:lnTo>
                    <a:pt x="0" y="283209"/>
                  </a:lnTo>
                  <a:lnTo>
                    <a:pt x="5080" y="283209"/>
                  </a:lnTo>
                  <a:lnTo>
                    <a:pt x="5080" y="284479"/>
                  </a:lnTo>
                  <a:lnTo>
                    <a:pt x="11430" y="284479"/>
                  </a:lnTo>
                  <a:lnTo>
                    <a:pt x="11430" y="281939"/>
                  </a:lnTo>
                  <a:close/>
                </a:path>
              </a:pathLst>
            </a:custGeom>
            <a:solidFill>
              <a:srgbClr val="7777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1008">
              <a:extLst>
                <a:ext uri="{FF2B5EF4-FFF2-40B4-BE49-F238E27FC236}">
                  <a16:creationId xmlns:a16="http://schemas.microsoft.com/office/drawing/2014/main" id="{9B18BCAE-B342-30B5-B37E-277FF3D74A04}"/>
                </a:ext>
              </a:extLst>
            </p:cNvPr>
            <p:cNvSpPr/>
            <p:nvPr/>
          </p:nvSpPr>
          <p:spPr>
            <a:xfrm>
              <a:off x="4491990" y="5384800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10160">
              <a:solidFill>
                <a:srgbClr val="76769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1009">
              <a:extLst>
                <a:ext uri="{FF2B5EF4-FFF2-40B4-BE49-F238E27FC236}">
                  <a16:creationId xmlns:a16="http://schemas.microsoft.com/office/drawing/2014/main" id="{289A3EA4-C567-BDED-1063-3385948227D7}"/>
                </a:ext>
              </a:extLst>
            </p:cNvPr>
            <p:cNvSpPr/>
            <p:nvPr/>
          </p:nvSpPr>
          <p:spPr>
            <a:xfrm>
              <a:off x="4497069" y="5383530"/>
              <a:ext cx="11430" cy="288290"/>
            </a:xfrm>
            <a:custGeom>
              <a:avLst/>
              <a:gdLst/>
              <a:ahLst/>
              <a:cxnLst/>
              <a:rect l="l" t="t" r="r" b="b"/>
              <a:pathLst>
                <a:path w="11429" h="288289">
                  <a:moveTo>
                    <a:pt x="11429" y="0"/>
                  </a:moveTo>
                  <a:lnTo>
                    <a:pt x="2539" y="0"/>
                  </a:lnTo>
                  <a:lnTo>
                    <a:pt x="2539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0"/>
                  </a:lnTo>
                  <a:close/>
                </a:path>
                <a:path w="11429" h="288289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288289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288289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288289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288289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288289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288289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288289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288289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288289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288289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288289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288289">
                  <a:moveTo>
                    <a:pt x="1142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40640"/>
                  </a:lnTo>
                  <a:close/>
                </a:path>
                <a:path w="11429" h="288289">
                  <a:moveTo>
                    <a:pt x="1142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3180"/>
                  </a:lnTo>
                  <a:close/>
                </a:path>
                <a:path w="11429" h="288289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288289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288289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288289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288289">
                  <a:moveTo>
                    <a:pt x="1142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9690"/>
                  </a:lnTo>
                  <a:close/>
                </a:path>
                <a:path w="11429" h="288289">
                  <a:moveTo>
                    <a:pt x="1142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29" y="66040"/>
                  </a:lnTo>
                  <a:lnTo>
                    <a:pt x="11429" y="62230"/>
                  </a:lnTo>
                  <a:close/>
                </a:path>
                <a:path w="11429" h="288289">
                  <a:moveTo>
                    <a:pt x="11429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1429" y="68580"/>
                  </a:lnTo>
                  <a:lnTo>
                    <a:pt x="11429" y="66040"/>
                  </a:lnTo>
                  <a:close/>
                </a:path>
                <a:path w="11429" h="288289">
                  <a:moveTo>
                    <a:pt x="11429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1429" y="72390"/>
                  </a:lnTo>
                  <a:lnTo>
                    <a:pt x="11429" y="68580"/>
                  </a:lnTo>
                  <a:close/>
                </a:path>
                <a:path w="11429" h="288289">
                  <a:moveTo>
                    <a:pt x="11429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72390"/>
                  </a:lnTo>
                  <a:close/>
                </a:path>
                <a:path w="11429" h="288289">
                  <a:moveTo>
                    <a:pt x="1142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29" y="78740"/>
                  </a:lnTo>
                  <a:lnTo>
                    <a:pt x="11429" y="74930"/>
                  </a:lnTo>
                  <a:close/>
                </a:path>
                <a:path w="11429" h="288289">
                  <a:moveTo>
                    <a:pt x="11429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8740"/>
                  </a:lnTo>
                  <a:close/>
                </a:path>
                <a:path w="11429" h="288289">
                  <a:moveTo>
                    <a:pt x="11429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1429" y="85090"/>
                  </a:lnTo>
                  <a:lnTo>
                    <a:pt x="11429" y="81280"/>
                  </a:lnTo>
                  <a:close/>
                </a:path>
                <a:path w="11429" h="288289">
                  <a:moveTo>
                    <a:pt x="11429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5090"/>
                  </a:lnTo>
                  <a:close/>
                </a:path>
                <a:path w="11429" h="288289">
                  <a:moveTo>
                    <a:pt x="11429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1429" y="91440"/>
                  </a:lnTo>
                  <a:lnTo>
                    <a:pt x="11429" y="87630"/>
                  </a:lnTo>
                  <a:close/>
                </a:path>
                <a:path w="11429" h="288289">
                  <a:moveTo>
                    <a:pt x="11429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91440"/>
                  </a:lnTo>
                  <a:close/>
                </a:path>
                <a:path w="11429" h="288289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288289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288289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288289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288289">
                  <a:moveTo>
                    <a:pt x="11429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1429" y="110490"/>
                  </a:lnTo>
                  <a:lnTo>
                    <a:pt x="11429" y="106680"/>
                  </a:lnTo>
                  <a:close/>
                </a:path>
                <a:path w="11429" h="288289">
                  <a:moveTo>
                    <a:pt x="11429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1429" y="113030"/>
                  </a:lnTo>
                  <a:lnTo>
                    <a:pt x="11429" y="110490"/>
                  </a:lnTo>
                  <a:close/>
                </a:path>
                <a:path w="11429" h="288289">
                  <a:moveTo>
                    <a:pt x="11429" y="113030"/>
                  </a:moveTo>
                  <a:lnTo>
                    <a:pt x="0" y="113030"/>
                  </a:lnTo>
                  <a:lnTo>
                    <a:pt x="0" y="173990"/>
                  </a:lnTo>
                  <a:lnTo>
                    <a:pt x="11429" y="173990"/>
                  </a:lnTo>
                  <a:lnTo>
                    <a:pt x="11429" y="113030"/>
                  </a:lnTo>
                  <a:close/>
                </a:path>
                <a:path w="11429" h="288289">
                  <a:moveTo>
                    <a:pt x="11429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1429" y="176530"/>
                  </a:lnTo>
                  <a:lnTo>
                    <a:pt x="11429" y="173990"/>
                  </a:lnTo>
                  <a:close/>
                </a:path>
                <a:path w="11429" h="288289">
                  <a:moveTo>
                    <a:pt x="11429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1429" y="180340"/>
                  </a:lnTo>
                  <a:lnTo>
                    <a:pt x="11429" y="176530"/>
                  </a:lnTo>
                  <a:close/>
                </a:path>
                <a:path w="11429" h="288289">
                  <a:moveTo>
                    <a:pt x="11429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1429" y="182880"/>
                  </a:lnTo>
                  <a:lnTo>
                    <a:pt x="11429" y="180340"/>
                  </a:lnTo>
                  <a:close/>
                </a:path>
                <a:path w="11429" h="288289">
                  <a:moveTo>
                    <a:pt x="11429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1429" y="186690"/>
                  </a:lnTo>
                  <a:lnTo>
                    <a:pt x="11429" y="182880"/>
                  </a:lnTo>
                  <a:close/>
                </a:path>
                <a:path w="11429" h="288289">
                  <a:moveTo>
                    <a:pt x="11429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1429" y="189230"/>
                  </a:lnTo>
                  <a:lnTo>
                    <a:pt x="11429" y="186690"/>
                  </a:lnTo>
                  <a:close/>
                </a:path>
                <a:path w="11429" h="288289">
                  <a:moveTo>
                    <a:pt x="11429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1429" y="193040"/>
                  </a:lnTo>
                  <a:lnTo>
                    <a:pt x="11429" y="189230"/>
                  </a:lnTo>
                  <a:close/>
                </a:path>
                <a:path w="11429" h="288289">
                  <a:moveTo>
                    <a:pt x="11429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1429" y="195580"/>
                  </a:lnTo>
                  <a:lnTo>
                    <a:pt x="11429" y="193040"/>
                  </a:lnTo>
                  <a:close/>
                </a:path>
                <a:path w="11429" h="288289">
                  <a:moveTo>
                    <a:pt x="11429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1429" y="199390"/>
                  </a:lnTo>
                  <a:lnTo>
                    <a:pt x="11429" y="195580"/>
                  </a:lnTo>
                  <a:close/>
                </a:path>
                <a:path w="11429" h="288289">
                  <a:moveTo>
                    <a:pt x="11429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1429" y="201930"/>
                  </a:lnTo>
                  <a:lnTo>
                    <a:pt x="11429" y="199390"/>
                  </a:lnTo>
                  <a:close/>
                </a:path>
                <a:path w="11429" h="288289">
                  <a:moveTo>
                    <a:pt x="11429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1429" y="205740"/>
                  </a:lnTo>
                  <a:lnTo>
                    <a:pt x="11429" y="201930"/>
                  </a:lnTo>
                  <a:close/>
                </a:path>
                <a:path w="11429" h="288289">
                  <a:moveTo>
                    <a:pt x="1142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1429" y="208280"/>
                  </a:lnTo>
                  <a:lnTo>
                    <a:pt x="11429" y="205740"/>
                  </a:lnTo>
                  <a:close/>
                </a:path>
                <a:path w="11429" h="288289">
                  <a:moveTo>
                    <a:pt x="1142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1429" y="212090"/>
                  </a:lnTo>
                  <a:lnTo>
                    <a:pt x="11429" y="208280"/>
                  </a:lnTo>
                  <a:close/>
                </a:path>
                <a:path w="11429" h="288289">
                  <a:moveTo>
                    <a:pt x="1142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1429" y="214630"/>
                  </a:lnTo>
                  <a:lnTo>
                    <a:pt x="11429" y="212090"/>
                  </a:lnTo>
                  <a:close/>
                </a:path>
                <a:path w="11429" h="288289">
                  <a:moveTo>
                    <a:pt x="1142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1429" y="218440"/>
                  </a:lnTo>
                  <a:lnTo>
                    <a:pt x="11429" y="214630"/>
                  </a:lnTo>
                  <a:close/>
                </a:path>
                <a:path w="11429" h="288289">
                  <a:moveTo>
                    <a:pt x="1142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1429" y="220980"/>
                  </a:lnTo>
                  <a:lnTo>
                    <a:pt x="11429" y="218440"/>
                  </a:lnTo>
                  <a:close/>
                </a:path>
                <a:path w="11429" h="288289">
                  <a:moveTo>
                    <a:pt x="1142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1429" y="224790"/>
                  </a:lnTo>
                  <a:lnTo>
                    <a:pt x="11429" y="220980"/>
                  </a:lnTo>
                  <a:close/>
                </a:path>
                <a:path w="11429" h="288289">
                  <a:moveTo>
                    <a:pt x="1142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1429" y="227330"/>
                  </a:lnTo>
                  <a:lnTo>
                    <a:pt x="11429" y="224790"/>
                  </a:lnTo>
                  <a:close/>
                </a:path>
                <a:path w="11429" h="288289">
                  <a:moveTo>
                    <a:pt x="1142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1429" y="231140"/>
                  </a:lnTo>
                  <a:lnTo>
                    <a:pt x="11429" y="227330"/>
                  </a:lnTo>
                  <a:close/>
                </a:path>
                <a:path w="11429" h="288289">
                  <a:moveTo>
                    <a:pt x="1142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1429" y="233680"/>
                  </a:lnTo>
                  <a:lnTo>
                    <a:pt x="11429" y="231140"/>
                  </a:lnTo>
                  <a:close/>
                </a:path>
                <a:path w="11429" h="288289">
                  <a:moveTo>
                    <a:pt x="1142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1429" y="237490"/>
                  </a:lnTo>
                  <a:lnTo>
                    <a:pt x="11429" y="233680"/>
                  </a:lnTo>
                  <a:close/>
                </a:path>
                <a:path w="11429" h="288289">
                  <a:moveTo>
                    <a:pt x="1142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1429" y="240030"/>
                  </a:lnTo>
                  <a:lnTo>
                    <a:pt x="11429" y="237490"/>
                  </a:lnTo>
                  <a:close/>
                </a:path>
                <a:path w="11429" h="288289">
                  <a:moveTo>
                    <a:pt x="1142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1429" y="243840"/>
                  </a:lnTo>
                  <a:lnTo>
                    <a:pt x="11429" y="240030"/>
                  </a:lnTo>
                  <a:close/>
                </a:path>
                <a:path w="11429" h="288289">
                  <a:moveTo>
                    <a:pt x="1142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1429" y="246380"/>
                  </a:lnTo>
                  <a:lnTo>
                    <a:pt x="11429" y="243840"/>
                  </a:lnTo>
                  <a:close/>
                </a:path>
                <a:path w="11429" h="288289">
                  <a:moveTo>
                    <a:pt x="1142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1429" y="250190"/>
                  </a:lnTo>
                  <a:lnTo>
                    <a:pt x="11429" y="246380"/>
                  </a:lnTo>
                  <a:close/>
                </a:path>
                <a:path w="11429" h="288289">
                  <a:moveTo>
                    <a:pt x="11429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1429" y="252730"/>
                  </a:lnTo>
                  <a:lnTo>
                    <a:pt x="11429" y="250190"/>
                  </a:lnTo>
                  <a:close/>
                </a:path>
                <a:path w="11429" h="288289">
                  <a:moveTo>
                    <a:pt x="11429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1429" y="256540"/>
                  </a:lnTo>
                  <a:lnTo>
                    <a:pt x="11429" y="252730"/>
                  </a:lnTo>
                  <a:close/>
                </a:path>
                <a:path w="11429" h="288289">
                  <a:moveTo>
                    <a:pt x="11429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1429" y="259080"/>
                  </a:lnTo>
                  <a:lnTo>
                    <a:pt x="11429" y="256540"/>
                  </a:lnTo>
                  <a:close/>
                </a:path>
                <a:path w="11429" h="288289">
                  <a:moveTo>
                    <a:pt x="11429" y="259080"/>
                  </a:moveTo>
                  <a:lnTo>
                    <a:pt x="0" y="259080"/>
                  </a:lnTo>
                  <a:lnTo>
                    <a:pt x="0" y="262890"/>
                  </a:lnTo>
                  <a:lnTo>
                    <a:pt x="11429" y="262890"/>
                  </a:lnTo>
                  <a:lnTo>
                    <a:pt x="11429" y="259080"/>
                  </a:lnTo>
                  <a:close/>
                </a:path>
                <a:path w="11429" h="288289">
                  <a:moveTo>
                    <a:pt x="11429" y="262890"/>
                  </a:moveTo>
                  <a:lnTo>
                    <a:pt x="0" y="262890"/>
                  </a:lnTo>
                  <a:lnTo>
                    <a:pt x="0" y="265430"/>
                  </a:lnTo>
                  <a:lnTo>
                    <a:pt x="11429" y="265430"/>
                  </a:lnTo>
                  <a:lnTo>
                    <a:pt x="11429" y="262890"/>
                  </a:lnTo>
                  <a:close/>
                </a:path>
                <a:path w="11429" h="288289">
                  <a:moveTo>
                    <a:pt x="11429" y="265430"/>
                  </a:moveTo>
                  <a:lnTo>
                    <a:pt x="0" y="265430"/>
                  </a:lnTo>
                  <a:lnTo>
                    <a:pt x="0" y="269240"/>
                  </a:lnTo>
                  <a:lnTo>
                    <a:pt x="11429" y="269240"/>
                  </a:lnTo>
                  <a:lnTo>
                    <a:pt x="11429" y="265430"/>
                  </a:lnTo>
                  <a:close/>
                </a:path>
                <a:path w="11429" h="288289">
                  <a:moveTo>
                    <a:pt x="11429" y="269240"/>
                  </a:moveTo>
                  <a:lnTo>
                    <a:pt x="0" y="269240"/>
                  </a:lnTo>
                  <a:lnTo>
                    <a:pt x="0" y="271780"/>
                  </a:lnTo>
                  <a:lnTo>
                    <a:pt x="11429" y="271780"/>
                  </a:lnTo>
                  <a:lnTo>
                    <a:pt x="11429" y="269240"/>
                  </a:lnTo>
                  <a:close/>
                </a:path>
                <a:path w="11429" h="288289">
                  <a:moveTo>
                    <a:pt x="11429" y="271780"/>
                  </a:moveTo>
                  <a:lnTo>
                    <a:pt x="0" y="271780"/>
                  </a:lnTo>
                  <a:lnTo>
                    <a:pt x="0" y="275590"/>
                  </a:lnTo>
                  <a:lnTo>
                    <a:pt x="11429" y="275590"/>
                  </a:lnTo>
                  <a:lnTo>
                    <a:pt x="11429" y="271780"/>
                  </a:lnTo>
                  <a:close/>
                </a:path>
                <a:path w="11429" h="288289">
                  <a:moveTo>
                    <a:pt x="11429" y="275590"/>
                  </a:moveTo>
                  <a:lnTo>
                    <a:pt x="0" y="275590"/>
                  </a:lnTo>
                  <a:lnTo>
                    <a:pt x="0" y="278130"/>
                  </a:lnTo>
                  <a:lnTo>
                    <a:pt x="11429" y="278130"/>
                  </a:lnTo>
                  <a:lnTo>
                    <a:pt x="11429" y="275590"/>
                  </a:lnTo>
                  <a:close/>
                </a:path>
                <a:path w="11429" h="288289">
                  <a:moveTo>
                    <a:pt x="11429" y="278130"/>
                  </a:moveTo>
                  <a:lnTo>
                    <a:pt x="0" y="278130"/>
                  </a:lnTo>
                  <a:lnTo>
                    <a:pt x="0" y="281940"/>
                  </a:lnTo>
                  <a:lnTo>
                    <a:pt x="11429" y="281940"/>
                  </a:lnTo>
                  <a:lnTo>
                    <a:pt x="11429" y="278130"/>
                  </a:lnTo>
                  <a:close/>
                </a:path>
                <a:path w="11429" h="288289">
                  <a:moveTo>
                    <a:pt x="11429" y="281940"/>
                  </a:moveTo>
                  <a:lnTo>
                    <a:pt x="0" y="281940"/>
                  </a:lnTo>
                  <a:lnTo>
                    <a:pt x="0" y="284480"/>
                  </a:lnTo>
                  <a:lnTo>
                    <a:pt x="11429" y="284480"/>
                  </a:lnTo>
                  <a:lnTo>
                    <a:pt x="11429" y="281940"/>
                  </a:lnTo>
                  <a:close/>
                </a:path>
                <a:path w="11429" h="288289">
                  <a:moveTo>
                    <a:pt x="11429" y="284480"/>
                  </a:moveTo>
                  <a:lnTo>
                    <a:pt x="0" y="284480"/>
                  </a:lnTo>
                  <a:lnTo>
                    <a:pt x="0" y="287020"/>
                  </a:lnTo>
                  <a:lnTo>
                    <a:pt x="2539" y="287020"/>
                  </a:lnTo>
                  <a:lnTo>
                    <a:pt x="2539" y="288290"/>
                  </a:lnTo>
                  <a:lnTo>
                    <a:pt x="11429" y="288290"/>
                  </a:lnTo>
                  <a:lnTo>
                    <a:pt x="11429" y="284480"/>
                  </a:lnTo>
                  <a:close/>
                </a:path>
              </a:pathLst>
            </a:custGeom>
            <a:solidFill>
              <a:srgbClr val="7575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1010">
              <a:extLst>
                <a:ext uri="{FF2B5EF4-FFF2-40B4-BE49-F238E27FC236}">
                  <a16:creationId xmlns:a16="http://schemas.microsoft.com/office/drawing/2014/main" id="{2A2BCB4C-3245-9050-8190-87F4955DFE16}"/>
                </a:ext>
              </a:extLst>
            </p:cNvPr>
            <p:cNvSpPr/>
            <p:nvPr/>
          </p:nvSpPr>
          <p:spPr>
            <a:xfrm>
              <a:off x="4508500" y="5383530"/>
              <a:ext cx="10160" cy="281940"/>
            </a:xfrm>
            <a:custGeom>
              <a:avLst/>
              <a:gdLst/>
              <a:ahLst/>
              <a:cxnLst/>
              <a:rect l="l" t="t" r="r" b="b"/>
              <a:pathLst>
                <a:path w="10160" h="281939">
                  <a:moveTo>
                    <a:pt x="10160" y="278142"/>
                  </a:moveTo>
                  <a:lnTo>
                    <a:pt x="0" y="278142"/>
                  </a:lnTo>
                  <a:lnTo>
                    <a:pt x="0" y="281940"/>
                  </a:lnTo>
                  <a:lnTo>
                    <a:pt x="10160" y="281940"/>
                  </a:lnTo>
                  <a:lnTo>
                    <a:pt x="10160" y="278142"/>
                  </a:lnTo>
                  <a:close/>
                </a:path>
                <a:path w="10160" h="281939">
                  <a:moveTo>
                    <a:pt x="10160" y="275602"/>
                  </a:moveTo>
                  <a:lnTo>
                    <a:pt x="0" y="275602"/>
                  </a:lnTo>
                  <a:lnTo>
                    <a:pt x="0" y="278130"/>
                  </a:lnTo>
                  <a:lnTo>
                    <a:pt x="10160" y="278130"/>
                  </a:lnTo>
                  <a:lnTo>
                    <a:pt x="10160" y="275602"/>
                  </a:lnTo>
                  <a:close/>
                </a:path>
                <a:path w="10160" h="281939">
                  <a:moveTo>
                    <a:pt x="10160" y="271792"/>
                  </a:moveTo>
                  <a:lnTo>
                    <a:pt x="0" y="271792"/>
                  </a:lnTo>
                  <a:lnTo>
                    <a:pt x="0" y="275590"/>
                  </a:lnTo>
                  <a:lnTo>
                    <a:pt x="10160" y="275590"/>
                  </a:lnTo>
                  <a:lnTo>
                    <a:pt x="10160" y="271792"/>
                  </a:lnTo>
                  <a:close/>
                </a:path>
                <a:path w="10160" h="281939">
                  <a:moveTo>
                    <a:pt x="10160" y="269252"/>
                  </a:moveTo>
                  <a:lnTo>
                    <a:pt x="0" y="269252"/>
                  </a:lnTo>
                  <a:lnTo>
                    <a:pt x="0" y="271780"/>
                  </a:lnTo>
                  <a:lnTo>
                    <a:pt x="10160" y="271780"/>
                  </a:lnTo>
                  <a:lnTo>
                    <a:pt x="10160" y="269252"/>
                  </a:lnTo>
                  <a:close/>
                </a:path>
                <a:path w="10160" h="281939">
                  <a:moveTo>
                    <a:pt x="1016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10160" y="269240"/>
                  </a:lnTo>
                  <a:lnTo>
                    <a:pt x="10160" y="265442"/>
                  </a:lnTo>
                  <a:close/>
                </a:path>
                <a:path w="10160" h="281939">
                  <a:moveTo>
                    <a:pt x="10160" y="262902"/>
                  </a:moveTo>
                  <a:lnTo>
                    <a:pt x="0" y="262902"/>
                  </a:lnTo>
                  <a:lnTo>
                    <a:pt x="0" y="265430"/>
                  </a:lnTo>
                  <a:lnTo>
                    <a:pt x="10160" y="265430"/>
                  </a:lnTo>
                  <a:lnTo>
                    <a:pt x="10160" y="262902"/>
                  </a:lnTo>
                  <a:close/>
                </a:path>
                <a:path w="10160" h="281939">
                  <a:moveTo>
                    <a:pt x="1016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0160" y="262890"/>
                  </a:lnTo>
                  <a:lnTo>
                    <a:pt x="10160" y="259092"/>
                  </a:lnTo>
                  <a:close/>
                </a:path>
                <a:path w="10160" h="281939">
                  <a:moveTo>
                    <a:pt x="1016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52"/>
                  </a:lnTo>
                  <a:close/>
                </a:path>
                <a:path w="10160" h="281939">
                  <a:moveTo>
                    <a:pt x="1016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42"/>
                  </a:lnTo>
                  <a:close/>
                </a:path>
                <a:path w="10160" h="281939">
                  <a:moveTo>
                    <a:pt x="1016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202"/>
                  </a:lnTo>
                  <a:close/>
                </a:path>
                <a:path w="10160" h="281939">
                  <a:moveTo>
                    <a:pt x="1016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92"/>
                  </a:lnTo>
                  <a:close/>
                </a:path>
                <a:path w="10160" h="281939">
                  <a:moveTo>
                    <a:pt x="1016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52"/>
                  </a:lnTo>
                  <a:close/>
                </a:path>
                <a:path w="10160" h="281939">
                  <a:moveTo>
                    <a:pt x="1016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42"/>
                  </a:lnTo>
                  <a:close/>
                </a:path>
                <a:path w="10160" h="281939">
                  <a:moveTo>
                    <a:pt x="1016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502"/>
                  </a:lnTo>
                  <a:close/>
                </a:path>
                <a:path w="10160" h="281939">
                  <a:moveTo>
                    <a:pt x="1016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92"/>
                  </a:lnTo>
                  <a:close/>
                </a:path>
                <a:path w="10160" h="281939">
                  <a:moveTo>
                    <a:pt x="1016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52"/>
                  </a:lnTo>
                  <a:close/>
                </a:path>
                <a:path w="10160" h="281939">
                  <a:moveTo>
                    <a:pt x="1016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42"/>
                  </a:lnTo>
                  <a:close/>
                </a:path>
                <a:path w="10160" h="281939">
                  <a:moveTo>
                    <a:pt x="1016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802"/>
                  </a:lnTo>
                  <a:close/>
                </a:path>
                <a:path w="10160" h="281939">
                  <a:moveTo>
                    <a:pt x="1016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92"/>
                  </a:lnTo>
                  <a:close/>
                </a:path>
                <a:path w="10160" h="281939">
                  <a:moveTo>
                    <a:pt x="1016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52"/>
                  </a:lnTo>
                  <a:close/>
                </a:path>
                <a:path w="10160" h="281939">
                  <a:moveTo>
                    <a:pt x="1016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42"/>
                  </a:lnTo>
                  <a:close/>
                </a:path>
                <a:path w="10160" h="281939">
                  <a:moveTo>
                    <a:pt x="1016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102"/>
                  </a:lnTo>
                  <a:close/>
                </a:path>
                <a:path w="10160" h="281939">
                  <a:moveTo>
                    <a:pt x="1016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92"/>
                  </a:lnTo>
                  <a:close/>
                </a:path>
                <a:path w="10160" h="281939">
                  <a:moveTo>
                    <a:pt x="1016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52"/>
                  </a:lnTo>
                  <a:close/>
                </a:path>
                <a:path w="10160" h="281939">
                  <a:moveTo>
                    <a:pt x="1016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42"/>
                  </a:lnTo>
                  <a:close/>
                </a:path>
                <a:path w="10160" h="281939">
                  <a:moveTo>
                    <a:pt x="1016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402"/>
                  </a:lnTo>
                  <a:close/>
                </a:path>
                <a:path w="10160" h="281939">
                  <a:moveTo>
                    <a:pt x="1016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92"/>
                  </a:lnTo>
                  <a:close/>
                </a:path>
                <a:path w="10160" h="281939">
                  <a:moveTo>
                    <a:pt x="1016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52"/>
                  </a:lnTo>
                  <a:close/>
                </a:path>
                <a:path w="10160" h="281939">
                  <a:moveTo>
                    <a:pt x="1016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42"/>
                  </a:lnTo>
                  <a:close/>
                </a:path>
                <a:path w="10160" h="281939">
                  <a:moveTo>
                    <a:pt x="1016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702"/>
                  </a:lnTo>
                  <a:close/>
                </a:path>
                <a:path w="10160" h="281939">
                  <a:moveTo>
                    <a:pt x="1016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92"/>
                  </a:lnTo>
                  <a:close/>
                </a:path>
                <a:path w="10160" h="281939">
                  <a:moveTo>
                    <a:pt x="1016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52"/>
                  </a:lnTo>
                  <a:close/>
                </a:path>
                <a:path w="10160" h="281939">
                  <a:moveTo>
                    <a:pt x="1016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42"/>
                  </a:lnTo>
                  <a:close/>
                </a:path>
                <a:path w="10160" h="281939">
                  <a:moveTo>
                    <a:pt x="1016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4002"/>
                  </a:lnTo>
                  <a:close/>
                </a:path>
                <a:path w="10160" h="281939">
                  <a:moveTo>
                    <a:pt x="10160" y="113042"/>
                  </a:moveTo>
                  <a:lnTo>
                    <a:pt x="0" y="113042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13042"/>
                  </a:lnTo>
                  <a:close/>
                </a:path>
                <a:path w="10160" h="281939">
                  <a:moveTo>
                    <a:pt x="1016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10502"/>
                  </a:lnTo>
                  <a:close/>
                </a:path>
                <a:path w="10160" h="281939">
                  <a:moveTo>
                    <a:pt x="1016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0160" y="110490"/>
                  </a:lnTo>
                  <a:lnTo>
                    <a:pt x="10160" y="106692"/>
                  </a:lnTo>
                  <a:close/>
                </a:path>
                <a:path w="10160" h="281939">
                  <a:moveTo>
                    <a:pt x="1016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52"/>
                  </a:lnTo>
                  <a:close/>
                </a:path>
                <a:path w="10160" h="281939">
                  <a:moveTo>
                    <a:pt x="1016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42"/>
                  </a:lnTo>
                  <a:close/>
                </a:path>
                <a:path w="10160" h="281939">
                  <a:moveTo>
                    <a:pt x="1016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802"/>
                  </a:lnTo>
                  <a:close/>
                </a:path>
                <a:path w="10160" h="281939">
                  <a:moveTo>
                    <a:pt x="1016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92"/>
                  </a:lnTo>
                  <a:close/>
                </a:path>
                <a:path w="10160" h="281939">
                  <a:moveTo>
                    <a:pt x="1016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52"/>
                  </a:lnTo>
                  <a:close/>
                </a:path>
                <a:path w="10160" h="281939">
                  <a:moveTo>
                    <a:pt x="1016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42"/>
                  </a:lnTo>
                  <a:close/>
                </a:path>
                <a:path w="10160" h="281939">
                  <a:moveTo>
                    <a:pt x="1016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102"/>
                  </a:lnTo>
                  <a:close/>
                </a:path>
                <a:path w="10160" h="281939">
                  <a:moveTo>
                    <a:pt x="1016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92"/>
                  </a:lnTo>
                  <a:close/>
                </a:path>
                <a:path w="10160" h="281939">
                  <a:moveTo>
                    <a:pt x="1016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52"/>
                  </a:lnTo>
                  <a:close/>
                </a:path>
                <a:path w="10160" h="281939">
                  <a:moveTo>
                    <a:pt x="1016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42"/>
                  </a:lnTo>
                  <a:close/>
                </a:path>
                <a:path w="10160" h="281939">
                  <a:moveTo>
                    <a:pt x="1016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402"/>
                  </a:lnTo>
                  <a:close/>
                </a:path>
                <a:path w="10160" h="281939">
                  <a:moveTo>
                    <a:pt x="1016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92"/>
                  </a:lnTo>
                  <a:close/>
                </a:path>
                <a:path w="10160" h="281939">
                  <a:moveTo>
                    <a:pt x="1016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52"/>
                  </a:lnTo>
                  <a:close/>
                </a:path>
                <a:path w="10160" h="281939">
                  <a:moveTo>
                    <a:pt x="1016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42"/>
                  </a:lnTo>
                  <a:close/>
                </a:path>
                <a:path w="10160" h="281939">
                  <a:moveTo>
                    <a:pt x="1016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702"/>
                  </a:lnTo>
                  <a:close/>
                </a:path>
                <a:path w="10160" h="281939">
                  <a:moveTo>
                    <a:pt x="1016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92"/>
                  </a:lnTo>
                  <a:close/>
                </a:path>
                <a:path w="10160" h="281939">
                  <a:moveTo>
                    <a:pt x="1016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52"/>
                  </a:lnTo>
                  <a:close/>
                </a:path>
                <a:path w="10160" h="281939">
                  <a:moveTo>
                    <a:pt x="1016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42"/>
                  </a:lnTo>
                  <a:close/>
                </a:path>
                <a:path w="10160" h="281939">
                  <a:moveTo>
                    <a:pt x="1016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7002"/>
                  </a:lnTo>
                  <a:close/>
                </a:path>
                <a:path w="10160" h="281939">
                  <a:moveTo>
                    <a:pt x="1016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92"/>
                  </a:lnTo>
                  <a:close/>
                </a:path>
                <a:path w="10160" h="281939">
                  <a:moveTo>
                    <a:pt x="1016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52"/>
                  </a:lnTo>
                  <a:close/>
                </a:path>
                <a:path w="10160" h="281939">
                  <a:moveTo>
                    <a:pt x="1016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42"/>
                  </a:lnTo>
                  <a:close/>
                </a:path>
                <a:path w="10160" h="281939">
                  <a:moveTo>
                    <a:pt x="1016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302"/>
                  </a:lnTo>
                  <a:close/>
                </a:path>
                <a:path w="10160" h="281939">
                  <a:moveTo>
                    <a:pt x="1016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92"/>
                  </a:lnTo>
                  <a:close/>
                </a:path>
                <a:path w="10160" h="281939">
                  <a:moveTo>
                    <a:pt x="1016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52"/>
                  </a:lnTo>
                  <a:close/>
                </a:path>
                <a:path w="10160" h="281939">
                  <a:moveTo>
                    <a:pt x="1016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42"/>
                  </a:lnTo>
                  <a:close/>
                </a:path>
                <a:path w="10160" h="281939">
                  <a:moveTo>
                    <a:pt x="1016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602"/>
                  </a:lnTo>
                  <a:close/>
                </a:path>
                <a:path w="10160" h="281939">
                  <a:moveTo>
                    <a:pt x="1016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92"/>
                  </a:lnTo>
                  <a:close/>
                </a:path>
                <a:path w="10160" h="281939">
                  <a:moveTo>
                    <a:pt x="1016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52"/>
                  </a:lnTo>
                  <a:close/>
                </a:path>
                <a:path w="10160" h="281939">
                  <a:moveTo>
                    <a:pt x="1016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42"/>
                  </a:lnTo>
                  <a:close/>
                </a:path>
                <a:path w="10160" h="281939">
                  <a:moveTo>
                    <a:pt x="1016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902"/>
                  </a:lnTo>
                  <a:close/>
                </a:path>
                <a:path w="10160" h="281939">
                  <a:moveTo>
                    <a:pt x="1016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92"/>
                  </a:lnTo>
                  <a:close/>
                </a:path>
                <a:path w="10160" h="281939">
                  <a:moveTo>
                    <a:pt x="1016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52"/>
                  </a:lnTo>
                  <a:close/>
                </a:path>
                <a:path w="10160" h="281939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47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1011">
              <a:extLst>
                <a:ext uri="{FF2B5EF4-FFF2-40B4-BE49-F238E27FC236}">
                  <a16:creationId xmlns:a16="http://schemas.microsoft.com/office/drawing/2014/main" id="{118227A8-F7FB-B954-F5CE-882BDFB89568}"/>
                </a:ext>
              </a:extLst>
            </p:cNvPr>
            <p:cNvSpPr/>
            <p:nvPr/>
          </p:nvSpPr>
          <p:spPr>
            <a:xfrm>
              <a:off x="4508500" y="566167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1016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1016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474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1012">
              <a:extLst>
                <a:ext uri="{FF2B5EF4-FFF2-40B4-BE49-F238E27FC236}">
                  <a16:creationId xmlns:a16="http://schemas.microsoft.com/office/drawing/2014/main" id="{F8600CF4-BD46-9B55-37F2-E12EA9B3ACAC}"/>
                </a:ext>
              </a:extLst>
            </p:cNvPr>
            <p:cNvSpPr/>
            <p:nvPr/>
          </p:nvSpPr>
          <p:spPr>
            <a:xfrm>
              <a:off x="4518660" y="5383530"/>
              <a:ext cx="11430" cy="281940"/>
            </a:xfrm>
            <a:custGeom>
              <a:avLst/>
              <a:gdLst/>
              <a:ahLst/>
              <a:cxnLst/>
              <a:rect l="l" t="t" r="r" b="b"/>
              <a:pathLst>
                <a:path w="11429" h="281939">
                  <a:moveTo>
                    <a:pt x="11430" y="278142"/>
                  </a:moveTo>
                  <a:lnTo>
                    <a:pt x="0" y="278142"/>
                  </a:lnTo>
                  <a:lnTo>
                    <a:pt x="0" y="281940"/>
                  </a:lnTo>
                  <a:lnTo>
                    <a:pt x="11430" y="281940"/>
                  </a:lnTo>
                  <a:lnTo>
                    <a:pt x="11430" y="278142"/>
                  </a:lnTo>
                  <a:close/>
                </a:path>
                <a:path w="11429" h="281939">
                  <a:moveTo>
                    <a:pt x="11430" y="275602"/>
                  </a:moveTo>
                  <a:lnTo>
                    <a:pt x="0" y="275602"/>
                  </a:lnTo>
                  <a:lnTo>
                    <a:pt x="0" y="278130"/>
                  </a:lnTo>
                  <a:lnTo>
                    <a:pt x="11430" y="278130"/>
                  </a:lnTo>
                  <a:lnTo>
                    <a:pt x="11430" y="275602"/>
                  </a:lnTo>
                  <a:close/>
                </a:path>
                <a:path w="11429" h="281939">
                  <a:moveTo>
                    <a:pt x="11430" y="271792"/>
                  </a:moveTo>
                  <a:lnTo>
                    <a:pt x="0" y="271792"/>
                  </a:lnTo>
                  <a:lnTo>
                    <a:pt x="0" y="275590"/>
                  </a:lnTo>
                  <a:lnTo>
                    <a:pt x="11430" y="275590"/>
                  </a:lnTo>
                  <a:lnTo>
                    <a:pt x="11430" y="271792"/>
                  </a:lnTo>
                  <a:close/>
                </a:path>
                <a:path w="11429" h="281939">
                  <a:moveTo>
                    <a:pt x="11430" y="269252"/>
                  </a:moveTo>
                  <a:lnTo>
                    <a:pt x="0" y="269252"/>
                  </a:lnTo>
                  <a:lnTo>
                    <a:pt x="0" y="271780"/>
                  </a:lnTo>
                  <a:lnTo>
                    <a:pt x="11430" y="271780"/>
                  </a:lnTo>
                  <a:lnTo>
                    <a:pt x="11430" y="269252"/>
                  </a:lnTo>
                  <a:close/>
                </a:path>
                <a:path w="11429" h="281939">
                  <a:moveTo>
                    <a:pt x="1143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11430" y="269240"/>
                  </a:lnTo>
                  <a:lnTo>
                    <a:pt x="11430" y="265442"/>
                  </a:lnTo>
                  <a:close/>
                </a:path>
                <a:path w="11429" h="281939">
                  <a:moveTo>
                    <a:pt x="11430" y="262902"/>
                  </a:moveTo>
                  <a:lnTo>
                    <a:pt x="0" y="262902"/>
                  </a:lnTo>
                  <a:lnTo>
                    <a:pt x="0" y="265430"/>
                  </a:lnTo>
                  <a:lnTo>
                    <a:pt x="11430" y="265430"/>
                  </a:lnTo>
                  <a:lnTo>
                    <a:pt x="11430" y="262902"/>
                  </a:lnTo>
                  <a:close/>
                </a:path>
                <a:path w="11429" h="281939">
                  <a:moveTo>
                    <a:pt x="1143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1430" y="262890"/>
                  </a:lnTo>
                  <a:lnTo>
                    <a:pt x="11430" y="259092"/>
                  </a:lnTo>
                  <a:close/>
                </a:path>
                <a:path w="11429" h="281939">
                  <a:moveTo>
                    <a:pt x="1143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6552"/>
                  </a:lnTo>
                  <a:close/>
                </a:path>
                <a:path w="11429" h="281939">
                  <a:moveTo>
                    <a:pt x="1143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1430" y="256540"/>
                  </a:lnTo>
                  <a:lnTo>
                    <a:pt x="11430" y="252742"/>
                  </a:lnTo>
                  <a:close/>
                </a:path>
                <a:path w="11429" h="281939">
                  <a:moveTo>
                    <a:pt x="1143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50202"/>
                  </a:lnTo>
                  <a:close/>
                </a:path>
                <a:path w="11429" h="281939">
                  <a:moveTo>
                    <a:pt x="1143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1430" y="250190"/>
                  </a:lnTo>
                  <a:lnTo>
                    <a:pt x="11430" y="246392"/>
                  </a:lnTo>
                  <a:close/>
                </a:path>
                <a:path w="11429" h="281939">
                  <a:moveTo>
                    <a:pt x="1143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3852"/>
                  </a:lnTo>
                  <a:close/>
                </a:path>
                <a:path w="11429" h="281939">
                  <a:moveTo>
                    <a:pt x="1143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1430" y="243840"/>
                  </a:lnTo>
                  <a:lnTo>
                    <a:pt x="11430" y="240042"/>
                  </a:lnTo>
                  <a:close/>
                </a:path>
                <a:path w="11429" h="281939">
                  <a:moveTo>
                    <a:pt x="1143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7502"/>
                  </a:lnTo>
                  <a:close/>
                </a:path>
                <a:path w="11429" h="281939">
                  <a:moveTo>
                    <a:pt x="1143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1430" y="237490"/>
                  </a:lnTo>
                  <a:lnTo>
                    <a:pt x="11430" y="233692"/>
                  </a:lnTo>
                  <a:close/>
                </a:path>
                <a:path w="11429" h="281939">
                  <a:moveTo>
                    <a:pt x="1143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31152"/>
                  </a:lnTo>
                  <a:close/>
                </a:path>
                <a:path w="11429" h="281939">
                  <a:moveTo>
                    <a:pt x="1143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1430" y="231140"/>
                  </a:lnTo>
                  <a:lnTo>
                    <a:pt x="11430" y="227342"/>
                  </a:lnTo>
                  <a:close/>
                </a:path>
                <a:path w="11429" h="281939">
                  <a:moveTo>
                    <a:pt x="1143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4802"/>
                  </a:lnTo>
                  <a:close/>
                </a:path>
                <a:path w="11429" h="281939">
                  <a:moveTo>
                    <a:pt x="1143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1430" y="224790"/>
                  </a:lnTo>
                  <a:lnTo>
                    <a:pt x="11430" y="220992"/>
                  </a:lnTo>
                  <a:close/>
                </a:path>
                <a:path w="11429" h="281939">
                  <a:moveTo>
                    <a:pt x="1143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8452"/>
                  </a:lnTo>
                  <a:close/>
                </a:path>
                <a:path w="11429" h="281939">
                  <a:moveTo>
                    <a:pt x="1143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1430" y="218440"/>
                  </a:lnTo>
                  <a:lnTo>
                    <a:pt x="11430" y="214642"/>
                  </a:lnTo>
                  <a:close/>
                </a:path>
                <a:path w="11429" h="281939">
                  <a:moveTo>
                    <a:pt x="1143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2102"/>
                  </a:lnTo>
                  <a:close/>
                </a:path>
                <a:path w="11429" h="281939">
                  <a:moveTo>
                    <a:pt x="1143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1430" y="212090"/>
                  </a:lnTo>
                  <a:lnTo>
                    <a:pt x="11430" y="208292"/>
                  </a:lnTo>
                  <a:close/>
                </a:path>
                <a:path w="11429" h="281939">
                  <a:moveTo>
                    <a:pt x="1143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5752"/>
                  </a:lnTo>
                  <a:close/>
                </a:path>
                <a:path w="11429" h="281939">
                  <a:moveTo>
                    <a:pt x="1143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1430" y="205740"/>
                  </a:lnTo>
                  <a:lnTo>
                    <a:pt x="11430" y="201942"/>
                  </a:lnTo>
                  <a:close/>
                </a:path>
                <a:path w="11429" h="281939">
                  <a:moveTo>
                    <a:pt x="1143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9402"/>
                  </a:lnTo>
                  <a:close/>
                </a:path>
                <a:path w="11429" h="281939">
                  <a:moveTo>
                    <a:pt x="1143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1430" y="199390"/>
                  </a:lnTo>
                  <a:lnTo>
                    <a:pt x="11430" y="195592"/>
                  </a:lnTo>
                  <a:close/>
                </a:path>
                <a:path w="11429" h="281939">
                  <a:moveTo>
                    <a:pt x="1143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3052"/>
                  </a:lnTo>
                  <a:close/>
                </a:path>
                <a:path w="11429" h="281939">
                  <a:moveTo>
                    <a:pt x="1143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1430" y="193040"/>
                  </a:lnTo>
                  <a:lnTo>
                    <a:pt x="11430" y="189242"/>
                  </a:lnTo>
                  <a:close/>
                </a:path>
                <a:path w="11429" h="281939">
                  <a:moveTo>
                    <a:pt x="1143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6702"/>
                  </a:lnTo>
                  <a:close/>
                </a:path>
                <a:path w="11429" h="281939">
                  <a:moveTo>
                    <a:pt x="1143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1430" y="186690"/>
                  </a:lnTo>
                  <a:lnTo>
                    <a:pt x="11430" y="182892"/>
                  </a:lnTo>
                  <a:close/>
                </a:path>
                <a:path w="11429" h="281939">
                  <a:moveTo>
                    <a:pt x="1143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80352"/>
                  </a:lnTo>
                  <a:close/>
                </a:path>
                <a:path w="11429" h="281939">
                  <a:moveTo>
                    <a:pt x="1143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1430" y="180340"/>
                  </a:lnTo>
                  <a:lnTo>
                    <a:pt x="11430" y="176542"/>
                  </a:lnTo>
                  <a:close/>
                </a:path>
                <a:path w="11429" h="281939">
                  <a:moveTo>
                    <a:pt x="1143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4002"/>
                  </a:lnTo>
                  <a:close/>
                </a:path>
                <a:path w="11429" h="281939">
                  <a:moveTo>
                    <a:pt x="11430" y="113042"/>
                  </a:moveTo>
                  <a:lnTo>
                    <a:pt x="0" y="113042"/>
                  </a:lnTo>
                  <a:lnTo>
                    <a:pt x="0" y="173990"/>
                  </a:lnTo>
                  <a:lnTo>
                    <a:pt x="11430" y="173990"/>
                  </a:lnTo>
                  <a:lnTo>
                    <a:pt x="11430" y="113042"/>
                  </a:lnTo>
                  <a:close/>
                </a:path>
                <a:path w="11429" h="281939">
                  <a:moveTo>
                    <a:pt x="1143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10502"/>
                  </a:lnTo>
                  <a:close/>
                </a:path>
                <a:path w="11429" h="281939">
                  <a:moveTo>
                    <a:pt x="1143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1430" y="110490"/>
                  </a:lnTo>
                  <a:lnTo>
                    <a:pt x="11430" y="106692"/>
                  </a:lnTo>
                  <a:close/>
                </a:path>
                <a:path w="11429" h="281939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281939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281939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281939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281939">
                  <a:moveTo>
                    <a:pt x="1143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1452"/>
                  </a:lnTo>
                  <a:close/>
                </a:path>
                <a:path w="11429" h="281939">
                  <a:moveTo>
                    <a:pt x="1143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1430" y="91440"/>
                  </a:lnTo>
                  <a:lnTo>
                    <a:pt x="11430" y="87642"/>
                  </a:lnTo>
                  <a:close/>
                </a:path>
                <a:path w="11429" h="281939">
                  <a:moveTo>
                    <a:pt x="1143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5102"/>
                  </a:lnTo>
                  <a:close/>
                </a:path>
                <a:path w="11429" h="281939">
                  <a:moveTo>
                    <a:pt x="1143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1430" y="85090"/>
                  </a:lnTo>
                  <a:lnTo>
                    <a:pt x="11430" y="81292"/>
                  </a:lnTo>
                  <a:close/>
                </a:path>
                <a:path w="11429" h="281939">
                  <a:moveTo>
                    <a:pt x="1143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8752"/>
                  </a:lnTo>
                  <a:close/>
                </a:path>
                <a:path w="11429" h="281939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281939">
                  <a:moveTo>
                    <a:pt x="1143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2402"/>
                  </a:lnTo>
                  <a:close/>
                </a:path>
                <a:path w="11429" h="281939">
                  <a:moveTo>
                    <a:pt x="1143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1430" y="72390"/>
                  </a:lnTo>
                  <a:lnTo>
                    <a:pt x="11430" y="68592"/>
                  </a:lnTo>
                  <a:close/>
                </a:path>
                <a:path w="11429" h="281939">
                  <a:moveTo>
                    <a:pt x="1143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52"/>
                  </a:lnTo>
                  <a:close/>
                </a:path>
                <a:path w="11429" h="281939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281939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281939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281939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281939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281939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281939">
                  <a:moveTo>
                    <a:pt x="1143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3192"/>
                  </a:lnTo>
                  <a:close/>
                </a:path>
                <a:path w="11429" h="281939">
                  <a:moveTo>
                    <a:pt x="1143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52"/>
                  </a:lnTo>
                  <a:close/>
                </a:path>
                <a:path w="11429" h="281939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281939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281939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281939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281939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281939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281939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281939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281939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281939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281939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281939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281939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1013">
              <a:extLst>
                <a:ext uri="{FF2B5EF4-FFF2-40B4-BE49-F238E27FC236}">
                  <a16:creationId xmlns:a16="http://schemas.microsoft.com/office/drawing/2014/main" id="{AA4E3124-403E-4317-4EBE-E9928602935B}"/>
                </a:ext>
              </a:extLst>
            </p:cNvPr>
            <p:cNvSpPr/>
            <p:nvPr/>
          </p:nvSpPr>
          <p:spPr>
            <a:xfrm>
              <a:off x="4518660" y="56616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10160"/>
                  </a:moveTo>
                  <a:lnTo>
                    <a:pt x="6350" y="10160"/>
                  </a:lnTo>
                  <a:lnTo>
                    <a:pt x="6350" y="11417"/>
                  </a:lnTo>
                  <a:lnTo>
                    <a:pt x="11430" y="11417"/>
                  </a:lnTo>
                  <a:lnTo>
                    <a:pt x="11430" y="10160"/>
                  </a:lnTo>
                  <a:close/>
                </a:path>
                <a:path w="11429" h="11429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11429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11429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1014">
              <a:extLst>
                <a:ext uri="{FF2B5EF4-FFF2-40B4-BE49-F238E27FC236}">
                  <a16:creationId xmlns:a16="http://schemas.microsoft.com/office/drawing/2014/main" id="{4621618D-539B-DAA1-3A4C-1F072631876C}"/>
                </a:ext>
              </a:extLst>
            </p:cNvPr>
            <p:cNvSpPr/>
            <p:nvPr/>
          </p:nvSpPr>
          <p:spPr>
            <a:xfrm>
              <a:off x="4530090" y="5383530"/>
              <a:ext cx="10160" cy="281940"/>
            </a:xfrm>
            <a:custGeom>
              <a:avLst/>
              <a:gdLst/>
              <a:ahLst/>
              <a:cxnLst/>
              <a:rect l="l" t="t" r="r" b="b"/>
              <a:pathLst>
                <a:path w="10160" h="281939">
                  <a:moveTo>
                    <a:pt x="10160" y="278142"/>
                  </a:moveTo>
                  <a:lnTo>
                    <a:pt x="0" y="278142"/>
                  </a:lnTo>
                  <a:lnTo>
                    <a:pt x="0" y="281940"/>
                  </a:lnTo>
                  <a:lnTo>
                    <a:pt x="10160" y="281940"/>
                  </a:lnTo>
                  <a:lnTo>
                    <a:pt x="10160" y="278142"/>
                  </a:lnTo>
                  <a:close/>
                </a:path>
                <a:path w="10160" h="281939">
                  <a:moveTo>
                    <a:pt x="10160" y="275602"/>
                  </a:moveTo>
                  <a:lnTo>
                    <a:pt x="0" y="275602"/>
                  </a:lnTo>
                  <a:lnTo>
                    <a:pt x="0" y="278130"/>
                  </a:lnTo>
                  <a:lnTo>
                    <a:pt x="10160" y="278130"/>
                  </a:lnTo>
                  <a:lnTo>
                    <a:pt x="10160" y="275602"/>
                  </a:lnTo>
                  <a:close/>
                </a:path>
                <a:path w="10160" h="281939">
                  <a:moveTo>
                    <a:pt x="10160" y="271792"/>
                  </a:moveTo>
                  <a:lnTo>
                    <a:pt x="0" y="271792"/>
                  </a:lnTo>
                  <a:lnTo>
                    <a:pt x="0" y="275590"/>
                  </a:lnTo>
                  <a:lnTo>
                    <a:pt x="10160" y="275590"/>
                  </a:lnTo>
                  <a:lnTo>
                    <a:pt x="10160" y="271792"/>
                  </a:lnTo>
                  <a:close/>
                </a:path>
                <a:path w="10160" h="281939">
                  <a:moveTo>
                    <a:pt x="10160" y="269252"/>
                  </a:moveTo>
                  <a:lnTo>
                    <a:pt x="0" y="269252"/>
                  </a:lnTo>
                  <a:lnTo>
                    <a:pt x="0" y="271780"/>
                  </a:lnTo>
                  <a:lnTo>
                    <a:pt x="10160" y="271780"/>
                  </a:lnTo>
                  <a:lnTo>
                    <a:pt x="10160" y="269252"/>
                  </a:lnTo>
                  <a:close/>
                </a:path>
                <a:path w="10160" h="281939">
                  <a:moveTo>
                    <a:pt x="1016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10160" y="269240"/>
                  </a:lnTo>
                  <a:lnTo>
                    <a:pt x="10160" y="265442"/>
                  </a:lnTo>
                  <a:close/>
                </a:path>
                <a:path w="10160" h="281939">
                  <a:moveTo>
                    <a:pt x="10160" y="262902"/>
                  </a:moveTo>
                  <a:lnTo>
                    <a:pt x="0" y="262902"/>
                  </a:lnTo>
                  <a:lnTo>
                    <a:pt x="0" y="265430"/>
                  </a:lnTo>
                  <a:lnTo>
                    <a:pt x="10160" y="265430"/>
                  </a:lnTo>
                  <a:lnTo>
                    <a:pt x="10160" y="262902"/>
                  </a:lnTo>
                  <a:close/>
                </a:path>
                <a:path w="10160" h="281939">
                  <a:moveTo>
                    <a:pt x="1016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0160" y="262890"/>
                  </a:lnTo>
                  <a:lnTo>
                    <a:pt x="10160" y="259092"/>
                  </a:lnTo>
                  <a:close/>
                </a:path>
                <a:path w="10160" h="281939">
                  <a:moveTo>
                    <a:pt x="1016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52"/>
                  </a:lnTo>
                  <a:close/>
                </a:path>
                <a:path w="10160" h="281939">
                  <a:moveTo>
                    <a:pt x="1016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42"/>
                  </a:lnTo>
                  <a:close/>
                </a:path>
                <a:path w="10160" h="281939">
                  <a:moveTo>
                    <a:pt x="1016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202"/>
                  </a:lnTo>
                  <a:close/>
                </a:path>
                <a:path w="10160" h="281939">
                  <a:moveTo>
                    <a:pt x="1016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92"/>
                  </a:lnTo>
                  <a:close/>
                </a:path>
                <a:path w="10160" h="281939">
                  <a:moveTo>
                    <a:pt x="1016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52"/>
                  </a:lnTo>
                  <a:close/>
                </a:path>
                <a:path w="10160" h="281939">
                  <a:moveTo>
                    <a:pt x="1016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42"/>
                  </a:lnTo>
                  <a:close/>
                </a:path>
                <a:path w="10160" h="281939">
                  <a:moveTo>
                    <a:pt x="1016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502"/>
                  </a:lnTo>
                  <a:close/>
                </a:path>
                <a:path w="10160" h="281939">
                  <a:moveTo>
                    <a:pt x="1016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92"/>
                  </a:lnTo>
                  <a:close/>
                </a:path>
                <a:path w="10160" h="281939">
                  <a:moveTo>
                    <a:pt x="1016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52"/>
                  </a:lnTo>
                  <a:close/>
                </a:path>
                <a:path w="10160" h="281939">
                  <a:moveTo>
                    <a:pt x="1016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42"/>
                  </a:lnTo>
                  <a:close/>
                </a:path>
                <a:path w="10160" h="281939">
                  <a:moveTo>
                    <a:pt x="1016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802"/>
                  </a:lnTo>
                  <a:close/>
                </a:path>
                <a:path w="10160" h="281939">
                  <a:moveTo>
                    <a:pt x="1016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92"/>
                  </a:lnTo>
                  <a:close/>
                </a:path>
                <a:path w="10160" h="281939">
                  <a:moveTo>
                    <a:pt x="1016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52"/>
                  </a:lnTo>
                  <a:close/>
                </a:path>
                <a:path w="10160" h="281939">
                  <a:moveTo>
                    <a:pt x="1016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42"/>
                  </a:lnTo>
                  <a:close/>
                </a:path>
                <a:path w="10160" h="281939">
                  <a:moveTo>
                    <a:pt x="1016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102"/>
                  </a:lnTo>
                  <a:close/>
                </a:path>
                <a:path w="10160" h="281939">
                  <a:moveTo>
                    <a:pt x="1016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92"/>
                  </a:lnTo>
                  <a:close/>
                </a:path>
                <a:path w="10160" h="281939">
                  <a:moveTo>
                    <a:pt x="1016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52"/>
                  </a:lnTo>
                  <a:close/>
                </a:path>
                <a:path w="10160" h="281939">
                  <a:moveTo>
                    <a:pt x="1016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42"/>
                  </a:lnTo>
                  <a:close/>
                </a:path>
                <a:path w="10160" h="281939">
                  <a:moveTo>
                    <a:pt x="1016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402"/>
                  </a:lnTo>
                  <a:close/>
                </a:path>
                <a:path w="10160" h="281939">
                  <a:moveTo>
                    <a:pt x="1016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92"/>
                  </a:lnTo>
                  <a:close/>
                </a:path>
                <a:path w="10160" h="281939">
                  <a:moveTo>
                    <a:pt x="1016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52"/>
                  </a:lnTo>
                  <a:close/>
                </a:path>
                <a:path w="10160" h="281939">
                  <a:moveTo>
                    <a:pt x="1016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42"/>
                  </a:lnTo>
                  <a:close/>
                </a:path>
                <a:path w="10160" h="281939">
                  <a:moveTo>
                    <a:pt x="1016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702"/>
                  </a:lnTo>
                  <a:close/>
                </a:path>
                <a:path w="10160" h="281939">
                  <a:moveTo>
                    <a:pt x="1016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92"/>
                  </a:lnTo>
                  <a:close/>
                </a:path>
                <a:path w="10160" h="281939">
                  <a:moveTo>
                    <a:pt x="1016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52"/>
                  </a:lnTo>
                  <a:close/>
                </a:path>
                <a:path w="10160" h="281939">
                  <a:moveTo>
                    <a:pt x="1016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42"/>
                  </a:lnTo>
                  <a:close/>
                </a:path>
                <a:path w="10160" h="281939">
                  <a:moveTo>
                    <a:pt x="1016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4002"/>
                  </a:lnTo>
                  <a:close/>
                </a:path>
                <a:path w="10160" h="281939">
                  <a:moveTo>
                    <a:pt x="10160" y="113042"/>
                  </a:moveTo>
                  <a:lnTo>
                    <a:pt x="0" y="113042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13042"/>
                  </a:lnTo>
                  <a:close/>
                </a:path>
                <a:path w="10160" h="281939">
                  <a:moveTo>
                    <a:pt x="1016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10502"/>
                  </a:lnTo>
                  <a:close/>
                </a:path>
                <a:path w="10160" h="281939">
                  <a:moveTo>
                    <a:pt x="1016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0160" y="110490"/>
                  </a:lnTo>
                  <a:lnTo>
                    <a:pt x="10160" y="106692"/>
                  </a:lnTo>
                  <a:close/>
                </a:path>
                <a:path w="10160" h="281939">
                  <a:moveTo>
                    <a:pt x="1016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52"/>
                  </a:lnTo>
                  <a:close/>
                </a:path>
                <a:path w="10160" h="281939">
                  <a:moveTo>
                    <a:pt x="1016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42"/>
                  </a:lnTo>
                  <a:close/>
                </a:path>
                <a:path w="10160" h="281939">
                  <a:moveTo>
                    <a:pt x="1016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802"/>
                  </a:lnTo>
                  <a:close/>
                </a:path>
                <a:path w="10160" h="281939">
                  <a:moveTo>
                    <a:pt x="1016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92"/>
                  </a:lnTo>
                  <a:close/>
                </a:path>
                <a:path w="10160" h="281939">
                  <a:moveTo>
                    <a:pt x="1016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52"/>
                  </a:lnTo>
                  <a:close/>
                </a:path>
                <a:path w="10160" h="281939">
                  <a:moveTo>
                    <a:pt x="1016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42"/>
                  </a:lnTo>
                  <a:close/>
                </a:path>
                <a:path w="10160" h="281939">
                  <a:moveTo>
                    <a:pt x="1016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102"/>
                  </a:lnTo>
                  <a:close/>
                </a:path>
                <a:path w="10160" h="281939">
                  <a:moveTo>
                    <a:pt x="1016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92"/>
                  </a:lnTo>
                  <a:close/>
                </a:path>
                <a:path w="10160" h="281939">
                  <a:moveTo>
                    <a:pt x="1016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52"/>
                  </a:lnTo>
                  <a:close/>
                </a:path>
                <a:path w="10160" h="281939">
                  <a:moveTo>
                    <a:pt x="1016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42"/>
                  </a:lnTo>
                  <a:close/>
                </a:path>
                <a:path w="10160" h="281939">
                  <a:moveTo>
                    <a:pt x="1016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402"/>
                  </a:lnTo>
                  <a:close/>
                </a:path>
                <a:path w="10160" h="281939">
                  <a:moveTo>
                    <a:pt x="1016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92"/>
                  </a:lnTo>
                  <a:close/>
                </a:path>
                <a:path w="10160" h="281939">
                  <a:moveTo>
                    <a:pt x="1016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52"/>
                  </a:lnTo>
                  <a:close/>
                </a:path>
                <a:path w="10160" h="281939">
                  <a:moveTo>
                    <a:pt x="1016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42"/>
                  </a:lnTo>
                  <a:close/>
                </a:path>
                <a:path w="10160" h="281939">
                  <a:moveTo>
                    <a:pt x="1016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702"/>
                  </a:lnTo>
                  <a:close/>
                </a:path>
                <a:path w="10160" h="281939">
                  <a:moveTo>
                    <a:pt x="1016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92"/>
                  </a:lnTo>
                  <a:close/>
                </a:path>
                <a:path w="10160" h="281939">
                  <a:moveTo>
                    <a:pt x="1016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52"/>
                  </a:lnTo>
                  <a:close/>
                </a:path>
                <a:path w="10160" h="281939">
                  <a:moveTo>
                    <a:pt x="1016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42"/>
                  </a:lnTo>
                  <a:close/>
                </a:path>
                <a:path w="10160" h="281939">
                  <a:moveTo>
                    <a:pt x="1016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7002"/>
                  </a:lnTo>
                  <a:close/>
                </a:path>
                <a:path w="10160" h="281939">
                  <a:moveTo>
                    <a:pt x="1016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92"/>
                  </a:lnTo>
                  <a:close/>
                </a:path>
                <a:path w="10160" h="281939">
                  <a:moveTo>
                    <a:pt x="1016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52"/>
                  </a:lnTo>
                  <a:close/>
                </a:path>
                <a:path w="10160" h="281939">
                  <a:moveTo>
                    <a:pt x="1016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42"/>
                  </a:lnTo>
                  <a:close/>
                </a:path>
                <a:path w="10160" h="281939">
                  <a:moveTo>
                    <a:pt x="1016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302"/>
                  </a:lnTo>
                  <a:close/>
                </a:path>
                <a:path w="10160" h="281939">
                  <a:moveTo>
                    <a:pt x="1016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92"/>
                  </a:lnTo>
                  <a:close/>
                </a:path>
                <a:path w="10160" h="281939">
                  <a:moveTo>
                    <a:pt x="1016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52"/>
                  </a:lnTo>
                  <a:close/>
                </a:path>
                <a:path w="10160" h="281939">
                  <a:moveTo>
                    <a:pt x="1016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42"/>
                  </a:lnTo>
                  <a:close/>
                </a:path>
                <a:path w="10160" h="281939">
                  <a:moveTo>
                    <a:pt x="1016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602"/>
                  </a:lnTo>
                  <a:close/>
                </a:path>
                <a:path w="10160" h="281939">
                  <a:moveTo>
                    <a:pt x="1016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92"/>
                  </a:lnTo>
                  <a:close/>
                </a:path>
                <a:path w="10160" h="281939">
                  <a:moveTo>
                    <a:pt x="1016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52"/>
                  </a:lnTo>
                  <a:close/>
                </a:path>
                <a:path w="10160" h="281939">
                  <a:moveTo>
                    <a:pt x="1016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42"/>
                  </a:lnTo>
                  <a:close/>
                </a:path>
                <a:path w="10160" h="281939">
                  <a:moveTo>
                    <a:pt x="1016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902"/>
                  </a:lnTo>
                  <a:close/>
                </a:path>
                <a:path w="10160" h="281939">
                  <a:moveTo>
                    <a:pt x="1016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92"/>
                  </a:lnTo>
                  <a:close/>
                </a:path>
                <a:path w="10160" h="281939">
                  <a:moveTo>
                    <a:pt x="1016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52"/>
                  </a:lnTo>
                  <a:close/>
                </a:path>
                <a:path w="10160" h="281939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1015">
              <a:extLst>
                <a:ext uri="{FF2B5EF4-FFF2-40B4-BE49-F238E27FC236}">
                  <a16:creationId xmlns:a16="http://schemas.microsoft.com/office/drawing/2014/main" id="{67ADB931-6200-DC13-EE1E-25ECACFC5530}"/>
                </a:ext>
              </a:extLst>
            </p:cNvPr>
            <p:cNvSpPr/>
            <p:nvPr/>
          </p:nvSpPr>
          <p:spPr>
            <a:xfrm>
              <a:off x="4530090" y="5661672"/>
              <a:ext cx="10160" cy="11430"/>
            </a:xfrm>
            <a:custGeom>
              <a:avLst/>
              <a:gdLst/>
              <a:ahLst/>
              <a:cxnLst/>
              <a:rect l="l" t="t" r="r" b="b"/>
              <a:pathLst>
                <a:path w="10160" h="11429">
                  <a:moveTo>
                    <a:pt x="10160" y="10160"/>
                  </a:moveTo>
                  <a:lnTo>
                    <a:pt x="0" y="10160"/>
                  </a:lnTo>
                  <a:lnTo>
                    <a:pt x="0" y="11417"/>
                  </a:lnTo>
                  <a:lnTo>
                    <a:pt x="10160" y="11417"/>
                  </a:lnTo>
                  <a:lnTo>
                    <a:pt x="10160" y="10160"/>
                  </a:lnTo>
                  <a:close/>
                </a:path>
                <a:path w="10160" h="11429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11429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11429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1016">
              <a:extLst>
                <a:ext uri="{FF2B5EF4-FFF2-40B4-BE49-F238E27FC236}">
                  <a16:creationId xmlns:a16="http://schemas.microsoft.com/office/drawing/2014/main" id="{C95970D9-F9DA-178B-796A-9500C9D52124}"/>
                </a:ext>
              </a:extLst>
            </p:cNvPr>
            <p:cNvSpPr/>
            <p:nvPr/>
          </p:nvSpPr>
          <p:spPr>
            <a:xfrm>
              <a:off x="4540250" y="5383530"/>
              <a:ext cx="11430" cy="281940"/>
            </a:xfrm>
            <a:custGeom>
              <a:avLst/>
              <a:gdLst/>
              <a:ahLst/>
              <a:cxnLst/>
              <a:rect l="l" t="t" r="r" b="b"/>
              <a:pathLst>
                <a:path w="11429" h="281939">
                  <a:moveTo>
                    <a:pt x="11430" y="278142"/>
                  </a:moveTo>
                  <a:lnTo>
                    <a:pt x="0" y="278142"/>
                  </a:lnTo>
                  <a:lnTo>
                    <a:pt x="0" y="281940"/>
                  </a:lnTo>
                  <a:lnTo>
                    <a:pt x="11430" y="281940"/>
                  </a:lnTo>
                  <a:lnTo>
                    <a:pt x="11430" y="278142"/>
                  </a:lnTo>
                  <a:close/>
                </a:path>
                <a:path w="11429" h="281939">
                  <a:moveTo>
                    <a:pt x="11430" y="275602"/>
                  </a:moveTo>
                  <a:lnTo>
                    <a:pt x="0" y="275602"/>
                  </a:lnTo>
                  <a:lnTo>
                    <a:pt x="0" y="278130"/>
                  </a:lnTo>
                  <a:lnTo>
                    <a:pt x="11430" y="278130"/>
                  </a:lnTo>
                  <a:lnTo>
                    <a:pt x="11430" y="275602"/>
                  </a:lnTo>
                  <a:close/>
                </a:path>
                <a:path w="11429" h="281939">
                  <a:moveTo>
                    <a:pt x="11430" y="271792"/>
                  </a:moveTo>
                  <a:lnTo>
                    <a:pt x="0" y="271792"/>
                  </a:lnTo>
                  <a:lnTo>
                    <a:pt x="0" y="275590"/>
                  </a:lnTo>
                  <a:lnTo>
                    <a:pt x="11430" y="275590"/>
                  </a:lnTo>
                  <a:lnTo>
                    <a:pt x="11430" y="271792"/>
                  </a:lnTo>
                  <a:close/>
                </a:path>
                <a:path w="11429" h="281939">
                  <a:moveTo>
                    <a:pt x="11430" y="269252"/>
                  </a:moveTo>
                  <a:lnTo>
                    <a:pt x="0" y="269252"/>
                  </a:lnTo>
                  <a:lnTo>
                    <a:pt x="0" y="271780"/>
                  </a:lnTo>
                  <a:lnTo>
                    <a:pt x="11430" y="271780"/>
                  </a:lnTo>
                  <a:lnTo>
                    <a:pt x="11430" y="269252"/>
                  </a:lnTo>
                  <a:close/>
                </a:path>
                <a:path w="11429" h="281939">
                  <a:moveTo>
                    <a:pt x="1143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11430" y="269240"/>
                  </a:lnTo>
                  <a:lnTo>
                    <a:pt x="11430" y="265442"/>
                  </a:lnTo>
                  <a:close/>
                </a:path>
                <a:path w="11429" h="281939">
                  <a:moveTo>
                    <a:pt x="11430" y="262902"/>
                  </a:moveTo>
                  <a:lnTo>
                    <a:pt x="0" y="262902"/>
                  </a:lnTo>
                  <a:lnTo>
                    <a:pt x="0" y="265430"/>
                  </a:lnTo>
                  <a:lnTo>
                    <a:pt x="11430" y="265430"/>
                  </a:lnTo>
                  <a:lnTo>
                    <a:pt x="11430" y="262902"/>
                  </a:lnTo>
                  <a:close/>
                </a:path>
                <a:path w="11429" h="281939">
                  <a:moveTo>
                    <a:pt x="1143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1430" y="262890"/>
                  </a:lnTo>
                  <a:lnTo>
                    <a:pt x="11430" y="259092"/>
                  </a:lnTo>
                  <a:close/>
                </a:path>
                <a:path w="11429" h="281939">
                  <a:moveTo>
                    <a:pt x="1143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6552"/>
                  </a:lnTo>
                  <a:close/>
                </a:path>
                <a:path w="11429" h="281939">
                  <a:moveTo>
                    <a:pt x="1143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1430" y="256540"/>
                  </a:lnTo>
                  <a:lnTo>
                    <a:pt x="11430" y="252742"/>
                  </a:lnTo>
                  <a:close/>
                </a:path>
                <a:path w="11429" h="281939">
                  <a:moveTo>
                    <a:pt x="1143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50202"/>
                  </a:lnTo>
                  <a:close/>
                </a:path>
                <a:path w="11429" h="281939">
                  <a:moveTo>
                    <a:pt x="1143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1430" y="250190"/>
                  </a:lnTo>
                  <a:lnTo>
                    <a:pt x="11430" y="246392"/>
                  </a:lnTo>
                  <a:close/>
                </a:path>
                <a:path w="11429" h="281939">
                  <a:moveTo>
                    <a:pt x="1143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3852"/>
                  </a:lnTo>
                  <a:close/>
                </a:path>
                <a:path w="11429" h="281939">
                  <a:moveTo>
                    <a:pt x="1143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1430" y="243840"/>
                  </a:lnTo>
                  <a:lnTo>
                    <a:pt x="11430" y="240042"/>
                  </a:lnTo>
                  <a:close/>
                </a:path>
                <a:path w="11429" h="281939">
                  <a:moveTo>
                    <a:pt x="1143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7502"/>
                  </a:lnTo>
                  <a:close/>
                </a:path>
                <a:path w="11429" h="281939">
                  <a:moveTo>
                    <a:pt x="1143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1430" y="237490"/>
                  </a:lnTo>
                  <a:lnTo>
                    <a:pt x="11430" y="233692"/>
                  </a:lnTo>
                  <a:close/>
                </a:path>
                <a:path w="11429" h="281939">
                  <a:moveTo>
                    <a:pt x="1143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31152"/>
                  </a:lnTo>
                  <a:close/>
                </a:path>
                <a:path w="11429" h="281939">
                  <a:moveTo>
                    <a:pt x="1143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1430" y="231140"/>
                  </a:lnTo>
                  <a:lnTo>
                    <a:pt x="11430" y="227342"/>
                  </a:lnTo>
                  <a:close/>
                </a:path>
                <a:path w="11429" h="281939">
                  <a:moveTo>
                    <a:pt x="1143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4802"/>
                  </a:lnTo>
                  <a:close/>
                </a:path>
                <a:path w="11429" h="281939">
                  <a:moveTo>
                    <a:pt x="1143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1430" y="224790"/>
                  </a:lnTo>
                  <a:lnTo>
                    <a:pt x="11430" y="220992"/>
                  </a:lnTo>
                  <a:close/>
                </a:path>
                <a:path w="11429" h="281939">
                  <a:moveTo>
                    <a:pt x="1143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8452"/>
                  </a:lnTo>
                  <a:close/>
                </a:path>
                <a:path w="11429" h="281939">
                  <a:moveTo>
                    <a:pt x="1143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1430" y="218440"/>
                  </a:lnTo>
                  <a:lnTo>
                    <a:pt x="11430" y="214642"/>
                  </a:lnTo>
                  <a:close/>
                </a:path>
                <a:path w="11429" h="281939">
                  <a:moveTo>
                    <a:pt x="1143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2102"/>
                  </a:lnTo>
                  <a:close/>
                </a:path>
                <a:path w="11429" h="281939">
                  <a:moveTo>
                    <a:pt x="1143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1430" y="212090"/>
                  </a:lnTo>
                  <a:lnTo>
                    <a:pt x="11430" y="208292"/>
                  </a:lnTo>
                  <a:close/>
                </a:path>
                <a:path w="11429" h="281939">
                  <a:moveTo>
                    <a:pt x="1143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5752"/>
                  </a:lnTo>
                  <a:close/>
                </a:path>
                <a:path w="11429" h="281939">
                  <a:moveTo>
                    <a:pt x="1143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1430" y="205740"/>
                  </a:lnTo>
                  <a:lnTo>
                    <a:pt x="11430" y="201942"/>
                  </a:lnTo>
                  <a:close/>
                </a:path>
                <a:path w="11429" h="281939">
                  <a:moveTo>
                    <a:pt x="1143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9402"/>
                  </a:lnTo>
                  <a:close/>
                </a:path>
                <a:path w="11429" h="281939">
                  <a:moveTo>
                    <a:pt x="1143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1430" y="199390"/>
                  </a:lnTo>
                  <a:lnTo>
                    <a:pt x="11430" y="195592"/>
                  </a:lnTo>
                  <a:close/>
                </a:path>
                <a:path w="11429" h="281939">
                  <a:moveTo>
                    <a:pt x="1143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3052"/>
                  </a:lnTo>
                  <a:close/>
                </a:path>
                <a:path w="11429" h="281939">
                  <a:moveTo>
                    <a:pt x="1143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1430" y="193040"/>
                  </a:lnTo>
                  <a:lnTo>
                    <a:pt x="11430" y="189242"/>
                  </a:lnTo>
                  <a:close/>
                </a:path>
                <a:path w="11429" h="281939">
                  <a:moveTo>
                    <a:pt x="1143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6702"/>
                  </a:lnTo>
                  <a:close/>
                </a:path>
                <a:path w="11429" h="281939">
                  <a:moveTo>
                    <a:pt x="1143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1430" y="186690"/>
                  </a:lnTo>
                  <a:lnTo>
                    <a:pt x="11430" y="182892"/>
                  </a:lnTo>
                  <a:close/>
                </a:path>
                <a:path w="11429" h="281939">
                  <a:moveTo>
                    <a:pt x="1143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80352"/>
                  </a:lnTo>
                  <a:close/>
                </a:path>
                <a:path w="11429" h="281939">
                  <a:moveTo>
                    <a:pt x="1143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1430" y="180340"/>
                  </a:lnTo>
                  <a:lnTo>
                    <a:pt x="11430" y="176542"/>
                  </a:lnTo>
                  <a:close/>
                </a:path>
                <a:path w="11429" h="281939">
                  <a:moveTo>
                    <a:pt x="1143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4002"/>
                  </a:lnTo>
                  <a:close/>
                </a:path>
                <a:path w="11429" h="281939">
                  <a:moveTo>
                    <a:pt x="11430" y="113042"/>
                  </a:moveTo>
                  <a:lnTo>
                    <a:pt x="0" y="113042"/>
                  </a:lnTo>
                  <a:lnTo>
                    <a:pt x="0" y="173990"/>
                  </a:lnTo>
                  <a:lnTo>
                    <a:pt x="11430" y="173990"/>
                  </a:lnTo>
                  <a:lnTo>
                    <a:pt x="11430" y="113042"/>
                  </a:lnTo>
                  <a:close/>
                </a:path>
                <a:path w="11429" h="281939">
                  <a:moveTo>
                    <a:pt x="1143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10502"/>
                  </a:lnTo>
                  <a:close/>
                </a:path>
                <a:path w="11429" h="281939">
                  <a:moveTo>
                    <a:pt x="1143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1430" y="110490"/>
                  </a:lnTo>
                  <a:lnTo>
                    <a:pt x="11430" y="106692"/>
                  </a:lnTo>
                  <a:close/>
                </a:path>
                <a:path w="11429" h="281939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281939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281939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281939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281939">
                  <a:moveTo>
                    <a:pt x="1143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1452"/>
                  </a:lnTo>
                  <a:close/>
                </a:path>
                <a:path w="11429" h="281939">
                  <a:moveTo>
                    <a:pt x="1143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1430" y="91440"/>
                  </a:lnTo>
                  <a:lnTo>
                    <a:pt x="11430" y="87642"/>
                  </a:lnTo>
                  <a:close/>
                </a:path>
                <a:path w="11429" h="281939">
                  <a:moveTo>
                    <a:pt x="1143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5102"/>
                  </a:lnTo>
                  <a:close/>
                </a:path>
                <a:path w="11429" h="281939">
                  <a:moveTo>
                    <a:pt x="1143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1430" y="85090"/>
                  </a:lnTo>
                  <a:lnTo>
                    <a:pt x="11430" y="81292"/>
                  </a:lnTo>
                  <a:close/>
                </a:path>
                <a:path w="11429" h="281939">
                  <a:moveTo>
                    <a:pt x="1143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8752"/>
                  </a:lnTo>
                  <a:close/>
                </a:path>
                <a:path w="11429" h="281939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281939">
                  <a:moveTo>
                    <a:pt x="1143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2402"/>
                  </a:lnTo>
                  <a:close/>
                </a:path>
                <a:path w="11429" h="281939">
                  <a:moveTo>
                    <a:pt x="1143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1430" y="72390"/>
                  </a:lnTo>
                  <a:lnTo>
                    <a:pt x="11430" y="68592"/>
                  </a:lnTo>
                  <a:close/>
                </a:path>
                <a:path w="11429" h="281939">
                  <a:moveTo>
                    <a:pt x="1143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52"/>
                  </a:lnTo>
                  <a:close/>
                </a:path>
                <a:path w="11429" h="281939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281939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281939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281939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281939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281939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281939">
                  <a:moveTo>
                    <a:pt x="1143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3192"/>
                  </a:lnTo>
                  <a:close/>
                </a:path>
                <a:path w="11429" h="281939">
                  <a:moveTo>
                    <a:pt x="1143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52"/>
                  </a:lnTo>
                  <a:close/>
                </a:path>
                <a:path w="11429" h="281939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281939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281939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281939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281939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281939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281939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281939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281939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281939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281939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281939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281939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27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1017">
              <a:extLst>
                <a:ext uri="{FF2B5EF4-FFF2-40B4-BE49-F238E27FC236}">
                  <a16:creationId xmlns:a16="http://schemas.microsoft.com/office/drawing/2014/main" id="{44611C9B-EA00-0E87-8797-055E49BCB775}"/>
                </a:ext>
              </a:extLst>
            </p:cNvPr>
            <p:cNvSpPr/>
            <p:nvPr/>
          </p:nvSpPr>
          <p:spPr>
            <a:xfrm>
              <a:off x="4540250" y="56616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10160"/>
                  </a:moveTo>
                  <a:lnTo>
                    <a:pt x="0" y="10160"/>
                  </a:lnTo>
                  <a:lnTo>
                    <a:pt x="0" y="11417"/>
                  </a:lnTo>
                  <a:lnTo>
                    <a:pt x="11430" y="11417"/>
                  </a:lnTo>
                  <a:lnTo>
                    <a:pt x="11430" y="10160"/>
                  </a:lnTo>
                  <a:close/>
                </a:path>
                <a:path w="11429" h="11429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11429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11429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272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1018">
              <a:extLst>
                <a:ext uri="{FF2B5EF4-FFF2-40B4-BE49-F238E27FC236}">
                  <a16:creationId xmlns:a16="http://schemas.microsoft.com/office/drawing/2014/main" id="{2D196791-9788-E9D9-E45F-18A006DD69A9}"/>
                </a:ext>
              </a:extLst>
            </p:cNvPr>
            <p:cNvSpPr/>
            <p:nvPr/>
          </p:nvSpPr>
          <p:spPr>
            <a:xfrm>
              <a:off x="4551680" y="5383530"/>
              <a:ext cx="11430" cy="281940"/>
            </a:xfrm>
            <a:custGeom>
              <a:avLst/>
              <a:gdLst/>
              <a:ahLst/>
              <a:cxnLst/>
              <a:rect l="l" t="t" r="r" b="b"/>
              <a:pathLst>
                <a:path w="11429" h="281939">
                  <a:moveTo>
                    <a:pt x="11430" y="278142"/>
                  </a:moveTo>
                  <a:lnTo>
                    <a:pt x="0" y="278142"/>
                  </a:lnTo>
                  <a:lnTo>
                    <a:pt x="0" y="281940"/>
                  </a:lnTo>
                  <a:lnTo>
                    <a:pt x="11430" y="281940"/>
                  </a:lnTo>
                  <a:lnTo>
                    <a:pt x="11430" y="278142"/>
                  </a:lnTo>
                  <a:close/>
                </a:path>
                <a:path w="11429" h="281939">
                  <a:moveTo>
                    <a:pt x="11430" y="275602"/>
                  </a:moveTo>
                  <a:lnTo>
                    <a:pt x="0" y="275602"/>
                  </a:lnTo>
                  <a:lnTo>
                    <a:pt x="0" y="278130"/>
                  </a:lnTo>
                  <a:lnTo>
                    <a:pt x="11430" y="278130"/>
                  </a:lnTo>
                  <a:lnTo>
                    <a:pt x="11430" y="275602"/>
                  </a:lnTo>
                  <a:close/>
                </a:path>
                <a:path w="11429" h="281939">
                  <a:moveTo>
                    <a:pt x="11430" y="271792"/>
                  </a:moveTo>
                  <a:lnTo>
                    <a:pt x="0" y="271792"/>
                  </a:lnTo>
                  <a:lnTo>
                    <a:pt x="0" y="275590"/>
                  </a:lnTo>
                  <a:lnTo>
                    <a:pt x="11430" y="275590"/>
                  </a:lnTo>
                  <a:lnTo>
                    <a:pt x="11430" y="271792"/>
                  </a:lnTo>
                  <a:close/>
                </a:path>
                <a:path w="11429" h="281939">
                  <a:moveTo>
                    <a:pt x="11430" y="269252"/>
                  </a:moveTo>
                  <a:lnTo>
                    <a:pt x="0" y="269252"/>
                  </a:lnTo>
                  <a:lnTo>
                    <a:pt x="0" y="271780"/>
                  </a:lnTo>
                  <a:lnTo>
                    <a:pt x="11430" y="271780"/>
                  </a:lnTo>
                  <a:lnTo>
                    <a:pt x="11430" y="269252"/>
                  </a:lnTo>
                  <a:close/>
                </a:path>
                <a:path w="11429" h="281939">
                  <a:moveTo>
                    <a:pt x="1143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11430" y="269240"/>
                  </a:lnTo>
                  <a:lnTo>
                    <a:pt x="11430" y="265442"/>
                  </a:lnTo>
                  <a:close/>
                </a:path>
                <a:path w="11429" h="281939">
                  <a:moveTo>
                    <a:pt x="11430" y="262902"/>
                  </a:moveTo>
                  <a:lnTo>
                    <a:pt x="0" y="262902"/>
                  </a:lnTo>
                  <a:lnTo>
                    <a:pt x="0" y="265430"/>
                  </a:lnTo>
                  <a:lnTo>
                    <a:pt x="11430" y="265430"/>
                  </a:lnTo>
                  <a:lnTo>
                    <a:pt x="11430" y="262902"/>
                  </a:lnTo>
                  <a:close/>
                </a:path>
                <a:path w="11429" h="281939">
                  <a:moveTo>
                    <a:pt x="1143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1430" y="262890"/>
                  </a:lnTo>
                  <a:lnTo>
                    <a:pt x="11430" y="259092"/>
                  </a:lnTo>
                  <a:close/>
                </a:path>
                <a:path w="11429" h="281939">
                  <a:moveTo>
                    <a:pt x="1143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6552"/>
                  </a:lnTo>
                  <a:close/>
                </a:path>
                <a:path w="11429" h="281939">
                  <a:moveTo>
                    <a:pt x="1143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1430" y="256540"/>
                  </a:lnTo>
                  <a:lnTo>
                    <a:pt x="11430" y="252742"/>
                  </a:lnTo>
                  <a:close/>
                </a:path>
                <a:path w="11429" h="281939">
                  <a:moveTo>
                    <a:pt x="1143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50202"/>
                  </a:lnTo>
                  <a:close/>
                </a:path>
                <a:path w="11429" h="281939">
                  <a:moveTo>
                    <a:pt x="1143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1430" y="250190"/>
                  </a:lnTo>
                  <a:lnTo>
                    <a:pt x="11430" y="246392"/>
                  </a:lnTo>
                  <a:close/>
                </a:path>
                <a:path w="11429" h="281939">
                  <a:moveTo>
                    <a:pt x="1143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3852"/>
                  </a:lnTo>
                  <a:close/>
                </a:path>
                <a:path w="11429" h="281939">
                  <a:moveTo>
                    <a:pt x="1143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1430" y="243840"/>
                  </a:lnTo>
                  <a:lnTo>
                    <a:pt x="11430" y="240042"/>
                  </a:lnTo>
                  <a:close/>
                </a:path>
                <a:path w="11429" h="281939">
                  <a:moveTo>
                    <a:pt x="1143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7502"/>
                  </a:lnTo>
                  <a:close/>
                </a:path>
                <a:path w="11429" h="281939">
                  <a:moveTo>
                    <a:pt x="1143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1430" y="237490"/>
                  </a:lnTo>
                  <a:lnTo>
                    <a:pt x="11430" y="233692"/>
                  </a:lnTo>
                  <a:close/>
                </a:path>
                <a:path w="11429" h="281939">
                  <a:moveTo>
                    <a:pt x="1143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31152"/>
                  </a:lnTo>
                  <a:close/>
                </a:path>
                <a:path w="11429" h="281939">
                  <a:moveTo>
                    <a:pt x="1143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1430" y="231140"/>
                  </a:lnTo>
                  <a:lnTo>
                    <a:pt x="11430" y="227342"/>
                  </a:lnTo>
                  <a:close/>
                </a:path>
                <a:path w="11429" h="281939">
                  <a:moveTo>
                    <a:pt x="1143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4802"/>
                  </a:lnTo>
                  <a:close/>
                </a:path>
                <a:path w="11429" h="281939">
                  <a:moveTo>
                    <a:pt x="1143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1430" y="224790"/>
                  </a:lnTo>
                  <a:lnTo>
                    <a:pt x="11430" y="220992"/>
                  </a:lnTo>
                  <a:close/>
                </a:path>
                <a:path w="11429" h="281939">
                  <a:moveTo>
                    <a:pt x="1143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8452"/>
                  </a:lnTo>
                  <a:close/>
                </a:path>
                <a:path w="11429" h="281939">
                  <a:moveTo>
                    <a:pt x="1143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1430" y="218440"/>
                  </a:lnTo>
                  <a:lnTo>
                    <a:pt x="11430" y="214642"/>
                  </a:lnTo>
                  <a:close/>
                </a:path>
                <a:path w="11429" h="281939">
                  <a:moveTo>
                    <a:pt x="1143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2102"/>
                  </a:lnTo>
                  <a:close/>
                </a:path>
                <a:path w="11429" h="281939">
                  <a:moveTo>
                    <a:pt x="1143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1430" y="212090"/>
                  </a:lnTo>
                  <a:lnTo>
                    <a:pt x="11430" y="208292"/>
                  </a:lnTo>
                  <a:close/>
                </a:path>
                <a:path w="11429" h="281939">
                  <a:moveTo>
                    <a:pt x="1143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5752"/>
                  </a:lnTo>
                  <a:close/>
                </a:path>
                <a:path w="11429" h="281939">
                  <a:moveTo>
                    <a:pt x="1143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1430" y="205740"/>
                  </a:lnTo>
                  <a:lnTo>
                    <a:pt x="11430" y="201942"/>
                  </a:lnTo>
                  <a:close/>
                </a:path>
                <a:path w="11429" h="281939">
                  <a:moveTo>
                    <a:pt x="1143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9402"/>
                  </a:lnTo>
                  <a:close/>
                </a:path>
                <a:path w="11429" h="281939">
                  <a:moveTo>
                    <a:pt x="1143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1430" y="199390"/>
                  </a:lnTo>
                  <a:lnTo>
                    <a:pt x="11430" y="195592"/>
                  </a:lnTo>
                  <a:close/>
                </a:path>
                <a:path w="11429" h="281939">
                  <a:moveTo>
                    <a:pt x="1143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3052"/>
                  </a:lnTo>
                  <a:close/>
                </a:path>
                <a:path w="11429" h="281939">
                  <a:moveTo>
                    <a:pt x="1143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1430" y="193040"/>
                  </a:lnTo>
                  <a:lnTo>
                    <a:pt x="11430" y="189242"/>
                  </a:lnTo>
                  <a:close/>
                </a:path>
                <a:path w="11429" h="281939">
                  <a:moveTo>
                    <a:pt x="1143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6702"/>
                  </a:lnTo>
                  <a:close/>
                </a:path>
                <a:path w="11429" h="281939">
                  <a:moveTo>
                    <a:pt x="1143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1430" y="186690"/>
                  </a:lnTo>
                  <a:lnTo>
                    <a:pt x="11430" y="182892"/>
                  </a:lnTo>
                  <a:close/>
                </a:path>
                <a:path w="11429" h="281939">
                  <a:moveTo>
                    <a:pt x="1143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80352"/>
                  </a:lnTo>
                  <a:close/>
                </a:path>
                <a:path w="11429" h="281939">
                  <a:moveTo>
                    <a:pt x="1143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1430" y="180340"/>
                  </a:lnTo>
                  <a:lnTo>
                    <a:pt x="11430" y="176542"/>
                  </a:lnTo>
                  <a:close/>
                </a:path>
                <a:path w="11429" h="281939">
                  <a:moveTo>
                    <a:pt x="1143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74002"/>
                  </a:lnTo>
                  <a:close/>
                </a:path>
                <a:path w="11429" h="281939">
                  <a:moveTo>
                    <a:pt x="11430" y="113042"/>
                  </a:moveTo>
                  <a:lnTo>
                    <a:pt x="0" y="113042"/>
                  </a:lnTo>
                  <a:lnTo>
                    <a:pt x="0" y="173990"/>
                  </a:lnTo>
                  <a:lnTo>
                    <a:pt x="11430" y="173990"/>
                  </a:lnTo>
                  <a:lnTo>
                    <a:pt x="11430" y="113042"/>
                  </a:lnTo>
                  <a:close/>
                </a:path>
                <a:path w="11429" h="281939">
                  <a:moveTo>
                    <a:pt x="1143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10502"/>
                  </a:lnTo>
                  <a:close/>
                </a:path>
                <a:path w="11429" h="281939">
                  <a:moveTo>
                    <a:pt x="1143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1430" y="110490"/>
                  </a:lnTo>
                  <a:lnTo>
                    <a:pt x="11430" y="106692"/>
                  </a:lnTo>
                  <a:close/>
                </a:path>
                <a:path w="11429" h="281939">
                  <a:moveTo>
                    <a:pt x="1143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4152"/>
                  </a:lnTo>
                  <a:close/>
                </a:path>
                <a:path w="11429" h="281939">
                  <a:moveTo>
                    <a:pt x="1143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1430" y="104140"/>
                  </a:lnTo>
                  <a:lnTo>
                    <a:pt x="11430" y="100342"/>
                  </a:lnTo>
                  <a:close/>
                </a:path>
                <a:path w="11429" h="281939">
                  <a:moveTo>
                    <a:pt x="1143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7802"/>
                  </a:lnTo>
                  <a:close/>
                </a:path>
                <a:path w="11429" h="281939">
                  <a:moveTo>
                    <a:pt x="1143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1430" y="97790"/>
                  </a:lnTo>
                  <a:lnTo>
                    <a:pt x="11430" y="93992"/>
                  </a:lnTo>
                  <a:close/>
                </a:path>
                <a:path w="11429" h="281939">
                  <a:moveTo>
                    <a:pt x="1143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1452"/>
                  </a:lnTo>
                  <a:close/>
                </a:path>
                <a:path w="11429" h="281939">
                  <a:moveTo>
                    <a:pt x="1143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1430" y="91440"/>
                  </a:lnTo>
                  <a:lnTo>
                    <a:pt x="11430" y="87642"/>
                  </a:lnTo>
                  <a:close/>
                </a:path>
                <a:path w="11429" h="281939">
                  <a:moveTo>
                    <a:pt x="1143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5102"/>
                  </a:lnTo>
                  <a:close/>
                </a:path>
                <a:path w="11429" h="281939">
                  <a:moveTo>
                    <a:pt x="1143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1430" y="85090"/>
                  </a:lnTo>
                  <a:lnTo>
                    <a:pt x="11430" y="81292"/>
                  </a:lnTo>
                  <a:close/>
                </a:path>
                <a:path w="11429" h="281939">
                  <a:moveTo>
                    <a:pt x="1143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8752"/>
                  </a:lnTo>
                  <a:close/>
                </a:path>
                <a:path w="11429" h="281939">
                  <a:moveTo>
                    <a:pt x="1143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1430" y="78740"/>
                  </a:lnTo>
                  <a:lnTo>
                    <a:pt x="11430" y="74942"/>
                  </a:lnTo>
                  <a:close/>
                </a:path>
                <a:path w="11429" h="281939">
                  <a:moveTo>
                    <a:pt x="1143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2402"/>
                  </a:lnTo>
                  <a:close/>
                </a:path>
                <a:path w="11429" h="281939">
                  <a:moveTo>
                    <a:pt x="1143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1430" y="72390"/>
                  </a:lnTo>
                  <a:lnTo>
                    <a:pt x="11430" y="68592"/>
                  </a:lnTo>
                  <a:close/>
                </a:path>
                <a:path w="11429" h="281939">
                  <a:moveTo>
                    <a:pt x="1143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6052"/>
                  </a:lnTo>
                  <a:close/>
                </a:path>
                <a:path w="11429" h="281939">
                  <a:moveTo>
                    <a:pt x="1143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1430" y="66040"/>
                  </a:lnTo>
                  <a:lnTo>
                    <a:pt x="11430" y="62242"/>
                  </a:lnTo>
                  <a:close/>
                </a:path>
                <a:path w="11429" h="281939">
                  <a:moveTo>
                    <a:pt x="1143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9702"/>
                  </a:lnTo>
                  <a:close/>
                </a:path>
                <a:path w="11429" h="281939">
                  <a:moveTo>
                    <a:pt x="1143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1430" y="59690"/>
                  </a:lnTo>
                  <a:lnTo>
                    <a:pt x="11430" y="55892"/>
                  </a:lnTo>
                  <a:close/>
                </a:path>
                <a:path w="11429" h="281939">
                  <a:moveTo>
                    <a:pt x="1143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3352"/>
                  </a:lnTo>
                  <a:close/>
                </a:path>
                <a:path w="11429" h="281939">
                  <a:moveTo>
                    <a:pt x="1143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1430" y="49542"/>
                  </a:lnTo>
                  <a:close/>
                </a:path>
                <a:path w="11429" h="281939">
                  <a:moveTo>
                    <a:pt x="1143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7002"/>
                  </a:lnTo>
                  <a:close/>
                </a:path>
                <a:path w="11429" h="281939">
                  <a:moveTo>
                    <a:pt x="1143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1430" y="46990"/>
                  </a:lnTo>
                  <a:lnTo>
                    <a:pt x="11430" y="43192"/>
                  </a:lnTo>
                  <a:close/>
                </a:path>
                <a:path w="11429" h="281939">
                  <a:moveTo>
                    <a:pt x="1143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40652"/>
                  </a:lnTo>
                  <a:close/>
                </a:path>
                <a:path w="11429" h="281939">
                  <a:moveTo>
                    <a:pt x="1143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1430" y="40640"/>
                  </a:lnTo>
                  <a:lnTo>
                    <a:pt x="11430" y="36842"/>
                  </a:lnTo>
                  <a:close/>
                </a:path>
                <a:path w="11429" h="281939">
                  <a:moveTo>
                    <a:pt x="1143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4302"/>
                  </a:lnTo>
                  <a:close/>
                </a:path>
                <a:path w="11429" h="281939">
                  <a:moveTo>
                    <a:pt x="1143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1430" y="34290"/>
                  </a:lnTo>
                  <a:lnTo>
                    <a:pt x="11430" y="30492"/>
                  </a:lnTo>
                  <a:close/>
                </a:path>
                <a:path w="11429" h="281939">
                  <a:moveTo>
                    <a:pt x="1143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7952"/>
                  </a:lnTo>
                  <a:close/>
                </a:path>
                <a:path w="11429" h="281939">
                  <a:moveTo>
                    <a:pt x="1143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1430" y="27940"/>
                  </a:lnTo>
                  <a:lnTo>
                    <a:pt x="11430" y="24142"/>
                  </a:lnTo>
                  <a:close/>
                </a:path>
                <a:path w="11429" h="281939">
                  <a:moveTo>
                    <a:pt x="1143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1602"/>
                  </a:lnTo>
                  <a:close/>
                </a:path>
                <a:path w="11429" h="281939">
                  <a:moveTo>
                    <a:pt x="1143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1430" y="21590"/>
                  </a:lnTo>
                  <a:lnTo>
                    <a:pt x="11430" y="17792"/>
                  </a:lnTo>
                  <a:close/>
                </a:path>
                <a:path w="11429" h="281939">
                  <a:moveTo>
                    <a:pt x="1143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5252"/>
                  </a:lnTo>
                  <a:close/>
                </a:path>
                <a:path w="11429" h="281939">
                  <a:moveTo>
                    <a:pt x="1143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1430" y="15240"/>
                  </a:lnTo>
                  <a:lnTo>
                    <a:pt x="11430" y="11442"/>
                  </a:lnTo>
                  <a:close/>
                </a:path>
                <a:path w="11429" h="281939">
                  <a:moveTo>
                    <a:pt x="1143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8902"/>
                  </a:lnTo>
                  <a:close/>
                </a:path>
                <a:path w="11429" h="281939">
                  <a:moveTo>
                    <a:pt x="1143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1430" y="8890"/>
                  </a:lnTo>
                  <a:lnTo>
                    <a:pt x="11430" y="5092"/>
                  </a:lnTo>
                  <a:close/>
                </a:path>
                <a:path w="11429" h="281939">
                  <a:moveTo>
                    <a:pt x="1143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2552"/>
                  </a:lnTo>
                  <a:close/>
                </a:path>
                <a:path w="11429" h="281939">
                  <a:moveTo>
                    <a:pt x="1143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30" y="25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1019">
              <a:extLst>
                <a:ext uri="{FF2B5EF4-FFF2-40B4-BE49-F238E27FC236}">
                  <a16:creationId xmlns:a16="http://schemas.microsoft.com/office/drawing/2014/main" id="{55B63E98-08EC-D98F-5CFD-4FAE32895123}"/>
                </a:ext>
              </a:extLst>
            </p:cNvPr>
            <p:cNvSpPr/>
            <p:nvPr/>
          </p:nvSpPr>
          <p:spPr>
            <a:xfrm>
              <a:off x="4551680" y="56616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10160"/>
                  </a:moveTo>
                  <a:lnTo>
                    <a:pt x="0" y="10160"/>
                  </a:lnTo>
                  <a:lnTo>
                    <a:pt x="0" y="11417"/>
                  </a:lnTo>
                  <a:lnTo>
                    <a:pt x="11430" y="11417"/>
                  </a:lnTo>
                  <a:lnTo>
                    <a:pt x="11430" y="10160"/>
                  </a:lnTo>
                  <a:close/>
                </a:path>
                <a:path w="11429" h="11429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11429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11429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1020">
              <a:extLst>
                <a:ext uri="{FF2B5EF4-FFF2-40B4-BE49-F238E27FC236}">
                  <a16:creationId xmlns:a16="http://schemas.microsoft.com/office/drawing/2014/main" id="{663BA414-35CE-6772-9B91-8E2FDAE78EE9}"/>
                </a:ext>
              </a:extLst>
            </p:cNvPr>
            <p:cNvSpPr/>
            <p:nvPr/>
          </p:nvSpPr>
          <p:spPr>
            <a:xfrm>
              <a:off x="4563110" y="5383530"/>
              <a:ext cx="10160" cy="281940"/>
            </a:xfrm>
            <a:custGeom>
              <a:avLst/>
              <a:gdLst/>
              <a:ahLst/>
              <a:cxnLst/>
              <a:rect l="l" t="t" r="r" b="b"/>
              <a:pathLst>
                <a:path w="10160" h="281939">
                  <a:moveTo>
                    <a:pt x="10160" y="278142"/>
                  </a:moveTo>
                  <a:lnTo>
                    <a:pt x="0" y="278142"/>
                  </a:lnTo>
                  <a:lnTo>
                    <a:pt x="0" y="281940"/>
                  </a:lnTo>
                  <a:lnTo>
                    <a:pt x="10160" y="281940"/>
                  </a:lnTo>
                  <a:lnTo>
                    <a:pt x="10160" y="278142"/>
                  </a:lnTo>
                  <a:close/>
                </a:path>
                <a:path w="10160" h="281939">
                  <a:moveTo>
                    <a:pt x="10160" y="275602"/>
                  </a:moveTo>
                  <a:lnTo>
                    <a:pt x="0" y="275602"/>
                  </a:lnTo>
                  <a:lnTo>
                    <a:pt x="0" y="278130"/>
                  </a:lnTo>
                  <a:lnTo>
                    <a:pt x="10160" y="278130"/>
                  </a:lnTo>
                  <a:lnTo>
                    <a:pt x="10160" y="275602"/>
                  </a:lnTo>
                  <a:close/>
                </a:path>
                <a:path w="10160" h="281939">
                  <a:moveTo>
                    <a:pt x="10160" y="271792"/>
                  </a:moveTo>
                  <a:lnTo>
                    <a:pt x="0" y="271792"/>
                  </a:lnTo>
                  <a:lnTo>
                    <a:pt x="0" y="275590"/>
                  </a:lnTo>
                  <a:lnTo>
                    <a:pt x="10160" y="275590"/>
                  </a:lnTo>
                  <a:lnTo>
                    <a:pt x="10160" y="271792"/>
                  </a:lnTo>
                  <a:close/>
                </a:path>
                <a:path w="10160" h="281939">
                  <a:moveTo>
                    <a:pt x="10160" y="269252"/>
                  </a:moveTo>
                  <a:lnTo>
                    <a:pt x="0" y="269252"/>
                  </a:lnTo>
                  <a:lnTo>
                    <a:pt x="0" y="271780"/>
                  </a:lnTo>
                  <a:lnTo>
                    <a:pt x="10160" y="271780"/>
                  </a:lnTo>
                  <a:lnTo>
                    <a:pt x="10160" y="269252"/>
                  </a:lnTo>
                  <a:close/>
                </a:path>
                <a:path w="10160" h="281939">
                  <a:moveTo>
                    <a:pt x="10160" y="265442"/>
                  </a:moveTo>
                  <a:lnTo>
                    <a:pt x="0" y="265442"/>
                  </a:lnTo>
                  <a:lnTo>
                    <a:pt x="0" y="269240"/>
                  </a:lnTo>
                  <a:lnTo>
                    <a:pt x="10160" y="269240"/>
                  </a:lnTo>
                  <a:lnTo>
                    <a:pt x="10160" y="265442"/>
                  </a:lnTo>
                  <a:close/>
                </a:path>
                <a:path w="10160" h="281939">
                  <a:moveTo>
                    <a:pt x="10160" y="262902"/>
                  </a:moveTo>
                  <a:lnTo>
                    <a:pt x="0" y="262902"/>
                  </a:lnTo>
                  <a:lnTo>
                    <a:pt x="0" y="265430"/>
                  </a:lnTo>
                  <a:lnTo>
                    <a:pt x="10160" y="265430"/>
                  </a:lnTo>
                  <a:lnTo>
                    <a:pt x="10160" y="262902"/>
                  </a:lnTo>
                  <a:close/>
                </a:path>
                <a:path w="10160" h="281939">
                  <a:moveTo>
                    <a:pt x="10160" y="259092"/>
                  </a:moveTo>
                  <a:lnTo>
                    <a:pt x="0" y="259092"/>
                  </a:lnTo>
                  <a:lnTo>
                    <a:pt x="0" y="262890"/>
                  </a:lnTo>
                  <a:lnTo>
                    <a:pt x="10160" y="262890"/>
                  </a:lnTo>
                  <a:lnTo>
                    <a:pt x="10160" y="259092"/>
                  </a:lnTo>
                  <a:close/>
                </a:path>
                <a:path w="10160" h="281939">
                  <a:moveTo>
                    <a:pt x="10160" y="256552"/>
                  </a:moveTo>
                  <a:lnTo>
                    <a:pt x="0" y="256552"/>
                  </a:lnTo>
                  <a:lnTo>
                    <a:pt x="0" y="259080"/>
                  </a:lnTo>
                  <a:lnTo>
                    <a:pt x="10160" y="259080"/>
                  </a:lnTo>
                  <a:lnTo>
                    <a:pt x="10160" y="256552"/>
                  </a:lnTo>
                  <a:close/>
                </a:path>
                <a:path w="10160" h="281939">
                  <a:moveTo>
                    <a:pt x="10160" y="252742"/>
                  </a:moveTo>
                  <a:lnTo>
                    <a:pt x="0" y="252742"/>
                  </a:lnTo>
                  <a:lnTo>
                    <a:pt x="0" y="256540"/>
                  </a:lnTo>
                  <a:lnTo>
                    <a:pt x="10160" y="256540"/>
                  </a:lnTo>
                  <a:lnTo>
                    <a:pt x="10160" y="252742"/>
                  </a:lnTo>
                  <a:close/>
                </a:path>
                <a:path w="10160" h="281939">
                  <a:moveTo>
                    <a:pt x="10160" y="250202"/>
                  </a:moveTo>
                  <a:lnTo>
                    <a:pt x="0" y="250202"/>
                  </a:lnTo>
                  <a:lnTo>
                    <a:pt x="0" y="252730"/>
                  </a:lnTo>
                  <a:lnTo>
                    <a:pt x="10160" y="252730"/>
                  </a:lnTo>
                  <a:lnTo>
                    <a:pt x="10160" y="250202"/>
                  </a:lnTo>
                  <a:close/>
                </a:path>
                <a:path w="10160" h="281939">
                  <a:moveTo>
                    <a:pt x="10160" y="246392"/>
                  </a:moveTo>
                  <a:lnTo>
                    <a:pt x="0" y="246392"/>
                  </a:lnTo>
                  <a:lnTo>
                    <a:pt x="0" y="250190"/>
                  </a:lnTo>
                  <a:lnTo>
                    <a:pt x="10160" y="250190"/>
                  </a:lnTo>
                  <a:lnTo>
                    <a:pt x="10160" y="246392"/>
                  </a:lnTo>
                  <a:close/>
                </a:path>
                <a:path w="10160" h="281939">
                  <a:moveTo>
                    <a:pt x="10160" y="243852"/>
                  </a:moveTo>
                  <a:lnTo>
                    <a:pt x="0" y="243852"/>
                  </a:lnTo>
                  <a:lnTo>
                    <a:pt x="0" y="246380"/>
                  </a:lnTo>
                  <a:lnTo>
                    <a:pt x="10160" y="246380"/>
                  </a:lnTo>
                  <a:lnTo>
                    <a:pt x="10160" y="243852"/>
                  </a:lnTo>
                  <a:close/>
                </a:path>
                <a:path w="10160" h="281939">
                  <a:moveTo>
                    <a:pt x="10160" y="240042"/>
                  </a:moveTo>
                  <a:lnTo>
                    <a:pt x="0" y="240042"/>
                  </a:lnTo>
                  <a:lnTo>
                    <a:pt x="0" y="243840"/>
                  </a:lnTo>
                  <a:lnTo>
                    <a:pt x="10160" y="243840"/>
                  </a:lnTo>
                  <a:lnTo>
                    <a:pt x="10160" y="240042"/>
                  </a:lnTo>
                  <a:close/>
                </a:path>
                <a:path w="10160" h="281939">
                  <a:moveTo>
                    <a:pt x="10160" y="237502"/>
                  </a:moveTo>
                  <a:lnTo>
                    <a:pt x="0" y="237502"/>
                  </a:lnTo>
                  <a:lnTo>
                    <a:pt x="0" y="240030"/>
                  </a:lnTo>
                  <a:lnTo>
                    <a:pt x="10160" y="240030"/>
                  </a:lnTo>
                  <a:lnTo>
                    <a:pt x="10160" y="237502"/>
                  </a:lnTo>
                  <a:close/>
                </a:path>
                <a:path w="10160" h="281939">
                  <a:moveTo>
                    <a:pt x="10160" y="233692"/>
                  </a:moveTo>
                  <a:lnTo>
                    <a:pt x="0" y="233692"/>
                  </a:lnTo>
                  <a:lnTo>
                    <a:pt x="0" y="237490"/>
                  </a:lnTo>
                  <a:lnTo>
                    <a:pt x="10160" y="237490"/>
                  </a:lnTo>
                  <a:lnTo>
                    <a:pt x="10160" y="233692"/>
                  </a:lnTo>
                  <a:close/>
                </a:path>
                <a:path w="10160" h="281939">
                  <a:moveTo>
                    <a:pt x="10160" y="231152"/>
                  </a:moveTo>
                  <a:lnTo>
                    <a:pt x="0" y="231152"/>
                  </a:lnTo>
                  <a:lnTo>
                    <a:pt x="0" y="233680"/>
                  </a:lnTo>
                  <a:lnTo>
                    <a:pt x="10160" y="233680"/>
                  </a:lnTo>
                  <a:lnTo>
                    <a:pt x="10160" y="231152"/>
                  </a:lnTo>
                  <a:close/>
                </a:path>
                <a:path w="10160" h="281939">
                  <a:moveTo>
                    <a:pt x="10160" y="227342"/>
                  </a:moveTo>
                  <a:lnTo>
                    <a:pt x="0" y="227342"/>
                  </a:lnTo>
                  <a:lnTo>
                    <a:pt x="0" y="231140"/>
                  </a:lnTo>
                  <a:lnTo>
                    <a:pt x="10160" y="231140"/>
                  </a:lnTo>
                  <a:lnTo>
                    <a:pt x="10160" y="227342"/>
                  </a:lnTo>
                  <a:close/>
                </a:path>
                <a:path w="10160" h="281939">
                  <a:moveTo>
                    <a:pt x="10160" y="224802"/>
                  </a:moveTo>
                  <a:lnTo>
                    <a:pt x="0" y="224802"/>
                  </a:lnTo>
                  <a:lnTo>
                    <a:pt x="0" y="227330"/>
                  </a:lnTo>
                  <a:lnTo>
                    <a:pt x="10160" y="227330"/>
                  </a:lnTo>
                  <a:lnTo>
                    <a:pt x="10160" y="224802"/>
                  </a:lnTo>
                  <a:close/>
                </a:path>
                <a:path w="10160" h="281939">
                  <a:moveTo>
                    <a:pt x="10160" y="220992"/>
                  </a:moveTo>
                  <a:lnTo>
                    <a:pt x="0" y="220992"/>
                  </a:lnTo>
                  <a:lnTo>
                    <a:pt x="0" y="224790"/>
                  </a:lnTo>
                  <a:lnTo>
                    <a:pt x="10160" y="224790"/>
                  </a:lnTo>
                  <a:lnTo>
                    <a:pt x="10160" y="220992"/>
                  </a:lnTo>
                  <a:close/>
                </a:path>
                <a:path w="10160" h="281939">
                  <a:moveTo>
                    <a:pt x="10160" y="218452"/>
                  </a:moveTo>
                  <a:lnTo>
                    <a:pt x="0" y="218452"/>
                  </a:lnTo>
                  <a:lnTo>
                    <a:pt x="0" y="220980"/>
                  </a:lnTo>
                  <a:lnTo>
                    <a:pt x="10160" y="220980"/>
                  </a:lnTo>
                  <a:lnTo>
                    <a:pt x="10160" y="218452"/>
                  </a:lnTo>
                  <a:close/>
                </a:path>
                <a:path w="10160" h="281939">
                  <a:moveTo>
                    <a:pt x="10160" y="214642"/>
                  </a:moveTo>
                  <a:lnTo>
                    <a:pt x="0" y="214642"/>
                  </a:lnTo>
                  <a:lnTo>
                    <a:pt x="0" y="218440"/>
                  </a:lnTo>
                  <a:lnTo>
                    <a:pt x="10160" y="218440"/>
                  </a:lnTo>
                  <a:lnTo>
                    <a:pt x="10160" y="214642"/>
                  </a:lnTo>
                  <a:close/>
                </a:path>
                <a:path w="10160" h="281939">
                  <a:moveTo>
                    <a:pt x="10160" y="212102"/>
                  </a:moveTo>
                  <a:lnTo>
                    <a:pt x="0" y="212102"/>
                  </a:lnTo>
                  <a:lnTo>
                    <a:pt x="0" y="214630"/>
                  </a:lnTo>
                  <a:lnTo>
                    <a:pt x="10160" y="214630"/>
                  </a:lnTo>
                  <a:lnTo>
                    <a:pt x="10160" y="212102"/>
                  </a:lnTo>
                  <a:close/>
                </a:path>
                <a:path w="10160" h="281939">
                  <a:moveTo>
                    <a:pt x="10160" y="208292"/>
                  </a:moveTo>
                  <a:lnTo>
                    <a:pt x="0" y="208292"/>
                  </a:lnTo>
                  <a:lnTo>
                    <a:pt x="0" y="212090"/>
                  </a:lnTo>
                  <a:lnTo>
                    <a:pt x="10160" y="212090"/>
                  </a:lnTo>
                  <a:lnTo>
                    <a:pt x="10160" y="208292"/>
                  </a:lnTo>
                  <a:close/>
                </a:path>
                <a:path w="10160" h="281939">
                  <a:moveTo>
                    <a:pt x="10160" y="205752"/>
                  </a:moveTo>
                  <a:lnTo>
                    <a:pt x="0" y="205752"/>
                  </a:lnTo>
                  <a:lnTo>
                    <a:pt x="0" y="208280"/>
                  </a:lnTo>
                  <a:lnTo>
                    <a:pt x="10160" y="208280"/>
                  </a:lnTo>
                  <a:lnTo>
                    <a:pt x="10160" y="205752"/>
                  </a:lnTo>
                  <a:close/>
                </a:path>
                <a:path w="10160" h="281939">
                  <a:moveTo>
                    <a:pt x="10160" y="201942"/>
                  </a:moveTo>
                  <a:lnTo>
                    <a:pt x="0" y="201942"/>
                  </a:lnTo>
                  <a:lnTo>
                    <a:pt x="0" y="205740"/>
                  </a:lnTo>
                  <a:lnTo>
                    <a:pt x="10160" y="205740"/>
                  </a:lnTo>
                  <a:lnTo>
                    <a:pt x="10160" y="201942"/>
                  </a:lnTo>
                  <a:close/>
                </a:path>
                <a:path w="10160" h="281939">
                  <a:moveTo>
                    <a:pt x="10160" y="199402"/>
                  </a:moveTo>
                  <a:lnTo>
                    <a:pt x="0" y="199402"/>
                  </a:lnTo>
                  <a:lnTo>
                    <a:pt x="0" y="201930"/>
                  </a:lnTo>
                  <a:lnTo>
                    <a:pt x="10160" y="201930"/>
                  </a:lnTo>
                  <a:lnTo>
                    <a:pt x="10160" y="199402"/>
                  </a:lnTo>
                  <a:close/>
                </a:path>
                <a:path w="10160" h="281939">
                  <a:moveTo>
                    <a:pt x="10160" y="195592"/>
                  </a:moveTo>
                  <a:lnTo>
                    <a:pt x="0" y="195592"/>
                  </a:lnTo>
                  <a:lnTo>
                    <a:pt x="0" y="199390"/>
                  </a:lnTo>
                  <a:lnTo>
                    <a:pt x="10160" y="199390"/>
                  </a:lnTo>
                  <a:lnTo>
                    <a:pt x="10160" y="195592"/>
                  </a:lnTo>
                  <a:close/>
                </a:path>
                <a:path w="10160" h="281939">
                  <a:moveTo>
                    <a:pt x="10160" y="193052"/>
                  </a:moveTo>
                  <a:lnTo>
                    <a:pt x="0" y="193052"/>
                  </a:lnTo>
                  <a:lnTo>
                    <a:pt x="0" y="195580"/>
                  </a:lnTo>
                  <a:lnTo>
                    <a:pt x="10160" y="195580"/>
                  </a:lnTo>
                  <a:lnTo>
                    <a:pt x="10160" y="193052"/>
                  </a:lnTo>
                  <a:close/>
                </a:path>
                <a:path w="10160" h="281939">
                  <a:moveTo>
                    <a:pt x="10160" y="189242"/>
                  </a:moveTo>
                  <a:lnTo>
                    <a:pt x="0" y="189242"/>
                  </a:lnTo>
                  <a:lnTo>
                    <a:pt x="0" y="193040"/>
                  </a:lnTo>
                  <a:lnTo>
                    <a:pt x="10160" y="193040"/>
                  </a:lnTo>
                  <a:lnTo>
                    <a:pt x="10160" y="189242"/>
                  </a:lnTo>
                  <a:close/>
                </a:path>
                <a:path w="10160" h="281939">
                  <a:moveTo>
                    <a:pt x="10160" y="186702"/>
                  </a:moveTo>
                  <a:lnTo>
                    <a:pt x="0" y="186702"/>
                  </a:lnTo>
                  <a:lnTo>
                    <a:pt x="0" y="189230"/>
                  </a:lnTo>
                  <a:lnTo>
                    <a:pt x="10160" y="189230"/>
                  </a:lnTo>
                  <a:lnTo>
                    <a:pt x="10160" y="186702"/>
                  </a:lnTo>
                  <a:close/>
                </a:path>
                <a:path w="10160" h="281939">
                  <a:moveTo>
                    <a:pt x="10160" y="182892"/>
                  </a:moveTo>
                  <a:lnTo>
                    <a:pt x="0" y="182892"/>
                  </a:lnTo>
                  <a:lnTo>
                    <a:pt x="0" y="186690"/>
                  </a:lnTo>
                  <a:lnTo>
                    <a:pt x="10160" y="186690"/>
                  </a:lnTo>
                  <a:lnTo>
                    <a:pt x="10160" y="182892"/>
                  </a:lnTo>
                  <a:close/>
                </a:path>
                <a:path w="10160" h="281939">
                  <a:moveTo>
                    <a:pt x="10160" y="180352"/>
                  </a:moveTo>
                  <a:lnTo>
                    <a:pt x="0" y="180352"/>
                  </a:lnTo>
                  <a:lnTo>
                    <a:pt x="0" y="182880"/>
                  </a:lnTo>
                  <a:lnTo>
                    <a:pt x="10160" y="182880"/>
                  </a:lnTo>
                  <a:lnTo>
                    <a:pt x="10160" y="180352"/>
                  </a:lnTo>
                  <a:close/>
                </a:path>
                <a:path w="10160" h="281939">
                  <a:moveTo>
                    <a:pt x="10160" y="176542"/>
                  </a:moveTo>
                  <a:lnTo>
                    <a:pt x="0" y="176542"/>
                  </a:lnTo>
                  <a:lnTo>
                    <a:pt x="0" y="180340"/>
                  </a:lnTo>
                  <a:lnTo>
                    <a:pt x="10160" y="180340"/>
                  </a:lnTo>
                  <a:lnTo>
                    <a:pt x="10160" y="176542"/>
                  </a:lnTo>
                  <a:close/>
                </a:path>
                <a:path w="10160" h="281939">
                  <a:moveTo>
                    <a:pt x="10160" y="174002"/>
                  </a:moveTo>
                  <a:lnTo>
                    <a:pt x="0" y="174002"/>
                  </a:lnTo>
                  <a:lnTo>
                    <a:pt x="0" y="176530"/>
                  </a:lnTo>
                  <a:lnTo>
                    <a:pt x="10160" y="176530"/>
                  </a:lnTo>
                  <a:lnTo>
                    <a:pt x="10160" y="174002"/>
                  </a:lnTo>
                  <a:close/>
                </a:path>
                <a:path w="10160" h="281939">
                  <a:moveTo>
                    <a:pt x="10160" y="113042"/>
                  </a:moveTo>
                  <a:lnTo>
                    <a:pt x="0" y="113042"/>
                  </a:lnTo>
                  <a:lnTo>
                    <a:pt x="0" y="173990"/>
                  </a:lnTo>
                  <a:lnTo>
                    <a:pt x="10160" y="173990"/>
                  </a:lnTo>
                  <a:lnTo>
                    <a:pt x="10160" y="113042"/>
                  </a:lnTo>
                  <a:close/>
                </a:path>
                <a:path w="10160" h="281939">
                  <a:moveTo>
                    <a:pt x="10160" y="110502"/>
                  </a:moveTo>
                  <a:lnTo>
                    <a:pt x="0" y="110502"/>
                  </a:lnTo>
                  <a:lnTo>
                    <a:pt x="0" y="113030"/>
                  </a:lnTo>
                  <a:lnTo>
                    <a:pt x="10160" y="113030"/>
                  </a:lnTo>
                  <a:lnTo>
                    <a:pt x="10160" y="110502"/>
                  </a:lnTo>
                  <a:close/>
                </a:path>
                <a:path w="10160" h="281939">
                  <a:moveTo>
                    <a:pt x="10160" y="106692"/>
                  </a:moveTo>
                  <a:lnTo>
                    <a:pt x="0" y="106692"/>
                  </a:lnTo>
                  <a:lnTo>
                    <a:pt x="0" y="110490"/>
                  </a:lnTo>
                  <a:lnTo>
                    <a:pt x="10160" y="110490"/>
                  </a:lnTo>
                  <a:lnTo>
                    <a:pt x="10160" y="106692"/>
                  </a:lnTo>
                  <a:close/>
                </a:path>
                <a:path w="10160" h="281939">
                  <a:moveTo>
                    <a:pt x="10160" y="104152"/>
                  </a:moveTo>
                  <a:lnTo>
                    <a:pt x="0" y="104152"/>
                  </a:lnTo>
                  <a:lnTo>
                    <a:pt x="0" y="106680"/>
                  </a:lnTo>
                  <a:lnTo>
                    <a:pt x="10160" y="106680"/>
                  </a:lnTo>
                  <a:lnTo>
                    <a:pt x="10160" y="104152"/>
                  </a:lnTo>
                  <a:close/>
                </a:path>
                <a:path w="10160" h="281939">
                  <a:moveTo>
                    <a:pt x="10160" y="100342"/>
                  </a:moveTo>
                  <a:lnTo>
                    <a:pt x="0" y="100342"/>
                  </a:lnTo>
                  <a:lnTo>
                    <a:pt x="0" y="104140"/>
                  </a:lnTo>
                  <a:lnTo>
                    <a:pt x="10160" y="104140"/>
                  </a:lnTo>
                  <a:lnTo>
                    <a:pt x="10160" y="100342"/>
                  </a:lnTo>
                  <a:close/>
                </a:path>
                <a:path w="10160" h="281939">
                  <a:moveTo>
                    <a:pt x="10160" y="97802"/>
                  </a:moveTo>
                  <a:lnTo>
                    <a:pt x="0" y="97802"/>
                  </a:lnTo>
                  <a:lnTo>
                    <a:pt x="0" y="100330"/>
                  </a:lnTo>
                  <a:lnTo>
                    <a:pt x="10160" y="100330"/>
                  </a:lnTo>
                  <a:lnTo>
                    <a:pt x="10160" y="97802"/>
                  </a:lnTo>
                  <a:close/>
                </a:path>
                <a:path w="10160" h="281939">
                  <a:moveTo>
                    <a:pt x="10160" y="93992"/>
                  </a:moveTo>
                  <a:lnTo>
                    <a:pt x="0" y="93992"/>
                  </a:lnTo>
                  <a:lnTo>
                    <a:pt x="0" y="97790"/>
                  </a:lnTo>
                  <a:lnTo>
                    <a:pt x="10160" y="97790"/>
                  </a:lnTo>
                  <a:lnTo>
                    <a:pt x="10160" y="93992"/>
                  </a:lnTo>
                  <a:close/>
                </a:path>
                <a:path w="10160" h="281939">
                  <a:moveTo>
                    <a:pt x="10160" y="91452"/>
                  </a:moveTo>
                  <a:lnTo>
                    <a:pt x="0" y="91452"/>
                  </a:lnTo>
                  <a:lnTo>
                    <a:pt x="0" y="93980"/>
                  </a:lnTo>
                  <a:lnTo>
                    <a:pt x="10160" y="93980"/>
                  </a:lnTo>
                  <a:lnTo>
                    <a:pt x="10160" y="91452"/>
                  </a:lnTo>
                  <a:close/>
                </a:path>
                <a:path w="10160" h="281939">
                  <a:moveTo>
                    <a:pt x="10160" y="87642"/>
                  </a:moveTo>
                  <a:lnTo>
                    <a:pt x="0" y="87642"/>
                  </a:lnTo>
                  <a:lnTo>
                    <a:pt x="0" y="91440"/>
                  </a:lnTo>
                  <a:lnTo>
                    <a:pt x="10160" y="91440"/>
                  </a:lnTo>
                  <a:lnTo>
                    <a:pt x="10160" y="87642"/>
                  </a:lnTo>
                  <a:close/>
                </a:path>
                <a:path w="10160" h="281939">
                  <a:moveTo>
                    <a:pt x="10160" y="85102"/>
                  </a:moveTo>
                  <a:lnTo>
                    <a:pt x="0" y="85102"/>
                  </a:lnTo>
                  <a:lnTo>
                    <a:pt x="0" y="87630"/>
                  </a:lnTo>
                  <a:lnTo>
                    <a:pt x="10160" y="87630"/>
                  </a:lnTo>
                  <a:lnTo>
                    <a:pt x="10160" y="85102"/>
                  </a:lnTo>
                  <a:close/>
                </a:path>
                <a:path w="10160" h="281939">
                  <a:moveTo>
                    <a:pt x="10160" y="81292"/>
                  </a:moveTo>
                  <a:lnTo>
                    <a:pt x="0" y="81292"/>
                  </a:lnTo>
                  <a:lnTo>
                    <a:pt x="0" y="85090"/>
                  </a:lnTo>
                  <a:lnTo>
                    <a:pt x="10160" y="85090"/>
                  </a:lnTo>
                  <a:lnTo>
                    <a:pt x="10160" y="81292"/>
                  </a:lnTo>
                  <a:close/>
                </a:path>
                <a:path w="10160" h="281939">
                  <a:moveTo>
                    <a:pt x="10160" y="78752"/>
                  </a:moveTo>
                  <a:lnTo>
                    <a:pt x="0" y="78752"/>
                  </a:lnTo>
                  <a:lnTo>
                    <a:pt x="0" y="81280"/>
                  </a:lnTo>
                  <a:lnTo>
                    <a:pt x="10160" y="81280"/>
                  </a:lnTo>
                  <a:lnTo>
                    <a:pt x="10160" y="78752"/>
                  </a:lnTo>
                  <a:close/>
                </a:path>
                <a:path w="10160" h="281939">
                  <a:moveTo>
                    <a:pt x="10160" y="74942"/>
                  </a:moveTo>
                  <a:lnTo>
                    <a:pt x="0" y="74942"/>
                  </a:lnTo>
                  <a:lnTo>
                    <a:pt x="0" y="78740"/>
                  </a:lnTo>
                  <a:lnTo>
                    <a:pt x="10160" y="78740"/>
                  </a:lnTo>
                  <a:lnTo>
                    <a:pt x="10160" y="74942"/>
                  </a:lnTo>
                  <a:close/>
                </a:path>
                <a:path w="10160" h="281939">
                  <a:moveTo>
                    <a:pt x="10160" y="72402"/>
                  </a:moveTo>
                  <a:lnTo>
                    <a:pt x="0" y="72402"/>
                  </a:lnTo>
                  <a:lnTo>
                    <a:pt x="0" y="74930"/>
                  </a:lnTo>
                  <a:lnTo>
                    <a:pt x="10160" y="74930"/>
                  </a:lnTo>
                  <a:lnTo>
                    <a:pt x="10160" y="72402"/>
                  </a:lnTo>
                  <a:close/>
                </a:path>
                <a:path w="10160" h="281939">
                  <a:moveTo>
                    <a:pt x="10160" y="68592"/>
                  </a:moveTo>
                  <a:lnTo>
                    <a:pt x="0" y="68592"/>
                  </a:lnTo>
                  <a:lnTo>
                    <a:pt x="0" y="72390"/>
                  </a:lnTo>
                  <a:lnTo>
                    <a:pt x="10160" y="72390"/>
                  </a:lnTo>
                  <a:lnTo>
                    <a:pt x="10160" y="68592"/>
                  </a:lnTo>
                  <a:close/>
                </a:path>
                <a:path w="10160" h="281939">
                  <a:moveTo>
                    <a:pt x="10160" y="66052"/>
                  </a:moveTo>
                  <a:lnTo>
                    <a:pt x="0" y="66052"/>
                  </a:lnTo>
                  <a:lnTo>
                    <a:pt x="0" y="68580"/>
                  </a:lnTo>
                  <a:lnTo>
                    <a:pt x="10160" y="68580"/>
                  </a:lnTo>
                  <a:lnTo>
                    <a:pt x="10160" y="66052"/>
                  </a:lnTo>
                  <a:close/>
                </a:path>
                <a:path w="10160" h="281939">
                  <a:moveTo>
                    <a:pt x="10160" y="62242"/>
                  </a:moveTo>
                  <a:lnTo>
                    <a:pt x="0" y="62242"/>
                  </a:lnTo>
                  <a:lnTo>
                    <a:pt x="0" y="66040"/>
                  </a:lnTo>
                  <a:lnTo>
                    <a:pt x="10160" y="66040"/>
                  </a:lnTo>
                  <a:lnTo>
                    <a:pt x="10160" y="62242"/>
                  </a:lnTo>
                  <a:close/>
                </a:path>
                <a:path w="10160" h="281939">
                  <a:moveTo>
                    <a:pt x="10160" y="59702"/>
                  </a:moveTo>
                  <a:lnTo>
                    <a:pt x="0" y="59702"/>
                  </a:lnTo>
                  <a:lnTo>
                    <a:pt x="0" y="62230"/>
                  </a:lnTo>
                  <a:lnTo>
                    <a:pt x="10160" y="62230"/>
                  </a:lnTo>
                  <a:lnTo>
                    <a:pt x="10160" y="59702"/>
                  </a:lnTo>
                  <a:close/>
                </a:path>
                <a:path w="10160" h="281939">
                  <a:moveTo>
                    <a:pt x="10160" y="55892"/>
                  </a:moveTo>
                  <a:lnTo>
                    <a:pt x="0" y="55892"/>
                  </a:lnTo>
                  <a:lnTo>
                    <a:pt x="0" y="59690"/>
                  </a:lnTo>
                  <a:lnTo>
                    <a:pt x="10160" y="59690"/>
                  </a:lnTo>
                  <a:lnTo>
                    <a:pt x="10160" y="55892"/>
                  </a:lnTo>
                  <a:close/>
                </a:path>
                <a:path w="10160" h="281939">
                  <a:moveTo>
                    <a:pt x="10160" y="53352"/>
                  </a:moveTo>
                  <a:lnTo>
                    <a:pt x="0" y="53352"/>
                  </a:lnTo>
                  <a:lnTo>
                    <a:pt x="0" y="55880"/>
                  </a:lnTo>
                  <a:lnTo>
                    <a:pt x="10160" y="55880"/>
                  </a:lnTo>
                  <a:lnTo>
                    <a:pt x="10160" y="53352"/>
                  </a:lnTo>
                  <a:close/>
                </a:path>
                <a:path w="10160" h="281939">
                  <a:moveTo>
                    <a:pt x="10160" y="49542"/>
                  </a:moveTo>
                  <a:lnTo>
                    <a:pt x="0" y="49542"/>
                  </a:lnTo>
                  <a:lnTo>
                    <a:pt x="0" y="53340"/>
                  </a:lnTo>
                  <a:lnTo>
                    <a:pt x="10160" y="53340"/>
                  </a:lnTo>
                  <a:lnTo>
                    <a:pt x="10160" y="49542"/>
                  </a:lnTo>
                  <a:close/>
                </a:path>
                <a:path w="10160" h="281939">
                  <a:moveTo>
                    <a:pt x="10160" y="47002"/>
                  </a:moveTo>
                  <a:lnTo>
                    <a:pt x="0" y="47002"/>
                  </a:lnTo>
                  <a:lnTo>
                    <a:pt x="0" y="49530"/>
                  </a:lnTo>
                  <a:lnTo>
                    <a:pt x="10160" y="49530"/>
                  </a:lnTo>
                  <a:lnTo>
                    <a:pt x="10160" y="47002"/>
                  </a:lnTo>
                  <a:close/>
                </a:path>
                <a:path w="10160" h="281939">
                  <a:moveTo>
                    <a:pt x="10160" y="43192"/>
                  </a:moveTo>
                  <a:lnTo>
                    <a:pt x="0" y="43192"/>
                  </a:lnTo>
                  <a:lnTo>
                    <a:pt x="0" y="46990"/>
                  </a:lnTo>
                  <a:lnTo>
                    <a:pt x="10160" y="46990"/>
                  </a:lnTo>
                  <a:lnTo>
                    <a:pt x="10160" y="43192"/>
                  </a:lnTo>
                  <a:close/>
                </a:path>
                <a:path w="10160" h="281939">
                  <a:moveTo>
                    <a:pt x="10160" y="40652"/>
                  </a:moveTo>
                  <a:lnTo>
                    <a:pt x="0" y="40652"/>
                  </a:lnTo>
                  <a:lnTo>
                    <a:pt x="0" y="43180"/>
                  </a:lnTo>
                  <a:lnTo>
                    <a:pt x="10160" y="43180"/>
                  </a:lnTo>
                  <a:lnTo>
                    <a:pt x="10160" y="40652"/>
                  </a:lnTo>
                  <a:close/>
                </a:path>
                <a:path w="10160" h="281939">
                  <a:moveTo>
                    <a:pt x="10160" y="36842"/>
                  </a:moveTo>
                  <a:lnTo>
                    <a:pt x="0" y="36842"/>
                  </a:lnTo>
                  <a:lnTo>
                    <a:pt x="0" y="40640"/>
                  </a:lnTo>
                  <a:lnTo>
                    <a:pt x="10160" y="40640"/>
                  </a:lnTo>
                  <a:lnTo>
                    <a:pt x="10160" y="36842"/>
                  </a:lnTo>
                  <a:close/>
                </a:path>
                <a:path w="10160" h="281939">
                  <a:moveTo>
                    <a:pt x="10160" y="34302"/>
                  </a:moveTo>
                  <a:lnTo>
                    <a:pt x="0" y="34302"/>
                  </a:lnTo>
                  <a:lnTo>
                    <a:pt x="0" y="36830"/>
                  </a:lnTo>
                  <a:lnTo>
                    <a:pt x="10160" y="36830"/>
                  </a:lnTo>
                  <a:lnTo>
                    <a:pt x="10160" y="34302"/>
                  </a:lnTo>
                  <a:close/>
                </a:path>
                <a:path w="10160" h="281939">
                  <a:moveTo>
                    <a:pt x="10160" y="30492"/>
                  </a:moveTo>
                  <a:lnTo>
                    <a:pt x="0" y="30492"/>
                  </a:lnTo>
                  <a:lnTo>
                    <a:pt x="0" y="34290"/>
                  </a:lnTo>
                  <a:lnTo>
                    <a:pt x="10160" y="34290"/>
                  </a:lnTo>
                  <a:lnTo>
                    <a:pt x="10160" y="30492"/>
                  </a:lnTo>
                  <a:close/>
                </a:path>
                <a:path w="10160" h="281939">
                  <a:moveTo>
                    <a:pt x="10160" y="27952"/>
                  </a:moveTo>
                  <a:lnTo>
                    <a:pt x="0" y="27952"/>
                  </a:lnTo>
                  <a:lnTo>
                    <a:pt x="0" y="30480"/>
                  </a:lnTo>
                  <a:lnTo>
                    <a:pt x="10160" y="30480"/>
                  </a:lnTo>
                  <a:lnTo>
                    <a:pt x="10160" y="27952"/>
                  </a:lnTo>
                  <a:close/>
                </a:path>
                <a:path w="10160" h="281939">
                  <a:moveTo>
                    <a:pt x="10160" y="24142"/>
                  </a:moveTo>
                  <a:lnTo>
                    <a:pt x="0" y="24142"/>
                  </a:lnTo>
                  <a:lnTo>
                    <a:pt x="0" y="27940"/>
                  </a:lnTo>
                  <a:lnTo>
                    <a:pt x="10160" y="27940"/>
                  </a:lnTo>
                  <a:lnTo>
                    <a:pt x="10160" y="24142"/>
                  </a:lnTo>
                  <a:close/>
                </a:path>
                <a:path w="10160" h="281939">
                  <a:moveTo>
                    <a:pt x="10160" y="21602"/>
                  </a:moveTo>
                  <a:lnTo>
                    <a:pt x="0" y="21602"/>
                  </a:lnTo>
                  <a:lnTo>
                    <a:pt x="0" y="24130"/>
                  </a:lnTo>
                  <a:lnTo>
                    <a:pt x="10160" y="24130"/>
                  </a:lnTo>
                  <a:lnTo>
                    <a:pt x="10160" y="21602"/>
                  </a:lnTo>
                  <a:close/>
                </a:path>
                <a:path w="10160" h="281939">
                  <a:moveTo>
                    <a:pt x="10160" y="17792"/>
                  </a:moveTo>
                  <a:lnTo>
                    <a:pt x="0" y="17792"/>
                  </a:lnTo>
                  <a:lnTo>
                    <a:pt x="0" y="21590"/>
                  </a:lnTo>
                  <a:lnTo>
                    <a:pt x="10160" y="21590"/>
                  </a:lnTo>
                  <a:lnTo>
                    <a:pt x="10160" y="17792"/>
                  </a:lnTo>
                  <a:close/>
                </a:path>
                <a:path w="10160" h="281939">
                  <a:moveTo>
                    <a:pt x="10160" y="15252"/>
                  </a:moveTo>
                  <a:lnTo>
                    <a:pt x="0" y="15252"/>
                  </a:lnTo>
                  <a:lnTo>
                    <a:pt x="0" y="17780"/>
                  </a:lnTo>
                  <a:lnTo>
                    <a:pt x="10160" y="17780"/>
                  </a:lnTo>
                  <a:lnTo>
                    <a:pt x="10160" y="15252"/>
                  </a:lnTo>
                  <a:close/>
                </a:path>
                <a:path w="10160" h="281939">
                  <a:moveTo>
                    <a:pt x="10160" y="11442"/>
                  </a:moveTo>
                  <a:lnTo>
                    <a:pt x="0" y="11442"/>
                  </a:lnTo>
                  <a:lnTo>
                    <a:pt x="0" y="15240"/>
                  </a:lnTo>
                  <a:lnTo>
                    <a:pt x="10160" y="15240"/>
                  </a:lnTo>
                  <a:lnTo>
                    <a:pt x="10160" y="11442"/>
                  </a:lnTo>
                  <a:close/>
                </a:path>
                <a:path w="10160" h="281939">
                  <a:moveTo>
                    <a:pt x="10160" y="8902"/>
                  </a:moveTo>
                  <a:lnTo>
                    <a:pt x="0" y="8902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8902"/>
                  </a:lnTo>
                  <a:close/>
                </a:path>
                <a:path w="10160" h="281939">
                  <a:moveTo>
                    <a:pt x="10160" y="5092"/>
                  </a:moveTo>
                  <a:lnTo>
                    <a:pt x="0" y="5092"/>
                  </a:lnTo>
                  <a:lnTo>
                    <a:pt x="0" y="8890"/>
                  </a:lnTo>
                  <a:lnTo>
                    <a:pt x="10160" y="8890"/>
                  </a:lnTo>
                  <a:lnTo>
                    <a:pt x="10160" y="5092"/>
                  </a:lnTo>
                  <a:close/>
                </a:path>
                <a:path w="10160" h="281939">
                  <a:moveTo>
                    <a:pt x="10160" y="2552"/>
                  </a:moveTo>
                  <a:lnTo>
                    <a:pt x="0" y="2552"/>
                  </a:lnTo>
                  <a:lnTo>
                    <a:pt x="0" y="5080"/>
                  </a:lnTo>
                  <a:lnTo>
                    <a:pt x="10160" y="5080"/>
                  </a:lnTo>
                  <a:lnTo>
                    <a:pt x="10160" y="2552"/>
                  </a:lnTo>
                  <a:close/>
                </a:path>
                <a:path w="10160" h="281939">
                  <a:moveTo>
                    <a:pt x="1016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60" y="254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1021">
              <a:extLst>
                <a:ext uri="{FF2B5EF4-FFF2-40B4-BE49-F238E27FC236}">
                  <a16:creationId xmlns:a16="http://schemas.microsoft.com/office/drawing/2014/main" id="{E905BC75-4CA6-7156-CD0B-700849F1911D}"/>
                </a:ext>
              </a:extLst>
            </p:cNvPr>
            <p:cNvSpPr/>
            <p:nvPr/>
          </p:nvSpPr>
          <p:spPr>
            <a:xfrm>
              <a:off x="4563110" y="5661672"/>
              <a:ext cx="10160" cy="11430"/>
            </a:xfrm>
            <a:custGeom>
              <a:avLst/>
              <a:gdLst/>
              <a:ahLst/>
              <a:cxnLst/>
              <a:rect l="l" t="t" r="r" b="b"/>
              <a:pathLst>
                <a:path w="10160" h="11429">
                  <a:moveTo>
                    <a:pt x="10160" y="10160"/>
                  </a:moveTo>
                  <a:lnTo>
                    <a:pt x="0" y="10160"/>
                  </a:lnTo>
                  <a:lnTo>
                    <a:pt x="0" y="11417"/>
                  </a:lnTo>
                  <a:lnTo>
                    <a:pt x="10160" y="11417"/>
                  </a:lnTo>
                  <a:lnTo>
                    <a:pt x="10160" y="10160"/>
                  </a:lnTo>
                  <a:close/>
                </a:path>
                <a:path w="10160" h="11429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11429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11429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1022">
              <a:extLst>
                <a:ext uri="{FF2B5EF4-FFF2-40B4-BE49-F238E27FC236}">
                  <a16:creationId xmlns:a16="http://schemas.microsoft.com/office/drawing/2014/main" id="{BB3EADC5-CF43-3C96-98F3-50C42B9EB455}"/>
                </a:ext>
              </a:extLst>
            </p:cNvPr>
            <p:cNvSpPr/>
            <p:nvPr/>
          </p:nvSpPr>
          <p:spPr>
            <a:xfrm>
              <a:off x="4573269" y="5382260"/>
              <a:ext cx="11430" cy="290830"/>
            </a:xfrm>
            <a:custGeom>
              <a:avLst/>
              <a:gdLst/>
              <a:ahLst/>
              <a:cxnLst/>
              <a:rect l="l" t="t" r="r" b="b"/>
              <a:pathLst>
                <a:path w="11429" h="290829">
                  <a:moveTo>
                    <a:pt x="11429" y="0"/>
                  </a:moveTo>
                  <a:lnTo>
                    <a:pt x="1269" y="0"/>
                  </a:lnTo>
                  <a:lnTo>
                    <a:pt x="1269" y="1269"/>
                  </a:lnTo>
                  <a:lnTo>
                    <a:pt x="0" y="1269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0"/>
                  </a:lnTo>
                  <a:close/>
                </a:path>
                <a:path w="11429" h="290829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290829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290829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290829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290829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290829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290829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290829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290829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290829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290829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290829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290829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290829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290829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290829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290829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290829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290829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290829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290829">
                  <a:moveTo>
                    <a:pt x="1142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7309"/>
                  </a:lnTo>
                  <a:close/>
                </a:path>
                <a:path w="11429" h="290829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290829">
                  <a:moveTo>
                    <a:pt x="11429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59"/>
                  </a:lnTo>
                  <a:close/>
                </a:path>
                <a:path w="11429" h="290829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290829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290829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290829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290829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290829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290829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290829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290829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290829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290829">
                  <a:moveTo>
                    <a:pt x="11429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7950"/>
                  </a:lnTo>
                  <a:close/>
                </a:path>
                <a:path w="11429" h="290829">
                  <a:moveTo>
                    <a:pt x="11429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11759"/>
                  </a:lnTo>
                  <a:close/>
                </a:path>
                <a:path w="11429" h="290829">
                  <a:moveTo>
                    <a:pt x="11429" y="114300"/>
                  </a:moveTo>
                  <a:lnTo>
                    <a:pt x="0" y="11430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14300"/>
                  </a:lnTo>
                  <a:close/>
                </a:path>
                <a:path w="11429" h="290829">
                  <a:moveTo>
                    <a:pt x="11429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5259"/>
                  </a:lnTo>
                  <a:close/>
                </a:path>
                <a:path w="11429" h="290829">
                  <a:moveTo>
                    <a:pt x="11429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7800"/>
                  </a:lnTo>
                  <a:close/>
                </a:path>
                <a:path w="11429" h="290829">
                  <a:moveTo>
                    <a:pt x="11429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1609"/>
                  </a:lnTo>
                  <a:close/>
                </a:path>
                <a:path w="11429" h="290829">
                  <a:moveTo>
                    <a:pt x="11429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4150"/>
                  </a:lnTo>
                  <a:close/>
                </a:path>
                <a:path w="11429" h="290829">
                  <a:moveTo>
                    <a:pt x="1142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7959"/>
                  </a:lnTo>
                  <a:close/>
                </a:path>
                <a:path w="11429" h="290829">
                  <a:moveTo>
                    <a:pt x="1142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0500"/>
                  </a:lnTo>
                  <a:close/>
                </a:path>
                <a:path w="11429" h="290829">
                  <a:moveTo>
                    <a:pt x="11429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4309"/>
                  </a:lnTo>
                  <a:close/>
                </a:path>
                <a:path w="11429" h="290829">
                  <a:moveTo>
                    <a:pt x="11429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6850"/>
                  </a:lnTo>
                  <a:close/>
                </a:path>
                <a:path w="11429" h="290829">
                  <a:moveTo>
                    <a:pt x="1142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200659"/>
                  </a:lnTo>
                  <a:close/>
                </a:path>
                <a:path w="11429" h="290829">
                  <a:moveTo>
                    <a:pt x="1142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3200"/>
                  </a:lnTo>
                  <a:close/>
                </a:path>
                <a:path w="11429" h="290829">
                  <a:moveTo>
                    <a:pt x="1142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7009"/>
                  </a:lnTo>
                  <a:close/>
                </a:path>
                <a:path w="11429" h="290829">
                  <a:moveTo>
                    <a:pt x="1142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09550"/>
                  </a:lnTo>
                  <a:close/>
                </a:path>
                <a:path w="11429" h="290829">
                  <a:moveTo>
                    <a:pt x="1142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3359"/>
                  </a:lnTo>
                  <a:close/>
                </a:path>
                <a:path w="11429" h="290829">
                  <a:moveTo>
                    <a:pt x="1142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5900"/>
                  </a:lnTo>
                  <a:close/>
                </a:path>
                <a:path w="11429" h="290829">
                  <a:moveTo>
                    <a:pt x="1142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9709"/>
                  </a:lnTo>
                  <a:close/>
                </a:path>
                <a:path w="11429" h="290829">
                  <a:moveTo>
                    <a:pt x="1142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2250"/>
                  </a:lnTo>
                  <a:close/>
                </a:path>
                <a:path w="11429" h="290829">
                  <a:moveTo>
                    <a:pt x="1142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6059"/>
                  </a:lnTo>
                  <a:close/>
                </a:path>
                <a:path w="11429" h="290829">
                  <a:moveTo>
                    <a:pt x="1142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8600"/>
                  </a:lnTo>
                  <a:close/>
                </a:path>
                <a:path w="11429" h="290829">
                  <a:moveTo>
                    <a:pt x="1142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2409"/>
                  </a:lnTo>
                  <a:close/>
                </a:path>
                <a:path w="11429" h="290829">
                  <a:moveTo>
                    <a:pt x="1142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4950"/>
                  </a:lnTo>
                  <a:close/>
                </a:path>
                <a:path w="11429" h="290829">
                  <a:moveTo>
                    <a:pt x="1142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8759"/>
                  </a:lnTo>
                  <a:close/>
                </a:path>
                <a:path w="11429" h="290829">
                  <a:moveTo>
                    <a:pt x="1142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1300"/>
                  </a:lnTo>
                  <a:close/>
                </a:path>
                <a:path w="11429" h="290829">
                  <a:moveTo>
                    <a:pt x="1142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5109"/>
                  </a:lnTo>
                  <a:close/>
                </a:path>
                <a:path w="11429" h="290829">
                  <a:moveTo>
                    <a:pt x="1142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7650"/>
                  </a:lnTo>
                  <a:close/>
                </a:path>
                <a:path w="11429" h="290829">
                  <a:moveTo>
                    <a:pt x="11429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1459"/>
                  </a:lnTo>
                  <a:close/>
                </a:path>
                <a:path w="11429" h="290829">
                  <a:moveTo>
                    <a:pt x="1142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4000"/>
                  </a:lnTo>
                  <a:close/>
                </a:path>
                <a:path w="11429" h="290829">
                  <a:moveTo>
                    <a:pt x="1142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7809"/>
                  </a:lnTo>
                  <a:close/>
                </a:path>
                <a:path w="11429" h="290829">
                  <a:moveTo>
                    <a:pt x="11429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0350"/>
                  </a:lnTo>
                  <a:close/>
                </a:path>
                <a:path w="11429" h="290829">
                  <a:moveTo>
                    <a:pt x="11429" y="264159"/>
                  </a:moveTo>
                  <a:lnTo>
                    <a:pt x="0" y="264159"/>
                  </a:lnTo>
                  <a:lnTo>
                    <a:pt x="0" y="266699"/>
                  </a:lnTo>
                  <a:lnTo>
                    <a:pt x="11429" y="266699"/>
                  </a:lnTo>
                  <a:lnTo>
                    <a:pt x="11429" y="264159"/>
                  </a:lnTo>
                  <a:close/>
                </a:path>
                <a:path w="11429" h="290829">
                  <a:moveTo>
                    <a:pt x="11429" y="266700"/>
                  </a:moveTo>
                  <a:lnTo>
                    <a:pt x="0" y="266700"/>
                  </a:lnTo>
                  <a:lnTo>
                    <a:pt x="0" y="270509"/>
                  </a:lnTo>
                  <a:lnTo>
                    <a:pt x="11429" y="270509"/>
                  </a:lnTo>
                  <a:lnTo>
                    <a:pt x="11429" y="266700"/>
                  </a:lnTo>
                  <a:close/>
                </a:path>
                <a:path w="11429" h="290829">
                  <a:moveTo>
                    <a:pt x="11429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1429" y="273049"/>
                  </a:lnTo>
                  <a:lnTo>
                    <a:pt x="11429" y="270509"/>
                  </a:lnTo>
                  <a:close/>
                </a:path>
                <a:path w="11429" h="290829">
                  <a:moveTo>
                    <a:pt x="11429" y="273050"/>
                  </a:moveTo>
                  <a:lnTo>
                    <a:pt x="0" y="273050"/>
                  </a:lnTo>
                  <a:lnTo>
                    <a:pt x="0" y="276859"/>
                  </a:lnTo>
                  <a:lnTo>
                    <a:pt x="11429" y="276859"/>
                  </a:lnTo>
                  <a:lnTo>
                    <a:pt x="11429" y="273050"/>
                  </a:lnTo>
                  <a:close/>
                </a:path>
                <a:path w="11429" h="290829">
                  <a:moveTo>
                    <a:pt x="11429" y="276859"/>
                  </a:moveTo>
                  <a:lnTo>
                    <a:pt x="0" y="276859"/>
                  </a:lnTo>
                  <a:lnTo>
                    <a:pt x="0" y="279399"/>
                  </a:lnTo>
                  <a:lnTo>
                    <a:pt x="11429" y="279399"/>
                  </a:lnTo>
                  <a:lnTo>
                    <a:pt x="11429" y="276859"/>
                  </a:lnTo>
                  <a:close/>
                </a:path>
                <a:path w="11429" h="290829">
                  <a:moveTo>
                    <a:pt x="11429" y="279400"/>
                  </a:moveTo>
                  <a:lnTo>
                    <a:pt x="0" y="279400"/>
                  </a:lnTo>
                  <a:lnTo>
                    <a:pt x="0" y="283209"/>
                  </a:lnTo>
                  <a:lnTo>
                    <a:pt x="11429" y="283209"/>
                  </a:lnTo>
                  <a:lnTo>
                    <a:pt x="11429" y="279400"/>
                  </a:lnTo>
                  <a:close/>
                </a:path>
                <a:path w="11429" h="290829">
                  <a:moveTo>
                    <a:pt x="11429" y="283209"/>
                  </a:moveTo>
                  <a:lnTo>
                    <a:pt x="0" y="283209"/>
                  </a:lnTo>
                  <a:lnTo>
                    <a:pt x="0" y="285749"/>
                  </a:lnTo>
                  <a:lnTo>
                    <a:pt x="11429" y="285749"/>
                  </a:lnTo>
                  <a:lnTo>
                    <a:pt x="11429" y="283209"/>
                  </a:lnTo>
                  <a:close/>
                </a:path>
                <a:path w="11429" h="290829">
                  <a:moveTo>
                    <a:pt x="11429" y="285750"/>
                  </a:moveTo>
                  <a:lnTo>
                    <a:pt x="0" y="285750"/>
                  </a:lnTo>
                  <a:lnTo>
                    <a:pt x="0" y="289559"/>
                  </a:lnTo>
                  <a:lnTo>
                    <a:pt x="11429" y="289559"/>
                  </a:lnTo>
                  <a:lnTo>
                    <a:pt x="11429" y="285750"/>
                  </a:lnTo>
                  <a:close/>
                </a:path>
                <a:path w="11429" h="290829">
                  <a:moveTo>
                    <a:pt x="11429" y="289559"/>
                  </a:moveTo>
                  <a:lnTo>
                    <a:pt x="0" y="289559"/>
                  </a:lnTo>
                  <a:lnTo>
                    <a:pt x="0" y="290829"/>
                  </a:lnTo>
                  <a:lnTo>
                    <a:pt x="11429" y="290829"/>
                  </a:lnTo>
                  <a:lnTo>
                    <a:pt x="11429" y="289559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1023">
              <a:extLst>
                <a:ext uri="{FF2B5EF4-FFF2-40B4-BE49-F238E27FC236}">
                  <a16:creationId xmlns:a16="http://schemas.microsoft.com/office/drawing/2014/main" id="{CA5AFB81-D55C-4D59-49B7-FAFC737DF106}"/>
                </a:ext>
              </a:extLst>
            </p:cNvPr>
            <p:cNvSpPr/>
            <p:nvPr/>
          </p:nvSpPr>
          <p:spPr>
            <a:xfrm>
              <a:off x="4584700" y="5382272"/>
              <a:ext cx="10160" cy="283210"/>
            </a:xfrm>
            <a:custGeom>
              <a:avLst/>
              <a:gdLst/>
              <a:ahLst/>
              <a:cxnLst/>
              <a:rect l="l" t="t" r="r" b="b"/>
              <a:pathLst>
                <a:path w="10160" h="283210">
                  <a:moveTo>
                    <a:pt x="10160" y="279400"/>
                  </a:moveTo>
                  <a:lnTo>
                    <a:pt x="0" y="279400"/>
                  </a:lnTo>
                  <a:lnTo>
                    <a:pt x="0" y="283197"/>
                  </a:lnTo>
                  <a:lnTo>
                    <a:pt x="10160" y="283197"/>
                  </a:lnTo>
                  <a:lnTo>
                    <a:pt x="10160" y="279400"/>
                  </a:lnTo>
                  <a:close/>
                </a:path>
                <a:path w="10160" h="283210">
                  <a:moveTo>
                    <a:pt x="10160" y="276860"/>
                  </a:moveTo>
                  <a:lnTo>
                    <a:pt x="0" y="276860"/>
                  </a:lnTo>
                  <a:lnTo>
                    <a:pt x="0" y="279387"/>
                  </a:lnTo>
                  <a:lnTo>
                    <a:pt x="10160" y="279387"/>
                  </a:lnTo>
                  <a:lnTo>
                    <a:pt x="10160" y="276860"/>
                  </a:lnTo>
                  <a:close/>
                </a:path>
                <a:path w="10160" h="283210">
                  <a:moveTo>
                    <a:pt x="10160" y="273050"/>
                  </a:moveTo>
                  <a:lnTo>
                    <a:pt x="0" y="273050"/>
                  </a:lnTo>
                  <a:lnTo>
                    <a:pt x="0" y="276847"/>
                  </a:lnTo>
                  <a:lnTo>
                    <a:pt x="10160" y="276847"/>
                  </a:lnTo>
                  <a:lnTo>
                    <a:pt x="10160" y="273050"/>
                  </a:lnTo>
                  <a:close/>
                </a:path>
                <a:path w="10160" h="283210">
                  <a:moveTo>
                    <a:pt x="10160" y="270510"/>
                  </a:moveTo>
                  <a:lnTo>
                    <a:pt x="0" y="270510"/>
                  </a:lnTo>
                  <a:lnTo>
                    <a:pt x="0" y="273037"/>
                  </a:lnTo>
                  <a:lnTo>
                    <a:pt x="10160" y="273037"/>
                  </a:lnTo>
                  <a:lnTo>
                    <a:pt x="10160" y="270510"/>
                  </a:lnTo>
                  <a:close/>
                </a:path>
                <a:path w="10160" h="283210">
                  <a:moveTo>
                    <a:pt x="10160" y="266700"/>
                  </a:moveTo>
                  <a:lnTo>
                    <a:pt x="0" y="266700"/>
                  </a:lnTo>
                  <a:lnTo>
                    <a:pt x="0" y="270497"/>
                  </a:lnTo>
                  <a:lnTo>
                    <a:pt x="10160" y="270497"/>
                  </a:lnTo>
                  <a:lnTo>
                    <a:pt x="10160" y="266700"/>
                  </a:lnTo>
                  <a:close/>
                </a:path>
                <a:path w="10160" h="283210">
                  <a:moveTo>
                    <a:pt x="10160" y="264160"/>
                  </a:moveTo>
                  <a:lnTo>
                    <a:pt x="0" y="264160"/>
                  </a:lnTo>
                  <a:lnTo>
                    <a:pt x="0" y="266687"/>
                  </a:lnTo>
                  <a:lnTo>
                    <a:pt x="10160" y="266687"/>
                  </a:lnTo>
                  <a:lnTo>
                    <a:pt x="10160" y="264160"/>
                  </a:lnTo>
                  <a:close/>
                </a:path>
                <a:path w="10160" h="283210">
                  <a:moveTo>
                    <a:pt x="1016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0160" y="264147"/>
                  </a:lnTo>
                  <a:lnTo>
                    <a:pt x="10160" y="260350"/>
                  </a:lnTo>
                  <a:close/>
                </a:path>
                <a:path w="10160" h="283210">
                  <a:moveTo>
                    <a:pt x="1016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0160" y="260337"/>
                  </a:lnTo>
                  <a:lnTo>
                    <a:pt x="10160" y="257810"/>
                  </a:lnTo>
                  <a:close/>
                </a:path>
                <a:path w="10160" h="283210">
                  <a:moveTo>
                    <a:pt x="1016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0160" y="257797"/>
                  </a:lnTo>
                  <a:lnTo>
                    <a:pt x="10160" y="254000"/>
                  </a:lnTo>
                  <a:close/>
                </a:path>
                <a:path w="10160" h="283210">
                  <a:moveTo>
                    <a:pt x="1016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0160" y="253987"/>
                  </a:lnTo>
                  <a:lnTo>
                    <a:pt x="10160" y="251460"/>
                  </a:lnTo>
                  <a:close/>
                </a:path>
                <a:path w="10160" h="283210">
                  <a:moveTo>
                    <a:pt x="1016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0160" y="251447"/>
                  </a:lnTo>
                  <a:lnTo>
                    <a:pt x="10160" y="247650"/>
                  </a:lnTo>
                  <a:close/>
                </a:path>
                <a:path w="10160" h="283210">
                  <a:moveTo>
                    <a:pt x="1016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0160" y="247637"/>
                  </a:lnTo>
                  <a:lnTo>
                    <a:pt x="10160" y="245110"/>
                  </a:lnTo>
                  <a:close/>
                </a:path>
                <a:path w="10160" h="283210">
                  <a:moveTo>
                    <a:pt x="1016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0160" y="245097"/>
                  </a:lnTo>
                  <a:lnTo>
                    <a:pt x="10160" y="241300"/>
                  </a:lnTo>
                  <a:close/>
                </a:path>
                <a:path w="10160" h="283210">
                  <a:moveTo>
                    <a:pt x="1016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0160" y="241287"/>
                  </a:lnTo>
                  <a:lnTo>
                    <a:pt x="10160" y="238760"/>
                  </a:lnTo>
                  <a:close/>
                </a:path>
                <a:path w="10160" h="283210">
                  <a:moveTo>
                    <a:pt x="1016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0160" y="238747"/>
                  </a:lnTo>
                  <a:lnTo>
                    <a:pt x="10160" y="234950"/>
                  </a:lnTo>
                  <a:close/>
                </a:path>
                <a:path w="10160" h="283210">
                  <a:moveTo>
                    <a:pt x="1016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0160" y="234937"/>
                  </a:lnTo>
                  <a:lnTo>
                    <a:pt x="10160" y="232410"/>
                  </a:lnTo>
                  <a:close/>
                </a:path>
                <a:path w="10160" h="283210">
                  <a:moveTo>
                    <a:pt x="1016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0160" y="232397"/>
                  </a:lnTo>
                  <a:lnTo>
                    <a:pt x="10160" y="228600"/>
                  </a:lnTo>
                  <a:close/>
                </a:path>
                <a:path w="10160" h="283210">
                  <a:moveTo>
                    <a:pt x="1016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0160" y="228587"/>
                  </a:lnTo>
                  <a:lnTo>
                    <a:pt x="10160" y="226060"/>
                  </a:lnTo>
                  <a:close/>
                </a:path>
                <a:path w="10160" h="283210">
                  <a:moveTo>
                    <a:pt x="1016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0160" y="226047"/>
                  </a:lnTo>
                  <a:lnTo>
                    <a:pt x="10160" y="222250"/>
                  </a:lnTo>
                  <a:close/>
                </a:path>
                <a:path w="10160" h="283210">
                  <a:moveTo>
                    <a:pt x="1016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0160" y="222237"/>
                  </a:lnTo>
                  <a:lnTo>
                    <a:pt x="10160" y="219710"/>
                  </a:lnTo>
                  <a:close/>
                </a:path>
                <a:path w="10160" h="283210">
                  <a:moveTo>
                    <a:pt x="1016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0160" y="219697"/>
                  </a:lnTo>
                  <a:lnTo>
                    <a:pt x="10160" y="215900"/>
                  </a:lnTo>
                  <a:close/>
                </a:path>
                <a:path w="10160" h="283210">
                  <a:moveTo>
                    <a:pt x="1016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0160" y="215887"/>
                  </a:lnTo>
                  <a:lnTo>
                    <a:pt x="10160" y="213360"/>
                  </a:lnTo>
                  <a:close/>
                </a:path>
                <a:path w="10160" h="283210">
                  <a:moveTo>
                    <a:pt x="1016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0160" y="213347"/>
                  </a:lnTo>
                  <a:lnTo>
                    <a:pt x="10160" y="209550"/>
                  </a:lnTo>
                  <a:close/>
                </a:path>
                <a:path w="10160" h="283210">
                  <a:moveTo>
                    <a:pt x="1016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0160" y="209537"/>
                  </a:lnTo>
                  <a:lnTo>
                    <a:pt x="10160" y="207010"/>
                  </a:lnTo>
                  <a:close/>
                </a:path>
                <a:path w="10160" h="283210">
                  <a:moveTo>
                    <a:pt x="1016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0160" y="206997"/>
                  </a:lnTo>
                  <a:lnTo>
                    <a:pt x="10160" y="203200"/>
                  </a:lnTo>
                  <a:close/>
                </a:path>
                <a:path w="10160" h="283210">
                  <a:moveTo>
                    <a:pt x="1016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0160" y="203187"/>
                  </a:lnTo>
                  <a:lnTo>
                    <a:pt x="10160" y="200660"/>
                  </a:lnTo>
                  <a:close/>
                </a:path>
                <a:path w="10160" h="283210">
                  <a:moveTo>
                    <a:pt x="1016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0160" y="200647"/>
                  </a:lnTo>
                  <a:lnTo>
                    <a:pt x="10160" y="196850"/>
                  </a:lnTo>
                  <a:close/>
                </a:path>
                <a:path w="10160" h="283210">
                  <a:moveTo>
                    <a:pt x="1016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0160" y="196837"/>
                  </a:lnTo>
                  <a:lnTo>
                    <a:pt x="10160" y="194310"/>
                  </a:lnTo>
                  <a:close/>
                </a:path>
                <a:path w="10160" h="283210">
                  <a:moveTo>
                    <a:pt x="1016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0160" y="194297"/>
                  </a:lnTo>
                  <a:lnTo>
                    <a:pt x="10160" y="190500"/>
                  </a:lnTo>
                  <a:close/>
                </a:path>
                <a:path w="10160" h="283210">
                  <a:moveTo>
                    <a:pt x="1016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0160" y="190487"/>
                  </a:lnTo>
                  <a:lnTo>
                    <a:pt x="10160" y="187960"/>
                  </a:lnTo>
                  <a:close/>
                </a:path>
                <a:path w="10160" h="283210">
                  <a:moveTo>
                    <a:pt x="1016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0160" y="187947"/>
                  </a:lnTo>
                  <a:lnTo>
                    <a:pt x="10160" y="184150"/>
                  </a:lnTo>
                  <a:close/>
                </a:path>
                <a:path w="10160" h="283210">
                  <a:moveTo>
                    <a:pt x="1016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0160" y="184137"/>
                  </a:lnTo>
                  <a:lnTo>
                    <a:pt x="10160" y="181610"/>
                  </a:lnTo>
                  <a:close/>
                </a:path>
                <a:path w="10160" h="283210">
                  <a:moveTo>
                    <a:pt x="1016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0160" y="181597"/>
                  </a:lnTo>
                  <a:lnTo>
                    <a:pt x="10160" y="177800"/>
                  </a:lnTo>
                  <a:close/>
                </a:path>
                <a:path w="10160" h="283210">
                  <a:moveTo>
                    <a:pt x="1016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0160" y="177787"/>
                  </a:lnTo>
                  <a:lnTo>
                    <a:pt x="10160" y="175260"/>
                  </a:lnTo>
                  <a:close/>
                </a:path>
                <a:path w="10160" h="283210">
                  <a:moveTo>
                    <a:pt x="10160" y="114300"/>
                  </a:moveTo>
                  <a:lnTo>
                    <a:pt x="0" y="114300"/>
                  </a:lnTo>
                  <a:lnTo>
                    <a:pt x="0" y="175247"/>
                  </a:lnTo>
                  <a:lnTo>
                    <a:pt x="10160" y="175247"/>
                  </a:lnTo>
                  <a:lnTo>
                    <a:pt x="10160" y="114300"/>
                  </a:lnTo>
                  <a:close/>
                </a:path>
                <a:path w="10160" h="283210">
                  <a:moveTo>
                    <a:pt x="1016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0160" y="114287"/>
                  </a:lnTo>
                  <a:lnTo>
                    <a:pt x="10160" y="111760"/>
                  </a:lnTo>
                  <a:close/>
                </a:path>
                <a:path w="10160" h="283210">
                  <a:moveTo>
                    <a:pt x="1016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0160" y="111747"/>
                  </a:lnTo>
                  <a:lnTo>
                    <a:pt x="10160" y="107950"/>
                  </a:lnTo>
                  <a:close/>
                </a:path>
                <a:path w="10160" h="283210">
                  <a:moveTo>
                    <a:pt x="1016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0160" y="107937"/>
                  </a:lnTo>
                  <a:lnTo>
                    <a:pt x="10160" y="105410"/>
                  </a:lnTo>
                  <a:close/>
                </a:path>
                <a:path w="10160" h="283210">
                  <a:moveTo>
                    <a:pt x="1016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0160" y="105397"/>
                  </a:lnTo>
                  <a:lnTo>
                    <a:pt x="10160" y="101600"/>
                  </a:lnTo>
                  <a:close/>
                </a:path>
                <a:path w="10160" h="283210">
                  <a:moveTo>
                    <a:pt x="1016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0160" y="101587"/>
                  </a:lnTo>
                  <a:lnTo>
                    <a:pt x="10160" y="99060"/>
                  </a:lnTo>
                  <a:close/>
                </a:path>
                <a:path w="10160" h="283210">
                  <a:moveTo>
                    <a:pt x="1016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0160" y="99047"/>
                  </a:lnTo>
                  <a:lnTo>
                    <a:pt x="10160" y="95250"/>
                  </a:lnTo>
                  <a:close/>
                </a:path>
                <a:path w="10160" h="283210">
                  <a:moveTo>
                    <a:pt x="1016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0160" y="95237"/>
                  </a:lnTo>
                  <a:lnTo>
                    <a:pt x="10160" y="92710"/>
                  </a:lnTo>
                  <a:close/>
                </a:path>
                <a:path w="10160" h="283210">
                  <a:moveTo>
                    <a:pt x="1016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0160" y="92697"/>
                  </a:lnTo>
                  <a:lnTo>
                    <a:pt x="10160" y="88900"/>
                  </a:lnTo>
                  <a:close/>
                </a:path>
                <a:path w="10160" h="283210">
                  <a:moveTo>
                    <a:pt x="1016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0160" y="88887"/>
                  </a:lnTo>
                  <a:lnTo>
                    <a:pt x="10160" y="86360"/>
                  </a:lnTo>
                  <a:close/>
                </a:path>
                <a:path w="10160" h="283210">
                  <a:moveTo>
                    <a:pt x="1016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0160" y="86347"/>
                  </a:lnTo>
                  <a:lnTo>
                    <a:pt x="10160" y="82550"/>
                  </a:lnTo>
                  <a:close/>
                </a:path>
                <a:path w="10160" h="283210">
                  <a:moveTo>
                    <a:pt x="1016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0160" y="82537"/>
                  </a:lnTo>
                  <a:lnTo>
                    <a:pt x="10160" y="80010"/>
                  </a:lnTo>
                  <a:close/>
                </a:path>
                <a:path w="10160" h="283210">
                  <a:moveTo>
                    <a:pt x="1016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0160" y="79997"/>
                  </a:lnTo>
                  <a:lnTo>
                    <a:pt x="10160" y="76200"/>
                  </a:lnTo>
                  <a:close/>
                </a:path>
                <a:path w="10160" h="283210">
                  <a:moveTo>
                    <a:pt x="1016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0160" y="76187"/>
                  </a:lnTo>
                  <a:lnTo>
                    <a:pt x="10160" y="73660"/>
                  </a:lnTo>
                  <a:close/>
                </a:path>
                <a:path w="10160" h="283210">
                  <a:moveTo>
                    <a:pt x="1016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0160" y="73647"/>
                  </a:lnTo>
                  <a:lnTo>
                    <a:pt x="10160" y="69850"/>
                  </a:lnTo>
                  <a:close/>
                </a:path>
                <a:path w="10160" h="283210">
                  <a:moveTo>
                    <a:pt x="1016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0160" y="69837"/>
                  </a:lnTo>
                  <a:lnTo>
                    <a:pt x="10160" y="67310"/>
                  </a:lnTo>
                  <a:close/>
                </a:path>
                <a:path w="10160" h="283210">
                  <a:moveTo>
                    <a:pt x="1016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0160" y="67297"/>
                  </a:lnTo>
                  <a:lnTo>
                    <a:pt x="10160" y="63500"/>
                  </a:lnTo>
                  <a:close/>
                </a:path>
                <a:path w="10160" h="283210">
                  <a:moveTo>
                    <a:pt x="1016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0160" y="63487"/>
                  </a:lnTo>
                  <a:lnTo>
                    <a:pt x="10160" y="60960"/>
                  </a:lnTo>
                  <a:close/>
                </a:path>
                <a:path w="10160" h="283210">
                  <a:moveTo>
                    <a:pt x="1016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0160" y="60947"/>
                  </a:lnTo>
                  <a:lnTo>
                    <a:pt x="10160" y="57150"/>
                  </a:lnTo>
                  <a:close/>
                </a:path>
                <a:path w="10160" h="283210">
                  <a:moveTo>
                    <a:pt x="1016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0160" y="57137"/>
                  </a:lnTo>
                  <a:lnTo>
                    <a:pt x="10160" y="54610"/>
                  </a:lnTo>
                  <a:close/>
                </a:path>
                <a:path w="10160" h="283210">
                  <a:moveTo>
                    <a:pt x="1016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0160" y="54597"/>
                  </a:lnTo>
                  <a:lnTo>
                    <a:pt x="10160" y="50800"/>
                  </a:lnTo>
                  <a:close/>
                </a:path>
                <a:path w="10160" h="283210">
                  <a:moveTo>
                    <a:pt x="1016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0160" y="50787"/>
                  </a:lnTo>
                  <a:lnTo>
                    <a:pt x="10160" y="48260"/>
                  </a:lnTo>
                  <a:close/>
                </a:path>
                <a:path w="10160" h="283210">
                  <a:moveTo>
                    <a:pt x="1016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0160" y="48247"/>
                  </a:lnTo>
                  <a:lnTo>
                    <a:pt x="10160" y="44450"/>
                  </a:lnTo>
                  <a:close/>
                </a:path>
                <a:path w="10160" h="283210">
                  <a:moveTo>
                    <a:pt x="1016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0160" y="44437"/>
                  </a:lnTo>
                  <a:lnTo>
                    <a:pt x="10160" y="41910"/>
                  </a:lnTo>
                  <a:close/>
                </a:path>
                <a:path w="10160" h="283210">
                  <a:moveTo>
                    <a:pt x="1016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0160" y="41897"/>
                  </a:lnTo>
                  <a:lnTo>
                    <a:pt x="10160" y="38100"/>
                  </a:lnTo>
                  <a:close/>
                </a:path>
                <a:path w="10160" h="283210">
                  <a:moveTo>
                    <a:pt x="1016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0160" y="38087"/>
                  </a:lnTo>
                  <a:lnTo>
                    <a:pt x="10160" y="35560"/>
                  </a:lnTo>
                  <a:close/>
                </a:path>
                <a:path w="10160" h="283210">
                  <a:moveTo>
                    <a:pt x="1016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0160" y="35547"/>
                  </a:lnTo>
                  <a:lnTo>
                    <a:pt x="10160" y="31750"/>
                  </a:lnTo>
                  <a:close/>
                </a:path>
                <a:path w="10160" h="283210">
                  <a:moveTo>
                    <a:pt x="1016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0160" y="31737"/>
                  </a:lnTo>
                  <a:lnTo>
                    <a:pt x="10160" y="29210"/>
                  </a:lnTo>
                  <a:close/>
                </a:path>
                <a:path w="10160" h="28321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8321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8321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8321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8321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8321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8321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8321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8321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1024">
              <a:extLst>
                <a:ext uri="{FF2B5EF4-FFF2-40B4-BE49-F238E27FC236}">
                  <a16:creationId xmlns:a16="http://schemas.microsoft.com/office/drawing/2014/main" id="{DCBC2AF0-0125-29E4-931B-D590B269B010}"/>
                </a:ext>
              </a:extLst>
            </p:cNvPr>
            <p:cNvSpPr/>
            <p:nvPr/>
          </p:nvSpPr>
          <p:spPr>
            <a:xfrm>
              <a:off x="4584700" y="5661672"/>
              <a:ext cx="10160" cy="11430"/>
            </a:xfrm>
            <a:custGeom>
              <a:avLst/>
              <a:gdLst/>
              <a:ahLst/>
              <a:cxnLst/>
              <a:rect l="l" t="t" r="r" b="b"/>
              <a:pathLst>
                <a:path w="10160" h="11429">
                  <a:moveTo>
                    <a:pt x="10160" y="10160"/>
                  </a:moveTo>
                  <a:lnTo>
                    <a:pt x="0" y="10160"/>
                  </a:lnTo>
                  <a:lnTo>
                    <a:pt x="0" y="11417"/>
                  </a:lnTo>
                  <a:lnTo>
                    <a:pt x="10160" y="11417"/>
                  </a:lnTo>
                  <a:lnTo>
                    <a:pt x="10160" y="10160"/>
                  </a:lnTo>
                  <a:close/>
                </a:path>
                <a:path w="10160" h="11429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11429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11429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1025">
              <a:extLst>
                <a:ext uri="{FF2B5EF4-FFF2-40B4-BE49-F238E27FC236}">
                  <a16:creationId xmlns:a16="http://schemas.microsoft.com/office/drawing/2014/main" id="{B10F7ACE-75A1-8E62-2231-8B0170E9EF66}"/>
                </a:ext>
              </a:extLst>
            </p:cNvPr>
            <p:cNvSpPr/>
            <p:nvPr/>
          </p:nvSpPr>
          <p:spPr>
            <a:xfrm>
              <a:off x="4594860" y="5380990"/>
              <a:ext cx="11430" cy="280670"/>
            </a:xfrm>
            <a:custGeom>
              <a:avLst/>
              <a:gdLst/>
              <a:ahLst/>
              <a:cxnLst/>
              <a:rect l="l" t="t" r="r" b="b"/>
              <a:pathLst>
                <a:path w="11429" h="280670">
                  <a:moveTo>
                    <a:pt x="6350" y="0"/>
                  </a:moveTo>
                  <a:lnTo>
                    <a:pt x="5080" y="0"/>
                  </a:lnTo>
                  <a:lnTo>
                    <a:pt x="5080" y="1270"/>
                  </a:lnTo>
                  <a:lnTo>
                    <a:pt x="6350" y="1270"/>
                  </a:lnTo>
                  <a:lnTo>
                    <a:pt x="6350" y="0"/>
                  </a:lnTo>
                  <a:close/>
                </a:path>
                <a:path w="11429" h="280670">
                  <a:moveTo>
                    <a:pt x="11430" y="278142"/>
                  </a:moveTo>
                  <a:lnTo>
                    <a:pt x="0" y="278142"/>
                  </a:lnTo>
                  <a:lnTo>
                    <a:pt x="0" y="280670"/>
                  </a:lnTo>
                  <a:lnTo>
                    <a:pt x="11430" y="280670"/>
                  </a:lnTo>
                  <a:lnTo>
                    <a:pt x="11430" y="278142"/>
                  </a:lnTo>
                  <a:close/>
                </a:path>
                <a:path w="11429" h="280670">
                  <a:moveTo>
                    <a:pt x="11430" y="274332"/>
                  </a:moveTo>
                  <a:lnTo>
                    <a:pt x="0" y="274332"/>
                  </a:lnTo>
                  <a:lnTo>
                    <a:pt x="0" y="278130"/>
                  </a:lnTo>
                  <a:lnTo>
                    <a:pt x="11430" y="278130"/>
                  </a:lnTo>
                  <a:lnTo>
                    <a:pt x="11430" y="274332"/>
                  </a:lnTo>
                  <a:close/>
                </a:path>
                <a:path w="11429" h="280670">
                  <a:moveTo>
                    <a:pt x="11430" y="271792"/>
                  </a:moveTo>
                  <a:lnTo>
                    <a:pt x="0" y="271792"/>
                  </a:lnTo>
                  <a:lnTo>
                    <a:pt x="0" y="274320"/>
                  </a:lnTo>
                  <a:lnTo>
                    <a:pt x="11430" y="274320"/>
                  </a:lnTo>
                  <a:lnTo>
                    <a:pt x="11430" y="271792"/>
                  </a:lnTo>
                  <a:close/>
                </a:path>
                <a:path w="11429" h="280670">
                  <a:moveTo>
                    <a:pt x="11430" y="267982"/>
                  </a:moveTo>
                  <a:lnTo>
                    <a:pt x="0" y="267982"/>
                  </a:lnTo>
                  <a:lnTo>
                    <a:pt x="0" y="271780"/>
                  </a:lnTo>
                  <a:lnTo>
                    <a:pt x="11430" y="271780"/>
                  </a:lnTo>
                  <a:lnTo>
                    <a:pt x="11430" y="267982"/>
                  </a:lnTo>
                  <a:close/>
                </a:path>
                <a:path w="11429" h="280670">
                  <a:moveTo>
                    <a:pt x="11430" y="265442"/>
                  </a:moveTo>
                  <a:lnTo>
                    <a:pt x="0" y="265442"/>
                  </a:lnTo>
                  <a:lnTo>
                    <a:pt x="0" y="267970"/>
                  </a:lnTo>
                  <a:lnTo>
                    <a:pt x="11430" y="267970"/>
                  </a:lnTo>
                  <a:lnTo>
                    <a:pt x="11430" y="265442"/>
                  </a:lnTo>
                  <a:close/>
                </a:path>
                <a:path w="11429" h="280670">
                  <a:moveTo>
                    <a:pt x="11430" y="261632"/>
                  </a:moveTo>
                  <a:lnTo>
                    <a:pt x="0" y="261632"/>
                  </a:lnTo>
                  <a:lnTo>
                    <a:pt x="0" y="265430"/>
                  </a:lnTo>
                  <a:lnTo>
                    <a:pt x="11430" y="265430"/>
                  </a:lnTo>
                  <a:lnTo>
                    <a:pt x="11430" y="261632"/>
                  </a:lnTo>
                  <a:close/>
                </a:path>
                <a:path w="11429" h="280670">
                  <a:moveTo>
                    <a:pt x="11430" y="259092"/>
                  </a:moveTo>
                  <a:lnTo>
                    <a:pt x="0" y="259092"/>
                  </a:lnTo>
                  <a:lnTo>
                    <a:pt x="0" y="261620"/>
                  </a:lnTo>
                  <a:lnTo>
                    <a:pt x="11430" y="261620"/>
                  </a:lnTo>
                  <a:lnTo>
                    <a:pt x="11430" y="259092"/>
                  </a:lnTo>
                  <a:close/>
                </a:path>
                <a:path w="11429" h="280670">
                  <a:moveTo>
                    <a:pt x="11430" y="255282"/>
                  </a:moveTo>
                  <a:lnTo>
                    <a:pt x="0" y="255282"/>
                  </a:lnTo>
                  <a:lnTo>
                    <a:pt x="0" y="259080"/>
                  </a:lnTo>
                  <a:lnTo>
                    <a:pt x="11430" y="259080"/>
                  </a:lnTo>
                  <a:lnTo>
                    <a:pt x="11430" y="255282"/>
                  </a:lnTo>
                  <a:close/>
                </a:path>
                <a:path w="11429" h="280670">
                  <a:moveTo>
                    <a:pt x="11430" y="252742"/>
                  </a:moveTo>
                  <a:lnTo>
                    <a:pt x="0" y="252742"/>
                  </a:lnTo>
                  <a:lnTo>
                    <a:pt x="0" y="255270"/>
                  </a:lnTo>
                  <a:lnTo>
                    <a:pt x="11430" y="255270"/>
                  </a:lnTo>
                  <a:lnTo>
                    <a:pt x="11430" y="252742"/>
                  </a:lnTo>
                  <a:close/>
                </a:path>
                <a:path w="11429" h="280670">
                  <a:moveTo>
                    <a:pt x="11430" y="248932"/>
                  </a:moveTo>
                  <a:lnTo>
                    <a:pt x="0" y="248932"/>
                  </a:lnTo>
                  <a:lnTo>
                    <a:pt x="0" y="252730"/>
                  </a:lnTo>
                  <a:lnTo>
                    <a:pt x="11430" y="252730"/>
                  </a:lnTo>
                  <a:lnTo>
                    <a:pt x="11430" y="248932"/>
                  </a:lnTo>
                  <a:close/>
                </a:path>
                <a:path w="11429" h="280670">
                  <a:moveTo>
                    <a:pt x="11430" y="246392"/>
                  </a:moveTo>
                  <a:lnTo>
                    <a:pt x="0" y="246392"/>
                  </a:lnTo>
                  <a:lnTo>
                    <a:pt x="0" y="248920"/>
                  </a:lnTo>
                  <a:lnTo>
                    <a:pt x="11430" y="248920"/>
                  </a:lnTo>
                  <a:lnTo>
                    <a:pt x="11430" y="246392"/>
                  </a:lnTo>
                  <a:close/>
                </a:path>
                <a:path w="11429" h="280670">
                  <a:moveTo>
                    <a:pt x="11430" y="242582"/>
                  </a:moveTo>
                  <a:lnTo>
                    <a:pt x="0" y="242582"/>
                  </a:lnTo>
                  <a:lnTo>
                    <a:pt x="0" y="246380"/>
                  </a:lnTo>
                  <a:lnTo>
                    <a:pt x="11430" y="246380"/>
                  </a:lnTo>
                  <a:lnTo>
                    <a:pt x="11430" y="242582"/>
                  </a:lnTo>
                  <a:close/>
                </a:path>
                <a:path w="11429" h="280670">
                  <a:moveTo>
                    <a:pt x="11430" y="240042"/>
                  </a:moveTo>
                  <a:lnTo>
                    <a:pt x="0" y="240042"/>
                  </a:lnTo>
                  <a:lnTo>
                    <a:pt x="0" y="242570"/>
                  </a:lnTo>
                  <a:lnTo>
                    <a:pt x="11430" y="242570"/>
                  </a:lnTo>
                  <a:lnTo>
                    <a:pt x="11430" y="240042"/>
                  </a:lnTo>
                  <a:close/>
                </a:path>
                <a:path w="11429" h="280670">
                  <a:moveTo>
                    <a:pt x="11430" y="236232"/>
                  </a:moveTo>
                  <a:lnTo>
                    <a:pt x="0" y="236232"/>
                  </a:lnTo>
                  <a:lnTo>
                    <a:pt x="0" y="240030"/>
                  </a:lnTo>
                  <a:lnTo>
                    <a:pt x="11430" y="240030"/>
                  </a:lnTo>
                  <a:lnTo>
                    <a:pt x="11430" y="236232"/>
                  </a:lnTo>
                  <a:close/>
                </a:path>
                <a:path w="11429" h="280670">
                  <a:moveTo>
                    <a:pt x="11430" y="233692"/>
                  </a:moveTo>
                  <a:lnTo>
                    <a:pt x="0" y="233692"/>
                  </a:lnTo>
                  <a:lnTo>
                    <a:pt x="0" y="236220"/>
                  </a:lnTo>
                  <a:lnTo>
                    <a:pt x="11430" y="236220"/>
                  </a:lnTo>
                  <a:lnTo>
                    <a:pt x="11430" y="233692"/>
                  </a:lnTo>
                  <a:close/>
                </a:path>
                <a:path w="11429" h="280670">
                  <a:moveTo>
                    <a:pt x="11430" y="229882"/>
                  </a:moveTo>
                  <a:lnTo>
                    <a:pt x="0" y="229882"/>
                  </a:lnTo>
                  <a:lnTo>
                    <a:pt x="0" y="233680"/>
                  </a:lnTo>
                  <a:lnTo>
                    <a:pt x="11430" y="233680"/>
                  </a:lnTo>
                  <a:lnTo>
                    <a:pt x="11430" y="229882"/>
                  </a:lnTo>
                  <a:close/>
                </a:path>
                <a:path w="11429" h="280670">
                  <a:moveTo>
                    <a:pt x="11430" y="227342"/>
                  </a:moveTo>
                  <a:lnTo>
                    <a:pt x="0" y="227342"/>
                  </a:lnTo>
                  <a:lnTo>
                    <a:pt x="0" y="229870"/>
                  </a:lnTo>
                  <a:lnTo>
                    <a:pt x="11430" y="229870"/>
                  </a:lnTo>
                  <a:lnTo>
                    <a:pt x="11430" y="227342"/>
                  </a:lnTo>
                  <a:close/>
                </a:path>
                <a:path w="11429" h="280670">
                  <a:moveTo>
                    <a:pt x="11430" y="223532"/>
                  </a:moveTo>
                  <a:lnTo>
                    <a:pt x="0" y="223532"/>
                  </a:lnTo>
                  <a:lnTo>
                    <a:pt x="0" y="227330"/>
                  </a:lnTo>
                  <a:lnTo>
                    <a:pt x="11430" y="227330"/>
                  </a:lnTo>
                  <a:lnTo>
                    <a:pt x="11430" y="223532"/>
                  </a:lnTo>
                  <a:close/>
                </a:path>
                <a:path w="11429" h="280670">
                  <a:moveTo>
                    <a:pt x="11430" y="220992"/>
                  </a:moveTo>
                  <a:lnTo>
                    <a:pt x="0" y="220992"/>
                  </a:lnTo>
                  <a:lnTo>
                    <a:pt x="0" y="223520"/>
                  </a:lnTo>
                  <a:lnTo>
                    <a:pt x="11430" y="223520"/>
                  </a:lnTo>
                  <a:lnTo>
                    <a:pt x="11430" y="220992"/>
                  </a:lnTo>
                  <a:close/>
                </a:path>
                <a:path w="11429" h="280670">
                  <a:moveTo>
                    <a:pt x="11430" y="217182"/>
                  </a:moveTo>
                  <a:lnTo>
                    <a:pt x="0" y="217182"/>
                  </a:lnTo>
                  <a:lnTo>
                    <a:pt x="0" y="220980"/>
                  </a:lnTo>
                  <a:lnTo>
                    <a:pt x="11430" y="220980"/>
                  </a:lnTo>
                  <a:lnTo>
                    <a:pt x="11430" y="217182"/>
                  </a:lnTo>
                  <a:close/>
                </a:path>
                <a:path w="11429" h="280670">
                  <a:moveTo>
                    <a:pt x="11430" y="214642"/>
                  </a:moveTo>
                  <a:lnTo>
                    <a:pt x="0" y="214642"/>
                  </a:lnTo>
                  <a:lnTo>
                    <a:pt x="0" y="217170"/>
                  </a:lnTo>
                  <a:lnTo>
                    <a:pt x="11430" y="217170"/>
                  </a:lnTo>
                  <a:lnTo>
                    <a:pt x="11430" y="214642"/>
                  </a:lnTo>
                  <a:close/>
                </a:path>
                <a:path w="11429" h="280670">
                  <a:moveTo>
                    <a:pt x="11430" y="210832"/>
                  </a:moveTo>
                  <a:lnTo>
                    <a:pt x="0" y="210832"/>
                  </a:lnTo>
                  <a:lnTo>
                    <a:pt x="0" y="214630"/>
                  </a:lnTo>
                  <a:lnTo>
                    <a:pt x="11430" y="214630"/>
                  </a:lnTo>
                  <a:lnTo>
                    <a:pt x="11430" y="210832"/>
                  </a:lnTo>
                  <a:close/>
                </a:path>
                <a:path w="11429" h="280670">
                  <a:moveTo>
                    <a:pt x="11430" y="208292"/>
                  </a:moveTo>
                  <a:lnTo>
                    <a:pt x="0" y="208292"/>
                  </a:lnTo>
                  <a:lnTo>
                    <a:pt x="0" y="210820"/>
                  </a:lnTo>
                  <a:lnTo>
                    <a:pt x="11430" y="210820"/>
                  </a:lnTo>
                  <a:lnTo>
                    <a:pt x="11430" y="208292"/>
                  </a:lnTo>
                  <a:close/>
                </a:path>
                <a:path w="11429" h="280670">
                  <a:moveTo>
                    <a:pt x="11430" y="204482"/>
                  </a:moveTo>
                  <a:lnTo>
                    <a:pt x="0" y="204482"/>
                  </a:lnTo>
                  <a:lnTo>
                    <a:pt x="0" y="208280"/>
                  </a:lnTo>
                  <a:lnTo>
                    <a:pt x="11430" y="208280"/>
                  </a:lnTo>
                  <a:lnTo>
                    <a:pt x="11430" y="204482"/>
                  </a:lnTo>
                  <a:close/>
                </a:path>
                <a:path w="11429" h="280670">
                  <a:moveTo>
                    <a:pt x="11430" y="201942"/>
                  </a:moveTo>
                  <a:lnTo>
                    <a:pt x="0" y="201942"/>
                  </a:lnTo>
                  <a:lnTo>
                    <a:pt x="0" y="204470"/>
                  </a:lnTo>
                  <a:lnTo>
                    <a:pt x="11430" y="204470"/>
                  </a:lnTo>
                  <a:lnTo>
                    <a:pt x="11430" y="201942"/>
                  </a:lnTo>
                  <a:close/>
                </a:path>
                <a:path w="11429" h="280670">
                  <a:moveTo>
                    <a:pt x="11430" y="198132"/>
                  </a:moveTo>
                  <a:lnTo>
                    <a:pt x="0" y="198132"/>
                  </a:lnTo>
                  <a:lnTo>
                    <a:pt x="0" y="201930"/>
                  </a:lnTo>
                  <a:lnTo>
                    <a:pt x="11430" y="201930"/>
                  </a:lnTo>
                  <a:lnTo>
                    <a:pt x="11430" y="198132"/>
                  </a:lnTo>
                  <a:close/>
                </a:path>
                <a:path w="11429" h="280670">
                  <a:moveTo>
                    <a:pt x="11430" y="195592"/>
                  </a:moveTo>
                  <a:lnTo>
                    <a:pt x="0" y="195592"/>
                  </a:lnTo>
                  <a:lnTo>
                    <a:pt x="0" y="198120"/>
                  </a:lnTo>
                  <a:lnTo>
                    <a:pt x="11430" y="198120"/>
                  </a:lnTo>
                  <a:lnTo>
                    <a:pt x="11430" y="195592"/>
                  </a:lnTo>
                  <a:close/>
                </a:path>
                <a:path w="11429" h="280670">
                  <a:moveTo>
                    <a:pt x="11430" y="191782"/>
                  </a:moveTo>
                  <a:lnTo>
                    <a:pt x="0" y="191782"/>
                  </a:lnTo>
                  <a:lnTo>
                    <a:pt x="0" y="195580"/>
                  </a:lnTo>
                  <a:lnTo>
                    <a:pt x="11430" y="195580"/>
                  </a:lnTo>
                  <a:lnTo>
                    <a:pt x="11430" y="191782"/>
                  </a:lnTo>
                  <a:close/>
                </a:path>
                <a:path w="11429" h="280670">
                  <a:moveTo>
                    <a:pt x="11430" y="189242"/>
                  </a:moveTo>
                  <a:lnTo>
                    <a:pt x="0" y="189242"/>
                  </a:lnTo>
                  <a:lnTo>
                    <a:pt x="0" y="191770"/>
                  </a:lnTo>
                  <a:lnTo>
                    <a:pt x="11430" y="191770"/>
                  </a:lnTo>
                  <a:lnTo>
                    <a:pt x="11430" y="189242"/>
                  </a:lnTo>
                  <a:close/>
                </a:path>
                <a:path w="11429" h="280670">
                  <a:moveTo>
                    <a:pt x="11430" y="185432"/>
                  </a:moveTo>
                  <a:lnTo>
                    <a:pt x="0" y="185432"/>
                  </a:lnTo>
                  <a:lnTo>
                    <a:pt x="0" y="189230"/>
                  </a:lnTo>
                  <a:lnTo>
                    <a:pt x="11430" y="189230"/>
                  </a:lnTo>
                  <a:lnTo>
                    <a:pt x="11430" y="185432"/>
                  </a:lnTo>
                  <a:close/>
                </a:path>
                <a:path w="11429" h="280670">
                  <a:moveTo>
                    <a:pt x="11430" y="182892"/>
                  </a:moveTo>
                  <a:lnTo>
                    <a:pt x="0" y="182892"/>
                  </a:lnTo>
                  <a:lnTo>
                    <a:pt x="0" y="185420"/>
                  </a:lnTo>
                  <a:lnTo>
                    <a:pt x="11430" y="185420"/>
                  </a:lnTo>
                  <a:lnTo>
                    <a:pt x="11430" y="182892"/>
                  </a:lnTo>
                  <a:close/>
                </a:path>
                <a:path w="11429" h="280670">
                  <a:moveTo>
                    <a:pt x="11430" y="179082"/>
                  </a:moveTo>
                  <a:lnTo>
                    <a:pt x="0" y="179082"/>
                  </a:lnTo>
                  <a:lnTo>
                    <a:pt x="0" y="182880"/>
                  </a:lnTo>
                  <a:lnTo>
                    <a:pt x="11430" y="182880"/>
                  </a:lnTo>
                  <a:lnTo>
                    <a:pt x="11430" y="179082"/>
                  </a:lnTo>
                  <a:close/>
                </a:path>
                <a:path w="11429" h="280670">
                  <a:moveTo>
                    <a:pt x="11430" y="176542"/>
                  </a:moveTo>
                  <a:lnTo>
                    <a:pt x="0" y="176542"/>
                  </a:lnTo>
                  <a:lnTo>
                    <a:pt x="0" y="179070"/>
                  </a:lnTo>
                  <a:lnTo>
                    <a:pt x="11430" y="179070"/>
                  </a:lnTo>
                  <a:lnTo>
                    <a:pt x="11430" y="176542"/>
                  </a:lnTo>
                  <a:close/>
                </a:path>
                <a:path w="11429" h="280670">
                  <a:moveTo>
                    <a:pt x="11430" y="115582"/>
                  </a:moveTo>
                  <a:lnTo>
                    <a:pt x="0" y="115582"/>
                  </a:lnTo>
                  <a:lnTo>
                    <a:pt x="0" y="176530"/>
                  </a:lnTo>
                  <a:lnTo>
                    <a:pt x="11430" y="176530"/>
                  </a:lnTo>
                  <a:lnTo>
                    <a:pt x="11430" y="115582"/>
                  </a:lnTo>
                  <a:close/>
                </a:path>
                <a:path w="11429" h="280670">
                  <a:moveTo>
                    <a:pt x="11430" y="113042"/>
                  </a:moveTo>
                  <a:lnTo>
                    <a:pt x="0" y="113042"/>
                  </a:lnTo>
                  <a:lnTo>
                    <a:pt x="0" y="115570"/>
                  </a:lnTo>
                  <a:lnTo>
                    <a:pt x="11430" y="115570"/>
                  </a:lnTo>
                  <a:lnTo>
                    <a:pt x="11430" y="113042"/>
                  </a:lnTo>
                  <a:close/>
                </a:path>
                <a:path w="11429" h="280670">
                  <a:moveTo>
                    <a:pt x="11430" y="109232"/>
                  </a:moveTo>
                  <a:lnTo>
                    <a:pt x="0" y="109232"/>
                  </a:lnTo>
                  <a:lnTo>
                    <a:pt x="0" y="113030"/>
                  </a:lnTo>
                  <a:lnTo>
                    <a:pt x="11430" y="113030"/>
                  </a:lnTo>
                  <a:lnTo>
                    <a:pt x="11430" y="109232"/>
                  </a:lnTo>
                  <a:close/>
                </a:path>
                <a:path w="11429" h="280670">
                  <a:moveTo>
                    <a:pt x="11430" y="106692"/>
                  </a:moveTo>
                  <a:lnTo>
                    <a:pt x="0" y="106692"/>
                  </a:lnTo>
                  <a:lnTo>
                    <a:pt x="0" y="109220"/>
                  </a:lnTo>
                  <a:lnTo>
                    <a:pt x="11430" y="109220"/>
                  </a:lnTo>
                  <a:lnTo>
                    <a:pt x="11430" y="106692"/>
                  </a:lnTo>
                  <a:close/>
                </a:path>
                <a:path w="11429" h="280670">
                  <a:moveTo>
                    <a:pt x="11430" y="102882"/>
                  </a:moveTo>
                  <a:lnTo>
                    <a:pt x="0" y="102882"/>
                  </a:lnTo>
                  <a:lnTo>
                    <a:pt x="0" y="106680"/>
                  </a:lnTo>
                  <a:lnTo>
                    <a:pt x="11430" y="106680"/>
                  </a:lnTo>
                  <a:lnTo>
                    <a:pt x="11430" y="102882"/>
                  </a:lnTo>
                  <a:close/>
                </a:path>
                <a:path w="11429" h="280670">
                  <a:moveTo>
                    <a:pt x="11430" y="100342"/>
                  </a:moveTo>
                  <a:lnTo>
                    <a:pt x="0" y="100342"/>
                  </a:lnTo>
                  <a:lnTo>
                    <a:pt x="0" y="102870"/>
                  </a:lnTo>
                  <a:lnTo>
                    <a:pt x="11430" y="102870"/>
                  </a:lnTo>
                  <a:lnTo>
                    <a:pt x="11430" y="100342"/>
                  </a:lnTo>
                  <a:close/>
                </a:path>
                <a:path w="11429" h="280670">
                  <a:moveTo>
                    <a:pt x="11430" y="96532"/>
                  </a:moveTo>
                  <a:lnTo>
                    <a:pt x="0" y="96532"/>
                  </a:lnTo>
                  <a:lnTo>
                    <a:pt x="0" y="100330"/>
                  </a:lnTo>
                  <a:lnTo>
                    <a:pt x="11430" y="100330"/>
                  </a:lnTo>
                  <a:lnTo>
                    <a:pt x="11430" y="96532"/>
                  </a:lnTo>
                  <a:close/>
                </a:path>
                <a:path w="11429" h="280670">
                  <a:moveTo>
                    <a:pt x="11430" y="93992"/>
                  </a:moveTo>
                  <a:lnTo>
                    <a:pt x="0" y="93992"/>
                  </a:lnTo>
                  <a:lnTo>
                    <a:pt x="0" y="96520"/>
                  </a:lnTo>
                  <a:lnTo>
                    <a:pt x="11430" y="96520"/>
                  </a:lnTo>
                  <a:lnTo>
                    <a:pt x="11430" y="93992"/>
                  </a:lnTo>
                  <a:close/>
                </a:path>
                <a:path w="11429" h="280670">
                  <a:moveTo>
                    <a:pt x="11430" y="90182"/>
                  </a:moveTo>
                  <a:lnTo>
                    <a:pt x="0" y="90182"/>
                  </a:lnTo>
                  <a:lnTo>
                    <a:pt x="0" y="93980"/>
                  </a:lnTo>
                  <a:lnTo>
                    <a:pt x="11430" y="93980"/>
                  </a:lnTo>
                  <a:lnTo>
                    <a:pt x="11430" y="90182"/>
                  </a:lnTo>
                  <a:close/>
                </a:path>
                <a:path w="11429" h="280670">
                  <a:moveTo>
                    <a:pt x="11430" y="87642"/>
                  </a:moveTo>
                  <a:lnTo>
                    <a:pt x="0" y="87642"/>
                  </a:lnTo>
                  <a:lnTo>
                    <a:pt x="0" y="90170"/>
                  </a:lnTo>
                  <a:lnTo>
                    <a:pt x="11430" y="90170"/>
                  </a:lnTo>
                  <a:lnTo>
                    <a:pt x="11430" y="87642"/>
                  </a:lnTo>
                  <a:close/>
                </a:path>
                <a:path w="11429" h="280670">
                  <a:moveTo>
                    <a:pt x="11430" y="83832"/>
                  </a:moveTo>
                  <a:lnTo>
                    <a:pt x="0" y="83832"/>
                  </a:lnTo>
                  <a:lnTo>
                    <a:pt x="0" y="87630"/>
                  </a:lnTo>
                  <a:lnTo>
                    <a:pt x="11430" y="87630"/>
                  </a:lnTo>
                  <a:lnTo>
                    <a:pt x="11430" y="83832"/>
                  </a:lnTo>
                  <a:close/>
                </a:path>
                <a:path w="11429" h="280670">
                  <a:moveTo>
                    <a:pt x="11430" y="81292"/>
                  </a:moveTo>
                  <a:lnTo>
                    <a:pt x="0" y="81292"/>
                  </a:lnTo>
                  <a:lnTo>
                    <a:pt x="0" y="83820"/>
                  </a:lnTo>
                  <a:lnTo>
                    <a:pt x="11430" y="83820"/>
                  </a:lnTo>
                  <a:lnTo>
                    <a:pt x="11430" y="81292"/>
                  </a:lnTo>
                  <a:close/>
                </a:path>
                <a:path w="11429" h="280670">
                  <a:moveTo>
                    <a:pt x="11430" y="77482"/>
                  </a:moveTo>
                  <a:lnTo>
                    <a:pt x="0" y="77482"/>
                  </a:lnTo>
                  <a:lnTo>
                    <a:pt x="0" y="81280"/>
                  </a:lnTo>
                  <a:lnTo>
                    <a:pt x="11430" y="81280"/>
                  </a:lnTo>
                  <a:lnTo>
                    <a:pt x="11430" y="77482"/>
                  </a:lnTo>
                  <a:close/>
                </a:path>
                <a:path w="11429" h="280670">
                  <a:moveTo>
                    <a:pt x="11430" y="74942"/>
                  </a:moveTo>
                  <a:lnTo>
                    <a:pt x="0" y="74942"/>
                  </a:lnTo>
                  <a:lnTo>
                    <a:pt x="0" y="77470"/>
                  </a:lnTo>
                  <a:lnTo>
                    <a:pt x="11430" y="77470"/>
                  </a:lnTo>
                  <a:lnTo>
                    <a:pt x="11430" y="74942"/>
                  </a:lnTo>
                  <a:close/>
                </a:path>
                <a:path w="11429" h="280670">
                  <a:moveTo>
                    <a:pt x="11430" y="71132"/>
                  </a:moveTo>
                  <a:lnTo>
                    <a:pt x="0" y="71132"/>
                  </a:lnTo>
                  <a:lnTo>
                    <a:pt x="0" y="74930"/>
                  </a:lnTo>
                  <a:lnTo>
                    <a:pt x="11430" y="74930"/>
                  </a:lnTo>
                  <a:lnTo>
                    <a:pt x="11430" y="71132"/>
                  </a:lnTo>
                  <a:close/>
                </a:path>
                <a:path w="11429" h="280670">
                  <a:moveTo>
                    <a:pt x="11430" y="68592"/>
                  </a:moveTo>
                  <a:lnTo>
                    <a:pt x="0" y="68592"/>
                  </a:lnTo>
                  <a:lnTo>
                    <a:pt x="0" y="71120"/>
                  </a:lnTo>
                  <a:lnTo>
                    <a:pt x="11430" y="71120"/>
                  </a:lnTo>
                  <a:lnTo>
                    <a:pt x="11430" y="68592"/>
                  </a:lnTo>
                  <a:close/>
                </a:path>
                <a:path w="11429" h="280670">
                  <a:moveTo>
                    <a:pt x="11430" y="64782"/>
                  </a:moveTo>
                  <a:lnTo>
                    <a:pt x="0" y="64782"/>
                  </a:lnTo>
                  <a:lnTo>
                    <a:pt x="0" y="68580"/>
                  </a:lnTo>
                  <a:lnTo>
                    <a:pt x="11430" y="68580"/>
                  </a:lnTo>
                  <a:lnTo>
                    <a:pt x="11430" y="64782"/>
                  </a:lnTo>
                  <a:close/>
                </a:path>
                <a:path w="11429" h="280670">
                  <a:moveTo>
                    <a:pt x="11430" y="62242"/>
                  </a:moveTo>
                  <a:lnTo>
                    <a:pt x="0" y="62242"/>
                  </a:lnTo>
                  <a:lnTo>
                    <a:pt x="0" y="64770"/>
                  </a:lnTo>
                  <a:lnTo>
                    <a:pt x="11430" y="64770"/>
                  </a:lnTo>
                  <a:lnTo>
                    <a:pt x="11430" y="62242"/>
                  </a:lnTo>
                  <a:close/>
                </a:path>
                <a:path w="11429" h="280670">
                  <a:moveTo>
                    <a:pt x="11430" y="58432"/>
                  </a:moveTo>
                  <a:lnTo>
                    <a:pt x="0" y="58432"/>
                  </a:lnTo>
                  <a:lnTo>
                    <a:pt x="0" y="62230"/>
                  </a:lnTo>
                  <a:lnTo>
                    <a:pt x="11430" y="62230"/>
                  </a:lnTo>
                  <a:lnTo>
                    <a:pt x="11430" y="58432"/>
                  </a:lnTo>
                  <a:close/>
                </a:path>
                <a:path w="11429" h="280670">
                  <a:moveTo>
                    <a:pt x="11430" y="55892"/>
                  </a:moveTo>
                  <a:lnTo>
                    <a:pt x="0" y="55892"/>
                  </a:lnTo>
                  <a:lnTo>
                    <a:pt x="0" y="58420"/>
                  </a:lnTo>
                  <a:lnTo>
                    <a:pt x="11430" y="58420"/>
                  </a:lnTo>
                  <a:lnTo>
                    <a:pt x="11430" y="55892"/>
                  </a:lnTo>
                  <a:close/>
                </a:path>
                <a:path w="11429" h="280670">
                  <a:moveTo>
                    <a:pt x="11430" y="52082"/>
                  </a:moveTo>
                  <a:lnTo>
                    <a:pt x="0" y="52082"/>
                  </a:lnTo>
                  <a:lnTo>
                    <a:pt x="0" y="55880"/>
                  </a:lnTo>
                  <a:lnTo>
                    <a:pt x="11430" y="55880"/>
                  </a:lnTo>
                  <a:lnTo>
                    <a:pt x="11430" y="52082"/>
                  </a:lnTo>
                  <a:close/>
                </a:path>
                <a:path w="11429" h="280670">
                  <a:moveTo>
                    <a:pt x="11430" y="49542"/>
                  </a:moveTo>
                  <a:lnTo>
                    <a:pt x="0" y="49542"/>
                  </a:lnTo>
                  <a:lnTo>
                    <a:pt x="0" y="52070"/>
                  </a:lnTo>
                  <a:lnTo>
                    <a:pt x="11430" y="52070"/>
                  </a:lnTo>
                  <a:lnTo>
                    <a:pt x="11430" y="49542"/>
                  </a:lnTo>
                  <a:close/>
                </a:path>
                <a:path w="11429" h="280670">
                  <a:moveTo>
                    <a:pt x="11430" y="45732"/>
                  </a:moveTo>
                  <a:lnTo>
                    <a:pt x="0" y="45732"/>
                  </a:lnTo>
                  <a:lnTo>
                    <a:pt x="0" y="49530"/>
                  </a:lnTo>
                  <a:lnTo>
                    <a:pt x="11430" y="49530"/>
                  </a:lnTo>
                  <a:lnTo>
                    <a:pt x="11430" y="45732"/>
                  </a:lnTo>
                  <a:close/>
                </a:path>
                <a:path w="11429" h="280670">
                  <a:moveTo>
                    <a:pt x="11430" y="43192"/>
                  </a:moveTo>
                  <a:lnTo>
                    <a:pt x="0" y="43192"/>
                  </a:lnTo>
                  <a:lnTo>
                    <a:pt x="0" y="45720"/>
                  </a:lnTo>
                  <a:lnTo>
                    <a:pt x="11430" y="45720"/>
                  </a:lnTo>
                  <a:lnTo>
                    <a:pt x="11430" y="43192"/>
                  </a:lnTo>
                  <a:close/>
                </a:path>
                <a:path w="11429" h="280670">
                  <a:moveTo>
                    <a:pt x="11430" y="39382"/>
                  </a:moveTo>
                  <a:lnTo>
                    <a:pt x="0" y="39382"/>
                  </a:lnTo>
                  <a:lnTo>
                    <a:pt x="0" y="43180"/>
                  </a:lnTo>
                  <a:lnTo>
                    <a:pt x="11430" y="43180"/>
                  </a:lnTo>
                  <a:lnTo>
                    <a:pt x="11430" y="39382"/>
                  </a:lnTo>
                  <a:close/>
                </a:path>
                <a:path w="11429" h="280670">
                  <a:moveTo>
                    <a:pt x="11430" y="36842"/>
                  </a:moveTo>
                  <a:lnTo>
                    <a:pt x="0" y="36842"/>
                  </a:lnTo>
                  <a:lnTo>
                    <a:pt x="0" y="39370"/>
                  </a:lnTo>
                  <a:lnTo>
                    <a:pt x="11430" y="39370"/>
                  </a:lnTo>
                  <a:lnTo>
                    <a:pt x="11430" y="36842"/>
                  </a:lnTo>
                  <a:close/>
                </a:path>
                <a:path w="11429" h="280670">
                  <a:moveTo>
                    <a:pt x="11430" y="33032"/>
                  </a:moveTo>
                  <a:lnTo>
                    <a:pt x="0" y="33032"/>
                  </a:lnTo>
                  <a:lnTo>
                    <a:pt x="0" y="36830"/>
                  </a:lnTo>
                  <a:lnTo>
                    <a:pt x="11430" y="36830"/>
                  </a:lnTo>
                  <a:lnTo>
                    <a:pt x="11430" y="33032"/>
                  </a:lnTo>
                  <a:close/>
                </a:path>
                <a:path w="11429" h="280670">
                  <a:moveTo>
                    <a:pt x="11430" y="30492"/>
                  </a:moveTo>
                  <a:lnTo>
                    <a:pt x="0" y="30492"/>
                  </a:lnTo>
                  <a:lnTo>
                    <a:pt x="0" y="33020"/>
                  </a:lnTo>
                  <a:lnTo>
                    <a:pt x="11430" y="33020"/>
                  </a:lnTo>
                  <a:lnTo>
                    <a:pt x="11430" y="30492"/>
                  </a:lnTo>
                  <a:close/>
                </a:path>
                <a:path w="11429" h="280670">
                  <a:moveTo>
                    <a:pt x="11430" y="26682"/>
                  </a:moveTo>
                  <a:lnTo>
                    <a:pt x="0" y="26682"/>
                  </a:lnTo>
                  <a:lnTo>
                    <a:pt x="0" y="30480"/>
                  </a:lnTo>
                  <a:lnTo>
                    <a:pt x="11430" y="30480"/>
                  </a:lnTo>
                  <a:lnTo>
                    <a:pt x="11430" y="26682"/>
                  </a:lnTo>
                  <a:close/>
                </a:path>
                <a:path w="11429" h="280670">
                  <a:moveTo>
                    <a:pt x="11430" y="24142"/>
                  </a:moveTo>
                  <a:lnTo>
                    <a:pt x="0" y="24142"/>
                  </a:lnTo>
                  <a:lnTo>
                    <a:pt x="0" y="26670"/>
                  </a:lnTo>
                  <a:lnTo>
                    <a:pt x="11430" y="26670"/>
                  </a:lnTo>
                  <a:lnTo>
                    <a:pt x="11430" y="24142"/>
                  </a:lnTo>
                  <a:close/>
                </a:path>
                <a:path w="11429" h="280670">
                  <a:moveTo>
                    <a:pt x="11430" y="20332"/>
                  </a:moveTo>
                  <a:lnTo>
                    <a:pt x="0" y="20332"/>
                  </a:lnTo>
                  <a:lnTo>
                    <a:pt x="0" y="24130"/>
                  </a:lnTo>
                  <a:lnTo>
                    <a:pt x="11430" y="24130"/>
                  </a:lnTo>
                  <a:lnTo>
                    <a:pt x="11430" y="20332"/>
                  </a:lnTo>
                  <a:close/>
                </a:path>
                <a:path w="11429" h="280670">
                  <a:moveTo>
                    <a:pt x="11430" y="17792"/>
                  </a:moveTo>
                  <a:lnTo>
                    <a:pt x="0" y="17792"/>
                  </a:lnTo>
                  <a:lnTo>
                    <a:pt x="0" y="20320"/>
                  </a:lnTo>
                  <a:lnTo>
                    <a:pt x="11430" y="20320"/>
                  </a:lnTo>
                  <a:lnTo>
                    <a:pt x="11430" y="17792"/>
                  </a:lnTo>
                  <a:close/>
                </a:path>
                <a:path w="11429" h="280670">
                  <a:moveTo>
                    <a:pt x="11430" y="13982"/>
                  </a:moveTo>
                  <a:lnTo>
                    <a:pt x="0" y="13982"/>
                  </a:lnTo>
                  <a:lnTo>
                    <a:pt x="0" y="17780"/>
                  </a:lnTo>
                  <a:lnTo>
                    <a:pt x="11430" y="17780"/>
                  </a:lnTo>
                  <a:lnTo>
                    <a:pt x="11430" y="13982"/>
                  </a:lnTo>
                  <a:close/>
                </a:path>
                <a:path w="11429" h="280670">
                  <a:moveTo>
                    <a:pt x="11430" y="11442"/>
                  </a:moveTo>
                  <a:lnTo>
                    <a:pt x="0" y="11442"/>
                  </a:lnTo>
                  <a:lnTo>
                    <a:pt x="0" y="13970"/>
                  </a:lnTo>
                  <a:lnTo>
                    <a:pt x="11430" y="13970"/>
                  </a:lnTo>
                  <a:lnTo>
                    <a:pt x="11430" y="11442"/>
                  </a:lnTo>
                  <a:close/>
                </a:path>
                <a:path w="11429" h="280670">
                  <a:moveTo>
                    <a:pt x="11430" y="7632"/>
                  </a:moveTo>
                  <a:lnTo>
                    <a:pt x="0" y="7632"/>
                  </a:lnTo>
                  <a:lnTo>
                    <a:pt x="0" y="11430"/>
                  </a:lnTo>
                  <a:lnTo>
                    <a:pt x="11430" y="11430"/>
                  </a:lnTo>
                  <a:lnTo>
                    <a:pt x="11430" y="7632"/>
                  </a:lnTo>
                  <a:close/>
                </a:path>
                <a:path w="11429" h="280670">
                  <a:moveTo>
                    <a:pt x="11430" y="5092"/>
                  </a:moveTo>
                  <a:lnTo>
                    <a:pt x="0" y="5092"/>
                  </a:lnTo>
                  <a:lnTo>
                    <a:pt x="0" y="7620"/>
                  </a:lnTo>
                  <a:lnTo>
                    <a:pt x="11430" y="7620"/>
                  </a:lnTo>
                  <a:lnTo>
                    <a:pt x="11430" y="5092"/>
                  </a:lnTo>
                  <a:close/>
                </a:path>
                <a:path w="11429" h="280670">
                  <a:moveTo>
                    <a:pt x="11430" y="1282"/>
                  </a:moveTo>
                  <a:lnTo>
                    <a:pt x="0" y="1282"/>
                  </a:lnTo>
                  <a:lnTo>
                    <a:pt x="0" y="5080"/>
                  </a:lnTo>
                  <a:lnTo>
                    <a:pt x="11430" y="5080"/>
                  </a:lnTo>
                  <a:lnTo>
                    <a:pt x="11430" y="1282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1026">
              <a:extLst>
                <a:ext uri="{FF2B5EF4-FFF2-40B4-BE49-F238E27FC236}">
                  <a16:creationId xmlns:a16="http://schemas.microsoft.com/office/drawing/2014/main" id="{4E7492CF-B7C1-4807-EB22-0F16A1479B85}"/>
                </a:ext>
              </a:extLst>
            </p:cNvPr>
            <p:cNvSpPr/>
            <p:nvPr/>
          </p:nvSpPr>
          <p:spPr>
            <a:xfrm>
              <a:off x="4594860" y="5659132"/>
              <a:ext cx="11430" cy="15240"/>
            </a:xfrm>
            <a:custGeom>
              <a:avLst/>
              <a:gdLst/>
              <a:ahLst/>
              <a:cxnLst/>
              <a:rect l="l" t="t" r="r" b="b"/>
              <a:pathLst>
                <a:path w="11429" h="15239">
                  <a:moveTo>
                    <a:pt x="11430" y="12700"/>
                  </a:moveTo>
                  <a:lnTo>
                    <a:pt x="0" y="12700"/>
                  </a:lnTo>
                  <a:lnTo>
                    <a:pt x="0" y="13957"/>
                  </a:lnTo>
                  <a:lnTo>
                    <a:pt x="5080" y="13957"/>
                  </a:lnTo>
                  <a:lnTo>
                    <a:pt x="5080" y="15227"/>
                  </a:lnTo>
                  <a:lnTo>
                    <a:pt x="6350" y="15227"/>
                  </a:lnTo>
                  <a:lnTo>
                    <a:pt x="6350" y="13957"/>
                  </a:lnTo>
                  <a:lnTo>
                    <a:pt x="11430" y="13957"/>
                  </a:lnTo>
                  <a:lnTo>
                    <a:pt x="11430" y="12700"/>
                  </a:lnTo>
                  <a:close/>
                </a:path>
                <a:path w="11429" h="15239">
                  <a:moveTo>
                    <a:pt x="11430" y="8890"/>
                  </a:moveTo>
                  <a:lnTo>
                    <a:pt x="0" y="889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8890"/>
                  </a:lnTo>
                  <a:close/>
                </a:path>
                <a:path w="11429" h="15239">
                  <a:moveTo>
                    <a:pt x="11430" y="6350"/>
                  </a:moveTo>
                  <a:lnTo>
                    <a:pt x="0" y="6350"/>
                  </a:lnTo>
                  <a:lnTo>
                    <a:pt x="0" y="8877"/>
                  </a:lnTo>
                  <a:lnTo>
                    <a:pt x="11430" y="8877"/>
                  </a:lnTo>
                  <a:lnTo>
                    <a:pt x="11430" y="6350"/>
                  </a:lnTo>
                  <a:close/>
                </a:path>
                <a:path w="11429" h="15239">
                  <a:moveTo>
                    <a:pt x="11430" y="2540"/>
                  </a:moveTo>
                  <a:lnTo>
                    <a:pt x="0" y="254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2540"/>
                  </a:lnTo>
                  <a:close/>
                </a:path>
                <a:path w="11429" h="15239">
                  <a:moveTo>
                    <a:pt x="1143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11430" y="252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1027">
              <a:extLst>
                <a:ext uri="{FF2B5EF4-FFF2-40B4-BE49-F238E27FC236}">
                  <a16:creationId xmlns:a16="http://schemas.microsoft.com/office/drawing/2014/main" id="{4EFED474-65AB-8323-7AFF-E899562B2D77}"/>
                </a:ext>
              </a:extLst>
            </p:cNvPr>
            <p:cNvSpPr/>
            <p:nvPr/>
          </p:nvSpPr>
          <p:spPr>
            <a:xfrm>
              <a:off x="4606290" y="5382272"/>
              <a:ext cx="10160" cy="283210"/>
            </a:xfrm>
            <a:custGeom>
              <a:avLst/>
              <a:gdLst/>
              <a:ahLst/>
              <a:cxnLst/>
              <a:rect l="l" t="t" r="r" b="b"/>
              <a:pathLst>
                <a:path w="10160" h="283210">
                  <a:moveTo>
                    <a:pt x="10160" y="279400"/>
                  </a:moveTo>
                  <a:lnTo>
                    <a:pt x="0" y="279400"/>
                  </a:lnTo>
                  <a:lnTo>
                    <a:pt x="0" y="283197"/>
                  </a:lnTo>
                  <a:lnTo>
                    <a:pt x="10160" y="283197"/>
                  </a:lnTo>
                  <a:lnTo>
                    <a:pt x="10160" y="279400"/>
                  </a:lnTo>
                  <a:close/>
                </a:path>
                <a:path w="10160" h="283210">
                  <a:moveTo>
                    <a:pt x="10160" y="276860"/>
                  </a:moveTo>
                  <a:lnTo>
                    <a:pt x="0" y="276860"/>
                  </a:lnTo>
                  <a:lnTo>
                    <a:pt x="0" y="279387"/>
                  </a:lnTo>
                  <a:lnTo>
                    <a:pt x="10160" y="279387"/>
                  </a:lnTo>
                  <a:lnTo>
                    <a:pt x="10160" y="276860"/>
                  </a:lnTo>
                  <a:close/>
                </a:path>
                <a:path w="10160" h="283210">
                  <a:moveTo>
                    <a:pt x="10160" y="273050"/>
                  </a:moveTo>
                  <a:lnTo>
                    <a:pt x="0" y="273050"/>
                  </a:lnTo>
                  <a:lnTo>
                    <a:pt x="0" y="276847"/>
                  </a:lnTo>
                  <a:lnTo>
                    <a:pt x="10160" y="276847"/>
                  </a:lnTo>
                  <a:lnTo>
                    <a:pt x="10160" y="273050"/>
                  </a:lnTo>
                  <a:close/>
                </a:path>
                <a:path w="10160" h="283210">
                  <a:moveTo>
                    <a:pt x="10160" y="270510"/>
                  </a:moveTo>
                  <a:lnTo>
                    <a:pt x="0" y="270510"/>
                  </a:lnTo>
                  <a:lnTo>
                    <a:pt x="0" y="273037"/>
                  </a:lnTo>
                  <a:lnTo>
                    <a:pt x="10160" y="273037"/>
                  </a:lnTo>
                  <a:lnTo>
                    <a:pt x="10160" y="270510"/>
                  </a:lnTo>
                  <a:close/>
                </a:path>
                <a:path w="10160" h="283210">
                  <a:moveTo>
                    <a:pt x="10160" y="266700"/>
                  </a:moveTo>
                  <a:lnTo>
                    <a:pt x="0" y="266700"/>
                  </a:lnTo>
                  <a:lnTo>
                    <a:pt x="0" y="270497"/>
                  </a:lnTo>
                  <a:lnTo>
                    <a:pt x="10160" y="270497"/>
                  </a:lnTo>
                  <a:lnTo>
                    <a:pt x="10160" y="266700"/>
                  </a:lnTo>
                  <a:close/>
                </a:path>
                <a:path w="10160" h="283210">
                  <a:moveTo>
                    <a:pt x="10160" y="264160"/>
                  </a:moveTo>
                  <a:lnTo>
                    <a:pt x="0" y="264160"/>
                  </a:lnTo>
                  <a:lnTo>
                    <a:pt x="0" y="266687"/>
                  </a:lnTo>
                  <a:lnTo>
                    <a:pt x="10160" y="266687"/>
                  </a:lnTo>
                  <a:lnTo>
                    <a:pt x="10160" y="264160"/>
                  </a:lnTo>
                  <a:close/>
                </a:path>
                <a:path w="10160" h="283210">
                  <a:moveTo>
                    <a:pt x="1016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0160" y="264147"/>
                  </a:lnTo>
                  <a:lnTo>
                    <a:pt x="10160" y="260350"/>
                  </a:lnTo>
                  <a:close/>
                </a:path>
                <a:path w="10160" h="283210">
                  <a:moveTo>
                    <a:pt x="1016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0160" y="260337"/>
                  </a:lnTo>
                  <a:lnTo>
                    <a:pt x="10160" y="257810"/>
                  </a:lnTo>
                  <a:close/>
                </a:path>
                <a:path w="10160" h="283210">
                  <a:moveTo>
                    <a:pt x="1016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0160" y="257797"/>
                  </a:lnTo>
                  <a:lnTo>
                    <a:pt x="10160" y="254000"/>
                  </a:lnTo>
                  <a:close/>
                </a:path>
                <a:path w="10160" h="283210">
                  <a:moveTo>
                    <a:pt x="1016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0160" y="253987"/>
                  </a:lnTo>
                  <a:lnTo>
                    <a:pt x="10160" y="251460"/>
                  </a:lnTo>
                  <a:close/>
                </a:path>
                <a:path w="10160" h="283210">
                  <a:moveTo>
                    <a:pt x="1016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0160" y="251447"/>
                  </a:lnTo>
                  <a:lnTo>
                    <a:pt x="10160" y="247650"/>
                  </a:lnTo>
                  <a:close/>
                </a:path>
                <a:path w="10160" h="283210">
                  <a:moveTo>
                    <a:pt x="1016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0160" y="247637"/>
                  </a:lnTo>
                  <a:lnTo>
                    <a:pt x="10160" y="245110"/>
                  </a:lnTo>
                  <a:close/>
                </a:path>
                <a:path w="10160" h="283210">
                  <a:moveTo>
                    <a:pt x="1016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0160" y="245097"/>
                  </a:lnTo>
                  <a:lnTo>
                    <a:pt x="10160" y="241300"/>
                  </a:lnTo>
                  <a:close/>
                </a:path>
                <a:path w="10160" h="283210">
                  <a:moveTo>
                    <a:pt x="1016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0160" y="241287"/>
                  </a:lnTo>
                  <a:lnTo>
                    <a:pt x="10160" y="238760"/>
                  </a:lnTo>
                  <a:close/>
                </a:path>
                <a:path w="10160" h="283210">
                  <a:moveTo>
                    <a:pt x="1016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0160" y="238747"/>
                  </a:lnTo>
                  <a:lnTo>
                    <a:pt x="10160" y="234950"/>
                  </a:lnTo>
                  <a:close/>
                </a:path>
                <a:path w="10160" h="283210">
                  <a:moveTo>
                    <a:pt x="1016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0160" y="234937"/>
                  </a:lnTo>
                  <a:lnTo>
                    <a:pt x="10160" y="232410"/>
                  </a:lnTo>
                  <a:close/>
                </a:path>
                <a:path w="10160" h="283210">
                  <a:moveTo>
                    <a:pt x="1016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0160" y="232397"/>
                  </a:lnTo>
                  <a:lnTo>
                    <a:pt x="10160" y="228600"/>
                  </a:lnTo>
                  <a:close/>
                </a:path>
                <a:path w="10160" h="283210">
                  <a:moveTo>
                    <a:pt x="1016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0160" y="228587"/>
                  </a:lnTo>
                  <a:lnTo>
                    <a:pt x="10160" y="226060"/>
                  </a:lnTo>
                  <a:close/>
                </a:path>
                <a:path w="10160" h="283210">
                  <a:moveTo>
                    <a:pt x="1016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0160" y="226047"/>
                  </a:lnTo>
                  <a:lnTo>
                    <a:pt x="10160" y="222250"/>
                  </a:lnTo>
                  <a:close/>
                </a:path>
                <a:path w="10160" h="283210">
                  <a:moveTo>
                    <a:pt x="1016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0160" y="222237"/>
                  </a:lnTo>
                  <a:lnTo>
                    <a:pt x="10160" y="219710"/>
                  </a:lnTo>
                  <a:close/>
                </a:path>
                <a:path w="10160" h="283210">
                  <a:moveTo>
                    <a:pt x="1016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0160" y="219697"/>
                  </a:lnTo>
                  <a:lnTo>
                    <a:pt x="10160" y="215900"/>
                  </a:lnTo>
                  <a:close/>
                </a:path>
                <a:path w="10160" h="283210">
                  <a:moveTo>
                    <a:pt x="1016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0160" y="215887"/>
                  </a:lnTo>
                  <a:lnTo>
                    <a:pt x="10160" y="213360"/>
                  </a:lnTo>
                  <a:close/>
                </a:path>
                <a:path w="10160" h="283210">
                  <a:moveTo>
                    <a:pt x="1016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0160" y="213347"/>
                  </a:lnTo>
                  <a:lnTo>
                    <a:pt x="10160" y="209550"/>
                  </a:lnTo>
                  <a:close/>
                </a:path>
                <a:path w="10160" h="283210">
                  <a:moveTo>
                    <a:pt x="1016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0160" y="209537"/>
                  </a:lnTo>
                  <a:lnTo>
                    <a:pt x="10160" y="207010"/>
                  </a:lnTo>
                  <a:close/>
                </a:path>
                <a:path w="10160" h="283210">
                  <a:moveTo>
                    <a:pt x="1016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0160" y="206997"/>
                  </a:lnTo>
                  <a:lnTo>
                    <a:pt x="10160" y="203200"/>
                  </a:lnTo>
                  <a:close/>
                </a:path>
                <a:path w="10160" h="283210">
                  <a:moveTo>
                    <a:pt x="1016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0160" y="203187"/>
                  </a:lnTo>
                  <a:lnTo>
                    <a:pt x="10160" y="200660"/>
                  </a:lnTo>
                  <a:close/>
                </a:path>
                <a:path w="10160" h="283210">
                  <a:moveTo>
                    <a:pt x="1016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0160" y="200647"/>
                  </a:lnTo>
                  <a:lnTo>
                    <a:pt x="10160" y="196850"/>
                  </a:lnTo>
                  <a:close/>
                </a:path>
                <a:path w="10160" h="283210">
                  <a:moveTo>
                    <a:pt x="1016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0160" y="196837"/>
                  </a:lnTo>
                  <a:lnTo>
                    <a:pt x="10160" y="194310"/>
                  </a:lnTo>
                  <a:close/>
                </a:path>
                <a:path w="10160" h="283210">
                  <a:moveTo>
                    <a:pt x="1016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0160" y="194297"/>
                  </a:lnTo>
                  <a:lnTo>
                    <a:pt x="10160" y="190500"/>
                  </a:lnTo>
                  <a:close/>
                </a:path>
                <a:path w="10160" h="283210">
                  <a:moveTo>
                    <a:pt x="1016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0160" y="190487"/>
                  </a:lnTo>
                  <a:lnTo>
                    <a:pt x="10160" y="187960"/>
                  </a:lnTo>
                  <a:close/>
                </a:path>
                <a:path w="10160" h="283210">
                  <a:moveTo>
                    <a:pt x="1016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0160" y="187947"/>
                  </a:lnTo>
                  <a:lnTo>
                    <a:pt x="10160" y="184150"/>
                  </a:lnTo>
                  <a:close/>
                </a:path>
                <a:path w="10160" h="283210">
                  <a:moveTo>
                    <a:pt x="1016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0160" y="184137"/>
                  </a:lnTo>
                  <a:lnTo>
                    <a:pt x="10160" y="181610"/>
                  </a:lnTo>
                  <a:close/>
                </a:path>
                <a:path w="10160" h="283210">
                  <a:moveTo>
                    <a:pt x="1016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0160" y="181597"/>
                  </a:lnTo>
                  <a:lnTo>
                    <a:pt x="10160" y="177800"/>
                  </a:lnTo>
                  <a:close/>
                </a:path>
                <a:path w="10160" h="283210">
                  <a:moveTo>
                    <a:pt x="1016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0160" y="177787"/>
                  </a:lnTo>
                  <a:lnTo>
                    <a:pt x="10160" y="175260"/>
                  </a:lnTo>
                  <a:close/>
                </a:path>
                <a:path w="10160" h="283210">
                  <a:moveTo>
                    <a:pt x="10160" y="114300"/>
                  </a:moveTo>
                  <a:lnTo>
                    <a:pt x="0" y="114300"/>
                  </a:lnTo>
                  <a:lnTo>
                    <a:pt x="0" y="175247"/>
                  </a:lnTo>
                  <a:lnTo>
                    <a:pt x="10160" y="175247"/>
                  </a:lnTo>
                  <a:lnTo>
                    <a:pt x="10160" y="114300"/>
                  </a:lnTo>
                  <a:close/>
                </a:path>
                <a:path w="10160" h="283210">
                  <a:moveTo>
                    <a:pt x="1016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0160" y="114287"/>
                  </a:lnTo>
                  <a:lnTo>
                    <a:pt x="10160" y="111760"/>
                  </a:lnTo>
                  <a:close/>
                </a:path>
                <a:path w="10160" h="283210">
                  <a:moveTo>
                    <a:pt x="1016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0160" y="111747"/>
                  </a:lnTo>
                  <a:lnTo>
                    <a:pt x="10160" y="107950"/>
                  </a:lnTo>
                  <a:close/>
                </a:path>
                <a:path w="10160" h="283210">
                  <a:moveTo>
                    <a:pt x="1016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0160" y="107937"/>
                  </a:lnTo>
                  <a:lnTo>
                    <a:pt x="10160" y="105410"/>
                  </a:lnTo>
                  <a:close/>
                </a:path>
                <a:path w="10160" h="283210">
                  <a:moveTo>
                    <a:pt x="1016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0160" y="105397"/>
                  </a:lnTo>
                  <a:lnTo>
                    <a:pt x="10160" y="101600"/>
                  </a:lnTo>
                  <a:close/>
                </a:path>
                <a:path w="10160" h="283210">
                  <a:moveTo>
                    <a:pt x="1016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0160" y="101587"/>
                  </a:lnTo>
                  <a:lnTo>
                    <a:pt x="10160" y="99060"/>
                  </a:lnTo>
                  <a:close/>
                </a:path>
                <a:path w="10160" h="283210">
                  <a:moveTo>
                    <a:pt x="1016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0160" y="99047"/>
                  </a:lnTo>
                  <a:lnTo>
                    <a:pt x="10160" y="95250"/>
                  </a:lnTo>
                  <a:close/>
                </a:path>
                <a:path w="10160" h="283210">
                  <a:moveTo>
                    <a:pt x="1016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0160" y="95237"/>
                  </a:lnTo>
                  <a:lnTo>
                    <a:pt x="10160" y="92710"/>
                  </a:lnTo>
                  <a:close/>
                </a:path>
                <a:path w="10160" h="283210">
                  <a:moveTo>
                    <a:pt x="1016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0160" y="92697"/>
                  </a:lnTo>
                  <a:lnTo>
                    <a:pt x="10160" y="88900"/>
                  </a:lnTo>
                  <a:close/>
                </a:path>
                <a:path w="10160" h="283210">
                  <a:moveTo>
                    <a:pt x="1016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0160" y="88887"/>
                  </a:lnTo>
                  <a:lnTo>
                    <a:pt x="10160" y="86360"/>
                  </a:lnTo>
                  <a:close/>
                </a:path>
                <a:path w="10160" h="283210">
                  <a:moveTo>
                    <a:pt x="1016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0160" y="86347"/>
                  </a:lnTo>
                  <a:lnTo>
                    <a:pt x="10160" y="82550"/>
                  </a:lnTo>
                  <a:close/>
                </a:path>
                <a:path w="10160" h="283210">
                  <a:moveTo>
                    <a:pt x="1016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0160" y="82537"/>
                  </a:lnTo>
                  <a:lnTo>
                    <a:pt x="10160" y="80010"/>
                  </a:lnTo>
                  <a:close/>
                </a:path>
                <a:path w="10160" h="283210">
                  <a:moveTo>
                    <a:pt x="1016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0160" y="79997"/>
                  </a:lnTo>
                  <a:lnTo>
                    <a:pt x="10160" y="76200"/>
                  </a:lnTo>
                  <a:close/>
                </a:path>
                <a:path w="10160" h="283210">
                  <a:moveTo>
                    <a:pt x="1016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0160" y="76187"/>
                  </a:lnTo>
                  <a:lnTo>
                    <a:pt x="10160" y="73660"/>
                  </a:lnTo>
                  <a:close/>
                </a:path>
                <a:path w="10160" h="283210">
                  <a:moveTo>
                    <a:pt x="1016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0160" y="73647"/>
                  </a:lnTo>
                  <a:lnTo>
                    <a:pt x="10160" y="69850"/>
                  </a:lnTo>
                  <a:close/>
                </a:path>
                <a:path w="10160" h="283210">
                  <a:moveTo>
                    <a:pt x="1016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0160" y="69837"/>
                  </a:lnTo>
                  <a:lnTo>
                    <a:pt x="10160" y="67310"/>
                  </a:lnTo>
                  <a:close/>
                </a:path>
                <a:path w="10160" h="283210">
                  <a:moveTo>
                    <a:pt x="1016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0160" y="67297"/>
                  </a:lnTo>
                  <a:lnTo>
                    <a:pt x="10160" y="63500"/>
                  </a:lnTo>
                  <a:close/>
                </a:path>
                <a:path w="10160" h="283210">
                  <a:moveTo>
                    <a:pt x="1016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0160" y="63487"/>
                  </a:lnTo>
                  <a:lnTo>
                    <a:pt x="10160" y="60960"/>
                  </a:lnTo>
                  <a:close/>
                </a:path>
                <a:path w="10160" h="283210">
                  <a:moveTo>
                    <a:pt x="1016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0160" y="60947"/>
                  </a:lnTo>
                  <a:lnTo>
                    <a:pt x="10160" y="57150"/>
                  </a:lnTo>
                  <a:close/>
                </a:path>
                <a:path w="10160" h="283210">
                  <a:moveTo>
                    <a:pt x="1016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0160" y="57137"/>
                  </a:lnTo>
                  <a:lnTo>
                    <a:pt x="10160" y="54610"/>
                  </a:lnTo>
                  <a:close/>
                </a:path>
                <a:path w="10160" h="283210">
                  <a:moveTo>
                    <a:pt x="1016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0160" y="54597"/>
                  </a:lnTo>
                  <a:lnTo>
                    <a:pt x="10160" y="50800"/>
                  </a:lnTo>
                  <a:close/>
                </a:path>
                <a:path w="10160" h="283210">
                  <a:moveTo>
                    <a:pt x="1016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0160" y="50787"/>
                  </a:lnTo>
                  <a:lnTo>
                    <a:pt x="10160" y="48260"/>
                  </a:lnTo>
                  <a:close/>
                </a:path>
                <a:path w="10160" h="283210">
                  <a:moveTo>
                    <a:pt x="1016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0160" y="48247"/>
                  </a:lnTo>
                  <a:lnTo>
                    <a:pt x="10160" y="44450"/>
                  </a:lnTo>
                  <a:close/>
                </a:path>
                <a:path w="10160" h="283210">
                  <a:moveTo>
                    <a:pt x="1016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0160" y="44437"/>
                  </a:lnTo>
                  <a:lnTo>
                    <a:pt x="10160" y="41910"/>
                  </a:lnTo>
                  <a:close/>
                </a:path>
                <a:path w="10160" h="283210">
                  <a:moveTo>
                    <a:pt x="1016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0160" y="41897"/>
                  </a:lnTo>
                  <a:lnTo>
                    <a:pt x="10160" y="38100"/>
                  </a:lnTo>
                  <a:close/>
                </a:path>
                <a:path w="10160" h="283210">
                  <a:moveTo>
                    <a:pt x="1016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0160" y="38087"/>
                  </a:lnTo>
                  <a:lnTo>
                    <a:pt x="10160" y="35560"/>
                  </a:lnTo>
                  <a:close/>
                </a:path>
                <a:path w="10160" h="283210">
                  <a:moveTo>
                    <a:pt x="1016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0160" y="35547"/>
                  </a:lnTo>
                  <a:lnTo>
                    <a:pt x="10160" y="31750"/>
                  </a:lnTo>
                  <a:close/>
                </a:path>
                <a:path w="10160" h="283210">
                  <a:moveTo>
                    <a:pt x="1016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0160" y="31737"/>
                  </a:lnTo>
                  <a:lnTo>
                    <a:pt x="10160" y="29210"/>
                  </a:lnTo>
                  <a:close/>
                </a:path>
                <a:path w="10160" h="28321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8321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8321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8321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8321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8321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8321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8321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8321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D6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1028">
              <a:extLst>
                <a:ext uri="{FF2B5EF4-FFF2-40B4-BE49-F238E27FC236}">
                  <a16:creationId xmlns:a16="http://schemas.microsoft.com/office/drawing/2014/main" id="{1ECEEDC2-4D42-02C7-F1A1-DF18833BCD25}"/>
                </a:ext>
              </a:extLst>
            </p:cNvPr>
            <p:cNvSpPr/>
            <p:nvPr/>
          </p:nvSpPr>
          <p:spPr>
            <a:xfrm>
              <a:off x="4606290" y="5661672"/>
              <a:ext cx="10160" cy="11430"/>
            </a:xfrm>
            <a:custGeom>
              <a:avLst/>
              <a:gdLst/>
              <a:ahLst/>
              <a:cxnLst/>
              <a:rect l="l" t="t" r="r" b="b"/>
              <a:pathLst>
                <a:path w="10160" h="11429">
                  <a:moveTo>
                    <a:pt x="10160" y="10160"/>
                  </a:moveTo>
                  <a:lnTo>
                    <a:pt x="0" y="10160"/>
                  </a:lnTo>
                  <a:lnTo>
                    <a:pt x="0" y="11417"/>
                  </a:lnTo>
                  <a:lnTo>
                    <a:pt x="10160" y="11417"/>
                  </a:lnTo>
                  <a:lnTo>
                    <a:pt x="10160" y="10160"/>
                  </a:lnTo>
                  <a:close/>
                </a:path>
                <a:path w="10160" h="11429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11429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11429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D6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1029">
              <a:extLst>
                <a:ext uri="{FF2B5EF4-FFF2-40B4-BE49-F238E27FC236}">
                  <a16:creationId xmlns:a16="http://schemas.microsoft.com/office/drawing/2014/main" id="{92A78CD1-6093-AC0E-D766-B33354049869}"/>
                </a:ext>
              </a:extLst>
            </p:cNvPr>
            <p:cNvSpPr/>
            <p:nvPr/>
          </p:nvSpPr>
          <p:spPr>
            <a:xfrm>
              <a:off x="4616450" y="5382272"/>
              <a:ext cx="11430" cy="283210"/>
            </a:xfrm>
            <a:custGeom>
              <a:avLst/>
              <a:gdLst/>
              <a:ahLst/>
              <a:cxnLst/>
              <a:rect l="l" t="t" r="r" b="b"/>
              <a:pathLst>
                <a:path w="11429" h="283210">
                  <a:moveTo>
                    <a:pt x="11430" y="279400"/>
                  </a:moveTo>
                  <a:lnTo>
                    <a:pt x="0" y="279400"/>
                  </a:lnTo>
                  <a:lnTo>
                    <a:pt x="0" y="283197"/>
                  </a:lnTo>
                  <a:lnTo>
                    <a:pt x="11430" y="283197"/>
                  </a:lnTo>
                  <a:lnTo>
                    <a:pt x="11430" y="279400"/>
                  </a:lnTo>
                  <a:close/>
                </a:path>
                <a:path w="11429" h="283210">
                  <a:moveTo>
                    <a:pt x="11430" y="276860"/>
                  </a:moveTo>
                  <a:lnTo>
                    <a:pt x="0" y="276860"/>
                  </a:lnTo>
                  <a:lnTo>
                    <a:pt x="0" y="279387"/>
                  </a:lnTo>
                  <a:lnTo>
                    <a:pt x="11430" y="279387"/>
                  </a:lnTo>
                  <a:lnTo>
                    <a:pt x="11430" y="276860"/>
                  </a:lnTo>
                  <a:close/>
                </a:path>
                <a:path w="11429" h="283210">
                  <a:moveTo>
                    <a:pt x="11430" y="273050"/>
                  </a:moveTo>
                  <a:lnTo>
                    <a:pt x="0" y="273050"/>
                  </a:lnTo>
                  <a:lnTo>
                    <a:pt x="0" y="276847"/>
                  </a:lnTo>
                  <a:lnTo>
                    <a:pt x="11430" y="276847"/>
                  </a:lnTo>
                  <a:lnTo>
                    <a:pt x="11430" y="273050"/>
                  </a:lnTo>
                  <a:close/>
                </a:path>
                <a:path w="11429" h="283210">
                  <a:moveTo>
                    <a:pt x="11430" y="270510"/>
                  </a:moveTo>
                  <a:lnTo>
                    <a:pt x="0" y="270510"/>
                  </a:lnTo>
                  <a:lnTo>
                    <a:pt x="0" y="273037"/>
                  </a:lnTo>
                  <a:lnTo>
                    <a:pt x="11430" y="273037"/>
                  </a:lnTo>
                  <a:lnTo>
                    <a:pt x="11430" y="270510"/>
                  </a:lnTo>
                  <a:close/>
                </a:path>
                <a:path w="11429" h="283210">
                  <a:moveTo>
                    <a:pt x="11430" y="266700"/>
                  </a:moveTo>
                  <a:lnTo>
                    <a:pt x="0" y="266700"/>
                  </a:lnTo>
                  <a:lnTo>
                    <a:pt x="0" y="270497"/>
                  </a:lnTo>
                  <a:lnTo>
                    <a:pt x="11430" y="270497"/>
                  </a:lnTo>
                  <a:lnTo>
                    <a:pt x="11430" y="266700"/>
                  </a:lnTo>
                  <a:close/>
                </a:path>
                <a:path w="11429" h="283210">
                  <a:moveTo>
                    <a:pt x="11430" y="264160"/>
                  </a:moveTo>
                  <a:lnTo>
                    <a:pt x="0" y="264160"/>
                  </a:lnTo>
                  <a:lnTo>
                    <a:pt x="0" y="266687"/>
                  </a:lnTo>
                  <a:lnTo>
                    <a:pt x="11430" y="266687"/>
                  </a:lnTo>
                  <a:lnTo>
                    <a:pt x="11430" y="264160"/>
                  </a:lnTo>
                  <a:close/>
                </a:path>
                <a:path w="11429" h="283210">
                  <a:moveTo>
                    <a:pt x="1143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1430" y="264147"/>
                  </a:lnTo>
                  <a:lnTo>
                    <a:pt x="11430" y="260350"/>
                  </a:lnTo>
                  <a:close/>
                </a:path>
                <a:path w="11429" h="283210">
                  <a:moveTo>
                    <a:pt x="1143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1430" y="260337"/>
                  </a:lnTo>
                  <a:lnTo>
                    <a:pt x="11430" y="257810"/>
                  </a:lnTo>
                  <a:close/>
                </a:path>
                <a:path w="11429" h="283210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83210">
                  <a:moveTo>
                    <a:pt x="1143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51460"/>
                  </a:lnTo>
                  <a:close/>
                </a:path>
                <a:path w="11429" h="283210">
                  <a:moveTo>
                    <a:pt x="1143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1430" y="251447"/>
                  </a:lnTo>
                  <a:lnTo>
                    <a:pt x="11430" y="247650"/>
                  </a:lnTo>
                  <a:close/>
                </a:path>
                <a:path w="11429" h="283210">
                  <a:moveTo>
                    <a:pt x="1143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5110"/>
                  </a:lnTo>
                  <a:close/>
                </a:path>
                <a:path w="11429" h="283210">
                  <a:moveTo>
                    <a:pt x="1143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1430" y="245097"/>
                  </a:lnTo>
                  <a:lnTo>
                    <a:pt x="11430" y="241300"/>
                  </a:lnTo>
                  <a:close/>
                </a:path>
                <a:path w="11429" h="283210">
                  <a:moveTo>
                    <a:pt x="1143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8760"/>
                  </a:lnTo>
                  <a:close/>
                </a:path>
                <a:path w="11429" h="283210">
                  <a:moveTo>
                    <a:pt x="1143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1430" y="238747"/>
                  </a:lnTo>
                  <a:lnTo>
                    <a:pt x="11430" y="234950"/>
                  </a:lnTo>
                  <a:close/>
                </a:path>
                <a:path w="11429" h="283210">
                  <a:moveTo>
                    <a:pt x="1143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1430" y="234937"/>
                  </a:lnTo>
                  <a:lnTo>
                    <a:pt x="11430" y="232410"/>
                  </a:lnTo>
                  <a:close/>
                </a:path>
                <a:path w="11429" h="283210">
                  <a:moveTo>
                    <a:pt x="1143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8600"/>
                  </a:lnTo>
                  <a:close/>
                </a:path>
                <a:path w="11429" h="283210">
                  <a:moveTo>
                    <a:pt x="1143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1430" y="228587"/>
                  </a:lnTo>
                  <a:lnTo>
                    <a:pt x="11430" y="226060"/>
                  </a:lnTo>
                  <a:close/>
                </a:path>
                <a:path w="11429" h="283210">
                  <a:moveTo>
                    <a:pt x="1143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1430" y="226047"/>
                  </a:lnTo>
                  <a:lnTo>
                    <a:pt x="11430" y="222250"/>
                  </a:lnTo>
                  <a:close/>
                </a:path>
                <a:path w="11429" h="283210">
                  <a:moveTo>
                    <a:pt x="1143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9710"/>
                  </a:lnTo>
                  <a:close/>
                </a:path>
                <a:path w="11429" h="283210">
                  <a:moveTo>
                    <a:pt x="1143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1430" y="219697"/>
                  </a:lnTo>
                  <a:lnTo>
                    <a:pt x="11430" y="215900"/>
                  </a:lnTo>
                  <a:close/>
                </a:path>
                <a:path w="11429" h="283210">
                  <a:moveTo>
                    <a:pt x="1143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13360"/>
                  </a:lnTo>
                  <a:close/>
                </a:path>
                <a:path w="11429" h="283210">
                  <a:moveTo>
                    <a:pt x="1143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1430" y="213347"/>
                  </a:lnTo>
                  <a:lnTo>
                    <a:pt x="11430" y="209550"/>
                  </a:lnTo>
                  <a:close/>
                </a:path>
                <a:path w="11429" h="283210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83210">
                  <a:moveTo>
                    <a:pt x="1143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3200"/>
                  </a:lnTo>
                  <a:close/>
                </a:path>
                <a:path w="11429" h="283210">
                  <a:moveTo>
                    <a:pt x="1143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1430" y="203187"/>
                  </a:lnTo>
                  <a:lnTo>
                    <a:pt x="11430" y="200660"/>
                  </a:lnTo>
                  <a:close/>
                </a:path>
                <a:path w="11429" h="283210">
                  <a:moveTo>
                    <a:pt x="1143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6850"/>
                  </a:lnTo>
                  <a:close/>
                </a:path>
                <a:path w="11429" h="283210">
                  <a:moveTo>
                    <a:pt x="1143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1430" y="196837"/>
                  </a:lnTo>
                  <a:lnTo>
                    <a:pt x="11430" y="194310"/>
                  </a:lnTo>
                  <a:close/>
                </a:path>
                <a:path w="11429" h="283210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83210">
                  <a:moveTo>
                    <a:pt x="1143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7960"/>
                  </a:lnTo>
                  <a:close/>
                </a:path>
                <a:path w="11429" h="283210">
                  <a:moveTo>
                    <a:pt x="1143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1430" y="187947"/>
                  </a:lnTo>
                  <a:lnTo>
                    <a:pt x="11430" y="184150"/>
                  </a:lnTo>
                  <a:close/>
                </a:path>
                <a:path w="11429" h="283210">
                  <a:moveTo>
                    <a:pt x="1143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81610"/>
                  </a:lnTo>
                  <a:close/>
                </a:path>
                <a:path w="11429" h="283210">
                  <a:moveTo>
                    <a:pt x="1143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1430" y="181597"/>
                  </a:lnTo>
                  <a:lnTo>
                    <a:pt x="11430" y="177800"/>
                  </a:lnTo>
                  <a:close/>
                </a:path>
                <a:path w="11429" h="283210">
                  <a:moveTo>
                    <a:pt x="1143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1430" y="177787"/>
                  </a:lnTo>
                  <a:lnTo>
                    <a:pt x="11430" y="175260"/>
                  </a:lnTo>
                  <a:close/>
                </a:path>
                <a:path w="11429" h="283210">
                  <a:moveTo>
                    <a:pt x="11430" y="114300"/>
                  </a:moveTo>
                  <a:lnTo>
                    <a:pt x="0" y="114300"/>
                  </a:lnTo>
                  <a:lnTo>
                    <a:pt x="0" y="175247"/>
                  </a:lnTo>
                  <a:lnTo>
                    <a:pt x="11430" y="175247"/>
                  </a:lnTo>
                  <a:lnTo>
                    <a:pt x="11430" y="114300"/>
                  </a:lnTo>
                  <a:close/>
                </a:path>
                <a:path w="11429" h="283210">
                  <a:moveTo>
                    <a:pt x="1143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11760"/>
                  </a:lnTo>
                  <a:close/>
                </a:path>
                <a:path w="11429" h="283210">
                  <a:moveTo>
                    <a:pt x="1143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1430" y="111747"/>
                  </a:lnTo>
                  <a:lnTo>
                    <a:pt x="11430" y="107950"/>
                  </a:lnTo>
                  <a:close/>
                </a:path>
                <a:path w="11429" h="283210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83210">
                  <a:moveTo>
                    <a:pt x="1143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101600"/>
                  </a:lnTo>
                  <a:close/>
                </a:path>
                <a:path w="11429" h="283210">
                  <a:moveTo>
                    <a:pt x="1143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1430" y="101587"/>
                  </a:lnTo>
                  <a:lnTo>
                    <a:pt x="11430" y="99060"/>
                  </a:lnTo>
                  <a:close/>
                </a:path>
                <a:path w="11429" h="283210">
                  <a:moveTo>
                    <a:pt x="1143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5250"/>
                  </a:lnTo>
                  <a:close/>
                </a:path>
                <a:path w="11429" h="283210">
                  <a:moveTo>
                    <a:pt x="1143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1430" y="95237"/>
                  </a:lnTo>
                  <a:lnTo>
                    <a:pt x="11430" y="92710"/>
                  </a:lnTo>
                  <a:close/>
                </a:path>
                <a:path w="11429" h="283210">
                  <a:moveTo>
                    <a:pt x="1143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8900"/>
                  </a:lnTo>
                  <a:close/>
                </a:path>
                <a:path w="11429" h="283210">
                  <a:moveTo>
                    <a:pt x="1143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1430" y="88887"/>
                  </a:lnTo>
                  <a:lnTo>
                    <a:pt x="11430" y="86360"/>
                  </a:lnTo>
                  <a:close/>
                </a:path>
                <a:path w="11429" h="283210">
                  <a:moveTo>
                    <a:pt x="1143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1430" y="86347"/>
                  </a:lnTo>
                  <a:lnTo>
                    <a:pt x="11430" y="82550"/>
                  </a:lnTo>
                  <a:close/>
                </a:path>
                <a:path w="11429" h="283210">
                  <a:moveTo>
                    <a:pt x="1143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80010"/>
                  </a:lnTo>
                  <a:close/>
                </a:path>
                <a:path w="11429" h="283210">
                  <a:moveTo>
                    <a:pt x="1143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1430" y="79997"/>
                  </a:lnTo>
                  <a:lnTo>
                    <a:pt x="11430" y="76200"/>
                  </a:lnTo>
                  <a:close/>
                </a:path>
                <a:path w="11429" h="283210">
                  <a:moveTo>
                    <a:pt x="1143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73660"/>
                  </a:lnTo>
                  <a:close/>
                </a:path>
                <a:path w="11429" h="283210">
                  <a:moveTo>
                    <a:pt x="1143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1430" y="73647"/>
                  </a:lnTo>
                  <a:lnTo>
                    <a:pt x="11430" y="69850"/>
                  </a:lnTo>
                  <a:close/>
                </a:path>
                <a:path w="11429" h="283210">
                  <a:moveTo>
                    <a:pt x="1143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7310"/>
                  </a:lnTo>
                  <a:close/>
                </a:path>
                <a:path w="11429" h="283210">
                  <a:moveTo>
                    <a:pt x="1143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1430" y="67297"/>
                  </a:lnTo>
                  <a:lnTo>
                    <a:pt x="11430" y="63500"/>
                  </a:lnTo>
                  <a:close/>
                </a:path>
                <a:path w="11429" h="283210">
                  <a:moveTo>
                    <a:pt x="1143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1430" y="63487"/>
                  </a:lnTo>
                  <a:lnTo>
                    <a:pt x="11430" y="60960"/>
                  </a:lnTo>
                  <a:close/>
                </a:path>
                <a:path w="11429" h="283210">
                  <a:moveTo>
                    <a:pt x="1143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7150"/>
                  </a:lnTo>
                  <a:close/>
                </a:path>
                <a:path w="11429" h="283210">
                  <a:moveTo>
                    <a:pt x="1143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1430" y="57137"/>
                  </a:lnTo>
                  <a:lnTo>
                    <a:pt x="11430" y="54610"/>
                  </a:lnTo>
                  <a:close/>
                </a:path>
                <a:path w="11429" h="283210">
                  <a:moveTo>
                    <a:pt x="1143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50800"/>
                  </a:lnTo>
                  <a:close/>
                </a:path>
                <a:path w="11429" h="283210">
                  <a:moveTo>
                    <a:pt x="1143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1430" y="50787"/>
                  </a:lnTo>
                  <a:lnTo>
                    <a:pt x="11430" y="48260"/>
                  </a:lnTo>
                  <a:close/>
                </a:path>
                <a:path w="11429" h="283210">
                  <a:moveTo>
                    <a:pt x="1143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1430" y="48247"/>
                  </a:lnTo>
                  <a:lnTo>
                    <a:pt x="11430" y="44450"/>
                  </a:lnTo>
                  <a:close/>
                </a:path>
                <a:path w="11429" h="283210">
                  <a:moveTo>
                    <a:pt x="1143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41910"/>
                  </a:lnTo>
                  <a:close/>
                </a:path>
                <a:path w="11429" h="283210">
                  <a:moveTo>
                    <a:pt x="1143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1430" y="41897"/>
                  </a:lnTo>
                  <a:lnTo>
                    <a:pt x="11430" y="38100"/>
                  </a:lnTo>
                  <a:close/>
                </a:path>
                <a:path w="11429" h="283210">
                  <a:moveTo>
                    <a:pt x="1143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5560"/>
                  </a:lnTo>
                  <a:close/>
                </a:path>
                <a:path w="11429" h="283210">
                  <a:moveTo>
                    <a:pt x="1143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1430" y="35547"/>
                  </a:lnTo>
                  <a:lnTo>
                    <a:pt x="11430" y="31750"/>
                  </a:lnTo>
                  <a:close/>
                </a:path>
                <a:path w="11429" h="283210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8321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8321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8321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8321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8321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8321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8321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8321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8321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E6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1030">
              <a:extLst>
                <a:ext uri="{FF2B5EF4-FFF2-40B4-BE49-F238E27FC236}">
                  <a16:creationId xmlns:a16="http://schemas.microsoft.com/office/drawing/2014/main" id="{14B384EF-CFFD-0AE2-96E6-01770F02C7F0}"/>
                </a:ext>
              </a:extLst>
            </p:cNvPr>
            <p:cNvSpPr/>
            <p:nvPr/>
          </p:nvSpPr>
          <p:spPr>
            <a:xfrm>
              <a:off x="4616450" y="56616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160" y="10160"/>
                  </a:moveTo>
                  <a:lnTo>
                    <a:pt x="0" y="10160"/>
                  </a:lnTo>
                  <a:lnTo>
                    <a:pt x="0" y="11417"/>
                  </a:lnTo>
                  <a:lnTo>
                    <a:pt x="10160" y="11417"/>
                  </a:lnTo>
                  <a:lnTo>
                    <a:pt x="10160" y="10160"/>
                  </a:lnTo>
                  <a:close/>
                </a:path>
                <a:path w="11429" h="11429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11429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11429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E6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1031">
              <a:extLst>
                <a:ext uri="{FF2B5EF4-FFF2-40B4-BE49-F238E27FC236}">
                  <a16:creationId xmlns:a16="http://schemas.microsoft.com/office/drawing/2014/main" id="{0B403A71-DAB3-234D-052E-9F646BBECE0D}"/>
                </a:ext>
              </a:extLst>
            </p:cNvPr>
            <p:cNvSpPr/>
            <p:nvPr/>
          </p:nvSpPr>
          <p:spPr>
            <a:xfrm>
              <a:off x="4627880" y="5382272"/>
              <a:ext cx="10160" cy="283210"/>
            </a:xfrm>
            <a:custGeom>
              <a:avLst/>
              <a:gdLst/>
              <a:ahLst/>
              <a:cxnLst/>
              <a:rect l="l" t="t" r="r" b="b"/>
              <a:pathLst>
                <a:path w="10160" h="283210">
                  <a:moveTo>
                    <a:pt x="10160" y="279400"/>
                  </a:moveTo>
                  <a:lnTo>
                    <a:pt x="0" y="279400"/>
                  </a:lnTo>
                  <a:lnTo>
                    <a:pt x="0" y="283197"/>
                  </a:lnTo>
                  <a:lnTo>
                    <a:pt x="10160" y="283197"/>
                  </a:lnTo>
                  <a:lnTo>
                    <a:pt x="10160" y="279400"/>
                  </a:lnTo>
                  <a:close/>
                </a:path>
                <a:path w="10160" h="283210">
                  <a:moveTo>
                    <a:pt x="10160" y="276860"/>
                  </a:moveTo>
                  <a:lnTo>
                    <a:pt x="0" y="276860"/>
                  </a:lnTo>
                  <a:lnTo>
                    <a:pt x="0" y="279387"/>
                  </a:lnTo>
                  <a:lnTo>
                    <a:pt x="10160" y="279387"/>
                  </a:lnTo>
                  <a:lnTo>
                    <a:pt x="10160" y="276860"/>
                  </a:lnTo>
                  <a:close/>
                </a:path>
                <a:path w="10160" h="283210">
                  <a:moveTo>
                    <a:pt x="10160" y="273050"/>
                  </a:moveTo>
                  <a:lnTo>
                    <a:pt x="0" y="273050"/>
                  </a:lnTo>
                  <a:lnTo>
                    <a:pt x="0" y="276847"/>
                  </a:lnTo>
                  <a:lnTo>
                    <a:pt x="10160" y="276847"/>
                  </a:lnTo>
                  <a:lnTo>
                    <a:pt x="10160" y="273050"/>
                  </a:lnTo>
                  <a:close/>
                </a:path>
                <a:path w="10160" h="283210">
                  <a:moveTo>
                    <a:pt x="10160" y="270510"/>
                  </a:moveTo>
                  <a:lnTo>
                    <a:pt x="0" y="270510"/>
                  </a:lnTo>
                  <a:lnTo>
                    <a:pt x="0" y="273037"/>
                  </a:lnTo>
                  <a:lnTo>
                    <a:pt x="10160" y="273037"/>
                  </a:lnTo>
                  <a:lnTo>
                    <a:pt x="10160" y="270510"/>
                  </a:lnTo>
                  <a:close/>
                </a:path>
                <a:path w="10160" h="283210">
                  <a:moveTo>
                    <a:pt x="10160" y="266700"/>
                  </a:moveTo>
                  <a:lnTo>
                    <a:pt x="0" y="266700"/>
                  </a:lnTo>
                  <a:lnTo>
                    <a:pt x="0" y="270497"/>
                  </a:lnTo>
                  <a:lnTo>
                    <a:pt x="10160" y="270497"/>
                  </a:lnTo>
                  <a:lnTo>
                    <a:pt x="10160" y="266700"/>
                  </a:lnTo>
                  <a:close/>
                </a:path>
                <a:path w="10160" h="283210">
                  <a:moveTo>
                    <a:pt x="10160" y="264160"/>
                  </a:moveTo>
                  <a:lnTo>
                    <a:pt x="0" y="264160"/>
                  </a:lnTo>
                  <a:lnTo>
                    <a:pt x="0" y="266687"/>
                  </a:lnTo>
                  <a:lnTo>
                    <a:pt x="10160" y="266687"/>
                  </a:lnTo>
                  <a:lnTo>
                    <a:pt x="10160" y="264160"/>
                  </a:lnTo>
                  <a:close/>
                </a:path>
                <a:path w="10160" h="283210">
                  <a:moveTo>
                    <a:pt x="1016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0160" y="264147"/>
                  </a:lnTo>
                  <a:lnTo>
                    <a:pt x="10160" y="260350"/>
                  </a:lnTo>
                  <a:close/>
                </a:path>
                <a:path w="10160" h="283210">
                  <a:moveTo>
                    <a:pt x="1016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0160" y="260337"/>
                  </a:lnTo>
                  <a:lnTo>
                    <a:pt x="10160" y="257810"/>
                  </a:lnTo>
                  <a:close/>
                </a:path>
                <a:path w="10160" h="283210">
                  <a:moveTo>
                    <a:pt x="1016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0160" y="257797"/>
                  </a:lnTo>
                  <a:lnTo>
                    <a:pt x="10160" y="254000"/>
                  </a:lnTo>
                  <a:close/>
                </a:path>
                <a:path w="10160" h="283210">
                  <a:moveTo>
                    <a:pt x="1016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0160" y="253987"/>
                  </a:lnTo>
                  <a:lnTo>
                    <a:pt x="10160" y="251460"/>
                  </a:lnTo>
                  <a:close/>
                </a:path>
                <a:path w="10160" h="283210">
                  <a:moveTo>
                    <a:pt x="1016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0160" y="251447"/>
                  </a:lnTo>
                  <a:lnTo>
                    <a:pt x="10160" y="247650"/>
                  </a:lnTo>
                  <a:close/>
                </a:path>
                <a:path w="10160" h="283210">
                  <a:moveTo>
                    <a:pt x="1016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0160" y="247637"/>
                  </a:lnTo>
                  <a:lnTo>
                    <a:pt x="10160" y="245110"/>
                  </a:lnTo>
                  <a:close/>
                </a:path>
                <a:path w="10160" h="283210">
                  <a:moveTo>
                    <a:pt x="1016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0160" y="245097"/>
                  </a:lnTo>
                  <a:lnTo>
                    <a:pt x="10160" y="241300"/>
                  </a:lnTo>
                  <a:close/>
                </a:path>
                <a:path w="10160" h="283210">
                  <a:moveTo>
                    <a:pt x="1016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0160" y="241287"/>
                  </a:lnTo>
                  <a:lnTo>
                    <a:pt x="10160" y="238760"/>
                  </a:lnTo>
                  <a:close/>
                </a:path>
                <a:path w="10160" h="283210">
                  <a:moveTo>
                    <a:pt x="1016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0160" y="238747"/>
                  </a:lnTo>
                  <a:lnTo>
                    <a:pt x="10160" y="234950"/>
                  </a:lnTo>
                  <a:close/>
                </a:path>
                <a:path w="10160" h="283210">
                  <a:moveTo>
                    <a:pt x="1016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0160" y="234937"/>
                  </a:lnTo>
                  <a:lnTo>
                    <a:pt x="10160" y="232410"/>
                  </a:lnTo>
                  <a:close/>
                </a:path>
                <a:path w="10160" h="283210">
                  <a:moveTo>
                    <a:pt x="1016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0160" y="232397"/>
                  </a:lnTo>
                  <a:lnTo>
                    <a:pt x="10160" y="228600"/>
                  </a:lnTo>
                  <a:close/>
                </a:path>
                <a:path w="10160" h="283210">
                  <a:moveTo>
                    <a:pt x="1016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0160" y="228587"/>
                  </a:lnTo>
                  <a:lnTo>
                    <a:pt x="10160" y="226060"/>
                  </a:lnTo>
                  <a:close/>
                </a:path>
                <a:path w="10160" h="283210">
                  <a:moveTo>
                    <a:pt x="1016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0160" y="226047"/>
                  </a:lnTo>
                  <a:lnTo>
                    <a:pt x="10160" y="222250"/>
                  </a:lnTo>
                  <a:close/>
                </a:path>
                <a:path w="10160" h="283210">
                  <a:moveTo>
                    <a:pt x="1016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0160" y="222237"/>
                  </a:lnTo>
                  <a:lnTo>
                    <a:pt x="10160" y="219710"/>
                  </a:lnTo>
                  <a:close/>
                </a:path>
                <a:path w="10160" h="283210">
                  <a:moveTo>
                    <a:pt x="1016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0160" y="219697"/>
                  </a:lnTo>
                  <a:lnTo>
                    <a:pt x="10160" y="215900"/>
                  </a:lnTo>
                  <a:close/>
                </a:path>
                <a:path w="10160" h="283210">
                  <a:moveTo>
                    <a:pt x="1016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0160" y="215887"/>
                  </a:lnTo>
                  <a:lnTo>
                    <a:pt x="10160" y="213360"/>
                  </a:lnTo>
                  <a:close/>
                </a:path>
                <a:path w="10160" h="283210">
                  <a:moveTo>
                    <a:pt x="1016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0160" y="213347"/>
                  </a:lnTo>
                  <a:lnTo>
                    <a:pt x="10160" y="209550"/>
                  </a:lnTo>
                  <a:close/>
                </a:path>
                <a:path w="10160" h="283210">
                  <a:moveTo>
                    <a:pt x="1016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0160" y="209537"/>
                  </a:lnTo>
                  <a:lnTo>
                    <a:pt x="10160" y="207010"/>
                  </a:lnTo>
                  <a:close/>
                </a:path>
                <a:path w="10160" h="283210">
                  <a:moveTo>
                    <a:pt x="1016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0160" y="206997"/>
                  </a:lnTo>
                  <a:lnTo>
                    <a:pt x="10160" y="203200"/>
                  </a:lnTo>
                  <a:close/>
                </a:path>
                <a:path w="10160" h="283210">
                  <a:moveTo>
                    <a:pt x="1016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0160" y="203187"/>
                  </a:lnTo>
                  <a:lnTo>
                    <a:pt x="10160" y="200660"/>
                  </a:lnTo>
                  <a:close/>
                </a:path>
                <a:path w="10160" h="283210">
                  <a:moveTo>
                    <a:pt x="1016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0160" y="200647"/>
                  </a:lnTo>
                  <a:lnTo>
                    <a:pt x="10160" y="196850"/>
                  </a:lnTo>
                  <a:close/>
                </a:path>
                <a:path w="10160" h="283210">
                  <a:moveTo>
                    <a:pt x="1016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0160" y="196837"/>
                  </a:lnTo>
                  <a:lnTo>
                    <a:pt x="10160" y="194310"/>
                  </a:lnTo>
                  <a:close/>
                </a:path>
                <a:path w="10160" h="283210">
                  <a:moveTo>
                    <a:pt x="1016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0160" y="194297"/>
                  </a:lnTo>
                  <a:lnTo>
                    <a:pt x="10160" y="190500"/>
                  </a:lnTo>
                  <a:close/>
                </a:path>
                <a:path w="10160" h="283210">
                  <a:moveTo>
                    <a:pt x="1016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0160" y="190487"/>
                  </a:lnTo>
                  <a:lnTo>
                    <a:pt x="10160" y="187960"/>
                  </a:lnTo>
                  <a:close/>
                </a:path>
                <a:path w="10160" h="283210">
                  <a:moveTo>
                    <a:pt x="1016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0160" y="187947"/>
                  </a:lnTo>
                  <a:lnTo>
                    <a:pt x="10160" y="184150"/>
                  </a:lnTo>
                  <a:close/>
                </a:path>
                <a:path w="10160" h="283210">
                  <a:moveTo>
                    <a:pt x="1016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0160" y="184137"/>
                  </a:lnTo>
                  <a:lnTo>
                    <a:pt x="10160" y="181610"/>
                  </a:lnTo>
                  <a:close/>
                </a:path>
                <a:path w="10160" h="283210">
                  <a:moveTo>
                    <a:pt x="1016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0160" y="181597"/>
                  </a:lnTo>
                  <a:lnTo>
                    <a:pt x="10160" y="177800"/>
                  </a:lnTo>
                  <a:close/>
                </a:path>
                <a:path w="10160" h="283210">
                  <a:moveTo>
                    <a:pt x="1016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0160" y="177787"/>
                  </a:lnTo>
                  <a:lnTo>
                    <a:pt x="10160" y="175260"/>
                  </a:lnTo>
                  <a:close/>
                </a:path>
                <a:path w="10160" h="283210">
                  <a:moveTo>
                    <a:pt x="10160" y="114300"/>
                  </a:moveTo>
                  <a:lnTo>
                    <a:pt x="0" y="114300"/>
                  </a:lnTo>
                  <a:lnTo>
                    <a:pt x="0" y="175247"/>
                  </a:lnTo>
                  <a:lnTo>
                    <a:pt x="10160" y="175247"/>
                  </a:lnTo>
                  <a:lnTo>
                    <a:pt x="10160" y="114300"/>
                  </a:lnTo>
                  <a:close/>
                </a:path>
                <a:path w="10160" h="283210">
                  <a:moveTo>
                    <a:pt x="1016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0160" y="114287"/>
                  </a:lnTo>
                  <a:lnTo>
                    <a:pt x="10160" y="111760"/>
                  </a:lnTo>
                  <a:close/>
                </a:path>
                <a:path w="10160" h="283210">
                  <a:moveTo>
                    <a:pt x="1016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0160" y="111747"/>
                  </a:lnTo>
                  <a:lnTo>
                    <a:pt x="10160" y="107950"/>
                  </a:lnTo>
                  <a:close/>
                </a:path>
                <a:path w="10160" h="283210">
                  <a:moveTo>
                    <a:pt x="1016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0160" y="107937"/>
                  </a:lnTo>
                  <a:lnTo>
                    <a:pt x="10160" y="105410"/>
                  </a:lnTo>
                  <a:close/>
                </a:path>
                <a:path w="10160" h="283210">
                  <a:moveTo>
                    <a:pt x="1016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0160" y="105397"/>
                  </a:lnTo>
                  <a:lnTo>
                    <a:pt x="10160" y="101600"/>
                  </a:lnTo>
                  <a:close/>
                </a:path>
                <a:path w="10160" h="283210">
                  <a:moveTo>
                    <a:pt x="1016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0160" y="101587"/>
                  </a:lnTo>
                  <a:lnTo>
                    <a:pt x="10160" y="99060"/>
                  </a:lnTo>
                  <a:close/>
                </a:path>
                <a:path w="10160" h="283210">
                  <a:moveTo>
                    <a:pt x="1016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0160" y="99047"/>
                  </a:lnTo>
                  <a:lnTo>
                    <a:pt x="10160" y="95250"/>
                  </a:lnTo>
                  <a:close/>
                </a:path>
                <a:path w="10160" h="283210">
                  <a:moveTo>
                    <a:pt x="1016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0160" y="95237"/>
                  </a:lnTo>
                  <a:lnTo>
                    <a:pt x="10160" y="92710"/>
                  </a:lnTo>
                  <a:close/>
                </a:path>
                <a:path w="10160" h="283210">
                  <a:moveTo>
                    <a:pt x="1016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0160" y="92697"/>
                  </a:lnTo>
                  <a:lnTo>
                    <a:pt x="10160" y="88900"/>
                  </a:lnTo>
                  <a:close/>
                </a:path>
                <a:path w="10160" h="283210">
                  <a:moveTo>
                    <a:pt x="1016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0160" y="88887"/>
                  </a:lnTo>
                  <a:lnTo>
                    <a:pt x="10160" y="86360"/>
                  </a:lnTo>
                  <a:close/>
                </a:path>
                <a:path w="10160" h="283210">
                  <a:moveTo>
                    <a:pt x="1016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0160" y="86347"/>
                  </a:lnTo>
                  <a:lnTo>
                    <a:pt x="10160" y="82550"/>
                  </a:lnTo>
                  <a:close/>
                </a:path>
                <a:path w="10160" h="283210">
                  <a:moveTo>
                    <a:pt x="1016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0160" y="82537"/>
                  </a:lnTo>
                  <a:lnTo>
                    <a:pt x="10160" y="80010"/>
                  </a:lnTo>
                  <a:close/>
                </a:path>
                <a:path w="10160" h="283210">
                  <a:moveTo>
                    <a:pt x="1016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0160" y="79997"/>
                  </a:lnTo>
                  <a:lnTo>
                    <a:pt x="10160" y="76200"/>
                  </a:lnTo>
                  <a:close/>
                </a:path>
                <a:path w="10160" h="283210">
                  <a:moveTo>
                    <a:pt x="1016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0160" y="76187"/>
                  </a:lnTo>
                  <a:lnTo>
                    <a:pt x="10160" y="73660"/>
                  </a:lnTo>
                  <a:close/>
                </a:path>
                <a:path w="10160" h="283210">
                  <a:moveTo>
                    <a:pt x="1016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0160" y="73647"/>
                  </a:lnTo>
                  <a:lnTo>
                    <a:pt x="10160" y="69850"/>
                  </a:lnTo>
                  <a:close/>
                </a:path>
                <a:path w="10160" h="283210">
                  <a:moveTo>
                    <a:pt x="1016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0160" y="69837"/>
                  </a:lnTo>
                  <a:lnTo>
                    <a:pt x="10160" y="67310"/>
                  </a:lnTo>
                  <a:close/>
                </a:path>
                <a:path w="10160" h="283210">
                  <a:moveTo>
                    <a:pt x="1016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0160" y="67297"/>
                  </a:lnTo>
                  <a:lnTo>
                    <a:pt x="10160" y="63500"/>
                  </a:lnTo>
                  <a:close/>
                </a:path>
                <a:path w="10160" h="283210">
                  <a:moveTo>
                    <a:pt x="1016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0160" y="63487"/>
                  </a:lnTo>
                  <a:lnTo>
                    <a:pt x="10160" y="60960"/>
                  </a:lnTo>
                  <a:close/>
                </a:path>
                <a:path w="10160" h="283210">
                  <a:moveTo>
                    <a:pt x="1016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0160" y="60947"/>
                  </a:lnTo>
                  <a:lnTo>
                    <a:pt x="10160" y="57150"/>
                  </a:lnTo>
                  <a:close/>
                </a:path>
                <a:path w="10160" h="283210">
                  <a:moveTo>
                    <a:pt x="1016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0160" y="57137"/>
                  </a:lnTo>
                  <a:lnTo>
                    <a:pt x="10160" y="54610"/>
                  </a:lnTo>
                  <a:close/>
                </a:path>
                <a:path w="10160" h="283210">
                  <a:moveTo>
                    <a:pt x="1016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0160" y="54597"/>
                  </a:lnTo>
                  <a:lnTo>
                    <a:pt x="10160" y="50800"/>
                  </a:lnTo>
                  <a:close/>
                </a:path>
                <a:path w="10160" h="283210">
                  <a:moveTo>
                    <a:pt x="1016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0160" y="50787"/>
                  </a:lnTo>
                  <a:lnTo>
                    <a:pt x="10160" y="48260"/>
                  </a:lnTo>
                  <a:close/>
                </a:path>
                <a:path w="10160" h="283210">
                  <a:moveTo>
                    <a:pt x="1016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0160" y="48247"/>
                  </a:lnTo>
                  <a:lnTo>
                    <a:pt x="10160" y="44450"/>
                  </a:lnTo>
                  <a:close/>
                </a:path>
                <a:path w="10160" h="283210">
                  <a:moveTo>
                    <a:pt x="1016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0160" y="44437"/>
                  </a:lnTo>
                  <a:lnTo>
                    <a:pt x="10160" y="41910"/>
                  </a:lnTo>
                  <a:close/>
                </a:path>
                <a:path w="10160" h="283210">
                  <a:moveTo>
                    <a:pt x="1016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0160" y="41897"/>
                  </a:lnTo>
                  <a:lnTo>
                    <a:pt x="10160" y="38100"/>
                  </a:lnTo>
                  <a:close/>
                </a:path>
                <a:path w="10160" h="283210">
                  <a:moveTo>
                    <a:pt x="1016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0160" y="38087"/>
                  </a:lnTo>
                  <a:lnTo>
                    <a:pt x="10160" y="35560"/>
                  </a:lnTo>
                  <a:close/>
                </a:path>
                <a:path w="10160" h="283210">
                  <a:moveTo>
                    <a:pt x="1016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0160" y="35547"/>
                  </a:lnTo>
                  <a:lnTo>
                    <a:pt x="10160" y="31750"/>
                  </a:lnTo>
                  <a:close/>
                </a:path>
                <a:path w="10160" h="283210">
                  <a:moveTo>
                    <a:pt x="1016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0160" y="31737"/>
                  </a:lnTo>
                  <a:lnTo>
                    <a:pt x="10160" y="29210"/>
                  </a:lnTo>
                  <a:close/>
                </a:path>
                <a:path w="10160" h="28321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8321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8321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8321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8321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8321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8321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8321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8321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1032">
              <a:extLst>
                <a:ext uri="{FF2B5EF4-FFF2-40B4-BE49-F238E27FC236}">
                  <a16:creationId xmlns:a16="http://schemas.microsoft.com/office/drawing/2014/main" id="{F5EA8C2E-F629-3243-C5EB-6774EA039CAA}"/>
                </a:ext>
              </a:extLst>
            </p:cNvPr>
            <p:cNvSpPr/>
            <p:nvPr/>
          </p:nvSpPr>
          <p:spPr>
            <a:xfrm>
              <a:off x="4627880" y="566167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1016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1016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6F6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1033">
              <a:extLst>
                <a:ext uri="{FF2B5EF4-FFF2-40B4-BE49-F238E27FC236}">
                  <a16:creationId xmlns:a16="http://schemas.microsoft.com/office/drawing/2014/main" id="{75DF16C9-275D-195F-A13C-31ADA1BCCAE7}"/>
                </a:ext>
              </a:extLst>
            </p:cNvPr>
            <p:cNvSpPr/>
            <p:nvPr/>
          </p:nvSpPr>
          <p:spPr>
            <a:xfrm>
              <a:off x="4638040" y="5382272"/>
              <a:ext cx="11430" cy="283210"/>
            </a:xfrm>
            <a:custGeom>
              <a:avLst/>
              <a:gdLst/>
              <a:ahLst/>
              <a:cxnLst/>
              <a:rect l="l" t="t" r="r" b="b"/>
              <a:pathLst>
                <a:path w="11429" h="283210">
                  <a:moveTo>
                    <a:pt x="11430" y="279400"/>
                  </a:moveTo>
                  <a:lnTo>
                    <a:pt x="0" y="279400"/>
                  </a:lnTo>
                  <a:lnTo>
                    <a:pt x="0" y="283197"/>
                  </a:lnTo>
                  <a:lnTo>
                    <a:pt x="11430" y="283197"/>
                  </a:lnTo>
                  <a:lnTo>
                    <a:pt x="11430" y="279400"/>
                  </a:lnTo>
                  <a:close/>
                </a:path>
                <a:path w="11429" h="283210">
                  <a:moveTo>
                    <a:pt x="11430" y="276860"/>
                  </a:moveTo>
                  <a:lnTo>
                    <a:pt x="0" y="276860"/>
                  </a:lnTo>
                  <a:lnTo>
                    <a:pt x="0" y="279387"/>
                  </a:lnTo>
                  <a:lnTo>
                    <a:pt x="11430" y="279387"/>
                  </a:lnTo>
                  <a:lnTo>
                    <a:pt x="11430" y="276860"/>
                  </a:lnTo>
                  <a:close/>
                </a:path>
                <a:path w="11429" h="283210">
                  <a:moveTo>
                    <a:pt x="11430" y="273050"/>
                  </a:moveTo>
                  <a:lnTo>
                    <a:pt x="0" y="273050"/>
                  </a:lnTo>
                  <a:lnTo>
                    <a:pt x="0" y="276847"/>
                  </a:lnTo>
                  <a:lnTo>
                    <a:pt x="11430" y="276847"/>
                  </a:lnTo>
                  <a:lnTo>
                    <a:pt x="11430" y="273050"/>
                  </a:lnTo>
                  <a:close/>
                </a:path>
                <a:path w="11429" h="283210">
                  <a:moveTo>
                    <a:pt x="11430" y="270510"/>
                  </a:moveTo>
                  <a:lnTo>
                    <a:pt x="0" y="270510"/>
                  </a:lnTo>
                  <a:lnTo>
                    <a:pt x="0" y="273037"/>
                  </a:lnTo>
                  <a:lnTo>
                    <a:pt x="11430" y="273037"/>
                  </a:lnTo>
                  <a:lnTo>
                    <a:pt x="11430" y="270510"/>
                  </a:lnTo>
                  <a:close/>
                </a:path>
                <a:path w="11429" h="283210">
                  <a:moveTo>
                    <a:pt x="11430" y="266700"/>
                  </a:moveTo>
                  <a:lnTo>
                    <a:pt x="0" y="266700"/>
                  </a:lnTo>
                  <a:lnTo>
                    <a:pt x="0" y="270497"/>
                  </a:lnTo>
                  <a:lnTo>
                    <a:pt x="11430" y="270497"/>
                  </a:lnTo>
                  <a:lnTo>
                    <a:pt x="11430" y="266700"/>
                  </a:lnTo>
                  <a:close/>
                </a:path>
                <a:path w="11429" h="283210">
                  <a:moveTo>
                    <a:pt x="11430" y="264160"/>
                  </a:moveTo>
                  <a:lnTo>
                    <a:pt x="0" y="264160"/>
                  </a:lnTo>
                  <a:lnTo>
                    <a:pt x="0" y="266687"/>
                  </a:lnTo>
                  <a:lnTo>
                    <a:pt x="11430" y="266687"/>
                  </a:lnTo>
                  <a:lnTo>
                    <a:pt x="11430" y="264160"/>
                  </a:lnTo>
                  <a:close/>
                </a:path>
                <a:path w="11429" h="283210">
                  <a:moveTo>
                    <a:pt x="1143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1430" y="264147"/>
                  </a:lnTo>
                  <a:lnTo>
                    <a:pt x="11430" y="260350"/>
                  </a:lnTo>
                  <a:close/>
                </a:path>
                <a:path w="11429" h="283210">
                  <a:moveTo>
                    <a:pt x="1143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1430" y="260337"/>
                  </a:lnTo>
                  <a:lnTo>
                    <a:pt x="11430" y="257810"/>
                  </a:lnTo>
                  <a:close/>
                </a:path>
                <a:path w="11429" h="283210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83210">
                  <a:moveTo>
                    <a:pt x="1143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51460"/>
                  </a:lnTo>
                  <a:close/>
                </a:path>
                <a:path w="11429" h="283210">
                  <a:moveTo>
                    <a:pt x="1143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1430" y="251447"/>
                  </a:lnTo>
                  <a:lnTo>
                    <a:pt x="11430" y="247650"/>
                  </a:lnTo>
                  <a:close/>
                </a:path>
                <a:path w="11429" h="283210">
                  <a:moveTo>
                    <a:pt x="1143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5110"/>
                  </a:lnTo>
                  <a:close/>
                </a:path>
                <a:path w="11429" h="283210">
                  <a:moveTo>
                    <a:pt x="1143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1430" y="245097"/>
                  </a:lnTo>
                  <a:lnTo>
                    <a:pt x="11430" y="241300"/>
                  </a:lnTo>
                  <a:close/>
                </a:path>
                <a:path w="11429" h="283210">
                  <a:moveTo>
                    <a:pt x="1143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8760"/>
                  </a:lnTo>
                  <a:close/>
                </a:path>
                <a:path w="11429" h="283210">
                  <a:moveTo>
                    <a:pt x="1143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1430" y="238747"/>
                  </a:lnTo>
                  <a:lnTo>
                    <a:pt x="11430" y="234950"/>
                  </a:lnTo>
                  <a:close/>
                </a:path>
                <a:path w="11429" h="283210">
                  <a:moveTo>
                    <a:pt x="1143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1430" y="234937"/>
                  </a:lnTo>
                  <a:lnTo>
                    <a:pt x="11430" y="232410"/>
                  </a:lnTo>
                  <a:close/>
                </a:path>
                <a:path w="11429" h="283210">
                  <a:moveTo>
                    <a:pt x="1143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8600"/>
                  </a:lnTo>
                  <a:close/>
                </a:path>
                <a:path w="11429" h="283210">
                  <a:moveTo>
                    <a:pt x="1143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1430" y="228587"/>
                  </a:lnTo>
                  <a:lnTo>
                    <a:pt x="11430" y="226060"/>
                  </a:lnTo>
                  <a:close/>
                </a:path>
                <a:path w="11429" h="283210">
                  <a:moveTo>
                    <a:pt x="1143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1430" y="226047"/>
                  </a:lnTo>
                  <a:lnTo>
                    <a:pt x="11430" y="222250"/>
                  </a:lnTo>
                  <a:close/>
                </a:path>
                <a:path w="11429" h="283210">
                  <a:moveTo>
                    <a:pt x="1143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9710"/>
                  </a:lnTo>
                  <a:close/>
                </a:path>
                <a:path w="11429" h="283210">
                  <a:moveTo>
                    <a:pt x="1143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1430" y="219697"/>
                  </a:lnTo>
                  <a:lnTo>
                    <a:pt x="11430" y="215900"/>
                  </a:lnTo>
                  <a:close/>
                </a:path>
                <a:path w="11429" h="283210">
                  <a:moveTo>
                    <a:pt x="1143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13360"/>
                  </a:lnTo>
                  <a:close/>
                </a:path>
                <a:path w="11429" h="283210">
                  <a:moveTo>
                    <a:pt x="1143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1430" y="213347"/>
                  </a:lnTo>
                  <a:lnTo>
                    <a:pt x="11430" y="209550"/>
                  </a:lnTo>
                  <a:close/>
                </a:path>
                <a:path w="11429" h="283210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83210">
                  <a:moveTo>
                    <a:pt x="1143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3200"/>
                  </a:lnTo>
                  <a:close/>
                </a:path>
                <a:path w="11429" h="283210">
                  <a:moveTo>
                    <a:pt x="1143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1430" y="203187"/>
                  </a:lnTo>
                  <a:lnTo>
                    <a:pt x="11430" y="200660"/>
                  </a:lnTo>
                  <a:close/>
                </a:path>
                <a:path w="11429" h="283210">
                  <a:moveTo>
                    <a:pt x="1143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6850"/>
                  </a:lnTo>
                  <a:close/>
                </a:path>
                <a:path w="11429" h="283210">
                  <a:moveTo>
                    <a:pt x="1143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1430" y="196837"/>
                  </a:lnTo>
                  <a:lnTo>
                    <a:pt x="11430" y="194310"/>
                  </a:lnTo>
                  <a:close/>
                </a:path>
                <a:path w="11429" h="283210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83210">
                  <a:moveTo>
                    <a:pt x="1143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7960"/>
                  </a:lnTo>
                  <a:close/>
                </a:path>
                <a:path w="11429" h="283210">
                  <a:moveTo>
                    <a:pt x="1143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1430" y="187947"/>
                  </a:lnTo>
                  <a:lnTo>
                    <a:pt x="11430" y="184150"/>
                  </a:lnTo>
                  <a:close/>
                </a:path>
                <a:path w="11429" h="283210">
                  <a:moveTo>
                    <a:pt x="1143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81610"/>
                  </a:lnTo>
                  <a:close/>
                </a:path>
                <a:path w="11429" h="283210">
                  <a:moveTo>
                    <a:pt x="1143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1430" y="181597"/>
                  </a:lnTo>
                  <a:lnTo>
                    <a:pt x="11430" y="177800"/>
                  </a:lnTo>
                  <a:close/>
                </a:path>
                <a:path w="11429" h="283210">
                  <a:moveTo>
                    <a:pt x="1143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1430" y="177787"/>
                  </a:lnTo>
                  <a:lnTo>
                    <a:pt x="11430" y="175260"/>
                  </a:lnTo>
                  <a:close/>
                </a:path>
                <a:path w="11429" h="283210">
                  <a:moveTo>
                    <a:pt x="11430" y="114300"/>
                  </a:moveTo>
                  <a:lnTo>
                    <a:pt x="0" y="114300"/>
                  </a:lnTo>
                  <a:lnTo>
                    <a:pt x="0" y="175247"/>
                  </a:lnTo>
                  <a:lnTo>
                    <a:pt x="11430" y="175247"/>
                  </a:lnTo>
                  <a:lnTo>
                    <a:pt x="11430" y="114300"/>
                  </a:lnTo>
                  <a:close/>
                </a:path>
                <a:path w="11429" h="283210">
                  <a:moveTo>
                    <a:pt x="1143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11760"/>
                  </a:lnTo>
                  <a:close/>
                </a:path>
                <a:path w="11429" h="283210">
                  <a:moveTo>
                    <a:pt x="1143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1430" y="111747"/>
                  </a:lnTo>
                  <a:lnTo>
                    <a:pt x="11430" y="107950"/>
                  </a:lnTo>
                  <a:close/>
                </a:path>
                <a:path w="11429" h="283210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83210">
                  <a:moveTo>
                    <a:pt x="1143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101600"/>
                  </a:lnTo>
                  <a:close/>
                </a:path>
                <a:path w="11429" h="283210">
                  <a:moveTo>
                    <a:pt x="1143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1430" y="101587"/>
                  </a:lnTo>
                  <a:lnTo>
                    <a:pt x="11430" y="99060"/>
                  </a:lnTo>
                  <a:close/>
                </a:path>
                <a:path w="11429" h="283210">
                  <a:moveTo>
                    <a:pt x="1143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5250"/>
                  </a:lnTo>
                  <a:close/>
                </a:path>
                <a:path w="11429" h="283210">
                  <a:moveTo>
                    <a:pt x="1143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1430" y="95237"/>
                  </a:lnTo>
                  <a:lnTo>
                    <a:pt x="11430" y="92710"/>
                  </a:lnTo>
                  <a:close/>
                </a:path>
                <a:path w="11429" h="283210">
                  <a:moveTo>
                    <a:pt x="1143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8900"/>
                  </a:lnTo>
                  <a:close/>
                </a:path>
                <a:path w="11429" h="283210">
                  <a:moveTo>
                    <a:pt x="1143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1430" y="88887"/>
                  </a:lnTo>
                  <a:lnTo>
                    <a:pt x="11430" y="86360"/>
                  </a:lnTo>
                  <a:close/>
                </a:path>
                <a:path w="11429" h="283210">
                  <a:moveTo>
                    <a:pt x="1143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1430" y="86347"/>
                  </a:lnTo>
                  <a:lnTo>
                    <a:pt x="11430" y="82550"/>
                  </a:lnTo>
                  <a:close/>
                </a:path>
                <a:path w="11429" h="283210">
                  <a:moveTo>
                    <a:pt x="1143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80010"/>
                  </a:lnTo>
                  <a:close/>
                </a:path>
                <a:path w="11429" h="283210">
                  <a:moveTo>
                    <a:pt x="1143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1430" y="79997"/>
                  </a:lnTo>
                  <a:lnTo>
                    <a:pt x="11430" y="76200"/>
                  </a:lnTo>
                  <a:close/>
                </a:path>
                <a:path w="11429" h="283210">
                  <a:moveTo>
                    <a:pt x="1143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73660"/>
                  </a:lnTo>
                  <a:close/>
                </a:path>
                <a:path w="11429" h="283210">
                  <a:moveTo>
                    <a:pt x="1143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1430" y="73647"/>
                  </a:lnTo>
                  <a:lnTo>
                    <a:pt x="11430" y="69850"/>
                  </a:lnTo>
                  <a:close/>
                </a:path>
                <a:path w="11429" h="283210">
                  <a:moveTo>
                    <a:pt x="1143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7310"/>
                  </a:lnTo>
                  <a:close/>
                </a:path>
                <a:path w="11429" h="283210">
                  <a:moveTo>
                    <a:pt x="1143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1430" y="67297"/>
                  </a:lnTo>
                  <a:lnTo>
                    <a:pt x="11430" y="63500"/>
                  </a:lnTo>
                  <a:close/>
                </a:path>
                <a:path w="11429" h="283210">
                  <a:moveTo>
                    <a:pt x="1143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1430" y="63487"/>
                  </a:lnTo>
                  <a:lnTo>
                    <a:pt x="11430" y="60960"/>
                  </a:lnTo>
                  <a:close/>
                </a:path>
                <a:path w="11429" h="283210">
                  <a:moveTo>
                    <a:pt x="1143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7150"/>
                  </a:lnTo>
                  <a:close/>
                </a:path>
                <a:path w="11429" h="283210">
                  <a:moveTo>
                    <a:pt x="1143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1430" y="57137"/>
                  </a:lnTo>
                  <a:lnTo>
                    <a:pt x="11430" y="54610"/>
                  </a:lnTo>
                  <a:close/>
                </a:path>
                <a:path w="11429" h="283210">
                  <a:moveTo>
                    <a:pt x="1143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50800"/>
                  </a:lnTo>
                  <a:close/>
                </a:path>
                <a:path w="11429" h="283210">
                  <a:moveTo>
                    <a:pt x="1143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1430" y="50787"/>
                  </a:lnTo>
                  <a:lnTo>
                    <a:pt x="11430" y="48260"/>
                  </a:lnTo>
                  <a:close/>
                </a:path>
                <a:path w="11429" h="283210">
                  <a:moveTo>
                    <a:pt x="1143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1430" y="48247"/>
                  </a:lnTo>
                  <a:lnTo>
                    <a:pt x="11430" y="44450"/>
                  </a:lnTo>
                  <a:close/>
                </a:path>
                <a:path w="11429" h="283210">
                  <a:moveTo>
                    <a:pt x="1143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41910"/>
                  </a:lnTo>
                  <a:close/>
                </a:path>
                <a:path w="11429" h="283210">
                  <a:moveTo>
                    <a:pt x="1143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1430" y="41897"/>
                  </a:lnTo>
                  <a:lnTo>
                    <a:pt x="11430" y="38100"/>
                  </a:lnTo>
                  <a:close/>
                </a:path>
                <a:path w="11429" h="283210">
                  <a:moveTo>
                    <a:pt x="1143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5560"/>
                  </a:lnTo>
                  <a:close/>
                </a:path>
                <a:path w="11429" h="283210">
                  <a:moveTo>
                    <a:pt x="1143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1430" y="35547"/>
                  </a:lnTo>
                  <a:lnTo>
                    <a:pt x="11430" y="31750"/>
                  </a:lnTo>
                  <a:close/>
                </a:path>
                <a:path w="11429" h="283210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8321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8321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8321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8321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8321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8321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8321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8321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8321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1034">
              <a:extLst>
                <a:ext uri="{FF2B5EF4-FFF2-40B4-BE49-F238E27FC236}">
                  <a16:creationId xmlns:a16="http://schemas.microsoft.com/office/drawing/2014/main" id="{F96C0FF2-4F9E-4254-0926-90AA8A5032C0}"/>
                </a:ext>
              </a:extLst>
            </p:cNvPr>
            <p:cNvSpPr/>
            <p:nvPr/>
          </p:nvSpPr>
          <p:spPr>
            <a:xfrm>
              <a:off x="4638040" y="5661672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29" h="1016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1016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1016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6F6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1035">
              <a:extLst>
                <a:ext uri="{FF2B5EF4-FFF2-40B4-BE49-F238E27FC236}">
                  <a16:creationId xmlns:a16="http://schemas.microsoft.com/office/drawing/2014/main" id="{DAA392D6-D4B0-BC90-C1A8-8027A43A4D41}"/>
                </a:ext>
              </a:extLst>
            </p:cNvPr>
            <p:cNvSpPr/>
            <p:nvPr/>
          </p:nvSpPr>
          <p:spPr>
            <a:xfrm>
              <a:off x="4649470" y="5382272"/>
              <a:ext cx="11430" cy="283210"/>
            </a:xfrm>
            <a:custGeom>
              <a:avLst/>
              <a:gdLst/>
              <a:ahLst/>
              <a:cxnLst/>
              <a:rect l="l" t="t" r="r" b="b"/>
              <a:pathLst>
                <a:path w="11429" h="283210">
                  <a:moveTo>
                    <a:pt x="11430" y="279400"/>
                  </a:moveTo>
                  <a:lnTo>
                    <a:pt x="0" y="279400"/>
                  </a:lnTo>
                  <a:lnTo>
                    <a:pt x="0" y="283197"/>
                  </a:lnTo>
                  <a:lnTo>
                    <a:pt x="11430" y="283197"/>
                  </a:lnTo>
                  <a:lnTo>
                    <a:pt x="11430" y="279400"/>
                  </a:lnTo>
                  <a:close/>
                </a:path>
                <a:path w="11429" h="283210">
                  <a:moveTo>
                    <a:pt x="11430" y="276860"/>
                  </a:moveTo>
                  <a:lnTo>
                    <a:pt x="0" y="276860"/>
                  </a:lnTo>
                  <a:lnTo>
                    <a:pt x="0" y="279387"/>
                  </a:lnTo>
                  <a:lnTo>
                    <a:pt x="11430" y="279387"/>
                  </a:lnTo>
                  <a:lnTo>
                    <a:pt x="11430" y="276860"/>
                  </a:lnTo>
                  <a:close/>
                </a:path>
                <a:path w="11429" h="283210">
                  <a:moveTo>
                    <a:pt x="11430" y="273050"/>
                  </a:moveTo>
                  <a:lnTo>
                    <a:pt x="0" y="273050"/>
                  </a:lnTo>
                  <a:lnTo>
                    <a:pt x="0" y="276847"/>
                  </a:lnTo>
                  <a:lnTo>
                    <a:pt x="11430" y="276847"/>
                  </a:lnTo>
                  <a:lnTo>
                    <a:pt x="11430" y="273050"/>
                  </a:lnTo>
                  <a:close/>
                </a:path>
                <a:path w="11429" h="283210">
                  <a:moveTo>
                    <a:pt x="11430" y="270510"/>
                  </a:moveTo>
                  <a:lnTo>
                    <a:pt x="0" y="270510"/>
                  </a:lnTo>
                  <a:lnTo>
                    <a:pt x="0" y="273037"/>
                  </a:lnTo>
                  <a:lnTo>
                    <a:pt x="11430" y="273037"/>
                  </a:lnTo>
                  <a:lnTo>
                    <a:pt x="11430" y="270510"/>
                  </a:lnTo>
                  <a:close/>
                </a:path>
                <a:path w="11429" h="283210">
                  <a:moveTo>
                    <a:pt x="11430" y="266700"/>
                  </a:moveTo>
                  <a:lnTo>
                    <a:pt x="0" y="266700"/>
                  </a:lnTo>
                  <a:lnTo>
                    <a:pt x="0" y="270497"/>
                  </a:lnTo>
                  <a:lnTo>
                    <a:pt x="11430" y="270497"/>
                  </a:lnTo>
                  <a:lnTo>
                    <a:pt x="11430" y="266700"/>
                  </a:lnTo>
                  <a:close/>
                </a:path>
                <a:path w="11429" h="283210">
                  <a:moveTo>
                    <a:pt x="11430" y="264160"/>
                  </a:moveTo>
                  <a:lnTo>
                    <a:pt x="0" y="264160"/>
                  </a:lnTo>
                  <a:lnTo>
                    <a:pt x="0" y="266687"/>
                  </a:lnTo>
                  <a:lnTo>
                    <a:pt x="11430" y="266687"/>
                  </a:lnTo>
                  <a:lnTo>
                    <a:pt x="11430" y="264160"/>
                  </a:lnTo>
                  <a:close/>
                </a:path>
                <a:path w="11429" h="283210">
                  <a:moveTo>
                    <a:pt x="1143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1430" y="264147"/>
                  </a:lnTo>
                  <a:lnTo>
                    <a:pt x="11430" y="260350"/>
                  </a:lnTo>
                  <a:close/>
                </a:path>
                <a:path w="11429" h="283210">
                  <a:moveTo>
                    <a:pt x="1143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1430" y="260337"/>
                  </a:lnTo>
                  <a:lnTo>
                    <a:pt x="11430" y="257810"/>
                  </a:lnTo>
                  <a:close/>
                </a:path>
                <a:path w="11429" h="283210">
                  <a:moveTo>
                    <a:pt x="1143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1430" y="257797"/>
                  </a:lnTo>
                  <a:lnTo>
                    <a:pt x="11430" y="254000"/>
                  </a:lnTo>
                  <a:close/>
                </a:path>
                <a:path w="11429" h="283210">
                  <a:moveTo>
                    <a:pt x="1143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1430" y="253987"/>
                  </a:lnTo>
                  <a:lnTo>
                    <a:pt x="11430" y="251460"/>
                  </a:lnTo>
                  <a:close/>
                </a:path>
                <a:path w="11429" h="283210">
                  <a:moveTo>
                    <a:pt x="1143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1430" y="251447"/>
                  </a:lnTo>
                  <a:lnTo>
                    <a:pt x="11430" y="247650"/>
                  </a:lnTo>
                  <a:close/>
                </a:path>
                <a:path w="11429" h="283210">
                  <a:moveTo>
                    <a:pt x="1143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1430" y="247637"/>
                  </a:lnTo>
                  <a:lnTo>
                    <a:pt x="11430" y="245110"/>
                  </a:lnTo>
                  <a:close/>
                </a:path>
                <a:path w="11429" h="283210">
                  <a:moveTo>
                    <a:pt x="1143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1430" y="245097"/>
                  </a:lnTo>
                  <a:lnTo>
                    <a:pt x="11430" y="241300"/>
                  </a:lnTo>
                  <a:close/>
                </a:path>
                <a:path w="11429" h="283210">
                  <a:moveTo>
                    <a:pt x="1143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1430" y="241287"/>
                  </a:lnTo>
                  <a:lnTo>
                    <a:pt x="11430" y="238760"/>
                  </a:lnTo>
                  <a:close/>
                </a:path>
                <a:path w="11429" h="283210">
                  <a:moveTo>
                    <a:pt x="1143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1430" y="238747"/>
                  </a:lnTo>
                  <a:lnTo>
                    <a:pt x="11430" y="234950"/>
                  </a:lnTo>
                  <a:close/>
                </a:path>
                <a:path w="11429" h="283210">
                  <a:moveTo>
                    <a:pt x="1143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1430" y="234937"/>
                  </a:lnTo>
                  <a:lnTo>
                    <a:pt x="11430" y="232410"/>
                  </a:lnTo>
                  <a:close/>
                </a:path>
                <a:path w="11429" h="283210">
                  <a:moveTo>
                    <a:pt x="1143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1430" y="232397"/>
                  </a:lnTo>
                  <a:lnTo>
                    <a:pt x="11430" y="228600"/>
                  </a:lnTo>
                  <a:close/>
                </a:path>
                <a:path w="11429" h="283210">
                  <a:moveTo>
                    <a:pt x="1143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1430" y="228587"/>
                  </a:lnTo>
                  <a:lnTo>
                    <a:pt x="11430" y="226060"/>
                  </a:lnTo>
                  <a:close/>
                </a:path>
                <a:path w="11429" h="283210">
                  <a:moveTo>
                    <a:pt x="1143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1430" y="226047"/>
                  </a:lnTo>
                  <a:lnTo>
                    <a:pt x="11430" y="222250"/>
                  </a:lnTo>
                  <a:close/>
                </a:path>
                <a:path w="11429" h="283210">
                  <a:moveTo>
                    <a:pt x="1143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1430" y="222237"/>
                  </a:lnTo>
                  <a:lnTo>
                    <a:pt x="11430" y="219710"/>
                  </a:lnTo>
                  <a:close/>
                </a:path>
                <a:path w="11429" h="283210">
                  <a:moveTo>
                    <a:pt x="1143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1430" y="219697"/>
                  </a:lnTo>
                  <a:lnTo>
                    <a:pt x="11430" y="215900"/>
                  </a:lnTo>
                  <a:close/>
                </a:path>
                <a:path w="11429" h="283210">
                  <a:moveTo>
                    <a:pt x="1143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1430" y="215887"/>
                  </a:lnTo>
                  <a:lnTo>
                    <a:pt x="11430" y="213360"/>
                  </a:lnTo>
                  <a:close/>
                </a:path>
                <a:path w="11429" h="283210">
                  <a:moveTo>
                    <a:pt x="1143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1430" y="213347"/>
                  </a:lnTo>
                  <a:lnTo>
                    <a:pt x="11430" y="209550"/>
                  </a:lnTo>
                  <a:close/>
                </a:path>
                <a:path w="11429" h="283210">
                  <a:moveTo>
                    <a:pt x="1143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1430" y="209537"/>
                  </a:lnTo>
                  <a:lnTo>
                    <a:pt x="11430" y="207010"/>
                  </a:lnTo>
                  <a:close/>
                </a:path>
                <a:path w="11429" h="283210">
                  <a:moveTo>
                    <a:pt x="1143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1430" y="206997"/>
                  </a:lnTo>
                  <a:lnTo>
                    <a:pt x="11430" y="203200"/>
                  </a:lnTo>
                  <a:close/>
                </a:path>
                <a:path w="11429" h="283210">
                  <a:moveTo>
                    <a:pt x="1143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1430" y="203187"/>
                  </a:lnTo>
                  <a:lnTo>
                    <a:pt x="11430" y="200660"/>
                  </a:lnTo>
                  <a:close/>
                </a:path>
                <a:path w="11429" h="283210">
                  <a:moveTo>
                    <a:pt x="1143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1430" y="200647"/>
                  </a:lnTo>
                  <a:lnTo>
                    <a:pt x="11430" y="196850"/>
                  </a:lnTo>
                  <a:close/>
                </a:path>
                <a:path w="11429" h="283210">
                  <a:moveTo>
                    <a:pt x="1143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1430" y="196837"/>
                  </a:lnTo>
                  <a:lnTo>
                    <a:pt x="11430" y="194310"/>
                  </a:lnTo>
                  <a:close/>
                </a:path>
                <a:path w="11429" h="283210">
                  <a:moveTo>
                    <a:pt x="1143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1430" y="194297"/>
                  </a:lnTo>
                  <a:lnTo>
                    <a:pt x="11430" y="190500"/>
                  </a:lnTo>
                  <a:close/>
                </a:path>
                <a:path w="11429" h="283210">
                  <a:moveTo>
                    <a:pt x="1143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1430" y="190487"/>
                  </a:lnTo>
                  <a:lnTo>
                    <a:pt x="11430" y="187960"/>
                  </a:lnTo>
                  <a:close/>
                </a:path>
                <a:path w="11429" h="283210">
                  <a:moveTo>
                    <a:pt x="1143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1430" y="187947"/>
                  </a:lnTo>
                  <a:lnTo>
                    <a:pt x="11430" y="184150"/>
                  </a:lnTo>
                  <a:close/>
                </a:path>
                <a:path w="11429" h="283210">
                  <a:moveTo>
                    <a:pt x="1143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1430" y="184137"/>
                  </a:lnTo>
                  <a:lnTo>
                    <a:pt x="11430" y="181610"/>
                  </a:lnTo>
                  <a:close/>
                </a:path>
                <a:path w="11429" h="283210">
                  <a:moveTo>
                    <a:pt x="1143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1430" y="181597"/>
                  </a:lnTo>
                  <a:lnTo>
                    <a:pt x="11430" y="177800"/>
                  </a:lnTo>
                  <a:close/>
                </a:path>
                <a:path w="11429" h="283210">
                  <a:moveTo>
                    <a:pt x="1143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1430" y="177787"/>
                  </a:lnTo>
                  <a:lnTo>
                    <a:pt x="11430" y="175260"/>
                  </a:lnTo>
                  <a:close/>
                </a:path>
                <a:path w="11429" h="283210">
                  <a:moveTo>
                    <a:pt x="11430" y="114300"/>
                  </a:moveTo>
                  <a:lnTo>
                    <a:pt x="0" y="114300"/>
                  </a:lnTo>
                  <a:lnTo>
                    <a:pt x="0" y="175247"/>
                  </a:lnTo>
                  <a:lnTo>
                    <a:pt x="11430" y="175247"/>
                  </a:lnTo>
                  <a:lnTo>
                    <a:pt x="11430" y="114300"/>
                  </a:lnTo>
                  <a:close/>
                </a:path>
                <a:path w="11429" h="283210">
                  <a:moveTo>
                    <a:pt x="1143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1430" y="114287"/>
                  </a:lnTo>
                  <a:lnTo>
                    <a:pt x="11430" y="111760"/>
                  </a:lnTo>
                  <a:close/>
                </a:path>
                <a:path w="11429" h="283210">
                  <a:moveTo>
                    <a:pt x="1143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1430" y="111747"/>
                  </a:lnTo>
                  <a:lnTo>
                    <a:pt x="11430" y="107950"/>
                  </a:lnTo>
                  <a:close/>
                </a:path>
                <a:path w="11429" h="283210">
                  <a:moveTo>
                    <a:pt x="1143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1430" y="107937"/>
                  </a:lnTo>
                  <a:lnTo>
                    <a:pt x="11430" y="105410"/>
                  </a:lnTo>
                  <a:close/>
                </a:path>
                <a:path w="11429" h="283210">
                  <a:moveTo>
                    <a:pt x="1143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1430" y="105397"/>
                  </a:lnTo>
                  <a:lnTo>
                    <a:pt x="11430" y="101600"/>
                  </a:lnTo>
                  <a:close/>
                </a:path>
                <a:path w="11429" h="283210">
                  <a:moveTo>
                    <a:pt x="1143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1430" y="101587"/>
                  </a:lnTo>
                  <a:lnTo>
                    <a:pt x="11430" y="99060"/>
                  </a:lnTo>
                  <a:close/>
                </a:path>
                <a:path w="11429" h="283210">
                  <a:moveTo>
                    <a:pt x="1143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1430" y="99047"/>
                  </a:lnTo>
                  <a:lnTo>
                    <a:pt x="11430" y="95250"/>
                  </a:lnTo>
                  <a:close/>
                </a:path>
                <a:path w="11429" h="283210">
                  <a:moveTo>
                    <a:pt x="1143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1430" y="95237"/>
                  </a:lnTo>
                  <a:lnTo>
                    <a:pt x="11430" y="92710"/>
                  </a:lnTo>
                  <a:close/>
                </a:path>
                <a:path w="11429" h="283210">
                  <a:moveTo>
                    <a:pt x="1143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1430" y="92697"/>
                  </a:lnTo>
                  <a:lnTo>
                    <a:pt x="11430" y="88900"/>
                  </a:lnTo>
                  <a:close/>
                </a:path>
                <a:path w="11429" h="283210">
                  <a:moveTo>
                    <a:pt x="1143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1430" y="88887"/>
                  </a:lnTo>
                  <a:lnTo>
                    <a:pt x="11430" y="86360"/>
                  </a:lnTo>
                  <a:close/>
                </a:path>
                <a:path w="11429" h="283210">
                  <a:moveTo>
                    <a:pt x="1143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1430" y="86347"/>
                  </a:lnTo>
                  <a:lnTo>
                    <a:pt x="11430" y="82550"/>
                  </a:lnTo>
                  <a:close/>
                </a:path>
                <a:path w="11429" h="283210">
                  <a:moveTo>
                    <a:pt x="1143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1430" y="82537"/>
                  </a:lnTo>
                  <a:lnTo>
                    <a:pt x="11430" y="80010"/>
                  </a:lnTo>
                  <a:close/>
                </a:path>
                <a:path w="11429" h="283210">
                  <a:moveTo>
                    <a:pt x="1143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1430" y="79997"/>
                  </a:lnTo>
                  <a:lnTo>
                    <a:pt x="11430" y="76200"/>
                  </a:lnTo>
                  <a:close/>
                </a:path>
                <a:path w="11429" h="283210">
                  <a:moveTo>
                    <a:pt x="1143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1430" y="76187"/>
                  </a:lnTo>
                  <a:lnTo>
                    <a:pt x="11430" y="73660"/>
                  </a:lnTo>
                  <a:close/>
                </a:path>
                <a:path w="11429" h="283210">
                  <a:moveTo>
                    <a:pt x="1143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1430" y="73647"/>
                  </a:lnTo>
                  <a:lnTo>
                    <a:pt x="11430" y="69850"/>
                  </a:lnTo>
                  <a:close/>
                </a:path>
                <a:path w="11429" h="283210">
                  <a:moveTo>
                    <a:pt x="1143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1430" y="69837"/>
                  </a:lnTo>
                  <a:lnTo>
                    <a:pt x="11430" y="67310"/>
                  </a:lnTo>
                  <a:close/>
                </a:path>
                <a:path w="11429" h="283210">
                  <a:moveTo>
                    <a:pt x="1143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1430" y="67297"/>
                  </a:lnTo>
                  <a:lnTo>
                    <a:pt x="11430" y="63500"/>
                  </a:lnTo>
                  <a:close/>
                </a:path>
                <a:path w="11429" h="283210">
                  <a:moveTo>
                    <a:pt x="1143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1430" y="63487"/>
                  </a:lnTo>
                  <a:lnTo>
                    <a:pt x="11430" y="60960"/>
                  </a:lnTo>
                  <a:close/>
                </a:path>
                <a:path w="11429" h="283210">
                  <a:moveTo>
                    <a:pt x="1143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1430" y="60947"/>
                  </a:lnTo>
                  <a:lnTo>
                    <a:pt x="11430" y="57150"/>
                  </a:lnTo>
                  <a:close/>
                </a:path>
                <a:path w="11429" h="283210">
                  <a:moveTo>
                    <a:pt x="1143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1430" y="57137"/>
                  </a:lnTo>
                  <a:lnTo>
                    <a:pt x="11430" y="54610"/>
                  </a:lnTo>
                  <a:close/>
                </a:path>
                <a:path w="11429" h="283210">
                  <a:moveTo>
                    <a:pt x="1143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1430" y="54597"/>
                  </a:lnTo>
                  <a:lnTo>
                    <a:pt x="11430" y="50800"/>
                  </a:lnTo>
                  <a:close/>
                </a:path>
                <a:path w="11429" h="283210">
                  <a:moveTo>
                    <a:pt x="1143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1430" y="50787"/>
                  </a:lnTo>
                  <a:lnTo>
                    <a:pt x="11430" y="48260"/>
                  </a:lnTo>
                  <a:close/>
                </a:path>
                <a:path w="11429" h="283210">
                  <a:moveTo>
                    <a:pt x="1143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1430" y="48247"/>
                  </a:lnTo>
                  <a:lnTo>
                    <a:pt x="11430" y="44450"/>
                  </a:lnTo>
                  <a:close/>
                </a:path>
                <a:path w="11429" h="283210">
                  <a:moveTo>
                    <a:pt x="1143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1430" y="44437"/>
                  </a:lnTo>
                  <a:lnTo>
                    <a:pt x="11430" y="41910"/>
                  </a:lnTo>
                  <a:close/>
                </a:path>
                <a:path w="11429" h="283210">
                  <a:moveTo>
                    <a:pt x="1143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1430" y="41897"/>
                  </a:lnTo>
                  <a:lnTo>
                    <a:pt x="11430" y="38100"/>
                  </a:lnTo>
                  <a:close/>
                </a:path>
                <a:path w="11429" h="283210">
                  <a:moveTo>
                    <a:pt x="1143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1430" y="38087"/>
                  </a:lnTo>
                  <a:lnTo>
                    <a:pt x="11430" y="35560"/>
                  </a:lnTo>
                  <a:close/>
                </a:path>
                <a:path w="11429" h="283210">
                  <a:moveTo>
                    <a:pt x="1143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1430" y="35547"/>
                  </a:lnTo>
                  <a:lnTo>
                    <a:pt x="11430" y="31750"/>
                  </a:lnTo>
                  <a:close/>
                </a:path>
                <a:path w="11429" h="283210">
                  <a:moveTo>
                    <a:pt x="1143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1430" y="31737"/>
                  </a:lnTo>
                  <a:lnTo>
                    <a:pt x="11430" y="29210"/>
                  </a:lnTo>
                  <a:close/>
                </a:path>
                <a:path w="11429" h="283210">
                  <a:moveTo>
                    <a:pt x="1143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1430" y="29197"/>
                  </a:lnTo>
                  <a:lnTo>
                    <a:pt x="11430" y="25400"/>
                  </a:lnTo>
                  <a:close/>
                </a:path>
                <a:path w="11429" h="283210">
                  <a:moveTo>
                    <a:pt x="1143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1430" y="25387"/>
                  </a:lnTo>
                  <a:lnTo>
                    <a:pt x="11430" y="22860"/>
                  </a:lnTo>
                  <a:close/>
                </a:path>
                <a:path w="11429" h="283210">
                  <a:moveTo>
                    <a:pt x="1143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1430" y="22847"/>
                  </a:lnTo>
                  <a:lnTo>
                    <a:pt x="11430" y="19050"/>
                  </a:lnTo>
                  <a:close/>
                </a:path>
                <a:path w="11429" h="283210">
                  <a:moveTo>
                    <a:pt x="1143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1430" y="19037"/>
                  </a:lnTo>
                  <a:lnTo>
                    <a:pt x="11430" y="16510"/>
                  </a:lnTo>
                  <a:close/>
                </a:path>
                <a:path w="11429" h="283210">
                  <a:moveTo>
                    <a:pt x="1143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1430" y="16497"/>
                  </a:lnTo>
                  <a:lnTo>
                    <a:pt x="11430" y="12700"/>
                  </a:lnTo>
                  <a:close/>
                </a:path>
                <a:path w="11429" h="283210">
                  <a:moveTo>
                    <a:pt x="1143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1430" y="12687"/>
                  </a:lnTo>
                  <a:lnTo>
                    <a:pt x="11430" y="10160"/>
                  </a:lnTo>
                  <a:close/>
                </a:path>
                <a:path w="11429" h="28321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28321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28321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1036">
              <a:extLst>
                <a:ext uri="{FF2B5EF4-FFF2-40B4-BE49-F238E27FC236}">
                  <a16:creationId xmlns:a16="http://schemas.microsoft.com/office/drawing/2014/main" id="{7B8D8290-D26E-3AF1-9B0E-787029A71BE8}"/>
                </a:ext>
              </a:extLst>
            </p:cNvPr>
            <p:cNvSpPr/>
            <p:nvPr/>
          </p:nvSpPr>
          <p:spPr>
            <a:xfrm>
              <a:off x="4649470" y="5661672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29" h="10160">
                  <a:moveTo>
                    <a:pt x="1143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1430" y="10147"/>
                  </a:lnTo>
                  <a:lnTo>
                    <a:pt x="11430" y="6350"/>
                  </a:lnTo>
                  <a:close/>
                </a:path>
                <a:path w="11429" h="10160">
                  <a:moveTo>
                    <a:pt x="1143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1430" y="6337"/>
                  </a:lnTo>
                  <a:lnTo>
                    <a:pt x="11430" y="3810"/>
                  </a:lnTo>
                  <a:close/>
                </a:path>
                <a:path w="11429" h="10160">
                  <a:moveTo>
                    <a:pt x="1143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1430" y="3797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07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1037">
              <a:extLst>
                <a:ext uri="{FF2B5EF4-FFF2-40B4-BE49-F238E27FC236}">
                  <a16:creationId xmlns:a16="http://schemas.microsoft.com/office/drawing/2014/main" id="{2861AD1C-39D1-0B0E-1C2F-06ECFA914978}"/>
                </a:ext>
              </a:extLst>
            </p:cNvPr>
            <p:cNvSpPr/>
            <p:nvPr/>
          </p:nvSpPr>
          <p:spPr>
            <a:xfrm>
              <a:off x="4660900" y="5382272"/>
              <a:ext cx="10160" cy="283210"/>
            </a:xfrm>
            <a:custGeom>
              <a:avLst/>
              <a:gdLst/>
              <a:ahLst/>
              <a:cxnLst/>
              <a:rect l="l" t="t" r="r" b="b"/>
              <a:pathLst>
                <a:path w="10160" h="283210">
                  <a:moveTo>
                    <a:pt x="10160" y="279400"/>
                  </a:moveTo>
                  <a:lnTo>
                    <a:pt x="0" y="279400"/>
                  </a:lnTo>
                  <a:lnTo>
                    <a:pt x="0" y="283197"/>
                  </a:lnTo>
                  <a:lnTo>
                    <a:pt x="10160" y="283197"/>
                  </a:lnTo>
                  <a:lnTo>
                    <a:pt x="10160" y="279400"/>
                  </a:lnTo>
                  <a:close/>
                </a:path>
                <a:path w="10160" h="283210">
                  <a:moveTo>
                    <a:pt x="10160" y="276860"/>
                  </a:moveTo>
                  <a:lnTo>
                    <a:pt x="0" y="276860"/>
                  </a:lnTo>
                  <a:lnTo>
                    <a:pt x="0" y="279387"/>
                  </a:lnTo>
                  <a:lnTo>
                    <a:pt x="10160" y="279387"/>
                  </a:lnTo>
                  <a:lnTo>
                    <a:pt x="10160" y="276860"/>
                  </a:lnTo>
                  <a:close/>
                </a:path>
                <a:path w="10160" h="283210">
                  <a:moveTo>
                    <a:pt x="10160" y="273050"/>
                  </a:moveTo>
                  <a:lnTo>
                    <a:pt x="0" y="273050"/>
                  </a:lnTo>
                  <a:lnTo>
                    <a:pt x="0" y="276847"/>
                  </a:lnTo>
                  <a:lnTo>
                    <a:pt x="10160" y="276847"/>
                  </a:lnTo>
                  <a:lnTo>
                    <a:pt x="10160" y="273050"/>
                  </a:lnTo>
                  <a:close/>
                </a:path>
                <a:path w="10160" h="283210">
                  <a:moveTo>
                    <a:pt x="10160" y="270510"/>
                  </a:moveTo>
                  <a:lnTo>
                    <a:pt x="0" y="270510"/>
                  </a:lnTo>
                  <a:lnTo>
                    <a:pt x="0" y="273037"/>
                  </a:lnTo>
                  <a:lnTo>
                    <a:pt x="10160" y="273037"/>
                  </a:lnTo>
                  <a:lnTo>
                    <a:pt x="10160" y="270510"/>
                  </a:lnTo>
                  <a:close/>
                </a:path>
                <a:path w="10160" h="283210">
                  <a:moveTo>
                    <a:pt x="10160" y="266700"/>
                  </a:moveTo>
                  <a:lnTo>
                    <a:pt x="0" y="266700"/>
                  </a:lnTo>
                  <a:lnTo>
                    <a:pt x="0" y="270497"/>
                  </a:lnTo>
                  <a:lnTo>
                    <a:pt x="10160" y="270497"/>
                  </a:lnTo>
                  <a:lnTo>
                    <a:pt x="10160" y="266700"/>
                  </a:lnTo>
                  <a:close/>
                </a:path>
                <a:path w="10160" h="283210">
                  <a:moveTo>
                    <a:pt x="10160" y="264160"/>
                  </a:moveTo>
                  <a:lnTo>
                    <a:pt x="0" y="264160"/>
                  </a:lnTo>
                  <a:lnTo>
                    <a:pt x="0" y="266687"/>
                  </a:lnTo>
                  <a:lnTo>
                    <a:pt x="10160" y="266687"/>
                  </a:lnTo>
                  <a:lnTo>
                    <a:pt x="10160" y="264160"/>
                  </a:lnTo>
                  <a:close/>
                </a:path>
                <a:path w="10160" h="283210">
                  <a:moveTo>
                    <a:pt x="10160" y="260350"/>
                  </a:moveTo>
                  <a:lnTo>
                    <a:pt x="0" y="260350"/>
                  </a:lnTo>
                  <a:lnTo>
                    <a:pt x="0" y="264147"/>
                  </a:lnTo>
                  <a:lnTo>
                    <a:pt x="10160" y="264147"/>
                  </a:lnTo>
                  <a:lnTo>
                    <a:pt x="10160" y="260350"/>
                  </a:lnTo>
                  <a:close/>
                </a:path>
                <a:path w="10160" h="283210">
                  <a:moveTo>
                    <a:pt x="10160" y="257810"/>
                  </a:moveTo>
                  <a:lnTo>
                    <a:pt x="0" y="257810"/>
                  </a:lnTo>
                  <a:lnTo>
                    <a:pt x="0" y="260337"/>
                  </a:lnTo>
                  <a:lnTo>
                    <a:pt x="10160" y="260337"/>
                  </a:lnTo>
                  <a:lnTo>
                    <a:pt x="10160" y="257810"/>
                  </a:lnTo>
                  <a:close/>
                </a:path>
                <a:path w="10160" h="283210">
                  <a:moveTo>
                    <a:pt x="10160" y="254000"/>
                  </a:moveTo>
                  <a:lnTo>
                    <a:pt x="0" y="254000"/>
                  </a:lnTo>
                  <a:lnTo>
                    <a:pt x="0" y="257797"/>
                  </a:lnTo>
                  <a:lnTo>
                    <a:pt x="10160" y="257797"/>
                  </a:lnTo>
                  <a:lnTo>
                    <a:pt x="10160" y="254000"/>
                  </a:lnTo>
                  <a:close/>
                </a:path>
                <a:path w="10160" h="283210">
                  <a:moveTo>
                    <a:pt x="10160" y="251460"/>
                  </a:moveTo>
                  <a:lnTo>
                    <a:pt x="0" y="251460"/>
                  </a:lnTo>
                  <a:lnTo>
                    <a:pt x="0" y="253987"/>
                  </a:lnTo>
                  <a:lnTo>
                    <a:pt x="10160" y="253987"/>
                  </a:lnTo>
                  <a:lnTo>
                    <a:pt x="10160" y="251460"/>
                  </a:lnTo>
                  <a:close/>
                </a:path>
                <a:path w="10160" h="283210">
                  <a:moveTo>
                    <a:pt x="10160" y="247650"/>
                  </a:moveTo>
                  <a:lnTo>
                    <a:pt x="0" y="247650"/>
                  </a:lnTo>
                  <a:lnTo>
                    <a:pt x="0" y="251447"/>
                  </a:lnTo>
                  <a:lnTo>
                    <a:pt x="10160" y="251447"/>
                  </a:lnTo>
                  <a:lnTo>
                    <a:pt x="10160" y="247650"/>
                  </a:lnTo>
                  <a:close/>
                </a:path>
                <a:path w="10160" h="283210">
                  <a:moveTo>
                    <a:pt x="10160" y="245110"/>
                  </a:moveTo>
                  <a:lnTo>
                    <a:pt x="0" y="245110"/>
                  </a:lnTo>
                  <a:lnTo>
                    <a:pt x="0" y="247637"/>
                  </a:lnTo>
                  <a:lnTo>
                    <a:pt x="10160" y="247637"/>
                  </a:lnTo>
                  <a:lnTo>
                    <a:pt x="10160" y="245110"/>
                  </a:lnTo>
                  <a:close/>
                </a:path>
                <a:path w="10160" h="283210">
                  <a:moveTo>
                    <a:pt x="10160" y="241300"/>
                  </a:moveTo>
                  <a:lnTo>
                    <a:pt x="0" y="241300"/>
                  </a:lnTo>
                  <a:lnTo>
                    <a:pt x="0" y="245097"/>
                  </a:lnTo>
                  <a:lnTo>
                    <a:pt x="10160" y="245097"/>
                  </a:lnTo>
                  <a:lnTo>
                    <a:pt x="10160" y="241300"/>
                  </a:lnTo>
                  <a:close/>
                </a:path>
                <a:path w="10160" h="283210">
                  <a:moveTo>
                    <a:pt x="10160" y="238760"/>
                  </a:moveTo>
                  <a:lnTo>
                    <a:pt x="0" y="238760"/>
                  </a:lnTo>
                  <a:lnTo>
                    <a:pt x="0" y="241287"/>
                  </a:lnTo>
                  <a:lnTo>
                    <a:pt x="10160" y="241287"/>
                  </a:lnTo>
                  <a:lnTo>
                    <a:pt x="10160" y="238760"/>
                  </a:lnTo>
                  <a:close/>
                </a:path>
                <a:path w="10160" h="283210">
                  <a:moveTo>
                    <a:pt x="10160" y="234950"/>
                  </a:moveTo>
                  <a:lnTo>
                    <a:pt x="0" y="234950"/>
                  </a:lnTo>
                  <a:lnTo>
                    <a:pt x="0" y="238747"/>
                  </a:lnTo>
                  <a:lnTo>
                    <a:pt x="10160" y="238747"/>
                  </a:lnTo>
                  <a:lnTo>
                    <a:pt x="10160" y="234950"/>
                  </a:lnTo>
                  <a:close/>
                </a:path>
                <a:path w="10160" h="283210">
                  <a:moveTo>
                    <a:pt x="10160" y="232410"/>
                  </a:moveTo>
                  <a:lnTo>
                    <a:pt x="0" y="232410"/>
                  </a:lnTo>
                  <a:lnTo>
                    <a:pt x="0" y="234937"/>
                  </a:lnTo>
                  <a:lnTo>
                    <a:pt x="10160" y="234937"/>
                  </a:lnTo>
                  <a:lnTo>
                    <a:pt x="10160" y="232410"/>
                  </a:lnTo>
                  <a:close/>
                </a:path>
                <a:path w="10160" h="283210">
                  <a:moveTo>
                    <a:pt x="10160" y="228600"/>
                  </a:moveTo>
                  <a:lnTo>
                    <a:pt x="0" y="228600"/>
                  </a:lnTo>
                  <a:lnTo>
                    <a:pt x="0" y="232397"/>
                  </a:lnTo>
                  <a:lnTo>
                    <a:pt x="10160" y="232397"/>
                  </a:lnTo>
                  <a:lnTo>
                    <a:pt x="10160" y="228600"/>
                  </a:lnTo>
                  <a:close/>
                </a:path>
                <a:path w="10160" h="283210">
                  <a:moveTo>
                    <a:pt x="10160" y="226060"/>
                  </a:moveTo>
                  <a:lnTo>
                    <a:pt x="0" y="226060"/>
                  </a:lnTo>
                  <a:lnTo>
                    <a:pt x="0" y="228587"/>
                  </a:lnTo>
                  <a:lnTo>
                    <a:pt x="10160" y="228587"/>
                  </a:lnTo>
                  <a:lnTo>
                    <a:pt x="10160" y="226060"/>
                  </a:lnTo>
                  <a:close/>
                </a:path>
                <a:path w="10160" h="283210">
                  <a:moveTo>
                    <a:pt x="10160" y="222250"/>
                  </a:moveTo>
                  <a:lnTo>
                    <a:pt x="0" y="222250"/>
                  </a:lnTo>
                  <a:lnTo>
                    <a:pt x="0" y="226047"/>
                  </a:lnTo>
                  <a:lnTo>
                    <a:pt x="10160" y="226047"/>
                  </a:lnTo>
                  <a:lnTo>
                    <a:pt x="10160" y="222250"/>
                  </a:lnTo>
                  <a:close/>
                </a:path>
                <a:path w="10160" h="283210">
                  <a:moveTo>
                    <a:pt x="10160" y="219710"/>
                  </a:moveTo>
                  <a:lnTo>
                    <a:pt x="0" y="219710"/>
                  </a:lnTo>
                  <a:lnTo>
                    <a:pt x="0" y="222237"/>
                  </a:lnTo>
                  <a:lnTo>
                    <a:pt x="10160" y="222237"/>
                  </a:lnTo>
                  <a:lnTo>
                    <a:pt x="10160" y="219710"/>
                  </a:lnTo>
                  <a:close/>
                </a:path>
                <a:path w="10160" h="283210">
                  <a:moveTo>
                    <a:pt x="10160" y="215900"/>
                  </a:moveTo>
                  <a:lnTo>
                    <a:pt x="0" y="215900"/>
                  </a:lnTo>
                  <a:lnTo>
                    <a:pt x="0" y="219697"/>
                  </a:lnTo>
                  <a:lnTo>
                    <a:pt x="10160" y="219697"/>
                  </a:lnTo>
                  <a:lnTo>
                    <a:pt x="10160" y="215900"/>
                  </a:lnTo>
                  <a:close/>
                </a:path>
                <a:path w="10160" h="283210">
                  <a:moveTo>
                    <a:pt x="10160" y="213360"/>
                  </a:moveTo>
                  <a:lnTo>
                    <a:pt x="0" y="213360"/>
                  </a:lnTo>
                  <a:lnTo>
                    <a:pt x="0" y="215887"/>
                  </a:lnTo>
                  <a:lnTo>
                    <a:pt x="10160" y="215887"/>
                  </a:lnTo>
                  <a:lnTo>
                    <a:pt x="10160" y="213360"/>
                  </a:lnTo>
                  <a:close/>
                </a:path>
                <a:path w="10160" h="283210">
                  <a:moveTo>
                    <a:pt x="10160" y="209550"/>
                  </a:moveTo>
                  <a:lnTo>
                    <a:pt x="0" y="209550"/>
                  </a:lnTo>
                  <a:lnTo>
                    <a:pt x="0" y="213347"/>
                  </a:lnTo>
                  <a:lnTo>
                    <a:pt x="10160" y="213347"/>
                  </a:lnTo>
                  <a:lnTo>
                    <a:pt x="10160" y="209550"/>
                  </a:lnTo>
                  <a:close/>
                </a:path>
                <a:path w="10160" h="283210">
                  <a:moveTo>
                    <a:pt x="10160" y="207010"/>
                  </a:moveTo>
                  <a:lnTo>
                    <a:pt x="0" y="207010"/>
                  </a:lnTo>
                  <a:lnTo>
                    <a:pt x="0" y="209537"/>
                  </a:lnTo>
                  <a:lnTo>
                    <a:pt x="10160" y="209537"/>
                  </a:lnTo>
                  <a:lnTo>
                    <a:pt x="10160" y="207010"/>
                  </a:lnTo>
                  <a:close/>
                </a:path>
                <a:path w="10160" h="283210">
                  <a:moveTo>
                    <a:pt x="10160" y="203200"/>
                  </a:moveTo>
                  <a:lnTo>
                    <a:pt x="0" y="203200"/>
                  </a:lnTo>
                  <a:lnTo>
                    <a:pt x="0" y="206997"/>
                  </a:lnTo>
                  <a:lnTo>
                    <a:pt x="10160" y="206997"/>
                  </a:lnTo>
                  <a:lnTo>
                    <a:pt x="10160" y="203200"/>
                  </a:lnTo>
                  <a:close/>
                </a:path>
                <a:path w="10160" h="283210">
                  <a:moveTo>
                    <a:pt x="10160" y="200660"/>
                  </a:moveTo>
                  <a:lnTo>
                    <a:pt x="0" y="200660"/>
                  </a:lnTo>
                  <a:lnTo>
                    <a:pt x="0" y="203187"/>
                  </a:lnTo>
                  <a:lnTo>
                    <a:pt x="10160" y="203187"/>
                  </a:lnTo>
                  <a:lnTo>
                    <a:pt x="10160" y="200660"/>
                  </a:lnTo>
                  <a:close/>
                </a:path>
                <a:path w="10160" h="283210">
                  <a:moveTo>
                    <a:pt x="10160" y="196850"/>
                  </a:moveTo>
                  <a:lnTo>
                    <a:pt x="0" y="196850"/>
                  </a:lnTo>
                  <a:lnTo>
                    <a:pt x="0" y="200647"/>
                  </a:lnTo>
                  <a:lnTo>
                    <a:pt x="10160" y="200647"/>
                  </a:lnTo>
                  <a:lnTo>
                    <a:pt x="10160" y="196850"/>
                  </a:lnTo>
                  <a:close/>
                </a:path>
                <a:path w="10160" h="283210">
                  <a:moveTo>
                    <a:pt x="10160" y="194310"/>
                  </a:moveTo>
                  <a:lnTo>
                    <a:pt x="0" y="194310"/>
                  </a:lnTo>
                  <a:lnTo>
                    <a:pt x="0" y="196837"/>
                  </a:lnTo>
                  <a:lnTo>
                    <a:pt x="10160" y="196837"/>
                  </a:lnTo>
                  <a:lnTo>
                    <a:pt x="10160" y="194310"/>
                  </a:lnTo>
                  <a:close/>
                </a:path>
                <a:path w="10160" h="283210">
                  <a:moveTo>
                    <a:pt x="10160" y="190500"/>
                  </a:moveTo>
                  <a:lnTo>
                    <a:pt x="0" y="190500"/>
                  </a:lnTo>
                  <a:lnTo>
                    <a:pt x="0" y="194297"/>
                  </a:lnTo>
                  <a:lnTo>
                    <a:pt x="10160" y="194297"/>
                  </a:lnTo>
                  <a:lnTo>
                    <a:pt x="10160" y="190500"/>
                  </a:lnTo>
                  <a:close/>
                </a:path>
                <a:path w="10160" h="283210">
                  <a:moveTo>
                    <a:pt x="10160" y="187960"/>
                  </a:moveTo>
                  <a:lnTo>
                    <a:pt x="0" y="187960"/>
                  </a:lnTo>
                  <a:lnTo>
                    <a:pt x="0" y="190487"/>
                  </a:lnTo>
                  <a:lnTo>
                    <a:pt x="10160" y="190487"/>
                  </a:lnTo>
                  <a:lnTo>
                    <a:pt x="10160" y="187960"/>
                  </a:lnTo>
                  <a:close/>
                </a:path>
                <a:path w="10160" h="283210">
                  <a:moveTo>
                    <a:pt x="10160" y="184150"/>
                  </a:moveTo>
                  <a:lnTo>
                    <a:pt x="0" y="184150"/>
                  </a:lnTo>
                  <a:lnTo>
                    <a:pt x="0" y="187947"/>
                  </a:lnTo>
                  <a:lnTo>
                    <a:pt x="10160" y="187947"/>
                  </a:lnTo>
                  <a:lnTo>
                    <a:pt x="10160" y="184150"/>
                  </a:lnTo>
                  <a:close/>
                </a:path>
                <a:path w="10160" h="283210">
                  <a:moveTo>
                    <a:pt x="10160" y="181610"/>
                  </a:moveTo>
                  <a:lnTo>
                    <a:pt x="0" y="181610"/>
                  </a:lnTo>
                  <a:lnTo>
                    <a:pt x="0" y="184137"/>
                  </a:lnTo>
                  <a:lnTo>
                    <a:pt x="10160" y="184137"/>
                  </a:lnTo>
                  <a:lnTo>
                    <a:pt x="10160" y="181610"/>
                  </a:lnTo>
                  <a:close/>
                </a:path>
                <a:path w="10160" h="283210">
                  <a:moveTo>
                    <a:pt x="10160" y="177800"/>
                  </a:moveTo>
                  <a:lnTo>
                    <a:pt x="0" y="177800"/>
                  </a:lnTo>
                  <a:lnTo>
                    <a:pt x="0" y="181597"/>
                  </a:lnTo>
                  <a:lnTo>
                    <a:pt x="10160" y="181597"/>
                  </a:lnTo>
                  <a:lnTo>
                    <a:pt x="10160" y="177800"/>
                  </a:lnTo>
                  <a:close/>
                </a:path>
                <a:path w="10160" h="283210">
                  <a:moveTo>
                    <a:pt x="10160" y="175260"/>
                  </a:moveTo>
                  <a:lnTo>
                    <a:pt x="0" y="175260"/>
                  </a:lnTo>
                  <a:lnTo>
                    <a:pt x="0" y="177787"/>
                  </a:lnTo>
                  <a:lnTo>
                    <a:pt x="10160" y="177787"/>
                  </a:lnTo>
                  <a:lnTo>
                    <a:pt x="10160" y="175260"/>
                  </a:lnTo>
                  <a:close/>
                </a:path>
                <a:path w="10160" h="283210">
                  <a:moveTo>
                    <a:pt x="10160" y="114300"/>
                  </a:moveTo>
                  <a:lnTo>
                    <a:pt x="0" y="114300"/>
                  </a:lnTo>
                  <a:lnTo>
                    <a:pt x="0" y="175247"/>
                  </a:lnTo>
                  <a:lnTo>
                    <a:pt x="10160" y="175247"/>
                  </a:lnTo>
                  <a:lnTo>
                    <a:pt x="10160" y="114300"/>
                  </a:lnTo>
                  <a:close/>
                </a:path>
                <a:path w="10160" h="283210">
                  <a:moveTo>
                    <a:pt x="10160" y="111760"/>
                  </a:moveTo>
                  <a:lnTo>
                    <a:pt x="0" y="111760"/>
                  </a:lnTo>
                  <a:lnTo>
                    <a:pt x="0" y="114287"/>
                  </a:lnTo>
                  <a:lnTo>
                    <a:pt x="10160" y="114287"/>
                  </a:lnTo>
                  <a:lnTo>
                    <a:pt x="10160" y="111760"/>
                  </a:lnTo>
                  <a:close/>
                </a:path>
                <a:path w="10160" h="283210">
                  <a:moveTo>
                    <a:pt x="10160" y="107950"/>
                  </a:moveTo>
                  <a:lnTo>
                    <a:pt x="0" y="107950"/>
                  </a:lnTo>
                  <a:lnTo>
                    <a:pt x="0" y="111747"/>
                  </a:lnTo>
                  <a:lnTo>
                    <a:pt x="10160" y="111747"/>
                  </a:lnTo>
                  <a:lnTo>
                    <a:pt x="10160" y="107950"/>
                  </a:lnTo>
                  <a:close/>
                </a:path>
                <a:path w="10160" h="283210">
                  <a:moveTo>
                    <a:pt x="10160" y="105410"/>
                  </a:moveTo>
                  <a:lnTo>
                    <a:pt x="0" y="105410"/>
                  </a:lnTo>
                  <a:lnTo>
                    <a:pt x="0" y="107937"/>
                  </a:lnTo>
                  <a:lnTo>
                    <a:pt x="10160" y="107937"/>
                  </a:lnTo>
                  <a:lnTo>
                    <a:pt x="10160" y="105410"/>
                  </a:lnTo>
                  <a:close/>
                </a:path>
                <a:path w="10160" h="283210">
                  <a:moveTo>
                    <a:pt x="10160" y="101600"/>
                  </a:moveTo>
                  <a:lnTo>
                    <a:pt x="0" y="101600"/>
                  </a:lnTo>
                  <a:lnTo>
                    <a:pt x="0" y="105397"/>
                  </a:lnTo>
                  <a:lnTo>
                    <a:pt x="10160" y="105397"/>
                  </a:lnTo>
                  <a:lnTo>
                    <a:pt x="10160" y="101600"/>
                  </a:lnTo>
                  <a:close/>
                </a:path>
                <a:path w="10160" h="283210">
                  <a:moveTo>
                    <a:pt x="10160" y="99060"/>
                  </a:moveTo>
                  <a:lnTo>
                    <a:pt x="0" y="99060"/>
                  </a:lnTo>
                  <a:lnTo>
                    <a:pt x="0" y="101587"/>
                  </a:lnTo>
                  <a:lnTo>
                    <a:pt x="10160" y="101587"/>
                  </a:lnTo>
                  <a:lnTo>
                    <a:pt x="10160" y="99060"/>
                  </a:lnTo>
                  <a:close/>
                </a:path>
                <a:path w="10160" h="283210">
                  <a:moveTo>
                    <a:pt x="10160" y="95250"/>
                  </a:moveTo>
                  <a:lnTo>
                    <a:pt x="0" y="95250"/>
                  </a:lnTo>
                  <a:lnTo>
                    <a:pt x="0" y="99047"/>
                  </a:lnTo>
                  <a:lnTo>
                    <a:pt x="10160" y="99047"/>
                  </a:lnTo>
                  <a:lnTo>
                    <a:pt x="10160" y="95250"/>
                  </a:lnTo>
                  <a:close/>
                </a:path>
                <a:path w="10160" h="283210">
                  <a:moveTo>
                    <a:pt x="10160" y="92710"/>
                  </a:moveTo>
                  <a:lnTo>
                    <a:pt x="0" y="92710"/>
                  </a:lnTo>
                  <a:lnTo>
                    <a:pt x="0" y="95237"/>
                  </a:lnTo>
                  <a:lnTo>
                    <a:pt x="10160" y="95237"/>
                  </a:lnTo>
                  <a:lnTo>
                    <a:pt x="10160" y="92710"/>
                  </a:lnTo>
                  <a:close/>
                </a:path>
                <a:path w="10160" h="283210">
                  <a:moveTo>
                    <a:pt x="10160" y="88900"/>
                  </a:moveTo>
                  <a:lnTo>
                    <a:pt x="0" y="88900"/>
                  </a:lnTo>
                  <a:lnTo>
                    <a:pt x="0" y="92697"/>
                  </a:lnTo>
                  <a:lnTo>
                    <a:pt x="10160" y="92697"/>
                  </a:lnTo>
                  <a:lnTo>
                    <a:pt x="10160" y="88900"/>
                  </a:lnTo>
                  <a:close/>
                </a:path>
                <a:path w="10160" h="283210">
                  <a:moveTo>
                    <a:pt x="10160" y="86360"/>
                  </a:moveTo>
                  <a:lnTo>
                    <a:pt x="0" y="86360"/>
                  </a:lnTo>
                  <a:lnTo>
                    <a:pt x="0" y="88887"/>
                  </a:lnTo>
                  <a:lnTo>
                    <a:pt x="10160" y="88887"/>
                  </a:lnTo>
                  <a:lnTo>
                    <a:pt x="10160" y="86360"/>
                  </a:lnTo>
                  <a:close/>
                </a:path>
                <a:path w="10160" h="283210">
                  <a:moveTo>
                    <a:pt x="10160" y="82550"/>
                  </a:moveTo>
                  <a:lnTo>
                    <a:pt x="0" y="82550"/>
                  </a:lnTo>
                  <a:lnTo>
                    <a:pt x="0" y="86347"/>
                  </a:lnTo>
                  <a:lnTo>
                    <a:pt x="10160" y="86347"/>
                  </a:lnTo>
                  <a:lnTo>
                    <a:pt x="10160" y="82550"/>
                  </a:lnTo>
                  <a:close/>
                </a:path>
                <a:path w="10160" h="283210">
                  <a:moveTo>
                    <a:pt x="10160" y="80010"/>
                  </a:moveTo>
                  <a:lnTo>
                    <a:pt x="0" y="80010"/>
                  </a:lnTo>
                  <a:lnTo>
                    <a:pt x="0" y="82537"/>
                  </a:lnTo>
                  <a:lnTo>
                    <a:pt x="10160" y="82537"/>
                  </a:lnTo>
                  <a:lnTo>
                    <a:pt x="10160" y="80010"/>
                  </a:lnTo>
                  <a:close/>
                </a:path>
                <a:path w="10160" h="283210">
                  <a:moveTo>
                    <a:pt x="10160" y="76200"/>
                  </a:moveTo>
                  <a:lnTo>
                    <a:pt x="0" y="76200"/>
                  </a:lnTo>
                  <a:lnTo>
                    <a:pt x="0" y="79997"/>
                  </a:lnTo>
                  <a:lnTo>
                    <a:pt x="10160" y="79997"/>
                  </a:lnTo>
                  <a:lnTo>
                    <a:pt x="10160" y="76200"/>
                  </a:lnTo>
                  <a:close/>
                </a:path>
                <a:path w="10160" h="283210">
                  <a:moveTo>
                    <a:pt x="10160" y="73660"/>
                  </a:moveTo>
                  <a:lnTo>
                    <a:pt x="0" y="73660"/>
                  </a:lnTo>
                  <a:lnTo>
                    <a:pt x="0" y="76187"/>
                  </a:lnTo>
                  <a:lnTo>
                    <a:pt x="10160" y="76187"/>
                  </a:lnTo>
                  <a:lnTo>
                    <a:pt x="10160" y="73660"/>
                  </a:lnTo>
                  <a:close/>
                </a:path>
                <a:path w="10160" h="283210">
                  <a:moveTo>
                    <a:pt x="10160" y="69850"/>
                  </a:moveTo>
                  <a:lnTo>
                    <a:pt x="0" y="69850"/>
                  </a:lnTo>
                  <a:lnTo>
                    <a:pt x="0" y="73647"/>
                  </a:lnTo>
                  <a:lnTo>
                    <a:pt x="10160" y="73647"/>
                  </a:lnTo>
                  <a:lnTo>
                    <a:pt x="10160" y="69850"/>
                  </a:lnTo>
                  <a:close/>
                </a:path>
                <a:path w="10160" h="283210">
                  <a:moveTo>
                    <a:pt x="10160" y="67310"/>
                  </a:moveTo>
                  <a:lnTo>
                    <a:pt x="0" y="67310"/>
                  </a:lnTo>
                  <a:lnTo>
                    <a:pt x="0" y="69837"/>
                  </a:lnTo>
                  <a:lnTo>
                    <a:pt x="10160" y="69837"/>
                  </a:lnTo>
                  <a:lnTo>
                    <a:pt x="10160" y="67310"/>
                  </a:lnTo>
                  <a:close/>
                </a:path>
                <a:path w="10160" h="283210">
                  <a:moveTo>
                    <a:pt x="10160" y="63500"/>
                  </a:moveTo>
                  <a:lnTo>
                    <a:pt x="0" y="63500"/>
                  </a:lnTo>
                  <a:lnTo>
                    <a:pt x="0" y="67297"/>
                  </a:lnTo>
                  <a:lnTo>
                    <a:pt x="10160" y="67297"/>
                  </a:lnTo>
                  <a:lnTo>
                    <a:pt x="10160" y="63500"/>
                  </a:lnTo>
                  <a:close/>
                </a:path>
                <a:path w="10160" h="283210">
                  <a:moveTo>
                    <a:pt x="10160" y="60960"/>
                  </a:moveTo>
                  <a:lnTo>
                    <a:pt x="0" y="60960"/>
                  </a:lnTo>
                  <a:lnTo>
                    <a:pt x="0" y="63487"/>
                  </a:lnTo>
                  <a:lnTo>
                    <a:pt x="10160" y="63487"/>
                  </a:lnTo>
                  <a:lnTo>
                    <a:pt x="10160" y="60960"/>
                  </a:lnTo>
                  <a:close/>
                </a:path>
                <a:path w="10160" h="283210">
                  <a:moveTo>
                    <a:pt x="10160" y="57150"/>
                  </a:moveTo>
                  <a:lnTo>
                    <a:pt x="0" y="57150"/>
                  </a:lnTo>
                  <a:lnTo>
                    <a:pt x="0" y="60947"/>
                  </a:lnTo>
                  <a:lnTo>
                    <a:pt x="10160" y="60947"/>
                  </a:lnTo>
                  <a:lnTo>
                    <a:pt x="10160" y="57150"/>
                  </a:lnTo>
                  <a:close/>
                </a:path>
                <a:path w="10160" h="283210">
                  <a:moveTo>
                    <a:pt x="10160" y="54610"/>
                  </a:moveTo>
                  <a:lnTo>
                    <a:pt x="0" y="54610"/>
                  </a:lnTo>
                  <a:lnTo>
                    <a:pt x="0" y="57137"/>
                  </a:lnTo>
                  <a:lnTo>
                    <a:pt x="10160" y="57137"/>
                  </a:lnTo>
                  <a:lnTo>
                    <a:pt x="10160" y="54610"/>
                  </a:lnTo>
                  <a:close/>
                </a:path>
                <a:path w="10160" h="283210">
                  <a:moveTo>
                    <a:pt x="10160" y="50800"/>
                  </a:moveTo>
                  <a:lnTo>
                    <a:pt x="0" y="50800"/>
                  </a:lnTo>
                  <a:lnTo>
                    <a:pt x="0" y="54597"/>
                  </a:lnTo>
                  <a:lnTo>
                    <a:pt x="10160" y="54597"/>
                  </a:lnTo>
                  <a:lnTo>
                    <a:pt x="10160" y="50800"/>
                  </a:lnTo>
                  <a:close/>
                </a:path>
                <a:path w="10160" h="283210">
                  <a:moveTo>
                    <a:pt x="10160" y="48260"/>
                  </a:moveTo>
                  <a:lnTo>
                    <a:pt x="0" y="48260"/>
                  </a:lnTo>
                  <a:lnTo>
                    <a:pt x="0" y="50787"/>
                  </a:lnTo>
                  <a:lnTo>
                    <a:pt x="10160" y="50787"/>
                  </a:lnTo>
                  <a:lnTo>
                    <a:pt x="10160" y="48260"/>
                  </a:lnTo>
                  <a:close/>
                </a:path>
                <a:path w="10160" h="283210">
                  <a:moveTo>
                    <a:pt x="10160" y="44450"/>
                  </a:moveTo>
                  <a:lnTo>
                    <a:pt x="0" y="44450"/>
                  </a:lnTo>
                  <a:lnTo>
                    <a:pt x="0" y="48247"/>
                  </a:lnTo>
                  <a:lnTo>
                    <a:pt x="10160" y="48247"/>
                  </a:lnTo>
                  <a:lnTo>
                    <a:pt x="10160" y="44450"/>
                  </a:lnTo>
                  <a:close/>
                </a:path>
                <a:path w="10160" h="283210">
                  <a:moveTo>
                    <a:pt x="10160" y="41910"/>
                  </a:moveTo>
                  <a:lnTo>
                    <a:pt x="0" y="41910"/>
                  </a:lnTo>
                  <a:lnTo>
                    <a:pt x="0" y="44437"/>
                  </a:lnTo>
                  <a:lnTo>
                    <a:pt x="10160" y="44437"/>
                  </a:lnTo>
                  <a:lnTo>
                    <a:pt x="10160" y="41910"/>
                  </a:lnTo>
                  <a:close/>
                </a:path>
                <a:path w="10160" h="283210">
                  <a:moveTo>
                    <a:pt x="10160" y="38100"/>
                  </a:moveTo>
                  <a:lnTo>
                    <a:pt x="0" y="38100"/>
                  </a:lnTo>
                  <a:lnTo>
                    <a:pt x="0" y="41897"/>
                  </a:lnTo>
                  <a:lnTo>
                    <a:pt x="10160" y="41897"/>
                  </a:lnTo>
                  <a:lnTo>
                    <a:pt x="10160" y="38100"/>
                  </a:lnTo>
                  <a:close/>
                </a:path>
                <a:path w="10160" h="283210">
                  <a:moveTo>
                    <a:pt x="10160" y="35560"/>
                  </a:moveTo>
                  <a:lnTo>
                    <a:pt x="0" y="35560"/>
                  </a:lnTo>
                  <a:lnTo>
                    <a:pt x="0" y="38087"/>
                  </a:lnTo>
                  <a:lnTo>
                    <a:pt x="10160" y="38087"/>
                  </a:lnTo>
                  <a:lnTo>
                    <a:pt x="10160" y="35560"/>
                  </a:lnTo>
                  <a:close/>
                </a:path>
                <a:path w="10160" h="283210">
                  <a:moveTo>
                    <a:pt x="10160" y="31750"/>
                  </a:moveTo>
                  <a:lnTo>
                    <a:pt x="0" y="31750"/>
                  </a:lnTo>
                  <a:lnTo>
                    <a:pt x="0" y="35547"/>
                  </a:lnTo>
                  <a:lnTo>
                    <a:pt x="10160" y="35547"/>
                  </a:lnTo>
                  <a:lnTo>
                    <a:pt x="10160" y="31750"/>
                  </a:lnTo>
                  <a:close/>
                </a:path>
                <a:path w="10160" h="283210">
                  <a:moveTo>
                    <a:pt x="10160" y="29210"/>
                  </a:moveTo>
                  <a:lnTo>
                    <a:pt x="0" y="29210"/>
                  </a:lnTo>
                  <a:lnTo>
                    <a:pt x="0" y="31737"/>
                  </a:lnTo>
                  <a:lnTo>
                    <a:pt x="10160" y="31737"/>
                  </a:lnTo>
                  <a:lnTo>
                    <a:pt x="10160" y="29210"/>
                  </a:lnTo>
                  <a:close/>
                </a:path>
                <a:path w="10160" h="283210">
                  <a:moveTo>
                    <a:pt x="10160" y="25400"/>
                  </a:moveTo>
                  <a:lnTo>
                    <a:pt x="0" y="25400"/>
                  </a:lnTo>
                  <a:lnTo>
                    <a:pt x="0" y="29197"/>
                  </a:lnTo>
                  <a:lnTo>
                    <a:pt x="10160" y="29197"/>
                  </a:lnTo>
                  <a:lnTo>
                    <a:pt x="10160" y="25400"/>
                  </a:lnTo>
                  <a:close/>
                </a:path>
                <a:path w="10160" h="283210">
                  <a:moveTo>
                    <a:pt x="10160" y="22860"/>
                  </a:moveTo>
                  <a:lnTo>
                    <a:pt x="0" y="22860"/>
                  </a:lnTo>
                  <a:lnTo>
                    <a:pt x="0" y="25387"/>
                  </a:lnTo>
                  <a:lnTo>
                    <a:pt x="10160" y="25387"/>
                  </a:lnTo>
                  <a:lnTo>
                    <a:pt x="10160" y="22860"/>
                  </a:lnTo>
                  <a:close/>
                </a:path>
                <a:path w="10160" h="283210">
                  <a:moveTo>
                    <a:pt x="10160" y="19050"/>
                  </a:moveTo>
                  <a:lnTo>
                    <a:pt x="0" y="19050"/>
                  </a:lnTo>
                  <a:lnTo>
                    <a:pt x="0" y="22847"/>
                  </a:lnTo>
                  <a:lnTo>
                    <a:pt x="10160" y="22847"/>
                  </a:lnTo>
                  <a:lnTo>
                    <a:pt x="10160" y="19050"/>
                  </a:lnTo>
                  <a:close/>
                </a:path>
                <a:path w="10160" h="283210">
                  <a:moveTo>
                    <a:pt x="10160" y="16510"/>
                  </a:moveTo>
                  <a:lnTo>
                    <a:pt x="0" y="16510"/>
                  </a:lnTo>
                  <a:lnTo>
                    <a:pt x="0" y="19037"/>
                  </a:lnTo>
                  <a:lnTo>
                    <a:pt x="10160" y="19037"/>
                  </a:lnTo>
                  <a:lnTo>
                    <a:pt x="10160" y="16510"/>
                  </a:lnTo>
                  <a:close/>
                </a:path>
                <a:path w="10160" h="283210">
                  <a:moveTo>
                    <a:pt x="10160" y="12700"/>
                  </a:moveTo>
                  <a:lnTo>
                    <a:pt x="0" y="12700"/>
                  </a:lnTo>
                  <a:lnTo>
                    <a:pt x="0" y="16497"/>
                  </a:lnTo>
                  <a:lnTo>
                    <a:pt x="10160" y="16497"/>
                  </a:lnTo>
                  <a:lnTo>
                    <a:pt x="10160" y="12700"/>
                  </a:lnTo>
                  <a:close/>
                </a:path>
                <a:path w="10160" h="283210">
                  <a:moveTo>
                    <a:pt x="10160" y="10160"/>
                  </a:moveTo>
                  <a:lnTo>
                    <a:pt x="0" y="10160"/>
                  </a:lnTo>
                  <a:lnTo>
                    <a:pt x="0" y="12687"/>
                  </a:lnTo>
                  <a:lnTo>
                    <a:pt x="10160" y="12687"/>
                  </a:lnTo>
                  <a:lnTo>
                    <a:pt x="10160" y="10160"/>
                  </a:lnTo>
                  <a:close/>
                </a:path>
                <a:path w="10160" h="28321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28321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28321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1038">
              <a:extLst>
                <a:ext uri="{FF2B5EF4-FFF2-40B4-BE49-F238E27FC236}">
                  <a16:creationId xmlns:a16="http://schemas.microsoft.com/office/drawing/2014/main" id="{E8A387E0-0E85-74E2-6071-667E410E04F4}"/>
                </a:ext>
              </a:extLst>
            </p:cNvPr>
            <p:cNvSpPr/>
            <p:nvPr/>
          </p:nvSpPr>
          <p:spPr>
            <a:xfrm>
              <a:off x="4660900" y="566167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10160" y="6350"/>
                  </a:moveTo>
                  <a:lnTo>
                    <a:pt x="0" y="6350"/>
                  </a:lnTo>
                  <a:lnTo>
                    <a:pt x="0" y="10147"/>
                  </a:lnTo>
                  <a:lnTo>
                    <a:pt x="10160" y="10147"/>
                  </a:lnTo>
                  <a:lnTo>
                    <a:pt x="10160" y="6350"/>
                  </a:lnTo>
                  <a:close/>
                </a:path>
                <a:path w="10160" h="10160">
                  <a:moveTo>
                    <a:pt x="10160" y="3810"/>
                  </a:moveTo>
                  <a:lnTo>
                    <a:pt x="0" y="3810"/>
                  </a:lnTo>
                  <a:lnTo>
                    <a:pt x="0" y="6337"/>
                  </a:lnTo>
                  <a:lnTo>
                    <a:pt x="10160" y="6337"/>
                  </a:lnTo>
                  <a:lnTo>
                    <a:pt x="10160" y="3810"/>
                  </a:lnTo>
                  <a:close/>
                </a:path>
                <a:path w="10160" h="10160">
                  <a:moveTo>
                    <a:pt x="1016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0160" y="379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717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1039">
              <a:extLst>
                <a:ext uri="{FF2B5EF4-FFF2-40B4-BE49-F238E27FC236}">
                  <a16:creationId xmlns:a16="http://schemas.microsoft.com/office/drawing/2014/main" id="{8E894C57-E735-61A4-5CFA-22B7289194D4}"/>
                </a:ext>
              </a:extLst>
            </p:cNvPr>
            <p:cNvSpPr/>
            <p:nvPr/>
          </p:nvSpPr>
          <p:spPr>
            <a:xfrm>
              <a:off x="4671059" y="5382260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29" h="289560">
                  <a:moveTo>
                    <a:pt x="635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69"/>
                  </a:lnTo>
                  <a:lnTo>
                    <a:pt x="6350" y="1269"/>
                  </a:lnTo>
                  <a:lnTo>
                    <a:pt x="6350" y="0"/>
                  </a:lnTo>
                  <a:close/>
                </a:path>
                <a:path w="11429" h="289560">
                  <a:moveTo>
                    <a:pt x="11429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3809"/>
                  </a:lnTo>
                  <a:close/>
                </a:path>
                <a:path w="11429" h="289560">
                  <a:moveTo>
                    <a:pt x="11429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6350"/>
                  </a:lnTo>
                  <a:close/>
                </a:path>
                <a:path w="11429" h="289560">
                  <a:moveTo>
                    <a:pt x="11429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10159"/>
                  </a:lnTo>
                  <a:close/>
                </a:path>
                <a:path w="11429" h="289560">
                  <a:moveTo>
                    <a:pt x="11429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2700"/>
                  </a:lnTo>
                  <a:close/>
                </a:path>
                <a:path w="11429" h="289560">
                  <a:moveTo>
                    <a:pt x="11429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6509"/>
                  </a:lnTo>
                  <a:close/>
                </a:path>
                <a:path w="11429" h="289560">
                  <a:moveTo>
                    <a:pt x="11429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19050"/>
                  </a:lnTo>
                  <a:close/>
                </a:path>
                <a:path w="11429" h="289560">
                  <a:moveTo>
                    <a:pt x="11429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2859"/>
                  </a:lnTo>
                  <a:close/>
                </a:path>
                <a:path w="11429" h="289560">
                  <a:moveTo>
                    <a:pt x="11429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5400"/>
                  </a:lnTo>
                  <a:close/>
                </a:path>
                <a:path w="11429" h="289560">
                  <a:moveTo>
                    <a:pt x="11429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9209"/>
                  </a:lnTo>
                  <a:close/>
                </a:path>
                <a:path w="11429" h="289560">
                  <a:moveTo>
                    <a:pt x="11429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1750"/>
                  </a:lnTo>
                  <a:close/>
                </a:path>
                <a:path w="11429" h="289560">
                  <a:moveTo>
                    <a:pt x="11429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5559"/>
                  </a:lnTo>
                  <a:close/>
                </a:path>
                <a:path w="11429" h="289560">
                  <a:moveTo>
                    <a:pt x="11429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8100"/>
                  </a:lnTo>
                  <a:close/>
                </a:path>
                <a:path w="11429" h="289560">
                  <a:moveTo>
                    <a:pt x="11429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1909"/>
                  </a:lnTo>
                  <a:close/>
                </a:path>
                <a:path w="11429" h="289560">
                  <a:moveTo>
                    <a:pt x="11429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4450"/>
                  </a:lnTo>
                  <a:close/>
                </a:path>
                <a:path w="11429" h="289560">
                  <a:moveTo>
                    <a:pt x="11429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8259"/>
                  </a:lnTo>
                  <a:close/>
                </a:path>
                <a:path w="11429" h="289560">
                  <a:moveTo>
                    <a:pt x="11429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0800"/>
                  </a:lnTo>
                  <a:close/>
                </a:path>
                <a:path w="11429" h="289560">
                  <a:moveTo>
                    <a:pt x="11429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4609"/>
                  </a:lnTo>
                  <a:close/>
                </a:path>
                <a:path w="11429" h="289560">
                  <a:moveTo>
                    <a:pt x="11429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7150"/>
                  </a:lnTo>
                  <a:close/>
                </a:path>
                <a:path w="11429" h="289560">
                  <a:moveTo>
                    <a:pt x="11429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60959"/>
                  </a:lnTo>
                  <a:close/>
                </a:path>
                <a:path w="11429" h="289560">
                  <a:moveTo>
                    <a:pt x="11429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3500"/>
                  </a:lnTo>
                  <a:close/>
                </a:path>
                <a:path w="11429" h="289560">
                  <a:moveTo>
                    <a:pt x="11429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7309"/>
                  </a:lnTo>
                  <a:close/>
                </a:path>
                <a:path w="11429" h="289560">
                  <a:moveTo>
                    <a:pt x="11429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69850"/>
                  </a:lnTo>
                  <a:close/>
                </a:path>
                <a:path w="11429" h="289560">
                  <a:moveTo>
                    <a:pt x="11429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3659"/>
                  </a:lnTo>
                  <a:close/>
                </a:path>
                <a:path w="11429" h="289560">
                  <a:moveTo>
                    <a:pt x="11429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6200"/>
                  </a:lnTo>
                  <a:close/>
                </a:path>
                <a:path w="11429" h="289560">
                  <a:moveTo>
                    <a:pt x="11429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80009"/>
                  </a:lnTo>
                  <a:close/>
                </a:path>
                <a:path w="11429" h="289560">
                  <a:moveTo>
                    <a:pt x="11429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2550"/>
                  </a:lnTo>
                  <a:close/>
                </a:path>
                <a:path w="11429" h="289560">
                  <a:moveTo>
                    <a:pt x="11429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6359"/>
                  </a:lnTo>
                  <a:close/>
                </a:path>
                <a:path w="11429" h="289560">
                  <a:moveTo>
                    <a:pt x="11429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88900"/>
                  </a:lnTo>
                  <a:close/>
                </a:path>
                <a:path w="11429" h="289560">
                  <a:moveTo>
                    <a:pt x="11429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2709"/>
                  </a:lnTo>
                  <a:close/>
                </a:path>
                <a:path w="11429" h="289560">
                  <a:moveTo>
                    <a:pt x="11429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5250"/>
                  </a:lnTo>
                  <a:close/>
                </a:path>
                <a:path w="11429" h="289560">
                  <a:moveTo>
                    <a:pt x="11429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9059"/>
                  </a:lnTo>
                  <a:close/>
                </a:path>
                <a:path w="11429" h="289560">
                  <a:moveTo>
                    <a:pt x="11429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1429" y="105409"/>
                  </a:lnTo>
                  <a:lnTo>
                    <a:pt x="11429" y="101600"/>
                  </a:lnTo>
                  <a:close/>
                </a:path>
                <a:path w="11429" h="289560">
                  <a:moveTo>
                    <a:pt x="11429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5409"/>
                  </a:lnTo>
                  <a:close/>
                </a:path>
                <a:path w="11429" h="289560">
                  <a:moveTo>
                    <a:pt x="11429" y="107950"/>
                  </a:moveTo>
                  <a:lnTo>
                    <a:pt x="0" y="107950"/>
                  </a:lnTo>
                  <a:lnTo>
                    <a:pt x="0" y="111759"/>
                  </a:lnTo>
                  <a:lnTo>
                    <a:pt x="11429" y="111759"/>
                  </a:lnTo>
                  <a:lnTo>
                    <a:pt x="11429" y="107950"/>
                  </a:lnTo>
                  <a:close/>
                </a:path>
                <a:path w="11429" h="289560">
                  <a:moveTo>
                    <a:pt x="11429" y="111759"/>
                  </a:moveTo>
                  <a:lnTo>
                    <a:pt x="0" y="111759"/>
                  </a:lnTo>
                  <a:lnTo>
                    <a:pt x="0" y="114299"/>
                  </a:lnTo>
                  <a:lnTo>
                    <a:pt x="11429" y="114299"/>
                  </a:lnTo>
                  <a:lnTo>
                    <a:pt x="11429" y="111759"/>
                  </a:lnTo>
                  <a:close/>
                </a:path>
                <a:path w="11429" h="289560">
                  <a:moveTo>
                    <a:pt x="11429" y="114300"/>
                  </a:moveTo>
                  <a:lnTo>
                    <a:pt x="0" y="11430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14300"/>
                  </a:lnTo>
                  <a:close/>
                </a:path>
                <a:path w="11429" h="289560">
                  <a:moveTo>
                    <a:pt x="11429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5259"/>
                  </a:lnTo>
                  <a:close/>
                </a:path>
                <a:path w="11429" h="289560">
                  <a:moveTo>
                    <a:pt x="11429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7800"/>
                  </a:lnTo>
                  <a:close/>
                </a:path>
                <a:path w="11429" h="289560">
                  <a:moveTo>
                    <a:pt x="11429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1609"/>
                  </a:lnTo>
                  <a:close/>
                </a:path>
                <a:path w="11429" h="289560">
                  <a:moveTo>
                    <a:pt x="11429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4150"/>
                  </a:lnTo>
                  <a:close/>
                </a:path>
                <a:path w="11429" h="289560">
                  <a:moveTo>
                    <a:pt x="11429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7959"/>
                  </a:lnTo>
                  <a:close/>
                </a:path>
                <a:path w="11429" h="289560">
                  <a:moveTo>
                    <a:pt x="11429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0500"/>
                  </a:lnTo>
                  <a:close/>
                </a:path>
                <a:path w="11429" h="289560">
                  <a:moveTo>
                    <a:pt x="11429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4309"/>
                  </a:lnTo>
                  <a:close/>
                </a:path>
                <a:path w="11429" h="289560">
                  <a:moveTo>
                    <a:pt x="11429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6850"/>
                  </a:lnTo>
                  <a:close/>
                </a:path>
                <a:path w="11429" h="289560">
                  <a:moveTo>
                    <a:pt x="11429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200659"/>
                  </a:lnTo>
                  <a:close/>
                </a:path>
                <a:path w="11429" h="289560">
                  <a:moveTo>
                    <a:pt x="11429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3200"/>
                  </a:lnTo>
                  <a:close/>
                </a:path>
                <a:path w="11429" h="289560">
                  <a:moveTo>
                    <a:pt x="11429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7009"/>
                  </a:lnTo>
                  <a:close/>
                </a:path>
                <a:path w="11429" h="289560">
                  <a:moveTo>
                    <a:pt x="11429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09550"/>
                  </a:lnTo>
                  <a:close/>
                </a:path>
                <a:path w="11429" h="289560">
                  <a:moveTo>
                    <a:pt x="11429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3359"/>
                  </a:lnTo>
                  <a:close/>
                </a:path>
                <a:path w="11429" h="289560">
                  <a:moveTo>
                    <a:pt x="11429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5900"/>
                  </a:lnTo>
                  <a:close/>
                </a:path>
                <a:path w="11429" h="289560">
                  <a:moveTo>
                    <a:pt x="11429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9709"/>
                  </a:lnTo>
                  <a:close/>
                </a:path>
                <a:path w="11429" h="289560">
                  <a:moveTo>
                    <a:pt x="11429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2250"/>
                  </a:lnTo>
                  <a:close/>
                </a:path>
                <a:path w="11429" h="289560">
                  <a:moveTo>
                    <a:pt x="11429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6059"/>
                  </a:lnTo>
                  <a:close/>
                </a:path>
                <a:path w="11429" h="289560">
                  <a:moveTo>
                    <a:pt x="11429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8600"/>
                  </a:lnTo>
                  <a:close/>
                </a:path>
                <a:path w="11429" h="289560">
                  <a:moveTo>
                    <a:pt x="11429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2409"/>
                  </a:lnTo>
                  <a:close/>
                </a:path>
                <a:path w="11429" h="289560">
                  <a:moveTo>
                    <a:pt x="11429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4950"/>
                  </a:lnTo>
                  <a:close/>
                </a:path>
                <a:path w="11429" h="289560">
                  <a:moveTo>
                    <a:pt x="11429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8759"/>
                  </a:lnTo>
                  <a:close/>
                </a:path>
                <a:path w="11429" h="289560">
                  <a:moveTo>
                    <a:pt x="11429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1300"/>
                  </a:lnTo>
                  <a:close/>
                </a:path>
                <a:path w="11429" h="289560">
                  <a:moveTo>
                    <a:pt x="11429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5109"/>
                  </a:lnTo>
                  <a:close/>
                </a:path>
                <a:path w="11429" h="289560">
                  <a:moveTo>
                    <a:pt x="11429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7650"/>
                  </a:lnTo>
                  <a:close/>
                </a:path>
                <a:path w="11429" h="289560">
                  <a:moveTo>
                    <a:pt x="11429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1459"/>
                  </a:lnTo>
                  <a:close/>
                </a:path>
                <a:path w="11429" h="289560">
                  <a:moveTo>
                    <a:pt x="11429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4000"/>
                  </a:lnTo>
                  <a:close/>
                </a:path>
                <a:path w="11429" h="289560">
                  <a:moveTo>
                    <a:pt x="11429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7809"/>
                  </a:lnTo>
                  <a:close/>
                </a:path>
                <a:path w="11429" h="289560">
                  <a:moveTo>
                    <a:pt x="11429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1429" y="264159"/>
                  </a:lnTo>
                  <a:lnTo>
                    <a:pt x="11429" y="260350"/>
                  </a:lnTo>
                  <a:close/>
                </a:path>
                <a:path w="11429" h="289560">
                  <a:moveTo>
                    <a:pt x="11429" y="264159"/>
                  </a:moveTo>
                  <a:lnTo>
                    <a:pt x="0" y="264159"/>
                  </a:lnTo>
                  <a:lnTo>
                    <a:pt x="0" y="266699"/>
                  </a:lnTo>
                  <a:lnTo>
                    <a:pt x="11429" y="266699"/>
                  </a:lnTo>
                  <a:lnTo>
                    <a:pt x="11429" y="264159"/>
                  </a:lnTo>
                  <a:close/>
                </a:path>
                <a:path w="11429" h="289560">
                  <a:moveTo>
                    <a:pt x="11429" y="266700"/>
                  </a:moveTo>
                  <a:lnTo>
                    <a:pt x="0" y="266700"/>
                  </a:lnTo>
                  <a:lnTo>
                    <a:pt x="0" y="270509"/>
                  </a:lnTo>
                  <a:lnTo>
                    <a:pt x="11429" y="270509"/>
                  </a:lnTo>
                  <a:lnTo>
                    <a:pt x="11429" y="266700"/>
                  </a:lnTo>
                  <a:close/>
                </a:path>
                <a:path w="11429" h="289560">
                  <a:moveTo>
                    <a:pt x="11429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1429" y="273049"/>
                  </a:lnTo>
                  <a:lnTo>
                    <a:pt x="11429" y="270509"/>
                  </a:lnTo>
                  <a:close/>
                </a:path>
                <a:path w="11429" h="289560">
                  <a:moveTo>
                    <a:pt x="11429" y="273050"/>
                  </a:moveTo>
                  <a:lnTo>
                    <a:pt x="0" y="273050"/>
                  </a:lnTo>
                  <a:lnTo>
                    <a:pt x="0" y="276859"/>
                  </a:lnTo>
                  <a:lnTo>
                    <a:pt x="11429" y="276859"/>
                  </a:lnTo>
                  <a:lnTo>
                    <a:pt x="11429" y="273050"/>
                  </a:lnTo>
                  <a:close/>
                </a:path>
                <a:path w="11429" h="289560">
                  <a:moveTo>
                    <a:pt x="11429" y="276859"/>
                  </a:moveTo>
                  <a:lnTo>
                    <a:pt x="0" y="276859"/>
                  </a:lnTo>
                  <a:lnTo>
                    <a:pt x="0" y="279399"/>
                  </a:lnTo>
                  <a:lnTo>
                    <a:pt x="11429" y="279399"/>
                  </a:lnTo>
                  <a:lnTo>
                    <a:pt x="11429" y="276859"/>
                  </a:lnTo>
                  <a:close/>
                </a:path>
                <a:path w="11429" h="289560">
                  <a:moveTo>
                    <a:pt x="11429" y="279400"/>
                  </a:moveTo>
                  <a:lnTo>
                    <a:pt x="0" y="279400"/>
                  </a:lnTo>
                  <a:lnTo>
                    <a:pt x="0" y="283209"/>
                  </a:lnTo>
                  <a:lnTo>
                    <a:pt x="11429" y="283209"/>
                  </a:lnTo>
                  <a:lnTo>
                    <a:pt x="11429" y="279400"/>
                  </a:lnTo>
                  <a:close/>
                </a:path>
                <a:path w="11429" h="289560">
                  <a:moveTo>
                    <a:pt x="11429" y="283209"/>
                  </a:moveTo>
                  <a:lnTo>
                    <a:pt x="0" y="283209"/>
                  </a:lnTo>
                  <a:lnTo>
                    <a:pt x="0" y="285749"/>
                  </a:lnTo>
                  <a:lnTo>
                    <a:pt x="11429" y="285749"/>
                  </a:lnTo>
                  <a:lnTo>
                    <a:pt x="11429" y="283209"/>
                  </a:lnTo>
                  <a:close/>
                </a:path>
                <a:path w="11429" h="289560">
                  <a:moveTo>
                    <a:pt x="11429" y="285750"/>
                  </a:moveTo>
                  <a:lnTo>
                    <a:pt x="0" y="285750"/>
                  </a:lnTo>
                  <a:lnTo>
                    <a:pt x="0" y="289559"/>
                  </a:lnTo>
                  <a:lnTo>
                    <a:pt x="11429" y="289559"/>
                  </a:lnTo>
                  <a:lnTo>
                    <a:pt x="11429" y="285750"/>
                  </a:lnTo>
                  <a:close/>
                </a:path>
              </a:pathLst>
            </a:custGeom>
            <a:solidFill>
              <a:srgbClr val="727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1040">
              <a:extLst>
                <a:ext uri="{FF2B5EF4-FFF2-40B4-BE49-F238E27FC236}">
                  <a16:creationId xmlns:a16="http://schemas.microsoft.com/office/drawing/2014/main" id="{3906312D-7EA8-211C-19F6-986C328CA10E}"/>
                </a:ext>
              </a:extLst>
            </p:cNvPr>
            <p:cNvSpPr/>
            <p:nvPr/>
          </p:nvSpPr>
          <p:spPr>
            <a:xfrm>
              <a:off x="4688205" y="5383530"/>
              <a:ext cx="0" cy="288290"/>
            </a:xfrm>
            <a:custGeom>
              <a:avLst/>
              <a:gdLst/>
              <a:ahLst/>
              <a:cxnLst/>
              <a:rect l="l" t="t" r="r" b="b"/>
              <a:pathLst>
                <a:path h="288289">
                  <a:moveTo>
                    <a:pt x="0" y="0"/>
                  </a:moveTo>
                  <a:lnTo>
                    <a:pt x="0" y="288290"/>
                  </a:lnTo>
                </a:path>
              </a:pathLst>
            </a:custGeom>
            <a:ln w="11430">
              <a:solidFill>
                <a:srgbClr val="72729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1041">
              <a:extLst>
                <a:ext uri="{FF2B5EF4-FFF2-40B4-BE49-F238E27FC236}">
                  <a16:creationId xmlns:a16="http://schemas.microsoft.com/office/drawing/2014/main" id="{6117DC07-5624-8421-E618-880B2E109060}"/>
                </a:ext>
              </a:extLst>
            </p:cNvPr>
            <p:cNvSpPr/>
            <p:nvPr/>
          </p:nvSpPr>
          <p:spPr>
            <a:xfrm>
              <a:off x="4693919" y="5383530"/>
              <a:ext cx="10160" cy="288290"/>
            </a:xfrm>
            <a:custGeom>
              <a:avLst/>
              <a:gdLst/>
              <a:ahLst/>
              <a:cxnLst/>
              <a:rect l="l" t="t" r="r" b="b"/>
              <a:pathLst>
                <a:path w="10160" h="288289">
                  <a:moveTo>
                    <a:pt x="888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0159" y="2540"/>
                  </a:lnTo>
                  <a:lnTo>
                    <a:pt x="10159" y="1270"/>
                  </a:lnTo>
                  <a:lnTo>
                    <a:pt x="8889" y="1270"/>
                  </a:lnTo>
                  <a:lnTo>
                    <a:pt x="8889" y="0"/>
                  </a:lnTo>
                  <a:close/>
                </a:path>
                <a:path w="10160" h="288289">
                  <a:moveTo>
                    <a:pt x="1015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0159" y="5080"/>
                  </a:lnTo>
                  <a:lnTo>
                    <a:pt x="10159" y="2540"/>
                  </a:lnTo>
                  <a:close/>
                </a:path>
                <a:path w="10160" h="288289">
                  <a:moveTo>
                    <a:pt x="1015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0159" y="8890"/>
                  </a:lnTo>
                  <a:lnTo>
                    <a:pt x="10159" y="5080"/>
                  </a:lnTo>
                  <a:close/>
                </a:path>
                <a:path w="10160" h="288289">
                  <a:moveTo>
                    <a:pt x="1015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0159" y="11430"/>
                  </a:lnTo>
                  <a:lnTo>
                    <a:pt x="10159" y="8890"/>
                  </a:lnTo>
                  <a:close/>
                </a:path>
                <a:path w="10160" h="288289">
                  <a:moveTo>
                    <a:pt x="1015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0159" y="15240"/>
                  </a:lnTo>
                  <a:lnTo>
                    <a:pt x="10159" y="11430"/>
                  </a:lnTo>
                  <a:close/>
                </a:path>
                <a:path w="10160" h="288289">
                  <a:moveTo>
                    <a:pt x="1015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0159" y="17780"/>
                  </a:lnTo>
                  <a:lnTo>
                    <a:pt x="10159" y="15240"/>
                  </a:lnTo>
                  <a:close/>
                </a:path>
                <a:path w="10160" h="288289">
                  <a:moveTo>
                    <a:pt x="1015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0159" y="21590"/>
                  </a:lnTo>
                  <a:lnTo>
                    <a:pt x="10159" y="17780"/>
                  </a:lnTo>
                  <a:close/>
                </a:path>
                <a:path w="10160" h="288289">
                  <a:moveTo>
                    <a:pt x="1015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0159" y="24130"/>
                  </a:lnTo>
                  <a:lnTo>
                    <a:pt x="10159" y="21590"/>
                  </a:lnTo>
                  <a:close/>
                </a:path>
                <a:path w="10160" h="288289">
                  <a:moveTo>
                    <a:pt x="1015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0159" y="27940"/>
                  </a:lnTo>
                  <a:lnTo>
                    <a:pt x="10159" y="24130"/>
                  </a:lnTo>
                  <a:close/>
                </a:path>
                <a:path w="10160" h="288289">
                  <a:moveTo>
                    <a:pt x="1015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0159" y="30480"/>
                  </a:lnTo>
                  <a:lnTo>
                    <a:pt x="10159" y="27940"/>
                  </a:lnTo>
                  <a:close/>
                </a:path>
                <a:path w="10160" h="288289">
                  <a:moveTo>
                    <a:pt x="1015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0159" y="34290"/>
                  </a:lnTo>
                  <a:lnTo>
                    <a:pt x="10159" y="30480"/>
                  </a:lnTo>
                  <a:close/>
                </a:path>
                <a:path w="10160" h="288289">
                  <a:moveTo>
                    <a:pt x="1015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0159" y="36830"/>
                  </a:lnTo>
                  <a:lnTo>
                    <a:pt x="10159" y="34290"/>
                  </a:lnTo>
                  <a:close/>
                </a:path>
                <a:path w="10160" h="288289">
                  <a:moveTo>
                    <a:pt x="1015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0159" y="40640"/>
                  </a:lnTo>
                  <a:lnTo>
                    <a:pt x="10159" y="36830"/>
                  </a:lnTo>
                  <a:close/>
                </a:path>
                <a:path w="10160" h="288289">
                  <a:moveTo>
                    <a:pt x="1015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0159" y="43180"/>
                  </a:lnTo>
                  <a:lnTo>
                    <a:pt x="10159" y="40640"/>
                  </a:lnTo>
                  <a:close/>
                </a:path>
                <a:path w="10160" h="288289">
                  <a:moveTo>
                    <a:pt x="1015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0159" y="46990"/>
                  </a:lnTo>
                  <a:lnTo>
                    <a:pt x="10159" y="43180"/>
                  </a:lnTo>
                  <a:close/>
                </a:path>
                <a:path w="10160" h="288289">
                  <a:moveTo>
                    <a:pt x="1015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0159" y="49530"/>
                  </a:lnTo>
                  <a:lnTo>
                    <a:pt x="10159" y="46990"/>
                  </a:lnTo>
                  <a:close/>
                </a:path>
                <a:path w="10160" h="288289">
                  <a:moveTo>
                    <a:pt x="1015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0159" y="53340"/>
                  </a:lnTo>
                  <a:lnTo>
                    <a:pt x="10159" y="49530"/>
                  </a:lnTo>
                  <a:close/>
                </a:path>
                <a:path w="10160" h="288289">
                  <a:moveTo>
                    <a:pt x="1015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0159" y="55880"/>
                  </a:lnTo>
                  <a:lnTo>
                    <a:pt x="10159" y="53340"/>
                  </a:lnTo>
                  <a:close/>
                </a:path>
                <a:path w="10160" h="288289">
                  <a:moveTo>
                    <a:pt x="1015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0159" y="59690"/>
                  </a:lnTo>
                  <a:lnTo>
                    <a:pt x="10159" y="55880"/>
                  </a:lnTo>
                  <a:close/>
                </a:path>
                <a:path w="10160" h="288289">
                  <a:moveTo>
                    <a:pt x="1015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0159" y="62230"/>
                  </a:lnTo>
                  <a:lnTo>
                    <a:pt x="10159" y="59690"/>
                  </a:lnTo>
                  <a:close/>
                </a:path>
                <a:path w="10160" h="288289">
                  <a:moveTo>
                    <a:pt x="1015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0159" y="66040"/>
                  </a:lnTo>
                  <a:lnTo>
                    <a:pt x="10159" y="62230"/>
                  </a:lnTo>
                  <a:close/>
                </a:path>
                <a:path w="10160" h="288289">
                  <a:moveTo>
                    <a:pt x="10159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0159" y="68580"/>
                  </a:lnTo>
                  <a:lnTo>
                    <a:pt x="10159" y="66040"/>
                  </a:lnTo>
                  <a:close/>
                </a:path>
                <a:path w="10160" h="288289">
                  <a:moveTo>
                    <a:pt x="10159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0159" y="72390"/>
                  </a:lnTo>
                  <a:lnTo>
                    <a:pt x="10159" y="68580"/>
                  </a:lnTo>
                  <a:close/>
                </a:path>
                <a:path w="10160" h="288289">
                  <a:moveTo>
                    <a:pt x="10159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0159" y="74930"/>
                  </a:lnTo>
                  <a:lnTo>
                    <a:pt x="10159" y="72390"/>
                  </a:lnTo>
                  <a:close/>
                </a:path>
                <a:path w="10160" h="288289">
                  <a:moveTo>
                    <a:pt x="1015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0159" y="78740"/>
                  </a:lnTo>
                  <a:lnTo>
                    <a:pt x="10159" y="74930"/>
                  </a:lnTo>
                  <a:close/>
                </a:path>
                <a:path w="10160" h="288289">
                  <a:moveTo>
                    <a:pt x="10159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0159" y="81280"/>
                  </a:lnTo>
                  <a:lnTo>
                    <a:pt x="10159" y="78740"/>
                  </a:lnTo>
                  <a:close/>
                </a:path>
                <a:path w="10160" h="288289">
                  <a:moveTo>
                    <a:pt x="10159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0159" y="85090"/>
                  </a:lnTo>
                  <a:lnTo>
                    <a:pt x="10159" y="81280"/>
                  </a:lnTo>
                  <a:close/>
                </a:path>
                <a:path w="10160" h="288289">
                  <a:moveTo>
                    <a:pt x="10159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0159" y="87630"/>
                  </a:lnTo>
                  <a:lnTo>
                    <a:pt x="10159" y="85090"/>
                  </a:lnTo>
                  <a:close/>
                </a:path>
                <a:path w="10160" h="288289">
                  <a:moveTo>
                    <a:pt x="10159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0159" y="91440"/>
                  </a:lnTo>
                  <a:lnTo>
                    <a:pt x="10159" y="87630"/>
                  </a:lnTo>
                  <a:close/>
                </a:path>
                <a:path w="10160" h="288289">
                  <a:moveTo>
                    <a:pt x="10159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0159" y="93980"/>
                  </a:lnTo>
                  <a:lnTo>
                    <a:pt x="10159" y="91440"/>
                  </a:lnTo>
                  <a:close/>
                </a:path>
                <a:path w="10160" h="288289">
                  <a:moveTo>
                    <a:pt x="1015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0159" y="97790"/>
                  </a:lnTo>
                  <a:lnTo>
                    <a:pt x="10159" y="93980"/>
                  </a:lnTo>
                  <a:close/>
                </a:path>
                <a:path w="10160" h="288289">
                  <a:moveTo>
                    <a:pt x="1015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0159" y="100330"/>
                  </a:lnTo>
                  <a:lnTo>
                    <a:pt x="10159" y="97790"/>
                  </a:lnTo>
                  <a:close/>
                </a:path>
                <a:path w="10160" h="288289">
                  <a:moveTo>
                    <a:pt x="1015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0159" y="104140"/>
                  </a:lnTo>
                  <a:lnTo>
                    <a:pt x="10159" y="100330"/>
                  </a:lnTo>
                  <a:close/>
                </a:path>
                <a:path w="10160" h="288289">
                  <a:moveTo>
                    <a:pt x="1015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0159" y="106680"/>
                  </a:lnTo>
                  <a:lnTo>
                    <a:pt x="10159" y="104140"/>
                  </a:lnTo>
                  <a:close/>
                </a:path>
                <a:path w="10160" h="288289">
                  <a:moveTo>
                    <a:pt x="10159" y="106680"/>
                  </a:moveTo>
                  <a:lnTo>
                    <a:pt x="0" y="106680"/>
                  </a:lnTo>
                  <a:lnTo>
                    <a:pt x="0" y="110490"/>
                  </a:lnTo>
                  <a:lnTo>
                    <a:pt x="10159" y="110490"/>
                  </a:lnTo>
                  <a:lnTo>
                    <a:pt x="10159" y="106680"/>
                  </a:lnTo>
                  <a:close/>
                </a:path>
                <a:path w="10160" h="288289">
                  <a:moveTo>
                    <a:pt x="10159" y="110490"/>
                  </a:moveTo>
                  <a:lnTo>
                    <a:pt x="0" y="110490"/>
                  </a:lnTo>
                  <a:lnTo>
                    <a:pt x="0" y="113030"/>
                  </a:lnTo>
                  <a:lnTo>
                    <a:pt x="10159" y="113030"/>
                  </a:lnTo>
                  <a:lnTo>
                    <a:pt x="10159" y="110490"/>
                  </a:lnTo>
                  <a:close/>
                </a:path>
                <a:path w="10160" h="288289">
                  <a:moveTo>
                    <a:pt x="10159" y="113030"/>
                  </a:moveTo>
                  <a:lnTo>
                    <a:pt x="0" y="113030"/>
                  </a:lnTo>
                  <a:lnTo>
                    <a:pt x="0" y="173990"/>
                  </a:lnTo>
                  <a:lnTo>
                    <a:pt x="10159" y="173990"/>
                  </a:lnTo>
                  <a:lnTo>
                    <a:pt x="10159" y="113030"/>
                  </a:lnTo>
                  <a:close/>
                </a:path>
                <a:path w="10160" h="288289">
                  <a:moveTo>
                    <a:pt x="10159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0159" y="176530"/>
                  </a:lnTo>
                  <a:lnTo>
                    <a:pt x="10159" y="173990"/>
                  </a:lnTo>
                  <a:close/>
                </a:path>
                <a:path w="10160" h="288289">
                  <a:moveTo>
                    <a:pt x="10159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0159" y="180340"/>
                  </a:lnTo>
                  <a:lnTo>
                    <a:pt x="10159" y="176530"/>
                  </a:lnTo>
                  <a:close/>
                </a:path>
                <a:path w="10160" h="288289">
                  <a:moveTo>
                    <a:pt x="10159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0159" y="182880"/>
                  </a:lnTo>
                  <a:lnTo>
                    <a:pt x="10159" y="180340"/>
                  </a:lnTo>
                  <a:close/>
                </a:path>
                <a:path w="10160" h="288289">
                  <a:moveTo>
                    <a:pt x="10159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0159" y="186690"/>
                  </a:lnTo>
                  <a:lnTo>
                    <a:pt x="10159" y="182880"/>
                  </a:lnTo>
                  <a:close/>
                </a:path>
                <a:path w="10160" h="288289">
                  <a:moveTo>
                    <a:pt x="10159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0159" y="189230"/>
                  </a:lnTo>
                  <a:lnTo>
                    <a:pt x="10159" y="186690"/>
                  </a:lnTo>
                  <a:close/>
                </a:path>
                <a:path w="10160" h="288289">
                  <a:moveTo>
                    <a:pt x="10159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0159" y="193040"/>
                  </a:lnTo>
                  <a:lnTo>
                    <a:pt x="10159" y="189230"/>
                  </a:lnTo>
                  <a:close/>
                </a:path>
                <a:path w="10160" h="288289">
                  <a:moveTo>
                    <a:pt x="10159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0159" y="195580"/>
                  </a:lnTo>
                  <a:lnTo>
                    <a:pt x="10159" y="193040"/>
                  </a:lnTo>
                  <a:close/>
                </a:path>
                <a:path w="10160" h="288289">
                  <a:moveTo>
                    <a:pt x="10159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0159" y="199390"/>
                  </a:lnTo>
                  <a:lnTo>
                    <a:pt x="10159" y="195580"/>
                  </a:lnTo>
                  <a:close/>
                </a:path>
                <a:path w="10160" h="288289">
                  <a:moveTo>
                    <a:pt x="10159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0159" y="201930"/>
                  </a:lnTo>
                  <a:lnTo>
                    <a:pt x="10159" y="199390"/>
                  </a:lnTo>
                  <a:close/>
                </a:path>
                <a:path w="10160" h="288289">
                  <a:moveTo>
                    <a:pt x="10159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0159" y="205740"/>
                  </a:lnTo>
                  <a:lnTo>
                    <a:pt x="10159" y="201930"/>
                  </a:lnTo>
                  <a:close/>
                </a:path>
                <a:path w="10160" h="288289">
                  <a:moveTo>
                    <a:pt x="1015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0159" y="208280"/>
                  </a:lnTo>
                  <a:lnTo>
                    <a:pt x="10159" y="205740"/>
                  </a:lnTo>
                  <a:close/>
                </a:path>
                <a:path w="10160" h="288289">
                  <a:moveTo>
                    <a:pt x="1015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0159" y="212090"/>
                  </a:lnTo>
                  <a:lnTo>
                    <a:pt x="10159" y="208280"/>
                  </a:lnTo>
                  <a:close/>
                </a:path>
                <a:path w="10160" h="288289">
                  <a:moveTo>
                    <a:pt x="1015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0159" y="214630"/>
                  </a:lnTo>
                  <a:lnTo>
                    <a:pt x="10159" y="212090"/>
                  </a:lnTo>
                  <a:close/>
                </a:path>
                <a:path w="10160" h="288289">
                  <a:moveTo>
                    <a:pt x="1015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0159" y="218440"/>
                  </a:lnTo>
                  <a:lnTo>
                    <a:pt x="10159" y="214630"/>
                  </a:lnTo>
                  <a:close/>
                </a:path>
                <a:path w="10160" h="288289">
                  <a:moveTo>
                    <a:pt x="1015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0159" y="220980"/>
                  </a:lnTo>
                  <a:lnTo>
                    <a:pt x="10159" y="218440"/>
                  </a:lnTo>
                  <a:close/>
                </a:path>
                <a:path w="10160" h="288289">
                  <a:moveTo>
                    <a:pt x="1015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0159" y="224790"/>
                  </a:lnTo>
                  <a:lnTo>
                    <a:pt x="10159" y="220980"/>
                  </a:lnTo>
                  <a:close/>
                </a:path>
                <a:path w="10160" h="288289">
                  <a:moveTo>
                    <a:pt x="1015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0159" y="227330"/>
                  </a:lnTo>
                  <a:lnTo>
                    <a:pt x="10159" y="224790"/>
                  </a:lnTo>
                  <a:close/>
                </a:path>
                <a:path w="10160" h="288289">
                  <a:moveTo>
                    <a:pt x="1015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0159" y="231140"/>
                  </a:lnTo>
                  <a:lnTo>
                    <a:pt x="10159" y="227330"/>
                  </a:lnTo>
                  <a:close/>
                </a:path>
                <a:path w="10160" h="288289">
                  <a:moveTo>
                    <a:pt x="1015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0159" y="233680"/>
                  </a:lnTo>
                  <a:lnTo>
                    <a:pt x="10159" y="231140"/>
                  </a:lnTo>
                  <a:close/>
                </a:path>
                <a:path w="10160" h="288289">
                  <a:moveTo>
                    <a:pt x="1015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0159" y="237490"/>
                  </a:lnTo>
                  <a:lnTo>
                    <a:pt x="10159" y="233680"/>
                  </a:lnTo>
                  <a:close/>
                </a:path>
                <a:path w="10160" h="288289">
                  <a:moveTo>
                    <a:pt x="1015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0159" y="240030"/>
                  </a:lnTo>
                  <a:lnTo>
                    <a:pt x="10159" y="237490"/>
                  </a:lnTo>
                  <a:close/>
                </a:path>
                <a:path w="10160" h="288289">
                  <a:moveTo>
                    <a:pt x="1015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0159" y="243840"/>
                  </a:lnTo>
                  <a:lnTo>
                    <a:pt x="10159" y="240030"/>
                  </a:lnTo>
                  <a:close/>
                </a:path>
                <a:path w="10160" h="288289">
                  <a:moveTo>
                    <a:pt x="1015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0159" y="246380"/>
                  </a:lnTo>
                  <a:lnTo>
                    <a:pt x="10159" y="243840"/>
                  </a:lnTo>
                  <a:close/>
                </a:path>
                <a:path w="10160" h="288289">
                  <a:moveTo>
                    <a:pt x="1015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0159" y="250190"/>
                  </a:lnTo>
                  <a:lnTo>
                    <a:pt x="10159" y="246380"/>
                  </a:lnTo>
                  <a:close/>
                </a:path>
                <a:path w="10160" h="288289">
                  <a:moveTo>
                    <a:pt x="10159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0159" y="252730"/>
                  </a:lnTo>
                  <a:lnTo>
                    <a:pt x="10159" y="250190"/>
                  </a:lnTo>
                  <a:close/>
                </a:path>
                <a:path w="10160" h="288289">
                  <a:moveTo>
                    <a:pt x="10159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0159" y="256540"/>
                  </a:lnTo>
                  <a:lnTo>
                    <a:pt x="10159" y="252730"/>
                  </a:lnTo>
                  <a:close/>
                </a:path>
                <a:path w="10160" h="288289">
                  <a:moveTo>
                    <a:pt x="10159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0159" y="259080"/>
                  </a:lnTo>
                  <a:lnTo>
                    <a:pt x="10159" y="256540"/>
                  </a:lnTo>
                  <a:close/>
                </a:path>
                <a:path w="10160" h="288289">
                  <a:moveTo>
                    <a:pt x="10159" y="259080"/>
                  </a:moveTo>
                  <a:lnTo>
                    <a:pt x="0" y="259080"/>
                  </a:lnTo>
                  <a:lnTo>
                    <a:pt x="0" y="262890"/>
                  </a:lnTo>
                  <a:lnTo>
                    <a:pt x="10159" y="262890"/>
                  </a:lnTo>
                  <a:lnTo>
                    <a:pt x="10159" y="259080"/>
                  </a:lnTo>
                  <a:close/>
                </a:path>
                <a:path w="10160" h="288289">
                  <a:moveTo>
                    <a:pt x="10159" y="262890"/>
                  </a:moveTo>
                  <a:lnTo>
                    <a:pt x="0" y="262890"/>
                  </a:lnTo>
                  <a:lnTo>
                    <a:pt x="0" y="265430"/>
                  </a:lnTo>
                  <a:lnTo>
                    <a:pt x="10159" y="265430"/>
                  </a:lnTo>
                  <a:lnTo>
                    <a:pt x="10159" y="262890"/>
                  </a:lnTo>
                  <a:close/>
                </a:path>
                <a:path w="10160" h="288289">
                  <a:moveTo>
                    <a:pt x="10159" y="265430"/>
                  </a:moveTo>
                  <a:lnTo>
                    <a:pt x="0" y="265430"/>
                  </a:lnTo>
                  <a:lnTo>
                    <a:pt x="0" y="269240"/>
                  </a:lnTo>
                  <a:lnTo>
                    <a:pt x="10159" y="269240"/>
                  </a:lnTo>
                  <a:lnTo>
                    <a:pt x="10159" y="265430"/>
                  </a:lnTo>
                  <a:close/>
                </a:path>
                <a:path w="10160" h="288289">
                  <a:moveTo>
                    <a:pt x="10159" y="269240"/>
                  </a:moveTo>
                  <a:lnTo>
                    <a:pt x="0" y="269240"/>
                  </a:lnTo>
                  <a:lnTo>
                    <a:pt x="0" y="271780"/>
                  </a:lnTo>
                  <a:lnTo>
                    <a:pt x="10159" y="271780"/>
                  </a:lnTo>
                  <a:lnTo>
                    <a:pt x="10159" y="269240"/>
                  </a:lnTo>
                  <a:close/>
                </a:path>
                <a:path w="10160" h="288289">
                  <a:moveTo>
                    <a:pt x="10159" y="271780"/>
                  </a:moveTo>
                  <a:lnTo>
                    <a:pt x="0" y="271780"/>
                  </a:lnTo>
                  <a:lnTo>
                    <a:pt x="0" y="275590"/>
                  </a:lnTo>
                  <a:lnTo>
                    <a:pt x="10159" y="275590"/>
                  </a:lnTo>
                  <a:lnTo>
                    <a:pt x="10159" y="271780"/>
                  </a:lnTo>
                  <a:close/>
                </a:path>
                <a:path w="10160" h="288289">
                  <a:moveTo>
                    <a:pt x="10159" y="275590"/>
                  </a:moveTo>
                  <a:lnTo>
                    <a:pt x="0" y="275590"/>
                  </a:lnTo>
                  <a:lnTo>
                    <a:pt x="0" y="278130"/>
                  </a:lnTo>
                  <a:lnTo>
                    <a:pt x="10159" y="278130"/>
                  </a:lnTo>
                  <a:lnTo>
                    <a:pt x="10159" y="275590"/>
                  </a:lnTo>
                  <a:close/>
                </a:path>
                <a:path w="10160" h="288289">
                  <a:moveTo>
                    <a:pt x="10159" y="278130"/>
                  </a:moveTo>
                  <a:lnTo>
                    <a:pt x="0" y="278130"/>
                  </a:lnTo>
                  <a:lnTo>
                    <a:pt x="0" y="281940"/>
                  </a:lnTo>
                  <a:lnTo>
                    <a:pt x="10159" y="281940"/>
                  </a:lnTo>
                  <a:lnTo>
                    <a:pt x="10159" y="278130"/>
                  </a:lnTo>
                  <a:close/>
                </a:path>
                <a:path w="10160" h="288289">
                  <a:moveTo>
                    <a:pt x="10159" y="281940"/>
                  </a:moveTo>
                  <a:lnTo>
                    <a:pt x="0" y="281940"/>
                  </a:lnTo>
                  <a:lnTo>
                    <a:pt x="0" y="284480"/>
                  </a:lnTo>
                  <a:lnTo>
                    <a:pt x="10159" y="284480"/>
                  </a:lnTo>
                  <a:lnTo>
                    <a:pt x="10159" y="281940"/>
                  </a:lnTo>
                  <a:close/>
                </a:path>
                <a:path w="10160" h="288289">
                  <a:moveTo>
                    <a:pt x="10159" y="284480"/>
                  </a:moveTo>
                  <a:lnTo>
                    <a:pt x="0" y="284480"/>
                  </a:lnTo>
                  <a:lnTo>
                    <a:pt x="0" y="288290"/>
                  </a:lnTo>
                  <a:lnTo>
                    <a:pt x="8889" y="288290"/>
                  </a:lnTo>
                  <a:lnTo>
                    <a:pt x="8889" y="287020"/>
                  </a:lnTo>
                  <a:lnTo>
                    <a:pt x="10159" y="287020"/>
                  </a:lnTo>
                  <a:lnTo>
                    <a:pt x="10159" y="284480"/>
                  </a:lnTo>
                  <a:close/>
                </a:path>
              </a:pathLst>
            </a:custGeom>
            <a:solidFill>
              <a:srgbClr val="7373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1042">
              <a:extLst>
                <a:ext uri="{FF2B5EF4-FFF2-40B4-BE49-F238E27FC236}">
                  <a16:creationId xmlns:a16="http://schemas.microsoft.com/office/drawing/2014/main" id="{5BBBB929-E6C2-7A23-28C1-54AA6B2D80E0}"/>
                </a:ext>
              </a:extLst>
            </p:cNvPr>
            <p:cNvSpPr/>
            <p:nvPr/>
          </p:nvSpPr>
          <p:spPr>
            <a:xfrm>
              <a:off x="4704080" y="5384800"/>
              <a:ext cx="11430" cy="285750"/>
            </a:xfrm>
            <a:custGeom>
              <a:avLst/>
              <a:gdLst/>
              <a:ahLst/>
              <a:cxnLst/>
              <a:rect l="l" t="t" r="r" b="b"/>
              <a:pathLst>
                <a:path w="11429" h="285750">
                  <a:moveTo>
                    <a:pt x="11430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11430" y="1269"/>
                  </a:lnTo>
                  <a:lnTo>
                    <a:pt x="11430" y="0"/>
                  </a:lnTo>
                  <a:close/>
                </a:path>
                <a:path w="11429" h="285750">
                  <a:moveTo>
                    <a:pt x="11430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30" y="3809"/>
                  </a:lnTo>
                  <a:lnTo>
                    <a:pt x="11430" y="1270"/>
                  </a:lnTo>
                  <a:close/>
                </a:path>
                <a:path w="11429" h="285750">
                  <a:moveTo>
                    <a:pt x="11430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30" y="7619"/>
                  </a:lnTo>
                  <a:lnTo>
                    <a:pt x="11430" y="3810"/>
                  </a:lnTo>
                  <a:close/>
                </a:path>
                <a:path w="11429" h="285750">
                  <a:moveTo>
                    <a:pt x="11430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30" y="10159"/>
                  </a:lnTo>
                  <a:lnTo>
                    <a:pt x="11430" y="7620"/>
                  </a:lnTo>
                  <a:close/>
                </a:path>
                <a:path w="11429" h="285750">
                  <a:moveTo>
                    <a:pt x="11430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30" y="13969"/>
                  </a:lnTo>
                  <a:lnTo>
                    <a:pt x="11430" y="10160"/>
                  </a:lnTo>
                  <a:close/>
                </a:path>
                <a:path w="11429" h="285750">
                  <a:moveTo>
                    <a:pt x="11430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30" y="16509"/>
                  </a:lnTo>
                  <a:lnTo>
                    <a:pt x="11430" y="13970"/>
                  </a:lnTo>
                  <a:close/>
                </a:path>
                <a:path w="11429" h="285750">
                  <a:moveTo>
                    <a:pt x="11430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30" y="20319"/>
                  </a:lnTo>
                  <a:lnTo>
                    <a:pt x="11430" y="16510"/>
                  </a:lnTo>
                  <a:close/>
                </a:path>
                <a:path w="11429" h="285750">
                  <a:moveTo>
                    <a:pt x="11430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30" y="22859"/>
                  </a:lnTo>
                  <a:lnTo>
                    <a:pt x="11430" y="20320"/>
                  </a:lnTo>
                  <a:close/>
                </a:path>
                <a:path w="11429" h="285750">
                  <a:moveTo>
                    <a:pt x="11430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30" y="26669"/>
                  </a:lnTo>
                  <a:lnTo>
                    <a:pt x="11430" y="22860"/>
                  </a:lnTo>
                  <a:close/>
                </a:path>
                <a:path w="11429" h="285750">
                  <a:moveTo>
                    <a:pt x="11430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30" y="29209"/>
                  </a:lnTo>
                  <a:lnTo>
                    <a:pt x="11430" y="26670"/>
                  </a:lnTo>
                  <a:close/>
                </a:path>
                <a:path w="11429" h="285750">
                  <a:moveTo>
                    <a:pt x="11430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30" y="33019"/>
                  </a:lnTo>
                  <a:lnTo>
                    <a:pt x="11430" y="29210"/>
                  </a:lnTo>
                  <a:close/>
                </a:path>
                <a:path w="11429" h="285750">
                  <a:moveTo>
                    <a:pt x="11430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30" y="35559"/>
                  </a:lnTo>
                  <a:lnTo>
                    <a:pt x="11430" y="33020"/>
                  </a:lnTo>
                  <a:close/>
                </a:path>
                <a:path w="11429" h="285750">
                  <a:moveTo>
                    <a:pt x="11430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30" y="39369"/>
                  </a:lnTo>
                  <a:lnTo>
                    <a:pt x="11430" y="35560"/>
                  </a:lnTo>
                  <a:close/>
                </a:path>
                <a:path w="11429" h="285750">
                  <a:moveTo>
                    <a:pt x="11430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30" y="41909"/>
                  </a:lnTo>
                  <a:lnTo>
                    <a:pt x="11430" y="39370"/>
                  </a:lnTo>
                  <a:close/>
                </a:path>
                <a:path w="11429" h="285750">
                  <a:moveTo>
                    <a:pt x="11430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30" y="45719"/>
                  </a:lnTo>
                  <a:lnTo>
                    <a:pt x="11430" y="41910"/>
                  </a:lnTo>
                  <a:close/>
                </a:path>
                <a:path w="11429" h="285750">
                  <a:moveTo>
                    <a:pt x="11430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30" y="48259"/>
                  </a:lnTo>
                  <a:lnTo>
                    <a:pt x="11430" y="45720"/>
                  </a:lnTo>
                  <a:close/>
                </a:path>
                <a:path w="11429" h="285750">
                  <a:moveTo>
                    <a:pt x="11430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30" y="52069"/>
                  </a:lnTo>
                  <a:lnTo>
                    <a:pt x="11430" y="48260"/>
                  </a:lnTo>
                  <a:close/>
                </a:path>
                <a:path w="11429" h="285750">
                  <a:moveTo>
                    <a:pt x="11430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30" y="54609"/>
                  </a:lnTo>
                  <a:lnTo>
                    <a:pt x="11430" y="52070"/>
                  </a:lnTo>
                  <a:close/>
                </a:path>
                <a:path w="11429" h="285750">
                  <a:moveTo>
                    <a:pt x="11430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30" y="58419"/>
                  </a:lnTo>
                  <a:lnTo>
                    <a:pt x="11430" y="54610"/>
                  </a:lnTo>
                  <a:close/>
                </a:path>
                <a:path w="11429" h="285750">
                  <a:moveTo>
                    <a:pt x="11430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1430" y="60959"/>
                  </a:lnTo>
                  <a:lnTo>
                    <a:pt x="11430" y="58420"/>
                  </a:lnTo>
                  <a:close/>
                </a:path>
                <a:path w="11429" h="285750">
                  <a:moveTo>
                    <a:pt x="11430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30" y="64769"/>
                  </a:lnTo>
                  <a:lnTo>
                    <a:pt x="11430" y="60960"/>
                  </a:lnTo>
                  <a:close/>
                </a:path>
                <a:path w="11429" h="285750">
                  <a:moveTo>
                    <a:pt x="11430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64770"/>
                  </a:lnTo>
                  <a:close/>
                </a:path>
                <a:path w="11429" h="285750">
                  <a:moveTo>
                    <a:pt x="11430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30" y="71119"/>
                  </a:lnTo>
                  <a:lnTo>
                    <a:pt x="11430" y="67310"/>
                  </a:lnTo>
                  <a:close/>
                </a:path>
                <a:path w="11429" h="285750">
                  <a:moveTo>
                    <a:pt x="11430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1430" y="73659"/>
                  </a:lnTo>
                  <a:lnTo>
                    <a:pt x="11430" y="71120"/>
                  </a:lnTo>
                  <a:close/>
                </a:path>
                <a:path w="11429" h="285750">
                  <a:moveTo>
                    <a:pt x="11430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30" y="77469"/>
                  </a:lnTo>
                  <a:lnTo>
                    <a:pt x="11430" y="73660"/>
                  </a:lnTo>
                  <a:close/>
                </a:path>
                <a:path w="11429" h="285750">
                  <a:moveTo>
                    <a:pt x="11430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1430" y="80009"/>
                  </a:lnTo>
                  <a:lnTo>
                    <a:pt x="11430" y="77470"/>
                  </a:lnTo>
                  <a:close/>
                </a:path>
                <a:path w="11429" h="285750">
                  <a:moveTo>
                    <a:pt x="11430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30" y="83819"/>
                  </a:lnTo>
                  <a:lnTo>
                    <a:pt x="11430" y="80010"/>
                  </a:lnTo>
                  <a:close/>
                </a:path>
                <a:path w="11429" h="285750">
                  <a:moveTo>
                    <a:pt x="11430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30" y="86359"/>
                  </a:lnTo>
                  <a:lnTo>
                    <a:pt x="11430" y="83820"/>
                  </a:lnTo>
                  <a:close/>
                </a:path>
                <a:path w="11429" h="285750">
                  <a:moveTo>
                    <a:pt x="11430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30" y="90169"/>
                  </a:lnTo>
                  <a:lnTo>
                    <a:pt x="11430" y="86360"/>
                  </a:lnTo>
                  <a:close/>
                </a:path>
                <a:path w="11429" h="285750">
                  <a:moveTo>
                    <a:pt x="11430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30" y="92709"/>
                  </a:lnTo>
                  <a:lnTo>
                    <a:pt x="11430" y="90170"/>
                  </a:lnTo>
                  <a:close/>
                </a:path>
                <a:path w="11429" h="285750">
                  <a:moveTo>
                    <a:pt x="11430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1430" y="96519"/>
                  </a:lnTo>
                  <a:lnTo>
                    <a:pt x="11430" y="92710"/>
                  </a:lnTo>
                  <a:close/>
                </a:path>
                <a:path w="11429" h="285750">
                  <a:moveTo>
                    <a:pt x="11430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1430" y="99059"/>
                  </a:lnTo>
                  <a:lnTo>
                    <a:pt x="11430" y="96520"/>
                  </a:lnTo>
                  <a:close/>
                </a:path>
                <a:path w="11429" h="285750">
                  <a:moveTo>
                    <a:pt x="11430" y="99060"/>
                  </a:moveTo>
                  <a:lnTo>
                    <a:pt x="0" y="99060"/>
                  </a:lnTo>
                  <a:lnTo>
                    <a:pt x="0" y="102869"/>
                  </a:lnTo>
                  <a:lnTo>
                    <a:pt x="11430" y="102869"/>
                  </a:lnTo>
                  <a:lnTo>
                    <a:pt x="11430" y="99060"/>
                  </a:lnTo>
                  <a:close/>
                </a:path>
                <a:path w="11429" h="285750">
                  <a:moveTo>
                    <a:pt x="11430" y="102870"/>
                  </a:moveTo>
                  <a:lnTo>
                    <a:pt x="0" y="102870"/>
                  </a:lnTo>
                  <a:lnTo>
                    <a:pt x="0" y="105409"/>
                  </a:lnTo>
                  <a:lnTo>
                    <a:pt x="11430" y="105409"/>
                  </a:lnTo>
                  <a:lnTo>
                    <a:pt x="11430" y="102870"/>
                  </a:lnTo>
                  <a:close/>
                </a:path>
                <a:path w="11429" h="285750">
                  <a:moveTo>
                    <a:pt x="11430" y="105410"/>
                  </a:moveTo>
                  <a:lnTo>
                    <a:pt x="0" y="105410"/>
                  </a:lnTo>
                  <a:lnTo>
                    <a:pt x="0" y="109219"/>
                  </a:lnTo>
                  <a:lnTo>
                    <a:pt x="11430" y="109219"/>
                  </a:lnTo>
                  <a:lnTo>
                    <a:pt x="11430" y="105410"/>
                  </a:lnTo>
                  <a:close/>
                </a:path>
                <a:path w="11429" h="285750">
                  <a:moveTo>
                    <a:pt x="11430" y="109220"/>
                  </a:moveTo>
                  <a:lnTo>
                    <a:pt x="0" y="109220"/>
                  </a:lnTo>
                  <a:lnTo>
                    <a:pt x="0" y="111759"/>
                  </a:lnTo>
                  <a:lnTo>
                    <a:pt x="11430" y="111759"/>
                  </a:lnTo>
                  <a:lnTo>
                    <a:pt x="11430" y="109220"/>
                  </a:lnTo>
                  <a:close/>
                </a:path>
                <a:path w="11429" h="285750">
                  <a:moveTo>
                    <a:pt x="11430" y="111760"/>
                  </a:moveTo>
                  <a:lnTo>
                    <a:pt x="0" y="111760"/>
                  </a:lnTo>
                  <a:lnTo>
                    <a:pt x="0" y="172719"/>
                  </a:lnTo>
                  <a:lnTo>
                    <a:pt x="11430" y="172719"/>
                  </a:lnTo>
                  <a:lnTo>
                    <a:pt x="11430" y="111760"/>
                  </a:lnTo>
                  <a:close/>
                </a:path>
                <a:path w="11429" h="285750">
                  <a:moveTo>
                    <a:pt x="11430" y="172720"/>
                  </a:moveTo>
                  <a:lnTo>
                    <a:pt x="0" y="172720"/>
                  </a:lnTo>
                  <a:lnTo>
                    <a:pt x="0" y="175259"/>
                  </a:lnTo>
                  <a:lnTo>
                    <a:pt x="11430" y="175259"/>
                  </a:lnTo>
                  <a:lnTo>
                    <a:pt x="11430" y="172720"/>
                  </a:lnTo>
                  <a:close/>
                </a:path>
                <a:path w="11429" h="285750">
                  <a:moveTo>
                    <a:pt x="11430" y="175260"/>
                  </a:moveTo>
                  <a:lnTo>
                    <a:pt x="0" y="175260"/>
                  </a:lnTo>
                  <a:lnTo>
                    <a:pt x="0" y="179069"/>
                  </a:lnTo>
                  <a:lnTo>
                    <a:pt x="11430" y="179069"/>
                  </a:lnTo>
                  <a:lnTo>
                    <a:pt x="11430" y="175260"/>
                  </a:lnTo>
                  <a:close/>
                </a:path>
                <a:path w="11429" h="285750">
                  <a:moveTo>
                    <a:pt x="11430" y="179070"/>
                  </a:moveTo>
                  <a:lnTo>
                    <a:pt x="0" y="179070"/>
                  </a:lnTo>
                  <a:lnTo>
                    <a:pt x="0" y="181609"/>
                  </a:lnTo>
                  <a:lnTo>
                    <a:pt x="11430" y="181609"/>
                  </a:lnTo>
                  <a:lnTo>
                    <a:pt x="11430" y="179070"/>
                  </a:lnTo>
                  <a:close/>
                </a:path>
                <a:path w="11429" h="285750">
                  <a:moveTo>
                    <a:pt x="11430" y="181610"/>
                  </a:moveTo>
                  <a:lnTo>
                    <a:pt x="0" y="181610"/>
                  </a:lnTo>
                  <a:lnTo>
                    <a:pt x="0" y="185419"/>
                  </a:lnTo>
                  <a:lnTo>
                    <a:pt x="11430" y="185419"/>
                  </a:lnTo>
                  <a:lnTo>
                    <a:pt x="11430" y="181610"/>
                  </a:lnTo>
                  <a:close/>
                </a:path>
                <a:path w="11429" h="285750">
                  <a:moveTo>
                    <a:pt x="11430" y="185420"/>
                  </a:moveTo>
                  <a:lnTo>
                    <a:pt x="0" y="185420"/>
                  </a:lnTo>
                  <a:lnTo>
                    <a:pt x="0" y="187959"/>
                  </a:lnTo>
                  <a:lnTo>
                    <a:pt x="11430" y="187959"/>
                  </a:lnTo>
                  <a:lnTo>
                    <a:pt x="11430" y="185420"/>
                  </a:lnTo>
                  <a:close/>
                </a:path>
                <a:path w="11429" h="285750">
                  <a:moveTo>
                    <a:pt x="11430" y="187960"/>
                  </a:moveTo>
                  <a:lnTo>
                    <a:pt x="0" y="187960"/>
                  </a:lnTo>
                  <a:lnTo>
                    <a:pt x="0" y="191769"/>
                  </a:lnTo>
                  <a:lnTo>
                    <a:pt x="11430" y="191769"/>
                  </a:lnTo>
                  <a:lnTo>
                    <a:pt x="11430" y="187960"/>
                  </a:lnTo>
                  <a:close/>
                </a:path>
                <a:path w="11429" h="285750">
                  <a:moveTo>
                    <a:pt x="11430" y="191770"/>
                  </a:moveTo>
                  <a:lnTo>
                    <a:pt x="0" y="191770"/>
                  </a:lnTo>
                  <a:lnTo>
                    <a:pt x="0" y="194309"/>
                  </a:lnTo>
                  <a:lnTo>
                    <a:pt x="11430" y="194309"/>
                  </a:lnTo>
                  <a:lnTo>
                    <a:pt x="11430" y="191770"/>
                  </a:lnTo>
                  <a:close/>
                </a:path>
                <a:path w="11429" h="285750">
                  <a:moveTo>
                    <a:pt x="11430" y="194310"/>
                  </a:moveTo>
                  <a:lnTo>
                    <a:pt x="0" y="194310"/>
                  </a:lnTo>
                  <a:lnTo>
                    <a:pt x="0" y="198119"/>
                  </a:lnTo>
                  <a:lnTo>
                    <a:pt x="11430" y="198119"/>
                  </a:lnTo>
                  <a:lnTo>
                    <a:pt x="11430" y="194310"/>
                  </a:lnTo>
                  <a:close/>
                </a:path>
                <a:path w="11429" h="285750">
                  <a:moveTo>
                    <a:pt x="11430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11430" y="200659"/>
                  </a:lnTo>
                  <a:lnTo>
                    <a:pt x="11430" y="198120"/>
                  </a:lnTo>
                  <a:close/>
                </a:path>
                <a:path w="11429" h="285750">
                  <a:moveTo>
                    <a:pt x="11430" y="200660"/>
                  </a:moveTo>
                  <a:lnTo>
                    <a:pt x="0" y="200660"/>
                  </a:lnTo>
                  <a:lnTo>
                    <a:pt x="0" y="204469"/>
                  </a:lnTo>
                  <a:lnTo>
                    <a:pt x="11430" y="204469"/>
                  </a:lnTo>
                  <a:lnTo>
                    <a:pt x="11430" y="200660"/>
                  </a:lnTo>
                  <a:close/>
                </a:path>
                <a:path w="11429" h="285750">
                  <a:moveTo>
                    <a:pt x="11430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11430" y="207009"/>
                  </a:lnTo>
                  <a:lnTo>
                    <a:pt x="11430" y="204470"/>
                  </a:lnTo>
                  <a:close/>
                </a:path>
                <a:path w="11429" h="285750">
                  <a:moveTo>
                    <a:pt x="11430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11430" y="210819"/>
                  </a:lnTo>
                  <a:lnTo>
                    <a:pt x="11430" y="207010"/>
                  </a:lnTo>
                  <a:close/>
                </a:path>
                <a:path w="11429" h="285750">
                  <a:moveTo>
                    <a:pt x="11430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11430" y="213359"/>
                  </a:lnTo>
                  <a:lnTo>
                    <a:pt x="11430" y="210820"/>
                  </a:lnTo>
                  <a:close/>
                </a:path>
                <a:path w="11429" h="285750">
                  <a:moveTo>
                    <a:pt x="11430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11430" y="217169"/>
                  </a:lnTo>
                  <a:lnTo>
                    <a:pt x="11430" y="213360"/>
                  </a:lnTo>
                  <a:close/>
                </a:path>
                <a:path w="11429" h="285750">
                  <a:moveTo>
                    <a:pt x="11430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11430" y="219709"/>
                  </a:lnTo>
                  <a:lnTo>
                    <a:pt x="11430" y="217170"/>
                  </a:lnTo>
                  <a:close/>
                </a:path>
                <a:path w="11429" h="285750">
                  <a:moveTo>
                    <a:pt x="11430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11430" y="223519"/>
                  </a:lnTo>
                  <a:lnTo>
                    <a:pt x="11430" y="219710"/>
                  </a:lnTo>
                  <a:close/>
                </a:path>
                <a:path w="11429" h="285750">
                  <a:moveTo>
                    <a:pt x="11430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11430" y="226059"/>
                  </a:lnTo>
                  <a:lnTo>
                    <a:pt x="11430" y="223520"/>
                  </a:lnTo>
                  <a:close/>
                </a:path>
                <a:path w="11429" h="285750">
                  <a:moveTo>
                    <a:pt x="11430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11430" y="229869"/>
                  </a:lnTo>
                  <a:lnTo>
                    <a:pt x="11430" y="226060"/>
                  </a:lnTo>
                  <a:close/>
                </a:path>
                <a:path w="11429" h="285750">
                  <a:moveTo>
                    <a:pt x="11430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11430" y="232409"/>
                  </a:lnTo>
                  <a:lnTo>
                    <a:pt x="11430" y="229870"/>
                  </a:lnTo>
                  <a:close/>
                </a:path>
                <a:path w="11429" h="285750">
                  <a:moveTo>
                    <a:pt x="11430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11430" y="236219"/>
                  </a:lnTo>
                  <a:lnTo>
                    <a:pt x="11430" y="232410"/>
                  </a:lnTo>
                  <a:close/>
                </a:path>
                <a:path w="11429" h="285750">
                  <a:moveTo>
                    <a:pt x="11430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11430" y="238759"/>
                  </a:lnTo>
                  <a:lnTo>
                    <a:pt x="11430" y="236220"/>
                  </a:lnTo>
                  <a:close/>
                </a:path>
                <a:path w="11429" h="285750">
                  <a:moveTo>
                    <a:pt x="11430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11430" y="242569"/>
                  </a:lnTo>
                  <a:lnTo>
                    <a:pt x="11430" y="238760"/>
                  </a:lnTo>
                  <a:close/>
                </a:path>
                <a:path w="11429" h="285750">
                  <a:moveTo>
                    <a:pt x="11430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11430" y="245109"/>
                  </a:lnTo>
                  <a:lnTo>
                    <a:pt x="11430" y="242570"/>
                  </a:lnTo>
                  <a:close/>
                </a:path>
                <a:path w="11429" h="285750">
                  <a:moveTo>
                    <a:pt x="11430" y="245110"/>
                  </a:moveTo>
                  <a:lnTo>
                    <a:pt x="0" y="245110"/>
                  </a:lnTo>
                  <a:lnTo>
                    <a:pt x="0" y="248919"/>
                  </a:lnTo>
                  <a:lnTo>
                    <a:pt x="11430" y="248919"/>
                  </a:lnTo>
                  <a:lnTo>
                    <a:pt x="11430" y="245110"/>
                  </a:lnTo>
                  <a:close/>
                </a:path>
                <a:path w="11429" h="285750">
                  <a:moveTo>
                    <a:pt x="11430" y="248920"/>
                  </a:moveTo>
                  <a:lnTo>
                    <a:pt x="0" y="248920"/>
                  </a:lnTo>
                  <a:lnTo>
                    <a:pt x="0" y="251459"/>
                  </a:lnTo>
                  <a:lnTo>
                    <a:pt x="11430" y="251459"/>
                  </a:lnTo>
                  <a:lnTo>
                    <a:pt x="11430" y="248920"/>
                  </a:lnTo>
                  <a:close/>
                </a:path>
                <a:path w="11429" h="285750">
                  <a:moveTo>
                    <a:pt x="11430" y="251460"/>
                  </a:moveTo>
                  <a:lnTo>
                    <a:pt x="0" y="251460"/>
                  </a:lnTo>
                  <a:lnTo>
                    <a:pt x="0" y="255269"/>
                  </a:lnTo>
                  <a:lnTo>
                    <a:pt x="11430" y="255269"/>
                  </a:lnTo>
                  <a:lnTo>
                    <a:pt x="11430" y="251460"/>
                  </a:lnTo>
                  <a:close/>
                </a:path>
                <a:path w="11429" h="285750">
                  <a:moveTo>
                    <a:pt x="11430" y="255270"/>
                  </a:moveTo>
                  <a:lnTo>
                    <a:pt x="0" y="255270"/>
                  </a:lnTo>
                  <a:lnTo>
                    <a:pt x="0" y="257809"/>
                  </a:lnTo>
                  <a:lnTo>
                    <a:pt x="11430" y="257809"/>
                  </a:lnTo>
                  <a:lnTo>
                    <a:pt x="11430" y="255270"/>
                  </a:lnTo>
                  <a:close/>
                </a:path>
                <a:path w="11429" h="285750">
                  <a:moveTo>
                    <a:pt x="11430" y="257810"/>
                  </a:moveTo>
                  <a:lnTo>
                    <a:pt x="0" y="257810"/>
                  </a:lnTo>
                  <a:lnTo>
                    <a:pt x="0" y="261619"/>
                  </a:lnTo>
                  <a:lnTo>
                    <a:pt x="11430" y="261619"/>
                  </a:lnTo>
                  <a:lnTo>
                    <a:pt x="11430" y="257810"/>
                  </a:lnTo>
                  <a:close/>
                </a:path>
                <a:path w="11429" h="285750">
                  <a:moveTo>
                    <a:pt x="11430" y="261620"/>
                  </a:moveTo>
                  <a:lnTo>
                    <a:pt x="0" y="261620"/>
                  </a:lnTo>
                  <a:lnTo>
                    <a:pt x="0" y="264159"/>
                  </a:lnTo>
                  <a:lnTo>
                    <a:pt x="11430" y="264159"/>
                  </a:lnTo>
                  <a:lnTo>
                    <a:pt x="11430" y="261620"/>
                  </a:lnTo>
                  <a:close/>
                </a:path>
                <a:path w="11429" h="285750">
                  <a:moveTo>
                    <a:pt x="11430" y="264160"/>
                  </a:moveTo>
                  <a:lnTo>
                    <a:pt x="0" y="264160"/>
                  </a:lnTo>
                  <a:lnTo>
                    <a:pt x="0" y="267969"/>
                  </a:lnTo>
                  <a:lnTo>
                    <a:pt x="11430" y="267969"/>
                  </a:lnTo>
                  <a:lnTo>
                    <a:pt x="11430" y="264160"/>
                  </a:lnTo>
                  <a:close/>
                </a:path>
                <a:path w="11429" h="285750">
                  <a:moveTo>
                    <a:pt x="11430" y="267970"/>
                  </a:moveTo>
                  <a:lnTo>
                    <a:pt x="0" y="267970"/>
                  </a:lnTo>
                  <a:lnTo>
                    <a:pt x="0" y="270509"/>
                  </a:lnTo>
                  <a:lnTo>
                    <a:pt x="11430" y="270509"/>
                  </a:lnTo>
                  <a:lnTo>
                    <a:pt x="11430" y="267970"/>
                  </a:lnTo>
                  <a:close/>
                </a:path>
                <a:path w="11429" h="285750">
                  <a:moveTo>
                    <a:pt x="11430" y="270510"/>
                  </a:moveTo>
                  <a:lnTo>
                    <a:pt x="0" y="270510"/>
                  </a:lnTo>
                  <a:lnTo>
                    <a:pt x="0" y="274319"/>
                  </a:lnTo>
                  <a:lnTo>
                    <a:pt x="11430" y="274319"/>
                  </a:lnTo>
                  <a:lnTo>
                    <a:pt x="11430" y="270510"/>
                  </a:lnTo>
                  <a:close/>
                </a:path>
                <a:path w="11429" h="285750">
                  <a:moveTo>
                    <a:pt x="11430" y="274320"/>
                  </a:moveTo>
                  <a:lnTo>
                    <a:pt x="0" y="274320"/>
                  </a:lnTo>
                  <a:lnTo>
                    <a:pt x="0" y="276859"/>
                  </a:lnTo>
                  <a:lnTo>
                    <a:pt x="11430" y="276859"/>
                  </a:lnTo>
                  <a:lnTo>
                    <a:pt x="11430" y="274320"/>
                  </a:lnTo>
                  <a:close/>
                </a:path>
                <a:path w="11429" h="285750">
                  <a:moveTo>
                    <a:pt x="11430" y="276860"/>
                  </a:moveTo>
                  <a:lnTo>
                    <a:pt x="0" y="276860"/>
                  </a:lnTo>
                  <a:lnTo>
                    <a:pt x="0" y="280669"/>
                  </a:lnTo>
                  <a:lnTo>
                    <a:pt x="11430" y="280669"/>
                  </a:lnTo>
                  <a:lnTo>
                    <a:pt x="11430" y="276860"/>
                  </a:lnTo>
                  <a:close/>
                </a:path>
                <a:path w="11429" h="285750">
                  <a:moveTo>
                    <a:pt x="11430" y="280670"/>
                  </a:moveTo>
                  <a:lnTo>
                    <a:pt x="0" y="280670"/>
                  </a:lnTo>
                  <a:lnTo>
                    <a:pt x="0" y="283209"/>
                  </a:lnTo>
                  <a:lnTo>
                    <a:pt x="11430" y="283209"/>
                  </a:lnTo>
                  <a:lnTo>
                    <a:pt x="11430" y="280670"/>
                  </a:lnTo>
                  <a:close/>
                </a:path>
                <a:path w="11429" h="285750">
                  <a:moveTo>
                    <a:pt x="11430" y="283210"/>
                  </a:moveTo>
                  <a:lnTo>
                    <a:pt x="0" y="283210"/>
                  </a:lnTo>
                  <a:lnTo>
                    <a:pt x="0" y="285750"/>
                  </a:lnTo>
                  <a:lnTo>
                    <a:pt x="6350" y="285750"/>
                  </a:lnTo>
                  <a:lnTo>
                    <a:pt x="6350" y="284480"/>
                  </a:lnTo>
                  <a:lnTo>
                    <a:pt x="11430" y="284480"/>
                  </a:lnTo>
                  <a:lnTo>
                    <a:pt x="11430" y="283210"/>
                  </a:lnTo>
                  <a:close/>
                </a:path>
              </a:pathLst>
            </a:custGeom>
            <a:solidFill>
              <a:srgbClr val="7474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1043">
              <a:extLst>
                <a:ext uri="{FF2B5EF4-FFF2-40B4-BE49-F238E27FC236}">
                  <a16:creationId xmlns:a16="http://schemas.microsoft.com/office/drawing/2014/main" id="{E312E43B-B98C-4664-809C-39FCB1E041C6}"/>
                </a:ext>
              </a:extLst>
            </p:cNvPr>
            <p:cNvSpPr/>
            <p:nvPr/>
          </p:nvSpPr>
          <p:spPr>
            <a:xfrm>
              <a:off x="4720590" y="5384800"/>
              <a:ext cx="0" cy="284480"/>
            </a:xfrm>
            <a:custGeom>
              <a:avLst/>
              <a:gdLst/>
              <a:ahLst/>
              <a:cxnLst/>
              <a:rect l="l" t="t" r="r" b="b"/>
              <a:pathLst>
                <a:path h="284479">
                  <a:moveTo>
                    <a:pt x="0" y="0"/>
                  </a:moveTo>
                  <a:lnTo>
                    <a:pt x="0" y="284480"/>
                  </a:lnTo>
                </a:path>
              </a:pathLst>
            </a:custGeom>
            <a:ln w="10160">
              <a:solidFill>
                <a:srgbClr val="7575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1044">
              <a:extLst>
                <a:ext uri="{FF2B5EF4-FFF2-40B4-BE49-F238E27FC236}">
                  <a16:creationId xmlns:a16="http://schemas.microsoft.com/office/drawing/2014/main" id="{D4F893AE-F365-C153-D636-52357635AFE0}"/>
                </a:ext>
              </a:extLst>
            </p:cNvPr>
            <p:cNvSpPr/>
            <p:nvPr/>
          </p:nvSpPr>
          <p:spPr>
            <a:xfrm>
              <a:off x="4725669" y="5386070"/>
              <a:ext cx="11430" cy="281940"/>
            </a:xfrm>
            <a:custGeom>
              <a:avLst/>
              <a:gdLst/>
              <a:ahLst/>
              <a:cxnLst/>
              <a:rect l="l" t="t" r="r" b="b"/>
              <a:pathLst>
                <a:path w="11429" h="281939">
                  <a:moveTo>
                    <a:pt x="1015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1429" y="2539"/>
                  </a:lnTo>
                  <a:lnTo>
                    <a:pt x="11429" y="1269"/>
                  </a:lnTo>
                  <a:lnTo>
                    <a:pt x="10159" y="1269"/>
                  </a:lnTo>
                  <a:lnTo>
                    <a:pt x="10159" y="0"/>
                  </a:lnTo>
                  <a:close/>
                </a:path>
                <a:path w="11429" h="281939">
                  <a:moveTo>
                    <a:pt x="11429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1429" y="6349"/>
                  </a:lnTo>
                  <a:lnTo>
                    <a:pt x="11429" y="2539"/>
                  </a:lnTo>
                  <a:close/>
                </a:path>
                <a:path w="11429" h="281939">
                  <a:moveTo>
                    <a:pt x="11429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1429" y="8889"/>
                  </a:lnTo>
                  <a:lnTo>
                    <a:pt x="11429" y="6349"/>
                  </a:lnTo>
                  <a:close/>
                </a:path>
                <a:path w="11429" h="281939">
                  <a:moveTo>
                    <a:pt x="11429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1429" y="12699"/>
                  </a:lnTo>
                  <a:lnTo>
                    <a:pt x="11429" y="8889"/>
                  </a:lnTo>
                  <a:close/>
                </a:path>
                <a:path w="11429" h="281939">
                  <a:moveTo>
                    <a:pt x="11429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1429" y="15239"/>
                  </a:lnTo>
                  <a:lnTo>
                    <a:pt x="11429" y="12699"/>
                  </a:lnTo>
                  <a:close/>
                </a:path>
                <a:path w="11429" h="281939">
                  <a:moveTo>
                    <a:pt x="11429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1429" y="19049"/>
                  </a:lnTo>
                  <a:lnTo>
                    <a:pt x="11429" y="15239"/>
                  </a:lnTo>
                  <a:close/>
                </a:path>
                <a:path w="11429" h="281939">
                  <a:moveTo>
                    <a:pt x="11429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1429" y="21589"/>
                  </a:lnTo>
                  <a:lnTo>
                    <a:pt x="11429" y="19049"/>
                  </a:lnTo>
                  <a:close/>
                </a:path>
                <a:path w="11429" h="281939">
                  <a:moveTo>
                    <a:pt x="11429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1429" y="25399"/>
                  </a:lnTo>
                  <a:lnTo>
                    <a:pt x="11429" y="21589"/>
                  </a:lnTo>
                  <a:close/>
                </a:path>
                <a:path w="11429" h="281939">
                  <a:moveTo>
                    <a:pt x="11429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1429" y="27939"/>
                  </a:lnTo>
                  <a:lnTo>
                    <a:pt x="11429" y="25399"/>
                  </a:lnTo>
                  <a:close/>
                </a:path>
                <a:path w="11429" h="281939">
                  <a:moveTo>
                    <a:pt x="11429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1429" y="31749"/>
                  </a:lnTo>
                  <a:lnTo>
                    <a:pt x="11429" y="27939"/>
                  </a:lnTo>
                  <a:close/>
                </a:path>
                <a:path w="11429" h="281939">
                  <a:moveTo>
                    <a:pt x="11429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1429" y="34289"/>
                  </a:lnTo>
                  <a:lnTo>
                    <a:pt x="11429" y="31749"/>
                  </a:lnTo>
                  <a:close/>
                </a:path>
                <a:path w="11429" h="281939">
                  <a:moveTo>
                    <a:pt x="11429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1429" y="38099"/>
                  </a:lnTo>
                  <a:lnTo>
                    <a:pt x="11429" y="34289"/>
                  </a:lnTo>
                  <a:close/>
                </a:path>
                <a:path w="11429" h="281939">
                  <a:moveTo>
                    <a:pt x="11429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1429" y="40639"/>
                  </a:lnTo>
                  <a:lnTo>
                    <a:pt x="11429" y="38099"/>
                  </a:lnTo>
                  <a:close/>
                </a:path>
                <a:path w="11429" h="281939">
                  <a:moveTo>
                    <a:pt x="11429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1429" y="44449"/>
                  </a:lnTo>
                  <a:lnTo>
                    <a:pt x="11429" y="40639"/>
                  </a:lnTo>
                  <a:close/>
                </a:path>
                <a:path w="11429" h="281939">
                  <a:moveTo>
                    <a:pt x="11429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1429" y="46989"/>
                  </a:lnTo>
                  <a:lnTo>
                    <a:pt x="11429" y="44449"/>
                  </a:lnTo>
                  <a:close/>
                </a:path>
                <a:path w="11429" h="281939">
                  <a:moveTo>
                    <a:pt x="11429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1429" y="50799"/>
                  </a:lnTo>
                  <a:lnTo>
                    <a:pt x="11429" y="46989"/>
                  </a:lnTo>
                  <a:close/>
                </a:path>
                <a:path w="11429" h="281939">
                  <a:moveTo>
                    <a:pt x="11429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1429" y="53339"/>
                  </a:lnTo>
                  <a:lnTo>
                    <a:pt x="11429" y="50799"/>
                  </a:lnTo>
                  <a:close/>
                </a:path>
                <a:path w="11429" h="281939">
                  <a:moveTo>
                    <a:pt x="11429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1429" y="57149"/>
                  </a:lnTo>
                  <a:lnTo>
                    <a:pt x="11429" y="53339"/>
                  </a:lnTo>
                  <a:close/>
                </a:path>
                <a:path w="11429" h="281939">
                  <a:moveTo>
                    <a:pt x="11429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1429" y="59689"/>
                  </a:lnTo>
                  <a:lnTo>
                    <a:pt x="11429" y="57149"/>
                  </a:lnTo>
                  <a:close/>
                </a:path>
                <a:path w="11429" h="281939">
                  <a:moveTo>
                    <a:pt x="11429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1429" y="63499"/>
                  </a:lnTo>
                  <a:lnTo>
                    <a:pt x="11429" y="59689"/>
                  </a:lnTo>
                  <a:close/>
                </a:path>
                <a:path w="11429" h="281939">
                  <a:moveTo>
                    <a:pt x="11429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1429" y="66039"/>
                  </a:lnTo>
                  <a:lnTo>
                    <a:pt x="11429" y="63499"/>
                  </a:lnTo>
                  <a:close/>
                </a:path>
                <a:path w="11429" h="281939">
                  <a:moveTo>
                    <a:pt x="11429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1429" y="69849"/>
                  </a:lnTo>
                  <a:lnTo>
                    <a:pt x="11429" y="66039"/>
                  </a:lnTo>
                  <a:close/>
                </a:path>
                <a:path w="11429" h="281939">
                  <a:moveTo>
                    <a:pt x="11429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1429" y="72389"/>
                  </a:lnTo>
                  <a:lnTo>
                    <a:pt x="11429" y="69849"/>
                  </a:lnTo>
                  <a:close/>
                </a:path>
                <a:path w="11429" h="281939">
                  <a:moveTo>
                    <a:pt x="11429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1429" y="76199"/>
                  </a:lnTo>
                  <a:lnTo>
                    <a:pt x="11429" y="72389"/>
                  </a:lnTo>
                  <a:close/>
                </a:path>
                <a:path w="11429" h="281939">
                  <a:moveTo>
                    <a:pt x="11429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1429" y="78739"/>
                  </a:lnTo>
                  <a:lnTo>
                    <a:pt x="11429" y="76199"/>
                  </a:lnTo>
                  <a:close/>
                </a:path>
                <a:path w="11429" h="281939">
                  <a:moveTo>
                    <a:pt x="11429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1429" y="82549"/>
                  </a:lnTo>
                  <a:lnTo>
                    <a:pt x="11429" y="78739"/>
                  </a:lnTo>
                  <a:close/>
                </a:path>
                <a:path w="11429" h="281939">
                  <a:moveTo>
                    <a:pt x="11429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1429" y="85089"/>
                  </a:lnTo>
                  <a:lnTo>
                    <a:pt x="11429" y="82549"/>
                  </a:lnTo>
                  <a:close/>
                </a:path>
                <a:path w="11429" h="281939">
                  <a:moveTo>
                    <a:pt x="11429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1429" y="88899"/>
                  </a:lnTo>
                  <a:lnTo>
                    <a:pt x="11429" y="85089"/>
                  </a:lnTo>
                  <a:close/>
                </a:path>
                <a:path w="11429" h="281939">
                  <a:moveTo>
                    <a:pt x="11429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1429" y="91439"/>
                  </a:lnTo>
                  <a:lnTo>
                    <a:pt x="11429" y="88899"/>
                  </a:lnTo>
                  <a:close/>
                </a:path>
                <a:path w="11429" h="281939">
                  <a:moveTo>
                    <a:pt x="11429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1429" y="95249"/>
                  </a:lnTo>
                  <a:lnTo>
                    <a:pt x="11429" y="91439"/>
                  </a:lnTo>
                  <a:close/>
                </a:path>
                <a:path w="11429" h="281939">
                  <a:moveTo>
                    <a:pt x="11429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1429" y="97789"/>
                  </a:lnTo>
                  <a:lnTo>
                    <a:pt x="11429" y="95249"/>
                  </a:lnTo>
                  <a:close/>
                </a:path>
                <a:path w="11429" h="281939">
                  <a:moveTo>
                    <a:pt x="11429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1429" y="101599"/>
                  </a:lnTo>
                  <a:lnTo>
                    <a:pt x="11429" y="97789"/>
                  </a:lnTo>
                  <a:close/>
                </a:path>
                <a:path w="11429" h="281939">
                  <a:moveTo>
                    <a:pt x="11429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1429" y="104139"/>
                  </a:lnTo>
                  <a:lnTo>
                    <a:pt x="11429" y="101599"/>
                  </a:lnTo>
                  <a:close/>
                </a:path>
                <a:path w="11429" h="281939">
                  <a:moveTo>
                    <a:pt x="11429" y="104139"/>
                  </a:moveTo>
                  <a:lnTo>
                    <a:pt x="0" y="104139"/>
                  </a:lnTo>
                  <a:lnTo>
                    <a:pt x="0" y="107949"/>
                  </a:lnTo>
                  <a:lnTo>
                    <a:pt x="11429" y="107949"/>
                  </a:lnTo>
                  <a:lnTo>
                    <a:pt x="11429" y="104139"/>
                  </a:lnTo>
                  <a:close/>
                </a:path>
                <a:path w="11429" h="281939">
                  <a:moveTo>
                    <a:pt x="11429" y="107949"/>
                  </a:moveTo>
                  <a:lnTo>
                    <a:pt x="0" y="107949"/>
                  </a:lnTo>
                  <a:lnTo>
                    <a:pt x="0" y="110489"/>
                  </a:lnTo>
                  <a:lnTo>
                    <a:pt x="11429" y="110489"/>
                  </a:lnTo>
                  <a:lnTo>
                    <a:pt x="11429" y="107949"/>
                  </a:lnTo>
                  <a:close/>
                </a:path>
                <a:path w="11429" h="281939">
                  <a:moveTo>
                    <a:pt x="11429" y="110489"/>
                  </a:moveTo>
                  <a:lnTo>
                    <a:pt x="0" y="110489"/>
                  </a:lnTo>
                  <a:lnTo>
                    <a:pt x="0" y="171449"/>
                  </a:lnTo>
                  <a:lnTo>
                    <a:pt x="11429" y="171449"/>
                  </a:lnTo>
                  <a:lnTo>
                    <a:pt x="11429" y="110489"/>
                  </a:lnTo>
                  <a:close/>
                </a:path>
                <a:path w="11429" h="281939">
                  <a:moveTo>
                    <a:pt x="11429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1429" y="173989"/>
                  </a:lnTo>
                  <a:lnTo>
                    <a:pt x="11429" y="171449"/>
                  </a:lnTo>
                  <a:close/>
                </a:path>
                <a:path w="11429" h="281939">
                  <a:moveTo>
                    <a:pt x="11429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1429" y="177799"/>
                  </a:lnTo>
                  <a:lnTo>
                    <a:pt x="11429" y="173989"/>
                  </a:lnTo>
                  <a:close/>
                </a:path>
                <a:path w="11429" h="281939">
                  <a:moveTo>
                    <a:pt x="11429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1429" y="180339"/>
                  </a:lnTo>
                  <a:lnTo>
                    <a:pt x="11429" y="177799"/>
                  </a:lnTo>
                  <a:close/>
                </a:path>
                <a:path w="11429" h="281939">
                  <a:moveTo>
                    <a:pt x="11429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1429" y="184149"/>
                  </a:lnTo>
                  <a:lnTo>
                    <a:pt x="11429" y="180339"/>
                  </a:lnTo>
                  <a:close/>
                </a:path>
                <a:path w="11429" h="281939">
                  <a:moveTo>
                    <a:pt x="11429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1429" y="186689"/>
                  </a:lnTo>
                  <a:lnTo>
                    <a:pt x="11429" y="184149"/>
                  </a:lnTo>
                  <a:close/>
                </a:path>
                <a:path w="11429" h="281939">
                  <a:moveTo>
                    <a:pt x="11429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1429" y="190499"/>
                  </a:lnTo>
                  <a:lnTo>
                    <a:pt x="11429" y="186689"/>
                  </a:lnTo>
                  <a:close/>
                </a:path>
                <a:path w="11429" h="281939">
                  <a:moveTo>
                    <a:pt x="11429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1429" y="193039"/>
                  </a:lnTo>
                  <a:lnTo>
                    <a:pt x="11429" y="190499"/>
                  </a:lnTo>
                  <a:close/>
                </a:path>
                <a:path w="11429" h="281939">
                  <a:moveTo>
                    <a:pt x="11429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1429" y="196849"/>
                  </a:lnTo>
                  <a:lnTo>
                    <a:pt x="11429" y="193039"/>
                  </a:lnTo>
                  <a:close/>
                </a:path>
                <a:path w="11429" h="281939">
                  <a:moveTo>
                    <a:pt x="11429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1429" y="199389"/>
                  </a:lnTo>
                  <a:lnTo>
                    <a:pt x="11429" y="196849"/>
                  </a:lnTo>
                  <a:close/>
                </a:path>
                <a:path w="11429" h="281939">
                  <a:moveTo>
                    <a:pt x="11429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1429" y="203199"/>
                  </a:lnTo>
                  <a:lnTo>
                    <a:pt x="11429" y="199389"/>
                  </a:lnTo>
                  <a:close/>
                </a:path>
                <a:path w="11429" h="281939">
                  <a:moveTo>
                    <a:pt x="11429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1429" y="205739"/>
                  </a:lnTo>
                  <a:lnTo>
                    <a:pt x="11429" y="203199"/>
                  </a:lnTo>
                  <a:close/>
                </a:path>
                <a:path w="11429" h="281939">
                  <a:moveTo>
                    <a:pt x="11429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1429" y="209549"/>
                  </a:lnTo>
                  <a:lnTo>
                    <a:pt x="11429" y="205739"/>
                  </a:lnTo>
                  <a:close/>
                </a:path>
                <a:path w="11429" h="281939">
                  <a:moveTo>
                    <a:pt x="11429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1429" y="212089"/>
                  </a:lnTo>
                  <a:lnTo>
                    <a:pt x="11429" y="209549"/>
                  </a:lnTo>
                  <a:close/>
                </a:path>
                <a:path w="11429" h="281939">
                  <a:moveTo>
                    <a:pt x="11429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1429" y="215899"/>
                  </a:lnTo>
                  <a:lnTo>
                    <a:pt x="11429" y="212089"/>
                  </a:lnTo>
                  <a:close/>
                </a:path>
                <a:path w="11429" h="281939">
                  <a:moveTo>
                    <a:pt x="11429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1429" y="218439"/>
                  </a:lnTo>
                  <a:lnTo>
                    <a:pt x="11429" y="215899"/>
                  </a:lnTo>
                  <a:close/>
                </a:path>
                <a:path w="11429" h="281939">
                  <a:moveTo>
                    <a:pt x="11429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1429" y="222249"/>
                  </a:lnTo>
                  <a:lnTo>
                    <a:pt x="11429" y="218439"/>
                  </a:lnTo>
                  <a:close/>
                </a:path>
                <a:path w="11429" h="281939">
                  <a:moveTo>
                    <a:pt x="11429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1429" y="224789"/>
                  </a:lnTo>
                  <a:lnTo>
                    <a:pt x="11429" y="222249"/>
                  </a:lnTo>
                  <a:close/>
                </a:path>
                <a:path w="11429" h="281939">
                  <a:moveTo>
                    <a:pt x="11429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1429" y="228599"/>
                  </a:lnTo>
                  <a:lnTo>
                    <a:pt x="11429" y="224789"/>
                  </a:lnTo>
                  <a:close/>
                </a:path>
                <a:path w="11429" h="281939">
                  <a:moveTo>
                    <a:pt x="11429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1429" y="231139"/>
                  </a:lnTo>
                  <a:lnTo>
                    <a:pt x="11429" y="228599"/>
                  </a:lnTo>
                  <a:close/>
                </a:path>
                <a:path w="11429" h="281939">
                  <a:moveTo>
                    <a:pt x="11429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1429" y="234949"/>
                  </a:lnTo>
                  <a:lnTo>
                    <a:pt x="11429" y="231139"/>
                  </a:lnTo>
                  <a:close/>
                </a:path>
                <a:path w="11429" h="281939">
                  <a:moveTo>
                    <a:pt x="11429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1429" y="237489"/>
                  </a:lnTo>
                  <a:lnTo>
                    <a:pt x="11429" y="234949"/>
                  </a:lnTo>
                  <a:close/>
                </a:path>
                <a:path w="11429" h="281939">
                  <a:moveTo>
                    <a:pt x="11429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1429" y="241299"/>
                  </a:lnTo>
                  <a:lnTo>
                    <a:pt x="11429" y="237489"/>
                  </a:lnTo>
                  <a:close/>
                </a:path>
                <a:path w="11429" h="281939">
                  <a:moveTo>
                    <a:pt x="11429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1429" y="243839"/>
                  </a:lnTo>
                  <a:lnTo>
                    <a:pt x="11429" y="241299"/>
                  </a:lnTo>
                  <a:close/>
                </a:path>
                <a:path w="11429" h="281939">
                  <a:moveTo>
                    <a:pt x="11429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1429" y="247649"/>
                  </a:lnTo>
                  <a:lnTo>
                    <a:pt x="11429" y="243839"/>
                  </a:lnTo>
                  <a:close/>
                </a:path>
                <a:path w="11429" h="281939">
                  <a:moveTo>
                    <a:pt x="11429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1429" y="250189"/>
                  </a:lnTo>
                  <a:lnTo>
                    <a:pt x="11429" y="247649"/>
                  </a:lnTo>
                  <a:close/>
                </a:path>
                <a:path w="11429" h="281939">
                  <a:moveTo>
                    <a:pt x="11429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1429" y="253999"/>
                  </a:lnTo>
                  <a:lnTo>
                    <a:pt x="11429" y="250189"/>
                  </a:lnTo>
                  <a:close/>
                </a:path>
                <a:path w="11429" h="281939">
                  <a:moveTo>
                    <a:pt x="11429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1429" y="256539"/>
                  </a:lnTo>
                  <a:lnTo>
                    <a:pt x="11429" y="253999"/>
                  </a:lnTo>
                  <a:close/>
                </a:path>
                <a:path w="11429" h="281939">
                  <a:moveTo>
                    <a:pt x="11429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1429" y="260349"/>
                  </a:lnTo>
                  <a:lnTo>
                    <a:pt x="11429" y="256539"/>
                  </a:lnTo>
                  <a:close/>
                </a:path>
                <a:path w="11429" h="281939">
                  <a:moveTo>
                    <a:pt x="11429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1429" y="262889"/>
                  </a:lnTo>
                  <a:lnTo>
                    <a:pt x="11429" y="260349"/>
                  </a:lnTo>
                  <a:close/>
                </a:path>
                <a:path w="11429" h="281939">
                  <a:moveTo>
                    <a:pt x="11429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1429" y="266699"/>
                  </a:lnTo>
                  <a:lnTo>
                    <a:pt x="11429" y="262889"/>
                  </a:lnTo>
                  <a:close/>
                </a:path>
                <a:path w="11429" h="281939">
                  <a:moveTo>
                    <a:pt x="11429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1429" y="269239"/>
                  </a:lnTo>
                  <a:lnTo>
                    <a:pt x="11429" y="266699"/>
                  </a:lnTo>
                  <a:close/>
                </a:path>
                <a:path w="11429" h="281939">
                  <a:moveTo>
                    <a:pt x="11429" y="269239"/>
                  </a:moveTo>
                  <a:lnTo>
                    <a:pt x="0" y="269239"/>
                  </a:lnTo>
                  <a:lnTo>
                    <a:pt x="0" y="273049"/>
                  </a:lnTo>
                  <a:lnTo>
                    <a:pt x="11429" y="273049"/>
                  </a:lnTo>
                  <a:lnTo>
                    <a:pt x="11429" y="269239"/>
                  </a:lnTo>
                  <a:close/>
                </a:path>
                <a:path w="11429" h="281939">
                  <a:moveTo>
                    <a:pt x="11429" y="273049"/>
                  </a:moveTo>
                  <a:lnTo>
                    <a:pt x="0" y="273049"/>
                  </a:lnTo>
                  <a:lnTo>
                    <a:pt x="0" y="275589"/>
                  </a:lnTo>
                  <a:lnTo>
                    <a:pt x="11429" y="275589"/>
                  </a:lnTo>
                  <a:lnTo>
                    <a:pt x="11429" y="273049"/>
                  </a:lnTo>
                  <a:close/>
                </a:path>
                <a:path w="11429" h="281939">
                  <a:moveTo>
                    <a:pt x="11429" y="275589"/>
                  </a:moveTo>
                  <a:lnTo>
                    <a:pt x="0" y="275589"/>
                  </a:lnTo>
                  <a:lnTo>
                    <a:pt x="0" y="279399"/>
                  </a:lnTo>
                  <a:lnTo>
                    <a:pt x="11429" y="279399"/>
                  </a:lnTo>
                  <a:lnTo>
                    <a:pt x="11429" y="275589"/>
                  </a:lnTo>
                  <a:close/>
                </a:path>
                <a:path w="11429" h="281939">
                  <a:moveTo>
                    <a:pt x="11429" y="279399"/>
                  </a:moveTo>
                  <a:lnTo>
                    <a:pt x="0" y="279399"/>
                  </a:lnTo>
                  <a:lnTo>
                    <a:pt x="0" y="281939"/>
                  </a:lnTo>
                  <a:lnTo>
                    <a:pt x="11429" y="281939"/>
                  </a:lnTo>
                  <a:lnTo>
                    <a:pt x="11429" y="279399"/>
                  </a:lnTo>
                  <a:close/>
                </a:path>
              </a:pathLst>
            </a:custGeom>
            <a:solidFill>
              <a:srgbClr val="7575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1045">
              <a:extLst>
                <a:ext uri="{FF2B5EF4-FFF2-40B4-BE49-F238E27FC236}">
                  <a16:creationId xmlns:a16="http://schemas.microsoft.com/office/drawing/2014/main" id="{DA82A961-E608-7BDC-FCC1-7398874C29B4}"/>
                </a:ext>
              </a:extLst>
            </p:cNvPr>
            <p:cNvSpPr/>
            <p:nvPr/>
          </p:nvSpPr>
          <p:spPr>
            <a:xfrm>
              <a:off x="4747894" y="5387340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h="279400">
                  <a:moveTo>
                    <a:pt x="0" y="0"/>
                  </a:moveTo>
                  <a:lnTo>
                    <a:pt x="0" y="279400"/>
                  </a:lnTo>
                </a:path>
              </a:pathLst>
            </a:custGeom>
            <a:ln w="11429">
              <a:solidFill>
                <a:srgbClr val="76769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1046">
              <a:extLst>
                <a:ext uri="{FF2B5EF4-FFF2-40B4-BE49-F238E27FC236}">
                  <a16:creationId xmlns:a16="http://schemas.microsoft.com/office/drawing/2014/main" id="{240671D0-52E4-6129-EDB8-44326263A076}"/>
                </a:ext>
              </a:extLst>
            </p:cNvPr>
            <p:cNvSpPr/>
            <p:nvPr/>
          </p:nvSpPr>
          <p:spPr>
            <a:xfrm>
              <a:off x="4758690" y="5388610"/>
              <a:ext cx="10160" cy="276860"/>
            </a:xfrm>
            <a:custGeom>
              <a:avLst/>
              <a:gdLst/>
              <a:ahLst/>
              <a:cxnLst/>
              <a:rect l="l" t="t" r="r" b="b"/>
              <a:pathLst>
                <a:path w="10160" h="276860">
                  <a:moveTo>
                    <a:pt x="381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0160" h="276860">
                  <a:moveTo>
                    <a:pt x="1016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3809"/>
                  </a:lnTo>
                  <a:close/>
                </a:path>
                <a:path w="10160" h="27686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6350"/>
                  </a:lnTo>
                  <a:close/>
                </a:path>
                <a:path w="10160" h="276860">
                  <a:moveTo>
                    <a:pt x="1016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10159"/>
                  </a:lnTo>
                  <a:close/>
                </a:path>
                <a:path w="10160" h="276860">
                  <a:moveTo>
                    <a:pt x="1016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2700"/>
                  </a:lnTo>
                  <a:close/>
                </a:path>
                <a:path w="10160" h="276860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276860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276860">
                  <a:moveTo>
                    <a:pt x="1016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2859"/>
                  </a:lnTo>
                  <a:close/>
                </a:path>
                <a:path w="10160" h="276860">
                  <a:moveTo>
                    <a:pt x="1016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5400"/>
                  </a:lnTo>
                  <a:close/>
                </a:path>
                <a:path w="10160" h="276860">
                  <a:moveTo>
                    <a:pt x="1016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9209"/>
                  </a:lnTo>
                  <a:close/>
                </a:path>
                <a:path w="10160" h="276860">
                  <a:moveTo>
                    <a:pt x="1016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1750"/>
                  </a:lnTo>
                  <a:close/>
                </a:path>
                <a:path w="10160" h="276860">
                  <a:moveTo>
                    <a:pt x="1016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5559"/>
                  </a:lnTo>
                  <a:close/>
                </a:path>
                <a:path w="10160" h="276860">
                  <a:moveTo>
                    <a:pt x="1016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8100"/>
                  </a:lnTo>
                  <a:close/>
                </a:path>
                <a:path w="10160" h="276860">
                  <a:moveTo>
                    <a:pt x="1016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1909"/>
                  </a:lnTo>
                  <a:close/>
                </a:path>
                <a:path w="10160" h="276860">
                  <a:moveTo>
                    <a:pt x="1016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4450"/>
                  </a:lnTo>
                  <a:close/>
                </a:path>
                <a:path w="10160" h="276860">
                  <a:moveTo>
                    <a:pt x="1016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8259"/>
                  </a:lnTo>
                  <a:close/>
                </a:path>
                <a:path w="10160" h="276860">
                  <a:moveTo>
                    <a:pt x="1016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50800"/>
                  </a:lnTo>
                  <a:close/>
                </a:path>
                <a:path w="10160" h="276860">
                  <a:moveTo>
                    <a:pt x="1016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4609"/>
                  </a:lnTo>
                  <a:close/>
                </a:path>
                <a:path w="10160" h="276860">
                  <a:moveTo>
                    <a:pt x="1016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7150"/>
                  </a:lnTo>
                  <a:close/>
                </a:path>
                <a:path w="10160" h="276860">
                  <a:moveTo>
                    <a:pt x="1016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60959"/>
                  </a:lnTo>
                  <a:close/>
                </a:path>
                <a:path w="10160" h="276860">
                  <a:moveTo>
                    <a:pt x="10160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0160" y="67309"/>
                  </a:lnTo>
                  <a:lnTo>
                    <a:pt x="10160" y="63500"/>
                  </a:lnTo>
                  <a:close/>
                </a:path>
                <a:path w="10160" h="276860">
                  <a:moveTo>
                    <a:pt x="10160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7309"/>
                  </a:lnTo>
                  <a:close/>
                </a:path>
                <a:path w="10160" h="276860">
                  <a:moveTo>
                    <a:pt x="10160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0160" y="73659"/>
                  </a:lnTo>
                  <a:lnTo>
                    <a:pt x="10160" y="69850"/>
                  </a:lnTo>
                  <a:close/>
                </a:path>
                <a:path w="10160" h="276860">
                  <a:moveTo>
                    <a:pt x="10160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3659"/>
                  </a:lnTo>
                  <a:close/>
                </a:path>
                <a:path w="10160" h="276860">
                  <a:moveTo>
                    <a:pt x="10160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0160" y="80009"/>
                  </a:lnTo>
                  <a:lnTo>
                    <a:pt x="10160" y="76200"/>
                  </a:lnTo>
                  <a:close/>
                </a:path>
                <a:path w="10160" h="276860">
                  <a:moveTo>
                    <a:pt x="10160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80009"/>
                  </a:lnTo>
                  <a:close/>
                </a:path>
                <a:path w="10160" h="276860">
                  <a:moveTo>
                    <a:pt x="10160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0160" y="86359"/>
                  </a:lnTo>
                  <a:lnTo>
                    <a:pt x="10160" y="82550"/>
                  </a:lnTo>
                  <a:close/>
                </a:path>
                <a:path w="10160" h="276860">
                  <a:moveTo>
                    <a:pt x="10160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6359"/>
                  </a:lnTo>
                  <a:close/>
                </a:path>
                <a:path w="10160" h="276860">
                  <a:moveTo>
                    <a:pt x="10160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0160" y="92709"/>
                  </a:lnTo>
                  <a:lnTo>
                    <a:pt x="10160" y="88900"/>
                  </a:lnTo>
                  <a:close/>
                </a:path>
                <a:path w="10160" h="276860">
                  <a:moveTo>
                    <a:pt x="10160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2709"/>
                  </a:lnTo>
                  <a:close/>
                </a:path>
                <a:path w="10160" h="276860">
                  <a:moveTo>
                    <a:pt x="10160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0160" y="99059"/>
                  </a:lnTo>
                  <a:lnTo>
                    <a:pt x="10160" y="95250"/>
                  </a:lnTo>
                  <a:close/>
                </a:path>
                <a:path w="10160" h="276860">
                  <a:moveTo>
                    <a:pt x="10160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9059"/>
                  </a:lnTo>
                  <a:close/>
                </a:path>
                <a:path w="10160" h="276860">
                  <a:moveTo>
                    <a:pt x="10160" y="101600"/>
                  </a:moveTo>
                  <a:lnTo>
                    <a:pt x="0" y="101600"/>
                  </a:lnTo>
                  <a:lnTo>
                    <a:pt x="0" y="105409"/>
                  </a:lnTo>
                  <a:lnTo>
                    <a:pt x="10160" y="105409"/>
                  </a:lnTo>
                  <a:lnTo>
                    <a:pt x="10160" y="101600"/>
                  </a:lnTo>
                  <a:close/>
                </a:path>
                <a:path w="10160" h="276860">
                  <a:moveTo>
                    <a:pt x="10160" y="105409"/>
                  </a:moveTo>
                  <a:lnTo>
                    <a:pt x="0" y="105409"/>
                  </a:lnTo>
                  <a:lnTo>
                    <a:pt x="0" y="107949"/>
                  </a:lnTo>
                  <a:lnTo>
                    <a:pt x="10160" y="107949"/>
                  </a:lnTo>
                  <a:lnTo>
                    <a:pt x="10160" y="105409"/>
                  </a:lnTo>
                  <a:close/>
                </a:path>
                <a:path w="10160" h="276860">
                  <a:moveTo>
                    <a:pt x="10160" y="107950"/>
                  </a:moveTo>
                  <a:lnTo>
                    <a:pt x="0" y="107950"/>
                  </a:lnTo>
                  <a:lnTo>
                    <a:pt x="0" y="168909"/>
                  </a:lnTo>
                  <a:lnTo>
                    <a:pt x="10160" y="168909"/>
                  </a:lnTo>
                  <a:lnTo>
                    <a:pt x="10160" y="107950"/>
                  </a:lnTo>
                  <a:close/>
                </a:path>
                <a:path w="10160" h="276860">
                  <a:moveTo>
                    <a:pt x="10160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8909"/>
                  </a:lnTo>
                  <a:close/>
                </a:path>
                <a:path w="10160" h="276860">
                  <a:moveTo>
                    <a:pt x="10160" y="171450"/>
                  </a:moveTo>
                  <a:lnTo>
                    <a:pt x="0" y="171450"/>
                  </a:lnTo>
                  <a:lnTo>
                    <a:pt x="0" y="175259"/>
                  </a:lnTo>
                  <a:lnTo>
                    <a:pt x="10160" y="175259"/>
                  </a:lnTo>
                  <a:lnTo>
                    <a:pt x="10160" y="171450"/>
                  </a:lnTo>
                  <a:close/>
                </a:path>
                <a:path w="10160" h="276860">
                  <a:moveTo>
                    <a:pt x="10160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5259"/>
                  </a:lnTo>
                  <a:close/>
                </a:path>
                <a:path w="10160" h="276860">
                  <a:moveTo>
                    <a:pt x="10160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0160" y="181609"/>
                  </a:lnTo>
                  <a:lnTo>
                    <a:pt x="10160" y="177800"/>
                  </a:lnTo>
                  <a:close/>
                </a:path>
                <a:path w="10160" h="276860">
                  <a:moveTo>
                    <a:pt x="10160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1609"/>
                  </a:lnTo>
                  <a:close/>
                </a:path>
                <a:path w="10160" h="276860">
                  <a:moveTo>
                    <a:pt x="10160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0160" y="187959"/>
                  </a:lnTo>
                  <a:lnTo>
                    <a:pt x="10160" y="184150"/>
                  </a:lnTo>
                  <a:close/>
                </a:path>
                <a:path w="10160" h="276860">
                  <a:moveTo>
                    <a:pt x="10160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7959"/>
                  </a:lnTo>
                  <a:close/>
                </a:path>
                <a:path w="10160" h="276860">
                  <a:moveTo>
                    <a:pt x="10160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0160" y="194309"/>
                  </a:lnTo>
                  <a:lnTo>
                    <a:pt x="10160" y="190500"/>
                  </a:lnTo>
                  <a:close/>
                </a:path>
                <a:path w="10160" h="276860">
                  <a:moveTo>
                    <a:pt x="10160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4309"/>
                  </a:lnTo>
                  <a:close/>
                </a:path>
                <a:path w="10160" h="276860">
                  <a:moveTo>
                    <a:pt x="10160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0160" y="200659"/>
                  </a:lnTo>
                  <a:lnTo>
                    <a:pt x="10160" y="196850"/>
                  </a:lnTo>
                  <a:close/>
                </a:path>
                <a:path w="10160" h="276860">
                  <a:moveTo>
                    <a:pt x="10160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200659"/>
                  </a:lnTo>
                  <a:close/>
                </a:path>
                <a:path w="10160" h="276860">
                  <a:moveTo>
                    <a:pt x="10160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0160" y="207009"/>
                  </a:lnTo>
                  <a:lnTo>
                    <a:pt x="10160" y="203200"/>
                  </a:lnTo>
                  <a:close/>
                </a:path>
                <a:path w="10160" h="276860">
                  <a:moveTo>
                    <a:pt x="10160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7009"/>
                  </a:lnTo>
                  <a:close/>
                </a:path>
                <a:path w="10160" h="276860">
                  <a:moveTo>
                    <a:pt x="1016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0160" y="213359"/>
                  </a:lnTo>
                  <a:lnTo>
                    <a:pt x="10160" y="209550"/>
                  </a:lnTo>
                  <a:close/>
                </a:path>
                <a:path w="10160" h="276860">
                  <a:moveTo>
                    <a:pt x="1016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3359"/>
                  </a:lnTo>
                  <a:close/>
                </a:path>
                <a:path w="10160" h="276860">
                  <a:moveTo>
                    <a:pt x="1016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0160" y="219709"/>
                  </a:lnTo>
                  <a:lnTo>
                    <a:pt x="10160" y="215900"/>
                  </a:lnTo>
                  <a:close/>
                </a:path>
                <a:path w="10160" h="276860">
                  <a:moveTo>
                    <a:pt x="1016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9709"/>
                  </a:lnTo>
                  <a:close/>
                </a:path>
                <a:path w="10160" h="276860">
                  <a:moveTo>
                    <a:pt x="1016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0160" y="226059"/>
                  </a:lnTo>
                  <a:lnTo>
                    <a:pt x="10160" y="222250"/>
                  </a:lnTo>
                  <a:close/>
                </a:path>
                <a:path w="10160" h="276860">
                  <a:moveTo>
                    <a:pt x="1016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6059"/>
                  </a:lnTo>
                  <a:close/>
                </a:path>
                <a:path w="10160" h="276860">
                  <a:moveTo>
                    <a:pt x="1016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0160" y="232409"/>
                  </a:lnTo>
                  <a:lnTo>
                    <a:pt x="10160" y="228600"/>
                  </a:lnTo>
                  <a:close/>
                </a:path>
                <a:path w="10160" h="276860">
                  <a:moveTo>
                    <a:pt x="1016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2409"/>
                  </a:lnTo>
                  <a:close/>
                </a:path>
                <a:path w="10160" h="276860">
                  <a:moveTo>
                    <a:pt x="1016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0160" y="238759"/>
                  </a:lnTo>
                  <a:lnTo>
                    <a:pt x="10160" y="234950"/>
                  </a:lnTo>
                  <a:close/>
                </a:path>
                <a:path w="10160" h="276860">
                  <a:moveTo>
                    <a:pt x="1016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8759"/>
                  </a:lnTo>
                  <a:close/>
                </a:path>
                <a:path w="10160" h="276860">
                  <a:moveTo>
                    <a:pt x="1016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0160" y="245109"/>
                  </a:lnTo>
                  <a:lnTo>
                    <a:pt x="10160" y="241300"/>
                  </a:lnTo>
                  <a:close/>
                </a:path>
                <a:path w="10160" h="276860">
                  <a:moveTo>
                    <a:pt x="1016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5109"/>
                  </a:lnTo>
                  <a:close/>
                </a:path>
                <a:path w="10160" h="276860">
                  <a:moveTo>
                    <a:pt x="1016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0160" y="251459"/>
                  </a:lnTo>
                  <a:lnTo>
                    <a:pt x="10160" y="247650"/>
                  </a:lnTo>
                  <a:close/>
                </a:path>
                <a:path w="10160" h="276860">
                  <a:moveTo>
                    <a:pt x="10160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1459"/>
                  </a:lnTo>
                  <a:close/>
                </a:path>
                <a:path w="10160" h="276860">
                  <a:moveTo>
                    <a:pt x="10160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0160" y="257809"/>
                  </a:lnTo>
                  <a:lnTo>
                    <a:pt x="10160" y="254000"/>
                  </a:lnTo>
                  <a:close/>
                </a:path>
                <a:path w="10160" h="276860">
                  <a:moveTo>
                    <a:pt x="10160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7809"/>
                  </a:lnTo>
                  <a:close/>
                </a:path>
                <a:path w="10160" h="276860">
                  <a:moveTo>
                    <a:pt x="10160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10160" y="264159"/>
                  </a:lnTo>
                  <a:lnTo>
                    <a:pt x="10160" y="260350"/>
                  </a:lnTo>
                  <a:close/>
                </a:path>
                <a:path w="10160" h="276860">
                  <a:moveTo>
                    <a:pt x="10160" y="264159"/>
                  </a:moveTo>
                  <a:lnTo>
                    <a:pt x="0" y="264159"/>
                  </a:lnTo>
                  <a:lnTo>
                    <a:pt x="0" y="266699"/>
                  </a:lnTo>
                  <a:lnTo>
                    <a:pt x="10160" y="266699"/>
                  </a:lnTo>
                  <a:lnTo>
                    <a:pt x="10160" y="264159"/>
                  </a:lnTo>
                  <a:close/>
                </a:path>
                <a:path w="10160" h="276860">
                  <a:moveTo>
                    <a:pt x="10160" y="266700"/>
                  </a:moveTo>
                  <a:lnTo>
                    <a:pt x="0" y="266700"/>
                  </a:lnTo>
                  <a:lnTo>
                    <a:pt x="0" y="270509"/>
                  </a:lnTo>
                  <a:lnTo>
                    <a:pt x="10160" y="270509"/>
                  </a:lnTo>
                  <a:lnTo>
                    <a:pt x="10160" y="266700"/>
                  </a:lnTo>
                  <a:close/>
                </a:path>
                <a:path w="10160" h="276860">
                  <a:moveTo>
                    <a:pt x="10160" y="270509"/>
                  </a:moveTo>
                  <a:lnTo>
                    <a:pt x="0" y="270509"/>
                  </a:lnTo>
                  <a:lnTo>
                    <a:pt x="0" y="273049"/>
                  </a:lnTo>
                  <a:lnTo>
                    <a:pt x="10160" y="273049"/>
                  </a:lnTo>
                  <a:lnTo>
                    <a:pt x="10160" y="270509"/>
                  </a:lnTo>
                  <a:close/>
                </a:path>
                <a:path w="10160" h="276860">
                  <a:moveTo>
                    <a:pt x="10160" y="273050"/>
                  </a:moveTo>
                  <a:lnTo>
                    <a:pt x="0" y="273050"/>
                  </a:lnTo>
                  <a:lnTo>
                    <a:pt x="0" y="276859"/>
                  </a:lnTo>
                  <a:lnTo>
                    <a:pt x="5080" y="276859"/>
                  </a:lnTo>
                  <a:lnTo>
                    <a:pt x="5080" y="275589"/>
                  </a:lnTo>
                  <a:lnTo>
                    <a:pt x="10160" y="275589"/>
                  </a:lnTo>
                  <a:lnTo>
                    <a:pt x="10160" y="273050"/>
                  </a:lnTo>
                  <a:close/>
                </a:path>
              </a:pathLst>
            </a:custGeom>
            <a:solidFill>
              <a:srgbClr val="7878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1047">
              <a:extLst>
                <a:ext uri="{FF2B5EF4-FFF2-40B4-BE49-F238E27FC236}">
                  <a16:creationId xmlns:a16="http://schemas.microsoft.com/office/drawing/2014/main" id="{C4A5D92B-B743-EA6F-6BEB-7C636C2126A4}"/>
                </a:ext>
              </a:extLst>
            </p:cNvPr>
            <p:cNvSpPr/>
            <p:nvPr/>
          </p:nvSpPr>
          <p:spPr>
            <a:xfrm>
              <a:off x="4768850" y="5389880"/>
              <a:ext cx="11430" cy="274320"/>
            </a:xfrm>
            <a:custGeom>
              <a:avLst/>
              <a:gdLst/>
              <a:ahLst/>
              <a:cxnLst/>
              <a:rect l="l" t="t" r="r" b="b"/>
              <a:pathLst>
                <a:path w="11429" h="274320">
                  <a:moveTo>
                    <a:pt x="762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11429" y="2540"/>
                  </a:lnTo>
                  <a:lnTo>
                    <a:pt x="11429" y="1270"/>
                  </a:lnTo>
                  <a:lnTo>
                    <a:pt x="7620" y="1270"/>
                  </a:lnTo>
                  <a:lnTo>
                    <a:pt x="7620" y="0"/>
                  </a:lnTo>
                  <a:close/>
                </a:path>
                <a:path w="11429" h="274320">
                  <a:moveTo>
                    <a:pt x="11429" y="2540"/>
                  </a:moveTo>
                  <a:lnTo>
                    <a:pt x="0" y="2540"/>
                  </a:lnTo>
                  <a:lnTo>
                    <a:pt x="0" y="5080"/>
                  </a:lnTo>
                  <a:lnTo>
                    <a:pt x="11429" y="5080"/>
                  </a:lnTo>
                  <a:lnTo>
                    <a:pt x="11429" y="2540"/>
                  </a:lnTo>
                  <a:close/>
                </a:path>
                <a:path w="11429" h="274320">
                  <a:moveTo>
                    <a:pt x="11429" y="5080"/>
                  </a:moveTo>
                  <a:lnTo>
                    <a:pt x="0" y="5080"/>
                  </a:lnTo>
                  <a:lnTo>
                    <a:pt x="0" y="8890"/>
                  </a:lnTo>
                  <a:lnTo>
                    <a:pt x="11429" y="8890"/>
                  </a:lnTo>
                  <a:lnTo>
                    <a:pt x="11429" y="5080"/>
                  </a:lnTo>
                  <a:close/>
                </a:path>
                <a:path w="11429" h="274320">
                  <a:moveTo>
                    <a:pt x="11429" y="8890"/>
                  </a:moveTo>
                  <a:lnTo>
                    <a:pt x="0" y="8890"/>
                  </a:lnTo>
                  <a:lnTo>
                    <a:pt x="0" y="11430"/>
                  </a:lnTo>
                  <a:lnTo>
                    <a:pt x="11429" y="11430"/>
                  </a:lnTo>
                  <a:lnTo>
                    <a:pt x="11429" y="8890"/>
                  </a:lnTo>
                  <a:close/>
                </a:path>
                <a:path w="11429" h="274320">
                  <a:moveTo>
                    <a:pt x="11429" y="11430"/>
                  </a:moveTo>
                  <a:lnTo>
                    <a:pt x="0" y="11430"/>
                  </a:lnTo>
                  <a:lnTo>
                    <a:pt x="0" y="15240"/>
                  </a:lnTo>
                  <a:lnTo>
                    <a:pt x="11429" y="15240"/>
                  </a:lnTo>
                  <a:lnTo>
                    <a:pt x="11429" y="11430"/>
                  </a:lnTo>
                  <a:close/>
                </a:path>
                <a:path w="11429" h="274320">
                  <a:moveTo>
                    <a:pt x="11429" y="15240"/>
                  </a:moveTo>
                  <a:lnTo>
                    <a:pt x="0" y="15240"/>
                  </a:lnTo>
                  <a:lnTo>
                    <a:pt x="0" y="17780"/>
                  </a:lnTo>
                  <a:lnTo>
                    <a:pt x="11429" y="17780"/>
                  </a:lnTo>
                  <a:lnTo>
                    <a:pt x="11429" y="15240"/>
                  </a:lnTo>
                  <a:close/>
                </a:path>
                <a:path w="11429" h="274320">
                  <a:moveTo>
                    <a:pt x="11429" y="17780"/>
                  </a:moveTo>
                  <a:lnTo>
                    <a:pt x="0" y="17780"/>
                  </a:lnTo>
                  <a:lnTo>
                    <a:pt x="0" y="21590"/>
                  </a:lnTo>
                  <a:lnTo>
                    <a:pt x="11429" y="21590"/>
                  </a:lnTo>
                  <a:lnTo>
                    <a:pt x="11429" y="17780"/>
                  </a:lnTo>
                  <a:close/>
                </a:path>
                <a:path w="11429" h="274320">
                  <a:moveTo>
                    <a:pt x="11429" y="21590"/>
                  </a:moveTo>
                  <a:lnTo>
                    <a:pt x="0" y="21590"/>
                  </a:lnTo>
                  <a:lnTo>
                    <a:pt x="0" y="24130"/>
                  </a:lnTo>
                  <a:lnTo>
                    <a:pt x="11429" y="24130"/>
                  </a:lnTo>
                  <a:lnTo>
                    <a:pt x="11429" y="21590"/>
                  </a:lnTo>
                  <a:close/>
                </a:path>
                <a:path w="11429" h="274320">
                  <a:moveTo>
                    <a:pt x="11429" y="24130"/>
                  </a:moveTo>
                  <a:lnTo>
                    <a:pt x="0" y="24130"/>
                  </a:lnTo>
                  <a:lnTo>
                    <a:pt x="0" y="27940"/>
                  </a:lnTo>
                  <a:lnTo>
                    <a:pt x="11429" y="27940"/>
                  </a:lnTo>
                  <a:lnTo>
                    <a:pt x="11429" y="24130"/>
                  </a:lnTo>
                  <a:close/>
                </a:path>
                <a:path w="11429" h="274320">
                  <a:moveTo>
                    <a:pt x="11429" y="27940"/>
                  </a:moveTo>
                  <a:lnTo>
                    <a:pt x="0" y="27940"/>
                  </a:lnTo>
                  <a:lnTo>
                    <a:pt x="0" y="30480"/>
                  </a:lnTo>
                  <a:lnTo>
                    <a:pt x="11429" y="30480"/>
                  </a:lnTo>
                  <a:lnTo>
                    <a:pt x="11429" y="27940"/>
                  </a:lnTo>
                  <a:close/>
                </a:path>
                <a:path w="11429" h="274320">
                  <a:moveTo>
                    <a:pt x="11429" y="30480"/>
                  </a:moveTo>
                  <a:lnTo>
                    <a:pt x="0" y="30480"/>
                  </a:lnTo>
                  <a:lnTo>
                    <a:pt x="0" y="34290"/>
                  </a:lnTo>
                  <a:lnTo>
                    <a:pt x="11429" y="34290"/>
                  </a:lnTo>
                  <a:lnTo>
                    <a:pt x="11429" y="30480"/>
                  </a:lnTo>
                  <a:close/>
                </a:path>
                <a:path w="11429" h="274320">
                  <a:moveTo>
                    <a:pt x="11429" y="34290"/>
                  </a:moveTo>
                  <a:lnTo>
                    <a:pt x="0" y="34290"/>
                  </a:lnTo>
                  <a:lnTo>
                    <a:pt x="0" y="36830"/>
                  </a:lnTo>
                  <a:lnTo>
                    <a:pt x="11429" y="36830"/>
                  </a:lnTo>
                  <a:lnTo>
                    <a:pt x="11429" y="34290"/>
                  </a:lnTo>
                  <a:close/>
                </a:path>
                <a:path w="11429" h="274320">
                  <a:moveTo>
                    <a:pt x="11429" y="36830"/>
                  </a:moveTo>
                  <a:lnTo>
                    <a:pt x="0" y="36830"/>
                  </a:lnTo>
                  <a:lnTo>
                    <a:pt x="0" y="40640"/>
                  </a:lnTo>
                  <a:lnTo>
                    <a:pt x="11429" y="40640"/>
                  </a:lnTo>
                  <a:lnTo>
                    <a:pt x="11429" y="36830"/>
                  </a:lnTo>
                  <a:close/>
                </a:path>
                <a:path w="11429" h="274320">
                  <a:moveTo>
                    <a:pt x="11429" y="40640"/>
                  </a:moveTo>
                  <a:lnTo>
                    <a:pt x="0" y="40640"/>
                  </a:lnTo>
                  <a:lnTo>
                    <a:pt x="0" y="43180"/>
                  </a:lnTo>
                  <a:lnTo>
                    <a:pt x="11429" y="43180"/>
                  </a:lnTo>
                  <a:lnTo>
                    <a:pt x="11429" y="40640"/>
                  </a:lnTo>
                  <a:close/>
                </a:path>
                <a:path w="11429" h="274320">
                  <a:moveTo>
                    <a:pt x="11429" y="43180"/>
                  </a:moveTo>
                  <a:lnTo>
                    <a:pt x="0" y="43180"/>
                  </a:lnTo>
                  <a:lnTo>
                    <a:pt x="0" y="46990"/>
                  </a:lnTo>
                  <a:lnTo>
                    <a:pt x="11429" y="46990"/>
                  </a:lnTo>
                  <a:lnTo>
                    <a:pt x="11429" y="43180"/>
                  </a:lnTo>
                  <a:close/>
                </a:path>
                <a:path w="11429" h="274320">
                  <a:moveTo>
                    <a:pt x="11429" y="46990"/>
                  </a:moveTo>
                  <a:lnTo>
                    <a:pt x="0" y="46990"/>
                  </a:lnTo>
                  <a:lnTo>
                    <a:pt x="0" y="49530"/>
                  </a:lnTo>
                  <a:lnTo>
                    <a:pt x="11429" y="49530"/>
                  </a:lnTo>
                  <a:lnTo>
                    <a:pt x="11429" y="46990"/>
                  </a:lnTo>
                  <a:close/>
                </a:path>
                <a:path w="11429" h="274320">
                  <a:moveTo>
                    <a:pt x="11429" y="49530"/>
                  </a:moveTo>
                  <a:lnTo>
                    <a:pt x="0" y="49530"/>
                  </a:lnTo>
                  <a:lnTo>
                    <a:pt x="0" y="53340"/>
                  </a:lnTo>
                  <a:lnTo>
                    <a:pt x="11429" y="53340"/>
                  </a:lnTo>
                  <a:lnTo>
                    <a:pt x="11429" y="49530"/>
                  </a:lnTo>
                  <a:close/>
                </a:path>
                <a:path w="11429" h="274320">
                  <a:moveTo>
                    <a:pt x="11429" y="53340"/>
                  </a:moveTo>
                  <a:lnTo>
                    <a:pt x="0" y="53340"/>
                  </a:lnTo>
                  <a:lnTo>
                    <a:pt x="0" y="55880"/>
                  </a:lnTo>
                  <a:lnTo>
                    <a:pt x="11429" y="55880"/>
                  </a:lnTo>
                  <a:lnTo>
                    <a:pt x="11429" y="53340"/>
                  </a:lnTo>
                  <a:close/>
                </a:path>
                <a:path w="11429" h="274320">
                  <a:moveTo>
                    <a:pt x="11429" y="55880"/>
                  </a:moveTo>
                  <a:lnTo>
                    <a:pt x="0" y="55880"/>
                  </a:lnTo>
                  <a:lnTo>
                    <a:pt x="0" y="59690"/>
                  </a:lnTo>
                  <a:lnTo>
                    <a:pt x="11429" y="59690"/>
                  </a:lnTo>
                  <a:lnTo>
                    <a:pt x="11429" y="55880"/>
                  </a:lnTo>
                  <a:close/>
                </a:path>
                <a:path w="11429" h="274320">
                  <a:moveTo>
                    <a:pt x="11429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11429" y="62230"/>
                  </a:lnTo>
                  <a:lnTo>
                    <a:pt x="11429" y="59690"/>
                  </a:lnTo>
                  <a:close/>
                </a:path>
                <a:path w="11429" h="274320">
                  <a:moveTo>
                    <a:pt x="11429" y="62230"/>
                  </a:moveTo>
                  <a:lnTo>
                    <a:pt x="0" y="62230"/>
                  </a:lnTo>
                  <a:lnTo>
                    <a:pt x="0" y="66040"/>
                  </a:lnTo>
                  <a:lnTo>
                    <a:pt x="11429" y="66040"/>
                  </a:lnTo>
                  <a:lnTo>
                    <a:pt x="11429" y="62230"/>
                  </a:lnTo>
                  <a:close/>
                </a:path>
                <a:path w="11429" h="274320">
                  <a:moveTo>
                    <a:pt x="11429" y="66040"/>
                  </a:moveTo>
                  <a:lnTo>
                    <a:pt x="0" y="66040"/>
                  </a:lnTo>
                  <a:lnTo>
                    <a:pt x="0" y="68580"/>
                  </a:lnTo>
                  <a:lnTo>
                    <a:pt x="11429" y="68580"/>
                  </a:lnTo>
                  <a:lnTo>
                    <a:pt x="11429" y="66040"/>
                  </a:lnTo>
                  <a:close/>
                </a:path>
                <a:path w="11429" h="274320">
                  <a:moveTo>
                    <a:pt x="11429" y="68580"/>
                  </a:moveTo>
                  <a:lnTo>
                    <a:pt x="0" y="68580"/>
                  </a:lnTo>
                  <a:lnTo>
                    <a:pt x="0" y="72390"/>
                  </a:lnTo>
                  <a:lnTo>
                    <a:pt x="11429" y="72390"/>
                  </a:lnTo>
                  <a:lnTo>
                    <a:pt x="11429" y="68580"/>
                  </a:lnTo>
                  <a:close/>
                </a:path>
                <a:path w="11429" h="274320">
                  <a:moveTo>
                    <a:pt x="11429" y="72390"/>
                  </a:moveTo>
                  <a:lnTo>
                    <a:pt x="0" y="72390"/>
                  </a:lnTo>
                  <a:lnTo>
                    <a:pt x="0" y="74930"/>
                  </a:lnTo>
                  <a:lnTo>
                    <a:pt x="11429" y="74930"/>
                  </a:lnTo>
                  <a:lnTo>
                    <a:pt x="11429" y="72390"/>
                  </a:lnTo>
                  <a:close/>
                </a:path>
                <a:path w="11429" h="274320">
                  <a:moveTo>
                    <a:pt x="11429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1429" y="78740"/>
                  </a:lnTo>
                  <a:lnTo>
                    <a:pt x="11429" y="74930"/>
                  </a:lnTo>
                  <a:close/>
                </a:path>
                <a:path w="11429" h="274320">
                  <a:moveTo>
                    <a:pt x="11429" y="78740"/>
                  </a:moveTo>
                  <a:lnTo>
                    <a:pt x="0" y="78740"/>
                  </a:lnTo>
                  <a:lnTo>
                    <a:pt x="0" y="81280"/>
                  </a:lnTo>
                  <a:lnTo>
                    <a:pt x="11429" y="81280"/>
                  </a:lnTo>
                  <a:lnTo>
                    <a:pt x="11429" y="78740"/>
                  </a:lnTo>
                  <a:close/>
                </a:path>
                <a:path w="11429" h="274320">
                  <a:moveTo>
                    <a:pt x="11429" y="81280"/>
                  </a:moveTo>
                  <a:lnTo>
                    <a:pt x="0" y="81280"/>
                  </a:lnTo>
                  <a:lnTo>
                    <a:pt x="0" y="85090"/>
                  </a:lnTo>
                  <a:lnTo>
                    <a:pt x="11429" y="85090"/>
                  </a:lnTo>
                  <a:lnTo>
                    <a:pt x="11429" y="81280"/>
                  </a:lnTo>
                  <a:close/>
                </a:path>
                <a:path w="11429" h="274320">
                  <a:moveTo>
                    <a:pt x="11429" y="85090"/>
                  </a:moveTo>
                  <a:lnTo>
                    <a:pt x="0" y="85090"/>
                  </a:lnTo>
                  <a:lnTo>
                    <a:pt x="0" y="87630"/>
                  </a:lnTo>
                  <a:lnTo>
                    <a:pt x="11429" y="87630"/>
                  </a:lnTo>
                  <a:lnTo>
                    <a:pt x="11429" y="85090"/>
                  </a:lnTo>
                  <a:close/>
                </a:path>
                <a:path w="11429" h="274320">
                  <a:moveTo>
                    <a:pt x="11429" y="87630"/>
                  </a:moveTo>
                  <a:lnTo>
                    <a:pt x="0" y="87630"/>
                  </a:lnTo>
                  <a:lnTo>
                    <a:pt x="0" y="91440"/>
                  </a:lnTo>
                  <a:lnTo>
                    <a:pt x="11429" y="91440"/>
                  </a:lnTo>
                  <a:lnTo>
                    <a:pt x="11429" y="87630"/>
                  </a:lnTo>
                  <a:close/>
                </a:path>
                <a:path w="11429" h="274320">
                  <a:moveTo>
                    <a:pt x="11429" y="91440"/>
                  </a:moveTo>
                  <a:lnTo>
                    <a:pt x="0" y="91440"/>
                  </a:lnTo>
                  <a:lnTo>
                    <a:pt x="0" y="93980"/>
                  </a:lnTo>
                  <a:lnTo>
                    <a:pt x="11429" y="93980"/>
                  </a:lnTo>
                  <a:lnTo>
                    <a:pt x="11429" y="91440"/>
                  </a:lnTo>
                  <a:close/>
                </a:path>
                <a:path w="11429" h="274320">
                  <a:moveTo>
                    <a:pt x="11429" y="93980"/>
                  </a:moveTo>
                  <a:lnTo>
                    <a:pt x="0" y="93980"/>
                  </a:lnTo>
                  <a:lnTo>
                    <a:pt x="0" y="97790"/>
                  </a:lnTo>
                  <a:lnTo>
                    <a:pt x="11429" y="97790"/>
                  </a:lnTo>
                  <a:lnTo>
                    <a:pt x="11429" y="93980"/>
                  </a:lnTo>
                  <a:close/>
                </a:path>
                <a:path w="11429" h="274320">
                  <a:moveTo>
                    <a:pt x="11429" y="97790"/>
                  </a:moveTo>
                  <a:lnTo>
                    <a:pt x="0" y="97790"/>
                  </a:lnTo>
                  <a:lnTo>
                    <a:pt x="0" y="100330"/>
                  </a:lnTo>
                  <a:lnTo>
                    <a:pt x="11429" y="100330"/>
                  </a:lnTo>
                  <a:lnTo>
                    <a:pt x="11429" y="97790"/>
                  </a:lnTo>
                  <a:close/>
                </a:path>
                <a:path w="11429" h="274320">
                  <a:moveTo>
                    <a:pt x="11429" y="100330"/>
                  </a:moveTo>
                  <a:lnTo>
                    <a:pt x="0" y="100330"/>
                  </a:lnTo>
                  <a:lnTo>
                    <a:pt x="0" y="104140"/>
                  </a:lnTo>
                  <a:lnTo>
                    <a:pt x="11429" y="104140"/>
                  </a:lnTo>
                  <a:lnTo>
                    <a:pt x="11429" y="100330"/>
                  </a:lnTo>
                  <a:close/>
                </a:path>
                <a:path w="11429" h="274320">
                  <a:moveTo>
                    <a:pt x="11429" y="104140"/>
                  </a:moveTo>
                  <a:lnTo>
                    <a:pt x="0" y="104140"/>
                  </a:lnTo>
                  <a:lnTo>
                    <a:pt x="0" y="106680"/>
                  </a:lnTo>
                  <a:lnTo>
                    <a:pt x="11429" y="106680"/>
                  </a:lnTo>
                  <a:lnTo>
                    <a:pt x="11429" y="104140"/>
                  </a:lnTo>
                  <a:close/>
                </a:path>
                <a:path w="11429" h="274320">
                  <a:moveTo>
                    <a:pt x="11429" y="106680"/>
                  </a:moveTo>
                  <a:lnTo>
                    <a:pt x="0" y="106680"/>
                  </a:lnTo>
                  <a:lnTo>
                    <a:pt x="0" y="167640"/>
                  </a:lnTo>
                  <a:lnTo>
                    <a:pt x="11429" y="167640"/>
                  </a:lnTo>
                  <a:lnTo>
                    <a:pt x="11429" y="106680"/>
                  </a:lnTo>
                  <a:close/>
                </a:path>
                <a:path w="11429" h="274320">
                  <a:moveTo>
                    <a:pt x="11429" y="167640"/>
                  </a:moveTo>
                  <a:lnTo>
                    <a:pt x="0" y="167640"/>
                  </a:lnTo>
                  <a:lnTo>
                    <a:pt x="0" y="170180"/>
                  </a:lnTo>
                  <a:lnTo>
                    <a:pt x="11429" y="170180"/>
                  </a:lnTo>
                  <a:lnTo>
                    <a:pt x="11429" y="167640"/>
                  </a:lnTo>
                  <a:close/>
                </a:path>
                <a:path w="11429" h="274320">
                  <a:moveTo>
                    <a:pt x="11429" y="170180"/>
                  </a:moveTo>
                  <a:lnTo>
                    <a:pt x="0" y="170180"/>
                  </a:lnTo>
                  <a:lnTo>
                    <a:pt x="0" y="173990"/>
                  </a:lnTo>
                  <a:lnTo>
                    <a:pt x="11429" y="173990"/>
                  </a:lnTo>
                  <a:lnTo>
                    <a:pt x="11429" y="170180"/>
                  </a:lnTo>
                  <a:close/>
                </a:path>
                <a:path w="11429" h="274320">
                  <a:moveTo>
                    <a:pt x="11429" y="173990"/>
                  </a:moveTo>
                  <a:lnTo>
                    <a:pt x="0" y="173990"/>
                  </a:lnTo>
                  <a:lnTo>
                    <a:pt x="0" y="176530"/>
                  </a:lnTo>
                  <a:lnTo>
                    <a:pt x="11429" y="176530"/>
                  </a:lnTo>
                  <a:lnTo>
                    <a:pt x="11429" y="173990"/>
                  </a:lnTo>
                  <a:close/>
                </a:path>
                <a:path w="11429" h="274320">
                  <a:moveTo>
                    <a:pt x="11429" y="176530"/>
                  </a:moveTo>
                  <a:lnTo>
                    <a:pt x="0" y="176530"/>
                  </a:lnTo>
                  <a:lnTo>
                    <a:pt x="0" y="180340"/>
                  </a:lnTo>
                  <a:lnTo>
                    <a:pt x="11429" y="180340"/>
                  </a:lnTo>
                  <a:lnTo>
                    <a:pt x="11429" y="176530"/>
                  </a:lnTo>
                  <a:close/>
                </a:path>
                <a:path w="11429" h="274320">
                  <a:moveTo>
                    <a:pt x="11429" y="180340"/>
                  </a:moveTo>
                  <a:lnTo>
                    <a:pt x="0" y="180340"/>
                  </a:lnTo>
                  <a:lnTo>
                    <a:pt x="0" y="182880"/>
                  </a:lnTo>
                  <a:lnTo>
                    <a:pt x="11429" y="182880"/>
                  </a:lnTo>
                  <a:lnTo>
                    <a:pt x="11429" y="180340"/>
                  </a:lnTo>
                  <a:close/>
                </a:path>
                <a:path w="11429" h="274320">
                  <a:moveTo>
                    <a:pt x="11429" y="182880"/>
                  </a:moveTo>
                  <a:lnTo>
                    <a:pt x="0" y="182880"/>
                  </a:lnTo>
                  <a:lnTo>
                    <a:pt x="0" y="186690"/>
                  </a:lnTo>
                  <a:lnTo>
                    <a:pt x="11429" y="186690"/>
                  </a:lnTo>
                  <a:lnTo>
                    <a:pt x="11429" y="182880"/>
                  </a:lnTo>
                  <a:close/>
                </a:path>
                <a:path w="11429" h="274320">
                  <a:moveTo>
                    <a:pt x="11429" y="186690"/>
                  </a:moveTo>
                  <a:lnTo>
                    <a:pt x="0" y="186690"/>
                  </a:lnTo>
                  <a:lnTo>
                    <a:pt x="0" y="189230"/>
                  </a:lnTo>
                  <a:lnTo>
                    <a:pt x="11429" y="189230"/>
                  </a:lnTo>
                  <a:lnTo>
                    <a:pt x="11429" y="186690"/>
                  </a:lnTo>
                  <a:close/>
                </a:path>
                <a:path w="11429" h="274320">
                  <a:moveTo>
                    <a:pt x="11429" y="189230"/>
                  </a:moveTo>
                  <a:lnTo>
                    <a:pt x="0" y="189230"/>
                  </a:lnTo>
                  <a:lnTo>
                    <a:pt x="0" y="193040"/>
                  </a:lnTo>
                  <a:lnTo>
                    <a:pt x="11429" y="193040"/>
                  </a:lnTo>
                  <a:lnTo>
                    <a:pt x="11429" y="189230"/>
                  </a:lnTo>
                  <a:close/>
                </a:path>
                <a:path w="11429" h="274320">
                  <a:moveTo>
                    <a:pt x="11429" y="193040"/>
                  </a:moveTo>
                  <a:lnTo>
                    <a:pt x="0" y="193040"/>
                  </a:lnTo>
                  <a:lnTo>
                    <a:pt x="0" y="195580"/>
                  </a:lnTo>
                  <a:lnTo>
                    <a:pt x="11429" y="195580"/>
                  </a:lnTo>
                  <a:lnTo>
                    <a:pt x="11429" y="193040"/>
                  </a:lnTo>
                  <a:close/>
                </a:path>
                <a:path w="11429" h="274320">
                  <a:moveTo>
                    <a:pt x="11429" y="195580"/>
                  </a:moveTo>
                  <a:lnTo>
                    <a:pt x="0" y="195580"/>
                  </a:lnTo>
                  <a:lnTo>
                    <a:pt x="0" y="199390"/>
                  </a:lnTo>
                  <a:lnTo>
                    <a:pt x="11429" y="199390"/>
                  </a:lnTo>
                  <a:lnTo>
                    <a:pt x="11429" y="195580"/>
                  </a:lnTo>
                  <a:close/>
                </a:path>
                <a:path w="11429" h="274320">
                  <a:moveTo>
                    <a:pt x="11429" y="199390"/>
                  </a:moveTo>
                  <a:lnTo>
                    <a:pt x="0" y="199390"/>
                  </a:lnTo>
                  <a:lnTo>
                    <a:pt x="0" y="201930"/>
                  </a:lnTo>
                  <a:lnTo>
                    <a:pt x="11429" y="201930"/>
                  </a:lnTo>
                  <a:lnTo>
                    <a:pt x="11429" y="199390"/>
                  </a:lnTo>
                  <a:close/>
                </a:path>
                <a:path w="11429" h="274320">
                  <a:moveTo>
                    <a:pt x="11429" y="201930"/>
                  </a:moveTo>
                  <a:lnTo>
                    <a:pt x="0" y="201930"/>
                  </a:lnTo>
                  <a:lnTo>
                    <a:pt x="0" y="205740"/>
                  </a:lnTo>
                  <a:lnTo>
                    <a:pt x="11429" y="205740"/>
                  </a:lnTo>
                  <a:lnTo>
                    <a:pt x="11429" y="201930"/>
                  </a:lnTo>
                  <a:close/>
                </a:path>
                <a:path w="11429" h="274320">
                  <a:moveTo>
                    <a:pt x="11429" y="205740"/>
                  </a:moveTo>
                  <a:lnTo>
                    <a:pt x="0" y="205740"/>
                  </a:lnTo>
                  <a:lnTo>
                    <a:pt x="0" y="208280"/>
                  </a:lnTo>
                  <a:lnTo>
                    <a:pt x="11429" y="208280"/>
                  </a:lnTo>
                  <a:lnTo>
                    <a:pt x="11429" y="205740"/>
                  </a:lnTo>
                  <a:close/>
                </a:path>
                <a:path w="11429" h="274320">
                  <a:moveTo>
                    <a:pt x="11429" y="208280"/>
                  </a:moveTo>
                  <a:lnTo>
                    <a:pt x="0" y="208280"/>
                  </a:lnTo>
                  <a:lnTo>
                    <a:pt x="0" y="212090"/>
                  </a:lnTo>
                  <a:lnTo>
                    <a:pt x="11429" y="212090"/>
                  </a:lnTo>
                  <a:lnTo>
                    <a:pt x="11429" y="208280"/>
                  </a:lnTo>
                  <a:close/>
                </a:path>
                <a:path w="11429" h="274320">
                  <a:moveTo>
                    <a:pt x="11429" y="212090"/>
                  </a:moveTo>
                  <a:lnTo>
                    <a:pt x="0" y="212090"/>
                  </a:lnTo>
                  <a:lnTo>
                    <a:pt x="0" y="214630"/>
                  </a:lnTo>
                  <a:lnTo>
                    <a:pt x="11429" y="214630"/>
                  </a:lnTo>
                  <a:lnTo>
                    <a:pt x="11429" y="212090"/>
                  </a:lnTo>
                  <a:close/>
                </a:path>
                <a:path w="11429" h="274320">
                  <a:moveTo>
                    <a:pt x="11429" y="214630"/>
                  </a:moveTo>
                  <a:lnTo>
                    <a:pt x="0" y="214630"/>
                  </a:lnTo>
                  <a:lnTo>
                    <a:pt x="0" y="218440"/>
                  </a:lnTo>
                  <a:lnTo>
                    <a:pt x="11429" y="218440"/>
                  </a:lnTo>
                  <a:lnTo>
                    <a:pt x="11429" y="214630"/>
                  </a:lnTo>
                  <a:close/>
                </a:path>
                <a:path w="11429" h="274320">
                  <a:moveTo>
                    <a:pt x="11429" y="218440"/>
                  </a:moveTo>
                  <a:lnTo>
                    <a:pt x="0" y="218440"/>
                  </a:lnTo>
                  <a:lnTo>
                    <a:pt x="0" y="220980"/>
                  </a:lnTo>
                  <a:lnTo>
                    <a:pt x="11429" y="220980"/>
                  </a:lnTo>
                  <a:lnTo>
                    <a:pt x="11429" y="218440"/>
                  </a:lnTo>
                  <a:close/>
                </a:path>
                <a:path w="11429" h="274320">
                  <a:moveTo>
                    <a:pt x="11429" y="220980"/>
                  </a:moveTo>
                  <a:lnTo>
                    <a:pt x="0" y="220980"/>
                  </a:lnTo>
                  <a:lnTo>
                    <a:pt x="0" y="224790"/>
                  </a:lnTo>
                  <a:lnTo>
                    <a:pt x="11429" y="224790"/>
                  </a:lnTo>
                  <a:lnTo>
                    <a:pt x="11429" y="220980"/>
                  </a:lnTo>
                  <a:close/>
                </a:path>
                <a:path w="11429" h="274320">
                  <a:moveTo>
                    <a:pt x="11429" y="224790"/>
                  </a:moveTo>
                  <a:lnTo>
                    <a:pt x="0" y="224790"/>
                  </a:lnTo>
                  <a:lnTo>
                    <a:pt x="0" y="227330"/>
                  </a:lnTo>
                  <a:lnTo>
                    <a:pt x="11429" y="227330"/>
                  </a:lnTo>
                  <a:lnTo>
                    <a:pt x="11429" y="224790"/>
                  </a:lnTo>
                  <a:close/>
                </a:path>
                <a:path w="11429" h="274320">
                  <a:moveTo>
                    <a:pt x="11429" y="227330"/>
                  </a:moveTo>
                  <a:lnTo>
                    <a:pt x="0" y="227330"/>
                  </a:lnTo>
                  <a:lnTo>
                    <a:pt x="0" y="231140"/>
                  </a:lnTo>
                  <a:lnTo>
                    <a:pt x="11429" y="231140"/>
                  </a:lnTo>
                  <a:lnTo>
                    <a:pt x="11429" y="227330"/>
                  </a:lnTo>
                  <a:close/>
                </a:path>
                <a:path w="11429" h="274320">
                  <a:moveTo>
                    <a:pt x="11429" y="231140"/>
                  </a:moveTo>
                  <a:lnTo>
                    <a:pt x="0" y="231140"/>
                  </a:lnTo>
                  <a:lnTo>
                    <a:pt x="0" y="233680"/>
                  </a:lnTo>
                  <a:lnTo>
                    <a:pt x="11429" y="233680"/>
                  </a:lnTo>
                  <a:lnTo>
                    <a:pt x="11429" y="231140"/>
                  </a:lnTo>
                  <a:close/>
                </a:path>
                <a:path w="11429" h="274320">
                  <a:moveTo>
                    <a:pt x="11429" y="233680"/>
                  </a:moveTo>
                  <a:lnTo>
                    <a:pt x="0" y="233680"/>
                  </a:lnTo>
                  <a:lnTo>
                    <a:pt x="0" y="237490"/>
                  </a:lnTo>
                  <a:lnTo>
                    <a:pt x="11429" y="237490"/>
                  </a:lnTo>
                  <a:lnTo>
                    <a:pt x="11429" y="233680"/>
                  </a:lnTo>
                  <a:close/>
                </a:path>
                <a:path w="11429" h="274320">
                  <a:moveTo>
                    <a:pt x="11429" y="237490"/>
                  </a:moveTo>
                  <a:lnTo>
                    <a:pt x="0" y="237490"/>
                  </a:lnTo>
                  <a:lnTo>
                    <a:pt x="0" y="240030"/>
                  </a:lnTo>
                  <a:lnTo>
                    <a:pt x="11429" y="240030"/>
                  </a:lnTo>
                  <a:lnTo>
                    <a:pt x="11429" y="237490"/>
                  </a:lnTo>
                  <a:close/>
                </a:path>
                <a:path w="11429" h="274320">
                  <a:moveTo>
                    <a:pt x="11429" y="240030"/>
                  </a:moveTo>
                  <a:lnTo>
                    <a:pt x="0" y="240030"/>
                  </a:lnTo>
                  <a:lnTo>
                    <a:pt x="0" y="243840"/>
                  </a:lnTo>
                  <a:lnTo>
                    <a:pt x="11429" y="243840"/>
                  </a:lnTo>
                  <a:lnTo>
                    <a:pt x="11429" y="240030"/>
                  </a:lnTo>
                  <a:close/>
                </a:path>
                <a:path w="11429" h="274320">
                  <a:moveTo>
                    <a:pt x="11429" y="243840"/>
                  </a:moveTo>
                  <a:lnTo>
                    <a:pt x="0" y="243840"/>
                  </a:lnTo>
                  <a:lnTo>
                    <a:pt x="0" y="246380"/>
                  </a:lnTo>
                  <a:lnTo>
                    <a:pt x="11429" y="246380"/>
                  </a:lnTo>
                  <a:lnTo>
                    <a:pt x="11429" y="243840"/>
                  </a:lnTo>
                  <a:close/>
                </a:path>
                <a:path w="11429" h="274320">
                  <a:moveTo>
                    <a:pt x="11429" y="246380"/>
                  </a:moveTo>
                  <a:lnTo>
                    <a:pt x="0" y="246380"/>
                  </a:lnTo>
                  <a:lnTo>
                    <a:pt x="0" y="250190"/>
                  </a:lnTo>
                  <a:lnTo>
                    <a:pt x="11429" y="250190"/>
                  </a:lnTo>
                  <a:lnTo>
                    <a:pt x="11429" y="246380"/>
                  </a:lnTo>
                  <a:close/>
                </a:path>
                <a:path w="11429" h="274320">
                  <a:moveTo>
                    <a:pt x="11429" y="250190"/>
                  </a:moveTo>
                  <a:lnTo>
                    <a:pt x="0" y="250190"/>
                  </a:lnTo>
                  <a:lnTo>
                    <a:pt x="0" y="252730"/>
                  </a:lnTo>
                  <a:lnTo>
                    <a:pt x="11429" y="252730"/>
                  </a:lnTo>
                  <a:lnTo>
                    <a:pt x="11429" y="250190"/>
                  </a:lnTo>
                  <a:close/>
                </a:path>
                <a:path w="11429" h="274320">
                  <a:moveTo>
                    <a:pt x="11429" y="252730"/>
                  </a:moveTo>
                  <a:lnTo>
                    <a:pt x="0" y="252730"/>
                  </a:lnTo>
                  <a:lnTo>
                    <a:pt x="0" y="256540"/>
                  </a:lnTo>
                  <a:lnTo>
                    <a:pt x="11429" y="256540"/>
                  </a:lnTo>
                  <a:lnTo>
                    <a:pt x="11429" y="252730"/>
                  </a:lnTo>
                  <a:close/>
                </a:path>
                <a:path w="11429" h="274320">
                  <a:moveTo>
                    <a:pt x="11429" y="256540"/>
                  </a:moveTo>
                  <a:lnTo>
                    <a:pt x="0" y="256540"/>
                  </a:lnTo>
                  <a:lnTo>
                    <a:pt x="0" y="259080"/>
                  </a:lnTo>
                  <a:lnTo>
                    <a:pt x="11429" y="259080"/>
                  </a:lnTo>
                  <a:lnTo>
                    <a:pt x="11429" y="256540"/>
                  </a:lnTo>
                  <a:close/>
                </a:path>
                <a:path w="11429" h="274320">
                  <a:moveTo>
                    <a:pt x="11429" y="259080"/>
                  </a:moveTo>
                  <a:lnTo>
                    <a:pt x="0" y="259080"/>
                  </a:lnTo>
                  <a:lnTo>
                    <a:pt x="0" y="262890"/>
                  </a:lnTo>
                  <a:lnTo>
                    <a:pt x="11429" y="262890"/>
                  </a:lnTo>
                  <a:lnTo>
                    <a:pt x="11429" y="259080"/>
                  </a:lnTo>
                  <a:close/>
                </a:path>
                <a:path w="11429" h="274320">
                  <a:moveTo>
                    <a:pt x="11429" y="262890"/>
                  </a:moveTo>
                  <a:lnTo>
                    <a:pt x="0" y="262890"/>
                  </a:lnTo>
                  <a:lnTo>
                    <a:pt x="0" y="265430"/>
                  </a:lnTo>
                  <a:lnTo>
                    <a:pt x="11429" y="265430"/>
                  </a:lnTo>
                  <a:lnTo>
                    <a:pt x="11429" y="262890"/>
                  </a:lnTo>
                  <a:close/>
                </a:path>
                <a:path w="11429" h="274320">
                  <a:moveTo>
                    <a:pt x="11429" y="265430"/>
                  </a:moveTo>
                  <a:lnTo>
                    <a:pt x="0" y="265430"/>
                  </a:lnTo>
                  <a:lnTo>
                    <a:pt x="0" y="269240"/>
                  </a:lnTo>
                  <a:lnTo>
                    <a:pt x="11429" y="269240"/>
                  </a:lnTo>
                  <a:lnTo>
                    <a:pt x="11429" y="265430"/>
                  </a:lnTo>
                  <a:close/>
                </a:path>
                <a:path w="11429" h="274320">
                  <a:moveTo>
                    <a:pt x="11429" y="269240"/>
                  </a:moveTo>
                  <a:lnTo>
                    <a:pt x="0" y="269240"/>
                  </a:lnTo>
                  <a:lnTo>
                    <a:pt x="0" y="271780"/>
                  </a:lnTo>
                  <a:lnTo>
                    <a:pt x="11429" y="271780"/>
                  </a:lnTo>
                  <a:lnTo>
                    <a:pt x="11429" y="269240"/>
                  </a:lnTo>
                  <a:close/>
                </a:path>
                <a:path w="11429" h="274320">
                  <a:moveTo>
                    <a:pt x="11429" y="271780"/>
                  </a:moveTo>
                  <a:lnTo>
                    <a:pt x="0" y="271780"/>
                  </a:lnTo>
                  <a:lnTo>
                    <a:pt x="0" y="274320"/>
                  </a:lnTo>
                  <a:lnTo>
                    <a:pt x="8889" y="274320"/>
                  </a:lnTo>
                  <a:lnTo>
                    <a:pt x="8889" y="273050"/>
                  </a:lnTo>
                  <a:lnTo>
                    <a:pt x="11429" y="273050"/>
                  </a:lnTo>
                  <a:lnTo>
                    <a:pt x="11429" y="271780"/>
                  </a:lnTo>
                  <a:close/>
                </a:path>
              </a:pathLst>
            </a:custGeom>
            <a:solidFill>
              <a:srgbClr val="7878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1048">
              <a:extLst>
                <a:ext uri="{FF2B5EF4-FFF2-40B4-BE49-F238E27FC236}">
                  <a16:creationId xmlns:a16="http://schemas.microsoft.com/office/drawing/2014/main" id="{E67B4939-F943-CD9C-28F0-428CB93E2238}"/>
                </a:ext>
              </a:extLst>
            </p:cNvPr>
            <p:cNvSpPr/>
            <p:nvPr/>
          </p:nvSpPr>
          <p:spPr>
            <a:xfrm>
              <a:off x="4785994" y="5391150"/>
              <a:ext cx="0" cy="271780"/>
            </a:xfrm>
            <a:custGeom>
              <a:avLst/>
              <a:gdLst/>
              <a:ahLst/>
              <a:cxnLst/>
              <a:rect l="l" t="t" r="r" b="b"/>
              <a:pathLst>
                <a:path h="271779">
                  <a:moveTo>
                    <a:pt x="0" y="0"/>
                  </a:moveTo>
                  <a:lnTo>
                    <a:pt x="0" y="271780"/>
                  </a:lnTo>
                </a:path>
              </a:pathLst>
            </a:custGeom>
            <a:ln w="11430">
              <a:solidFill>
                <a:srgbClr val="79799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1049">
              <a:extLst>
                <a:ext uri="{FF2B5EF4-FFF2-40B4-BE49-F238E27FC236}">
                  <a16:creationId xmlns:a16="http://schemas.microsoft.com/office/drawing/2014/main" id="{8BCA7CB7-B1E2-3B7A-5D26-797B13ABCA05}"/>
                </a:ext>
              </a:extLst>
            </p:cNvPr>
            <p:cNvSpPr/>
            <p:nvPr/>
          </p:nvSpPr>
          <p:spPr>
            <a:xfrm>
              <a:off x="4791709" y="5392420"/>
              <a:ext cx="10160" cy="270510"/>
            </a:xfrm>
            <a:custGeom>
              <a:avLst/>
              <a:gdLst/>
              <a:ahLst/>
              <a:cxnLst/>
              <a:rect l="l" t="t" r="r" b="b"/>
              <a:pathLst>
                <a:path w="10160" h="270510">
                  <a:moveTo>
                    <a:pt x="5079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1269"/>
                  </a:lnTo>
                  <a:lnTo>
                    <a:pt x="5079" y="1269"/>
                  </a:lnTo>
                  <a:lnTo>
                    <a:pt x="5079" y="0"/>
                  </a:lnTo>
                  <a:close/>
                </a:path>
                <a:path w="10160" h="270510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270510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270510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270510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270510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270510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270510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270510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270510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270510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270510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270510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270510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270510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270510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270510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270510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270510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270510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270510">
                  <a:moveTo>
                    <a:pt x="1016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63499"/>
                  </a:lnTo>
                  <a:close/>
                </a:path>
                <a:path w="10160" h="270510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270510">
                  <a:moveTo>
                    <a:pt x="1016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9849"/>
                  </a:lnTo>
                  <a:close/>
                </a:path>
                <a:path w="10160" h="270510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270510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270510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270510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270510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270510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270510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270510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270510">
                  <a:moveTo>
                    <a:pt x="10160" y="97789"/>
                  </a:moveTo>
                  <a:lnTo>
                    <a:pt x="0" y="9778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7789"/>
                  </a:lnTo>
                  <a:close/>
                </a:path>
                <a:path w="10160" h="270510">
                  <a:moveTo>
                    <a:pt x="10160" y="101599"/>
                  </a:moveTo>
                  <a:lnTo>
                    <a:pt x="0" y="101599"/>
                  </a:lnTo>
                  <a:lnTo>
                    <a:pt x="0" y="104139"/>
                  </a:lnTo>
                  <a:lnTo>
                    <a:pt x="10160" y="104139"/>
                  </a:lnTo>
                  <a:lnTo>
                    <a:pt x="10160" y="101599"/>
                  </a:lnTo>
                  <a:close/>
                </a:path>
                <a:path w="10160" h="270510">
                  <a:moveTo>
                    <a:pt x="10160" y="104139"/>
                  </a:moveTo>
                  <a:lnTo>
                    <a:pt x="0" y="10413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04139"/>
                  </a:lnTo>
                  <a:close/>
                </a:path>
                <a:path w="10160" h="270510">
                  <a:moveTo>
                    <a:pt x="10160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0160" y="167639"/>
                  </a:lnTo>
                  <a:lnTo>
                    <a:pt x="10160" y="165099"/>
                  </a:lnTo>
                  <a:close/>
                </a:path>
                <a:path w="10160" h="270510">
                  <a:moveTo>
                    <a:pt x="10160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7639"/>
                  </a:lnTo>
                  <a:close/>
                </a:path>
                <a:path w="10160" h="270510">
                  <a:moveTo>
                    <a:pt x="1016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0160" y="173989"/>
                  </a:lnTo>
                  <a:lnTo>
                    <a:pt x="10160" y="171449"/>
                  </a:lnTo>
                  <a:close/>
                </a:path>
                <a:path w="10160" h="270510">
                  <a:moveTo>
                    <a:pt x="1016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3989"/>
                  </a:lnTo>
                  <a:close/>
                </a:path>
                <a:path w="10160" h="270510">
                  <a:moveTo>
                    <a:pt x="1016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0160" y="180339"/>
                  </a:lnTo>
                  <a:lnTo>
                    <a:pt x="10160" y="177799"/>
                  </a:lnTo>
                  <a:close/>
                </a:path>
                <a:path w="10160" h="270510">
                  <a:moveTo>
                    <a:pt x="1016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0339"/>
                  </a:lnTo>
                  <a:close/>
                </a:path>
                <a:path w="10160" h="270510">
                  <a:moveTo>
                    <a:pt x="1016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0160" y="186689"/>
                  </a:lnTo>
                  <a:lnTo>
                    <a:pt x="10160" y="184149"/>
                  </a:lnTo>
                  <a:close/>
                </a:path>
                <a:path w="10160" h="270510">
                  <a:moveTo>
                    <a:pt x="1016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6689"/>
                  </a:lnTo>
                  <a:close/>
                </a:path>
                <a:path w="10160" h="270510">
                  <a:moveTo>
                    <a:pt x="1016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0160" y="193039"/>
                  </a:lnTo>
                  <a:lnTo>
                    <a:pt x="10160" y="190499"/>
                  </a:lnTo>
                  <a:close/>
                </a:path>
                <a:path w="10160" h="270510">
                  <a:moveTo>
                    <a:pt x="1016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3039"/>
                  </a:lnTo>
                  <a:close/>
                </a:path>
                <a:path w="10160" h="270510">
                  <a:moveTo>
                    <a:pt x="1016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0160" y="199389"/>
                  </a:lnTo>
                  <a:lnTo>
                    <a:pt x="10160" y="196849"/>
                  </a:lnTo>
                  <a:close/>
                </a:path>
                <a:path w="10160" h="270510">
                  <a:moveTo>
                    <a:pt x="1016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199389"/>
                  </a:lnTo>
                  <a:close/>
                </a:path>
                <a:path w="10160" h="270510">
                  <a:moveTo>
                    <a:pt x="1016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0160" y="205739"/>
                  </a:lnTo>
                  <a:lnTo>
                    <a:pt x="10160" y="203199"/>
                  </a:lnTo>
                  <a:close/>
                </a:path>
                <a:path w="10160" h="270510">
                  <a:moveTo>
                    <a:pt x="1016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5739"/>
                  </a:lnTo>
                  <a:close/>
                </a:path>
                <a:path w="10160" h="270510">
                  <a:moveTo>
                    <a:pt x="1016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0160" y="212089"/>
                  </a:lnTo>
                  <a:lnTo>
                    <a:pt x="10160" y="209549"/>
                  </a:lnTo>
                  <a:close/>
                </a:path>
                <a:path w="10160" h="270510">
                  <a:moveTo>
                    <a:pt x="1016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2089"/>
                  </a:lnTo>
                  <a:close/>
                </a:path>
                <a:path w="10160" h="270510">
                  <a:moveTo>
                    <a:pt x="1016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0160" y="218439"/>
                  </a:lnTo>
                  <a:lnTo>
                    <a:pt x="10160" y="215899"/>
                  </a:lnTo>
                  <a:close/>
                </a:path>
                <a:path w="10160" h="270510">
                  <a:moveTo>
                    <a:pt x="1016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8439"/>
                  </a:lnTo>
                  <a:close/>
                </a:path>
                <a:path w="10160" h="270510">
                  <a:moveTo>
                    <a:pt x="1016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0160" y="224789"/>
                  </a:lnTo>
                  <a:lnTo>
                    <a:pt x="10160" y="222249"/>
                  </a:lnTo>
                  <a:close/>
                </a:path>
                <a:path w="10160" h="270510">
                  <a:moveTo>
                    <a:pt x="1016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4789"/>
                  </a:lnTo>
                  <a:close/>
                </a:path>
                <a:path w="10160" h="270510">
                  <a:moveTo>
                    <a:pt x="1016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0160" y="231139"/>
                  </a:lnTo>
                  <a:lnTo>
                    <a:pt x="10160" y="228599"/>
                  </a:lnTo>
                  <a:close/>
                </a:path>
                <a:path w="10160" h="270510">
                  <a:moveTo>
                    <a:pt x="1016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1139"/>
                  </a:lnTo>
                  <a:close/>
                </a:path>
                <a:path w="10160" h="270510">
                  <a:moveTo>
                    <a:pt x="1016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0160" y="237489"/>
                  </a:lnTo>
                  <a:lnTo>
                    <a:pt x="10160" y="234949"/>
                  </a:lnTo>
                  <a:close/>
                </a:path>
                <a:path w="10160" h="270510">
                  <a:moveTo>
                    <a:pt x="1016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7489"/>
                  </a:lnTo>
                  <a:close/>
                </a:path>
                <a:path w="10160" h="270510">
                  <a:moveTo>
                    <a:pt x="1016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0160" y="243839"/>
                  </a:lnTo>
                  <a:lnTo>
                    <a:pt x="10160" y="241299"/>
                  </a:lnTo>
                  <a:close/>
                </a:path>
                <a:path w="10160" h="270510">
                  <a:moveTo>
                    <a:pt x="1016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3839"/>
                  </a:lnTo>
                  <a:close/>
                </a:path>
                <a:path w="10160" h="270510">
                  <a:moveTo>
                    <a:pt x="1016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0160" y="250189"/>
                  </a:lnTo>
                  <a:lnTo>
                    <a:pt x="10160" y="247649"/>
                  </a:lnTo>
                  <a:close/>
                </a:path>
                <a:path w="10160" h="270510">
                  <a:moveTo>
                    <a:pt x="1016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0189"/>
                  </a:lnTo>
                  <a:close/>
                </a:path>
                <a:path w="10160" h="270510">
                  <a:moveTo>
                    <a:pt x="1016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10160" y="256539"/>
                  </a:lnTo>
                  <a:lnTo>
                    <a:pt x="10160" y="253999"/>
                  </a:lnTo>
                  <a:close/>
                </a:path>
                <a:path w="10160" h="270510">
                  <a:moveTo>
                    <a:pt x="10160" y="256539"/>
                  </a:moveTo>
                  <a:lnTo>
                    <a:pt x="0" y="25653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6539"/>
                  </a:lnTo>
                  <a:close/>
                </a:path>
                <a:path w="10160" h="270510">
                  <a:moveTo>
                    <a:pt x="10160" y="260349"/>
                  </a:moveTo>
                  <a:lnTo>
                    <a:pt x="0" y="260349"/>
                  </a:lnTo>
                  <a:lnTo>
                    <a:pt x="0" y="262889"/>
                  </a:lnTo>
                  <a:lnTo>
                    <a:pt x="10160" y="262889"/>
                  </a:lnTo>
                  <a:lnTo>
                    <a:pt x="10160" y="260349"/>
                  </a:lnTo>
                  <a:close/>
                </a:path>
                <a:path w="10160" h="270510">
                  <a:moveTo>
                    <a:pt x="10160" y="262889"/>
                  </a:moveTo>
                  <a:lnTo>
                    <a:pt x="0" y="262889"/>
                  </a:lnTo>
                  <a:lnTo>
                    <a:pt x="0" y="266699"/>
                  </a:lnTo>
                  <a:lnTo>
                    <a:pt x="10160" y="266699"/>
                  </a:lnTo>
                  <a:lnTo>
                    <a:pt x="10160" y="262889"/>
                  </a:lnTo>
                  <a:close/>
                </a:path>
                <a:path w="10160" h="270510">
                  <a:moveTo>
                    <a:pt x="10160" y="266699"/>
                  </a:moveTo>
                  <a:lnTo>
                    <a:pt x="0" y="266699"/>
                  </a:lnTo>
                  <a:lnTo>
                    <a:pt x="0" y="269239"/>
                  </a:lnTo>
                  <a:lnTo>
                    <a:pt x="10160" y="269239"/>
                  </a:lnTo>
                  <a:lnTo>
                    <a:pt x="10160" y="266699"/>
                  </a:lnTo>
                  <a:close/>
                </a:path>
                <a:path w="10160" h="270510">
                  <a:moveTo>
                    <a:pt x="5079" y="269239"/>
                  </a:moveTo>
                  <a:lnTo>
                    <a:pt x="0" y="269239"/>
                  </a:lnTo>
                  <a:lnTo>
                    <a:pt x="0" y="270509"/>
                  </a:lnTo>
                  <a:lnTo>
                    <a:pt x="5079" y="270509"/>
                  </a:lnTo>
                  <a:lnTo>
                    <a:pt x="5079" y="269239"/>
                  </a:lnTo>
                  <a:close/>
                </a:path>
              </a:pathLst>
            </a:custGeom>
            <a:solidFill>
              <a:srgbClr val="7A7A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1050">
              <a:extLst>
                <a:ext uri="{FF2B5EF4-FFF2-40B4-BE49-F238E27FC236}">
                  <a16:creationId xmlns:a16="http://schemas.microsoft.com/office/drawing/2014/main" id="{BB78E7A1-9091-127E-64A0-EDAA4B3A023B}"/>
                </a:ext>
              </a:extLst>
            </p:cNvPr>
            <p:cNvSpPr/>
            <p:nvPr/>
          </p:nvSpPr>
          <p:spPr>
            <a:xfrm>
              <a:off x="4807584" y="5393690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h="266700">
                  <a:moveTo>
                    <a:pt x="0" y="0"/>
                  </a:moveTo>
                  <a:lnTo>
                    <a:pt x="0" y="266700"/>
                  </a:lnTo>
                </a:path>
              </a:pathLst>
            </a:custGeom>
            <a:ln w="11429">
              <a:solidFill>
                <a:srgbClr val="7B7B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1051">
              <a:extLst>
                <a:ext uri="{FF2B5EF4-FFF2-40B4-BE49-F238E27FC236}">
                  <a16:creationId xmlns:a16="http://schemas.microsoft.com/office/drawing/2014/main" id="{99C058CA-6C53-6E7F-646E-C1379FADFD55}"/>
                </a:ext>
              </a:extLst>
            </p:cNvPr>
            <p:cNvSpPr/>
            <p:nvPr/>
          </p:nvSpPr>
          <p:spPr>
            <a:xfrm>
              <a:off x="4813300" y="5394960"/>
              <a:ext cx="10160" cy="264160"/>
            </a:xfrm>
            <a:custGeom>
              <a:avLst/>
              <a:gdLst/>
              <a:ahLst/>
              <a:cxnLst/>
              <a:rect l="l" t="t" r="r" b="b"/>
              <a:pathLst>
                <a:path w="10160" h="264160">
                  <a:moveTo>
                    <a:pt x="2539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10160" y="3809"/>
                  </a:lnTo>
                  <a:lnTo>
                    <a:pt x="10160" y="1269"/>
                  </a:lnTo>
                  <a:lnTo>
                    <a:pt x="2539" y="1269"/>
                  </a:lnTo>
                  <a:lnTo>
                    <a:pt x="2539" y="0"/>
                  </a:lnTo>
                  <a:close/>
                </a:path>
                <a:path w="10160" h="264160">
                  <a:moveTo>
                    <a:pt x="10160" y="3809"/>
                  </a:moveTo>
                  <a:lnTo>
                    <a:pt x="0" y="380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3809"/>
                  </a:lnTo>
                  <a:close/>
                </a:path>
                <a:path w="10160" h="264160">
                  <a:moveTo>
                    <a:pt x="10160" y="6350"/>
                  </a:moveTo>
                  <a:lnTo>
                    <a:pt x="0" y="6350"/>
                  </a:lnTo>
                  <a:lnTo>
                    <a:pt x="0" y="10159"/>
                  </a:lnTo>
                  <a:lnTo>
                    <a:pt x="10160" y="10159"/>
                  </a:lnTo>
                  <a:lnTo>
                    <a:pt x="10160" y="6350"/>
                  </a:lnTo>
                  <a:close/>
                </a:path>
                <a:path w="10160" h="264160">
                  <a:moveTo>
                    <a:pt x="10160" y="10159"/>
                  </a:moveTo>
                  <a:lnTo>
                    <a:pt x="0" y="1015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10159"/>
                  </a:lnTo>
                  <a:close/>
                </a:path>
                <a:path w="10160" h="264160">
                  <a:moveTo>
                    <a:pt x="10160" y="12700"/>
                  </a:moveTo>
                  <a:lnTo>
                    <a:pt x="0" y="12700"/>
                  </a:lnTo>
                  <a:lnTo>
                    <a:pt x="0" y="16509"/>
                  </a:lnTo>
                  <a:lnTo>
                    <a:pt x="10160" y="16509"/>
                  </a:lnTo>
                  <a:lnTo>
                    <a:pt x="10160" y="12700"/>
                  </a:lnTo>
                  <a:close/>
                </a:path>
                <a:path w="10160" h="264160">
                  <a:moveTo>
                    <a:pt x="10160" y="16509"/>
                  </a:moveTo>
                  <a:lnTo>
                    <a:pt x="0" y="1650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6509"/>
                  </a:lnTo>
                  <a:close/>
                </a:path>
                <a:path w="10160" h="264160">
                  <a:moveTo>
                    <a:pt x="10160" y="19050"/>
                  </a:moveTo>
                  <a:lnTo>
                    <a:pt x="0" y="19050"/>
                  </a:lnTo>
                  <a:lnTo>
                    <a:pt x="0" y="22859"/>
                  </a:lnTo>
                  <a:lnTo>
                    <a:pt x="10160" y="22859"/>
                  </a:lnTo>
                  <a:lnTo>
                    <a:pt x="10160" y="19050"/>
                  </a:lnTo>
                  <a:close/>
                </a:path>
                <a:path w="10160" h="264160">
                  <a:moveTo>
                    <a:pt x="10160" y="22859"/>
                  </a:moveTo>
                  <a:lnTo>
                    <a:pt x="0" y="2285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2859"/>
                  </a:lnTo>
                  <a:close/>
                </a:path>
                <a:path w="10160" h="264160">
                  <a:moveTo>
                    <a:pt x="10160" y="25400"/>
                  </a:moveTo>
                  <a:lnTo>
                    <a:pt x="0" y="25400"/>
                  </a:lnTo>
                  <a:lnTo>
                    <a:pt x="0" y="29209"/>
                  </a:lnTo>
                  <a:lnTo>
                    <a:pt x="10160" y="29209"/>
                  </a:lnTo>
                  <a:lnTo>
                    <a:pt x="10160" y="25400"/>
                  </a:lnTo>
                  <a:close/>
                </a:path>
                <a:path w="10160" h="264160">
                  <a:moveTo>
                    <a:pt x="10160" y="29209"/>
                  </a:moveTo>
                  <a:lnTo>
                    <a:pt x="0" y="2920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9209"/>
                  </a:lnTo>
                  <a:close/>
                </a:path>
                <a:path w="10160" h="264160">
                  <a:moveTo>
                    <a:pt x="10160" y="31750"/>
                  </a:moveTo>
                  <a:lnTo>
                    <a:pt x="0" y="31750"/>
                  </a:lnTo>
                  <a:lnTo>
                    <a:pt x="0" y="35559"/>
                  </a:lnTo>
                  <a:lnTo>
                    <a:pt x="10160" y="35559"/>
                  </a:lnTo>
                  <a:lnTo>
                    <a:pt x="10160" y="31750"/>
                  </a:lnTo>
                  <a:close/>
                </a:path>
                <a:path w="10160" h="264160">
                  <a:moveTo>
                    <a:pt x="10160" y="35559"/>
                  </a:moveTo>
                  <a:lnTo>
                    <a:pt x="0" y="3555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5559"/>
                  </a:lnTo>
                  <a:close/>
                </a:path>
                <a:path w="10160" h="264160">
                  <a:moveTo>
                    <a:pt x="10160" y="38100"/>
                  </a:moveTo>
                  <a:lnTo>
                    <a:pt x="0" y="38100"/>
                  </a:lnTo>
                  <a:lnTo>
                    <a:pt x="0" y="41909"/>
                  </a:lnTo>
                  <a:lnTo>
                    <a:pt x="10160" y="41909"/>
                  </a:lnTo>
                  <a:lnTo>
                    <a:pt x="10160" y="38100"/>
                  </a:lnTo>
                  <a:close/>
                </a:path>
                <a:path w="10160" h="264160">
                  <a:moveTo>
                    <a:pt x="10160" y="41909"/>
                  </a:moveTo>
                  <a:lnTo>
                    <a:pt x="0" y="4190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1909"/>
                  </a:lnTo>
                  <a:close/>
                </a:path>
                <a:path w="10160" h="264160">
                  <a:moveTo>
                    <a:pt x="10160" y="44450"/>
                  </a:moveTo>
                  <a:lnTo>
                    <a:pt x="0" y="44450"/>
                  </a:lnTo>
                  <a:lnTo>
                    <a:pt x="0" y="48259"/>
                  </a:lnTo>
                  <a:lnTo>
                    <a:pt x="10160" y="48259"/>
                  </a:lnTo>
                  <a:lnTo>
                    <a:pt x="10160" y="44450"/>
                  </a:lnTo>
                  <a:close/>
                </a:path>
                <a:path w="10160" h="264160">
                  <a:moveTo>
                    <a:pt x="10160" y="48259"/>
                  </a:moveTo>
                  <a:lnTo>
                    <a:pt x="0" y="4825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8259"/>
                  </a:lnTo>
                  <a:close/>
                </a:path>
                <a:path w="10160" h="264160">
                  <a:moveTo>
                    <a:pt x="10160" y="50800"/>
                  </a:moveTo>
                  <a:lnTo>
                    <a:pt x="0" y="50800"/>
                  </a:lnTo>
                  <a:lnTo>
                    <a:pt x="0" y="54609"/>
                  </a:lnTo>
                  <a:lnTo>
                    <a:pt x="10160" y="54609"/>
                  </a:lnTo>
                  <a:lnTo>
                    <a:pt x="10160" y="50800"/>
                  </a:lnTo>
                  <a:close/>
                </a:path>
                <a:path w="10160" h="264160">
                  <a:moveTo>
                    <a:pt x="10160" y="54609"/>
                  </a:moveTo>
                  <a:lnTo>
                    <a:pt x="0" y="5460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4609"/>
                  </a:lnTo>
                  <a:close/>
                </a:path>
                <a:path w="10160" h="264160">
                  <a:moveTo>
                    <a:pt x="10160" y="57150"/>
                  </a:moveTo>
                  <a:lnTo>
                    <a:pt x="0" y="57150"/>
                  </a:lnTo>
                  <a:lnTo>
                    <a:pt x="0" y="60959"/>
                  </a:lnTo>
                  <a:lnTo>
                    <a:pt x="10160" y="60959"/>
                  </a:lnTo>
                  <a:lnTo>
                    <a:pt x="10160" y="57150"/>
                  </a:lnTo>
                  <a:close/>
                </a:path>
                <a:path w="10160" h="264160">
                  <a:moveTo>
                    <a:pt x="10160" y="60959"/>
                  </a:moveTo>
                  <a:lnTo>
                    <a:pt x="0" y="6095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60959"/>
                  </a:lnTo>
                  <a:close/>
                </a:path>
                <a:path w="10160" h="264160">
                  <a:moveTo>
                    <a:pt x="10160" y="63500"/>
                  </a:moveTo>
                  <a:lnTo>
                    <a:pt x="0" y="63500"/>
                  </a:lnTo>
                  <a:lnTo>
                    <a:pt x="0" y="67309"/>
                  </a:lnTo>
                  <a:lnTo>
                    <a:pt x="10160" y="67309"/>
                  </a:lnTo>
                  <a:lnTo>
                    <a:pt x="10160" y="63500"/>
                  </a:lnTo>
                  <a:close/>
                </a:path>
                <a:path w="10160" h="264160">
                  <a:moveTo>
                    <a:pt x="10160" y="67309"/>
                  </a:moveTo>
                  <a:lnTo>
                    <a:pt x="0" y="6730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7309"/>
                  </a:lnTo>
                  <a:close/>
                </a:path>
                <a:path w="10160" h="264160">
                  <a:moveTo>
                    <a:pt x="10160" y="69850"/>
                  </a:moveTo>
                  <a:lnTo>
                    <a:pt x="0" y="69850"/>
                  </a:lnTo>
                  <a:lnTo>
                    <a:pt x="0" y="73659"/>
                  </a:lnTo>
                  <a:lnTo>
                    <a:pt x="10160" y="73659"/>
                  </a:lnTo>
                  <a:lnTo>
                    <a:pt x="10160" y="69850"/>
                  </a:lnTo>
                  <a:close/>
                </a:path>
                <a:path w="10160" h="264160">
                  <a:moveTo>
                    <a:pt x="10160" y="73659"/>
                  </a:moveTo>
                  <a:lnTo>
                    <a:pt x="0" y="7365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3659"/>
                  </a:lnTo>
                  <a:close/>
                </a:path>
                <a:path w="10160" h="264160">
                  <a:moveTo>
                    <a:pt x="10160" y="76200"/>
                  </a:moveTo>
                  <a:lnTo>
                    <a:pt x="0" y="76200"/>
                  </a:lnTo>
                  <a:lnTo>
                    <a:pt x="0" y="80009"/>
                  </a:lnTo>
                  <a:lnTo>
                    <a:pt x="10160" y="80009"/>
                  </a:lnTo>
                  <a:lnTo>
                    <a:pt x="10160" y="76200"/>
                  </a:lnTo>
                  <a:close/>
                </a:path>
                <a:path w="10160" h="264160">
                  <a:moveTo>
                    <a:pt x="10160" y="80009"/>
                  </a:moveTo>
                  <a:lnTo>
                    <a:pt x="0" y="8000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80009"/>
                  </a:lnTo>
                  <a:close/>
                </a:path>
                <a:path w="10160" h="264160">
                  <a:moveTo>
                    <a:pt x="10160" y="82550"/>
                  </a:moveTo>
                  <a:lnTo>
                    <a:pt x="0" y="82550"/>
                  </a:lnTo>
                  <a:lnTo>
                    <a:pt x="0" y="86359"/>
                  </a:lnTo>
                  <a:lnTo>
                    <a:pt x="10160" y="86359"/>
                  </a:lnTo>
                  <a:lnTo>
                    <a:pt x="10160" y="82550"/>
                  </a:lnTo>
                  <a:close/>
                </a:path>
                <a:path w="10160" h="264160">
                  <a:moveTo>
                    <a:pt x="10160" y="86359"/>
                  </a:moveTo>
                  <a:lnTo>
                    <a:pt x="0" y="8635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6359"/>
                  </a:lnTo>
                  <a:close/>
                </a:path>
                <a:path w="10160" h="264160">
                  <a:moveTo>
                    <a:pt x="10160" y="88900"/>
                  </a:moveTo>
                  <a:lnTo>
                    <a:pt x="0" y="88900"/>
                  </a:lnTo>
                  <a:lnTo>
                    <a:pt x="0" y="92709"/>
                  </a:lnTo>
                  <a:lnTo>
                    <a:pt x="10160" y="92709"/>
                  </a:lnTo>
                  <a:lnTo>
                    <a:pt x="10160" y="88900"/>
                  </a:lnTo>
                  <a:close/>
                </a:path>
                <a:path w="10160" h="264160">
                  <a:moveTo>
                    <a:pt x="10160" y="92709"/>
                  </a:moveTo>
                  <a:lnTo>
                    <a:pt x="0" y="9270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2709"/>
                  </a:lnTo>
                  <a:close/>
                </a:path>
                <a:path w="10160" h="264160">
                  <a:moveTo>
                    <a:pt x="10160" y="95250"/>
                  </a:moveTo>
                  <a:lnTo>
                    <a:pt x="0" y="95250"/>
                  </a:lnTo>
                  <a:lnTo>
                    <a:pt x="0" y="99059"/>
                  </a:lnTo>
                  <a:lnTo>
                    <a:pt x="10160" y="99059"/>
                  </a:lnTo>
                  <a:lnTo>
                    <a:pt x="10160" y="95250"/>
                  </a:lnTo>
                  <a:close/>
                </a:path>
                <a:path w="10160" h="264160">
                  <a:moveTo>
                    <a:pt x="10160" y="99059"/>
                  </a:moveTo>
                  <a:lnTo>
                    <a:pt x="0" y="99059"/>
                  </a:lnTo>
                  <a:lnTo>
                    <a:pt x="0" y="101599"/>
                  </a:lnTo>
                  <a:lnTo>
                    <a:pt x="10160" y="101599"/>
                  </a:lnTo>
                  <a:lnTo>
                    <a:pt x="10160" y="99059"/>
                  </a:lnTo>
                  <a:close/>
                </a:path>
                <a:path w="10160" h="264160">
                  <a:moveTo>
                    <a:pt x="10160" y="101600"/>
                  </a:moveTo>
                  <a:lnTo>
                    <a:pt x="0" y="101600"/>
                  </a:lnTo>
                  <a:lnTo>
                    <a:pt x="0" y="162559"/>
                  </a:lnTo>
                  <a:lnTo>
                    <a:pt x="10160" y="162559"/>
                  </a:lnTo>
                  <a:lnTo>
                    <a:pt x="10160" y="101600"/>
                  </a:lnTo>
                  <a:close/>
                </a:path>
                <a:path w="10160" h="264160">
                  <a:moveTo>
                    <a:pt x="10160" y="162559"/>
                  </a:moveTo>
                  <a:lnTo>
                    <a:pt x="0" y="16255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62559"/>
                  </a:lnTo>
                  <a:close/>
                </a:path>
                <a:path w="10160" h="264160">
                  <a:moveTo>
                    <a:pt x="10160" y="165100"/>
                  </a:moveTo>
                  <a:lnTo>
                    <a:pt x="0" y="165100"/>
                  </a:lnTo>
                  <a:lnTo>
                    <a:pt x="0" y="168909"/>
                  </a:lnTo>
                  <a:lnTo>
                    <a:pt x="10160" y="168909"/>
                  </a:lnTo>
                  <a:lnTo>
                    <a:pt x="10160" y="165100"/>
                  </a:lnTo>
                  <a:close/>
                </a:path>
                <a:path w="10160" h="264160">
                  <a:moveTo>
                    <a:pt x="10160" y="168909"/>
                  </a:moveTo>
                  <a:lnTo>
                    <a:pt x="0" y="16890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8909"/>
                  </a:lnTo>
                  <a:close/>
                </a:path>
                <a:path w="10160" h="264160">
                  <a:moveTo>
                    <a:pt x="10160" y="171450"/>
                  </a:moveTo>
                  <a:lnTo>
                    <a:pt x="0" y="171450"/>
                  </a:lnTo>
                  <a:lnTo>
                    <a:pt x="0" y="175259"/>
                  </a:lnTo>
                  <a:lnTo>
                    <a:pt x="10160" y="175259"/>
                  </a:lnTo>
                  <a:lnTo>
                    <a:pt x="10160" y="171450"/>
                  </a:lnTo>
                  <a:close/>
                </a:path>
                <a:path w="10160" h="264160">
                  <a:moveTo>
                    <a:pt x="10160" y="175259"/>
                  </a:moveTo>
                  <a:lnTo>
                    <a:pt x="0" y="17525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5259"/>
                  </a:lnTo>
                  <a:close/>
                </a:path>
                <a:path w="10160" h="264160">
                  <a:moveTo>
                    <a:pt x="10160" y="177800"/>
                  </a:moveTo>
                  <a:lnTo>
                    <a:pt x="0" y="177800"/>
                  </a:lnTo>
                  <a:lnTo>
                    <a:pt x="0" y="181609"/>
                  </a:lnTo>
                  <a:lnTo>
                    <a:pt x="10160" y="181609"/>
                  </a:lnTo>
                  <a:lnTo>
                    <a:pt x="10160" y="177800"/>
                  </a:lnTo>
                  <a:close/>
                </a:path>
                <a:path w="10160" h="264160">
                  <a:moveTo>
                    <a:pt x="10160" y="181609"/>
                  </a:moveTo>
                  <a:lnTo>
                    <a:pt x="0" y="18160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1609"/>
                  </a:lnTo>
                  <a:close/>
                </a:path>
                <a:path w="10160" h="264160">
                  <a:moveTo>
                    <a:pt x="10160" y="184150"/>
                  </a:moveTo>
                  <a:lnTo>
                    <a:pt x="0" y="184150"/>
                  </a:lnTo>
                  <a:lnTo>
                    <a:pt x="0" y="187959"/>
                  </a:lnTo>
                  <a:lnTo>
                    <a:pt x="10160" y="187959"/>
                  </a:lnTo>
                  <a:lnTo>
                    <a:pt x="10160" y="184150"/>
                  </a:lnTo>
                  <a:close/>
                </a:path>
                <a:path w="10160" h="264160">
                  <a:moveTo>
                    <a:pt x="10160" y="187959"/>
                  </a:moveTo>
                  <a:lnTo>
                    <a:pt x="0" y="18795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7959"/>
                  </a:lnTo>
                  <a:close/>
                </a:path>
                <a:path w="10160" h="264160">
                  <a:moveTo>
                    <a:pt x="10160" y="190500"/>
                  </a:moveTo>
                  <a:lnTo>
                    <a:pt x="0" y="190500"/>
                  </a:lnTo>
                  <a:lnTo>
                    <a:pt x="0" y="194309"/>
                  </a:lnTo>
                  <a:lnTo>
                    <a:pt x="10160" y="194309"/>
                  </a:lnTo>
                  <a:lnTo>
                    <a:pt x="10160" y="190500"/>
                  </a:lnTo>
                  <a:close/>
                </a:path>
                <a:path w="10160" h="264160">
                  <a:moveTo>
                    <a:pt x="10160" y="194309"/>
                  </a:moveTo>
                  <a:lnTo>
                    <a:pt x="0" y="19430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4309"/>
                  </a:lnTo>
                  <a:close/>
                </a:path>
                <a:path w="10160" h="264160">
                  <a:moveTo>
                    <a:pt x="10160" y="196850"/>
                  </a:moveTo>
                  <a:lnTo>
                    <a:pt x="0" y="196850"/>
                  </a:lnTo>
                  <a:lnTo>
                    <a:pt x="0" y="200659"/>
                  </a:lnTo>
                  <a:lnTo>
                    <a:pt x="10160" y="200659"/>
                  </a:lnTo>
                  <a:lnTo>
                    <a:pt x="10160" y="196850"/>
                  </a:lnTo>
                  <a:close/>
                </a:path>
                <a:path w="10160" h="264160">
                  <a:moveTo>
                    <a:pt x="10160" y="200659"/>
                  </a:moveTo>
                  <a:lnTo>
                    <a:pt x="0" y="20065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200659"/>
                  </a:lnTo>
                  <a:close/>
                </a:path>
                <a:path w="10160" h="264160">
                  <a:moveTo>
                    <a:pt x="10160" y="203200"/>
                  </a:moveTo>
                  <a:lnTo>
                    <a:pt x="0" y="203200"/>
                  </a:lnTo>
                  <a:lnTo>
                    <a:pt x="0" y="207009"/>
                  </a:lnTo>
                  <a:lnTo>
                    <a:pt x="10160" y="207009"/>
                  </a:lnTo>
                  <a:lnTo>
                    <a:pt x="10160" y="203200"/>
                  </a:lnTo>
                  <a:close/>
                </a:path>
                <a:path w="10160" h="264160">
                  <a:moveTo>
                    <a:pt x="10160" y="207009"/>
                  </a:moveTo>
                  <a:lnTo>
                    <a:pt x="0" y="20700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7009"/>
                  </a:lnTo>
                  <a:close/>
                </a:path>
                <a:path w="10160" h="264160">
                  <a:moveTo>
                    <a:pt x="10160" y="209550"/>
                  </a:moveTo>
                  <a:lnTo>
                    <a:pt x="0" y="209550"/>
                  </a:lnTo>
                  <a:lnTo>
                    <a:pt x="0" y="213359"/>
                  </a:lnTo>
                  <a:lnTo>
                    <a:pt x="10160" y="213359"/>
                  </a:lnTo>
                  <a:lnTo>
                    <a:pt x="10160" y="209550"/>
                  </a:lnTo>
                  <a:close/>
                </a:path>
                <a:path w="10160" h="264160">
                  <a:moveTo>
                    <a:pt x="10160" y="213359"/>
                  </a:moveTo>
                  <a:lnTo>
                    <a:pt x="0" y="21335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3359"/>
                  </a:lnTo>
                  <a:close/>
                </a:path>
                <a:path w="10160" h="264160">
                  <a:moveTo>
                    <a:pt x="10160" y="215900"/>
                  </a:moveTo>
                  <a:lnTo>
                    <a:pt x="0" y="215900"/>
                  </a:lnTo>
                  <a:lnTo>
                    <a:pt x="0" y="219709"/>
                  </a:lnTo>
                  <a:lnTo>
                    <a:pt x="10160" y="219709"/>
                  </a:lnTo>
                  <a:lnTo>
                    <a:pt x="10160" y="215900"/>
                  </a:lnTo>
                  <a:close/>
                </a:path>
                <a:path w="10160" h="264160">
                  <a:moveTo>
                    <a:pt x="10160" y="219709"/>
                  </a:moveTo>
                  <a:lnTo>
                    <a:pt x="0" y="21970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9709"/>
                  </a:lnTo>
                  <a:close/>
                </a:path>
                <a:path w="10160" h="264160">
                  <a:moveTo>
                    <a:pt x="10160" y="222250"/>
                  </a:moveTo>
                  <a:lnTo>
                    <a:pt x="0" y="222250"/>
                  </a:lnTo>
                  <a:lnTo>
                    <a:pt x="0" y="226059"/>
                  </a:lnTo>
                  <a:lnTo>
                    <a:pt x="10160" y="226059"/>
                  </a:lnTo>
                  <a:lnTo>
                    <a:pt x="10160" y="222250"/>
                  </a:lnTo>
                  <a:close/>
                </a:path>
                <a:path w="10160" h="264160">
                  <a:moveTo>
                    <a:pt x="10160" y="226059"/>
                  </a:moveTo>
                  <a:lnTo>
                    <a:pt x="0" y="22605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6059"/>
                  </a:lnTo>
                  <a:close/>
                </a:path>
                <a:path w="10160" h="264160">
                  <a:moveTo>
                    <a:pt x="10160" y="228600"/>
                  </a:moveTo>
                  <a:lnTo>
                    <a:pt x="0" y="228600"/>
                  </a:lnTo>
                  <a:lnTo>
                    <a:pt x="0" y="232409"/>
                  </a:lnTo>
                  <a:lnTo>
                    <a:pt x="10160" y="232409"/>
                  </a:lnTo>
                  <a:lnTo>
                    <a:pt x="10160" y="228600"/>
                  </a:lnTo>
                  <a:close/>
                </a:path>
                <a:path w="10160" h="264160">
                  <a:moveTo>
                    <a:pt x="10160" y="232409"/>
                  </a:moveTo>
                  <a:lnTo>
                    <a:pt x="0" y="23240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2409"/>
                  </a:lnTo>
                  <a:close/>
                </a:path>
                <a:path w="10160" h="264160">
                  <a:moveTo>
                    <a:pt x="10160" y="234950"/>
                  </a:moveTo>
                  <a:lnTo>
                    <a:pt x="0" y="234950"/>
                  </a:lnTo>
                  <a:lnTo>
                    <a:pt x="0" y="238759"/>
                  </a:lnTo>
                  <a:lnTo>
                    <a:pt x="10160" y="238759"/>
                  </a:lnTo>
                  <a:lnTo>
                    <a:pt x="10160" y="234950"/>
                  </a:lnTo>
                  <a:close/>
                </a:path>
                <a:path w="10160" h="264160">
                  <a:moveTo>
                    <a:pt x="10160" y="238759"/>
                  </a:moveTo>
                  <a:lnTo>
                    <a:pt x="0" y="23875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8759"/>
                  </a:lnTo>
                  <a:close/>
                </a:path>
                <a:path w="10160" h="264160">
                  <a:moveTo>
                    <a:pt x="10160" y="241300"/>
                  </a:moveTo>
                  <a:lnTo>
                    <a:pt x="0" y="241300"/>
                  </a:lnTo>
                  <a:lnTo>
                    <a:pt x="0" y="245109"/>
                  </a:lnTo>
                  <a:lnTo>
                    <a:pt x="10160" y="245109"/>
                  </a:lnTo>
                  <a:lnTo>
                    <a:pt x="10160" y="241300"/>
                  </a:lnTo>
                  <a:close/>
                </a:path>
                <a:path w="10160" h="264160">
                  <a:moveTo>
                    <a:pt x="10160" y="245109"/>
                  </a:moveTo>
                  <a:lnTo>
                    <a:pt x="0" y="24510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5109"/>
                  </a:lnTo>
                  <a:close/>
                </a:path>
                <a:path w="10160" h="264160">
                  <a:moveTo>
                    <a:pt x="10160" y="247650"/>
                  </a:moveTo>
                  <a:lnTo>
                    <a:pt x="0" y="247650"/>
                  </a:lnTo>
                  <a:lnTo>
                    <a:pt x="0" y="251459"/>
                  </a:lnTo>
                  <a:lnTo>
                    <a:pt x="10160" y="251459"/>
                  </a:lnTo>
                  <a:lnTo>
                    <a:pt x="10160" y="247650"/>
                  </a:lnTo>
                  <a:close/>
                </a:path>
                <a:path w="10160" h="264160">
                  <a:moveTo>
                    <a:pt x="10160" y="251459"/>
                  </a:moveTo>
                  <a:lnTo>
                    <a:pt x="0" y="25145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1459"/>
                  </a:lnTo>
                  <a:close/>
                </a:path>
                <a:path w="10160" h="264160">
                  <a:moveTo>
                    <a:pt x="10160" y="254000"/>
                  </a:moveTo>
                  <a:lnTo>
                    <a:pt x="0" y="254000"/>
                  </a:lnTo>
                  <a:lnTo>
                    <a:pt x="0" y="257809"/>
                  </a:lnTo>
                  <a:lnTo>
                    <a:pt x="10160" y="257809"/>
                  </a:lnTo>
                  <a:lnTo>
                    <a:pt x="10160" y="254000"/>
                  </a:lnTo>
                  <a:close/>
                </a:path>
                <a:path w="10160" h="264160">
                  <a:moveTo>
                    <a:pt x="10160" y="257809"/>
                  </a:moveTo>
                  <a:lnTo>
                    <a:pt x="0" y="257809"/>
                  </a:lnTo>
                  <a:lnTo>
                    <a:pt x="0" y="260349"/>
                  </a:lnTo>
                  <a:lnTo>
                    <a:pt x="10160" y="260349"/>
                  </a:lnTo>
                  <a:lnTo>
                    <a:pt x="10160" y="257809"/>
                  </a:lnTo>
                  <a:close/>
                </a:path>
                <a:path w="10160" h="264160">
                  <a:moveTo>
                    <a:pt x="10160" y="260350"/>
                  </a:moveTo>
                  <a:lnTo>
                    <a:pt x="0" y="260350"/>
                  </a:lnTo>
                  <a:lnTo>
                    <a:pt x="0" y="264159"/>
                  </a:lnTo>
                  <a:lnTo>
                    <a:pt x="3810" y="264159"/>
                  </a:lnTo>
                  <a:lnTo>
                    <a:pt x="3810" y="262889"/>
                  </a:lnTo>
                  <a:lnTo>
                    <a:pt x="10160" y="262889"/>
                  </a:lnTo>
                  <a:lnTo>
                    <a:pt x="10160" y="260350"/>
                  </a:lnTo>
                  <a:close/>
                </a:path>
              </a:pathLst>
            </a:custGeom>
            <a:solidFill>
              <a:srgbClr val="7B7B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1052">
              <a:extLst>
                <a:ext uri="{FF2B5EF4-FFF2-40B4-BE49-F238E27FC236}">
                  <a16:creationId xmlns:a16="http://schemas.microsoft.com/office/drawing/2014/main" id="{FF74B8C9-6CD8-41D4-CE06-156E84BAEAD2}"/>
                </a:ext>
              </a:extLst>
            </p:cNvPr>
            <p:cNvSpPr/>
            <p:nvPr/>
          </p:nvSpPr>
          <p:spPr>
            <a:xfrm>
              <a:off x="4823459" y="5397500"/>
              <a:ext cx="11430" cy="260350"/>
            </a:xfrm>
            <a:custGeom>
              <a:avLst/>
              <a:gdLst/>
              <a:ahLst/>
              <a:cxnLst/>
              <a:rect l="l" t="t" r="r" b="b"/>
              <a:pathLst>
                <a:path w="11429" h="260350">
                  <a:moveTo>
                    <a:pt x="761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7619" y="1269"/>
                  </a:lnTo>
                  <a:lnTo>
                    <a:pt x="7619" y="0"/>
                  </a:lnTo>
                  <a:close/>
                </a:path>
                <a:path w="11429" h="260350">
                  <a:moveTo>
                    <a:pt x="11429" y="1270"/>
                  </a:moveTo>
                  <a:lnTo>
                    <a:pt x="0" y="1270"/>
                  </a:lnTo>
                  <a:lnTo>
                    <a:pt x="0" y="3809"/>
                  </a:lnTo>
                  <a:lnTo>
                    <a:pt x="11429" y="3809"/>
                  </a:lnTo>
                  <a:lnTo>
                    <a:pt x="11429" y="1270"/>
                  </a:lnTo>
                  <a:close/>
                </a:path>
                <a:path w="11429" h="260350">
                  <a:moveTo>
                    <a:pt x="11429" y="3810"/>
                  </a:moveTo>
                  <a:lnTo>
                    <a:pt x="0" y="3810"/>
                  </a:lnTo>
                  <a:lnTo>
                    <a:pt x="0" y="7619"/>
                  </a:lnTo>
                  <a:lnTo>
                    <a:pt x="11429" y="7619"/>
                  </a:lnTo>
                  <a:lnTo>
                    <a:pt x="11429" y="3810"/>
                  </a:lnTo>
                  <a:close/>
                </a:path>
                <a:path w="11429" h="260350">
                  <a:moveTo>
                    <a:pt x="11429" y="7620"/>
                  </a:moveTo>
                  <a:lnTo>
                    <a:pt x="0" y="7620"/>
                  </a:lnTo>
                  <a:lnTo>
                    <a:pt x="0" y="10159"/>
                  </a:lnTo>
                  <a:lnTo>
                    <a:pt x="11429" y="10159"/>
                  </a:lnTo>
                  <a:lnTo>
                    <a:pt x="11429" y="7620"/>
                  </a:lnTo>
                  <a:close/>
                </a:path>
                <a:path w="11429" h="260350">
                  <a:moveTo>
                    <a:pt x="11429" y="10160"/>
                  </a:moveTo>
                  <a:lnTo>
                    <a:pt x="0" y="10160"/>
                  </a:lnTo>
                  <a:lnTo>
                    <a:pt x="0" y="13969"/>
                  </a:lnTo>
                  <a:lnTo>
                    <a:pt x="11429" y="13969"/>
                  </a:lnTo>
                  <a:lnTo>
                    <a:pt x="11429" y="10160"/>
                  </a:lnTo>
                  <a:close/>
                </a:path>
                <a:path w="11429" h="260350">
                  <a:moveTo>
                    <a:pt x="11429" y="13970"/>
                  </a:moveTo>
                  <a:lnTo>
                    <a:pt x="0" y="13970"/>
                  </a:lnTo>
                  <a:lnTo>
                    <a:pt x="0" y="16509"/>
                  </a:lnTo>
                  <a:lnTo>
                    <a:pt x="11429" y="16509"/>
                  </a:lnTo>
                  <a:lnTo>
                    <a:pt x="11429" y="13970"/>
                  </a:lnTo>
                  <a:close/>
                </a:path>
                <a:path w="11429" h="260350">
                  <a:moveTo>
                    <a:pt x="11429" y="16510"/>
                  </a:moveTo>
                  <a:lnTo>
                    <a:pt x="0" y="16510"/>
                  </a:lnTo>
                  <a:lnTo>
                    <a:pt x="0" y="20319"/>
                  </a:lnTo>
                  <a:lnTo>
                    <a:pt x="11429" y="20319"/>
                  </a:lnTo>
                  <a:lnTo>
                    <a:pt x="11429" y="16510"/>
                  </a:lnTo>
                  <a:close/>
                </a:path>
                <a:path w="11429" h="260350">
                  <a:moveTo>
                    <a:pt x="11429" y="20320"/>
                  </a:moveTo>
                  <a:lnTo>
                    <a:pt x="0" y="20320"/>
                  </a:lnTo>
                  <a:lnTo>
                    <a:pt x="0" y="22859"/>
                  </a:lnTo>
                  <a:lnTo>
                    <a:pt x="11429" y="22859"/>
                  </a:lnTo>
                  <a:lnTo>
                    <a:pt x="11429" y="20320"/>
                  </a:lnTo>
                  <a:close/>
                </a:path>
                <a:path w="11429" h="260350">
                  <a:moveTo>
                    <a:pt x="11429" y="22860"/>
                  </a:moveTo>
                  <a:lnTo>
                    <a:pt x="0" y="22860"/>
                  </a:lnTo>
                  <a:lnTo>
                    <a:pt x="0" y="26669"/>
                  </a:lnTo>
                  <a:lnTo>
                    <a:pt x="11429" y="26669"/>
                  </a:lnTo>
                  <a:lnTo>
                    <a:pt x="11429" y="22860"/>
                  </a:lnTo>
                  <a:close/>
                </a:path>
                <a:path w="11429" h="260350">
                  <a:moveTo>
                    <a:pt x="11429" y="26670"/>
                  </a:moveTo>
                  <a:lnTo>
                    <a:pt x="0" y="26670"/>
                  </a:lnTo>
                  <a:lnTo>
                    <a:pt x="0" y="29209"/>
                  </a:lnTo>
                  <a:lnTo>
                    <a:pt x="11429" y="29209"/>
                  </a:lnTo>
                  <a:lnTo>
                    <a:pt x="11429" y="26670"/>
                  </a:lnTo>
                  <a:close/>
                </a:path>
                <a:path w="11429" h="260350">
                  <a:moveTo>
                    <a:pt x="11429" y="29210"/>
                  </a:moveTo>
                  <a:lnTo>
                    <a:pt x="0" y="29210"/>
                  </a:lnTo>
                  <a:lnTo>
                    <a:pt x="0" y="33019"/>
                  </a:lnTo>
                  <a:lnTo>
                    <a:pt x="11429" y="33019"/>
                  </a:lnTo>
                  <a:lnTo>
                    <a:pt x="11429" y="29210"/>
                  </a:lnTo>
                  <a:close/>
                </a:path>
                <a:path w="11429" h="260350">
                  <a:moveTo>
                    <a:pt x="11429" y="33020"/>
                  </a:moveTo>
                  <a:lnTo>
                    <a:pt x="0" y="33020"/>
                  </a:lnTo>
                  <a:lnTo>
                    <a:pt x="0" y="35559"/>
                  </a:lnTo>
                  <a:lnTo>
                    <a:pt x="11429" y="35559"/>
                  </a:lnTo>
                  <a:lnTo>
                    <a:pt x="11429" y="33020"/>
                  </a:lnTo>
                  <a:close/>
                </a:path>
                <a:path w="11429" h="260350">
                  <a:moveTo>
                    <a:pt x="11429" y="35560"/>
                  </a:moveTo>
                  <a:lnTo>
                    <a:pt x="0" y="35560"/>
                  </a:lnTo>
                  <a:lnTo>
                    <a:pt x="0" y="39369"/>
                  </a:lnTo>
                  <a:lnTo>
                    <a:pt x="11429" y="39369"/>
                  </a:lnTo>
                  <a:lnTo>
                    <a:pt x="11429" y="35560"/>
                  </a:lnTo>
                  <a:close/>
                </a:path>
                <a:path w="11429" h="260350">
                  <a:moveTo>
                    <a:pt x="11429" y="39370"/>
                  </a:moveTo>
                  <a:lnTo>
                    <a:pt x="0" y="39370"/>
                  </a:lnTo>
                  <a:lnTo>
                    <a:pt x="0" y="41909"/>
                  </a:lnTo>
                  <a:lnTo>
                    <a:pt x="11429" y="41909"/>
                  </a:lnTo>
                  <a:lnTo>
                    <a:pt x="11429" y="39370"/>
                  </a:lnTo>
                  <a:close/>
                </a:path>
                <a:path w="11429" h="260350">
                  <a:moveTo>
                    <a:pt x="11429" y="41910"/>
                  </a:moveTo>
                  <a:lnTo>
                    <a:pt x="0" y="41910"/>
                  </a:lnTo>
                  <a:lnTo>
                    <a:pt x="0" y="45719"/>
                  </a:lnTo>
                  <a:lnTo>
                    <a:pt x="11429" y="45719"/>
                  </a:lnTo>
                  <a:lnTo>
                    <a:pt x="11429" y="41910"/>
                  </a:lnTo>
                  <a:close/>
                </a:path>
                <a:path w="11429" h="260350">
                  <a:moveTo>
                    <a:pt x="11429" y="45720"/>
                  </a:moveTo>
                  <a:lnTo>
                    <a:pt x="0" y="45720"/>
                  </a:lnTo>
                  <a:lnTo>
                    <a:pt x="0" y="48259"/>
                  </a:lnTo>
                  <a:lnTo>
                    <a:pt x="11429" y="48259"/>
                  </a:lnTo>
                  <a:lnTo>
                    <a:pt x="11429" y="45720"/>
                  </a:lnTo>
                  <a:close/>
                </a:path>
                <a:path w="11429" h="260350">
                  <a:moveTo>
                    <a:pt x="11429" y="48260"/>
                  </a:moveTo>
                  <a:lnTo>
                    <a:pt x="0" y="48260"/>
                  </a:lnTo>
                  <a:lnTo>
                    <a:pt x="0" y="52069"/>
                  </a:lnTo>
                  <a:lnTo>
                    <a:pt x="11429" y="52069"/>
                  </a:lnTo>
                  <a:lnTo>
                    <a:pt x="11429" y="48260"/>
                  </a:lnTo>
                  <a:close/>
                </a:path>
                <a:path w="11429" h="260350">
                  <a:moveTo>
                    <a:pt x="11429" y="52070"/>
                  </a:moveTo>
                  <a:lnTo>
                    <a:pt x="0" y="52070"/>
                  </a:lnTo>
                  <a:lnTo>
                    <a:pt x="0" y="54609"/>
                  </a:lnTo>
                  <a:lnTo>
                    <a:pt x="11429" y="54609"/>
                  </a:lnTo>
                  <a:lnTo>
                    <a:pt x="11429" y="52070"/>
                  </a:lnTo>
                  <a:close/>
                </a:path>
                <a:path w="11429" h="260350">
                  <a:moveTo>
                    <a:pt x="11429" y="54610"/>
                  </a:moveTo>
                  <a:lnTo>
                    <a:pt x="0" y="54610"/>
                  </a:lnTo>
                  <a:lnTo>
                    <a:pt x="0" y="58419"/>
                  </a:lnTo>
                  <a:lnTo>
                    <a:pt x="11429" y="58419"/>
                  </a:lnTo>
                  <a:lnTo>
                    <a:pt x="11429" y="54610"/>
                  </a:lnTo>
                  <a:close/>
                </a:path>
                <a:path w="11429" h="260350">
                  <a:moveTo>
                    <a:pt x="11429" y="58420"/>
                  </a:moveTo>
                  <a:lnTo>
                    <a:pt x="0" y="58420"/>
                  </a:lnTo>
                  <a:lnTo>
                    <a:pt x="0" y="60959"/>
                  </a:lnTo>
                  <a:lnTo>
                    <a:pt x="11429" y="60959"/>
                  </a:lnTo>
                  <a:lnTo>
                    <a:pt x="11429" y="58420"/>
                  </a:lnTo>
                  <a:close/>
                </a:path>
                <a:path w="11429" h="260350">
                  <a:moveTo>
                    <a:pt x="11429" y="60960"/>
                  </a:moveTo>
                  <a:lnTo>
                    <a:pt x="0" y="60960"/>
                  </a:lnTo>
                  <a:lnTo>
                    <a:pt x="0" y="64769"/>
                  </a:lnTo>
                  <a:lnTo>
                    <a:pt x="11429" y="64769"/>
                  </a:lnTo>
                  <a:lnTo>
                    <a:pt x="11429" y="60960"/>
                  </a:lnTo>
                  <a:close/>
                </a:path>
                <a:path w="11429" h="260350">
                  <a:moveTo>
                    <a:pt x="11429" y="64770"/>
                  </a:moveTo>
                  <a:lnTo>
                    <a:pt x="0" y="64770"/>
                  </a:lnTo>
                  <a:lnTo>
                    <a:pt x="0" y="67309"/>
                  </a:lnTo>
                  <a:lnTo>
                    <a:pt x="11429" y="67309"/>
                  </a:lnTo>
                  <a:lnTo>
                    <a:pt x="11429" y="64770"/>
                  </a:lnTo>
                  <a:close/>
                </a:path>
                <a:path w="11429" h="260350">
                  <a:moveTo>
                    <a:pt x="11429" y="67310"/>
                  </a:moveTo>
                  <a:lnTo>
                    <a:pt x="0" y="67310"/>
                  </a:lnTo>
                  <a:lnTo>
                    <a:pt x="0" y="71119"/>
                  </a:lnTo>
                  <a:lnTo>
                    <a:pt x="11429" y="71119"/>
                  </a:lnTo>
                  <a:lnTo>
                    <a:pt x="11429" y="67310"/>
                  </a:lnTo>
                  <a:close/>
                </a:path>
                <a:path w="11429" h="260350">
                  <a:moveTo>
                    <a:pt x="11429" y="71120"/>
                  </a:moveTo>
                  <a:lnTo>
                    <a:pt x="0" y="71120"/>
                  </a:lnTo>
                  <a:lnTo>
                    <a:pt x="0" y="73659"/>
                  </a:lnTo>
                  <a:lnTo>
                    <a:pt x="11429" y="73659"/>
                  </a:lnTo>
                  <a:lnTo>
                    <a:pt x="11429" y="71120"/>
                  </a:lnTo>
                  <a:close/>
                </a:path>
                <a:path w="11429" h="260350">
                  <a:moveTo>
                    <a:pt x="11429" y="73660"/>
                  </a:moveTo>
                  <a:lnTo>
                    <a:pt x="0" y="73660"/>
                  </a:lnTo>
                  <a:lnTo>
                    <a:pt x="0" y="77469"/>
                  </a:lnTo>
                  <a:lnTo>
                    <a:pt x="11429" y="77469"/>
                  </a:lnTo>
                  <a:lnTo>
                    <a:pt x="11429" y="73660"/>
                  </a:lnTo>
                  <a:close/>
                </a:path>
                <a:path w="11429" h="260350">
                  <a:moveTo>
                    <a:pt x="11429" y="77470"/>
                  </a:moveTo>
                  <a:lnTo>
                    <a:pt x="0" y="77470"/>
                  </a:lnTo>
                  <a:lnTo>
                    <a:pt x="0" y="80009"/>
                  </a:lnTo>
                  <a:lnTo>
                    <a:pt x="11429" y="80009"/>
                  </a:lnTo>
                  <a:lnTo>
                    <a:pt x="11429" y="77470"/>
                  </a:lnTo>
                  <a:close/>
                </a:path>
                <a:path w="11429" h="260350">
                  <a:moveTo>
                    <a:pt x="11429" y="80010"/>
                  </a:moveTo>
                  <a:lnTo>
                    <a:pt x="0" y="80010"/>
                  </a:lnTo>
                  <a:lnTo>
                    <a:pt x="0" y="83819"/>
                  </a:lnTo>
                  <a:lnTo>
                    <a:pt x="11429" y="83819"/>
                  </a:lnTo>
                  <a:lnTo>
                    <a:pt x="11429" y="80010"/>
                  </a:lnTo>
                  <a:close/>
                </a:path>
                <a:path w="11429" h="260350">
                  <a:moveTo>
                    <a:pt x="11429" y="83820"/>
                  </a:moveTo>
                  <a:lnTo>
                    <a:pt x="0" y="83820"/>
                  </a:lnTo>
                  <a:lnTo>
                    <a:pt x="0" y="86359"/>
                  </a:lnTo>
                  <a:lnTo>
                    <a:pt x="11429" y="86359"/>
                  </a:lnTo>
                  <a:lnTo>
                    <a:pt x="11429" y="83820"/>
                  </a:lnTo>
                  <a:close/>
                </a:path>
                <a:path w="11429" h="260350">
                  <a:moveTo>
                    <a:pt x="11429" y="86360"/>
                  </a:moveTo>
                  <a:lnTo>
                    <a:pt x="0" y="86360"/>
                  </a:lnTo>
                  <a:lnTo>
                    <a:pt x="0" y="90169"/>
                  </a:lnTo>
                  <a:lnTo>
                    <a:pt x="11429" y="90169"/>
                  </a:lnTo>
                  <a:lnTo>
                    <a:pt x="11429" y="86360"/>
                  </a:lnTo>
                  <a:close/>
                </a:path>
                <a:path w="11429" h="260350">
                  <a:moveTo>
                    <a:pt x="11429" y="90170"/>
                  </a:moveTo>
                  <a:lnTo>
                    <a:pt x="0" y="90170"/>
                  </a:lnTo>
                  <a:lnTo>
                    <a:pt x="0" y="92709"/>
                  </a:lnTo>
                  <a:lnTo>
                    <a:pt x="11429" y="92709"/>
                  </a:lnTo>
                  <a:lnTo>
                    <a:pt x="11429" y="90170"/>
                  </a:lnTo>
                  <a:close/>
                </a:path>
                <a:path w="11429" h="260350">
                  <a:moveTo>
                    <a:pt x="11429" y="92710"/>
                  </a:moveTo>
                  <a:lnTo>
                    <a:pt x="0" y="92710"/>
                  </a:lnTo>
                  <a:lnTo>
                    <a:pt x="0" y="96519"/>
                  </a:lnTo>
                  <a:lnTo>
                    <a:pt x="11429" y="96519"/>
                  </a:lnTo>
                  <a:lnTo>
                    <a:pt x="11429" y="92710"/>
                  </a:lnTo>
                  <a:close/>
                </a:path>
                <a:path w="11429" h="260350">
                  <a:moveTo>
                    <a:pt x="11429" y="96520"/>
                  </a:moveTo>
                  <a:lnTo>
                    <a:pt x="0" y="96520"/>
                  </a:lnTo>
                  <a:lnTo>
                    <a:pt x="0" y="99059"/>
                  </a:lnTo>
                  <a:lnTo>
                    <a:pt x="11429" y="99059"/>
                  </a:lnTo>
                  <a:lnTo>
                    <a:pt x="11429" y="96520"/>
                  </a:lnTo>
                  <a:close/>
                </a:path>
                <a:path w="11429" h="260350">
                  <a:moveTo>
                    <a:pt x="11429" y="99060"/>
                  </a:moveTo>
                  <a:lnTo>
                    <a:pt x="0" y="99060"/>
                  </a:lnTo>
                  <a:lnTo>
                    <a:pt x="0" y="160019"/>
                  </a:lnTo>
                  <a:lnTo>
                    <a:pt x="11429" y="160019"/>
                  </a:lnTo>
                  <a:lnTo>
                    <a:pt x="11429" y="99060"/>
                  </a:lnTo>
                  <a:close/>
                </a:path>
                <a:path w="11429" h="260350">
                  <a:moveTo>
                    <a:pt x="11429" y="160020"/>
                  </a:moveTo>
                  <a:lnTo>
                    <a:pt x="0" y="160020"/>
                  </a:lnTo>
                  <a:lnTo>
                    <a:pt x="0" y="162559"/>
                  </a:lnTo>
                  <a:lnTo>
                    <a:pt x="11429" y="162559"/>
                  </a:lnTo>
                  <a:lnTo>
                    <a:pt x="11429" y="160020"/>
                  </a:lnTo>
                  <a:close/>
                </a:path>
                <a:path w="11429" h="260350">
                  <a:moveTo>
                    <a:pt x="11429" y="162560"/>
                  </a:moveTo>
                  <a:lnTo>
                    <a:pt x="0" y="162560"/>
                  </a:lnTo>
                  <a:lnTo>
                    <a:pt x="0" y="166369"/>
                  </a:lnTo>
                  <a:lnTo>
                    <a:pt x="11429" y="166369"/>
                  </a:lnTo>
                  <a:lnTo>
                    <a:pt x="11429" y="162560"/>
                  </a:lnTo>
                  <a:close/>
                </a:path>
                <a:path w="11429" h="260350">
                  <a:moveTo>
                    <a:pt x="11429" y="166370"/>
                  </a:moveTo>
                  <a:lnTo>
                    <a:pt x="0" y="166370"/>
                  </a:lnTo>
                  <a:lnTo>
                    <a:pt x="0" y="168909"/>
                  </a:lnTo>
                  <a:lnTo>
                    <a:pt x="11429" y="168909"/>
                  </a:lnTo>
                  <a:lnTo>
                    <a:pt x="11429" y="166370"/>
                  </a:lnTo>
                  <a:close/>
                </a:path>
                <a:path w="11429" h="260350">
                  <a:moveTo>
                    <a:pt x="11429" y="168910"/>
                  </a:moveTo>
                  <a:lnTo>
                    <a:pt x="0" y="168910"/>
                  </a:lnTo>
                  <a:lnTo>
                    <a:pt x="0" y="172719"/>
                  </a:lnTo>
                  <a:lnTo>
                    <a:pt x="11429" y="172719"/>
                  </a:lnTo>
                  <a:lnTo>
                    <a:pt x="11429" y="168910"/>
                  </a:lnTo>
                  <a:close/>
                </a:path>
                <a:path w="11429" h="260350">
                  <a:moveTo>
                    <a:pt x="11429" y="172720"/>
                  </a:moveTo>
                  <a:lnTo>
                    <a:pt x="0" y="172720"/>
                  </a:lnTo>
                  <a:lnTo>
                    <a:pt x="0" y="175259"/>
                  </a:lnTo>
                  <a:lnTo>
                    <a:pt x="11429" y="175259"/>
                  </a:lnTo>
                  <a:lnTo>
                    <a:pt x="11429" y="172720"/>
                  </a:lnTo>
                  <a:close/>
                </a:path>
                <a:path w="11429" h="260350">
                  <a:moveTo>
                    <a:pt x="11429" y="175260"/>
                  </a:moveTo>
                  <a:lnTo>
                    <a:pt x="0" y="175260"/>
                  </a:lnTo>
                  <a:lnTo>
                    <a:pt x="0" y="179069"/>
                  </a:lnTo>
                  <a:lnTo>
                    <a:pt x="11429" y="179069"/>
                  </a:lnTo>
                  <a:lnTo>
                    <a:pt x="11429" y="175260"/>
                  </a:lnTo>
                  <a:close/>
                </a:path>
                <a:path w="11429" h="260350">
                  <a:moveTo>
                    <a:pt x="11429" y="179070"/>
                  </a:moveTo>
                  <a:lnTo>
                    <a:pt x="0" y="179070"/>
                  </a:lnTo>
                  <a:lnTo>
                    <a:pt x="0" y="181609"/>
                  </a:lnTo>
                  <a:lnTo>
                    <a:pt x="11429" y="181609"/>
                  </a:lnTo>
                  <a:lnTo>
                    <a:pt x="11429" y="179070"/>
                  </a:lnTo>
                  <a:close/>
                </a:path>
                <a:path w="11429" h="260350">
                  <a:moveTo>
                    <a:pt x="11429" y="181610"/>
                  </a:moveTo>
                  <a:lnTo>
                    <a:pt x="0" y="181610"/>
                  </a:lnTo>
                  <a:lnTo>
                    <a:pt x="0" y="185419"/>
                  </a:lnTo>
                  <a:lnTo>
                    <a:pt x="11429" y="185419"/>
                  </a:lnTo>
                  <a:lnTo>
                    <a:pt x="11429" y="181610"/>
                  </a:lnTo>
                  <a:close/>
                </a:path>
                <a:path w="11429" h="260350">
                  <a:moveTo>
                    <a:pt x="11429" y="185420"/>
                  </a:moveTo>
                  <a:lnTo>
                    <a:pt x="0" y="185420"/>
                  </a:lnTo>
                  <a:lnTo>
                    <a:pt x="0" y="187959"/>
                  </a:lnTo>
                  <a:lnTo>
                    <a:pt x="11429" y="187959"/>
                  </a:lnTo>
                  <a:lnTo>
                    <a:pt x="11429" y="185420"/>
                  </a:lnTo>
                  <a:close/>
                </a:path>
                <a:path w="11429" h="260350">
                  <a:moveTo>
                    <a:pt x="11429" y="187960"/>
                  </a:moveTo>
                  <a:lnTo>
                    <a:pt x="0" y="187960"/>
                  </a:lnTo>
                  <a:lnTo>
                    <a:pt x="0" y="191769"/>
                  </a:lnTo>
                  <a:lnTo>
                    <a:pt x="11429" y="191769"/>
                  </a:lnTo>
                  <a:lnTo>
                    <a:pt x="11429" y="187960"/>
                  </a:lnTo>
                  <a:close/>
                </a:path>
                <a:path w="11429" h="260350">
                  <a:moveTo>
                    <a:pt x="11429" y="191770"/>
                  </a:moveTo>
                  <a:lnTo>
                    <a:pt x="0" y="191770"/>
                  </a:lnTo>
                  <a:lnTo>
                    <a:pt x="0" y="194309"/>
                  </a:lnTo>
                  <a:lnTo>
                    <a:pt x="11429" y="194309"/>
                  </a:lnTo>
                  <a:lnTo>
                    <a:pt x="11429" y="191770"/>
                  </a:lnTo>
                  <a:close/>
                </a:path>
                <a:path w="11429" h="260350">
                  <a:moveTo>
                    <a:pt x="11429" y="194310"/>
                  </a:moveTo>
                  <a:lnTo>
                    <a:pt x="0" y="194310"/>
                  </a:lnTo>
                  <a:lnTo>
                    <a:pt x="0" y="198119"/>
                  </a:lnTo>
                  <a:lnTo>
                    <a:pt x="11429" y="198119"/>
                  </a:lnTo>
                  <a:lnTo>
                    <a:pt x="11429" y="194310"/>
                  </a:lnTo>
                  <a:close/>
                </a:path>
                <a:path w="11429" h="260350">
                  <a:moveTo>
                    <a:pt x="11429" y="198120"/>
                  </a:moveTo>
                  <a:lnTo>
                    <a:pt x="0" y="198120"/>
                  </a:lnTo>
                  <a:lnTo>
                    <a:pt x="0" y="200659"/>
                  </a:lnTo>
                  <a:lnTo>
                    <a:pt x="11429" y="200659"/>
                  </a:lnTo>
                  <a:lnTo>
                    <a:pt x="11429" y="198120"/>
                  </a:lnTo>
                  <a:close/>
                </a:path>
                <a:path w="11429" h="260350">
                  <a:moveTo>
                    <a:pt x="11429" y="200660"/>
                  </a:moveTo>
                  <a:lnTo>
                    <a:pt x="0" y="200660"/>
                  </a:lnTo>
                  <a:lnTo>
                    <a:pt x="0" y="204469"/>
                  </a:lnTo>
                  <a:lnTo>
                    <a:pt x="11429" y="204469"/>
                  </a:lnTo>
                  <a:lnTo>
                    <a:pt x="11429" y="200660"/>
                  </a:lnTo>
                  <a:close/>
                </a:path>
                <a:path w="11429" h="260350">
                  <a:moveTo>
                    <a:pt x="11429" y="204470"/>
                  </a:moveTo>
                  <a:lnTo>
                    <a:pt x="0" y="204470"/>
                  </a:lnTo>
                  <a:lnTo>
                    <a:pt x="0" y="207009"/>
                  </a:lnTo>
                  <a:lnTo>
                    <a:pt x="11429" y="207009"/>
                  </a:lnTo>
                  <a:lnTo>
                    <a:pt x="11429" y="204470"/>
                  </a:lnTo>
                  <a:close/>
                </a:path>
                <a:path w="11429" h="260350">
                  <a:moveTo>
                    <a:pt x="11429" y="207010"/>
                  </a:moveTo>
                  <a:lnTo>
                    <a:pt x="0" y="207010"/>
                  </a:lnTo>
                  <a:lnTo>
                    <a:pt x="0" y="210819"/>
                  </a:lnTo>
                  <a:lnTo>
                    <a:pt x="11429" y="210819"/>
                  </a:lnTo>
                  <a:lnTo>
                    <a:pt x="11429" y="207010"/>
                  </a:lnTo>
                  <a:close/>
                </a:path>
                <a:path w="11429" h="260350">
                  <a:moveTo>
                    <a:pt x="11429" y="210820"/>
                  </a:moveTo>
                  <a:lnTo>
                    <a:pt x="0" y="210820"/>
                  </a:lnTo>
                  <a:lnTo>
                    <a:pt x="0" y="213359"/>
                  </a:lnTo>
                  <a:lnTo>
                    <a:pt x="11429" y="213359"/>
                  </a:lnTo>
                  <a:lnTo>
                    <a:pt x="11429" y="210820"/>
                  </a:lnTo>
                  <a:close/>
                </a:path>
                <a:path w="11429" h="260350">
                  <a:moveTo>
                    <a:pt x="11429" y="213360"/>
                  </a:moveTo>
                  <a:lnTo>
                    <a:pt x="0" y="213360"/>
                  </a:lnTo>
                  <a:lnTo>
                    <a:pt x="0" y="217169"/>
                  </a:lnTo>
                  <a:lnTo>
                    <a:pt x="11429" y="217169"/>
                  </a:lnTo>
                  <a:lnTo>
                    <a:pt x="11429" y="213360"/>
                  </a:lnTo>
                  <a:close/>
                </a:path>
                <a:path w="11429" h="260350">
                  <a:moveTo>
                    <a:pt x="11429" y="217170"/>
                  </a:moveTo>
                  <a:lnTo>
                    <a:pt x="0" y="217170"/>
                  </a:lnTo>
                  <a:lnTo>
                    <a:pt x="0" y="219709"/>
                  </a:lnTo>
                  <a:lnTo>
                    <a:pt x="11429" y="219709"/>
                  </a:lnTo>
                  <a:lnTo>
                    <a:pt x="11429" y="217170"/>
                  </a:lnTo>
                  <a:close/>
                </a:path>
                <a:path w="11429" h="260350">
                  <a:moveTo>
                    <a:pt x="11429" y="219710"/>
                  </a:moveTo>
                  <a:lnTo>
                    <a:pt x="0" y="219710"/>
                  </a:lnTo>
                  <a:lnTo>
                    <a:pt x="0" y="223519"/>
                  </a:lnTo>
                  <a:lnTo>
                    <a:pt x="11429" y="223519"/>
                  </a:lnTo>
                  <a:lnTo>
                    <a:pt x="11429" y="219710"/>
                  </a:lnTo>
                  <a:close/>
                </a:path>
                <a:path w="11429" h="260350">
                  <a:moveTo>
                    <a:pt x="11429" y="223520"/>
                  </a:moveTo>
                  <a:lnTo>
                    <a:pt x="0" y="223520"/>
                  </a:lnTo>
                  <a:lnTo>
                    <a:pt x="0" y="226059"/>
                  </a:lnTo>
                  <a:lnTo>
                    <a:pt x="11429" y="226059"/>
                  </a:lnTo>
                  <a:lnTo>
                    <a:pt x="11429" y="223520"/>
                  </a:lnTo>
                  <a:close/>
                </a:path>
                <a:path w="11429" h="260350">
                  <a:moveTo>
                    <a:pt x="11429" y="226060"/>
                  </a:moveTo>
                  <a:lnTo>
                    <a:pt x="0" y="226060"/>
                  </a:lnTo>
                  <a:lnTo>
                    <a:pt x="0" y="229869"/>
                  </a:lnTo>
                  <a:lnTo>
                    <a:pt x="11429" y="229869"/>
                  </a:lnTo>
                  <a:lnTo>
                    <a:pt x="11429" y="226060"/>
                  </a:lnTo>
                  <a:close/>
                </a:path>
                <a:path w="11429" h="260350">
                  <a:moveTo>
                    <a:pt x="11429" y="229870"/>
                  </a:moveTo>
                  <a:lnTo>
                    <a:pt x="0" y="229870"/>
                  </a:lnTo>
                  <a:lnTo>
                    <a:pt x="0" y="232409"/>
                  </a:lnTo>
                  <a:lnTo>
                    <a:pt x="11429" y="232409"/>
                  </a:lnTo>
                  <a:lnTo>
                    <a:pt x="11429" y="229870"/>
                  </a:lnTo>
                  <a:close/>
                </a:path>
                <a:path w="11429" h="260350">
                  <a:moveTo>
                    <a:pt x="11429" y="232410"/>
                  </a:moveTo>
                  <a:lnTo>
                    <a:pt x="0" y="232410"/>
                  </a:lnTo>
                  <a:lnTo>
                    <a:pt x="0" y="236219"/>
                  </a:lnTo>
                  <a:lnTo>
                    <a:pt x="11429" y="236219"/>
                  </a:lnTo>
                  <a:lnTo>
                    <a:pt x="11429" y="232410"/>
                  </a:lnTo>
                  <a:close/>
                </a:path>
                <a:path w="11429" h="260350">
                  <a:moveTo>
                    <a:pt x="11429" y="236220"/>
                  </a:moveTo>
                  <a:lnTo>
                    <a:pt x="0" y="236220"/>
                  </a:lnTo>
                  <a:lnTo>
                    <a:pt x="0" y="238759"/>
                  </a:lnTo>
                  <a:lnTo>
                    <a:pt x="11429" y="238759"/>
                  </a:lnTo>
                  <a:lnTo>
                    <a:pt x="11429" y="236220"/>
                  </a:lnTo>
                  <a:close/>
                </a:path>
                <a:path w="11429" h="260350">
                  <a:moveTo>
                    <a:pt x="11429" y="238760"/>
                  </a:moveTo>
                  <a:lnTo>
                    <a:pt x="0" y="238760"/>
                  </a:lnTo>
                  <a:lnTo>
                    <a:pt x="0" y="242569"/>
                  </a:lnTo>
                  <a:lnTo>
                    <a:pt x="11429" y="242569"/>
                  </a:lnTo>
                  <a:lnTo>
                    <a:pt x="11429" y="238760"/>
                  </a:lnTo>
                  <a:close/>
                </a:path>
                <a:path w="11429" h="260350">
                  <a:moveTo>
                    <a:pt x="11429" y="242570"/>
                  </a:moveTo>
                  <a:lnTo>
                    <a:pt x="0" y="242570"/>
                  </a:lnTo>
                  <a:lnTo>
                    <a:pt x="0" y="245109"/>
                  </a:lnTo>
                  <a:lnTo>
                    <a:pt x="11429" y="245109"/>
                  </a:lnTo>
                  <a:lnTo>
                    <a:pt x="11429" y="242570"/>
                  </a:lnTo>
                  <a:close/>
                </a:path>
                <a:path w="11429" h="260350">
                  <a:moveTo>
                    <a:pt x="11429" y="245110"/>
                  </a:moveTo>
                  <a:lnTo>
                    <a:pt x="0" y="245110"/>
                  </a:lnTo>
                  <a:lnTo>
                    <a:pt x="0" y="248919"/>
                  </a:lnTo>
                  <a:lnTo>
                    <a:pt x="11429" y="248919"/>
                  </a:lnTo>
                  <a:lnTo>
                    <a:pt x="11429" y="245110"/>
                  </a:lnTo>
                  <a:close/>
                </a:path>
                <a:path w="11429" h="260350">
                  <a:moveTo>
                    <a:pt x="11429" y="248920"/>
                  </a:moveTo>
                  <a:lnTo>
                    <a:pt x="0" y="248920"/>
                  </a:lnTo>
                  <a:lnTo>
                    <a:pt x="0" y="251459"/>
                  </a:lnTo>
                  <a:lnTo>
                    <a:pt x="11429" y="251459"/>
                  </a:lnTo>
                  <a:lnTo>
                    <a:pt x="11429" y="248920"/>
                  </a:lnTo>
                  <a:close/>
                </a:path>
                <a:path w="11429" h="260350">
                  <a:moveTo>
                    <a:pt x="11429" y="251460"/>
                  </a:moveTo>
                  <a:lnTo>
                    <a:pt x="0" y="251460"/>
                  </a:lnTo>
                  <a:lnTo>
                    <a:pt x="0" y="255269"/>
                  </a:lnTo>
                  <a:lnTo>
                    <a:pt x="11429" y="255269"/>
                  </a:lnTo>
                  <a:lnTo>
                    <a:pt x="11429" y="251460"/>
                  </a:lnTo>
                  <a:close/>
                </a:path>
                <a:path w="11429" h="260350">
                  <a:moveTo>
                    <a:pt x="11429" y="255270"/>
                  </a:moveTo>
                  <a:lnTo>
                    <a:pt x="0" y="255270"/>
                  </a:lnTo>
                  <a:lnTo>
                    <a:pt x="0" y="257809"/>
                  </a:lnTo>
                  <a:lnTo>
                    <a:pt x="11429" y="257809"/>
                  </a:lnTo>
                  <a:lnTo>
                    <a:pt x="11429" y="255270"/>
                  </a:lnTo>
                  <a:close/>
                </a:path>
                <a:path w="11429" h="260350">
                  <a:moveTo>
                    <a:pt x="8889" y="257810"/>
                  </a:moveTo>
                  <a:lnTo>
                    <a:pt x="0" y="257810"/>
                  </a:lnTo>
                  <a:lnTo>
                    <a:pt x="0" y="260350"/>
                  </a:lnTo>
                  <a:lnTo>
                    <a:pt x="1269" y="260350"/>
                  </a:lnTo>
                  <a:lnTo>
                    <a:pt x="1269" y="259080"/>
                  </a:lnTo>
                  <a:lnTo>
                    <a:pt x="8889" y="259080"/>
                  </a:lnTo>
                  <a:lnTo>
                    <a:pt x="8889" y="257810"/>
                  </a:lnTo>
                  <a:close/>
                </a:path>
              </a:pathLst>
            </a:custGeom>
            <a:solidFill>
              <a:srgbClr val="7C7C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1053">
              <a:extLst>
                <a:ext uri="{FF2B5EF4-FFF2-40B4-BE49-F238E27FC236}">
                  <a16:creationId xmlns:a16="http://schemas.microsoft.com/office/drawing/2014/main" id="{A17DC70A-FEA8-6236-DE94-A9A1D2A4D594}"/>
                </a:ext>
              </a:extLst>
            </p:cNvPr>
            <p:cNvSpPr/>
            <p:nvPr/>
          </p:nvSpPr>
          <p:spPr>
            <a:xfrm>
              <a:off x="4834890" y="5398770"/>
              <a:ext cx="10160" cy="256540"/>
            </a:xfrm>
            <a:custGeom>
              <a:avLst/>
              <a:gdLst/>
              <a:ahLst/>
              <a:cxnLst/>
              <a:rect l="l" t="t" r="r" b="b"/>
              <a:pathLst>
                <a:path w="10160" h="256539">
                  <a:moveTo>
                    <a:pt x="3810" y="0"/>
                  </a:moveTo>
                  <a:lnTo>
                    <a:pt x="0" y="0"/>
                  </a:lnTo>
                  <a:lnTo>
                    <a:pt x="0" y="2539"/>
                  </a:lnTo>
                  <a:lnTo>
                    <a:pt x="10160" y="2539"/>
                  </a:lnTo>
                  <a:lnTo>
                    <a:pt x="10160" y="1269"/>
                  </a:lnTo>
                  <a:lnTo>
                    <a:pt x="3810" y="1269"/>
                  </a:lnTo>
                  <a:lnTo>
                    <a:pt x="3810" y="0"/>
                  </a:lnTo>
                  <a:close/>
                </a:path>
                <a:path w="10160" h="256539">
                  <a:moveTo>
                    <a:pt x="10160" y="2539"/>
                  </a:moveTo>
                  <a:lnTo>
                    <a:pt x="0" y="2539"/>
                  </a:lnTo>
                  <a:lnTo>
                    <a:pt x="0" y="6349"/>
                  </a:lnTo>
                  <a:lnTo>
                    <a:pt x="10160" y="6349"/>
                  </a:lnTo>
                  <a:lnTo>
                    <a:pt x="10160" y="2539"/>
                  </a:lnTo>
                  <a:close/>
                </a:path>
                <a:path w="10160" h="256539">
                  <a:moveTo>
                    <a:pt x="10160" y="6349"/>
                  </a:moveTo>
                  <a:lnTo>
                    <a:pt x="0" y="6349"/>
                  </a:lnTo>
                  <a:lnTo>
                    <a:pt x="0" y="8889"/>
                  </a:lnTo>
                  <a:lnTo>
                    <a:pt x="10160" y="8889"/>
                  </a:lnTo>
                  <a:lnTo>
                    <a:pt x="10160" y="6349"/>
                  </a:lnTo>
                  <a:close/>
                </a:path>
                <a:path w="10160" h="256539">
                  <a:moveTo>
                    <a:pt x="10160" y="8889"/>
                  </a:moveTo>
                  <a:lnTo>
                    <a:pt x="0" y="8889"/>
                  </a:lnTo>
                  <a:lnTo>
                    <a:pt x="0" y="12699"/>
                  </a:lnTo>
                  <a:lnTo>
                    <a:pt x="10160" y="12699"/>
                  </a:lnTo>
                  <a:lnTo>
                    <a:pt x="10160" y="8889"/>
                  </a:lnTo>
                  <a:close/>
                </a:path>
                <a:path w="10160" h="256539">
                  <a:moveTo>
                    <a:pt x="10160" y="12699"/>
                  </a:moveTo>
                  <a:lnTo>
                    <a:pt x="0" y="12699"/>
                  </a:lnTo>
                  <a:lnTo>
                    <a:pt x="0" y="15239"/>
                  </a:lnTo>
                  <a:lnTo>
                    <a:pt x="10160" y="15239"/>
                  </a:lnTo>
                  <a:lnTo>
                    <a:pt x="10160" y="12699"/>
                  </a:lnTo>
                  <a:close/>
                </a:path>
                <a:path w="10160" h="256539">
                  <a:moveTo>
                    <a:pt x="10160" y="15239"/>
                  </a:moveTo>
                  <a:lnTo>
                    <a:pt x="0" y="15239"/>
                  </a:lnTo>
                  <a:lnTo>
                    <a:pt x="0" y="19049"/>
                  </a:lnTo>
                  <a:lnTo>
                    <a:pt x="10160" y="19049"/>
                  </a:lnTo>
                  <a:lnTo>
                    <a:pt x="10160" y="15239"/>
                  </a:lnTo>
                  <a:close/>
                </a:path>
                <a:path w="10160" h="256539">
                  <a:moveTo>
                    <a:pt x="10160" y="19049"/>
                  </a:moveTo>
                  <a:lnTo>
                    <a:pt x="0" y="19049"/>
                  </a:lnTo>
                  <a:lnTo>
                    <a:pt x="0" y="21589"/>
                  </a:lnTo>
                  <a:lnTo>
                    <a:pt x="10160" y="21589"/>
                  </a:lnTo>
                  <a:lnTo>
                    <a:pt x="10160" y="19049"/>
                  </a:lnTo>
                  <a:close/>
                </a:path>
                <a:path w="10160" h="256539">
                  <a:moveTo>
                    <a:pt x="10160" y="21589"/>
                  </a:moveTo>
                  <a:lnTo>
                    <a:pt x="0" y="21589"/>
                  </a:lnTo>
                  <a:lnTo>
                    <a:pt x="0" y="25399"/>
                  </a:lnTo>
                  <a:lnTo>
                    <a:pt x="10160" y="25399"/>
                  </a:lnTo>
                  <a:lnTo>
                    <a:pt x="10160" y="21589"/>
                  </a:lnTo>
                  <a:close/>
                </a:path>
                <a:path w="10160" h="256539">
                  <a:moveTo>
                    <a:pt x="10160" y="25399"/>
                  </a:moveTo>
                  <a:lnTo>
                    <a:pt x="0" y="25399"/>
                  </a:lnTo>
                  <a:lnTo>
                    <a:pt x="0" y="27939"/>
                  </a:lnTo>
                  <a:lnTo>
                    <a:pt x="10160" y="27939"/>
                  </a:lnTo>
                  <a:lnTo>
                    <a:pt x="10160" y="25399"/>
                  </a:lnTo>
                  <a:close/>
                </a:path>
                <a:path w="10160" h="256539">
                  <a:moveTo>
                    <a:pt x="10160" y="27939"/>
                  </a:moveTo>
                  <a:lnTo>
                    <a:pt x="0" y="27939"/>
                  </a:lnTo>
                  <a:lnTo>
                    <a:pt x="0" y="31749"/>
                  </a:lnTo>
                  <a:lnTo>
                    <a:pt x="10160" y="31749"/>
                  </a:lnTo>
                  <a:lnTo>
                    <a:pt x="10160" y="27939"/>
                  </a:lnTo>
                  <a:close/>
                </a:path>
                <a:path w="10160" h="256539">
                  <a:moveTo>
                    <a:pt x="10160" y="31749"/>
                  </a:moveTo>
                  <a:lnTo>
                    <a:pt x="0" y="31749"/>
                  </a:lnTo>
                  <a:lnTo>
                    <a:pt x="0" y="34289"/>
                  </a:lnTo>
                  <a:lnTo>
                    <a:pt x="10160" y="34289"/>
                  </a:lnTo>
                  <a:lnTo>
                    <a:pt x="10160" y="31749"/>
                  </a:lnTo>
                  <a:close/>
                </a:path>
                <a:path w="10160" h="256539">
                  <a:moveTo>
                    <a:pt x="10160" y="34289"/>
                  </a:moveTo>
                  <a:lnTo>
                    <a:pt x="0" y="34289"/>
                  </a:lnTo>
                  <a:lnTo>
                    <a:pt x="0" y="38099"/>
                  </a:lnTo>
                  <a:lnTo>
                    <a:pt x="10160" y="38099"/>
                  </a:lnTo>
                  <a:lnTo>
                    <a:pt x="10160" y="34289"/>
                  </a:lnTo>
                  <a:close/>
                </a:path>
                <a:path w="10160" h="256539">
                  <a:moveTo>
                    <a:pt x="10160" y="38099"/>
                  </a:moveTo>
                  <a:lnTo>
                    <a:pt x="0" y="38099"/>
                  </a:lnTo>
                  <a:lnTo>
                    <a:pt x="0" y="40639"/>
                  </a:lnTo>
                  <a:lnTo>
                    <a:pt x="10160" y="40639"/>
                  </a:lnTo>
                  <a:lnTo>
                    <a:pt x="10160" y="38099"/>
                  </a:lnTo>
                  <a:close/>
                </a:path>
                <a:path w="10160" h="256539">
                  <a:moveTo>
                    <a:pt x="10160" y="40639"/>
                  </a:moveTo>
                  <a:lnTo>
                    <a:pt x="0" y="40639"/>
                  </a:lnTo>
                  <a:lnTo>
                    <a:pt x="0" y="44449"/>
                  </a:lnTo>
                  <a:lnTo>
                    <a:pt x="10160" y="44449"/>
                  </a:lnTo>
                  <a:lnTo>
                    <a:pt x="10160" y="40639"/>
                  </a:lnTo>
                  <a:close/>
                </a:path>
                <a:path w="10160" h="256539">
                  <a:moveTo>
                    <a:pt x="10160" y="44449"/>
                  </a:moveTo>
                  <a:lnTo>
                    <a:pt x="0" y="44449"/>
                  </a:lnTo>
                  <a:lnTo>
                    <a:pt x="0" y="46989"/>
                  </a:lnTo>
                  <a:lnTo>
                    <a:pt x="10160" y="46989"/>
                  </a:lnTo>
                  <a:lnTo>
                    <a:pt x="10160" y="44449"/>
                  </a:lnTo>
                  <a:close/>
                </a:path>
                <a:path w="10160" h="256539">
                  <a:moveTo>
                    <a:pt x="10160" y="46989"/>
                  </a:moveTo>
                  <a:lnTo>
                    <a:pt x="0" y="46989"/>
                  </a:lnTo>
                  <a:lnTo>
                    <a:pt x="0" y="50799"/>
                  </a:lnTo>
                  <a:lnTo>
                    <a:pt x="10160" y="50799"/>
                  </a:lnTo>
                  <a:lnTo>
                    <a:pt x="10160" y="46989"/>
                  </a:lnTo>
                  <a:close/>
                </a:path>
                <a:path w="10160" h="256539">
                  <a:moveTo>
                    <a:pt x="10160" y="50799"/>
                  </a:moveTo>
                  <a:lnTo>
                    <a:pt x="0" y="50799"/>
                  </a:lnTo>
                  <a:lnTo>
                    <a:pt x="0" y="53339"/>
                  </a:lnTo>
                  <a:lnTo>
                    <a:pt x="10160" y="53339"/>
                  </a:lnTo>
                  <a:lnTo>
                    <a:pt x="10160" y="50799"/>
                  </a:lnTo>
                  <a:close/>
                </a:path>
                <a:path w="10160" h="256539">
                  <a:moveTo>
                    <a:pt x="10160" y="53339"/>
                  </a:moveTo>
                  <a:lnTo>
                    <a:pt x="0" y="53339"/>
                  </a:lnTo>
                  <a:lnTo>
                    <a:pt x="0" y="57149"/>
                  </a:lnTo>
                  <a:lnTo>
                    <a:pt x="10160" y="57149"/>
                  </a:lnTo>
                  <a:lnTo>
                    <a:pt x="10160" y="53339"/>
                  </a:lnTo>
                  <a:close/>
                </a:path>
                <a:path w="10160" h="256539">
                  <a:moveTo>
                    <a:pt x="10160" y="57149"/>
                  </a:moveTo>
                  <a:lnTo>
                    <a:pt x="0" y="57149"/>
                  </a:lnTo>
                  <a:lnTo>
                    <a:pt x="0" y="59689"/>
                  </a:lnTo>
                  <a:lnTo>
                    <a:pt x="10160" y="59689"/>
                  </a:lnTo>
                  <a:lnTo>
                    <a:pt x="10160" y="57149"/>
                  </a:lnTo>
                  <a:close/>
                </a:path>
                <a:path w="10160" h="256539">
                  <a:moveTo>
                    <a:pt x="10160" y="59689"/>
                  </a:moveTo>
                  <a:lnTo>
                    <a:pt x="0" y="59689"/>
                  </a:lnTo>
                  <a:lnTo>
                    <a:pt x="0" y="63499"/>
                  </a:lnTo>
                  <a:lnTo>
                    <a:pt x="10160" y="63499"/>
                  </a:lnTo>
                  <a:lnTo>
                    <a:pt x="10160" y="59689"/>
                  </a:lnTo>
                  <a:close/>
                </a:path>
                <a:path w="10160" h="256539">
                  <a:moveTo>
                    <a:pt x="10160" y="63499"/>
                  </a:moveTo>
                  <a:lnTo>
                    <a:pt x="0" y="63499"/>
                  </a:lnTo>
                  <a:lnTo>
                    <a:pt x="0" y="66039"/>
                  </a:lnTo>
                  <a:lnTo>
                    <a:pt x="10160" y="66039"/>
                  </a:lnTo>
                  <a:lnTo>
                    <a:pt x="10160" y="63499"/>
                  </a:lnTo>
                  <a:close/>
                </a:path>
                <a:path w="10160" h="256539">
                  <a:moveTo>
                    <a:pt x="10160" y="66039"/>
                  </a:moveTo>
                  <a:lnTo>
                    <a:pt x="0" y="66039"/>
                  </a:lnTo>
                  <a:lnTo>
                    <a:pt x="0" y="69849"/>
                  </a:lnTo>
                  <a:lnTo>
                    <a:pt x="10160" y="69849"/>
                  </a:lnTo>
                  <a:lnTo>
                    <a:pt x="10160" y="66039"/>
                  </a:lnTo>
                  <a:close/>
                </a:path>
                <a:path w="10160" h="256539">
                  <a:moveTo>
                    <a:pt x="10160" y="69849"/>
                  </a:moveTo>
                  <a:lnTo>
                    <a:pt x="0" y="69849"/>
                  </a:lnTo>
                  <a:lnTo>
                    <a:pt x="0" y="72389"/>
                  </a:lnTo>
                  <a:lnTo>
                    <a:pt x="10160" y="72389"/>
                  </a:lnTo>
                  <a:lnTo>
                    <a:pt x="10160" y="69849"/>
                  </a:lnTo>
                  <a:close/>
                </a:path>
                <a:path w="10160" h="256539">
                  <a:moveTo>
                    <a:pt x="10160" y="72389"/>
                  </a:moveTo>
                  <a:lnTo>
                    <a:pt x="0" y="72389"/>
                  </a:lnTo>
                  <a:lnTo>
                    <a:pt x="0" y="76199"/>
                  </a:lnTo>
                  <a:lnTo>
                    <a:pt x="10160" y="76199"/>
                  </a:lnTo>
                  <a:lnTo>
                    <a:pt x="10160" y="72389"/>
                  </a:lnTo>
                  <a:close/>
                </a:path>
                <a:path w="10160" h="256539">
                  <a:moveTo>
                    <a:pt x="10160" y="76199"/>
                  </a:moveTo>
                  <a:lnTo>
                    <a:pt x="0" y="76199"/>
                  </a:lnTo>
                  <a:lnTo>
                    <a:pt x="0" y="78739"/>
                  </a:lnTo>
                  <a:lnTo>
                    <a:pt x="10160" y="78739"/>
                  </a:lnTo>
                  <a:lnTo>
                    <a:pt x="10160" y="76199"/>
                  </a:lnTo>
                  <a:close/>
                </a:path>
                <a:path w="10160" h="256539">
                  <a:moveTo>
                    <a:pt x="10160" y="78739"/>
                  </a:moveTo>
                  <a:lnTo>
                    <a:pt x="0" y="78739"/>
                  </a:lnTo>
                  <a:lnTo>
                    <a:pt x="0" y="82549"/>
                  </a:lnTo>
                  <a:lnTo>
                    <a:pt x="10160" y="82549"/>
                  </a:lnTo>
                  <a:lnTo>
                    <a:pt x="10160" y="78739"/>
                  </a:lnTo>
                  <a:close/>
                </a:path>
                <a:path w="10160" h="256539">
                  <a:moveTo>
                    <a:pt x="10160" y="82549"/>
                  </a:moveTo>
                  <a:lnTo>
                    <a:pt x="0" y="82549"/>
                  </a:lnTo>
                  <a:lnTo>
                    <a:pt x="0" y="85089"/>
                  </a:lnTo>
                  <a:lnTo>
                    <a:pt x="10160" y="85089"/>
                  </a:lnTo>
                  <a:lnTo>
                    <a:pt x="10160" y="82549"/>
                  </a:lnTo>
                  <a:close/>
                </a:path>
                <a:path w="10160" h="256539">
                  <a:moveTo>
                    <a:pt x="10160" y="85089"/>
                  </a:moveTo>
                  <a:lnTo>
                    <a:pt x="0" y="85089"/>
                  </a:lnTo>
                  <a:lnTo>
                    <a:pt x="0" y="88899"/>
                  </a:lnTo>
                  <a:lnTo>
                    <a:pt x="10160" y="88899"/>
                  </a:lnTo>
                  <a:lnTo>
                    <a:pt x="10160" y="85089"/>
                  </a:lnTo>
                  <a:close/>
                </a:path>
                <a:path w="10160" h="256539">
                  <a:moveTo>
                    <a:pt x="10160" y="88899"/>
                  </a:moveTo>
                  <a:lnTo>
                    <a:pt x="0" y="88899"/>
                  </a:lnTo>
                  <a:lnTo>
                    <a:pt x="0" y="91439"/>
                  </a:lnTo>
                  <a:lnTo>
                    <a:pt x="10160" y="91439"/>
                  </a:lnTo>
                  <a:lnTo>
                    <a:pt x="10160" y="88899"/>
                  </a:lnTo>
                  <a:close/>
                </a:path>
                <a:path w="10160" h="256539">
                  <a:moveTo>
                    <a:pt x="10160" y="91439"/>
                  </a:moveTo>
                  <a:lnTo>
                    <a:pt x="0" y="91439"/>
                  </a:lnTo>
                  <a:lnTo>
                    <a:pt x="0" y="95249"/>
                  </a:lnTo>
                  <a:lnTo>
                    <a:pt x="10160" y="95249"/>
                  </a:lnTo>
                  <a:lnTo>
                    <a:pt x="10160" y="91439"/>
                  </a:lnTo>
                  <a:close/>
                </a:path>
                <a:path w="10160" h="256539">
                  <a:moveTo>
                    <a:pt x="10160" y="95249"/>
                  </a:moveTo>
                  <a:lnTo>
                    <a:pt x="0" y="95249"/>
                  </a:lnTo>
                  <a:lnTo>
                    <a:pt x="0" y="97789"/>
                  </a:lnTo>
                  <a:lnTo>
                    <a:pt x="10160" y="97789"/>
                  </a:lnTo>
                  <a:lnTo>
                    <a:pt x="10160" y="95249"/>
                  </a:lnTo>
                  <a:close/>
                </a:path>
                <a:path w="10160" h="256539">
                  <a:moveTo>
                    <a:pt x="10160" y="97789"/>
                  </a:moveTo>
                  <a:lnTo>
                    <a:pt x="0" y="97789"/>
                  </a:lnTo>
                  <a:lnTo>
                    <a:pt x="0" y="158749"/>
                  </a:lnTo>
                  <a:lnTo>
                    <a:pt x="10160" y="158749"/>
                  </a:lnTo>
                  <a:lnTo>
                    <a:pt x="10160" y="97789"/>
                  </a:lnTo>
                  <a:close/>
                </a:path>
                <a:path w="10160" h="256539">
                  <a:moveTo>
                    <a:pt x="10160" y="158749"/>
                  </a:moveTo>
                  <a:lnTo>
                    <a:pt x="0" y="158749"/>
                  </a:lnTo>
                  <a:lnTo>
                    <a:pt x="0" y="161289"/>
                  </a:lnTo>
                  <a:lnTo>
                    <a:pt x="10160" y="161289"/>
                  </a:lnTo>
                  <a:lnTo>
                    <a:pt x="10160" y="158749"/>
                  </a:lnTo>
                  <a:close/>
                </a:path>
                <a:path w="10160" h="256539">
                  <a:moveTo>
                    <a:pt x="10160" y="161289"/>
                  </a:moveTo>
                  <a:lnTo>
                    <a:pt x="0" y="161289"/>
                  </a:lnTo>
                  <a:lnTo>
                    <a:pt x="0" y="165099"/>
                  </a:lnTo>
                  <a:lnTo>
                    <a:pt x="10160" y="165099"/>
                  </a:lnTo>
                  <a:lnTo>
                    <a:pt x="10160" y="161289"/>
                  </a:lnTo>
                  <a:close/>
                </a:path>
                <a:path w="10160" h="256539">
                  <a:moveTo>
                    <a:pt x="10160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10160" y="167639"/>
                  </a:lnTo>
                  <a:lnTo>
                    <a:pt x="10160" y="165099"/>
                  </a:lnTo>
                  <a:close/>
                </a:path>
                <a:path w="10160" h="256539">
                  <a:moveTo>
                    <a:pt x="10160" y="167639"/>
                  </a:moveTo>
                  <a:lnTo>
                    <a:pt x="0" y="167639"/>
                  </a:lnTo>
                  <a:lnTo>
                    <a:pt x="0" y="171449"/>
                  </a:lnTo>
                  <a:lnTo>
                    <a:pt x="10160" y="171449"/>
                  </a:lnTo>
                  <a:lnTo>
                    <a:pt x="10160" y="167639"/>
                  </a:lnTo>
                  <a:close/>
                </a:path>
                <a:path w="10160" h="256539">
                  <a:moveTo>
                    <a:pt x="10160" y="171449"/>
                  </a:moveTo>
                  <a:lnTo>
                    <a:pt x="0" y="171449"/>
                  </a:lnTo>
                  <a:lnTo>
                    <a:pt x="0" y="173989"/>
                  </a:lnTo>
                  <a:lnTo>
                    <a:pt x="10160" y="173989"/>
                  </a:lnTo>
                  <a:lnTo>
                    <a:pt x="10160" y="171449"/>
                  </a:lnTo>
                  <a:close/>
                </a:path>
                <a:path w="10160" h="256539">
                  <a:moveTo>
                    <a:pt x="10160" y="173989"/>
                  </a:moveTo>
                  <a:lnTo>
                    <a:pt x="0" y="173989"/>
                  </a:lnTo>
                  <a:lnTo>
                    <a:pt x="0" y="177799"/>
                  </a:lnTo>
                  <a:lnTo>
                    <a:pt x="10160" y="177799"/>
                  </a:lnTo>
                  <a:lnTo>
                    <a:pt x="10160" y="173989"/>
                  </a:lnTo>
                  <a:close/>
                </a:path>
                <a:path w="10160" h="256539">
                  <a:moveTo>
                    <a:pt x="10160" y="177799"/>
                  </a:moveTo>
                  <a:lnTo>
                    <a:pt x="0" y="177799"/>
                  </a:lnTo>
                  <a:lnTo>
                    <a:pt x="0" y="180339"/>
                  </a:lnTo>
                  <a:lnTo>
                    <a:pt x="10160" y="180339"/>
                  </a:lnTo>
                  <a:lnTo>
                    <a:pt x="10160" y="177799"/>
                  </a:lnTo>
                  <a:close/>
                </a:path>
                <a:path w="10160" h="256539">
                  <a:moveTo>
                    <a:pt x="10160" y="180339"/>
                  </a:moveTo>
                  <a:lnTo>
                    <a:pt x="0" y="180339"/>
                  </a:lnTo>
                  <a:lnTo>
                    <a:pt x="0" y="184149"/>
                  </a:lnTo>
                  <a:lnTo>
                    <a:pt x="10160" y="184149"/>
                  </a:lnTo>
                  <a:lnTo>
                    <a:pt x="10160" y="180339"/>
                  </a:lnTo>
                  <a:close/>
                </a:path>
                <a:path w="10160" h="256539">
                  <a:moveTo>
                    <a:pt x="10160" y="184149"/>
                  </a:moveTo>
                  <a:lnTo>
                    <a:pt x="0" y="184149"/>
                  </a:lnTo>
                  <a:lnTo>
                    <a:pt x="0" y="186689"/>
                  </a:lnTo>
                  <a:lnTo>
                    <a:pt x="10160" y="186689"/>
                  </a:lnTo>
                  <a:lnTo>
                    <a:pt x="10160" y="184149"/>
                  </a:lnTo>
                  <a:close/>
                </a:path>
                <a:path w="10160" h="256539">
                  <a:moveTo>
                    <a:pt x="10160" y="186689"/>
                  </a:moveTo>
                  <a:lnTo>
                    <a:pt x="0" y="186689"/>
                  </a:lnTo>
                  <a:lnTo>
                    <a:pt x="0" y="190499"/>
                  </a:lnTo>
                  <a:lnTo>
                    <a:pt x="10160" y="190499"/>
                  </a:lnTo>
                  <a:lnTo>
                    <a:pt x="10160" y="186689"/>
                  </a:lnTo>
                  <a:close/>
                </a:path>
                <a:path w="10160" h="256539">
                  <a:moveTo>
                    <a:pt x="10160" y="190499"/>
                  </a:moveTo>
                  <a:lnTo>
                    <a:pt x="0" y="190499"/>
                  </a:lnTo>
                  <a:lnTo>
                    <a:pt x="0" y="193039"/>
                  </a:lnTo>
                  <a:lnTo>
                    <a:pt x="10160" y="193039"/>
                  </a:lnTo>
                  <a:lnTo>
                    <a:pt x="10160" y="190499"/>
                  </a:lnTo>
                  <a:close/>
                </a:path>
                <a:path w="10160" h="256539">
                  <a:moveTo>
                    <a:pt x="10160" y="193039"/>
                  </a:moveTo>
                  <a:lnTo>
                    <a:pt x="0" y="193039"/>
                  </a:lnTo>
                  <a:lnTo>
                    <a:pt x="0" y="196849"/>
                  </a:lnTo>
                  <a:lnTo>
                    <a:pt x="10160" y="196849"/>
                  </a:lnTo>
                  <a:lnTo>
                    <a:pt x="10160" y="193039"/>
                  </a:lnTo>
                  <a:close/>
                </a:path>
                <a:path w="10160" h="256539">
                  <a:moveTo>
                    <a:pt x="10160" y="196849"/>
                  </a:moveTo>
                  <a:lnTo>
                    <a:pt x="0" y="196849"/>
                  </a:lnTo>
                  <a:lnTo>
                    <a:pt x="0" y="199389"/>
                  </a:lnTo>
                  <a:lnTo>
                    <a:pt x="10160" y="199389"/>
                  </a:lnTo>
                  <a:lnTo>
                    <a:pt x="10160" y="196849"/>
                  </a:lnTo>
                  <a:close/>
                </a:path>
                <a:path w="10160" h="256539">
                  <a:moveTo>
                    <a:pt x="10160" y="199389"/>
                  </a:moveTo>
                  <a:lnTo>
                    <a:pt x="0" y="199389"/>
                  </a:lnTo>
                  <a:lnTo>
                    <a:pt x="0" y="203199"/>
                  </a:lnTo>
                  <a:lnTo>
                    <a:pt x="10160" y="203199"/>
                  </a:lnTo>
                  <a:lnTo>
                    <a:pt x="10160" y="199389"/>
                  </a:lnTo>
                  <a:close/>
                </a:path>
                <a:path w="10160" h="256539">
                  <a:moveTo>
                    <a:pt x="10160" y="203199"/>
                  </a:moveTo>
                  <a:lnTo>
                    <a:pt x="0" y="203199"/>
                  </a:lnTo>
                  <a:lnTo>
                    <a:pt x="0" y="205739"/>
                  </a:lnTo>
                  <a:lnTo>
                    <a:pt x="10160" y="205739"/>
                  </a:lnTo>
                  <a:lnTo>
                    <a:pt x="10160" y="203199"/>
                  </a:lnTo>
                  <a:close/>
                </a:path>
                <a:path w="10160" h="256539">
                  <a:moveTo>
                    <a:pt x="10160" y="205739"/>
                  </a:moveTo>
                  <a:lnTo>
                    <a:pt x="0" y="205739"/>
                  </a:lnTo>
                  <a:lnTo>
                    <a:pt x="0" y="209549"/>
                  </a:lnTo>
                  <a:lnTo>
                    <a:pt x="10160" y="209549"/>
                  </a:lnTo>
                  <a:lnTo>
                    <a:pt x="10160" y="205739"/>
                  </a:lnTo>
                  <a:close/>
                </a:path>
                <a:path w="10160" h="256539">
                  <a:moveTo>
                    <a:pt x="10160" y="209549"/>
                  </a:moveTo>
                  <a:lnTo>
                    <a:pt x="0" y="209549"/>
                  </a:lnTo>
                  <a:lnTo>
                    <a:pt x="0" y="212089"/>
                  </a:lnTo>
                  <a:lnTo>
                    <a:pt x="10160" y="212089"/>
                  </a:lnTo>
                  <a:lnTo>
                    <a:pt x="10160" y="209549"/>
                  </a:lnTo>
                  <a:close/>
                </a:path>
                <a:path w="10160" h="256539">
                  <a:moveTo>
                    <a:pt x="10160" y="212089"/>
                  </a:moveTo>
                  <a:lnTo>
                    <a:pt x="0" y="212089"/>
                  </a:lnTo>
                  <a:lnTo>
                    <a:pt x="0" y="215899"/>
                  </a:lnTo>
                  <a:lnTo>
                    <a:pt x="10160" y="215899"/>
                  </a:lnTo>
                  <a:lnTo>
                    <a:pt x="10160" y="212089"/>
                  </a:lnTo>
                  <a:close/>
                </a:path>
                <a:path w="10160" h="256539">
                  <a:moveTo>
                    <a:pt x="10160" y="215899"/>
                  </a:moveTo>
                  <a:lnTo>
                    <a:pt x="0" y="215899"/>
                  </a:lnTo>
                  <a:lnTo>
                    <a:pt x="0" y="218439"/>
                  </a:lnTo>
                  <a:lnTo>
                    <a:pt x="10160" y="218439"/>
                  </a:lnTo>
                  <a:lnTo>
                    <a:pt x="10160" y="215899"/>
                  </a:lnTo>
                  <a:close/>
                </a:path>
                <a:path w="10160" h="256539">
                  <a:moveTo>
                    <a:pt x="10160" y="218439"/>
                  </a:moveTo>
                  <a:lnTo>
                    <a:pt x="0" y="218439"/>
                  </a:lnTo>
                  <a:lnTo>
                    <a:pt x="0" y="222249"/>
                  </a:lnTo>
                  <a:lnTo>
                    <a:pt x="10160" y="222249"/>
                  </a:lnTo>
                  <a:lnTo>
                    <a:pt x="10160" y="218439"/>
                  </a:lnTo>
                  <a:close/>
                </a:path>
                <a:path w="10160" h="256539">
                  <a:moveTo>
                    <a:pt x="10160" y="222249"/>
                  </a:moveTo>
                  <a:lnTo>
                    <a:pt x="0" y="222249"/>
                  </a:lnTo>
                  <a:lnTo>
                    <a:pt x="0" y="224789"/>
                  </a:lnTo>
                  <a:lnTo>
                    <a:pt x="10160" y="224789"/>
                  </a:lnTo>
                  <a:lnTo>
                    <a:pt x="10160" y="222249"/>
                  </a:lnTo>
                  <a:close/>
                </a:path>
                <a:path w="10160" h="256539">
                  <a:moveTo>
                    <a:pt x="10160" y="224789"/>
                  </a:moveTo>
                  <a:lnTo>
                    <a:pt x="0" y="224789"/>
                  </a:lnTo>
                  <a:lnTo>
                    <a:pt x="0" y="228599"/>
                  </a:lnTo>
                  <a:lnTo>
                    <a:pt x="10160" y="228599"/>
                  </a:lnTo>
                  <a:lnTo>
                    <a:pt x="10160" y="224789"/>
                  </a:lnTo>
                  <a:close/>
                </a:path>
                <a:path w="10160" h="256539">
                  <a:moveTo>
                    <a:pt x="10160" y="228599"/>
                  </a:moveTo>
                  <a:lnTo>
                    <a:pt x="0" y="228599"/>
                  </a:lnTo>
                  <a:lnTo>
                    <a:pt x="0" y="231139"/>
                  </a:lnTo>
                  <a:lnTo>
                    <a:pt x="10160" y="231139"/>
                  </a:lnTo>
                  <a:lnTo>
                    <a:pt x="10160" y="228599"/>
                  </a:lnTo>
                  <a:close/>
                </a:path>
                <a:path w="10160" h="256539">
                  <a:moveTo>
                    <a:pt x="10160" y="231139"/>
                  </a:moveTo>
                  <a:lnTo>
                    <a:pt x="0" y="231139"/>
                  </a:lnTo>
                  <a:lnTo>
                    <a:pt x="0" y="234949"/>
                  </a:lnTo>
                  <a:lnTo>
                    <a:pt x="10160" y="234949"/>
                  </a:lnTo>
                  <a:lnTo>
                    <a:pt x="10160" y="231139"/>
                  </a:lnTo>
                  <a:close/>
                </a:path>
                <a:path w="10160" h="256539">
                  <a:moveTo>
                    <a:pt x="10160" y="234949"/>
                  </a:moveTo>
                  <a:lnTo>
                    <a:pt x="0" y="234949"/>
                  </a:lnTo>
                  <a:lnTo>
                    <a:pt x="0" y="237489"/>
                  </a:lnTo>
                  <a:lnTo>
                    <a:pt x="10160" y="237489"/>
                  </a:lnTo>
                  <a:lnTo>
                    <a:pt x="10160" y="234949"/>
                  </a:lnTo>
                  <a:close/>
                </a:path>
                <a:path w="10160" h="256539">
                  <a:moveTo>
                    <a:pt x="10160" y="237489"/>
                  </a:moveTo>
                  <a:lnTo>
                    <a:pt x="0" y="237489"/>
                  </a:lnTo>
                  <a:lnTo>
                    <a:pt x="0" y="241299"/>
                  </a:lnTo>
                  <a:lnTo>
                    <a:pt x="10160" y="241299"/>
                  </a:lnTo>
                  <a:lnTo>
                    <a:pt x="10160" y="237489"/>
                  </a:lnTo>
                  <a:close/>
                </a:path>
                <a:path w="10160" h="256539">
                  <a:moveTo>
                    <a:pt x="10160" y="241299"/>
                  </a:moveTo>
                  <a:lnTo>
                    <a:pt x="0" y="241299"/>
                  </a:lnTo>
                  <a:lnTo>
                    <a:pt x="0" y="243839"/>
                  </a:lnTo>
                  <a:lnTo>
                    <a:pt x="10160" y="243839"/>
                  </a:lnTo>
                  <a:lnTo>
                    <a:pt x="10160" y="241299"/>
                  </a:lnTo>
                  <a:close/>
                </a:path>
                <a:path w="10160" h="256539">
                  <a:moveTo>
                    <a:pt x="10160" y="243839"/>
                  </a:moveTo>
                  <a:lnTo>
                    <a:pt x="0" y="243839"/>
                  </a:lnTo>
                  <a:lnTo>
                    <a:pt x="0" y="247649"/>
                  </a:lnTo>
                  <a:lnTo>
                    <a:pt x="10160" y="247649"/>
                  </a:lnTo>
                  <a:lnTo>
                    <a:pt x="10160" y="243839"/>
                  </a:lnTo>
                  <a:close/>
                </a:path>
                <a:path w="10160" h="256539">
                  <a:moveTo>
                    <a:pt x="10160" y="247649"/>
                  </a:moveTo>
                  <a:lnTo>
                    <a:pt x="0" y="247649"/>
                  </a:lnTo>
                  <a:lnTo>
                    <a:pt x="0" y="250189"/>
                  </a:lnTo>
                  <a:lnTo>
                    <a:pt x="10160" y="250189"/>
                  </a:lnTo>
                  <a:lnTo>
                    <a:pt x="10160" y="247649"/>
                  </a:lnTo>
                  <a:close/>
                </a:path>
                <a:path w="10160" h="256539">
                  <a:moveTo>
                    <a:pt x="10160" y="250189"/>
                  </a:moveTo>
                  <a:lnTo>
                    <a:pt x="0" y="250189"/>
                  </a:lnTo>
                  <a:lnTo>
                    <a:pt x="0" y="253999"/>
                  </a:lnTo>
                  <a:lnTo>
                    <a:pt x="10160" y="253999"/>
                  </a:lnTo>
                  <a:lnTo>
                    <a:pt x="10160" y="250189"/>
                  </a:lnTo>
                  <a:close/>
                </a:path>
                <a:path w="10160" h="256539">
                  <a:moveTo>
                    <a:pt x="10160" y="253999"/>
                  </a:moveTo>
                  <a:lnTo>
                    <a:pt x="0" y="253999"/>
                  </a:lnTo>
                  <a:lnTo>
                    <a:pt x="0" y="256539"/>
                  </a:lnTo>
                  <a:lnTo>
                    <a:pt x="5079" y="256539"/>
                  </a:lnTo>
                  <a:lnTo>
                    <a:pt x="5079" y="255269"/>
                  </a:lnTo>
                  <a:lnTo>
                    <a:pt x="10160" y="255269"/>
                  </a:lnTo>
                  <a:lnTo>
                    <a:pt x="10160" y="253999"/>
                  </a:lnTo>
                  <a:close/>
                </a:path>
              </a:pathLst>
            </a:custGeom>
            <a:solidFill>
              <a:srgbClr val="7D7D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4" name="object 1054">
              <a:extLst>
                <a:ext uri="{FF2B5EF4-FFF2-40B4-BE49-F238E27FC236}">
                  <a16:creationId xmlns:a16="http://schemas.microsoft.com/office/drawing/2014/main" id="{95BE84EB-408F-E4C7-29AC-B3709288C00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45050" y="5400040"/>
              <a:ext cx="261620" cy="254000"/>
            </a:xfrm>
            <a:prstGeom prst="rect">
              <a:avLst/>
            </a:prstGeom>
          </p:spPr>
        </p:pic>
        <p:sp>
          <p:nvSpPr>
            <p:cNvPr id="2205" name="object 1055">
              <a:extLst>
                <a:ext uri="{FF2B5EF4-FFF2-40B4-BE49-F238E27FC236}">
                  <a16:creationId xmlns:a16="http://schemas.microsoft.com/office/drawing/2014/main" id="{8046DA38-3DA5-6303-92EA-D997C3A335CE}"/>
                </a:ext>
              </a:extLst>
            </p:cNvPr>
            <p:cNvSpPr/>
            <p:nvPr/>
          </p:nvSpPr>
          <p:spPr>
            <a:xfrm>
              <a:off x="4095750" y="5380990"/>
              <a:ext cx="1009650" cy="292100"/>
            </a:xfrm>
            <a:custGeom>
              <a:avLst/>
              <a:gdLst/>
              <a:ahLst/>
              <a:cxnLst/>
              <a:rect l="l" t="t" r="r" b="b"/>
              <a:pathLst>
                <a:path w="1009650" h="292100">
                  <a:moveTo>
                    <a:pt x="504189" y="0"/>
                  </a:moveTo>
                  <a:lnTo>
                    <a:pt x="436376" y="1345"/>
                  </a:lnTo>
                  <a:lnTo>
                    <a:pt x="371151" y="5262"/>
                  </a:lnTo>
                  <a:lnTo>
                    <a:pt x="309145" y="11568"/>
                  </a:lnTo>
                  <a:lnTo>
                    <a:pt x="250989" y="20084"/>
                  </a:lnTo>
                  <a:lnTo>
                    <a:pt x="197313" y="30629"/>
                  </a:lnTo>
                  <a:lnTo>
                    <a:pt x="148748" y="43021"/>
                  </a:lnTo>
                  <a:lnTo>
                    <a:pt x="105925" y="57080"/>
                  </a:lnTo>
                  <a:lnTo>
                    <a:pt x="69473" y="72625"/>
                  </a:lnTo>
                  <a:lnTo>
                    <a:pt x="18209" y="107450"/>
                  </a:lnTo>
                  <a:lnTo>
                    <a:pt x="0" y="146050"/>
                  </a:lnTo>
                  <a:lnTo>
                    <a:pt x="4657" y="165731"/>
                  </a:lnTo>
                  <a:lnTo>
                    <a:pt x="40024" y="202624"/>
                  </a:lnTo>
                  <a:lnTo>
                    <a:pt x="105925" y="235019"/>
                  </a:lnTo>
                  <a:lnTo>
                    <a:pt x="148748" y="249078"/>
                  </a:lnTo>
                  <a:lnTo>
                    <a:pt x="197313" y="261470"/>
                  </a:lnTo>
                  <a:lnTo>
                    <a:pt x="250989" y="272015"/>
                  </a:lnTo>
                  <a:lnTo>
                    <a:pt x="309145" y="280531"/>
                  </a:lnTo>
                  <a:lnTo>
                    <a:pt x="371151" y="286837"/>
                  </a:lnTo>
                  <a:lnTo>
                    <a:pt x="436376" y="290754"/>
                  </a:lnTo>
                  <a:lnTo>
                    <a:pt x="504189" y="292100"/>
                  </a:lnTo>
                  <a:lnTo>
                    <a:pt x="572028" y="290754"/>
                  </a:lnTo>
                  <a:lnTo>
                    <a:pt x="637322" y="286837"/>
                  </a:lnTo>
                  <a:lnTo>
                    <a:pt x="699432" y="280531"/>
                  </a:lnTo>
                  <a:lnTo>
                    <a:pt x="757719" y="272015"/>
                  </a:lnTo>
                  <a:lnTo>
                    <a:pt x="811543" y="261470"/>
                  </a:lnTo>
                  <a:lnTo>
                    <a:pt x="860266" y="249078"/>
                  </a:lnTo>
                  <a:lnTo>
                    <a:pt x="903247" y="235019"/>
                  </a:lnTo>
                  <a:lnTo>
                    <a:pt x="939847" y="219474"/>
                  </a:lnTo>
                  <a:lnTo>
                    <a:pt x="991346" y="184649"/>
                  </a:lnTo>
                  <a:lnTo>
                    <a:pt x="1009650" y="146050"/>
                  </a:lnTo>
                  <a:lnTo>
                    <a:pt x="1004967" y="126368"/>
                  </a:lnTo>
                  <a:lnTo>
                    <a:pt x="969426" y="89475"/>
                  </a:lnTo>
                  <a:lnTo>
                    <a:pt x="903247" y="57080"/>
                  </a:lnTo>
                  <a:lnTo>
                    <a:pt x="860266" y="43021"/>
                  </a:lnTo>
                  <a:lnTo>
                    <a:pt x="811543" y="30629"/>
                  </a:lnTo>
                  <a:lnTo>
                    <a:pt x="757719" y="20084"/>
                  </a:lnTo>
                  <a:lnTo>
                    <a:pt x="699432" y="11568"/>
                  </a:lnTo>
                  <a:lnTo>
                    <a:pt x="637322" y="5262"/>
                  </a:lnTo>
                  <a:lnTo>
                    <a:pt x="572028" y="1345"/>
                  </a:lnTo>
                  <a:lnTo>
                    <a:pt x="504189" y="0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1056">
              <a:extLst>
                <a:ext uri="{FF2B5EF4-FFF2-40B4-BE49-F238E27FC236}">
                  <a16:creationId xmlns:a16="http://schemas.microsoft.com/office/drawing/2014/main" id="{8CE0D276-510D-8F78-BAED-3FB57B58C1CA}"/>
                </a:ext>
              </a:extLst>
            </p:cNvPr>
            <p:cNvSpPr/>
            <p:nvPr/>
          </p:nvSpPr>
          <p:spPr>
            <a:xfrm>
              <a:off x="4183380" y="4211320"/>
              <a:ext cx="228600" cy="76200"/>
            </a:xfrm>
            <a:custGeom>
              <a:avLst/>
              <a:gdLst/>
              <a:ahLst/>
              <a:cxnLst/>
              <a:rect l="l" t="t" r="r" b="b"/>
              <a:pathLst>
                <a:path w="228600" h="76200">
                  <a:moveTo>
                    <a:pt x="76200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228600" h="76200">
                  <a:moveTo>
                    <a:pt x="228600" y="0"/>
                  </a:moveTo>
                  <a:lnTo>
                    <a:pt x="152400" y="0"/>
                  </a:lnTo>
                  <a:lnTo>
                    <a:pt x="152400" y="76200"/>
                  </a:lnTo>
                  <a:lnTo>
                    <a:pt x="228600" y="76200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D87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7" name="object 1057">
              <a:extLst>
                <a:ext uri="{FF2B5EF4-FFF2-40B4-BE49-F238E27FC236}">
                  <a16:creationId xmlns:a16="http://schemas.microsoft.com/office/drawing/2014/main" id="{062033B3-CAC5-5194-6BA6-4F94803E541E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96409" y="3883660"/>
              <a:ext cx="598170" cy="861059"/>
            </a:xfrm>
            <a:prstGeom prst="rect">
              <a:avLst/>
            </a:prstGeom>
          </p:spPr>
        </p:pic>
        <p:sp>
          <p:nvSpPr>
            <p:cNvPr id="2208" name="object 1058">
              <a:extLst>
                <a:ext uri="{FF2B5EF4-FFF2-40B4-BE49-F238E27FC236}">
                  <a16:creationId xmlns:a16="http://schemas.microsoft.com/office/drawing/2014/main" id="{BB5E9976-FBC4-70AF-EA65-3A06CB1537F5}"/>
                </a:ext>
              </a:extLst>
            </p:cNvPr>
            <p:cNvSpPr/>
            <p:nvPr/>
          </p:nvSpPr>
          <p:spPr>
            <a:xfrm>
              <a:off x="4296409" y="3883660"/>
              <a:ext cx="596900" cy="859790"/>
            </a:xfrm>
            <a:custGeom>
              <a:avLst/>
              <a:gdLst/>
              <a:ahLst/>
              <a:cxnLst/>
              <a:rect l="l" t="t" r="r" b="b"/>
              <a:pathLst>
                <a:path w="596900" h="859789">
                  <a:moveTo>
                    <a:pt x="596900" y="859789"/>
                  </a:moveTo>
                  <a:lnTo>
                    <a:pt x="0" y="859789"/>
                  </a:lnTo>
                  <a:lnTo>
                    <a:pt x="0" y="0"/>
                  </a:lnTo>
                  <a:lnTo>
                    <a:pt x="596900" y="0"/>
                  </a:lnTo>
                  <a:lnTo>
                    <a:pt x="596900" y="859789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9" name="object 1059">
              <a:extLst>
                <a:ext uri="{FF2B5EF4-FFF2-40B4-BE49-F238E27FC236}">
                  <a16:creationId xmlns:a16="http://schemas.microsoft.com/office/drawing/2014/main" id="{1B1C48A9-7683-2E42-4F46-20984AD002A6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90060" y="3752850"/>
              <a:ext cx="612139" cy="132080"/>
            </a:xfrm>
            <a:prstGeom prst="rect">
              <a:avLst/>
            </a:prstGeom>
          </p:spPr>
        </p:pic>
        <p:sp>
          <p:nvSpPr>
            <p:cNvPr id="2210" name="object 1060">
              <a:extLst>
                <a:ext uri="{FF2B5EF4-FFF2-40B4-BE49-F238E27FC236}">
                  <a16:creationId xmlns:a16="http://schemas.microsoft.com/office/drawing/2014/main" id="{C098934D-124E-912B-A4AD-EF377D4B3ED7}"/>
                </a:ext>
              </a:extLst>
            </p:cNvPr>
            <p:cNvSpPr/>
            <p:nvPr/>
          </p:nvSpPr>
          <p:spPr>
            <a:xfrm>
              <a:off x="4290060" y="3752850"/>
              <a:ext cx="610870" cy="130810"/>
            </a:xfrm>
            <a:custGeom>
              <a:avLst/>
              <a:gdLst/>
              <a:ahLst/>
              <a:cxnLst/>
              <a:rect l="l" t="t" r="r" b="b"/>
              <a:pathLst>
                <a:path w="610870" h="130810">
                  <a:moveTo>
                    <a:pt x="514350" y="0"/>
                  </a:moveTo>
                  <a:lnTo>
                    <a:pt x="127000" y="0"/>
                  </a:lnTo>
                  <a:lnTo>
                    <a:pt x="0" y="130810"/>
                  </a:lnTo>
                  <a:lnTo>
                    <a:pt x="610869" y="130810"/>
                  </a:lnTo>
                  <a:lnTo>
                    <a:pt x="514350" y="0"/>
                  </a:lnTo>
                  <a:close/>
                </a:path>
              </a:pathLst>
            </a:custGeom>
            <a:ln w="3175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1061">
              <a:extLst>
                <a:ext uri="{FF2B5EF4-FFF2-40B4-BE49-F238E27FC236}">
                  <a16:creationId xmlns:a16="http://schemas.microsoft.com/office/drawing/2014/main" id="{21B0B2C9-3F28-7D4D-8C38-77B122ED5F89}"/>
                </a:ext>
              </a:extLst>
            </p:cNvPr>
            <p:cNvSpPr/>
            <p:nvPr/>
          </p:nvSpPr>
          <p:spPr>
            <a:xfrm>
              <a:off x="4372609" y="3890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5D7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1062">
              <a:extLst>
                <a:ext uri="{FF2B5EF4-FFF2-40B4-BE49-F238E27FC236}">
                  <a16:creationId xmlns:a16="http://schemas.microsoft.com/office/drawing/2014/main" id="{63C83519-FD8C-99D0-1FCC-064E17D80715}"/>
                </a:ext>
              </a:extLst>
            </p:cNvPr>
            <p:cNvSpPr/>
            <p:nvPr/>
          </p:nvSpPr>
          <p:spPr>
            <a:xfrm>
              <a:off x="4372609" y="3890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970">
              <a:solidFill>
                <a:srgbClr val="7F8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3" name="object 1063">
              <a:extLst>
                <a:ext uri="{FF2B5EF4-FFF2-40B4-BE49-F238E27FC236}">
                  <a16:creationId xmlns:a16="http://schemas.microsoft.com/office/drawing/2014/main" id="{BFCF625E-3B52-0734-106E-6D1D52B25EF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44670" y="3890010"/>
              <a:ext cx="495300" cy="828039"/>
            </a:xfrm>
            <a:prstGeom prst="rect">
              <a:avLst/>
            </a:prstGeom>
          </p:spPr>
        </p:pic>
        <p:pic>
          <p:nvPicPr>
            <p:cNvPr id="2214" name="object 1064">
              <a:extLst>
                <a:ext uri="{FF2B5EF4-FFF2-40B4-BE49-F238E27FC236}">
                  <a16:creationId xmlns:a16="http://schemas.microsoft.com/office/drawing/2014/main" id="{5CC9FD63-B0C1-A692-CA49-C44EEA2EB81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37684" y="3883025"/>
              <a:ext cx="726439" cy="840740"/>
            </a:xfrm>
            <a:prstGeom prst="rect">
              <a:avLst/>
            </a:prstGeom>
          </p:spPr>
        </p:pic>
      </p:grpSp>
      <p:sp>
        <p:nvSpPr>
          <p:cNvPr id="2215" name="object 1065">
            <a:extLst>
              <a:ext uri="{FF2B5EF4-FFF2-40B4-BE49-F238E27FC236}">
                <a16:creationId xmlns:a16="http://schemas.microsoft.com/office/drawing/2014/main" id="{147683DC-7983-BD8F-E33B-1FB215C7CBFC}"/>
              </a:ext>
            </a:extLst>
          </p:cNvPr>
          <p:cNvSpPr txBox="1"/>
          <p:nvPr/>
        </p:nvSpPr>
        <p:spPr>
          <a:xfrm>
            <a:off x="4297045" y="4171950"/>
            <a:ext cx="73406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73709">
              <a:lnSpc>
                <a:spcPct val="100000"/>
              </a:lnSpc>
              <a:spcBef>
                <a:spcPts val="100"/>
              </a:spcBef>
            </a:pPr>
            <a:r>
              <a:rPr sz="1200" spc="5" dirty="0">
                <a:solidFill>
                  <a:srgbClr val="1B1B1B"/>
                </a:solidFill>
                <a:latin typeface="Arial MT"/>
                <a:cs typeface="Arial MT"/>
              </a:rPr>
              <a:t>A</a:t>
            </a:r>
            <a:r>
              <a:rPr sz="1200" dirty="0">
                <a:solidFill>
                  <a:srgbClr val="1B1B1B"/>
                </a:solidFill>
                <a:latin typeface="Arial MT"/>
                <a:cs typeface="Arial MT"/>
              </a:rPr>
              <a:t>PI</a:t>
            </a:r>
            <a:endParaRPr sz="1200">
              <a:latin typeface="Arial MT"/>
              <a:cs typeface="Arial MT"/>
            </a:endParaRPr>
          </a:p>
        </p:txBody>
      </p:sp>
      <p:grpSp>
        <p:nvGrpSpPr>
          <p:cNvPr id="2216" name="object 1066">
            <a:extLst>
              <a:ext uri="{FF2B5EF4-FFF2-40B4-BE49-F238E27FC236}">
                <a16:creationId xmlns:a16="http://schemas.microsoft.com/office/drawing/2014/main" id="{5CDCBFF6-880A-6983-BCCF-CE42E615C291}"/>
              </a:ext>
            </a:extLst>
          </p:cNvPr>
          <p:cNvGrpSpPr/>
          <p:nvPr/>
        </p:nvGrpSpPr>
        <p:grpSpPr>
          <a:xfrm>
            <a:off x="4255770" y="5843270"/>
            <a:ext cx="689610" cy="245110"/>
            <a:chOff x="4255770" y="5843270"/>
            <a:chExt cx="689610" cy="245110"/>
          </a:xfrm>
        </p:grpSpPr>
        <p:sp>
          <p:nvSpPr>
            <p:cNvPr id="2217" name="object 1067">
              <a:extLst>
                <a:ext uri="{FF2B5EF4-FFF2-40B4-BE49-F238E27FC236}">
                  <a16:creationId xmlns:a16="http://schemas.microsoft.com/office/drawing/2014/main" id="{AC674140-611D-D303-115D-8FA2BD474A70}"/>
                </a:ext>
              </a:extLst>
            </p:cNvPr>
            <p:cNvSpPr/>
            <p:nvPr/>
          </p:nvSpPr>
          <p:spPr>
            <a:xfrm>
              <a:off x="4262120" y="5880100"/>
              <a:ext cx="6350" cy="172720"/>
            </a:xfrm>
            <a:custGeom>
              <a:avLst/>
              <a:gdLst/>
              <a:ahLst/>
              <a:cxnLst/>
              <a:rect l="l" t="t" r="r" b="b"/>
              <a:pathLst>
                <a:path w="6350" h="172720">
                  <a:moveTo>
                    <a:pt x="6350" y="0"/>
                  </a:moveTo>
                  <a:lnTo>
                    <a:pt x="0" y="0"/>
                  </a:lnTo>
                  <a:lnTo>
                    <a:pt x="0" y="172720"/>
                  </a:lnTo>
                  <a:lnTo>
                    <a:pt x="6350" y="17272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EDD1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1068">
              <a:extLst>
                <a:ext uri="{FF2B5EF4-FFF2-40B4-BE49-F238E27FC236}">
                  <a16:creationId xmlns:a16="http://schemas.microsoft.com/office/drawing/2014/main" id="{7A2F5D65-88DA-E830-05A6-994ACB5C6BF4}"/>
                </a:ext>
              </a:extLst>
            </p:cNvPr>
            <p:cNvSpPr/>
            <p:nvPr/>
          </p:nvSpPr>
          <p:spPr>
            <a:xfrm>
              <a:off x="4268470" y="5880100"/>
              <a:ext cx="6350" cy="172720"/>
            </a:xfrm>
            <a:custGeom>
              <a:avLst/>
              <a:gdLst/>
              <a:ahLst/>
              <a:cxnLst/>
              <a:rect l="l" t="t" r="r" b="b"/>
              <a:pathLst>
                <a:path w="6350" h="172720">
                  <a:moveTo>
                    <a:pt x="6350" y="172720"/>
                  </a:moveTo>
                  <a:lnTo>
                    <a:pt x="0" y="172720"/>
                  </a:lnTo>
                  <a:lnTo>
                    <a:pt x="0" y="0"/>
                  </a:lnTo>
                  <a:lnTo>
                    <a:pt x="6350" y="0"/>
                  </a:lnTo>
                  <a:lnTo>
                    <a:pt x="6350" y="172720"/>
                  </a:lnTo>
                  <a:close/>
                </a:path>
              </a:pathLst>
            </a:custGeom>
            <a:solidFill>
              <a:srgbClr val="EDD1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1069">
              <a:extLst>
                <a:ext uri="{FF2B5EF4-FFF2-40B4-BE49-F238E27FC236}">
                  <a16:creationId xmlns:a16="http://schemas.microsoft.com/office/drawing/2014/main" id="{FE30A29E-FB53-5418-0A72-65108865CB59}"/>
                </a:ext>
              </a:extLst>
            </p:cNvPr>
            <p:cNvSpPr/>
            <p:nvPr/>
          </p:nvSpPr>
          <p:spPr>
            <a:xfrm>
              <a:off x="4274820" y="5880100"/>
              <a:ext cx="7620" cy="172720"/>
            </a:xfrm>
            <a:custGeom>
              <a:avLst/>
              <a:gdLst/>
              <a:ahLst/>
              <a:cxnLst/>
              <a:rect l="l" t="t" r="r" b="b"/>
              <a:pathLst>
                <a:path w="7620" h="172720">
                  <a:moveTo>
                    <a:pt x="7619" y="172720"/>
                  </a:moveTo>
                  <a:lnTo>
                    <a:pt x="0" y="172720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72720"/>
                  </a:lnTo>
                  <a:close/>
                </a:path>
              </a:pathLst>
            </a:custGeom>
            <a:solidFill>
              <a:srgbClr val="EDD0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1070">
              <a:extLst>
                <a:ext uri="{FF2B5EF4-FFF2-40B4-BE49-F238E27FC236}">
                  <a16:creationId xmlns:a16="http://schemas.microsoft.com/office/drawing/2014/main" id="{71497BF3-BEB0-9AC3-696C-E76BEB25BA2C}"/>
                </a:ext>
              </a:extLst>
            </p:cNvPr>
            <p:cNvSpPr/>
            <p:nvPr/>
          </p:nvSpPr>
          <p:spPr>
            <a:xfrm>
              <a:off x="4282440" y="5880100"/>
              <a:ext cx="7620" cy="172720"/>
            </a:xfrm>
            <a:custGeom>
              <a:avLst/>
              <a:gdLst/>
              <a:ahLst/>
              <a:cxnLst/>
              <a:rect l="l" t="t" r="r" b="b"/>
              <a:pathLst>
                <a:path w="7620" h="172720">
                  <a:moveTo>
                    <a:pt x="7620" y="172720"/>
                  </a:moveTo>
                  <a:lnTo>
                    <a:pt x="0" y="172720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72720"/>
                  </a:lnTo>
                  <a:close/>
                </a:path>
              </a:pathLst>
            </a:custGeom>
            <a:solidFill>
              <a:srgbClr val="EDCF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1071">
              <a:extLst>
                <a:ext uri="{FF2B5EF4-FFF2-40B4-BE49-F238E27FC236}">
                  <a16:creationId xmlns:a16="http://schemas.microsoft.com/office/drawing/2014/main" id="{30CD0C33-EBE5-3E9A-3A5C-808974F3F8E5}"/>
                </a:ext>
              </a:extLst>
            </p:cNvPr>
            <p:cNvSpPr/>
            <p:nvPr/>
          </p:nvSpPr>
          <p:spPr>
            <a:xfrm>
              <a:off x="429006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6350" y="0"/>
                  </a:moveTo>
                  <a:lnTo>
                    <a:pt x="1270" y="0"/>
                  </a:lnTo>
                  <a:lnTo>
                    <a:pt x="1270" y="30480"/>
                  </a:lnTo>
                  <a:lnTo>
                    <a:pt x="0" y="30480"/>
                  </a:lnTo>
                  <a:lnTo>
                    <a:pt x="0" y="203200"/>
                  </a:lnTo>
                  <a:lnTo>
                    <a:pt x="1270" y="203200"/>
                  </a:lnTo>
                  <a:lnTo>
                    <a:pt x="1270" y="233680"/>
                  </a:lnTo>
                  <a:lnTo>
                    <a:pt x="6350" y="233680"/>
                  </a:lnTo>
                  <a:lnTo>
                    <a:pt x="6350" y="203200"/>
                  </a:lnTo>
                  <a:lnTo>
                    <a:pt x="6350" y="3048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ECCE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1072">
              <a:extLst>
                <a:ext uri="{FF2B5EF4-FFF2-40B4-BE49-F238E27FC236}">
                  <a16:creationId xmlns:a16="http://schemas.microsoft.com/office/drawing/2014/main" id="{9200D6C8-7DD6-932D-DAA7-061AB8447ED8}"/>
                </a:ext>
              </a:extLst>
            </p:cNvPr>
            <p:cNvSpPr/>
            <p:nvPr/>
          </p:nvSpPr>
          <p:spPr>
            <a:xfrm>
              <a:off x="429641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CC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1073">
              <a:extLst>
                <a:ext uri="{FF2B5EF4-FFF2-40B4-BE49-F238E27FC236}">
                  <a16:creationId xmlns:a16="http://schemas.microsoft.com/office/drawing/2014/main" id="{09FB30BC-2105-2097-B32A-430C0C242D0F}"/>
                </a:ext>
              </a:extLst>
            </p:cNvPr>
            <p:cNvSpPr/>
            <p:nvPr/>
          </p:nvSpPr>
          <p:spPr>
            <a:xfrm>
              <a:off x="430403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CC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1074">
              <a:extLst>
                <a:ext uri="{FF2B5EF4-FFF2-40B4-BE49-F238E27FC236}">
                  <a16:creationId xmlns:a16="http://schemas.microsoft.com/office/drawing/2014/main" id="{B781F5AC-9922-5657-0D23-2CF4CFCDD997}"/>
                </a:ext>
              </a:extLst>
            </p:cNvPr>
            <p:cNvSpPr/>
            <p:nvPr/>
          </p:nvSpPr>
          <p:spPr>
            <a:xfrm>
              <a:off x="431038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BCC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1075">
              <a:extLst>
                <a:ext uri="{FF2B5EF4-FFF2-40B4-BE49-F238E27FC236}">
                  <a16:creationId xmlns:a16="http://schemas.microsoft.com/office/drawing/2014/main" id="{1B1C6864-5EFE-126B-BE83-68456E72C9B0}"/>
                </a:ext>
              </a:extLst>
            </p:cNvPr>
            <p:cNvSpPr/>
            <p:nvPr/>
          </p:nvSpPr>
          <p:spPr>
            <a:xfrm>
              <a:off x="431800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BCC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1076">
              <a:extLst>
                <a:ext uri="{FF2B5EF4-FFF2-40B4-BE49-F238E27FC236}">
                  <a16:creationId xmlns:a16="http://schemas.microsoft.com/office/drawing/2014/main" id="{F1C5CC0B-D5E1-16A7-7A5E-23C2419BC18A}"/>
                </a:ext>
              </a:extLst>
            </p:cNvPr>
            <p:cNvSpPr/>
            <p:nvPr/>
          </p:nvSpPr>
          <p:spPr>
            <a:xfrm>
              <a:off x="432562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BCC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1077">
              <a:extLst>
                <a:ext uri="{FF2B5EF4-FFF2-40B4-BE49-F238E27FC236}">
                  <a16:creationId xmlns:a16="http://schemas.microsoft.com/office/drawing/2014/main" id="{D5441D00-969E-2266-8595-9597F96A8C8E}"/>
                </a:ext>
              </a:extLst>
            </p:cNvPr>
            <p:cNvSpPr/>
            <p:nvPr/>
          </p:nvSpPr>
          <p:spPr>
            <a:xfrm>
              <a:off x="433197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BCA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1078">
              <a:extLst>
                <a:ext uri="{FF2B5EF4-FFF2-40B4-BE49-F238E27FC236}">
                  <a16:creationId xmlns:a16="http://schemas.microsoft.com/office/drawing/2014/main" id="{6A88D4F0-DA2C-07A9-7796-9182A2847A88}"/>
                </a:ext>
              </a:extLst>
            </p:cNvPr>
            <p:cNvSpPr/>
            <p:nvPr/>
          </p:nvSpPr>
          <p:spPr>
            <a:xfrm>
              <a:off x="433959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AC9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1079">
              <a:extLst>
                <a:ext uri="{FF2B5EF4-FFF2-40B4-BE49-F238E27FC236}">
                  <a16:creationId xmlns:a16="http://schemas.microsoft.com/office/drawing/2014/main" id="{869C4011-ED7A-A68F-46FF-EACDA19BB408}"/>
                </a:ext>
              </a:extLst>
            </p:cNvPr>
            <p:cNvSpPr/>
            <p:nvPr/>
          </p:nvSpPr>
          <p:spPr>
            <a:xfrm>
              <a:off x="434721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AC8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1080">
              <a:extLst>
                <a:ext uri="{FF2B5EF4-FFF2-40B4-BE49-F238E27FC236}">
                  <a16:creationId xmlns:a16="http://schemas.microsoft.com/office/drawing/2014/main" id="{9D1E52C4-0732-FE7E-E721-46A82938B8E1}"/>
                </a:ext>
              </a:extLst>
            </p:cNvPr>
            <p:cNvSpPr/>
            <p:nvPr/>
          </p:nvSpPr>
          <p:spPr>
            <a:xfrm>
              <a:off x="435483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AC8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1081">
              <a:extLst>
                <a:ext uri="{FF2B5EF4-FFF2-40B4-BE49-F238E27FC236}">
                  <a16:creationId xmlns:a16="http://schemas.microsoft.com/office/drawing/2014/main" id="{DBBE4E1B-C7CB-B5FA-D34F-07BDC24D8E91}"/>
                </a:ext>
              </a:extLst>
            </p:cNvPr>
            <p:cNvSpPr/>
            <p:nvPr/>
          </p:nvSpPr>
          <p:spPr>
            <a:xfrm>
              <a:off x="436118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9C7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1082">
              <a:extLst>
                <a:ext uri="{FF2B5EF4-FFF2-40B4-BE49-F238E27FC236}">
                  <a16:creationId xmlns:a16="http://schemas.microsoft.com/office/drawing/2014/main" id="{19716207-9C6A-05ED-23AC-E01B79F57162}"/>
                </a:ext>
              </a:extLst>
            </p:cNvPr>
            <p:cNvSpPr/>
            <p:nvPr/>
          </p:nvSpPr>
          <p:spPr>
            <a:xfrm>
              <a:off x="436880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9C6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1083">
              <a:extLst>
                <a:ext uri="{FF2B5EF4-FFF2-40B4-BE49-F238E27FC236}">
                  <a16:creationId xmlns:a16="http://schemas.microsoft.com/office/drawing/2014/main" id="{4EBB1427-6E5A-95D3-75B0-3C70C6BDB03A}"/>
                </a:ext>
              </a:extLst>
            </p:cNvPr>
            <p:cNvSpPr/>
            <p:nvPr/>
          </p:nvSpPr>
          <p:spPr>
            <a:xfrm>
              <a:off x="437515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9C5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1084">
              <a:extLst>
                <a:ext uri="{FF2B5EF4-FFF2-40B4-BE49-F238E27FC236}">
                  <a16:creationId xmlns:a16="http://schemas.microsoft.com/office/drawing/2014/main" id="{811767D0-F65F-5651-2631-9FA7EB2E71EB}"/>
                </a:ext>
              </a:extLst>
            </p:cNvPr>
            <p:cNvSpPr/>
            <p:nvPr/>
          </p:nvSpPr>
          <p:spPr>
            <a:xfrm>
              <a:off x="438277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9C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1085">
              <a:extLst>
                <a:ext uri="{FF2B5EF4-FFF2-40B4-BE49-F238E27FC236}">
                  <a16:creationId xmlns:a16="http://schemas.microsoft.com/office/drawing/2014/main" id="{C28775C9-2951-F52D-F2C0-902A83B17DA1}"/>
                </a:ext>
              </a:extLst>
            </p:cNvPr>
            <p:cNvSpPr/>
            <p:nvPr/>
          </p:nvSpPr>
          <p:spPr>
            <a:xfrm>
              <a:off x="439039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8C4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1086">
              <a:extLst>
                <a:ext uri="{FF2B5EF4-FFF2-40B4-BE49-F238E27FC236}">
                  <a16:creationId xmlns:a16="http://schemas.microsoft.com/office/drawing/2014/main" id="{7FCF65DB-B5A4-49F3-12A1-9511FA66F7B3}"/>
                </a:ext>
              </a:extLst>
            </p:cNvPr>
            <p:cNvSpPr/>
            <p:nvPr/>
          </p:nvSpPr>
          <p:spPr>
            <a:xfrm>
              <a:off x="439674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8C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1087">
              <a:extLst>
                <a:ext uri="{FF2B5EF4-FFF2-40B4-BE49-F238E27FC236}">
                  <a16:creationId xmlns:a16="http://schemas.microsoft.com/office/drawing/2014/main" id="{8ACE7D6B-7C21-68FF-81E1-CE61B18CC2EE}"/>
                </a:ext>
              </a:extLst>
            </p:cNvPr>
            <p:cNvSpPr/>
            <p:nvPr/>
          </p:nvSpPr>
          <p:spPr>
            <a:xfrm>
              <a:off x="440436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8C2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1088">
              <a:extLst>
                <a:ext uri="{FF2B5EF4-FFF2-40B4-BE49-F238E27FC236}">
                  <a16:creationId xmlns:a16="http://schemas.microsoft.com/office/drawing/2014/main" id="{6EEC5AB6-1C5C-1A2A-6137-6D59BB6F473B}"/>
                </a:ext>
              </a:extLst>
            </p:cNvPr>
            <p:cNvSpPr/>
            <p:nvPr/>
          </p:nvSpPr>
          <p:spPr>
            <a:xfrm>
              <a:off x="441071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7C1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1089">
              <a:extLst>
                <a:ext uri="{FF2B5EF4-FFF2-40B4-BE49-F238E27FC236}">
                  <a16:creationId xmlns:a16="http://schemas.microsoft.com/office/drawing/2014/main" id="{1CF325A0-3F7D-4870-C4DE-8A5B2D82B886}"/>
                </a:ext>
              </a:extLst>
            </p:cNvPr>
            <p:cNvSpPr/>
            <p:nvPr/>
          </p:nvSpPr>
          <p:spPr>
            <a:xfrm>
              <a:off x="441833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7C1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1090">
              <a:extLst>
                <a:ext uri="{FF2B5EF4-FFF2-40B4-BE49-F238E27FC236}">
                  <a16:creationId xmlns:a16="http://schemas.microsoft.com/office/drawing/2014/main" id="{2F7495FF-AC67-A90C-7E99-1037D77E8665}"/>
                </a:ext>
              </a:extLst>
            </p:cNvPr>
            <p:cNvSpPr/>
            <p:nvPr/>
          </p:nvSpPr>
          <p:spPr>
            <a:xfrm>
              <a:off x="442595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7C0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1091">
              <a:extLst>
                <a:ext uri="{FF2B5EF4-FFF2-40B4-BE49-F238E27FC236}">
                  <a16:creationId xmlns:a16="http://schemas.microsoft.com/office/drawing/2014/main" id="{C588A7BC-301D-16EC-4F6D-B5F659A1C149}"/>
                </a:ext>
              </a:extLst>
            </p:cNvPr>
            <p:cNvSpPr/>
            <p:nvPr/>
          </p:nvSpPr>
          <p:spPr>
            <a:xfrm>
              <a:off x="443230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7BF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1092">
              <a:extLst>
                <a:ext uri="{FF2B5EF4-FFF2-40B4-BE49-F238E27FC236}">
                  <a16:creationId xmlns:a16="http://schemas.microsoft.com/office/drawing/2014/main" id="{64C2C390-A8F1-A920-DDD8-1F2ED8062FBE}"/>
                </a:ext>
              </a:extLst>
            </p:cNvPr>
            <p:cNvSpPr/>
            <p:nvPr/>
          </p:nvSpPr>
          <p:spPr>
            <a:xfrm>
              <a:off x="443992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6BE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1093">
              <a:extLst>
                <a:ext uri="{FF2B5EF4-FFF2-40B4-BE49-F238E27FC236}">
                  <a16:creationId xmlns:a16="http://schemas.microsoft.com/office/drawing/2014/main" id="{89D6F0F1-236B-422C-557B-0AA5DE2931D0}"/>
                </a:ext>
              </a:extLst>
            </p:cNvPr>
            <p:cNvSpPr/>
            <p:nvPr/>
          </p:nvSpPr>
          <p:spPr>
            <a:xfrm>
              <a:off x="444754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6BE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1094">
              <a:extLst>
                <a:ext uri="{FF2B5EF4-FFF2-40B4-BE49-F238E27FC236}">
                  <a16:creationId xmlns:a16="http://schemas.microsoft.com/office/drawing/2014/main" id="{9F957928-614F-A413-28F2-717893F5D087}"/>
                </a:ext>
              </a:extLst>
            </p:cNvPr>
            <p:cNvSpPr/>
            <p:nvPr/>
          </p:nvSpPr>
          <p:spPr>
            <a:xfrm>
              <a:off x="445389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6BD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1095">
              <a:extLst>
                <a:ext uri="{FF2B5EF4-FFF2-40B4-BE49-F238E27FC236}">
                  <a16:creationId xmlns:a16="http://schemas.microsoft.com/office/drawing/2014/main" id="{833F5282-765A-1BDF-1A12-C424481C9D71}"/>
                </a:ext>
              </a:extLst>
            </p:cNvPr>
            <p:cNvSpPr/>
            <p:nvPr/>
          </p:nvSpPr>
          <p:spPr>
            <a:xfrm>
              <a:off x="446151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5B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1096">
              <a:extLst>
                <a:ext uri="{FF2B5EF4-FFF2-40B4-BE49-F238E27FC236}">
                  <a16:creationId xmlns:a16="http://schemas.microsoft.com/office/drawing/2014/main" id="{A2371110-C855-0345-3339-D07B8150B215}"/>
                </a:ext>
              </a:extLst>
            </p:cNvPr>
            <p:cNvSpPr/>
            <p:nvPr/>
          </p:nvSpPr>
          <p:spPr>
            <a:xfrm>
              <a:off x="446786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5B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1097">
              <a:extLst>
                <a:ext uri="{FF2B5EF4-FFF2-40B4-BE49-F238E27FC236}">
                  <a16:creationId xmlns:a16="http://schemas.microsoft.com/office/drawing/2014/main" id="{13A3F09E-89B9-8519-946A-EC33A22F488C}"/>
                </a:ext>
              </a:extLst>
            </p:cNvPr>
            <p:cNvSpPr/>
            <p:nvPr/>
          </p:nvSpPr>
          <p:spPr>
            <a:xfrm>
              <a:off x="447548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5B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1098">
              <a:extLst>
                <a:ext uri="{FF2B5EF4-FFF2-40B4-BE49-F238E27FC236}">
                  <a16:creationId xmlns:a16="http://schemas.microsoft.com/office/drawing/2014/main" id="{96B76E37-B825-5880-A4E2-1DF790100B10}"/>
                </a:ext>
              </a:extLst>
            </p:cNvPr>
            <p:cNvSpPr/>
            <p:nvPr/>
          </p:nvSpPr>
          <p:spPr>
            <a:xfrm>
              <a:off x="448310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5BA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1099">
              <a:extLst>
                <a:ext uri="{FF2B5EF4-FFF2-40B4-BE49-F238E27FC236}">
                  <a16:creationId xmlns:a16="http://schemas.microsoft.com/office/drawing/2014/main" id="{8FDDEF41-20D4-DC5A-A269-5D0A8C0FDAB3}"/>
                </a:ext>
              </a:extLst>
            </p:cNvPr>
            <p:cNvSpPr/>
            <p:nvPr/>
          </p:nvSpPr>
          <p:spPr>
            <a:xfrm>
              <a:off x="448945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4B9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1100">
              <a:extLst>
                <a:ext uri="{FF2B5EF4-FFF2-40B4-BE49-F238E27FC236}">
                  <a16:creationId xmlns:a16="http://schemas.microsoft.com/office/drawing/2014/main" id="{15536328-50D0-4A78-0DE0-6F444E90A8DA}"/>
                </a:ext>
              </a:extLst>
            </p:cNvPr>
            <p:cNvSpPr/>
            <p:nvPr/>
          </p:nvSpPr>
          <p:spPr>
            <a:xfrm>
              <a:off x="449707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4B8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1101">
              <a:extLst>
                <a:ext uri="{FF2B5EF4-FFF2-40B4-BE49-F238E27FC236}">
                  <a16:creationId xmlns:a16="http://schemas.microsoft.com/office/drawing/2014/main" id="{3993729F-4E47-732F-A4F9-C553543554E0}"/>
                </a:ext>
              </a:extLst>
            </p:cNvPr>
            <p:cNvSpPr/>
            <p:nvPr/>
          </p:nvSpPr>
          <p:spPr>
            <a:xfrm>
              <a:off x="450342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4B8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1102">
              <a:extLst>
                <a:ext uri="{FF2B5EF4-FFF2-40B4-BE49-F238E27FC236}">
                  <a16:creationId xmlns:a16="http://schemas.microsoft.com/office/drawing/2014/main" id="{FA0E909D-1D76-19CC-C18E-3CA903F3C19A}"/>
                </a:ext>
              </a:extLst>
            </p:cNvPr>
            <p:cNvSpPr/>
            <p:nvPr/>
          </p:nvSpPr>
          <p:spPr>
            <a:xfrm>
              <a:off x="451104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3B7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1103">
              <a:extLst>
                <a:ext uri="{FF2B5EF4-FFF2-40B4-BE49-F238E27FC236}">
                  <a16:creationId xmlns:a16="http://schemas.microsoft.com/office/drawing/2014/main" id="{31D52EF3-9B71-E1D1-86D5-67A80A35B79D}"/>
                </a:ext>
              </a:extLst>
            </p:cNvPr>
            <p:cNvSpPr/>
            <p:nvPr/>
          </p:nvSpPr>
          <p:spPr>
            <a:xfrm>
              <a:off x="451866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3B6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1104">
              <a:extLst>
                <a:ext uri="{FF2B5EF4-FFF2-40B4-BE49-F238E27FC236}">
                  <a16:creationId xmlns:a16="http://schemas.microsoft.com/office/drawing/2014/main" id="{5E6C967F-DD7D-57EE-5475-D5138EEA9874}"/>
                </a:ext>
              </a:extLst>
            </p:cNvPr>
            <p:cNvSpPr/>
            <p:nvPr/>
          </p:nvSpPr>
          <p:spPr>
            <a:xfrm>
              <a:off x="452501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3B5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1105">
              <a:extLst>
                <a:ext uri="{FF2B5EF4-FFF2-40B4-BE49-F238E27FC236}">
                  <a16:creationId xmlns:a16="http://schemas.microsoft.com/office/drawing/2014/main" id="{463F61FD-45C3-B1A6-36E7-96973232528D}"/>
                </a:ext>
              </a:extLst>
            </p:cNvPr>
            <p:cNvSpPr/>
            <p:nvPr/>
          </p:nvSpPr>
          <p:spPr>
            <a:xfrm>
              <a:off x="453263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3B5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1106">
              <a:extLst>
                <a:ext uri="{FF2B5EF4-FFF2-40B4-BE49-F238E27FC236}">
                  <a16:creationId xmlns:a16="http://schemas.microsoft.com/office/drawing/2014/main" id="{DCF5A8BB-97AD-D0CA-B6BE-44B5D985AA7E}"/>
                </a:ext>
              </a:extLst>
            </p:cNvPr>
            <p:cNvSpPr/>
            <p:nvPr/>
          </p:nvSpPr>
          <p:spPr>
            <a:xfrm>
              <a:off x="454025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2B4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1107">
              <a:extLst>
                <a:ext uri="{FF2B5EF4-FFF2-40B4-BE49-F238E27FC236}">
                  <a16:creationId xmlns:a16="http://schemas.microsoft.com/office/drawing/2014/main" id="{02BF60E2-A282-1AB1-AB2C-5227C24348C4}"/>
                </a:ext>
              </a:extLst>
            </p:cNvPr>
            <p:cNvSpPr/>
            <p:nvPr/>
          </p:nvSpPr>
          <p:spPr>
            <a:xfrm>
              <a:off x="454660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2B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1108">
              <a:extLst>
                <a:ext uri="{FF2B5EF4-FFF2-40B4-BE49-F238E27FC236}">
                  <a16:creationId xmlns:a16="http://schemas.microsoft.com/office/drawing/2014/main" id="{5C7C16F7-A6FA-E927-7352-C5DE9D505384}"/>
                </a:ext>
              </a:extLst>
            </p:cNvPr>
            <p:cNvSpPr/>
            <p:nvPr/>
          </p:nvSpPr>
          <p:spPr>
            <a:xfrm>
              <a:off x="455422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2B2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1109">
              <a:extLst>
                <a:ext uri="{FF2B5EF4-FFF2-40B4-BE49-F238E27FC236}">
                  <a16:creationId xmlns:a16="http://schemas.microsoft.com/office/drawing/2014/main" id="{F55DC5F9-DDD0-7299-0BB9-D00A022DBBBC}"/>
                </a:ext>
              </a:extLst>
            </p:cNvPr>
            <p:cNvSpPr/>
            <p:nvPr/>
          </p:nvSpPr>
          <p:spPr>
            <a:xfrm>
              <a:off x="456057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1B1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1110">
              <a:extLst>
                <a:ext uri="{FF2B5EF4-FFF2-40B4-BE49-F238E27FC236}">
                  <a16:creationId xmlns:a16="http://schemas.microsoft.com/office/drawing/2014/main" id="{7AABC551-80BE-7300-C117-F6CB48241D05}"/>
                </a:ext>
              </a:extLst>
            </p:cNvPr>
            <p:cNvSpPr/>
            <p:nvPr/>
          </p:nvSpPr>
          <p:spPr>
            <a:xfrm>
              <a:off x="456819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1B1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1111">
              <a:extLst>
                <a:ext uri="{FF2B5EF4-FFF2-40B4-BE49-F238E27FC236}">
                  <a16:creationId xmlns:a16="http://schemas.microsoft.com/office/drawing/2014/main" id="{2A484D74-4BFD-458F-D1A4-BDF8962DE5C3}"/>
                </a:ext>
              </a:extLst>
            </p:cNvPr>
            <p:cNvSpPr/>
            <p:nvPr/>
          </p:nvSpPr>
          <p:spPr>
            <a:xfrm>
              <a:off x="457581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1B01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1112">
              <a:extLst>
                <a:ext uri="{FF2B5EF4-FFF2-40B4-BE49-F238E27FC236}">
                  <a16:creationId xmlns:a16="http://schemas.microsoft.com/office/drawing/2014/main" id="{29F09E97-CD92-85C0-1BC2-6387C3A08B1B}"/>
                </a:ext>
              </a:extLst>
            </p:cNvPr>
            <p:cNvSpPr/>
            <p:nvPr/>
          </p:nvSpPr>
          <p:spPr>
            <a:xfrm>
              <a:off x="458343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1AF1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1113">
              <a:extLst>
                <a:ext uri="{FF2B5EF4-FFF2-40B4-BE49-F238E27FC236}">
                  <a16:creationId xmlns:a16="http://schemas.microsoft.com/office/drawing/2014/main" id="{CF33F1D8-BACE-A908-EC64-3D997D8D02A9}"/>
                </a:ext>
              </a:extLst>
            </p:cNvPr>
            <p:cNvSpPr/>
            <p:nvPr/>
          </p:nvSpPr>
          <p:spPr>
            <a:xfrm>
              <a:off x="458978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0AE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1114">
              <a:extLst>
                <a:ext uri="{FF2B5EF4-FFF2-40B4-BE49-F238E27FC236}">
                  <a16:creationId xmlns:a16="http://schemas.microsoft.com/office/drawing/2014/main" id="{83596AA7-CEE3-5D2E-6F8F-79F6BF542752}"/>
                </a:ext>
              </a:extLst>
            </p:cNvPr>
            <p:cNvSpPr/>
            <p:nvPr/>
          </p:nvSpPr>
          <p:spPr>
            <a:xfrm>
              <a:off x="459740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0AE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1115">
              <a:extLst>
                <a:ext uri="{FF2B5EF4-FFF2-40B4-BE49-F238E27FC236}">
                  <a16:creationId xmlns:a16="http://schemas.microsoft.com/office/drawing/2014/main" id="{0E4A95FF-C781-7EE8-E355-7570DF2DDB46}"/>
                </a:ext>
              </a:extLst>
            </p:cNvPr>
            <p:cNvSpPr/>
            <p:nvPr/>
          </p:nvSpPr>
          <p:spPr>
            <a:xfrm>
              <a:off x="460375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DFAC1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1116">
              <a:extLst>
                <a:ext uri="{FF2B5EF4-FFF2-40B4-BE49-F238E27FC236}">
                  <a16:creationId xmlns:a16="http://schemas.microsoft.com/office/drawing/2014/main" id="{7A2A0DF3-37AC-A038-3AAE-177E54132653}"/>
                </a:ext>
              </a:extLst>
            </p:cNvPr>
            <p:cNvSpPr/>
            <p:nvPr/>
          </p:nvSpPr>
          <p:spPr>
            <a:xfrm>
              <a:off x="461137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DFAD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1117">
              <a:extLst>
                <a:ext uri="{FF2B5EF4-FFF2-40B4-BE49-F238E27FC236}">
                  <a16:creationId xmlns:a16="http://schemas.microsoft.com/office/drawing/2014/main" id="{5B6EEFB9-3165-6919-5414-14496CCD7B92}"/>
                </a:ext>
              </a:extLst>
            </p:cNvPr>
            <p:cNvSpPr/>
            <p:nvPr/>
          </p:nvSpPr>
          <p:spPr>
            <a:xfrm>
              <a:off x="461899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DFAE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1118">
              <a:extLst>
                <a:ext uri="{FF2B5EF4-FFF2-40B4-BE49-F238E27FC236}">
                  <a16:creationId xmlns:a16="http://schemas.microsoft.com/office/drawing/2014/main" id="{79300721-ED78-7C25-59F9-1657BFEC1402}"/>
                </a:ext>
              </a:extLst>
            </p:cNvPr>
            <p:cNvSpPr/>
            <p:nvPr/>
          </p:nvSpPr>
          <p:spPr>
            <a:xfrm>
              <a:off x="462534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0AF1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1119">
              <a:extLst>
                <a:ext uri="{FF2B5EF4-FFF2-40B4-BE49-F238E27FC236}">
                  <a16:creationId xmlns:a16="http://schemas.microsoft.com/office/drawing/2014/main" id="{CA3DC6AA-BF27-CDD8-EB16-7EA4D31F90C6}"/>
                </a:ext>
              </a:extLst>
            </p:cNvPr>
            <p:cNvSpPr/>
            <p:nvPr/>
          </p:nvSpPr>
          <p:spPr>
            <a:xfrm>
              <a:off x="463296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0AF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1120">
              <a:extLst>
                <a:ext uri="{FF2B5EF4-FFF2-40B4-BE49-F238E27FC236}">
                  <a16:creationId xmlns:a16="http://schemas.microsoft.com/office/drawing/2014/main" id="{5DEC8FB5-4E29-5451-C8A8-00310ED2F9C9}"/>
                </a:ext>
              </a:extLst>
            </p:cNvPr>
            <p:cNvSpPr/>
            <p:nvPr/>
          </p:nvSpPr>
          <p:spPr>
            <a:xfrm>
              <a:off x="464058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0B01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1121">
              <a:extLst>
                <a:ext uri="{FF2B5EF4-FFF2-40B4-BE49-F238E27FC236}">
                  <a16:creationId xmlns:a16="http://schemas.microsoft.com/office/drawing/2014/main" id="{01D9191A-5645-D0B9-6B33-73367C28CEAA}"/>
                </a:ext>
              </a:extLst>
            </p:cNvPr>
            <p:cNvSpPr/>
            <p:nvPr/>
          </p:nvSpPr>
          <p:spPr>
            <a:xfrm>
              <a:off x="464693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1B1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1122">
              <a:extLst>
                <a:ext uri="{FF2B5EF4-FFF2-40B4-BE49-F238E27FC236}">
                  <a16:creationId xmlns:a16="http://schemas.microsoft.com/office/drawing/2014/main" id="{591CCC20-F4B9-F1E1-D268-EF614EDD520D}"/>
                </a:ext>
              </a:extLst>
            </p:cNvPr>
            <p:cNvSpPr/>
            <p:nvPr/>
          </p:nvSpPr>
          <p:spPr>
            <a:xfrm>
              <a:off x="465455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1B2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1123">
              <a:extLst>
                <a:ext uri="{FF2B5EF4-FFF2-40B4-BE49-F238E27FC236}">
                  <a16:creationId xmlns:a16="http://schemas.microsoft.com/office/drawing/2014/main" id="{21F70C0F-F00C-AEA8-AC79-FD12EC542A5A}"/>
                </a:ext>
              </a:extLst>
            </p:cNvPr>
            <p:cNvSpPr/>
            <p:nvPr/>
          </p:nvSpPr>
          <p:spPr>
            <a:xfrm>
              <a:off x="466090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1B2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1124">
              <a:extLst>
                <a:ext uri="{FF2B5EF4-FFF2-40B4-BE49-F238E27FC236}">
                  <a16:creationId xmlns:a16="http://schemas.microsoft.com/office/drawing/2014/main" id="{BC2ACB74-8DF2-43D6-CA09-3A634E961E42}"/>
                </a:ext>
              </a:extLst>
            </p:cNvPr>
            <p:cNvSpPr/>
            <p:nvPr/>
          </p:nvSpPr>
          <p:spPr>
            <a:xfrm>
              <a:off x="466852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1B3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1125">
              <a:extLst>
                <a:ext uri="{FF2B5EF4-FFF2-40B4-BE49-F238E27FC236}">
                  <a16:creationId xmlns:a16="http://schemas.microsoft.com/office/drawing/2014/main" id="{03A7B827-4924-5AA1-EFA4-F69FB436CF47}"/>
                </a:ext>
              </a:extLst>
            </p:cNvPr>
            <p:cNvSpPr/>
            <p:nvPr/>
          </p:nvSpPr>
          <p:spPr>
            <a:xfrm>
              <a:off x="467614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2B4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1126">
              <a:extLst>
                <a:ext uri="{FF2B5EF4-FFF2-40B4-BE49-F238E27FC236}">
                  <a16:creationId xmlns:a16="http://schemas.microsoft.com/office/drawing/2014/main" id="{B9F74EE0-E5F2-A35E-E783-CB4A3FD3DBD2}"/>
                </a:ext>
              </a:extLst>
            </p:cNvPr>
            <p:cNvSpPr/>
            <p:nvPr/>
          </p:nvSpPr>
          <p:spPr>
            <a:xfrm>
              <a:off x="468249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2B5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1127">
              <a:extLst>
                <a:ext uri="{FF2B5EF4-FFF2-40B4-BE49-F238E27FC236}">
                  <a16:creationId xmlns:a16="http://schemas.microsoft.com/office/drawing/2014/main" id="{A98776BF-4AF4-FFAC-0FD6-5B254FADAC55}"/>
                </a:ext>
              </a:extLst>
            </p:cNvPr>
            <p:cNvSpPr/>
            <p:nvPr/>
          </p:nvSpPr>
          <p:spPr>
            <a:xfrm>
              <a:off x="469011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2B5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1128">
              <a:extLst>
                <a:ext uri="{FF2B5EF4-FFF2-40B4-BE49-F238E27FC236}">
                  <a16:creationId xmlns:a16="http://schemas.microsoft.com/office/drawing/2014/main" id="{4EF19FB9-1E46-8716-1410-29F8C018F32B}"/>
                </a:ext>
              </a:extLst>
            </p:cNvPr>
            <p:cNvSpPr/>
            <p:nvPr/>
          </p:nvSpPr>
          <p:spPr>
            <a:xfrm>
              <a:off x="469773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3B6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1129">
              <a:extLst>
                <a:ext uri="{FF2B5EF4-FFF2-40B4-BE49-F238E27FC236}">
                  <a16:creationId xmlns:a16="http://schemas.microsoft.com/office/drawing/2014/main" id="{BC34B9F1-D1B4-43D4-06AE-55BF1495D994}"/>
                </a:ext>
              </a:extLst>
            </p:cNvPr>
            <p:cNvSpPr/>
            <p:nvPr/>
          </p:nvSpPr>
          <p:spPr>
            <a:xfrm>
              <a:off x="470408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3B7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1130">
              <a:extLst>
                <a:ext uri="{FF2B5EF4-FFF2-40B4-BE49-F238E27FC236}">
                  <a16:creationId xmlns:a16="http://schemas.microsoft.com/office/drawing/2014/main" id="{A49CA1F6-7001-DE28-5501-C13786B2D081}"/>
                </a:ext>
              </a:extLst>
            </p:cNvPr>
            <p:cNvSpPr/>
            <p:nvPr/>
          </p:nvSpPr>
          <p:spPr>
            <a:xfrm>
              <a:off x="471170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3B8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1131">
              <a:extLst>
                <a:ext uri="{FF2B5EF4-FFF2-40B4-BE49-F238E27FC236}">
                  <a16:creationId xmlns:a16="http://schemas.microsoft.com/office/drawing/2014/main" id="{02496BC4-6FE6-F3D2-86CE-AC6D5FB669A6}"/>
                </a:ext>
              </a:extLst>
            </p:cNvPr>
            <p:cNvSpPr/>
            <p:nvPr/>
          </p:nvSpPr>
          <p:spPr>
            <a:xfrm>
              <a:off x="471805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3B8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1132">
              <a:extLst>
                <a:ext uri="{FF2B5EF4-FFF2-40B4-BE49-F238E27FC236}">
                  <a16:creationId xmlns:a16="http://schemas.microsoft.com/office/drawing/2014/main" id="{E9C21E20-F351-8F6B-5D4D-1B231B80617E}"/>
                </a:ext>
              </a:extLst>
            </p:cNvPr>
            <p:cNvSpPr/>
            <p:nvPr/>
          </p:nvSpPr>
          <p:spPr>
            <a:xfrm>
              <a:off x="472567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4B9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1133">
              <a:extLst>
                <a:ext uri="{FF2B5EF4-FFF2-40B4-BE49-F238E27FC236}">
                  <a16:creationId xmlns:a16="http://schemas.microsoft.com/office/drawing/2014/main" id="{5D5D9C7D-0B7C-40FB-CB14-2B9252E23350}"/>
                </a:ext>
              </a:extLst>
            </p:cNvPr>
            <p:cNvSpPr/>
            <p:nvPr/>
          </p:nvSpPr>
          <p:spPr>
            <a:xfrm>
              <a:off x="473329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4BA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1134">
              <a:extLst>
                <a:ext uri="{FF2B5EF4-FFF2-40B4-BE49-F238E27FC236}">
                  <a16:creationId xmlns:a16="http://schemas.microsoft.com/office/drawing/2014/main" id="{ED8B8C8E-2CBB-0572-2805-3B4032A819C3}"/>
                </a:ext>
              </a:extLst>
            </p:cNvPr>
            <p:cNvSpPr/>
            <p:nvPr/>
          </p:nvSpPr>
          <p:spPr>
            <a:xfrm>
              <a:off x="473964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4BB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1135">
              <a:extLst>
                <a:ext uri="{FF2B5EF4-FFF2-40B4-BE49-F238E27FC236}">
                  <a16:creationId xmlns:a16="http://schemas.microsoft.com/office/drawing/2014/main" id="{86F2E89E-1F99-C645-F59C-62A1D198B79E}"/>
                </a:ext>
              </a:extLst>
            </p:cNvPr>
            <p:cNvSpPr/>
            <p:nvPr/>
          </p:nvSpPr>
          <p:spPr>
            <a:xfrm>
              <a:off x="474726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5BC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1136">
              <a:extLst>
                <a:ext uri="{FF2B5EF4-FFF2-40B4-BE49-F238E27FC236}">
                  <a16:creationId xmlns:a16="http://schemas.microsoft.com/office/drawing/2014/main" id="{3F491BEF-AE2A-3DB2-2F2A-7641DF2B5C4C}"/>
                </a:ext>
              </a:extLst>
            </p:cNvPr>
            <p:cNvSpPr/>
            <p:nvPr/>
          </p:nvSpPr>
          <p:spPr>
            <a:xfrm>
              <a:off x="475361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5BC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1137">
              <a:extLst>
                <a:ext uri="{FF2B5EF4-FFF2-40B4-BE49-F238E27FC236}">
                  <a16:creationId xmlns:a16="http://schemas.microsoft.com/office/drawing/2014/main" id="{1F6A9F90-D6E4-7361-D7D5-A2F0386F82D3}"/>
                </a:ext>
              </a:extLst>
            </p:cNvPr>
            <p:cNvSpPr/>
            <p:nvPr/>
          </p:nvSpPr>
          <p:spPr>
            <a:xfrm>
              <a:off x="476123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5BD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1138">
              <a:extLst>
                <a:ext uri="{FF2B5EF4-FFF2-40B4-BE49-F238E27FC236}">
                  <a16:creationId xmlns:a16="http://schemas.microsoft.com/office/drawing/2014/main" id="{CC2B6CAA-FA83-3AB6-8C99-2462CABE5A5A}"/>
                </a:ext>
              </a:extLst>
            </p:cNvPr>
            <p:cNvSpPr/>
            <p:nvPr/>
          </p:nvSpPr>
          <p:spPr>
            <a:xfrm>
              <a:off x="476885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5BE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1139">
              <a:extLst>
                <a:ext uri="{FF2B5EF4-FFF2-40B4-BE49-F238E27FC236}">
                  <a16:creationId xmlns:a16="http://schemas.microsoft.com/office/drawing/2014/main" id="{85EC273B-3594-4F84-62C1-47E43E65EBA0}"/>
                </a:ext>
              </a:extLst>
            </p:cNvPr>
            <p:cNvSpPr/>
            <p:nvPr/>
          </p:nvSpPr>
          <p:spPr>
            <a:xfrm>
              <a:off x="477520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6BF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1140">
              <a:extLst>
                <a:ext uri="{FF2B5EF4-FFF2-40B4-BE49-F238E27FC236}">
                  <a16:creationId xmlns:a16="http://schemas.microsoft.com/office/drawing/2014/main" id="{873D6ACF-31A9-27D0-4369-CA78084A604C}"/>
                </a:ext>
              </a:extLst>
            </p:cNvPr>
            <p:cNvSpPr/>
            <p:nvPr/>
          </p:nvSpPr>
          <p:spPr>
            <a:xfrm>
              <a:off x="478282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6BF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1141">
              <a:extLst>
                <a:ext uri="{FF2B5EF4-FFF2-40B4-BE49-F238E27FC236}">
                  <a16:creationId xmlns:a16="http://schemas.microsoft.com/office/drawing/2014/main" id="{FFC85815-0AFD-449E-100F-AE40C9E57130}"/>
                </a:ext>
              </a:extLst>
            </p:cNvPr>
            <p:cNvSpPr/>
            <p:nvPr/>
          </p:nvSpPr>
          <p:spPr>
            <a:xfrm>
              <a:off x="479044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6C0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1142">
              <a:extLst>
                <a:ext uri="{FF2B5EF4-FFF2-40B4-BE49-F238E27FC236}">
                  <a16:creationId xmlns:a16="http://schemas.microsoft.com/office/drawing/2014/main" id="{8D8CB6AA-3C77-0035-A9D5-2CDE2F22AB05}"/>
                </a:ext>
              </a:extLst>
            </p:cNvPr>
            <p:cNvSpPr/>
            <p:nvPr/>
          </p:nvSpPr>
          <p:spPr>
            <a:xfrm>
              <a:off x="479679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7C1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1143">
              <a:extLst>
                <a:ext uri="{FF2B5EF4-FFF2-40B4-BE49-F238E27FC236}">
                  <a16:creationId xmlns:a16="http://schemas.microsoft.com/office/drawing/2014/main" id="{2760D215-0950-A03B-4342-0B9886912A27}"/>
                </a:ext>
              </a:extLst>
            </p:cNvPr>
            <p:cNvSpPr/>
            <p:nvPr/>
          </p:nvSpPr>
          <p:spPr>
            <a:xfrm>
              <a:off x="480441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7C2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1144">
              <a:extLst>
                <a:ext uri="{FF2B5EF4-FFF2-40B4-BE49-F238E27FC236}">
                  <a16:creationId xmlns:a16="http://schemas.microsoft.com/office/drawing/2014/main" id="{E32729BE-EC1D-17F7-3516-C81E649F1842}"/>
                </a:ext>
              </a:extLst>
            </p:cNvPr>
            <p:cNvSpPr/>
            <p:nvPr/>
          </p:nvSpPr>
          <p:spPr>
            <a:xfrm>
              <a:off x="481203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7C2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1145">
              <a:extLst>
                <a:ext uri="{FF2B5EF4-FFF2-40B4-BE49-F238E27FC236}">
                  <a16:creationId xmlns:a16="http://schemas.microsoft.com/office/drawing/2014/main" id="{228FC3EE-2FDF-D6E8-5932-6DACC56D5CBA}"/>
                </a:ext>
              </a:extLst>
            </p:cNvPr>
            <p:cNvSpPr/>
            <p:nvPr/>
          </p:nvSpPr>
          <p:spPr>
            <a:xfrm>
              <a:off x="481838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7C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1146">
              <a:extLst>
                <a:ext uri="{FF2B5EF4-FFF2-40B4-BE49-F238E27FC236}">
                  <a16:creationId xmlns:a16="http://schemas.microsoft.com/office/drawing/2014/main" id="{907BA693-E2C9-6502-FC04-A2744E97460B}"/>
                </a:ext>
              </a:extLst>
            </p:cNvPr>
            <p:cNvSpPr/>
            <p:nvPr/>
          </p:nvSpPr>
          <p:spPr>
            <a:xfrm>
              <a:off x="482600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8C4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1147">
              <a:extLst>
                <a:ext uri="{FF2B5EF4-FFF2-40B4-BE49-F238E27FC236}">
                  <a16:creationId xmlns:a16="http://schemas.microsoft.com/office/drawing/2014/main" id="{A071E680-8E75-24AC-18EF-4CA5A6B3F0A7}"/>
                </a:ext>
              </a:extLst>
            </p:cNvPr>
            <p:cNvSpPr/>
            <p:nvPr/>
          </p:nvSpPr>
          <p:spPr>
            <a:xfrm>
              <a:off x="483362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8C5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1148">
              <a:extLst>
                <a:ext uri="{FF2B5EF4-FFF2-40B4-BE49-F238E27FC236}">
                  <a16:creationId xmlns:a16="http://schemas.microsoft.com/office/drawing/2014/main" id="{2ECC9D41-0A57-B06E-9292-27DFA056A313}"/>
                </a:ext>
              </a:extLst>
            </p:cNvPr>
            <p:cNvSpPr/>
            <p:nvPr/>
          </p:nvSpPr>
          <p:spPr>
            <a:xfrm>
              <a:off x="483997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8C5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1149">
              <a:extLst>
                <a:ext uri="{FF2B5EF4-FFF2-40B4-BE49-F238E27FC236}">
                  <a16:creationId xmlns:a16="http://schemas.microsoft.com/office/drawing/2014/main" id="{328EE022-1580-7995-43EB-E8AB4F5A8302}"/>
                </a:ext>
              </a:extLst>
            </p:cNvPr>
            <p:cNvSpPr/>
            <p:nvPr/>
          </p:nvSpPr>
          <p:spPr>
            <a:xfrm>
              <a:off x="484759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9C6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1150">
              <a:extLst>
                <a:ext uri="{FF2B5EF4-FFF2-40B4-BE49-F238E27FC236}">
                  <a16:creationId xmlns:a16="http://schemas.microsoft.com/office/drawing/2014/main" id="{E8DDD937-7DE0-ECCB-DA76-D1EE9FB5DA7B}"/>
                </a:ext>
              </a:extLst>
            </p:cNvPr>
            <p:cNvSpPr/>
            <p:nvPr/>
          </p:nvSpPr>
          <p:spPr>
            <a:xfrm>
              <a:off x="485394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9C7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1151">
              <a:extLst>
                <a:ext uri="{FF2B5EF4-FFF2-40B4-BE49-F238E27FC236}">
                  <a16:creationId xmlns:a16="http://schemas.microsoft.com/office/drawing/2014/main" id="{CD17DAE8-91F9-7075-0A9E-10ED21910ACA}"/>
                </a:ext>
              </a:extLst>
            </p:cNvPr>
            <p:cNvSpPr/>
            <p:nvPr/>
          </p:nvSpPr>
          <p:spPr>
            <a:xfrm>
              <a:off x="486156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9C8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1152">
              <a:extLst>
                <a:ext uri="{FF2B5EF4-FFF2-40B4-BE49-F238E27FC236}">
                  <a16:creationId xmlns:a16="http://schemas.microsoft.com/office/drawing/2014/main" id="{53235EC6-89D0-7864-477B-CC59001D6129}"/>
                </a:ext>
              </a:extLst>
            </p:cNvPr>
            <p:cNvSpPr/>
            <p:nvPr/>
          </p:nvSpPr>
          <p:spPr>
            <a:xfrm>
              <a:off x="486918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9C8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1153">
              <a:extLst>
                <a:ext uri="{FF2B5EF4-FFF2-40B4-BE49-F238E27FC236}">
                  <a16:creationId xmlns:a16="http://schemas.microsoft.com/office/drawing/2014/main" id="{FCBE24A6-A247-DF16-6E26-B40CDC41407C}"/>
                </a:ext>
              </a:extLst>
            </p:cNvPr>
            <p:cNvSpPr/>
            <p:nvPr/>
          </p:nvSpPr>
          <p:spPr>
            <a:xfrm>
              <a:off x="487553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AC9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1154">
              <a:extLst>
                <a:ext uri="{FF2B5EF4-FFF2-40B4-BE49-F238E27FC236}">
                  <a16:creationId xmlns:a16="http://schemas.microsoft.com/office/drawing/2014/main" id="{7BDB2E69-7955-B232-CE3B-7928892BFAC4}"/>
                </a:ext>
              </a:extLst>
            </p:cNvPr>
            <p:cNvSpPr/>
            <p:nvPr/>
          </p:nvSpPr>
          <p:spPr>
            <a:xfrm>
              <a:off x="488315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20" y="0"/>
                  </a:lnTo>
                  <a:lnTo>
                    <a:pt x="762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ACA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1155">
              <a:extLst>
                <a:ext uri="{FF2B5EF4-FFF2-40B4-BE49-F238E27FC236}">
                  <a16:creationId xmlns:a16="http://schemas.microsoft.com/office/drawing/2014/main" id="{BB23E63D-D028-6A33-3962-40B289AA78BA}"/>
                </a:ext>
              </a:extLst>
            </p:cNvPr>
            <p:cNvSpPr/>
            <p:nvPr/>
          </p:nvSpPr>
          <p:spPr>
            <a:xfrm>
              <a:off x="489077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0" y="233679"/>
                  </a:moveTo>
                  <a:lnTo>
                    <a:pt x="0" y="0"/>
                  </a:lnTo>
                  <a:lnTo>
                    <a:pt x="6350" y="0"/>
                  </a:lnTo>
                  <a:lnTo>
                    <a:pt x="6350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ACC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1156">
              <a:extLst>
                <a:ext uri="{FF2B5EF4-FFF2-40B4-BE49-F238E27FC236}">
                  <a16:creationId xmlns:a16="http://schemas.microsoft.com/office/drawing/2014/main" id="{A89C97DB-064C-BB54-A305-0F56493AB36B}"/>
                </a:ext>
              </a:extLst>
            </p:cNvPr>
            <p:cNvSpPr/>
            <p:nvPr/>
          </p:nvSpPr>
          <p:spPr>
            <a:xfrm>
              <a:off x="4897120" y="5849620"/>
              <a:ext cx="7620" cy="233679"/>
            </a:xfrm>
            <a:custGeom>
              <a:avLst/>
              <a:gdLst/>
              <a:ahLst/>
              <a:cxnLst/>
              <a:rect l="l" t="t" r="r" b="b"/>
              <a:pathLst>
                <a:path w="7620" h="233679">
                  <a:moveTo>
                    <a:pt x="0" y="233679"/>
                  </a:moveTo>
                  <a:lnTo>
                    <a:pt x="0" y="0"/>
                  </a:lnTo>
                  <a:lnTo>
                    <a:pt x="7619" y="0"/>
                  </a:lnTo>
                  <a:lnTo>
                    <a:pt x="7619" y="233679"/>
                  </a:lnTo>
                  <a:lnTo>
                    <a:pt x="0" y="233679"/>
                  </a:lnTo>
                  <a:close/>
                </a:path>
              </a:pathLst>
            </a:custGeom>
            <a:solidFill>
              <a:srgbClr val="EBCC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1157">
              <a:extLst>
                <a:ext uri="{FF2B5EF4-FFF2-40B4-BE49-F238E27FC236}">
                  <a16:creationId xmlns:a16="http://schemas.microsoft.com/office/drawing/2014/main" id="{B6C82AFD-7B68-1444-FA8F-DF6F27F02A7F}"/>
                </a:ext>
              </a:extLst>
            </p:cNvPr>
            <p:cNvSpPr/>
            <p:nvPr/>
          </p:nvSpPr>
          <p:spPr>
            <a:xfrm>
              <a:off x="4904740" y="5849620"/>
              <a:ext cx="6350" cy="233679"/>
            </a:xfrm>
            <a:custGeom>
              <a:avLst/>
              <a:gdLst/>
              <a:ahLst/>
              <a:cxnLst/>
              <a:rect l="l" t="t" r="r" b="b"/>
              <a:pathLst>
                <a:path w="6350" h="233679">
                  <a:moveTo>
                    <a:pt x="6350" y="31750"/>
                  </a:moveTo>
                  <a:lnTo>
                    <a:pt x="5080" y="3175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31750"/>
                  </a:lnTo>
                  <a:lnTo>
                    <a:pt x="0" y="201930"/>
                  </a:lnTo>
                  <a:lnTo>
                    <a:pt x="0" y="233680"/>
                  </a:lnTo>
                  <a:lnTo>
                    <a:pt x="5080" y="233680"/>
                  </a:lnTo>
                  <a:lnTo>
                    <a:pt x="5080" y="201930"/>
                  </a:lnTo>
                  <a:lnTo>
                    <a:pt x="6350" y="201930"/>
                  </a:lnTo>
                  <a:lnTo>
                    <a:pt x="6350" y="31750"/>
                  </a:lnTo>
                  <a:close/>
                </a:path>
              </a:pathLst>
            </a:custGeom>
            <a:solidFill>
              <a:srgbClr val="EBC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1158">
              <a:extLst>
                <a:ext uri="{FF2B5EF4-FFF2-40B4-BE49-F238E27FC236}">
                  <a16:creationId xmlns:a16="http://schemas.microsoft.com/office/drawing/2014/main" id="{03E20762-5D85-5327-7795-21B5F8DA5ED5}"/>
                </a:ext>
              </a:extLst>
            </p:cNvPr>
            <p:cNvSpPr/>
            <p:nvPr/>
          </p:nvSpPr>
          <p:spPr>
            <a:xfrm>
              <a:off x="4911090" y="5881370"/>
              <a:ext cx="7620" cy="170180"/>
            </a:xfrm>
            <a:custGeom>
              <a:avLst/>
              <a:gdLst/>
              <a:ahLst/>
              <a:cxnLst/>
              <a:rect l="l" t="t" r="r" b="b"/>
              <a:pathLst>
                <a:path w="7620" h="170179">
                  <a:moveTo>
                    <a:pt x="7620" y="170179"/>
                  </a:moveTo>
                  <a:lnTo>
                    <a:pt x="0" y="170179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70179"/>
                  </a:lnTo>
                  <a:close/>
                </a:path>
              </a:pathLst>
            </a:custGeom>
            <a:solidFill>
              <a:srgbClr val="EBCD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1159">
              <a:extLst>
                <a:ext uri="{FF2B5EF4-FFF2-40B4-BE49-F238E27FC236}">
                  <a16:creationId xmlns:a16="http://schemas.microsoft.com/office/drawing/2014/main" id="{F6194626-819E-26E9-D318-FC22558DB571}"/>
                </a:ext>
              </a:extLst>
            </p:cNvPr>
            <p:cNvSpPr/>
            <p:nvPr/>
          </p:nvSpPr>
          <p:spPr>
            <a:xfrm>
              <a:off x="4918710" y="5881370"/>
              <a:ext cx="7620" cy="170180"/>
            </a:xfrm>
            <a:custGeom>
              <a:avLst/>
              <a:gdLst/>
              <a:ahLst/>
              <a:cxnLst/>
              <a:rect l="l" t="t" r="r" b="b"/>
              <a:pathLst>
                <a:path w="7620" h="170179">
                  <a:moveTo>
                    <a:pt x="7619" y="170179"/>
                  </a:moveTo>
                  <a:lnTo>
                    <a:pt x="0" y="170179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70179"/>
                  </a:lnTo>
                  <a:close/>
                </a:path>
              </a:pathLst>
            </a:custGeom>
            <a:solidFill>
              <a:srgbClr val="EBCE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1160">
              <a:extLst>
                <a:ext uri="{FF2B5EF4-FFF2-40B4-BE49-F238E27FC236}">
                  <a16:creationId xmlns:a16="http://schemas.microsoft.com/office/drawing/2014/main" id="{09666EC8-9D30-C83B-4D1D-5CAE8E63CB83}"/>
                </a:ext>
              </a:extLst>
            </p:cNvPr>
            <p:cNvSpPr/>
            <p:nvPr/>
          </p:nvSpPr>
          <p:spPr>
            <a:xfrm>
              <a:off x="4926330" y="5881370"/>
              <a:ext cx="6350" cy="170180"/>
            </a:xfrm>
            <a:custGeom>
              <a:avLst/>
              <a:gdLst/>
              <a:ahLst/>
              <a:cxnLst/>
              <a:rect l="l" t="t" r="r" b="b"/>
              <a:pathLst>
                <a:path w="6350" h="170179">
                  <a:moveTo>
                    <a:pt x="6350" y="170179"/>
                  </a:moveTo>
                  <a:lnTo>
                    <a:pt x="0" y="170179"/>
                  </a:lnTo>
                  <a:lnTo>
                    <a:pt x="0" y="0"/>
                  </a:lnTo>
                  <a:lnTo>
                    <a:pt x="6350" y="0"/>
                  </a:lnTo>
                  <a:lnTo>
                    <a:pt x="6350" y="170179"/>
                  </a:lnTo>
                  <a:close/>
                </a:path>
              </a:pathLst>
            </a:custGeom>
            <a:solidFill>
              <a:srgbClr val="ECCF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1161">
              <a:extLst>
                <a:ext uri="{FF2B5EF4-FFF2-40B4-BE49-F238E27FC236}">
                  <a16:creationId xmlns:a16="http://schemas.microsoft.com/office/drawing/2014/main" id="{E3D636D4-21B7-24D0-6422-9506831267CB}"/>
                </a:ext>
              </a:extLst>
            </p:cNvPr>
            <p:cNvSpPr/>
            <p:nvPr/>
          </p:nvSpPr>
          <p:spPr>
            <a:xfrm>
              <a:off x="4932680" y="5881370"/>
              <a:ext cx="7620" cy="170180"/>
            </a:xfrm>
            <a:custGeom>
              <a:avLst/>
              <a:gdLst/>
              <a:ahLst/>
              <a:cxnLst/>
              <a:rect l="l" t="t" r="r" b="b"/>
              <a:pathLst>
                <a:path w="7620" h="170179">
                  <a:moveTo>
                    <a:pt x="7620" y="170179"/>
                  </a:moveTo>
                  <a:lnTo>
                    <a:pt x="0" y="170179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70179"/>
                  </a:lnTo>
                  <a:close/>
                </a:path>
              </a:pathLst>
            </a:custGeom>
            <a:solidFill>
              <a:srgbClr val="ECCF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1162">
              <a:extLst>
                <a:ext uri="{FF2B5EF4-FFF2-40B4-BE49-F238E27FC236}">
                  <a16:creationId xmlns:a16="http://schemas.microsoft.com/office/drawing/2014/main" id="{F369BF48-6158-D0EB-2A4E-6111CF45A934}"/>
                </a:ext>
              </a:extLst>
            </p:cNvPr>
            <p:cNvSpPr/>
            <p:nvPr/>
          </p:nvSpPr>
          <p:spPr>
            <a:xfrm>
              <a:off x="4940300" y="5881370"/>
              <a:ext cx="0" cy="170180"/>
            </a:xfrm>
            <a:custGeom>
              <a:avLst/>
              <a:gdLst/>
              <a:ahLst/>
              <a:cxnLst/>
              <a:rect l="l" t="t" r="r" b="b"/>
              <a:pathLst>
                <a:path h="170179">
                  <a:moveTo>
                    <a:pt x="0" y="0"/>
                  </a:moveTo>
                  <a:lnTo>
                    <a:pt x="0" y="1701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D1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1163">
              <a:extLst>
                <a:ext uri="{FF2B5EF4-FFF2-40B4-BE49-F238E27FC236}">
                  <a16:creationId xmlns:a16="http://schemas.microsoft.com/office/drawing/2014/main" id="{7EFD2F0A-2490-7CEA-F8C2-56E8A17DE78A}"/>
                </a:ext>
              </a:extLst>
            </p:cNvPr>
            <p:cNvSpPr/>
            <p:nvPr/>
          </p:nvSpPr>
          <p:spPr>
            <a:xfrm>
              <a:off x="4262120" y="5849620"/>
              <a:ext cx="676910" cy="232410"/>
            </a:xfrm>
            <a:custGeom>
              <a:avLst/>
              <a:gdLst/>
              <a:ahLst/>
              <a:cxnLst/>
              <a:rect l="l" t="t" r="r" b="b"/>
              <a:pathLst>
                <a:path w="676910" h="232410">
                  <a:moveTo>
                    <a:pt x="29209" y="0"/>
                  </a:moveTo>
                  <a:lnTo>
                    <a:pt x="646429" y="0"/>
                  </a:lnTo>
                  <a:lnTo>
                    <a:pt x="646429" y="30479"/>
                  </a:lnTo>
                  <a:lnTo>
                    <a:pt x="676909" y="30479"/>
                  </a:lnTo>
                  <a:lnTo>
                    <a:pt x="676909" y="201929"/>
                  </a:lnTo>
                  <a:lnTo>
                    <a:pt x="646429" y="201929"/>
                  </a:lnTo>
                  <a:lnTo>
                    <a:pt x="646429" y="232409"/>
                  </a:lnTo>
                  <a:lnTo>
                    <a:pt x="29209" y="232409"/>
                  </a:lnTo>
                  <a:lnTo>
                    <a:pt x="29209" y="201929"/>
                  </a:lnTo>
                  <a:lnTo>
                    <a:pt x="0" y="201929"/>
                  </a:lnTo>
                  <a:lnTo>
                    <a:pt x="0" y="30479"/>
                  </a:lnTo>
                  <a:lnTo>
                    <a:pt x="29209" y="30479"/>
                  </a:lnTo>
                  <a:lnTo>
                    <a:pt x="29209" y="0"/>
                  </a:lnTo>
                  <a:close/>
                </a:path>
              </a:pathLst>
            </a:custGeom>
            <a:ln w="12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14" name="object 1164">
            <a:extLst>
              <a:ext uri="{FF2B5EF4-FFF2-40B4-BE49-F238E27FC236}">
                <a16:creationId xmlns:a16="http://schemas.microsoft.com/office/drawing/2014/main" id="{70AFBA7B-E941-62CA-4820-03A66E573AD7}"/>
              </a:ext>
            </a:extLst>
          </p:cNvPr>
          <p:cNvSpPr txBox="1"/>
          <p:nvPr/>
        </p:nvSpPr>
        <p:spPr>
          <a:xfrm>
            <a:off x="4293839" y="5852159"/>
            <a:ext cx="61341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0">
              <a:lnSpc>
                <a:spcPct val="100000"/>
              </a:lnSpc>
              <a:spcBef>
                <a:spcPts val="100"/>
              </a:spcBef>
            </a:pPr>
            <a:r>
              <a:rPr sz="1200" spc="-170" dirty="0">
                <a:solidFill>
                  <a:srgbClr val="000207"/>
                </a:solidFill>
                <a:latin typeface="Arial MT"/>
                <a:cs typeface="Arial MT"/>
              </a:rPr>
              <a:t>O</a:t>
            </a:r>
            <a:r>
              <a:rPr sz="1200" spc="-125" dirty="0">
                <a:solidFill>
                  <a:srgbClr val="000207"/>
                </a:solidFill>
                <a:latin typeface="Arial MT"/>
                <a:cs typeface="Arial MT"/>
              </a:rPr>
              <a:t>b</a:t>
            </a:r>
            <a:r>
              <a:rPr sz="1200" spc="-50" dirty="0">
                <a:solidFill>
                  <a:srgbClr val="000207"/>
                </a:solidFill>
                <a:latin typeface="Arial MT"/>
                <a:cs typeface="Arial MT"/>
              </a:rPr>
              <a:t>j</a:t>
            </a:r>
            <a:r>
              <a:rPr sz="1200" spc="-125" dirty="0">
                <a:solidFill>
                  <a:srgbClr val="000207"/>
                </a:solidFill>
                <a:latin typeface="Arial MT"/>
                <a:cs typeface="Arial MT"/>
              </a:rPr>
              <a:t>e</a:t>
            </a:r>
            <a:r>
              <a:rPr sz="1200" spc="-114" dirty="0">
                <a:solidFill>
                  <a:srgbClr val="000207"/>
                </a:solidFill>
                <a:latin typeface="Arial MT"/>
                <a:cs typeface="Arial MT"/>
              </a:rPr>
              <a:t>c</a:t>
            </a:r>
            <a:r>
              <a:rPr sz="1200" spc="-60" dirty="0">
                <a:solidFill>
                  <a:srgbClr val="000207"/>
                </a:solidFill>
                <a:latin typeface="Arial MT"/>
                <a:cs typeface="Arial MT"/>
              </a:rPr>
              <a:t>t</a:t>
            </a:r>
            <a:r>
              <a:rPr sz="1200" spc="-50" dirty="0">
                <a:solidFill>
                  <a:srgbClr val="000207"/>
                </a:solidFill>
                <a:latin typeface="Arial MT"/>
                <a:cs typeface="Arial MT"/>
              </a:rPr>
              <a:t> </a:t>
            </a:r>
            <a:r>
              <a:rPr sz="1200" spc="-65" dirty="0">
                <a:solidFill>
                  <a:srgbClr val="000207"/>
                </a:solidFill>
                <a:latin typeface="Arial MT"/>
                <a:cs typeface="Arial MT"/>
              </a:rPr>
              <a:t>I</a:t>
            </a:r>
            <a:r>
              <a:rPr sz="1200" spc="-160" dirty="0">
                <a:solidFill>
                  <a:srgbClr val="000207"/>
                </a:solidFill>
                <a:latin typeface="Arial MT"/>
                <a:cs typeface="Arial MT"/>
              </a:rPr>
              <a:t>D</a:t>
            </a:r>
            <a:endParaRPr sz="1200">
              <a:latin typeface="Arial MT"/>
              <a:cs typeface="Arial MT"/>
            </a:endParaRPr>
          </a:p>
        </p:txBody>
      </p:sp>
      <p:pic>
        <p:nvPicPr>
          <p:cNvPr id="2315" name="object 1165">
            <a:extLst>
              <a:ext uri="{FF2B5EF4-FFF2-40B4-BE49-F238E27FC236}">
                <a16:creationId xmlns:a16="http://schemas.microsoft.com/office/drawing/2014/main" id="{F43FEDBE-5255-48AD-8829-F3E9973E5B81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583169" y="2929889"/>
            <a:ext cx="952500" cy="7150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9818680"/>
      </p:ext>
    </p:extLst>
  </p:cSld>
  <p:clrMapOvr>
    <a:masterClrMapping/>
  </p:clrMapOvr>
</p:sld>
</file>

<file path=ppt/theme/theme1.xml><?xml version="1.0" encoding="utf-8"?>
<a:theme xmlns:a="http://schemas.openxmlformats.org/drawingml/2006/main" name="清华-模板-陆游游">
  <a:themeElements>
    <a:clrScheme name="紫罗兰色 II">
      <a:dk1>
        <a:sysClr val="windowText" lastClr="000000"/>
      </a:dk1>
      <a:lt1>
        <a:sysClr val="window" lastClr="FFFFFF"/>
      </a:lt1>
      <a:dk2>
        <a:srgbClr val="632E62"/>
      </a:dk2>
      <a:lt2>
        <a:srgbClr val="EAE5EB"/>
      </a:lt2>
      <a:accent1>
        <a:srgbClr val="92278F"/>
      </a:accent1>
      <a:accent2>
        <a:srgbClr val="9B57D3"/>
      </a:accent2>
      <a:accent3>
        <a:srgbClr val="755DD9"/>
      </a:accent3>
      <a:accent4>
        <a:srgbClr val="665EB8"/>
      </a:accent4>
      <a:accent5>
        <a:srgbClr val="45A5ED"/>
      </a:accent5>
      <a:accent6>
        <a:srgbClr val="5982DB"/>
      </a:accent6>
      <a:hlink>
        <a:srgbClr val="0066FF"/>
      </a:hlink>
      <a:folHlink>
        <a:srgbClr val="666699"/>
      </a:folHlink>
    </a:clrScheme>
    <a:fontScheme name="Office 主题​​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紫色-课程.potx" id="{7AB92867-8009-45A3-9869-60EC16CE616B}" vid="{2E6A2535-CAE9-46E9-A202-FEFA66B8FAEB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紫色-课程</Template>
  <TotalTime>15324</TotalTime>
  <Words>2555</Words>
  <Application>Microsoft Office PowerPoint</Application>
  <PresentationFormat>全屏显示(4:3)</PresentationFormat>
  <Paragraphs>647</Paragraphs>
  <Slides>71</Slides>
  <Notes>6</Notes>
  <HiddenSlides>1</HiddenSlides>
  <MMClips>0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71</vt:i4>
      </vt:variant>
    </vt:vector>
  </HeadingPairs>
  <TitlesOfParts>
    <vt:vector size="85" baseType="lpstr">
      <vt:lpstr>Arial MT</vt:lpstr>
      <vt:lpstr>Microsoft YaHei UI</vt:lpstr>
      <vt:lpstr>MS Gothic</vt:lpstr>
      <vt:lpstr>等线</vt:lpstr>
      <vt:lpstr>SimSun</vt:lpstr>
      <vt:lpstr>微软雅黑</vt:lpstr>
      <vt:lpstr>Arial</vt:lpstr>
      <vt:lpstr>Calibri</vt:lpstr>
      <vt:lpstr>Segoe UI Symbol</vt:lpstr>
      <vt:lpstr>Times New Roman</vt:lpstr>
      <vt:lpstr>Trebuchet MS</vt:lpstr>
      <vt:lpstr>Verdana</vt:lpstr>
      <vt:lpstr>Wingdings</vt:lpstr>
      <vt:lpstr>清华-模板-陆游游</vt:lpstr>
      <vt:lpstr>网络存储</vt:lpstr>
      <vt:lpstr>网络存储</vt:lpstr>
      <vt:lpstr>网络存储</vt:lpstr>
      <vt:lpstr>设备接口</vt:lpstr>
      <vt:lpstr>ATA</vt:lpstr>
      <vt:lpstr>ATA Specification</vt:lpstr>
      <vt:lpstr>ATA to Ultra ATA</vt:lpstr>
      <vt:lpstr>SATA</vt:lpstr>
      <vt:lpstr>Parallel ATA vs Serial ATA</vt:lpstr>
      <vt:lpstr>SATA Specifications</vt:lpstr>
      <vt:lpstr>SCSI</vt:lpstr>
      <vt:lpstr>SCSI Language</vt:lpstr>
      <vt:lpstr>SCSI Language</vt:lpstr>
      <vt:lpstr>SCSI Transport</vt:lpstr>
      <vt:lpstr>SCSI Physical Architectures</vt:lpstr>
      <vt:lpstr>SCSI 接口连接线</vt:lpstr>
      <vt:lpstr>SCSI – Client-Server Model</vt:lpstr>
      <vt:lpstr>SAS（Serial Attached SCSI）</vt:lpstr>
      <vt:lpstr>SAS/SATA Compatibility</vt:lpstr>
      <vt:lpstr>SAS Specifications</vt:lpstr>
      <vt:lpstr>串行/并行接口</vt:lpstr>
      <vt:lpstr>SATA vs SAS (1)</vt:lpstr>
      <vt:lpstr>SATA vs SAS (2)</vt:lpstr>
      <vt:lpstr>NVMe</vt:lpstr>
      <vt:lpstr>NVMe 延迟</vt:lpstr>
      <vt:lpstr>NVMe 命令集</vt:lpstr>
      <vt:lpstr>网络存储</vt:lpstr>
      <vt:lpstr>DAS</vt:lpstr>
      <vt:lpstr>直连式存储（DAS）</vt:lpstr>
      <vt:lpstr>直连式存储 - Internal</vt:lpstr>
      <vt:lpstr>直连式存储 - External</vt:lpstr>
      <vt:lpstr>直连式存储 – Internal vs External</vt:lpstr>
      <vt:lpstr>DAS Benefits</vt:lpstr>
      <vt:lpstr>DAS Challenges</vt:lpstr>
      <vt:lpstr>网络存储</vt:lpstr>
      <vt:lpstr>What is NAS</vt:lpstr>
      <vt:lpstr>NAS</vt:lpstr>
      <vt:lpstr>NAS - Evolution</vt:lpstr>
      <vt:lpstr>NAS supports multiple protocols</vt:lpstr>
      <vt:lpstr>NAS supports multiple protocols</vt:lpstr>
      <vt:lpstr>NAS – Integrated vs Gateway </vt:lpstr>
      <vt:lpstr>Why NAS</vt:lpstr>
      <vt:lpstr>网络存储</vt:lpstr>
      <vt:lpstr>SAN</vt:lpstr>
      <vt:lpstr>FC SAN and IP SAN</vt:lpstr>
      <vt:lpstr>FC SAN</vt:lpstr>
      <vt:lpstr>Evolution of FC SAN</vt:lpstr>
      <vt:lpstr>SAN - 组成部分</vt:lpstr>
      <vt:lpstr>SAN 组成部分 - HBA Cards</vt:lpstr>
      <vt:lpstr>SAN 组成部分 - Disk Array</vt:lpstr>
      <vt:lpstr>SAN 组成部分 - 光纤通道</vt:lpstr>
      <vt:lpstr>光纤通道基本原理</vt:lpstr>
      <vt:lpstr>IP SAN</vt:lpstr>
      <vt:lpstr>What is IP-SAN</vt:lpstr>
      <vt:lpstr>Why IP SAN?</vt:lpstr>
      <vt:lpstr>PowerPoint 演示文稿</vt:lpstr>
      <vt:lpstr>iSCSI Storage</vt:lpstr>
      <vt:lpstr>Block Storage over IP - protocols</vt:lpstr>
      <vt:lpstr>SAN Advantage</vt:lpstr>
      <vt:lpstr>网络存储</vt:lpstr>
      <vt:lpstr>Analysis – DAS vs NAS vs SAN</vt:lpstr>
      <vt:lpstr>Analysis - DAS vs SAN</vt:lpstr>
      <vt:lpstr>Analysis – SAN vs NAS</vt:lpstr>
      <vt:lpstr>SAN with NAS</vt:lpstr>
      <vt:lpstr>网络存储</vt:lpstr>
      <vt:lpstr>CAS</vt:lpstr>
      <vt:lpstr>CAS</vt:lpstr>
      <vt:lpstr>What is Fixed Content?</vt:lpstr>
      <vt:lpstr>Challenges of Storing Fixed Content</vt:lpstr>
      <vt:lpstr>How CAS Stores a Data Object</vt:lpstr>
      <vt:lpstr>How CAS Retrieves a Data Object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专题1: 闪存存储系统</dc:title>
  <dc:creator>Lu Youyou</dc:creator>
  <cp:lastModifiedBy>lu</cp:lastModifiedBy>
  <cp:revision>1475</cp:revision>
  <dcterms:created xsi:type="dcterms:W3CDTF">2021-02-21T11:46:29Z</dcterms:created>
  <dcterms:modified xsi:type="dcterms:W3CDTF">2024-05-15T06:53:03Z</dcterms:modified>
</cp:coreProperties>
</file>